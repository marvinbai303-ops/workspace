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4.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5.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notesSlides/notesSlide6.xml" ContentType="application/vnd.openxmlformats-officedocument.presentationml.notesSlide+xml"/>
  <Override PartName="/ppt/charts/chart9.xml" ContentType="application/vnd.openxmlformats-officedocument.drawingml.chart+xml"/>
  <Override PartName="/ppt/charts/style8.xml" ContentType="application/vnd.ms-office.chartstyle+xml"/>
  <Override PartName="/ppt/charts/colors8.xml" ContentType="application/vnd.ms-office.chartcolorstyle+xml"/>
  <Override PartName="/ppt/notesSlides/notesSlide7.xml" ContentType="application/vnd.openxmlformats-officedocument.presentationml.notesSlide+xml"/>
  <Override PartName="/ppt/charts/chart10.xml" ContentType="application/vnd.openxmlformats-officedocument.drawingml.chart+xml"/>
  <Override PartName="/ppt/charts/style9.xml" ContentType="application/vnd.ms-office.chartstyle+xml"/>
  <Override PartName="/ppt/charts/colors9.xml" ContentType="application/vnd.ms-office.chartcolorstyle+xml"/>
  <Override PartName="/ppt/charts/chart11.xml" ContentType="application/vnd.openxmlformats-officedocument.drawingml.chart+xml"/>
  <Override PartName="/ppt/notesSlides/notesSlide8.xml" ContentType="application/vnd.openxmlformats-officedocument.presentationml.notesSlide+xml"/>
  <Override PartName="/ppt/charts/chart12.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3.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14.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13.xml" ContentType="application/vnd.openxmlformats-officedocument.presentationml.notesSlide+xml"/>
  <Override PartName="/ppt/charts/chart15.xml" ContentType="application/vnd.openxmlformats-officedocument.drawingml.chart+xml"/>
  <Override PartName="/ppt/theme/themeOverride1.xml" ContentType="application/vnd.openxmlformats-officedocument.themeOverride+xml"/>
  <Override PartName="/ppt/charts/chart16.xml" ContentType="application/vnd.openxmlformats-officedocument.drawingml.chart+xml"/>
  <Override PartName="/ppt/theme/themeOverride2.xml" ContentType="application/vnd.openxmlformats-officedocument.themeOverride+xml"/>
  <Override PartName="/ppt/notesSlides/notesSlide14.xml" ContentType="application/vnd.openxmlformats-officedocument.presentationml.notesSlide+xml"/>
  <Override PartName="/ppt/charts/chart17.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8.xml" ContentType="application/vnd.openxmlformats-officedocument.drawingml.chart+xml"/>
  <Override PartName="/ppt/charts/style14.xml" ContentType="application/vnd.ms-office.chartstyle+xml"/>
  <Override PartName="/ppt/charts/colors14.xml" ContentType="application/vnd.ms-office.chartcolorstyle+xml"/>
  <Override PartName="/ppt/notesSlides/notesSlide15.xml" ContentType="application/vnd.openxmlformats-officedocument.presentationml.notesSlide+xml"/>
  <Override PartName="/ppt/charts/chart19.xml" ContentType="application/vnd.openxmlformats-officedocument.drawingml.chart+xml"/>
  <Override PartName="/ppt/theme/themeOverride3.xml" ContentType="application/vnd.openxmlformats-officedocument.themeOverride+xml"/>
  <Override PartName="/ppt/charts/chart20.xml" ContentType="application/vnd.openxmlformats-officedocument.drawingml.chart+xml"/>
  <Override PartName="/ppt/theme/themeOverride4.xml" ContentType="application/vnd.openxmlformats-officedocument.themeOverride+xml"/>
  <Override PartName="/ppt/charts/chart21.xml" ContentType="application/vnd.openxmlformats-officedocument.drawingml.chart+xml"/>
  <Override PartName="/ppt/theme/themeOverride5.xml" ContentType="application/vnd.openxmlformats-officedocument.themeOverr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charts/chart22.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23.xml" ContentType="application/vnd.openxmlformats-officedocument.drawingml.chart+xml"/>
  <Override PartName="/ppt/charts/style16.xml" ContentType="application/vnd.ms-office.chartstyle+xml"/>
  <Override PartName="/ppt/charts/colors16.xml" ContentType="application/vnd.ms-office.chartcolorstyl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24.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25.xml" ContentType="application/vnd.openxmlformats-officedocument.drawingml.chart+xml"/>
  <Override PartName="/ppt/charts/style18.xml" ContentType="application/vnd.ms-office.chartstyle+xml"/>
  <Override PartName="/ppt/charts/colors18.xml" ContentType="application/vnd.ms-office.chartcolorstyle+xml"/>
  <Override PartName="/ppt/notesSlides/notesSlide20.xml" ContentType="application/vnd.openxmlformats-officedocument.presentationml.notesSlide+xml"/>
  <Override PartName="/ppt/charts/chart26.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7.xml" ContentType="application/vnd.openxmlformats-officedocument.drawingml.chart+xml"/>
  <Override PartName="/ppt/charts/style20.xml" ContentType="application/vnd.ms-office.chartstyle+xml"/>
  <Override PartName="/ppt/charts/colors20.xml" ContentType="application/vnd.ms-office.chartcolorstyle+xml"/>
  <Override PartName="/ppt/notesSlides/notesSlide21.xml" ContentType="application/vnd.openxmlformats-officedocument.presentationml.notesSlide+xml"/>
  <Override PartName="/ppt/charts/chart28.xml" ContentType="application/vnd.openxmlformats-officedocument.drawingml.chart+xml"/>
  <Override PartName="/ppt/theme/themeOverride6.xml" ContentType="application/vnd.openxmlformats-officedocument.themeOverride+xml"/>
  <Override PartName="/ppt/charts/chart29.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0.xml" ContentType="application/vnd.openxmlformats-officedocument.drawingml.chart+xml"/>
  <Override PartName="/ppt/theme/themeOverride7.xml" ContentType="application/vnd.openxmlformats-officedocument.themeOverride+xml"/>
  <Override PartName="/ppt/notesSlides/notesSlide22.xml" ContentType="application/vnd.openxmlformats-officedocument.presentationml.notesSlide+xml"/>
  <Override PartName="/ppt/charts/chart31.xml" ContentType="application/vnd.openxmlformats-officedocument.drawingml.chart+xml"/>
  <Override PartName="/ppt/theme/themeOverride8.xml" ContentType="application/vnd.openxmlformats-officedocument.themeOverride+xml"/>
  <Override PartName="/ppt/charts/chart32.xml" ContentType="application/vnd.openxmlformats-officedocument.drawingml.chart+xml"/>
  <Override PartName="/ppt/charts/style22.xml" ContentType="application/vnd.ms-office.chartstyle+xml"/>
  <Override PartName="/ppt/charts/colors22.xml" ContentType="application/vnd.ms-office.chartcolorstyle+xml"/>
  <Override PartName="/ppt/notesSlides/notesSlide23.xml" ContentType="application/vnd.openxmlformats-officedocument.presentationml.notesSlide+xml"/>
  <Override PartName="/ppt/charts/chart33.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34.xml" ContentType="application/vnd.openxmlformats-officedocument.drawingml.chart+xml"/>
  <Override PartName="/ppt/charts/style24.xml" ContentType="application/vnd.ms-office.chartstyle+xml"/>
  <Override PartName="/ppt/charts/colors24.xml" ContentType="application/vnd.ms-office.chartcolorstyle+xml"/>
  <Override PartName="/ppt/notesSlides/notesSlide24.xml" ContentType="application/vnd.openxmlformats-officedocument.presentationml.notesSlide+xml"/>
  <Override PartName="/ppt/charts/chart35.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36.xml" ContentType="application/vnd.openxmlformats-officedocument.drawingml.chart+xml"/>
  <Override PartName="/ppt/charts/style26.xml" ContentType="application/vnd.ms-office.chartstyle+xml"/>
  <Override PartName="/ppt/charts/colors26.xml" ContentType="application/vnd.ms-office.chartcolorstyle+xml"/>
  <Override PartName="/ppt/notesSlides/notesSlide25.xml" ContentType="application/vnd.openxmlformats-officedocument.presentationml.notesSlide+xml"/>
  <Override PartName="/ppt/charts/chart37.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38.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39.xml" ContentType="application/vnd.openxmlformats-officedocument.drawingml.chart+xml"/>
  <Override PartName="/ppt/charts/style29.xml" ContentType="application/vnd.ms-office.chartstyle+xml"/>
  <Override PartName="/ppt/charts/colors29.xml" ContentType="application/vnd.ms-office.chartcolorstyle+xml"/>
  <Override PartName="/ppt/tags/tag1.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charts/chart40.xml" ContentType="application/vnd.openxmlformats-officedocument.drawingml.chart+xml"/>
  <Override PartName="/ppt/charts/style30.xml" ContentType="application/vnd.ms-office.chartstyle+xml"/>
  <Override PartName="/ppt/charts/colors30.xml" ContentType="application/vnd.ms-office.chartcolorstyle+xml"/>
  <Override PartName="/ppt/theme/themeOverride9.xml" ContentType="application/vnd.openxmlformats-officedocument.themeOverride+xml"/>
  <Override PartName="/ppt/charts/chart41.xml" ContentType="application/vnd.openxmlformats-officedocument.drawingml.chart+xml"/>
  <Override PartName="/ppt/charts/style31.xml" ContentType="application/vnd.ms-office.chartstyle+xml"/>
  <Override PartName="/ppt/charts/colors31.xml" ContentType="application/vnd.ms-office.chartcolorstyle+xml"/>
  <Override PartName="/ppt/tags/tag2.xml" ContentType="application/vnd.openxmlformats-officedocument.presentationml.tags+xml"/>
  <Override PartName="/ppt/notesSlides/notesSlide28.xml" ContentType="application/vnd.openxmlformats-officedocument.presentationml.notesSlide+xml"/>
  <Override PartName="/ppt/charts/chart42.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3.xml" ContentType="application/vnd.openxmlformats-officedocument.drawingml.chart+xml"/>
  <Override PartName="/ppt/charts/style33.xml" ContentType="application/vnd.ms-office.chartstyle+xml"/>
  <Override PartName="/ppt/charts/colors33.xml" ContentType="application/vnd.ms-office.chartcolorstyle+xml"/>
  <Override PartName="/ppt/theme/themeOverride10.xml" ContentType="application/vnd.openxmlformats-officedocument.themeOverride+xml"/>
  <Override PartName="/ppt/tags/tag3.xml" ContentType="application/vnd.openxmlformats-officedocument.presentationml.tags+xml"/>
  <Override PartName="/ppt/notesSlides/notesSlide29.xml" ContentType="application/vnd.openxmlformats-officedocument.presentationml.notesSlide+xml"/>
  <Override PartName="/ppt/charts/chart44.xml" ContentType="application/vnd.openxmlformats-officedocument.drawingml.chart+xml"/>
  <Override PartName="/ppt/theme/themeOverride11.xml" ContentType="application/vnd.openxmlformats-officedocument.themeOverride+xml"/>
  <Override PartName="/ppt/charts/chart45.xml" ContentType="application/vnd.openxmlformats-officedocument.drawingml.chart+xml"/>
  <Override PartName="/ppt/charts/style34.xml" ContentType="application/vnd.ms-office.chartstyle+xml"/>
  <Override PartName="/ppt/charts/colors34.xml" ContentType="application/vnd.ms-office.chartcolorstyle+xml"/>
  <Override PartName="/ppt/theme/themeOverride12.xml" ContentType="application/vnd.openxmlformats-officedocument.themeOverride+xml"/>
  <Override PartName="/ppt/notesSlides/notesSlide30.xml" ContentType="application/vnd.openxmlformats-officedocument.presentationml.notesSlide+xml"/>
  <Override PartName="/ppt/tags/tag4.xml" ContentType="application/vnd.openxmlformats-officedocument.presentationml.tags+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charts/chart46.xml" ContentType="application/vnd.openxmlformats-officedocument.drawingml.chart+xml"/>
  <Override PartName="/ppt/charts/style35.xml" ContentType="application/vnd.ms-office.chartstyle+xml"/>
  <Override PartName="/ppt/charts/colors35.xml" ContentType="application/vnd.ms-office.chartcolorstyl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charts/chart47.xml" ContentType="application/vnd.openxmlformats-officedocument.drawingml.chart+xml"/>
  <Override PartName="/ppt/charts/style36.xml" ContentType="application/vnd.ms-office.chartstyle+xml"/>
  <Override PartName="/ppt/charts/colors36.xml" ContentType="application/vnd.ms-office.chartcolorstyle+xml"/>
  <Override PartName="/ppt/notesSlides/notesSlide35.xml" ContentType="application/vnd.openxmlformats-officedocument.presentationml.notesSlide+xml"/>
  <Override PartName="/ppt/charts/chart48.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49.xml" ContentType="application/vnd.openxmlformats-officedocument.drawingml.chart+xml"/>
  <Override PartName="/ppt/charts/style38.xml" ContentType="application/vnd.ms-office.chartstyle+xml"/>
  <Override PartName="/ppt/charts/colors38.xml" ContentType="application/vnd.ms-office.chartcolorstyle+xml"/>
  <Override PartName="/ppt/notesSlides/notesSlide36.xml" ContentType="application/vnd.openxmlformats-officedocument.presentationml.notesSlide+xml"/>
  <Override PartName="/ppt/charts/chart50.xml" ContentType="application/vnd.openxmlformats-officedocument.drawingml.chart+xml"/>
  <Override PartName="/ppt/charts/style39.xml" ContentType="application/vnd.ms-office.chartstyle+xml"/>
  <Override PartName="/ppt/charts/colors39.xml" ContentType="application/vnd.ms-office.chartcolorstyle+xml"/>
  <Override PartName="/ppt/theme/themeOverride13.xml" ContentType="application/vnd.openxmlformats-officedocument.themeOverride+xml"/>
  <Override PartName="/ppt/charts/chart51.xml" ContentType="application/vnd.openxmlformats-officedocument.drawingml.chart+xml"/>
  <Override PartName="/ppt/notesSlides/notesSlide37.xml" ContentType="application/vnd.openxmlformats-officedocument.presentationml.notesSlide+xml"/>
  <Override PartName="/ppt/charts/chart52.xml" ContentType="application/vnd.openxmlformats-officedocument.drawingml.chart+xml"/>
  <Override PartName="/ppt/charts/chart53.xml" ContentType="application/vnd.openxmlformats-officedocument.drawingml.chart+xml"/>
  <Override PartName="/ppt/tags/tag5.xml" ContentType="application/vnd.openxmlformats-officedocument.presentationml.tags+xml"/>
  <Override PartName="/ppt/notesSlides/notesSlide38.xml" ContentType="application/vnd.openxmlformats-officedocument.presentationml.notesSlide+xml"/>
  <Override PartName="/ppt/charts/chart54.xml" ContentType="application/vnd.openxmlformats-officedocument.drawingml.chart+xml"/>
  <Override PartName="/ppt/charts/style40.xml" ContentType="application/vnd.ms-office.chartstyle+xml"/>
  <Override PartName="/ppt/charts/colors40.xml" ContentType="application/vnd.ms-office.chartcolorstyle+xml"/>
  <Override PartName="/ppt/theme/themeOverride14.xml" ContentType="application/vnd.openxmlformats-officedocument.themeOverride+xml"/>
  <Override PartName="/ppt/charts/chart55.xml" ContentType="application/vnd.openxmlformats-officedocument.drawingml.chart+xml"/>
  <Override PartName="/ppt/charts/style41.xml" ContentType="application/vnd.ms-office.chartstyle+xml"/>
  <Override PartName="/ppt/charts/colors41.xml" ContentType="application/vnd.ms-office.chartcolorstyle+xml"/>
  <Override PartName="/ppt/theme/themeOverride15.xml" ContentType="application/vnd.openxmlformats-officedocument.themeOverride+xml"/>
  <Override PartName="/ppt/notesSlides/notesSlide39.xml" ContentType="application/vnd.openxmlformats-officedocument.presentationml.notesSlide+xml"/>
  <Override PartName="/ppt/charts/chart56.xml" ContentType="application/vnd.openxmlformats-officedocument.drawingml.chart+xml"/>
  <Override PartName="/ppt/charts/style42.xml" ContentType="application/vnd.ms-office.chartstyle+xml"/>
  <Override PartName="/ppt/charts/colors42.xml" ContentType="application/vnd.ms-office.chartcolorstyle+xml"/>
  <Override PartName="/ppt/theme/themeOverride16.xml" ContentType="application/vnd.openxmlformats-officedocument.themeOverride+xml"/>
  <Override PartName="/ppt/charts/chart57.xml" ContentType="application/vnd.openxmlformats-officedocument.drawingml.chart+xml"/>
  <Override PartName="/ppt/charts/style43.xml" ContentType="application/vnd.ms-office.chartstyle+xml"/>
  <Override PartName="/ppt/charts/colors43.xml" ContentType="application/vnd.ms-office.chartcolorstyle+xml"/>
  <Override PartName="/ppt/theme/themeOverride17.xml" ContentType="application/vnd.openxmlformats-officedocument.themeOverride+xml"/>
  <Override PartName="/ppt/charts/chart58.xml" ContentType="application/vnd.openxmlformats-officedocument.drawingml.chart+xml"/>
  <Override PartName="/ppt/theme/themeOverride18.xml" ContentType="application/vnd.openxmlformats-officedocument.themeOverride+xml"/>
  <Override PartName="/ppt/charts/chart59.xml" ContentType="application/vnd.openxmlformats-officedocument.drawingml.chart+xml"/>
  <Override PartName="/ppt/theme/themeOverride19.xml" ContentType="application/vnd.openxmlformats-officedocument.themeOverride+xml"/>
  <Override PartName="/ppt/charts/chart60.xml" ContentType="application/vnd.openxmlformats-officedocument.drawingml.chart+xml"/>
  <Override PartName="/ppt/theme/themeOverride20.xml" ContentType="application/vnd.openxmlformats-officedocument.themeOverride+xml"/>
  <Override PartName="/ppt/charts/chart61.xml" ContentType="application/vnd.openxmlformats-officedocument.drawingml.chart+xml"/>
  <Override PartName="/ppt/theme/themeOverride21.xml" ContentType="application/vnd.openxmlformats-officedocument.themeOverride+xml"/>
  <Override PartName="/ppt/notesSlides/notesSlide40.xml" ContentType="application/vnd.openxmlformats-officedocument.presentationml.notesSlide+xml"/>
  <Override PartName="/ppt/charts/chart62.xml" ContentType="application/vnd.openxmlformats-officedocument.drawingml.chart+xml"/>
  <Override PartName="/ppt/charts/chart63.xml" ContentType="application/vnd.openxmlformats-officedocument.drawingml.chart+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rts/chart64.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5.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6.xml" ContentType="application/vnd.openxmlformats-officedocument.drawingml.chart+xml"/>
  <Override PartName="/ppt/charts/style46.xml" ContentType="application/vnd.ms-office.chartstyle+xml"/>
  <Override PartName="/ppt/charts/colors46.xml" ContentType="application/vnd.ms-office.chartcolorstyle+xml"/>
  <Override PartName="/ppt/notesSlides/notesSlide44.xml" ContentType="application/vnd.openxmlformats-officedocument.presentationml.notesSlide+xml"/>
  <Override PartName="/ppt/charts/chart67.xml" ContentType="application/vnd.openxmlformats-officedocument.drawingml.chart+xml"/>
  <Override PartName="/ppt/charts/style47.xml" ContentType="application/vnd.ms-office.chartstyle+xml"/>
  <Override PartName="/ppt/charts/colors47.xml" ContentType="application/vnd.ms-office.chartcolorstyle+xml"/>
  <Override PartName="/ppt/notesSlides/notesSlide45.xml" ContentType="application/vnd.openxmlformats-officedocument.presentationml.notesSlide+xml"/>
  <Override PartName="/ppt/charts/chart68.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9.xml" ContentType="application/vnd.openxmlformats-officedocument.drawingml.chart+xml"/>
  <Override PartName="/ppt/charts/style49.xml" ContentType="application/vnd.ms-office.chartstyle+xml"/>
  <Override PartName="/ppt/charts/colors49.xml" ContentType="application/vnd.ms-office.chartcolorstyle+xml"/>
  <Override PartName="/ppt/notesSlides/notesSlide46.xml" ContentType="application/vnd.openxmlformats-officedocument.presentationml.notesSlide+xml"/>
  <Override PartName="/ppt/charts/chart70.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71.xml" ContentType="application/vnd.openxmlformats-officedocument.drawingml.chart+xml"/>
  <Override PartName="/ppt/charts/style51.xml" ContentType="application/vnd.ms-office.chartstyle+xml"/>
  <Override PartName="/ppt/charts/colors51.xml" ContentType="application/vnd.ms-office.chartcolorstyle+xml"/>
  <Override PartName="/ppt/notesSlides/notesSlide47.xml" ContentType="application/vnd.openxmlformats-officedocument.presentationml.notesSlide+xml"/>
  <Override PartName="/ppt/charts/chart72.xml" ContentType="application/vnd.openxmlformats-officedocument.drawingml.chart+xml"/>
  <Override PartName="/ppt/charts/style52.xml" ContentType="application/vnd.ms-office.chartstyle+xml"/>
  <Override PartName="/ppt/charts/colors52.xml" ContentType="application/vnd.ms-office.chartcolorstyle+xml"/>
  <Override PartName="/ppt/notesSlides/notesSlide48.xml" ContentType="application/vnd.openxmlformats-officedocument.presentationml.notesSlide+xml"/>
  <Override PartName="/ppt/charts/chart73.xml" ContentType="application/vnd.openxmlformats-officedocument.drawingml.chart+xml"/>
  <Override PartName="/ppt/charts/style53.xml" ContentType="application/vnd.ms-office.chartstyle+xml"/>
  <Override PartName="/ppt/charts/colors53.xml" ContentType="application/vnd.ms-office.chartcolorstyle+xml"/>
  <Override PartName="/ppt/theme/themeOverride22.xml" ContentType="application/vnd.openxmlformats-officedocument.themeOverride+xml"/>
  <Override PartName="/ppt/charts/chart74.xml" ContentType="application/vnd.openxmlformats-officedocument.drawingml.chart+xml"/>
  <Override PartName="/ppt/theme/themeOverride23.xml" ContentType="application/vnd.openxmlformats-officedocument.themeOverride+xml"/>
  <Override PartName="/ppt/charts/chart75.xml" ContentType="application/vnd.openxmlformats-officedocument.drawingml.chart+xml"/>
  <Override PartName="/ppt/theme/themeOverride24.xml" ContentType="application/vnd.openxmlformats-officedocument.themeOverride+xml"/>
  <Override PartName="/ppt/charts/chart76.xml" ContentType="application/vnd.openxmlformats-officedocument.drawingml.chart+xml"/>
  <Override PartName="/ppt/theme/themeOverride25.xml" ContentType="application/vnd.openxmlformats-officedocument.themeOverride+xml"/>
  <Override PartName="/ppt/charts/chart77.xml" ContentType="application/vnd.openxmlformats-officedocument.drawingml.chart+xml"/>
  <Override PartName="/ppt/charts/style54.xml" ContentType="application/vnd.ms-office.chartstyle+xml"/>
  <Override PartName="/ppt/charts/colors54.xml" ContentType="application/vnd.ms-office.chartcolorstyle+xml"/>
  <Override PartName="/ppt/theme/themeOverride26.xml" ContentType="application/vnd.openxmlformats-officedocument.themeOverride+xml"/>
  <Override PartName="/ppt/charts/chart78.xml" ContentType="application/vnd.openxmlformats-officedocument.drawingml.chart+xml"/>
  <Override PartName="/ppt/charts/style55.xml" ContentType="application/vnd.ms-office.chartstyle+xml"/>
  <Override PartName="/ppt/charts/colors55.xml" ContentType="application/vnd.ms-office.chartcolorstyle+xml"/>
  <Override PartName="/ppt/notesSlides/notesSlide49.xml" ContentType="application/vnd.openxmlformats-officedocument.presentationml.notesSlide+xml"/>
  <Override PartName="/ppt/charts/chart79.xml" ContentType="application/vnd.openxmlformats-officedocument.drawingml.chart+xml"/>
  <Override PartName="/ppt/charts/style56.xml" ContentType="application/vnd.ms-office.chartstyle+xml"/>
  <Override PartName="/ppt/charts/colors56.xml" ContentType="application/vnd.ms-office.chartcolorstyle+xml"/>
  <Override PartName="/ppt/theme/themeOverride27.xml" ContentType="application/vnd.openxmlformats-officedocument.themeOverride+xml"/>
  <Override PartName="/ppt/charts/chart80.xml" ContentType="application/vnd.openxmlformats-officedocument.drawingml.chart+xml"/>
  <Override PartName="/ppt/charts/style57.xml" ContentType="application/vnd.ms-office.chartstyle+xml"/>
  <Override PartName="/ppt/charts/colors57.xml" ContentType="application/vnd.ms-office.chartcolorstyle+xml"/>
  <Override PartName="/ppt/theme/themeOverride28.xml" ContentType="application/vnd.openxmlformats-officedocument.themeOverride+xml"/>
  <Override PartName="/ppt/notesSlides/notesSlide50.xml" ContentType="application/vnd.openxmlformats-officedocument.presentationml.notesSlide+xml"/>
  <Override PartName="/ppt/charts/chart81.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82.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83.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84.xml" ContentType="application/vnd.openxmlformats-officedocument.drawingml.chart+xml"/>
  <Override PartName="/ppt/charts/style61.xml" ContentType="application/vnd.ms-office.chartstyle+xml"/>
  <Override PartName="/ppt/charts/colors61.xml" ContentType="application/vnd.ms-office.chartcolorstyle+xml"/>
  <Override PartName="/ppt/notesSlides/notesSlide51.xml" ContentType="application/vnd.openxmlformats-officedocument.presentationml.notesSlide+xml"/>
  <Override PartName="/ppt/charts/chart85.xml" ContentType="application/vnd.openxmlformats-officedocument.drawingml.chart+xml"/>
  <Override PartName="/ppt/charts/style62.xml" ContentType="application/vnd.ms-office.chartstyle+xml"/>
  <Override PartName="/ppt/charts/colors62.xml" ContentType="application/vnd.ms-office.chartcolorstyl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0.xml" ContentType="application/vnd.openxmlformats-officedocument.drawingml.chart+xml"/>
  <Override PartName="/ppt/notesSlides/notesSlide54.xml" ContentType="application/vnd.openxmlformats-officedocument.presentationml.notesSlide+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notesSlides/notesSlide55.xml" ContentType="application/vnd.openxmlformats-officedocument.presentationml.notesSlide+xml"/>
  <Override PartName="/ppt/charts/chart94.xml" ContentType="application/vnd.openxmlformats-officedocument.drawingml.chart+xml"/>
  <Override PartName="/ppt/charts/style63.xml" ContentType="application/vnd.ms-office.chartstyle+xml"/>
  <Override PartName="/ppt/charts/colors63.xml" ContentType="application/vnd.ms-office.chartcolorstyl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charts/chart95.xml" ContentType="application/vnd.openxmlformats-officedocument.drawingml.chart+xml"/>
  <Override PartName="/ppt/charts/style64.xml" ContentType="application/vnd.ms-office.chartstyle+xml"/>
  <Override PartName="/ppt/charts/colors64.xml" ContentType="application/vnd.ms-office.chartcolorstyle+xml"/>
  <Override PartName="/ppt/charts/chart96.xml" ContentType="application/vnd.openxmlformats-officedocument.drawingml.chart+xml"/>
  <Override PartName="/ppt/charts/style65.xml" ContentType="application/vnd.ms-office.chartstyle+xml"/>
  <Override PartName="/ppt/charts/colors65.xml" ContentType="application/vnd.ms-office.chartcolorstyle+xml"/>
  <Override PartName="/ppt/notesSlides/notesSlide59.xml" ContentType="application/vnd.openxmlformats-officedocument.presentationml.notesSlide+xml"/>
  <Override PartName="/ppt/charts/chart97.xml" ContentType="application/vnd.openxmlformats-officedocument.drawingml.chart+xml"/>
  <Override PartName="/ppt/charts/style66.xml" ContentType="application/vnd.ms-office.chartstyle+xml"/>
  <Override PartName="/ppt/charts/colors66.xml" ContentType="application/vnd.ms-office.chartcolorstyle+xml"/>
  <Override PartName="/ppt/notesSlides/notesSlide60.xml" ContentType="application/vnd.openxmlformats-officedocument.presentationml.notesSlide+xml"/>
  <Override PartName="/ppt/charts/chart98.xml" ContentType="application/vnd.openxmlformats-officedocument.drawingml.chart+xml"/>
  <Override PartName="/ppt/charts/style67.xml" ContentType="application/vnd.ms-office.chartstyle+xml"/>
  <Override PartName="/ppt/charts/colors67.xml" ContentType="application/vnd.ms-office.chartcolorstyle+xml"/>
  <Override PartName="/ppt/charts/chart99.xml" ContentType="application/vnd.openxmlformats-officedocument.drawingml.chart+xml"/>
  <Override PartName="/ppt/charts/style68.xml" ContentType="application/vnd.ms-office.chartstyle+xml"/>
  <Override PartName="/ppt/charts/colors68.xml" ContentType="application/vnd.ms-office.chartcolorstyle+xml"/>
  <Override PartName="/ppt/notesSlides/notesSlide61.xml" ContentType="application/vnd.openxmlformats-officedocument.presentationml.notesSlide+xml"/>
  <Override PartName="/ppt/charts/chart100.xml" ContentType="application/vnd.openxmlformats-officedocument.drawingml.chart+xml"/>
  <Override PartName="/ppt/charts/style69.xml" ContentType="application/vnd.ms-office.chartstyle+xml"/>
  <Override PartName="/ppt/charts/colors69.xml" ContentType="application/vnd.ms-office.chartcolorstyle+xml"/>
  <Override PartName="/ppt/charts/chart101.xml" ContentType="application/vnd.openxmlformats-officedocument.drawingml.chart+xml"/>
  <Override PartName="/ppt/charts/style70.xml" ContentType="application/vnd.ms-office.chartstyle+xml"/>
  <Override PartName="/ppt/charts/colors70.xml" ContentType="application/vnd.ms-office.chartcolorstyle+xml"/>
  <Override PartName="/ppt/notesSlides/notesSlide62.xml" ContentType="application/vnd.openxmlformats-officedocument.presentationml.notesSlide+xml"/>
  <Override PartName="/ppt/charts/chart102.xml" ContentType="application/vnd.openxmlformats-officedocument.drawingml.chart+xml"/>
  <Override PartName="/ppt/charts/style71.xml" ContentType="application/vnd.ms-office.chartstyle+xml"/>
  <Override PartName="/ppt/charts/colors71.xml" ContentType="application/vnd.ms-office.chartcolorstyle+xml"/>
  <Override PartName="/ppt/charts/chart103.xml" ContentType="application/vnd.openxmlformats-officedocument.drawingml.chart+xml"/>
  <Override PartName="/ppt/charts/style72.xml" ContentType="application/vnd.ms-office.chartstyle+xml"/>
  <Override PartName="/ppt/charts/colors72.xml" ContentType="application/vnd.ms-office.chartcolorstyle+xml"/>
  <Override PartName="/ppt/charts/chart104.xml" ContentType="application/vnd.openxmlformats-officedocument.drawingml.chart+xml"/>
  <Override PartName="/ppt/charts/style73.xml" ContentType="application/vnd.ms-office.chartstyle+xml"/>
  <Override PartName="/ppt/charts/colors73.xml" ContentType="application/vnd.ms-office.chartcolorstyle+xml"/>
  <Override PartName="/ppt/notesSlides/notesSlide63.xml" ContentType="application/vnd.openxmlformats-officedocument.presentationml.notesSlide+xml"/>
  <Override PartName="/ppt/charts/chart105.xml" ContentType="application/vnd.openxmlformats-officedocument.drawingml.chart+xml"/>
  <Override PartName="/ppt/charts/style74.xml" ContentType="application/vnd.ms-office.chartstyle+xml"/>
  <Override PartName="/ppt/charts/colors74.xml" ContentType="application/vnd.ms-office.chartcolorstyle+xml"/>
  <Override PartName="/ppt/charts/chart106.xml" ContentType="application/vnd.openxmlformats-officedocument.drawingml.chart+xml"/>
  <Override PartName="/ppt/charts/style75.xml" ContentType="application/vnd.ms-office.chartstyle+xml"/>
  <Override PartName="/ppt/charts/colors75.xml" ContentType="application/vnd.ms-office.chartcolorstyle+xml"/>
  <Override PartName="/ppt/charts/chart107.xml" ContentType="application/vnd.openxmlformats-officedocument.drawingml.chart+xml"/>
  <Override PartName="/ppt/charts/style76.xml" ContentType="application/vnd.ms-office.chartstyle+xml"/>
  <Override PartName="/ppt/charts/colors76.xml" ContentType="application/vnd.ms-office.chartcolorstyl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66.xml" ContentType="application/vnd.openxmlformats-officedocument.presentationml.notesSlide+xml"/>
  <Override PartName="/ppt/charts/chart108.xml" ContentType="application/vnd.openxmlformats-officedocument.drawingml.chart+xml"/>
  <Override PartName="/ppt/charts/style77.xml" ContentType="application/vnd.ms-office.chartstyle+xml"/>
  <Override PartName="/ppt/charts/colors77.xml" ContentType="application/vnd.ms-office.chartcolorstyl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charts/chart109.xml" ContentType="application/vnd.openxmlformats-officedocument.drawingml.chart+xml"/>
  <Override PartName="/ppt/charts/style78.xml" ContentType="application/vnd.ms-office.chartstyle+xml"/>
  <Override PartName="/ppt/charts/colors78.xml" ContentType="application/vnd.ms-office.chartcolorstyle+xml"/>
  <Override PartName="/ppt/charts/chart110.xml" ContentType="application/vnd.openxmlformats-officedocument.drawingml.chart+xml"/>
  <Override PartName="/ppt/charts/style79.xml" ContentType="application/vnd.ms-office.chartstyle+xml"/>
  <Override PartName="/ppt/charts/colors79.xml" ContentType="application/vnd.ms-office.chartcolorstyle+xml"/>
  <Override PartName="/ppt/charts/chart111.xml" ContentType="application/vnd.openxmlformats-officedocument.drawingml.chart+xml"/>
  <Override PartName="/ppt/charts/style80.xml" ContentType="application/vnd.ms-office.chartstyle+xml"/>
  <Override PartName="/ppt/charts/colors80.xml" ContentType="application/vnd.ms-office.chartcolorstyle+xml"/>
  <Override PartName="/ppt/notesSlides/notesSlide69.xml" ContentType="application/vnd.openxmlformats-officedocument.presentationml.notesSlide+xml"/>
  <Override PartName="/ppt/charts/chart112.xml" ContentType="application/vnd.openxmlformats-officedocument.drawingml.chart+xml"/>
  <Override PartName="/ppt/charts/style81.xml" ContentType="application/vnd.ms-office.chartstyle+xml"/>
  <Override PartName="/ppt/charts/colors81.xml" ContentType="application/vnd.ms-office.chartcolorstyle+xml"/>
  <Override PartName="/ppt/charts/chart113.xml" ContentType="application/vnd.openxmlformats-officedocument.drawingml.chart+xml"/>
  <Override PartName="/ppt/charts/style82.xml" ContentType="application/vnd.ms-office.chartstyle+xml"/>
  <Override PartName="/ppt/charts/colors82.xml" ContentType="application/vnd.ms-office.chartcolorstyl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rts/chart114.xml" ContentType="application/vnd.openxmlformats-officedocument.drawingml.chart+xml"/>
  <Override PartName="/ppt/charts/style83.xml" ContentType="application/vnd.ms-office.chartstyle+xml"/>
  <Override PartName="/ppt/charts/colors83.xml" ContentType="application/vnd.ms-office.chartcolorstyle+xml"/>
  <Override PartName="/ppt/notesSlides/notesSlide73.xml" ContentType="application/vnd.openxmlformats-officedocument.presentationml.notesSlide+xml"/>
  <Override PartName="/ppt/charts/chart115.xml" ContentType="application/vnd.openxmlformats-officedocument.drawingml.chart+xml"/>
  <Override PartName="/ppt/charts/style84.xml" ContentType="application/vnd.ms-office.chartstyle+xml"/>
  <Override PartName="/ppt/charts/colors84.xml" ContentType="application/vnd.ms-office.chartcolorstyl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charts/chart116.xml" ContentType="application/vnd.openxmlformats-officedocument.drawingml.chart+xml"/>
  <Override PartName="/ppt/charts/style85.xml" ContentType="application/vnd.ms-office.chartstyle+xml"/>
  <Override PartName="/ppt/charts/colors85.xml" ContentType="application/vnd.ms-office.chartcolorstyle+xml"/>
  <Override PartName="/ppt/notesSlides/notesSlide77.xml" ContentType="application/vnd.openxmlformats-officedocument.presentationml.notesSlide+xml"/>
  <Override PartName="/ppt/charts/chart117.xml" ContentType="application/vnd.openxmlformats-officedocument.drawingml.chart+xml"/>
  <Override PartName="/ppt/charts/style86.xml" ContentType="application/vnd.ms-office.chartstyle+xml"/>
  <Override PartName="/ppt/charts/colors86.xml" ContentType="application/vnd.ms-office.chartcolorstyle+xml"/>
  <Override PartName="/ppt/notesSlides/notesSlide7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 id="2147483661" r:id="rId2"/>
  </p:sldMasterIdLst>
  <p:notesMasterIdLst>
    <p:notesMasterId r:id="rId98"/>
  </p:notesMasterIdLst>
  <p:sldIdLst>
    <p:sldId id="357" r:id="rId3"/>
    <p:sldId id="356" r:id="rId4"/>
    <p:sldId id="1190" r:id="rId5"/>
    <p:sldId id="1191" r:id="rId6"/>
    <p:sldId id="1192" r:id="rId7"/>
    <p:sldId id="1193" r:id="rId8"/>
    <p:sldId id="1194" r:id="rId9"/>
    <p:sldId id="1195" r:id="rId10"/>
    <p:sldId id="258" r:id="rId11"/>
    <p:sldId id="1156" r:id="rId12"/>
    <p:sldId id="1157" r:id="rId13"/>
    <p:sldId id="1158" r:id="rId14"/>
    <p:sldId id="1159" r:id="rId15"/>
    <p:sldId id="1160" r:id="rId16"/>
    <p:sldId id="1161" r:id="rId17"/>
    <p:sldId id="756" r:id="rId18"/>
    <p:sldId id="1036" r:id="rId19"/>
    <p:sldId id="765" r:id="rId20"/>
    <p:sldId id="1037" r:id="rId21"/>
    <p:sldId id="1038" r:id="rId22"/>
    <p:sldId id="964" r:id="rId23"/>
    <p:sldId id="1015" r:id="rId24"/>
    <p:sldId id="776" r:id="rId25"/>
    <p:sldId id="1039" r:id="rId26"/>
    <p:sldId id="1040" r:id="rId27"/>
    <p:sldId id="1082" r:id="rId28"/>
    <p:sldId id="1041" r:id="rId29"/>
    <p:sldId id="1017" r:id="rId30"/>
    <p:sldId id="988" r:id="rId31"/>
    <p:sldId id="1018" r:id="rId32"/>
    <p:sldId id="1083" r:id="rId33"/>
    <p:sldId id="1043" r:id="rId34"/>
    <p:sldId id="1084" r:id="rId35"/>
    <p:sldId id="768" r:id="rId36"/>
    <p:sldId id="769" r:id="rId37"/>
    <p:sldId id="770" r:id="rId38"/>
    <p:sldId id="771" r:id="rId39"/>
    <p:sldId id="791" r:id="rId40"/>
    <p:sldId id="773" r:id="rId41"/>
    <p:sldId id="774" r:id="rId42"/>
    <p:sldId id="775" r:id="rId43"/>
    <p:sldId id="1163" r:id="rId44"/>
    <p:sldId id="1162" r:id="rId45"/>
    <p:sldId id="1173" r:id="rId46"/>
    <p:sldId id="1174" r:id="rId47"/>
    <p:sldId id="1175" r:id="rId48"/>
    <p:sldId id="1176" r:id="rId49"/>
    <p:sldId id="1177" r:id="rId50"/>
    <p:sldId id="1165" r:id="rId51"/>
    <p:sldId id="1164" r:id="rId52"/>
    <p:sldId id="1127" r:id="rId53"/>
    <p:sldId id="1131" r:id="rId54"/>
    <p:sldId id="1135" r:id="rId55"/>
    <p:sldId id="1137" r:id="rId56"/>
    <p:sldId id="1139" r:id="rId57"/>
    <p:sldId id="1143" r:id="rId58"/>
    <p:sldId id="1102" r:id="rId59"/>
    <p:sldId id="1103" r:id="rId60"/>
    <p:sldId id="1104" r:id="rId61"/>
    <p:sldId id="1106" r:id="rId62"/>
    <p:sldId id="1107" r:id="rId63"/>
    <p:sldId id="1108" r:id="rId64"/>
    <p:sldId id="1113" r:id="rId65"/>
    <p:sldId id="1032" r:id="rId66"/>
    <p:sldId id="1060" r:id="rId67"/>
    <p:sldId id="1061" r:id="rId68"/>
    <p:sldId id="1178" r:id="rId69"/>
    <p:sldId id="1179" r:id="rId70"/>
    <p:sldId id="1181" r:id="rId71"/>
    <p:sldId id="1180" r:id="rId72"/>
    <p:sldId id="1144" r:id="rId73"/>
    <p:sldId id="1146" r:id="rId74"/>
    <p:sldId id="1145" r:id="rId75"/>
    <p:sldId id="1182" r:id="rId76"/>
    <p:sldId id="1147" r:id="rId77"/>
    <p:sldId id="1148" r:id="rId78"/>
    <p:sldId id="1150" r:id="rId79"/>
    <p:sldId id="1151" r:id="rId80"/>
    <p:sldId id="1183" r:id="rId81"/>
    <p:sldId id="1184" r:id="rId82"/>
    <p:sldId id="1185" r:id="rId83"/>
    <p:sldId id="759" r:id="rId84"/>
    <p:sldId id="1126" r:id="rId85"/>
    <p:sldId id="1136" r:id="rId86"/>
    <p:sldId id="1189" r:id="rId87"/>
    <p:sldId id="1134" r:id="rId88"/>
    <p:sldId id="1152" r:id="rId89"/>
    <p:sldId id="1119" r:id="rId90"/>
    <p:sldId id="1186" r:id="rId91"/>
    <p:sldId id="1187" r:id="rId92"/>
    <p:sldId id="1155" r:id="rId93"/>
    <p:sldId id="1123" r:id="rId94"/>
    <p:sldId id="1124" r:id="rId95"/>
    <p:sldId id="752" r:id="rId96"/>
    <p:sldId id="339" r:id="rId97"/>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034">
          <p15:clr>
            <a:srgbClr val="A4A3A4"/>
          </p15:clr>
        </p15:guide>
        <p15:guide id="2" pos="3810">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user" initials="u" lastIdx="17" clrIdx="0">
    <p:extLst>
      <p:ext uri="{19B8F6BF-5375-455C-9EA6-DF929625EA0E}">
        <p15:presenceInfo xmlns:p15="http://schemas.microsoft.com/office/powerpoint/2012/main" userId="user"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6A6A6"/>
    <a:srgbClr val="E10011"/>
    <a:srgbClr val="E10000"/>
    <a:srgbClr val="FFE699"/>
    <a:srgbClr val="FD4F4E"/>
    <a:srgbClr val="7F7F7F"/>
    <a:srgbClr val="CC904D"/>
    <a:srgbClr val="CD7E00"/>
    <a:srgbClr val="CF9653"/>
    <a:srgbClr val="BA151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无样式，无网格">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2067" autoAdjust="0"/>
    <p:restoredTop sz="94865" autoAdjust="0"/>
  </p:normalViewPr>
  <p:slideViewPr>
    <p:cSldViewPr snapToGrid="0" snapToObjects="1">
      <p:cViewPr varScale="1">
        <p:scale>
          <a:sx n="60" d="100"/>
          <a:sy n="60" d="100"/>
        </p:scale>
        <p:origin x="1016" y="44"/>
      </p:cViewPr>
      <p:guideLst>
        <p:guide orient="horz" pos="2034"/>
        <p:guide pos="3810"/>
      </p:guideLst>
    </p:cSldViewPr>
  </p:slideViewPr>
  <p:outlineViewPr>
    <p:cViewPr>
      <p:scale>
        <a:sx n="33" d="100"/>
        <a:sy n="33" d="100"/>
      </p:scale>
      <p:origin x="0" y="-6307"/>
    </p:cViewPr>
  </p:outlineViewPr>
  <p:notesTextViewPr>
    <p:cViewPr>
      <p:scale>
        <a:sx n="1" d="1"/>
        <a:sy n="1" d="1"/>
      </p:scale>
      <p:origin x="0" y="0"/>
    </p:cViewPr>
  </p:notesTextViewPr>
  <p:sorterViewPr>
    <p:cViewPr>
      <p:scale>
        <a:sx n="80" d="100"/>
        <a:sy n="80" d="100"/>
      </p:scale>
      <p:origin x="0" y="0"/>
    </p:cViewPr>
  </p:sorterViewPr>
  <p:notesViewPr>
    <p:cSldViewPr snapToGrid="0" snapToObjects="1">
      <p:cViewPr varScale="1">
        <p:scale>
          <a:sx n="66" d="100"/>
          <a:sy n="66" d="100"/>
        </p:scale>
        <p:origin x="3134" y="36"/>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theme" Target="theme/theme1.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103" Type="http://schemas.openxmlformats.org/officeDocument/2006/relationships/tableStyles" Target="tableStyle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commentAuthors" Target="commentAuthors.xml"/><Relationship Id="rId101"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notesMaster" Target="notesMasters/notesMaster1.xml"/><Relationship Id="rId3" Type="http://schemas.openxmlformats.org/officeDocument/2006/relationships/slide" Target="slides/slide1.xml"/></Relationships>
</file>

<file path=ppt/charts/_rels/chart1.xml.rels><?xml version="1.0" encoding="UTF-8" standalone="yes"?>
<Relationships xmlns="http://schemas.openxmlformats.org/package/2006/relationships"><Relationship Id="rId3" Type="http://schemas.openxmlformats.org/officeDocument/2006/relationships/oleObject" Target="file:///C:\Users\&#33707;&#33707;0805\Desktop\&#20852;&#21457;&#21508;&#26495;&#22359;&#24635;&#32467;&#8212;&#8212;&#24213;&#31295;.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C:\Users\&#33707;&#33707;0805\Desktop\&#20852;&#21457;&#21508;&#26495;&#22359;&#24635;&#32467;&#8212;&#8212;&#24213;&#31295;.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file:///C:\Users\Stark\Desktop\&#12304;&#38271;&#27743;&#21270;&#24037;&#12305;&#27694;&#30967;&#38078;&#32933;&#25968;&#25454;&#24211;240303.xlsx"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file:///C:\Users\&#33707;&#33707;0805\Desktop\&#20852;&#21457;&#21508;&#26495;&#22359;&#24635;&#32467;&#8212;&#8212;&#24213;&#31295;.xlsx"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file:///C:\Users\&#33707;&#33707;0805\Desktop\&#20852;&#21457;&#21508;&#26495;&#22359;&#24635;&#32467;&#8212;&#8212;&#24213;&#31295;.xlsx" TargetMode="External"/><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file:///C:\Users\Stark\Desktop\&#12304;&#38271;&#27743;&#21270;&#24037;&#39532;&#22826;&#22242;&#38431;&#12305;&#21270;&#24037;&#20135;&#21697;&#20215;&#26684;&#25968;&#25454;&#24211;20240303.xlsx" TargetMode="External"/><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oleObject" Target="file:///C:\Users\&#33707;&#33707;0805\Desktop\&#20852;&#21457;&#21508;&#26495;&#22359;&#24635;&#32467;&#8212;&#8212;&#24213;&#31295;.xlsx" TargetMode="External"/><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1" Type="http://schemas.openxmlformats.org/officeDocument/2006/relationships/oleObject" Target="file:///C:\Users\Stark\Desktop\&#12304;&#38271;&#27743;&#21270;&#24037;&#12305;&#27694;&#30967;&#38078;&#32933;&#25968;&#25454;&#24211;240303.xlsx" TargetMode="External"/></Relationships>
</file>

<file path=ppt/charts/_rels/chart9.xml.rels><?xml version="1.0" encoding="UTF-8" standalone="yes"?>
<Relationships xmlns="http://schemas.openxmlformats.org/package/2006/relationships"><Relationship Id="rId3" Type="http://schemas.openxmlformats.org/officeDocument/2006/relationships/oleObject" Target="file:///C:\Users\Stark\Desktop\&#12304;&#38271;&#27743;&#21270;&#24037;&#39532;&#22826;&#22242;&#38431;&#12305;&#21270;&#24037;&#20135;&#21697;&#20215;&#26684;&#25968;&#25454;&#24211;20240303.xlsx" TargetMode="External"/><Relationship Id="rId2" Type="http://schemas.microsoft.com/office/2011/relationships/chartColorStyle" Target="colors8.xml"/><Relationship Id="rId1" Type="http://schemas.microsoft.com/office/2011/relationships/chartStyle" Target="style8.xml"/></Relationships>
</file>

<file path=ppt/charts/_rels/chart10.xml.rels><?xml version="1.0" encoding="UTF-8" standalone="yes"?>
<Relationships xmlns="http://schemas.openxmlformats.org/package/2006/relationships"><Relationship Id="rId3" Type="http://schemas.openxmlformats.org/officeDocument/2006/relationships/oleObject" Target="file:///C:\Users\&#33707;&#33707;0805\Desktop\&#20852;&#21457;&#36741;&#21161;\&#30967;&#37240;&#38081;&#8212;&#24037;&#33402;&#25104;&#26412;&#25286;&#20998;20220915.xlsx" TargetMode="External"/><Relationship Id="rId2" Type="http://schemas.microsoft.com/office/2011/relationships/chartColorStyle" Target="colors9.xml"/><Relationship Id="rId1" Type="http://schemas.microsoft.com/office/2011/relationships/chartStyle" Target="style9.xml"/></Relationships>
</file>

<file path=ppt/charts/_rels/chart11.xml.rels><?xml version="1.0" encoding="UTF-8" standalone="yes"?>
<Relationships xmlns="http://schemas.openxmlformats.org/package/2006/relationships"><Relationship Id="rId1" Type="http://schemas.openxmlformats.org/officeDocument/2006/relationships/oleObject" Target="file:///C:\Users\Stark\Desktop\&#12304;&#38271;&#27743;&#21270;&#24037;&#12305;&#27694;&#30967;&#38078;&#32933;&#25968;&#25454;&#24211;240303.xlsx" TargetMode="External"/></Relationships>
</file>

<file path=ppt/charts/_rels/chart12.xml.rels><?xml version="1.0" encoding="UTF-8" standalone="yes"?>
<Relationships xmlns="http://schemas.openxmlformats.org/package/2006/relationships"><Relationship Id="rId3" Type="http://schemas.openxmlformats.org/officeDocument/2006/relationships/oleObject" Target="file:///C:\Users\&#33707;&#33707;0805\Desktop\&#20852;&#21457;&#21508;&#26495;&#22359;&#24635;&#32467;&#8212;&#8212;&#24213;&#31295;.xlsx" TargetMode="External"/><Relationship Id="rId2" Type="http://schemas.microsoft.com/office/2011/relationships/chartColorStyle" Target="colors10.xml"/><Relationship Id="rId1" Type="http://schemas.microsoft.com/office/2011/relationships/chartStyle" Target="style10.xml"/></Relationships>
</file>

<file path=ppt/charts/_rels/chart13.xml.rels><?xml version="1.0" encoding="UTF-8" standalone="yes"?>
<Relationships xmlns="http://schemas.openxmlformats.org/package/2006/relationships"><Relationship Id="rId3" Type="http://schemas.openxmlformats.org/officeDocument/2006/relationships/oleObject" Target="file:///C:\Users\Stark\Desktop\&#12304;&#38271;&#27743;&#21270;&#24037;&#39532;&#22826;&#22242;&#38431;&#12305;&#21270;&#24037;&#20135;&#21697;&#20215;&#26684;&#25968;&#25454;&#24211;20240303.xlsx" TargetMode="External"/><Relationship Id="rId2" Type="http://schemas.microsoft.com/office/2011/relationships/chartColorStyle" Target="colors11.xml"/><Relationship Id="rId1" Type="http://schemas.microsoft.com/office/2011/relationships/chartStyle" Target="style11.xml"/></Relationships>
</file>

<file path=ppt/charts/_rels/chart14.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0852;&#21457;&#38598;&#22242;&#28145;&#24230;&#25253;&#21578;.xlsx" TargetMode="External"/><Relationship Id="rId2" Type="http://schemas.microsoft.com/office/2011/relationships/chartColorStyle" Target="colors12.xml"/><Relationship Id="rId1" Type="http://schemas.microsoft.com/office/2011/relationships/chartStyle" Target="style12.xml"/></Relationships>
</file>

<file path=ppt/charts/_rels/chart15.xml.rels><?xml version="1.0" encoding="UTF-8" standalone="yes"?>
<Relationships xmlns="http://schemas.openxmlformats.org/package/2006/relationships"><Relationship Id="rId2" Type="http://schemas.openxmlformats.org/officeDocument/2006/relationships/oleObject" Target="file:///C:\Users\Stark\Desktop\&#26757;&#33457;&#29983;&#29289;Q3.xlsx" TargetMode="External"/><Relationship Id="rId1" Type="http://schemas.openxmlformats.org/officeDocument/2006/relationships/themeOverride" Target="../theme/themeOverride1.xml"/></Relationships>
</file>

<file path=ppt/charts/_rels/chart16.xml.rels><?xml version="1.0" encoding="UTF-8" standalone="yes"?>
<Relationships xmlns="http://schemas.openxmlformats.org/package/2006/relationships"><Relationship Id="rId2" Type="http://schemas.openxmlformats.org/officeDocument/2006/relationships/oleObject" Target="file:///C:\Users\Stark\Desktop\&#26757;&#33457;&#29983;&#29289;Q3.xlsx" TargetMode="External"/><Relationship Id="rId1" Type="http://schemas.openxmlformats.org/officeDocument/2006/relationships/themeOverride" Target="../theme/themeOverride2.xml"/></Relationships>
</file>

<file path=ppt/charts/_rels/chart17.xml.rels><?xml version="1.0" encoding="UTF-8" standalone="yes"?>
<Relationships xmlns="http://schemas.openxmlformats.org/package/2006/relationships"><Relationship Id="rId3" Type="http://schemas.openxmlformats.org/officeDocument/2006/relationships/oleObject" Target="file:///C:\Users\Stark\Desktop\600141.SH-&#20027;&#33829;&#26500;&#25104;(&#25353;&#25351;&#26631;).xlsx" TargetMode="External"/><Relationship Id="rId2" Type="http://schemas.microsoft.com/office/2011/relationships/chartColorStyle" Target="colors13.xml"/><Relationship Id="rId1" Type="http://schemas.microsoft.com/office/2011/relationships/chartStyle" Target="style13.xml"/></Relationships>
</file>

<file path=ppt/charts/_rels/chart18.xml.rels><?xml version="1.0" encoding="UTF-8" standalone="yes"?>
<Relationships xmlns="http://schemas.openxmlformats.org/package/2006/relationships"><Relationship Id="rId3" Type="http://schemas.openxmlformats.org/officeDocument/2006/relationships/oleObject" Target="file:///C:\Users\Stark\Desktop\600141.SH-&#20027;&#33829;&#26500;&#25104;(&#25353;&#25351;&#26631;).xlsx" TargetMode="External"/><Relationship Id="rId2" Type="http://schemas.microsoft.com/office/2011/relationships/chartColorStyle" Target="colors14.xml"/><Relationship Id="rId1" Type="http://schemas.microsoft.com/office/2011/relationships/chartStyle" Target="style14.xml"/></Relationships>
</file>

<file path=ppt/charts/_rels/chart19.xml.rels><?xml version="1.0" encoding="UTF-8" standalone="yes"?>
<Relationships xmlns="http://schemas.openxmlformats.org/package/2006/relationships"><Relationship Id="rId2" Type="http://schemas.openxmlformats.org/officeDocument/2006/relationships/oleObject" Target="file:///C:\Users\Stark\Desktop\&#26757;&#33457;&#29983;&#29289;Q3.xlsx" TargetMode="External"/><Relationship Id="rId1" Type="http://schemas.openxmlformats.org/officeDocument/2006/relationships/themeOverride" Target="../theme/themeOverride3.xml"/></Relationships>
</file>

<file path=ppt/charts/_rels/chart20.xml.rels><?xml version="1.0" encoding="UTF-8" standalone="yes"?>
<Relationships xmlns="http://schemas.openxmlformats.org/package/2006/relationships"><Relationship Id="rId2" Type="http://schemas.openxmlformats.org/officeDocument/2006/relationships/oleObject" Target="file:///C:\Users\Stark\Desktop\&#26757;&#33457;&#29983;&#29289;Q3.xlsx" TargetMode="External"/><Relationship Id="rId1" Type="http://schemas.openxmlformats.org/officeDocument/2006/relationships/themeOverride" Target="../theme/themeOverride4.xml"/></Relationships>
</file>

<file path=ppt/charts/_rels/chart21.xml.rels><?xml version="1.0" encoding="UTF-8" standalone="yes"?>
<Relationships xmlns="http://schemas.openxmlformats.org/package/2006/relationships"><Relationship Id="rId2" Type="http://schemas.openxmlformats.org/officeDocument/2006/relationships/oleObject" Target="file:///C:\Users\Stark\Desktop\&#26757;&#33457;&#29983;&#29289;Q3.xlsx" TargetMode="External"/><Relationship Id="rId1" Type="http://schemas.openxmlformats.org/officeDocument/2006/relationships/themeOverride" Target="../theme/themeOverride5.xml"/></Relationships>
</file>

<file path=ppt/charts/_rels/chart22.xml.rels><?xml version="1.0" encoding="UTF-8" standalone="yes"?>
<Relationships xmlns="http://schemas.openxmlformats.org/package/2006/relationships"><Relationship Id="rId3" Type="http://schemas.openxmlformats.org/officeDocument/2006/relationships/oleObject" Target="file:///D:\&#38271;&#27743;&#35777;&#21048;\&#38271;&#27743;&#23454;&#20064;\&#34892;&#19994;&#30740;&#31350;\&#30967;&#21270;&#24037;\&#30967;&#21270;&#24037;&#25253;&#21578;&#24213;&#31295;.xlsx" TargetMode="External"/><Relationship Id="rId2" Type="http://schemas.microsoft.com/office/2011/relationships/chartColorStyle" Target="colors15.xml"/><Relationship Id="rId1" Type="http://schemas.microsoft.com/office/2011/relationships/chartStyle" Target="style15.xml"/></Relationships>
</file>

<file path=ppt/charts/_rels/chart23.xml.rels><?xml version="1.0" encoding="UTF-8" standalone="yes"?>
<Relationships xmlns="http://schemas.openxmlformats.org/package/2006/relationships"><Relationship Id="rId3" Type="http://schemas.openxmlformats.org/officeDocument/2006/relationships/oleObject" Target="&#24037;&#20316;&#31807;1" TargetMode="External"/><Relationship Id="rId2" Type="http://schemas.microsoft.com/office/2011/relationships/chartColorStyle" Target="colors16.xml"/><Relationship Id="rId1" Type="http://schemas.microsoft.com/office/2011/relationships/chartStyle" Target="style16.xml"/></Relationships>
</file>

<file path=ppt/charts/_rels/chart24.xml.rels><?xml version="1.0" encoding="UTF-8" standalone="yes"?>
<Relationships xmlns="http://schemas.openxmlformats.org/package/2006/relationships"><Relationship Id="rId3" Type="http://schemas.openxmlformats.org/officeDocument/2006/relationships/oleObject" Target="file:///D:\&#38271;&#27743;&#35777;&#21048;\&#38271;&#27743;&#23454;&#20064;\&#34892;&#19994;&#30740;&#31350;\&#30967;&#21270;&#24037;\&#20379;&#38656;&#24179;&#34913;&#34920;&#24213;&#31295;.xlsx" TargetMode="External"/><Relationship Id="rId2" Type="http://schemas.microsoft.com/office/2011/relationships/chartColorStyle" Target="colors17.xml"/><Relationship Id="rId1" Type="http://schemas.microsoft.com/office/2011/relationships/chartStyle" Target="style17.xml"/></Relationships>
</file>

<file path=ppt/charts/_rels/chart25.xml.rels><?xml version="1.0" encoding="UTF-8" standalone="yes"?>
<Relationships xmlns="http://schemas.openxmlformats.org/package/2006/relationships"><Relationship Id="rId3" Type="http://schemas.openxmlformats.org/officeDocument/2006/relationships/oleObject" Target="file:///C:\Users\Tesla.xu\Desktop\&#12304;&#38271;&#27743;&#21270;&#24037;&#12305;&#24029;&#24658;&#32929;&#20221;&#24213;&#31295;.xlsx" TargetMode="External"/><Relationship Id="rId2" Type="http://schemas.microsoft.com/office/2011/relationships/chartColorStyle" Target="colors18.xml"/><Relationship Id="rId1" Type="http://schemas.microsoft.com/office/2011/relationships/chartStyle" Target="style18.xml"/></Relationships>
</file>

<file path=ppt/charts/_rels/chart26.xml.rels><?xml version="1.0" encoding="UTF-8" standalone="yes"?>
<Relationships xmlns="http://schemas.openxmlformats.org/package/2006/relationships"><Relationship Id="rId3" Type="http://schemas.openxmlformats.org/officeDocument/2006/relationships/oleObject" Target="file:///D:\&#38271;&#27743;&#35777;&#21048;\&#38271;&#27743;&#23454;&#20064;\&#34892;&#19994;&#30740;&#31350;\&#30967;&#21270;&#24037;\&#30967;&#21270;&#24037;&#25253;&#21578;&#24213;&#31295;.xlsx" TargetMode="External"/><Relationship Id="rId2" Type="http://schemas.microsoft.com/office/2011/relationships/chartColorStyle" Target="colors19.xml"/><Relationship Id="rId1" Type="http://schemas.microsoft.com/office/2011/relationships/chartStyle" Target="style19.xml"/></Relationships>
</file>

<file path=ppt/charts/_rels/chart27.xml.rels><?xml version="1.0" encoding="UTF-8" standalone="yes"?>
<Relationships xmlns="http://schemas.openxmlformats.org/package/2006/relationships"><Relationship Id="rId3" Type="http://schemas.openxmlformats.org/officeDocument/2006/relationships/oleObject" Target="file:///C:\Users\mwang\Desktop\cj\&#30740;&#31350;&#25253;&#21578;\&#21270;&#32933;\&#34892;&#19994;\&#30967;&#21270;&#24037;&#31995;&#21015;&#28145;&#24230;&#25253;&#21578;&#65288;&#19968;&#65289;&#65306;&#20892;&#19994;&#19982;&#26032;&#33021;&#28304;&#40784;&#39134;&#65292;&#30967;&#30719;&#30707;&#22823;&#21608;&#26399;&#19978;&#34892;\&#30967;&#21270;&#24037;&#28145;&#24230;&#25253;&#21578;&#24213;&#31295;.xlsx" TargetMode="External"/><Relationship Id="rId2" Type="http://schemas.microsoft.com/office/2011/relationships/chartColorStyle" Target="colors20.xml"/><Relationship Id="rId1" Type="http://schemas.microsoft.com/office/2011/relationships/chartStyle" Target="style20.xml"/></Relationships>
</file>

<file path=ppt/charts/_rels/chart28.xml.rels><?xml version="1.0" encoding="UTF-8" standalone="yes"?>
<Relationships xmlns="http://schemas.openxmlformats.org/package/2006/relationships"><Relationship Id="rId2" Type="http://schemas.openxmlformats.org/officeDocument/2006/relationships/oleObject" Target="file:///C:\Users\Stark\Desktop\&#12304;&#38271;&#27743;&#21270;&#24037;&#12305;&#27694;&#30967;&#38078;&#32933;&#25968;&#25454;&#24211;240303.xlsx" TargetMode="External"/><Relationship Id="rId1" Type="http://schemas.openxmlformats.org/officeDocument/2006/relationships/themeOverride" Target="../theme/themeOverride6.xml"/></Relationships>
</file>

<file path=ppt/charts/_rels/chart29.xml.rels><?xml version="1.0" encoding="UTF-8" standalone="yes"?>
<Relationships xmlns="http://schemas.openxmlformats.org/package/2006/relationships"><Relationship Id="rId3" Type="http://schemas.openxmlformats.org/officeDocument/2006/relationships/oleObject" Target="&#24037;&#20316;&#31807;1" TargetMode="External"/><Relationship Id="rId2" Type="http://schemas.microsoft.com/office/2011/relationships/chartColorStyle" Target="colors21.xml"/><Relationship Id="rId1" Type="http://schemas.microsoft.com/office/2011/relationships/chartStyle" Target="style21.xml"/></Relationships>
</file>

<file path=ppt/charts/_rels/chart30.xml.rels><?xml version="1.0" encoding="UTF-8" standalone="yes"?>
<Relationships xmlns="http://schemas.openxmlformats.org/package/2006/relationships"><Relationship Id="rId2" Type="http://schemas.openxmlformats.org/officeDocument/2006/relationships/oleObject" Target="file:///C:\Users\Stark\Desktop\&#12304;&#38271;&#27743;&#21270;&#24037;&#12305;&#27694;&#30967;&#38078;&#32933;&#25968;&#25454;&#24211;240303.xlsx" TargetMode="External"/><Relationship Id="rId1" Type="http://schemas.openxmlformats.org/officeDocument/2006/relationships/themeOverride" Target="../theme/themeOverride7.xml"/></Relationships>
</file>

<file path=ppt/charts/_rels/chart31.xml.rels><?xml version="1.0" encoding="UTF-8" standalone="yes"?>
<Relationships xmlns="http://schemas.openxmlformats.org/package/2006/relationships"><Relationship Id="rId2" Type="http://schemas.openxmlformats.org/officeDocument/2006/relationships/oleObject" Target="file:///C:\Users\mwang\Desktop\&#30967;&#21270;&#24037;&#31995;&#21015;&#28145;&#24230;&#25253;&#21578;&#65288;&#19968;&#65289;&#65306;&#20892;&#19994;&#19982;&#26032;&#33021;&#28304;&#40784;&#39134;&#65292;&#30967;&#30719;&#30707;&#22823;&#21608;&#26399;&#19978;&#34892;\&#30967;&#21270;&#24037;&#28145;&#24230;&#25253;&#21578;&#24213;&#31295;.xlsx" TargetMode="External"/><Relationship Id="rId1" Type="http://schemas.openxmlformats.org/officeDocument/2006/relationships/themeOverride" Target="../theme/themeOverride8.xml"/></Relationships>
</file>

<file path=ppt/charts/_rels/chart32.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4029;&#24658;&#32929;&#20221;&#24213;&#31295;.xlsx" TargetMode="External"/><Relationship Id="rId2" Type="http://schemas.microsoft.com/office/2011/relationships/chartColorStyle" Target="colors22.xml"/><Relationship Id="rId1" Type="http://schemas.microsoft.com/office/2011/relationships/chartStyle" Target="style22.xml"/></Relationships>
</file>

<file path=ppt/charts/_rels/chart33.xml.rels><?xml version="1.0" encoding="UTF-8" standalone="yes"?>
<Relationships xmlns="http://schemas.openxmlformats.org/package/2006/relationships"><Relationship Id="rId3" Type="http://schemas.openxmlformats.org/officeDocument/2006/relationships/oleObject" Target="file:///D:\&#25253;&#21578;\&#32431;&#30897;&#19987;&#39064;&#65306;&#26032;&#20852;&#39046;&#22495;\&#12304;&#38271;&#27743;&#21270;&#24037;&#12305;&#32431;&#30897;&#19987;&#39064;&#65306;&#26032;&#20852;&#39046;&#22495;&#24102;&#26469;&#22810;&#23569;&#22686;&#37327;&#38656;&#27714;&#65311;.xlsx" TargetMode="External"/><Relationship Id="rId2" Type="http://schemas.microsoft.com/office/2011/relationships/chartColorStyle" Target="colors23.xml"/><Relationship Id="rId1" Type="http://schemas.microsoft.com/office/2011/relationships/chartStyle" Target="style23.xml"/></Relationships>
</file>

<file path=ppt/charts/_rels/chart34.xml.rels><?xml version="1.0" encoding="UTF-8" standalone="yes"?>
<Relationships xmlns="http://schemas.openxmlformats.org/package/2006/relationships"><Relationship Id="rId3" Type="http://schemas.openxmlformats.org/officeDocument/2006/relationships/oleObject" Target="file:///D:\&#25253;&#21578;\&#32431;&#30897;&#19987;&#39064;&#65306;&#26032;&#20852;&#39046;&#22495;\&#12304;&#38271;&#27743;&#21270;&#24037;&#12305;&#32431;&#30897;&#19987;&#39064;&#65306;&#26032;&#20852;&#39046;&#22495;&#24102;&#26469;&#22810;&#23569;&#22686;&#37327;&#38656;&#27714;&#65311;.xlsx" TargetMode="External"/><Relationship Id="rId2" Type="http://schemas.microsoft.com/office/2011/relationships/chartColorStyle" Target="colors24.xml"/><Relationship Id="rId1" Type="http://schemas.microsoft.com/office/2011/relationships/chartStyle" Target="style24.xml"/></Relationships>
</file>

<file path=ppt/charts/_rels/chart35.xml.rels><?xml version="1.0" encoding="UTF-8" standalone="yes"?>
<Relationships xmlns="http://schemas.openxmlformats.org/package/2006/relationships"><Relationship Id="rId3" Type="http://schemas.openxmlformats.org/officeDocument/2006/relationships/oleObject" Target="file:///D:\&#38271;&#27743;&#35777;&#21048;\&#38271;&#27743;&#23454;&#20064;\&#34892;&#19994;&#30740;&#31350;\&#30967;&#21270;&#24037;\&#20379;&#38656;&#24179;&#34913;&#34920;&#24213;&#31295;.xlsx" TargetMode="External"/><Relationship Id="rId2" Type="http://schemas.microsoft.com/office/2011/relationships/chartColorStyle" Target="colors25.xml"/><Relationship Id="rId1" Type="http://schemas.microsoft.com/office/2011/relationships/chartStyle" Target="style25.xml"/></Relationships>
</file>

<file path=ppt/charts/_rels/chart36.xml.rels><?xml version="1.0" encoding="UTF-8" standalone="yes"?>
<Relationships xmlns="http://schemas.openxmlformats.org/package/2006/relationships"><Relationship Id="rId3" Type="http://schemas.openxmlformats.org/officeDocument/2006/relationships/oleObject" Target="file:///D:\&#38271;&#27743;&#35777;&#21048;\&#38271;&#27743;&#23454;&#20064;\&#34892;&#19994;&#30740;&#31350;\&#30967;&#21270;&#24037;\&#20379;&#38656;&#24179;&#34913;&#34920;&#24213;&#31295;.xlsx" TargetMode="External"/><Relationship Id="rId2" Type="http://schemas.microsoft.com/office/2011/relationships/chartColorStyle" Target="colors26.xml"/><Relationship Id="rId1" Type="http://schemas.microsoft.com/office/2011/relationships/chartStyle" Target="style26.xml"/></Relationships>
</file>

<file path=ppt/charts/_rels/chart37.xml.rels><?xml version="1.0" encoding="UTF-8" standalone="yes"?>
<Relationships xmlns="http://schemas.openxmlformats.org/package/2006/relationships"><Relationship Id="rId3" Type="http://schemas.openxmlformats.org/officeDocument/2006/relationships/oleObject" Target="file:///D:\&#38271;&#27743;&#35777;&#21048;\&#38271;&#27743;&#23454;&#20064;\&#34892;&#19994;&#30740;&#31350;\&#30967;&#21270;&#24037;\&#20379;&#38656;&#24179;&#34913;&#34920;&#24213;&#31295;.xlsx" TargetMode="External"/><Relationship Id="rId2" Type="http://schemas.microsoft.com/office/2011/relationships/chartColorStyle" Target="colors27.xml"/><Relationship Id="rId1" Type="http://schemas.microsoft.com/office/2011/relationships/chartStyle" Target="style27.xml"/></Relationships>
</file>

<file path=ppt/charts/_rels/chart38.xml.rels><?xml version="1.0" encoding="UTF-8" standalone="yes"?>
<Relationships xmlns="http://schemas.openxmlformats.org/package/2006/relationships"><Relationship Id="rId3" Type="http://schemas.openxmlformats.org/officeDocument/2006/relationships/oleObject" Target="file:///C:\Users\mwang\Desktop\&#30967;&#21270;&#24037;&#31995;&#21015;&#28145;&#24230;&#25253;&#21578;&#65288;&#19968;&#65289;&#65306;&#20892;&#19994;&#19982;&#26032;&#33021;&#28304;&#40784;&#39134;&#65292;&#30967;&#30719;&#30707;&#22823;&#21608;&#26399;&#19978;&#34892;\&#30967;&#21270;&#24037;&#28145;&#24230;&#25253;&#21578;&#24213;&#31295;.xlsx" TargetMode="External"/><Relationship Id="rId2" Type="http://schemas.microsoft.com/office/2011/relationships/chartColorStyle" Target="colors28.xml"/><Relationship Id="rId1" Type="http://schemas.microsoft.com/office/2011/relationships/chartStyle" Target="style28.xml"/></Relationships>
</file>

<file path=ppt/charts/_rels/chart39.xml.rels><?xml version="1.0" encoding="UTF-8" standalone="yes"?>
<Relationships xmlns="http://schemas.openxmlformats.org/package/2006/relationships"><Relationship Id="rId3" Type="http://schemas.openxmlformats.org/officeDocument/2006/relationships/oleObject" Target="file:///C:\Users\mwang\Desktop\&#30967;&#21270;&#24037;&#31995;&#21015;&#28145;&#24230;&#25253;&#21578;&#65288;&#19968;&#65289;&#65306;&#20892;&#19994;&#19982;&#26032;&#33021;&#28304;&#40784;&#39134;&#65292;&#30967;&#30719;&#30707;&#22823;&#21608;&#26399;&#19978;&#34892;\&#30967;&#21270;&#24037;&#28145;&#24230;&#25253;&#21578;&#24213;&#31295;.xlsx" TargetMode="External"/><Relationship Id="rId2" Type="http://schemas.microsoft.com/office/2011/relationships/chartColorStyle" Target="colors29.xml"/><Relationship Id="rId1" Type="http://schemas.microsoft.com/office/2011/relationships/chartStyle" Target="style29.xml"/></Relationships>
</file>

<file path=ppt/charts/_rels/chart40.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30.xml"/><Relationship Id="rId1" Type="http://schemas.microsoft.com/office/2011/relationships/chartStyle" Target="style30.xml"/><Relationship Id="rId4" Type="http://schemas.openxmlformats.org/officeDocument/2006/relationships/oleObject" Target="file:///C:\Users\mwang\Desktop\&#30967;&#21270;&#24037;&#31995;&#21015;&#28145;&#24230;&#25253;&#21578;&#65288;&#19968;&#65289;&#65306;&#20892;&#19994;&#19982;&#26032;&#33021;&#28304;&#40784;&#39134;&#65292;&#30967;&#30719;&#30707;&#22823;&#21608;&#26399;&#19978;&#34892;\&#30967;&#21270;&#24037;&#28145;&#24230;&#25253;&#21578;&#24213;&#31295;.xlsx" TargetMode="External"/></Relationships>
</file>

<file path=ppt/charts/_rels/chart41.xml.rels><?xml version="1.0" encoding="UTF-8" standalone="yes"?>
<Relationships xmlns="http://schemas.openxmlformats.org/package/2006/relationships"><Relationship Id="rId3" Type="http://schemas.openxmlformats.org/officeDocument/2006/relationships/oleObject" Target="file:///C:\Users\Stark\Desktop\&#12304;&#38271;&#27743;&#21270;&#24037;&#12305;&#27694;&#30967;&#38078;&#32933;&#25968;&#25454;&#24211;240303.xlsx" TargetMode="External"/><Relationship Id="rId2" Type="http://schemas.microsoft.com/office/2011/relationships/chartColorStyle" Target="colors31.xml"/><Relationship Id="rId1" Type="http://schemas.microsoft.com/office/2011/relationships/chartStyle" Target="style31.xml"/></Relationships>
</file>

<file path=ppt/charts/_rels/chart42.xml.rels><?xml version="1.0" encoding="UTF-8" standalone="yes"?>
<Relationships xmlns="http://schemas.openxmlformats.org/package/2006/relationships"><Relationship Id="rId3" Type="http://schemas.openxmlformats.org/officeDocument/2006/relationships/oleObject" Target="file:///C:\Users\&#33707;&#33707;0805\Desktop\&#25253;&#21578;\&#24029;&#24658;&#32929;&#20221;&#28145;&#24230;\&#12304;&#38271;&#27743;&#21270;&#24037;&#12305;&#24029;&#24658;&#32929;&#20221;&#24213;&#31295;.xlsx" TargetMode="External"/><Relationship Id="rId2" Type="http://schemas.microsoft.com/office/2011/relationships/chartColorStyle" Target="colors32.xml"/><Relationship Id="rId1" Type="http://schemas.microsoft.com/office/2011/relationships/chartStyle" Target="style32.xml"/></Relationships>
</file>

<file path=ppt/charts/_rels/chart43.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33.xml"/><Relationship Id="rId1" Type="http://schemas.microsoft.com/office/2011/relationships/chartStyle" Target="style33.xml"/><Relationship Id="rId4" Type="http://schemas.openxmlformats.org/officeDocument/2006/relationships/oleObject" Target="file:///C:\Users\&#33707;&#33707;0805\Desktop\&#25253;&#21578;\&#24029;&#24658;&#32929;&#20221;&#28145;&#24230;\&#12304;&#38271;&#27743;&#21270;&#24037;&#12305;&#24029;&#24658;&#32929;&#20221;&#24213;&#31295;.xlsx" TargetMode="External"/></Relationships>
</file>

<file path=ppt/charts/_rels/chart44.xml.rels><?xml version="1.0" encoding="UTF-8" standalone="yes"?>
<Relationships xmlns="http://schemas.openxmlformats.org/package/2006/relationships"><Relationship Id="rId2" Type="http://schemas.openxmlformats.org/officeDocument/2006/relationships/oleObject" Target="../embeddings/oleObject1.bin"/><Relationship Id="rId1" Type="http://schemas.openxmlformats.org/officeDocument/2006/relationships/themeOverride" Target="../theme/themeOverride11.xml"/></Relationships>
</file>

<file path=ppt/charts/_rels/chart45.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34.xml"/><Relationship Id="rId1" Type="http://schemas.microsoft.com/office/2011/relationships/chartStyle" Target="style34.xml"/><Relationship Id="rId4" Type="http://schemas.openxmlformats.org/officeDocument/2006/relationships/oleObject" Target="file:///C:\Users\Stark\Desktop\&#12304;&#38271;&#27743;&#21270;&#24037;&#12305;&#27694;&#30967;&#38078;&#32933;&#25968;&#25454;&#24211;240303.xlsx" TargetMode="External"/></Relationships>
</file>

<file path=ppt/charts/_rels/chart46.xml.rels><?xml version="1.0" encoding="UTF-8" standalone="yes"?>
<Relationships xmlns="http://schemas.openxmlformats.org/package/2006/relationships"><Relationship Id="rId3" Type="http://schemas.openxmlformats.org/officeDocument/2006/relationships/oleObject" Target="file:///C:\Users\Stark\Desktop\&#12304;&#38271;&#27743;&#21270;&#24037;&#12305;&#27694;&#30967;&#38078;&#32933;&#25968;&#25454;&#24211;240303.xlsx" TargetMode="External"/><Relationship Id="rId2" Type="http://schemas.microsoft.com/office/2011/relationships/chartColorStyle" Target="colors35.xml"/><Relationship Id="rId1" Type="http://schemas.microsoft.com/office/2011/relationships/chartStyle" Target="style35.xml"/></Relationships>
</file>

<file path=ppt/charts/_rels/chart47.xml.rels><?xml version="1.0" encoding="UTF-8" standalone="yes"?>
<Relationships xmlns="http://schemas.openxmlformats.org/package/2006/relationships"><Relationship Id="rId3" Type="http://schemas.openxmlformats.org/officeDocument/2006/relationships/oleObject" Target="file:///C:\Users\mwang\Desktop\cj\&#30740;&#31350;&#25253;&#21578;\&#21270;&#32933;\&#34892;&#19994;\&#21270;&#32933;&#20840;&#32447;&#19978;&#34892;&#65292;&#19979;&#19968;&#27493;&#26426;&#20250;&#20309;&#22312;\&#12304;&#38271;&#27743;&#21270;&#24037;&#12305;&#27694;&#30967;&#38078;&#32933;&#25968;&#25454;&#24213;&#31295;0424.xlsx" TargetMode="External"/><Relationship Id="rId2" Type="http://schemas.microsoft.com/office/2011/relationships/chartColorStyle" Target="colors36.xml"/><Relationship Id="rId1" Type="http://schemas.microsoft.com/office/2011/relationships/chartStyle" Target="style36.xml"/></Relationships>
</file>

<file path=ppt/charts/_rels/chart48.xml.rels><?xml version="1.0" encoding="UTF-8" standalone="yes"?>
<Relationships xmlns="http://schemas.openxmlformats.org/package/2006/relationships"><Relationship Id="rId3" Type="http://schemas.openxmlformats.org/officeDocument/2006/relationships/oleObject" Target="file:///C:\Users\mwang\Desktop\cj\&#30740;&#31350;&#25253;&#21578;\&#21270;&#32933;\&#34892;&#19994;\&#21270;&#32933;&#19987;&#39064;&#65306;&#36164;&#28304;&#20215;&#20540;&#37325;&#20272;&#65292;&#34892;&#19994;&#36827;&#20837;&#23853;&#26032;&#31687;&#31456;\&#12304;&#38271;&#27743;&#21270;&#24037;&#12305;&#27694;&#30967;&#38078;&#32933;&#25968;&#25454;&#24213;&#31295;0424.xlsx" TargetMode="External"/><Relationship Id="rId2" Type="http://schemas.microsoft.com/office/2011/relationships/chartColorStyle" Target="colors37.xml"/><Relationship Id="rId1" Type="http://schemas.microsoft.com/office/2011/relationships/chartStyle" Target="style37.xml"/></Relationships>
</file>

<file path=ppt/charts/_rels/chart49.xml.rels><?xml version="1.0" encoding="UTF-8" standalone="yes"?>
<Relationships xmlns="http://schemas.openxmlformats.org/package/2006/relationships"><Relationship Id="rId3" Type="http://schemas.openxmlformats.org/officeDocument/2006/relationships/oleObject" Target="file:///C:\Users\mwang\Desktop\cj\&#30740;&#31350;&#25253;&#21578;\&#21270;&#32933;\&#34892;&#19994;\&#21270;&#32933;&#19987;&#39064;&#65306;&#36164;&#28304;&#20215;&#20540;&#37325;&#20272;&#65292;&#34892;&#19994;&#36827;&#20837;&#23853;&#26032;&#31687;&#31456;\&#12304;&#38271;&#27743;&#21270;&#24037;&#12305;&#27694;&#30967;&#38078;&#32933;&#25968;&#25454;&#24213;&#31295;0424.xlsx" TargetMode="External"/><Relationship Id="rId2" Type="http://schemas.microsoft.com/office/2011/relationships/chartColorStyle" Target="colors38.xml"/><Relationship Id="rId1" Type="http://schemas.microsoft.com/office/2011/relationships/chartStyle" Target="style38.xml"/></Relationships>
</file>

<file path=ppt/charts/_rels/chart50.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39.xml"/><Relationship Id="rId1" Type="http://schemas.microsoft.com/office/2011/relationships/chartStyle" Target="style39.xml"/><Relationship Id="rId4" Type="http://schemas.openxmlformats.org/officeDocument/2006/relationships/oleObject" Target="file:///C:\Users\mwang\Desktop\cj\&#30740;&#31350;&#25253;&#21578;\&#21270;&#32933;\&#34892;&#19994;\&#38078;&#32933;&#30967;&#32933;PPT\&#12304;&#38271;&#27743;&#21270;&#24037;&#12305;&#27694;&#30967;&#38078;&#32933;&#25968;&#25454;&#24213;&#31295;0424.xlsx" TargetMode="External"/></Relationships>
</file>

<file path=ppt/charts/_rels/chart51.xml.rels><?xml version="1.0" encoding="UTF-8" standalone="yes"?>
<Relationships xmlns="http://schemas.openxmlformats.org/package/2006/relationships"><Relationship Id="rId1" Type="http://schemas.openxmlformats.org/officeDocument/2006/relationships/oleObject" Target="file:///C:\Users\mwang\Desktop\cj\&#30740;&#31350;&#25253;&#21578;\&#21270;&#32933;\&#34892;&#19994;\&#21270;&#32933;&#19987;&#39064;&#65306;&#36164;&#28304;&#20215;&#20540;&#37325;&#20272;&#65292;&#34892;&#19994;&#36827;&#20837;&#23853;&#26032;&#31687;&#31456;\&#12304;&#38271;&#27743;&#21270;&#24037;&#12305;&#27694;&#30967;&#38078;&#32933;&#25968;&#25454;&#24213;&#31295;0424.xlsx" TargetMode="External"/></Relationships>
</file>

<file path=ppt/charts/_rels/chart52.xml.rels><?xml version="1.0" encoding="UTF-8" standalone="yes"?>
<Relationships xmlns="http://schemas.openxmlformats.org/package/2006/relationships"><Relationship Id="rId1" Type="http://schemas.openxmlformats.org/officeDocument/2006/relationships/oleObject" Target="file:///C:\Users\mwang\Desktop\cj\&#30740;&#31350;&#25253;&#21578;\&#21270;&#32933;\&#34892;&#19994;\&#21270;&#32933;&#19987;&#39064;&#65306;&#36164;&#28304;&#20215;&#20540;&#37325;&#20272;&#65292;&#34892;&#19994;&#36827;&#20837;&#23853;&#26032;&#31687;&#31456;\&#12304;&#38271;&#27743;&#21270;&#24037;&#12305;&#27694;&#30967;&#38078;&#32933;&#25968;&#25454;&#24213;&#31295;0424.xlsx" TargetMode="External"/></Relationships>
</file>

<file path=ppt/charts/_rels/chart53.xml.rels><?xml version="1.0" encoding="UTF-8" standalone="yes"?>
<Relationships xmlns="http://schemas.openxmlformats.org/package/2006/relationships"><Relationship Id="rId1" Type="http://schemas.openxmlformats.org/officeDocument/2006/relationships/oleObject" Target="file:///C:\Users\mwang\Desktop\cj\&#30740;&#31350;&#25253;&#21578;\&#21270;&#32933;\&#34892;&#19994;\&#21270;&#32933;&#19987;&#39064;&#65306;&#36164;&#28304;&#20215;&#20540;&#37325;&#20272;&#65292;&#34892;&#19994;&#36827;&#20837;&#23853;&#26032;&#31687;&#31456;\&#12304;&#38271;&#27743;&#21270;&#24037;&#12305;&#27694;&#30967;&#38078;&#32933;&#25968;&#25454;&#24213;&#31295;0424.xlsx" TargetMode="External"/></Relationships>
</file>

<file path=ppt/charts/_rels/chart54.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40.xml"/><Relationship Id="rId1" Type="http://schemas.microsoft.com/office/2011/relationships/chartStyle" Target="style40.xml"/><Relationship Id="rId4" Type="http://schemas.openxmlformats.org/officeDocument/2006/relationships/oleObject" Target="file:///C:\Users\Stark\Desktop\&#12304;&#38271;&#27743;&#21270;&#24037;&#12305;&#27694;&#30967;&#38078;&#32933;&#25968;&#25454;&#24211;240303.xlsx" TargetMode="External"/></Relationships>
</file>

<file path=ppt/charts/_rels/chart55.xml.rels><?xml version="1.0" encoding="UTF-8" standalone="yes"?>
<Relationships xmlns="http://schemas.openxmlformats.org/package/2006/relationships"><Relationship Id="rId3" Type="http://schemas.openxmlformats.org/officeDocument/2006/relationships/themeOverride" Target="../theme/themeOverride15.xml"/><Relationship Id="rId2" Type="http://schemas.microsoft.com/office/2011/relationships/chartColorStyle" Target="colors41.xml"/><Relationship Id="rId1" Type="http://schemas.microsoft.com/office/2011/relationships/chartStyle" Target="style41.xml"/><Relationship Id="rId4" Type="http://schemas.openxmlformats.org/officeDocument/2006/relationships/oleObject" Target="file:///C:\Users\Stark\Desktop\&#12304;&#38271;&#27743;&#21270;&#24037;&#12305;&#27694;&#30967;&#38078;&#32933;&#25968;&#25454;&#24211;240303.xlsx" TargetMode="External"/></Relationships>
</file>

<file path=ppt/charts/_rels/chart56.xml.rels><?xml version="1.0" encoding="UTF-8" standalone="yes"?>
<Relationships xmlns="http://schemas.openxmlformats.org/package/2006/relationships"><Relationship Id="rId3" Type="http://schemas.openxmlformats.org/officeDocument/2006/relationships/themeOverride" Target="../theme/themeOverride16.xml"/><Relationship Id="rId2" Type="http://schemas.microsoft.com/office/2011/relationships/chartColorStyle" Target="colors42.xml"/><Relationship Id="rId1" Type="http://schemas.microsoft.com/office/2011/relationships/chartStyle" Target="style42.xml"/><Relationship Id="rId4" Type="http://schemas.openxmlformats.org/officeDocument/2006/relationships/oleObject" Target="file:///C:\Users\Stark\Desktop\&#12304;&#38271;&#27743;&#21270;&#24037;&#12305;&#27694;&#30967;&#38078;&#32933;&#25968;&#25454;&#24211;240303.xlsx" TargetMode="External"/></Relationships>
</file>

<file path=ppt/charts/_rels/chart57.xml.rels><?xml version="1.0" encoding="UTF-8" standalone="yes"?>
<Relationships xmlns="http://schemas.openxmlformats.org/package/2006/relationships"><Relationship Id="rId3" Type="http://schemas.openxmlformats.org/officeDocument/2006/relationships/themeOverride" Target="../theme/themeOverride17.xml"/><Relationship Id="rId2" Type="http://schemas.microsoft.com/office/2011/relationships/chartColorStyle" Target="colors43.xml"/><Relationship Id="rId1" Type="http://schemas.microsoft.com/office/2011/relationships/chartStyle" Target="style43.xml"/><Relationship Id="rId4" Type="http://schemas.openxmlformats.org/officeDocument/2006/relationships/oleObject" Target="file:///C:\Users\Stark\Desktop\&#12304;&#38271;&#27743;&#21270;&#24037;&#12305;&#27694;&#30967;&#38078;&#32933;&#25968;&#25454;&#24211;240303.xlsx" TargetMode="External"/></Relationships>
</file>

<file path=ppt/charts/_rels/chart58.xml.rels><?xml version="1.0" encoding="UTF-8" standalone="yes"?>
<Relationships xmlns="http://schemas.openxmlformats.org/package/2006/relationships"><Relationship Id="rId2" Type="http://schemas.openxmlformats.org/officeDocument/2006/relationships/oleObject" Target="file:///C:\Users\Stark\Desktop\&#12304;&#38271;&#27743;&#21270;&#24037;&#12305;&#27694;&#30967;&#38078;&#32933;&#25968;&#25454;&#24211;240303.xlsx" TargetMode="External"/><Relationship Id="rId1" Type="http://schemas.openxmlformats.org/officeDocument/2006/relationships/themeOverride" Target="../theme/themeOverride18.xml"/></Relationships>
</file>

<file path=ppt/charts/_rels/chart59.xml.rels><?xml version="1.0" encoding="UTF-8" standalone="yes"?>
<Relationships xmlns="http://schemas.openxmlformats.org/package/2006/relationships"><Relationship Id="rId2" Type="http://schemas.openxmlformats.org/officeDocument/2006/relationships/oleObject" Target="file:///C:\Users\Stark\Desktop\&#12304;&#38271;&#27743;&#21270;&#24037;&#12305;&#27694;&#30967;&#38078;&#32933;&#25968;&#25454;&#24211;240303.xlsx" TargetMode="External"/><Relationship Id="rId1" Type="http://schemas.openxmlformats.org/officeDocument/2006/relationships/themeOverride" Target="../theme/themeOverride19.xml"/></Relationships>
</file>

<file path=ppt/charts/_rels/chart60.xml.rels><?xml version="1.0" encoding="UTF-8" standalone="yes"?>
<Relationships xmlns="http://schemas.openxmlformats.org/package/2006/relationships"><Relationship Id="rId2" Type="http://schemas.openxmlformats.org/officeDocument/2006/relationships/oleObject" Target="file:///C:\Users\Stark\Desktop\&#12304;&#38271;&#27743;&#21270;&#24037;&#12305;&#27694;&#30967;&#38078;&#32933;&#25968;&#25454;&#24211;240303.xlsx" TargetMode="External"/><Relationship Id="rId1" Type="http://schemas.openxmlformats.org/officeDocument/2006/relationships/themeOverride" Target="../theme/themeOverride20.xml"/></Relationships>
</file>

<file path=ppt/charts/_rels/chart61.xml.rels><?xml version="1.0" encoding="UTF-8" standalone="yes"?>
<Relationships xmlns="http://schemas.openxmlformats.org/package/2006/relationships"><Relationship Id="rId2" Type="http://schemas.openxmlformats.org/officeDocument/2006/relationships/oleObject" Target="file:///C:\Users\Stark\Desktop\&#12304;&#38271;&#27743;&#21270;&#24037;&#12305;&#27694;&#30967;&#38078;&#32933;&#25968;&#25454;&#24211;240303.xlsx" TargetMode="External"/><Relationship Id="rId1" Type="http://schemas.openxmlformats.org/officeDocument/2006/relationships/themeOverride" Target="../theme/themeOverride21.xml"/></Relationships>
</file>

<file path=ppt/charts/_rels/chart62.xml.rels><?xml version="1.0" encoding="UTF-8" standalone="yes"?>
<Relationships xmlns="http://schemas.openxmlformats.org/package/2006/relationships"><Relationship Id="rId1" Type="http://schemas.openxmlformats.org/officeDocument/2006/relationships/oleObject" Target="file:///C:\Users\Stark\Desktop\&#12304;&#38271;&#27743;&#21270;&#24037;&#12305;&#27694;&#30967;&#38078;&#32933;&#25968;&#25454;&#24211;240303.xlsx" TargetMode="External"/></Relationships>
</file>

<file path=ppt/charts/_rels/chart63.xml.rels><?xml version="1.0" encoding="UTF-8" standalone="yes"?>
<Relationships xmlns="http://schemas.openxmlformats.org/package/2006/relationships"><Relationship Id="rId1" Type="http://schemas.openxmlformats.org/officeDocument/2006/relationships/oleObject" Target="file:///C:\Users\Stark\Desktop\&#12304;&#38271;&#27743;&#21270;&#24037;&#12305;&#27694;&#30967;&#38078;&#32933;&#25968;&#25454;&#24211;240303.xlsx" TargetMode="External"/></Relationships>
</file>

<file path=ppt/charts/_rels/chart64.xml.rels><?xml version="1.0" encoding="UTF-8" standalone="yes"?>
<Relationships xmlns="http://schemas.openxmlformats.org/package/2006/relationships"><Relationship Id="rId3" Type="http://schemas.openxmlformats.org/officeDocument/2006/relationships/oleObject" Target="file:///C:\Users\Shanyi\Desktop\&#33609;&#29976;&#33190;\&#12304;&#38271;&#27743;&#21270;&#24037;&#39532;&#22826;&#22242;&#38431;&#12305;&#33609;&#29976;&#33190;&#21644;&#29976;&#27688;&#37240;&#34892;&#19994;&#25968;&#25454;&#24211;.xlsx" TargetMode="External"/><Relationship Id="rId2" Type="http://schemas.microsoft.com/office/2011/relationships/chartColorStyle" Target="colors44.xml"/><Relationship Id="rId1" Type="http://schemas.microsoft.com/office/2011/relationships/chartStyle" Target="style44.xml"/></Relationships>
</file>

<file path=ppt/charts/_rels/chart65.xml.rels><?xml version="1.0" encoding="UTF-8" standalone="yes"?>
<Relationships xmlns="http://schemas.openxmlformats.org/package/2006/relationships"><Relationship Id="rId3" Type="http://schemas.openxmlformats.org/officeDocument/2006/relationships/oleObject" Target="file:///C:\Users\&#33707;&#33707;0805\Desktop\&#30967;&#37240;&#38081;&#38146;&#24066;&#22330;&#22343;&#20215;(4).xls" TargetMode="External"/><Relationship Id="rId2" Type="http://schemas.microsoft.com/office/2011/relationships/chartColorStyle" Target="colors45.xml"/><Relationship Id="rId1" Type="http://schemas.microsoft.com/office/2011/relationships/chartStyle" Target="style45.xml"/></Relationships>
</file>

<file path=ppt/charts/_rels/chart66.xml.rels><?xml version="1.0" encoding="UTF-8" standalone="yes"?>
<Relationships xmlns="http://schemas.openxmlformats.org/package/2006/relationships"><Relationship Id="rId3" Type="http://schemas.openxmlformats.org/officeDocument/2006/relationships/oleObject" Target="file:///C:\Users\&#33707;&#33707;0805\Desktop\&#20852;&#21457;&#38598;&#22242;\&#12304;&#38271;&#27743;&#21270;&#24037;&#12305;&#20852;&#21457;&#38598;&#22242;&#65306;&#20056;&#30967;&#32780;&#20852;&#65292;&#30528;&#21147;&#39640;&#31471;&#65292;&#22810;&#32447;&#40784;&#39134;.xlsx" TargetMode="External"/><Relationship Id="rId2" Type="http://schemas.microsoft.com/office/2011/relationships/chartColorStyle" Target="colors46.xml"/><Relationship Id="rId1" Type="http://schemas.microsoft.com/office/2011/relationships/chartStyle" Target="style46.xml"/></Relationships>
</file>

<file path=ppt/charts/_rels/chart67.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0852;&#21457;&#38598;&#22242;&#28145;&#24230;&#25253;&#21578;.xlsx" TargetMode="External"/><Relationship Id="rId2" Type="http://schemas.microsoft.com/office/2011/relationships/chartColorStyle" Target="colors47.xml"/><Relationship Id="rId1" Type="http://schemas.microsoft.com/office/2011/relationships/chartStyle" Target="style47.xml"/></Relationships>
</file>

<file path=ppt/charts/_rels/chart68.xml.rels><?xml version="1.0" encoding="UTF-8" standalone="yes"?>
<Relationships xmlns="http://schemas.openxmlformats.org/package/2006/relationships"><Relationship Id="rId3" Type="http://schemas.openxmlformats.org/officeDocument/2006/relationships/oleObject" Target="file:///C:\Users\Stark\Desktop\&#20013;&#22269;&#33609;&#29976;&#33190;&#24180;&#24230;&#20135;&#37327;.xlsx" TargetMode="External"/><Relationship Id="rId2" Type="http://schemas.microsoft.com/office/2011/relationships/chartColorStyle" Target="colors48.xml"/><Relationship Id="rId1" Type="http://schemas.microsoft.com/office/2011/relationships/chartStyle" Target="style48.xml"/></Relationships>
</file>

<file path=ppt/charts/_rels/chart69.xml.rels><?xml version="1.0" encoding="UTF-8" standalone="yes"?>
<Relationships xmlns="http://schemas.openxmlformats.org/package/2006/relationships"><Relationship Id="rId3" Type="http://schemas.openxmlformats.org/officeDocument/2006/relationships/oleObject" Target="file:///C:\Users\Stark\Desktop\&#20013;&#22269;&#33609;&#29976;&#33190;&#24180;&#24230;&#34892;&#19994;&#20135;&#33021;.xlsx" TargetMode="External"/><Relationship Id="rId2" Type="http://schemas.microsoft.com/office/2011/relationships/chartColorStyle" Target="colors49.xml"/><Relationship Id="rId1" Type="http://schemas.microsoft.com/office/2011/relationships/chartStyle" Target="style49.xml"/></Relationships>
</file>

<file path=ppt/charts/_rels/chart70.xml.rels><?xml version="1.0" encoding="UTF-8" standalone="yes"?>
<Relationships xmlns="http://schemas.openxmlformats.org/package/2006/relationships"><Relationship Id="rId3" Type="http://schemas.openxmlformats.org/officeDocument/2006/relationships/oleObject" Target="file:///C:\Users\Stark\Desktop\&#20854;&#20182;&#38750;&#21348;&#21270;&#26377;&#26426;&#30967;&#34893;&#29983;&#29289;-&#36827;&#20986;&#21475;&#24635;&#37327;%20(2).xlsx" TargetMode="External"/><Relationship Id="rId2" Type="http://schemas.microsoft.com/office/2011/relationships/chartColorStyle" Target="colors50.xml"/><Relationship Id="rId1" Type="http://schemas.microsoft.com/office/2011/relationships/chartStyle" Target="style50.xml"/></Relationships>
</file>

<file path=ppt/charts/_rels/chart71.xml.rels><?xml version="1.0" encoding="UTF-8" standalone="yes"?>
<Relationships xmlns="http://schemas.openxmlformats.org/package/2006/relationships"><Relationship Id="rId3" Type="http://schemas.openxmlformats.org/officeDocument/2006/relationships/oleObject" Target="file:///C:\Users\Stark\Desktop\&#20854;&#20182;&#38750;&#21348;&#21270;&#26377;&#26426;&#30967;&#34893;&#29983;&#29289;-&#36827;&#20986;&#21475;&#24635;&#37327;%20(2).xlsx" TargetMode="External"/><Relationship Id="rId2" Type="http://schemas.microsoft.com/office/2011/relationships/chartColorStyle" Target="colors51.xml"/><Relationship Id="rId1" Type="http://schemas.microsoft.com/office/2011/relationships/chartStyle" Target="style51.xml"/></Relationships>
</file>

<file path=ppt/charts/_rels/chart72.xml.rels><?xml version="1.0" encoding="UTF-8" standalone="yes"?>
<Relationships xmlns="http://schemas.openxmlformats.org/package/2006/relationships"><Relationship Id="rId3" Type="http://schemas.openxmlformats.org/officeDocument/2006/relationships/oleObject" Target="file:///E:\WeChat%20Files\wxid_szi3y6g99a0t12\FileStorage\File\2023-02\&#12304;&#38271;&#27743;&#21270;&#24037;&#39532;&#22826;&#22242;&#38431;&#12305;&#21270;&#24037;&#20135;&#21697;&#20215;&#26684;&#25968;&#25454;&#24211;20230226(2).xlsx" TargetMode="External"/><Relationship Id="rId2" Type="http://schemas.microsoft.com/office/2011/relationships/chartColorStyle" Target="colors52.xml"/><Relationship Id="rId1" Type="http://schemas.microsoft.com/office/2011/relationships/chartStyle" Target="style52.xml"/></Relationships>
</file>

<file path=ppt/charts/_rels/chart73.xml.rels><?xml version="1.0" encoding="UTF-8" standalone="yes"?>
<Relationships xmlns="http://schemas.openxmlformats.org/package/2006/relationships"><Relationship Id="rId3" Type="http://schemas.openxmlformats.org/officeDocument/2006/relationships/themeOverride" Target="../theme/themeOverride22.xml"/><Relationship Id="rId2" Type="http://schemas.microsoft.com/office/2011/relationships/chartColorStyle" Target="colors53.xml"/><Relationship Id="rId1" Type="http://schemas.microsoft.com/office/2011/relationships/chartStyle" Target="style53.xml"/><Relationship Id="rId4" Type="http://schemas.openxmlformats.org/officeDocument/2006/relationships/oleObject" Target="file:///C:\Users\lenovo\Desktop\&#32536;&#20309;&#38043;&#30333;&#31881;&#20225;&#19994;&#28041;&#36275;&#30967;&#37240;&#38081;&#38146;&#65311;.xlsx" TargetMode="External"/></Relationships>
</file>

<file path=ppt/charts/_rels/chart74.xml.rels><?xml version="1.0" encoding="UTF-8" standalone="yes"?>
<Relationships xmlns="http://schemas.openxmlformats.org/package/2006/relationships"><Relationship Id="rId2" Type="http://schemas.openxmlformats.org/officeDocument/2006/relationships/oleObject" Target="file:///C:\Users\mwang\Desktop\&#30967;&#37240;&#38081;&#38146;&#28145;&#24230;&#25253;&#21578;\&#30967;&#37240;&#38081;&#38146;&#28145;&#24230;&#24213;&#31295;.xlsx" TargetMode="External"/><Relationship Id="rId1" Type="http://schemas.openxmlformats.org/officeDocument/2006/relationships/themeOverride" Target="../theme/themeOverride23.xml"/></Relationships>
</file>

<file path=ppt/charts/_rels/chart75.xml.rels><?xml version="1.0" encoding="UTF-8" standalone="yes"?>
<Relationships xmlns="http://schemas.openxmlformats.org/package/2006/relationships"><Relationship Id="rId2" Type="http://schemas.openxmlformats.org/officeDocument/2006/relationships/oleObject" Target="file:///C:\Users\mwang\Desktop\&#30967;&#37240;&#38081;&#38146;&#28145;&#24230;&#25253;&#21578;\&#30967;&#37240;&#38081;&#38146;&#28145;&#24230;&#24213;&#31295;.xlsx" TargetMode="External"/><Relationship Id="rId1" Type="http://schemas.openxmlformats.org/officeDocument/2006/relationships/themeOverride" Target="../theme/themeOverride24.xml"/></Relationships>
</file>

<file path=ppt/charts/_rels/chart76.xml.rels><?xml version="1.0" encoding="UTF-8" standalone="yes"?>
<Relationships xmlns="http://schemas.openxmlformats.org/package/2006/relationships"><Relationship Id="rId2" Type="http://schemas.openxmlformats.org/officeDocument/2006/relationships/oleObject" Target="file:///C:\0-&#22362;&#26524;&#20113;\&#12304;&#38271;&#27743;&#30005;&#26032;&#12305;&#35838;&#39064;&#19982;&#30740;&#31350;&#25104;&#26524;&#65288;&#21547;&#25968;&#25454;&#24211;&#21450;&#35843;&#30740;&#32426;&#35201;&#65289;\&#25968;&#25454;&#24211;\&#26032;&#33021;&#28304;&#27773;&#36710;&#25968;&#25454;&#24211;&#27719;&#24635;\&#12304;&#38271;&#27743;&#30005;&#26032;&#12305;20210412-&#38146;&#30005;&#27744;&#31354;&#38388;&#21450;&#20379;&#38656;&#25968;&#25454;&#24211;.xlsx" TargetMode="External"/><Relationship Id="rId1" Type="http://schemas.openxmlformats.org/officeDocument/2006/relationships/themeOverride" Target="../theme/themeOverride25.xml"/></Relationships>
</file>

<file path=ppt/charts/_rels/chart77.xml.rels><?xml version="1.0" encoding="UTF-8" standalone="yes"?>
<Relationships xmlns="http://schemas.openxmlformats.org/package/2006/relationships"><Relationship Id="rId3" Type="http://schemas.openxmlformats.org/officeDocument/2006/relationships/themeOverride" Target="../theme/themeOverride26.xml"/><Relationship Id="rId2" Type="http://schemas.microsoft.com/office/2011/relationships/chartColorStyle" Target="colors54.xml"/><Relationship Id="rId1" Type="http://schemas.microsoft.com/office/2011/relationships/chartStyle" Target="style54.xml"/><Relationship Id="rId4" Type="http://schemas.openxmlformats.org/officeDocument/2006/relationships/oleObject" Target="file:///C:\0-&#22362;&#26524;&#20113;\&#12304;&#38271;&#27743;&#30005;&#26032;&#12305;&#35838;&#39064;&#19982;&#30740;&#31350;&#25104;&#26524;&#65288;&#21547;&#25968;&#25454;&#24211;&#21450;&#35843;&#30740;&#32426;&#35201;&#65289;\&#25968;&#25454;&#24211;\&#26032;&#33021;&#28304;&#27773;&#36710;&#25968;&#25454;&#24211;&#27719;&#24635;\&#12304;&#38271;&#27743;&#30005;&#26032;&#12305;20210412-&#38146;&#30005;&#27744;&#31354;&#38388;&#21450;&#20379;&#38656;&#25968;&#25454;&#24211;.xlsx" TargetMode="External"/></Relationships>
</file>

<file path=ppt/charts/_rels/chart78.xml.rels><?xml version="1.0" encoding="UTF-8" standalone="yes"?>
<Relationships xmlns="http://schemas.openxmlformats.org/package/2006/relationships"><Relationship Id="rId3" Type="http://schemas.openxmlformats.org/officeDocument/2006/relationships/oleObject" Target="file:///C:\Users\mwang\Desktop\&#30967;&#21270;&#24037;&#31995;&#21015;&#28145;&#24230;&#25253;&#21578;&#65288;&#19968;&#65289;&#65306;&#20892;&#19994;&#19982;&#26032;&#33021;&#28304;&#40784;&#39134;&#65292;&#30967;&#30719;&#30707;&#22823;&#21608;&#26399;&#19978;&#34892;\&#30967;&#21270;&#24037;&#28145;&#24230;&#25253;&#21578;&#24213;&#31295;.xlsx" TargetMode="External"/><Relationship Id="rId2" Type="http://schemas.microsoft.com/office/2011/relationships/chartColorStyle" Target="colors55.xml"/><Relationship Id="rId1" Type="http://schemas.microsoft.com/office/2011/relationships/chartStyle" Target="style55.xml"/></Relationships>
</file>

<file path=ppt/charts/_rels/chart79.xml.rels><?xml version="1.0" encoding="UTF-8" standalone="yes"?>
<Relationships xmlns="http://schemas.openxmlformats.org/package/2006/relationships"><Relationship Id="rId3" Type="http://schemas.openxmlformats.org/officeDocument/2006/relationships/themeOverride" Target="../theme/themeOverride27.xml"/><Relationship Id="rId2" Type="http://schemas.microsoft.com/office/2011/relationships/chartColorStyle" Target="colors56.xml"/><Relationship Id="rId1" Type="http://schemas.microsoft.com/office/2011/relationships/chartStyle" Target="style56.xml"/><Relationship Id="rId4" Type="http://schemas.openxmlformats.org/officeDocument/2006/relationships/oleObject" Target="file:///C:\Users\&#21494;&#20043;&#26976;\Documents\&#12304;&#38271;&#27743;&#30005;&#26032;&#12305;&#35838;&#39064;&#19982;&#30740;&#31350;&#25104;&#26524;&#65288;&#21547;&#25968;&#25454;&#24211;&#21450;&#35843;&#30740;&#32426;&#35201;&#65289;\1-&#26032;&#33021;&#28304;&#27773;&#36710;\4-&#27491;&#26497;&#26448;&#26009;&amp;&#38146;&#38068;\0-&#25968;&#25454;&#24211;&amp;&#35843;&#30740;&#32426;&#35201;\&#12304;&#38271;&#27743;&#30005;&#26032;&#12305;20211009-&#27491;&#26497;&#34892;&#19994;&#25968;&#25454;&#24211;.xlsx" TargetMode="External"/></Relationships>
</file>

<file path=ppt/charts/_rels/chart80.xml.rels><?xml version="1.0" encoding="UTF-8" standalone="yes"?>
<Relationships xmlns="http://schemas.openxmlformats.org/package/2006/relationships"><Relationship Id="rId3" Type="http://schemas.openxmlformats.org/officeDocument/2006/relationships/themeOverride" Target="../theme/themeOverride28.xml"/><Relationship Id="rId2" Type="http://schemas.microsoft.com/office/2011/relationships/chartColorStyle" Target="colors57.xml"/><Relationship Id="rId1" Type="http://schemas.microsoft.com/office/2011/relationships/chartStyle" Target="style57.xml"/><Relationship Id="rId4" Type="http://schemas.openxmlformats.org/officeDocument/2006/relationships/oleObject" Target="file:///C:\Users\&#21494;&#20043;&#26976;\Documents\&#12304;&#38271;&#27743;&#30005;&#26032;&#12305;&#35838;&#39064;&#19982;&#30740;&#31350;&#25104;&#26524;&#65288;&#21547;&#25968;&#25454;&#24211;&#21450;&#35843;&#30740;&#32426;&#35201;&#65289;\1-&#26032;&#33021;&#28304;&#27773;&#36710;\4-&#27491;&#26497;&#26448;&#26009;&amp;&#38146;&#38068;\0-&#25968;&#25454;&#24211;&amp;&#35843;&#30740;&#32426;&#35201;\&#12304;&#38271;&#27743;&#30005;&#26032;&#12305;20211009-&#27491;&#26497;&#34892;&#19994;&#25968;&#25454;&#24211;.xlsx" TargetMode="External"/></Relationships>
</file>

<file path=ppt/charts/_rels/chart81.xml.rels><?xml version="1.0" encoding="UTF-8" standalone="yes"?>
<Relationships xmlns="http://schemas.openxmlformats.org/package/2006/relationships"><Relationship Id="rId3" Type="http://schemas.openxmlformats.org/officeDocument/2006/relationships/oleObject" Target="file:///C:\Users\Tesla.xu\Desktop\&#12304;&#38271;&#27743;&#21270;&#24037;&#12305;&#24029;&#24658;&#32929;&#20221;&#24213;&#31295;.xlsx" TargetMode="External"/><Relationship Id="rId2" Type="http://schemas.microsoft.com/office/2011/relationships/chartColorStyle" Target="colors58.xml"/><Relationship Id="rId1" Type="http://schemas.microsoft.com/office/2011/relationships/chartStyle" Target="style58.xml"/></Relationships>
</file>

<file path=ppt/charts/_rels/chart82.xml.rels><?xml version="1.0" encoding="UTF-8" standalone="yes"?>
<Relationships xmlns="http://schemas.openxmlformats.org/package/2006/relationships"><Relationship Id="rId3" Type="http://schemas.openxmlformats.org/officeDocument/2006/relationships/oleObject" Target="file:///C:\Users\Tesla.xu\Desktop\&#12304;&#38271;&#27743;&#21270;&#24037;&#12305;&#24029;&#24658;&#32929;&#20221;&#24213;&#31295;.xlsx" TargetMode="External"/><Relationship Id="rId2" Type="http://schemas.microsoft.com/office/2011/relationships/chartColorStyle" Target="colors59.xml"/><Relationship Id="rId1" Type="http://schemas.microsoft.com/office/2011/relationships/chartStyle" Target="style59.xml"/></Relationships>
</file>

<file path=ppt/charts/_rels/chart83.xml.rels><?xml version="1.0" encoding="UTF-8" standalone="yes"?>
<Relationships xmlns="http://schemas.openxmlformats.org/package/2006/relationships"><Relationship Id="rId3" Type="http://schemas.openxmlformats.org/officeDocument/2006/relationships/oleObject" Target="file:///C:\Users\Tesla.xu\Desktop\&#12304;&#38271;&#27743;&#21270;&#24037;&#12305;&#24029;&#24658;&#32929;&#20221;&#24213;&#31295;.xlsx" TargetMode="External"/><Relationship Id="rId2" Type="http://schemas.microsoft.com/office/2011/relationships/chartColorStyle" Target="colors60.xml"/><Relationship Id="rId1" Type="http://schemas.microsoft.com/office/2011/relationships/chartStyle" Target="style60.xml"/></Relationships>
</file>

<file path=ppt/charts/_rels/chart84.xml.rels><?xml version="1.0" encoding="UTF-8" standalone="yes"?>
<Relationships xmlns="http://schemas.openxmlformats.org/package/2006/relationships"><Relationship Id="rId3" Type="http://schemas.openxmlformats.org/officeDocument/2006/relationships/oleObject" Target="file:///C:\Users\Tesla.xu\Desktop\&#12304;&#38271;&#27743;&#21270;&#24037;&#12305;&#24029;&#24658;&#32929;&#20221;&#24213;&#31295;.xlsx" TargetMode="External"/><Relationship Id="rId2" Type="http://schemas.microsoft.com/office/2011/relationships/chartColorStyle" Target="colors61.xml"/><Relationship Id="rId1" Type="http://schemas.microsoft.com/office/2011/relationships/chartStyle" Target="style61.xml"/></Relationships>
</file>

<file path=ppt/charts/_rels/chart85.xml.rels><?xml version="1.0" encoding="UTF-8" standalone="yes"?>
<Relationships xmlns="http://schemas.openxmlformats.org/package/2006/relationships"><Relationship Id="rId3" Type="http://schemas.openxmlformats.org/officeDocument/2006/relationships/oleObject" Target="file:///C:\Users\&#33707;&#33707;0805\Desktop\&#30967;&#37240;&#38081;&#20379;&#38656;&#24179;&#34913;&#27979;&#31639;0915.xlsx" TargetMode="External"/><Relationship Id="rId2" Type="http://schemas.microsoft.com/office/2011/relationships/chartColorStyle" Target="colors62.xml"/><Relationship Id="rId1" Type="http://schemas.microsoft.com/office/2011/relationships/chartStyle" Target="style62.xml"/></Relationships>
</file>

<file path=ppt/charts/_rels/chart86.xml.rels><?xml version="1.0" encoding="UTF-8" standalone="yes"?>
<Relationships xmlns="http://schemas.openxmlformats.org/package/2006/relationships"><Relationship Id="rId1"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s>
</file>

<file path=ppt/charts/_rels/chart87.xml.rels><?xml version="1.0" encoding="UTF-8" standalone="yes"?>
<Relationships xmlns="http://schemas.openxmlformats.org/package/2006/relationships"><Relationship Id="rId1"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s>
</file>

<file path=ppt/charts/_rels/chart88.xml.rels><?xml version="1.0" encoding="UTF-8" standalone="yes"?>
<Relationships xmlns="http://schemas.openxmlformats.org/package/2006/relationships"><Relationship Id="rId1"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s>
</file>

<file path=ppt/charts/_rels/chart89.xml.rels><?xml version="1.0" encoding="UTF-8" standalone="yes"?>
<Relationships xmlns="http://schemas.openxmlformats.org/package/2006/relationships"><Relationship Id="rId1"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s>
</file>

<file path=ppt/charts/_rels/chart90.xml.rels><?xml version="1.0" encoding="UTF-8" standalone="yes"?>
<Relationships xmlns="http://schemas.openxmlformats.org/package/2006/relationships"><Relationship Id="rId1"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s>
</file>

<file path=ppt/charts/_rels/chart91.xml.rels><?xml version="1.0" encoding="UTF-8" standalone="yes"?>
<Relationships xmlns="http://schemas.openxmlformats.org/package/2006/relationships"><Relationship Id="rId1"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s>
</file>

<file path=ppt/charts/_rels/chart92.xml.rels><?xml version="1.0" encoding="UTF-8" standalone="yes"?>
<Relationships xmlns="http://schemas.openxmlformats.org/package/2006/relationships"><Relationship Id="rId1"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s>
</file>

<file path=ppt/charts/_rels/chart93.xml.rels><?xml version="1.0" encoding="UTF-8" standalone="yes"?>
<Relationships xmlns="http://schemas.openxmlformats.org/package/2006/relationships"><Relationship Id="rId1"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s>
</file>

<file path=ppt/charts/_rels/chart94.xml.rels><?xml version="1.0" encoding="UTF-8" standalone="yes"?>
<Relationships xmlns="http://schemas.openxmlformats.org/package/2006/relationships"><Relationship Id="rId3" Type="http://schemas.openxmlformats.org/officeDocument/2006/relationships/oleObject" Target="file:///C:\Users\&#33707;&#33707;0805\Desktop\&#20852;&#21457;&#36741;&#21161;\&#30967;&#37240;&#38081;&#8212;&#24037;&#33402;&#25104;&#26412;&#25286;&#20998;20220915.xlsx" TargetMode="External"/><Relationship Id="rId2" Type="http://schemas.microsoft.com/office/2011/relationships/chartColorStyle" Target="colors63.xml"/><Relationship Id="rId1" Type="http://schemas.microsoft.com/office/2011/relationships/chartStyle" Target="style63.xml"/></Relationships>
</file>

<file path=ppt/charts/_rels/chart95.xml.rels><?xml version="1.0" encoding="UTF-8" standalone="yes"?>
<Relationships xmlns="http://schemas.openxmlformats.org/package/2006/relationships"><Relationship Id="rId3" Type="http://schemas.openxmlformats.org/officeDocument/2006/relationships/oleObject" Target="file:///C:\Users\Tianhao%20Wu\Desktop\&#21512;&#30427;&#30789;&#19994;&#24213;1&#31295;.xlsx" TargetMode="External"/><Relationship Id="rId2" Type="http://schemas.microsoft.com/office/2011/relationships/chartColorStyle" Target="colors64.xml"/><Relationship Id="rId1" Type="http://schemas.microsoft.com/office/2011/relationships/chartStyle" Target="style64.xml"/></Relationships>
</file>

<file path=ppt/charts/_rels/chart96.xml.rels><?xml version="1.0" encoding="UTF-8" standalone="yes"?>
<Relationships xmlns="http://schemas.openxmlformats.org/package/2006/relationships"><Relationship Id="rId3" Type="http://schemas.openxmlformats.org/officeDocument/2006/relationships/oleObject" Target="file:///C:\Users\Tianhao%20Wu\Desktop\&#21512;&#30427;&#30789;&#19994;&#24213;1&#31295;.xlsx" TargetMode="External"/><Relationship Id="rId2" Type="http://schemas.microsoft.com/office/2011/relationships/chartColorStyle" Target="colors65.xml"/><Relationship Id="rId1" Type="http://schemas.microsoft.com/office/2011/relationships/chartStyle" Target="style65.xml"/></Relationships>
</file>

<file path=ppt/charts/_rels/chart97.xml.rels><?xml version="1.0" encoding="UTF-8" standalone="yes"?>
<Relationships xmlns="http://schemas.openxmlformats.org/package/2006/relationships"><Relationship Id="rId3" Type="http://schemas.openxmlformats.org/officeDocument/2006/relationships/oleObject" Target="file:///C:\Users\Tianhao%20Wu\Desktop\&#21512;&#30427;&#30789;&#19994;&#24213;1&#31295;.xlsx" TargetMode="External"/><Relationship Id="rId2" Type="http://schemas.microsoft.com/office/2011/relationships/chartColorStyle" Target="colors66.xml"/><Relationship Id="rId1" Type="http://schemas.microsoft.com/office/2011/relationships/chartStyle" Target="style66.xml"/></Relationships>
</file>

<file path=ppt/charts/_rels/chart98.xml.rels><?xml version="1.0" encoding="UTF-8" standalone="yes"?>
<Relationships xmlns="http://schemas.openxmlformats.org/package/2006/relationships"><Relationship Id="rId3" Type="http://schemas.openxmlformats.org/officeDocument/2006/relationships/oleObject" Target="file:///E:\WeChat%20Files\wxid_szi3y6g99a0t12\FileStorage\File\2022-08\&#21512;&#30427;&#30789;&#19994;&#24213;&#31295;0314.xlsx" TargetMode="External"/><Relationship Id="rId2" Type="http://schemas.microsoft.com/office/2011/relationships/chartColorStyle" Target="colors67.xml"/><Relationship Id="rId1" Type="http://schemas.microsoft.com/office/2011/relationships/chartStyle" Target="style67.xml"/></Relationships>
</file>

<file path=ppt/charts/_rels/chart99.xml.rels><?xml version="1.0" encoding="UTF-8" standalone="yes"?>
<Relationships xmlns="http://schemas.openxmlformats.org/package/2006/relationships"><Relationship Id="rId3" Type="http://schemas.openxmlformats.org/officeDocument/2006/relationships/oleObject" Target="file:///C:\Users\Stark\Desktop\&#20013;&#22269;&#26377;&#26426;&#30789;&#20013;&#38388;&#20307;&#24180;&#24230;&#28040;&#36153;&#37327;.xlsx" TargetMode="External"/><Relationship Id="rId2" Type="http://schemas.microsoft.com/office/2011/relationships/chartColorStyle" Target="colors68.xml"/><Relationship Id="rId1" Type="http://schemas.microsoft.com/office/2011/relationships/chartStyle" Target="style68.xml"/></Relationships>
</file>

<file path=ppt/charts/_rels/chart100.xml.rels><?xml version="1.0" encoding="UTF-8" standalone="yes"?>
<Relationships xmlns="http://schemas.openxmlformats.org/package/2006/relationships"><Relationship Id="rId3" Type="http://schemas.openxmlformats.org/officeDocument/2006/relationships/oleObject" Target="file:///E:\WeChat%20Files\wxid_szi3y6g99a0t12\FileStorage\File\2022-08\&#21512;&#30427;&#30789;&#19994;&#24213;&#31295;0314.xlsx" TargetMode="External"/><Relationship Id="rId2" Type="http://schemas.microsoft.com/office/2011/relationships/chartColorStyle" Target="colors69.xml"/><Relationship Id="rId1" Type="http://schemas.microsoft.com/office/2011/relationships/chartStyle" Target="style69.xml"/></Relationships>
</file>

<file path=ppt/charts/_rels/chart101.xml.rels><?xml version="1.0" encoding="UTF-8" standalone="yes"?>
<Relationships xmlns="http://schemas.openxmlformats.org/package/2006/relationships"><Relationship Id="rId3"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 Id="rId2" Type="http://schemas.microsoft.com/office/2011/relationships/chartColorStyle" Target="colors70.xml"/><Relationship Id="rId1" Type="http://schemas.microsoft.com/office/2011/relationships/chartStyle" Target="style70.xml"/></Relationships>
</file>

<file path=ppt/charts/_rels/chart102.xml.rels><?xml version="1.0" encoding="UTF-8" standalone="yes"?>
<Relationships xmlns="http://schemas.openxmlformats.org/package/2006/relationships"><Relationship Id="rId3" Type="http://schemas.openxmlformats.org/officeDocument/2006/relationships/oleObject" Target="file:///E:\WeChat%20Files\wxid_szi3y6g99a0t12\FileStorage\File\2022-08\&#21512;&#30427;&#30789;&#19994;&#24213;&#31295;0314.xlsx" TargetMode="External"/><Relationship Id="rId2" Type="http://schemas.microsoft.com/office/2011/relationships/chartColorStyle" Target="colors71.xml"/><Relationship Id="rId1" Type="http://schemas.microsoft.com/office/2011/relationships/chartStyle" Target="style71.xml"/></Relationships>
</file>

<file path=ppt/charts/_rels/chart103.xml.rels><?xml version="1.0" encoding="UTF-8" standalone="yes"?>
<Relationships xmlns="http://schemas.openxmlformats.org/package/2006/relationships"><Relationship Id="rId3" Type="http://schemas.openxmlformats.org/officeDocument/2006/relationships/oleObject" Target="file:///E:\WeChat%20Files\wxid_szi3y6g99a0t12\FileStorage\File\2022-08\&#21512;&#30427;&#30789;&#19994;&#24213;&#31295;0314.xlsx" TargetMode="External"/><Relationship Id="rId2" Type="http://schemas.microsoft.com/office/2011/relationships/chartColorStyle" Target="colors72.xml"/><Relationship Id="rId1" Type="http://schemas.microsoft.com/office/2011/relationships/chartStyle" Target="style72.xml"/></Relationships>
</file>

<file path=ppt/charts/_rels/chart104.xml.rels><?xml version="1.0" encoding="UTF-8" standalone="yes"?>
<Relationships xmlns="http://schemas.openxmlformats.org/package/2006/relationships"><Relationship Id="rId3" Type="http://schemas.openxmlformats.org/officeDocument/2006/relationships/oleObject" Target="file:///E:\WeChat%20Files\wxid_szi3y6g99a0t12\FileStorage\File\2022-08\&#21512;&#30427;&#30789;&#19994;&#24213;&#31295;0314.xlsx" TargetMode="External"/><Relationship Id="rId2" Type="http://schemas.microsoft.com/office/2011/relationships/chartColorStyle" Target="colors73.xml"/><Relationship Id="rId1" Type="http://schemas.microsoft.com/office/2011/relationships/chartStyle" Target="style73.xml"/></Relationships>
</file>

<file path=ppt/charts/_rels/chart105.xml.rels><?xml version="1.0" encoding="UTF-8" standalone="yes"?>
<Relationships xmlns="http://schemas.openxmlformats.org/package/2006/relationships"><Relationship Id="rId3" Type="http://schemas.openxmlformats.org/officeDocument/2006/relationships/oleObject" Target="file:///E:\WeChat%20Files\wxid_szi3y6g99a0t12\FileStorage\File\2022-08\&#21512;&#30427;&#30789;&#19994;&#24213;&#31295;0314.xlsx" TargetMode="External"/><Relationship Id="rId2" Type="http://schemas.microsoft.com/office/2011/relationships/chartColorStyle" Target="colors74.xml"/><Relationship Id="rId1" Type="http://schemas.microsoft.com/office/2011/relationships/chartStyle" Target="style74.xml"/></Relationships>
</file>

<file path=ppt/charts/_rels/chart106.xml.rels><?xml version="1.0" encoding="UTF-8" standalone="yes"?>
<Relationships xmlns="http://schemas.openxmlformats.org/package/2006/relationships"><Relationship Id="rId3" Type="http://schemas.openxmlformats.org/officeDocument/2006/relationships/oleObject" Target="file:///E:\WeChat%20Files\wxid_szi3y6g99a0t12\FileStorage\File\2022-08\&#21512;&#30427;&#30789;&#19994;&#24213;&#31295;0314.xlsx" TargetMode="External"/><Relationship Id="rId2" Type="http://schemas.microsoft.com/office/2011/relationships/chartColorStyle" Target="colors75.xml"/><Relationship Id="rId1" Type="http://schemas.microsoft.com/office/2011/relationships/chartStyle" Target="style75.xml"/></Relationships>
</file>

<file path=ppt/charts/_rels/chart107.xml.rels><?xml version="1.0" encoding="UTF-8" standalone="yes"?>
<Relationships xmlns="http://schemas.openxmlformats.org/package/2006/relationships"><Relationship Id="rId3" Type="http://schemas.openxmlformats.org/officeDocument/2006/relationships/oleObject" Target="file:///C:\Users\Stark\Desktop\&#12304;&#38271;&#27743;&#21270;&#24037;&#39532;&#22826;&#22242;&#38431;&#12305;&#21270;&#24037;&#20135;&#21697;&#20215;&#26684;&#25968;&#25454;&#24211;20240303.xlsx" TargetMode="External"/><Relationship Id="rId2" Type="http://schemas.microsoft.com/office/2011/relationships/chartColorStyle" Target="colors76.xml"/><Relationship Id="rId1" Type="http://schemas.microsoft.com/office/2011/relationships/chartStyle" Target="style76.xml"/></Relationships>
</file>

<file path=ppt/charts/_rels/chart108.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0852;&#21457;&#38598;&#22242;&#28145;&#24230;&#25253;&#21578;.xlsx" TargetMode="External"/><Relationship Id="rId2" Type="http://schemas.microsoft.com/office/2011/relationships/chartColorStyle" Target="colors77.xml"/><Relationship Id="rId1" Type="http://schemas.microsoft.com/office/2011/relationships/chartStyle" Target="style77.xml"/></Relationships>
</file>

<file path=ppt/charts/_rels/chart109.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0852;&#21457;&#38598;&#22242;&#28145;&#24230;&#25253;&#21578;.xlsx" TargetMode="External"/><Relationship Id="rId2" Type="http://schemas.microsoft.com/office/2011/relationships/chartColorStyle" Target="colors78.xml"/><Relationship Id="rId1" Type="http://schemas.microsoft.com/office/2011/relationships/chartStyle" Target="style78.xml"/></Relationships>
</file>

<file path=ppt/charts/_rels/chart110.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0852;&#21457;&#38598;&#22242;&#28145;&#24230;&#25253;&#21578;.xlsx" TargetMode="External"/><Relationship Id="rId2" Type="http://schemas.microsoft.com/office/2011/relationships/chartColorStyle" Target="colors79.xml"/><Relationship Id="rId1" Type="http://schemas.microsoft.com/office/2011/relationships/chartStyle" Target="style79.xml"/></Relationships>
</file>

<file path=ppt/charts/_rels/chart111.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0852;&#21457;&#38598;&#22242;&#28145;&#24230;&#25253;&#21578;.xlsx" TargetMode="External"/><Relationship Id="rId2" Type="http://schemas.microsoft.com/office/2011/relationships/chartColorStyle" Target="colors80.xml"/><Relationship Id="rId1" Type="http://schemas.microsoft.com/office/2011/relationships/chartStyle" Target="style80.xml"/></Relationships>
</file>

<file path=ppt/charts/_rels/chart112.xml.rels><?xml version="1.0" encoding="UTF-8" standalone="yes"?>
<Relationships xmlns="http://schemas.openxmlformats.org/package/2006/relationships"><Relationship Id="rId3" Type="http://schemas.openxmlformats.org/officeDocument/2006/relationships/oleObject" Target="file:///C:\Users\&#33707;&#33707;0805\Desktop\&#20852;&#21457;&#38598;&#22242;\&#12304;&#38271;&#27743;&#21270;&#24037;&#12305;&#20852;&#21457;&#38598;&#22242;&#65306;&#20056;&#30967;&#32780;&#20852;&#65292;&#30528;&#21147;&#39640;&#31471;&#65292;&#22810;&#32447;&#40784;&#39134;.xlsx" TargetMode="External"/><Relationship Id="rId2" Type="http://schemas.microsoft.com/office/2011/relationships/chartColorStyle" Target="colors81.xml"/><Relationship Id="rId1" Type="http://schemas.microsoft.com/office/2011/relationships/chartStyle" Target="style81.xml"/></Relationships>
</file>

<file path=ppt/charts/_rels/chart113.xml.rels><?xml version="1.0" encoding="UTF-8" standalone="yes"?>
<Relationships xmlns="http://schemas.openxmlformats.org/package/2006/relationships"><Relationship Id="rId3" Type="http://schemas.openxmlformats.org/officeDocument/2006/relationships/oleObject" Target="file:///C:\Users\&#33457;&#31258;\Desktop\cj&#23454;&#20064;\&#36148;ppt\&#20852;&#21457;&#38598;&#22242;\&#12304;&#38271;&#27743;&#21270;&#24037;&#12305;&#20852;&#21457;&#38598;&#22242;&#65306;&#20056;&#30967;&#32780;&#20852;&#65292;&#30528;&#21147;&#39640;&#31471;&#65292;&#22810;&#32447;&#40784;&#39134;.xlsx" TargetMode="External"/><Relationship Id="rId2" Type="http://schemas.microsoft.com/office/2011/relationships/chartColorStyle" Target="colors82.xml"/><Relationship Id="rId1" Type="http://schemas.microsoft.com/office/2011/relationships/chartStyle" Target="style82.xml"/></Relationships>
</file>

<file path=ppt/charts/_rels/chart114.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0852;&#21457;&#38598;&#22242;&#28145;&#24230;&#25253;&#21578;.xlsx" TargetMode="External"/><Relationship Id="rId2" Type="http://schemas.microsoft.com/office/2011/relationships/chartColorStyle" Target="colors83.xml"/><Relationship Id="rId1" Type="http://schemas.microsoft.com/office/2011/relationships/chartStyle" Target="style83.xml"/></Relationships>
</file>

<file path=ppt/charts/_rels/chart115.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0852;&#21457;&#38598;&#22242;&#28145;&#24230;&#25253;&#21578;.xlsx" TargetMode="External"/><Relationship Id="rId2" Type="http://schemas.microsoft.com/office/2011/relationships/chartColorStyle" Target="colors84.xml"/><Relationship Id="rId1" Type="http://schemas.microsoft.com/office/2011/relationships/chartStyle" Target="style84.xml"/></Relationships>
</file>

<file path=ppt/charts/_rels/chart116.xml.rels><?xml version="1.0" encoding="UTF-8" standalone="yes"?>
<Relationships xmlns="http://schemas.openxmlformats.org/package/2006/relationships"><Relationship Id="rId3" Type="http://schemas.openxmlformats.org/officeDocument/2006/relationships/oleObject" Target="file:///C:\Users\&#33707;&#33707;0805\Desktop\&#12304;&#38271;&#27743;&#21270;&#24037;&#12305;&#20852;&#21457;&#38598;&#22242;&#28145;&#24230;&#25253;&#21578;.xlsx" TargetMode="External"/><Relationship Id="rId2" Type="http://schemas.microsoft.com/office/2011/relationships/chartColorStyle" Target="colors85.xml"/><Relationship Id="rId1" Type="http://schemas.microsoft.com/office/2011/relationships/chartStyle" Target="style85.xml"/></Relationships>
</file>

<file path=ppt/charts/_rels/chart117.xml.rels><?xml version="1.0" encoding="UTF-8" standalone="yes"?>
<Relationships xmlns="http://schemas.openxmlformats.org/package/2006/relationships"><Relationship Id="rId3" Type="http://schemas.openxmlformats.org/officeDocument/2006/relationships/oleObject" Target="file:///C:\Users\Stark\Desktop\&#26757;&#33457;&#29983;&#29289;Q3.xlsx" TargetMode="External"/><Relationship Id="rId2" Type="http://schemas.microsoft.com/office/2011/relationships/chartColorStyle" Target="colors86.xml"/><Relationship Id="rId1" Type="http://schemas.microsoft.com/office/2011/relationships/chartStyle" Target="style86.xm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磷矿石!$C$7</c:f>
              <c:strCache>
                <c:ptCount val="1"/>
                <c:pt idx="0">
                  <c:v>磷矿石产能（万吨/年）</c:v>
                </c:pt>
              </c:strCache>
            </c:strRef>
          </c:tx>
          <c:spPr>
            <a:solidFill>
              <a:srgbClr val="E10000"/>
            </a:solidFill>
            <a:ln w="6350">
              <a:noFill/>
              <a:prstDash val="solid"/>
            </a:ln>
            <a:effectLst/>
          </c:spPr>
          <c:invertIfNegative val="0"/>
          <c:dPt>
            <c:idx val="2"/>
            <c:invertIfNegative val="0"/>
            <c:bubble3D val="0"/>
            <c:spPr>
              <a:solidFill>
                <a:schemeClr val="accent4"/>
              </a:solidFill>
              <a:ln w="6350">
                <a:noFill/>
                <a:prstDash val="solid"/>
              </a:ln>
              <a:effectLst/>
            </c:spPr>
            <c:extLst xmlns:c16r2="http://schemas.microsoft.com/office/drawing/2015/06/chart">
              <c:ext xmlns:c16="http://schemas.microsoft.com/office/drawing/2014/chart" uri="{C3380CC4-5D6E-409C-BE32-E72D297353CC}">
                <c16:uniqueId val="{00000000-DFBF-4B54-9BAD-6C88E3BC889B}"/>
              </c:ext>
            </c:extLst>
          </c:dPt>
          <c:dLbls>
            <c:dLbl>
              <c:idx val="2"/>
              <c:layout>
                <c:manualLayout>
                  <c:x val="0"/>
                  <c:y val="-5.7024830497058955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DFBF-4B54-9BAD-6C88E3BC889B}"/>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lang="en-US" altLang="zh-CN" sz="1050" b="1" i="0" u="none" strike="noStrike" kern="1200" baseline="0">
                    <a:solidFill>
                      <a:schemeClr val="tx1"/>
                    </a:solidFill>
                    <a:latin typeface="微软雅黑" panose="020B0503020204020204" pitchFamily="34" charset="-122"/>
                    <a:ea typeface="微软雅黑" panose="020B0503020204020204" pitchFamily="34" charset="-122"/>
                    <a:cs typeface="华文细黑"/>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磷矿石!$D$6:$L$6</c:f>
              <c:strCache>
                <c:ptCount val="9"/>
                <c:pt idx="0">
                  <c:v>云天化</c:v>
                </c:pt>
                <c:pt idx="1">
                  <c:v>瓮福集团</c:v>
                </c:pt>
                <c:pt idx="2">
                  <c:v>兴发集团</c:v>
                </c:pt>
                <c:pt idx="3">
                  <c:v>川恒股份</c:v>
                </c:pt>
                <c:pt idx="4">
                  <c:v>川发龙蟒</c:v>
                </c:pt>
                <c:pt idx="5">
                  <c:v>ST澄星</c:v>
                </c:pt>
                <c:pt idx="6">
                  <c:v>天原股份</c:v>
                </c:pt>
                <c:pt idx="7">
                  <c:v>新洋丰</c:v>
                </c:pt>
                <c:pt idx="8">
                  <c:v>司尔特</c:v>
                </c:pt>
              </c:strCache>
            </c:strRef>
          </c:cat>
          <c:val>
            <c:numRef>
              <c:f>磷矿石!$D$7:$L$7</c:f>
              <c:numCache>
                <c:formatCode>General</c:formatCode>
                <c:ptCount val="9"/>
                <c:pt idx="0">
                  <c:v>1450</c:v>
                </c:pt>
                <c:pt idx="1">
                  <c:v>750</c:v>
                </c:pt>
                <c:pt idx="2">
                  <c:v>415</c:v>
                </c:pt>
                <c:pt idx="3">
                  <c:v>250</c:v>
                </c:pt>
                <c:pt idx="4">
                  <c:v>115</c:v>
                </c:pt>
                <c:pt idx="5">
                  <c:v>110</c:v>
                </c:pt>
                <c:pt idx="6">
                  <c:v>90</c:v>
                </c:pt>
                <c:pt idx="7">
                  <c:v>90</c:v>
                </c:pt>
                <c:pt idx="8">
                  <c:v>80</c:v>
                </c:pt>
              </c:numCache>
            </c:numRef>
          </c:val>
          <c:extLst xmlns:c16r2="http://schemas.microsoft.com/office/drawing/2015/06/chart">
            <c:ext xmlns:c16="http://schemas.microsoft.com/office/drawing/2014/chart" uri="{C3380CC4-5D6E-409C-BE32-E72D297353CC}">
              <c16:uniqueId val="{00000001-DFBF-4B54-9BAD-6C88E3BC889B}"/>
            </c:ext>
          </c:extLst>
        </c:ser>
        <c:dLbls>
          <c:showLegendKey val="0"/>
          <c:showVal val="0"/>
          <c:showCatName val="0"/>
          <c:showSerName val="0"/>
          <c:showPercent val="0"/>
          <c:showBubbleSize val="0"/>
        </c:dLbls>
        <c:gapWidth val="219"/>
        <c:overlap val="-27"/>
        <c:axId val="631976960"/>
        <c:axId val="631979680"/>
      </c:barChart>
      <c:catAx>
        <c:axId val="63197696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en-US" altLang="zh-CN" sz="1000" b="1" i="0" u="none" strike="noStrike" kern="1200" baseline="0">
                <a:solidFill>
                  <a:schemeClr val="tx1"/>
                </a:solidFill>
                <a:latin typeface="微软雅黑" panose="020B0503020204020204" pitchFamily="34" charset="-122"/>
                <a:ea typeface="微软雅黑" panose="020B0503020204020204" pitchFamily="34" charset="-122"/>
                <a:cs typeface="华文细黑"/>
              </a:defRPr>
            </a:pPr>
            <a:endParaRPr lang="zh-CN"/>
          </a:p>
        </c:txPr>
        <c:crossAx val="631979680"/>
        <c:crosses val="autoZero"/>
        <c:auto val="1"/>
        <c:lblAlgn val="ctr"/>
        <c:lblOffset val="100"/>
        <c:noMultiLvlLbl val="0"/>
      </c:catAx>
      <c:valAx>
        <c:axId val="631979680"/>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000" b="1" i="0" u="none" strike="noStrike" kern="1200" baseline="0">
                <a:solidFill>
                  <a:schemeClr val="tx1"/>
                </a:solidFill>
                <a:latin typeface="微软雅黑" panose="020B0503020204020204" pitchFamily="34" charset="-122"/>
                <a:ea typeface="微软雅黑" panose="020B0503020204020204" pitchFamily="34" charset="-122"/>
                <a:cs typeface="华文细黑"/>
              </a:defRPr>
            </a:pPr>
            <a:endParaRPr lang="zh-CN"/>
          </a:p>
        </c:txPr>
        <c:crossAx val="631976960"/>
        <c:crosses val="autoZero"/>
        <c:crossBetween val="between"/>
      </c:valAx>
      <c:spPr>
        <a:noFill/>
        <a:ln>
          <a:noFill/>
        </a:ln>
        <a:effectLst/>
      </c:spPr>
    </c:plotArea>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lang="en-US" altLang="zh-CN" sz="1050" b="1" i="0" u="none" strike="noStrike" kern="1200" baseline="0">
          <a:solidFill>
            <a:schemeClr val="tx1"/>
          </a:solidFill>
          <a:latin typeface="微软雅黑" panose="020B0503020204020204" pitchFamily="34" charset="-122"/>
          <a:ea typeface="微软雅黑" panose="020B0503020204020204" pitchFamily="34" charset="-122"/>
          <a:cs typeface="华文细黑"/>
        </a:defRPr>
      </a:pPr>
      <a:endParaRPr lang="zh-CN"/>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磷矿石!$C$30</c:f>
              <c:strCache>
                <c:ptCount val="1"/>
                <c:pt idx="0">
                  <c:v>磷矿采选毛利率（云天化）</c:v>
                </c:pt>
              </c:strCache>
            </c:strRef>
          </c:tx>
          <c:spPr>
            <a:ln w="19050" cap="rnd">
              <a:solidFill>
                <a:schemeClr val="bg1">
                  <a:lumMod val="50000"/>
                </a:schemeClr>
              </a:solidFill>
              <a:prstDash val="solid"/>
              <a:round/>
            </a:ln>
            <a:effectLst/>
          </c:spPr>
          <c:marker>
            <c:symbol val="diamond"/>
            <c:size val="2"/>
            <c:spPr>
              <a:solidFill>
                <a:srgbClr val="E10000"/>
              </a:solidFill>
              <a:ln w="19050">
                <a:solidFill>
                  <a:schemeClr val="bg1">
                    <a:lumMod val="50000"/>
                  </a:schemeClr>
                </a:solidFill>
                <a:prstDash val="solid"/>
              </a:ln>
              <a:effectLst/>
            </c:spPr>
          </c:marker>
          <c:cat>
            <c:numRef>
              <c:f>磷矿石!$D$29:$I$29</c:f>
              <c:numCache>
                <c:formatCode>General</c:formatCode>
                <c:ptCount val="6"/>
                <c:pt idx="0">
                  <c:v>2016</c:v>
                </c:pt>
                <c:pt idx="1">
                  <c:v>2017</c:v>
                </c:pt>
                <c:pt idx="2">
                  <c:v>2018</c:v>
                </c:pt>
                <c:pt idx="3">
                  <c:v>2019</c:v>
                </c:pt>
                <c:pt idx="4">
                  <c:v>2020</c:v>
                </c:pt>
                <c:pt idx="5">
                  <c:v>2021</c:v>
                </c:pt>
              </c:numCache>
            </c:numRef>
          </c:cat>
          <c:val>
            <c:numRef>
              <c:f>磷矿石!$D$30:$I$30</c:f>
              <c:numCache>
                <c:formatCode>0%</c:formatCode>
                <c:ptCount val="6"/>
                <c:pt idx="0">
                  <c:v>0.3009</c:v>
                </c:pt>
                <c:pt idx="1">
                  <c:v>0.52259999999999995</c:v>
                </c:pt>
                <c:pt idx="2">
                  <c:v>0.50970000000000004</c:v>
                </c:pt>
                <c:pt idx="3">
                  <c:v>0.52159999999999995</c:v>
                </c:pt>
                <c:pt idx="4">
                  <c:v>0.50870000000000004</c:v>
                </c:pt>
                <c:pt idx="5">
                  <c:v>0.65069999999999995</c:v>
                </c:pt>
              </c:numCache>
            </c:numRef>
          </c:val>
          <c:smooth val="1"/>
          <c:extLst xmlns:c16r2="http://schemas.microsoft.com/office/drawing/2015/06/chart">
            <c:ext xmlns:c16="http://schemas.microsoft.com/office/drawing/2014/chart" uri="{C3380CC4-5D6E-409C-BE32-E72D297353CC}">
              <c16:uniqueId val="{00000000-945F-4B9D-89DF-AEB0D9F12A5D}"/>
            </c:ext>
          </c:extLst>
        </c:ser>
        <c:ser>
          <c:idx val="1"/>
          <c:order val="1"/>
          <c:tx>
            <c:strRef>
              <c:f>磷矿石!$C$31</c:f>
              <c:strCache>
                <c:ptCount val="1"/>
                <c:pt idx="0">
                  <c:v>磷矿石毛利率（兴发集团）</c:v>
                </c:pt>
              </c:strCache>
            </c:strRef>
          </c:tx>
          <c:spPr>
            <a:ln w="19050" cap="rnd">
              <a:solidFill>
                <a:srgbClr val="E10011"/>
              </a:solidFill>
              <a:prstDash val="solid"/>
              <a:round/>
            </a:ln>
            <a:effectLst/>
          </c:spPr>
          <c:marker>
            <c:symbol val="diamond"/>
            <c:size val="2"/>
            <c:spPr>
              <a:solidFill>
                <a:srgbClr val="C8C8C8"/>
              </a:solidFill>
              <a:ln w="19050">
                <a:solidFill>
                  <a:srgbClr val="E10011"/>
                </a:solidFill>
                <a:prstDash val="solid"/>
              </a:ln>
              <a:effectLst/>
            </c:spPr>
          </c:marker>
          <c:cat>
            <c:numRef>
              <c:f>磷矿石!$D$29:$I$29</c:f>
              <c:numCache>
                <c:formatCode>General</c:formatCode>
                <c:ptCount val="6"/>
                <c:pt idx="0">
                  <c:v>2016</c:v>
                </c:pt>
                <c:pt idx="1">
                  <c:v>2017</c:v>
                </c:pt>
                <c:pt idx="2">
                  <c:v>2018</c:v>
                </c:pt>
                <c:pt idx="3">
                  <c:v>2019</c:v>
                </c:pt>
                <c:pt idx="4">
                  <c:v>2020</c:v>
                </c:pt>
                <c:pt idx="5">
                  <c:v>2021</c:v>
                </c:pt>
              </c:numCache>
            </c:numRef>
          </c:cat>
          <c:val>
            <c:numRef>
              <c:f>磷矿石!$D$31:$I$31</c:f>
              <c:numCache>
                <c:formatCode>0%</c:formatCode>
                <c:ptCount val="6"/>
                <c:pt idx="0">
                  <c:v>0.66659999999999997</c:v>
                </c:pt>
                <c:pt idx="1">
                  <c:v>0.58940000000000003</c:v>
                </c:pt>
                <c:pt idx="2">
                  <c:v>0.57689999999999997</c:v>
                </c:pt>
                <c:pt idx="3">
                  <c:v>0.42049999999999998</c:v>
                </c:pt>
                <c:pt idx="4">
                  <c:v>0.4345</c:v>
                </c:pt>
                <c:pt idx="5">
                  <c:v>0.55020000000000002</c:v>
                </c:pt>
              </c:numCache>
            </c:numRef>
          </c:val>
          <c:smooth val="1"/>
          <c:extLst xmlns:c16r2="http://schemas.microsoft.com/office/drawing/2015/06/chart">
            <c:ext xmlns:c16="http://schemas.microsoft.com/office/drawing/2014/chart" uri="{C3380CC4-5D6E-409C-BE32-E72D297353CC}">
              <c16:uniqueId val="{00000001-945F-4B9D-89DF-AEB0D9F12A5D}"/>
            </c:ext>
          </c:extLst>
        </c:ser>
        <c:dLbls>
          <c:showLegendKey val="0"/>
          <c:showVal val="0"/>
          <c:showCatName val="0"/>
          <c:showSerName val="0"/>
          <c:showPercent val="0"/>
          <c:showBubbleSize val="0"/>
        </c:dLbls>
        <c:marker val="1"/>
        <c:smooth val="0"/>
        <c:axId val="631987840"/>
        <c:axId val="631980224"/>
      </c:lineChart>
      <c:catAx>
        <c:axId val="63198784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0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1980224"/>
        <c:crosses val="autoZero"/>
        <c:auto val="1"/>
        <c:lblAlgn val="ctr"/>
        <c:lblOffset val="100"/>
        <c:noMultiLvlLbl val="0"/>
      </c:catAx>
      <c:valAx>
        <c:axId val="63198022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0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198784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0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200" b="1">
          <a:solidFill>
            <a:schemeClr val="tx1"/>
          </a:solidFill>
        </a:defRPr>
      </a:pPr>
      <a:endParaRPr lang="zh-CN"/>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磷肥价格及价差!$W$1</c:f>
              <c:strCache>
                <c:ptCount val="1"/>
                <c:pt idx="0">
                  <c:v>磷矿石（摩洛哥-印度CFR（70-72BPL），美元/吨）</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磷肥价格及价差!$V$3715:$V$6333</c:f>
              <c:numCache>
                <c:formatCode>m/d/yyyy</c:formatCode>
                <c:ptCount val="2619"/>
                <c:pt idx="0">
                  <c:v>42736</c:v>
                </c:pt>
                <c:pt idx="1">
                  <c:v>42737</c:v>
                </c:pt>
                <c:pt idx="2">
                  <c:v>42738</c:v>
                </c:pt>
                <c:pt idx="3">
                  <c:v>42739</c:v>
                </c:pt>
                <c:pt idx="4">
                  <c:v>42740</c:v>
                </c:pt>
                <c:pt idx="5">
                  <c:v>42741</c:v>
                </c:pt>
                <c:pt idx="6">
                  <c:v>42742</c:v>
                </c:pt>
                <c:pt idx="7">
                  <c:v>42743</c:v>
                </c:pt>
                <c:pt idx="8">
                  <c:v>42744</c:v>
                </c:pt>
                <c:pt idx="9">
                  <c:v>42745</c:v>
                </c:pt>
                <c:pt idx="10">
                  <c:v>42746</c:v>
                </c:pt>
                <c:pt idx="11">
                  <c:v>42747</c:v>
                </c:pt>
                <c:pt idx="12">
                  <c:v>42748</c:v>
                </c:pt>
                <c:pt idx="13">
                  <c:v>42749</c:v>
                </c:pt>
                <c:pt idx="14">
                  <c:v>42750</c:v>
                </c:pt>
                <c:pt idx="15">
                  <c:v>42751</c:v>
                </c:pt>
                <c:pt idx="16">
                  <c:v>42752</c:v>
                </c:pt>
                <c:pt idx="17">
                  <c:v>42753</c:v>
                </c:pt>
                <c:pt idx="18">
                  <c:v>42754</c:v>
                </c:pt>
                <c:pt idx="19">
                  <c:v>42755</c:v>
                </c:pt>
                <c:pt idx="20">
                  <c:v>42756</c:v>
                </c:pt>
                <c:pt idx="21">
                  <c:v>42757</c:v>
                </c:pt>
                <c:pt idx="22">
                  <c:v>42758</c:v>
                </c:pt>
                <c:pt idx="23">
                  <c:v>42759</c:v>
                </c:pt>
                <c:pt idx="24">
                  <c:v>42760</c:v>
                </c:pt>
                <c:pt idx="25">
                  <c:v>42761</c:v>
                </c:pt>
                <c:pt idx="26">
                  <c:v>42762</c:v>
                </c:pt>
                <c:pt idx="27">
                  <c:v>42763</c:v>
                </c:pt>
                <c:pt idx="28">
                  <c:v>42764</c:v>
                </c:pt>
                <c:pt idx="29">
                  <c:v>42765</c:v>
                </c:pt>
                <c:pt idx="30">
                  <c:v>42766</c:v>
                </c:pt>
                <c:pt idx="31">
                  <c:v>42767</c:v>
                </c:pt>
                <c:pt idx="32">
                  <c:v>42768</c:v>
                </c:pt>
                <c:pt idx="33">
                  <c:v>42769</c:v>
                </c:pt>
                <c:pt idx="34">
                  <c:v>42770</c:v>
                </c:pt>
                <c:pt idx="35">
                  <c:v>42771</c:v>
                </c:pt>
                <c:pt idx="36">
                  <c:v>42772</c:v>
                </c:pt>
                <c:pt idx="37">
                  <c:v>42773</c:v>
                </c:pt>
                <c:pt idx="38">
                  <c:v>42774</c:v>
                </c:pt>
                <c:pt idx="39">
                  <c:v>42775</c:v>
                </c:pt>
                <c:pt idx="40">
                  <c:v>42776</c:v>
                </c:pt>
                <c:pt idx="41">
                  <c:v>42777</c:v>
                </c:pt>
                <c:pt idx="42">
                  <c:v>42778</c:v>
                </c:pt>
                <c:pt idx="43">
                  <c:v>42779</c:v>
                </c:pt>
                <c:pt idx="44">
                  <c:v>42780</c:v>
                </c:pt>
                <c:pt idx="45">
                  <c:v>42781</c:v>
                </c:pt>
                <c:pt idx="46">
                  <c:v>42782</c:v>
                </c:pt>
                <c:pt idx="47">
                  <c:v>42783</c:v>
                </c:pt>
                <c:pt idx="48">
                  <c:v>42784</c:v>
                </c:pt>
                <c:pt idx="49">
                  <c:v>42785</c:v>
                </c:pt>
                <c:pt idx="50">
                  <c:v>42786</c:v>
                </c:pt>
                <c:pt idx="51">
                  <c:v>42787</c:v>
                </c:pt>
                <c:pt idx="52">
                  <c:v>42788</c:v>
                </c:pt>
                <c:pt idx="53">
                  <c:v>42789</c:v>
                </c:pt>
                <c:pt idx="54">
                  <c:v>42790</c:v>
                </c:pt>
                <c:pt idx="55">
                  <c:v>42791</c:v>
                </c:pt>
                <c:pt idx="56">
                  <c:v>42792</c:v>
                </c:pt>
                <c:pt idx="57">
                  <c:v>42793</c:v>
                </c:pt>
                <c:pt idx="58">
                  <c:v>42794</c:v>
                </c:pt>
                <c:pt idx="59">
                  <c:v>42795</c:v>
                </c:pt>
                <c:pt idx="60">
                  <c:v>42796</c:v>
                </c:pt>
                <c:pt idx="61">
                  <c:v>42797</c:v>
                </c:pt>
                <c:pt idx="62">
                  <c:v>42798</c:v>
                </c:pt>
                <c:pt idx="63">
                  <c:v>42799</c:v>
                </c:pt>
                <c:pt idx="64">
                  <c:v>42800</c:v>
                </c:pt>
                <c:pt idx="65">
                  <c:v>42801</c:v>
                </c:pt>
                <c:pt idx="66">
                  <c:v>42802</c:v>
                </c:pt>
                <c:pt idx="67">
                  <c:v>42803</c:v>
                </c:pt>
                <c:pt idx="68">
                  <c:v>42804</c:v>
                </c:pt>
                <c:pt idx="69">
                  <c:v>42805</c:v>
                </c:pt>
                <c:pt idx="70">
                  <c:v>42806</c:v>
                </c:pt>
                <c:pt idx="71">
                  <c:v>42807</c:v>
                </c:pt>
                <c:pt idx="72">
                  <c:v>42808</c:v>
                </c:pt>
                <c:pt idx="73">
                  <c:v>42809</c:v>
                </c:pt>
                <c:pt idx="74">
                  <c:v>42810</c:v>
                </c:pt>
                <c:pt idx="75">
                  <c:v>42811</c:v>
                </c:pt>
                <c:pt idx="76">
                  <c:v>42812</c:v>
                </c:pt>
                <c:pt idx="77">
                  <c:v>42813</c:v>
                </c:pt>
                <c:pt idx="78">
                  <c:v>42814</c:v>
                </c:pt>
                <c:pt idx="79">
                  <c:v>42815</c:v>
                </c:pt>
                <c:pt idx="80">
                  <c:v>42816</c:v>
                </c:pt>
                <c:pt idx="81">
                  <c:v>42817</c:v>
                </c:pt>
                <c:pt idx="82">
                  <c:v>42818</c:v>
                </c:pt>
                <c:pt idx="83">
                  <c:v>42819</c:v>
                </c:pt>
                <c:pt idx="84">
                  <c:v>42820</c:v>
                </c:pt>
                <c:pt idx="85">
                  <c:v>42821</c:v>
                </c:pt>
                <c:pt idx="86">
                  <c:v>42822</c:v>
                </c:pt>
                <c:pt idx="87">
                  <c:v>42823</c:v>
                </c:pt>
                <c:pt idx="88">
                  <c:v>42824</c:v>
                </c:pt>
                <c:pt idx="89">
                  <c:v>42825</c:v>
                </c:pt>
                <c:pt idx="90">
                  <c:v>42826</c:v>
                </c:pt>
                <c:pt idx="91">
                  <c:v>42827</c:v>
                </c:pt>
                <c:pt idx="92">
                  <c:v>42828</c:v>
                </c:pt>
                <c:pt idx="93">
                  <c:v>42829</c:v>
                </c:pt>
                <c:pt idx="94">
                  <c:v>42830</c:v>
                </c:pt>
                <c:pt idx="95">
                  <c:v>42831</c:v>
                </c:pt>
                <c:pt idx="96">
                  <c:v>42832</c:v>
                </c:pt>
                <c:pt idx="97">
                  <c:v>42833</c:v>
                </c:pt>
                <c:pt idx="98">
                  <c:v>42834</c:v>
                </c:pt>
                <c:pt idx="99">
                  <c:v>42835</c:v>
                </c:pt>
                <c:pt idx="100">
                  <c:v>42836</c:v>
                </c:pt>
                <c:pt idx="101">
                  <c:v>42837</c:v>
                </c:pt>
                <c:pt idx="102">
                  <c:v>42838</c:v>
                </c:pt>
                <c:pt idx="103">
                  <c:v>42839</c:v>
                </c:pt>
                <c:pt idx="104">
                  <c:v>42840</c:v>
                </c:pt>
                <c:pt idx="105">
                  <c:v>42841</c:v>
                </c:pt>
                <c:pt idx="106">
                  <c:v>42842</c:v>
                </c:pt>
                <c:pt idx="107">
                  <c:v>42843</c:v>
                </c:pt>
                <c:pt idx="108">
                  <c:v>42844</c:v>
                </c:pt>
                <c:pt idx="109">
                  <c:v>42845</c:v>
                </c:pt>
                <c:pt idx="110">
                  <c:v>42846</c:v>
                </c:pt>
                <c:pt idx="111">
                  <c:v>42847</c:v>
                </c:pt>
                <c:pt idx="112">
                  <c:v>42848</c:v>
                </c:pt>
                <c:pt idx="113">
                  <c:v>42849</c:v>
                </c:pt>
                <c:pt idx="114">
                  <c:v>42850</c:v>
                </c:pt>
                <c:pt idx="115">
                  <c:v>42851</c:v>
                </c:pt>
                <c:pt idx="116">
                  <c:v>42852</c:v>
                </c:pt>
                <c:pt idx="117">
                  <c:v>42853</c:v>
                </c:pt>
                <c:pt idx="118">
                  <c:v>42854</c:v>
                </c:pt>
                <c:pt idx="119">
                  <c:v>42855</c:v>
                </c:pt>
                <c:pt idx="120">
                  <c:v>42856</c:v>
                </c:pt>
                <c:pt idx="121">
                  <c:v>42857</c:v>
                </c:pt>
                <c:pt idx="122">
                  <c:v>42858</c:v>
                </c:pt>
                <c:pt idx="123">
                  <c:v>42859</c:v>
                </c:pt>
                <c:pt idx="124">
                  <c:v>42860</c:v>
                </c:pt>
                <c:pt idx="125">
                  <c:v>42861</c:v>
                </c:pt>
                <c:pt idx="126">
                  <c:v>42862</c:v>
                </c:pt>
                <c:pt idx="127">
                  <c:v>42863</c:v>
                </c:pt>
                <c:pt idx="128">
                  <c:v>42864</c:v>
                </c:pt>
                <c:pt idx="129">
                  <c:v>42865</c:v>
                </c:pt>
                <c:pt idx="130">
                  <c:v>42866</c:v>
                </c:pt>
                <c:pt idx="131">
                  <c:v>42867</c:v>
                </c:pt>
                <c:pt idx="132">
                  <c:v>42868</c:v>
                </c:pt>
                <c:pt idx="133">
                  <c:v>42869</c:v>
                </c:pt>
                <c:pt idx="134">
                  <c:v>42870</c:v>
                </c:pt>
                <c:pt idx="135">
                  <c:v>42871</c:v>
                </c:pt>
                <c:pt idx="136">
                  <c:v>42872</c:v>
                </c:pt>
                <c:pt idx="137">
                  <c:v>42873</c:v>
                </c:pt>
                <c:pt idx="138">
                  <c:v>42874</c:v>
                </c:pt>
                <c:pt idx="139">
                  <c:v>42875</c:v>
                </c:pt>
                <c:pt idx="140">
                  <c:v>42876</c:v>
                </c:pt>
                <c:pt idx="141">
                  <c:v>42877</c:v>
                </c:pt>
                <c:pt idx="142">
                  <c:v>42878</c:v>
                </c:pt>
                <c:pt idx="143">
                  <c:v>42879</c:v>
                </c:pt>
                <c:pt idx="144">
                  <c:v>42880</c:v>
                </c:pt>
                <c:pt idx="145">
                  <c:v>42881</c:v>
                </c:pt>
                <c:pt idx="146">
                  <c:v>42882</c:v>
                </c:pt>
                <c:pt idx="147">
                  <c:v>42883</c:v>
                </c:pt>
                <c:pt idx="148">
                  <c:v>42884</c:v>
                </c:pt>
                <c:pt idx="149">
                  <c:v>42885</c:v>
                </c:pt>
                <c:pt idx="150">
                  <c:v>42886</c:v>
                </c:pt>
                <c:pt idx="151">
                  <c:v>42887</c:v>
                </c:pt>
                <c:pt idx="152">
                  <c:v>42888</c:v>
                </c:pt>
                <c:pt idx="153">
                  <c:v>42889</c:v>
                </c:pt>
                <c:pt idx="154">
                  <c:v>42890</c:v>
                </c:pt>
                <c:pt idx="155">
                  <c:v>42891</c:v>
                </c:pt>
                <c:pt idx="156">
                  <c:v>42892</c:v>
                </c:pt>
                <c:pt idx="157">
                  <c:v>42893</c:v>
                </c:pt>
                <c:pt idx="158">
                  <c:v>42894</c:v>
                </c:pt>
                <c:pt idx="159">
                  <c:v>42895</c:v>
                </c:pt>
                <c:pt idx="160">
                  <c:v>42896</c:v>
                </c:pt>
                <c:pt idx="161">
                  <c:v>42897</c:v>
                </c:pt>
                <c:pt idx="162">
                  <c:v>42898</c:v>
                </c:pt>
                <c:pt idx="163">
                  <c:v>42899</c:v>
                </c:pt>
                <c:pt idx="164">
                  <c:v>42900</c:v>
                </c:pt>
                <c:pt idx="165">
                  <c:v>42901</c:v>
                </c:pt>
                <c:pt idx="166">
                  <c:v>42902</c:v>
                </c:pt>
                <c:pt idx="167">
                  <c:v>42903</c:v>
                </c:pt>
                <c:pt idx="168">
                  <c:v>42904</c:v>
                </c:pt>
                <c:pt idx="169">
                  <c:v>42905</c:v>
                </c:pt>
                <c:pt idx="170">
                  <c:v>42906</c:v>
                </c:pt>
                <c:pt idx="171">
                  <c:v>42907</c:v>
                </c:pt>
                <c:pt idx="172">
                  <c:v>42908</c:v>
                </c:pt>
                <c:pt idx="173">
                  <c:v>42909</c:v>
                </c:pt>
                <c:pt idx="174">
                  <c:v>42910</c:v>
                </c:pt>
                <c:pt idx="175">
                  <c:v>42911</c:v>
                </c:pt>
                <c:pt idx="176">
                  <c:v>42912</c:v>
                </c:pt>
                <c:pt idx="177">
                  <c:v>42913</c:v>
                </c:pt>
                <c:pt idx="178">
                  <c:v>42914</c:v>
                </c:pt>
                <c:pt idx="179">
                  <c:v>42915</c:v>
                </c:pt>
                <c:pt idx="180">
                  <c:v>42916</c:v>
                </c:pt>
                <c:pt idx="181">
                  <c:v>42917</c:v>
                </c:pt>
                <c:pt idx="182">
                  <c:v>42918</c:v>
                </c:pt>
                <c:pt idx="183">
                  <c:v>42919</c:v>
                </c:pt>
                <c:pt idx="184">
                  <c:v>42920</c:v>
                </c:pt>
                <c:pt idx="185">
                  <c:v>42921</c:v>
                </c:pt>
                <c:pt idx="186">
                  <c:v>42922</c:v>
                </c:pt>
                <c:pt idx="187">
                  <c:v>42923</c:v>
                </c:pt>
                <c:pt idx="188">
                  <c:v>42924</c:v>
                </c:pt>
                <c:pt idx="189">
                  <c:v>42925</c:v>
                </c:pt>
                <c:pt idx="190">
                  <c:v>42926</c:v>
                </c:pt>
                <c:pt idx="191">
                  <c:v>42927</c:v>
                </c:pt>
                <c:pt idx="192">
                  <c:v>42928</c:v>
                </c:pt>
                <c:pt idx="193">
                  <c:v>42929</c:v>
                </c:pt>
                <c:pt idx="194">
                  <c:v>42930</c:v>
                </c:pt>
                <c:pt idx="195">
                  <c:v>42931</c:v>
                </c:pt>
                <c:pt idx="196">
                  <c:v>42932</c:v>
                </c:pt>
                <c:pt idx="197">
                  <c:v>42933</c:v>
                </c:pt>
                <c:pt idx="198">
                  <c:v>42934</c:v>
                </c:pt>
                <c:pt idx="199">
                  <c:v>42935</c:v>
                </c:pt>
                <c:pt idx="200">
                  <c:v>42936</c:v>
                </c:pt>
                <c:pt idx="201">
                  <c:v>42937</c:v>
                </c:pt>
                <c:pt idx="202">
                  <c:v>42938</c:v>
                </c:pt>
                <c:pt idx="203">
                  <c:v>42939</c:v>
                </c:pt>
                <c:pt idx="204">
                  <c:v>42940</c:v>
                </c:pt>
                <c:pt idx="205">
                  <c:v>42941</c:v>
                </c:pt>
                <c:pt idx="206">
                  <c:v>42942</c:v>
                </c:pt>
                <c:pt idx="207">
                  <c:v>42943</c:v>
                </c:pt>
                <c:pt idx="208">
                  <c:v>42944</c:v>
                </c:pt>
                <c:pt idx="209">
                  <c:v>42945</c:v>
                </c:pt>
                <c:pt idx="210">
                  <c:v>42946</c:v>
                </c:pt>
                <c:pt idx="211">
                  <c:v>42947</c:v>
                </c:pt>
                <c:pt idx="212">
                  <c:v>42948</c:v>
                </c:pt>
                <c:pt idx="213">
                  <c:v>42949</c:v>
                </c:pt>
                <c:pt idx="214">
                  <c:v>42950</c:v>
                </c:pt>
                <c:pt idx="215">
                  <c:v>42951</c:v>
                </c:pt>
                <c:pt idx="216">
                  <c:v>42952</c:v>
                </c:pt>
                <c:pt idx="217">
                  <c:v>42953</c:v>
                </c:pt>
                <c:pt idx="218">
                  <c:v>42954</c:v>
                </c:pt>
                <c:pt idx="219">
                  <c:v>42955</c:v>
                </c:pt>
                <c:pt idx="220">
                  <c:v>42956</c:v>
                </c:pt>
                <c:pt idx="221">
                  <c:v>42957</c:v>
                </c:pt>
                <c:pt idx="222">
                  <c:v>42958</c:v>
                </c:pt>
                <c:pt idx="223">
                  <c:v>42959</c:v>
                </c:pt>
                <c:pt idx="224">
                  <c:v>42960</c:v>
                </c:pt>
                <c:pt idx="225">
                  <c:v>42961</c:v>
                </c:pt>
                <c:pt idx="226">
                  <c:v>42962</c:v>
                </c:pt>
                <c:pt idx="227">
                  <c:v>42963</c:v>
                </c:pt>
                <c:pt idx="228">
                  <c:v>42964</c:v>
                </c:pt>
                <c:pt idx="229">
                  <c:v>42965</c:v>
                </c:pt>
                <c:pt idx="230">
                  <c:v>42966</c:v>
                </c:pt>
                <c:pt idx="231">
                  <c:v>42967</c:v>
                </c:pt>
                <c:pt idx="232">
                  <c:v>42968</c:v>
                </c:pt>
                <c:pt idx="233">
                  <c:v>42969</c:v>
                </c:pt>
                <c:pt idx="234">
                  <c:v>42970</c:v>
                </c:pt>
                <c:pt idx="235">
                  <c:v>42971</c:v>
                </c:pt>
                <c:pt idx="236">
                  <c:v>42972</c:v>
                </c:pt>
                <c:pt idx="237">
                  <c:v>42973</c:v>
                </c:pt>
                <c:pt idx="238">
                  <c:v>42974</c:v>
                </c:pt>
                <c:pt idx="239">
                  <c:v>42975</c:v>
                </c:pt>
                <c:pt idx="240">
                  <c:v>42976</c:v>
                </c:pt>
                <c:pt idx="241">
                  <c:v>42977</c:v>
                </c:pt>
                <c:pt idx="242">
                  <c:v>42978</c:v>
                </c:pt>
                <c:pt idx="243">
                  <c:v>42979</c:v>
                </c:pt>
                <c:pt idx="244">
                  <c:v>42980</c:v>
                </c:pt>
                <c:pt idx="245">
                  <c:v>42981</c:v>
                </c:pt>
                <c:pt idx="246">
                  <c:v>42982</c:v>
                </c:pt>
                <c:pt idx="247">
                  <c:v>42983</c:v>
                </c:pt>
                <c:pt idx="248">
                  <c:v>42984</c:v>
                </c:pt>
                <c:pt idx="249">
                  <c:v>42985</c:v>
                </c:pt>
                <c:pt idx="250">
                  <c:v>42986</c:v>
                </c:pt>
                <c:pt idx="251">
                  <c:v>42987</c:v>
                </c:pt>
                <c:pt idx="252">
                  <c:v>42988</c:v>
                </c:pt>
                <c:pt idx="253">
                  <c:v>42989</c:v>
                </c:pt>
                <c:pt idx="254">
                  <c:v>42990</c:v>
                </c:pt>
                <c:pt idx="255">
                  <c:v>42991</c:v>
                </c:pt>
                <c:pt idx="256">
                  <c:v>42992</c:v>
                </c:pt>
                <c:pt idx="257">
                  <c:v>42993</c:v>
                </c:pt>
                <c:pt idx="258">
                  <c:v>42994</c:v>
                </c:pt>
                <c:pt idx="259">
                  <c:v>42995</c:v>
                </c:pt>
                <c:pt idx="260">
                  <c:v>42996</c:v>
                </c:pt>
                <c:pt idx="261">
                  <c:v>42997</c:v>
                </c:pt>
                <c:pt idx="262">
                  <c:v>42998</c:v>
                </c:pt>
                <c:pt idx="263">
                  <c:v>42999</c:v>
                </c:pt>
                <c:pt idx="264">
                  <c:v>43000</c:v>
                </c:pt>
                <c:pt idx="265">
                  <c:v>43001</c:v>
                </c:pt>
                <c:pt idx="266">
                  <c:v>43002</c:v>
                </c:pt>
                <c:pt idx="267">
                  <c:v>43003</c:v>
                </c:pt>
                <c:pt idx="268">
                  <c:v>43004</c:v>
                </c:pt>
                <c:pt idx="269">
                  <c:v>43005</c:v>
                </c:pt>
                <c:pt idx="270">
                  <c:v>43006</c:v>
                </c:pt>
                <c:pt idx="271">
                  <c:v>43007</c:v>
                </c:pt>
                <c:pt idx="272">
                  <c:v>43008</c:v>
                </c:pt>
                <c:pt idx="273">
                  <c:v>43009</c:v>
                </c:pt>
                <c:pt idx="274">
                  <c:v>43010</c:v>
                </c:pt>
                <c:pt idx="275">
                  <c:v>43011</c:v>
                </c:pt>
                <c:pt idx="276">
                  <c:v>43012</c:v>
                </c:pt>
                <c:pt idx="277">
                  <c:v>43013</c:v>
                </c:pt>
                <c:pt idx="278">
                  <c:v>43014</c:v>
                </c:pt>
                <c:pt idx="279">
                  <c:v>43015</c:v>
                </c:pt>
                <c:pt idx="280">
                  <c:v>43016</c:v>
                </c:pt>
                <c:pt idx="281">
                  <c:v>43017</c:v>
                </c:pt>
                <c:pt idx="282">
                  <c:v>43018</c:v>
                </c:pt>
                <c:pt idx="283">
                  <c:v>43019</c:v>
                </c:pt>
                <c:pt idx="284">
                  <c:v>43020</c:v>
                </c:pt>
                <c:pt idx="285">
                  <c:v>43021</c:v>
                </c:pt>
                <c:pt idx="286">
                  <c:v>43022</c:v>
                </c:pt>
                <c:pt idx="287">
                  <c:v>43023</c:v>
                </c:pt>
                <c:pt idx="288">
                  <c:v>43024</c:v>
                </c:pt>
                <c:pt idx="289">
                  <c:v>43025</c:v>
                </c:pt>
                <c:pt idx="290">
                  <c:v>43026</c:v>
                </c:pt>
                <c:pt idx="291">
                  <c:v>43027</c:v>
                </c:pt>
                <c:pt idx="292">
                  <c:v>43028</c:v>
                </c:pt>
                <c:pt idx="293">
                  <c:v>43029</c:v>
                </c:pt>
                <c:pt idx="294">
                  <c:v>43030</c:v>
                </c:pt>
                <c:pt idx="295">
                  <c:v>43031</c:v>
                </c:pt>
                <c:pt idx="296">
                  <c:v>43032</c:v>
                </c:pt>
                <c:pt idx="297">
                  <c:v>43033</c:v>
                </c:pt>
                <c:pt idx="298">
                  <c:v>43034</c:v>
                </c:pt>
                <c:pt idx="299">
                  <c:v>43035</c:v>
                </c:pt>
                <c:pt idx="300">
                  <c:v>43036</c:v>
                </c:pt>
                <c:pt idx="301">
                  <c:v>43037</c:v>
                </c:pt>
                <c:pt idx="302">
                  <c:v>43038</c:v>
                </c:pt>
                <c:pt idx="303">
                  <c:v>43039</c:v>
                </c:pt>
                <c:pt idx="304">
                  <c:v>43040</c:v>
                </c:pt>
                <c:pt idx="305">
                  <c:v>43041</c:v>
                </c:pt>
                <c:pt idx="306">
                  <c:v>43042</c:v>
                </c:pt>
                <c:pt idx="307">
                  <c:v>43043</c:v>
                </c:pt>
                <c:pt idx="308">
                  <c:v>43044</c:v>
                </c:pt>
                <c:pt idx="309">
                  <c:v>43045</c:v>
                </c:pt>
                <c:pt idx="310">
                  <c:v>43046</c:v>
                </c:pt>
                <c:pt idx="311">
                  <c:v>43047</c:v>
                </c:pt>
                <c:pt idx="312">
                  <c:v>43048</c:v>
                </c:pt>
                <c:pt idx="313">
                  <c:v>43049</c:v>
                </c:pt>
                <c:pt idx="314">
                  <c:v>43050</c:v>
                </c:pt>
                <c:pt idx="315">
                  <c:v>43051</c:v>
                </c:pt>
                <c:pt idx="316">
                  <c:v>43052</c:v>
                </c:pt>
                <c:pt idx="317">
                  <c:v>43053</c:v>
                </c:pt>
                <c:pt idx="318">
                  <c:v>43054</c:v>
                </c:pt>
                <c:pt idx="319">
                  <c:v>43055</c:v>
                </c:pt>
                <c:pt idx="320">
                  <c:v>43056</c:v>
                </c:pt>
                <c:pt idx="321">
                  <c:v>43057</c:v>
                </c:pt>
                <c:pt idx="322">
                  <c:v>43058</c:v>
                </c:pt>
                <c:pt idx="323">
                  <c:v>43059</c:v>
                </c:pt>
                <c:pt idx="324">
                  <c:v>43060</c:v>
                </c:pt>
                <c:pt idx="325">
                  <c:v>43061</c:v>
                </c:pt>
                <c:pt idx="326">
                  <c:v>43062</c:v>
                </c:pt>
                <c:pt idx="327">
                  <c:v>43063</c:v>
                </c:pt>
                <c:pt idx="328">
                  <c:v>43064</c:v>
                </c:pt>
                <c:pt idx="329">
                  <c:v>43065</c:v>
                </c:pt>
                <c:pt idx="330">
                  <c:v>43066</c:v>
                </c:pt>
                <c:pt idx="331">
                  <c:v>43067</c:v>
                </c:pt>
                <c:pt idx="332">
                  <c:v>43068</c:v>
                </c:pt>
                <c:pt idx="333">
                  <c:v>43069</c:v>
                </c:pt>
                <c:pt idx="334">
                  <c:v>43070</c:v>
                </c:pt>
                <c:pt idx="335">
                  <c:v>43071</c:v>
                </c:pt>
                <c:pt idx="336">
                  <c:v>43072</c:v>
                </c:pt>
                <c:pt idx="337">
                  <c:v>43073</c:v>
                </c:pt>
                <c:pt idx="338">
                  <c:v>43074</c:v>
                </c:pt>
                <c:pt idx="339">
                  <c:v>43075</c:v>
                </c:pt>
                <c:pt idx="340">
                  <c:v>43076</c:v>
                </c:pt>
                <c:pt idx="341">
                  <c:v>43077</c:v>
                </c:pt>
                <c:pt idx="342">
                  <c:v>43078</c:v>
                </c:pt>
                <c:pt idx="343">
                  <c:v>43079</c:v>
                </c:pt>
                <c:pt idx="344">
                  <c:v>43080</c:v>
                </c:pt>
                <c:pt idx="345">
                  <c:v>43081</c:v>
                </c:pt>
                <c:pt idx="346">
                  <c:v>43082</c:v>
                </c:pt>
                <c:pt idx="347">
                  <c:v>43083</c:v>
                </c:pt>
                <c:pt idx="348">
                  <c:v>43084</c:v>
                </c:pt>
                <c:pt idx="349">
                  <c:v>43085</c:v>
                </c:pt>
                <c:pt idx="350">
                  <c:v>43086</c:v>
                </c:pt>
                <c:pt idx="351">
                  <c:v>43087</c:v>
                </c:pt>
                <c:pt idx="352">
                  <c:v>43088</c:v>
                </c:pt>
                <c:pt idx="353">
                  <c:v>43089</c:v>
                </c:pt>
                <c:pt idx="354">
                  <c:v>43090</c:v>
                </c:pt>
                <c:pt idx="355">
                  <c:v>43091</c:v>
                </c:pt>
                <c:pt idx="356">
                  <c:v>43092</c:v>
                </c:pt>
                <c:pt idx="357">
                  <c:v>43093</c:v>
                </c:pt>
                <c:pt idx="358">
                  <c:v>43094</c:v>
                </c:pt>
                <c:pt idx="359">
                  <c:v>43095</c:v>
                </c:pt>
                <c:pt idx="360">
                  <c:v>43096</c:v>
                </c:pt>
                <c:pt idx="361">
                  <c:v>43097</c:v>
                </c:pt>
                <c:pt idx="362">
                  <c:v>43098</c:v>
                </c:pt>
                <c:pt idx="363">
                  <c:v>43099</c:v>
                </c:pt>
                <c:pt idx="364">
                  <c:v>43100</c:v>
                </c:pt>
                <c:pt idx="365">
                  <c:v>43101</c:v>
                </c:pt>
                <c:pt idx="366">
                  <c:v>43102</c:v>
                </c:pt>
                <c:pt idx="367">
                  <c:v>43103</c:v>
                </c:pt>
                <c:pt idx="368">
                  <c:v>43104</c:v>
                </c:pt>
                <c:pt idx="369">
                  <c:v>43105</c:v>
                </c:pt>
                <c:pt idx="370">
                  <c:v>43106</c:v>
                </c:pt>
                <c:pt idx="371">
                  <c:v>43107</c:v>
                </c:pt>
                <c:pt idx="372">
                  <c:v>43108</c:v>
                </c:pt>
                <c:pt idx="373">
                  <c:v>43109</c:v>
                </c:pt>
                <c:pt idx="374">
                  <c:v>43110</c:v>
                </c:pt>
                <c:pt idx="375">
                  <c:v>43111</c:v>
                </c:pt>
                <c:pt idx="376">
                  <c:v>43112</c:v>
                </c:pt>
                <c:pt idx="377">
                  <c:v>43113</c:v>
                </c:pt>
                <c:pt idx="378">
                  <c:v>43114</c:v>
                </c:pt>
                <c:pt idx="379">
                  <c:v>43115</c:v>
                </c:pt>
                <c:pt idx="380">
                  <c:v>43116</c:v>
                </c:pt>
                <c:pt idx="381">
                  <c:v>43117</c:v>
                </c:pt>
                <c:pt idx="382">
                  <c:v>43118</c:v>
                </c:pt>
                <c:pt idx="383">
                  <c:v>43119</c:v>
                </c:pt>
                <c:pt idx="384">
                  <c:v>43120</c:v>
                </c:pt>
                <c:pt idx="385">
                  <c:v>43121</c:v>
                </c:pt>
                <c:pt idx="386">
                  <c:v>43122</c:v>
                </c:pt>
                <c:pt idx="387">
                  <c:v>43123</c:v>
                </c:pt>
                <c:pt idx="388">
                  <c:v>43124</c:v>
                </c:pt>
                <c:pt idx="389">
                  <c:v>43125</c:v>
                </c:pt>
                <c:pt idx="390">
                  <c:v>43126</c:v>
                </c:pt>
                <c:pt idx="391">
                  <c:v>43127</c:v>
                </c:pt>
                <c:pt idx="392">
                  <c:v>43128</c:v>
                </c:pt>
                <c:pt idx="393">
                  <c:v>43129</c:v>
                </c:pt>
                <c:pt idx="394">
                  <c:v>43130</c:v>
                </c:pt>
                <c:pt idx="395">
                  <c:v>43131</c:v>
                </c:pt>
                <c:pt idx="396">
                  <c:v>43132</c:v>
                </c:pt>
                <c:pt idx="397">
                  <c:v>43133</c:v>
                </c:pt>
                <c:pt idx="398">
                  <c:v>43134</c:v>
                </c:pt>
                <c:pt idx="399">
                  <c:v>43135</c:v>
                </c:pt>
                <c:pt idx="400">
                  <c:v>43136</c:v>
                </c:pt>
                <c:pt idx="401">
                  <c:v>43137</c:v>
                </c:pt>
                <c:pt idx="402">
                  <c:v>43138</c:v>
                </c:pt>
                <c:pt idx="403">
                  <c:v>43139</c:v>
                </c:pt>
                <c:pt idx="404">
                  <c:v>43140</c:v>
                </c:pt>
                <c:pt idx="405">
                  <c:v>43141</c:v>
                </c:pt>
                <c:pt idx="406">
                  <c:v>43142</c:v>
                </c:pt>
                <c:pt idx="407">
                  <c:v>43143</c:v>
                </c:pt>
                <c:pt idx="408">
                  <c:v>43144</c:v>
                </c:pt>
                <c:pt idx="409">
                  <c:v>43145</c:v>
                </c:pt>
                <c:pt idx="410">
                  <c:v>43146</c:v>
                </c:pt>
                <c:pt idx="411">
                  <c:v>43147</c:v>
                </c:pt>
                <c:pt idx="412">
                  <c:v>43148</c:v>
                </c:pt>
                <c:pt idx="413">
                  <c:v>43149</c:v>
                </c:pt>
                <c:pt idx="414">
                  <c:v>43150</c:v>
                </c:pt>
                <c:pt idx="415">
                  <c:v>43151</c:v>
                </c:pt>
                <c:pt idx="416">
                  <c:v>43152</c:v>
                </c:pt>
                <c:pt idx="417">
                  <c:v>43153</c:v>
                </c:pt>
                <c:pt idx="418">
                  <c:v>43154</c:v>
                </c:pt>
                <c:pt idx="419">
                  <c:v>43155</c:v>
                </c:pt>
                <c:pt idx="420">
                  <c:v>43156</c:v>
                </c:pt>
                <c:pt idx="421">
                  <c:v>43157</c:v>
                </c:pt>
                <c:pt idx="422">
                  <c:v>43158</c:v>
                </c:pt>
                <c:pt idx="423">
                  <c:v>43159</c:v>
                </c:pt>
                <c:pt idx="424">
                  <c:v>43160</c:v>
                </c:pt>
                <c:pt idx="425">
                  <c:v>43161</c:v>
                </c:pt>
                <c:pt idx="426">
                  <c:v>43162</c:v>
                </c:pt>
                <c:pt idx="427">
                  <c:v>43163</c:v>
                </c:pt>
                <c:pt idx="428">
                  <c:v>43164</c:v>
                </c:pt>
                <c:pt idx="429">
                  <c:v>43165</c:v>
                </c:pt>
                <c:pt idx="430">
                  <c:v>43166</c:v>
                </c:pt>
                <c:pt idx="431">
                  <c:v>43167</c:v>
                </c:pt>
                <c:pt idx="432">
                  <c:v>43168</c:v>
                </c:pt>
                <c:pt idx="433">
                  <c:v>43169</c:v>
                </c:pt>
                <c:pt idx="434">
                  <c:v>43170</c:v>
                </c:pt>
                <c:pt idx="435">
                  <c:v>43171</c:v>
                </c:pt>
                <c:pt idx="436">
                  <c:v>43172</c:v>
                </c:pt>
                <c:pt idx="437">
                  <c:v>43173</c:v>
                </c:pt>
                <c:pt idx="438">
                  <c:v>43174</c:v>
                </c:pt>
                <c:pt idx="439">
                  <c:v>43175</c:v>
                </c:pt>
                <c:pt idx="440">
                  <c:v>43176</c:v>
                </c:pt>
                <c:pt idx="441">
                  <c:v>43177</c:v>
                </c:pt>
                <c:pt idx="442">
                  <c:v>43178</c:v>
                </c:pt>
                <c:pt idx="443">
                  <c:v>43179</c:v>
                </c:pt>
                <c:pt idx="444">
                  <c:v>43180</c:v>
                </c:pt>
                <c:pt idx="445">
                  <c:v>43181</c:v>
                </c:pt>
                <c:pt idx="446">
                  <c:v>43182</c:v>
                </c:pt>
                <c:pt idx="447">
                  <c:v>43183</c:v>
                </c:pt>
                <c:pt idx="448">
                  <c:v>43184</c:v>
                </c:pt>
                <c:pt idx="449">
                  <c:v>43185</c:v>
                </c:pt>
                <c:pt idx="450">
                  <c:v>43186</c:v>
                </c:pt>
                <c:pt idx="451">
                  <c:v>43187</c:v>
                </c:pt>
                <c:pt idx="452">
                  <c:v>43188</c:v>
                </c:pt>
                <c:pt idx="453">
                  <c:v>43189</c:v>
                </c:pt>
                <c:pt idx="454">
                  <c:v>43190</c:v>
                </c:pt>
                <c:pt idx="455">
                  <c:v>43191</c:v>
                </c:pt>
                <c:pt idx="456">
                  <c:v>43192</c:v>
                </c:pt>
                <c:pt idx="457">
                  <c:v>43193</c:v>
                </c:pt>
                <c:pt idx="458">
                  <c:v>43194</c:v>
                </c:pt>
                <c:pt idx="459">
                  <c:v>43195</c:v>
                </c:pt>
                <c:pt idx="460">
                  <c:v>43196</c:v>
                </c:pt>
                <c:pt idx="461">
                  <c:v>43197</c:v>
                </c:pt>
                <c:pt idx="462">
                  <c:v>43198</c:v>
                </c:pt>
                <c:pt idx="463">
                  <c:v>43199</c:v>
                </c:pt>
                <c:pt idx="464">
                  <c:v>43200</c:v>
                </c:pt>
                <c:pt idx="465">
                  <c:v>43201</c:v>
                </c:pt>
                <c:pt idx="466">
                  <c:v>43202</c:v>
                </c:pt>
                <c:pt idx="467">
                  <c:v>43203</c:v>
                </c:pt>
                <c:pt idx="468">
                  <c:v>43204</c:v>
                </c:pt>
                <c:pt idx="469">
                  <c:v>43205</c:v>
                </c:pt>
                <c:pt idx="470">
                  <c:v>43206</c:v>
                </c:pt>
                <c:pt idx="471">
                  <c:v>43207</c:v>
                </c:pt>
                <c:pt idx="472">
                  <c:v>43208</c:v>
                </c:pt>
                <c:pt idx="473">
                  <c:v>43209</c:v>
                </c:pt>
                <c:pt idx="474">
                  <c:v>43210</c:v>
                </c:pt>
                <c:pt idx="475">
                  <c:v>43211</c:v>
                </c:pt>
                <c:pt idx="476">
                  <c:v>43212</c:v>
                </c:pt>
                <c:pt idx="477">
                  <c:v>43213</c:v>
                </c:pt>
                <c:pt idx="478">
                  <c:v>43214</c:v>
                </c:pt>
                <c:pt idx="479">
                  <c:v>43215</c:v>
                </c:pt>
                <c:pt idx="480">
                  <c:v>43216</c:v>
                </c:pt>
                <c:pt idx="481">
                  <c:v>43217</c:v>
                </c:pt>
                <c:pt idx="482">
                  <c:v>43218</c:v>
                </c:pt>
                <c:pt idx="483">
                  <c:v>43219</c:v>
                </c:pt>
                <c:pt idx="484">
                  <c:v>43220</c:v>
                </c:pt>
                <c:pt idx="485">
                  <c:v>43221</c:v>
                </c:pt>
                <c:pt idx="486">
                  <c:v>43222</c:v>
                </c:pt>
                <c:pt idx="487">
                  <c:v>43223</c:v>
                </c:pt>
                <c:pt idx="488">
                  <c:v>43224</c:v>
                </c:pt>
                <c:pt idx="489">
                  <c:v>43225</c:v>
                </c:pt>
                <c:pt idx="490">
                  <c:v>43226</c:v>
                </c:pt>
                <c:pt idx="491">
                  <c:v>43227</c:v>
                </c:pt>
                <c:pt idx="492">
                  <c:v>43228</c:v>
                </c:pt>
                <c:pt idx="493">
                  <c:v>43229</c:v>
                </c:pt>
                <c:pt idx="494">
                  <c:v>43230</c:v>
                </c:pt>
                <c:pt idx="495">
                  <c:v>43231</c:v>
                </c:pt>
                <c:pt idx="496">
                  <c:v>43232</c:v>
                </c:pt>
                <c:pt idx="497">
                  <c:v>43233</c:v>
                </c:pt>
                <c:pt idx="498">
                  <c:v>43234</c:v>
                </c:pt>
                <c:pt idx="499">
                  <c:v>43235</c:v>
                </c:pt>
                <c:pt idx="500">
                  <c:v>43236</c:v>
                </c:pt>
                <c:pt idx="501">
                  <c:v>43237</c:v>
                </c:pt>
                <c:pt idx="502">
                  <c:v>43238</c:v>
                </c:pt>
                <c:pt idx="503">
                  <c:v>43239</c:v>
                </c:pt>
                <c:pt idx="504">
                  <c:v>43240</c:v>
                </c:pt>
                <c:pt idx="505">
                  <c:v>43241</c:v>
                </c:pt>
                <c:pt idx="506">
                  <c:v>43242</c:v>
                </c:pt>
                <c:pt idx="507">
                  <c:v>43243</c:v>
                </c:pt>
                <c:pt idx="508">
                  <c:v>43244</c:v>
                </c:pt>
                <c:pt idx="509">
                  <c:v>43245</c:v>
                </c:pt>
                <c:pt idx="510">
                  <c:v>43246</c:v>
                </c:pt>
                <c:pt idx="511">
                  <c:v>43247</c:v>
                </c:pt>
                <c:pt idx="512">
                  <c:v>43248</c:v>
                </c:pt>
                <c:pt idx="513">
                  <c:v>43249</c:v>
                </c:pt>
                <c:pt idx="514">
                  <c:v>43250</c:v>
                </c:pt>
                <c:pt idx="515">
                  <c:v>43251</c:v>
                </c:pt>
                <c:pt idx="516">
                  <c:v>43252</c:v>
                </c:pt>
                <c:pt idx="517">
                  <c:v>43253</c:v>
                </c:pt>
                <c:pt idx="518">
                  <c:v>43254</c:v>
                </c:pt>
                <c:pt idx="519">
                  <c:v>43255</c:v>
                </c:pt>
                <c:pt idx="520">
                  <c:v>43256</c:v>
                </c:pt>
                <c:pt idx="521">
                  <c:v>43257</c:v>
                </c:pt>
                <c:pt idx="522">
                  <c:v>43258</c:v>
                </c:pt>
                <c:pt idx="523">
                  <c:v>43259</c:v>
                </c:pt>
                <c:pt idx="524">
                  <c:v>43260</c:v>
                </c:pt>
                <c:pt idx="525">
                  <c:v>43261</c:v>
                </c:pt>
                <c:pt idx="526">
                  <c:v>43262</c:v>
                </c:pt>
                <c:pt idx="527">
                  <c:v>43263</c:v>
                </c:pt>
                <c:pt idx="528">
                  <c:v>43264</c:v>
                </c:pt>
                <c:pt idx="529">
                  <c:v>43265</c:v>
                </c:pt>
                <c:pt idx="530">
                  <c:v>43266</c:v>
                </c:pt>
                <c:pt idx="531">
                  <c:v>43267</c:v>
                </c:pt>
                <c:pt idx="532">
                  <c:v>43268</c:v>
                </c:pt>
                <c:pt idx="533">
                  <c:v>43269</c:v>
                </c:pt>
                <c:pt idx="534">
                  <c:v>43270</c:v>
                </c:pt>
                <c:pt idx="535">
                  <c:v>43271</c:v>
                </c:pt>
                <c:pt idx="536">
                  <c:v>43272</c:v>
                </c:pt>
                <c:pt idx="537">
                  <c:v>43273</c:v>
                </c:pt>
                <c:pt idx="538">
                  <c:v>43274</c:v>
                </c:pt>
                <c:pt idx="539">
                  <c:v>43275</c:v>
                </c:pt>
                <c:pt idx="540">
                  <c:v>43276</c:v>
                </c:pt>
                <c:pt idx="541">
                  <c:v>43277</c:v>
                </c:pt>
                <c:pt idx="542">
                  <c:v>43278</c:v>
                </c:pt>
                <c:pt idx="543">
                  <c:v>43279</c:v>
                </c:pt>
                <c:pt idx="544">
                  <c:v>43280</c:v>
                </c:pt>
                <c:pt idx="545">
                  <c:v>43281</c:v>
                </c:pt>
                <c:pt idx="546">
                  <c:v>43282</c:v>
                </c:pt>
                <c:pt idx="547">
                  <c:v>43283</c:v>
                </c:pt>
                <c:pt idx="548">
                  <c:v>43284</c:v>
                </c:pt>
                <c:pt idx="549">
                  <c:v>43285</c:v>
                </c:pt>
                <c:pt idx="550">
                  <c:v>43286</c:v>
                </c:pt>
                <c:pt idx="551">
                  <c:v>43287</c:v>
                </c:pt>
                <c:pt idx="552">
                  <c:v>43288</c:v>
                </c:pt>
                <c:pt idx="553">
                  <c:v>43289</c:v>
                </c:pt>
                <c:pt idx="554">
                  <c:v>43290</c:v>
                </c:pt>
                <c:pt idx="555">
                  <c:v>43291</c:v>
                </c:pt>
                <c:pt idx="556">
                  <c:v>43292</c:v>
                </c:pt>
                <c:pt idx="557">
                  <c:v>43293</c:v>
                </c:pt>
                <c:pt idx="558">
                  <c:v>43294</c:v>
                </c:pt>
                <c:pt idx="559">
                  <c:v>43295</c:v>
                </c:pt>
                <c:pt idx="560">
                  <c:v>43296</c:v>
                </c:pt>
                <c:pt idx="561">
                  <c:v>43297</c:v>
                </c:pt>
                <c:pt idx="562">
                  <c:v>43298</c:v>
                </c:pt>
                <c:pt idx="563">
                  <c:v>43299</c:v>
                </c:pt>
                <c:pt idx="564">
                  <c:v>43300</c:v>
                </c:pt>
                <c:pt idx="565">
                  <c:v>43301</c:v>
                </c:pt>
                <c:pt idx="566">
                  <c:v>43302</c:v>
                </c:pt>
                <c:pt idx="567">
                  <c:v>43303</c:v>
                </c:pt>
                <c:pt idx="568">
                  <c:v>43304</c:v>
                </c:pt>
                <c:pt idx="569">
                  <c:v>43305</c:v>
                </c:pt>
                <c:pt idx="570">
                  <c:v>43306</c:v>
                </c:pt>
                <c:pt idx="571">
                  <c:v>43307</c:v>
                </c:pt>
                <c:pt idx="572">
                  <c:v>43308</c:v>
                </c:pt>
                <c:pt idx="573">
                  <c:v>43309</c:v>
                </c:pt>
                <c:pt idx="574">
                  <c:v>43310</c:v>
                </c:pt>
                <c:pt idx="575">
                  <c:v>43311</c:v>
                </c:pt>
                <c:pt idx="576">
                  <c:v>43312</c:v>
                </c:pt>
                <c:pt idx="577">
                  <c:v>43313</c:v>
                </c:pt>
                <c:pt idx="578">
                  <c:v>43314</c:v>
                </c:pt>
                <c:pt idx="579">
                  <c:v>43315</c:v>
                </c:pt>
                <c:pt idx="580">
                  <c:v>43316</c:v>
                </c:pt>
                <c:pt idx="581">
                  <c:v>43317</c:v>
                </c:pt>
                <c:pt idx="582">
                  <c:v>43318</c:v>
                </c:pt>
                <c:pt idx="583">
                  <c:v>43319</c:v>
                </c:pt>
                <c:pt idx="584">
                  <c:v>43320</c:v>
                </c:pt>
                <c:pt idx="585">
                  <c:v>43321</c:v>
                </c:pt>
                <c:pt idx="586">
                  <c:v>43322</c:v>
                </c:pt>
                <c:pt idx="587">
                  <c:v>43323</c:v>
                </c:pt>
                <c:pt idx="588">
                  <c:v>43324</c:v>
                </c:pt>
                <c:pt idx="589">
                  <c:v>43325</c:v>
                </c:pt>
                <c:pt idx="590">
                  <c:v>43326</c:v>
                </c:pt>
                <c:pt idx="591">
                  <c:v>43327</c:v>
                </c:pt>
                <c:pt idx="592">
                  <c:v>43328</c:v>
                </c:pt>
                <c:pt idx="593">
                  <c:v>43329</c:v>
                </c:pt>
                <c:pt idx="594">
                  <c:v>43330</c:v>
                </c:pt>
                <c:pt idx="595">
                  <c:v>43331</c:v>
                </c:pt>
                <c:pt idx="596">
                  <c:v>43332</c:v>
                </c:pt>
                <c:pt idx="597">
                  <c:v>43333</c:v>
                </c:pt>
                <c:pt idx="598">
                  <c:v>43334</c:v>
                </c:pt>
                <c:pt idx="599">
                  <c:v>43335</c:v>
                </c:pt>
                <c:pt idx="600">
                  <c:v>43336</c:v>
                </c:pt>
                <c:pt idx="601">
                  <c:v>43337</c:v>
                </c:pt>
                <c:pt idx="602">
                  <c:v>43338</c:v>
                </c:pt>
                <c:pt idx="603">
                  <c:v>43339</c:v>
                </c:pt>
                <c:pt idx="604">
                  <c:v>43340</c:v>
                </c:pt>
                <c:pt idx="605">
                  <c:v>43341</c:v>
                </c:pt>
                <c:pt idx="606">
                  <c:v>43342</c:v>
                </c:pt>
                <c:pt idx="607">
                  <c:v>43343</c:v>
                </c:pt>
                <c:pt idx="608">
                  <c:v>43344</c:v>
                </c:pt>
                <c:pt idx="609">
                  <c:v>43345</c:v>
                </c:pt>
                <c:pt idx="610">
                  <c:v>43346</c:v>
                </c:pt>
                <c:pt idx="611">
                  <c:v>43347</c:v>
                </c:pt>
                <c:pt idx="612">
                  <c:v>43348</c:v>
                </c:pt>
                <c:pt idx="613">
                  <c:v>43349</c:v>
                </c:pt>
                <c:pt idx="614">
                  <c:v>43350</c:v>
                </c:pt>
                <c:pt idx="615">
                  <c:v>43351</c:v>
                </c:pt>
                <c:pt idx="616">
                  <c:v>43352</c:v>
                </c:pt>
                <c:pt idx="617">
                  <c:v>43353</c:v>
                </c:pt>
                <c:pt idx="618">
                  <c:v>43354</c:v>
                </c:pt>
                <c:pt idx="619">
                  <c:v>43355</c:v>
                </c:pt>
                <c:pt idx="620">
                  <c:v>43356</c:v>
                </c:pt>
                <c:pt idx="621">
                  <c:v>43357</c:v>
                </c:pt>
                <c:pt idx="622">
                  <c:v>43358</c:v>
                </c:pt>
                <c:pt idx="623">
                  <c:v>43359</c:v>
                </c:pt>
                <c:pt idx="624">
                  <c:v>43360</c:v>
                </c:pt>
                <c:pt idx="625">
                  <c:v>43361</c:v>
                </c:pt>
                <c:pt idx="626">
                  <c:v>43362</c:v>
                </c:pt>
                <c:pt idx="627">
                  <c:v>43363</c:v>
                </c:pt>
                <c:pt idx="628">
                  <c:v>43364</c:v>
                </c:pt>
                <c:pt idx="629">
                  <c:v>43365</c:v>
                </c:pt>
                <c:pt idx="630">
                  <c:v>43366</c:v>
                </c:pt>
                <c:pt idx="631">
                  <c:v>43367</c:v>
                </c:pt>
                <c:pt idx="632">
                  <c:v>43368</c:v>
                </c:pt>
                <c:pt idx="633">
                  <c:v>43369</c:v>
                </c:pt>
                <c:pt idx="634">
                  <c:v>43370</c:v>
                </c:pt>
                <c:pt idx="635">
                  <c:v>43371</c:v>
                </c:pt>
                <c:pt idx="636">
                  <c:v>43372</c:v>
                </c:pt>
                <c:pt idx="637">
                  <c:v>43373</c:v>
                </c:pt>
                <c:pt idx="638">
                  <c:v>43374</c:v>
                </c:pt>
                <c:pt idx="639">
                  <c:v>43375</c:v>
                </c:pt>
                <c:pt idx="640">
                  <c:v>43376</c:v>
                </c:pt>
                <c:pt idx="641">
                  <c:v>43377</c:v>
                </c:pt>
                <c:pt idx="642">
                  <c:v>43378</c:v>
                </c:pt>
                <c:pt idx="643">
                  <c:v>43379</c:v>
                </c:pt>
                <c:pt idx="644">
                  <c:v>43380</c:v>
                </c:pt>
                <c:pt idx="645">
                  <c:v>43381</c:v>
                </c:pt>
                <c:pt idx="646">
                  <c:v>43382</c:v>
                </c:pt>
                <c:pt idx="647">
                  <c:v>43383</c:v>
                </c:pt>
                <c:pt idx="648">
                  <c:v>43384</c:v>
                </c:pt>
                <c:pt idx="649">
                  <c:v>43385</c:v>
                </c:pt>
                <c:pt idx="650">
                  <c:v>43386</c:v>
                </c:pt>
                <c:pt idx="651">
                  <c:v>43387</c:v>
                </c:pt>
                <c:pt idx="652">
                  <c:v>43388</c:v>
                </c:pt>
                <c:pt idx="653">
                  <c:v>43389</c:v>
                </c:pt>
                <c:pt idx="654">
                  <c:v>43390</c:v>
                </c:pt>
                <c:pt idx="655">
                  <c:v>43391</c:v>
                </c:pt>
                <c:pt idx="656">
                  <c:v>43392</c:v>
                </c:pt>
                <c:pt idx="657">
                  <c:v>43393</c:v>
                </c:pt>
                <c:pt idx="658">
                  <c:v>43394</c:v>
                </c:pt>
                <c:pt idx="659">
                  <c:v>43395</c:v>
                </c:pt>
                <c:pt idx="660">
                  <c:v>43396</c:v>
                </c:pt>
                <c:pt idx="661">
                  <c:v>43397</c:v>
                </c:pt>
                <c:pt idx="662">
                  <c:v>43398</c:v>
                </c:pt>
                <c:pt idx="663">
                  <c:v>43399</c:v>
                </c:pt>
                <c:pt idx="664">
                  <c:v>43400</c:v>
                </c:pt>
                <c:pt idx="665">
                  <c:v>43401</c:v>
                </c:pt>
                <c:pt idx="666">
                  <c:v>43402</c:v>
                </c:pt>
                <c:pt idx="667">
                  <c:v>43403</c:v>
                </c:pt>
                <c:pt idx="668">
                  <c:v>43404</c:v>
                </c:pt>
                <c:pt idx="669">
                  <c:v>43405</c:v>
                </c:pt>
                <c:pt idx="670">
                  <c:v>43406</c:v>
                </c:pt>
                <c:pt idx="671">
                  <c:v>43407</c:v>
                </c:pt>
                <c:pt idx="672">
                  <c:v>43408</c:v>
                </c:pt>
                <c:pt idx="673">
                  <c:v>43409</c:v>
                </c:pt>
                <c:pt idx="674">
                  <c:v>43410</c:v>
                </c:pt>
                <c:pt idx="675">
                  <c:v>43411</c:v>
                </c:pt>
                <c:pt idx="676">
                  <c:v>43412</c:v>
                </c:pt>
                <c:pt idx="677">
                  <c:v>43413</c:v>
                </c:pt>
                <c:pt idx="678">
                  <c:v>43414</c:v>
                </c:pt>
                <c:pt idx="679">
                  <c:v>43415</c:v>
                </c:pt>
                <c:pt idx="680">
                  <c:v>43416</c:v>
                </c:pt>
                <c:pt idx="681">
                  <c:v>43417</c:v>
                </c:pt>
                <c:pt idx="682">
                  <c:v>43418</c:v>
                </c:pt>
                <c:pt idx="683">
                  <c:v>43419</c:v>
                </c:pt>
                <c:pt idx="684">
                  <c:v>43420</c:v>
                </c:pt>
                <c:pt idx="685">
                  <c:v>43421</c:v>
                </c:pt>
                <c:pt idx="686">
                  <c:v>43422</c:v>
                </c:pt>
                <c:pt idx="687">
                  <c:v>43423</c:v>
                </c:pt>
                <c:pt idx="688">
                  <c:v>43424</c:v>
                </c:pt>
                <c:pt idx="689">
                  <c:v>43425</c:v>
                </c:pt>
                <c:pt idx="690">
                  <c:v>43426</c:v>
                </c:pt>
                <c:pt idx="691">
                  <c:v>43427</c:v>
                </c:pt>
                <c:pt idx="692">
                  <c:v>43428</c:v>
                </c:pt>
                <c:pt idx="693">
                  <c:v>43429</c:v>
                </c:pt>
                <c:pt idx="694">
                  <c:v>43430</c:v>
                </c:pt>
                <c:pt idx="695">
                  <c:v>43431</c:v>
                </c:pt>
                <c:pt idx="696">
                  <c:v>43432</c:v>
                </c:pt>
                <c:pt idx="697">
                  <c:v>43433</c:v>
                </c:pt>
                <c:pt idx="698">
                  <c:v>43434</c:v>
                </c:pt>
                <c:pt idx="699">
                  <c:v>43435</c:v>
                </c:pt>
                <c:pt idx="700">
                  <c:v>43436</c:v>
                </c:pt>
                <c:pt idx="701">
                  <c:v>43437</c:v>
                </c:pt>
                <c:pt idx="702">
                  <c:v>43438</c:v>
                </c:pt>
                <c:pt idx="703">
                  <c:v>43439</c:v>
                </c:pt>
                <c:pt idx="704">
                  <c:v>43440</c:v>
                </c:pt>
                <c:pt idx="705">
                  <c:v>43441</c:v>
                </c:pt>
                <c:pt idx="706">
                  <c:v>43442</c:v>
                </c:pt>
                <c:pt idx="707">
                  <c:v>43443</c:v>
                </c:pt>
                <c:pt idx="708">
                  <c:v>43444</c:v>
                </c:pt>
                <c:pt idx="709">
                  <c:v>43445</c:v>
                </c:pt>
                <c:pt idx="710">
                  <c:v>43446</c:v>
                </c:pt>
                <c:pt idx="711">
                  <c:v>43447</c:v>
                </c:pt>
                <c:pt idx="712">
                  <c:v>43448</c:v>
                </c:pt>
                <c:pt idx="713">
                  <c:v>43449</c:v>
                </c:pt>
                <c:pt idx="714">
                  <c:v>43450</c:v>
                </c:pt>
                <c:pt idx="715">
                  <c:v>43451</c:v>
                </c:pt>
                <c:pt idx="716">
                  <c:v>43452</c:v>
                </c:pt>
                <c:pt idx="717">
                  <c:v>43453</c:v>
                </c:pt>
                <c:pt idx="718">
                  <c:v>43454</c:v>
                </c:pt>
                <c:pt idx="719">
                  <c:v>43455</c:v>
                </c:pt>
                <c:pt idx="720">
                  <c:v>43456</c:v>
                </c:pt>
                <c:pt idx="721">
                  <c:v>43457</c:v>
                </c:pt>
                <c:pt idx="722">
                  <c:v>43458</c:v>
                </c:pt>
                <c:pt idx="723">
                  <c:v>43459</c:v>
                </c:pt>
                <c:pt idx="724">
                  <c:v>43460</c:v>
                </c:pt>
                <c:pt idx="725">
                  <c:v>43461</c:v>
                </c:pt>
                <c:pt idx="726">
                  <c:v>43462</c:v>
                </c:pt>
                <c:pt idx="727">
                  <c:v>43463</c:v>
                </c:pt>
                <c:pt idx="728">
                  <c:v>43464</c:v>
                </c:pt>
                <c:pt idx="729">
                  <c:v>43465</c:v>
                </c:pt>
                <c:pt idx="730">
                  <c:v>43466</c:v>
                </c:pt>
                <c:pt idx="731">
                  <c:v>43467</c:v>
                </c:pt>
                <c:pt idx="732">
                  <c:v>43468</c:v>
                </c:pt>
                <c:pt idx="733">
                  <c:v>43469</c:v>
                </c:pt>
                <c:pt idx="734">
                  <c:v>43470</c:v>
                </c:pt>
                <c:pt idx="735">
                  <c:v>43471</c:v>
                </c:pt>
                <c:pt idx="736">
                  <c:v>43472</c:v>
                </c:pt>
                <c:pt idx="737">
                  <c:v>43473</c:v>
                </c:pt>
                <c:pt idx="738">
                  <c:v>43474</c:v>
                </c:pt>
                <c:pt idx="739">
                  <c:v>43475</c:v>
                </c:pt>
                <c:pt idx="740">
                  <c:v>43476</c:v>
                </c:pt>
                <c:pt idx="741">
                  <c:v>43477</c:v>
                </c:pt>
                <c:pt idx="742">
                  <c:v>43478</c:v>
                </c:pt>
                <c:pt idx="743">
                  <c:v>43479</c:v>
                </c:pt>
                <c:pt idx="744">
                  <c:v>43480</c:v>
                </c:pt>
                <c:pt idx="745">
                  <c:v>43481</c:v>
                </c:pt>
                <c:pt idx="746">
                  <c:v>43482</c:v>
                </c:pt>
                <c:pt idx="747">
                  <c:v>43483</c:v>
                </c:pt>
                <c:pt idx="748">
                  <c:v>43484</c:v>
                </c:pt>
                <c:pt idx="749">
                  <c:v>43485</c:v>
                </c:pt>
                <c:pt idx="750">
                  <c:v>43486</c:v>
                </c:pt>
                <c:pt idx="751">
                  <c:v>43487</c:v>
                </c:pt>
                <c:pt idx="752">
                  <c:v>43488</c:v>
                </c:pt>
                <c:pt idx="753">
                  <c:v>43489</c:v>
                </c:pt>
                <c:pt idx="754">
                  <c:v>43490</c:v>
                </c:pt>
                <c:pt idx="755">
                  <c:v>43491</c:v>
                </c:pt>
                <c:pt idx="756">
                  <c:v>43492</c:v>
                </c:pt>
                <c:pt idx="757">
                  <c:v>43493</c:v>
                </c:pt>
                <c:pt idx="758">
                  <c:v>43494</c:v>
                </c:pt>
                <c:pt idx="759">
                  <c:v>43495</c:v>
                </c:pt>
                <c:pt idx="760">
                  <c:v>43496</c:v>
                </c:pt>
                <c:pt idx="761">
                  <c:v>43497</c:v>
                </c:pt>
                <c:pt idx="762">
                  <c:v>43498</c:v>
                </c:pt>
                <c:pt idx="763">
                  <c:v>43499</c:v>
                </c:pt>
                <c:pt idx="764">
                  <c:v>43500</c:v>
                </c:pt>
                <c:pt idx="765">
                  <c:v>43501</c:v>
                </c:pt>
                <c:pt idx="766">
                  <c:v>43502</c:v>
                </c:pt>
                <c:pt idx="767">
                  <c:v>43503</c:v>
                </c:pt>
                <c:pt idx="768">
                  <c:v>43504</c:v>
                </c:pt>
                <c:pt idx="769">
                  <c:v>43505</c:v>
                </c:pt>
                <c:pt idx="770">
                  <c:v>43506</c:v>
                </c:pt>
                <c:pt idx="771">
                  <c:v>43507</c:v>
                </c:pt>
                <c:pt idx="772">
                  <c:v>43508</c:v>
                </c:pt>
                <c:pt idx="773">
                  <c:v>43509</c:v>
                </c:pt>
                <c:pt idx="774">
                  <c:v>43510</c:v>
                </c:pt>
                <c:pt idx="775">
                  <c:v>43511</c:v>
                </c:pt>
                <c:pt idx="776">
                  <c:v>43512</c:v>
                </c:pt>
                <c:pt idx="777">
                  <c:v>43513</c:v>
                </c:pt>
                <c:pt idx="778">
                  <c:v>43514</c:v>
                </c:pt>
                <c:pt idx="779">
                  <c:v>43515</c:v>
                </c:pt>
                <c:pt idx="780">
                  <c:v>43516</c:v>
                </c:pt>
                <c:pt idx="781">
                  <c:v>43517</c:v>
                </c:pt>
                <c:pt idx="782">
                  <c:v>43518</c:v>
                </c:pt>
                <c:pt idx="783">
                  <c:v>43519</c:v>
                </c:pt>
                <c:pt idx="784">
                  <c:v>43520</c:v>
                </c:pt>
                <c:pt idx="785">
                  <c:v>43521</c:v>
                </c:pt>
                <c:pt idx="786">
                  <c:v>43522</c:v>
                </c:pt>
                <c:pt idx="787">
                  <c:v>43523</c:v>
                </c:pt>
                <c:pt idx="788">
                  <c:v>43524</c:v>
                </c:pt>
                <c:pt idx="789">
                  <c:v>43525</c:v>
                </c:pt>
                <c:pt idx="790">
                  <c:v>43526</c:v>
                </c:pt>
                <c:pt idx="791">
                  <c:v>43527</c:v>
                </c:pt>
                <c:pt idx="792">
                  <c:v>43528</c:v>
                </c:pt>
                <c:pt idx="793">
                  <c:v>43529</c:v>
                </c:pt>
                <c:pt idx="794">
                  <c:v>43530</c:v>
                </c:pt>
                <c:pt idx="795">
                  <c:v>43531</c:v>
                </c:pt>
                <c:pt idx="796">
                  <c:v>43532</c:v>
                </c:pt>
                <c:pt idx="797">
                  <c:v>43533</c:v>
                </c:pt>
                <c:pt idx="798">
                  <c:v>43534</c:v>
                </c:pt>
                <c:pt idx="799">
                  <c:v>43535</c:v>
                </c:pt>
                <c:pt idx="800">
                  <c:v>43536</c:v>
                </c:pt>
                <c:pt idx="801">
                  <c:v>43537</c:v>
                </c:pt>
                <c:pt idx="802">
                  <c:v>43538</c:v>
                </c:pt>
                <c:pt idx="803">
                  <c:v>43539</c:v>
                </c:pt>
                <c:pt idx="804">
                  <c:v>43540</c:v>
                </c:pt>
                <c:pt idx="805">
                  <c:v>43541</c:v>
                </c:pt>
                <c:pt idx="806">
                  <c:v>43542</c:v>
                </c:pt>
                <c:pt idx="807">
                  <c:v>43543</c:v>
                </c:pt>
                <c:pt idx="808">
                  <c:v>43544</c:v>
                </c:pt>
                <c:pt idx="809">
                  <c:v>43545</c:v>
                </c:pt>
                <c:pt idx="810">
                  <c:v>43546</c:v>
                </c:pt>
                <c:pt idx="811">
                  <c:v>43547</c:v>
                </c:pt>
                <c:pt idx="812">
                  <c:v>43548</c:v>
                </c:pt>
                <c:pt idx="813">
                  <c:v>43549</c:v>
                </c:pt>
                <c:pt idx="814">
                  <c:v>43550</c:v>
                </c:pt>
                <c:pt idx="815">
                  <c:v>43551</c:v>
                </c:pt>
                <c:pt idx="816">
                  <c:v>43552</c:v>
                </c:pt>
                <c:pt idx="817">
                  <c:v>43553</c:v>
                </c:pt>
                <c:pt idx="818">
                  <c:v>43554</c:v>
                </c:pt>
                <c:pt idx="819">
                  <c:v>43555</c:v>
                </c:pt>
                <c:pt idx="820">
                  <c:v>43556</c:v>
                </c:pt>
                <c:pt idx="821">
                  <c:v>43557</c:v>
                </c:pt>
                <c:pt idx="822">
                  <c:v>43558</c:v>
                </c:pt>
                <c:pt idx="823">
                  <c:v>43559</c:v>
                </c:pt>
                <c:pt idx="824">
                  <c:v>43560</c:v>
                </c:pt>
                <c:pt idx="825">
                  <c:v>43561</c:v>
                </c:pt>
                <c:pt idx="826">
                  <c:v>43562</c:v>
                </c:pt>
                <c:pt idx="827">
                  <c:v>43563</c:v>
                </c:pt>
                <c:pt idx="828">
                  <c:v>43564</c:v>
                </c:pt>
                <c:pt idx="829">
                  <c:v>43565</c:v>
                </c:pt>
                <c:pt idx="830">
                  <c:v>43566</c:v>
                </c:pt>
                <c:pt idx="831">
                  <c:v>43567</c:v>
                </c:pt>
                <c:pt idx="832">
                  <c:v>43568</c:v>
                </c:pt>
                <c:pt idx="833">
                  <c:v>43569</c:v>
                </c:pt>
                <c:pt idx="834">
                  <c:v>43570</c:v>
                </c:pt>
                <c:pt idx="835">
                  <c:v>43571</c:v>
                </c:pt>
                <c:pt idx="836">
                  <c:v>43572</c:v>
                </c:pt>
                <c:pt idx="837">
                  <c:v>43573</c:v>
                </c:pt>
                <c:pt idx="838">
                  <c:v>43574</c:v>
                </c:pt>
                <c:pt idx="839">
                  <c:v>43575</c:v>
                </c:pt>
                <c:pt idx="840">
                  <c:v>43576</c:v>
                </c:pt>
                <c:pt idx="841">
                  <c:v>43577</c:v>
                </c:pt>
                <c:pt idx="842">
                  <c:v>43578</c:v>
                </c:pt>
                <c:pt idx="843">
                  <c:v>43579</c:v>
                </c:pt>
                <c:pt idx="844">
                  <c:v>43580</c:v>
                </c:pt>
                <c:pt idx="845">
                  <c:v>43581</c:v>
                </c:pt>
                <c:pt idx="846">
                  <c:v>43582</c:v>
                </c:pt>
                <c:pt idx="847">
                  <c:v>43583</c:v>
                </c:pt>
                <c:pt idx="848">
                  <c:v>43584</c:v>
                </c:pt>
                <c:pt idx="849">
                  <c:v>43585</c:v>
                </c:pt>
                <c:pt idx="850">
                  <c:v>43586</c:v>
                </c:pt>
                <c:pt idx="851">
                  <c:v>43587</c:v>
                </c:pt>
                <c:pt idx="852">
                  <c:v>43588</c:v>
                </c:pt>
                <c:pt idx="853">
                  <c:v>43589</c:v>
                </c:pt>
                <c:pt idx="854">
                  <c:v>43590</c:v>
                </c:pt>
                <c:pt idx="855">
                  <c:v>43591</c:v>
                </c:pt>
                <c:pt idx="856">
                  <c:v>43592</c:v>
                </c:pt>
                <c:pt idx="857">
                  <c:v>43593</c:v>
                </c:pt>
                <c:pt idx="858">
                  <c:v>43594</c:v>
                </c:pt>
                <c:pt idx="859">
                  <c:v>43595</c:v>
                </c:pt>
                <c:pt idx="860">
                  <c:v>43596</c:v>
                </c:pt>
                <c:pt idx="861">
                  <c:v>43597</c:v>
                </c:pt>
                <c:pt idx="862">
                  <c:v>43598</c:v>
                </c:pt>
                <c:pt idx="863">
                  <c:v>43599</c:v>
                </c:pt>
                <c:pt idx="864">
                  <c:v>43600</c:v>
                </c:pt>
                <c:pt idx="865">
                  <c:v>43601</c:v>
                </c:pt>
                <c:pt idx="866">
                  <c:v>43602</c:v>
                </c:pt>
                <c:pt idx="867">
                  <c:v>43603</c:v>
                </c:pt>
                <c:pt idx="868">
                  <c:v>43604</c:v>
                </c:pt>
                <c:pt idx="869">
                  <c:v>43605</c:v>
                </c:pt>
                <c:pt idx="870">
                  <c:v>43606</c:v>
                </c:pt>
                <c:pt idx="871">
                  <c:v>43607</c:v>
                </c:pt>
                <c:pt idx="872">
                  <c:v>43608</c:v>
                </c:pt>
                <c:pt idx="873">
                  <c:v>43609</c:v>
                </c:pt>
                <c:pt idx="874">
                  <c:v>43610</c:v>
                </c:pt>
                <c:pt idx="875">
                  <c:v>43611</c:v>
                </c:pt>
                <c:pt idx="876">
                  <c:v>43612</c:v>
                </c:pt>
                <c:pt idx="877">
                  <c:v>43613</c:v>
                </c:pt>
                <c:pt idx="878">
                  <c:v>43614</c:v>
                </c:pt>
                <c:pt idx="879">
                  <c:v>43615</c:v>
                </c:pt>
                <c:pt idx="880">
                  <c:v>43616</c:v>
                </c:pt>
                <c:pt idx="881">
                  <c:v>43617</c:v>
                </c:pt>
                <c:pt idx="882">
                  <c:v>43618</c:v>
                </c:pt>
                <c:pt idx="883">
                  <c:v>43619</c:v>
                </c:pt>
                <c:pt idx="884">
                  <c:v>43620</c:v>
                </c:pt>
                <c:pt idx="885">
                  <c:v>43621</c:v>
                </c:pt>
                <c:pt idx="886">
                  <c:v>43622</c:v>
                </c:pt>
                <c:pt idx="887">
                  <c:v>43623</c:v>
                </c:pt>
                <c:pt idx="888">
                  <c:v>43624</c:v>
                </c:pt>
                <c:pt idx="889">
                  <c:v>43625</c:v>
                </c:pt>
                <c:pt idx="890">
                  <c:v>43626</c:v>
                </c:pt>
                <c:pt idx="891">
                  <c:v>43627</c:v>
                </c:pt>
                <c:pt idx="892">
                  <c:v>43628</c:v>
                </c:pt>
                <c:pt idx="893">
                  <c:v>43629</c:v>
                </c:pt>
                <c:pt idx="894">
                  <c:v>43630</c:v>
                </c:pt>
                <c:pt idx="895">
                  <c:v>43631</c:v>
                </c:pt>
                <c:pt idx="896">
                  <c:v>43632</c:v>
                </c:pt>
                <c:pt idx="897">
                  <c:v>43633</c:v>
                </c:pt>
                <c:pt idx="898">
                  <c:v>43634</c:v>
                </c:pt>
                <c:pt idx="899">
                  <c:v>43635</c:v>
                </c:pt>
                <c:pt idx="900">
                  <c:v>43636</c:v>
                </c:pt>
                <c:pt idx="901">
                  <c:v>43637</c:v>
                </c:pt>
                <c:pt idx="902">
                  <c:v>43638</c:v>
                </c:pt>
                <c:pt idx="903">
                  <c:v>43639</c:v>
                </c:pt>
                <c:pt idx="904">
                  <c:v>43640</c:v>
                </c:pt>
                <c:pt idx="905">
                  <c:v>43641</c:v>
                </c:pt>
                <c:pt idx="906">
                  <c:v>43642</c:v>
                </c:pt>
                <c:pt idx="907">
                  <c:v>43643</c:v>
                </c:pt>
                <c:pt idx="908">
                  <c:v>43644</c:v>
                </c:pt>
                <c:pt idx="909">
                  <c:v>43645</c:v>
                </c:pt>
                <c:pt idx="910">
                  <c:v>43646</c:v>
                </c:pt>
                <c:pt idx="911">
                  <c:v>43647</c:v>
                </c:pt>
                <c:pt idx="912">
                  <c:v>43648</c:v>
                </c:pt>
                <c:pt idx="913">
                  <c:v>43649</c:v>
                </c:pt>
                <c:pt idx="914">
                  <c:v>43650</c:v>
                </c:pt>
                <c:pt idx="915">
                  <c:v>43651</c:v>
                </c:pt>
                <c:pt idx="916">
                  <c:v>43652</c:v>
                </c:pt>
                <c:pt idx="917">
                  <c:v>43653</c:v>
                </c:pt>
                <c:pt idx="918">
                  <c:v>43654</c:v>
                </c:pt>
                <c:pt idx="919">
                  <c:v>43655</c:v>
                </c:pt>
                <c:pt idx="920">
                  <c:v>43656</c:v>
                </c:pt>
                <c:pt idx="921">
                  <c:v>43657</c:v>
                </c:pt>
                <c:pt idx="922">
                  <c:v>43658</c:v>
                </c:pt>
                <c:pt idx="923">
                  <c:v>43659</c:v>
                </c:pt>
                <c:pt idx="924">
                  <c:v>43660</c:v>
                </c:pt>
                <c:pt idx="925">
                  <c:v>43661</c:v>
                </c:pt>
                <c:pt idx="926">
                  <c:v>43662</c:v>
                </c:pt>
                <c:pt idx="927">
                  <c:v>43663</c:v>
                </c:pt>
                <c:pt idx="928">
                  <c:v>43664</c:v>
                </c:pt>
                <c:pt idx="929">
                  <c:v>43665</c:v>
                </c:pt>
                <c:pt idx="930">
                  <c:v>43666</c:v>
                </c:pt>
                <c:pt idx="931">
                  <c:v>43667</c:v>
                </c:pt>
                <c:pt idx="932">
                  <c:v>43668</c:v>
                </c:pt>
                <c:pt idx="933">
                  <c:v>43669</c:v>
                </c:pt>
                <c:pt idx="934">
                  <c:v>43670</c:v>
                </c:pt>
                <c:pt idx="935">
                  <c:v>43671</c:v>
                </c:pt>
                <c:pt idx="936">
                  <c:v>43672</c:v>
                </c:pt>
                <c:pt idx="937">
                  <c:v>43673</c:v>
                </c:pt>
                <c:pt idx="938">
                  <c:v>43674</c:v>
                </c:pt>
                <c:pt idx="939">
                  <c:v>43675</c:v>
                </c:pt>
                <c:pt idx="940">
                  <c:v>43676</c:v>
                </c:pt>
                <c:pt idx="941">
                  <c:v>43677</c:v>
                </c:pt>
                <c:pt idx="942">
                  <c:v>43678</c:v>
                </c:pt>
                <c:pt idx="943">
                  <c:v>43679</c:v>
                </c:pt>
                <c:pt idx="944">
                  <c:v>43680</c:v>
                </c:pt>
                <c:pt idx="945">
                  <c:v>43681</c:v>
                </c:pt>
                <c:pt idx="946">
                  <c:v>43682</c:v>
                </c:pt>
                <c:pt idx="947">
                  <c:v>43683</c:v>
                </c:pt>
                <c:pt idx="948">
                  <c:v>43684</c:v>
                </c:pt>
                <c:pt idx="949">
                  <c:v>43685</c:v>
                </c:pt>
                <c:pt idx="950">
                  <c:v>43686</c:v>
                </c:pt>
                <c:pt idx="951">
                  <c:v>43687</c:v>
                </c:pt>
                <c:pt idx="952">
                  <c:v>43688</c:v>
                </c:pt>
                <c:pt idx="953">
                  <c:v>43689</c:v>
                </c:pt>
                <c:pt idx="954">
                  <c:v>43690</c:v>
                </c:pt>
                <c:pt idx="955">
                  <c:v>43691</c:v>
                </c:pt>
                <c:pt idx="956">
                  <c:v>43692</c:v>
                </c:pt>
                <c:pt idx="957">
                  <c:v>43693</c:v>
                </c:pt>
                <c:pt idx="958">
                  <c:v>43694</c:v>
                </c:pt>
                <c:pt idx="959">
                  <c:v>43695</c:v>
                </c:pt>
                <c:pt idx="960">
                  <c:v>43696</c:v>
                </c:pt>
                <c:pt idx="961">
                  <c:v>43697</c:v>
                </c:pt>
                <c:pt idx="962">
                  <c:v>43698</c:v>
                </c:pt>
                <c:pt idx="963">
                  <c:v>43699</c:v>
                </c:pt>
                <c:pt idx="964">
                  <c:v>43700</c:v>
                </c:pt>
                <c:pt idx="965">
                  <c:v>43701</c:v>
                </c:pt>
                <c:pt idx="966">
                  <c:v>43702</c:v>
                </c:pt>
                <c:pt idx="967">
                  <c:v>43703</c:v>
                </c:pt>
                <c:pt idx="968">
                  <c:v>43704</c:v>
                </c:pt>
                <c:pt idx="969">
                  <c:v>43705</c:v>
                </c:pt>
                <c:pt idx="970">
                  <c:v>43706</c:v>
                </c:pt>
                <c:pt idx="971">
                  <c:v>43707</c:v>
                </c:pt>
                <c:pt idx="972">
                  <c:v>43708</c:v>
                </c:pt>
                <c:pt idx="973">
                  <c:v>43709</c:v>
                </c:pt>
                <c:pt idx="974">
                  <c:v>43710</c:v>
                </c:pt>
                <c:pt idx="975">
                  <c:v>43711</c:v>
                </c:pt>
                <c:pt idx="976">
                  <c:v>43712</c:v>
                </c:pt>
                <c:pt idx="977">
                  <c:v>43713</c:v>
                </c:pt>
                <c:pt idx="978">
                  <c:v>43714</c:v>
                </c:pt>
                <c:pt idx="979">
                  <c:v>43715</c:v>
                </c:pt>
                <c:pt idx="980">
                  <c:v>43716</c:v>
                </c:pt>
                <c:pt idx="981">
                  <c:v>43717</c:v>
                </c:pt>
                <c:pt idx="982">
                  <c:v>43718</c:v>
                </c:pt>
                <c:pt idx="983">
                  <c:v>43719</c:v>
                </c:pt>
                <c:pt idx="984">
                  <c:v>43720</c:v>
                </c:pt>
                <c:pt idx="985">
                  <c:v>43721</c:v>
                </c:pt>
                <c:pt idx="986">
                  <c:v>43722</c:v>
                </c:pt>
                <c:pt idx="987">
                  <c:v>43723</c:v>
                </c:pt>
                <c:pt idx="988">
                  <c:v>43724</c:v>
                </c:pt>
                <c:pt idx="989">
                  <c:v>43725</c:v>
                </c:pt>
                <c:pt idx="990">
                  <c:v>43726</c:v>
                </c:pt>
                <c:pt idx="991">
                  <c:v>43727</c:v>
                </c:pt>
                <c:pt idx="992">
                  <c:v>43728</c:v>
                </c:pt>
                <c:pt idx="993">
                  <c:v>43729</c:v>
                </c:pt>
                <c:pt idx="994">
                  <c:v>43730</c:v>
                </c:pt>
                <c:pt idx="995">
                  <c:v>43731</c:v>
                </c:pt>
                <c:pt idx="996">
                  <c:v>43732</c:v>
                </c:pt>
                <c:pt idx="997">
                  <c:v>43733</c:v>
                </c:pt>
                <c:pt idx="998">
                  <c:v>43734</c:v>
                </c:pt>
                <c:pt idx="999">
                  <c:v>43735</c:v>
                </c:pt>
                <c:pt idx="1000">
                  <c:v>43736</c:v>
                </c:pt>
                <c:pt idx="1001">
                  <c:v>43737</c:v>
                </c:pt>
                <c:pt idx="1002">
                  <c:v>43738</c:v>
                </c:pt>
                <c:pt idx="1003">
                  <c:v>43739</c:v>
                </c:pt>
                <c:pt idx="1004">
                  <c:v>43740</c:v>
                </c:pt>
                <c:pt idx="1005">
                  <c:v>43741</c:v>
                </c:pt>
                <c:pt idx="1006">
                  <c:v>43742</c:v>
                </c:pt>
                <c:pt idx="1007">
                  <c:v>43743</c:v>
                </c:pt>
                <c:pt idx="1008">
                  <c:v>43744</c:v>
                </c:pt>
                <c:pt idx="1009">
                  <c:v>43745</c:v>
                </c:pt>
                <c:pt idx="1010">
                  <c:v>43746</c:v>
                </c:pt>
                <c:pt idx="1011">
                  <c:v>43747</c:v>
                </c:pt>
                <c:pt idx="1012">
                  <c:v>43748</c:v>
                </c:pt>
                <c:pt idx="1013">
                  <c:v>43749</c:v>
                </c:pt>
                <c:pt idx="1014">
                  <c:v>43750</c:v>
                </c:pt>
                <c:pt idx="1015">
                  <c:v>43751</c:v>
                </c:pt>
                <c:pt idx="1016">
                  <c:v>43752</c:v>
                </c:pt>
                <c:pt idx="1017">
                  <c:v>43753</c:v>
                </c:pt>
                <c:pt idx="1018">
                  <c:v>43754</c:v>
                </c:pt>
                <c:pt idx="1019">
                  <c:v>43755</c:v>
                </c:pt>
                <c:pt idx="1020">
                  <c:v>43756</c:v>
                </c:pt>
                <c:pt idx="1021">
                  <c:v>43757</c:v>
                </c:pt>
                <c:pt idx="1022">
                  <c:v>43758</c:v>
                </c:pt>
                <c:pt idx="1023">
                  <c:v>43759</c:v>
                </c:pt>
                <c:pt idx="1024">
                  <c:v>43760</c:v>
                </c:pt>
                <c:pt idx="1025">
                  <c:v>43761</c:v>
                </c:pt>
                <c:pt idx="1026">
                  <c:v>43762</c:v>
                </c:pt>
                <c:pt idx="1027">
                  <c:v>43763</c:v>
                </c:pt>
                <c:pt idx="1028">
                  <c:v>43764</c:v>
                </c:pt>
                <c:pt idx="1029">
                  <c:v>43765</c:v>
                </c:pt>
                <c:pt idx="1030">
                  <c:v>43766</c:v>
                </c:pt>
                <c:pt idx="1031">
                  <c:v>43767</c:v>
                </c:pt>
                <c:pt idx="1032">
                  <c:v>43768</c:v>
                </c:pt>
                <c:pt idx="1033">
                  <c:v>43769</c:v>
                </c:pt>
                <c:pt idx="1034">
                  <c:v>43770</c:v>
                </c:pt>
                <c:pt idx="1035">
                  <c:v>43771</c:v>
                </c:pt>
                <c:pt idx="1036">
                  <c:v>43772</c:v>
                </c:pt>
                <c:pt idx="1037">
                  <c:v>43773</c:v>
                </c:pt>
                <c:pt idx="1038">
                  <c:v>43774</c:v>
                </c:pt>
                <c:pt idx="1039">
                  <c:v>43775</c:v>
                </c:pt>
                <c:pt idx="1040">
                  <c:v>43776</c:v>
                </c:pt>
                <c:pt idx="1041">
                  <c:v>43777</c:v>
                </c:pt>
                <c:pt idx="1042">
                  <c:v>43778</c:v>
                </c:pt>
                <c:pt idx="1043">
                  <c:v>43779</c:v>
                </c:pt>
                <c:pt idx="1044">
                  <c:v>43780</c:v>
                </c:pt>
                <c:pt idx="1045">
                  <c:v>43781</c:v>
                </c:pt>
                <c:pt idx="1046">
                  <c:v>43782</c:v>
                </c:pt>
                <c:pt idx="1047">
                  <c:v>43783</c:v>
                </c:pt>
                <c:pt idx="1048">
                  <c:v>43784</c:v>
                </c:pt>
                <c:pt idx="1049">
                  <c:v>43785</c:v>
                </c:pt>
                <c:pt idx="1050">
                  <c:v>43786</c:v>
                </c:pt>
                <c:pt idx="1051">
                  <c:v>43787</c:v>
                </c:pt>
                <c:pt idx="1052">
                  <c:v>43788</c:v>
                </c:pt>
                <c:pt idx="1053">
                  <c:v>43789</c:v>
                </c:pt>
                <c:pt idx="1054">
                  <c:v>43790</c:v>
                </c:pt>
                <c:pt idx="1055">
                  <c:v>43791</c:v>
                </c:pt>
                <c:pt idx="1056">
                  <c:v>43792</c:v>
                </c:pt>
                <c:pt idx="1057">
                  <c:v>43793</c:v>
                </c:pt>
                <c:pt idx="1058">
                  <c:v>43794</c:v>
                </c:pt>
                <c:pt idx="1059">
                  <c:v>43795</c:v>
                </c:pt>
                <c:pt idx="1060">
                  <c:v>43796</c:v>
                </c:pt>
                <c:pt idx="1061">
                  <c:v>43797</c:v>
                </c:pt>
                <c:pt idx="1062">
                  <c:v>43798</c:v>
                </c:pt>
                <c:pt idx="1063">
                  <c:v>43799</c:v>
                </c:pt>
                <c:pt idx="1064">
                  <c:v>43800</c:v>
                </c:pt>
                <c:pt idx="1065">
                  <c:v>43801</c:v>
                </c:pt>
                <c:pt idx="1066">
                  <c:v>43802</c:v>
                </c:pt>
                <c:pt idx="1067">
                  <c:v>43803</c:v>
                </c:pt>
                <c:pt idx="1068">
                  <c:v>43804</c:v>
                </c:pt>
                <c:pt idx="1069">
                  <c:v>43805</c:v>
                </c:pt>
                <c:pt idx="1070">
                  <c:v>43806</c:v>
                </c:pt>
                <c:pt idx="1071">
                  <c:v>43807</c:v>
                </c:pt>
                <c:pt idx="1072">
                  <c:v>43808</c:v>
                </c:pt>
                <c:pt idx="1073">
                  <c:v>43809</c:v>
                </c:pt>
                <c:pt idx="1074">
                  <c:v>43810</c:v>
                </c:pt>
                <c:pt idx="1075">
                  <c:v>43811</c:v>
                </c:pt>
                <c:pt idx="1076">
                  <c:v>43812</c:v>
                </c:pt>
                <c:pt idx="1077">
                  <c:v>43813</c:v>
                </c:pt>
                <c:pt idx="1078">
                  <c:v>43814</c:v>
                </c:pt>
                <c:pt idx="1079">
                  <c:v>43815</c:v>
                </c:pt>
                <c:pt idx="1080">
                  <c:v>43816</c:v>
                </c:pt>
                <c:pt idx="1081">
                  <c:v>43817</c:v>
                </c:pt>
                <c:pt idx="1082">
                  <c:v>43818</c:v>
                </c:pt>
                <c:pt idx="1083">
                  <c:v>43819</c:v>
                </c:pt>
                <c:pt idx="1084">
                  <c:v>43820</c:v>
                </c:pt>
                <c:pt idx="1085">
                  <c:v>43821</c:v>
                </c:pt>
                <c:pt idx="1086">
                  <c:v>43822</c:v>
                </c:pt>
                <c:pt idx="1087">
                  <c:v>43823</c:v>
                </c:pt>
                <c:pt idx="1088">
                  <c:v>43824</c:v>
                </c:pt>
                <c:pt idx="1089">
                  <c:v>43825</c:v>
                </c:pt>
                <c:pt idx="1090">
                  <c:v>43826</c:v>
                </c:pt>
                <c:pt idx="1091">
                  <c:v>43827</c:v>
                </c:pt>
                <c:pt idx="1092">
                  <c:v>43828</c:v>
                </c:pt>
                <c:pt idx="1093">
                  <c:v>43829</c:v>
                </c:pt>
                <c:pt idx="1094">
                  <c:v>43830</c:v>
                </c:pt>
                <c:pt idx="1095">
                  <c:v>43831</c:v>
                </c:pt>
                <c:pt idx="1096">
                  <c:v>43832</c:v>
                </c:pt>
                <c:pt idx="1097">
                  <c:v>43833</c:v>
                </c:pt>
                <c:pt idx="1098">
                  <c:v>43834</c:v>
                </c:pt>
                <c:pt idx="1099">
                  <c:v>43835</c:v>
                </c:pt>
                <c:pt idx="1100">
                  <c:v>43836</c:v>
                </c:pt>
                <c:pt idx="1101">
                  <c:v>43837</c:v>
                </c:pt>
                <c:pt idx="1102">
                  <c:v>43838</c:v>
                </c:pt>
                <c:pt idx="1103">
                  <c:v>43839</c:v>
                </c:pt>
                <c:pt idx="1104">
                  <c:v>43840</c:v>
                </c:pt>
                <c:pt idx="1105">
                  <c:v>43841</c:v>
                </c:pt>
                <c:pt idx="1106">
                  <c:v>43842</c:v>
                </c:pt>
                <c:pt idx="1107">
                  <c:v>43843</c:v>
                </c:pt>
                <c:pt idx="1108">
                  <c:v>43844</c:v>
                </c:pt>
                <c:pt idx="1109">
                  <c:v>43845</c:v>
                </c:pt>
                <c:pt idx="1110">
                  <c:v>43846</c:v>
                </c:pt>
                <c:pt idx="1111">
                  <c:v>43847</c:v>
                </c:pt>
                <c:pt idx="1112">
                  <c:v>43848</c:v>
                </c:pt>
                <c:pt idx="1113">
                  <c:v>43849</c:v>
                </c:pt>
                <c:pt idx="1114">
                  <c:v>43850</c:v>
                </c:pt>
                <c:pt idx="1115">
                  <c:v>43851</c:v>
                </c:pt>
                <c:pt idx="1116">
                  <c:v>43852</c:v>
                </c:pt>
                <c:pt idx="1117">
                  <c:v>43853</c:v>
                </c:pt>
                <c:pt idx="1118">
                  <c:v>43854</c:v>
                </c:pt>
                <c:pt idx="1119">
                  <c:v>43855</c:v>
                </c:pt>
                <c:pt idx="1120">
                  <c:v>43856</c:v>
                </c:pt>
                <c:pt idx="1121">
                  <c:v>43857</c:v>
                </c:pt>
                <c:pt idx="1122">
                  <c:v>43858</c:v>
                </c:pt>
                <c:pt idx="1123">
                  <c:v>43859</c:v>
                </c:pt>
                <c:pt idx="1124">
                  <c:v>43860</c:v>
                </c:pt>
                <c:pt idx="1125">
                  <c:v>43861</c:v>
                </c:pt>
                <c:pt idx="1126">
                  <c:v>43862</c:v>
                </c:pt>
                <c:pt idx="1127">
                  <c:v>43863</c:v>
                </c:pt>
                <c:pt idx="1128">
                  <c:v>43864</c:v>
                </c:pt>
                <c:pt idx="1129">
                  <c:v>43865</c:v>
                </c:pt>
                <c:pt idx="1130">
                  <c:v>43866</c:v>
                </c:pt>
                <c:pt idx="1131">
                  <c:v>43867</c:v>
                </c:pt>
                <c:pt idx="1132">
                  <c:v>43868</c:v>
                </c:pt>
                <c:pt idx="1133">
                  <c:v>43869</c:v>
                </c:pt>
                <c:pt idx="1134">
                  <c:v>43870</c:v>
                </c:pt>
                <c:pt idx="1135">
                  <c:v>43871</c:v>
                </c:pt>
                <c:pt idx="1136">
                  <c:v>43872</c:v>
                </c:pt>
                <c:pt idx="1137">
                  <c:v>43873</c:v>
                </c:pt>
                <c:pt idx="1138">
                  <c:v>43874</c:v>
                </c:pt>
                <c:pt idx="1139">
                  <c:v>43875</c:v>
                </c:pt>
                <c:pt idx="1140">
                  <c:v>43876</c:v>
                </c:pt>
                <c:pt idx="1141">
                  <c:v>43877</c:v>
                </c:pt>
                <c:pt idx="1142">
                  <c:v>43878</c:v>
                </c:pt>
                <c:pt idx="1143">
                  <c:v>43879</c:v>
                </c:pt>
                <c:pt idx="1144">
                  <c:v>43880</c:v>
                </c:pt>
                <c:pt idx="1145">
                  <c:v>43881</c:v>
                </c:pt>
                <c:pt idx="1146">
                  <c:v>43882</c:v>
                </c:pt>
                <c:pt idx="1147">
                  <c:v>43883</c:v>
                </c:pt>
                <c:pt idx="1148">
                  <c:v>43884</c:v>
                </c:pt>
                <c:pt idx="1149">
                  <c:v>43885</c:v>
                </c:pt>
                <c:pt idx="1150">
                  <c:v>43886</c:v>
                </c:pt>
                <c:pt idx="1151">
                  <c:v>43887</c:v>
                </c:pt>
                <c:pt idx="1152">
                  <c:v>43888</c:v>
                </c:pt>
                <c:pt idx="1153">
                  <c:v>43889</c:v>
                </c:pt>
                <c:pt idx="1154">
                  <c:v>43890</c:v>
                </c:pt>
                <c:pt idx="1155">
                  <c:v>43891</c:v>
                </c:pt>
                <c:pt idx="1156">
                  <c:v>43892</c:v>
                </c:pt>
                <c:pt idx="1157">
                  <c:v>43893</c:v>
                </c:pt>
                <c:pt idx="1158">
                  <c:v>43894</c:v>
                </c:pt>
                <c:pt idx="1159">
                  <c:v>43895</c:v>
                </c:pt>
                <c:pt idx="1160">
                  <c:v>43896</c:v>
                </c:pt>
                <c:pt idx="1161">
                  <c:v>43897</c:v>
                </c:pt>
                <c:pt idx="1162">
                  <c:v>43898</c:v>
                </c:pt>
                <c:pt idx="1163">
                  <c:v>43899</c:v>
                </c:pt>
                <c:pt idx="1164">
                  <c:v>43900</c:v>
                </c:pt>
                <c:pt idx="1165">
                  <c:v>43901</c:v>
                </c:pt>
                <c:pt idx="1166">
                  <c:v>43902</c:v>
                </c:pt>
                <c:pt idx="1167">
                  <c:v>43903</c:v>
                </c:pt>
                <c:pt idx="1168">
                  <c:v>43904</c:v>
                </c:pt>
                <c:pt idx="1169">
                  <c:v>43905</c:v>
                </c:pt>
                <c:pt idx="1170">
                  <c:v>43906</c:v>
                </c:pt>
                <c:pt idx="1171">
                  <c:v>43907</c:v>
                </c:pt>
                <c:pt idx="1172">
                  <c:v>43908</c:v>
                </c:pt>
                <c:pt idx="1173">
                  <c:v>43909</c:v>
                </c:pt>
                <c:pt idx="1174">
                  <c:v>43910</c:v>
                </c:pt>
                <c:pt idx="1175">
                  <c:v>43911</c:v>
                </c:pt>
                <c:pt idx="1176">
                  <c:v>43912</c:v>
                </c:pt>
                <c:pt idx="1177">
                  <c:v>43913</c:v>
                </c:pt>
                <c:pt idx="1178">
                  <c:v>43914</c:v>
                </c:pt>
                <c:pt idx="1179">
                  <c:v>43915</c:v>
                </c:pt>
                <c:pt idx="1180">
                  <c:v>43916</c:v>
                </c:pt>
                <c:pt idx="1181">
                  <c:v>43917</c:v>
                </c:pt>
                <c:pt idx="1182">
                  <c:v>43918</c:v>
                </c:pt>
                <c:pt idx="1183">
                  <c:v>43919</c:v>
                </c:pt>
                <c:pt idx="1184">
                  <c:v>43920</c:v>
                </c:pt>
                <c:pt idx="1185">
                  <c:v>43921</c:v>
                </c:pt>
                <c:pt idx="1186">
                  <c:v>43922</c:v>
                </c:pt>
                <c:pt idx="1187">
                  <c:v>43923</c:v>
                </c:pt>
                <c:pt idx="1188">
                  <c:v>43924</c:v>
                </c:pt>
                <c:pt idx="1189">
                  <c:v>43925</c:v>
                </c:pt>
                <c:pt idx="1190">
                  <c:v>43926</c:v>
                </c:pt>
                <c:pt idx="1191">
                  <c:v>43927</c:v>
                </c:pt>
                <c:pt idx="1192">
                  <c:v>43928</c:v>
                </c:pt>
                <c:pt idx="1193">
                  <c:v>43929</c:v>
                </c:pt>
                <c:pt idx="1194">
                  <c:v>43930</c:v>
                </c:pt>
                <c:pt idx="1195">
                  <c:v>43931</c:v>
                </c:pt>
                <c:pt idx="1196">
                  <c:v>43932</c:v>
                </c:pt>
                <c:pt idx="1197">
                  <c:v>43933</c:v>
                </c:pt>
                <c:pt idx="1198">
                  <c:v>43934</c:v>
                </c:pt>
                <c:pt idx="1199">
                  <c:v>43935</c:v>
                </c:pt>
                <c:pt idx="1200">
                  <c:v>43936</c:v>
                </c:pt>
                <c:pt idx="1201">
                  <c:v>43937</c:v>
                </c:pt>
                <c:pt idx="1202">
                  <c:v>43938</c:v>
                </c:pt>
                <c:pt idx="1203">
                  <c:v>43939</c:v>
                </c:pt>
                <c:pt idx="1204">
                  <c:v>43940</c:v>
                </c:pt>
                <c:pt idx="1205">
                  <c:v>43941</c:v>
                </c:pt>
                <c:pt idx="1206">
                  <c:v>43942</c:v>
                </c:pt>
                <c:pt idx="1207">
                  <c:v>43943</c:v>
                </c:pt>
                <c:pt idx="1208">
                  <c:v>43944</c:v>
                </c:pt>
                <c:pt idx="1209">
                  <c:v>43945</c:v>
                </c:pt>
                <c:pt idx="1210">
                  <c:v>43946</c:v>
                </c:pt>
                <c:pt idx="1211">
                  <c:v>43947</c:v>
                </c:pt>
                <c:pt idx="1212">
                  <c:v>43948</c:v>
                </c:pt>
                <c:pt idx="1213">
                  <c:v>43949</c:v>
                </c:pt>
                <c:pt idx="1214">
                  <c:v>43950</c:v>
                </c:pt>
                <c:pt idx="1215">
                  <c:v>43951</c:v>
                </c:pt>
                <c:pt idx="1216">
                  <c:v>43952</c:v>
                </c:pt>
                <c:pt idx="1217">
                  <c:v>43953</c:v>
                </c:pt>
                <c:pt idx="1218">
                  <c:v>43954</c:v>
                </c:pt>
                <c:pt idx="1219">
                  <c:v>43955</c:v>
                </c:pt>
                <c:pt idx="1220">
                  <c:v>43956</c:v>
                </c:pt>
                <c:pt idx="1221">
                  <c:v>43957</c:v>
                </c:pt>
                <c:pt idx="1222">
                  <c:v>43958</c:v>
                </c:pt>
                <c:pt idx="1223">
                  <c:v>43959</c:v>
                </c:pt>
                <c:pt idx="1224">
                  <c:v>43960</c:v>
                </c:pt>
                <c:pt idx="1225">
                  <c:v>43961</c:v>
                </c:pt>
                <c:pt idx="1226">
                  <c:v>43962</c:v>
                </c:pt>
                <c:pt idx="1227">
                  <c:v>43963</c:v>
                </c:pt>
                <c:pt idx="1228">
                  <c:v>43964</c:v>
                </c:pt>
                <c:pt idx="1229">
                  <c:v>43965</c:v>
                </c:pt>
                <c:pt idx="1230">
                  <c:v>43966</c:v>
                </c:pt>
                <c:pt idx="1231">
                  <c:v>43967</c:v>
                </c:pt>
                <c:pt idx="1232">
                  <c:v>43968</c:v>
                </c:pt>
                <c:pt idx="1233">
                  <c:v>43969</c:v>
                </c:pt>
                <c:pt idx="1234">
                  <c:v>43970</c:v>
                </c:pt>
                <c:pt idx="1235">
                  <c:v>43971</c:v>
                </c:pt>
                <c:pt idx="1236">
                  <c:v>43972</c:v>
                </c:pt>
                <c:pt idx="1237">
                  <c:v>43973</c:v>
                </c:pt>
                <c:pt idx="1238">
                  <c:v>43974</c:v>
                </c:pt>
                <c:pt idx="1239">
                  <c:v>43975</c:v>
                </c:pt>
                <c:pt idx="1240">
                  <c:v>43976</c:v>
                </c:pt>
                <c:pt idx="1241">
                  <c:v>43977</c:v>
                </c:pt>
                <c:pt idx="1242">
                  <c:v>43978</c:v>
                </c:pt>
                <c:pt idx="1243">
                  <c:v>43979</c:v>
                </c:pt>
                <c:pt idx="1244">
                  <c:v>43980</c:v>
                </c:pt>
                <c:pt idx="1245">
                  <c:v>43981</c:v>
                </c:pt>
                <c:pt idx="1246">
                  <c:v>43982</c:v>
                </c:pt>
                <c:pt idx="1247">
                  <c:v>43983</c:v>
                </c:pt>
                <c:pt idx="1248">
                  <c:v>43984</c:v>
                </c:pt>
                <c:pt idx="1249">
                  <c:v>43985</c:v>
                </c:pt>
                <c:pt idx="1250">
                  <c:v>43986</c:v>
                </c:pt>
                <c:pt idx="1251">
                  <c:v>43987</c:v>
                </c:pt>
                <c:pt idx="1252">
                  <c:v>43988</c:v>
                </c:pt>
                <c:pt idx="1253">
                  <c:v>43989</c:v>
                </c:pt>
                <c:pt idx="1254">
                  <c:v>43990</c:v>
                </c:pt>
                <c:pt idx="1255">
                  <c:v>43991</c:v>
                </c:pt>
                <c:pt idx="1256">
                  <c:v>43992</c:v>
                </c:pt>
                <c:pt idx="1257">
                  <c:v>43993</c:v>
                </c:pt>
                <c:pt idx="1258">
                  <c:v>43994</c:v>
                </c:pt>
                <c:pt idx="1259">
                  <c:v>43995</c:v>
                </c:pt>
                <c:pt idx="1260">
                  <c:v>43996</c:v>
                </c:pt>
                <c:pt idx="1261">
                  <c:v>43997</c:v>
                </c:pt>
                <c:pt idx="1262">
                  <c:v>43998</c:v>
                </c:pt>
                <c:pt idx="1263">
                  <c:v>43999</c:v>
                </c:pt>
                <c:pt idx="1264">
                  <c:v>44000</c:v>
                </c:pt>
                <c:pt idx="1265">
                  <c:v>44001</c:v>
                </c:pt>
                <c:pt idx="1266">
                  <c:v>44002</c:v>
                </c:pt>
                <c:pt idx="1267">
                  <c:v>44003</c:v>
                </c:pt>
                <c:pt idx="1268">
                  <c:v>44004</c:v>
                </c:pt>
                <c:pt idx="1269">
                  <c:v>44005</c:v>
                </c:pt>
                <c:pt idx="1270">
                  <c:v>44006</c:v>
                </c:pt>
                <c:pt idx="1271">
                  <c:v>44007</c:v>
                </c:pt>
                <c:pt idx="1272">
                  <c:v>44008</c:v>
                </c:pt>
                <c:pt idx="1273">
                  <c:v>44009</c:v>
                </c:pt>
                <c:pt idx="1274">
                  <c:v>44010</c:v>
                </c:pt>
                <c:pt idx="1275">
                  <c:v>44011</c:v>
                </c:pt>
                <c:pt idx="1276">
                  <c:v>44012</c:v>
                </c:pt>
                <c:pt idx="1277">
                  <c:v>44013</c:v>
                </c:pt>
                <c:pt idx="1278">
                  <c:v>44014</c:v>
                </c:pt>
                <c:pt idx="1279">
                  <c:v>44015</c:v>
                </c:pt>
                <c:pt idx="1280">
                  <c:v>44016</c:v>
                </c:pt>
                <c:pt idx="1281">
                  <c:v>44017</c:v>
                </c:pt>
                <c:pt idx="1282">
                  <c:v>44018</c:v>
                </c:pt>
                <c:pt idx="1283">
                  <c:v>44019</c:v>
                </c:pt>
                <c:pt idx="1284">
                  <c:v>44020</c:v>
                </c:pt>
                <c:pt idx="1285">
                  <c:v>44021</c:v>
                </c:pt>
                <c:pt idx="1286">
                  <c:v>44022</c:v>
                </c:pt>
                <c:pt idx="1287">
                  <c:v>44023</c:v>
                </c:pt>
                <c:pt idx="1288">
                  <c:v>44024</c:v>
                </c:pt>
                <c:pt idx="1289">
                  <c:v>44025</c:v>
                </c:pt>
                <c:pt idx="1290">
                  <c:v>44026</c:v>
                </c:pt>
                <c:pt idx="1291">
                  <c:v>44027</c:v>
                </c:pt>
                <c:pt idx="1292">
                  <c:v>44028</c:v>
                </c:pt>
                <c:pt idx="1293">
                  <c:v>44029</c:v>
                </c:pt>
                <c:pt idx="1294">
                  <c:v>44030</c:v>
                </c:pt>
                <c:pt idx="1295">
                  <c:v>44031</c:v>
                </c:pt>
                <c:pt idx="1296">
                  <c:v>44032</c:v>
                </c:pt>
                <c:pt idx="1297">
                  <c:v>44033</c:v>
                </c:pt>
                <c:pt idx="1298">
                  <c:v>44034</c:v>
                </c:pt>
                <c:pt idx="1299">
                  <c:v>44035</c:v>
                </c:pt>
                <c:pt idx="1300">
                  <c:v>44036</c:v>
                </c:pt>
                <c:pt idx="1301">
                  <c:v>44037</c:v>
                </c:pt>
                <c:pt idx="1302">
                  <c:v>44038</c:v>
                </c:pt>
                <c:pt idx="1303">
                  <c:v>44039</c:v>
                </c:pt>
                <c:pt idx="1304">
                  <c:v>44040</c:v>
                </c:pt>
                <c:pt idx="1305">
                  <c:v>44041</c:v>
                </c:pt>
                <c:pt idx="1306">
                  <c:v>44042</c:v>
                </c:pt>
                <c:pt idx="1307">
                  <c:v>44043</c:v>
                </c:pt>
                <c:pt idx="1308">
                  <c:v>44044</c:v>
                </c:pt>
                <c:pt idx="1309">
                  <c:v>44045</c:v>
                </c:pt>
                <c:pt idx="1310">
                  <c:v>44046</c:v>
                </c:pt>
                <c:pt idx="1311">
                  <c:v>44047</c:v>
                </c:pt>
                <c:pt idx="1312">
                  <c:v>44048</c:v>
                </c:pt>
                <c:pt idx="1313">
                  <c:v>44049</c:v>
                </c:pt>
                <c:pt idx="1314">
                  <c:v>44050</c:v>
                </c:pt>
                <c:pt idx="1315">
                  <c:v>44051</c:v>
                </c:pt>
                <c:pt idx="1316">
                  <c:v>44052</c:v>
                </c:pt>
                <c:pt idx="1317">
                  <c:v>44053</c:v>
                </c:pt>
                <c:pt idx="1318">
                  <c:v>44054</c:v>
                </c:pt>
                <c:pt idx="1319">
                  <c:v>44055</c:v>
                </c:pt>
                <c:pt idx="1320">
                  <c:v>44056</c:v>
                </c:pt>
                <c:pt idx="1321">
                  <c:v>44057</c:v>
                </c:pt>
                <c:pt idx="1322">
                  <c:v>44058</c:v>
                </c:pt>
                <c:pt idx="1323">
                  <c:v>44059</c:v>
                </c:pt>
                <c:pt idx="1324">
                  <c:v>44060</c:v>
                </c:pt>
                <c:pt idx="1325">
                  <c:v>44061</c:v>
                </c:pt>
                <c:pt idx="1326">
                  <c:v>44062</c:v>
                </c:pt>
                <c:pt idx="1327">
                  <c:v>44063</c:v>
                </c:pt>
                <c:pt idx="1328">
                  <c:v>44064</c:v>
                </c:pt>
                <c:pt idx="1329">
                  <c:v>44065</c:v>
                </c:pt>
                <c:pt idx="1330">
                  <c:v>44066</c:v>
                </c:pt>
                <c:pt idx="1331">
                  <c:v>44067</c:v>
                </c:pt>
                <c:pt idx="1332">
                  <c:v>44068</c:v>
                </c:pt>
                <c:pt idx="1333">
                  <c:v>44069</c:v>
                </c:pt>
                <c:pt idx="1334">
                  <c:v>44070</c:v>
                </c:pt>
                <c:pt idx="1335">
                  <c:v>44071</c:v>
                </c:pt>
                <c:pt idx="1336">
                  <c:v>44072</c:v>
                </c:pt>
                <c:pt idx="1337">
                  <c:v>44073</c:v>
                </c:pt>
                <c:pt idx="1338">
                  <c:v>44074</c:v>
                </c:pt>
                <c:pt idx="1339">
                  <c:v>44075</c:v>
                </c:pt>
                <c:pt idx="1340">
                  <c:v>44076</c:v>
                </c:pt>
                <c:pt idx="1341">
                  <c:v>44077</c:v>
                </c:pt>
                <c:pt idx="1342">
                  <c:v>44078</c:v>
                </c:pt>
                <c:pt idx="1343">
                  <c:v>44079</c:v>
                </c:pt>
                <c:pt idx="1344">
                  <c:v>44080</c:v>
                </c:pt>
                <c:pt idx="1345">
                  <c:v>44081</c:v>
                </c:pt>
                <c:pt idx="1346">
                  <c:v>44082</c:v>
                </c:pt>
                <c:pt idx="1347">
                  <c:v>44083</c:v>
                </c:pt>
                <c:pt idx="1348">
                  <c:v>44084</c:v>
                </c:pt>
                <c:pt idx="1349">
                  <c:v>44085</c:v>
                </c:pt>
                <c:pt idx="1350">
                  <c:v>44086</c:v>
                </c:pt>
                <c:pt idx="1351">
                  <c:v>44087</c:v>
                </c:pt>
                <c:pt idx="1352">
                  <c:v>44088</c:v>
                </c:pt>
                <c:pt idx="1353">
                  <c:v>44089</c:v>
                </c:pt>
                <c:pt idx="1354">
                  <c:v>44090</c:v>
                </c:pt>
                <c:pt idx="1355">
                  <c:v>44091</c:v>
                </c:pt>
                <c:pt idx="1356">
                  <c:v>44092</c:v>
                </c:pt>
                <c:pt idx="1357">
                  <c:v>44093</c:v>
                </c:pt>
                <c:pt idx="1358">
                  <c:v>44094</c:v>
                </c:pt>
                <c:pt idx="1359">
                  <c:v>44095</c:v>
                </c:pt>
                <c:pt idx="1360">
                  <c:v>44096</c:v>
                </c:pt>
                <c:pt idx="1361">
                  <c:v>44097</c:v>
                </c:pt>
                <c:pt idx="1362">
                  <c:v>44098</c:v>
                </c:pt>
                <c:pt idx="1363">
                  <c:v>44099</c:v>
                </c:pt>
                <c:pt idx="1364">
                  <c:v>44100</c:v>
                </c:pt>
                <c:pt idx="1365">
                  <c:v>44101</c:v>
                </c:pt>
                <c:pt idx="1366">
                  <c:v>44102</c:v>
                </c:pt>
                <c:pt idx="1367">
                  <c:v>44103</c:v>
                </c:pt>
                <c:pt idx="1368">
                  <c:v>44104</c:v>
                </c:pt>
                <c:pt idx="1369">
                  <c:v>44105</c:v>
                </c:pt>
                <c:pt idx="1370">
                  <c:v>44106</c:v>
                </c:pt>
                <c:pt idx="1371">
                  <c:v>44107</c:v>
                </c:pt>
                <c:pt idx="1372">
                  <c:v>44108</c:v>
                </c:pt>
                <c:pt idx="1373">
                  <c:v>44109</c:v>
                </c:pt>
                <c:pt idx="1374">
                  <c:v>44110</c:v>
                </c:pt>
                <c:pt idx="1375">
                  <c:v>44111</c:v>
                </c:pt>
                <c:pt idx="1376">
                  <c:v>44112</c:v>
                </c:pt>
                <c:pt idx="1377">
                  <c:v>44113</c:v>
                </c:pt>
                <c:pt idx="1378">
                  <c:v>44114</c:v>
                </c:pt>
                <c:pt idx="1379">
                  <c:v>44115</c:v>
                </c:pt>
                <c:pt idx="1380">
                  <c:v>44116</c:v>
                </c:pt>
                <c:pt idx="1381">
                  <c:v>44117</c:v>
                </c:pt>
                <c:pt idx="1382">
                  <c:v>44118</c:v>
                </c:pt>
                <c:pt idx="1383">
                  <c:v>44119</c:v>
                </c:pt>
                <c:pt idx="1384">
                  <c:v>44120</c:v>
                </c:pt>
                <c:pt idx="1385">
                  <c:v>44121</c:v>
                </c:pt>
                <c:pt idx="1386">
                  <c:v>44122</c:v>
                </c:pt>
                <c:pt idx="1387">
                  <c:v>44123</c:v>
                </c:pt>
                <c:pt idx="1388">
                  <c:v>44124</c:v>
                </c:pt>
                <c:pt idx="1389">
                  <c:v>44125</c:v>
                </c:pt>
                <c:pt idx="1390">
                  <c:v>44126</c:v>
                </c:pt>
                <c:pt idx="1391">
                  <c:v>44127</c:v>
                </c:pt>
                <c:pt idx="1392">
                  <c:v>44128</c:v>
                </c:pt>
                <c:pt idx="1393">
                  <c:v>44129</c:v>
                </c:pt>
                <c:pt idx="1394">
                  <c:v>44130</c:v>
                </c:pt>
                <c:pt idx="1395">
                  <c:v>44131</c:v>
                </c:pt>
                <c:pt idx="1396">
                  <c:v>44132</c:v>
                </c:pt>
                <c:pt idx="1397">
                  <c:v>44133</c:v>
                </c:pt>
                <c:pt idx="1398">
                  <c:v>44134</c:v>
                </c:pt>
                <c:pt idx="1399">
                  <c:v>44135</c:v>
                </c:pt>
                <c:pt idx="1400">
                  <c:v>44136</c:v>
                </c:pt>
                <c:pt idx="1401">
                  <c:v>44137</c:v>
                </c:pt>
                <c:pt idx="1402">
                  <c:v>44138</c:v>
                </c:pt>
                <c:pt idx="1403">
                  <c:v>44139</c:v>
                </c:pt>
                <c:pt idx="1404">
                  <c:v>44140</c:v>
                </c:pt>
                <c:pt idx="1405">
                  <c:v>44141</c:v>
                </c:pt>
                <c:pt idx="1406">
                  <c:v>44142</c:v>
                </c:pt>
                <c:pt idx="1407">
                  <c:v>44143</c:v>
                </c:pt>
                <c:pt idx="1408">
                  <c:v>44144</c:v>
                </c:pt>
                <c:pt idx="1409">
                  <c:v>44145</c:v>
                </c:pt>
                <c:pt idx="1410">
                  <c:v>44146</c:v>
                </c:pt>
                <c:pt idx="1411">
                  <c:v>44147</c:v>
                </c:pt>
                <c:pt idx="1412">
                  <c:v>44148</c:v>
                </c:pt>
                <c:pt idx="1413">
                  <c:v>44149</c:v>
                </c:pt>
                <c:pt idx="1414">
                  <c:v>44150</c:v>
                </c:pt>
                <c:pt idx="1415">
                  <c:v>44151</c:v>
                </c:pt>
                <c:pt idx="1416">
                  <c:v>44152</c:v>
                </c:pt>
                <c:pt idx="1417">
                  <c:v>44153</c:v>
                </c:pt>
                <c:pt idx="1418">
                  <c:v>44154</c:v>
                </c:pt>
                <c:pt idx="1419">
                  <c:v>44155</c:v>
                </c:pt>
                <c:pt idx="1420">
                  <c:v>44156</c:v>
                </c:pt>
                <c:pt idx="1421">
                  <c:v>44157</c:v>
                </c:pt>
                <c:pt idx="1422">
                  <c:v>44158</c:v>
                </c:pt>
                <c:pt idx="1423">
                  <c:v>44159</c:v>
                </c:pt>
                <c:pt idx="1424">
                  <c:v>44160</c:v>
                </c:pt>
                <c:pt idx="1425">
                  <c:v>44161</c:v>
                </c:pt>
                <c:pt idx="1426">
                  <c:v>44162</c:v>
                </c:pt>
                <c:pt idx="1427">
                  <c:v>44163</c:v>
                </c:pt>
                <c:pt idx="1428">
                  <c:v>44164</c:v>
                </c:pt>
                <c:pt idx="1429">
                  <c:v>44165</c:v>
                </c:pt>
                <c:pt idx="1430">
                  <c:v>44166</c:v>
                </c:pt>
                <c:pt idx="1431">
                  <c:v>44167</c:v>
                </c:pt>
                <c:pt idx="1432">
                  <c:v>44168</c:v>
                </c:pt>
                <c:pt idx="1433">
                  <c:v>44169</c:v>
                </c:pt>
                <c:pt idx="1434">
                  <c:v>44170</c:v>
                </c:pt>
                <c:pt idx="1435">
                  <c:v>44171</c:v>
                </c:pt>
                <c:pt idx="1436">
                  <c:v>44172</c:v>
                </c:pt>
                <c:pt idx="1437">
                  <c:v>44173</c:v>
                </c:pt>
                <c:pt idx="1438">
                  <c:v>44174</c:v>
                </c:pt>
                <c:pt idx="1439">
                  <c:v>44175</c:v>
                </c:pt>
                <c:pt idx="1440">
                  <c:v>44176</c:v>
                </c:pt>
                <c:pt idx="1441">
                  <c:v>44177</c:v>
                </c:pt>
                <c:pt idx="1442">
                  <c:v>44178</c:v>
                </c:pt>
                <c:pt idx="1443">
                  <c:v>44179</c:v>
                </c:pt>
                <c:pt idx="1444">
                  <c:v>44180</c:v>
                </c:pt>
                <c:pt idx="1445">
                  <c:v>44181</c:v>
                </c:pt>
                <c:pt idx="1446">
                  <c:v>44182</c:v>
                </c:pt>
                <c:pt idx="1447">
                  <c:v>44183</c:v>
                </c:pt>
                <c:pt idx="1448">
                  <c:v>44184</c:v>
                </c:pt>
                <c:pt idx="1449">
                  <c:v>44185</c:v>
                </c:pt>
                <c:pt idx="1450">
                  <c:v>44186</c:v>
                </c:pt>
                <c:pt idx="1451">
                  <c:v>44187</c:v>
                </c:pt>
                <c:pt idx="1452">
                  <c:v>44188</c:v>
                </c:pt>
                <c:pt idx="1453">
                  <c:v>44189</c:v>
                </c:pt>
                <c:pt idx="1454">
                  <c:v>44190</c:v>
                </c:pt>
                <c:pt idx="1455">
                  <c:v>44191</c:v>
                </c:pt>
                <c:pt idx="1456">
                  <c:v>44192</c:v>
                </c:pt>
                <c:pt idx="1457">
                  <c:v>44193</c:v>
                </c:pt>
                <c:pt idx="1458">
                  <c:v>44194</c:v>
                </c:pt>
                <c:pt idx="1459">
                  <c:v>44195</c:v>
                </c:pt>
                <c:pt idx="1460">
                  <c:v>44196</c:v>
                </c:pt>
                <c:pt idx="1461">
                  <c:v>44197</c:v>
                </c:pt>
                <c:pt idx="1462">
                  <c:v>44198</c:v>
                </c:pt>
                <c:pt idx="1463">
                  <c:v>44199</c:v>
                </c:pt>
                <c:pt idx="1464">
                  <c:v>44200</c:v>
                </c:pt>
                <c:pt idx="1465">
                  <c:v>44201</c:v>
                </c:pt>
                <c:pt idx="1466">
                  <c:v>44202</c:v>
                </c:pt>
                <c:pt idx="1467">
                  <c:v>44203</c:v>
                </c:pt>
                <c:pt idx="1468">
                  <c:v>44204</c:v>
                </c:pt>
                <c:pt idx="1469">
                  <c:v>44205</c:v>
                </c:pt>
                <c:pt idx="1470">
                  <c:v>44206</c:v>
                </c:pt>
                <c:pt idx="1471">
                  <c:v>44207</c:v>
                </c:pt>
                <c:pt idx="1472">
                  <c:v>44208</c:v>
                </c:pt>
                <c:pt idx="1473">
                  <c:v>44209</c:v>
                </c:pt>
                <c:pt idx="1474">
                  <c:v>44210</c:v>
                </c:pt>
                <c:pt idx="1475">
                  <c:v>44211</c:v>
                </c:pt>
                <c:pt idx="1476">
                  <c:v>44212</c:v>
                </c:pt>
                <c:pt idx="1477">
                  <c:v>44213</c:v>
                </c:pt>
                <c:pt idx="1478">
                  <c:v>44214</c:v>
                </c:pt>
                <c:pt idx="1479">
                  <c:v>44215</c:v>
                </c:pt>
                <c:pt idx="1480">
                  <c:v>44216</c:v>
                </c:pt>
                <c:pt idx="1481">
                  <c:v>44217</c:v>
                </c:pt>
                <c:pt idx="1482">
                  <c:v>44218</c:v>
                </c:pt>
                <c:pt idx="1483">
                  <c:v>44219</c:v>
                </c:pt>
                <c:pt idx="1484">
                  <c:v>44220</c:v>
                </c:pt>
                <c:pt idx="1485">
                  <c:v>44221</c:v>
                </c:pt>
                <c:pt idx="1486">
                  <c:v>44222</c:v>
                </c:pt>
                <c:pt idx="1487">
                  <c:v>44223</c:v>
                </c:pt>
                <c:pt idx="1488">
                  <c:v>44224</c:v>
                </c:pt>
                <c:pt idx="1489">
                  <c:v>44225</c:v>
                </c:pt>
                <c:pt idx="1490">
                  <c:v>44226</c:v>
                </c:pt>
                <c:pt idx="1491">
                  <c:v>44227</c:v>
                </c:pt>
                <c:pt idx="1492">
                  <c:v>44228</c:v>
                </c:pt>
                <c:pt idx="1493">
                  <c:v>44229</c:v>
                </c:pt>
                <c:pt idx="1494">
                  <c:v>44230</c:v>
                </c:pt>
                <c:pt idx="1495">
                  <c:v>44231</c:v>
                </c:pt>
                <c:pt idx="1496">
                  <c:v>44232</c:v>
                </c:pt>
                <c:pt idx="1497">
                  <c:v>44233</c:v>
                </c:pt>
                <c:pt idx="1498">
                  <c:v>44234</c:v>
                </c:pt>
                <c:pt idx="1499">
                  <c:v>44235</c:v>
                </c:pt>
                <c:pt idx="1500">
                  <c:v>44236</c:v>
                </c:pt>
                <c:pt idx="1501">
                  <c:v>44237</c:v>
                </c:pt>
                <c:pt idx="1502">
                  <c:v>44238</c:v>
                </c:pt>
                <c:pt idx="1503">
                  <c:v>44239</c:v>
                </c:pt>
                <c:pt idx="1504">
                  <c:v>44240</c:v>
                </c:pt>
                <c:pt idx="1505">
                  <c:v>44241</c:v>
                </c:pt>
                <c:pt idx="1506">
                  <c:v>44242</c:v>
                </c:pt>
                <c:pt idx="1507">
                  <c:v>44243</c:v>
                </c:pt>
                <c:pt idx="1508">
                  <c:v>44244</c:v>
                </c:pt>
                <c:pt idx="1509">
                  <c:v>44245</c:v>
                </c:pt>
                <c:pt idx="1510">
                  <c:v>44246</c:v>
                </c:pt>
                <c:pt idx="1511">
                  <c:v>44247</c:v>
                </c:pt>
                <c:pt idx="1512">
                  <c:v>44248</c:v>
                </c:pt>
                <c:pt idx="1513">
                  <c:v>44249</c:v>
                </c:pt>
                <c:pt idx="1514">
                  <c:v>44250</c:v>
                </c:pt>
                <c:pt idx="1515">
                  <c:v>44251</c:v>
                </c:pt>
                <c:pt idx="1516">
                  <c:v>44252</c:v>
                </c:pt>
                <c:pt idx="1517">
                  <c:v>44253</c:v>
                </c:pt>
                <c:pt idx="1518">
                  <c:v>44254</c:v>
                </c:pt>
                <c:pt idx="1519">
                  <c:v>44255</c:v>
                </c:pt>
                <c:pt idx="1520">
                  <c:v>44256</c:v>
                </c:pt>
                <c:pt idx="1521">
                  <c:v>44257</c:v>
                </c:pt>
                <c:pt idx="1522">
                  <c:v>44258</c:v>
                </c:pt>
                <c:pt idx="1523">
                  <c:v>44259</c:v>
                </c:pt>
                <c:pt idx="1524">
                  <c:v>44260</c:v>
                </c:pt>
                <c:pt idx="1525">
                  <c:v>44261</c:v>
                </c:pt>
                <c:pt idx="1526">
                  <c:v>44262</c:v>
                </c:pt>
                <c:pt idx="1527">
                  <c:v>44263</c:v>
                </c:pt>
                <c:pt idx="1528">
                  <c:v>44264</c:v>
                </c:pt>
                <c:pt idx="1529">
                  <c:v>44265</c:v>
                </c:pt>
                <c:pt idx="1530">
                  <c:v>44266</c:v>
                </c:pt>
                <c:pt idx="1531">
                  <c:v>44267</c:v>
                </c:pt>
                <c:pt idx="1532">
                  <c:v>44268</c:v>
                </c:pt>
                <c:pt idx="1533">
                  <c:v>44269</c:v>
                </c:pt>
                <c:pt idx="1534">
                  <c:v>44270</c:v>
                </c:pt>
                <c:pt idx="1535">
                  <c:v>44271</c:v>
                </c:pt>
                <c:pt idx="1536">
                  <c:v>44272</c:v>
                </c:pt>
                <c:pt idx="1537">
                  <c:v>44273</c:v>
                </c:pt>
                <c:pt idx="1538">
                  <c:v>44274</c:v>
                </c:pt>
                <c:pt idx="1539">
                  <c:v>44275</c:v>
                </c:pt>
                <c:pt idx="1540">
                  <c:v>44276</c:v>
                </c:pt>
                <c:pt idx="1541">
                  <c:v>44277</c:v>
                </c:pt>
                <c:pt idx="1542">
                  <c:v>44278</c:v>
                </c:pt>
                <c:pt idx="1543">
                  <c:v>44279</c:v>
                </c:pt>
                <c:pt idx="1544">
                  <c:v>44280</c:v>
                </c:pt>
                <c:pt idx="1545">
                  <c:v>44281</c:v>
                </c:pt>
                <c:pt idx="1546">
                  <c:v>44282</c:v>
                </c:pt>
                <c:pt idx="1547">
                  <c:v>44283</c:v>
                </c:pt>
                <c:pt idx="1548">
                  <c:v>44284</c:v>
                </c:pt>
                <c:pt idx="1549">
                  <c:v>44285</c:v>
                </c:pt>
                <c:pt idx="1550">
                  <c:v>44286</c:v>
                </c:pt>
                <c:pt idx="1551">
                  <c:v>44287</c:v>
                </c:pt>
                <c:pt idx="1552">
                  <c:v>44288</c:v>
                </c:pt>
                <c:pt idx="1553">
                  <c:v>44289</c:v>
                </c:pt>
                <c:pt idx="1554">
                  <c:v>44290</c:v>
                </c:pt>
                <c:pt idx="1555">
                  <c:v>44291</c:v>
                </c:pt>
                <c:pt idx="1556">
                  <c:v>44292</c:v>
                </c:pt>
                <c:pt idx="1557">
                  <c:v>44293</c:v>
                </c:pt>
                <c:pt idx="1558">
                  <c:v>44294</c:v>
                </c:pt>
                <c:pt idx="1559">
                  <c:v>44295</c:v>
                </c:pt>
                <c:pt idx="1560">
                  <c:v>44296</c:v>
                </c:pt>
                <c:pt idx="1561">
                  <c:v>44297</c:v>
                </c:pt>
                <c:pt idx="1562">
                  <c:v>44298</c:v>
                </c:pt>
                <c:pt idx="1563">
                  <c:v>44299</c:v>
                </c:pt>
                <c:pt idx="1564">
                  <c:v>44300</c:v>
                </c:pt>
                <c:pt idx="1565">
                  <c:v>44301</c:v>
                </c:pt>
                <c:pt idx="1566">
                  <c:v>44302</c:v>
                </c:pt>
                <c:pt idx="1567">
                  <c:v>44303</c:v>
                </c:pt>
                <c:pt idx="1568">
                  <c:v>44304</c:v>
                </c:pt>
                <c:pt idx="1569">
                  <c:v>44305</c:v>
                </c:pt>
                <c:pt idx="1570">
                  <c:v>44306</c:v>
                </c:pt>
                <c:pt idx="1571">
                  <c:v>44307</c:v>
                </c:pt>
                <c:pt idx="1572">
                  <c:v>44308</c:v>
                </c:pt>
                <c:pt idx="1573">
                  <c:v>44309</c:v>
                </c:pt>
                <c:pt idx="1574">
                  <c:v>44310</c:v>
                </c:pt>
                <c:pt idx="1575">
                  <c:v>44311</c:v>
                </c:pt>
                <c:pt idx="1576">
                  <c:v>44312</c:v>
                </c:pt>
                <c:pt idx="1577">
                  <c:v>44313</c:v>
                </c:pt>
                <c:pt idx="1578">
                  <c:v>44314</c:v>
                </c:pt>
                <c:pt idx="1579">
                  <c:v>44315</c:v>
                </c:pt>
                <c:pt idx="1580">
                  <c:v>44316</c:v>
                </c:pt>
                <c:pt idx="1581">
                  <c:v>44317</c:v>
                </c:pt>
                <c:pt idx="1582">
                  <c:v>44318</c:v>
                </c:pt>
                <c:pt idx="1583">
                  <c:v>44319</c:v>
                </c:pt>
                <c:pt idx="1584">
                  <c:v>44320</c:v>
                </c:pt>
                <c:pt idx="1585">
                  <c:v>44321</c:v>
                </c:pt>
                <c:pt idx="1586">
                  <c:v>44322</c:v>
                </c:pt>
                <c:pt idx="1587">
                  <c:v>44323</c:v>
                </c:pt>
                <c:pt idx="1588">
                  <c:v>44324</c:v>
                </c:pt>
                <c:pt idx="1589">
                  <c:v>44325</c:v>
                </c:pt>
                <c:pt idx="1590">
                  <c:v>44326</c:v>
                </c:pt>
                <c:pt idx="1591">
                  <c:v>44327</c:v>
                </c:pt>
                <c:pt idx="1592">
                  <c:v>44328</c:v>
                </c:pt>
                <c:pt idx="1593">
                  <c:v>44329</c:v>
                </c:pt>
                <c:pt idx="1594">
                  <c:v>44330</c:v>
                </c:pt>
                <c:pt idx="1595">
                  <c:v>44331</c:v>
                </c:pt>
                <c:pt idx="1596">
                  <c:v>44332</c:v>
                </c:pt>
                <c:pt idx="1597">
                  <c:v>44333</c:v>
                </c:pt>
                <c:pt idx="1598">
                  <c:v>44334</c:v>
                </c:pt>
                <c:pt idx="1599">
                  <c:v>44335</c:v>
                </c:pt>
                <c:pt idx="1600">
                  <c:v>44336</c:v>
                </c:pt>
                <c:pt idx="1601">
                  <c:v>44337</c:v>
                </c:pt>
                <c:pt idx="1602">
                  <c:v>44338</c:v>
                </c:pt>
                <c:pt idx="1603">
                  <c:v>44339</c:v>
                </c:pt>
                <c:pt idx="1604">
                  <c:v>44340</c:v>
                </c:pt>
                <c:pt idx="1605">
                  <c:v>44341</c:v>
                </c:pt>
                <c:pt idx="1606">
                  <c:v>44342</c:v>
                </c:pt>
                <c:pt idx="1607">
                  <c:v>44343</c:v>
                </c:pt>
                <c:pt idx="1608">
                  <c:v>44344</c:v>
                </c:pt>
                <c:pt idx="1609">
                  <c:v>44345</c:v>
                </c:pt>
                <c:pt idx="1610">
                  <c:v>44346</c:v>
                </c:pt>
                <c:pt idx="1611">
                  <c:v>44347</c:v>
                </c:pt>
                <c:pt idx="1612">
                  <c:v>44348</c:v>
                </c:pt>
                <c:pt idx="1613">
                  <c:v>44349</c:v>
                </c:pt>
                <c:pt idx="1614">
                  <c:v>44350</c:v>
                </c:pt>
                <c:pt idx="1615">
                  <c:v>44351</c:v>
                </c:pt>
                <c:pt idx="1616">
                  <c:v>44352</c:v>
                </c:pt>
                <c:pt idx="1617">
                  <c:v>44353</c:v>
                </c:pt>
                <c:pt idx="1618">
                  <c:v>44354</c:v>
                </c:pt>
                <c:pt idx="1619">
                  <c:v>44355</c:v>
                </c:pt>
                <c:pt idx="1620">
                  <c:v>44356</c:v>
                </c:pt>
                <c:pt idx="1621">
                  <c:v>44357</c:v>
                </c:pt>
                <c:pt idx="1622">
                  <c:v>44358</c:v>
                </c:pt>
                <c:pt idx="1623">
                  <c:v>44359</c:v>
                </c:pt>
                <c:pt idx="1624">
                  <c:v>44360</c:v>
                </c:pt>
                <c:pt idx="1625">
                  <c:v>44361</c:v>
                </c:pt>
                <c:pt idx="1626">
                  <c:v>44362</c:v>
                </c:pt>
                <c:pt idx="1627">
                  <c:v>44363</c:v>
                </c:pt>
                <c:pt idx="1628">
                  <c:v>44364</c:v>
                </c:pt>
                <c:pt idx="1629">
                  <c:v>44365</c:v>
                </c:pt>
                <c:pt idx="1630">
                  <c:v>44366</c:v>
                </c:pt>
                <c:pt idx="1631">
                  <c:v>44367</c:v>
                </c:pt>
                <c:pt idx="1632">
                  <c:v>44368</c:v>
                </c:pt>
                <c:pt idx="1633">
                  <c:v>44369</c:v>
                </c:pt>
                <c:pt idx="1634">
                  <c:v>44370</c:v>
                </c:pt>
                <c:pt idx="1635">
                  <c:v>44371</c:v>
                </c:pt>
                <c:pt idx="1636">
                  <c:v>44372</c:v>
                </c:pt>
                <c:pt idx="1637">
                  <c:v>44373</c:v>
                </c:pt>
                <c:pt idx="1638">
                  <c:v>44374</c:v>
                </c:pt>
                <c:pt idx="1639">
                  <c:v>44375</c:v>
                </c:pt>
                <c:pt idx="1640">
                  <c:v>44376</c:v>
                </c:pt>
                <c:pt idx="1641">
                  <c:v>44377</c:v>
                </c:pt>
                <c:pt idx="1642">
                  <c:v>44378</c:v>
                </c:pt>
                <c:pt idx="1643">
                  <c:v>44379</c:v>
                </c:pt>
                <c:pt idx="1644">
                  <c:v>44380</c:v>
                </c:pt>
                <c:pt idx="1645">
                  <c:v>44381</c:v>
                </c:pt>
                <c:pt idx="1646">
                  <c:v>44382</c:v>
                </c:pt>
                <c:pt idx="1647">
                  <c:v>44383</c:v>
                </c:pt>
                <c:pt idx="1648">
                  <c:v>44384</c:v>
                </c:pt>
                <c:pt idx="1649">
                  <c:v>44385</c:v>
                </c:pt>
                <c:pt idx="1650">
                  <c:v>44386</c:v>
                </c:pt>
                <c:pt idx="1651">
                  <c:v>44387</c:v>
                </c:pt>
                <c:pt idx="1652">
                  <c:v>44388</c:v>
                </c:pt>
                <c:pt idx="1653">
                  <c:v>44389</c:v>
                </c:pt>
                <c:pt idx="1654">
                  <c:v>44390</c:v>
                </c:pt>
                <c:pt idx="1655">
                  <c:v>44391</c:v>
                </c:pt>
                <c:pt idx="1656">
                  <c:v>44392</c:v>
                </c:pt>
                <c:pt idx="1657">
                  <c:v>44393</c:v>
                </c:pt>
                <c:pt idx="1658">
                  <c:v>44394</c:v>
                </c:pt>
                <c:pt idx="1659">
                  <c:v>44395</c:v>
                </c:pt>
                <c:pt idx="1660">
                  <c:v>44396</c:v>
                </c:pt>
                <c:pt idx="1661">
                  <c:v>44397</c:v>
                </c:pt>
                <c:pt idx="1662">
                  <c:v>44398</c:v>
                </c:pt>
                <c:pt idx="1663">
                  <c:v>44399</c:v>
                </c:pt>
                <c:pt idx="1664">
                  <c:v>44400</c:v>
                </c:pt>
                <c:pt idx="1665">
                  <c:v>44401</c:v>
                </c:pt>
                <c:pt idx="1666">
                  <c:v>44402</c:v>
                </c:pt>
                <c:pt idx="1667">
                  <c:v>44403</c:v>
                </c:pt>
                <c:pt idx="1668">
                  <c:v>44404</c:v>
                </c:pt>
                <c:pt idx="1669">
                  <c:v>44405</c:v>
                </c:pt>
                <c:pt idx="1670">
                  <c:v>44406</c:v>
                </c:pt>
                <c:pt idx="1671">
                  <c:v>44407</c:v>
                </c:pt>
                <c:pt idx="1672">
                  <c:v>44408</c:v>
                </c:pt>
                <c:pt idx="1673">
                  <c:v>44409</c:v>
                </c:pt>
                <c:pt idx="1674">
                  <c:v>44410</c:v>
                </c:pt>
                <c:pt idx="1675">
                  <c:v>44411</c:v>
                </c:pt>
                <c:pt idx="1676">
                  <c:v>44412</c:v>
                </c:pt>
                <c:pt idx="1677">
                  <c:v>44413</c:v>
                </c:pt>
                <c:pt idx="1678">
                  <c:v>44414</c:v>
                </c:pt>
                <c:pt idx="1679">
                  <c:v>44415</c:v>
                </c:pt>
                <c:pt idx="1680">
                  <c:v>44416</c:v>
                </c:pt>
                <c:pt idx="1681">
                  <c:v>44417</c:v>
                </c:pt>
                <c:pt idx="1682">
                  <c:v>44418</c:v>
                </c:pt>
                <c:pt idx="1683">
                  <c:v>44419</c:v>
                </c:pt>
                <c:pt idx="1684">
                  <c:v>44420</c:v>
                </c:pt>
                <c:pt idx="1685">
                  <c:v>44421</c:v>
                </c:pt>
                <c:pt idx="1686">
                  <c:v>44422</c:v>
                </c:pt>
                <c:pt idx="1687">
                  <c:v>44423</c:v>
                </c:pt>
                <c:pt idx="1688">
                  <c:v>44424</c:v>
                </c:pt>
                <c:pt idx="1689">
                  <c:v>44425</c:v>
                </c:pt>
                <c:pt idx="1690">
                  <c:v>44426</c:v>
                </c:pt>
                <c:pt idx="1691">
                  <c:v>44427</c:v>
                </c:pt>
                <c:pt idx="1692">
                  <c:v>44428</c:v>
                </c:pt>
                <c:pt idx="1693">
                  <c:v>44429</c:v>
                </c:pt>
                <c:pt idx="1694">
                  <c:v>44430</c:v>
                </c:pt>
                <c:pt idx="1695">
                  <c:v>44431</c:v>
                </c:pt>
                <c:pt idx="1696">
                  <c:v>44432</c:v>
                </c:pt>
                <c:pt idx="1697">
                  <c:v>44433</c:v>
                </c:pt>
                <c:pt idx="1698">
                  <c:v>44434</c:v>
                </c:pt>
                <c:pt idx="1699">
                  <c:v>44435</c:v>
                </c:pt>
                <c:pt idx="1700">
                  <c:v>44436</c:v>
                </c:pt>
                <c:pt idx="1701">
                  <c:v>44437</c:v>
                </c:pt>
                <c:pt idx="1702">
                  <c:v>44438</c:v>
                </c:pt>
                <c:pt idx="1703">
                  <c:v>44439</c:v>
                </c:pt>
                <c:pt idx="1704">
                  <c:v>44440</c:v>
                </c:pt>
                <c:pt idx="1705">
                  <c:v>44441</c:v>
                </c:pt>
                <c:pt idx="1706">
                  <c:v>44442</c:v>
                </c:pt>
                <c:pt idx="1707">
                  <c:v>44443</c:v>
                </c:pt>
                <c:pt idx="1708">
                  <c:v>44444</c:v>
                </c:pt>
                <c:pt idx="1709">
                  <c:v>44445</c:v>
                </c:pt>
                <c:pt idx="1710">
                  <c:v>44446</c:v>
                </c:pt>
                <c:pt idx="1711">
                  <c:v>44447</c:v>
                </c:pt>
                <c:pt idx="1712">
                  <c:v>44448</c:v>
                </c:pt>
                <c:pt idx="1713">
                  <c:v>44449</c:v>
                </c:pt>
                <c:pt idx="1714">
                  <c:v>44450</c:v>
                </c:pt>
                <c:pt idx="1715">
                  <c:v>44451</c:v>
                </c:pt>
                <c:pt idx="1716">
                  <c:v>44452</c:v>
                </c:pt>
                <c:pt idx="1717">
                  <c:v>44453</c:v>
                </c:pt>
                <c:pt idx="1718">
                  <c:v>44454</c:v>
                </c:pt>
                <c:pt idx="1719">
                  <c:v>44455</c:v>
                </c:pt>
                <c:pt idx="1720">
                  <c:v>44456</c:v>
                </c:pt>
                <c:pt idx="1721">
                  <c:v>44457</c:v>
                </c:pt>
                <c:pt idx="1722">
                  <c:v>44458</c:v>
                </c:pt>
                <c:pt idx="1723">
                  <c:v>44459</c:v>
                </c:pt>
                <c:pt idx="1724">
                  <c:v>44460</c:v>
                </c:pt>
                <c:pt idx="1725">
                  <c:v>44461</c:v>
                </c:pt>
                <c:pt idx="1726">
                  <c:v>44462</c:v>
                </c:pt>
                <c:pt idx="1727">
                  <c:v>44463</c:v>
                </c:pt>
                <c:pt idx="1728">
                  <c:v>44464</c:v>
                </c:pt>
                <c:pt idx="1729">
                  <c:v>44465</c:v>
                </c:pt>
                <c:pt idx="1730">
                  <c:v>44466</c:v>
                </c:pt>
                <c:pt idx="1731">
                  <c:v>44467</c:v>
                </c:pt>
                <c:pt idx="1732">
                  <c:v>44468</c:v>
                </c:pt>
                <c:pt idx="1733">
                  <c:v>44469</c:v>
                </c:pt>
                <c:pt idx="1734">
                  <c:v>44470</c:v>
                </c:pt>
                <c:pt idx="1735">
                  <c:v>44471</c:v>
                </c:pt>
                <c:pt idx="1736">
                  <c:v>44472</c:v>
                </c:pt>
                <c:pt idx="1737">
                  <c:v>44473</c:v>
                </c:pt>
                <c:pt idx="1738">
                  <c:v>44474</c:v>
                </c:pt>
                <c:pt idx="1739">
                  <c:v>44475</c:v>
                </c:pt>
                <c:pt idx="1740">
                  <c:v>44476</c:v>
                </c:pt>
                <c:pt idx="1741">
                  <c:v>44477</c:v>
                </c:pt>
                <c:pt idx="1742">
                  <c:v>44478</c:v>
                </c:pt>
                <c:pt idx="1743">
                  <c:v>44479</c:v>
                </c:pt>
                <c:pt idx="1744">
                  <c:v>44480</c:v>
                </c:pt>
                <c:pt idx="1745">
                  <c:v>44481</c:v>
                </c:pt>
                <c:pt idx="1746">
                  <c:v>44482</c:v>
                </c:pt>
                <c:pt idx="1747">
                  <c:v>44483</c:v>
                </c:pt>
                <c:pt idx="1748">
                  <c:v>44484</c:v>
                </c:pt>
                <c:pt idx="1749">
                  <c:v>44485</c:v>
                </c:pt>
                <c:pt idx="1750">
                  <c:v>44486</c:v>
                </c:pt>
                <c:pt idx="1751">
                  <c:v>44487</c:v>
                </c:pt>
                <c:pt idx="1752">
                  <c:v>44488</c:v>
                </c:pt>
                <c:pt idx="1753">
                  <c:v>44489</c:v>
                </c:pt>
                <c:pt idx="1754">
                  <c:v>44490</c:v>
                </c:pt>
                <c:pt idx="1755">
                  <c:v>44491</c:v>
                </c:pt>
                <c:pt idx="1756">
                  <c:v>44492</c:v>
                </c:pt>
                <c:pt idx="1757">
                  <c:v>44493</c:v>
                </c:pt>
                <c:pt idx="1758">
                  <c:v>44494</c:v>
                </c:pt>
                <c:pt idx="1759">
                  <c:v>44495</c:v>
                </c:pt>
                <c:pt idx="1760">
                  <c:v>44496</c:v>
                </c:pt>
                <c:pt idx="1761">
                  <c:v>44497</c:v>
                </c:pt>
                <c:pt idx="1762">
                  <c:v>44498</c:v>
                </c:pt>
                <c:pt idx="1763">
                  <c:v>44499</c:v>
                </c:pt>
                <c:pt idx="1764">
                  <c:v>44500</c:v>
                </c:pt>
                <c:pt idx="1765">
                  <c:v>44501</c:v>
                </c:pt>
                <c:pt idx="1766">
                  <c:v>44502</c:v>
                </c:pt>
                <c:pt idx="1767">
                  <c:v>44503</c:v>
                </c:pt>
                <c:pt idx="1768">
                  <c:v>44504</c:v>
                </c:pt>
                <c:pt idx="1769">
                  <c:v>44505</c:v>
                </c:pt>
                <c:pt idx="1770">
                  <c:v>44506</c:v>
                </c:pt>
                <c:pt idx="1771">
                  <c:v>44507</c:v>
                </c:pt>
                <c:pt idx="1772">
                  <c:v>44508</c:v>
                </c:pt>
                <c:pt idx="1773">
                  <c:v>44509</c:v>
                </c:pt>
                <c:pt idx="1774">
                  <c:v>44510</c:v>
                </c:pt>
                <c:pt idx="1775">
                  <c:v>44511</c:v>
                </c:pt>
                <c:pt idx="1776">
                  <c:v>44512</c:v>
                </c:pt>
                <c:pt idx="1777">
                  <c:v>44513</c:v>
                </c:pt>
                <c:pt idx="1778">
                  <c:v>44514</c:v>
                </c:pt>
                <c:pt idx="1779">
                  <c:v>44515</c:v>
                </c:pt>
                <c:pt idx="1780">
                  <c:v>44516</c:v>
                </c:pt>
                <c:pt idx="1781">
                  <c:v>44517</c:v>
                </c:pt>
                <c:pt idx="1782">
                  <c:v>44518</c:v>
                </c:pt>
                <c:pt idx="1783">
                  <c:v>44519</c:v>
                </c:pt>
                <c:pt idx="1784">
                  <c:v>44520</c:v>
                </c:pt>
                <c:pt idx="1785">
                  <c:v>44521</c:v>
                </c:pt>
                <c:pt idx="1786">
                  <c:v>44522</c:v>
                </c:pt>
                <c:pt idx="1787">
                  <c:v>44523</c:v>
                </c:pt>
                <c:pt idx="1788">
                  <c:v>44524</c:v>
                </c:pt>
                <c:pt idx="1789">
                  <c:v>44525</c:v>
                </c:pt>
                <c:pt idx="1790">
                  <c:v>44526</c:v>
                </c:pt>
                <c:pt idx="1791">
                  <c:v>44527</c:v>
                </c:pt>
                <c:pt idx="1792">
                  <c:v>44528</c:v>
                </c:pt>
                <c:pt idx="1793">
                  <c:v>44529</c:v>
                </c:pt>
                <c:pt idx="1794">
                  <c:v>44530</c:v>
                </c:pt>
                <c:pt idx="1795">
                  <c:v>44531</c:v>
                </c:pt>
                <c:pt idx="1796">
                  <c:v>44532</c:v>
                </c:pt>
                <c:pt idx="1797">
                  <c:v>44533</c:v>
                </c:pt>
                <c:pt idx="1798">
                  <c:v>44534</c:v>
                </c:pt>
                <c:pt idx="1799">
                  <c:v>44535</c:v>
                </c:pt>
                <c:pt idx="1800">
                  <c:v>44536</c:v>
                </c:pt>
                <c:pt idx="1801">
                  <c:v>44537</c:v>
                </c:pt>
                <c:pt idx="1802">
                  <c:v>44538</c:v>
                </c:pt>
                <c:pt idx="1803">
                  <c:v>44539</c:v>
                </c:pt>
                <c:pt idx="1804">
                  <c:v>44540</c:v>
                </c:pt>
                <c:pt idx="1805">
                  <c:v>44541</c:v>
                </c:pt>
                <c:pt idx="1806">
                  <c:v>44542</c:v>
                </c:pt>
                <c:pt idx="1807">
                  <c:v>44543</c:v>
                </c:pt>
                <c:pt idx="1808">
                  <c:v>44544</c:v>
                </c:pt>
                <c:pt idx="1809">
                  <c:v>44545</c:v>
                </c:pt>
                <c:pt idx="1810">
                  <c:v>44546</c:v>
                </c:pt>
                <c:pt idx="1811">
                  <c:v>44547</c:v>
                </c:pt>
                <c:pt idx="1812">
                  <c:v>44548</c:v>
                </c:pt>
                <c:pt idx="1813">
                  <c:v>44549</c:v>
                </c:pt>
                <c:pt idx="1814">
                  <c:v>44550</c:v>
                </c:pt>
                <c:pt idx="1815">
                  <c:v>44551</c:v>
                </c:pt>
                <c:pt idx="1816">
                  <c:v>44552</c:v>
                </c:pt>
                <c:pt idx="1817">
                  <c:v>44553</c:v>
                </c:pt>
                <c:pt idx="1818">
                  <c:v>44554</c:v>
                </c:pt>
                <c:pt idx="1819">
                  <c:v>44555</c:v>
                </c:pt>
                <c:pt idx="1820">
                  <c:v>44556</c:v>
                </c:pt>
                <c:pt idx="1821">
                  <c:v>44557</c:v>
                </c:pt>
                <c:pt idx="1822">
                  <c:v>44558</c:v>
                </c:pt>
                <c:pt idx="1823">
                  <c:v>44559</c:v>
                </c:pt>
                <c:pt idx="1824">
                  <c:v>44560</c:v>
                </c:pt>
                <c:pt idx="1825">
                  <c:v>44561</c:v>
                </c:pt>
                <c:pt idx="1826">
                  <c:v>44562</c:v>
                </c:pt>
                <c:pt idx="1827">
                  <c:v>44563</c:v>
                </c:pt>
                <c:pt idx="1828">
                  <c:v>44564</c:v>
                </c:pt>
                <c:pt idx="1829">
                  <c:v>44565</c:v>
                </c:pt>
                <c:pt idx="1830">
                  <c:v>44566</c:v>
                </c:pt>
                <c:pt idx="1831">
                  <c:v>44567</c:v>
                </c:pt>
                <c:pt idx="1832">
                  <c:v>44568</c:v>
                </c:pt>
                <c:pt idx="1833">
                  <c:v>44569</c:v>
                </c:pt>
                <c:pt idx="1834">
                  <c:v>44570</c:v>
                </c:pt>
                <c:pt idx="1835">
                  <c:v>44571</c:v>
                </c:pt>
                <c:pt idx="1836">
                  <c:v>44572</c:v>
                </c:pt>
                <c:pt idx="1837">
                  <c:v>44573</c:v>
                </c:pt>
                <c:pt idx="1838">
                  <c:v>44574</c:v>
                </c:pt>
                <c:pt idx="1839">
                  <c:v>44575</c:v>
                </c:pt>
                <c:pt idx="1840">
                  <c:v>44576</c:v>
                </c:pt>
                <c:pt idx="1841">
                  <c:v>44577</c:v>
                </c:pt>
                <c:pt idx="1842">
                  <c:v>44578</c:v>
                </c:pt>
                <c:pt idx="1843">
                  <c:v>44579</c:v>
                </c:pt>
                <c:pt idx="1844">
                  <c:v>44580</c:v>
                </c:pt>
                <c:pt idx="1845">
                  <c:v>44581</c:v>
                </c:pt>
                <c:pt idx="1846">
                  <c:v>44582</c:v>
                </c:pt>
                <c:pt idx="1847">
                  <c:v>44583</c:v>
                </c:pt>
                <c:pt idx="1848">
                  <c:v>44584</c:v>
                </c:pt>
                <c:pt idx="1849">
                  <c:v>44585</c:v>
                </c:pt>
                <c:pt idx="1850">
                  <c:v>44586</c:v>
                </c:pt>
                <c:pt idx="1851">
                  <c:v>44587</c:v>
                </c:pt>
                <c:pt idx="1852">
                  <c:v>44588</c:v>
                </c:pt>
                <c:pt idx="1853">
                  <c:v>44589</c:v>
                </c:pt>
                <c:pt idx="1854">
                  <c:v>44590</c:v>
                </c:pt>
                <c:pt idx="1855">
                  <c:v>44591</c:v>
                </c:pt>
                <c:pt idx="1856">
                  <c:v>44592</c:v>
                </c:pt>
                <c:pt idx="1857">
                  <c:v>44593</c:v>
                </c:pt>
                <c:pt idx="1858">
                  <c:v>44594</c:v>
                </c:pt>
                <c:pt idx="1859">
                  <c:v>44595</c:v>
                </c:pt>
                <c:pt idx="1860">
                  <c:v>44596</c:v>
                </c:pt>
                <c:pt idx="1861">
                  <c:v>44597</c:v>
                </c:pt>
                <c:pt idx="1862">
                  <c:v>44598</c:v>
                </c:pt>
                <c:pt idx="1863">
                  <c:v>44599</c:v>
                </c:pt>
                <c:pt idx="1864">
                  <c:v>44600</c:v>
                </c:pt>
                <c:pt idx="1865">
                  <c:v>44601</c:v>
                </c:pt>
                <c:pt idx="1866">
                  <c:v>44602</c:v>
                </c:pt>
                <c:pt idx="1867">
                  <c:v>44603</c:v>
                </c:pt>
                <c:pt idx="1868">
                  <c:v>44604</c:v>
                </c:pt>
                <c:pt idx="1869">
                  <c:v>44605</c:v>
                </c:pt>
                <c:pt idx="1870">
                  <c:v>44606</c:v>
                </c:pt>
                <c:pt idx="1871">
                  <c:v>44607</c:v>
                </c:pt>
                <c:pt idx="1872">
                  <c:v>44608</c:v>
                </c:pt>
                <c:pt idx="1873">
                  <c:v>44609</c:v>
                </c:pt>
                <c:pt idx="1874">
                  <c:v>44610</c:v>
                </c:pt>
                <c:pt idx="1875">
                  <c:v>44611</c:v>
                </c:pt>
                <c:pt idx="1876">
                  <c:v>44612</c:v>
                </c:pt>
                <c:pt idx="1877">
                  <c:v>44613</c:v>
                </c:pt>
                <c:pt idx="1878">
                  <c:v>44614</c:v>
                </c:pt>
                <c:pt idx="1879">
                  <c:v>44615</c:v>
                </c:pt>
                <c:pt idx="1880">
                  <c:v>44616</c:v>
                </c:pt>
                <c:pt idx="1881">
                  <c:v>44617</c:v>
                </c:pt>
                <c:pt idx="1882">
                  <c:v>44618</c:v>
                </c:pt>
                <c:pt idx="1883">
                  <c:v>44619</c:v>
                </c:pt>
                <c:pt idx="1884">
                  <c:v>44620</c:v>
                </c:pt>
                <c:pt idx="1885">
                  <c:v>44621</c:v>
                </c:pt>
                <c:pt idx="1886">
                  <c:v>44622</c:v>
                </c:pt>
                <c:pt idx="1887">
                  <c:v>44623</c:v>
                </c:pt>
                <c:pt idx="1888">
                  <c:v>44624</c:v>
                </c:pt>
                <c:pt idx="1889">
                  <c:v>44625</c:v>
                </c:pt>
                <c:pt idx="1890">
                  <c:v>44626</c:v>
                </c:pt>
                <c:pt idx="1891">
                  <c:v>44627</c:v>
                </c:pt>
                <c:pt idx="1892">
                  <c:v>44628</c:v>
                </c:pt>
                <c:pt idx="1893">
                  <c:v>44629</c:v>
                </c:pt>
                <c:pt idx="1894">
                  <c:v>44630</c:v>
                </c:pt>
                <c:pt idx="1895">
                  <c:v>44631</c:v>
                </c:pt>
                <c:pt idx="1896">
                  <c:v>44632</c:v>
                </c:pt>
                <c:pt idx="1897">
                  <c:v>44633</c:v>
                </c:pt>
                <c:pt idx="1898">
                  <c:v>44634</c:v>
                </c:pt>
                <c:pt idx="1899">
                  <c:v>44635</c:v>
                </c:pt>
                <c:pt idx="1900">
                  <c:v>44636</c:v>
                </c:pt>
                <c:pt idx="1901">
                  <c:v>44637</c:v>
                </c:pt>
                <c:pt idx="1902">
                  <c:v>44638</c:v>
                </c:pt>
                <c:pt idx="1903">
                  <c:v>44639</c:v>
                </c:pt>
                <c:pt idx="1904">
                  <c:v>44640</c:v>
                </c:pt>
                <c:pt idx="1905">
                  <c:v>44641</c:v>
                </c:pt>
                <c:pt idx="1906">
                  <c:v>44642</c:v>
                </c:pt>
                <c:pt idx="1907">
                  <c:v>44643</c:v>
                </c:pt>
                <c:pt idx="1908">
                  <c:v>44644</c:v>
                </c:pt>
                <c:pt idx="1909">
                  <c:v>44645</c:v>
                </c:pt>
                <c:pt idx="1910">
                  <c:v>44646</c:v>
                </c:pt>
                <c:pt idx="1911">
                  <c:v>44647</c:v>
                </c:pt>
                <c:pt idx="1912">
                  <c:v>44648</c:v>
                </c:pt>
                <c:pt idx="1913">
                  <c:v>44649</c:v>
                </c:pt>
                <c:pt idx="1914">
                  <c:v>44650</c:v>
                </c:pt>
                <c:pt idx="1915">
                  <c:v>44651</c:v>
                </c:pt>
                <c:pt idx="1916">
                  <c:v>44652</c:v>
                </c:pt>
                <c:pt idx="1917">
                  <c:v>44653</c:v>
                </c:pt>
                <c:pt idx="1918">
                  <c:v>44654</c:v>
                </c:pt>
                <c:pt idx="1919">
                  <c:v>44655</c:v>
                </c:pt>
                <c:pt idx="1920">
                  <c:v>44656</c:v>
                </c:pt>
                <c:pt idx="1921">
                  <c:v>44657</c:v>
                </c:pt>
                <c:pt idx="1922">
                  <c:v>44658</c:v>
                </c:pt>
                <c:pt idx="1923">
                  <c:v>44659</c:v>
                </c:pt>
                <c:pt idx="1924">
                  <c:v>44660</c:v>
                </c:pt>
                <c:pt idx="1925">
                  <c:v>44661</c:v>
                </c:pt>
                <c:pt idx="1926">
                  <c:v>44662</c:v>
                </c:pt>
                <c:pt idx="1927">
                  <c:v>44663</c:v>
                </c:pt>
                <c:pt idx="1928">
                  <c:v>44664</c:v>
                </c:pt>
                <c:pt idx="1929">
                  <c:v>44665</c:v>
                </c:pt>
                <c:pt idx="1930">
                  <c:v>44666</c:v>
                </c:pt>
                <c:pt idx="1931">
                  <c:v>44667</c:v>
                </c:pt>
                <c:pt idx="1932">
                  <c:v>44668</c:v>
                </c:pt>
                <c:pt idx="1933">
                  <c:v>44669</c:v>
                </c:pt>
                <c:pt idx="1934">
                  <c:v>44670</c:v>
                </c:pt>
                <c:pt idx="1935">
                  <c:v>44671</c:v>
                </c:pt>
                <c:pt idx="1936">
                  <c:v>44672</c:v>
                </c:pt>
                <c:pt idx="1937">
                  <c:v>44673</c:v>
                </c:pt>
                <c:pt idx="1938">
                  <c:v>44674</c:v>
                </c:pt>
                <c:pt idx="1939">
                  <c:v>44675</c:v>
                </c:pt>
                <c:pt idx="1940">
                  <c:v>44676</c:v>
                </c:pt>
                <c:pt idx="1941">
                  <c:v>44677</c:v>
                </c:pt>
                <c:pt idx="1942">
                  <c:v>44678</c:v>
                </c:pt>
                <c:pt idx="1943">
                  <c:v>44679</c:v>
                </c:pt>
                <c:pt idx="1944">
                  <c:v>44680</c:v>
                </c:pt>
                <c:pt idx="1945">
                  <c:v>44681</c:v>
                </c:pt>
                <c:pt idx="1946">
                  <c:v>44682</c:v>
                </c:pt>
                <c:pt idx="1947">
                  <c:v>44683</c:v>
                </c:pt>
                <c:pt idx="1948">
                  <c:v>44684</c:v>
                </c:pt>
                <c:pt idx="1949">
                  <c:v>44685</c:v>
                </c:pt>
                <c:pt idx="1950">
                  <c:v>44686</c:v>
                </c:pt>
                <c:pt idx="1951">
                  <c:v>44687</c:v>
                </c:pt>
                <c:pt idx="1952">
                  <c:v>44688</c:v>
                </c:pt>
                <c:pt idx="1953">
                  <c:v>44689</c:v>
                </c:pt>
                <c:pt idx="1954">
                  <c:v>44690</c:v>
                </c:pt>
                <c:pt idx="1955">
                  <c:v>44691</c:v>
                </c:pt>
                <c:pt idx="1956">
                  <c:v>44692</c:v>
                </c:pt>
                <c:pt idx="1957">
                  <c:v>44693</c:v>
                </c:pt>
                <c:pt idx="1958">
                  <c:v>44694</c:v>
                </c:pt>
                <c:pt idx="1959">
                  <c:v>44695</c:v>
                </c:pt>
                <c:pt idx="1960">
                  <c:v>44696</c:v>
                </c:pt>
                <c:pt idx="1961">
                  <c:v>44697</c:v>
                </c:pt>
                <c:pt idx="1962">
                  <c:v>44698</c:v>
                </c:pt>
                <c:pt idx="1963">
                  <c:v>44699</c:v>
                </c:pt>
                <c:pt idx="1964">
                  <c:v>44700</c:v>
                </c:pt>
                <c:pt idx="1965">
                  <c:v>44701</c:v>
                </c:pt>
                <c:pt idx="1966">
                  <c:v>44702</c:v>
                </c:pt>
                <c:pt idx="1967">
                  <c:v>44703</c:v>
                </c:pt>
                <c:pt idx="1968">
                  <c:v>44704</c:v>
                </c:pt>
                <c:pt idx="1969">
                  <c:v>44705</c:v>
                </c:pt>
                <c:pt idx="1970">
                  <c:v>44706</c:v>
                </c:pt>
                <c:pt idx="1971">
                  <c:v>44707</c:v>
                </c:pt>
                <c:pt idx="1972">
                  <c:v>44708</c:v>
                </c:pt>
                <c:pt idx="1973">
                  <c:v>44709</c:v>
                </c:pt>
                <c:pt idx="1974">
                  <c:v>44710</c:v>
                </c:pt>
                <c:pt idx="1975">
                  <c:v>44711</c:v>
                </c:pt>
                <c:pt idx="1976">
                  <c:v>44712</c:v>
                </c:pt>
                <c:pt idx="1977">
                  <c:v>44713</c:v>
                </c:pt>
                <c:pt idx="1978">
                  <c:v>44714</c:v>
                </c:pt>
                <c:pt idx="1979">
                  <c:v>44715</c:v>
                </c:pt>
                <c:pt idx="1980">
                  <c:v>44716</c:v>
                </c:pt>
                <c:pt idx="1981">
                  <c:v>44717</c:v>
                </c:pt>
                <c:pt idx="1982">
                  <c:v>44718</c:v>
                </c:pt>
                <c:pt idx="1983">
                  <c:v>44719</c:v>
                </c:pt>
                <c:pt idx="1984">
                  <c:v>44720</c:v>
                </c:pt>
                <c:pt idx="1985">
                  <c:v>44721</c:v>
                </c:pt>
                <c:pt idx="1986">
                  <c:v>44722</c:v>
                </c:pt>
                <c:pt idx="1987">
                  <c:v>44723</c:v>
                </c:pt>
                <c:pt idx="1988">
                  <c:v>44724</c:v>
                </c:pt>
                <c:pt idx="1989">
                  <c:v>44725</c:v>
                </c:pt>
                <c:pt idx="1990">
                  <c:v>44726</c:v>
                </c:pt>
                <c:pt idx="1991">
                  <c:v>44727</c:v>
                </c:pt>
                <c:pt idx="1992">
                  <c:v>44728</c:v>
                </c:pt>
                <c:pt idx="1993">
                  <c:v>44729</c:v>
                </c:pt>
                <c:pt idx="1994">
                  <c:v>44730</c:v>
                </c:pt>
                <c:pt idx="1995">
                  <c:v>44731</c:v>
                </c:pt>
                <c:pt idx="1996">
                  <c:v>44732</c:v>
                </c:pt>
                <c:pt idx="1997">
                  <c:v>44733</c:v>
                </c:pt>
                <c:pt idx="1998">
                  <c:v>44734</c:v>
                </c:pt>
                <c:pt idx="1999">
                  <c:v>44735</c:v>
                </c:pt>
                <c:pt idx="2000">
                  <c:v>44736</c:v>
                </c:pt>
                <c:pt idx="2001">
                  <c:v>44737</c:v>
                </c:pt>
                <c:pt idx="2002">
                  <c:v>44738</c:v>
                </c:pt>
                <c:pt idx="2003">
                  <c:v>44739</c:v>
                </c:pt>
                <c:pt idx="2004">
                  <c:v>44740</c:v>
                </c:pt>
                <c:pt idx="2005">
                  <c:v>44741</c:v>
                </c:pt>
                <c:pt idx="2006">
                  <c:v>44742</c:v>
                </c:pt>
                <c:pt idx="2007">
                  <c:v>44743</c:v>
                </c:pt>
                <c:pt idx="2008">
                  <c:v>44744</c:v>
                </c:pt>
                <c:pt idx="2009">
                  <c:v>44745</c:v>
                </c:pt>
                <c:pt idx="2010">
                  <c:v>44746</c:v>
                </c:pt>
                <c:pt idx="2011">
                  <c:v>44747</c:v>
                </c:pt>
                <c:pt idx="2012">
                  <c:v>44748</c:v>
                </c:pt>
                <c:pt idx="2013">
                  <c:v>44749</c:v>
                </c:pt>
                <c:pt idx="2014">
                  <c:v>44750</c:v>
                </c:pt>
                <c:pt idx="2015">
                  <c:v>44751</c:v>
                </c:pt>
                <c:pt idx="2016">
                  <c:v>44752</c:v>
                </c:pt>
                <c:pt idx="2017">
                  <c:v>44753</c:v>
                </c:pt>
                <c:pt idx="2018">
                  <c:v>44754</c:v>
                </c:pt>
                <c:pt idx="2019">
                  <c:v>44755</c:v>
                </c:pt>
                <c:pt idx="2020">
                  <c:v>44756</c:v>
                </c:pt>
                <c:pt idx="2021">
                  <c:v>44757</c:v>
                </c:pt>
                <c:pt idx="2022">
                  <c:v>44758</c:v>
                </c:pt>
                <c:pt idx="2023">
                  <c:v>44759</c:v>
                </c:pt>
                <c:pt idx="2024">
                  <c:v>44760</c:v>
                </c:pt>
                <c:pt idx="2025">
                  <c:v>44761</c:v>
                </c:pt>
                <c:pt idx="2026">
                  <c:v>44762</c:v>
                </c:pt>
                <c:pt idx="2027">
                  <c:v>44763</c:v>
                </c:pt>
                <c:pt idx="2028">
                  <c:v>44764</c:v>
                </c:pt>
                <c:pt idx="2029">
                  <c:v>44765</c:v>
                </c:pt>
                <c:pt idx="2030">
                  <c:v>44766</c:v>
                </c:pt>
                <c:pt idx="2031">
                  <c:v>44767</c:v>
                </c:pt>
                <c:pt idx="2032">
                  <c:v>44768</c:v>
                </c:pt>
                <c:pt idx="2033">
                  <c:v>44769</c:v>
                </c:pt>
                <c:pt idx="2034">
                  <c:v>44770</c:v>
                </c:pt>
                <c:pt idx="2035">
                  <c:v>44771</c:v>
                </c:pt>
                <c:pt idx="2036">
                  <c:v>44772</c:v>
                </c:pt>
                <c:pt idx="2037">
                  <c:v>44773</c:v>
                </c:pt>
                <c:pt idx="2038">
                  <c:v>44774</c:v>
                </c:pt>
                <c:pt idx="2039">
                  <c:v>44775</c:v>
                </c:pt>
                <c:pt idx="2040">
                  <c:v>44776</c:v>
                </c:pt>
                <c:pt idx="2041">
                  <c:v>44777</c:v>
                </c:pt>
                <c:pt idx="2042">
                  <c:v>44778</c:v>
                </c:pt>
                <c:pt idx="2043">
                  <c:v>44779</c:v>
                </c:pt>
                <c:pt idx="2044">
                  <c:v>44780</c:v>
                </c:pt>
                <c:pt idx="2045">
                  <c:v>44781</c:v>
                </c:pt>
                <c:pt idx="2046">
                  <c:v>44782</c:v>
                </c:pt>
                <c:pt idx="2047">
                  <c:v>44783</c:v>
                </c:pt>
                <c:pt idx="2048">
                  <c:v>44784</c:v>
                </c:pt>
                <c:pt idx="2049">
                  <c:v>44785</c:v>
                </c:pt>
                <c:pt idx="2050">
                  <c:v>44786</c:v>
                </c:pt>
                <c:pt idx="2051">
                  <c:v>44787</c:v>
                </c:pt>
                <c:pt idx="2052">
                  <c:v>44788</c:v>
                </c:pt>
                <c:pt idx="2053">
                  <c:v>44789</c:v>
                </c:pt>
                <c:pt idx="2054">
                  <c:v>44790</c:v>
                </c:pt>
                <c:pt idx="2055">
                  <c:v>44791</c:v>
                </c:pt>
                <c:pt idx="2056">
                  <c:v>44792</c:v>
                </c:pt>
                <c:pt idx="2057">
                  <c:v>44793</c:v>
                </c:pt>
                <c:pt idx="2058">
                  <c:v>44794</c:v>
                </c:pt>
                <c:pt idx="2059">
                  <c:v>44795</c:v>
                </c:pt>
                <c:pt idx="2060">
                  <c:v>44796</c:v>
                </c:pt>
                <c:pt idx="2061">
                  <c:v>44797</c:v>
                </c:pt>
                <c:pt idx="2062">
                  <c:v>44798</c:v>
                </c:pt>
                <c:pt idx="2063">
                  <c:v>44799</c:v>
                </c:pt>
                <c:pt idx="2064">
                  <c:v>44800</c:v>
                </c:pt>
                <c:pt idx="2065">
                  <c:v>44801</c:v>
                </c:pt>
                <c:pt idx="2066">
                  <c:v>44802</c:v>
                </c:pt>
                <c:pt idx="2067">
                  <c:v>44803</c:v>
                </c:pt>
                <c:pt idx="2068">
                  <c:v>44804</c:v>
                </c:pt>
                <c:pt idx="2069">
                  <c:v>44805</c:v>
                </c:pt>
                <c:pt idx="2070">
                  <c:v>44806</c:v>
                </c:pt>
                <c:pt idx="2071">
                  <c:v>44807</c:v>
                </c:pt>
                <c:pt idx="2072">
                  <c:v>44808</c:v>
                </c:pt>
                <c:pt idx="2073">
                  <c:v>44809</c:v>
                </c:pt>
                <c:pt idx="2074">
                  <c:v>44810</c:v>
                </c:pt>
                <c:pt idx="2075">
                  <c:v>44811</c:v>
                </c:pt>
                <c:pt idx="2076">
                  <c:v>44812</c:v>
                </c:pt>
                <c:pt idx="2077">
                  <c:v>44813</c:v>
                </c:pt>
                <c:pt idx="2078">
                  <c:v>44814</c:v>
                </c:pt>
                <c:pt idx="2079">
                  <c:v>44815</c:v>
                </c:pt>
                <c:pt idx="2080">
                  <c:v>44816</c:v>
                </c:pt>
                <c:pt idx="2081">
                  <c:v>44817</c:v>
                </c:pt>
                <c:pt idx="2082">
                  <c:v>44818</c:v>
                </c:pt>
                <c:pt idx="2083">
                  <c:v>44819</c:v>
                </c:pt>
                <c:pt idx="2084">
                  <c:v>44820</c:v>
                </c:pt>
                <c:pt idx="2085">
                  <c:v>44821</c:v>
                </c:pt>
                <c:pt idx="2086">
                  <c:v>44822</c:v>
                </c:pt>
                <c:pt idx="2087">
                  <c:v>44823</c:v>
                </c:pt>
                <c:pt idx="2088">
                  <c:v>44824</c:v>
                </c:pt>
                <c:pt idx="2089">
                  <c:v>44825</c:v>
                </c:pt>
                <c:pt idx="2090">
                  <c:v>44826</c:v>
                </c:pt>
                <c:pt idx="2091">
                  <c:v>44827</c:v>
                </c:pt>
                <c:pt idx="2092">
                  <c:v>44828</c:v>
                </c:pt>
                <c:pt idx="2093">
                  <c:v>44829</c:v>
                </c:pt>
                <c:pt idx="2094">
                  <c:v>44830</c:v>
                </c:pt>
                <c:pt idx="2095">
                  <c:v>44831</c:v>
                </c:pt>
                <c:pt idx="2096">
                  <c:v>44832</c:v>
                </c:pt>
                <c:pt idx="2097">
                  <c:v>44833</c:v>
                </c:pt>
                <c:pt idx="2098">
                  <c:v>44834</c:v>
                </c:pt>
                <c:pt idx="2099">
                  <c:v>44835</c:v>
                </c:pt>
                <c:pt idx="2100">
                  <c:v>44836</c:v>
                </c:pt>
                <c:pt idx="2101">
                  <c:v>44837</c:v>
                </c:pt>
                <c:pt idx="2102">
                  <c:v>44838</c:v>
                </c:pt>
                <c:pt idx="2103">
                  <c:v>44839</c:v>
                </c:pt>
                <c:pt idx="2104">
                  <c:v>44840</c:v>
                </c:pt>
                <c:pt idx="2105">
                  <c:v>44841</c:v>
                </c:pt>
                <c:pt idx="2106">
                  <c:v>44842</c:v>
                </c:pt>
                <c:pt idx="2107">
                  <c:v>44843</c:v>
                </c:pt>
                <c:pt idx="2108">
                  <c:v>44844</c:v>
                </c:pt>
                <c:pt idx="2109">
                  <c:v>44845</c:v>
                </c:pt>
                <c:pt idx="2110">
                  <c:v>44846</c:v>
                </c:pt>
                <c:pt idx="2111">
                  <c:v>44847</c:v>
                </c:pt>
                <c:pt idx="2112">
                  <c:v>44848</c:v>
                </c:pt>
                <c:pt idx="2113">
                  <c:v>44849</c:v>
                </c:pt>
                <c:pt idx="2114">
                  <c:v>44850</c:v>
                </c:pt>
                <c:pt idx="2115">
                  <c:v>44851</c:v>
                </c:pt>
                <c:pt idx="2116">
                  <c:v>44852</c:v>
                </c:pt>
                <c:pt idx="2117">
                  <c:v>44853</c:v>
                </c:pt>
                <c:pt idx="2118">
                  <c:v>44854</c:v>
                </c:pt>
                <c:pt idx="2119">
                  <c:v>44855</c:v>
                </c:pt>
                <c:pt idx="2120">
                  <c:v>44856</c:v>
                </c:pt>
                <c:pt idx="2121">
                  <c:v>44857</c:v>
                </c:pt>
                <c:pt idx="2122">
                  <c:v>44858</c:v>
                </c:pt>
                <c:pt idx="2123">
                  <c:v>44859</c:v>
                </c:pt>
                <c:pt idx="2124">
                  <c:v>44860</c:v>
                </c:pt>
                <c:pt idx="2125">
                  <c:v>44861</c:v>
                </c:pt>
                <c:pt idx="2126">
                  <c:v>44862</c:v>
                </c:pt>
                <c:pt idx="2127">
                  <c:v>44863</c:v>
                </c:pt>
                <c:pt idx="2128">
                  <c:v>44864</c:v>
                </c:pt>
                <c:pt idx="2129">
                  <c:v>44865</c:v>
                </c:pt>
                <c:pt idx="2130">
                  <c:v>44866</c:v>
                </c:pt>
                <c:pt idx="2131">
                  <c:v>44867</c:v>
                </c:pt>
                <c:pt idx="2132">
                  <c:v>44868</c:v>
                </c:pt>
                <c:pt idx="2133">
                  <c:v>44869</c:v>
                </c:pt>
                <c:pt idx="2134">
                  <c:v>44870</c:v>
                </c:pt>
                <c:pt idx="2135">
                  <c:v>44871</c:v>
                </c:pt>
                <c:pt idx="2136">
                  <c:v>44872</c:v>
                </c:pt>
                <c:pt idx="2137">
                  <c:v>44873</c:v>
                </c:pt>
                <c:pt idx="2138">
                  <c:v>44874</c:v>
                </c:pt>
                <c:pt idx="2139">
                  <c:v>44875</c:v>
                </c:pt>
                <c:pt idx="2140">
                  <c:v>44876</c:v>
                </c:pt>
                <c:pt idx="2141">
                  <c:v>44877</c:v>
                </c:pt>
                <c:pt idx="2142">
                  <c:v>44878</c:v>
                </c:pt>
                <c:pt idx="2143">
                  <c:v>44879</c:v>
                </c:pt>
                <c:pt idx="2144">
                  <c:v>44880</c:v>
                </c:pt>
                <c:pt idx="2145">
                  <c:v>44881</c:v>
                </c:pt>
                <c:pt idx="2146">
                  <c:v>44882</c:v>
                </c:pt>
                <c:pt idx="2147">
                  <c:v>44883</c:v>
                </c:pt>
                <c:pt idx="2148">
                  <c:v>44884</c:v>
                </c:pt>
                <c:pt idx="2149">
                  <c:v>44885</c:v>
                </c:pt>
                <c:pt idx="2150">
                  <c:v>44886</c:v>
                </c:pt>
                <c:pt idx="2151">
                  <c:v>44887</c:v>
                </c:pt>
                <c:pt idx="2152">
                  <c:v>44888</c:v>
                </c:pt>
                <c:pt idx="2153">
                  <c:v>44889</c:v>
                </c:pt>
                <c:pt idx="2154">
                  <c:v>44890</c:v>
                </c:pt>
                <c:pt idx="2155">
                  <c:v>44891</c:v>
                </c:pt>
                <c:pt idx="2156">
                  <c:v>44892</c:v>
                </c:pt>
                <c:pt idx="2157">
                  <c:v>44893</c:v>
                </c:pt>
                <c:pt idx="2158">
                  <c:v>44894</c:v>
                </c:pt>
                <c:pt idx="2159">
                  <c:v>44895</c:v>
                </c:pt>
                <c:pt idx="2160">
                  <c:v>44896</c:v>
                </c:pt>
                <c:pt idx="2161">
                  <c:v>44897</c:v>
                </c:pt>
                <c:pt idx="2162">
                  <c:v>44898</c:v>
                </c:pt>
                <c:pt idx="2163">
                  <c:v>44899</c:v>
                </c:pt>
                <c:pt idx="2164">
                  <c:v>44900</c:v>
                </c:pt>
                <c:pt idx="2165">
                  <c:v>44901</c:v>
                </c:pt>
                <c:pt idx="2166">
                  <c:v>44902</c:v>
                </c:pt>
                <c:pt idx="2167">
                  <c:v>44903</c:v>
                </c:pt>
                <c:pt idx="2168">
                  <c:v>44904</c:v>
                </c:pt>
                <c:pt idx="2169">
                  <c:v>44905</c:v>
                </c:pt>
                <c:pt idx="2170">
                  <c:v>44906</c:v>
                </c:pt>
                <c:pt idx="2171">
                  <c:v>44907</c:v>
                </c:pt>
                <c:pt idx="2172">
                  <c:v>44908</c:v>
                </c:pt>
                <c:pt idx="2173">
                  <c:v>44909</c:v>
                </c:pt>
                <c:pt idx="2174">
                  <c:v>44910</c:v>
                </c:pt>
                <c:pt idx="2175">
                  <c:v>44911</c:v>
                </c:pt>
                <c:pt idx="2176">
                  <c:v>44912</c:v>
                </c:pt>
                <c:pt idx="2177">
                  <c:v>44913</c:v>
                </c:pt>
                <c:pt idx="2178">
                  <c:v>44914</c:v>
                </c:pt>
                <c:pt idx="2179">
                  <c:v>44915</c:v>
                </c:pt>
                <c:pt idx="2180">
                  <c:v>44916</c:v>
                </c:pt>
                <c:pt idx="2181">
                  <c:v>44917</c:v>
                </c:pt>
                <c:pt idx="2182">
                  <c:v>44918</c:v>
                </c:pt>
                <c:pt idx="2183">
                  <c:v>44919</c:v>
                </c:pt>
                <c:pt idx="2184">
                  <c:v>44920</c:v>
                </c:pt>
                <c:pt idx="2185">
                  <c:v>44921</c:v>
                </c:pt>
                <c:pt idx="2186">
                  <c:v>44922</c:v>
                </c:pt>
                <c:pt idx="2187">
                  <c:v>44923</c:v>
                </c:pt>
                <c:pt idx="2188">
                  <c:v>44924</c:v>
                </c:pt>
                <c:pt idx="2189">
                  <c:v>44925</c:v>
                </c:pt>
                <c:pt idx="2190">
                  <c:v>44926</c:v>
                </c:pt>
                <c:pt idx="2191">
                  <c:v>44927</c:v>
                </c:pt>
                <c:pt idx="2192">
                  <c:v>44928</c:v>
                </c:pt>
                <c:pt idx="2193">
                  <c:v>44929</c:v>
                </c:pt>
                <c:pt idx="2194">
                  <c:v>44930</c:v>
                </c:pt>
                <c:pt idx="2195">
                  <c:v>44931</c:v>
                </c:pt>
                <c:pt idx="2196">
                  <c:v>44932</c:v>
                </c:pt>
                <c:pt idx="2197">
                  <c:v>44933</c:v>
                </c:pt>
                <c:pt idx="2198">
                  <c:v>44934</c:v>
                </c:pt>
                <c:pt idx="2199">
                  <c:v>44935</c:v>
                </c:pt>
                <c:pt idx="2200">
                  <c:v>44936</c:v>
                </c:pt>
                <c:pt idx="2201">
                  <c:v>44937</c:v>
                </c:pt>
                <c:pt idx="2202">
                  <c:v>44938</c:v>
                </c:pt>
                <c:pt idx="2203">
                  <c:v>44939</c:v>
                </c:pt>
                <c:pt idx="2204">
                  <c:v>44940</c:v>
                </c:pt>
                <c:pt idx="2205">
                  <c:v>44941</c:v>
                </c:pt>
                <c:pt idx="2206">
                  <c:v>44942</c:v>
                </c:pt>
                <c:pt idx="2207">
                  <c:v>44943</c:v>
                </c:pt>
                <c:pt idx="2208">
                  <c:v>44944</c:v>
                </c:pt>
                <c:pt idx="2209">
                  <c:v>44945</c:v>
                </c:pt>
                <c:pt idx="2210">
                  <c:v>44946</c:v>
                </c:pt>
                <c:pt idx="2211">
                  <c:v>44947</c:v>
                </c:pt>
                <c:pt idx="2212">
                  <c:v>44948</c:v>
                </c:pt>
                <c:pt idx="2213">
                  <c:v>44949</c:v>
                </c:pt>
                <c:pt idx="2214">
                  <c:v>44950</c:v>
                </c:pt>
                <c:pt idx="2215">
                  <c:v>44951</c:v>
                </c:pt>
                <c:pt idx="2216">
                  <c:v>44952</c:v>
                </c:pt>
                <c:pt idx="2217">
                  <c:v>44953</c:v>
                </c:pt>
                <c:pt idx="2218">
                  <c:v>44954</c:v>
                </c:pt>
                <c:pt idx="2219">
                  <c:v>44955</c:v>
                </c:pt>
                <c:pt idx="2220">
                  <c:v>44956</c:v>
                </c:pt>
                <c:pt idx="2221">
                  <c:v>44957</c:v>
                </c:pt>
                <c:pt idx="2222">
                  <c:v>44958</c:v>
                </c:pt>
                <c:pt idx="2223">
                  <c:v>44959</c:v>
                </c:pt>
                <c:pt idx="2224">
                  <c:v>44960</c:v>
                </c:pt>
                <c:pt idx="2225">
                  <c:v>44961</c:v>
                </c:pt>
                <c:pt idx="2226">
                  <c:v>44962</c:v>
                </c:pt>
                <c:pt idx="2227">
                  <c:v>44963</c:v>
                </c:pt>
                <c:pt idx="2228">
                  <c:v>44964</c:v>
                </c:pt>
                <c:pt idx="2229">
                  <c:v>44965</c:v>
                </c:pt>
                <c:pt idx="2230">
                  <c:v>44966</c:v>
                </c:pt>
                <c:pt idx="2231">
                  <c:v>44967</c:v>
                </c:pt>
                <c:pt idx="2232">
                  <c:v>44968</c:v>
                </c:pt>
                <c:pt idx="2233">
                  <c:v>44969</c:v>
                </c:pt>
                <c:pt idx="2234">
                  <c:v>44970</c:v>
                </c:pt>
                <c:pt idx="2235">
                  <c:v>44971</c:v>
                </c:pt>
                <c:pt idx="2236">
                  <c:v>44972</c:v>
                </c:pt>
                <c:pt idx="2237">
                  <c:v>44973</c:v>
                </c:pt>
                <c:pt idx="2238">
                  <c:v>44974</c:v>
                </c:pt>
                <c:pt idx="2239">
                  <c:v>44975</c:v>
                </c:pt>
                <c:pt idx="2240">
                  <c:v>44976</c:v>
                </c:pt>
                <c:pt idx="2241">
                  <c:v>44977</c:v>
                </c:pt>
                <c:pt idx="2242">
                  <c:v>44978</c:v>
                </c:pt>
                <c:pt idx="2243">
                  <c:v>44979</c:v>
                </c:pt>
                <c:pt idx="2244">
                  <c:v>44980</c:v>
                </c:pt>
                <c:pt idx="2245">
                  <c:v>44981</c:v>
                </c:pt>
                <c:pt idx="2246">
                  <c:v>44982</c:v>
                </c:pt>
                <c:pt idx="2247">
                  <c:v>44983</c:v>
                </c:pt>
                <c:pt idx="2248">
                  <c:v>44984</c:v>
                </c:pt>
                <c:pt idx="2249">
                  <c:v>44985</c:v>
                </c:pt>
                <c:pt idx="2250">
                  <c:v>44986</c:v>
                </c:pt>
                <c:pt idx="2251">
                  <c:v>44987</c:v>
                </c:pt>
                <c:pt idx="2252">
                  <c:v>44988</c:v>
                </c:pt>
                <c:pt idx="2253">
                  <c:v>44989</c:v>
                </c:pt>
                <c:pt idx="2254">
                  <c:v>44990</c:v>
                </c:pt>
                <c:pt idx="2255">
                  <c:v>44991</c:v>
                </c:pt>
                <c:pt idx="2256">
                  <c:v>44992</c:v>
                </c:pt>
                <c:pt idx="2257">
                  <c:v>44993</c:v>
                </c:pt>
                <c:pt idx="2258">
                  <c:v>44994</c:v>
                </c:pt>
                <c:pt idx="2259">
                  <c:v>44995</c:v>
                </c:pt>
                <c:pt idx="2260">
                  <c:v>44996</c:v>
                </c:pt>
                <c:pt idx="2261">
                  <c:v>44997</c:v>
                </c:pt>
                <c:pt idx="2262">
                  <c:v>44998</c:v>
                </c:pt>
                <c:pt idx="2263">
                  <c:v>44999</c:v>
                </c:pt>
                <c:pt idx="2264">
                  <c:v>45000</c:v>
                </c:pt>
                <c:pt idx="2265">
                  <c:v>45001</c:v>
                </c:pt>
                <c:pt idx="2266">
                  <c:v>45002</c:v>
                </c:pt>
                <c:pt idx="2267">
                  <c:v>45003</c:v>
                </c:pt>
                <c:pt idx="2268">
                  <c:v>45004</c:v>
                </c:pt>
                <c:pt idx="2269">
                  <c:v>45005</c:v>
                </c:pt>
                <c:pt idx="2270">
                  <c:v>45006</c:v>
                </c:pt>
                <c:pt idx="2271">
                  <c:v>45007</c:v>
                </c:pt>
                <c:pt idx="2272">
                  <c:v>45008</c:v>
                </c:pt>
                <c:pt idx="2273">
                  <c:v>45009</c:v>
                </c:pt>
                <c:pt idx="2274">
                  <c:v>45010</c:v>
                </c:pt>
                <c:pt idx="2275">
                  <c:v>45011</c:v>
                </c:pt>
                <c:pt idx="2276">
                  <c:v>45012</c:v>
                </c:pt>
                <c:pt idx="2277">
                  <c:v>45013</c:v>
                </c:pt>
                <c:pt idx="2278">
                  <c:v>45014</c:v>
                </c:pt>
                <c:pt idx="2279">
                  <c:v>45015</c:v>
                </c:pt>
                <c:pt idx="2280">
                  <c:v>45016</c:v>
                </c:pt>
                <c:pt idx="2281">
                  <c:v>45017</c:v>
                </c:pt>
                <c:pt idx="2282">
                  <c:v>45018</c:v>
                </c:pt>
                <c:pt idx="2283">
                  <c:v>45019</c:v>
                </c:pt>
                <c:pt idx="2284">
                  <c:v>45020</c:v>
                </c:pt>
                <c:pt idx="2285">
                  <c:v>45021</c:v>
                </c:pt>
                <c:pt idx="2286">
                  <c:v>45022</c:v>
                </c:pt>
                <c:pt idx="2287">
                  <c:v>45023</c:v>
                </c:pt>
                <c:pt idx="2288">
                  <c:v>45024</c:v>
                </c:pt>
                <c:pt idx="2289">
                  <c:v>45025</c:v>
                </c:pt>
                <c:pt idx="2290">
                  <c:v>45026</c:v>
                </c:pt>
                <c:pt idx="2291">
                  <c:v>45027</c:v>
                </c:pt>
                <c:pt idx="2292">
                  <c:v>45028</c:v>
                </c:pt>
                <c:pt idx="2293">
                  <c:v>45029</c:v>
                </c:pt>
                <c:pt idx="2294">
                  <c:v>45030</c:v>
                </c:pt>
                <c:pt idx="2295">
                  <c:v>45031</c:v>
                </c:pt>
                <c:pt idx="2296">
                  <c:v>45032</c:v>
                </c:pt>
                <c:pt idx="2297">
                  <c:v>45033</c:v>
                </c:pt>
                <c:pt idx="2298">
                  <c:v>45034</c:v>
                </c:pt>
                <c:pt idx="2299">
                  <c:v>45035</c:v>
                </c:pt>
                <c:pt idx="2300">
                  <c:v>45036</c:v>
                </c:pt>
                <c:pt idx="2301">
                  <c:v>45037</c:v>
                </c:pt>
                <c:pt idx="2302">
                  <c:v>45038</c:v>
                </c:pt>
                <c:pt idx="2303">
                  <c:v>45039</c:v>
                </c:pt>
                <c:pt idx="2304">
                  <c:v>45040</c:v>
                </c:pt>
                <c:pt idx="2305">
                  <c:v>45041</c:v>
                </c:pt>
                <c:pt idx="2306">
                  <c:v>45042</c:v>
                </c:pt>
                <c:pt idx="2307">
                  <c:v>45043</c:v>
                </c:pt>
                <c:pt idx="2308">
                  <c:v>45044</c:v>
                </c:pt>
                <c:pt idx="2309">
                  <c:v>45045</c:v>
                </c:pt>
                <c:pt idx="2310">
                  <c:v>45046</c:v>
                </c:pt>
                <c:pt idx="2311">
                  <c:v>45047</c:v>
                </c:pt>
                <c:pt idx="2312">
                  <c:v>45048</c:v>
                </c:pt>
                <c:pt idx="2313">
                  <c:v>45049</c:v>
                </c:pt>
                <c:pt idx="2314">
                  <c:v>45050</c:v>
                </c:pt>
                <c:pt idx="2315">
                  <c:v>45051</c:v>
                </c:pt>
                <c:pt idx="2316">
                  <c:v>45052</c:v>
                </c:pt>
                <c:pt idx="2317">
                  <c:v>45053</c:v>
                </c:pt>
                <c:pt idx="2318">
                  <c:v>45054</c:v>
                </c:pt>
                <c:pt idx="2319">
                  <c:v>45055</c:v>
                </c:pt>
                <c:pt idx="2320">
                  <c:v>45056</c:v>
                </c:pt>
                <c:pt idx="2321">
                  <c:v>45057</c:v>
                </c:pt>
                <c:pt idx="2322">
                  <c:v>45058</c:v>
                </c:pt>
                <c:pt idx="2323">
                  <c:v>45059</c:v>
                </c:pt>
                <c:pt idx="2324">
                  <c:v>45060</c:v>
                </c:pt>
                <c:pt idx="2325">
                  <c:v>45061</c:v>
                </c:pt>
                <c:pt idx="2326">
                  <c:v>45062</c:v>
                </c:pt>
                <c:pt idx="2327">
                  <c:v>45063</c:v>
                </c:pt>
                <c:pt idx="2328">
                  <c:v>45064</c:v>
                </c:pt>
                <c:pt idx="2329">
                  <c:v>45065</c:v>
                </c:pt>
                <c:pt idx="2330">
                  <c:v>45066</c:v>
                </c:pt>
                <c:pt idx="2331">
                  <c:v>45067</c:v>
                </c:pt>
                <c:pt idx="2332">
                  <c:v>45068</c:v>
                </c:pt>
                <c:pt idx="2333">
                  <c:v>45069</c:v>
                </c:pt>
                <c:pt idx="2334">
                  <c:v>45070</c:v>
                </c:pt>
                <c:pt idx="2335">
                  <c:v>45071</c:v>
                </c:pt>
                <c:pt idx="2336">
                  <c:v>45072</c:v>
                </c:pt>
                <c:pt idx="2337">
                  <c:v>45073</c:v>
                </c:pt>
                <c:pt idx="2338">
                  <c:v>45074</c:v>
                </c:pt>
                <c:pt idx="2339">
                  <c:v>45075</c:v>
                </c:pt>
                <c:pt idx="2340">
                  <c:v>45076</c:v>
                </c:pt>
                <c:pt idx="2341">
                  <c:v>45077</c:v>
                </c:pt>
                <c:pt idx="2342">
                  <c:v>45078</c:v>
                </c:pt>
                <c:pt idx="2343">
                  <c:v>45079</c:v>
                </c:pt>
                <c:pt idx="2344">
                  <c:v>45080</c:v>
                </c:pt>
                <c:pt idx="2345">
                  <c:v>45081</c:v>
                </c:pt>
                <c:pt idx="2346">
                  <c:v>45082</c:v>
                </c:pt>
                <c:pt idx="2347">
                  <c:v>45083</c:v>
                </c:pt>
                <c:pt idx="2348">
                  <c:v>45084</c:v>
                </c:pt>
                <c:pt idx="2349">
                  <c:v>45085</c:v>
                </c:pt>
                <c:pt idx="2350">
                  <c:v>45086</c:v>
                </c:pt>
                <c:pt idx="2351">
                  <c:v>45087</c:v>
                </c:pt>
                <c:pt idx="2352">
                  <c:v>45088</c:v>
                </c:pt>
                <c:pt idx="2353">
                  <c:v>45089</c:v>
                </c:pt>
                <c:pt idx="2354">
                  <c:v>45090</c:v>
                </c:pt>
                <c:pt idx="2355">
                  <c:v>45091</c:v>
                </c:pt>
                <c:pt idx="2356">
                  <c:v>45092</c:v>
                </c:pt>
                <c:pt idx="2357">
                  <c:v>45093</c:v>
                </c:pt>
                <c:pt idx="2358">
                  <c:v>45094</c:v>
                </c:pt>
                <c:pt idx="2359">
                  <c:v>45095</c:v>
                </c:pt>
                <c:pt idx="2360">
                  <c:v>45096</c:v>
                </c:pt>
                <c:pt idx="2361">
                  <c:v>45097</c:v>
                </c:pt>
                <c:pt idx="2362">
                  <c:v>45098</c:v>
                </c:pt>
                <c:pt idx="2363">
                  <c:v>45099</c:v>
                </c:pt>
                <c:pt idx="2364">
                  <c:v>45100</c:v>
                </c:pt>
                <c:pt idx="2365">
                  <c:v>45101</c:v>
                </c:pt>
                <c:pt idx="2366">
                  <c:v>45102</c:v>
                </c:pt>
                <c:pt idx="2367">
                  <c:v>45103</c:v>
                </c:pt>
                <c:pt idx="2368">
                  <c:v>45104</c:v>
                </c:pt>
                <c:pt idx="2369">
                  <c:v>45105</c:v>
                </c:pt>
                <c:pt idx="2370">
                  <c:v>45106</c:v>
                </c:pt>
                <c:pt idx="2371">
                  <c:v>45107</c:v>
                </c:pt>
                <c:pt idx="2372">
                  <c:v>45108</c:v>
                </c:pt>
                <c:pt idx="2373">
                  <c:v>45109</c:v>
                </c:pt>
                <c:pt idx="2374">
                  <c:v>45110</c:v>
                </c:pt>
                <c:pt idx="2375">
                  <c:v>45111</c:v>
                </c:pt>
                <c:pt idx="2376">
                  <c:v>45112</c:v>
                </c:pt>
                <c:pt idx="2377">
                  <c:v>45113</c:v>
                </c:pt>
                <c:pt idx="2378">
                  <c:v>45114</c:v>
                </c:pt>
                <c:pt idx="2379">
                  <c:v>45115</c:v>
                </c:pt>
                <c:pt idx="2380">
                  <c:v>45116</c:v>
                </c:pt>
                <c:pt idx="2381">
                  <c:v>45117</c:v>
                </c:pt>
                <c:pt idx="2382">
                  <c:v>45118</c:v>
                </c:pt>
                <c:pt idx="2383">
                  <c:v>45119</c:v>
                </c:pt>
                <c:pt idx="2384">
                  <c:v>45120</c:v>
                </c:pt>
                <c:pt idx="2385">
                  <c:v>45121</c:v>
                </c:pt>
                <c:pt idx="2386">
                  <c:v>45122</c:v>
                </c:pt>
                <c:pt idx="2387">
                  <c:v>45123</c:v>
                </c:pt>
                <c:pt idx="2388">
                  <c:v>45124</c:v>
                </c:pt>
                <c:pt idx="2389">
                  <c:v>45125</c:v>
                </c:pt>
                <c:pt idx="2390">
                  <c:v>45126</c:v>
                </c:pt>
                <c:pt idx="2391">
                  <c:v>45127</c:v>
                </c:pt>
                <c:pt idx="2392">
                  <c:v>45128</c:v>
                </c:pt>
                <c:pt idx="2393">
                  <c:v>45129</c:v>
                </c:pt>
                <c:pt idx="2394">
                  <c:v>45130</c:v>
                </c:pt>
                <c:pt idx="2395">
                  <c:v>45131</c:v>
                </c:pt>
                <c:pt idx="2396">
                  <c:v>45132</c:v>
                </c:pt>
                <c:pt idx="2397">
                  <c:v>45133</c:v>
                </c:pt>
                <c:pt idx="2398">
                  <c:v>45134</c:v>
                </c:pt>
                <c:pt idx="2399">
                  <c:v>45135</c:v>
                </c:pt>
                <c:pt idx="2400">
                  <c:v>45136</c:v>
                </c:pt>
                <c:pt idx="2401">
                  <c:v>45137</c:v>
                </c:pt>
                <c:pt idx="2402">
                  <c:v>45138</c:v>
                </c:pt>
                <c:pt idx="2403">
                  <c:v>45139</c:v>
                </c:pt>
                <c:pt idx="2404">
                  <c:v>45140</c:v>
                </c:pt>
                <c:pt idx="2405">
                  <c:v>45141</c:v>
                </c:pt>
                <c:pt idx="2406">
                  <c:v>45142</c:v>
                </c:pt>
                <c:pt idx="2407">
                  <c:v>45143</c:v>
                </c:pt>
                <c:pt idx="2408">
                  <c:v>45144</c:v>
                </c:pt>
                <c:pt idx="2409">
                  <c:v>45145</c:v>
                </c:pt>
                <c:pt idx="2410">
                  <c:v>45146</c:v>
                </c:pt>
                <c:pt idx="2411">
                  <c:v>45147</c:v>
                </c:pt>
                <c:pt idx="2412">
                  <c:v>45148</c:v>
                </c:pt>
                <c:pt idx="2413">
                  <c:v>45149</c:v>
                </c:pt>
                <c:pt idx="2414">
                  <c:v>45150</c:v>
                </c:pt>
                <c:pt idx="2415">
                  <c:v>45151</c:v>
                </c:pt>
                <c:pt idx="2416">
                  <c:v>45152</c:v>
                </c:pt>
                <c:pt idx="2417">
                  <c:v>45153</c:v>
                </c:pt>
                <c:pt idx="2418">
                  <c:v>45154</c:v>
                </c:pt>
                <c:pt idx="2419">
                  <c:v>45155</c:v>
                </c:pt>
                <c:pt idx="2420">
                  <c:v>45156</c:v>
                </c:pt>
                <c:pt idx="2421">
                  <c:v>45157</c:v>
                </c:pt>
                <c:pt idx="2422">
                  <c:v>45158</c:v>
                </c:pt>
                <c:pt idx="2423">
                  <c:v>45159</c:v>
                </c:pt>
                <c:pt idx="2424">
                  <c:v>45160</c:v>
                </c:pt>
                <c:pt idx="2425">
                  <c:v>45161</c:v>
                </c:pt>
                <c:pt idx="2426">
                  <c:v>45162</c:v>
                </c:pt>
                <c:pt idx="2427">
                  <c:v>45163</c:v>
                </c:pt>
                <c:pt idx="2428">
                  <c:v>45164</c:v>
                </c:pt>
                <c:pt idx="2429">
                  <c:v>45165</c:v>
                </c:pt>
                <c:pt idx="2430">
                  <c:v>45166</c:v>
                </c:pt>
                <c:pt idx="2431">
                  <c:v>45167</c:v>
                </c:pt>
                <c:pt idx="2432">
                  <c:v>45168</c:v>
                </c:pt>
                <c:pt idx="2433">
                  <c:v>45169</c:v>
                </c:pt>
                <c:pt idx="2434">
                  <c:v>45170</c:v>
                </c:pt>
                <c:pt idx="2435">
                  <c:v>45171</c:v>
                </c:pt>
                <c:pt idx="2436">
                  <c:v>45172</c:v>
                </c:pt>
                <c:pt idx="2437">
                  <c:v>45173</c:v>
                </c:pt>
                <c:pt idx="2438">
                  <c:v>45174</c:v>
                </c:pt>
                <c:pt idx="2439">
                  <c:v>45175</c:v>
                </c:pt>
                <c:pt idx="2440">
                  <c:v>45176</c:v>
                </c:pt>
                <c:pt idx="2441">
                  <c:v>45177</c:v>
                </c:pt>
                <c:pt idx="2442">
                  <c:v>45178</c:v>
                </c:pt>
                <c:pt idx="2443">
                  <c:v>45179</c:v>
                </c:pt>
                <c:pt idx="2444">
                  <c:v>45180</c:v>
                </c:pt>
                <c:pt idx="2445">
                  <c:v>45181</c:v>
                </c:pt>
                <c:pt idx="2446">
                  <c:v>45182</c:v>
                </c:pt>
                <c:pt idx="2447">
                  <c:v>45183</c:v>
                </c:pt>
                <c:pt idx="2448">
                  <c:v>45184</c:v>
                </c:pt>
                <c:pt idx="2449">
                  <c:v>45185</c:v>
                </c:pt>
                <c:pt idx="2450">
                  <c:v>45186</c:v>
                </c:pt>
                <c:pt idx="2451">
                  <c:v>45187</c:v>
                </c:pt>
                <c:pt idx="2452">
                  <c:v>45188</c:v>
                </c:pt>
                <c:pt idx="2453">
                  <c:v>45189</c:v>
                </c:pt>
                <c:pt idx="2454">
                  <c:v>45190</c:v>
                </c:pt>
                <c:pt idx="2455">
                  <c:v>45191</c:v>
                </c:pt>
                <c:pt idx="2456">
                  <c:v>45192</c:v>
                </c:pt>
                <c:pt idx="2457">
                  <c:v>45193</c:v>
                </c:pt>
                <c:pt idx="2458">
                  <c:v>45194</c:v>
                </c:pt>
                <c:pt idx="2459">
                  <c:v>45195</c:v>
                </c:pt>
                <c:pt idx="2460">
                  <c:v>45196</c:v>
                </c:pt>
                <c:pt idx="2461">
                  <c:v>45197</c:v>
                </c:pt>
                <c:pt idx="2462">
                  <c:v>45198</c:v>
                </c:pt>
                <c:pt idx="2463">
                  <c:v>45199</c:v>
                </c:pt>
                <c:pt idx="2464">
                  <c:v>45200</c:v>
                </c:pt>
                <c:pt idx="2465">
                  <c:v>45201</c:v>
                </c:pt>
                <c:pt idx="2466">
                  <c:v>45202</c:v>
                </c:pt>
                <c:pt idx="2467">
                  <c:v>45203</c:v>
                </c:pt>
                <c:pt idx="2468">
                  <c:v>45204</c:v>
                </c:pt>
                <c:pt idx="2469">
                  <c:v>45205</c:v>
                </c:pt>
                <c:pt idx="2470">
                  <c:v>45206</c:v>
                </c:pt>
                <c:pt idx="2471">
                  <c:v>45207</c:v>
                </c:pt>
                <c:pt idx="2472">
                  <c:v>45208</c:v>
                </c:pt>
                <c:pt idx="2473">
                  <c:v>45209</c:v>
                </c:pt>
                <c:pt idx="2474">
                  <c:v>45210</c:v>
                </c:pt>
                <c:pt idx="2475">
                  <c:v>45211</c:v>
                </c:pt>
                <c:pt idx="2476">
                  <c:v>45212</c:v>
                </c:pt>
                <c:pt idx="2477">
                  <c:v>45213</c:v>
                </c:pt>
                <c:pt idx="2478">
                  <c:v>45214</c:v>
                </c:pt>
                <c:pt idx="2479">
                  <c:v>45215</c:v>
                </c:pt>
                <c:pt idx="2480">
                  <c:v>45216</c:v>
                </c:pt>
                <c:pt idx="2481">
                  <c:v>45217</c:v>
                </c:pt>
                <c:pt idx="2482">
                  <c:v>45218</c:v>
                </c:pt>
                <c:pt idx="2483">
                  <c:v>45219</c:v>
                </c:pt>
                <c:pt idx="2484">
                  <c:v>45220</c:v>
                </c:pt>
                <c:pt idx="2485">
                  <c:v>45221</c:v>
                </c:pt>
                <c:pt idx="2486">
                  <c:v>45222</c:v>
                </c:pt>
                <c:pt idx="2487">
                  <c:v>45223</c:v>
                </c:pt>
                <c:pt idx="2488">
                  <c:v>45224</c:v>
                </c:pt>
                <c:pt idx="2489">
                  <c:v>45225</c:v>
                </c:pt>
                <c:pt idx="2490">
                  <c:v>45226</c:v>
                </c:pt>
                <c:pt idx="2491">
                  <c:v>45227</c:v>
                </c:pt>
                <c:pt idx="2492">
                  <c:v>45228</c:v>
                </c:pt>
                <c:pt idx="2493">
                  <c:v>45229</c:v>
                </c:pt>
                <c:pt idx="2494">
                  <c:v>45230</c:v>
                </c:pt>
                <c:pt idx="2495">
                  <c:v>45231</c:v>
                </c:pt>
                <c:pt idx="2496">
                  <c:v>45232</c:v>
                </c:pt>
                <c:pt idx="2497">
                  <c:v>45233</c:v>
                </c:pt>
                <c:pt idx="2498">
                  <c:v>45234</c:v>
                </c:pt>
                <c:pt idx="2499">
                  <c:v>45235</c:v>
                </c:pt>
                <c:pt idx="2500">
                  <c:v>45236</c:v>
                </c:pt>
                <c:pt idx="2501">
                  <c:v>45237</c:v>
                </c:pt>
                <c:pt idx="2502">
                  <c:v>45238</c:v>
                </c:pt>
                <c:pt idx="2503">
                  <c:v>45239</c:v>
                </c:pt>
                <c:pt idx="2504">
                  <c:v>45240</c:v>
                </c:pt>
                <c:pt idx="2505">
                  <c:v>45241</c:v>
                </c:pt>
                <c:pt idx="2506">
                  <c:v>45242</c:v>
                </c:pt>
                <c:pt idx="2507">
                  <c:v>45243</c:v>
                </c:pt>
                <c:pt idx="2508">
                  <c:v>45244</c:v>
                </c:pt>
                <c:pt idx="2509">
                  <c:v>45245</c:v>
                </c:pt>
                <c:pt idx="2510">
                  <c:v>45246</c:v>
                </c:pt>
                <c:pt idx="2511">
                  <c:v>45247</c:v>
                </c:pt>
                <c:pt idx="2512">
                  <c:v>45248</c:v>
                </c:pt>
                <c:pt idx="2513">
                  <c:v>45249</c:v>
                </c:pt>
                <c:pt idx="2514">
                  <c:v>45250</c:v>
                </c:pt>
                <c:pt idx="2515">
                  <c:v>45251</c:v>
                </c:pt>
                <c:pt idx="2516">
                  <c:v>45252</c:v>
                </c:pt>
                <c:pt idx="2517">
                  <c:v>45253</c:v>
                </c:pt>
                <c:pt idx="2518">
                  <c:v>45254</c:v>
                </c:pt>
                <c:pt idx="2519">
                  <c:v>45255</c:v>
                </c:pt>
                <c:pt idx="2520">
                  <c:v>45256</c:v>
                </c:pt>
                <c:pt idx="2521">
                  <c:v>45257</c:v>
                </c:pt>
                <c:pt idx="2522">
                  <c:v>45258</c:v>
                </c:pt>
                <c:pt idx="2523">
                  <c:v>45259</c:v>
                </c:pt>
                <c:pt idx="2524">
                  <c:v>45260</c:v>
                </c:pt>
                <c:pt idx="2525">
                  <c:v>45261</c:v>
                </c:pt>
                <c:pt idx="2526">
                  <c:v>45262</c:v>
                </c:pt>
                <c:pt idx="2527">
                  <c:v>45263</c:v>
                </c:pt>
                <c:pt idx="2528">
                  <c:v>45264</c:v>
                </c:pt>
                <c:pt idx="2529">
                  <c:v>45265</c:v>
                </c:pt>
                <c:pt idx="2530">
                  <c:v>45266</c:v>
                </c:pt>
                <c:pt idx="2531">
                  <c:v>45267</c:v>
                </c:pt>
                <c:pt idx="2532">
                  <c:v>45268</c:v>
                </c:pt>
                <c:pt idx="2533">
                  <c:v>45269</c:v>
                </c:pt>
                <c:pt idx="2534">
                  <c:v>45270</c:v>
                </c:pt>
                <c:pt idx="2535">
                  <c:v>45271</c:v>
                </c:pt>
                <c:pt idx="2536">
                  <c:v>45272</c:v>
                </c:pt>
                <c:pt idx="2537">
                  <c:v>45273</c:v>
                </c:pt>
                <c:pt idx="2538">
                  <c:v>45274</c:v>
                </c:pt>
                <c:pt idx="2539">
                  <c:v>45275</c:v>
                </c:pt>
                <c:pt idx="2540">
                  <c:v>45276</c:v>
                </c:pt>
                <c:pt idx="2541">
                  <c:v>45277</c:v>
                </c:pt>
                <c:pt idx="2542">
                  <c:v>45278</c:v>
                </c:pt>
                <c:pt idx="2543">
                  <c:v>45279</c:v>
                </c:pt>
                <c:pt idx="2544">
                  <c:v>45280</c:v>
                </c:pt>
                <c:pt idx="2545">
                  <c:v>45281</c:v>
                </c:pt>
                <c:pt idx="2546">
                  <c:v>45282</c:v>
                </c:pt>
                <c:pt idx="2547">
                  <c:v>45283</c:v>
                </c:pt>
                <c:pt idx="2548">
                  <c:v>45284</c:v>
                </c:pt>
                <c:pt idx="2549">
                  <c:v>45285</c:v>
                </c:pt>
                <c:pt idx="2550">
                  <c:v>45286</c:v>
                </c:pt>
                <c:pt idx="2551">
                  <c:v>45287</c:v>
                </c:pt>
                <c:pt idx="2552">
                  <c:v>45288</c:v>
                </c:pt>
                <c:pt idx="2553">
                  <c:v>45289</c:v>
                </c:pt>
                <c:pt idx="2554">
                  <c:v>45290</c:v>
                </c:pt>
                <c:pt idx="2555">
                  <c:v>45291</c:v>
                </c:pt>
                <c:pt idx="2556">
                  <c:v>45292</c:v>
                </c:pt>
                <c:pt idx="2557">
                  <c:v>45293</c:v>
                </c:pt>
                <c:pt idx="2558">
                  <c:v>45294</c:v>
                </c:pt>
                <c:pt idx="2559">
                  <c:v>45295</c:v>
                </c:pt>
                <c:pt idx="2560">
                  <c:v>45296</c:v>
                </c:pt>
                <c:pt idx="2561">
                  <c:v>45297</c:v>
                </c:pt>
                <c:pt idx="2562">
                  <c:v>45298</c:v>
                </c:pt>
                <c:pt idx="2563">
                  <c:v>45299</c:v>
                </c:pt>
                <c:pt idx="2564">
                  <c:v>45300</c:v>
                </c:pt>
                <c:pt idx="2565">
                  <c:v>45301</c:v>
                </c:pt>
                <c:pt idx="2566">
                  <c:v>45302</c:v>
                </c:pt>
                <c:pt idx="2567">
                  <c:v>45303</c:v>
                </c:pt>
                <c:pt idx="2568">
                  <c:v>45304</c:v>
                </c:pt>
                <c:pt idx="2569">
                  <c:v>45305</c:v>
                </c:pt>
                <c:pt idx="2570">
                  <c:v>45306</c:v>
                </c:pt>
                <c:pt idx="2571">
                  <c:v>45307</c:v>
                </c:pt>
                <c:pt idx="2572">
                  <c:v>45308</c:v>
                </c:pt>
                <c:pt idx="2573">
                  <c:v>45309</c:v>
                </c:pt>
                <c:pt idx="2574">
                  <c:v>45310</c:v>
                </c:pt>
                <c:pt idx="2575">
                  <c:v>45311</c:v>
                </c:pt>
                <c:pt idx="2576">
                  <c:v>45312</c:v>
                </c:pt>
                <c:pt idx="2577">
                  <c:v>45313</c:v>
                </c:pt>
                <c:pt idx="2578">
                  <c:v>45314</c:v>
                </c:pt>
                <c:pt idx="2579">
                  <c:v>45315</c:v>
                </c:pt>
                <c:pt idx="2580">
                  <c:v>45316</c:v>
                </c:pt>
                <c:pt idx="2581">
                  <c:v>45317</c:v>
                </c:pt>
                <c:pt idx="2582">
                  <c:v>45318</c:v>
                </c:pt>
                <c:pt idx="2583">
                  <c:v>45319</c:v>
                </c:pt>
                <c:pt idx="2584">
                  <c:v>45320</c:v>
                </c:pt>
                <c:pt idx="2585">
                  <c:v>45321</c:v>
                </c:pt>
                <c:pt idx="2586">
                  <c:v>45322</c:v>
                </c:pt>
                <c:pt idx="2587">
                  <c:v>45323</c:v>
                </c:pt>
                <c:pt idx="2588">
                  <c:v>45324</c:v>
                </c:pt>
                <c:pt idx="2589">
                  <c:v>45325</c:v>
                </c:pt>
                <c:pt idx="2590">
                  <c:v>45326</c:v>
                </c:pt>
                <c:pt idx="2591">
                  <c:v>45327</c:v>
                </c:pt>
                <c:pt idx="2592">
                  <c:v>45328</c:v>
                </c:pt>
                <c:pt idx="2593">
                  <c:v>45329</c:v>
                </c:pt>
                <c:pt idx="2594">
                  <c:v>45330</c:v>
                </c:pt>
                <c:pt idx="2595">
                  <c:v>45331</c:v>
                </c:pt>
                <c:pt idx="2596">
                  <c:v>45332</c:v>
                </c:pt>
                <c:pt idx="2597">
                  <c:v>45333</c:v>
                </c:pt>
                <c:pt idx="2598">
                  <c:v>45334</c:v>
                </c:pt>
                <c:pt idx="2599">
                  <c:v>45335</c:v>
                </c:pt>
                <c:pt idx="2600">
                  <c:v>45336</c:v>
                </c:pt>
                <c:pt idx="2601">
                  <c:v>45337</c:v>
                </c:pt>
                <c:pt idx="2602">
                  <c:v>45338</c:v>
                </c:pt>
                <c:pt idx="2603">
                  <c:v>45339</c:v>
                </c:pt>
                <c:pt idx="2604">
                  <c:v>45340</c:v>
                </c:pt>
                <c:pt idx="2605">
                  <c:v>45341</c:v>
                </c:pt>
                <c:pt idx="2606">
                  <c:v>45342</c:v>
                </c:pt>
                <c:pt idx="2607">
                  <c:v>45343</c:v>
                </c:pt>
                <c:pt idx="2608">
                  <c:v>45344</c:v>
                </c:pt>
                <c:pt idx="2609">
                  <c:v>45345</c:v>
                </c:pt>
                <c:pt idx="2610">
                  <c:v>45346</c:v>
                </c:pt>
                <c:pt idx="2611">
                  <c:v>45347</c:v>
                </c:pt>
                <c:pt idx="2612">
                  <c:v>45348</c:v>
                </c:pt>
                <c:pt idx="2613">
                  <c:v>45349</c:v>
                </c:pt>
                <c:pt idx="2614">
                  <c:v>45350</c:v>
                </c:pt>
                <c:pt idx="2615">
                  <c:v>45351</c:v>
                </c:pt>
                <c:pt idx="2616">
                  <c:v>45352</c:v>
                </c:pt>
                <c:pt idx="2617">
                  <c:v>45353</c:v>
                </c:pt>
                <c:pt idx="2618">
                  <c:v>45354</c:v>
                </c:pt>
              </c:numCache>
            </c:numRef>
          </c:cat>
          <c:val>
            <c:numRef>
              <c:f>磷肥价格及价差!$W$3715:$W$6333</c:f>
              <c:numCache>
                <c:formatCode>General</c:formatCode>
                <c:ptCount val="2619"/>
                <c:pt idx="0">
                  <c:v>95</c:v>
                </c:pt>
                <c:pt idx="1">
                  <c:v>95</c:v>
                </c:pt>
                <c:pt idx="2">
                  <c:v>95</c:v>
                </c:pt>
                <c:pt idx="3">
                  <c:v>95</c:v>
                </c:pt>
                <c:pt idx="4">
                  <c:v>95</c:v>
                </c:pt>
                <c:pt idx="5">
                  <c:v>95</c:v>
                </c:pt>
                <c:pt idx="6">
                  <c:v>95</c:v>
                </c:pt>
                <c:pt idx="7">
                  <c:v>95</c:v>
                </c:pt>
                <c:pt idx="8">
                  <c:v>95</c:v>
                </c:pt>
                <c:pt idx="9">
                  <c:v>95</c:v>
                </c:pt>
                <c:pt idx="10">
                  <c:v>95</c:v>
                </c:pt>
                <c:pt idx="11">
                  <c:v>95</c:v>
                </c:pt>
                <c:pt idx="12">
                  <c:v>95</c:v>
                </c:pt>
                <c:pt idx="13">
                  <c:v>95</c:v>
                </c:pt>
                <c:pt idx="14">
                  <c:v>95</c:v>
                </c:pt>
                <c:pt idx="15">
                  <c:v>95</c:v>
                </c:pt>
                <c:pt idx="16">
                  <c:v>95</c:v>
                </c:pt>
                <c:pt idx="17">
                  <c:v>95</c:v>
                </c:pt>
                <c:pt idx="18">
                  <c:v>95</c:v>
                </c:pt>
                <c:pt idx="19">
                  <c:v>95</c:v>
                </c:pt>
                <c:pt idx="20">
                  <c:v>95</c:v>
                </c:pt>
                <c:pt idx="21">
                  <c:v>95</c:v>
                </c:pt>
                <c:pt idx="22">
                  <c:v>95</c:v>
                </c:pt>
                <c:pt idx="23">
                  <c:v>95</c:v>
                </c:pt>
                <c:pt idx="24">
                  <c:v>95</c:v>
                </c:pt>
                <c:pt idx="25">
                  <c:v>95</c:v>
                </c:pt>
                <c:pt idx="26">
                  <c:v>95</c:v>
                </c:pt>
                <c:pt idx="27">
                  <c:v>95</c:v>
                </c:pt>
                <c:pt idx="28">
                  <c:v>95</c:v>
                </c:pt>
                <c:pt idx="29">
                  <c:v>95</c:v>
                </c:pt>
                <c:pt idx="30">
                  <c:v>95</c:v>
                </c:pt>
                <c:pt idx="31">
                  <c:v>95</c:v>
                </c:pt>
                <c:pt idx="32">
                  <c:v>95</c:v>
                </c:pt>
                <c:pt idx="33">
                  <c:v>95</c:v>
                </c:pt>
                <c:pt idx="34">
                  <c:v>95</c:v>
                </c:pt>
                <c:pt idx="35">
                  <c:v>95</c:v>
                </c:pt>
                <c:pt idx="36">
                  <c:v>95</c:v>
                </c:pt>
                <c:pt idx="37">
                  <c:v>95</c:v>
                </c:pt>
                <c:pt idx="38">
                  <c:v>95</c:v>
                </c:pt>
                <c:pt idx="39">
                  <c:v>95</c:v>
                </c:pt>
                <c:pt idx="40">
                  <c:v>95</c:v>
                </c:pt>
                <c:pt idx="41">
                  <c:v>95</c:v>
                </c:pt>
                <c:pt idx="42">
                  <c:v>95</c:v>
                </c:pt>
                <c:pt idx="43">
                  <c:v>95</c:v>
                </c:pt>
                <c:pt idx="44">
                  <c:v>95</c:v>
                </c:pt>
                <c:pt idx="45">
                  <c:v>95</c:v>
                </c:pt>
                <c:pt idx="46">
                  <c:v>95</c:v>
                </c:pt>
                <c:pt idx="47">
                  <c:v>95</c:v>
                </c:pt>
                <c:pt idx="48">
                  <c:v>95</c:v>
                </c:pt>
                <c:pt idx="49">
                  <c:v>95</c:v>
                </c:pt>
                <c:pt idx="50">
                  <c:v>95</c:v>
                </c:pt>
                <c:pt idx="51">
                  <c:v>95</c:v>
                </c:pt>
                <c:pt idx="52">
                  <c:v>95</c:v>
                </c:pt>
                <c:pt idx="53">
                  <c:v>95</c:v>
                </c:pt>
                <c:pt idx="54">
                  <c:v>95</c:v>
                </c:pt>
                <c:pt idx="55">
                  <c:v>95</c:v>
                </c:pt>
                <c:pt idx="56">
                  <c:v>95</c:v>
                </c:pt>
                <c:pt idx="57">
                  <c:v>95</c:v>
                </c:pt>
                <c:pt idx="58">
                  <c:v>95</c:v>
                </c:pt>
                <c:pt idx="59">
                  <c:v>95</c:v>
                </c:pt>
                <c:pt idx="60">
                  <c:v>95</c:v>
                </c:pt>
                <c:pt idx="61">
                  <c:v>95</c:v>
                </c:pt>
                <c:pt idx="62">
                  <c:v>95</c:v>
                </c:pt>
                <c:pt idx="63">
                  <c:v>95</c:v>
                </c:pt>
                <c:pt idx="64">
                  <c:v>95</c:v>
                </c:pt>
                <c:pt idx="65">
                  <c:v>95</c:v>
                </c:pt>
                <c:pt idx="66">
                  <c:v>95</c:v>
                </c:pt>
                <c:pt idx="67">
                  <c:v>95</c:v>
                </c:pt>
                <c:pt idx="68">
                  <c:v>95</c:v>
                </c:pt>
                <c:pt idx="69">
                  <c:v>95</c:v>
                </c:pt>
                <c:pt idx="70">
                  <c:v>95</c:v>
                </c:pt>
                <c:pt idx="71">
                  <c:v>95</c:v>
                </c:pt>
                <c:pt idx="72">
                  <c:v>95</c:v>
                </c:pt>
                <c:pt idx="73">
                  <c:v>95</c:v>
                </c:pt>
                <c:pt idx="74">
                  <c:v>95</c:v>
                </c:pt>
                <c:pt idx="75">
                  <c:v>95</c:v>
                </c:pt>
                <c:pt idx="76">
                  <c:v>95</c:v>
                </c:pt>
                <c:pt idx="77">
                  <c:v>95</c:v>
                </c:pt>
                <c:pt idx="78">
                  <c:v>95</c:v>
                </c:pt>
                <c:pt idx="79">
                  <c:v>95</c:v>
                </c:pt>
                <c:pt idx="80">
                  <c:v>95</c:v>
                </c:pt>
                <c:pt idx="81">
                  <c:v>95</c:v>
                </c:pt>
                <c:pt idx="82">
                  <c:v>95</c:v>
                </c:pt>
                <c:pt idx="83">
                  <c:v>95</c:v>
                </c:pt>
                <c:pt idx="84">
                  <c:v>95</c:v>
                </c:pt>
                <c:pt idx="85">
                  <c:v>95</c:v>
                </c:pt>
                <c:pt idx="86">
                  <c:v>95</c:v>
                </c:pt>
                <c:pt idx="87">
                  <c:v>95</c:v>
                </c:pt>
                <c:pt idx="88">
                  <c:v>95</c:v>
                </c:pt>
                <c:pt idx="89">
                  <c:v>95</c:v>
                </c:pt>
                <c:pt idx="90">
                  <c:v>95</c:v>
                </c:pt>
                <c:pt idx="91">
                  <c:v>95</c:v>
                </c:pt>
                <c:pt idx="92">
                  <c:v>95</c:v>
                </c:pt>
                <c:pt idx="93">
                  <c:v>95</c:v>
                </c:pt>
                <c:pt idx="94">
                  <c:v>95</c:v>
                </c:pt>
                <c:pt idx="95">
                  <c:v>95</c:v>
                </c:pt>
                <c:pt idx="96">
                  <c:v>95</c:v>
                </c:pt>
                <c:pt idx="97">
                  <c:v>95</c:v>
                </c:pt>
                <c:pt idx="98">
                  <c:v>95</c:v>
                </c:pt>
                <c:pt idx="99">
                  <c:v>95</c:v>
                </c:pt>
                <c:pt idx="100">
                  <c:v>95</c:v>
                </c:pt>
                <c:pt idx="101">
                  <c:v>95</c:v>
                </c:pt>
                <c:pt idx="102">
                  <c:v>95</c:v>
                </c:pt>
                <c:pt idx="103">
                  <c:v>103</c:v>
                </c:pt>
                <c:pt idx="104">
                  <c:v>103</c:v>
                </c:pt>
                <c:pt idx="105">
                  <c:v>103</c:v>
                </c:pt>
                <c:pt idx="106">
                  <c:v>103</c:v>
                </c:pt>
                <c:pt idx="107">
                  <c:v>103</c:v>
                </c:pt>
                <c:pt idx="108">
                  <c:v>103</c:v>
                </c:pt>
                <c:pt idx="109">
                  <c:v>103</c:v>
                </c:pt>
                <c:pt idx="110">
                  <c:v>103</c:v>
                </c:pt>
                <c:pt idx="111">
                  <c:v>103</c:v>
                </c:pt>
                <c:pt idx="112">
                  <c:v>103</c:v>
                </c:pt>
                <c:pt idx="113">
                  <c:v>103</c:v>
                </c:pt>
                <c:pt idx="114">
                  <c:v>103</c:v>
                </c:pt>
                <c:pt idx="115">
                  <c:v>103</c:v>
                </c:pt>
                <c:pt idx="116">
                  <c:v>103</c:v>
                </c:pt>
                <c:pt idx="117">
                  <c:v>103</c:v>
                </c:pt>
                <c:pt idx="118">
                  <c:v>103</c:v>
                </c:pt>
                <c:pt idx="119">
                  <c:v>103</c:v>
                </c:pt>
                <c:pt idx="120">
                  <c:v>103</c:v>
                </c:pt>
                <c:pt idx="121">
                  <c:v>103</c:v>
                </c:pt>
                <c:pt idx="122">
                  <c:v>103</c:v>
                </c:pt>
                <c:pt idx="123">
                  <c:v>103</c:v>
                </c:pt>
                <c:pt idx="124">
                  <c:v>106</c:v>
                </c:pt>
                <c:pt idx="125">
                  <c:v>106</c:v>
                </c:pt>
                <c:pt idx="126">
                  <c:v>106</c:v>
                </c:pt>
                <c:pt idx="127">
                  <c:v>106</c:v>
                </c:pt>
                <c:pt idx="128">
                  <c:v>106</c:v>
                </c:pt>
                <c:pt idx="129">
                  <c:v>106</c:v>
                </c:pt>
                <c:pt idx="130">
                  <c:v>106</c:v>
                </c:pt>
                <c:pt idx="131">
                  <c:v>106</c:v>
                </c:pt>
                <c:pt idx="132">
                  <c:v>106</c:v>
                </c:pt>
                <c:pt idx="133">
                  <c:v>106</c:v>
                </c:pt>
                <c:pt idx="134">
                  <c:v>106</c:v>
                </c:pt>
                <c:pt idx="135">
                  <c:v>106</c:v>
                </c:pt>
                <c:pt idx="136">
                  <c:v>106</c:v>
                </c:pt>
                <c:pt idx="137">
                  <c:v>106</c:v>
                </c:pt>
                <c:pt idx="138">
                  <c:v>106</c:v>
                </c:pt>
                <c:pt idx="139">
                  <c:v>106</c:v>
                </c:pt>
                <c:pt idx="140">
                  <c:v>106</c:v>
                </c:pt>
                <c:pt idx="141">
                  <c:v>106</c:v>
                </c:pt>
                <c:pt idx="142">
                  <c:v>106</c:v>
                </c:pt>
                <c:pt idx="143">
                  <c:v>106</c:v>
                </c:pt>
                <c:pt idx="144">
                  <c:v>106</c:v>
                </c:pt>
                <c:pt idx="145">
                  <c:v>106</c:v>
                </c:pt>
                <c:pt idx="146">
                  <c:v>106</c:v>
                </c:pt>
                <c:pt idx="147">
                  <c:v>106</c:v>
                </c:pt>
                <c:pt idx="148">
                  <c:v>106</c:v>
                </c:pt>
                <c:pt idx="149">
                  <c:v>106</c:v>
                </c:pt>
                <c:pt idx="150">
                  <c:v>106</c:v>
                </c:pt>
                <c:pt idx="151">
                  <c:v>106</c:v>
                </c:pt>
                <c:pt idx="152">
                  <c:v>106</c:v>
                </c:pt>
                <c:pt idx="153">
                  <c:v>106</c:v>
                </c:pt>
                <c:pt idx="154">
                  <c:v>106</c:v>
                </c:pt>
                <c:pt idx="155">
                  <c:v>106</c:v>
                </c:pt>
                <c:pt idx="156">
                  <c:v>106</c:v>
                </c:pt>
                <c:pt idx="157">
                  <c:v>106</c:v>
                </c:pt>
                <c:pt idx="158">
                  <c:v>106</c:v>
                </c:pt>
                <c:pt idx="159">
                  <c:v>106</c:v>
                </c:pt>
                <c:pt idx="160">
                  <c:v>106</c:v>
                </c:pt>
                <c:pt idx="161">
                  <c:v>106</c:v>
                </c:pt>
                <c:pt idx="162">
                  <c:v>106</c:v>
                </c:pt>
                <c:pt idx="163">
                  <c:v>106</c:v>
                </c:pt>
                <c:pt idx="164">
                  <c:v>106</c:v>
                </c:pt>
                <c:pt idx="165">
                  <c:v>106</c:v>
                </c:pt>
                <c:pt idx="166">
                  <c:v>106</c:v>
                </c:pt>
                <c:pt idx="167">
                  <c:v>106</c:v>
                </c:pt>
                <c:pt idx="168">
                  <c:v>106</c:v>
                </c:pt>
                <c:pt idx="169">
                  <c:v>106</c:v>
                </c:pt>
                <c:pt idx="170">
                  <c:v>106</c:v>
                </c:pt>
                <c:pt idx="171">
                  <c:v>106</c:v>
                </c:pt>
                <c:pt idx="172">
                  <c:v>106</c:v>
                </c:pt>
                <c:pt idx="173">
                  <c:v>106</c:v>
                </c:pt>
                <c:pt idx="174">
                  <c:v>106</c:v>
                </c:pt>
                <c:pt idx="175">
                  <c:v>106</c:v>
                </c:pt>
                <c:pt idx="176">
                  <c:v>106</c:v>
                </c:pt>
                <c:pt idx="177">
                  <c:v>106</c:v>
                </c:pt>
                <c:pt idx="178">
                  <c:v>106</c:v>
                </c:pt>
                <c:pt idx="179">
                  <c:v>106</c:v>
                </c:pt>
                <c:pt idx="180">
                  <c:v>106</c:v>
                </c:pt>
                <c:pt idx="181">
                  <c:v>106</c:v>
                </c:pt>
                <c:pt idx="182">
                  <c:v>106</c:v>
                </c:pt>
                <c:pt idx="183">
                  <c:v>106</c:v>
                </c:pt>
                <c:pt idx="184">
                  <c:v>106</c:v>
                </c:pt>
                <c:pt idx="185">
                  <c:v>106</c:v>
                </c:pt>
                <c:pt idx="186">
                  <c:v>106</c:v>
                </c:pt>
                <c:pt idx="187">
                  <c:v>106</c:v>
                </c:pt>
                <c:pt idx="188">
                  <c:v>106</c:v>
                </c:pt>
                <c:pt idx="189">
                  <c:v>106</c:v>
                </c:pt>
                <c:pt idx="190">
                  <c:v>106</c:v>
                </c:pt>
                <c:pt idx="191">
                  <c:v>106</c:v>
                </c:pt>
                <c:pt idx="192">
                  <c:v>106</c:v>
                </c:pt>
                <c:pt idx="193">
                  <c:v>106</c:v>
                </c:pt>
                <c:pt idx="194">
                  <c:v>106</c:v>
                </c:pt>
                <c:pt idx="195">
                  <c:v>106</c:v>
                </c:pt>
                <c:pt idx="196">
                  <c:v>106</c:v>
                </c:pt>
                <c:pt idx="197">
                  <c:v>106</c:v>
                </c:pt>
                <c:pt idx="198">
                  <c:v>106</c:v>
                </c:pt>
                <c:pt idx="199">
                  <c:v>106</c:v>
                </c:pt>
                <c:pt idx="200">
                  <c:v>106</c:v>
                </c:pt>
                <c:pt idx="201">
                  <c:v>106</c:v>
                </c:pt>
                <c:pt idx="202">
                  <c:v>106</c:v>
                </c:pt>
                <c:pt idx="203">
                  <c:v>106</c:v>
                </c:pt>
                <c:pt idx="204">
                  <c:v>106</c:v>
                </c:pt>
                <c:pt idx="205">
                  <c:v>106</c:v>
                </c:pt>
                <c:pt idx="206">
                  <c:v>106</c:v>
                </c:pt>
                <c:pt idx="207">
                  <c:v>106</c:v>
                </c:pt>
                <c:pt idx="208">
                  <c:v>106</c:v>
                </c:pt>
                <c:pt idx="209">
                  <c:v>106</c:v>
                </c:pt>
                <c:pt idx="210">
                  <c:v>106</c:v>
                </c:pt>
                <c:pt idx="211">
                  <c:v>106</c:v>
                </c:pt>
                <c:pt idx="212">
                  <c:v>106</c:v>
                </c:pt>
                <c:pt idx="213">
                  <c:v>106</c:v>
                </c:pt>
                <c:pt idx="214">
                  <c:v>106</c:v>
                </c:pt>
                <c:pt idx="215">
                  <c:v>106</c:v>
                </c:pt>
                <c:pt idx="216">
                  <c:v>106</c:v>
                </c:pt>
                <c:pt idx="217">
                  <c:v>106</c:v>
                </c:pt>
                <c:pt idx="218">
                  <c:v>106</c:v>
                </c:pt>
                <c:pt idx="219">
                  <c:v>106</c:v>
                </c:pt>
                <c:pt idx="220">
                  <c:v>106</c:v>
                </c:pt>
                <c:pt idx="221">
                  <c:v>106</c:v>
                </c:pt>
                <c:pt idx="222">
                  <c:v>106</c:v>
                </c:pt>
                <c:pt idx="223">
                  <c:v>106</c:v>
                </c:pt>
                <c:pt idx="224">
                  <c:v>106</c:v>
                </c:pt>
                <c:pt idx="225">
                  <c:v>106</c:v>
                </c:pt>
                <c:pt idx="226">
                  <c:v>106</c:v>
                </c:pt>
                <c:pt idx="227">
                  <c:v>106</c:v>
                </c:pt>
                <c:pt idx="228">
                  <c:v>106</c:v>
                </c:pt>
                <c:pt idx="229">
                  <c:v>106</c:v>
                </c:pt>
                <c:pt idx="230">
                  <c:v>106</c:v>
                </c:pt>
                <c:pt idx="231">
                  <c:v>106</c:v>
                </c:pt>
                <c:pt idx="232">
                  <c:v>106</c:v>
                </c:pt>
                <c:pt idx="233">
                  <c:v>106</c:v>
                </c:pt>
                <c:pt idx="234">
                  <c:v>106</c:v>
                </c:pt>
                <c:pt idx="235">
                  <c:v>106</c:v>
                </c:pt>
                <c:pt idx="236">
                  <c:v>101</c:v>
                </c:pt>
                <c:pt idx="237">
                  <c:v>101</c:v>
                </c:pt>
                <c:pt idx="238">
                  <c:v>101</c:v>
                </c:pt>
                <c:pt idx="239">
                  <c:v>101</c:v>
                </c:pt>
                <c:pt idx="240">
                  <c:v>101</c:v>
                </c:pt>
                <c:pt idx="241">
                  <c:v>101</c:v>
                </c:pt>
                <c:pt idx="242">
                  <c:v>101</c:v>
                </c:pt>
                <c:pt idx="243">
                  <c:v>101</c:v>
                </c:pt>
                <c:pt idx="244">
                  <c:v>101</c:v>
                </c:pt>
                <c:pt idx="245">
                  <c:v>101</c:v>
                </c:pt>
                <c:pt idx="246">
                  <c:v>101</c:v>
                </c:pt>
                <c:pt idx="247">
                  <c:v>101</c:v>
                </c:pt>
                <c:pt idx="248">
                  <c:v>101</c:v>
                </c:pt>
                <c:pt idx="249">
                  <c:v>101</c:v>
                </c:pt>
                <c:pt idx="250">
                  <c:v>101</c:v>
                </c:pt>
                <c:pt idx="251">
                  <c:v>101</c:v>
                </c:pt>
                <c:pt idx="252">
                  <c:v>101</c:v>
                </c:pt>
                <c:pt idx="253">
                  <c:v>101</c:v>
                </c:pt>
                <c:pt idx="254">
                  <c:v>101</c:v>
                </c:pt>
                <c:pt idx="255">
                  <c:v>101</c:v>
                </c:pt>
                <c:pt idx="256">
                  <c:v>101</c:v>
                </c:pt>
                <c:pt idx="257">
                  <c:v>101</c:v>
                </c:pt>
                <c:pt idx="258">
                  <c:v>101</c:v>
                </c:pt>
                <c:pt idx="259">
                  <c:v>101</c:v>
                </c:pt>
                <c:pt idx="260">
                  <c:v>101</c:v>
                </c:pt>
                <c:pt idx="261">
                  <c:v>101</c:v>
                </c:pt>
                <c:pt idx="262">
                  <c:v>101</c:v>
                </c:pt>
                <c:pt idx="263">
                  <c:v>101</c:v>
                </c:pt>
                <c:pt idx="264">
                  <c:v>101</c:v>
                </c:pt>
                <c:pt idx="265">
                  <c:v>99</c:v>
                </c:pt>
                <c:pt idx="266">
                  <c:v>99</c:v>
                </c:pt>
                <c:pt idx="267">
                  <c:v>99</c:v>
                </c:pt>
                <c:pt idx="268">
                  <c:v>99</c:v>
                </c:pt>
                <c:pt idx="269">
                  <c:v>99</c:v>
                </c:pt>
                <c:pt idx="270">
                  <c:v>99</c:v>
                </c:pt>
                <c:pt idx="271">
                  <c:v>99</c:v>
                </c:pt>
                <c:pt idx="272">
                  <c:v>99</c:v>
                </c:pt>
                <c:pt idx="273">
                  <c:v>99</c:v>
                </c:pt>
                <c:pt idx="274">
                  <c:v>99</c:v>
                </c:pt>
                <c:pt idx="275">
                  <c:v>99</c:v>
                </c:pt>
                <c:pt idx="276">
                  <c:v>99</c:v>
                </c:pt>
                <c:pt idx="277">
                  <c:v>99</c:v>
                </c:pt>
                <c:pt idx="278">
                  <c:v>99</c:v>
                </c:pt>
                <c:pt idx="279">
                  <c:v>99</c:v>
                </c:pt>
                <c:pt idx="280">
                  <c:v>99</c:v>
                </c:pt>
                <c:pt idx="281">
                  <c:v>99</c:v>
                </c:pt>
                <c:pt idx="282">
                  <c:v>99</c:v>
                </c:pt>
                <c:pt idx="283">
                  <c:v>99</c:v>
                </c:pt>
                <c:pt idx="284">
                  <c:v>99</c:v>
                </c:pt>
                <c:pt idx="285">
                  <c:v>99</c:v>
                </c:pt>
                <c:pt idx="286">
                  <c:v>99</c:v>
                </c:pt>
                <c:pt idx="287">
                  <c:v>99</c:v>
                </c:pt>
                <c:pt idx="288">
                  <c:v>99</c:v>
                </c:pt>
                <c:pt idx="289">
                  <c:v>99</c:v>
                </c:pt>
                <c:pt idx="290">
                  <c:v>99</c:v>
                </c:pt>
                <c:pt idx="291">
                  <c:v>99</c:v>
                </c:pt>
                <c:pt idx="292">
                  <c:v>99</c:v>
                </c:pt>
                <c:pt idx="293">
                  <c:v>99</c:v>
                </c:pt>
                <c:pt idx="294">
                  <c:v>99</c:v>
                </c:pt>
                <c:pt idx="295">
                  <c:v>99</c:v>
                </c:pt>
                <c:pt idx="296">
                  <c:v>99</c:v>
                </c:pt>
                <c:pt idx="297">
                  <c:v>99</c:v>
                </c:pt>
                <c:pt idx="298">
                  <c:v>99</c:v>
                </c:pt>
                <c:pt idx="299">
                  <c:v>99</c:v>
                </c:pt>
                <c:pt idx="300">
                  <c:v>99</c:v>
                </c:pt>
                <c:pt idx="301">
                  <c:v>99</c:v>
                </c:pt>
                <c:pt idx="302">
                  <c:v>99</c:v>
                </c:pt>
                <c:pt idx="303">
                  <c:v>99</c:v>
                </c:pt>
                <c:pt idx="304">
                  <c:v>99</c:v>
                </c:pt>
                <c:pt idx="305">
                  <c:v>99</c:v>
                </c:pt>
                <c:pt idx="306">
                  <c:v>99</c:v>
                </c:pt>
                <c:pt idx="307">
                  <c:v>99</c:v>
                </c:pt>
                <c:pt idx="308">
                  <c:v>99</c:v>
                </c:pt>
                <c:pt idx="309">
                  <c:v>99</c:v>
                </c:pt>
                <c:pt idx="310">
                  <c:v>99</c:v>
                </c:pt>
                <c:pt idx="311">
                  <c:v>99</c:v>
                </c:pt>
                <c:pt idx="312">
                  <c:v>99</c:v>
                </c:pt>
                <c:pt idx="313">
                  <c:v>99</c:v>
                </c:pt>
                <c:pt idx="314">
                  <c:v>99</c:v>
                </c:pt>
                <c:pt idx="315">
                  <c:v>99</c:v>
                </c:pt>
                <c:pt idx="316">
                  <c:v>99</c:v>
                </c:pt>
                <c:pt idx="317">
                  <c:v>99</c:v>
                </c:pt>
                <c:pt idx="318">
                  <c:v>99</c:v>
                </c:pt>
                <c:pt idx="319">
                  <c:v>99</c:v>
                </c:pt>
                <c:pt idx="320">
                  <c:v>99</c:v>
                </c:pt>
                <c:pt idx="321">
                  <c:v>99</c:v>
                </c:pt>
                <c:pt idx="322">
                  <c:v>99</c:v>
                </c:pt>
                <c:pt idx="323">
                  <c:v>99</c:v>
                </c:pt>
                <c:pt idx="324">
                  <c:v>99</c:v>
                </c:pt>
                <c:pt idx="325">
                  <c:v>99</c:v>
                </c:pt>
                <c:pt idx="326">
                  <c:v>99</c:v>
                </c:pt>
                <c:pt idx="327">
                  <c:v>99</c:v>
                </c:pt>
                <c:pt idx="328">
                  <c:v>99</c:v>
                </c:pt>
                <c:pt idx="329">
                  <c:v>99</c:v>
                </c:pt>
                <c:pt idx="330">
                  <c:v>99</c:v>
                </c:pt>
                <c:pt idx="331">
                  <c:v>99</c:v>
                </c:pt>
                <c:pt idx="332">
                  <c:v>99</c:v>
                </c:pt>
                <c:pt idx="333">
                  <c:v>99</c:v>
                </c:pt>
                <c:pt idx="334">
                  <c:v>99</c:v>
                </c:pt>
                <c:pt idx="335">
                  <c:v>99</c:v>
                </c:pt>
                <c:pt idx="336">
                  <c:v>99</c:v>
                </c:pt>
                <c:pt idx="337">
                  <c:v>99</c:v>
                </c:pt>
                <c:pt idx="338">
                  <c:v>99</c:v>
                </c:pt>
                <c:pt idx="339">
                  <c:v>99</c:v>
                </c:pt>
                <c:pt idx="340">
                  <c:v>99</c:v>
                </c:pt>
                <c:pt idx="341">
                  <c:v>99</c:v>
                </c:pt>
                <c:pt idx="342">
                  <c:v>99</c:v>
                </c:pt>
                <c:pt idx="343">
                  <c:v>99</c:v>
                </c:pt>
                <c:pt idx="344">
                  <c:v>99</c:v>
                </c:pt>
                <c:pt idx="345">
                  <c:v>99</c:v>
                </c:pt>
                <c:pt idx="346">
                  <c:v>99</c:v>
                </c:pt>
                <c:pt idx="347">
                  <c:v>99</c:v>
                </c:pt>
                <c:pt idx="348">
                  <c:v>99</c:v>
                </c:pt>
                <c:pt idx="349">
                  <c:v>99</c:v>
                </c:pt>
                <c:pt idx="350">
                  <c:v>99</c:v>
                </c:pt>
                <c:pt idx="351">
                  <c:v>99</c:v>
                </c:pt>
                <c:pt idx="352">
                  <c:v>99</c:v>
                </c:pt>
                <c:pt idx="353">
                  <c:v>99</c:v>
                </c:pt>
                <c:pt idx="354">
                  <c:v>99</c:v>
                </c:pt>
                <c:pt idx="355">
                  <c:v>99</c:v>
                </c:pt>
                <c:pt idx="356">
                  <c:v>99</c:v>
                </c:pt>
                <c:pt idx="357">
                  <c:v>99</c:v>
                </c:pt>
                <c:pt idx="358">
                  <c:v>99</c:v>
                </c:pt>
                <c:pt idx="359">
                  <c:v>99</c:v>
                </c:pt>
                <c:pt idx="360">
                  <c:v>99</c:v>
                </c:pt>
                <c:pt idx="361">
                  <c:v>99</c:v>
                </c:pt>
                <c:pt idx="362">
                  <c:v>99</c:v>
                </c:pt>
                <c:pt idx="363">
                  <c:v>99</c:v>
                </c:pt>
                <c:pt idx="364">
                  <c:v>99</c:v>
                </c:pt>
                <c:pt idx="365">
                  <c:v>99</c:v>
                </c:pt>
                <c:pt idx="366">
                  <c:v>99</c:v>
                </c:pt>
                <c:pt idx="367">
                  <c:v>99</c:v>
                </c:pt>
                <c:pt idx="368">
                  <c:v>99</c:v>
                </c:pt>
                <c:pt idx="369">
                  <c:v>99</c:v>
                </c:pt>
                <c:pt idx="370">
                  <c:v>99</c:v>
                </c:pt>
                <c:pt idx="371">
                  <c:v>99</c:v>
                </c:pt>
                <c:pt idx="372">
                  <c:v>99</c:v>
                </c:pt>
                <c:pt idx="373">
                  <c:v>99</c:v>
                </c:pt>
                <c:pt idx="374">
                  <c:v>99</c:v>
                </c:pt>
                <c:pt idx="375">
                  <c:v>99</c:v>
                </c:pt>
                <c:pt idx="376">
                  <c:v>99</c:v>
                </c:pt>
                <c:pt idx="377">
                  <c:v>99</c:v>
                </c:pt>
                <c:pt idx="378">
                  <c:v>99</c:v>
                </c:pt>
                <c:pt idx="379">
                  <c:v>99</c:v>
                </c:pt>
                <c:pt idx="380">
                  <c:v>99</c:v>
                </c:pt>
                <c:pt idx="381">
                  <c:v>99</c:v>
                </c:pt>
                <c:pt idx="382">
                  <c:v>99</c:v>
                </c:pt>
                <c:pt idx="383">
                  <c:v>99</c:v>
                </c:pt>
                <c:pt idx="384">
                  <c:v>99</c:v>
                </c:pt>
                <c:pt idx="385">
                  <c:v>99</c:v>
                </c:pt>
                <c:pt idx="386">
                  <c:v>99</c:v>
                </c:pt>
                <c:pt idx="387">
                  <c:v>99</c:v>
                </c:pt>
                <c:pt idx="388">
                  <c:v>99</c:v>
                </c:pt>
                <c:pt idx="389">
                  <c:v>99</c:v>
                </c:pt>
                <c:pt idx="390">
                  <c:v>99</c:v>
                </c:pt>
                <c:pt idx="391">
                  <c:v>99</c:v>
                </c:pt>
                <c:pt idx="392">
                  <c:v>99</c:v>
                </c:pt>
                <c:pt idx="393">
                  <c:v>99</c:v>
                </c:pt>
                <c:pt idx="394">
                  <c:v>99</c:v>
                </c:pt>
                <c:pt idx="395">
                  <c:v>99</c:v>
                </c:pt>
                <c:pt idx="396">
                  <c:v>99</c:v>
                </c:pt>
                <c:pt idx="397">
                  <c:v>99</c:v>
                </c:pt>
                <c:pt idx="398">
                  <c:v>99</c:v>
                </c:pt>
                <c:pt idx="399">
                  <c:v>99</c:v>
                </c:pt>
                <c:pt idx="400">
                  <c:v>99</c:v>
                </c:pt>
                <c:pt idx="401">
                  <c:v>99</c:v>
                </c:pt>
                <c:pt idx="402">
                  <c:v>99</c:v>
                </c:pt>
                <c:pt idx="403">
                  <c:v>99</c:v>
                </c:pt>
                <c:pt idx="404">
                  <c:v>99</c:v>
                </c:pt>
                <c:pt idx="405">
                  <c:v>99</c:v>
                </c:pt>
                <c:pt idx="406">
                  <c:v>99</c:v>
                </c:pt>
                <c:pt idx="407">
                  <c:v>99</c:v>
                </c:pt>
                <c:pt idx="408">
                  <c:v>99</c:v>
                </c:pt>
                <c:pt idx="409">
                  <c:v>99</c:v>
                </c:pt>
                <c:pt idx="410">
                  <c:v>99</c:v>
                </c:pt>
                <c:pt idx="411">
                  <c:v>99</c:v>
                </c:pt>
                <c:pt idx="412">
                  <c:v>99</c:v>
                </c:pt>
                <c:pt idx="413">
                  <c:v>99</c:v>
                </c:pt>
                <c:pt idx="414">
                  <c:v>99</c:v>
                </c:pt>
                <c:pt idx="415">
                  <c:v>99</c:v>
                </c:pt>
                <c:pt idx="416">
                  <c:v>99</c:v>
                </c:pt>
                <c:pt idx="417">
                  <c:v>99</c:v>
                </c:pt>
                <c:pt idx="418">
                  <c:v>99</c:v>
                </c:pt>
                <c:pt idx="419">
                  <c:v>99</c:v>
                </c:pt>
                <c:pt idx="420">
                  <c:v>99</c:v>
                </c:pt>
                <c:pt idx="421">
                  <c:v>99</c:v>
                </c:pt>
                <c:pt idx="422">
                  <c:v>99</c:v>
                </c:pt>
                <c:pt idx="423">
                  <c:v>99</c:v>
                </c:pt>
                <c:pt idx="424">
                  <c:v>99</c:v>
                </c:pt>
                <c:pt idx="425">
                  <c:v>99</c:v>
                </c:pt>
                <c:pt idx="426">
                  <c:v>99</c:v>
                </c:pt>
                <c:pt idx="427">
                  <c:v>99</c:v>
                </c:pt>
                <c:pt idx="428">
                  <c:v>99</c:v>
                </c:pt>
                <c:pt idx="429">
                  <c:v>99</c:v>
                </c:pt>
                <c:pt idx="430">
                  <c:v>99</c:v>
                </c:pt>
                <c:pt idx="431">
                  <c:v>99</c:v>
                </c:pt>
                <c:pt idx="432">
                  <c:v>117.5</c:v>
                </c:pt>
                <c:pt idx="433">
                  <c:v>117.5</c:v>
                </c:pt>
                <c:pt idx="434">
                  <c:v>117.5</c:v>
                </c:pt>
                <c:pt idx="435">
                  <c:v>117.5</c:v>
                </c:pt>
                <c:pt idx="436">
                  <c:v>117.5</c:v>
                </c:pt>
                <c:pt idx="437">
                  <c:v>117.5</c:v>
                </c:pt>
                <c:pt idx="438">
                  <c:v>117.5</c:v>
                </c:pt>
                <c:pt idx="439">
                  <c:v>117.5</c:v>
                </c:pt>
                <c:pt idx="440">
                  <c:v>117.5</c:v>
                </c:pt>
                <c:pt idx="441">
                  <c:v>117.5</c:v>
                </c:pt>
                <c:pt idx="442">
                  <c:v>117.5</c:v>
                </c:pt>
                <c:pt idx="443">
                  <c:v>117.5</c:v>
                </c:pt>
                <c:pt idx="444">
                  <c:v>117.5</c:v>
                </c:pt>
                <c:pt idx="445">
                  <c:v>117.5</c:v>
                </c:pt>
                <c:pt idx="446">
                  <c:v>117.5</c:v>
                </c:pt>
                <c:pt idx="447">
                  <c:v>117.5</c:v>
                </c:pt>
                <c:pt idx="448">
                  <c:v>117.5</c:v>
                </c:pt>
                <c:pt idx="449">
                  <c:v>117.5</c:v>
                </c:pt>
                <c:pt idx="450">
                  <c:v>117.5</c:v>
                </c:pt>
                <c:pt idx="451">
                  <c:v>117.5</c:v>
                </c:pt>
                <c:pt idx="452">
                  <c:v>117.5</c:v>
                </c:pt>
                <c:pt idx="453">
                  <c:v>117.5</c:v>
                </c:pt>
                <c:pt idx="454">
                  <c:v>117.5</c:v>
                </c:pt>
                <c:pt idx="455">
                  <c:v>117.5</c:v>
                </c:pt>
                <c:pt idx="456">
                  <c:v>117.5</c:v>
                </c:pt>
                <c:pt idx="457">
                  <c:v>117.5</c:v>
                </c:pt>
                <c:pt idx="458">
                  <c:v>117.5</c:v>
                </c:pt>
                <c:pt idx="459">
                  <c:v>117.5</c:v>
                </c:pt>
                <c:pt idx="460">
                  <c:v>117.5</c:v>
                </c:pt>
                <c:pt idx="461">
                  <c:v>117.5</c:v>
                </c:pt>
                <c:pt idx="462">
                  <c:v>117.5</c:v>
                </c:pt>
                <c:pt idx="463">
                  <c:v>117.5</c:v>
                </c:pt>
                <c:pt idx="464">
                  <c:v>117.5</c:v>
                </c:pt>
                <c:pt idx="465">
                  <c:v>117.5</c:v>
                </c:pt>
                <c:pt idx="466">
                  <c:v>117.5</c:v>
                </c:pt>
                <c:pt idx="467">
                  <c:v>117.5</c:v>
                </c:pt>
                <c:pt idx="468">
                  <c:v>117.5</c:v>
                </c:pt>
                <c:pt idx="469">
                  <c:v>117.5</c:v>
                </c:pt>
                <c:pt idx="470">
                  <c:v>117.5</c:v>
                </c:pt>
                <c:pt idx="471">
                  <c:v>117.5</c:v>
                </c:pt>
                <c:pt idx="472">
                  <c:v>117.5</c:v>
                </c:pt>
                <c:pt idx="473">
                  <c:v>117.5</c:v>
                </c:pt>
                <c:pt idx="474">
                  <c:v>117.5</c:v>
                </c:pt>
                <c:pt idx="475">
                  <c:v>117.5</c:v>
                </c:pt>
                <c:pt idx="476">
                  <c:v>117.5</c:v>
                </c:pt>
                <c:pt idx="477">
                  <c:v>117.5</c:v>
                </c:pt>
                <c:pt idx="478">
                  <c:v>117.5</c:v>
                </c:pt>
                <c:pt idx="479">
                  <c:v>117.5</c:v>
                </c:pt>
                <c:pt idx="480">
                  <c:v>117.5</c:v>
                </c:pt>
                <c:pt idx="481">
                  <c:v>117.5</c:v>
                </c:pt>
                <c:pt idx="482">
                  <c:v>117.5</c:v>
                </c:pt>
                <c:pt idx="483">
                  <c:v>117.5</c:v>
                </c:pt>
                <c:pt idx="484">
                  <c:v>117.5</c:v>
                </c:pt>
                <c:pt idx="485">
                  <c:v>117.5</c:v>
                </c:pt>
                <c:pt idx="486">
                  <c:v>117.5</c:v>
                </c:pt>
                <c:pt idx="487">
                  <c:v>117.5</c:v>
                </c:pt>
                <c:pt idx="488">
                  <c:v>117.5</c:v>
                </c:pt>
                <c:pt idx="489">
                  <c:v>117.5</c:v>
                </c:pt>
                <c:pt idx="490">
                  <c:v>117.5</c:v>
                </c:pt>
                <c:pt idx="491">
                  <c:v>117.5</c:v>
                </c:pt>
                <c:pt idx="492">
                  <c:v>117.5</c:v>
                </c:pt>
                <c:pt idx="493">
                  <c:v>117.5</c:v>
                </c:pt>
                <c:pt idx="494">
                  <c:v>117.5</c:v>
                </c:pt>
                <c:pt idx="495">
                  <c:v>117.5</c:v>
                </c:pt>
                <c:pt idx="496">
                  <c:v>117.5</c:v>
                </c:pt>
                <c:pt idx="497">
                  <c:v>117.5</c:v>
                </c:pt>
                <c:pt idx="498">
                  <c:v>117.5</c:v>
                </c:pt>
                <c:pt idx="499">
                  <c:v>117.5</c:v>
                </c:pt>
                <c:pt idx="500">
                  <c:v>117.5</c:v>
                </c:pt>
                <c:pt idx="501">
                  <c:v>117.5</c:v>
                </c:pt>
                <c:pt idx="502">
                  <c:v>117.5</c:v>
                </c:pt>
                <c:pt idx="503">
                  <c:v>117.5</c:v>
                </c:pt>
                <c:pt idx="504">
                  <c:v>117.5</c:v>
                </c:pt>
                <c:pt idx="505">
                  <c:v>117.5</c:v>
                </c:pt>
                <c:pt idx="506">
                  <c:v>117.5</c:v>
                </c:pt>
                <c:pt idx="507">
                  <c:v>117.5</c:v>
                </c:pt>
                <c:pt idx="508">
                  <c:v>117.5</c:v>
                </c:pt>
                <c:pt idx="509">
                  <c:v>117.5</c:v>
                </c:pt>
                <c:pt idx="510">
                  <c:v>117.5</c:v>
                </c:pt>
                <c:pt idx="511">
                  <c:v>117.5</c:v>
                </c:pt>
                <c:pt idx="512">
                  <c:v>117.5</c:v>
                </c:pt>
                <c:pt idx="513">
                  <c:v>117.5</c:v>
                </c:pt>
                <c:pt idx="514">
                  <c:v>117.5</c:v>
                </c:pt>
                <c:pt idx="515">
                  <c:v>117.5</c:v>
                </c:pt>
                <c:pt idx="516">
                  <c:v>117.5</c:v>
                </c:pt>
                <c:pt idx="517">
                  <c:v>117.5</c:v>
                </c:pt>
                <c:pt idx="518">
                  <c:v>117.5</c:v>
                </c:pt>
                <c:pt idx="519">
                  <c:v>117.5</c:v>
                </c:pt>
                <c:pt idx="520">
                  <c:v>117.5</c:v>
                </c:pt>
                <c:pt idx="521">
                  <c:v>117.5</c:v>
                </c:pt>
                <c:pt idx="522">
                  <c:v>117.5</c:v>
                </c:pt>
                <c:pt idx="523">
                  <c:v>120</c:v>
                </c:pt>
                <c:pt idx="524">
                  <c:v>120</c:v>
                </c:pt>
                <c:pt idx="525">
                  <c:v>120</c:v>
                </c:pt>
                <c:pt idx="526">
                  <c:v>120</c:v>
                </c:pt>
                <c:pt idx="527">
                  <c:v>120</c:v>
                </c:pt>
                <c:pt idx="528">
                  <c:v>120</c:v>
                </c:pt>
                <c:pt idx="529">
                  <c:v>120</c:v>
                </c:pt>
                <c:pt idx="530">
                  <c:v>120</c:v>
                </c:pt>
                <c:pt idx="531">
                  <c:v>131.5</c:v>
                </c:pt>
                <c:pt idx="532">
                  <c:v>131.5</c:v>
                </c:pt>
                <c:pt idx="533">
                  <c:v>131.5</c:v>
                </c:pt>
                <c:pt idx="534">
                  <c:v>131.5</c:v>
                </c:pt>
                <c:pt idx="535">
                  <c:v>131.5</c:v>
                </c:pt>
                <c:pt idx="536">
                  <c:v>131.5</c:v>
                </c:pt>
                <c:pt idx="537">
                  <c:v>131.5</c:v>
                </c:pt>
                <c:pt idx="538">
                  <c:v>131.5</c:v>
                </c:pt>
                <c:pt idx="539">
                  <c:v>131.5</c:v>
                </c:pt>
                <c:pt idx="540">
                  <c:v>131.5</c:v>
                </c:pt>
                <c:pt idx="541">
                  <c:v>131.5</c:v>
                </c:pt>
                <c:pt idx="542">
                  <c:v>131.5</c:v>
                </c:pt>
                <c:pt idx="543">
                  <c:v>131.5</c:v>
                </c:pt>
                <c:pt idx="544">
                  <c:v>131.5</c:v>
                </c:pt>
                <c:pt idx="545">
                  <c:v>131.5</c:v>
                </c:pt>
                <c:pt idx="546">
                  <c:v>131.5</c:v>
                </c:pt>
                <c:pt idx="547">
                  <c:v>131.5</c:v>
                </c:pt>
                <c:pt idx="548">
                  <c:v>131.5</c:v>
                </c:pt>
                <c:pt idx="549">
                  <c:v>131.5</c:v>
                </c:pt>
                <c:pt idx="550">
                  <c:v>131.5</c:v>
                </c:pt>
                <c:pt idx="551">
                  <c:v>131.5</c:v>
                </c:pt>
                <c:pt idx="552">
                  <c:v>131.5</c:v>
                </c:pt>
                <c:pt idx="553">
                  <c:v>131.5</c:v>
                </c:pt>
                <c:pt idx="554">
                  <c:v>131.5</c:v>
                </c:pt>
                <c:pt idx="555">
                  <c:v>131.5</c:v>
                </c:pt>
                <c:pt idx="556">
                  <c:v>131.5</c:v>
                </c:pt>
                <c:pt idx="557">
                  <c:v>131.5</c:v>
                </c:pt>
                <c:pt idx="558">
                  <c:v>131.5</c:v>
                </c:pt>
                <c:pt idx="559">
                  <c:v>131.5</c:v>
                </c:pt>
                <c:pt idx="560">
                  <c:v>131.5</c:v>
                </c:pt>
                <c:pt idx="561">
                  <c:v>131.5</c:v>
                </c:pt>
                <c:pt idx="562">
                  <c:v>131.5</c:v>
                </c:pt>
                <c:pt idx="563">
                  <c:v>131.5</c:v>
                </c:pt>
                <c:pt idx="564">
                  <c:v>131.5</c:v>
                </c:pt>
                <c:pt idx="565">
                  <c:v>131.5</c:v>
                </c:pt>
                <c:pt idx="566">
                  <c:v>131.5</c:v>
                </c:pt>
                <c:pt idx="567">
                  <c:v>131.5</c:v>
                </c:pt>
                <c:pt idx="568">
                  <c:v>131.5</c:v>
                </c:pt>
                <c:pt idx="569">
                  <c:v>131.5</c:v>
                </c:pt>
                <c:pt idx="570">
                  <c:v>131.5</c:v>
                </c:pt>
                <c:pt idx="571">
                  <c:v>131.5</c:v>
                </c:pt>
                <c:pt idx="572">
                  <c:v>131.5</c:v>
                </c:pt>
                <c:pt idx="573">
                  <c:v>131.5</c:v>
                </c:pt>
                <c:pt idx="574">
                  <c:v>131.5</c:v>
                </c:pt>
                <c:pt idx="575">
                  <c:v>131.5</c:v>
                </c:pt>
                <c:pt idx="576">
                  <c:v>131.5</c:v>
                </c:pt>
                <c:pt idx="577">
                  <c:v>131.5</c:v>
                </c:pt>
                <c:pt idx="578">
                  <c:v>131.5</c:v>
                </c:pt>
                <c:pt idx="579">
                  <c:v>131.5</c:v>
                </c:pt>
                <c:pt idx="580">
                  <c:v>131.5</c:v>
                </c:pt>
                <c:pt idx="581">
                  <c:v>131.5</c:v>
                </c:pt>
                <c:pt idx="582">
                  <c:v>131.5</c:v>
                </c:pt>
                <c:pt idx="583">
                  <c:v>131.5</c:v>
                </c:pt>
                <c:pt idx="584">
                  <c:v>131.5</c:v>
                </c:pt>
                <c:pt idx="585">
                  <c:v>131.5</c:v>
                </c:pt>
                <c:pt idx="586">
                  <c:v>131.5</c:v>
                </c:pt>
                <c:pt idx="587">
                  <c:v>131.5</c:v>
                </c:pt>
                <c:pt idx="588">
                  <c:v>131.5</c:v>
                </c:pt>
                <c:pt idx="589">
                  <c:v>131.5</c:v>
                </c:pt>
                <c:pt idx="590">
                  <c:v>131.5</c:v>
                </c:pt>
                <c:pt idx="591">
                  <c:v>131.5</c:v>
                </c:pt>
                <c:pt idx="592">
                  <c:v>131.5</c:v>
                </c:pt>
                <c:pt idx="593">
                  <c:v>131.5</c:v>
                </c:pt>
                <c:pt idx="594">
                  <c:v>131.5</c:v>
                </c:pt>
                <c:pt idx="595">
                  <c:v>131.5</c:v>
                </c:pt>
                <c:pt idx="596">
                  <c:v>131.5</c:v>
                </c:pt>
                <c:pt idx="597">
                  <c:v>131.5</c:v>
                </c:pt>
                <c:pt idx="598">
                  <c:v>131.5</c:v>
                </c:pt>
                <c:pt idx="599">
                  <c:v>131.5</c:v>
                </c:pt>
                <c:pt idx="600">
                  <c:v>131.5</c:v>
                </c:pt>
                <c:pt idx="601">
                  <c:v>131.5</c:v>
                </c:pt>
                <c:pt idx="602">
                  <c:v>131.5</c:v>
                </c:pt>
                <c:pt idx="603">
                  <c:v>131.5</c:v>
                </c:pt>
                <c:pt idx="604">
                  <c:v>131.5</c:v>
                </c:pt>
                <c:pt idx="605">
                  <c:v>131.5</c:v>
                </c:pt>
                <c:pt idx="606">
                  <c:v>131.5</c:v>
                </c:pt>
                <c:pt idx="607">
                  <c:v>131.5</c:v>
                </c:pt>
                <c:pt idx="608">
                  <c:v>131.5</c:v>
                </c:pt>
                <c:pt idx="609">
                  <c:v>131.5</c:v>
                </c:pt>
                <c:pt idx="610">
                  <c:v>131.5</c:v>
                </c:pt>
                <c:pt idx="611">
                  <c:v>131.5</c:v>
                </c:pt>
                <c:pt idx="612">
                  <c:v>131.5</c:v>
                </c:pt>
                <c:pt idx="613">
                  <c:v>131.5</c:v>
                </c:pt>
                <c:pt idx="614">
                  <c:v>131.5</c:v>
                </c:pt>
                <c:pt idx="615">
                  <c:v>131.5</c:v>
                </c:pt>
                <c:pt idx="616">
                  <c:v>131.5</c:v>
                </c:pt>
                <c:pt idx="617">
                  <c:v>131.5</c:v>
                </c:pt>
                <c:pt idx="618">
                  <c:v>131.5</c:v>
                </c:pt>
                <c:pt idx="619">
                  <c:v>131.5</c:v>
                </c:pt>
                <c:pt idx="620">
                  <c:v>131.5</c:v>
                </c:pt>
                <c:pt idx="621">
                  <c:v>131.5</c:v>
                </c:pt>
                <c:pt idx="622">
                  <c:v>131.5</c:v>
                </c:pt>
                <c:pt idx="623">
                  <c:v>131.5</c:v>
                </c:pt>
                <c:pt idx="624">
                  <c:v>131.5</c:v>
                </c:pt>
                <c:pt idx="625">
                  <c:v>131.5</c:v>
                </c:pt>
                <c:pt idx="626">
                  <c:v>131.5</c:v>
                </c:pt>
                <c:pt idx="627">
                  <c:v>131.5</c:v>
                </c:pt>
                <c:pt idx="628">
                  <c:v>131.5</c:v>
                </c:pt>
                <c:pt idx="629">
                  <c:v>131.5</c:v>
                </c:pt>
                <c:pt idx="630">
                  <c:v>131.5</c:v>
                </c:pt>
                <c:pt idx="631">
                  <c:v>131.5</c:v>
                </c:pt>
                <c:pt idx="632">
                  <c:v>131.5</c:v>
                </c:pt>
                <c:pt idx="633">
                  <c:v>131.5</c:v>
                </c:pt>
                <c:pt idx="634">
                  <c:v>131.5</c:v>
                </c:pt>
                <c:pt idx="635">
                  <c:v>131.5</c:v>
                </c:pt>
                <c:pt idx="636">
                  <c:v>131.5</c:v>
                </c:pt>
                <c:pt idx="637">
                  <c:v>131.5</c:v>
                </c:pt>
                <c:pt idx="638">
                  <c:v>131.5</c:v>
                </c:pt>
                <c:pt idx="639">
                  <c:v>131.5</c:v>
                </c:pt>
                <c:pt idx="640">
                  <c:v>131.5</c:v>
                </c:pt>
                <c:pt idx="641">
                  <c:v>131.5</c:v>
                </c:pt>
                <c:pt idx="642">
                  <c:v>131.5</c:v>
                </c:pt>
                <c:pt idx="643">
                  <c:v>131.5</c:v>
                </c:pt>
                <c:pt idx="644">
                  <c:v>131.5</c:v>
                </c:pt>
                <c:pt idx="645">
                  <c:v>131.5</c:v>
                </c:pt>
                <c:pt idx="646">
                  <c:v>131.5</c:v>
                </c:pt>
                <c:pt idx="647">
                  <c:v>131.5</c:v>
                </c:pt>
                <c:pt idx="648">
                  <c:v>131.5</c:v>
                </c:pt>
                <c:pt idx="649">
                  <c:v>131.5</c:v>
                </c:pt>
                <c:pt idx="650">
                  <c:v>131.5</c:v>
                </c:pt>
                <c:pt idx="651">
                  <c:v>131.5</c:v>
                </c:pt>
                <c:pt idx="652">
                  <c:v>131.5</c:v>
                </c:pt>
                <c:pt idx="653">
                  <c:v>131.5</c:v>
                </c:pt>
                <c:pt idx="654">
                  <c:v>131.5</c:v>
                </c:pt>
                <c:pt idx="655">
                  <c:v>131.5</c:v>
                </c:pt>
                <c:pt idx="656">
                  <c:v>131.5</c:v>
                </c:pt>
                <c:pt idx="657">
                  <c:v>131.5</c:v>
                </c:pt>
                <c:pt idx="658">
                  <c:v>131.5</c:v>
                </c:pt>
                <c:pt idx="659">
                  <c:v>131.5</c:v>
                </c:pt>
                <c:pt idx="660">
                  <c:v>131.5</c:v>
                </c:pt>
                <c:pt idx="661">
                  <c:v>131.5</c:v>
                </c:pt>
                <c:pt idx="662">
                  <c:v>131.5</c:v>
                </c:pt>
                <c:pt idx="663">
                  <c:v>131.5</c:v>
                </c:pt>
                <c:pt idx="664">
                  <c:v>131.5</c:v>
                </c:pt>
                <c:pt idx="665">
                  <c:v>131.5</c:v>
                </c:pt>
                <c:pt idx="666">
                  <c:v>131.5</c:v>
                </c:pt>
                <c:pt idx="667">
                  <c:v>131.5</c:v>
                </c:pt>
                <c:pt idx="668">
                  <c:v>131.5</c:v>
                </c:pt>
                <c:pt idx="669">
                  <c:v>131.5</c:v>
                </c:pt>
                <c:pt idx="670">
                  <c:v>131.5</c:v>
                </c:pt>
                <c:pt idx="671">
                  <c:v>131.5</c:v>
                </c:pt>
                <c:pt idx="672">
                  <c:v>131.5</c:v>
                </c:pt>
                <c:pt idx="673">
                  <c:v>131.5</c:v>
                </c:pt>
                <c:pt idx="674">
                  <c:v>131.5</c:v>
                </c:pt>
                <c:pt idx="675">
                  <c:v>131.5</c:v>
                </c:pt>
                <c:pt idx="676">
                  <c:v>131.5</c:v>
                </c:pt>
                <c:pt idx="677">
                  <c:v>131.5</c:v>
                </c:pt>
                <c:pt idx="678">
                  <c:v>131.5</c:v>
                </c:pt>
                <c:pt idx="679">
                  <c:v>131.5</c:v>
                </c:pt>
                <c:pt idx="680">
                  <c:v>131.5</c:v>
                </c:pt>
                <c:pt idx="681">
                  <c:v>131.5</c:v>
                </c:pt>
                <c:pt idx="682">
                  <c:v>131.5</c:v>
                </c:pt>
                <c:pt idx="683">
                  <c:v>131.5</c:v>
                </c:pt>
                <c:pt idx="684">
                  <c:v>131.5</c:v>
                </c:pt>
                <c:pt idx="685">
                  <c:v>131.5</c:v>
                </c:pt>
                <c:pt idx="686">
                  <c:v>131.5</c:v>
                </c:pt>
                <c:pt idx="687">
                  <c:v>131.5</c:v>
                </c:pt>
                <c:pt idx="688">
                  <c:v>131.5</c:v>
                </c:pt>
                <c:pt idx="689">
                  <c:v>131.5</c:v>
                </c:pt>
                <c:pt idx="690">
                  <c:v>131.5</c:v>
                </c:pt>
                <c:pt idx="691">
                  <c:v>131.5</c:v>
                </c:pt>
                <c:pt idx="692">
                  <c:v>131.5</c:v>
                </c:pt>
                <c:pt idx="693">
                  <c:v>131.5</c:v>
                </c:pt>
                <c:pt idx="694">
                  <c:v>131.5</c:v>
                </c:pt>
                <c:pt idx="695">
                  <c:v>131.5</c:v>
                </c:pt>
                <c:pt idx="696">
                  <c:v>131.5</c:v>
                </c:pt>
                <c:pt idx="697">
                  <c:v>131.5</c:v>
                </c:pt>
                <c:pt idx="698">
                  <c:v>131.5</c:v>
                </c:pt>
                <c:pt idx="699">
                  <c:v>138.5</c:v>
                </c:pt>
                <c:pt idx="700">
                  <c:v>138.5</c:v>
                </c:pt>
                <c:pt idx="701">
                  <c:v>138.5</c:v>
                </c:pt>
                <c:pt idx="702">
                  <c:v>138.5</c:v>
                </c:pt>
                <c:pt idx="703">
                  <c:v>138.5</c:v>
                </c:pt>
                <c:pt idx="704">
                  <c:v>138.5</c:v>
                </c:pt>
                <c:pt idx="705">
                  <c:v>138.5</c:v>
                </c:pt>
                <c:pt idx="706">
                  <c:v>137</c:v>
                </c:pt>
                <c:pt idx="707">
                  <c:v>137</c:v>
                </c:pt>
                <c:pt idx="708">
                  <c:v>137</c:v>
                </c:pt>
                <c:pt idx="709">
                  <c:v>137</c:v>
                </c:pt>
                <c:pt idx="710">
                  <c:v>137</c:v>
                </c:pt>
                <c:pt idx="711">
                  <c:v>137</c:v>
                </c:pt>
                <c:pt idx="712">
                  <c:v>137</c:v>
                </c:pt>
                <c:pt idx="713">
                  <c:v>137</c:v>
                </c:pt>
                <c:pt idx="714">
                  <c:v>137</c:v>
                </c:pt>
                <c:pt idx="715">
                  <c:v>137</c:v>
                </c:pt>
                <c:pt idx="716">
                  <c:v>137</c:v>
                </c:pt>
                <c:pt idx="717">
                  <c:v>137</c:v>
                </c:pt>
                <c:pt idx="718">
                  <c:v>137</c:v>
                </c:pt>
                <c:pt idx="719">
                  <c:v>137</c:v>
                </c:pt>
                <c:pt idx="720">
                  <c:v>137</c:v>
                </c:pt>
                <c:pt idx="721">
                  <c:v>137</c:v>
                </c:pt>
                <c:pt idx="722">
                  <c:v>137</c:v>
                </c:pt>
                <c:pt idx="723">
                  <c:v>137</c:v>
                </c:pt>
                <c:pt idx="724">
                  <c:v>137</c:v>
                </c:pt>
                <c:pt idx="725">
                  <c:v>137</c:v>
                </c:pt>
                <c:pt idx="726">
                  <c:v>137</c:v>
                </c:pt>
                <c:pt idx="727">
                  <c:v>137</c:v>
                </c:pt>
                <c:pt idx="728">
                  <c:v>137</c:v>
                </c:pt>
                <c:pt idx="729">
                  <c:v>137</c:v>
                </c:pt>
                <c:pt idx="730">
                  <c:v>137</c:v>
                </c:pt>
                <c:pt idx="731">
                  <c:v>137</c:v>
                </c:pt>
                <c:pt idx="732">
                  <c:v>137</c:v>
                </c:pt>
                <c:pt idx="733">
                  <c:v>137</c:v>
                </c:pt>
                <c:pt idx="734">
                  <c:v>137</c:v>
                </c:pt>
                <c:pt idx="735">
                  <c:v>137</c:v>
                </c:pt>
                <c:pt idx="736">
                  <c:v>137</c:v>
                </c:pt>
                <c:pt idx="737">
                  <c:v>137</c:v>
                </c:pt>
                <c:pt idx="738">
                  <c:v>137</c:v>
                </c:pt>
                <c:pt idx="739">
                  <c:v>137</c:v>
                </c:pt>
                <c:pt idx="740">
                  <c:v>137</c:v>
                </c:pt>
                <c:pt idx="741">
                  <c:v>137</c:v>
                </c:pt>
                <c:pt idx="742">
                  <c:v>137</c:v>
                </c:pt>
                <c:pt idx="743">
                  <c:v>137</c:v>
                </c:pt>
                <c:pt idx="744">
                  <c:v>137</c:v>
                </c:pt>
                <c:pt idx="745">
                  <c:v>137</c:v>
                </c:pt>
                <c:pt idx="746">
                  <c:v>137</c:v>
                </c:pt>
                <c:pt idx="747">
                  <c:v>137</c:v>
                </c:pt>
                <c:pt idx="748">
                  <c:v>137</c:v>
                </c:pt>
                <c:pt idx="749">
                  <c:v>137</c:v>
                </c:pt>
                <c:pt idx="750">
                  <c:v>137</c:v>
                </c:pt>
                <c:pt idx="751">
                  <c:v>137</c:v>
                </c:pt>
                <c:pt idx="752">
                  <c:v>137</c:v>
                </c:pt>
                <c:pt idx="753">
                  <c:v>137</c:v>
                </c:pt>
                <c:pt idx="754">
                  <c:v>137</c:v>
                </c:pt>
                <c:pt idx="755">
                  <c:v>137</c:v>
                </c:pt>
                <c:pt idx="756">
                  <c:v>137</c:v>
                </c:pt>
                <c:pt idx="757">
                  <c:v>137</c:v>
                </c:pt>
                <c:pt idx="758">
                  <c:v>137</c:v>
                </c:pt>
                <c:pt idx="759">
                  <c:v>137</c:v>
                </c:pt>
                <c:pt idx="760">
                  <c:v>137</c:v>
                </c:pt>
                <c:pt idx="761">
                  <c:v>137</c:v>
                </c:pt>
                <c:pt idx="762">
                  <c:v>137</c:v>
                </c:pt>
                <c:pt idx="763">
                  <c:v>137</c:v>
                </c:pt>
                <c:pt idx="764">
                  <c:v>137</c:v>
                </c:pt>
                <c:pt idx="765">
                  <c:v>137</c:v>
                </c:pt>
                <c:pt idx="766">
                  <c:v>137</c:v>
                </c:pt>
                <c:pt idx="767">
                  <c:v>137</c:v>
                </c:pt>
                <c:pt idx="768">
                  <c:v>137</c:v>
                </c:pt>
                <c:pt idx="769">
                  <c:v>137</c:v>
                </c:pt>
                <c:pt idx="770">
                  <c:v>137</c:v>
                </c:pt>
                <c:pt idx="771">
                  <c:v>137</c:v>
                </c:pt>
                <c:pt idx="772">
                  <c:v>137</c:v>
                </c:pt>
                <c:pt idx="773">
                  <c:v>137</c:v>
                </c:pt>
                <c:pt idx="774">
                  <c:v>137</c:v>
                </c:pt>
                <c:pt idx="775">
                  <c:v>137</c:v>
                </c:pt>
                <c:pt idx="776">
                  <c:v>137</c:v>
                </c:pt>
                <c:pt idx="777">
                  <c:v>137</c:v>
                </c:pt>
                <c:pt idx="778">
                  <c:v>137</c:v>
                </c:pt>
                <c:pt idx="779">
                  <c:v>137</c:v>
                </c:pt>
                <c:pt idx="780">
                  <c:v>137</c:v>
                </c:pt>
                <c:pt idx="781">
                  <c:v>137</c:v>
                </c:pt>
                <c:pt idx="782">
                  <c:v>137</c:v>
                </c:pt>
                <c:pt idx="783">
                  <c:v>137</c:v>
                </c:pt>
                <c:pt idx="784">
                  <c:v>137</c:v>
                </c:pt>
                <c:pt idx="785">
                  <c:v>137</c:v>
                </c:pt>
                <c:pt idx="786">
                  <c:v>137</c:v>
                </c:pt>
                <c:pt idx="787">
                  <c:v>137</c:v>
                </c:pt>
                <c:pt idx="788">
                  <c:v>137</c:v>
                </c:pt>
                <c:pt idx="789">
                  <c:v>137</c:v>
                </c:pt>
                <c:pt idx="790">
                  <c:v>137</c:v>
                </c:pt>
                <c:pt idx="791">
                  <c:v>137</c:v>
                </c:pt>
                <c:pt idx="792">
                  <c:v>137</c:v>
                </c:pt>
                <c:pt idx="793">
                  <c:v>137</c:v>
                </c:pt>
                <c:pt idx="794">
                  <c:v>137</c:v>
                </c:pt>
                <c:pt idx="795">
                  <c:v>137</c:v>
                </c:pt>
                <c:pt idx="796">
                  <c:v>137</c:v>
                </c:pt>
                <c:pt idx="797">
                  <c:v>137</c:v>
                </c:pt>
                <c:pt idx="798">
                  <c:v>137</c:v>
                </c:pt>
                <c:pt idx="799">
                  <c:v>137</c:v>
                </c:pt>
                <c:pt idx="800">
                  <c:v>137</c:v>
                </c:pt>
                <c:pt idx="801">
                  <c:v>137</c:v>
                </c:pt>
                <c:pt idx="802">
                  <c:v>137</c:v>
                </c:pt>
                <c:pt idx="803">
                  <c:v>137</c:v>
                </c:pt>
                <c:pt idx="804">
                  <c:v>137</c:v>
                </c:pt>
                <c:pt idx="805">
                  <c:v>137</c:v>
                </c:pt>
                <c:pt idx="806">
                  <c:v>137</c:v>
                </c:pt>
                <c:pt idx="807">
                  <c:v>137</c:v>
                </c:pt>
                <c:pt idx="808">
                  <c:v>137</c:v>
                </c:pt>
                <c:pt idx="809">
                  <c:v>137</c:v>
                </c:pt>
                <c:pt idx="810">
                  <c:v>137</c:v>
                </c:pt>
                <c:pt idx="811">
                  <c:v>137</c:v>
                </c:pt>
                <c:pt idx="812">
                  <c:v>137</c:v>
                </c:pt>
                <c:pt idx="813">
                  <c:v>137</c:v>
                </c:pt>
                <c:pt idx="814">
                  <c:v>137</c:v>
                </c:pt>
                <c:pt idx="815">
                  <c:v>137</c:v>
                </c:pt>
                <c:pt idx="816">
                  <c:v>137</c:v>
                </c:pt>
                <c:pt idx="817">
                  <c:v>137</c:v>
                </c:pt>
                <c:pt idx="818">
                  <c:v>137</c:v>
                </c:pt>
                <c:pt idx="819">
                  <c:v>137</c:v>
                </c:pt>
                <c:pt idx="820">
                  <c:v>137</c:v>
                </c:pt>
                <c:pt idx="821">
                  <c:v>137</c:v>
                </c:pt>
                <c:pt idx="822">
                  <c:v>137</c:v>
                </c:pt>
                <c:pt idx="823">
                  <c:v>137</c:v>
                </c:pt>
                <c:pt idx="824">
                  <c:v>137</c:v>
                </c:pt>
                <c:pt idx="825">
                  <c:v>137</c:v>
                </c:pt>
                <c:pt idx="826">
                  <c:v>137</c:v>
                </c:pt>
                <c:pt idx="827">
                  <c:v>137</c:v>
                </c:pt>
                <c:pt idx="828">
                  <c:v>137</c:v>
                </c:pt>
                <c:pt idx="829">
                  <c:v>137</c:v>
                </c:pt>
                <c:pt idx="830">
                  <c:v>137</c:v>
                </c:pt>
                <c:pt idx="831">
                  <c:v>137</c:v>
                </c:pt>
                <c:pt idx="832">
                  <c:v>137</c:v>
                </c:pt>
                <c:pt idx="833">
                  <c:v>137</c:v>
                </c:pt>
                <c:pt idx="834">
                  <c:v>137</c:v>
                </c:pt>
                <c:pt idx="835">
                  <c:v>137</c:v>
                </c:pt>
                <c:pt idx="836">
                  <c:v>137</c:v>
                </c:pt>
                <c:pt idx="837">
                  <c:v>137</c:v>
                </c:pt>
                <c:pt idx="838">
                  <c:v>137</c:v>
                </c:pt>
                <c:pt idx="839">
                  <c:v>137</c:v>
                </c:pt>
                <c:pt idx="840">
                  <c:v>137</c:v>
                </c:pt>
                <c:pt idx="841">
                  <c:v>137</c:v>
                </c:pt>
                <c:pt idx="842">
                  <c:v>137</c:v>
                </c:pt>
                <c:pt idx="843">
                  <c:v>137</c:v>
                </c:pt>
                <c:pt idx="844">
                  <c:v>137</c:v>
                </c:pt>
                <c:pt idx="845">
                  <c:v>137</c:v>
                </c:pt>
                <c:pt idx="846">
                  <c:v>137</c:v>
                </c:pt>
                <c:pt idx="847">
                  <c:v>137</c:v>
                </c:pt>
                <c:pt idx="848">
                  <c:v>137</c:v>
                </c:pt>
                <c:pt idx="849">
                  <c:v>137</c:v>
                </c:pt>
                <c:pt idx="850">
                  <c:v>137</c:v>
                </c:pt>
                <c:pt idx="851">
                  <c:v>137</c:v>
                </c:pt>
                <c:pt idx="852">
                  <c:v>137</c:v>
                </c:pt>
                <c:pt idx="853">
                  <c:v>137</c:v>
                </c:pt>
                <c:pt idx="854">
                  <c:v>137</c:v>
                </c:pt>
                <c:pt idx="855">
                  <c:v>137</c:v>
                </c:pt>
                <c:pt idx="856">
                  <c:v>137</c:v>
                </c:pt>
                <c:pt idx="857">
                  <c:v>137</c:v>
                </c:pt>
                <c:pt idx="858">
                  <c:v>137</c:v>
                </c:pt>
                <c:pt idx="859">
                  <c:v>137</c:v>
                </c:pt>
                <c:pt idx="860">
                  <c:v>137</c:v>
                </c:pt>
                <c:pt idx="861">
                  <c:v>137</c:v>
                </c:pt>
                <c:pt idx="862">
                  <c:v>137</c:v>
                </c:pt>
                <c:pt idx="863">
                  <c:v>137</c:v>
                </c:pt>
                <c:pt idx="864">
                  <c:v>137</c:v>
                </c:pt>
                <c:pt idx="865">
                  <c:v>137</c:v>
                </c:pt>
                <c:pt idx="866">
                  <c:v>137</c:v>
                </c:pt>
                <c:pt idx="867">
                  <c:v>137</c:v>
                </c:pt>
                <c:pt idx="868">
                  <c:v>137</c:v>
                </c:pt>
                <c:pt idx="869">
                  <c:v>137</c:v>
                </c:pt>
                <c:pt idx="870">
                  <c:v>137</c:v>
                </c:pt>
                <c:pt idx="871">
                  <c:v>137</c:v>
                </c:pt>
                <c:pt idx="872">
                  <c:v>137</c:v>
                </c:pt>
                <c:pt idx="873">
                  <c:v>137</c:v>
                </c:pt>
                <c:pt idx="874">
                  <c:v>137</c:v>
                </c:pt>
                <c:pt idx="875">
                  <c:v>137</c:v>
                </c:pt>
                <c:pt idx="876">
                  <c:v>137</c:v>
                </c:pt>
                <c:pt idx="877">
                  <c:v>137</c:v>
                </c:pt>
                <c:pt idx="878">
                  <c:v>137</c:v>
                </c:pt>
                <c:pt idx="879">
                  <c:v>137</c:v>
                </c:pt>
                <c:pt idx="880">
                  <c:v>137</c:v>
                </c:pt>
                <c:pt idx="881">
                  <c:v>137</c:v>
                </c:pt>
                <c:pt idx="882">
                  <c:v>137</c:v>
                </c:pt>
                <c:pt idx="883">
                  <c:v>137</c:v>
                </c:pt>
                <c:pt idx="884">
                  <c:v>137</c:v>
                </c:pt>
                <c:pt idx="885">
                  <c:v>137</c:v>
                </c:pt>
                <c:pt idx="886">
                  <c:v>137</c:v>
                </c:pt>
                <c:pt idx="887">
                  <c:v>137</c:v>
                </c:pt>
                <c:pt idx="888">
                  <c:v>137</c:v>
                </c:pt>
                <c:pt idx="889">
                  <c:v>137</c:v>
                </c:pt>
                <c:pt idx="890">
                  <c:v>137</c:v>
                </c:pt>
                <c:pt idx="891">
                  <c:v>137</c:v>
                </c:pt>
                <c:pt idx="892">
                  <c:v>137</c:v>
                </c:pt>
                <c:pt idx="893">
                  <c:v>137</c:v>
                </c:pt>
                <c:pt idx="894">
                  <c:v>137</c:v>
                </c:pt>
                <c:pt idx="895">
                  <c:v>137</c:v>
                </c:pt>
                <c:pt idx="896">
                  <c:v>137</c:v>
                </c:pt>
                <c:pt idx="897">
                  <c:v>137</c:v>
                </c:pt>
                <c:pt idx="898">
                  <c:v>137</c:v>
                </c:pt>
                <c:pt idx="899">
                  <c:v>137</c:v>
                </c:pt>
                <c:pt idx="900">
                  <c:v>137</c:v>
                </c:pt>
                <c:pt idx="901">
                  <c:v>137</c:v>
                </c:pt>
                <c:pt idx="902">
                  <c:v>137</c:v>
                </c:pt>
                <c:pt idx="903">
                  <c:v>137</c:v>
                </c:pt>
                <c:pt idx="904">
                  <c:v>137</c:v>
                </c:pt>
                <c:pt idx="905">
                  <c:v>137</c:v>
                </c:pt>
                <c:pt idx="906">
                  <c:v>137</c:v>
                </c:pt>
                <c:pt idx="907">
                  <c:v>137</c:v>
                </c:pt>
                <c:pt idx="908">
                  <c:v>137</c:v>
                </c:pt>
                <c:pt idx="909">
                  <c:v>137</c:v>
                </c:pt>
                <c:pt idx="910">
                  <c:v>137</c:v>
                </c:pt>
                <c:pt idx="911">
                  <c:v>137</c:v>
                </c:pt>
                <c:pt idx="912">
                  <c:v>137</c:v>
                </c:pt>
                <c:pt idx="913">
                  <c:v>137</c:v>
                </c:pt>
                <c:pt idx="914">
                  <c:v>137</c:v>
                </c:pt>
                <c:pt idx="915">
                  <c:v>137</c:v>
                </c:pt>
                <c:pt idx="916">
                  <c:v>137</c:v>
                </c:pt>
                <c:pt idx="917">
                  <c:v>137</c:v>
                </c:pt>
                <c:pt idx="918">
                  <c:v>137</c:v>
                </c:pt>
                <c:pt idx="919">
                  <c:v>137</c:v>
                </c:pt>
                <c:pt idx="920">
                  <c:v>137</c:v>
                </c:pt>
                <c:pt idx="921">
                  <c:v>137</c:v>
                </c:pt>
                <c:pt idx="922">
                  <c:v>137</c:v>
                </c:pt>
                <c:pt idx="923">
                  <c:v>137</c:v>
                </c:pt>
                <c:pt idx="924">
                  <c:v>137</c:v>
                </c:pt>
                <c:pt idx="925">
                  <c:v>137</c:v>
                </c:pt>
                <c:pt idx="926">
                  <c:v>137</c:v>
                </c:pt>
                <c:pt idx="927">
                  <c:v>137</c:v>
                </c:pt>
                <c:pt idx="928">
                  <c:v>137</c:v>
                </c:pt>
                <c:pt idx="929">
                  <c:v>137</c:v>
                </c:pt>
                <c:pt idx="930">
                  <c:v>137</c:v>
                </c:pt>
                <c:pt idx="931">
                  <c:v>137</c:v>
                </c:pt>
                <c:pt idx="932">
                  <c:v>137</c:v>
                </c:pt>
                <c:pt idx="933">
                  <c:v>137</c:v>
                </c:pt>
                <c:pt idx="934">
                  <c:v>137</c:v>
                </c:pt>
                <c:pt idx="935">
                  <c:v>137</c:v>
                </c:pt>
                <c:pt idx="936">
                  <c:v>137</c:v>
                </c:pt>
                <c:pt idx="937">
                  <c:v>137</c:v>
                </c:pt>
                <c:pt idx="938">
                  <c:v>137</c:v>
                </c:pt>
                <c:pt idx="939">
                  <c:v>137</c:v>
                </c:pt>
                <c:pt idx="940">
                  <c:v>137</c:v>
                </c:pt>
                <c:pt idx="941">
                  <c:v>137</c:v>
                </c:pt>
                <c:pt idx="942">
                  <c:v>137</c:v>
                </c:pt>
                <c:pt idx="943">
                  <c:v>137.5</c:v>
                </c:pt>
                <c:pt idx="944">
                  <c:v>137.5</c:v>
                </c:pt>
                <c:pt idx="945">
                  <c:v>137.5</c:v>
                </c:pt>
                <c:pt idx="946">
                  <c:v>137.5</c:v>
                </c:pt>
                <c:pt idx="947">
                  <c:v>137.5</c:v>
                </c:pt>
                <c:pt idx="948">
                  <c:v>137.5</c:v>
                </c:pt>
                <c:pt idx="949">
                  <c:v>137.5</c:v>
                </c:pt>
                <c:pt idx="950">
                  <c:v>137.5</c:v>
                </c:pt>
                <c:pt idx="951">
                  <c:v>137.5</c:v>
                </c:pt>
                <c:pt idx="952">
                  <c:v>137.5</c:v>
                </c:pt>
                <c:pt idx="953">
                  <c:v>137.5</c:v>
                </c:pt>
                <c:pt idx="954">
                  <c:v>137.5</c:v>
                </c:pt>
                <c:pt idx="955">
                  <c:v>137.5</c:v>
                </c:pt>
                <c:pt idx="956">
                  <c:v>137.5</c:v>
                </c:pt>
                <c:pt idx="957">
                  <c:v>125</c:v>
                </c:pt>
                <c:pt idx="958">
                  <c:v>125</c:v>
                </c:pt>
                <c:pt idx="959">
                  <c:v>125</c:v>
                </c:pt>
                <c:pt idx="960">
                  <c:v>125</c:v>
                </c:pt>
                <c:pt idx="961">
                  <c:v>125</c:v>
                </c:pt>
                <c:pt idx="962">
                  <c:v>125</c:v>
                </c:pt>
                <c:pt idx="963">
                  <c:v>125</c:v>
                </c:pt>
                <c:pt idx="964">
                  <c:v>125</c:v>
                </c:pt>
                <c:pt idx="965">
                  <c:v>125</c:v>
                </c:pt>
                <c:pt idx="966">
                  <c:v>125</c:v>
                </c:pt>
                <c:pt idx="967">
                  <c:v>125</c:v>
                </c:pt>
                <c:pt idx="968">
                  <c:v>125</c:v>
                </c:pt>
                <c:pt idx="969">
                  <c:v>125</c:v>
                </c:pt>
                <c:pt idx="970">
                  <c:v>125</c:v>
                </c:pt>
                <c:pt idx="971">
                  <c:v>125</c:v>
                </c:pt>
                <c:pt idx="972">
                  <c:v>125</c:v>
                </c:pt>
                <c:pt idx="973">
                  <c:v>125</c:v>
                </c:pt>
                <c:pt idx="974">
                  <c:v>125</c:v>
                </c:pt>
                <c:pt idx="975">
                  <c:v>125</c:v>
                </c:pt>
                <c:pt idx="976">
                  <c:v>125</c:v>
                </c:pt>
                <c:pt idx="977">
                  <c:v>125</c:v>
                </c:pt>
                <c:pt idx="978">
                  <c:v>125</c:v>
                </c:pt>
                <c:pt idx="979">
                  <c:v>125</c:v>
                </c:pt>
                <c:pt idx="980">
                  <c:v>125</c:v>
                </c:pt>
                <c:pt idx="981">
                  <c:v>125</c:v>
                </c:pt>
                <c:pt idx="982">
                  <c:v>125</c:v>
                </c:pt>
                <c:pt idx="983">
                  <c:v>125</c:v>
                </c:pt>
                <c:pt idx="984">
                  <c:v>125</c:v>
                </c:pt>
                <c:pt idx="985">
                  <c:v>125</c:v>
                </c:pt>
                <c:pt idx="986">
                  <c:v>125</c:v>
                </c:pt>
                <c:pt idx="987">
                  <c:v>125</c:v>
                </c:pt>
                <c:pt idx="988">
                  <c:v>125</c:v>
                </c:pt>
                <c:pt idx="989">
                  <c:v>125</c:v>
                </c:pt>
                <c:pt idx="990">
                  <c:v>125</c:v>
                </c:pt>
                <c:pt idx="991">
                  <c:v>125</c:v>
                </c:pt>
                <c:pt idx="992">
                  <c:v>125</c:v>
                </c:pt>
                <c:pt idx="993">
                  <c:v>125</c:v>
                </c:pt>
                <c:pt idx="994">
                  <c:v>125</c:v>
                </c:pt>
                <c:pt idx="995">
                  <c:v>125</c:v>
                </c:pt>
                <c:pt idx="996">
                  <c:v>125</c:v>
                </c:pt>
                <c:pt idx="997">
                  <c:v>125</c:v>
                </c:pt>
                <c:pt idx="998">
                  <c:v>125</c:v>
                </c:pt>
                <c:pt idx="999">
                  <c:v>125</c:v>
                </c:pt>
                <c:pt idx="1000">
                  <c:v>125</c:v>
                </c:pt>
                <c:pt idx="1001">
                  <c:v>125</c:v>
                </c:pt>
                <c:pt idx="1002">
                  <c:v>125</c:v>
                </c:pt>
                <c:pt idx="1003">
                  <c:v>125</c:v>
                </c:pt>
                <c:pt idx="1004">
                  <c:v>125</c:v>
                </c:pt>
                <c:pt idx="1005">
                  <c:v>125</c:v>
                </c:pt>
                <c:pt idx="1006">
                  <c:v>125</c:v>
                </c:pt>
                <c:pt idx="1007">
                  <c:v>125</c:v>
                </c:pt>
                <c:pt idx="1008">
                  <c:v>125</c:v>
                </c:pt>
                <c:pt idx="1009">
                  <c:v>125</c:v>
                </c:pt>
                <c:pt idx="1010">
                  <c:v>125</c:v>
                </c:pt>
                <c:pt idx="1011">
                  <c:v>125</c:v>
                </c:pt>
                <c:pt idx="1012">
                  <c:v>125</c:v>
                </c:pt>
                <c:pt idx="1013">
                  <c:v>125</c:v>
                </c:pt>
                <c:pt idx="1014">
                  <c:v>125</c:v>
                </c:pt>
                <c:pt idx="1015">
                  <c:v>125</c:v>
                </c:pt>
                <c:pt idx="1016">
                  <c:v>125</c:v>
                </c:pt>
                <c:pt idx="1017">
                  <c:v>125</c:v>
                </c:pt>
                <c:pt idx="1018">
                  <c:v>125</c:v>
                </c:pt>
                <c:pt idx="1019">
                  <c:v>125</c:v>
                </c:pt>
                <c:pt idx="1020">
                  <c:v>125</c:v>
                </c:pt>
                <c:pt idx="1021">
                  <c:v>125</c:v>
                </c:pt>
                <c:pt idx="1022">
                  <c:v>125</c:v>
                </c:pt>
                <c:pt idx="1023">
                  <c:v>125</c:v>
                </c:pt>
                <c:pt idx="1024">
                  <c:v>125</c:v>
                </c:pt>
                <c:pt idx="1025">
                  <c:v>125</c:v>
                </c:pt>
                <c:pt idx="1026">
                  <c:v>125</c:v>
                </c:pt>
                <c:pt idx="1027">
                  <c:v>125</c:v>
                </c:pt>
                <c:pt idx="1028">
                  <c:v>125</c:v>
                </c:pt>
                <c:pt idx="1029">
                  <c:v>125</c:v>
                </c:pt>
                <c:pt idx="1030">
                  <c:v>125</c:v>
                </c:pt>
                <c:pt idx="1031">
                  <c:v>125</c:v>
                </c:pt>
                <c:pt idx="1032">
                  <c:v>125</c:v>
                </c:pt>
                <c:pt idx="1033">
                  <c:v>125</c:v>
                </c:pt>
                <c:pt idx="1034">
                  <c:v>125</c:v>
                </c:pt>
                <c:pt idx="1035">
                  <c:v>125</c:v>
                </c:pt>
                <c:pt idx="1036">
                  <c:v>125</c:v>
                </c:pt>
                <c:pt idx="1037">
                  <c:v>125</c:v>
                </c:pt>
                <c:pt idx="1038">
                  <c:v>125</c:v>
                </c:pt>
                <c:pt idx="1039">
                  <c:v>125</c:v>
                </c:pt>
                <c:pt idx="1040">
                  <c:v>125</c:v>
                </c:pt>
                <c:pt idx="1041">
                  <c:v>122.5</c:v>
                </c:pt>
                <c:pt idx="1042">
                  <c:v>122.5</c:v>
                </c:pt>
                <c:pt idx="1043">
                  <c:v>122.5</c:v>
                </c:pt>
                <c:pt idx="1044">
                  <c:v>122.5</c:v>
                </c:pt>
                <c:pt idx="1045">
                  <c:v>122.5</c:v>
                </c:pt>
                <c:pt idx="1046">
                  <c:v>122.5</c:v>
                </c:pt>
                <c:pt idx="1047">
                  <c:v>122.5</c:v>
                </c:pt>
                <c:pt idx="1048">
                  <c:v>122.5</c:v>
                </c:pt>
                <c:pt idx="1049">
                  <c:v>122.5</c:v>
                </c:pt>
                <c:pt idx="1050">
                  <c:v>122.5</c:v>
                </c:pt>
                <c:pt idx="1051">
                  <c:v>122.5</c:v>
                </c:pt>
                <c:pt idx="1052">
                  <c:v>122.5</c:v>
                </c:pt>
                <c:pt idx="1053">
                  <c:v>122.5</c:v>
                </c:pt>
                <c:pt idx="1054">
                  <c:v>122.5</c:v>
                </c:pt>
                <c:pt idx="1055">
                  <c:v>122.5</c:v>
                </c:pt>
                <c:pt idx="1056">
                  <c:v>122.5</c:v>
                </c:pt>
                <c:pt idx="1057">
                  <c:v>122.5</c:v>
                </c:pt>
                <c:pt idx="1058">
                  <c:v>122.5</c:v>
                </c:pt>
                <c:pt idx="1059">
                  <c:v>122.5</c:v>
                </c:pt>
                <c:pt idx="1060">
                  <c:v>122.5</c:v>
                </c:pt>
                <c:pt idx="1061">
                  <c:v>122.5</c:v>
                </c:pt>
                <c:pt idx="1062">
                  <c:v>122.5</c:v>
                </c:pt>
                <c:pt idx="1063">
                  <c:v>122.5</c:v>
                </c:pt>
                <c:pt idx="1064">
                  <c:v>122.5</c:v>
                </c:pt>
                <c:pt idx="1065">
                  <c:v>122.5</c:v>
                </c:pt>
                <c:pt idx="1066">
                  <c:v>122.5</c:v>
                </c:pt>
                <c:pt idx="1067">
                  <c:v>122.5</c:v>
                </c:pt>
                <c:pt idx="1068">
                  <c:v>122.5</c:v>
                </c:pt>
                <c:pt idx="1069">
                  <c:v>122.5</c:v>
                </c:pt>
                <c:pt idx="1070">
                  <c:v>122.5</c:v>
                </c:pt>
                <c:pt idx="1071">
                  <c:v>122.5</c:v>
                </c:pt>
                <c:pt idx="1072">
                  <c:v>122.5</c:v>
                </c:pt>
                <c:pt idx="1073">
                  <c:v>122.5</c:v>
                </c:pt>
                <c:pt idx="1074">
                  <c:v>122.5</c:v>
                </c:pt>
                <c:pt idx="1075">
                  <c:v>122.5</c:v>
                </c:pt>
                <c:pt idx="1076">
                  <c:v>122.5</c:v>
                </c:pt>
                <c:pt idx="1077">
                  <c:v>122.5</c:v>
                </c:pt>
                <c:pt idx="1078">
                  <c:v>122.5</c:v>
                </c:pt>
                <c:pt idx="1079">
                  <c:v>122.5</c:v>
                </c:pt>
                <c:pt idx="1080">
                  <c:v>122.5</c:v>
                </c:pt>
                <c:pt idx="1081">
                  <c:v>122.5</c:v>
                </c:pt>
                <c:pt idx="1082">
                  <c:v>122.5</c:v>
                </c:pt>
                <c:pt idx="1083">
                  <c:v>122.5</c:v>
                </c:pt>
                <c:pt idx="1084">
                  <c:v>122.5</c:v>
                </c:pt>
                <c:pt idx="1085">
                  <c:v>122.5</c:v>
                </c:pt>
                <c:pt idx="1086">
                  <c:v>122.5</c:v>
                </c:pt>
                <c:pt idx="1087">
                  <c:v>122.5</c:v>
                </c:pt>
                <c:pt idx="1088">
                  <c:v>122.5</c:v>
                </c:pt>
                <c:pt idx="1089">
                  <c:v>122.5</c:v>
                </c:pt>
                <c:pt idx="1090">
                  <c:v>122.5</c:v>
                </c:pt>
                <c:pt idx="1091">
                  <c:v>122.5</c:v>
                </c:pt>
                <c:pt idx="1092">
                  <c:v>122.5</c:v>
                </c:pt>
                <c:pt idx="1093">
                  <c:v>122.5</c:v>
                </c:pt>
                <c:pt idx="1094">
                  <c:v>122.5</c:v>
                </c:pt>
                <c:pt idx="1095">
                  <c:v>122.5</c:v>
                </c:pt>
                <c:pt idx="1096">
                  <c:v>122.5</c:v>
                </c:pt>
                <c:pt idx="1097">
                  <c:v>122.5</c:v>
                </c:pt>
                <c:pt idx="1098">
                  <c:v>122.5</c:v>
                </c:pt>
                <c:pt idx="1099">
                  <c:v>122.5</c:v>
                </c:pt>
                <c:pt idx="1100">
                  <c:v>122.5</c:v>
                </c:pt>
                <c:pt idx="1101">
                  <c:v>122.5</c:v>
                </c:pt>
                <c:pt idx="1102">
                  <c:v>122.5</c:v>
                </c:pt>
                <c:pt idx="1103">
                  <c:v>122.5</c:v>
                </c:pt>
                <c:pt idx="1104">
                  <c:v>122.5</c:v>
                </c:pt>
                <c:pt idx="1105">
                  <c:v>122.5</c:v>
                </c:pt>
                <c:pt idx="1106">
                  <c:v>122.5</c:v>
                </c:pt>
                <c:pt idx="1107">
                  <c:v>122.5</c:v>
                </c:pt>
                <c:pt idx="1108">
                  <c:v>122.5</c:v>
                </c:pt>
                <c:pt idx="1109">
                  <c:v>122.5</c:v>
                </c:pt>
                <c:pt idx="1110">
                  <c:v>122.5</c:v>
                </c:pt>
                <c:pt idx="1111">
                  <c:v>122.5</c:v>
                </c:pt>
                <c:pt idx="1112">
                  <c:v>122.5</c:v>
                </c:pt>
                <c:pt idx="1113">
                  <c:v>122.5</c:v>
                </c:pt>
                <c:pt idx="1114">
                  <c:v>122.5</c:v>
                </c:pt>
                <c:pt idx="1115">
                  <c:v>122.5</c:v>
                </c:pt>
                <c:pt idx="1116">
                  <c:v>122.5</c:v>
                </c:pt>
                <c:pt idx="1117">
                  <c:v>122.5</c:v>
                </c:pt>
                <c:pt idx="1118">
                  <c:v>122.5</c:v>
                </c:pt>
                <c:pt idx="1119">
                  <c:v>122.5</c:v>
                </c:pt>
                <c:pt idx="1120">
                  <c:v>122.5</c:v>
                </c:pt>
                <c:pt idx="1121">
                  <c:v>122.5</c:v>
                </c:pt>
                <c:pt idx="1122">
                  <c:v>122.5</c:v>
                </c:pt>
                <c:pt idx="1123">
                  <c:v>122.5</c:v>
                </c:pt>
                <c:pt idx="1124">
                  <c:v>122.5</c:v>
                </c:pt>
                <c:pt idx="1125">
                  <c:v>122.5</c:v>
                </c:pt>
                <c:pt idx="1126">
                  <c:v>122.5</c:v>
                </c:pt>
                <c:pt idx="1127">
                  <c:v>122.5</c:v>
                </c:pt>
                <c:pt idx="1128">
                  <c:v>122.5</c:v>
                </c:pt>
                <c:pt idx="1129">
                  <c:v>122.5</c:v>
                </c:pt>
                <c:pt idx="1130">
                  <c:v>122.5</c:v>
                </c:pt>
                <c:pt idx="1131">
                  <c:v>122.5</c:v>
                </c:pt>
                <c:pt idx="1132">
                  <c:v>122.5</c:v>
                </c:pt>
                <c:pt idx="1133">
                  <c:v>122.5</c:v>
                </c:pt>
                <c:pt idx="1134">
                  <c:v>122.5</c:v>
                </c:pt>
                <c:pt idx="1135">
                  <c:v>122.5</c:v>
                </c:pt>
                <c:pt idx="1136">
                  <c:v>122.5</c:v>
                </c:pt>
                <c:pt idx="1137">
                  <c:v>122.5</c:v>
                </c:pt>
                <c:pt idx="1138">
                  <c:v>122.5</c:v>
                </c:pt>
                <c:pt idx="1139">
                  <c:v>122.5</c:v>
                </c:pt>
                <c:pt idx="1140">
                  <c:v>122.5</c:v>
                </c:pt>
                <c:pt idx="1141">
                  <c:v>122.5</c:v>
                </c:pt>
                <c:pt idx="1142">
                  <c:v>122.5</c:v>
                </c:pt>
                <c:pt idx="1143">
                  <c:v>122.5</c:v>
                </c:pt>
                <c:pt idx="1144">
                  <c:v>122.5</c:v>
                </c:pt>
                <c:pt idx="1145">
                  <c:v>122.5</c:v>
                </c:pt>
                <c:pt idx="1146">
                  <c:v>122.5</c:v>
                </c:pt>
                <c:pt idx="1147">
                  <c:v>122.5</c:v>
                </c:pt>
                <c:pt idx="1148">
                  <c:v>122.5</c:v>
                </c:pt>
                <c:pt idx="1149">
                  <c:v>122.5</c:v>
                </c:pt>
                <c:pt idx="1150">
                  <c:v>122.5</c:v>
                </c:pt>
                <c:pt idx="1151">
                  <c:v>122.5</c:v>
                </c:pt>
                <c:pt idx="1152">
                  <c:v>122.5</c:v>
                </c:pt>
                <c:pt idx="1153">
                  <c:v>122.5</c:v>
                </c:pt>
                <c:pt idx="1154">
                  <c:v>122.5</c:v>
                </c:pt>
                <c:pt idx="1155">
                  <c:v>122.5</c:v>
                </c:pt>
                <c:pt idx="1156">
                  <c:v>122.5</c:v>
                </c:pt>
                <c:pt idx="1157">
                  <c:v>122.5</c:v>
                </c:pt>
                <c:pt idx="1158">
                  <c:v>122.5</c:v>
                </c:pt>
                <c:pt idx="1159">
                  <c:v>122.5</c:v>
                </c:pt>
                <c:pt idx="1160">
                  <c:v>122.5</c:v>
                </c:pt>
                <c:pt idx="1161">
                  <c:v>122.5</c:v>
                </c:pt>
                <c:pt idx="1162">
                  <c:v>122.5</c:v>
                </c:pt>
                <c:pt idx="1163">
                  <c:v>122.5</c:v>
                </c:pt>
                <c:pt idx="1164">
                  <c:v>122.5</c:v>
                </c:pt>
                <c:pt idx="1165">
                  <c:v>122.5</c:v>
                </c:pt>
                <c:pt idx="1166">
                  <c:v>122.5</c:v>
                </c:pt>
                <c:pt idx="1167">
                  <c:v>115</c:v>
                </c:pt>
                <c:pt idx="1168">
                  <c:v>115</c:v>
                </c:pt>
                <c:pt idx="1169">
                  <c:v>115</c:v>
                </c:pt>
                <c:pt idx="1170">
                  <c:v>115</c:v>
                </c:pt>
                <c:pt idx="1171">
                  <c:v>115</c:v>
                </c:pt>
                <c:pt idx="1172">
                  <c:v>115</c:v>
                </c:pt>
                <c:pt idx="1173">
                  <c:v>115</c:v>
                </c:pt>
                <c:pt idx="1174">
                  <c:v>115</c:v>
                </c:pt>
                <c:pt idx="1175">
                  <c:v>115</c:v>
                </c:pt>
                <c:pt idx="1176">
                  <c:v>115</c:v>
                </c:pt>
                <c:pt idx="1177">
                  <c:v>115</c:v>
                </c:pt>
                <c:pt idx="1178">
                  <c:v>115</c:v>
                </c:pt>
                <c:pt idx="1179">
                  <c:v>115</c:v>
                </c:pt>
                <c:pt idx="1180">
                  <c:v>115</c:v>
                </c:pt>
                <c:pt idx="1181">
                  <c:v>115</c:v>
                </c:pt>
                <c:pt idx="1182">
                  <c:v>115</c:v>
                </c:pt>
                <c:pt idx="1183">
                  <c:v>115</c:v>
                </c:pt>
                <c:pt idx="1184">
                  <c:v>115</c:v>
                </c:pt>
                <c:pt idx="1185">
                  <c:v>115</c:v>
                </c:pt>
                <c:pt idx="1186">
                  <c:v>115</c:v>
                </c:pt>
                <c:pt idx="1187">
                  <c:v>115</c:v>
                </c:pt>
                <c:pt idx="1188">
                  <c:v>115</c:v>
                </c:pt>
                <c:pt idx="1189">
                  <c:v>115</c:v>
                </c:pt>
                <c:pt idx="1190">
                  <c:v>115</c:v>
                </c:pt>
                <c:pt idx="1191">
                  <c:v>115</c:v>
                </c:pt>
                <c:pt idx="1192">
                  <c:v>115</c:v>
                </c:pt>
                <c:pt idx="1193">
                  <c:v>115</c:v>
                </c:pt>
                <c:pt idx="1194">
                  <c:v>115</c:v>
                </c:pt>
                <c:pt idx="1195">
                  <c:v>115</c:v>
                </c:pt>
                <c:pt idx="1196">
                  <c:v>115</c:v>
                </c:pt>
                <c:pt idx="1197">
                  <c:v>115</c:v>
                </c:pt>
                <c:pt idx="1198">
                  <c:v>115</c:v>
                </c:pt>
                <c:pt idx="1199">
                  <c:v>115</c:v>
                </c:pt>
                <c:pt idx="1200">
                  <c:v>115</c:v>
                </c:pt>
                <c:pt idx="1201">
                  <c:v>115</c:v>
                </c:pt>
                <c:pt idx="1202">
                  <c:v>115</c:v>
                </c:pt>
                <c:pt idx="1203">
                  <c:v>115</c:v>
                </c:pt>
                <c:pt idx="1204">
                  <c:v>115</c:v>
                </c:pt>
                <c:pt idx="1205">
                  <c:v>115</c:v>
                </c:pt>
                <c:pt idx="1206">
                  <c:v>115</c:v>
                </c:pt>
                <c:pt idx="1207">
                  <c:v>115</c:v>
                </c:pt>
                <c:pt idx="1208">
                  <c:v>115</c:v>
                </c:pt>
                <c:pt idx="1209">
                  <c:v>115</c:v>
                </c:pt>
                <c:pt idx="1210">
                  <c:v>115</c:v>
                </c:pt>
                <c:pt idx="1211">
                  <c:v>115</c:v>
                </c:pt>
                <c:pt idx="1212">
                  <c:v>115</c:v>
                </c:pt>
                <c:pt idx="1213">
                  <c:v>115</c:v>
                </c:pt>
                <c:pt idx="1214">
                  <c:v>115</c:v>
                </c:pt>
                <c:pt idx="1215">
                  <c:v>115</c:v>
                </c:pt>
                <c:pt idx="1216">
                  <c:v>115</c:v>
                </c:pt>
                <c:pt idx="1217">
                  <c:v>115</c:v>
                </c:pt>
                <c:pt idx="1218">
                  <c:v>115</c:v>
                </c:pt>
                <c:pt idx="1219">
                  <c:v>115</c:v>
                </c:pt>
                <c:pt idx="1220">
                  <c:v>115</c:v>
                </c:pt>
                <c:pt idx="1221">
                  <c:v>115</c:v>
                </c:pt>
                <c:pt idx="1222">
                  <c:v>115</c:v>
                </c:pt>
                <c:pt idx="1223">
                  <c:v>115</c:v>
                </c:pt>
                <c:pt idx="1224">
                  <c:v>115</c:v>
                </c:pt>
                <c:pt idx="1225">
                  <c:v>115</c:v>
                </c:pt>
                <c:pt idx="1226">
                  <c:v>115</c:v>
                </c:pt>
                <c:pt idx="1227">
                  <c:v>115</c:v>
                </c:pt>
                <c:pt idx="1228">
                  <c:v>115</c:v>
                </c:pt>
                <c:pt idx="1229">
                  <c:v>115</c:v>
                </c:pt>
                <c:pt idx="1230">
                  <c:v>115</c:v>
                </c:pt>
                <c:pt idx="1231">
                  <c:v>115</c:v>
                </c:pt>
                <c:pt idx="1232">
                  <c:v>115</c:v>
                </c:pt>
                <c:pt idx="1233">
                  <c:v>115</c:v>
                </c:pt>
                <c:pt idx="1234">
                  <c:v>115</c:v>
                </c:pt>
                <c:pt idx="1235">
                  <c:v>115</c:v>
                </c:pt>
                <c:pt idx="1236">
                  <c:v>115</c:v>
                </c:pt>
                <c:pt idx="1237">
                  <c:v>115</c:v>
                </c:pt>
                <c:pt idx="1238">
                  <c:v>115</c:v>
                </c:pt>
                <c:pt idx="1239">
                  <c:v>115</c:v>
                </c:pt>
                <c:pt idx="1240">
                  <c:v>115</c:v>
                </c:pt>
                <c:pt idx="1241">
                  <c:v>115</c:v>
                </c:pt>
                <c:pt idx="1242">
                  <c:v>115</c:v>
                </c:pt>
                <c:pt idx="1243">
                  <c:v>115</c:v>
                </c:pt>
                <c:pt idx="1244">
                  <c:v>115</c:v>
                </c:pt>
                <c:pt idx="1245">
                  <c:v>115</c:v>
                </c:pt>
                <c:pt idx="1246">
                  <c:v>115</c:v>
                </c:pt>
                <c:pt idx="1247">
                  <c:v>115</c:v>
                </c:pt>
                <c:pt idx="1248">
                  <c:v>115</c:v>
                </c:pt>
                <c:pt idx="1249">
                  <c:v>115</c:v>
                </c:pt>
                <c:pt idx="1250">
                  <c:v>115</c:v>
                </c:pt>
                <c:pt idx="1251">
                  <c:v>115</c:v>
                </c:pt>
                <c:pt idx="1252">
                  <c:v>115</c:v>
                </c:pt>
                <c:pt idx="1253">
                  <c:v>115</c:v>
                </c:pt>
                <c:pt idx="1254">
                  <c:v>115</c:v>
                </c:pt>
                <c:pt idx="1255">
                  <c:v>115</c:v>
                </c:pt>
                <c:pt idx="1256">
                  <c:v>115</c:v>
                </c:pt>
                <c:pt idx="1257">
                  <c:v>115</c:v>
                </c:pt>
                <c:pt idx="1258">
                  <c:v>115</c:v>
                </c:pt>
                <c:pt idx="1259">
                  <c:v>115</c:v>
                </c:pt>
                <c:pt idx="1260">
                  <c:v>115</c:v>
                </c:pt>
                <c:pt idx="1261">
                  <c:v>115</c:v>
                </c:pt>
                <c:pt idx="1262">
                  <c:v>115</c:v>
                </c:pt>
                <c:pt idx="1263">
                  <c:v>115</c:v>
                </c:pt>
                <c:pt idx="1264">
                  <c:v>115</c:v>
                </c:pt>
                <c:pt idx="1265">
                  <c:v>115</c:v>
                </c:pt>
                <c:pt idx="1266">
                  <c:v>115</c:v>
                </c:pt>
                <c:pt idx="1267">
                  <c:v>115</c:v>
                </c:pt>
                <c:pt idx="1268">
                  <c:v>115</c:v>
                </c:pt>
                <c:pt idx="1269">
                  <c:v>115</c:v>
                </c:pt>
                <c:pt idx="1270">
                  <c:v>115</c:v>
                </c:pt>
                <c:pt idx="1271">
                  <c:v>115</c:v>
                </c:pt>
                <c:pt idx="1272">
                  <c:v>115</c:v>
                </c:pt>
                <c:pt idx="1273">
                  <c:v>115</c:v>
                </c:pt>
                <c:pt idx="1274">
                  <c:v>115</c:v>
                </c:pt>
                <c:pt idx="1275">
                  <c:v>115</c:v>
                </c:pt>
                <c:pt idx="1276">
                  <c:v>115</c:v>
                </c:pt>
                <c:pt idx="1277">
                  <c:v>115</c:v>
                </c:pt>
                <c:pt idx="1278">
                  <c:v>115</c:v>
                </c:pt>
                <c:pt idx="1279">
                  <c:v>115</c:v>
                </c:pt>
                <c:pt idx="1280">
                  <c:v>115</c:v>
                </c:pt>
                <c:pt idx="1281">
                  <c:v>115</c:v>
                </c:pt>
                <c:pt idx="1282">
                  <c:v>115</c:v>
                </c:pt>
                <c:pt idx="1283">
                  <c:v>115</c:v>
                </c:pt>
                <c:pt idx="1284">
                  <c:v>115</c:v>
                </c:pt>
                <c:pt idx="1285">
                  <c:v>115</c:v>
                </c:pt>
                <c:pt idx="1286">
                  <c:v>115</c:v>
                </c:pt>
                <c:pt idx="1287">
                  <c:v>115</c:v>
                </c:pt>
                <c:pt idx="1288">
                  <c:v>115</c:v>
                </c:pt>
                <c:pt idx="1289">
                  <c:v>115</c:v>
                </c:pt>
                <c:pt idx="1290">
                  <c:v>115</c:v>
                </c:pt>
                <c:pt idx="1291">
                  <c:v>115</c:v>
                </c:pt>
                <c:pt idx="1292">
                  <c:v>115</c:v>
                </c:pt>
                <c:pt idx="1293">
                  <c:v>115</c:v>
                </c:pt>
                <c:pt idx="1294">
                  <c:v>115</c:v>
                </c:pt>
                <c:pt idx="1295">
                  <c:v>115</c:v>
                </c:pt>
                <c:pt idx="1296">
                  <c:v>115</c:v>
                </c:pt>
                <c:pt idx="1297">
                  <c:v>115</c:v>
                </c:pt>
                <c:pt idx="1298">
                  <c:v>115</c:v>
                </c:pt>
                <c:pt idx="1299">
                  <c:v>115</c:v>
                </c:pt>
                <c:pt idx="1300">
                  <c:v>115</c:v>
                </c:pt>
                <c:pt idx="1301">
                  <c:v>115</c:v>
                </c:pt>
                <c:pt idx="1302">
                  <c:v>115</c:v>
                </c:pt>
                <c:pt idx="1303">
                  <c:v>115</c:v>
                </c:pt>
                <c:pt idx="1304">
                  <c:v>115</c:v>
                </c:pt>
                <c:pt idx="1305">
                  <c:v>115</c:v>
                </c:pt>
                <c:pt idx="1306">
                  <c:v>115</c:v>
                </c:pt>
                <c:pt idx="1307">
                  <c:v>115</c:v>
                </c:pt>
                <c:pt idx="1308">
                  <c:v>115</c:v>
                </c:pt>
                <c:pt idx="1309">
                  <c:v>115</c:v>
                </c:pt>
                <c:pt idx="1310">
                  <c:v>115</c:v>
                </c:pt>
                <c:pt idx="1311">
                  <c:v>115</c:v>
                </c:pt>
                <c:pt idx="1312">
                  <c:v>115</c:v>
                </c:pt>
                <c:pt idx="1313">
                  <c:v>115</c:v>
                </c:pt>
                <c:pt idx="1314">
                  <c:v>99</c:v>
                </c:pt>
                <c:pt idx="1315">
                  <c:v>99</c:v>
                </c:pt>
                <c:pt idx="1316">
                  <c:v>99</c:v>
                </c:pt>
                <c:pt idx="1317">
                  <c:v>99</c:v>
                </c:pt>
                <c:pt idx="1318">
                  <c:v>99</c:v>
                </c:pt>
                <c:pt idx="1319">
                  <c:v>99</c:v>
                </c:pt>
                <c:pt idx="1320">
                  <c:v>99</c:v>
                </c:pt>
                <c:pt idx="1321">
                  <c:v>99</c:v>
                </c:pt>
                <c:pt idx="1322">
                  <c:v>99</c:v>
                </c:pt>
                <c:pt idx="1323">
                  <c:v>99</c:v>
                </c:pt>
                <c:pt idx="1324">
                  <c:v>99</c:v>
                </c:pt>
                <c:pt idx="1325">
                  <c:v>99</c:v>
                </c:pt>
                <c:pt idx="1326">
                  <c:v>99</c:v>
                </c:pt>
                <c:pt idx="1327">
                  <c:v>99</c:v>
                </c:pt>
                <c:pt idx="1328">
                  <c:v>99</c:v>
                </c:pt>
                <c:pt idx="1329">
                  <c:v>99</c:v>
                </c:pt>
                <c:pt idx="1330">
                  <c:v>99</c:v>
                </c:pt>
                <c:pt idx="1331">
                  <c:v>99</c:v>
                </c:pt>
                <c:pt idx="1332">
                  <c:v>99</c:v>
                </c:pt>
                <c:pt idx="1333">
                  <c:v>99</c:v>
                </c:pt>
                <c:pt idx="1334">
                  <c:v>99</c:v>
                </c:pt>
                <c:pt idx="1335">
                  <c:v>99</c:v>
                </c:pt>
                <c:pt idx="1336">
                  <c:v>99</c:v>
                </c:pt>
                <c:pt idx="1337">
                  <c:v>99</c:v>
                </c:pt>
                <c:pt idx="1338">
                  <c:v>99</c:v>
                </c:pt>
                <c:pt idx="1339">
                  <c:v>99</c:v>
                </c:pt>
                <c:pt idx="1340">
                  <c:v>99</c:v>
                </c:pt>
                <c:pt idx="1341">
                  <c:v>99</c:v>
                </c:pt>
                <c:pt idx="1342">
                  <c:v>99</c:v>
                </c:pt>
                <c:pt idx="1343">
                  <c:v>99</c:v>
                </c:pt>
                <c:pt idx="1344">
                  <c:v>99</c:v>
                </c:pt>
                <c:pt idx="1345">
                  <c:v>99</c:v>
                </c:pt>
                <c:pt idx="1346">
                  <c:v>99</c:v>
                </c:pt>
                <c:pt idx="1347">
                  <c:v>99</c:v>
                </c:pt>
                <c:pt idx="1348">
                  <c:v>99</c:v>
                </c:pt>
                <c:pt idx="1349">
                  <c:v>99</c:v>
                </c:pt>
                <c:pt idx="1350">
                  <c:v>99</c:v>
                </c:pt>
                <c:pt idx="1351">
                  <c:v>99</c:v>
                </c:pt>
                <c:pt idx="1352">
                  <c:v>99</c:v>
                </c:pt>
                <c:pt idx="1353">
                  <c:v>99</c:v>
                </c:pt>
                <c:pt idx="1354">
                  <c:v>99</c:v>
                </c:pt>
                <c:pt idx="1355">
                  <c:v>99</c:v>
                </c:pt>
                <c:pt idx="1356">
                  <c:v>99</c:v>
                </c:pt>
                <c:pt idx="1357">
                  <c:v>99</c:v>
                </c:pt>
                <c:pt idx="1358">
                  <c:v>99</c:v>
                </c:pt>
                <c:pt idx="1359">
                  <c:v>99</c:v>
                </c:pt>
                <c:pt idx="1360">
                  <c:v>99</c:v>
                </c:pt>
                <c:pt idx="1361">
                  <c:v>99</c:v>
                </c:pt>
                <c:pt idx="1362">
                  <c:v>99</c:v>
                </c:pt>
                <c:pt idx="1363">
                  <c:v>99</c:v>
                </c:pt>
                <c:pt idx="1364">
                  <c:v>99</c:v>
                </c:pt>
                <c:pt idx="1365">
                  <c:v>99</c:v>
                </c:pt>
                <c:pt idx="1366">
                  <c:v>99</c:v>
                </c:pt>
                <c:pt idx="1367">
                  <c:v>99</c:v>
                </c:pt>
                <c:pt idx="1368">
                  <c:v>99</c:v>
                </c:pt>
                <c:pt idx="1369">
                  <c:v>99</c:v>
                </c:pt>
                <c:pt idx="1370">
                  <c:v>99</c:v>
                </c:pt>
                <c:pt idx="1371">
                  <c:v>99</c:v>
                </c:pt>
                <c:pt idx="1372">
                  <c:v>99</c:v>
                </c:pt>
                <c:pt idx="1373">
                  <c:v>99</c:v>
                </c:pt>
                <c:pt idx="1374">
                  <c:v>99</c:v>
                </c:pt>
                <c:pt idx="1375">
                  <c:v>99</c:v>
                </c:pt>
                <c:pt idx="1376">
                  <c:v>99</c:v>
                </c:pt>
                <c:pt idx="1377">
                  <c:v>99</c:v>
                </c:pt>
                <c:pt idx="1378">
                  <c:v>99</c:v>
                </c:pt>
                <c:pt idx="1379">
                  <c:v>99</c:v>
                </c:pt>
                <c:pt idx="1380">
                  <c:v>99</c:v>
                </c:pt>
                <c:pt idx="1381">
                  <c:v>99</c:v>
                </c:pt>
                <c:pt idx="1382">
                  <c:v>99</c:v>
                </c:pt>
                <c:pt idx="1383">
                  <c:v>99</c:v>
                </c:pt>
                <c:pt idx="1384">
                  <c:v>99</c:v>
                </c:pt>
                <c:pt idx="1385">
                  <c:v>99</c:v>
                </c:pt>
                <c:pt idx="1386">
                  <c:v>99</c:v>
                </c:pt>
                <c:pt idx="1387">
                  <c:v>99</c:v>
                </c:pt>
                <c:pt idx="1388">
                  <c:v>99</c:v>
                </c:pt>
                <c:pt idx="1389">
                  <c:v>99</c:v>
                </c:pt>
                <c:pt idx="1390">
                  <c:v>99</c:v>
                </c:pt>
                <c:pt idx="1391">
                  <c:v>99</c:v>
                </c:pt>
                <c:pt idx="1392">
                  <c:v>99</c:v>
                </c:pt>
                <c:pt idx="1393">
                  <c:v>99</c:v>
                </c:pt>
                <c:pt idx="1394">
                  <c:v>99</c:v>
                </c:pt>
                <c:pt idx="1395">
                  <c:v>99</c:v>
                </c:pt>
                <c:pt idx="1396">
                  <c:v>99</c:v>
                </c:pt>
                <c:pt idx="1397">
                  <c:v>99</c:v>
                </c:pt>
                <c:pt idx="1398">
                  <c:v>99</c:v>
                </c:pt>
                <c:pt idx="1399">
                  <c:v>99</c:v>
                </c:pt>
                <c:pt idx="1400">
                  <c:v>99</c:v>
                </c:pt>
                <c:pt idx="1401">
                  <c:v>99</c:v>
                </c:pt>
                <c:pt idx="1402">
                  <c:v>99</c:v>
                </c:pt>
                <c:pt idx="1403">
                  <c:v>99</c:v>
                </c:pt>
                <c:pt idx="1404">
                  <c:v>99</c:v>
                </c:pt>
                <c:pt idx="1405">
                  <c:v>99</c:v>
                </c:pt>
                <c:pt idx="1406">
                  <c:v>99</c:v>
                </c:pt>
                <c:pt idx="1407">
                  <c:v>99</c:v>
                </c:pt>
                <c:pt idx="1408">
                  <c:v>99</c:v>
                </c:pt>
                <c:pt idx="1409">
                  <c:v>99</c:v>
                </c:pt>
                <c:pt idx="1410">
                  <c:v>99</c:v>
                </c:pt>
                <c:pt idx="1411">
                  <c:v>99</c:v>
                </c:pt>
                <c:pt idx="1412">
                  <c:v>99</c:v>
                </c:pt>
                <c:pt idx="1413">
                  <c:v>99</c:v>
                </c:pt>
                <c:pt idx="1414">
                  <c:v>99</c:v>
                </c:pt>
                <c:pt idx="1415">
                  <c:v>99</c:v>
                </c:pt>
                <c:pt idx="1416">
                  <c:v>99</c:v>
                </c:pt>
                <c:pt idx="1417">
                  <c:v>99</c:v>
                </c:pt>
                <c:pt idx="1418">
                  <c:v>99</c:v>
                </c:pt>
                <c:pt idx="1419">
                  <c:v>99</c:v>
                </c:pt>
                <c:pt idx="1420">
                  <c:v>99</c:v>
                </c:pt>
                <c:pt idx="1421">
                  <c:v>99</c:v>
                </c:pt>
                <c:pt idx="1422">
                  <c:v>99</c:v>
                </c:pt>
                <c:pt idx="1423">
                  <c:v>99</c:v>
                </c:pt>
                <c:pt idx="1424">
                  <c:v>99</c:v>
                </c:pt>
                <c:pt idx="1425">
                  <c:v>99</c:v>
                </c:pt>
                <c:pt idx="1426">
                  <c:v>99</c:v>
                </c:pt>
                <c:pt idx="1427">
                  <c:v>102.5</c:v>
                </c:pt>
                <c:pt idx="1428">
                  <c:v>102.5</c:v>
                </c:pt>
                <c:pt idx="1429">
                  <c:v>102.5</c:v>
                </c:pt>
                <c:pt idx="1430">
                  <c:v>102.5</c:v>
                </c:pt>
                <c:pt idx="1431">
                  <c:v>102.5</c:v>
                </c:pt>
                <c:pt idx="1432">
                  <c:v>102.5</c:v>
                </c:pt>
                <c:pt idx="1433">
                  <c:v>102.5</c:v>
                </c:pt>
                <c:pt idx="1434">
                  <c:v>102.5</c:v>
                </c:pt>
                <c:pt idx="1435">
                  <c:v>102.5</c:v>
                </c:pt>
                <c:pt idx="1436">
                  <c:v>102.5</c:v>
                </c:pt>
                <c:pt idx="1437">
                  <c:v>102.5</c:v>
                </c:pt>
                <c:pt idx="1438">
                  <c:v>102.5</c:v>
                </c:pt>
                <c:pt idx="1439">
                  <c:v>102.5</c:v>
                </c:pt>
                <c:pt idx="1440">
                  <c:v>102.5</c:v>
                </c:pt>
                <c:pt idx="1441">
                  <c:v>102.5</c:v>
                </c:pt>
                <c:pt idx="1442">
                  <c:v>102.5</c:v>
                </c:pt>
                <c:pt idx="1443">
                  <c:v>102.5</c:v>
                </c:pt>
                <c:pt idx="1444">
                  <c:v>102.5</c:v>
                </c:pt>
                <c:pt idx="1445">
                  <c:v>102.5</c:v>
                </c:pt>
                <c:pt idx="1446">
                  <c:v>102.5</c:v>
                </c:pt>
                <c:pt idx="1447">
                  <c:v>102.5</c:v>
                </c:pt>
                <c:pt idx="1448">
                  <c:v>102.5</c:v>
                </c:pt>
                <c:pt idx="1449">
                  <c:v>102.5</c:v>
                </c:pt>
                <c:pt idx="1450">
                  <c:v>102.5</c:v>
                </c:pt>
                <c:pt idx="1451">
                  <c:v>102.5</c:v>
                </c:pt>
                <c:pt idx="1452">
                  <c:v>102.5</c:v>
                </c:pt>
                <c:pt idx="1453">
                  <c:v>102.5</c:v>
                </c:pt>
                <c:pt idx="1454">
                  <c:v>102.5</c:v>
                </c:pt>
                <c:pt idx="1455">
                  <c:v>102.5</c:v>
                </c:pt>
                <c:pt idx="1456">
                  <c:v>102.5</c:v>
                </c:pt>
                <c:pt idx="1457">
                  <c:v>102.5</c:v>
                </c:pt>
                <c:pt idx="1458">
                  <c:v>102.5</c:v>
                </c:pt>
                <c:pt idx="1459">
                  <c:v>102.5</c:v>
                </c:pt>
                <c:pt idx="1460">
                  <c:v>102.5</c:v>
                </c:pt>
                <c:pt idx="1461">
                  <c:v>102.5</c:v>
                </c:pt>
                <c:pt idx="1462">
                  <c:v>102.5</c:v>
                </c:pt>
                <c:pt idx="1463">
                  <c:v>102.5</c:v>
                </c:pt>
                <c:pt idx="1464">
                  <c:v>102.5</c:v>
                </c:pt>
                <c:pt idx="1465">
                  <c:v>102.5</c:v>
                </c:pt>
                <c:pt idx="1466">
                  <c:v>102.5</c:v>
                </c:pt>
                <c:pt idx="1467">
                  <c:v>102.5</c:v>
                </c:pt>
                <c:pt idx="1468">
                  <c:v>102.5</c:v>
                </c:pt>
                <c:pt idx="1469">
                  <c:v>102.5</c:v>
                </c:pt>
                <c:pt idx="1470">
                  <c:v>102.5</c:v>
                </c:pt>
                <c:pt idx="1471">
                  <c:v>102.5</c:v>
                </c:pt>
                <c:pt idx="1472">
                  <c:v>102.5</c:v>
                </c:pt>
                <c:pt idx="1473">
                  <c:v>102.5</c:v>
                </c:pt>
                <c:pt idx="1474">
                  <c:v>102.5</c:v>
                </c:pt>
                <c:pt idx="1475">
                  <c:v>102.5</c:v>
                </c:pt>
                <c:pt idx="1476">
                  <c:v>102.5</c:v>
                </c:pt>
                <c:pt idx="1477">
                  <c:v>102.5</c:v>
                </c:pt>
                <c:pt idx="1478">
                  <c:v>102.5</c:v>
                </c:pt>
                <c:pt idx="1479">
                  <c:v>102.5</c:v>
                </c:pt>
                <c:pt idx="1480">
                  <c:v>102.5</c:v>
                </c:pt>
                <c:pt idx="1481">
                  <c:v>102.5</c:v>
                </c:pt>
                <c:pt idx="1482">
                  <c:v>102.5</c:v>
                </c:pt>
                <c:pt idx="1483">
                  <c:v>102.5</c:v>
                </c:pt>
                <c:pt idx="1484">
                  <c:v>102.5</c:v>
                </c:pt>
                <c:pt idx="1485">
                  <c:v>102.5</c:v>
                </c:pt>
                <c:pt idx="1486">
                  <c:v>102.5</c:v>
                </c:pt>
                <c:pt idx="1487">
                  <c:v>102.5</c:v>
                </c:pt>
                <c:pt idx="1488">
                  <c:v>102.5</c:v>
                </c:pt>
                <c:pt idx="1489">
                  <c:v>102.5</c:v>
                </c:pt>
                <c:pt idx="1490">
                  <c:v>102.5</c:v>
                </c:pt>
                <c:pt idx="1491">
                  <c:v>102.5</c:v>
                </c:pt>
                <c:pt idx="1492">
                  <c:v>102.5</c:v>
                </c:pt>
                <c:pt idx="1493">
                  <c:v>102.5</c:v>
                </c:pt>
                <c:pt idx="1494">
                  <c:v>102.5</c:v>
                </c:pt>
                <c:pt idx="1495">
                  <c:v>102.5</c:v>
                </c:pt>
                <c:pt idx="1496">
                  <c:v>102.5</c:v>
                </c:pt>
                <c:pt idx="1497">
                  <c:v>102.5</c:v>
                </c:pt>
                <c:pt idx="1498">
                  <c:v>102.5</c:v>
                </c:pt>
                <c:pt idx="1499">
                  <c:v>102.5</c:v>
                </c:pt>
                <c:pt idx="1500">
                  <c:v>102.5</c:v>
                </c:pt>
                <c:pt idx="1501">
                  <c:v>102.5</c:v>
                </c:pt>
                <c:pt idx="1502">
                  <c:v>102.5</c:v>
                </c:pt>
                <c:pt idx="1503">
                  <c:v>102.5</c:v>
                </c:pt>
                <c:pt idx="1504">
                  <c:v>102.5</c:v>
                </c:pt>
                <c:pt idx="1505">
                  <c:v>102.5</c:v>
                </c:pt>
                <c:pt idx="1506">
                  <c:v>102.5</c:v>
                </c:pt>
                <c:pt idx="1507">
                  <c:v>102.5</c:v>
                </c:pt>
                <c:pt idx="1508">
                  <c:v>102.5</c:v>
                </c:pt>
                <c:pt idx="1509">
                  <c:v>102.5</c:v>
                </c:pt>
                <c:pt idx="1510">
                  <c:v>102.5</c:v>
                </c:pt>
                <c:pt idx="1511">
                  <c:v>102.5</c:v>
                </c:pt>
                <c:pt idx="1512">
                  <c:v>102.5</c:v>
                </c:pt>
                <c:pt idx="1513">
                  <c:v>102.5</c:v>
                </c:pt>
                <c:pt idx="1514">
                  <c:v>102.5</c:v>
                </c:pt>
                <c:pt idx="1515">
                  <c:v>102.5</c:v>
                </c:pt>
                <c:pt idx="1516">
                  <c:v>102.5</c:v>
                </c:pt>
                <c:pt idx="1517">
                  <c:v>102.5</c:v>
                </c:pt>
                <c:pt idx="1518">
                  <c:v>102.5</c:v>
                </c:pt>
                <c:pt idx="1519">
                  <c:v>102.5</c:v>
                </c:pt>
                <c:pt idx="1520">
                  <c:v>102.5</c:v>
                </c:pt>
                <c:pt idx="1521">
                  <c:v>102.5</c:v>
                </c:pt>
                <c:pt idx="1522">
                  <c:v>102.5</c:v>
                </c:pt>
                <c:pt idx="1523">
                  <c:v>102.5</c:v>
                </c:pt>
                <c:pt idx="1524">
                  <c:v>102.5</c:v>
                </c:pt>
                <c:pt idx="1525">
                  <c:v>102.5</c:v>
                </c:pt>
                <c:pt idx="1526">
                  <c:v>102.5</c:v>
                </c:pt>
                <c:pt idx="1527">
                  <c:v>102.5</c:v>
                </c:pt>
                <c:pt idx="1528">
                  <c:v>102.5</c:v>
                </c:pt>
                <c:pt idx="1529">
                  <c:v>102.5</c:v>
                </c:pt>
                <c:pt idx="1530">
                  <c:v>102.5</c:v>
                </c:pt>
                <c:pt idx="1531">
                  <c:v>102.5</c:v>
                </c:pt>
                <c:pt idx="1532">
                  <c:v>102.5</c:v>
                </c:pt>
                <c:pt idx="1533">
                  <c:v>102.5</c:v>
                </c:pt>
                <c:pt idx="1534">
                  <c:v>102.5</c:v>
                </c:pt>
                <c:pt idx="1535">
                  <c:v>102.5</c:v>
                </c:pt>
                <c:pt idx="1536">
                  <c:v>102.5</c:v>
                </c:pt>
                <c:pt idx="1537">
                  <c:v>102.5</c:v>
                </c:pt>
                <c:pt idx="1538">
                  <c:v>102.5</c:v>
                </c:pt>
                <c:pt idx="1539">
                  <c:v>102.5</c:v>
                </c:pt>
                <c:pt idx="1540">
                  <c:v>102.5</c:v>
                </c:pt>
                <c:pt idx="1541">
                  <c:v>102.5</c:v>
                </c:pt>
                <c:pt idx="1542">
                  <c:v>123.5</c:v>
                </c:pt>
                <c:pt idx="1543">
                  <c:v>123.5</c:v>
                </c:pt>
                <c:pt idx="1544">
                  <c:v>123.5</c:v>
                </c:pt>
                <c:pt idx="1545">
                  <c:v>123.5</c:v>
                </c:pt>
                <c:pt idx="1546">
                  <c:v>123.5</c:v>
                </c:pt>
                <c:pt idx="1547">
                  <c:v>123.5</c:v>
                </c:pt>
                <c:pt idx="1548">
                  <c:v>123.5</c:v>
                </c:pt>
                <c:pt idx="1549">
                  <c:v>123.5</c:v>
                </c:pt>
                <c:pt idx="1550">
                  <c:v>123.5</c:v>
                </c:pt>
                <c:pt idx="1551">
                  <c:v>123.5</c:v>
                </c:pt>
                <c:pt idx="1552">
                  <c:v>123.5</c:v>
                </c:pt>
                <c:pt idx="1553">
                  <c:v>123.5</c:v>
                </c:pt>
                <c:pt idx="1554">
                  <c:v>123.5</c:v>
                </c:pt>
                <c:pt idx="1555">
                  <c:v>123.5</c:v>
                </c:pt>
                <c:pt idx="1556">
                  <c:v>123.5</c:v>
                </c:pt>
                <c:pt idx="1557">
                  <c:v>123.5</c:v>
                </c:pt>
                <c:pt idx="1558">
                  <c:v>123.5</c:v>
                </c:pt>
                <c:pt idx="1559">
                  <c:v>123.5</c:v>
                </c:pt>
                <c:pt idx="1560">
                  <c:v>123.5</c:v>
                </c:pt>
                <c:pt idx="1561">
                  <c:v>123.5</c:v>
                </c:pt>
                <c:pt idx="1562">
                  <c:v>123.5</c:v>
                </c:pt>
                <c:pt idx="1563">
                  <c:v>123.5</c:v>
                </c:pt>
                <c:pt idx="1564">
                  <c:v>123.5</c:v>
                </c:pt>
                <c:pt idx="1565">
                  <c:v>123.5</c:v>
                </c:pt>
                <c:pt idx="1566">
                  <c:v>123.5</c:v>
                </c:pt>
                <c:pt idx="1567">
                  <c:v>123.5</c:v>
                </c:pt>
                <c:pt idx="1568">
                  <c:v>123.5</c:v>
                </c:pt>
                <c:pt idx="1569">
                  <c:v>123.5</c:v>
                </c:pt>
                <c:pt idx="1570">
                  <c:v>123.5</c:v>
                </c:pt>
                <c:pt idx="1571">
                  <c:v>123.5</c:v>
                </c:pt>
                <c:pt idx="1572">
                  <c:v>123.5</c:v>
                </c:pt>
                <c:pt idx="1573">
                  <c:v>123.5</c:v>
                </c:pt>
                <c:pt idx="1574">
                  <c:v>123.5</c:v>
                </c:pt>
                <c:pt idx="1575">
                  <c:v>123.5</c:v>
                </c:pt>
                <c:pt idx="1576">
                  <c:v>123.5</c:v>
                </c:pt>
                <c:pt idx="1577">
                  <c:v>123.5</c:v>
                </c:pt>
                <c:pt idx="1578">
                  <c:v>123.5</c:v>
                </c:pt>
                <c:pt idx="1579">
                  <c:v>123.5</c:v>
                </c:pt>
                <c:pt idx="1580">
                  <c:v>123.5</c:v>
                </c:pt>
                <c:pt idx="1581">
                  <c:v>123.5</c:v>
                </c:pt>
                <c:pt idx="1582">
                  <c:v>123.5</c:v>
                </c:pt>
                <c:pt idx="1583">
                  <c:v>123.5</c:v>
                </c:pt>
                <c:pt idx="1584">
                  <c:v>123.5</c:v>
                </c:pt>
                <c:pt idx="1585">
                  <c:v>123.5</c:v>
                </c:pt>
                <c:pt idx="1586">
                  <c:v>123.5</c:v>
                </c:pt>
                <c:pt idx="1587">
                  <c:v>123.5</c:v>
                </c:pt>
                <c:pt idx="1588">
                  <c:v>123.5</c:v>
                </c:pt>
                <c:pt idx="1589">
                  <c:v>123.5</c:v>
                </c:pt>
                <c:pt idx="1590">
                  <c:v>123.5</c:v>
                </c:pt>
                <c:pt idx="1591">
                  <c:v>123.5</c:v>
                </c:pt>
                <c:pt idx="1592">
                  <c:v>123.5</c:v>
                </c:pt>
                <c:pt idx="1593">
                  <c:v>123.5</c:v>
                </c:pt>
                <c:pt idx="1594">
                  <c:v>123.5</c:v>
                </c:pt>
                <c:pt idx="1595">
                  <c:v>123.5</c:v>
                </c:pt>
                <c:pt idx="1596">
                  <c:v>123.5</c:v>
                </c:pt>
                <c:pt idx="1597">
                  <c:v>123.5</c:v>
                </c:pt>
                <c:pt idx="1598">
                  <c:v>123.5</c:v>
                </c:pt>
                <c:pt idx="1599">
                  <c:v>123.5</c:v>
                </c:pt>
                <c:pt idx="1600">
                  <c:v>123.5</c:v>
                </c:pt>
                <c:pt idx="1601">
                  <c:v>123.5</c:v>
                </c:pt>
                <c:pt idx="1602">
                  <c:v>123.5</c:v>
                </c:pt>
                <c:pt idx="1603">
                  <c:v>123.5</c:v>
                </c:pt>
                <c:pt idx="1604">
                  <c:v>123.5</c:v>
                </c:pt>
                <c:pt idx="1605">
                  <c:v>123.5</c:v>
                </c:pt>
                <c:pt idx="1606">
                  <c:v>123.5</c:v>
                </c:pt>
                <c:pt idx="1607">
                  <c:v>123.5</c:v>
                </c:pt>
                <c:pt idx="1608">
                  <c:v>123.5</c:v>
                </c:pt>
                <c:pt idx="1609">
                  <c:v>123.5</c:v>
                </c:pt>
                <c:pt idx="1610">
                  <c:v>123.5</c:v>
                </c:pt>
                <c:pt idx="1611">
                  <c:v>123.5</c:v>
                </c:pt>
                <c:pt idx="1612">
                  <c:v>123.5</c:v>
                </c:pt>
                <c:pt idx="1613">
                  <c:v>123.5</c:v>
                </c:pt>
                <c:pt idx="1614">
                  <c:v>123.5</c:v>
                </c:pt>
                <c:pt idx="1615">
                  <c:v>123.5</c:v>
                </c:pt>
                <c:pt idx="1616">
                  <c:v>123.5</c:v>
                </c:pt>
                <c:pt idx="1617">
                  <c:v>123.5</c:v>
                </c:pt>
                <c:pt idx="1618">
                  <c:v>123.5</c:v>
                </c:pt>
                <c:pt idx="1619">
                  <c:v>123.5</c:v>
                </c:pt>
                <c:pt idx="1620">
                  <c:v>123.5</c:v>
                </c:pt>
                <c:pt idx="1621">
                  <c:v>123.5</c:v>
                </c:pt>
                <c:pt idx="1622">
                  <c:v>123.5</c:v>
                </c:pt>
                <c:pt idx="1623">
                  <c:v>123.5</c:v>
                </c:pt>
                <c:pt idx="1624">
                  <c:v>123.5</c:v>
                </c:pt>
                <c:pt idx="1625">
                  <c:v>123.5</c:v>
                </c:pt>
                <c:pt idx="1626">
                  <c:v>123.5</c:v>
                </c:pt>
                <c:pt idx="1627">
                  <c:v>123.5</c:v>
                </c:pt>
                <c:pt idx="1628">
                  <c:v>123.5</c:v>
                </c:pt>
                <c:pt idx="1629">
                  <c:v>123.5</c:v>
                </c:pt>
                <c:pt idx="1630">
                  <c:v>123.5</c:v>
                </c:pt>
                <c:pt idx="1631">
                  <c:v>123.5</c:v>
                </c:pt>
                <c:pt idx="1632">
                  <c:v>123.5</c:v>
                </c:pt>
                <c:pt idx="1633">
                  <c:v>123.5</c:v>
                </c:pt>
                <c:pt idx="1634">
                  <c:v>123.5</c:v>
                </c:pt>
                <c:pt idx="1635">
                  <c:v>123.5</c:v>
                </c:pt>
                <c:pt idx="1636">
                  <c:v>123.5</c:v>
                </c:pt>
                <c:pt idx="1637">
                  <c:v>123.5</c:v>
                </c:pt>
                <c:pt idx="1638">
                  <c:v>123.5</c:v>
                </c:pt>
                <c:pt idx="1639">
                  <c:v>123.5</c:v>
                </c:pt>
                <c:pt idx="1640">
                  <c:v>123.5</c:v>
                </c:pt>
                <c:pt idx="1641">
                  <c:v>123.5</c:v>
                </c:pt>
                <c:pt idx="1642">
                  <c:v>123.5</c:v>
                </c:pt>
                <c:pt idx="1643">
                  <c:v>123.5</c:v>
                </c:pt>
                <c:pt idx="1644">
                  <c:v>123.5</c:v>
                </c:pt>
                <c:pt idx="1645">
                  <c:v>123.5</c:v>
                </c:pt>
                <c:pt idx="1646">
                  <c:v>123.5</c:v>
                </c:pt>
                <c:pt idx="1647">
                  <c:v>123.5</c:v>
                </c:pt>
                <c:pt idx="1648">
                  <c:v>123.5</c:v>
                </c:pt>
                <c:pt idx="1649">
                  <c:v>123.5</c:v>
                </c:pt>
                <c:pt idx="1650">
                  <c:v>123.5</c:v>
                </c:pt>
                <c:pt idx="1651">
                  <c:v>123.5</c:v>
                </c:pt>
                <c:pt idx="1652">
                  <c:v>123.5</c:v>
                </c:pt>
                <c:pt idx="1653">
                  <c:v>123.5</c:v>
                </c:pt>
                <c:pt idx="1654">
                  <c:v>123.5</c:v>
                </c:pt>
                <c:pt idx="1655">
                  <c:v>123.5</c:v>
                </c:pt>
                <c:pt idx="1656">
                  <c:v>123.5</c:v>
                </c:pt>
                <c:pt idx="1657">
                  <c:v>123.5</c:v>
                </c:pt>
                <c:pt idx="1658">
                  <c:v>123.5</c:v>
                </c:pt>
                <c:pt idx="1659">
                  <c:v>123.5</c:v>
                </c:pt>
                <c:pt idx="1660">
                  <c:v>123.5</c:v>
                </c:pt>
                <c:pt idx="1661">
                  <c:v>123.5</c:v>
                </c:pt>
                <c:pt idx="1662">
                  <c:v>123.5</c:v>
                </c:pt>
                <c:pt idx="1663">
                  <c:v>123.5</c:v>
                </c:pt>
                <c:pt idx="1664">
                  <c:v>123.5</c:v>
                </c:pt>
                <c:pt idx="1665">
                  <c:v>123.5</c:v>
                </c:pt>
                <c:pt idx="1666">
                  <c:v>123.5</c:v>
                </c:pt>
                <c:pt idx="1667">
                  <c:v>123.5</c:v>
                </c:pt>
                <c:pt idx="1668">
                  <c:v>123.5</c:v>
                </c:pt>
                <c:pt idx="1669">
                  <c:v>123.5</c:v>
                </c:pt>
                <c:pt idx="1670">
                  <c:v>123.5</c:v>
                </c:pt>
                <c:pt idx="1671">
                  <c:v>123.5</c:v>
                </c:pt>
                <c:pt idx="1672">
                  <c:v>123.5</c:v>
                </c:pt>
                <c:pt idx="1673">
                  <c:v>123.5</c:v>
                </c:pt>
                <c:pt idx="1674">
                  <c:v>123.5</c:v>
                </c:pt>
                <c:pt idx="1675">
                  <c:v>123.5</c:v>
                </c:pt>
                <c:pt idx="1676">
                  <c:v>123.5</c:v>
                </c:pt>
                <c:pt idx="1677">
                  <c:v>123.5</c:v>
                </c:pt>
                <c:pt idx="1678">
                  <c:v>123.5</c:v>
                </c:pt>
                <c:pt idx="1679">
                  <c:v>123.5</c:v>
                </c:pt>
                <c:pt idx="1680">
                  <c:v>123.5</c:v>
                </c:pt>
                <c:pt idx="1681">
                  <c:v>123.5</c:v>
                </c:pt>
                <c:pt idx="1682">
                  <c:v>123.5</c:v>
                </c:pt>
                <c:pt idx="1683">
                  <c:v>123.5</c:v>
                </c:pt>
                <c:pt idx="1684">
                  <c:v>123.5</c:v>
                </c:pt>
                <c:pt idx="1685">
                  <c:v>123.5</c:v>
                </c:pt>
                <c:pt idx="1686">
                  <c:v>123.5</c:v>
                </c:pt>
                <c:pt idx="1687">
                  <c:v>123.5</c:v>
                </c:pt>
                <c:pt idx="1688">
                  <c:v>123.5</c:v>
                </c:pt>
                <c:pt idx="1689">
                  <c:v>123.5</c:v>
                </c:pt>
                <c:pt idx="1690">
                  <c:v>123.5</c:v>
                </c:pt>
                <c:pt idx="1691">
                  <c:v>123.5</c:v>
                </c:pt>
                <c:pt idx="1692">
                  <c:v>123.5</c:v>
                </c:pt>
                <c:pt idx="1693">
                  <c:v>143.5</c:v>
                </c:pt>
                <c:pt idx="1694">
                  <c:v>143.5</c:v>
                </c:pt>
                <c:pt idx="1695">
                  <c:v>143.5</c:v>
                </c:pt>
                <c:pt idx="1696">
                  <c:v>143.5</c:v>
                </c:pt>
                <c:pt idx="1697">
                  <c:v>143.5</c:v>
                </c:pt>
                <c:pt idx="1698">
                  <c:v>143.5</c:v>
                </c:pt>
                <c:pt idx="1699">
                  <c:v>143.5</c:v>
                </c:pt>
                <c:pt idx="1700">
                  <c:v>143.5</c:v>
                </c:pt>
                <c:pt idx="1701">
                  <c:v>143.5</c:v>
                </c:pt>
                <c:pt idx="1702">
                  <c:v>182.5</c:v>
                </c:pt>
                <c:pt idx="1703">
                  <c:v>182.5</c:v>
                </c:pt>
                <c:pt idx="1704">
                  <c:v>182.5</c:v>
                </c:pt>
                <c:pt idx="1705">
                  <c:v>182.5</c:v>
                </c:pt>
                <c:pt idx="1706">
                  <c:v>182.5</c:v>
                </c:pt>
                <c:pt idx="1707">
                  <c:v>182.5</c:v>
                </c:pt>
                <c:pt idx="1708">
                  <c:v>182.5</c:v>
                </c:pt>
                <c:pt idx="1709">
                  <c:v>182.5</c:v>
                </c:pt>
                <c:pt idx="1710">
                  <c:v>182.5</c:v>
                </c:pt>
                <c:pt idx="1711">
                  <c:v>182.5</c:v>
                </c:pt>
                <c:pt idx="1712">
                  <c:v>182.5</c:v>
                </c:pt>
                <c:pt idx="1713">
                  <c:v>182.5</c:v>
                </c:pt>
                <c:pt idx="1714">
                  <c:v>182.5</c:v>
                </c:pt>
                <c:pt idx="1715">
                  <c:v>182.5</c:v>
                </c:pt>
                <c:pt idx="1716">
                  <c:v>182.5</c:v>
                </c:pt>
                <c:pt idx="1717">
                  <c:v>182.5</c:v>
                </c:pt>
                <c:pt idx="1718">
                  <c:v>182.5</c:v>
                </c:pt>
                <c:pt idx="1719">
                  <c:v>182.5</c:v>
                </c:pt>
                <c:pt idx="1720">
                  <c:v>182.5</c:v>
                </c:pt>
                <c:pt idx="1721">
                  <c:v>182.5</c:v>
                </c:pt>
                <c:pt idx="1722">
                  <c:v>182.5</c:v>
                </c:pt>
                <c:pt idx="1723">
                  <c:v>182.5</c:v>
                </c:pt>
                <c:pt idx="1724">
                  <c:v>182.5</c:v>
                </c:pt>
                <c:pt idx="1725">
                  <c:v>182.5</c:v>
                </c:pt>
                <c:pt idx="1726">
                  <c:v>182.5</c:v>
                </c:pt>
                <c:pt idx="1727">
                  <c:v>182.5</c:v>
                </c:pt>
                <c:pt idx="1728">
                  <c:v>182.5</c:v>
                </c:pt>
                <c:pt idx="1729">
                  <c:v>182.5</c:v>
                </c:pt>
                <c:pt idx="1730">
                  <c:v>182.5</c:v>
                </c:pt>
                <c:pt idx="1731">
                  <c:v>182.5</c:v>
                </c:pt>
                <c:pt idx="1732">
                  <c:v>182.5</c:v>
                </c:pt>
                <c:pt idx="1733">
                  <c:v>182.5</c:v>
                </c:pt>
                <c:pt idx="1734">
                  <c:v>182.5</c:v>
                </c:pt>
                <c:pt idx="1735">
                  <c:v>182.5</c:v>
                </c:pt>
                <c:pt idx="1736">
                  <c:v>182.5</c:v>
                </c:pt>
                <c:pt idx="1737">
                  <c:v>182.5</c:v>
                </c:pt>
                <c:pt idx="1738">
                  <c:v>182.5</c:v>
                </c:pt>
                <c:pt idx="1739">
                  <c:v>182.5</c:v>
                </c:pt>
                <c:pt idx="1740">
                  <c:v>182.5</c:v>
                </c:pt>
                <c:pt idx="1741">
                  <c:v>182.5</c:v>
                </c:pt>
                <c:pt idx="1742">
                  <c:v>182.5</c:v>
                </c:pt>
                <c:pt idx="1743">
                  <c:v>182.5</c:v>
                </c:pt>
                <c:pt idx="1744">
                  <c:v>182.5</c:v>
                </c:pt>
                <c:pt idx="1745">
                  <c:v>182.5</c:v>
                </c:pt>
                <c:pt idx="1746">
                  <c:v>182.5</c:v>
                </c:pt>
                <c:pt idx="1747">
                  <c:v>182.5</c:v>
                </c:pt>
                <c:pt idx="1748">
                  <c:v>182.5</c:v>
                </c:pt>
                <c:pt idx="1749">
                  <c:v>182.5</c:v>
                </c:pt>
                <c:pt idx="1750">
                  <c:v>182.5</c:v>
                </c:pt>
                <c:pt idx="1751">
                  <c:v>182.5</c:v>
                </c:pt>
                <c:pt idx="1752">
                  <c:v>182.5</c:v>
                </c:pt>
                <c:pt idx="1753">
                  <c:v>182.5</c:v>
                </c:pt>
                <c:pt idx="1754">
                  <c:v>182.5</c:v>
                </c:pt>
                <c:pt idx="1755">
                  <c:v>182.5</c:v>
                </c:pt>
                <c:pt idx="1756">
                  <c:v>182.5</c:v>
                </c:pt>
                <c:pt idx="1757">
                  <c:v>182.5</c:v>
                </c:pt>
                <c:pt idx="1758">
                  <c:v>182.5</c:v>
                </c:pt>
                <c:pt idx="1759">
                  <c:v>182.5</c:v>
                </c:pt>
                <c:pt idx="1760">
                  <c:v>182.5</c:v>
                </c:pt>
                <c:pt idx="1761">
                  <c:v>182.5</c:v>
                </c:pt>
                <c:pt idx="1762">
                  <c:v>182.5</c:v>
                </c:pt>
                <c:pt idx="1763">
                  <c:v>182.5</c:v>
                </c:pt>
                <c:pt idx="1764">
                  <c:v>182.5</c:v>
                </c:pt>
                <c:pt idx="1765">
                  <c:v>182.5</c:v>
                </c:pt>
                <c:pt idx="1766">
                  <c:v>182.5</c:v>
                </c:pt>
                <c:pt idx="1767">
                  <c:v>182.5</c:v>
                </c:pt>
                <c:pt idx="1768">
                  <c:v>182.5</c:v>
                </c:pt>
                <c:pt idx="1769">
                  <c:v>182.5</c:v>
                </c:pt>
                <c:pt idx="1770">
                  <c:v>182.5</c:v>
                </c:pt>
                <c:pt idx="1771">
                  <c:v>182.5</c:v>
                </c:pt>
                <c:pt idx="1772">
                  <c:v>182.5</c:v>
                </c:pt>
                <c:pt idx="1773">
                  <c:v>182.5</c:v>
                </c:pt>
                <c:pt idx="1774">
                  <c:v>182.5</c:v>
                </c:pt>
                <c:pt idx="1775">
                  <c:v>182.5</c:v>
                </c:pt>
                <c:pt idx="1776">
                  <c:v>182.5</c:v>
                </c:pt>
                <c:pt idx="1777">
                  <c:v>182.5</c:v>
                </c:pt>
                <c:pt idx="1778">
                  <c:v>182.5</c:v>
                </c:pt>
                <c:pt idx="1779">
                  <c:v>182.5</c:v>
                </c:pt>
                <c:pt idx="1780">
                  <c:v>182.5</c:v>
                </c:pt>
                <c:pt idx="1781">
                  <c:v>182.5</c:v>
                </c:pt>
                <c:pt idx="1782">
                  <c:v>182.5</c:v>
                </c:pt>
                <c:pt idx="1783">
                  <c:v>182.5</c:v>
                </c:pt>
                <c:pt idx="1784">
                  <c:v>182.5</c:v>
                </c:pt>
                <c:pt idx="1785">
                  <c:v>182.5</c:v>
                </c:pt>
                <c:pt idx="1786">
                  <c:v>182.5</c:v>
                </c:pt>
                <c:pt idx="1787">
                  <c:v>182.5</c:v>
                </c:pt>
                <c:pt idx="1788">
                  <c:v>182.5</c:v>
                </c:pt>
                <c:pt idx="1789">
                  <c:v>182.5</c:v>
                </c:pt>
                <c:pt idx="1790">
                  <c:v>182.5</c:v>
                </c:pt>
                <c:pt idx="1791">
                  <c:v>182.5</c:v>
                </c:pt>
                <c:pt idx="1792">
                  <c:v>182.5</c:v>
                </c:pt>
                <c:pt idx="1793">
                  <c:v>182.5</c:v>
                </c:pt>
                <c:pt idx="1794">
                  <c:v>182.5</c:v>
                </c:pt>
                <c:pt idx="1795">
                  <c:v>182.5</c:v>
                </c:pt>
                <c:pt idx="1796">
                  <c:v>182.5</c:v>
                </c:pt>
                <c:pt idx="1797">
                  <c:v>182.5</c:v>
                </c:pt>
                <c:pt idx="1798">
                  <c:v>182.5</c:v>
                </c:pt>
                <c:pt idx="1799">
                  <c:v>182.5</c:v>
                </c:pt>
                <c:pt idx="1800">
                  <c:v>182.5</c:v>
                </c:pt>
                <c:pt idx="1801">
                  <c:v>182.5</c:v>
                </c:pt>
                <c:pt idx="1802">
                  <c:v>182.5</c:v>
                </c:pt>
                <c:pt idx="1803">
                  <c:v>182.5</c:v>
                </c:pt>
                <c:pt idx="1804">
                  <c:v>182.5</c:v>
                </c:pt>
                <c:pt idx="1805">
                  <c:v>182.5</c:v>
                </c:pt>
                <c:pt idx="1806">
                  <c:v>182.5</c:v>
                </c:pt>
                <c:pt idx="1807">
                  <c:v>205</c:v>
                </c:pt>
                <c:pt idx="1808">
                  <c:v>205</c:v>
                </c:pt>
                <c:pt idx="1809">
                  <c:v>205</c:v>
                </c:pt>
                <c:pt idx="1810">
                  <c:v>205</c:v>
                </c:pt>
                <c:pt idx="1811">
                  <c:v>205</c:v>
                </c:pt>
                <c:pt idx="1812">
                  <c:v>205</c:v>
                </c:pt>
                <c:pt idx="1813">
                  <c:v>205</c:v>
                </c:pt>
                <c:pt idx="1814">
                  <c:v>205</c:v>
                </c:pt>
                <c:pt idx="1815">
                  <c:v>205</c:v>
                </c:pt>
                <c:pt idx="1816">
                  <c:v>205</c:v>
                </c:pt>
                <c:pt idx="1817">
                  <c:v>205</c:v>
                </c:pt>
                <c:pt idx="1818">
                  <c:v>205</c:v>
                </c:pt>
                <c:pt idx="1819">
                  <c:v>205</c:v>
                </c:pt>
                <c:pt idx="1820">
                  <c:v>205</c:v>
                </c:pt>
                <c:pt idx="1821">
                  <c:v>205</c:v>
                </c:pt>
                <c:pt idx="1822">
                  <c:v>205</c:v>
                </c:pt>
                <c:pt idx="1823">
                  <c:v>205</c:v>
                </c:pt>
                <c:pt idx="1824">
                  <c:v>205</c:v>
                </c:pt>
                <c:pt idx="1825">
                  <c:v>205</c:v>
                </c:pt>
                <c:pt idx="1826">
                  <c:v>205</c:v>
                </c:pt>
                <c:pt idx="1827">
                  <c:v>205</c:v>
                </c:pt>
                <c:pt idx="1828">
                  <c:v>205</c:v>
                </c:pt>
                <c:pt idx="1829">
                  <c:v>205</c:v>
                </c:pt>
                <c:pt idx="1830">
                  <c:v>205</c:v>
                </c:pt>
                <c:pt idx="1831">
                  <c:v>205</c:v>
                </c:pt>
                <c:pt idx="1832">
                  <c:v>205</c:v>
                </c:pt>
                <c:pt idx="1833">
                  <c:v>205</c:v>
                </c:pt>
                <c:pt idx="1834">
                  <c:v>205</c:v>
                </c:pt>
                <c:pt idx="1835">
                  <c:v>205</c:v>
                </c:pt>
                <c:pt idx="1836">
                  <c:v>205</c:v>
                </c:pt>
                <c:pt idx="1837">
                  <c:v>205</c:v>
                </c:pt>
                <c:pt idx="1838">
                  <c:v>205</c:v>
                </c:pt>
                <c:pt idx="1839">
                  <c:v>205</c:v>
                </c:pt>
                <c:pt idx="1840">
                  <c:v>205</c:v>
                </c:pt>
                <c:pt idx="1841">
                  <c:v>205</c:v>
                </c:pt>
                <c:pt idx="1842">
                  <c:v>205</c:v>
                </c:pt>
                <c:pt idx="1843">
                  <c:v>205</c:v>
                </c:pt>
                <c:pt idx="1844">
                  <c:v>205</c:v>
                </c:pt>
                <c:pt idx="1845">
                  <c:v>205</c:v>
                </c:pt>
                <c:pt idx="1846">
                  <c:v>205</c:v>
                </c:pt>
                <c:pt idx="1847">
                  <c:v>205</c:v>
                </c:pt>
                <c:pt idx="1848">
                  <c:v>205</c:v>
                </c:pt>
                <c:pt idx="1849">
                  <c:v>205</c:v>
                </c:pt>
                <c:pt idx="1850">
                  <c:v>205</c:v>
                </c:pt>
                <c:pt idx="1851">
                  <c:v>205</c:v>
                </c:pt>
                <c:pt idx="1852">
                  <c:v>205</c:v>
                </c:pt>
                <c:pt idx="1853">
                  <c:v>205</c:v>
                </c:pt>
                <c:pt idx="1854">
                  <c:v>205</c:v>
                </c:pt>
                <c:pt idx="1855">
                  <c:v>205</c:v>
                </c:pt>
                <c:pt idx="1856">
                  <c:v>205</c:v>
                </c:pt>
                <c:pt idx="1857">
                  <c:v>205</c:v>
                </c:pt>
                <c:pt idx="1858">
                  <c:v>205</c:v>
                </c:pt>
                <c:pt idx="1859">
                  <c:v>205</c:v>
                </c:pt>
                <c:pt idx="1860">
                  <c:v>205</c:v>
                </c:pt>
                <c:pt idx="1861">
                  <c:v>205</c:v>
                </c:pt>
                <c:pt idx="1862">
                  <c:v>205</c:v>
                </c:pt>
                <c:pt idx="1863">
                  <c:v>205</c:v>
                </c:pt>
                <c:pt idx="1864">
                  <c:v>205</c:v>
                </c:pt>
                <c:pt idx="1865">
                  <c:v>205</c:v>
                </c:pt>
                <c:pt idx="1866">
                  <c:v>205</c:v>
                </c:pt>
                <c:pt idx="1867">
                  <c:v>205</c:v>
                </c:pt>
                <c:pt idx="1868">
                  <c:v>205</c:v>
                </c:pt>
                <c:pt idx="1869">
                  <c:v>205</c:v>
                </c:pt>
                <c:pt idx="1870">
                  <c:v>205</c:v>
                </c:pt>
                <c:pt idx="1871">
                  <c:v>205</c:v>
                </c:pt>
                <c:pt idx="1872">
                  <c:v>205</c:v>
                </c:pt>
                <c:pt idx="1873">
                  <c:v>205</c:v>
                </c:pt>
                <c:pt idx="1874">
                  <c:v>205</c:v>
                </c:pt>
                <c:pt idx="1875">
                  <c:v>205</c:v>
                </c:pt>
                <c:pt idx="1876">
                  <c:v>205</c:v>
                </c:pt>
                <c:pt idx="1877">
                  <c:v>205</c:v>
                </c:pt>
                <c:pt idx="1878">
                  <c:v>205</c:v>
                </c:pt>
                <c:pt idx="1879">
                  <c:v>205</c:v>
                </c:pt>
                <c:pt idx="1880">
                  <c:v>205</c:v>
                </c:pt>
                <c:pt idx="1881">
                  <c:v>205</c:v>
                </c:pt>
                <c:pt idx="1882">
                  <c:v>205</c:v>
                </c:pt>
                <c:pt idx="1883">
                  <c:v>205</c:v>
                </c:pt>
                <c:pt idx="1884">
                  <c:v>205</c:v>
                </c:pt>
                <c:pt idx="1885">
                  <c:v>205</c:v>
                </c:pt>
                <c:pt idx="1886">
                  <c:v>205</c:v>
                </c:pt>
                <c:pt idx="1887">
                  <c:v>205</c:v>
                </c:pt>
                <c:pt idx="1888">
                  <c:v>205</c:v>
                </c:pt>
                <c:pt idx="1889">
                  <c:v>205</c:v>
                </c:pt>
                <c:pt idx="1890">
                  <c:v>205</c:v>
                </c:pt>
                <c:pt idx="1891">
                  <c:v>205</c:v>
                </c:pt>
                <c:pt idx="1892">
                  <c:v>205</c:v>
                </c:pt>
                <c:pt idx="1893">
                  <c:v>205</c:v>
                </c:pt>
                <c:pt idx="1894">
                  <c:v>205</c:v>
                </c:pt>
                <c:pt idx="1895">
                  <c:v>205</c:v>
                </c:pt>
                <c:pt idx="1896">
                  <c:v>205</c:v>
                </c:pt>
                <c:pt idx="1897">
                  <c:v>205</c:v>
                </c:pt>
                <c:pt idx="1898">
                  <c:v>205</c:v>
                </c:pt>
                <c:pt idx="1899">
                  <c:v>205</c:v>
                </c:pt>
                <c:pt idx="1900">
                  <c:v>205</c:v>
                </c:pt>
                <c:pt idx="1901">
                  <c:v>205</c:v>
                </c:pt>
                <c:pt idx="1902">
                  <c:v>205</c:v>
                </c:pt>
                <c:pt idx="1903">
                  <c:v>205</c:v>
                </c:pt>
                <c:pt idx="1904">
                  <c:v>205</c:v>
                </c:pt>
                <c:pt idx="1905">
                  <c:v>205</c:v>
                </c:pt>
                <c:pt idx="1906">
                  <c:v>205</c:v>
                </c:pt>
                <c:pt idx="1907">
                  <c:v>205</c:v>
                </c:pt>
                <c:pt idx="1908">
                  <c:v>205</c:v>
                </c:pt>
                <c:pt idx="1909">
                  <c:v>205</c:v>
                </c:pt>
                <c:pt idx="1910">
                  <c:v>205</c:v>
                </c:pt>
                <c:pt idx="1911">
                  <c:v>205</c:v>
                </c:pt>
                <c:pt idx="1912">
                  <c:v>205</c:v>
                </c:pt>
                <c:pt idx="1913">
                  <c:v>205</c:v>
                </c:pt>
                <c:pt idx="1914">
                  <c:v>205</c:v>
                </c:pt>
                <c:pt idx="1915">
                  <c:v>205</c:v>
                </c:pt>
                <c:pt idx="1916">
                  <c:v>205</c:v>
                </c:pt>
                <c:pt idx="1917">
                  <c:v>205</c:v>
                </c:pt>
                <c:pt idx="1918">
                  <c:v>205</c:v>
                </c:pt>
                <c:pt idx="1919">
                  <c:v>205</c:v>
                </c:pt>
                <c:pt idx="1920">
                  <c:v>205</c:v>
                </c:pt>
                <c:pt idx="1921">
                  <c:v>205</c:v>
                </c:pt>
                <c:pt idx="1922">
                  <c:v>205</c:v>
                </c:pt>
                <c:pt idx="1923">
                  <c:v>205</c:v>
                </c:pt>
                <c:pt idx="1924">
                  <c:v>205</c:v>
                </c:pt>
                <c:pt idx="1925">
                  <c:v>205</c:v>
                </c:pt>
                <c:pt idx="1926">
                  <c:v>297.5</c:v>
                </c:pt>
                <c:pt idx="1927">
                  <c:v>297.5</c:v>
                </c:pt>
                <c:pt idx="1928">
                  <c:v>297.5</c:v>
                </c:pt>
                <c:pt idx="1929">
                  <c:v>297.5</c:v>
                </c:pt>
                <c:pt idx="1930">
                  <c:v>297.5</c:v>
                </c:pt>
                <c:pt idx="1931">
                  <c:v>297.5</c:v>
                </c:pt>
                <c:pt idx="1932">
                  <c:v>297.5</c:v>
                </c:pt>
                <c:pt idx="1933">
                  <c:v>297.5</c:v>
                </c:pt>
                <c:pt idx="1934">
                  <c:v>297.5</c:v>
                </c:pt>
                <c:pt idx="1935">
                  <c:v>297.5</c:v>
                </c:pt>
                <c:pt idx="1936">
                  <c:v>297.5</c:v>
                </c:pt>
                <c:pt idx="1937">
                  <c:v>297.5</c:v>
                </c:pt>
                <c:pt idx="1938">
                  <c:v>297.5</c:v>
                </c:pt>
                <c:pt idx="1939">
                  <c:v>297.5</c:v>
                </c:pt>
                <c:pt idx="1940">
                  <c:v>297.5</c:v>
                </c:pt>
                <c:pt idx="1941">
                  <c:v>297.5</c:v>
                </c:pt>
                <c:pt idx="1942">
                  <c:v>297.5</c:v>
                </c:pt>
                <c:pt idx="1943">
                  <c:v>297.5</c:v>
                </c:pt>
                <c:pt idx="1944">
                  <c:v>297.5</c:v>
                </c:pt>
                <c:pt idx="1945">
                  <c:v>297.5</c:v>
                </c:pt>
                <c:pt idx="1946">
                  <c:v>297.5</c:v>
                </c:pt>
                <c:pt idx="1947">
                  <c:v>297.5</c:v>
                </c:pt>
                <c:pt idx="1948">
                  <c:v>297.5</c:v>
                </c:pt>
                <c:pt idx="1949">
                  <c:v>297.5</c:v>
                </c:pt>
                <c:pt idx="1950">
                  <c:v>297.5</c:v>
                </c:pt>
                <c:pt idx="1951">
                  <c:v>297.5</c:v>
                </c:pt>
                <c:pt idx="1952">
                  <c:v>297.5</c:v>
                </c:pt>
                <c:pt idx="1953">
                  <c:v>297.5</c:v>
                </c:pt>
                <c:pt idx="1954">
                  <c:v>297.5</c:v>
                </c:pt>
                <c:pt idx="1955">
                  <c:v>297.5</c:v>
                </c:pt>
                <c:pt idx="1956">
                  <c:v>297.5</c:v>
                </c:pt>
                <c:pt idx="1957">
                  <c:v>297.5</c:v>
                </c:pt>
                <c:pt idx="1958">
                  <c:v>297.5</c:v>
                </c:pt>
                <c:pt idx="1959">
                  <c:v>297.5</c:v>
                </c:pt>
                <c:pt idx="1960">
                  <c:v>297.5</c:v>
                </c:pt>
                <c:pt idx="1961">
                  <c:v>297.5</c:v>
                </c:pt>
                <c:pt idx="1962">
                  <c:v>297.5</c:v>
                </c:pt>
                <c:pt idx="1963">
                  <c:v>297.5</c:v>
                </c:pt>
                <c:pt idx="1964">
                  <c:v>297.5</c:v>
                </c:pt>
                <c:pt idx="1965">
                  <c:v>297.5</c:v>
                </c:pt>
                <c:pt idx="1966">
                  <c:v>297.5</c:v>
                </c:pt>
                <c:pt idx="1967">
                  <c:v>297.5</c:v>
                </c:pt>
                <c:pt idx="1968">
                  <c:v>297.5</c:v>
                </c:pt>
                <c:pt idx="1969">
                  <c:v>297.5</c:v>
                </c:pt>
                <c:pt idx="1970">
                  <c:v>297.5</c:v>
                </c:pt>
                <c:pt idx="1971">
                  <c:v>297.5</c:v>
                </c:pt>
                <c:pt idx="1972">
                  <c:v>297.5</c:v>
                </c:pt>
                <c:pt idx="1973">
                  <c:v>297.5</c:v>
                </c:pt>
                <c:pt idx="1974">
                  <c:v>297.5</c:v>
                </c:pt>
                <c:pt idx="1975">
                  <c:v>297.5</c:v>
                </c:pt>
                <c:pt idx="1976">
                  <c:v>297.5</c:v>
                </c:pt>
                <c:pt idx="1977">
                  <c:v>297.5</c:v>
                </c:pt>
                <c:pt idx="1978">
                  <c:v>297.5</c:v>
                </c:pt>
                <c:pt idx="1979">
                  <c:v>297.5</c:v>
                </c:pt>
                <c:pt idx="1980">
                  <c:v>297.5</c:v>
                </c:pt>
                <c:pt idx="1981">
                  <c:v>297.5</c:v>
                </c:pt>
                <c:pt idx="1982">
                  <c:v>297.5</c:v>
                </c:pt>
                <c:pt idx="1983">
                  <c:v>297.5</c:v>
                </c:pt>
                <c:pt idx="1984">
                  <c:v>297.5</c:v>
                </c:pt>
                <c:pt idx="1985">
                  <c:v>297.5</c:v>
                </c:pt>
                <c:pt idx="1986">
                  <c:v>297.5</c:v>
                </c:pt>
                <c:pt idx="1987">
                  <c:v>297.5</c:v>
                </c:pt>
                <c:pt idx="1988">
                  <c:v>297.5</c:v>
                </c:pt>
                <c:pt idx="1989">
                  <c:v>297.5</c:v>
                </c:pt>
                <c:pt idx="1990">
                  <c:v>297.5</c:v>
                </c:pt>
                <c:pt idx="1991">
                  <c:v>297.5</c:v>
                </c:pt>
                <c:pt idx="1992">
                  <c:v>297.5</c:v>
                </c:pt>
                <c:pt idx="1993">
                  <c:v>297.5</c:v>
                </c:pt>
                <c:pt idx="1994">
                  <c:v>297.5</c:v>
                </c:pt>
                <c:pt idx="1995">
                  <c:v>297.5</c:v>
                </c:pt>
                <c:pt idx="1996">
                  <c:v>297.5</c:v>
                </c:pt>
                <c:pt idx="1997">
                  <c:v>297.5</c:v>
                </c:pt>
                <c:pt idx="1998">
                  <c:v>297.5</c:v>
                </c:pt>
                <c:pt idx="1999">
                  <c:v>297.5</c:v>
                </c:pt>
                <c:pt idx="2000">
                  <c:v>297.5</c:v>
                </c:pt>
                <c:pt idx="2001">
                  <c:v>297.5</c:v>
                </c:pt>
                <c:pt idx="2002">
                  <c:v>297.5</c:v>
                </c:pt>
                <c:pt idx="2003">
                  <c:v>297.5</c:v>
                </c:pt>
                <c:pt idx="2004">
                  <c:v>297.5</c:v>
                </c:pt>
                <c:pt idx="2005">
                  <c:v>297.5</c:v>
                </c:pt>
                <c:pt idx="2006">
                  <c:v>297.5</c:v>
                </c:pt>
                <c:pt idx="2007">
                  <c:v>297.5</c:v>
                </c:pt>
                <c:pt idx="2008">
                  <c:v>297.5</c:v>
                </c:pt>
                <c:pt idx="2009">
                  <c:v>297.5</c:v>
                </c:pt>
                <c:pt idx="2010">
                  <c:v>297.5</c:v>
                </c:pt>
                <c:pt idx="2011">
                  <c:v>297.5</c:v>
                </c:pt>
                <c:pt idx="2012">
                  <c:v>297.5</c:v>
                </c:pt>
                <c:pt idx="2013">
                  <c:v>297.5</c:v>
                </c:pt>
                <c:pt idx="2014">
                  <c:v>297.5</c:v>
                </c:pt>
                <c:pt idx="2015">
                  <c:v>297.5</c:v>
                </c:pt>
                <c:pt idx="2016">
                  <c:v>297.5</c:v>
                </c:pt>
                <c:pt idx="2017">
                  <c:v>297.5</c:v>
                </c:pt>
                <c:pt idx="2018">
                  <c:v>297.5</c:v>
                </c:pt>
                <c:pt idx="2019">
                  <c:v>297.5</c:v>
                </c:pt>
                <c:pt idx="2020">
                  <c:v>297.5</c:v>
                </c:pt>
                <c:pt idx="2021">
                  <c:v>297.5</c:v>
                </c:pt>
                <c:pt idx="2022">
                  <c:v>297.5</c:v>
                </c:pt>
                <c:pt idx="2023">
                  <c:v>297.5</c:v>
                </c:pt>
                <c:pt idx="2024" formatCode="0">
                  <c:v>297.5</c:v>
                </c:pt>
                <c:pt idx="2025" formatCode="0">
                  <c:v>297.5</c:v>
                </c:pt>
                <c:pt idx="2026" formatCode="0">
                  <c:v>297.5</c:v>
                </c:pt>
                <c:pt idx="2027" formatCode="0">
                  <c:v>297.5</c:v>
                </c:pt>
                <c:pt idx="2028" formatCode="0">
                  <c:v>297.5</c:v>
                </c:pt>
                <c:pt idx="2029" formatCode="0">
                  <c:v>297.5</c:v>
                </c:pt>
                <c:pt idx="2030" formatCode="0">
                  <c:v>297.5</c:v>
                </c:pt>
                <c:pt idx="2031" formatCode="0">
                  <c:v>297.5</c:v>
                </c:pt>
                <c:pt idx="2032" formatCode="0">
                  <c:v>297.5</c:v>
                </c:pt>
                <c:pt idx="2033" formatCode="0">
                  <c:v>297.5</c:v>
                </c:pt>
                <c:pt idx="2034" formatCode="0">
                  <c:v>297.5</c:v>
                </c:pt>
                <c:pt idx="2035" formatCode="0">
                  <c:v>297.5</c:v>
                </c:pt>
                <c:pt idx="2036" formatCode="0">
                  <c:v>297.5</c:v>
                </c:pt>
                <c:pt idx="2037" formatCode="0">
                  <c:v>297.5</c:v>
                </c:pt>
                <c:pt idx="2038" formatCode="0">
                  <c:v>297.5</c:v>
                </c:pt>
                <c:pt idx="2039" formatCode="0">
                  <c:v>297.5</c:v>
                </c:pt>
                <c:pt idx="2040" formatCode="0">
                  <c:v>297.5</c:v>
                </c:pt>
                <c:pt idx="2041" formatCode="0">
                  <c:v>297.5</c:v>
                </c:pt>
                <c:pt idx="2042" formatCode="0">
                  <c:v>297.5</c:v>
                </c:pt>
                <c:pt idx="2043" formatCode="0">
                  <c:v>297.5</c:v>
                </c:pt>
                <c:pt idx="2044" formatCode="0">
                  <c:v>297.5</c:v>
                </c:pt>
                <c:pt idx="2045" formatCode="0">
                  <c:v>297.5</c:v>
                </c:pt>
                <c:pt idx="2046" formatCode="0">
                  <c:v>297.5</c:v>
                </c:pt>
                <c:pt idx="2047" formatCode="0">
                  <c:v>297.5</c:v>
                </c:pt>
                <c:pt idx="2048" formatCode="0">
                  <c:v>297.5</c:v>
                </c:pt>
                <c:pt idx="2049" formatCode="0">
                  <c:v>297.5</c:v>
                </c:pt>
                <c:pt idx="2050" formatCode="0">
                  <c:v>297.5</c:v>
                </c:pt>
                <c:pt idx="2051" formatCode="0">
                  <c:v>297.5</c:v>
                </c:pt>
                <c:pt idx="2052" formatCode="0">
                  <c:v>297.5</c:v>
                </c:pt>
                <c:pt idx="2053" formatCode="0">
                  <c:v>297.5</c:v>
                </c:pt>
                <c:pt idx="2054" formatCode="0">
                  <c:v>297.5</c:v>
                </c:pt>
                <c:pt idx="2055" formatCode="0">
                  <c:v>297.5</c:v>
                </c:pt>
                <c:pt idx="2056" formatCode="0">
                  <c:v>297.5</c:v>
                </c:pt>
                <c:pt idx="2057" formatCode="0">
                  <c:v>297.5</c:v>
                </c:pt>
                <c:pt idx="2058" formatCode="0">
                  <c:v>297.5</c:v>
                </c:pt>
                <c:pt idx="2059" formatCode="0">
                  <c:v>297.5</c:v>
                </c:pt>
                <c:pt idx="2060" formatCode="0">
                  <c:v>297.5</c:v>
                </c:pt>
                <c:pt idx="2061" formatCode="0">
                  <c:v>297.5</c:v>
                </c:pt>
                <c:pt idx="2062" formatCode="0">
                  <c:v>297.5</c:v>
                </c:pt>
                <c:pt idx="2063" formatCode="0">
                  <c:v>297.5</c:v>
                </c:pt>
                <c:pt idx="2064" formatCode="0">
                  <c:v>297.5</c:v>
                </c:pt>
                <c:pt idx="2065" formatCode="0">
                  <c:v>297.5</c:v>
                </c:pt>
                <c:pt idx="2066" formatCode="0">
                  <c:v>297.5</c:v>
                </c:pt>
                <c:pt idx="2067" formatCode="0">
                  <c:v>297.5</c:v>
                </c:pt>
                <c:pt idx="2068" formatCode="0">
                  <c:v>297.5</c:v>
                </c:pt>
                <c:pt idx="2069" formatCode="0">
                  <c:v>297.5</c:v>
                </c:pt>
                <c:pt idx="2070" formatCode="0">
                  <c:v>297.5</c:v>
                </c:pt>
                <c:pt idx="2071" formatCode="0">
                  <c:v>297.5</c:v>
                </c:pt>
                <c:pt idx="2072" formatCode="0">
                  <c:v>297.5</c:v>
                </c:pt>
                <c:pt idx="2073" formatCode="0">
                  <c:v>297.5</c:v>
                </c:pt>
                <c:pt idx="2074" formatCode="0">
                  <c:v>297.5</c:v>
                </c:pt>
                <c:pt idx="2075" formatCode="0">
                  <c:v>297.5</c:v>
                </c:pt>
                <c:pt idx="2076" formatCode="0">
                  <c:v>297.5</c:v>
                </c:pt>
                <c:pt idx="2077" formatCode="0">
                  <c:v>297.5</c:v>
                </c:pt>
                <c:pt idx="2078" formatCode="0">
                  <c:v>297.5</c:v>
                </c:pt>
                <c:pt idx="2079" formatCode="0">
                  <c:v>297.5</c:v>
                </c:pt>
                <c:pt idx="2080" formatCode="0">
                  <c:v>297.5</c:v>
                </c:pt>
                <c:pt idx="2081" formatCode="0">
                  <c:v>301</c:v>
                </c:pt>
                <c:pt idx="2082" formatCode="0">
                  <c:v>301</c:v>
                </c:pt>
                <c:pt idx="2083" formatCode="0">
                  <c:v>301</c:v>
                </c:pt>
                <c:pt idx="2084" formatCode="0">
                  <c:v>301</c:v>
                </c:pt>
                <c:pt idx="2085" formatCode="0">
                  <c:v>301</c:v>
                </c:pt>
                <c:pt idx="2086" formatCode="0">
                  <c:v>301</c:v>
                </c:pt>
                <c:pt idx="2087" formatCode="0">
                  <c:v>301</c:v>
                </c:pt>
                <c:pt idx="2088" formatCode="0">
                  <c:v>301</c:v>
                </c:pt>
                <c:pt idx="2089" formatCode="0">
                  <c:v>301</c:v>
                </c:pt>
                <c:pt idx="2090" formatCode="0">
                  <c:v>301</c:v>
                </c:pt>
                <c:pt idx="2091" formatCode="0">
                  <c:v>301</c:v>
                </c:pt>
                <c:pt idx="2092" formatCode="0">
                  <c:v>301</c:v>
                </c:pt>
                <c:pt idx="2093" formatCode="0">
                  <c:v>301</c:v>
                </c:pt>
                <c:pt idx="2094" formatCode="0">
                  <c:v>301</c:v>
                </c:pt>
                <c:pt idx="2095" formatCode="0">
                  <c:v>301</c:v>
                </c:pt>
                <c:pt idx="2096" formatCode="0">
                  <c:v>301</c:v>
                </c:pt>
                <c:pt idx="2097" formatCode="0">
                  <c:v>301</c:v>
                </c:pt>
                <c:pt idx="2098" formatCode="0">
                  <c:v>301</c:v>
                </c:pt>
                <c:pt idx="2099" formatCode="0">
                  <c:v>301</c:v>
                </c:pt>
                <c:pt idx="2100" formatCode="0">
                  <c:v>301</c:v>
                </c:pt>
                <c:pt idx="2101" formatCode="0">
                  <c:v>301</c:v>
                </c:pt>
                <c:pt idx="2102" formatCode="0">
                  <c:v>301</c:v>
                </c:pt>
                <c:pt idx="2103" formatCode="0">
                  <c:v>301</c:v>
                </c:pt>
                <c:pt idx="2104" formatCode="0">
                  <c:v>301</c:v>
                </c:pt>
                <c:pt idx="2105" formatCode="0">
                  <c:v>301</c:v>
                </c:pt>
                <c:pt idx="2106" formatCode="0">
                  <c:v>301</c:v>
                </c:pt>
                <c:pt idx="2107" formatCode="0">
                  <c:v>314</c:v>
                </c:pt>
                <c:pt idx="2108" formatCode="0">
                  <c:v>314</c:v>
                </c:pt>
                <c:pt idx="2109" formatCode="0">
                  <c:v>314</c:v>
                </c:pt>
                <c:pt idx="2110" formatCode="0">
                  <c:v>314</c:v>
                </c:pt>
                <c:pt idx="2111" formatCode="0">
                  <c:v>314</c:v>
                </c:pt>
                <c:pt idx="2112" formatCode="0">
                  <c:v>314</c:v>
                </c:pt>
                <c:pt idx="2113" formatCode="0">
                  <c:v>314</c:v>
                </c:pt>
                <c:pt idx="2114" formatCode="0">
                  <c:v>314</c:v>
                </c:pt>
                <c:pt idx="2115" formatCode="0">
                  <c:v>314</c:v>
                </c:pt>
                <c:pt idx="2116" formatCode="0">
                  <c:v>314</c:v>
                </c:pt>
                <c:pt idx="2117" formatCode="0">
                  <c:v>314</c:v>
                </c:pt>
                <c:pt idx="2118" formatCode="0">
                  <c:v>314</c:v>
                </c:pt>
                <c:pt idx="2119" formatCode="0">
                  <c:v>314</c:v>
                </c:pt>
                <c:pt idx="2120" formatCode="0">
                  <c:v>314</c:v>
                </c:pt>
                <c:pt idx="2121" formatCode="0">
                  <c:v>314</c:v>
                </c:pt>
                <c:pt idx="2122" formatCode="0">
                  <c:v>314</c:v>
                </c:pt>
                <c:pt idx="2123" formatCode="0">
                  <c:v>314</c:v>
                </c:pt>
                <c:pt idx="2124" formatCode="0">
                  <c:v>314</c:v>
                </c:pt>
                <c:pt idx="2125" formatCode="0">
                  <c:v>314</c:v>
                </c:pt>
                <c:pt idx="2126" formatCode="0">
                  <c:v>314</c:v>
                </c:pt>
                <c:pt idx="2127" formatCode="0">
                  <c:v>314</c:v>
                </c:pt>
                <c:pt idx="2128" formatCode="0">
                  <c:v>314</c:v>
                </c:pt>
                <c:pt idx="2129" formatCode="0">
                  <c:v>314</c:v>
                </c:pt>
                <c:pt idx="2130" formatCode="0">
                  <c:v>314</c:v>
                </c:pt>
                <c:pt idx="2131" formatCode="0">
                  <c:v>314</c:v>
                </c:pt>
                <c:pt idx="2132" formatCode="0">
                  <c:v>314</c:v>
                </c:pt>
                <c:pt idx="2133" formatCode="0">
                  <c:v>314</c:v>
                </c:pt>
                <c:pt idx="2134" formatCode="0">
                  <c:v>314</c:v>
                </c:pt>
                <c:pt idx="2135" formatCode="0">
                  <c:v>314</c:v>
                </c:pt>
                <c:pt idx="2136" formatCode="0">
                  <c:v>314</c:v>
                </c:pt>
                <c:pt idx="2137" formatCode="0">
                  <c:v>314</c:v>
                </c:pt>
                <c:pt idx="2138" formatCode="0">
                  <c:v>314</c:v>
                </c:pt>
                <c:pt idx="2139" formatCode="0">
                  <c:v>314</c:v>
                </c:pt>
                <c:pt idx="2140" formatCode="0">
                  <c:v>314</c:v>
                </c:pt>
                <c:pt idx="2141" formatCode="0">
                  <c:v>314</c:v>
                </c:pt>
                <c:pt idx="2142" formatCode="0">
                  <c:v>314</c:v>
                </c:pt>
                <c:pt idx="2143" formatCode="0">
                  <c:v>314</c:v>
                </c:pt>
                <c:pt idx="2144" formatCode="0">
                  <c:v>314</c:v>
                </c:pt>
                <c:pt idx="2145" formatCode="0">
                  <c:v>314</c:v>
                </c:pt>
                <c:pt idx="2146" formatCode="0">
                  <c:v>314</c:v>
                </c:pt>
                <c:pt idx="2147" formatCode="0">
                  <c:v>314</c:v>
                </c:pt>
                <c:pt idx="2148" formatCode="0">
                  <c:v>314</c:v>
                </c:pt>
                <c:pt idx="2149" formatCode="0">
                  <c:v>314</c:v>
                </c:pt>
                <c:pt idx="2150" formatCode="0">
                  <c:v>314</c:v>
                </c:pt>
                <c:pt idx="2151" formatCode="0">
                  <c:v>314</c:v>
                </c:pt>
                <c:pt idx="2152" formatCode="0">
                  <c:v>314</c:v>
                </c:pt>
                <c:pt idx="2153" formatCode="0">
                  <c:v>314</c:v>
                </c:pt>
                <c:pt idx="2154" formatCode="0">
                  <c:v>314</c:v>
                </c:pt>
                <c:pt idx="2155" formatCode="0">
                  <c:v>314</c:v>
                </c:pt>
                <c:pt idx="2156" formatCode="0">
                  <c:v>314</c:v>
                </c:pt>
                <c:pt idx="2157" formatCode="0">
                  <c:v>314</c:v>
                </c:pt>
                <c:pt idx="2158" formatCode="0">
                  <c:v>314</c:v>
                </c:pt>
                <c:pt idx="2159" formatCode="0">
                  <c:v>314</c:v>
                </c:pt>
                <c:pt idx="2160" formatCode="0">
                  <c:v>314</c:v>
                </c:pt>
                <c:pt idx="2161" formatCode="0">
                  <c:v>314</c:v>
                </c:pt>
                <c:pt idx="2162" formatCode="0">
                  <c:v>314</c:v>
                </c:pt>
                <c:pt idx="2163" formatCode="0">
                  <c:v>314</c:v>
                </c:pt>
                <c:pt idx="2164" formatCode="0">
                  <c:v>314</c:v>
                </c:pt>
                <c:pt idx="2165" formatCode="0">
                  <c:v>314</c:v>
                </c:pt>
                <c:pt idx="2166" formatCode="0">
                  <c:v>314</c:v>
                </c:pt>
                <c:pt idx="2167" formatCode="0">
                  <c:v>314</c:v>
                </c:pt>
                <c:pt idx="2168" formatCode="0">
                  <c:v>314</c:v>
                </c:pt>
                <c:pt idx="2169" formatCode="0">
                  <c:v>314</c:v>
                </c:pt>
                <c:pt idx="2170" formatCode="0">
                  <c:v>314</c:v>
                </c:pt>
                <c:pt idx="2171" formatCode="0">
                  <c:v>249</c:v>
                </c:pt>
                <c:pt idx="2172" formatCode="0">
                  <c:v>249</c:v>
                </c:pt>
                <c:pt idx="2173" formatCode="0">
                  <c:v>249</c:v>
                </c:pt>
                <c:pt idx="2174" formatCode="0">
                  <c:v>249</c:v>
                </c:pt>
                <c:pt idx="2175" formatCode="0">
                  <c:v>249</c:v>
                </c:pt>
                <c:pt idx="2176" formatCode="0">
                  <c:v>249</c:v>
                </c:pt>
                <c:pt idx="2177" formatCode="0">
                  <c:v>249</c:v>
                </c:pt>
                <c:pt idx="2178" formatCode="0">
                  <c:v>249</c:v>
                </c:pt>
                <c:pt idx="2179" formatCode="0">
                  <c:v>249</c:v>
                </c:pt>
                <c:pt idx="2180" formatCode="0">
                  <c:v>249</c:v>
                </c:pt>
                <c:pt idx="2181" formatCode="0">
                  <c:v>249</c:v>
                </c:pt>
                <c:pt idx="2182" formatCode="0">
                  <c:v>249</c:v>
                </c:pt>
                <c:pt idx="2183" formatCode="0">
                  <c:v>249</c:v>
                </c:pt>
                <c:pt idx="2184" formatCode="0">
                  <c:v>249</c:v>
                </c:pt>
                <c:pt idx="2185" formatCode="0">
                  <c:v>249</c:v>
                </c:pt>
                <c:pt idx="2186" formatCode="0">
                  <c:v>249</c:v>
                </c:pt>
                <c:pt idx="2187" formatCode="0">
                  <c:v>249</c:v>
                </c:pt>
                <c:pt idx="2188" formatCode="0">
                  <c:v>249</c:v>
                </c:pt>
                <c:pt idx="2189" formatCode="0">
                  <c:v>249</c:v>
                </c:pt>
                <c:pt idx="2190" formatCode="0">
                  <c:v>249</c:v>
                </c:pt>
                <c:pt idx="2191" formatCode="0">
                  <c:v>249</c:v>
                </c:pt>
                <c:pt idx="2192" formatCode="0">
                  <c:v>248.5</c:v>
                </c:pt>
                <c:pt idx="2193" formatCode="0">
                  <c:v>248.5</c:v>
                </c:pt>
                <c:pt idx="2194" formatCode="0">
                  <c:v>248.5</c:v>
                </c:pt>
                <c:pt idx="2195" formatCode="0">
                  <c:v>248.5</c:v>
                </c:pt>
                <c:pt idx="2196" formatCode="0">
                  <c:v>248.5</c:v>
                </c:pt>
                <c:pt idx="2197" formatCode="0">
                  <c:v>248.5</c:v>
                </c:pt>
                <c:pt idx="2198" formatCode="0">
                  <c:v>248.5</c:v>
                </c:pt>
                <c:pt idx="2199" formatCode="0">
                  <c:v>248.5</c:v>
                </c:pt>
                <c:pt idx="2200" formatCode="0">
                  <c:v>248.5</c:v>
                </c:pt>
                <c:pt idx="2201" formatCode="0">
                  <c:v>248.5</c:v>
                </c:pt>
                <c:pt idx="2202" formatCode="0">
                  <c:v>248.5</c:v>
                </c:pt>
                <c:pt idx="2203" formatCode="0">
                  <c:v>248.5</c:v>
                </c:pt>
                <c:pt idx="2204" formatCode="0">
                  <c:v>248.5</c:v>
                </c:pt>
                <c:pt idx="2205" formatCode="0">
                  <c:v>248.5</c:v>
                </c:pt>
                <c:pt idx="2206" formatCode="0">
                  <c:v>248.5</c:v>
                </c:pt>
                <c:pt idx="2207" formatCode="0">
                  <c:v>248.5</c:v>
                </c:pt>
                <c:pt idx="2208" formatCode="0">
                  <c:v>248.5</c:v>
                </c:pt>
                <c:pt idx="2209" formatCode="0">
                  <c:v>248.5</c:v>
                </c:pt>
                <c:pt idx="2210" formatCode="0">
                  <c:v>248.5</c:v>
                </c:pt>
                <c:pt idx="2211" formatCode="0">
                  <c:v>248.5</c:v>
                </c:pt>
                <c:pt idx="2212" formatCode="0">
                  <c:v>248.5</c:v>
                </c:pt>
                <c:pt idx="2213" formatCode="0">
                  <c:v>248.5</c:v>
                </c:pt>
                <c:pt idx="2214" formatCode="0">
                  <c:v>248.5</c:v>
                </c:pt>
                <c:pt idx="2215" formatCode="0">
                  <c:v>248.5</c:v>
                </c:pt>
                <c:pt idx="2216" formatCode="0">
                  <c:v>248.5</c:v>
                </c:pt>
                <c:pt idx="2217" formatCode="0">
                  <c:v>248.5</c:v>
                </c:pt>
                <c:pt idx="2218" formatCode="0">
                  <c:v>248.5</c:v>
                </c:pt>
                <c:pt idx="2219" formatCode="0">
                  <c:v>248.5</c:v>
                </c:pt>
                <c:pt idx="2220" formatCode="0">
                  <c:v>248.5</c:v>
                </c:pt>
                <c:pt idx="2221" formatCode="0">
                  <c:v>248.5</c:v>
                </c:pt>
                <c:pt idx="2222" formatCode="0">
                  <c:v>248.5</c:v>
                </c:pt>
                <c:pt idx="2223" formatCode="0">
                  <c:v>248.5</c:v>
                </c:pt>
                <c:pt idx="2224" formatCode="0">
                  <c:v>248.5</c:v>
                </c:pt>
                <c:pt idx="2225" formatCode="0">
                  <c:v>248.5</c:v>
                </c:pt>
                <c:pt idx="2226" formatCode="0">
                  <c:v>248.5</c:v>
                </c:pt>
                <c:pt idx="2227" formatCode="0">
                  <c:v>248.5</c:v>
                </c:pt>
                <c:pt idx="2228" formatCode="0">
                  <c:v>248.5</c:v>
                </c:pt>
                <c:pt idx="2229" formatCode="0">
                  <c:v>248.5</c:v>
                </c:pt>
                <c:pt idx="2230" formatCode="0">
                  <c:v>248.5</c:v>
                </c:pt>
                <c:pt idx="2231" formatCode="0">
                  <c:v>248.5</c:v>
                </c:pt>
                <c:pt idx="2232" formatCode="0">
                  <c:v>248.5</c:v>
                </c:pt>
                <c:pt idx="2233" formatCode="0">
                  <c:v>248.5</c:v>
                </c:pt>
                <c:pt idx="2234" formatCode="0">
                  <c:v>248.5</c:v>
                </c:pt>
                <c:pt idx="2235" formatCode="0">
                  <c:v>248.5</c:v>
                </c:pt>
                <c:pt idx="2236" formatCode="0">
                  <c:v>248.5</c:v>
                </c:pt>
                <c:pt idx="2237" formatCode="0">
                  <c:v>248.5</c:v>
                </c:pt>
                <c:pt idx="2238" formatCode="0">
                  <c:v>248.5</c:v>
                </c:pt>
                <c:pt idx="2239" formatCode="0">
                  <c:v>248.5</c:v>
                </c:pt>
                <c:pt idx="2240" formatCode="0">
                  <c:v>248.5</c:v>
                </c:pt>
                <c:pt idx="2241" formatCode="0">
                  <c:v>248.5</c:v>
                </c:pt>
                <c:pt idx="2242" formatCode="0">
                  <c:v>248.5</c:v>
                </c:pt>
                <c:pt idx="2243" formatCode="0">
                  <c:v>248.5</c:v>
                </c:pt>
                <c:pt idx="2244" formatCode="0">
                  <c:v>248.5</c:v>
                </c:pt>
                <c:pt idx="2245" formatCode="0">
                  <c:v>248.5</c:v>
                </c:pt>
                <c:pt idx="2246" formatCode="0">
                  <c:v>248.5</c:v>
                </c:pt>
                <c:pt idx="2247" formatCode="0">
                  <c:v>248.5</c:v>
                </c:pt>
                <c:pt idx="2248" formatCode="0">
                  <c:v>249</c:v>
                </c:pt>
                <c:pt idx="2249" formatCode="0">
                  <c:v>249</c:v>
                </c:pt>
                <c:pt idx="2250" formatCode="0">
                  <c:v>249</c:v>
                </c:pt>
                <c:pt idx="2251" formatCode="0">
                  <c:v>249</c:v>
                </c:pt>
                <c:pt idx="2252" formatCode="0">
                  <c:v>249</c:v>
                </c:pt>
                <c:pt idx="2253" formatCode="0">
                  <c:v>249</c:v>
                </c:pt>
                <c:pt idx="2254" formatCode="0">
                  <c:v>249</c:v>
                </c:pt>
                <c:pt idx="2255" formatCode="0">
                  <c:v>248.5</c:v>
                </c:pt>
                <c:pt idx="2256" formatCode="0">
                  <c:v>248.5</c:v>
                </c:pt>
                <c:pt idx="2257" formatCode="0">
                  <c:v>248.5</c:v>
                </c:pt>
                <c:pt idx="2258" formatCode="0">
                  <c:v>248.5</c:v>
                </c:pt>
                <c:pt idx="2259" formatCode="0">
                  <c:v>248.5</c:v>
                </c:pt>
                <c:pt idx="2260" formatCode="0">
                  <c:v>248.5</c:v>
                </c:pt>
                <c:pt idx="2261" formatCode="0">
                  <c:v>248.5</c:v>
                </c:pt>
                <c:pt idx="2262" formatCode="0">
                  <c:v>249</c:v>
                </c:pt>
                <c:pt idx="2263" formatCode="0">
                  <c:v>249</c:v>
                </c:pt>
                <c:pt idx="2264" formatCode="0">
                  <c:v>249</c:v>
                </c:pt>
                <c:pt idx="2265" formatCode="0">
                  <c:v>249</c:v>
                </c:pt>
                <c:pt idx="2266" formatCode="0">
                  <c:v>249</c:v>
                </c:pt>
                <c:pt idx="2267" formatCode="0">
                  <c:v>249</c:v>
                </c:pt>
                <c:pt idx="2268" formatCode="0">
                  <c:v>249</c:v>
                </c:pt>
                <c:pt idx="2269" formatCode="0">
                  <c:v>248.5</c:v>
                </c:pt>
                <c:pt idx="2270" formatCode="0">
                  <c:v>248.5</c:v>
                </c:pt>
                <c:pt idx="2271" formatCode="0">
                  <c:v>248.5</c:v>
                </c:pt>
                <c:pt idx="2272" formatCode="0">
                  <c:v>248.5</c:v>
                </c:pt>
                <c:pt idx="2273" formatCode="0">
                  <c:v>248.5</c:v>
                </c:pt>
                <c:pt idx="2274" formatCode="0">
                  <c:v>248.5</c:v>
                </c:pt>
                <c:pt idx="2275" formatCode="0">
                  <c:v>248.5</c:v>
                </c:pt>
                <c:pt idx="2276" formatCode="0">
                  <c:v>220</c:v>
                </c:pt>
                <c:pt idx="2277" formatCode="0">
                  <c:v>220</c:v>
                </c:pt>
                <c:pt idx="2278" formatCode="0">
                  <c:v>220</c:v>
                </c:pt>
                <c:pt idx="2279" formatCode="0">
                  <c:v>220</c:v>
                </c:pt>
                <c:pt idx="2280" formatCode="0">
                  <c:v>220</c:v>
                </c:pt>
                <c:pt idx="2281" formatCode="0">
                  <c:v>220</c:v>
                </c:pt>
                <c:pt idx="2282" formatCode="0">
                  <c:v>220</c:v>
                </c:pt>
                <c:pt idx="2283" formatCode="0">
                  <c:v>220</c:v>
                </c:pt>
                <c:pt idx="2284" formatCode="0">
                  <c:v>220</c:v>
                </c:pt>
                <c:pt idx="2285" formatCode="0">
                  <c:v>220</c:v>
                </c:pt>
                <c:pt idx="2286" formatCode="0">
                  <c:v>220</c:v>
                </c:pt>
                <c:pt idx="2287" formatCode="0">
                  <c:v>220</c:v>
                </c:pt>
                <c:pt idx="2288" formatCode="0">
                  <c:v>220</c:v>
                </c:pt>
                <c:pt idx="2289" formatCode="0">
                  <c:v>220</c:v>
                </c:pt>
                <c:pt idx="2290" formatCode="0">
                  <c:v>220</c:v>
                </c:pt>
                <c:pt idx="2291" formatCode="0">
                  <c:v>220</c:v>
                </c:pt>
                <c:pt idx="2292" formatCode="0">
                  <c:v>220</c:v>
                </c:pt>
                <c:pt idx="2293" formatCode="0">
                  <c:v>220</c:v>
                </c:pt>
                <c:pt idx="2294" formatCode="0">
                  <c:v>220</c:v>
                </c:pt>
                <c:pt idx="2295" formatCode="0">
                  <c:v>220</c:v>
                </c:pt>
                <c:pt idx="2296" formatCode="0">
                  <c:v>220</c:v>
                </c:pt>
                <c:pt idx="2297" formatCode="0">
                  <c:v>220</c:v>
                </c:pt>
                <c:pt idx="2298" formatCode="0">
                  <c:v>220</c:v>
                </c:pt>
                <c:pt idx="2299" formatCode="0">
                  <c:v>220</c:v>
                </c:pt>
                <c:pt idx="2300" formatCode="0">
                  <c:v>220</c:v>
                </c:pt>
                <c:pt idx="2301" formatCode="0">
                  <c:v>220</c:v>
                </c:pt>
                <c:pt idx="2302" formatCode="0">
                  <c:v>220</c:v>
                </c:pt>
                <c:pt idx="2303" formatCode="0">
                  <c:v>220</c:v>
                </c:pt>
                <c:pt idx="2304" formatCode="0">
                  <c:v>220</c:v>
                </c:pt>
                <c:pt idx="2305" formatCode="0">
                  <c:v>220</c:v>
                </c:pt>
                <c:pt idx="2306" formatCode="0">
                  <c:v>220</c:v>
                </c:pt>
                <c:pt idx="2307" formatCode="0">
                  <c:v>220</c:v>
                </c:pt>
                <c:pt idx="2308" formatCode="0">
                  <c:v>220</c:v>
                </c:pt>
                <c:pt idx="2309" formatCode="0">
                  <c:v>220</c:v>
                </c:pt>
                <c:pt idx="2310" formatCode="0">
                  <c:v>220</c:v>
                </c:pt>
                <c:pt idx="2311" formatCode="0">
                  <c:v>220</c:v>
                </c:pt>
                <c:pt idx="2312" formatCode="0">
                  <c:v>220</c:v>
                </c:pt>
                <c:pt idx="2313" formatCode="0">
                  <c:v>220</c:v>
                </c:pt>
                <c:pt idx="2314" formatCode="0">
                  <c:v>220</c:v>
                </c:pt>
                <c:pt idx="2315" formatCode="0">
                  <c:v>220</c:v>
                </c:pt>
                <c:pt idx="2316" formatCode="0">
                  <c:v>220</c:v>
                </c:pt>
                <c:pt idx="2317" formatCode="0">
                  <c:v>220</c:v>
                </c:pt>
                <c:pt idx="2318" formatCode="0">
                  <c:v>220</c:v>
                </c:pt>
                <c:pt idx="2319" formatCode="0">
                  <c:v>220</c:v>
                </c:pt>
                <c:pt idx="2320" formatCode="0">
                  <c:v>220</c:v>
                </c:pt>
                <c:pt idx="2321" formatCode="0">
                  <c:v>220</c:v>
                </c:pt>
                <c:pt idx="2322" formatCode="0">
                  <c:v>220</c:v>
                </c:pt>
                <c:pt idx="2323" formatCode="0">
                  <c:v>220</c:v>
                </c:pt>
                <c:pt idx="2324" formatCode="0">
                  <c:v>220</c:v>
                </c:pt>
                <c:pt idx="2325" formatCode="0">
                  <c:v>220</c:v>
                </c:pt>
                <c:pt idx="2326" formatCode="0">
                  <c:v>220</c:v>
                </c:pt>
                <c:pt idx="2327" formatCode="0">
                  <c:v>220</c:v>
                </c:pt>
                <c:pt idx="2328" formatCode="0">
                  <c:v>220</c:v>
                </c:pt>
                <c:pt idx="2329" formatCode="0">
                  <c:v>220</c:v>
                </c:pt>
                <c:pt idx="2330" formatCode="0">
                  <c:v>220</c:v>
                </c:pt>
                <c:pt idx="2331" formatCode="0">
                  <c:v>220</c:v>
                </c:pt>
                <c:pt idx="2332" formatCode="0">
                  <c:v>220</c:v>
                </c:pt>
                <c:pt idx="2333" formatCode="0">
                  <c:v>220</c:v>
                </c:pt>
                <c:pt idx="2334" formatCode="0">
                  <c:v>220</c:v>
                </c:pt>
                <c:pt idx="2335" formatCode="0">
                  <c:v>220</c:v>
                </c:pt>
                <c:pt idx="2336" formatCode="0">
                  <c:v>220</c:v>
                </c:pt>
                <c:pt idx="2337" formatCode="0">
                  <c:v>220</c:v>
                </c:pt>
                <c:pt idx="2338" formatCode="0">
                  <c:v>220</c:v>
                </c:pt>
                <c:pt idx="2339" formatCode="0">
                  <c:v>220</c:v>
                </c:pt>
                <c:pt idx="2340" formatCode="0">
                  <c:v>220</c:v>
                </c:pt>
                <c:pt idx="2341" formatCode="0">
                  <c:v>220</c:v>
                </c:pt>
                <c:pt idx="2342" formatCode="0">
                  <c:v>220</c:v>
                </c:pt>
                <c:pt idx="2343" formatCode="0">
                  <c:v>220</c:v>
                </c:pt>
                <c:pt idx="2344" formatCode="0">
                  <c:v>220</c:v>
                </c:pt>
                <c:pt idx="2345" formatCode="0">
                  <c:v>220</c:v>
                </c:pt>
                <c:pt idx="2346" formatCode="0">
                  <c:v>220</c:v>
                </c:pt>
                <c:pt idx="2347" formatCode="0">
                  <c:v>220</c:v>
                </c:pt>
                <c:pt idx="2348" formatCode="0">
                  <c:v>220</c:v>
                </c:pt>
                <c:pt idx="2349" formatCode="0">
                  <c:v>220</c:v>
                </c:pt>
                <c:pt idx="2350" formatCode="0">
                  <c:v>220</c:v>
                </c:pt>
                <c:pt idx="2351" formatCode="0">
                  <c:v>220</c:v>
                </c:pt>
                <c:pt idx="2352" formatCode="0">
                  <c:v>220</c:v>
                </c:pt>
                <c:pt idx="2353" formatCode="0">
                  <c:v>220</c:v>
                </c:pt>
                <c:pt idx="2354" formatCode="0">
                  <c:v>220</c:v>
                </c:pt>
                <c:pt idx="2355" formatCode="0">
                  <c:v>220</c:v>
                </c:pt>
                <c:pt idx="2356" formatCode="0">
                  <c:v>220</c:v>
                </c:pt>
                <c:pt idx="2357" formatCode="0">
                  <c:v>220</c:v>
                </c:pt>
                <c:pt idx="2358" formatCode="0">
                  <c:v>220</c:v>
                </c:pt>
                <c:pt idx="2359" formatCode="0">
                  <c:v>220</c:v>
                </c:pt>
                <c:pt idx="2360" formatCode="0">
                  <c:v>212</c:v>
                </c:pt>
                <c:pt idx="2361" formatCode="0">
                  <c:v>212</c:v>
                </c:pt>
                <c:pt idx="2362" formatCode="0">
                  <c:v>212</c:v>
                </c:pt>
                <c:pt idx="2363" formatCode="0">
                  <c:v>212</c:v>
                </c:pt>
                <c:pt idx="2364" formatCode="0">
                  <c:v>212</c:v>
                </c:pt>
                <c:pt idx="2365" formatCode="0">
                  <c:v>212</c:v>
                </c:pt>
                <c:pt idx="2366" formatCode="0">
                  <c:v>212</c:v>
                </c:pt>
                <c:pt idx="2367" formatCode="0">
                  <c:v>212</c:v>
                </c:pt>
                <c:pt idx="2368" formatCode="0">
                  <c:v>212</c:v>
                </c:pt>
                <c:pt idx="2369" formatCode="0">
                  <c:v>212</c:v>
                </c:pt>
                <c:pt idx="2370" formatCode="0">
                  <c:v>212</c:v>
                </c:pt>
                <c:pt idx="2371" formatCode="0">
                  <c:v>212</c:v>
                </c:pt>
                <c:pt idx="2372" formatCode="0">
                  <c:v>212</c:v>
                </c:pt>
                <c:pt idx="2373" formatCode="0">
                  <c:v>212</c:v>
                </c:pt>
                <c:pt idx="2374" formatCode="0">
                  <c:v>212</c:v>
                </c:pt>
                <c:pt idx="2375" formatCode="0">
                  <c:v>212</c:v>
                </c:pt>
                <c:pt idx="2376" formatCode="0">
                  <c:v>212</c:v>
                </c:pt>
                <c:pt idx="2377" formatCode="0">
                  <c:v>212</c:v>
                </c:pt>
                <c:pt idx="2378" formatCode="0">
                  <c:v>212</c:v>
                </c:pt>
                <c:pt idx="2379" formatCode="0">
                  <c:v>212</c:v>
                </c:pt>
                <c:pt idx="2380" formatCode="0">
                  <c:v>212</c:v>
                </c:pt>
                <c:pt idx="2381" formatCode="0">
                  <c:v>212</c:v>
                </c:pt>
                <c:pt idx="2382" formatCode="0">
                  <c:v>212</c:v>
                </c:pt>
                <c:pt idx="2383" formatCode="0">
                  <c:v>212</c:v>
                </c:pt>
                <c:pt idx="2384" formatCode="0">
                  <c:v>212</c:v>
                </c:pt>
                <c:pt idx="2385" formatCode="0">
                  <c:v>212</c:v>
                </c:pt>
                <c:pt idx="2386" formatCode="0">
                  <c:v>212</c:v>
                </c:pt>
                <c:pt idx="2387" formatCode="0">
                  <c:v>212</c:v>
                </c:pt>
                <c:pt idx="2388" formatCode="0">
                  <c:v>212</c:v>
                </c:pt>
                <c:pt idx="2389" formatCode="0">
                  <c:v>212</c:v>
                </c:pt>
                <c:pt idx="2390" formatCode="0">
                  <c:v>212</c:v>
                </c:pt>
                <c:pt idx="2391" formatCode="0">
                  <c:v>212</c:v>
                </c:pt>
                <c:pt idx="2392" formatCode="0">
                  <c:v>212</c:v>
                </c:pt>
                <c:pt idx="2393" formatCode="0">
                  <c:v>212</c:v>
                </c:pt>
                <c:pt idx="2394" formatCode="0">
                  <c:v>212</c:v>
                </c:pt>
                <c:pt idx="2395" formatCode="0">
                  <c:v>212</c:v>
                </c:pt>
                <c:pt idx="2396" formatCode="0">
                  <c:v>212</c:v>
                </c:pt>
                <c:pt idx="2397" formatCode="0">
                  <c:v>212</c:v>
                </c:pt>
                <c:pt idx="2398" formatCode="0">
                  <c:v>212</c:v>
                </c:pt>
                <c:pt idx="2399" formatCode="0">
                  <c:v>212</c:v>
                </c:pt>
                <c:pt idx="2400" formatCode="0">
                  <c:v>212</c:v>
                </c:pt>
                <c:pt idx="2401" formatCode="0">
                  <c:v>212</c:v>
                </c:pt>
                <c:pt idx="2402" formatCode="0">
                  <c:v>212</c:v>
                </c:pt>
                <c:pt idx="2403" formatCode="0">
                  <c:v>212</c:v>
                </c:pt>
                <c:pt idx="2404" formatCode="0">
                  <c:v>212</c:v>
                </c:pt>
                <c:pt idx="2405" formatCode="0">
                  <c:v>212</c:v>
                </c:pt>
                <c:pt idx="2406" formatCode="0">
                  <c:v>212</c:v>
                </c:pt>
                <c:pt idx="2407" formatCode="0">
                  <c:v>212</c:v>
                </c:pt>
                <c:pt idx="2408" formatCode="0">
                  <c:v>212</c:v>
                </c:pt>
                <c:pt idx="2409" formatCode="0">
                  <c:v>212</c:v>
                </c:pt>
                <c:pt idx="2410" formatCode="0">
                  <c:v>212</c:v>
                </c:pt>
                <c:pt idx="2411" formatCode="0">
                  <c:v>212</c:v>
                </c:pt>
                <c:pt idx="2412" formatCode="0">
                  <c:v>212</c:v>
                </c:pt>
                <c:pt idx="2413" formatCode="0">
                  <c:v>212</c:v>
                </c:pt>
                <c:pt idx="2414" formatCode="0">
                  <c:v>212</c:v>
                </c:pt>
                <c:pt idx="2415" formatCode="0">
                  <c:v>212</c:v>
                </c:pt>
                <c:pt idx="2416" formatCode="0">
                  <c:v>212</c:v>
                </c:pt>
                <c:pt idx="2417" formatCode="0">
                  <c:v>212</c:v>
                </c:pt>
                <c:pt idx="2418" formatCode="0">
                  <c:v>212</c:v>
                </c:pt>
                <c:pt idx="2419" formatCode="0">
                  <c:v>212</c:v>
                </c:pt>
                <c:pt idx="2420" formatCode="0">
                  <c:v>212</c:v>
                </c:pt>
                <c:pt idx="2421" formatCode="0">
                  <c:v>212</c:v>
                </c:pt>
                <c:pt idx="2422" formatCode="0">
                  <c:v>212</c:v>
                </c:pt>
                <c:pt idx="2423" formatCode="0">
                  <c:v>212</c:v>
                </c:pt>
                <c:pt idx="2424" formatCode="0">
                  <c:v>212</c:v>
                </c:pt>
                <c:pt idx="2425" formatCode="0">
                  <c:v>212</c:v>
                </c:pt>
                <c:pt idx="2426" formatCode="0">
                  <c:v>212</c:v>
                </c:pt>
                <c:pt idx="2427" formatCode="0">
                  <c:v>212</c:v>
                </c:pt>
                <c:pt idx="2428" formatCode="0">
                  <c:v>212</c:v>
                </c:pt>
                <c:pt idx="2429" formatCode="0">
                  <c:v>212</c:v>
                </c:pt>
                <c:pt idx="2430" formatCode="0">
                  <c:v>212</c:v>
                </c:pt>
                <c:pt idx="2431" formatCode="0">
                  <c:v>212</c:v>
                </c:pt>
                <c:pt idx="2432" formatCode="0">
                  <c:v>212</c:v>
                </c:pt>
                <c:pt idx="2433" formatCode="0">
                  <c:v>212</c:v>
                </c:pt>
                <c:pt idx="2434" formatCode="0">
                  <c:v>212</c:v>
                </c:pt>
                <c:pt idx="2435" formatCode="0">
                  <c:v>212</c:v>
                </c:pt>
                <c:pt idx="2436" formatCode="0">
                  <c:v>212</c:v>
                </c:pt>
                <c:pt idx="2437" formatCode="0">
                  <c:v>212</c:v>
                </c:pt>
                <c:pt idx="2438" formatCode="0">
                  <c:v>212</c:v>
                </c:pt>
                <c:pt idx="2439" formatCode="0">
                  <c:v>212</c:v>
                </c:pt>
                <c:pt idx="2440" formatCode="0">
                  <c:v>212</c:v>
                </c:pt>
                <c:pt idx="2441" formatCode="0">
                  <c:v>212</c:v>
                </c:pt>
                <c:pt idx="2442" formatCode="0">
                  <c:v>212</c:v>
                </c:pt>
                <c:pt idx="2443" formatCode="0">
                  <c:v>212</c:v>
                </c:pt>
                <c:pt idx="2444" formatCode="0">
                  <c:v>212</c:v>
                </c:pt>
                <c:pt idx="2445" formatCode="0">
                  <c:v>212</c:v>
                </c:pt>
                <c:pt idx="2446" formatCode="0">
                  <c:v>212</c:v>
                </c:pt>
                <c:pt idx="2447" formatCode="0">
                  <c:v>212</c:v>
                </c:pt>
                <c:pt idx="2448" formatCode="0">
                  <c:v>212</c:v>
                </c:pt>
                <c:pt idx="2449" formatCode="0">
                  <c:v>212</c:v>
                </c:pt>
                <c:pt idx="2450" formatCode="0">
                  <c:v>212</c:v>
                </c:pt>
                <c:pt idx="2451" formatCode="0">
                  <c:v>212</c:v>
                </c:pt>
                <c:pt idx="2452" formatCode="0">
                  <c:v>212</c:v>
                </c:pt>
                <c:pt idx="2453" formatCode="0">
                  <c:v>212</c:v>
                </c:pt>
                <c:pt idx="2454" formatCode="0">
                  <c:v>212</c:v>
                </c:pt>
                <c:pt idx="2455" formatCode="0">
                  <c:v>212</c:v>
                </c:pt>
                <c:pt idx="2456" formatCode="0">
                  <c:v>212</c:v>
                </c:pt>
                <c:pt idx="2457" formatCode="0">
                  <c:v>212</c:v>
                </c:pt>
                <c:pt idx="2458" formatCode="0">
                  <c:v>212</c:v>
                </c:pt>
                <c:pt idx="2459" formatCode="0">
                  <c:v>212</c:v>
                </c:pt>
                <c:pt idx="2460" formatCode="0">
                  <c:v>212</c:v>
                </c:pt>
                <c:pt idx="2461" formatCode="0">
                  <c:v>212</c:v>
                </c:pt>
                <c:pt idx="2462" formatCode="0">
                  <c:v>212</c:v>
                </c:pt>
                <c:pt idx="2463" formatCode="0">
                  <c:v>212</c:v>
                </c:pt>
                <c:pt idx="2464" formatCode="0">
                  <c:v>212</c:v>
                </c:pt>
                <c:pt idx="2465" formatCode="0">
                  <c:v>212</c:v>
                </c:pt>
                <c:pt idx="2466" formatCode="0">
                  <c:v>212</c:v>
                </c:pt>
                <c:pt idx="2467" formatCode="0">
                  <c:v>212</c:v>
                </c:pt>
                <c:pt idx="2468" formatCode="0">
                  <c:v>212</c:v>
                </c:pt>
                <c:pt idx="2469" formatCode="0">
                  <c:v>212</c:v>
                </c:pt>
                <c:pt idx="2470" formatCode="0">
                  <c:v>212</c:v>
                </c:pt>
                <c:pt idx="2471" formatCode="0">
                  <c:v>225</c:v>
                </c:pt>
                <c:pt idx="2472" formatCode="0">
                  <c:v>225</c:v>
                </c:pt>
                <c:pt idx="2473" formatCode="0">
                  <c:v>225</c:v>
                </c:pt>
                <c:pt idx="2474" formatCode="0">
                  <c:v>225</c:v>
                </c:pt>
                <c:pt idx="2475" formatCode="0">
                  <c:v>225</c:v>
                </c:pt>
                <c:pt idx="2476" formatCode="0">
                  <c:v>225</c:v>
                </c:pt>
                <c:pt idx="2477" formatCode="0">
                  <c:v>225</c:v>
                </c:pt>
                <c:pt idx="2478" formatCode="0">
                  <c:v>225</c:v>
                </c:pt>
                <c:pt idx="2479" formatCode="0">
                  <c:v>225</c:v>
                </c:pt>
                <c:pt idx="2480" formatCode="0">
                  <c:v>225</c:v>
                </c:pt>
                <c:pt idx="2481" formatCode="0">
                  <c:v>225</c:v>
                </c:pt>
                <c:pt idx="2482" formatCode="0">
                  <c:v>225</c:v>
                </c:pt>
                <c:pt idx="2483" formatCode="0">
                  <c:v>225</c:v>
                </c:pt>
                <c:pt idx="2484" formatCode="0">
                  <c:v>225</c:v>
                </c:pt>
                <c:pt idx="2485" formatCode="0">
                  <c:v>225</c:v>
                </c:pt>
                <c:pt idx="2486" formatCode="0">
                  <c:v>225</c:v>
                </c:pt>
                <c:pt idx="2487" formatCode="0">
                  <c:v>225</c:v>
                </c:pt>
                <c:pt idx="2488" formatCode="0">
                  <c:v>225</c:v>
                </c:pt>
                <c:pt idx="2489" formatCode="0">
                  <c:v>225</c:v>
                </c:pt>
                <c:pt idx="2490" formatCode="0">
                  <c:v>225</c:v>
                </c:pt>
                <c:pt idx="2491" formatCode="0">
                  <c:v>225</c:v>
                </c:pt>
                <c:pt idx="2492" formatCode="0">
                  <c:v>225</c:v>
                </c:pt>
                <c:pt idx="2493" formatCode="0">
                  <c:v>225</c:v>
                </c:pt>
                <c:pt idx="2494" formatCode="0">
                  <c:v>225</c:v>
                </c:pt>
                <c:pt idx="2495" formatCode="0">
                  <c:v>225</c:v>
                </c:pt>
                <c:pt idx="2496" formatCode="0">
                  <c:v>225</c:v>
                </c:pt>
                <c:pt idx="2497" formatCode="0">
                  <c:v>225</c:v>
                </c:pt>
                <c:pt idx="2498" formatCode="0">
                  <c:v>225</c:v>
                </c:pt>
                <c:pt idx="2499" formatCode="0">
                  <c:v>225</c:v>
                </c:pt>
                <c:pt idx="2500" formatCode="0">
                  <c:v>225</c:v>
                </c:pt>
                <c:pt idx="2501" formatCode="0">
                  <c:v>225</c:v>
                </c:pt>
                <c:pt idx="2502" formatCode="0">
                  <c:v>225</c:v>
                </c:pt>
                <c:pt idx="2503" formatCode="0">
                  <c:v>225</c:v>
                </c:pt>
                <c:pt idx="2504" formatCode="0">
                  <c:v>225</c:v>
                </c:pt>
                <c:pt idx="2505" formatCode="0">
                  <c:v>225</c:v>
                </c:pt>
                <c:pt idx="2506" formatCode="0">
                  <c:v>225</c:v>
                </c:pt>
                <c:pt idx="2507" formatCode="0">
                  <c:v>225</c:v>
                </c:pt>
                <c:pt idx="2508" formatCode="0">
                  <c:v>225</c:v>
                </c:pt>
                <c:pt idx="2509" formatCode="0">
                  <c:v>225</c:v>
                </c:pt>
                <c:pt idx="2510" formatCode="0">
                  <c:v>225</c:v>
                </c:pt>
                <c:pt idx="2511" formatCode="0">
                  <c:v>225</c:v>
                </c:pt>
                <c:pt idx="2512" formatCode="0">
                  <c:v>225</c:v>
                </c:pt>
                <c:pt idx="2513" formatCode="0">
                  <c:v>225</c:v>
                </c:pt>
                <c:pt idx="2514" formatCode="0">
                  <c:v>225</c:v>
                </c:pt>
                <c:pt idx="2515" formatCode="0">
                  <c:v>225</c:v>
                </c:pt>
                <c:pt idx="2516" formatCode="0">
                  <c:v>225</c:v>
                </c:pt>
                <c:pt idx="2517" formatCode="0">
                  <c:v>225</c:v>
                </c:pt>
                <c:pt idx="2518" formatCode="0">
                  <c:v>225</c:v>
                </c:pt>
                <c:pt idx="2519" formatCode="0">
                  <c:v>225</c:v>
                </c:pt>
                <c:pt idx="2520" formatCode="0">
                  <c:v>225</c:v>
                </c:pt>
                <c:pt idx="2521" formatCode="0">
                  <c:v>225</c:v>
                </c:pt>
                <c:pt idx="2522" formatCode="0">
                  <c:v>225</c:v>
                </c:pt>
                <c:pt idx="2523" formatCode="0">
                  <c:v>225</c:v>
                </c:pt>
                <c:pt idx="2524" formatCode="0">
                  <c:v>225</c:v>
                </c:pt>
                <c:pt idx="2525" formatCode="0">
                  <c:v>225</c:v>
                </c:pt>
                <c:pt idx="2526" formatCode="0">
                  <c:v>225</c:v>
                </c:pt>
                <c:pt idx="2527" formatCode="0">
                  <c:v>225</c:v>
                </c:pt>
                <c:pt idx="2528" formatCode="0">
                  <c:v>225</c:v>
                </c:pt>
                <c:pt idx="2529" formatCode="0">
                  <c:v>225</c:v>
                </c:pt>
                <c:pt idx="2530" formatCode="0">
                  <c:v>225</c:v>
                </c:pt>
                <c:pt idx="2531" formatCode="0">
                  <c:v>225</c:v>
                </c:pt>
                <c:pt idx="2532" formatCode="0">
                  <c:v>225</c:v>
                </c:pt>
                <c:pt idx="2533" formatCode="0">
                  <c:v>225</c:v>
                </c:pt>
                <c:pt idx="2534" formatCode="0">
                  <c:v>225</c:v>
                </c:pt>
                <c:pt idx="2535" formatCode="0">
                  <c:v>225</c:v>
                </c:pt>
                <c:pt idx="2536" formatCode="0">
                  <c:v>225</c:v>
                </c:pt>
                <c:pt idx="2537" formatCode="0">
                  <c:v>225</c:v>
                </c:pt>
                <c:pt idx="2538" formatCode="0">
                  <c:v>225</c:v>
                </c:pt>
                <c:pt idx="2539" formatCode="0">
                  <c:v>225</c:v>
                </c:pt>
                <c:pt idx="2540" formatCode="0">
                  <c:v>225</c:v>
                </c:pt>
                <c:pt idx="2541" formatCode="0">
                  <c:v>225</c:v>
                </c:pt>
                <c:pt idx="2542" formatCode="0">
                  <c:v>225</c:v>
                </c:pt>
                <c:pt idx="2543" formatCode="0">
                  <c:v>225</c:v>
                </c:pt>
                <c:pt idx="2544" formatCode="0">
                  <c:v>225</c:v>
                </c:pt>
                <c:pt idx="2545" formatCode="0">
                  <c:v>225</c:v>
                </c:pt>
                <c:pt idx="2546" formatCode="0">
                  <c:v>225</c:v>
                </c:pt>
                <c:pt idx="2547" formatCode="0">
                  <c:v>225</c:v>
                </c:pt>
                <c:pt idx="2548" formatCode="0">
                  <c:v>225</c:v>
                </c:pt>
                <c:pt idx="2549" formatCode="0">
                  <c:v>232</c:v>
                </c:pt>
                <c:pt idx="2550" formatCode="0">
                  <c:v>232</c:v>
                </c:pt>
                <c:pt idx="2551" formatCode="0">
                  <c:v>232</c:v>
                </c:pt>
                <c:pt idx="2552" formatCode="0">
                  <c:v>232</c:v>
                </c:pt>
                <c:pt idx="2553" formatCode="0">
                  <c:v>232</c:v>
                </c:pt>
                <c:pt idx="2554" formatCode="0">
                  <c:v>232</c:v>
                </c:pt>
                <c:pt idx="2555" formatCode="0">
                  <c:v>232</c:v>
                </c:pt>
                <c:pt idx="2556" formatCode="0">
                  <c:v>232</c:v>
                </c:pt>
                <c:pt idx="2557" formatCode="0">
                  <c:v>232</c:v>
                </c:pt>
                <c:pt idx="2558" formatCode="0">
                  <c:v>232</c:v>
                </c:pt>
                <c:pt idx="2559" formatCode="0">
                  <c:v>232</c:v>
                </c:pt>
                <c:pt idx="2560" formatCode="0">
                  <c:v>232</c:v>
                </c:pt>
                <c:pt idx="2561" formatCode="0">
                  <c:v>232</c:v>
                </c:pt>
                <c:pt idx="2562" formatCode="0">
                  <c:v>232</c:v>
                </c:pt>
                <c:pt idx="2563" formatCode="0">
                  <c:v>232</c:v>
                </c:pt>
                <c:pt idx="2564" formatCode="0">
                  <c:v>232</c:v>
                </c:pt>
                <c:pt idx="2565" formatCode="0">
                  <c:v>232</c:v>
                </c:pt>
                <c:pt idx="2566" formatCode="0">
                  <c:v>232</c:v>
                </c:pt>
                <c:pt idx="2567" formatCode="0">
                  <c:v>232</c:v>
                </c:pt>
                <c:pt idx="2568" formatCode="0">
                  <c:v>232</c:v>
                </c:pt>
                <c:pt idx="2569" formatCode="0">
                  <c:v>232</c:v>
                </c:pt>
                <c:pt idx="2570" formatCode="0">
                  <c:v>232</c:v>
                </c:pt>
                <c:pt idx="2571" formatCode="0">
                  <c:v>232</c:v>
                </c:pt>
                <c:pt idx="2572" formatCode="0">
                  <c:v>232</c:v>
                </c:pt>
                <c:pt idx="2573" formatCode="0">
                  <c:v>232</c:v>
                </c:pt>
                <c:pt idx="2574" formatCode="0">
                  <c:v>232</c:v>
                </c:pt>
                <c:pt idx="2575" formatCode="0">
                  <c:v>232</c:v>
                </c:pt>
                <c:pt idx="2576" formatCode="0">
                  <c:v>232</c:v>
                </c:pt>
                <c:pt idx="2577" formatCode="0">
                  <c:v>232</c:v>
                </c:pt>
                <c:pt idx="2578" formatCode="0">
                  <c:v>232</c:v>
                </c:pt>
                <c:pt idx="2579" formatCode="0">
                  <c:v>232</c:v>
                </c:pt>
                <c:pt idx="2580" formatCode="0">
                  <c:v>232</c:v>
                </c:pt>
                <c:pt idx="2581" formatCode="0">
                  <c:v>232</c:v>
                </c:pt>
                <c:pt idx="2582" formatCode="0">
                  <c:v>232</c:v>
                </c:pt>
                <c:pt idx="2583" formatCode="0">
                  <c:v>232</c:v>
                </c:pt>
                <c:pt idx="2584" formatCode="0">
                  <c:v>232</c:v>
                </c:pt>
                <c:pt idx="2585" formatCode="0">
                  <c:v>232</c:v>
                </c:pt>
                <c:pt idx="2586" formatCode="0">
                  <c:v>232</c:v>
                </c:pt>
                <c:pt idx="2587" formatCode="0">
                  <c:v>232</c:v>
                </c:pt>
                <c:pt idx="2588" formatCode="0">
                  <c:v>232</c:v>
                </c:pt>
                <c:pt idx="2589" formatCode="0">
                  <c:v>232</c:v>
                </c:pt>
                <c:pt idx="2590" formatCode="0">
                  <c:v>232</c:v>
                </c:pt>
                <c:pt idx="2591" formatCode="0">
                  <c:v>232</c:v>
                </c:pt>
                <c:pt idx="2592" formatCode="0">
                  <c:v>232</c:v>
                </c:pt>
                <c:pt idx="2593" formatCode="0">
                  <c:v>232</c:v>
                </c:pt>
                <c:pt idx="2594" formatCode="0">
                  <c:v>232</c:v>
                </c:pt>
                <c:pt idx="2595" formatCode="0">
                  <c:v>232</c:v>
                </c:pt>
                <c:pt idx="2596" formatCode="0">
                  <c:v>232</c:v>
                </c:pt>
                <c:pt idx="2597" formatCode="0">
                  <c:v>232</c:v>
                </c:pt>
                <c:pt idx="2598" formatCode="0">
                  <c:v>232</c:v>
                </c:pt>
                <c:pt idx="2599" formatCode="0">
                  <c:v>232</c:v>
                </c:pt>
                <c:pt idx="2600" formatCode="0">
                  <c:v>232</c:v>
                </c:pt>
                <c:pt idx="2601" formatCode="0">
                  <c:v>232</c:v>
                </c:pt>
                <c:pt idx="2602" formatCode="0">
                  <c:v>232</c:v>
                </c:pt>
                <c:pt idx="2603" formatCode="0">
                  <c:v>232</c:v>
                </c:pt>
                <c:pt idx="2604" formatCode="0">
                  <c:v>232</c:v>
                </c:pt>
                <c:pt idx="2605" formatCode="0">
                  <c:v>232</c:v>
                </c:pt>
                <c:pt idx="2606" formatCode="0">
                  <c:v>232</c:v>
                </c:pt>
                <c:pt idx="2607" formatCode="0">
                  <c:v>232</c:v>
                </c:pt>
                <c:pt idx="2608" formatCode="0">
                  <c:v>232</c:v>
                </c:pt>
                <c:pt idx="2609" formatCode="0">
                  <c:v>232</c:v>
                </c:pt>
                <c:pt idx="2610" formatCode="0">
                  <c:v>232</c:v>
                </c:pt>
                <c:pt idx="2611" formatCode="0">
                  <c:v>232</c:v>
                </c:pt>
                <c:pt idx="2612" formatCode="0">
                  <c:v>232</c:v>
                </c:pt>
                <c:pt idx="2613" formatCode="0">
                  <c:v>232</c:v>
                </c:pt>
                <c:pt idx="2614" formatCode="0">
                  <c:v>232</c:v>
                </c:pt>
                <c:pt idx="2615" formatCode="0">
                  <c:v>232</c:v>
                </c:pt>
                <c:pt idx="2616" formatCode="0">
                  <c:v>232</c:v>
                </c:pt>
                <c:pt idx="2617" formatCode="0">
                  <c:v>232</c:v>
                </c:pt>
                <c:pt idx="2618" formatCode="0">
                  <c:v>232</c:v>
                </c:pt>
              </c:numCache>
            </c:numRef>
          </c:val>
          <c:smooth val="1"/>
          <c:extLst xmlns:c16r2="http://schemas.microsoft.com/office/drawing/2015/06/chart">
            <c:ext xmlns:c16="http://schemas.microsoft.com/office/drawing/2014/chart" uri="{C3380CC4-5D6E-409C-BE32-E72D297353CC}">
              <c16:uniqueId val="{00000000-7623-4B33-81A4-811C553964D2}"/>
            </c:ext>
          </c:extLst>
        </c:ser>
        <c:ser>
          <c:idx val="1"/>
          <c:order val="1"/>
          <c:tx>
            <c:strRef>
              <c:f>磷肥价格及价差!$X$1</c:f>
              <c:strCache>
                <c:ptCount val="1"/>
                <c:pt idx="0">
                  <c:v>磷矿石(湖北28%，元/吨）</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磷肥价格及价差!$V$3715:$V$6333</c:f>
              <c:numCache>
                <c:formatCode>m/d/yyyy</c:formatCode>
                <c:ptCount val="2619"/>
                <c:pt idx="0">
                  <c:v>42736</c:v>
                </c:pt>
                <c:pt idx="1">
                  <c:v>42737</c:v>
                </c:pt>
                <c:pt idx="2">
                  <c:v>42738</c:v>
                </c:pt>
                <c:pt idx="3">
                  <c:v>42739</c:v>
                </c:pt>
                <c:pt idx="4">
                  <c:v>42740</c:v>
                </c:pt>
                <c:pt idx="5">
                  <c:v>42741</c:v>
                </c:pt>
                <c:pt idx="6">
                  <c:v>42742</c:v>
                </c:pt>
                <c:pt idx="7">
                  <c:v>42743</c:v>
                </c:pt>
                <c:pt idx="8">
                  <c:v>42744</c:v>
                </c:pt>
                <c:pt idx="9">
                  <c:v>42745</c:v>
                </c:pt>
                <c:pt idx="10">
                  <c:v>42746</c:v>
                </c:pt>
                <c:pt idx="11">
                  <c:v>42747</c:v>
                </c:pt>
                <c:pt idx="12">
                  <c:v>42748</c:v>
                </c:pt>
                <c:pt idx="13">
                  <c:v>42749</c:v>
                </c:pt>
                <c:pt idx="14">
                  <c:v>42750</c:v>
                </c:pt>
                <c:pt idx="15">
                  <c:v>42751</c:v>
                </c:pt>
                <c:pt idx="16">
                  <c:v>42752</c:v>
                </c:pt>
                <c:pt idx="17">
                  <c:v>42753</c:v>
                </c:pt>
                <c:pt idx="18">
                  <c:v>42754</c:v>
                </c:pt>
                <c:pt idx="19">
                  <c:v>42755</c:v>
                </c:pt>
                <c:pt idx="20">
                  <c:v>42756</c:v>
                </c:pt>
                <c:pt idx="21">
                  <c:v>42757</c:v>
                </c:pt>
                <c:pt idx="22">
                  <c:v>42758</c:v>
                </c:pt>
                <c:pt idx="23">
                  <c:v>42759</c:v>
                </c:pt>
                <c:pt idx="24">
                  <c:v>42760</c:v>
                </c:pt>
                <c:pt idx="25">
                  <c:v>42761</c:v>
                </c:pt>
                <c:pt idx="26">
                  <c:v>42762</c:v>
                </c:pt>
                <c:pt idx="27">
                  <c:v>42763</c:v>
                </c:pt>
                <c:pt idx="28">
                  <c:v>42764</c:v>
                </c:pt>
                <c:pt idx="29">
                  <c:v>42765</c:v>
                </c:pt>
                <c:pt idx="30">
                  <c:v>42766</c:v>
                </c:pt>
                <c:pt idx="31">
                  <c:v>42767</c:v>
                </c:pt>
                <c:pt idx="32">
                  <c:v>42768</c:v>
                </c:pt>
                <c:pt idx="33">
                  <c:v>42769</c:v>
                </c:pt>
                <c:pt idx="34">
                  <c:v>42770</c:v>
                </c:pt>
                <c:pt idx="35">
                  <c:v>42771</c:v>
                </c:pt>
                <c:pt idx="36">
                  <c:v>42772</c:v>
                </c:pt>
                <c:pt idx="37">
                  <c:v>42773</c:v>
                </c:pt>
                <c:pt idx="38">
                  <c:v>42774</c:v>
                </c:pt>
                <c:pt idx="39">
                  <c:v>42775</c:v>
                </c:pt>
                <c:pt idx="40">
                  <c:v>42776</c:v>
                </c:pt>
                <c:pt idx="41">
                  <c:v>42777</c:v>
                </c:pt>
                <c:pt idx="42">
                  <c:v>42778</c:v>
                </c:pt>
                <c:pt idx="43">
                  <c:v>42779</c:v>
                </c:pt>
                <c:pt idx="44">
                  <c:v>42780</c:v>
                </c:pt>
                <c:pt idx="45">
                  <c:v>42781</c:v>
                </c:pt>
                <c:pt idx="46">
                  <c:v>42782</c:v>
                </c:pt>
                <c:pt idx="47">
                  <c:v>42783</c:v>
                </c:pt>
                <c:pt idx="48">
                  <c:v>42784</c:v>
                </c:pt>
                <c:pt idx="49">
                  <c:v>42785</c:v>
                </c:pt>
                <c:pt idx="50">
                  <c:v>42786</c:v>
                </c:pt>
                <c:pt idx="51">
                  <c:v>42787</c:v>
                </c:pt>
                <c:pt idx="52">
                  <c:v>42788</c:v>
                </c:pt>
                <c:pt idx="53">
                  <c:v>42789</c:v>
                </c:pt>
                <c:pt idx="54">
                  <c:v>42790</c:v>
                </c:pt>
                <c:pt idx="55">
                  <c:v>42791</c:v>
                </c:pt>
                <c:pt idx="56">
                  <c:v>42792</c:v>
                </c:pt>
                <c:pt idx="57">
                  <c:v>42793</c:v>
                </c:pt>
                <c:pt idx="58">
                  <c:v>42794</c:v>
                </c:pt>
                <c:pt idx="59">
                  <c:v>42795</c:v>
                </c:pt>
                <c:pt idx="60">
                  <c:v>42796</c:v>
                </c:pt>
                <c:pt idx="61">
                  <c:v>42797</c:v>
                </c:pt>
                <c:pt idx="62">
                  <c:v>42798</c:v>
                </c:pt>
                <c:pt idx="63">
                  <c:v>42799</c:v>
                </c:pt>
                <c:pt idx="64">
                  <c:v>42800</c:v>
                </c:pt>
                <c:pt idx="65">
                  <c:v>42801</c:v>
                </c:pt>
                <c:pt idx="66">
                  <c:v>42802</c:v>
                </c:pt>
                <c:pt idx="67">
                  <c:v>42803</c:v>
                </c:pt>
                <c:pt idx="68">
                  <c:v>42804</c:v>
                </c:pt>
                <c:pt idx="69">
                  <c:v>42805</c:v>
                </c:pt>
                <c:pt idx="70">
                  <c:v>42806</c:v>
                </c:pt>
                <c:pt idx="71">
                  <c:v>42807</c:v>
                </c:pt>
                <c:pt idx="72">
                  <c:v>42808</c:v>
                </c:pt>
                <c:pt idx="73">
                  <c:v>42809</c:v>
                </c:pt>
                <c:pt idx="74">
                  <c:v>42810</c:v>
                </c:pt>
                <c:pt idx="75">
                  <c:v>42811</c:v>
                </c:pt>
                <c:pt idx="76">
                  <c:v>42812</c:v>
                </c:pt>
                <c:pt idx="77">
                  <c:v>42813</c:v>
                </c:pt>
                <c:pt idx="78">
                  <c:v>42814</c:v>
                </c:pt>
                <c:pt idx="79">
                  <c:v>42815</c:v>
                </c:pt>
                <c:pt idx="80">
                  <c:v>42816</c:v>
                </c:pt>
                <c:pt idx="81">
                  <c:v>42817</c:v>
                </c:pt>
                <c:pt idx="82">
                  <c:v>42818</c:v>
                </c:pt>
                <c:pt idx="83">
                  <c:v>42819</c:v>
                </c:pt>
                <c:pt idx="84">
                  <c:v>42820</c:v>
                </c:pt>
                <c:pt idx="85">
                  <c:v>42821</c:v>
                </c:pt>
                <c:pt idx="86">
                  <c:v>42822</c:v>
                </c:pt>
                <c:pt idx="87">
                  <c:v>42823</c:v>
                </c:pt>
                <c:pt idx="88">
                  <c:v>42824</c:v>
                </c:pt>
                <c:pt idx="89">
                  <c:v>42825</c:v>
                </c:pt>
                <c:pt idx="90">
                  <c:v>42826</c:v>
                </c:pt>
                <c:pt idx="91">
                  <c:v>42827</c:v>
                </c:pt>
                <c:pt idx="92">
                  <c:v>42828</c:v>
                </c:pt>
                <c:pt idx="93">
                  <c:v>42829</c:v>
                </c:pt>
                <c:pt idx="94">
                  <c:v>42830</c:v>
                </c:pt>
                <c:pt idx="95">
                  <c:v>42831</c:v>
                </c:pt>
                <c:pt idx="96">
                  <c:v>42832</c:v>
                </c:pt>
                <c:pt idx="97">
                  <c:v>42833</c:v>
                </c:pt>
                <c:pt idx="98">
                  <c:v>42834</c:v>
                </c:pt>
                <c:pt idx="99">
                  <c:v>42835</c:v>
                </c:pt>
                <c:pt idx="100">
                  <c:v>42836</c:v>
                </c:pt>
                <c:pt idx="101">
                  <c:v>42837</c:v>
                </c:pt>
                <c:pt idx="102">
                  <c:v>42838</c:v>
                </c:pt>
                <c:pt idx="103">
                  <c:v>42839</c:v>
                </c:pt>
                <c:pt idx="104">
                  <c:v>42840</c:v>
                </c:pt>
                <c:pt idx="105">
                  <c:v>42841</c:v>
                </c:pt>
                <c:pt idx="106">
                  <c:v>42842</c:v>
                </c:pt>
                <c:pt idx="107">
                  <c:v>42843</c:v>
                </c:pt>
                <c:pt idx="108">
                  <c:v>42844</c:v>
                </c:pt>
                <c:pt idx="109">
                  <c:v>42845</c:v>
                </c:pt>
                <c:pt idx="110">
                  <c:v>42846</c:v>
                </c:pt>
                <c:pt idx="111">
                  <c:v>42847</c:v>
                </c:pt>
                <c:pt idx="112">
                  <c:v>42848</c:v>
                </c:pt>
                <c:pt idx="113">
                  <c:v>42849</c:v>
                </c:pt>
                <c:pt idx="114">
                  <c:v>42850</c:v>
                </c:pt>
                <c:pt idx="115">
                  <c:v>42851</c:v>
                </c:pt>
                <c:pt idx="116">
                  <c:v>42852</c:v>
                </c:pt>
                <c:pt idx="117">
                  <c:v>42853</c:v>
                </c:pt>
                <c:pt idx="118">
                  <c:v>42854</c:v>
                </c:pt>
                <c:pt idx="119">
                  <c:v>42855</c:v>
                </c:pt>
                <c:pt idx="120">
                  <c:v>42856</c:v>
                </c:pt>
                <c:pt idx="121">
                  <c:v>42857</c:v>
                </c:pt>
                <c:pt idx="122">
                  <c:v>42858</c:v>
                </c:pt>
                <c:pt idx="123">
                  <c:v>42859</c:v>
                </c:pt>
                <c:pt idx="124">
                  <c:v>42860</c:v>
                </c:pt>
                <c:pt idx="125">
                  <c:v>42861</c:v>
                </c:pt>
                <c:pt idx="126">
                  <c:v>42862</c:v>
                </c:pt>
                <c:pt idx="127">
                  <c:v>42863</c:v>
                </c:pt>
                <c:pt idx="128">
                  <c:v>42864</c:v>
                </c:pt>
                <c:pt idx="129">
                  <c:v>42865</c:v>
                </c:pt>
                <c:pt idx="130">
                  <c:v>42866</c:v>
                </c:pt>
                <c:pt idx="131">
                  <c:v>42867</c:v>
                </c:pt>
                <c:pt idx="132">
                  <c:v>42868</c:v>
                </c:pt>
                <c:pt idx="133">
                  <c:v>42869</c:v>
                </c:pt>
                <c:pt idx="134">
                  <c:v>42870</c:v>
                </c:pt>
                <c:pt idx="135">
                  <c:v>42871</c:v>
                </c:pt>
                <c:pt idx="136">
                  <c:v>42872</c:v>
                </c:pt>
                <c:pt idx="137">
                  <c:v>42873</c:v>
                </c:pt>
                <c:pt idx="138">
                  <c:v>42874</c:v>
                </c:pt>
                <c:pt idx="139">
                  <c:v>42875</c:v>
                </c:pt>
                <c:pt idx="140">
                  <c:v>42876</c:v>
                </c:pt>
                <c:pt idx="141">
                  <c:v>42877</c:v>
                </c:pt>
                <c:pt idx="142">
                  <c:v>42878</c:v>
                </c:pt>
                <c:pt idx="143">
                  <c:v>42879</c:v>
                </c:pt>
                <c:pt idx="144">
                  <c:v>42880</c:v>
                </c:pt>
                <c:pt idx="145">
                  <c:v>42881</c:v>
                </c:pt>
                <c:pt idx="146">
                  <c:v>42882</c:v>
                </c:pt>
                <c:pt idx="147">
                  <c:v>42883</c:v>
                </c:pt>
                <c:pt idx="148">
                  <c:v>42884</c:v>
                </c:pt>
                <c:pt idx="149">
                  <c:v>42885</c:v>
                </c:pt>
                <c:pt idx="150">
                  <c:v>42886</c:v>
                </c:pt>
                <c:pt idx="151">
                  <c:v>42887</c:v>
                </c:pt>
                <c:pt idx="152">
                  <c:v>42888</c:v>
                </c:pt>
                <c:pt idx="153">
                  <c:v>42889</c:v>
                </c:pt>
                <c:pt idx="154">
                  <c:v>42890</c:v>
                </c:pt>
                <c:pt idx="155">
                  <c:v>42891</c:v>
                </c:pt>
                <c:pt idx="156">
                  <c:v>42892</c:v>
                </c:pt>
                <c:pt idx="157">
                  <c:v>42893</c:v>
                </c:pt>
                <c:pt idx="158">
                  <c:v>42894</c:v>
                </c:pt>
                <c:pt idx="159">
                  <c:v>42895</c:v>
                </c:pt>
                <c:pt idx="160">
                  <c:v>42896</c:v>
                </c:pt>
                <c:pt idx="161">
                  <c:v>42897</c:v>
                </c:pt>
                <c:pt idx="162">
                  <c:v>42898</c:v>
                </c:pt>
                <c:pt idx="163">
                  <c:v>42899</c:v>
                </c:pt>
                <c:pt idx="164">
                  <c:v>42900</c:v>
                </c:pt>
                <c:pt idx="165">
                  <c:v>42901</c:v>
                </c:pt>
                <c:pt idx="166">
                  <c:v>42902</c:v>
                </c:pt>
                <c:pt idx="167">
                  <c:v>42903</c:v>
                </c:pt>
                <c:pt idx="168">
                  <c:v>42904</c:v>
                </c:pt>
                <c:pt idx="169">
                  <c:v>42905</c:v>
                </c:pt>
                <c:pt idx="170">
                  <c:v>42906</c:v>
                </c:pt>
                <c:pt idx="171">
                  <c:v>42907</c:v>
                </c:pt>
                <c:pt idx="172">
                  <c:v>42908</c:v>
                </c:pt>
                <c:pt idx="173">
                  <c:v>42909</c:v>
                </c:pt>
                <c:pt idx="174">
                  <c:v>42910</c:v>
                </c:pt>
                <c:pt idx="175">
                  <c:v>42911</c:v>
                </c:pt>
                <c:pt idx="176">
                  <c:v>42912</c:v>
                </c:pt>
                <c:pt idx="177">
                  <c:v>42913</c:v>
                </c:pt>
                <c:pt idx="178">
                  <c:v>42914</c:v>
                </c:pt>
                <c:pt idx="179">
                  <c:v>42915</c:v>
                </c:pt>
                <c:pt idx="180">
                  <c:v>42916</c:v>
                </c:pt>
                <c:pt idx="181">
                  <c:v>42917</c:v>
                </c:pt>
                <c:pt idx="182">
                  <c:v>42918</c:v>
                </c:pt>
                <c:pt idx="183">
                  <c:v>42919</c:v>
                </c:pt>
                <c:pt idx="184">
                  <c:v>42920</c:v>
                </c:pt>
                <c:pt idx="185">
                  <c:v>42921</c:v>
                </c:pt>
                <c:pt idx="186">
                  <c:v>42922</c:v>
                </c:pt>
                <c:pt idx="187">
                  <c:v>42923</c:v>
                </c:pt>
                <c:pt idx="188">
                  <c:v>42924</c:v>
                </c:pt>
                <c:pt idx="189">
                  <c:v>42925</c:v>
                </c:pt>
                <c:pt idx="190">
                  <c:v>42926</c:v>
                </c:pt>
                <c:pt idx="191">
                  <c:v>42927</c:v>
                </c:pt>
                <c:pt idx="192">
                  <c:v>42928</c:v>
                </c:pt>
                <c:pt idx="193">
                  <c:v>42929</c:v>
                </c:pt>
                <c:pt idx="194">
                  <c:v>42930</c:v>
                </c:pt>
                <c:pt idx="195">
                  <c:v>42931</c:v>
                </c:pt>
                <c:pt idx="196">
                  <c:v>42932</c:v>
                </c:pt>
                <c:pt idx="197">
                  <c:v>42933</c:v>
                </c:pt>
                <c:pt idx="198">
                  <c:v>42934</c:v>
                </c:pt>
                <c:pt idx="199">
                  <c:v>42935</c:v>
                </c:pt>
                <c:pt idx="200">
                  <c:v>42936</c:v>
                </c:pt>
                <c:pt idx="201">
                  <c:v>42937</c:v>
                </c:pt>
                <c:pt idx="202">
                  <c:v>42938</c:v>
                </c:pt>
                <c:pt idx="203">
                  <c:v>42939</c:v>
                </c:pt>
                <c:pt idx="204">
                  <c:v>42940</c:v>
                </c:pt>
                <c:pt idx="205">
                  <c:v>42941</c:v>
                </c:pt>
                <c:pt idx="206">
                  <c:v>42942</c:v>
                </c:pt>
                <c:pt idx="207">
                  <c:v>42943</c:v>
                </c:pt>
                <c:pt idx="208">
                  <c:v>42944</c:v>
                </c:pt>
                <c:pt idx="209">
                  <c:v>42945</c:v>
                </c:pt>
                <c:pt idx="210">
                  <c:v>42946</c:v>
                </c:pt>
                <c:pt idx="211">
                  <c:v>42947</c:v>
                </c:pt>
                <c:pt idx="212">
                  <c:v>42948</c:v>
                </c:pt>
                <c:pt idx="213">
                  <c:v>42949</c:v>
                </c:pt>
                <c:pt idx="214">
                  <c:v>42950</c:v>
                </c:pt>
                <c:pt idx="215">
                  <c:v>42951</c:v>
                </c:pt>
                <c:pt idx="216">
                  <c:v>42952</c:v>
                </c:pt>
                <c:pt idx="217">
                  <c:v>42953</c:v>
                </c:pt>
                <c:pt idx="218">
                  <c:v>42954</c:v>
                </c:pt>
                <c:pt idx="219">
                  <c:v>42955</c:v>
                </c:pt>
                <c:pt idx="220">
                  <c:v>42956</c:v>
                </c:pt>
                <c:pt idx="221">
                  <c:v>42957</c:v>
                </c:pt>
                <c:pt idx="222">
                  <c:v>42958</c:v>
                </c:pt>
                <c:pt idx="223">
                  <c:v>42959</c:v>
                </c:pt>
                <c:pt idx="224">
                  <c:v>42960</c:v>
                </c:pt>
                <c:pt idx="225">
                  <c:v>42961</c:v>
                </c:pt>
                <c:pt idx="226">
                  <c:v>42962</c:v>
                </c:pt>
                <c:pt idx="227">
                  <c:v>42963</c:v>
                </c:pt>
                <c:pt idx="228">
                  <c:v>42964</c:v>
                </c:pt>
                <c:pt idx="229">
                  <c:v>42965</c:v>
                </c:pt>
                <c:pt idx="230">
                  <c:v>42966</c:v>
                </c:pt>
                <c:pt idx="231">
                  <c:v>42967</c:v>
                </c:pt>
                <c:pt idx="232">
                  <c:v>42968</c:v>
                </c:pt>
                <c:pt idx="233">
                  <c:v>42969</c:v>
                </c:pt>
                <c:pt idx="234">
                  <c:v>42970</c:v>
                </c:pt>
                <c:pt idx="235">
                  <c:v>42971</c:v>
                </c:pt>
                <c:pt idx="236">
                  <c:v>42972</c:v>
                </c:pt>
                <c:pt idx="237">
                  <c:v>42973</c:v>
                </c:pt>
                <c:pt idx="238">
                  <c:v>42974</c:v>
                </c:pt>
                <c:pt idx="239">
                  <c:v>42975</c:v>
                </c:pt>
                <c:pt idx="240">
                  <c:v>42976</c:v>
                </c:pt>
                <c:pt idx="241">
                  <c:v>42977</c:v>
                </c:pt>
                <c:pt idx="242">
                  <c:v>42978</c:v>
                </c:pt>
                <c:pt idx="243">
                  <c:v>42979</c:v>
                </c:pt>
                <c:pt idx="244">
                  <c:v>42980</c:v>
                </c:pt>
                <c:pt idx="245">
                  <c:v>42981</c:v>
                </c:pt>
                <c:pt idx="246">
                  <c:v>42982</c:v>
                </c:pt>
                <c:pt idx="247">
                  <c:v>42983</c:v>
                </c:pt>
                <c:pt idx="248">
                  <c:v>42984</c:v>
                </c:pt>
                <c:pt idx="249">
                  <c:v>42985</c:v>
                </c:pt>
                <c:pt idx="250">
                  <c:v>42986</c:v>
                </c:pt>
                <c:pt idx="251">
                  <c:v>42987</c:v>
                </c:pt>
                <c:pt idx="252">
                  <c:v>42988</c:v>
                </c:pt>
                <c:pt idx="253">
                  <c:v>42989</c:v>
                </c:pt>
                <c:pt idx="254">
                  <c:v>42990</c:v>
                </c:pt>
                <c:pt idx="255">
                  <c:v>42991</c:v>
                </c:pt>
                <c:pt idx="256">
                  <c:v>42992</c:v>
                </c:pt>
                <c:pt idx="257">
                  <c:v>42993</c:v>
                </c:pt>
                <c:pt idx="258">
                  <c:v>42994</c:v>
                </c:pt>
                <c:pt idx="259">
                  <c:v>42995</c:v>
                </c:pt>
                <c:pt idx="260">
                  <c:v>42996</c:v>
                </c:pt>
                <c:pt idx="261">
                  <c:v>42997</c:v>
                </c:pt>
                <c:pt idx="262">
                  <c:v>42998</c:v>
                </c:pt>
                <c:pt idx="263">
                  <c:v>42999</c:v>
                </c:pt>
                <c:pt idx="264">
                  <c:v>43000</c:v>
                </c:pt>
                <c:pt idx="265">
                  <c:v>43001</c:v>
                </c:pt>
                <c:pt idx="266">
                  <c:v>43002</c:v>
                </c:pt>
                <c:pt idx="267">
                  <c:v>43003</c:v>
                </c:pt>
                <c:pt idx="268">
                  <c:v>43004</c:v>
                </c:pt>
                <c:pt idx="269">
                  <c:v>43005</c:v>
                </c:pt>
                <c:pt idx="270">
                  <c:v>43006</c:v>
                </c:pt>
                <c:pt idx="271">
                  <c:v>43007</c:v>
                </c:pt>
                <c:pt idx="272">
                  <c:v>43008</c:v>
                </c:pt>
                <c:pt idx="273">
                  <c:v>43009</c:v>
                </c:pt>
                <c:pt idx="274">
                  <c:v>43010</c:v>
                </c:pt>
                <c:pt idx="275">
                  <c:v>43011</c:v>
                </c:pt>
                <c:pt idx="276">
                  <c:v>43012</c:v>
                </c:pt>
                <c:pt idx="277">
                  <c:v>43013</c:v>
                </c:pt>
                <c:pt idx="278">
                  <c:v>43014</c:v>
                </c:pt>
                <c:pt idx="279">
                  <c:v>43015</c:v>
                </c:pt>
                <c:pt idx="280">
                  <c:v>43016</c:v>
                </c:pt>
                <c:pt idx="281">
                  <c:v>43017</c:v>
                </c:pt>
                <c:pt idx="282">
                  <c:v>43018</c:v>
                </c:pt>
                <c:pt idx="283">
                  <c:v>43019</c:v>
                </c:pt>
                <c:pt idx="284">
                  <c:v>43020</c:v>
                </c:pt>
                <c:pt idx="285">
                  <c:v>43021</c:v>
                </c:pt>
                <c:pt idx="286">
                  <c:v>43022</c:v>
                </c:pt>
                <c:pt idx="287">
                  <c:v>43023</c:v>
                </c:pt>
                <c:pt idx="288">
                  <c:v>43024</c:v>
                </c:pt>
                <c:pt idx="289">
                  <c:v>43025</c:v>
                </c:pt>
                <c:pt idx="290">
                  <c:v>43026</c:v>
                </c:pt>
                <c:pt idx="291">
                  <c:v>43027</c:v>
                </c:pt>
                <c:pt idx="292">
                  <c:v>43028</c:v>
                </c:pt>
                <c:pt idx="293">
                  <c:v>43029</c:v>
                </c:pt>
                <c:pt idx="294">
                  <c:v>43030</c:v>
                </c:pt>
                <c:pt idx="295">
                  <c:v>43031</c:v>
                </c:pt>
                <c:pt idx="296">
                  <c:v>43032</c:v>
                </c:pt>
                <c:pt idx="297">
                  <c:v>43033</c:v>
                </c:pt>
                <c:pt idx="298">
                  <c:v>43034</c:v>
                </c:pt>
                <c:pt idx="299">
                  <c:v>43035</c:v>
                </c:pt>
                <c:pt idx="300">
                  <c:v>43036</c:v>
                </c:pt>
                <c:pt idx="301">
                  <c:v>43037</c:v>
                </c:pt>
                <c:pt idx="302">
                  <c:v>43038</c:v>
                </c:pt>
                <c:pt idx="303">
                  <c:v>43039</c:v>
                </c:pt>
                <c:pt idx="304">
                  <c:v>43040</c:v>
                </c:pt>
                <c:pt idx="305">
                  <c:v>43041</c:v>
                </c:pt>
                <c:pt idx="306">
                  <c:v>43042</c:v>
                </c:pt>
                <c:pt idx="307">
                  <c:v>43043</c:v>
                </c:pt>
                <c:pt idx="308">
                  <c:v>43044</c:v>
                </c:pt>
                <c:pt idx="309">
                  <c:v>43045</c:v>
                </c:pt>
                <c:pt idx="310">
                  <c:v>43046</c:v>
                </c:pt>
                <c:pt idx="311">
                  <c:v>43047</c:v>
                </c:pt>
                <c:pt idx="312">
                  <c:v>43048</c:v>
                </c:pt>
                <c:pt idx="313">
                  <c:v>43049</c:v>
                </c:pt>
                <c:pt idx="314">
                  <c:v>43050</c:v>
                </c:pt>
                <c:pt idx="315">
                  <c:v>43051</c:v>
                </c:pt>
                <c:pt idx="316">
                  <c:v>43052</c:v>
                </c:pt>
                <c:pt idx="317">
                  <c:v>43053</c:v>
                </c:pt>
                <c:pt idx="318">
                  <c:v>43054</c:v>
                </c:pt>
                <c:pt idx="319">
                  <c:v>43055</c:v>
                </c:pt>
                <c:pt idx="320">
                  <c:v>43056</c:v>
                </c:pt>
                <c:pt idx="321">
                  <c:v>43057</c:v>
                </c:pt>
                <c:pt idx="322">
                  <c:v>43058</c:v>
                </c:pt>
                <c:pt idx="323">
                  <c:v>43059</c:v>
                </c:pt>
                <c:pt idx="324">
                  <c:v>43060</c:v>
                </c:pt>
                <c:pt idx="325">
                  <c:v>43061</c:v>
                </c:pt>
                <c:pt idx="326">
                  <c:v>43062</c:v>
                </c:pt>
                <c:pt idx="327">
                  <c:v>43063</c:v>
                </c:pt>
                <c:pt idx="328">
                  <c:v>43064</c:v>
                </c:pt>
                <c:pt idx="329">
                  <c:v>43065</c:v>
                </c:pt>
                <c:pt idx="330">
                  <c:v>43066</c:v>
                </c:pt>
                <c:pt idx="331">
                  <c:v>43067</c:v>
                </c:pt>
                <c:pt idx="332">
                  <c:v>43068</c:v>
                </c:pt>
                <c:pt idx="333">
                  <c:v>43069</c:v>
                </c:pt>
                <c:pt idx="334">
                  <c:v>43070</c:v>
                </c:pt>
                <c:pt idx="335">
                  <c:v>43071</c:v>
                </c:pt>
                <c:pt idx="336">
                  <c:v>43072</c:v>
                </c:pt>
                <c:pt idx="337">
                  <c:v>43073</c:v>
                </c:pt>
                <c:pt idx="338">
                  <c:v>43074</c:v>
                </c:pt>
                <c:pt idx="339">
                  <c:v>43075</c:v>
                </c:pt>
                <c:pt idx="340">
                  <c:v>43076</c:v>
                </c:pt>
                <c:pt idx="341">
                  <c:v>43077</c:v>
                </c:pt>
                <c:pt idx="342">
                  <c:v>43078</c:v>
                </c:pt>
                <c:pt idx="343">
                  <c:v>43079</c:v>
                </c:pt>
                <c:pt idx="344">
                  <c:v>43080</c:v>
                </c:pt>
                <c:pt idx="345">
                  <c:v>43081</c:v>
                </c:pt>
                <c:pt idx="346">
                  <c:v>43082</c:v>
                </c:pt>
                <c:pt idx="347">
                  <c:v>43083</c:v>
                </c:pt>
                <c:pt idx="348">
                  <c:v>43084</c:v>
                </c:pt>
                <c:pt idx="349">
                  <c:v>43085</c:v>
                </c:pt>
                <c:pt idx="350">
                  <c:v>43086</c:v>
                </c:pt>
                <c:pt idx="351">
                  <c:v>43087</c:v>
                </c:pt>
                <c:pt idx="352">
                  <c:v>43088</c:v>
                </c:pt>
                <c:pt idx="353">
                  <c:v>43089</c:v>
                </c:pt>
                <c:pt idx="354">
                  <c:v>43090</c:v>
                </c:pt>
                <c:pt idx="355">
                  <c:v>43091</c:v>
                </c:pt>
                <c:pt idx="356">
                  <c:v>43092</c:v>
                </c:pt>
                <c:pt idx="357">
                  <c:v>43093</c:v>
                </c:pt>
                <c:pt idx="358">
                  <c:v>43094</c:v>
                </c:pt>
                <c:pt idx="359">
                  <c:v>43095</c:v>
                </c:pt>
                <c:pt idx="360">
                  <c:v>43096</c:v>
                </c:pt>
                <c:pt idx="361">
                  <c:v>43097</c:v>
                </c:pt>
                <c:pt idx="362">
                  <c:v>43098</c:v>
                </c:pt>
                <c:pt idx="363">
                  <c:v>43099</c:v>
                </c:pt>
                <c:pt idx="364">
                  <c:v>43100</c:v>
                </c:pt>
                <c:pt idx="365">
                  <c:v>43101</c:v>
                </c:pt>
                <c:pt idx="366">
                  <c:v>43102</c:v>
                </c:pt>
                <c:pt idx="367">
                  <c:v>43103</c:v>
                </c:pt>
                <c:pt idx="368">
                  <c:v>43104</c:v>
                </c:pt>
                <c:pt idx="369">
                  <c:v>43105</c:v>
                </c:pt>
                <c:pt idx="370">
                  <c:v>43106</c:v>
                </c:pt>
                <c:pt idx="371">
                  <c:v>43107</c:v>
                </c:pt>
                <c:pt idx="372">
                  <c:v>43108</c:v>
                </c:pt>
                <c:pt idx="373">
                  <c:v>43109</c:v>
                </c:pt>
                <c:pt idx="374">
                  <c:v>43110</c:v>
                </c:pt>
                <c:pt idx="375">
                  <c:v>43111</c:v>
                </c:pt>
                <c:pt idx="376">
                  <c:v>43112</c:v>
                </c:pt>
                <c:pt idx="377">
                  <c:v>43113</c:v>
                </c:pt>
                <c:pt idx="378">
                  <c:v>43114</c:v>
                </c:pt>
                <c:pt idx="379">
                  <c:v>43115</c:v>
                </c:pt>
                <c:pt idx="380">
                  <c:v>43116</c:v>
                </c:pt>
                <c:pt idx="381">
                  <c:v>43117</c:v>
                </c:pt>
                <c:pt idx="382">
                  <c:v>43118</c:v>
                </c:pt>
                <c:pt idx="383">
                  <c:v>43119</c:v>
                </c:pt>
                <c:pt idx="384">
                  <c:v>43120</c:v>
                </c:pt>
                <c:pt idx="385">
                  <c:v>43121</c:v>
                </c:pt>
                <c:pt idx="386">
                  <c:v>43122</c:v>
                </c:pt>
                <c:pt idx="387">
                  <c:v>43123</c:v>
                </c:pt>
                <c:pt idx="388">
                  <c:v>43124</c:v>
                </c:pt>
                <c:pt idx="389">
                  <c:v>43125</c:v>
                </c:pt>
                <c:pt idx="390">
                  <c:v>43126</c:v>
                </c:pt>
                <c:pt idx="391">
                  <c:v>43127</c:v>
                </c:pt>
                <c:pt idx="392">
                  <c:v>43128</c:v>
                </c:pt>
                <c:pt idx="393">
                  <c:v>43129</c:v>
                </c:pt>
                <c:pt idx="394">
                  <c:v>43130</c:v>
                </c:pt>
                <c:pt idx="395">
                  <c:v>43131</c:v>
                </c:pt>
                <c:pt idx="396">
                  <c:v>43132</c:v>
                </c:pt>
                <c:pt idx="397">
                  <c:v>43133</c:v>
                </c:pt>
                <c:pt idx="398">
                  <c:v>43134</c:v>
                </c:pt>
                <c:pt idx="399">
                  <c:v>43135</c:v>
                </c:pt>
                <c:pt idx="400">
                  <c:v>43136</c:v>
                </c:pt>
                <c:pt idx="401">
                  <c:v>43137</c:v>
                </c:pt>
                <c:pt idx="402">
                  <c:v>43138</c:v>
                </c:pt>
                <c:pt idx="403">
                  <c:v>43139</c:v>
                </c:pt>
                <c:pt idx="404">
                  <c:v>43140</c:v>
                </c:pt>
                <c:pt idx="405">
                  <c:v>43141</c:v>
                </c:pt>
                <c:pt idx="406">
                  <c:v>43142</c:v>
                </c:pt>
                <c:pt idx="407">
                  <c:v>43143</c:v>
                </c:pt>
                <c:pt idx="408">
                  <c:v>43144</c:v>
                </c:pt>
                <c:pt idx="409">
                  <c:v>43145</c:v>
                </c:pt>
                <c:pt idx="410">
                  <c:v>43146</c:v>
                </c:pt>
                <c:pt idx="411">
                  <c:v>43147</c:v>
                </c:pt>
                <c:pt idx="412">
                  <c:v>43148</c:v>
                </c:pt>
                <c:pt idx="413">
                  <c:v>43149</c:v>
                </c:pt>
                <c:pt idx="414">
                  <c:v>43150</c:v>
                </c:pt>
                <c:pt idx="415">
                  <c:v>43151</c:v>
                </c:pt>
                <c:pt idx="416">
                  <c:v>43152</c:v>
                </c:pt>
                <c:pt idx="417">
                  <c:v>43153</c:v>
                </c:pt>
                <c:pt idx="418">
                  <c:v>43154</c:v>
                </c:pt>
                <c:pt idx="419">
                  <c:v>43155</c:v>
                </c:pt>
                <c:pt idx="420">
                  <c:v>43156</c:v>
                </c:pt>
                <c:pt idx="421">
                  <c:v>43157</c:v>
                </c:pt>
                <c:pt idx="422">
                  <c:v>43158</c:v>
                </c:pt>
                <c:pt idx="423">
                  <c:v>43159</c:v>
                </c:pt>
                <c:pt idx="424">
                  <c:v>43160</c:v>
                </c:pt>
                <c:pt idx="425">
                  <c:v>43161</c:v>
                </c:pt>
                <c:pt idx="426">
                  <c:v>43162</c:v>
                </c:pt>
                <c:pt idx="427">
                  <c:v>43163</c:v>
                </c:pt>
                <c:pt idx="428">
                  <c:v>43164</c:v>
                </c:pt>
                <c:pt idx="429">
                  <c:v>43165</c:v>
                </c:pt>
                <c:pt idx="430">
                  <c:v>43166</c:v>
                </c:pt>
                <c:pt idx="431">
                  <c:v>43167</c:v>
                </c:pt>
                <c:pt idx="432">
                  <c:v>43168</c:v>
                </c:pt>
                <c:pt idx="433">
                  <c:v>43169</c:v>
                </c:pt>
                <c:pt idx="434">
                  <c:v>43170</c:v>
                </c:pt>
                <c:pt idx="435">
                  <c:v>43171</c:v>
                </c:pt>
                <c:pt idx="436">
                  <c:v>43172</c:v>
                </c:pt>
                <c:pt idx="437">
                  <c:v>43173</c:v>
                </c:pt>
                <c:pt idx="438">
                  <c:v>43174</c:v>
                </c:pt>
                <c:pt idx="439">
                  <c:v>43175</c:v>
                </c:pt>
                <c:pt idx="440">
                  <c:v>43176</c:v>
                </c:pt>
                <c:pt idx="441">
                  <c:v>43177</c:v>
                </c:pt>
                <c:pt idx="442">
                  <c:v>43178</c:v>
                </c:pt>
                <c:pt idx="443">
                  <c:v>43179</c:v>
                </c:pt>
                <c:pt idx="444">
                  <c:v>43180</c:v>
                </c:pt>
                <c:pt idx="445">
                  <c:v>43181</c:v>
                </c:pt>
                <c:pt idx="446">
                  <c:v>43182</c:v>
                </c:pt>
                <c:pt idx="447">
                  <c:v>43183</c:v>
                </c:pt>
                <c:pt idx="448">
                  <c:v>43184</c:v>
                </c:pt>
                <c:pt idx="449">
                  <c:v>43185</c:v>
                </c:pt>
                <c:pt idx="450">
                  <c:v>43186</c:v>
                </c:pt>
                <c:pt idx="451">
                  <c:v>43187</c:v>
                </c:pt>
                <c:pt idx="452">
                  <c:v>43188</c:v>
                </c:pt>
                <c:pt idx="453">
                  <c:v>43189</c:v>
                </c:pt>
                <c:pt idx="454">
                  <c:v>43190</c:v>
                </c:pt>
                <c:pt idx="455">
                  <c:v>43191</c:v>
                </c:pt>
                <c:pt idx="456">
                  <c:v>43192</c:v>
                </c:pt>
                <c:pt idx="457">
                  <c:v>43193</c:v>
                </c:pt>
                <c:pt idx="458">
                  <c:v>43194</c:v>
                </c:pt>
                <c:pt idx="459">
                  <c:v>43195</c:v>
                </c:pt>
                <c:pt idx="460">
                  <c:v>43196</c:v>
                </c:pt>
                <c:pt idx="461">
                  <c:v>43197</c:v>
                </c:pt>
                <c:pt idx="462">
                  <c:v>43198</c:v>
                </c:pt>
                <c:pt idx="463">
                  <c:v>43199</c:v>
                </c:pt>
                <c:pt idx="464">
                  <c:v>43200</c:v>
                </c:pt>
                <c:pt idx="465">
                  <c:v>43201</c:v>
                </c:pt>
                <c:pt idx="466">
                  <c:v>43202</c:v>
                </c:pt>
                <c:pt idx="467">
                  <c:v>43203</c:v>
                </c:pt>
                <c:pt idx="468">
                  <c:v>43204</c:v>
                </c:pt>
                <c:pt idx="469">
                  <c:v>43205</c:v>
                </c:pt>
                <c:pt idx="470">
                  <c:v>43206</c:v>
                </c:pt>
                <c:pt idx="471">
                  <c:v>43207</c:v>
                </c:pt>
                <c:pt idx="472">
                  <c:v>43208</c:v>
                </c:pt>
                <c:pt idx="473">
                  <c:v>43209</c:v>
                </c:pt>
                <c:pt idx="474">
                  <c:v>43210</c:v>
                </c:pt>
                <c:pt idx="475">
                  <c:v>43211</c:v>
                </c:pt>
                <c:pt idx="476">
                  <c:v>43212</c:v>
                </c:pt>
                <c:pt idx="477">
                  <c:v>43213</c:v>
                </c:pt>
                <c:pt idx="478">
                  <c:v>43214</c:v>
                </c:pt>
                <c:pt idx="479">
                  <c:v>43215</c:v>
                </c:pt>
                <c:pt idx="480">
                  <c:v>43216</c:v>
                </c:pt>
                <c:pt idx="481">
                  <c:v>43217</c:v>
                </c:pt>
                <c:pt idx="482">
                  <c:v>43218</c:v>
                </c:pt>
                <c:pt idx="483">
                  <c:v>43219</c:v>
                </c:pt>
                <c:pt idx="484">
                  <c:v>43220</c:v>
                </c:pt>
                <c:pt idx="485">
                  <c:v>43221</c:v>
                </c:pt>
                <c:pt idx="486">
                  <c:v>43222</c:v>
                </c:pt>
                <c:pt idx="487">
                  <c:v>43223</c:v>
                </c:pt>
                <c:pt idx="488">
                  <c:v>43224</c:v>
                </c:pt>
                <c:pt idx="489">
                  <c:v>43225</c:v>
                </c:pt>
                <c:pt idx="490">
                  <c:v>43226</c:v>
                </c:pt>
                <c:pt idx="491">
                  <c:v>43227</c:v>
                </c:pt>
                <c:pt idx="492">
                  <c:v>43228</c:v>
                </c:pt>
                <c:pt idx="493">
                  <c:v>43229</c:v>
                </c:pt>
                <c:pt idx="494">
                  <c:v>43230</c:v>
                </c:pt>
                <c:pt idx="495">
                  <c:v>43231</c:v>
                </c:pt>
                <c:pt idx="496">
                  <c:v>43232</c:v>
                </c:pt>
                <c:pt idx="497">
                  <c:v>43233</c:v>
                </c:pt>
                <c:pt idx="498">
                  <c:v>43234</c:v>
                </c:pt>
                <c:pt idx="499">
                  <c:v>43235</c:v>
                </c:pt>
                <c:pt idx="500">
                  <c:v>43236</c:v>
                </c:pt>
                <c:pt idx="501">
                  <c:v>43237</c:v>
                </c:pt>
                <c:pt idx="502">
                  <c:v>43238</c:v>
                </c:pt>
                <c:pt idx="503">
                  <c:v>43239</c:v>
                </c:pt>
                <c:pt idx="504">
                  <c:v>43240</c:v>
                </c:pt>
                <c:pt idx="505">
                  <c:v>43241</c:v>
                </c:pt>
                <c:pt idx="506">
                  <c:v>43242</c:v>
                </c:pt>
                <c:pt idx="507">
                  <c:v>43243</c:v>
                </c:pt>
                <c:pt idx="508">
                  <c:v>43244</c:v>
                </c:pt>
                <c:pt idx="509">
                  <c:v>43245</c:v>
                </c:pt>
                <c:pt idx="510">
                  <c:v>43246</c:v>
                </c:pt>
                <c:pt idx="511">
                  <c:v>43247</c:v>
                </c:pt>
                <c:pt idx="512">
                  <c:v>43248</c:v>
                </c:pt>
                <c:pt idx="513">
                  <c:v>43249</c:v>
                </c:pt>
                <c:pt idx="514">
                  <c:v>43250</c:v>
                </c:pt>
                <c:pt idx="515">
                  <c:v>43251</c:v>
                </c:pt>
                <c:pt idx="516">
                  <c:v>43252</c:v>
                </c:pt>
                <c:pt idx="517">
                  <c:v>43253</c:v>
                </c:pt>
                <c:pt idx="518">
                  <c:v>43254</c:v>
                </c:pt>
                <c:pt idx="519">
                  <c:v>43255</c:v>
                </c:pt>
                <c:pt idx="520">
                  <c:v>43256</c:v>
                </c:pt>
                <c:pt idx="521">
                  <c:v>43257</c:v>
                </c:pt>
                <c:pt idx="522">
                  <c:v>43258</c:v>
                </c:pt>
                <c:pt idx="523">
                  <c:v>43259</c:v>
                </c:pt>
                <c:pt idx="524">
                  <c:v>43260</c:v>
                </c:pt>
                <c:pt idx="525">
                  <c:v>43261</c:v>
                </c:pt>
                <c:pt idx="526">
                  <c:v>43262</c:v>
                </c:pt>
                <c:pt idx="527">
                  <c:v>43263</c:v>
                </c:pt>
                <c:pt idx="528">
                  <c:v>43264</c:v>
                </c:pt>
                <c:pt idx="529">
                  <c:v>43265</c:v>
                </c:pt>
                <c:pt idx="530">
                  <c:v>43266</c:v>
                </c:pt>
                <c:pt idx="531">
                  <c:v>43267</c:v>
                </c:pt>
                <c:pt idx="532">
                  <c:v>43268</c:v>
                </c:pt>
                <c:pt idx="533">
                  <c:v>43269</c:v>
                </c:pt>
                <c:pt idx="534">
                  <c:v>43270</c:v>
                </c:pt>
                <c:pt idx="535">
                  <c:v>43271</c:v>
                </c:pt>
                <c:pt idx="536">
                  <c:v>43272</c:v>
                </c:pt>
                <c:pt idx="537">
                  <c:v>43273</c:v>
                </c:pt>
                <c:pt idx="538">
                  <c:v>43274</c:v>
                </c:pt>
                <c:pt idx="539">
                  <c:v>43275</c:v>
                </c:pt>
                <c:pt idx="540">
                  <c:v>43276</c:v>
                </c:pt>
                <c:pt idx="541">
                  <c:v>43277</c:v>
                </c:pt>
                <c:pt idx="542">
                  <c:v>43278</c:v>
                </c:pt>
                <c:pt idx="543">
                  <c:v>43279</c:v>
                </c:pt>
                <c:pt idx="544">
                  <c:v>43280</c:v>
                </c:pt>
                <c:pt idx="545">
                  <c:v>43281</c:v>
                </c:pt>
                <c:pt idx="546">
                  <c:v>43282</c:v>
                </c:pt>
                <c:pt idx="547">
                  <c:v>43283</c:v>
                </c:pt>
                <c:pt idx="548">
                  <c:v>43284</c:v>
                </c:pt>
                <c:pt idx="549">
                  <c:v>43285</c:v>
                </c:pt>
                <c:pt idx="550">
                  <c:v>43286</c:v>
                </c:pt>
                <c:pt idx="551">
                  <c:v>43287</c:v>
                </c:pt>
                <c:pt idx="552">
                  <c:v>43288</c:v>
                </c:pt>
                <c:pt idx="553">
                  <c:v>43289</c:v>
                </c:pt>
                <c:pt idx="554">
                  <c:v>43290</c:v>
                </c:pt>
                <c:pt idx="555">
                  <c:v>43291</c:v>
                </c:pt>
                <c:pt idx="556">
                  <c:v>43292</c:v>
                </c:pt>
                <c:pt idx="557">
                  <c:v>43293</c:v>
                </c:pt>
                <c:pt idx="558">
                  <c:v>43294</c:v>
                </c:pt>
                <c:pt idx="559">
                  <c:v>43295</c:v>
                </c:pt>
                <c:pt idx="560">
                  <c:v>43296</c:v>
                </c:pt>
                <c:pt idx="561">
                  <c:v>43297</c:v>
                </c:pt>
                <c:pt idx="562">
                  <c:v>43298</c:v>
                </c:pt>
                <c:pt idx="563">
                  <c:v>43299</c:v>
                </c:pt>
                <c:pt idx="564">
                  <c:v>43300</c:v>
                </c:pt>
                <c:pt idx="565">
                  <c:v>43301</c:v>
                </c:pt>
                <c:pt idx="566">
                  <c:v>43302</c:v>
                </c:pt>
                <c:pt idx="567">
                  <c:v>43303</c:v>
                </c:pt>
                <c:pt idx="568">
                  <c:v>43304</c:v>
                </c:pt>
                <c:pt idx="569">
                  <c:v>43305</c:v>
                </c:pt>
                <c:pt idx="570">
                  <c:v>43306</c:v>
                </c:pt>
                <c:pt idx="571">
                  <c:v>43307</c:v>
                </c:pt>
                <c:pt idx="572">
                  <c:v>43308</c:v>
                </c:pt>
                <c:pt idx="573">
                  <c:v>43309</c:v>
                </c:pt>
                <c:pt idx="574">
                  <c:v>43310</c:v>
                </c:pt>
                <c:pt idx="575">
                  <c:v>43311</c:v>
                </c:pt>
                <c:pt idx="576">
                  <c:v>43312</c:v>
                </c:pt>
                <c:pt idx="577">
                  <c:v>43313</c:v>
                </c:pt>
                <c:pt idx="578">
                  <c:v>43314</c:v>
                </c:pt>
                <c:pt idx="579">
                  <c:v>43315</c:v>
                </c:pt>
                <c:pt idx="580">
                  <c:v>43316</c:v>
                </c:pt>
                <c:pt idx="581">
                  <c:v>43317</c:v>
                </c:pt>
                <c:pt idx="582">
                  <c:v>43318</c:v>
                </c:pt>
                <c:pt idx="583">
                  <c:v>43319</c:v>
                </c:pt>
                <c:pt idx="584">
                  <c:v>43320</c:v>
                </c:pt>
                <c:pt idx="585">
                  <c:v>43321</c:v>
                </c:pt>
                <c:pt idx="586">
                  <c:v>43322</c:v>
                </c:pt>
                <c:pt idx="587">
                  <c:v>43323</c:v>
                </c:pt>
                <c:pt idx="588">
                  <c:v>43324</c:v>
                </c:pt>
                <c:pt idx="589">
                  <c:v>43325</c:v>
                </c:pt>
                <c:pt idx="590">
                  <c:v>43326</c:v>
                </c:pt>
                <c:pt idx="591">
                  <c:v>43327</c:v>
                </c:pt>
                <c:pt idx="592">
                  <c:v>43328</c:v>
                </c:pt>
                <c:pt idx="593">
                  <c:v>43329</c:v>
                </c:pt>
                <c:pt idx="594">
                  <c:v>43330</c:v>
                </c:pt>
                <c:pt idx="595">
                  <c:v>43331</c:v>
                </c:pt>
                <c:pt idx="596">
                  <c:v>43332</c:v>
                </c:pt>
                <c:pt idx="597">
                  <c:v>43333</c:v>
                </c:pt>
                <c:pt idx="598">
                  <c:v>43334</c:v>
                </c:pt>
                <c:pt idx="599">
                  <c:v>43335</c:v>
                </c:pt>
                <c:pt idx="600">
                  <c:v>43336</c:v>
                </c:pt>
                <c:pt idx="601">
                  <c:v>43337</c:v>
                </c:pt>
                <c:pt idx="602">
                  <c:v>43338</c:v>
                </c:pt>
                <c:pt idx="603">
                  <c:v>43339</c:v>
                </c:pt>
                <c:pt idx="604">
                  <c:v>43340</c:v>
                </c:pt>
                <c:pt idx="605">
                  <c:v>43341</c:v>
                </c:pt>
                <c:pt idx="606">
                  <c:v>43342</c:v>
                </c:pt>
                <c:pt idx="607">
                  <c:v>43343</c:v>
                </c:pt>
                <c:pt idx="608">
                  <c:v>43344</c:v>
                </c:pt>
                <c:pt idx="609">
                  <c:v>43345</c:v>
                </c:pt>
                <c:pt idx="610">
                  <c:v>43346</c:v>
                </c:pt>
                <c:pt idx="611">
                  <c:v>43347</c:v>
                </c:pt>
                <c:pt idx="612">
                  <c:v>43348</c:v>
                </c:pt>
                <c:pt idx="613">
                  <c:v>43349</c:v>
                </c:pt>
                <c:pt idx="614">
                  <c:v>43350</c:v>
                </c:pt>
                <c:pt idx="615">
                  <c:v>43351</c:v>
                </c:pt>
                <c:pt idx="616">
                  <c:v>43352</c:v>
                </c:pt>
                <c:pt idx="617">
                  <c:v>43353</c:v>
                </c:pt>
                <c:pt idx="618">
                  <c:v>43354</c:v>
                </c:pt>
                <c:pt idx="619">
                  <c:v>43355</c:v>
                </c:pt>
                <c:pt idx="620">
                  <c:v>43356</c:v>
                </c:pt>
                <c:pt idx="621">
                  <c:v>43357</c:v>
                </c:pt>
                <c:pt idx="622">
                  <c:v>43358</c:v>
                </c:pt>
                <c:pt idx="623">
                  <c:v>43359</c:v>
                </c:pt>
                <c:pt idx="624">
                  <c:v>43360</c:v>
                </c:pt>
                <c:pt idx="625">
                  <c:v>43361</c:v>
                </c:pt>
                <c:pt idx="626">
                  <c:v>43362</c:v>
                </c:pt>
                <c:pt idx="627">
                  <c:v>43363</c:v>
                </c:pt>
                <c:pt idx="628">
                  <c:v>43364</c:v>
                </c:pt>
                <c:pt idx="629">
                  <c:v>43365</c:v>
                </c:pt>
                <c:pt idx="630">
                  <c:v>43366</c:v>
                </c:pt>
                <c:pt idx="631">
                  <c:v>43367</c:v>
                </c:pt>
                <c:pt idx="632">
                  <c:v>43368</c:v>
                </c:pt>
                <c:pt idx="633">
                  <c:v>43369</c:v>
                </c:pt>
                <c:pt idx="634">
                  <c:v>43370</c:v>
                </c:pt>
                <c:pt idx="635">
                  <c:v>43371</c:v>
                </c:pt>
                <c:pt idx="636">
                  <c:v>43372</c:v>
                </c:pt>
                <c:pt idx="637">
                  <c:v>43373</c:v>
                </c:pt>
                <c:pt idx="638">
                  <c:v>43374</c:v>
                </c:pt>
                <c:pt idx="639">
                  <c:v>43375</c:v>
                </c:pt>
                <c:pt idx="640">
                  <c:v>43376</c:v>
                </c:pt>
                <c:pt idx="641">
                  <c:v>43377</c:v>
                </c:pt>
                <c:pt idx="642">
                  <c:v>43378</c:v>
                </c:pt>
                <c:pt idx="643">
                  <c:v>43379</c:v>
                </c:pt>
                <c:pt idx="644">
                  <c:v>43380</c:v>
                </c:pt>
                <c:pt idx="645">
                  <c:v>43381</c:v>
                </c:pt>
                <c:pt idx="646">
                  <c:v>43382</c:v>
                </c:pt>
                <c:pt idx="647">
                  <c:v>43383</c:v>
                </c:pt>
                <c:pt idx="648">
                  <c:v>43384</c:v>
                </c:pt>
                <c:pt idx="649">
                  <c:v>43385</c:v>
                </c:pt>
                <c:pt idx="650">
                  <c:v>43386</c:v>
                </c:pt>
                <c:pt idx="651">
                  <c:v>43387</c:v>
                </c:pt>
                <c:pt idx="652">
                  <c:v>43388</c:v>
                </c:pt>
                <c:pt idx="653">
                  <c:v>43389</c:v>
                </c:pt>
                <c:pt idx="654">
                  <c:v>43390</c:v>
                </c:pt>
                <c:pt idx="655">
                  <c:v>43391</c:v>
                </c:pt>
                <c:pt idx="656">
                  <c:v>43392</c:v>
                </c:pt>
                <c:pt idx="657">
                  <c:v>43393</c:v>
                </c:pt>
                <c:pt idx="658">
                  <c:v>43394</c:v>
                </c:pt>
                <c:pt idx="659">
                  <c:v>43395</c:v>
                </c:pt>
                <c:pt idx="660">
                  <c:v>43396</c:v>
                </c:pt>
                <c:pt idx="661">
                  <c:v>43397</c:v>
                </c:pt>
                <c:pt idx="662">
                  <c:v>43398</c:v>
                </c:pt>
                <c:pt idx="663">
                  <c:v>43399</c:v>
                </c:pt>
                <c:pt idx="664">
                  <c:v>43400</c:v>
                </c:pt>
                <c:pt idx="665">
                  <c:v>43401</c:v>
                </c:pt>
                <c:pt idx="666">
                  <c:v>43402</c:v>
                </c:pt>
                <c:pt idx="667">
                  <c:v>43403</c:v>
                </c:pt>
                <c:pt idx="668">
                  <c:v>43404</c:v>
                </c:pt>
                <c:pt idx="669">
                  <c:v>43405</c:v>
                </c:pt>
                <c:pt idx="670">
                  <c:v>43406</c:v>
                </c:pt>
                <c:pt idx="671">
                  <c:v>43407</c:v>
                </c:pt>
                <c:pt idx="672">
                  <c:v>43408</c:v>
                </c:pt>
                <c:pt idx="673">
                  <c:v>43409</c:v>
                </c:pt>
                <c:pt idx="674">
                  <c:v>43410</c:v>
                </c:pt>
                <c:pt idx="675">
                  <c:v>43411</c:v>
                </c:pt>
                <c:pt idx="676">
                  <c:v>43412</c:v>
                </c:pt>
                <c:pt idx="677">
                  <c:v>43413</c:v>
                </c:pt>
                <c:pt idx="678">
                  <c:v>43414</c:v>
                </c:pt>
                <c:pt idx="679">
                  <c:v>43415</c:v>
                </c:pt>
                <c:pt idx="680">
                  <c:v>43416</c:v>
                </c:pt>
                <c:pt idx="681">
                  <c:v>43417</c:v>
                </c:pt>
                <c:pt idx="682">
                  <c:v>43418</c:v>
                </c:pt>
                <c:pt idx="683">
                  <c:v>43419</c:v>
                </c:pt>
                <c:pt idx="684">
                  <c:v>43420</c:v>
                </c:pt>
                <c:pt idx="685">
                  <c:v>43421</c:v>
                </c:pt>
                <c:pt idx="686">
                  <c:v>43422</c:v>
                </c:pt>
                <c:pt idx="687">
                  <c:v>43423</c:v>
                </c:pt>
                <c:pt idx="688">
                  <c:v>43424</c:v>
                </c:pt>
                <c:pt idx="689">
                  <c:v>43425</c:v>
                </c:pt>
                <c:pt idx="690">
                  <c:v>43426</c:v>
                </c:pt>
                <c:pt idx="691">
                  <c:v>43427</c:v>
                </c:pt>
                <c:pt idx="692">
                  <c:v>43428</c:v>
                </c:pt>
                <c:pt idx="693">
                  <c:v>43429</c:v>
                </c:pt>
                <c:pt idx="694">
                  <c:v>43430</c:v>
                </c:pt>
                <c:pt idx="695">
                  <c:v>43431</c:v>
                </c:pt>
                <c:pt idx="696">
                  <c:v>43432</c:v>
                </c:pt>
                <c:pt idx="697">
                  <c:v>43433</c:v>
                </c:pt>
                <c:pt idx="698">
                  <c:v>43434</c:v>
                </c:pt>
                <c:pt idx="699">
                  <c:v>43435</c:v>
                </c:pt>
                <c:pt idx="700">
                  <c:v>43436</c:v>
                </c:pt>
                <c:pt idx="701">
                  <c:v>43437</c:v>
                </c:pt>
                <c:pt idx="702">
                  <c:v>43438</c:v>
                </c:pt>
                <c:pt idx="703">
                  <c:v>43439</c:v>
                </c:pt>
                <c:pt idx="704">
                  <c:v>43440</c:v>
                </c:pt>
                <c:pt idx="705">
                  <c:v>43441</c:v>
                </c:pt>
                <c:pt idx="706">
                  <c:v>43442</c:v>
                </c:pt>
                <c:pt idx="707">
                  <c:v>43443</c:v>
                </c:pt>
                <c:pt idx="708">
                  <c:v>43444</c:v>
                </c:pt>
                <c:pt idx="709">
                  <c:v>43445</c:v>
                </c:pt>
                <c:pt idx="710">
                  <c:v>43446</c:v>
                </c:pt>
                <c:pt idx="711">
                  <c:v>43447</c:v>
                </c:pt>
                <c:pt idx="712">
                  <c:v>43448</c:v>
                </c:pt>
                <c:pt idx="713">
                  <c:v>43449</c:v>
                </c:pt>
                <c:pt idx="714">
                  <c:v>43450</c:v>
                </c:pt>
                <c:pt idx="715">
                  <c:v>43451</c:v>
                </c:pt>
                <c:pt idx="716">
                  <c:v>43452</c:v>
                </c:pt>
                <c:pt idx="717">
                  <c:v>43453</c:v>
                </c:pt>
                <c:pt idx="718">
                  <c:v>43454</c:v>
                </c:pt>
                <c:pt idx="719">
                  <c:v>43455</c:v>
                </c:pt>
                <c:pt idx="720">
                  <c:v>43456</c:v>
                </c:pt>
                <c:pt idx="721">
                  <c:v>43457</c:v>
                </c:pt>
                <c:pt idx="722">
                  <c:v>43458</c:v>
                </c:pt>
                <c:pt idx="723">
                  <c:v>43459</c:v>
                </c:pt>
                <c:pt idx="724">
                  <c:v>43460</c:v>
                </c:pt>
                <c:pt idx="725">
                  <c:v>43461</c:v>
                </c:pt>
                <c:pt idx="726">
                  <c:v>43462</c:v>
                </c:pt>
                <c:pt idx="727">
                  <c:v>43463</c:v>
                </c:pt>
                <c:pt idx="728">
                  <c:v>43464</c:v>
                </c:pt>
                <c:pt idx="729">
                  <c:v>43465</c:v>
                </c:pt>
                <c:pt idx="730">
                  <c:v>43466</c:v>
                </c:pt>
                <c:pt idx="731">
                  <c:v>43467</c:v>
                </c:pt>
                <c:pt idx="732">
                  <c:v>43468</c:v>
                </c:pt>
                <c:pt idx="733">
                  <c:v>43469</c:v>
                </c:pt>
                <c:pt idx="734">
                  <c:v>43470</c:v>
                </c:pt>
                <c:pt idx="735">
                  <c:v>43471</c:v>
                </c:pt>
                <c:pt idx="736">
                  <c:v>43472</c:v>
                </c:pt>
                <c:pt idx="737">
                  <c:v>43473</c:v>
                </c:pt>
                <c:pt idx="738">
                  <c:v>43474</c:v>
                </c:pt>
                <c:pt idx="739">
                  <c:v>43475</c:v>
                </c:pt>
                <c:pt idx="740">
                  <c:v>43476</c:v>
                </c:pt>
                <c:pt idx="741">
                  <c:v>43477</c:v>
                </c:pt>
                <c:pt idx="742">
                  <c:v>43478</c:v>
                </c:pt>
                <c:pt idx="743">
                  <c:v>43479</c:v>
                </c:pt>
                <c:pt idx="744">
                  <c:v>43480</c:v>
                </c:pt>
                <c:pt idx="745">
                  <c:v>43481</c:v>
                </c:pt>
                <c:pt idx="746">
                  <c:v>43482</c:v>
                </c:pt>
                <c:pt idx="747">
                  <c:v>43483</c:v>
                </c:pt>
                <c:pt idx="748">
                  <c:v>43484</c:v>
                </c:pt>
                <c:pt idx="749">
                  <c:v>43485</c:v>
                </c:pt>
                <c:pt idx="750">
                  <c:v>43486</c:v>
                </c:pt>
                <c:pt idx="751">
                  <c:v>43487</c:v>
                </c:pt>
                <c:pt idx="752">
                  <c:v>43488</c:v>
                </c:pt>
                <c:pt idx="753">
                  <c:v>43489</c:v>
                </c:pt>
                <c:pt idx="754">
                  <c:v>43490</c:v>
                </c:pt>
                <c:pt idx="755">
                  <c:v>43491</c:v>
                </c:pt>
                <c:pt idx="756">
                  <c:v>43492</c:v>
                </c:pt>
                <c:pt idx="757">
                  <c:v>43493</c:v>
                </c:pt>
                <c:pt idx="758">
                  <c:v>43494</c:v>
                </c:pt>
                <c:pt idx="759">
                  <c:v>43495</c:v>
                </c:pt>
                <c:pt idx="760">
                  <c:v>43496</c:v>
                </c:pt>
                <c:pt idx="761">
                  <c:v>43497</c:v>
                </c:pt>
                <c:pt idx="762">
                  <c:v>43498</c:v>
                </c:pt>
                <c:pt idx="763">
                  <c:v>43499</c:v>
                </c:pt>
                <c:pt idx="764">
                  <c:v>43500</c:v>
                </c:pt>
                <c:pt idx="765">
                  <c:v>43501</c:v>
                </c:pt>
                <c:pt idx="766">
                  <c:v>43502</c:v>
                </c:pt>
                <c:pt idx="767">
                  <c:v>43503</c:v>
                </c:pt>
                <c:pt idx="768">
                  <c:v>43504</c:v>
                </c:pt>
                <c:pt idx="769">
                  <c:v>43505</c:v>
                </c:pt>
                <c:pt idx="770">
                  <c:v>43506</c:v>
                </c:pt>
                <c:pt idx="771">
                  <c:v>43507</c:v>
                </c:pt>
                <c:pt idx="772">
                  <c:v>43508</c:v>
                </c:pt>
                <c:pt idx="773">
                  <c:v>43509</c:v>
                </c:pt>
                <c:pt idx="774">
                  <c:v>43510</c:v>
                </c:pt>
                <c:pt idx="775">
                  <c:v>43511</c:v>
                </c:pt>
                <c:pt idx="776">
                  <c:v>43512</c:v>
                </c:pt>
                <c:pt idx="777">
                  <c:v>43513</c:v>
                </c:pt>
                <c:pt idx="778">
                  <c:v>43514</c:v>
                </c:pt>
                <c:pt idx="779">
                  <c:v>43515</c:v>
                </c:pt>
                <c:pt idx="780">
                  <c:v>43516</c:v>
                </c:pt>
                <c:pt idx="781">
                  <c:v>43517</c:v>
                </c:pt>
                <c:pt idx="782">
                  <c:v>43518</c:v>
                </c:pt>
                <c:pt idx="783">
                  <c:v>43519</c:v>
                </c:pt>
                <c:pt idx="784">
                  <c:v>43520</c:v>
                </c:pt>
                <c:pt idx="785">
                  <c:v>43521</c:v>
                </c:pt>
                <c:pt idx="786">
                  <c:v>43522</c:v>
                </c:pt>
                <c:pt idx="787">
                  <c:v>43523</c:v>
                </c:pt>
                <c:pt idx="788">
                  <c:v>43524</c:v>
                </c:pt>
                <c:pt idx="789">
                  <c:v>43525</c:v>
                </c:pt>
                <c:pt idx="790">
                  <c:v>43526</c:v>
                </c:pt>
                <c:pt idx="791">
                  <c:v>43527</c:v>
                </c:pt>
                <c:pt idx="792">
                  <c:v>43528</c:v>
                </c:pt>
                <c:pt idx="793">
                  <c:v>43529</c:v>
                </c:pt>
                <c:pt idx="794">
                  <c:v>43530</c:v>
                </c:pt>
                <c:pt idx="795">
                  <c:v>43531</c:v>
                </c:pt>
                <c:pt idx="796">
                  <c:v>43532</c:v>
                </c:pt>
                <c:pt idx="797">
                  <c:v>43533</c:v>
                </c:pt>
                <c:pt idx="798">
                  <c:v>43534</c:v>
                </c:pt>
                <c:pt idx="799">
                  <c:v>43535</c:v>
                </c:pt>
                <c:pt idx="800">
                  <c:v>43536</c:v>
                </c:pt>
                <c:pt idx="801">
                  <c:v>43537</c:v>
                </c:pt>
                <c:pt idx="802">
                  <c:v>43538</c:v>
                </c:pt>
                <c:pt idx="803">
                  <c:v>43539</c:v>
                </c:pt>
                <c:pt idx="804">
                  <c:v>43540</c:v>
                </c:pt>
                <c:pt idx="805">
                  <c:v>43541</c:v>
                </c:pt>
                <c:pt idx="806">
                  <c:v>43542</c:v>
                </c:pt>
                <c:pt idx="807">
                  <c:v>43543</c:v>
                </c:pt>
                <c:pt idx="808">
                  <c:v>43544</c:v>
                </c:pt>
                <c:pt idx="809">
                  <c:v>43545</c:v>
                </c:pt>
                <c:pt idx="810">
                  <c:v>43546</c:v>
                </c:pt>
                <c:pt idx="811">
                  <c:v>43547</c:v>
                </c:pt>
                <c:pt idx="812">
                  <c:v>43548</c:v>
                </c:pt>
                <c:pt idx="813">
                  <c:v>43549</c:v>
                </c:pt>
                <c:pt idx="814">
                  <c:v>43550</c:v>
                </c:pt>
                <c:pt idx="815">
                  <c:v>43551</c:v>
                </c:pt>
                <c:pt idx="816">
                  <c:v>43552</c:v>
                </c:pt>
                <c:pt idx="817">
                  <c:v>43553</c:v>
                </c:pt>
                <c:pt idx="818">
                  <c:v>43554</c:v>
                </c:pt>
                <c:pt idx="819">
                  <c:v>43555</c:v>
                </c:pt>
                <c:pt idx="820">
                  <c:v>43556</c:v>
                </c:pt>
                <c:pt idx="821">
                  <c:v>43557</c:v>
                </c:pt>
                <c:pt idx="822">
                  <c:v>43558</c:v>
                </c:pt>
                <c:pt idx="823">
                  <c:v>43559</c:v>
                </c:pt>
                <c:pt idx="824">
                  <c:v>43560</c:v>
                </c:pt>
                <c:pt idx="825">
                  <c:v>43561</c:v>
                </c:pt>
                <c:pt idx="826">
                  <c:v>43562</c:v>
                </c:pt>
                <c:pt idx="827">
                  <c:v>43563</c:v>
                </c:pt>
                <c:pt idx="828">
                  <c:v>43564</c:v>
                </c:pt>
                <c:pt idx="829">
                  <c:v>43565</c:v>
                </c:pt>
                <c:pt idx="830">
                  <c:v>43566</c:v>
                </c:pt>
                <c:pt idx="831">
                  <c:v>43567</c:v>
                </c:pt>
                <c:pt idx="832">
                  <c:v>43568</c:v>
                </c:pt>
                <c:pt idx="833">
                  <c:v>43569</c:v>
                </c:pt>
                <c:pt idx="834">
                  <c:v>43570</c:v>
                </c:pt>
                <c:pt idx="835">
                  <c:v>43571</c:v>
                </c:pt>
                <c:pt idx="836">
                  <c:v>43572</c:v>
                </c:pt>
                <c:pt idx="837">
                  <c:v>43573</c:v>
                </c:pt>
                <c:pt idx="838">
                  <c:v>43574</c:v>
                </c:pt>
                <c:pt idx="839">
                  <c:v>43575</c:v>
                </c:pt>
                <c:pt idx="840">
                  <c:v>43576</c:v>
                </c:pt>
                <c:pt idx="841">
                  <c:v>43577</c:v>
                </c:pt>
                <c:pt idx="842">
                  <c:v>43578</c:v>
                </c:pt>
                <c:pt idx="843">
                  <c:v>43579</c:v>
                </c:pt>
                <c:pt idx="844">
                  <c:v>43580</c:v>
                </c:pt>
                <c:pt idx="845">
                  <c:v>43581</c:v>
                </c:pt>
                <c:pt idx="846">
                  <c:v>43582</c:v>
                </c:pt>
                <c:pt idx="847">
                  <c:v>43583</c:v>
                </c:pt>
                <c:pt idx="848">
                  <c:v>43584</c:v>
                </c:pt>
                <c:pt idx="849">
                  <c:v>43585</c:v>
                </c:pt>
                <c:pt idx="850">
                  <c:v>43586</c:v>
                </c:pt>
                <c:pt idx="851">
                  <c:v>43587</c:v>
                </c:pt>
                <c:pt idx="852">
                  <c:v>43588</c:v>
                </c:pt>
                <c:pt idx="853">
                  <c:v>43589</c:v>
                </c:pt>
                <c:pt idx="854">
                  <c:v>43590</c:v>
                </c:pt>
                <c:pt idx="855">
                  <c:v>43591</c:v>
                </c:pt>
                <c:pt idx="856">
                  <c:v>43592</c:v>
                </c:pt>
                <c:pt idx="857">
                  <c:v>43593</c:v>
                </c:pt>
                <c:pt idx="858">
                  <c:v>43594</c:v>
                </c:pt>
                <c:pt idx="859">
                  <c:v>43595</c:v>
                </c:pt>
                <c:pt idx="860">
                  <c:v>43596</c:v>
                </c:pt>
                <c:pt idx="861">
                  <c:v>43597</c:v>
                </c:pt>
                <c:pt idx="862">
                  <c:v>43598</c:v>
                </c:pt>
                <c:pt idx="863">
                  <c:v>43599</c:v>
                </c:pt>
                <c:pt idx="864">
                  <c:v>43600</c:v>
                </c:pt>
                <c:pt idx="865">
                  <c:v>43601</c:v>
                </c:pt>
                <c:pt idx="866">
                  <c:v>43602</c:v>
                </c:pt>
                <c:pt idx="867">
                  <c:v>43603</c:v>
                </c:pt>
                <c:pt idx="868">
                  <c:v>43604</c:v>
                </c:pt>
                <c:pt idx="869">
                  <c:v>43605</c:v>
                </c:pt>
                <c:pt idx="870">
                  <c:v>43606</c:v>
                </c:pt>
                <c:pt idx="871">
                  <c:v>43607</c:v>
                </c:pt>
                <c:pt idx="872">
                  <c:v>43608</c:v>
                </c:pt>
                <c:pt idx="873">
                  <c:v>43609</c:v>
                </c:pt>
                <c:pt idx="874">
                  <c:v>43610</c:v>
                </c:pt>
                <c:pt idx="875">
                  <c:v>43611</c:v>
                </c:pt>
                <c:pt idx="876">
                  <c:v>43612</c:v>
                </c:pt>
                <c:pt idx="877">
                  <c:v>43613</c:v>
                </c:pt>
                <c:pt idx="878">
                  <c:v>43614</c:v>
                </c:pt>
                <c:pt idx="879">
                  <c:v>43615</c:v>
                </c:pt>
                <c:pt idx="880">
                  <c:v>43616</c:v>
                </c:pt>
                <c:pt idx="881">
                  <c:v>43617</c:v>
                </c:pt>
                <c:pt idx="882">
                  <c:v>43618</c:v>
                </c:pt>
                <c:pt idx="883">
                  <c:v>43619</c:v>
                </c:pt>
                <c:pt idx="884">
                  <c:v>43620</c:v>
                </c:pt>
                <c:pt idx="885">
                  <c:v>43621</c:v>
                </c:pt>
                <c:pt idx="886">
                  <c:v>43622</c:v>
                </c:pt>
                <c:pt idx="887">
                  <c:v>43623</c:v>
                </c:pt>
                <c:pt idx="888">
                  <c:v>43624</c:v>
                </c:pt>
                <c:pt idx="889">
                  <c:v>43625</c:v>
                </c:pt>
                <c:pt idx="890">
                  <c:v>43626</c:v>
                </c:pt>
                <c:pt idx="891">
                  <c:v>43627</c:v>
                </c:pt>
                <c:pt idx="892">
                  <c:v>43628</c:v>
                </c:pt>
                <c:pt idx="893">
                  <c:v>43629</c:v>
                </c:pt>
                <c:pt idx="894">
                  <c:v>43630</c:v>
                </c:pt>
                <c:pt idx="895">
                  <c:v>43631</c:v>
                </c:pt>
                <c:pt idx="896">
                  <c:v>43632</c:v>
                </c:pt>
                <c:pt idx="897">
                  <c:v>43633</c:v>
                </c:pt>
                <c:pt idx="898">
                  <c:v>43634</c:v>
                </c:pt>
                <c:pt idx="899">
                  <c:v>43635</c:v>
                </c:pt>
                <c:pt idx="900">
                  <c:v>43636</c:v>
                </c:pt>
                <c:pt idx="901">
                  <c:v>43637</c:v>
                </c:pt>
                <c:pt idx="902">
                  <c:v>43638</c:v>
                </c:pt>
                <c:pt idx="903">
                  <c:v>43639</c:v>
                </c:pt>
                <c:pt idx="904">
                  <c:v>43640</c:v>
                </c:pt>
                <c:pt idx="905">
                  <c:v>43641</c:v>
                </c:pt>
                <c:pt idx="906">
                  <c:v>43642</c:v>
                </c:pt>
                <c:pt idx="907">
                  <c:v>43643</c:v>
                </c:pt>
                <c:pt idx="908">
                  <c:v>43644</c:v>
                </c:pt>
                <c:pt idx="909">
                  <c:v>43645</c:v>
                </c:pt>
                <c:pt idx="910">
                  <c:v>43646</c:v>
                </c:pt>
                <c:pt idx="911">
                  <c:v>43647</c:v>
                </c:pt>
                <c:pt idx="912">
                  <c:v>43648</c:v>
                </c:pt>
                <c:pt idx="913">
                  <c:v>43649</c:v>
                </c:pt>
                <c:pt idx="914">
                  <c:v>43650</c:v>
                </c:pt>
                <c:pt idx="915">
                  <c:v>43651</c:v>
                </c:pt>
                <c:pt idx="916">
                  <c:v>43652</c:v>
                </c:pt>
                <c:pt idx="917">
                  <c:v>43653</c:v>
                </c:pt>
                <c:pt idx="918">
                  <c:v>43654</c:v>
                </c:pt>
                <c:pt idx="919">
                  <c:v>43655</c:v>
                </c:pt>
                <c:pt idx="920">
                  <c:v>43656</c:v>
                </c:pt>
                <c:pt idx="921">
                  <c:v>43657</c:v>
                </c:pt>
                <c:pt idx="922">
                  <c:v>43658</c:v>
                </c:pt>
                <c:pt idx="923">
                  <c:v>43659</c:v>
                </c:pt>
                <c:pt idx="924">
                  <c:v>43660</c:v>
                </c:pt>
                <c:pt idx="925">
                  <c:v>43661</c:v>
                </c:pt>
                <c:pt idx="926">
                  <c:v>43662</c:v>
                </c:pt>
                <c:pt idx="927">
                  <c:v>43663</c:v>
                </c:pt>
                <c:pt idx="928">
                  <c:v>43664</c:v>
                </c:pt>
                <c:pt idx="929">
                  <c:v>43665</c:v>
                </c:pt>
                <c:pt idx="930">
                  <c:v>43666</c:v>
                </c:pt>
                <c:pt idx="931">
                  <c:v>43667</c:v>
                </c:pt>
                <c:pt idx="932">
                  <c:v>43668</c:v>
                </c:pt>
                <c:pt idx="933">
                  <c:v>43669</c:v>
                </c:pt>
                <c:pt idx="934">
                  <c:v>43670</c:v>
                </c:pt>
                <c:pt idx="935">
                  <c:v>43671</c:v>
                </c:pt>
                <c:pt idx="936">
                  <c:v>43672</c:v>
                </c:pt>
                <c:pt idx="937">
                  <c:v>43673</c:v>
                </c:pt>
                <c:pt idx="938">
                  <c:v>43674</c:v>
                </c:pt>
                <c:pt idx="939">
                  <c:v>43675</c:v>
                </c:pt>
                <c:pt idx="940">
                  <c:v>43676</c:v>
                </c:pt>
                <c:pt idx="941">
                  <c:v>43677</c:v>
                </c:pt>
                <c:pt idx="942">
                  <c:v>43678</c:v>
                </c:pt>
                <c:pt idx="943">
                  <c:v>43679</c:v>
                </c:pt>
                <c:pt idx="944">
                  <c:v>43680</c:v>
                </c:pt>
                <c:pt idx="945">
                  <c:v>43681</c:v>
                </c:pt>
                <c:pt idx="946">
                  <c:v>43682</c:v>
                </c:pt>
                <c:pt idx="947">
                  <c:v>43683</c:v>
                </c:pt>
                <c:pt idx="948">
                  <c:v>43684</c:v>
                </c:pt>
                <c:pt idx="949">
                  <c:v>43685</c:v>
                </c:pt>
                <c:pt idx="950">
                  <c:v>43686</c:v>
                </c:pt>
                <c:pt idx="951">
                  <c:v>43687</c:v>
                </c:pt>
                <c:pt idx="952">
                  <c:v>43688</c:v>
                </c:pt>
                <c:pt idx="953">
                  <c:v>43689</c:v>
                </c:pt>
                <c:pt idx="954">
                  <c:v>43690</c:v>
                </c:pt>
                <c:pt idx="955">
                  <c:v>43691</c:v>
                </c:pt>
                <c:pt idx="956">
                  <c:v>43692</c:v>
                </c:pt>
                <c:pt idx="957">
                  <c:v>43693</c:v>
                </c:pt>
                <c:pt idx="958">
                  <c:v>43694</c:v>
                </c:pt>
                <c:pt idx="959">
                  <c:v>43695</c:v>
                </c:pt>
                <c:pt idx="960">
                  <c:v>43696</c:v>
                </c:pt>
                <c:pt idx="961">
                  <c:v>43697</c:v>
                </c:pt>
                <c:pt idx="962">
                  <c:v>43698</c:v>
                </c:pt>
                <c:pt idx="963">
                  <c:v>43699</c:v>
                </c:pt>
                <c:pt idx="964">
                  <c:v>43700</c:v>
                </c:pt>
                <c:pt idx="965">
                  <c:v>43701</c:v>
                </c:pt>
                <c:pt idx="966">
                  <c:v>43702</c:v>
                </c:pt>
                <c:pt idx="967">
                  <c:v>43703</c:v>
                </c:pt>
                <c:pt idx="968">
                  <c:v>43704</c:v>
                </c:pt>
                <c:pt idx="969">
                  <c:v>43705</c:v>
                </c:pt>
                <c:pt idx="970">
                  <c:v>43706</c:v>
                </c:pt>
                <c:pt idx="971">
                  <c:v>43707</c:v>
                </c:pt>
                <c:pt idx="972">
                  <c:v>43708</c:v>
                </c:pt>
                <c:pt idx="973">
                  <c:v>43709</c:v>
                </c:pt>
                <c:pt idx="974">
                  <c:v>43710</c:v>
                </c:pt>
                <c:pt idx="975">
                  <c:v>43711</c:v>
                </c:pt>
                <c:pt idx="976">
                  <c:v>43712</c:v>
                </c:pt>
                <c:pt idx="977">
                  <c:v>43713</c:v>
                </c:pt>
                <c:pt idx="978">
                  <c:v>43714</c:v>
                </c:pt>
                <c:pt idx="979">
                  <c:v>43715</c:v>
                </c:pt>
                <c:pt idx="980">
                  <c:v>43716</c:v>
                </c:pt>
                <c:pt idx="981">
                  <c:v>43717</c:v>
                </c:pt>
                <c:pt idx="982">
                  <c:v>43718</c:v>
                </c:pt>
                <c:pt idx="983">
                  <c:v>43719</c:v>
                </c:pt>
                <c:pt idx="984">
                  <c:v>43720</c:v>
                </c:pt>
                <c:pt idx="985">
                  <c:v>43721</c:v>
                </c:pt>
                <c:pt idx="986">
                  <c:v>43722</c:v>
                </c:pt>
                <c:pt idx="987">
                  <c:v>43723</c:v>
                </c:pt>
                <c:pt idx="988">
                  <c:v>43724</c:v>
                </c:pt>
                <c:pt idx="989">
                  <c:v>43725</c:v>
                </c:pt>
                <c:pt idx="990">
                  <c:v>43726</c:v>
                </c:pt>
                <c:pt idx="991">
                  <c:v>43727</c:v>
                </c:pt>
                <c:pt idx="992">
                  <c:v>43728</c:v>
                </c:pt>
                <c:pt idx="993">
                  <c:v>43729</c:v>
                </c:pt>
                <c:pt idx="994">
                  <c:v>43730</c:v>
                </c:pt>
                <c:pt idx="995">
                  <c:v>43731</c:v>
                </c:pt>
                <c:pt idx="996">
                  <c:v>43732</c:v>
                </c:pt>
                <c:pt idx="997">
                  <c:v>43733</c:v>
                </c:pt>
                <c:pt idx="998">
                  <c:v>43734</c:v>
                </c:pt>
                <c:pt idx="999">
                  <c:v>43735</c:v>
                </c:pt>
                <c:pt idx="1000">
                  <c:v>43736</c:v>
                </c:pt>
                <c:pt idx="1001">
                  <c:v>43737</c:v>
                </c:pt>
                <c:pt idx="1002">
                  <c:v>43738</c:v>
                </c:pt>
                <c:pt idx="1003">
                  <c:v>43739</c:v>
                </c:pt>
                <c:pt idx="1004">
                  <c:v>43740</c:v>
                </c:pt>
                <c:pt idx="1005">
                  <c:v>43741</c:v>
                </c:pt>
                <c:pt idx="1006">
                  <c:v>43742</c:v>
                </c:pt>
                <c:pt idx="1007">
                  <c:v>43743</c:v>
                </c:pt>
                <c:pt idx="1008">
                  <c:v>43744</c:v>
                </c:pt>
                <c:pt idx="1009">
                  <c:v>43745</c:v>
                </c:pt>
                <c:pt idx="1010">
                  <c:v>43746</c:v>
                </c:pt>
                <c:pt idx="1011">
                  <c:v>43747</c:v>
                </c:pt>
                <c:pt idx="1012">
                  <c:v>43748</c:v>
                </c:pt>
                <c:pt idx="1013">
                  <c:v>43749</c:v>
                </c:pt>
                <c:pt idx="1014">
                  <c:v>43750</c:v>
                </c:pt>
                <c:pt idx="1015">
                  <c:v>43751</c:v>
                </c:pt>
                <c:pt idx="1016">
                  <c:v>43752</c:v>
                </c:pt>
                <c:pt idx="1017">
                  <c:v>43753</c:v>
                </c:pt>
                <c:pt idx="1018">
                  <c:v>43754</c:v>
                </c:pt>
                <c:pt idx="1019">
                  <c:v>43755</c:v>
                </c:pt>
                <c:pt idx="1020">
                  <c:v>43756</c:v>
                </c:pt>
                <c:pt idx="1021">
                  <c:v>43757</c:v>
                </c:pt>
                <c:pt idx="1022">
                  <c:v>43758</c:v>
                </c:pt>
                <c:pt idx="1023">
                  <c:v>43759</c:v>
                </c:pt>
                <c:pt idx="1024">
                  <c:v>43760</c:v>
                </c:pt>
                <c:pt idx="1025">
                  <c:v>43761</c:v>
                </c:pt>
                <c:pt idx="1026">
                  <c:v>43762</c:v>
                </c:pt>
                <c:pt idx="1027">
                  <c:v>43763</c:v>
                </c:pt>
                <c:pt idx="1028">
                  <c:v>43764</c:v>
                </c:pt>
                <c:pt idx="1029">
                  <c:v>43765</c:v>
                </c:pt>
                <c:pt idx="1030">
                  <c:v>43766</c:v>
                </c:pt>
                <c:pt idx="1031">
                  <c:v>43767</c:v>
                </c:pt>
                <c:pt idx="1032">
                  <c:v>43768</c:v>
                </c:pt>
                <c:pt idx="1033">
                  <c:v>43769</c:v>
                </c:pt>
                <c:pt idx="1034">
                  <c:v>43770</c:v>
                </c:pt>
                <c:pt idx="1035">
                  <c:v>43771</c:v>
                </c:pt>
                <c:pt idx="1036">
                  <c:v>43772</c:v>
                </c:pt>
                <c:pt idx="1037">
                  <c:v>43773</c:v>
                </c:pt>
                <c:pt idx="1038">
                  <c:v>43774</c:v>
                </c:pt>
                <c:pt idx="1039">
                  <c:v>43775</c:v>
                </c:pt>
                <c:pt idx="1040">
                  <c:v>43776</c:v>
                </c:pt>
                <c:pt idx="1041">
                  <c:v>43777</c:v>
                </c:pt>
                <c:pt idx="1042">
                  <c:v>43778</c:v>
                </c:pt>
                <c:pt idx="1043">
                  <c:v>43779</c:v>
                </c:pt>
                <c:pt idx="1044">
                  <c:v>43780</c:v>
                </c:pt>
                <c:pt idx="1045">
                  <c:v>43781</c:v>
                </c:pt>
                <c:pt idx="1046">
                  <c:v>43782</c:v>
                </c:pt>
                <c:pt idx="1047">
                  <c:v>43783</c:v>
                </c:pt>
                <c:pt idx="1048">
                  <c:v>43784</c:v>
                </c:pt>
                <c:pt idx="1049">
                  <c:v>43785</c:v>
                </c:pt>
                <c:pt idx="1050">
                  <c:v>43786</c:v>
                </c:pt>
                <c:pt idx="1051">
                  <c:v>43787</c:v>
                </c:pt>
                <c:pt idx="1052">
                  <c:v>43788</c:v>
                </c:pt>
                <c:pt idx="1053">
                  <c:v>43789</c:v>
                </c:pt>
                <c:pt idx="1054">
                  <c:v>43790</c:v>
                </c:pt>
                <c:pt idx="1055">
                  <c:v>43791</c:v>
                </c:pt>
                <c:pt idx="1056">
                  <c:v>43792</c:v>
                </c:pt>
                <c:pt idx="1057">
                  <c:v>43793</c:v>
                </c:pt>
                <c:pt idx="1058">
                  <c:v>43794</c:v>
                </c:pt>
                <c:pt idx="1059">
                  <c:v>43795</c:v>
                </c:pt>
                <c:pt idx="1060">
                  <c:v>43796</c:v>
                </c:pt>
                <c:pt idx="1061">
                  <c:v>43797</c:v>
                </c:pt>
                <c:pt idx="1062">
                  <c:v>43798</c:v>
                </c:pt>
                <c:pt idx="1063">
                  <c:v>43799</c:v>
                </c:pt>
                <c:pt idx="1064">
                  <c:v>43800</c:v>
                </c:pt>
                <c:pt idx="1065">
                  <c:v>43801</c:v>
                </c:pt>
                <c:pt idx="1066">
                  <c:v>43802</c:v>
                </c:pt>
                <c:pt idx="1067">
                  <c:v>43803</c:v>
                </c:pt>
                <c:pt idx="1068">
                  <c:v>43804</c:v>
                </c:pt>
                <c:pt idx="1069">
                  <c:v>43805</c:v>
                </c:pt>
                <c:pt idx="1070">
                  <c:v>43806</c:v>
                </c:pt>
                <c:pt idx="1071">
                  <c:v>43807</c:v>
                </c:pt>
                <c:pt idx="1072">
                  <c:v>43808</c:v>
                </c:pt>
                <c:pt idx="1073">
                  <c:v>43809</c:v>
                </c:pt>
                <c:pt idx="1074">
                  <c:v>43810</c:v>
                </c:pt>
                <c:pt idx="1075">
                  <c:v>43811</c:v>
                </c:pt>
                <c:pt idx="1076">
                  <c:v>43812</c:v>
                </c:pt>
                <c:pt idx="1077">
                  <c:v>43813</c:v>
                </c:pt>
                <c:pt idx="1078">
                  <c:v>43814</c:v>
                </c:pt>
                <c:pt idx="1079">
                  <c:v>43815</c:v>
                </c:pt>
                <c:pt idx="1080">
                  <c:v>43816</c:v>
                </c:pt>
                <c:pt idx="1081">
                  <c:v>43817</c:v>
                </c:pt>
                <c:pt idx="1082">
                  <c:v>43818</c:v>
                </c:pt>
                <c:pt idx="1083">
                  <c:v>43819</c:v>
                </c:pt>
                <c:pt idx="1084">
                  <c:v>43820</c:v>
                </c:pt>
                <c:pt idx="1085">
                  <c:v>43821</c:v>
                </c:pt>
                <c:pt idx="1086">
                  <c:v>43822</c:v>
                </c:pt>
                <c:pt idx="1087">
                  <c:v>43823</c:v>
                </c:pt>
                <c:pt idx="1088">
                  <c:v>43824</c:v>
                </c:pt>
                <c:pt idx="1089">
                  <c:v>43825</c:v>
                </c:pt>
                <c:pt idx="1090">
                  <c:v>43826</c:v>
                </c:pt>
                <c:pt idx="1091">
                  <c:v>43827</c:v>
                </c:pt>
                <c:pt idx="1092">
                  <c:v>43828</c:v>
                </c:pt>
                <c:pt idx="1093">
                  <c:v>43829</c:v>
                </c:pt>
                <c:pt idx="1094">
                  <c:v>43830</c:v>
                </c:pt>
                <c:pt idx="1095">
                  <c:v>43831</c:v>
                </c:pt>
                <c:pt idx="1096">
                  <c:v>43832</c:v>
                </c:pt>
                <c:pt idx="1097">
                  <c:v>43833</c:v>
                </c:pt>
                <c:pt idx="1098">
                  <c:v>43834</c:v>
                </c:pt>
                <c:pt idx="1099">
                  <c:v>43835</c:v>
                </c:pt>
                <c:pt idx="1100">
                  <c:v>43836</c:v>
                </c:pt>
                <c:pt idx="1101">
                  <c:v>43837</c:v>
                </c:pt>
                <c:pt idx="1102">
                  <c:v>43838</c:v>
                </c:pt>
                <c:pt idx="1103">
                  <c:v>43839</c:v>
                </c:pt>
                <c:pt idx="1104">
                  <c:v>43840</c:v>
                </c:pt>
                <c:pt idx="1105">
                  <c:v>43841</c:v>
                </c:pt>
                <c:pt idx="1106">
                  <c:v>43842</c:v>
                </c:pt>
                <c:pt idx="1107">
                  <c:v>43843</c:v>
                </c:pt>
                <c:pt idx="1108">
                  <c:v>43844</c:v>
                </c:pt>
                <c:pt idx="1109">
                  <c:v>43845</c:v>
                </c:pt>
                <c:pt idx="1110">
                  <c:v>43846</c:v>
                </c:pt>
                <c:pt idx="1111">
                  <c:v>43847</c:v>
                </c:pt>
                <c:pt idx="1112">
                  <c:v>43848</c:v>
                </c:pt>
                <c:pt idx="1113">
                  <c:v>43849</c:v>
                </c:pt>
                <c:pt idx="1114">
                  <c:v>43850</c:v>
                </c:pt>
                <c:pt idx="1115">
                  <c:v>43851</c:v>
                </c:pt>
                <c:pt idx="1116">
                  <c:v>43852</c:v>
                </c:pt>
                <c:pt idx="1117">
                  <c:v>43853</c:v>
                </c:pt>
                <c:pt idx="1118">
                  <c:v>43854</c:v>
                </c:pt>
                <c:pt idx="1119">
                  <c:v>43855</c:v>
                </c:pt>
                <c:pt idx="1120">
                  <c:v>43856</c:v>
                </c:pt>
                <c:pt idx="1121">
                  <c:v>43857</c:v>
                </c:pt>
                <c:pt idx="1122">
                  <c:v>43858</c:v>
                </c:pt>
                <c:pt idx="1123">
                  <c:v>43859</c:v>
                </c:pt>
                <c:pt idx="1124">
                  <c:v>43860</c:v>
                </c:pt>
                <c:pt idx="1125">
                  <c:v>43861</c:v>
                </c:pt>
                <c:pt idx="1126">
                  <c:v>43862</c:v>
                </c:pt>
                <c:pt idx="1127">
                  <c:v>43863</c:v>
                </c:pt>
                <c:pt idx="1128">
                  <c:v>43864</c:v>
                </c:pt>
                <c:pt idx="1129">
                  <c:v>43865</c:v>
                </c:pt>
                <c:pt idx="1130">
                  <c:v>43866</c:v>
                </c:pt>
                <c:pt idx="1131">
                  <c:v>43867</c:v>
                </c:pt>
                <c:pt idx="1132">
                  <c:v>43868</c:v>
                </c:pt>
                <c:pt idx="1133">
                  <c:v>43869</c:v>
                </c:pt>
                <c:pt idx="1134">
                  <c:v>43870</c:v>
                </c:pt>
                <c:pt idx="1135">
                  <c:v>43871</c:v>
                </c:pt>
                <c:pt idx="1136">
                  <c:v>43872</c:v>
                </c:pt>
                <c:pt idx="1137">
                  <c:v>43873</c:v>
                </c:pt>
                <c:pt idx="1138">
                  <c:v>43874</c:v>
                </c:pt>
                <c:pt idx="1139">
                  <c:v>43875</c:v>
                </c:pt>
                <c:pt idx="1140">
                  <c:v>43876</c:v>
                </c:pt>
                <c:pt idx="1141">
                  <c:v>43877</c:v>
                </c:pt>
                <c:pt idx="1142">
                  <c:v>43878</c:v>
                </c:pt>
                <c:pt idx="1143">
                  <c:v>43879</c:v>
                </c:pt>
                <c:pt idx="1144">
                  <c:v>43880</c:v>
                </c:pt>
                <c:pt idx="1145">
                  <c:v>43881</c:v>
                </c:pt>
                <c:pt idx="1146">
                  <c:v>43882</c:v>
                </c:pt>
                <c:pt idx="1147">
                  <c:v>43883</c:v>
                </c:pt>
                <c:pt idx="1148">
                  <c:v>43884</c:v>
                </c:pt>
                <c:pt idx="1149">
                  <c:v>43885</c:v>
                </c:pt>
                <c:pt idx="1150">
                  <c:v>43886</c:v>
                </c:pt>
                <c:pt idx="1151">
                  <c:v>43887</c:v>
                </c:pt>
                <c:pt idx="1152">
                  <c:v>43888</c:v>
                </c:pt>
                <c:pt idx="1153">
                  <c:v>43889</c:v>
                </c:pt>
                <c:pt idx="1154">
                  <c:v>43890</c:v>
                </c:pt>
                <c:pt idx="1155">
                  <c:v>43891</c:v>
                </c:pt>
                <c:pt idx="1156">
                  <c:v>43892</c:v>
                </c:pt>
                <c:pt idx="1157">
                  <c:v>43893</c:v>
                </c:pt>
                <c:pt idx="1158">
                  <c:v>43894</c:v>
                </c:pt>
                <c:pt idx="1159">
                  <c:v>43895</c:v>
                </c:pt>
                <c:pt idx="1160">
                  <c:v>43896</c:v>
                </c:pt>
                <c:pt idx="1161">
                  <c:v>43897</c:v>
                </c:pt>
                <c:pt idx="1162">
                  <c:v>43898</c:v>
                </c:pt>
                <c:pt idx="1163">
                  <c:v>43899</c:v>
                </c:pt>
                <c:pt idx="1164">
                  <c:v>43900</c:v>
                </c:pt>
                <c:pt idx="1165">
                  <c:v>43901</c:v>
                </c:pt>
                <c:pt idx="1166">
                  <c:v>43902</c:v>
                </c:pt>
                <c:pt idx="1167">
                  <c:v>43903</c:v>
                </c:pt>
                <c:pt idx="1168">
                  <c:v>43904</c:v>
                </c:pt>
                <c:pt idx="1169">
                  <c:v>43905</c:v>
                </c:pt>
                <c:pt idx="1170">
                  <c:v>43906</c:v>
                </c:pt>
                <c:pt idx="1171">
                  <c:v>43907</c:v>
                </c:pt>
                <c:pt idx="1172">
                  <c:v>43908</c:v>
                </c:pt>
                <c:pt idx="1173">
                  <c:v>43909</c:v>
                </c:pt>
                <c:pt idx="1174">
                  <c:v>43910</c:v>
                </c:pt>
                <c:pt idx="1175">
                  <c:v>43911</c:v>
                </c:pt>
                <c:pt idx="1176">
                  <c:v>43912</c:v>
                </c:pt>
                <c:pt idx="1177">
                  <c:v>43913</c:v>
                </c:pt>
                <c:pt idx="1178">
                  <c:v>43914</c:v>
                </c:pt>
                <c:pt idx="1179">
                  <c:v>43915</c:v>
                </c:pt>
                <c:pt idx="1180">
                  <c:v>43916</c:v>
                </c:pt>
                <c:pt idx="1181">
                  <c:v>43917</c:v>
                </c:pt>
                <c:pt idx="1182">
                  <c:v>43918</c:v>
                </c:pt>
                <c:pt idx="1183">
                  <c:v>43919</c:v>
                </c:pt>
                <c:pt idx="1184">
                  <c:v>43920</c:v>
                </c:pt>
                <c:pt idx="1185">
                  <c:v>43921</c:v>
                </c:pt>
                <c:pt idx="1186">
                  <c:v>43922</c:v>
                </c:pt>
                <c:pt idx="1187">
                  <c:v>43923</c:v>
                </c:pt>
                <c:pt idx="1188">
                  <c:v>43924</c:v>
                </c:pt>
                <c:pt idx="1189">
                  <c:v>43925</c:v>
                </c:pt>
                <c:pt idx="1190">
                  <c:v>43926</c:v>
                </c:pt>
                <c:pt idx="1191">
                  <c:v>43927</c:v>
                </c:pt>
                <c:pt idx="1192">
                  <c:v>43928</c:v>
                </c:pt>
                <c:pt idx="1193">
                  <c:v>43929</c:v>
                </c:pt>
                <c:pt idx="1194">
                  <c:v>43930</c:v>
                </c:pt>
                <c:pt idx="1195">
                  <c:v>43931</c:v>
                </c:pt>
                <c:pt idx="1196">
                  <c:v>43932</c:v>
                </c:pt>
                <c:pt idx="1197">
                  <c:v>43933</c:v>
                </c:pt>
                <c:pt idx="1198">
                  <c:v>43934</c:v>
                </c:pt>
                <c:pt idx="1199">
                  <c:v>43935</c:v>
                </c:pt>
                <c:pt idx="1200">
                  <c:v>43936</c:v>
                </c:pt>
                <c:pt idx="1201">
                  <c:v>43937</c:v>
                </c:pt>
                <c:pt idx="1202">
                  <c:v>43938</c:v>
                </c:pt>
                <c:pt idx="1203">
                  <c:v>43939</c:v>
                </c:pt>
                <c:pt idx="1204">
                  <c:v>43940</c:v>
                </c:pt>
                <c:pt idx="1205">
                  <c:v>43941</c:v>
                </c:pt>
                <c:pt idx="1206">
                  <c:v>43942</c:v>
                </c:pt>
                <c:pt idx="1207">
                  <c:v>43943</c:v>
                </c:pt>
                <c:pt idx="1208">
                  <c:v>43944</c:v>
                </c:pt>
                <c:pt idx="1209">
                  <c:v>43945</c:v>
                </c:pt>
                <c:pt idx="1210">
                  <c:v>43946</c:v>
                </c:pt>
                <c:pt idx="1211">
                  <c:v>43947</c:v>
                </c:pt>
                <c:pt idx="1212">
                  <c:v>43948</c:v>
                </c:pt>
                <c:pt idx="1213">
                  <c:v>43949</c:v>
                </c:pt>
                <c:pt idx="1214">
                  <c:v>43950</c:v>
                </c:pt>
                <c:pt idx="1215">
                  <c:v>43951</c:v>
                </c:pt>
                <c:pt idx="1216">
                  <c:v>43952</c:v>
                </c:pt>
                <c:pt idx="1217">
                  <c:v>43953</c:v>
                </c:pt>
                <c:pt idx="1218">
                  <c:v>43954</c:v>
                </c:pt>
                <c:pt idx="1219">
                  <c:v>43955</c:v>
                </c:pt>
                <c:pt idx="1220">
                  <c:v>43956</c:v>
                </c:pt>
                <c:pt idx="1221">
                  <c:v>43957</c:v>
                </c:pt>
                <c:pt idx="1222">
                  <c:v>43958</c:v>
                </c:pt>
                <c:pt idx="1223">
                  <c:v>43959</c:v>
                </c:pt>
                <c:pt idx="1224">
                  <c:v>43960</c:v>
                </c:pt>
                <c:pt idx="1225">
                  <c:v>43961</c:v>
                </c:pt>
                <c:pt idx="1226">
                  <c:v>43962</c:v>
                </c:pt>
                <c:pt idx="1227">
                  <c:v>43963</c:v>
                </c:pt>
                <c:pt idx="1228">
                  <c:v>43964</c:v>
                </c:pt>
                <c:pt idx="1229">
                  <c:v>43965</c:v>
                </c:pt>
                <c:pt idx="1230">
                  <c:v>43966</c:v>
                </c:pt>
                <c:pt idx="1231">
                  <c:v>43967</c:v>
                </c:pt>
                <c:pt idx="1232">
                  <c:v>43968</c:v>
                </c:pt>
                <c:pt idx="1233">
                  <c:v>43969</c:v>
                </c:pt>
                <c:pt idx="1234">
                  <c:v>43970</c:v>
                </c:pt>
                <c:pt idx="1235">
                  <c:v>43971</c:v>
                </c:pt>
                <c:pt idx="1236">
                  <c:v>43972</c:v>
                </c:pt>
                <c:pt idx="1237">
                  <c:v>43973</c:v>
                </c:pt>
                <c:pt idx="1238">
                  <c:v>43974</c:v>
                </c:pt>
                <c:pt idx="1239">
                  <c:v>43975</c:v>
                </c:pt>
                <c:pt idx="1240">
                  <c:v>43976</c:v>
                </c:pt>
                <c:pt idx="1241">
                  <c:v>43977</c:v>
                </c:pt>
                <c:pt idx="1242">
                  <c:v>43978</c:v>
                </c:pt>
                <c:pt idx="1243">
                  <c:v>43979</c:v>
                </c:pt>
                <c:pt idx="1244">
                  <c:v>43980</c:v>
                </c:pt>
                <c:pt idx="1245">
                  <c:v>43981</c:v>
                </c:pt>
                <c:pt idx="1246">
                  <c:v>43982</c:v>
                </c:pt>
                <c:pt idx="1247">
                  <c:v>43983</c:v>
                </c:pt>
                <c:pt idx="1248">
                  <c:v>43984</c:v>
                </c:pt>
                <c:pt idx="1249">
                  <c:v>43985</c:v>
                </c:pt>
                <c:pt idx="1250">
                  <c:v>43986</c:v>
                </c:pt>
                <c:pt idx="1251">
                  <c:v>43987</c:v>
                </c:pt>
                <c:pt idx="1252">
                  <c:v>43988</c:v>
                </c:pt>
                <c:pt idx="1253">
                  <c:v>43989</c:v>
                </c:pt>
                <c:pt idx="1254">
                  <c:v>43990</c:v>
                </c:pt>
                <c:pt idx="1255">
                  <c:v>43991</c:v>
                </c:pt>
                <c:pt idx="1256">
                  <c:v>43992</c:v>
                </c:pt>
                <c:pt idx="1257">
                  <c:v>43993</c:v>
                </c:pt>
                <c:pt idx="1258">
                  <c:v>43994</c:v>
                </c:pt>
                <c:pt idx="1259">
                  <c:v>43995</c:v>
                </c:pt>
                <c:pt idx="1260">
                  <c:v>43996</c:v>
                </c:pt>
                <c:pt idx="1261">
                  <c:v>43997</c:v>
                </c:pt>
                <c:pt idx="1262">
                  <c:v>43998</c:v>
                </c:pt>
                <c:pt idx="1263">
                  <c:v>43999</c:v>
                </c:pt>
                <c:pt idx="1264">
                  <c:v>44000</c:v>
                </c:pt>
                <c:pt idx="1265">
                  <c:v>44001</c:v>
                </c:pt>
                <c:pt idx="1266">
                  <c:v>44002</c:v>
                </c:pt>
                <c:pt idx="1267">
                  <c:v>44003</c:v>
                </c:pt>
                <c:pt idx="1268">
                  <c:v>44004</c:v>
                </c:pt>
                <c:pt idx="1269">
                  <c:v>44005</c:v>
                </c:pt>
                <c:pt idx="1270">
                  <c:v>44006</c:v>
                </c:pt>
                <c:pt idx="1271">
                  <c:v>44007</c:v>
                </c:pt>
                <c:pt idx="1272">
                  <c:v>44008</c:v>
                </c:pt>
                <c:pt idx="1273">
                  <c:v>44009</c:v>
                </c:pt>
                <c:pt idx="1274">
                  <c:v>44010</c:v>
                </c:pt>
                <c:pt idx="1275">
                  <c:v>44011</c:v>
                </c:pt>
                <c:pt idx="1276">
                  <c:v>44012</c:v>
                </c:pt>
                <c:pt idx="1277">
                  <c:v>44013</c:v>
                </c:pt>
                <c:pt idx="1278">
                  <c:v>44014</c:v>
                </c:pt>
                <c:pt idx="1279">
                  <c:v>44015</c:v>
                </c:pt>
                <c:pt idx="1280">
                  <c:v>44016</c:v>
                </c:pt>
                <c:pt idx="1281">
                  <c:v>44017</c:v>
                </c:pt>
                <c:pt idx="1282">
                  <c:v>44018</c:v>
                </c:pt>
                <c:pt idx="1283">
                  <c:v>44019</c:v>
                </c:pt>
                <c:pt idx="1284">
                  <c:v>44020</c:v>
                </c:pt>
                <c:pt idx="1285">
                  <c:v>44021</c:v>
                </c:pt>
                <c:pt idx="1286">
                  <c:v>44022</c:v>
                </c:pt>
                <c:pt idx="1287">
                  <c:v>44023</c:v>
                </c:pt>
                <c:pt idx="1288">
                  <c:v>44024</c:v>
                </c:pt>
                <c:pt idx="1289">
                  <c:v>44025</c:v>
                </c:pt>
                <c:pt idx="1290">
                  <c:v>44026</c:v>
                </c:pt>
                <c:pt idx="1291">
                  <c:v>44027</c:v>
                </c:pt>
                <c:pt idx="1292">
                  <c:v>44028</c:v>
                </c:pt>
                <c:pt idx="1293">
                  <c:v>44029</c:v>
                </c:pt>
                <c:pt idx="1294">
                  <c:v>44030</c:v>
                </c:pt>
                <c:pt idx="1295">
                  <c:v>44031</c:v>
                </c:pt>
                <c:pt idx="1296">
                  <c:v>44032</c:v>
                </c:pt>
                <c:pt idx="1297">
                  <c:v>44033</c:v>
                </c:pt>
                <c:pt idx="1298">
                  <c:v>44034</c:v>
                </c:pt>
                <c:pt idx="1299">
                  <c:v>44035</c:v>
                </c:pt>
                <c:pt idx="1300">
                  <c:v>44036</c:v>
                </c:pt>
                <c:pt idx="1301">
                  <c:v>44037</c:v>
                </c:pt>
                <c:pt idx="1302">
                  <c:v>44038</c:v>
                </c:pt>
                <c:pt idx="1303">
                  <c:v>44039</c:v>
                </c:pt>
                <c:pt idx="1304">
                  <c:v>44040</c:v>
                </c:pt>
                <c:pt idx="1305">
                  <c:v>44041</c:v>
                </c:pt>
                <c:pt idx="1306">
                  <c:v>44042</c:v>
                </c:pt>
                <c:pt idx="1307">
                  <c:v>44043</c:v>
                </c:pt>
                <c:pt idx="1308">
                  <c:v>44044</c:v>
                </c:pt>
                <c:pt idx="1309">
                  <c:v>44045</c:v>
                </c:pt>
                <c:pt idx="1310">
                  <c:v>44046</c:v>
                </c:pt>
                <c:pt idx="1311">
                  <c:v>44047</c:v>
                </c:pt>
                <c:pt idx="1312">
                  <c:v>44048</c:v>
                </c:pt>
                <c:pt idx="1313">
                  <c:v>44049</c:v>
                </c:pt>
                <c:pt idx="1314">
                  <c:v>44050</c:v>
                </c:pt>
                <c:pt idx="1315">
                  <c:v>44051</c:v>
                </c:pt>
                <c:pt idx="1316">
                  <c:v>44052</c:v>
                </c:pt>
                <c:pt idx="1317">
                  <c:v>44053</c:v>
                </c:pt>
                <c:pt idx="1318">
                  <c:v>44054</c:v>
                </c:pt>
                <c:pt idx="1319">
                  <c:v>44055</c:v>
                </c:pt>
                <c:pt idx="1320">
                  <c:v>44056</c:v>
                </c:pt>
                <c:pt idx="1321">
                  <c:v>44057</c:v>
                </c:pt>
                <c:pt idx="1322">
                  <c:v>44058</c:v>
                </c:pt>
                <c:pt idx="1323">
                  <c:v>44059</c:v>
                </c:pt>
                <c:pt idx="1324">
                  <c:v>44060</c:v>
                </c:pt>
                <c:pt idx="1325">
                  <c:v>44061</c:v>
                </c:pt>
                <c:pt idx="1326">
                  <c:v>44062</c:v>
                </c:pt>
                <c:pt idx="1327">
                  <c:v>44063</c:v>
                </c:pt>
                <c:pt idx="1328">
                  <c:v>44064</c:v>
                </c:pt>
                <c:pt idx="1329">
                  <c:v>44065</c:v>
                </c:pt>
                <c:pt idx="1330">
                  <c:v>44066</c:v>
                </c:pt>
                <c:pt idx="1331">
                  <c:v>44067</c:v>
                </c:pt>
                <c:pt idx="1332">
                  <c:v>44068</c:v>
                </c:pt>
                <c:pt idx="1333">
                  <c:v>44069</c:v>
                </c:pt>
                <c:pt idx="1334">
                  <c:v>44070</c:v>
                </c:pt>
                <c:pt idx="1335">
                  <c:v>44071</c:v>
                </c:pt>
                <c:pt idx="1336">
                  <c:v>44072</c:v>
                </c:pt>
                <c:pt idx="1337">
                  <c:v>44073</c:v>
                </c:pt>
                <c:pt idx="1338">
                  <c:v>44074</c:v>
                </c:pt>
                <c:pt idx="1339">
                  <c:v>44075</c:v>
                </c:pt>
                <c:pt idx="1340">
                  <c:v>44076</c:v>
                </c:pt>
                <c:pt idx="1341">
                  <c:v>44077</c:v>
                </c:pt>
                <c:pt idx="1342">
                  <c:v>44078</c:v>
                </c:pt>
                <c:pt idx="1343">
                  <c:v>44079</c:v>
                </c:pt>
                <c:pt idx="1344">
                  <c:v>44080</c:v>
                </c:pt>
                <c:pt idx="1345">
                  <c:v>44081</c:v>
                </c:pt>
                <c:pt idx="1346">
                  <c:v>44082</c:v>
                </c:pt>
                <c:pt idx="1347">
                  <c:v>44083</c:v>
                </c:pt>
                <c:pt idx="1348">
                  <c:v>44084</c:v>
                </c:pt>
                <c:pt idx="1349">
                  <c:v>44085</c:v>
                </c:pt>
                <c:pt idx="1350">
                  <c:v>44086</c:v>
                </c:pt>
                <c:pt idx="1351">
                  <c:v>44087</c:v>
                </c:pt>
                <c:pt idx="1352">
                  <c:v>44088</c:v>
                </c:pt>
                <c:pt idx="1353">
                  <c:v>44089</c:v>
                </c:pt>
                <c:pt idx="1354">
                  <c:v>44090</c:v>
                </c:pt>
                <c:pt idx="1355">
                  <c:v>44091</c:v>
                </c:pt>
                <c:pt idx="1356">
                  <c:v>44092</c:v>
                </c:pt>
                <c:pt idx="1357">
                  <c:v>44093</c:v>
                </c:pt>
                <c:pt idx="1358">
                  <c:v>44094</c:v>
                </c:pt>
                <c:pt idx="1359">
                  <c:v>44095</c:v>
                </c:pt>
                <c:pt idx="1360">
                  <c:v>44096</c:v>
                </c:pt>
                <c:pt idx="1361">
                  <c:v>44097</c:v>
                </c:pt>
                <c:pt idx="1362">
                  <c:v>44098</c:v>
                </c:pt>
                <c:pt idx="1363">
                  <c:v>44099</c:v>
                </c:pt>
                <c:pt idx="1364">
                  <c:v>44100</c:v>
                </c:pt>
                <c:pt idx="1365">
                  <c:v>44101</c:v>
                </c:pt>
                <c:pt idx="1366">
                  <c:v>44102</c:v>
                </c:pt>
                <c:pt idx="1367">
                  <c:v>44103</c:v>
                </c:pt>
                <c:pt idx="1368">
                  <c:v>44104</c:v>
                </c:pt>
                <c:pt idx="1369">
                  <c:v>44105</c:v>
                </c:pt>
                <c:pt idx="1370">
                  <c:v>44106</c:v>
                </c:pt>
                <c:pt idx="1371">
                  <c:v>44107</c:v>
                </c:pt>
                <c:pt idx="1372">
                  <c:v>44108</c:v>
                </c:pt>
                <c:pt idx="1373">
                  <c:v>44109</c:v>
                </c:pt>
                <c:pt idx="1374">
                  <c:v>44110</c:v>
                </c:pt>
                <c:pt idx="1375">
                  <c:v>44111</c:v>
                </c:pt>
                <c:pt idx="1376">
                  <c:v>44112</c:v>
                </c:pt>
                <c:pt idx="1377">
                  <c:v>44113</c:v>
                </c:pt>
                <c:pt idx="1378">
                  <c:v>44114</c:v>
                </c:pt>
                <c:pt idx="1379">
                  <c:v>44115</c:v>
                </c:pt>
                <c:pt idx="1380">
                  <c:v>44116</c:v>
                </c:pt>
                <c:pt idx="1381">
                  <c:v>44117</c:v>
                </c:pt>
                <c:pt idx="1382">
                  <c:v>44118</c:v>
                </c:pt>
                <c:pt idx="1383">
                  <c:v>44119</c:v>
                </c:pt>
                <c:pt idx="1384">
                  <c:v>44120</c:v>
                </c:pt>
                <c:pt idx="1385">
                  <c:v>44121</c:v>
                </c:pt>
                <c:pt idx="1386">
                  <c:v>44122</c:v>
                </c:pt>
                <c:pt idx="1387">
                  <c:v>44123</c:v>
                </c:pt>
                <c:pt idx="1388">
                  <c:v>44124</c:v>
                </c:pt>
                <c:pt idx="1389">
                  <c:v>44125</c:v>
                </c:pt>
                <c:pt idx="1390">
                  <c:v>44126</c:v>
                </c:pt>
                <c:pt idx="1391">
                  <c:v>44127</c:v>
                </c:pt>
                <c:pt idx="1392">
                  <c:v>44128</c:v>
                </c:pt>
                <c:pt idx="1393">
                  <c:v>44129</c:v>
                </c:pt>
                <c:pt idx="1394">
                  <c:v>44130</c:v>
                </c:pt>
                <c:pt idx="1395">
                  <c:v>44131</c:v>
                </c:pt>
                <c:pt idx="1396">
                  <c:v>44132</c:v>
                </c:pt>
                <c:pt idx="1397">
                  <c:v>44133</c:v>
                </c:pt>
                <c:pt idx="1398">
                  <c:v>44134</c:v>
                </c:pt>
                <c:pt idx="1399">
                  <c:v>44135</c:v>
                </c:pt>
                <c:pt idx="1400">
                  <c:v>44136</c:v>
                </c:pt>
                <c:pt idx="1401">
                  <c:v>44137</c:v>
                </c:pt>
                <c:pt idx="1402">
                  <c:v>44138</c:v>
                </c:pt>
                <c:pt idx="1403">
                  <c:v>44139</c:v>
                </c:pt>
                <c:pt idx="1404">
                  <c:v>44140</c:v>
                </c:pt>
                <c:pt idx="1405">
                  <c:v>44141</c:v>
                </c:pt>
                <c:pt idx="1406">
                  <c:v>44142</c:v>
                </c:pt>
                <c:pt idx="1407">
                  <c:v>44143</c:v>
                </c:pt>
                <c:pt idx="1408">
                  <c:v>44144</c:v>
                </c:pt>
                <c:pt idx="1409">
                  <c:v>44145</c:v>
                </c:pt>
                <c:pt idx="1410">
                  <c:v>44146</c:v>
                </c:pt>
                <c:pt idx="1411">
                  <c:v>44147</c:v>
                </c:pt>
                <c:pt idx="1412">
                  <c:v>44148</c:v>
                </c:pt>
                <c:pt idx="1413">
                  <c:v>44149</c:v>
                </c:pt>
                <c:pt idx="1414">
                  <c:v>44150</c:v>
                </c:pt>
                <c:pt idx="1415">
                  <c:v>44151</c:v>
                </c:pt>
                <c:pt idx="1416">
                  <c:v>44152</c:v>
                </c:pt>
                <c:pt idx="1417">
                  <c:v>44153</c:v>
                </c:pt>
                <c:pt idx="1418">
                  <c:v>44154</c:v>
                </c:pt>
                <c:pt idx="1419">
                  <c:v>44155</c:v>
                </c:pt>
                <c:pt idx="1420">
                  <c:v>44156</c:v>
                </c:pt>
                <c:pt idx="1421">
                  <c:v>44157</c:v>
                </c:pt>
                <c:pt idx="1422">
                  <c:v>44158</c:v>
                </c:pt>
                <c:pt idx="1423">
                  <c:v>44159</c:v>
                </c:pt>
                <c:pt idx="1424">
                  <c:v>44160</c:v>
                </c:pt>
                <c:pt idx="1425">
                  <c:v>44161</c:v>
                </c:pt>
                <c:pt idx="1426">
                  <c:v>44162</c:v>
                </c:pt>
                <c:pt idx="1427">
                  <c:v>44163</c:v>
                </c:pt>
                <c:pt idx="1428">
                  <c:v>44164</c:v>
                </c:pt>
                <c:pt idx="1429">
                  <c:v>44165</c:v>
                </c:pt>
                <c:pt idx="1430">
                  <c:v>44166</c:v>
                </c:pt>
                <c:pt idx="1431">
                  <c:v>44167</c:v>
                </c:pt>
                <c:pt idx="1432">
                  <c:v>44168</c:v>
                </c:pt>
                <c:pt idx="1433">
                  <c:v>44169</c:v>
                </c:pt>
                <c:pt idx="1434">
                  <c:v>44170</c:v>
                </c:pt>
                <c:pt idx="1435">
                  <c:v>44171</c:v>
                </c:pt>
                <c:pt idx="1436">
                  <c:v>44172</c:v>
                </c:pt>
                <c:pt idx="1437">
                  <c:v>44173</c:v>
                </c:pt>
                <c:pt idx="1438">
                  <c:v>44174</c:v>
                </c:pt>
                <c:pt idx="1439">
                  <c:v>44175</c:v>
                </c:pt>
                <c:pt idx="1440">
                  <c:v>44176</c:v>
                </c:pt>
                <c:pt idx="1441">
                  <c:v>44177</c:v>
                </c:pt>
                <c:pt idx="1442">
                  <c:v>44178</c:v>
                </c:pt>
                <c:pt idx="1443">
                  <c:v>44179</c:v>
                </c:pt>
                <c:pt idx="1444">
                  <c:v>44180</c:v>
                </c:pt>
                <c:pt idx="1445">
                  <c:v>44181</c:v>
                </c:pt>
                <c:pt idx="1446">
                  <c:v>44182</c:v>
                </c:pt>
                <c:pt idx="1447">
                  <c:v>44183</c:v>
                </c:pt>
                <c:pt idx="1448">
                  <c:v>44184</c:v>
                </c:pt>
                <c:pt idx="1449">
                  <c:v>44185</c:v>
                </c:pt>
                <c:pt idx="1450">
                  <c:v>44186</c:v>
                </c:pt>
                <c:pt idx="1451">
                  <c:v>44187</c:v>
                </c:pt>
                <c:pt idx="1452">
                  <c:v>44188</c:v>
                </c:pt>
                <c:pt idx="1453">
                  <c:v>44189</c:v>
                </c:pt>
                <c:pt idx="1454">
                  <c:v>44190</c:v>
                </c:pt>
                <c:pt idx="1455">
                  <c:v>44191</c:v>
                </c:pt>
                <c:pt idx="1456">
                  <c:v>44192</c:v>
                </c:pt>
                <c:pt idx="1457">
                  <c:v>44193</c:v>
                </c:pt>
                <c:pt idx="1458">
                  <c:v>44194</c:v>
                </c:pt>
                <c:pt idx="1459">
                  <c:v>44195</c:v>
                </c:pt>
                <c:pt idx="1460">
                  <c:v>44196</c:v>
                </c:pt>
                <c:pt idx="1461">
                  <c:v>44197</c:v>
                </c:pt>
                <c:pt idx="1462">
                  <c:v>44198</c:v>
                </c:pt>
                <c:pt idx="1463">
                  <c:v>44199</c:v>
                </c:pt>
                <c:pt idx="1464">
                  <c:v>44200</c:v>
                </c:pt>
                <c:pt idx="1465">
                  <c:v>44201</c:v>
                </c:pt>
                <c:pt idx="1466">
                  <c:v>44202</c:v>
                </c:pt>
                <c:pt idx="1467">
                  <c:v>44203</c:v>
                </c:pt>
                <c:pt idx="1468">
                  <c:v>44204</c:v>
                </c:pt>
                <c:pt idx="1469">
                  <c:v>44205</c:v>
                </c:pt>
                <c:pt idx="1470">
                  <c:v>44206</c:v>
                </c:pt>
                <c:pt idx="1471">
                  <c:v>44207</c:v>
                </c:pt>
                <c:pt idx="1472">
                  <c:v>44208</c:v>
                </c:pt>
                <c:pt idx="1473">
                  <c:v>44209</c:v>
                </c:pt>
                <c:pt idx="1474">
                  <c:v>44210</c:v>
                </c:pt>
                <c:pt idx="1475">
                  <c:v>44211</c:v>
                </c:pt>
                <c:pt idx="1476">
                  <c:v>44212</c:v>
                </c:pt>
                <c:pt idx="1477">
                  <c:v>44213</c:v>
                </c:pt>
                <c:pt idx="1478">
                  <c:v>44214</c:v>
                </c:pt>
                <c:pt idx="1479">
                  <c:v>44215</c:v>
                </c:pt>
                <c:pt idx="1480">
                  <c:v>44216</c:v>
                </c:pt>
                <c:pt idx="1481">
                  <c:v>44217</c:v>
                </c:pt>
                <c:pt idx="1482">
                  <c:v>44218</c:v>
                </c:pt>
                <c:pt idx="1483">
                  <c:v>44219</c:v>
                </c:pt>
                <c:pt idx="1484">
                  <c:v>44220</c:v>
                </c:pt>
                <c:pt idx="1485">
                  <c:v>44221</c:v>
                </c:pt>
                <c:pt idx="1486">
                  <c:v>44222</c:v>
                </c:pt>
                <c:pt idx="1487">
                  <c:v>44223</c:v>
                </c:pt>
                <c:pt idx="1488">
                  <c:v>44224</c:v>
                </c:pt>
                <c:pt idx="1489">
                  <c:v>44225</c:v>
                </c:pt>
                <c:pt idx="1490">
                  <c:v>44226</c:v>
                </c:pt>
                <c:pt idx="1491">
                  <c:v>44227</c:v>
                </c:pt>
                <c:pt idx="1492">
                  <c:v>44228</c:v>
                </c:pt>
                <c:pt idx="1493">
                  <c:v>44229</c:v>
                </c:pt>
                <c:pt idx="1494">
                  <c:v>44230</c:v>
                </c:pt>
                <c:pt idx="1495">
                  <c:v>44231</c:v>
                </c:pt>
                <c:pt idx="1496">
                  <c:v>44232</c:v>
                </c:pt>
                <c:pt idx="1497">
                  <c:v>44233</c:v>
                </c:pt>
                <c:pt idx="1498">
                  <c:v>44234</c:v>
                </c:pt>
                <c:pt idx="1499">
                  <c:v>44235</c:v>
                </c:pt>
                <c:pt idx="1500">
                  <c:v>44236</c:v>
                </c:pt>
                <c:pt idx="1501">
                  <c:v>44237</c:v>
                </c:pt>
                <c:pt idx="1502">
                  <c:v>44238</c:v>
                </c:pt>
                <c:pt idx="1503">
                  <c:v>44239</c:v>
                </c:pt>
                <c:pt idx="1504">
                  <c:v>44240</c:v>
                </c:pt>
                <c:pt idx="1505">
                  <c:v>44241</c:v>
                </c:pt>
                <c:pt idx="1506">
                  <c:v>44242</c:v>
                </c:pt>
                <c:pt idx="1507">
                  <c:v>44243</c:v>
                </c:pt>
                <c:pt idx="1508">
                  <c:v>44244</c:v>
                </c:pt>
                <c:pt idx="1509">
                  <c:v>44245</c:v>
                </c:pt>
                <c:pt idx="1510">
                  <c:v>44246</c:v>
                </c:pt>
                <c:pt idx="1511">
                  <c:v>44247</c:v>
                </c:pt>
                <c:pt idx="1512">
                  <c:v>44248</c:v>
                </c:pt>
                <c:pt idx="1513">
                  <c:v>44249</c:v>
                </c:pt>
                <c:pt idx="1514">
                  <c:v>44250</c:v>
                </c:pt>
                <c:pt idx="1515">
                  <c:v>44251</c:v>
                </c:pt>
                <c:pt idx="1516">
                  <c:v>44252</c:v>
                </c:pt>
                <c:pt idx="1517">
                  <c:v>44253</c:v>
                </c:pt>
                <c:pt idx="1518">
                  <c:v>44254</c:v>
                </c:pt>
                <c:pt idx="1519">
                  <c:v>44255</c:v>
                </c:pt>
                <c:pt idx="1520">
                  <c:v>44256</c:v>
                </c:pt>
                <c:pt idx="1521">
                  <c:v>44257</c:v>
                </c:pt>
                <c:pt idx="1522">
                  <c:v>44258</c:v>
                </c:pt>
                <c:pt idx="1523">
                  <c:v>44259</c:v>
                </c:pt>
                <c:pt idx="1524">
                  <c:v>44260</c:v>
                </c:pt>
                <c:pt idx="1525">
                  <c:v>44261</c:v>
                </c:pt>
                <c:pt idx="1526">
                  <c:v>44262</c:v>
                </c:pt>
                <c:pt idx="1527">
                  <c:v>44263</c:v>
                </c:pt>
                <c:pt idx="1528">
                  <c:v>44264</c:v>
                </c:pt>
                <c:pt idx="1529">
                  <c:v>44265</c:v>
                </c:pt>
                <c:pt idx="1530">
                  <c:v>44266</c:v>
                </c:pt>
                <c:pt idx="1531">
                  <c:v>44267</c:v>
                </c:pt>
                <c:pt idx="1532">
                  <c:v>44268</c:v>
                </c:pt>
                <c:pt idx="1533">
                  <c:v>44269</c:v>
                </c:pt>
                <c:pt idx="1534">
                  <c:v>44270</c:v>
                </c:pt>
                <c:pt idx="1535">
                  <c:v>44271</c:v>
                </c:pt>
                <c:pt idx="1536">
                  <c:v>44272</c:v>
                </c:pt>
                <c:pt idx="1537">
                  <c:v>44273</c:v>
                </c:pt>
                <c:pt idx="1538">
                  <c:v>44274</c:v>
                </c:pt>
                <c:pt idx="1539">
                  <c:v>44275</c:v>
                </c:pt>
                <c:pt idx="1540">
                  <c:v>44276</c:v>
                </c:pt>
                <c:pt idx="1541">
                  <c:v>44277</c:v>
                </c:pt>
                <c:pt idx="1542">
                  <c:v>44278</c:v>
                </c:pt>
                <c:pt idx="1543">
                  <c:v>44279</c:v>
                </c:pt>
                <c:pt idx="1544">
                  <c:v>44280</c:v>
                </c:pt>
                <c:pt idx="1545">
                  <c:v>44281</c:v>
                </c:pt>
                <c:pt idx="1546">
                  <c:v>44282</c:v>
                </c:pt>
                <c:pt idx="1547">
                  <c:v>44283</c:v>
                </c:pt>
                <c:pt idx="1548">
                  <c:v>44284</c:v>
                </c:pt>
                <c:pt idx="1549">
                  <c:v>44285</c:v>
                </c:pt>
                <c:pt idx="1550">
                  <c:v>44286</c:v>
                </c:pt>
                <c:pt idx="1551">
                  <c:v>44287</c:v>
                </c:pt>
                <c:pt idx="1552">
                  <c:v>44288</c:v>
                </c:pt>
                <c:pt idx="1553">
                  <c:v>44289</c:v>
                </c:pt>
                <c:pt idx="1554">
                  <c:v>44290</c:v>
                </c:pt>
                <c:pt idx="1555">
                  <c:v>44291</c:v>
                </c:pt>
                <c:pt idx="1556">
                  <c:v>44292</c:v>
                </c:pt>
                <c:pt idx="1557">
                  <c:v>44293</c:v>
                </c:pt>
                <c:pt idx="1558">
                  <c:v>44294</c:v>
                </c:pt>
                <c:pt idx="1559">
                  <c:v>44295</c:v>
                </c:pt>
                <c:pt idx="1560">
                  <c:v>44296</c:v>
                </c:pt>
                <c:pt idx="1561">
                  <c:v>44297</c:v>
                </c:pt>
                <c:pt idx="1562">
                  <c:v>44298</c:v>
                </c:pt>
                <c:pt idx="1563">
                  <c:v>44299</c:v>
                </c:pt>
                <c:pt idx="1564">
                  <c:v>44300</c:v>
                </c:pt>
                <c:pt idx="1565">
                  <c:v>44301</c:v>
                </c:pt>
                <c:pt idx="1566">
                  <c:v>44302</c:v>
                </c:pt>
                <c:pt idx="1567">
                  <c:v>44303</c:v>
                </c:pt>
                <c:pt idx="1568">
                  <c:v>44304</c:v>
                </c:pt>
                <c:pt idx="1569">
                  <c:v>44305</c:v>
                </c:pt>
                <c:pt idx="1570">
                  <c:v>44306</c:v>
                </c:pt>
                <c:pt idx="1571">
                  <c:v>44307</c:v>
                </c:pt>
                <c:pt idx="1572">
                  <c:v>44308</c:v>
                </c:pt>
                <c:pt idx="1573">
                  <c:v>44309</c:v>
                </c:pt>
                <c:pt idx="1574">
                  <c:v>44310</c:v>
                </c:pt>
                <c:pt idx="1575">
                  <c:v>44311</c:v>
                </c:pt>
                <c:pt idx="1576">
                  <c:v>44312</c:v>
                </c:pt>
                <c:pt idx="1577">
                  <c:v>44313</c:v>
                </c:pt>
                <c:pt idx="1578">
                  <c:v>44314</c:v>
                </c:pt>
                <c:pt idx="1579">
                  <c:v>44315</c:v>
                </c:pt>
                <c:pt idx="1580">
                  <c:v>44316</c:v>
                </c:pt>
                <c:pt idx="1581">
                  <c:v>44317</c:v>
                </c:pt>
                <c:pt idx="1582">
                  <c:v>44318</c:v>
                </c:pt>
                <c:pt idx="1583">
                  <c:v>44319</c:v>
                </c:pt>
                <c:pt idx="1584">
                  <c:v>44320</c:v>
                </c:pt>
                <c:pt idx="1585">
                  <c:v>44321</c:v>
                </c:pt>
                <c:pt idx="1586">
                  <c:v>44322</c:v>
                </c:pt>
                <c:pt idx="1587">
                  <c:v>44323</c:v>
                </c:pt>
                <c:pt idx="1588">
                  <c:v>44324</c:v>
                </c:pt>
                <c:pt idx="1589">
                  <c:v>44325</c:v>
                </c:pt>
                <c:pt idx="1590">
                  <c:v>44326</c:v>
                </c:pt>
                <c:pt idx="1591">
                  <c:v>44327</c:v>
                </c:pt>
                <c:pt idx="1592">
                  <c:v>44328</c:v>
                </c:pt>
                <c:pt idx="1593">
                  <c:v>44329</c:v>
                </c:pt>
                <c:pt idx="1594">
                  <c:v>44330</c:v>
                </c:pt>
                <c:pt idx="1595">
                  <c:v>44331</c:v>
                </c:pt>
                <c:pt idx="1596">
                  <c:v>44332</c:v>
                </c:pt>
                <c:pt idx="1597">
                  <c:v>44333</c:v>
                </c:pt>
                <c:pt idx="1598">
                  <c:v>44334</c:v>
                </c:pt>
                <c:pt idx="1599">
                  <c:v>44335</c:v>
                </c:pt>
                <c:pt idx="1600">
                  <c:v>44336</c:v>
                </c:pt>
                <c:pt idx="1601">
                  <c:v>44337</c:v>
                </c:pt>
                <c:pt idx="1602">
                  <c:v>44338</c:v>
                </c:pt>
                <c:pt idx="1603">
                  <c:v>44339</c:v>
                </c:pt>
                <c:pt idx="1604">
                  <c:v>44340</c:v>
                </c:pt>
                <c:pt idx="1605">
                  <c:v>44341</c:v>
                </c:pt>
                <c:pt idx="1606">
                  <c:v>44342</c:v>
                </c:pt>
                <c:pt idx="1607">
                  <c:v>44343</c:v>
                </c:pt>
                <c:pt idx="1608">
                  <c:v>44344</c:v>
                </c:pt>
                <c:pt idx="1609">
                  <c:v>44345</c:v>
                </c:pt>
                <c:pt idx="1610">
                  <c:v>44346</c:v>
                </c:pt>
                <c:pt idx="1611">
                  <c:v>44347</c:v>
                </c:pt>
                <c:pt idx="1612">
                  <c:v>44348</c:v>
                </c:pt>
                <c:pt idx="1613">
                  <c:v>44349</c:v>
                </c:pt>
                <c:pt idx="1614">
                  <c:v>44350</c:v>
                </c:pt>
                <c:pt idx="1615">
                  <c:v>44351</c:v>
                </c:pt>
                <c:pt idx="1616">
                  <c:v>44352</c:v>
                </c:pt>
                <c:pt idx="1617">
                  <c:v>44353</c:v>
                </c:pt>
                <c:pt idx="1618">
                  <c:v>44354</c:v>
                </c:pt>
                <c:pt idx="1619">
                  <c:v>44355</c:v>
                </c:pt>
                <c:pt idx="1620">
                  <c:v>44356</c:v>
                </c:pt>
                <c:pt idx="1621">
                  <c:v>44357</c:v>
                </c:pt>
                <c:pt idx="1622">
                  <c:v>44358</c:v>
                </c:pt>
                <c:pt idx="1623">
                  <c:v>44359</c:v>
                </c:pt>
                <c:pt idx="1624">
                  <c:v>44360</c:v>
                </c:pt>
                <c:pt idx="1625">
                  <c:v>44361</c:v>
                </c:pt>
                <c:pt idx="1626">
                  <c:v>44362</c:v>
                </c:pt>
                <c:pt idx="1627">
                  <c:v>44363</c:v>
                </c:pt>
                <c:pt idx="1628">
                  <c:v>44364</c:v>
                </c:pt>
                <c:pt idx="1629">
                  <c:v>44365</c:v>
                </c:pt>
                <c:pt idx="1630">
                  <c:v>44366</c:v>
                </c:pt>
                <c:pt idx="1631">
                  <c:v>44367</c:v>
                </c:pt>
                <c:pt idx="1632">
                  <c:v>44368</c:v>
                </c:pt>
                <c:pt idx="1633">
                  <c:v>44369</c:v>
                </c:pt>
                <c:pt idx="1634">
                  <c:v>44370</c:v>
                </c:pt>
                <c:pt idx="1635">
                  <c:v>44371</c:v>
                </c:pt>
                <c:pt idx="1636">
                  <c:v>44372</c:v>
                </c:pt>
                <c:pt idx="1637">
                  <c:v>44373</c:v>
                </c:pt>
                <c:pt idx="1638">
                  <c:v>44374</c:v>
                </c:pt>
                <c:pt idx="1639">
                  <c:v>44375</c:v>
                </c:pt>
                <c:pt idx="1640">
                  <c:v>44376</c:v>
                </c:pt>
                <c:pt idx="1641">
                  <c:v>44377</c:v>
                </c:pt>
                <c:pt idx="1642">
                  <c:v>44378</c:v>
                </c:pt>
                <c:pt idx="1643">
                  <c:v>44379</c:v>
                </c:pt>
                <c:pt idx="1644">
                  <c:v>44380</c:v>
                </c:pt>
                <c:pt idx="1645">
                  <c:v>44381</c:v>
                </c:pt>
                <c:pt idx="1646">
                  <c:v>44382</c:v>
                </c:pt>
                <c:pt idx="1647">
                  <c:v>44383</c:v>
                </c:pt>
                <c:pt idx="1648">
                  <c:v>44384</c:v>
                </c:pt>
                <c:pt idx="1649">
                  <c:v>44385</c:v>
                </c:pt>
                <c:pt idx="1650">
                  <c:v>44386</c:v>
                </c:pt>
                <c:pt idx="1651">
                  <c:v>44387</c:v>
                </c:pt>
                <c:pt idx="1652">
                  <c:v>44388</c:v>
                </c:pt>
                <c:pt idx="1653">
                  <c:v>44389</c:v>
                </c:pt>
                <c:pt idx="1654">
                  <c:v>44390</c:v>
                </c:pt>
                <c:pt idx="1655">
                  <c:v>44391</c:v>
                </c:pt>
                <c:pt idx="1656">
                  <c:v>44392</c:v>
                </c:pt>
                <c:pt idx="1657">
                  <c:v>44393</c:v>
                </c:pt>
                <c:pt idx="1658">
                  <c:v>44394</c:v>
                </c:pt>
                <c:pt idx="1659">
                  <c:v>44395</c:v>
                </c:pt>
                <c:pt idx="1660">
                  <c:v>44396</c:v>
                </c:pt>
                <c:pt idx="1661">
                  <c:v>44397</c:v>
                </c:pt>
                <c:pt idx="1662">
                  <c:v>44398</c:v>
                </c:pt>
                <c:pt idx="1663">
                  <c:v>44399</c:v>
                </c:pt>
                <c:pt idx="1664">
                  <c:v>44400</c:v>
                </c:pt>
                <c:pt idx="1665">
                  <c:v>44401</c:v>
                </c:pt>
                <c:pt idx="1666">
                  <c:v>44402</c:v>
                </c:pt>
                <c:pt idx="1667">
                  <c:v>44403</c:v>
                </c:pt>
                <c:pt idx="1668">
                  <c:v>44404</c:v>
                </c:pt>
                <c:pt idx="1669">
                  <c:v>44405</c:v>
                </c:pt>
                <c:pt idx="1670">
                  <c:v>44406</c:v>
                </c:pt>
                <c:pt idx="1671">
                  <c:v>44407</c:v>
                </c:pt>
                <c:pt idx="1672">
                  <c:v>44408</c:v>
                </c:pt>
                <c:pt idx="1673">
                  <c:v>44409</c:v>
                </c:pt>
                <c:pt idx="1674">
                  <c:v>44410</c:v>
                </c:pt>
                <c:pt idx="1675">
                  <c:v>44411</c:v>
                </c:pt>
                <c:pt idx="1676">
                  <c:v>44412</c:v>
                </c:pt>
                <c:pt idx="1677">
                  <c:v>44413</c:v>
                </c:pt>
                <c:pt idx="1678">
                  <c:v>44414</c:v>
                </c:pt>
                <c:pt idx="1679">
                  <c:v>44415</c:v>
                </c:pt>
                <c:pt idx="1680">
                  <c:v>44416</c:v>
                </c:pt>
                <c:pt idx="1681">
                  <c:v>44417</c:v>
                </c:pt>
                <c:pt idx="1682">
                  <c:v>44418</c:v>
                </c:pt>
                <c:pt idx="1683">
                  <c:v>44419</c:v>
                </c:pt>
                <c:pt idx="1684">
                  <c:v>44420</c:v>
                </c:pt>
                <c:pt idx="1685">
                  <c:v>44421</c:v>
                </c:pt>
                <c:pt idx="1686">
                  <c:v>44422</c:v>
                </c:pt>
                <c:pt idx="1687">
                  <c:v>44423</c:v>
                </c:pt>
                <c:pt idx="1688">
                  <c:v>44424</c:v>
                </c:pt>
                <c:pt idx="1689">
                  <c:v>44425</c:v>
                </c:pt>
                <c:pt idx="1690">
                  <c:v>44426</c:v>
                </c:pt>
                <c:pt idx="1691">
                  <c:v>44427</c:v>
                </c:pt>
                <c:pt idx="1692">
                  <c:v>44428</c:v>
                </c:pt>
                <c:pt idx="1693">
                  <c:v>44429</c:v>
                </c:pt>
                <c:pt idx="1694">
                  <c:v>44430</c:v>
                </c:pt>
                <c:pt idx="1695">
                  <c:v>44431</c:v>
                </c:pt>
                <c:pt idx="1696">
                  <c:v>44432</c:v>
                </c:pt>
                <c:pt idx="1697">
                  <c:v>44433</c:v>
                </c:pt>
                <c:pt idx="1698">
                  <c:v>44434</c:v>
                </c:pt>
                <c:pt idx="1699">
                  <c:v>44435</c:v>
                </c:pt>
                <c:pt idx="1700">
                  <c:v>44436</c:v>
                </c:pt>
                <c:pt idx="1701">
                  <c:v>44437</c:v>
                </c:pt>
                <c:pt idx="1702">
                  <c:v>44438</c:v>
                </c:pt>
                <c:pt idx="1703">
                  <c:v>44439</c:v>
                </c:pt>
                <c:pt idx="1704">
                  <c:v>44440</c:v>
                </c:pt>
                <c:pt idx="1705">
                  <c:v>44441</c:v>
                </c:pt>
                <c:pt idx="1706">
                  <c:v>44442</c:v>
                </c:pt>
                <c:pt idx="1707">
                  <c:v>44443</c:v>
                </c:pt>
                <c:pt idx="1708">
                  <c:v>44444</c:v>
                </c:pt>
                <c:pt idx="1709">
                  <c:v>44445</c:v>
                </c:pt>
                <c:pt idx="1710">
                  <c:v>44446</c:v>
                </c:pt>
                <c:pt idx="1711">
                  <c:v>44447</c:v>
                </c:pt>
                <c:pt idx="1712">
                  <c:v>44448</c:v>
                </c:pt>
                <c:pt idx="1713">
                  <c:v>44449</c:v>
                </c:pt>
                <c:pt idx="1714">
                  <c:v>44450</c:v>
                </c:pt>
                <c:pt idx="1715">
                  <c:v>44451</c:v>
                </c:pt>
                <c:pt idx="1716">
                  <c:v>44452</c:v>
                </c:pt>
                <c:pt idx="1717">
                  <c:v>44453</c:v>
                </c:pt>
                <c:pt idx="1718">
                  <c:v>44454</c:v>
                </c:pt>
                <c:pt idx="1719">
                  <c:v>44455</c:v>
                </c:pt>
                <c:pt idx="1720">
                  <c:v>44456</c:v>
                </c:pt>
                <c:pt idx="1721">
                  <c:v>44457</c:v>
                </c:pt>
                <c:pt idx="1722">
                  <c:v>44458</c:v>
                </c:pt>
                <c:pt idx="1723">
                  <c:v>44459</c:v>
                </c:pt>
                <c:pt idx="1724">
                  <c:v>44460</c:v>
                </c:pt>
                <c:pt idx="1725">
                  <c:v>44461</c:v>
                </c:pt>
                <c:pt idx="1726">
                  <c:v>44462</c:v>
                </c:pt>
                <c:pt idx="1727">
                  <c:v>44463</c:v>
                </c:pt>
                <c:pt idx="1728">
                  <c:v>44464</c:v>
                </c:pt>
                <c:pt idx="1729">
                  <c:v>44465</c:v>
                </c:pt>
                <c:pt idx="1730">
                  <c:v>44466</c:v>
                </c:pt>
                <c:pt idx="1731">
                  <c:v>44467</c:v>
                </c:pt>
                <c:pt idx="1732">
                  <c:v>44468</c:v>
                </c:pt>
                <c:pt idx="1733">
                  <c:v>44469</c:v>
                </c:pt>
                <c:pt idx="1734">
                  <c:v>44470</c:v>
                </c:pt>
                <c:pt idx="1735">
                  <c:v>44471</c:v>
                </c:pt>
                <c:pt idx="1736">
                  <c:v>44472</c:v>
                </c:pt>
                <c:pt idx="1737">
                  <c:v>44473</c:v>
                </c:pt>
                <c:pt idx="1738">
                  <c:v>44474</c:v>
                </c:pt>
                <c:pt idx="1739">
                  <c:v>44475</c:v>
                </c:pt>
                <c:pt idx="1740">
                  <c:v>44476</c:v>
                </c:pt>
                <c:pt idx="1741">
                  <c:v>44477</c:v>
                </c:pt>
                <c:pt idx="1742">
                  <c:v>44478</c:v>
                </c:pt>
                <c:pt idx="1743">
                  <c:v>44479</c:v>
                </c:pt>
                <c:pt idx="1744">
                  <c:v>44480</c:v>
                </c:pt>
                <c:pt idx="1745">
                  <c:v>44481</c:v>
                </c:pt>
                <c:pt idx="1746">
                  <c:v>44482</c:v>
                </c:pt>
                <c:pt idx="1747">
                  <c:v>44483</c:v>
                </c:pt>
                <c:pt idx="1748">
                  <c:v>44484</c:v>
                </c:pt>
                <c:pt idx="1749">
                  <c:v>44485</c:v>
                </c:pt>
                <c:pt idx="1750">
                  <c:v>44486</c:v>
                </c:pt>
                <c:pt idx="1751">
                  <c:v>44487</c:v>
                </c:pt>
                <c:pt idx="1752">
                  <c:v>44488</c:v>
                </c:pt>
                <c:pt idx="1753">
                  <c:v>44489</c:v>
                </c:pt>
                <c:pt idx="1754">
                  <c:v>44490</c:v>
                </c:pt>
                <c:pt idx="1755">
                  <c:v>44491</c:v>
                </c:pt>
                <c:pt idx="1756">
                  <c:v>44492</c:v>
                </c:pt>
                <c:pt idx="1757">
                  <c:v>44493</c:v>
                </c:pt>
                <c:pt idx="1758">
                  <c:v>44494</c:v>
                </c:pt>
                <c:pt idx="1759">
                  <c:v>44495</c:v>
                </c:pt>
                <c:pt idx="1760">
                  <c:v>44496</c:v>
                </c:pt>
                <c:pt idx="1761">
                  <c:v>44497</c:v>
                </c:pt>
                <c:pt idx="1762">
                  <c:v>44498</c:v>
                </c:pt>
                <c:pt idx="1763">
                  <c:v>44499</c:v>
                </c:pt>
                <c:pt idx="1764">
                  <c:v>44500</c:v>
                </c:pt>
                <c:pt idx="1765">
                  <c:v>44501</c:v>
                </c:pt>
                <c:pt idx="1766">
                  <c:v>44502</c:v>
                </c:pt>
                <c:pt idx="1767">
                  <c:v>44503</c:v>
                </c:pt>
                <c:pt idx="1768">
                  <c:v>44504</c:v>
                </c:pt>
                <c:pt idx="1769">
                  <c:v>44505</c:v>
                </c:pt>
                <c:pt idx="1770">
                  <c:v>44506</c:v>
                </c:pt>
                <c:pt idx="1771">
                  <c:v>44507</c:v>
                </c:pt>
                <c:pt idx="1772">
                  <c:v>44508</c:v>
                </c:pt>
                <c:pt idx="1773">
                  <c:v>44509</c:v>
                </c:pt>
                <c:pt idx="1774">
                  <c:v>44510</c:v>
                </c:pt>
                <c:pt idx="1775">
                  <c:v>44511</c:v>
                </c:pt>
                <c:pt idx="1776">
                  <c:v>44512</c:v>
                </c:pt>
                <c:pt idx="1777">
                  <c:v>44513</c:v>
                </c:pt>
                <c:pt idx="1778">
                  <c:v>44514</c:v>
                </c:pt>
                <c:pt idx="1779">
                  <c:v>44515</c:v>
                </c:pt>
                <c:pt idx="1780">
                  <c:v>44516</c:v>
                </c:pt>
                <c:pt idx="1781">
                  <c:v>44517</c:v>
                </c:pt>
                <c:pt idx="1782">
                  <c:v>44518</c:v>
                </c:pt>
                <c:pt idx="1783">
                  <c:v>44519</c:v>
                </c:pt>
                <c:pt idx="1784">
                  <c:v>44520</c:v>
                </c:pt>
                <c:pt idx="1785">
                  <c:v>44521</c:v>
                </c:pt>
                <c:pt idx="1786">
                  <c:v>44522</c:v>
                </c:pt>
                <c:pt idx="1787">
                  <c:v>44523</c:v>
                </c:pt>
                <c:pt idx="1788">
                  <c:v>44524</c:v>
                </c:pt>
                <c:pt idx="1789">
                  <c:v>44525</c:v>
                </c:pt>
                <c:pt idx="1790">
                  <c:v>44526</c:v>
                </c:pt>
                <c:pt idx="1791">
                  <c:v>44527</c:v>
                </c:pt>
                <c:pt idx="1792">
                  <c:v>44528</c:v>
                </c:pt>
                <c:pt idx="1793">
                  <c:v>44529</c:v>
                </c:pt>
                <c:pt idx="1794">
                  <c:v>44530</c:v>
                </c:pt>
                <c:pt idx="1795">
                  <c:v>44531</c:v>
                </c:pt>
                <c:pt idx="1796">
                  <c:v>44532</c:v>
                </c:pt>
                <c:pt idx="1797">
                  <c:v>44533</c:v>
                </c:pt>
                <c:pt idx="1798">
                  <c:v>44534</c:v>
                </c:pt>
                <c:pt idx="1799">
                  <c:v>44535</c:v>
                </c:pt>
                <c:pt idx="1800">
                  <c:v>44536</c:v>
                </c:pt>
                <c:pt idx="1801">
                  <c:v>44537</c:v>
                </c:pt>
                <c:pt idx="1802">
                  <c:v>44538</c:v>
                </c:pt>
                <c:pt idx="1803">
                  <c:v>44539</c:v>
                </c:pt>
                <c:pt idx="1804">
                  <c:v>44540</c:v>
                </c:pt>
                <c:pt idx="1805">
                  <c:v>44541</c:v>
                </c:pt>
                <c:pt idx="1806">
                  <c:v>44542</c:v>
                </c:pt>
                <c:pt idx="1807">
                  <c:v>44543</c:v>
                </c:pt>
                <c:pt idx="1808">
                  <c:v>44544</c:v>
                </c:pt>
                <c:pt idx="1809">
                  <c:v>44545</c:v>
                </c:pt>
                <c:pt idx="1810">
                  <c:v>44546</c:v>
                </c:pt>
                <c:pt idx="1811">
                  <c:v>44547</c:v>
                </c:pt>
                <c:pt idx="1812">
                  <c:v>44548</c:v>
                </c:pt>
                <c:pt idx="1813">
                  <c:v>44549</c:v>
                </c:pt>
                <c:pt idx="1814">
                  <c:v>44550</c:v>
                </c:pt>
                <c:pt idx="1815">
                  <c:v>44551</c:v>
                </c:pt>
                <c:pt idx="1816">
                  <c:v>44552</c:v>
                </c:pt>
                <c:pt idx="1817">
                  <c:v>44553</c:v>
                </c:pt>
                <c:pt idx="1818">
                  <c:v>44554</c:v>
                </c:pt>
                <c:pt idx="1819">
                  <c:v>44555</c:v>
                </c:pt>
                <c:pt idx="1820">
                  <c:v>44556</c:v>
                </c:pt>
                <c:pt idx="1821">
                  <c:v>44557</c:v>
                </c:pt>
                <c:pt idx="1822">
                  <c:v>44558</c:v>
                </c:pt>
                <c:pt idx="1823">
                  <c:v>44559</c:v>
                </c:pt>
                <c:pt idx="1824">
                  <c:v>44560</c:v>
                </c:pt>
                <c:pt idx="1825">
                  <c:v>44561</c:v>
                </c:pt>
                <c:pt idx="1826">
                  <c:v>44562</c:v>
                </c:pt>
                <c:pt idx="1827">
                  <c:v>44563</c:v>
                </c:pt>
                <c:pt idx="1828">
                  <c:v>44564</c:v>
                </c:pt>
                <c:pt idx="1829">
                  <c:v>44565</c:v>
                </c:pt>
                <c:pt idx="1830">
                  <c:v>44566</c:v>
                </c:pt>
                <c:pt idx="1831">
                  <c:v>44567</c:v>
                </c:pt>
                <c:pt idx="1832">
                  <c:v>44568</c:v>
                </c:pt>
                <c:pt idx="1833">
                  <c:v>44569</c:v>
                </c:pt>
                <c:pt idx="1834">
                  <c:v>44570</c:v>
                </c:pt>
                <c:pt idx="1835">
                  <c:v>44571</c:v>
                </c:pt>
                <c:pt idx="1836">
                  <c:v>44572</c:v>
                </c:pt>
                <c:pt idx="1837">
                  <c:v>44573</c:v>
                </c:pt>
                <c:pt idx="1838">
                  <c:v>44574</c:v>
                </c:pt>
                <c:pt idx="1839">
                  <c:v>44575</c:v>
                </c:pt>
                <c:pt idx="1840">
                  <c:v>44576</c:v>
                </c:pt>
                <c:pt idx="1841">
                  <c:v>44577</c:v>
                </c:pt>
                <c:pt idx="1842">
                  <c:v>44578</c:v>
                </c:pt>
                <c:pt idx="1843">
                  <c:v>44579</c:v>
                </c:pt>
                <c:pt idx="1844">
                  <c:v>44580</c:v>
                </c:pt>
                <c:pt idx="1845">
                  <c:v>44581</c:v>
                </c:pt>
                <c:pt idx="1846">
                  <c:v>44582</c:v>
                </c:pt>
                <c:pt idx="1847">
                  <c:v>44583</c:v>
                </c:pt>
                <c:pt idx="1848">
                  <c:v>44584</c:v>
                </c:pt>
                <c:pt idx="1849">
                  <c:v>44585</c:v>
                </c:pt>
                <c:pt idx="1850">
                  <c:v>44586</c:v>
                </c:pt>
                <c:pt idx="1851">
                  <c:v>44587</c:v>
                </c:pt>
                <c:pt idx="1852">
                  <c:v>44588</c:v>
                </c:pt>
                <c:pt idx="1853">
                  <c:v>44589</c:v>
                </c:pt>
                <c:pt idx="1854">
                  <c:v>44590</c:v>
                </c:pt>
                <c:pt idx="1855">
                  <c:v>44591</c:v>
                </c:pt>
                <c:pt idx="1856">
                  <c:v>44592</c:v>
                </c:pt>
                <c:pt idx="1857">
                  <c:v>44593</c:v>
                </c:pt>
                <c:pt idx="1858">
                  <c:v>44594</c:v>
                </c:pt>
                <c:pt idx="1859">
                  <c:v>44595</c:v>
                </c:pt>
                <c:pt idx="1860">
                  <c:v>44596</c:v>
                </c:pt>
                <c:pt idx="1861">
                  <c:v>44597</c:v>
                </c:pt>
                <c:pt idx="1862">
                  <c:v>44598</c:v>
                </c:pt>
                <c:pt idx="1863">
                  <c:v>44599</c:v>
                </c:pt>
                <c:pt idx="1864">
                  <c:v>44600</c:v>
                </c:pt>
                <c:pt idx="1865">
                  <c:v>44601</c:v>
                </c:pt>
                <c:pt idx="1866">
                  <c:v>44602</c:v>
                </c:pt>
                <c:pt idx="1867">
                  <c:v>44603</c:v>
                </c:pt>
                <c:pt idx="1868">
                  <c:v>44604</c:v>
                </c:pt>
                <c:pt idx="1869">
                  <c:v>44605</c:v>
                </c:pt>
                <c:pt idx="1870">
                  <c:v>44606</c:v>
                </c:pt>
                <c:pt idx="1871">
                  <c:v>44607</c:v>
                </c:pt>
                <c:pt idx="1872">
                  <c:v>44608</c:v>
                </c:pt>
                <c:pt idx="1873">
                  <c:v>44609</c:v>
                </c:pt>
                <c:pt idx="1874">
                  <c:v>44610</c:v>
                </c:pt>
                <c:pt idx="1875">
                  <c:v>44611</c:v>
                </c:pt>
                <c:pt idx="1876">
                  <c:v>44612</c:v>
                </c:pt>
                <c:pt idx="1877">
                  <c:v>44613</c:v>
                </c:pt>
                <c:pt idx="1878">
                  <c:v>44614</c:v>
                </c:pt>
                <c:pt idx="1879">
                  <c:v>44615</c:v>
                </c:pt>
                <c:pt idx="1880">
                  <c:v>44616</c:v>
                </c:pt>
                <c:pt idx="1881">
                  <c:v>44617</c:v>
                </c:pt>
                <c:pt idx="1882">
                  <c:v>44618</c:v>
                </c:pt>
                <c:pt idx="1883">
                  <c:v>44619</c:v>
                </c:pt>
                <c:pt idx="1884">
                  <c:v>44620</c:v>
                </c:pt>
                <c:pt idx="1885">
                  <c:v>44621</c:v>
                </c:pt>
                <c:pt idx="1886">
                  <c:v>44622</c:v>
                </c:pt>
                <c:pt idx="1887">
                  <c:v>44623</c:v>
                </c:pt>
                <c:pt idx="1888">
                  <c:v>44624</c:v>
                </c:pt>
                <c:pt idx="1889">
                  <c:v>44625</c:v>
                </c:pt>
                <c:pt idx="1890">
                  <c:v>44626</c:v>
                </c:pt>
                <c:pt idx="1891">
                  <c:v>44627</c:v>
                </c:pt>
                <c:pt idx="1892">
                  <c:v>44628</c:v>
                </c:pt>
                <c:pt idx="1893">
                  <c:v>44629</c:v>
                </c:pt>
                <c:pt idx="1894">
                  <c:v>44630</c:v>
                </c:pt>
                <c:pt idx="1895">
                  <c:v>44631</c:v>
                </c:pt>
                <c:pt idx="1896">
                  <c:v>44632</c:v>
                </c:pt>
                <c:pt idx="1897">
                  <c:v>44633</c:v>
                </c:pt>
                <c:pt idx="1898">
                  <c:v>44634</c:v>
                </c:pt>
                <c:pt idx="1899">
                  <c:v>44635</c:v>
                </c:pt>
                <c:pt idx="1900">
                  <c:v>44636</c:v>
                </c:pt>
                <c:pt idx="1901">
                  <c:v>44637</c:v>
                </c:pt>
                <c:pt idx="1902">
                  <c:v>44638</c:v>
                </c:pt>
                <c:pt idx="1903">
                  <c:v>44639</c:v>
                </c:pt>
                <c:pt idx="1904">
                  <c:v>44640</c:v>
                </c:pt>
                <c:pt idx="1905">
                  <c:v>44641</c:v>
                </c:pt>
                <c:pt idx="1906">
                  <c:v>44642</c:v>
                </c:pt>
                <c:pt idx="1907">
                  <c:v>44643</c:v>
                </c:pt>
                <c:pt idx="1908">
                  <c:v>44644</c:v>
                </c:pt>
                <c:pt idx="1909">
                  <c:v>44645</c:v>
                </c:pt>
                <c:pt idx="1910">
                  <c:v>44646</c:v>
                </c:pt>
                <c:pt idx="1911">
                  <c:v>44647</c:v>
                </c:pt>
                <c:pt idx="1912">
                  <c:v>44648</c:v>
                </c:pt>
                <c:pt idx="1913">
                  <c:v>44649</c:v>
                </c:pt>
                <c:pt idx="1914">
                  <c:v>44650</c:v>
                </c:pt>
                <c:pt idx="1915">
                  <c:v>44651</c:v>
                </c:pt>
                <c:pt idx="1916">
                  <c:v>44652</c:v>
                </c:pt>
                <c:pt idx="1917">
                  <c:v>44653</c:v>
                </c:pt>
                <c:pt idx="1918">
                  <c:v>44654</c:v>
                </c:pt>
                <c:pt idx="1919">
                  <c:v>44655</c:v>
                </c:pt>
                <c:pt idx="1920">
                  <c:v>44656</c:v>
                </c:pt>
                <c:pt idx="1921">
                  <c:v>44657</c:v>
                </c:pt>
                <c:pt idx="1922">
                  <c:v>44658</c:v>
                </c:pt>
                <c:pt idx="1923">
                  <c:v>44659</c:v>
                </c:pt>
                <c:pt idx="1924">
                  <c:v>44660</c:v>
                </c:pt>
                <c:pt idx="1925">
                  <c:v>44661</c:v>
                </c:pt>
                <c:pt idx="1926">
                  <c:v>44662</c:v>
                </c:pt>
                <c:pt idx="1927">
                  <c:v>44663</c:v>
                </c:pt>
                <c:pt idx="1928">
                  <c:v>44664</c:v>
                </c:pt>
                <c:pt idx="1929">
                  <c:v>44665</c:v>
                </c:pt>
                <c:pt idx="1930">
                  <c:v>44666</c:v>
                </c:pt>
                <c:pt idx="1931">
                  <c:v>44667</c:v>
                </c:pt>
                <c:pt idx="1932">
                  <c:v>44668</c:v>
                </c:pt>
                <c:pt idx="1933">
                  <c:v>44669</c:v>
                </c:pt>
                <c:pt idx="1934">
                  <c:v>44670</c:v>
                </c:pt>
                <c:pt idx="1935">
                  <c:v>44671</c:v>
                </c:pt>
                <c:pt idx="1936">
                  <c:v>44672</c:v>
                </c:pt>
                <c:pt idx="1937">
                  <c:v>44673</c:v>
                </c:pt>
                <c:pt idx="1938">
                  <c:v>44674</c:v>
                </c:pt>
                <c:pt idx="1939">
                  <c:v>44675</c:v>
                </c:pt>
                <c:pt idx="1940">
                  <c:v>44676</c:v>
                </c:pt>
                <c:pt idx="1941">
                  <c:v>44677</c:v>
                </c:pt>
                <c:pt idx="1942">
                  <c:v>44678</c:v>
                </c:pt>
                <c:pt idx="1943">
                  <c:v>44679</c:v>
                </c:pt>
                <c:pt idx="1944">
                  <c:v>44680</c:v>
                </c:pt>
                <c:pt idx="1945">
                  <c:v>44681</c:v>
                </c:pt>
                <c:pt idx="1946">
                  <c:v>44682</c:v>
                </c:pt>
                <c:pt idx="1947">
                  <c:v>44683</c:v>
                </c:pt>
                <c:pt idx="1948">
                  <c:v>44684</c:v>
                </c:pt>
                <c:pt idx="1949">
                  <c:v>44685</c:v>
                </c:pt>
                <c:pt idx="1950">
                  <c:v>44686</c:v>
                </c:pt>
                <c:pt idx="1951">
                  <c:v>44687</c:v>
                </c:pt>
                <c:pt idx="1952">
                  <c:v>44688</c:v>
                </c:pt>
                <c:pt idx="1953">
                  <c:v>44689</c:v>
                </c:pt>
                <c:pt idx="1954">
                  <c:v>44690</c:v>
                </c:pt>
                <c:pt idx="1955">
                  <c:v>44691</c:v>
                </c:pt>
                <c:pt idx="1956">
                  <c:v>44692</c:v>
                </c:pt>
                <c:pt idx="1957">
                  <c:v>44693</c:v>
                </c:pt>
                <c:pt idx="1958">
                  <c:v>44694</c:v>
                </c:pt>
                <c:pt idx="1959">
                  <c:v>44695</c:v>
                </c:pt>
                <c:pt idx="1960">
                  <c:v>44696</c:v>
                </c:pt>
                <c:pt idx="1961">
                  <c:v>44697</c:v>
                </c:pt>
                <c:pt idx="1962">
                  <c:v>44698</c:v>
                </c:pt>
                <c:pt idx="1963">
                  <c:v>44699</c:v>
                </c:pt>
                <c:pt idx="1964">
                  <c:v>44700</c:v>
                </c:pt>
                <c:pt idx="1965">
                  <c:v>44701</c:v>
                </c:pt>
                <c:pt idx="1966">
                  <c:v>44702</c:v>
                </c:pt>
                <c:pt idx="1967">
                  <c:v>44703</c:v>
                </c:pt>
                <c:pt idx="1968">
                  <c:v>44704</c:v>
                </c:pt>
                <c:pt idx="1969">
                  <c:v>44705</c:v>
                </c:pt>
                <c:pt idx="1970">
                  <c:v>44706</c:v>
                </c:pt>
                <c:pt idx="1971">
                  <c:v>44707</c:v>
                </c:pt>
                <c:pt idx="1972">
                  <c:v>44708</c:v>
                </c:pt>
                <c:pt idx="1973">
                  <c:v>44709</c:v>
                </c:pt>
                <c:pt idx="1974">
                  <c:v>44710</c:v>
                </c:pt>
                <c:pt idx="1975">
                  <c:v>44711</c:v>
                </c:pt>
                <c:pt idx="1976">
                  <c:v>44712</c:v>
                </c:pt>
                <c:pt idx="1977">
                  <c:v>44713</c:v>
                </c:pt>
                <c:pt idx="1978">
                  <c:v>44714</c:v>
                </c:pt>
                <c:pt idx="1979">
                  <c:v>44715</c:v>
                </c:pt>
                <c:pt idx="1980">
                  <c:v>44716</c:v>
                </c:pt>
                <c:pt idx="1981">
                  <c:v>44717</c:v>
                </c:pt>
                <c:pt idx="1982">
                  <c:v>44718</c:v>
                </c:pt>
                <c:pt idx="1983">
                  <c:v>44719</c:v>
                </c:pt>
                <c:pt idx="1984">
                  <c:v>44720</c:v>
                </c:pt>
                <c:pt idx="1985">
                  <c:v>44721</c:v>
                </c:pt>
                <c:pt idx="1986">
                  <c:v>44722</c:v>
                </c:pt>
                <c:pt idx="1987">
                  <c:v>44723</c:v>
                </c:pt>
                <c:pt idx="1988">
                  <c:v>44724</c:v>
                </c:pt>
                <c:pt idx="1989">
                  <c:v>44725</c:v>
                </c:pt>
                <c:pt idx="1990">
                  <c:v>44726</c:v>
                </c:pt>
                <c:pt idx="1991">
                  <c:v>44727</c:v>
                </c:pt>
                <c:pt idx="1992">
                  <c:v>44728</c:v>
                </c:pt>
                <c:pt idx="1993">
                  <c:v>44729</c:v>
                </c:pt>
                <c:pt idx="1994">
                  <c:v>44730</c:v>
                </c:pt>
                <c:pt idx="1995">
                  <c:v>44731</c:v>
                </c:pt>
                <c:pt idx="1996">
                  <c:v>44732</c:v>
                </c:pt>
                <c:pt idx="1997">
                  <c:v>44733</c:v>
                </c:pt>
                <c:pt idx="1998">
                  <c:v>44734</c:v>
                </c:pt>
                <c:pt idx="1999">
                  <c:v>44735</c:v>
                </c:pt>
                <c:pt idx="2000">
                  <c:v>44736</c:v>
                </c:pt>
                <c:pt idx="2001">
                  <c:v>44737</c:v>
                </c:pt>
                <c:pt idx="2002">
                  <c:v>44738</c:v>
                </c:pt>
                <c:pt idx="2003">
                  <c:v>44739</c:v>
                </c:pt>
                <c:pt idx="2004">
                  <c:v>44740</c:v>
                </c:pt>
                <c:pt idx="2005">
                  <c:v>44741</c:v>
                </c:pt>
                <c:pt idx="2006">
                  <c:v>44742</c:v>
                </c:pt>
                <c:pt idx="2007">
                  <c:v>44743</c:v>
                </c:pt>
                <c:pt idx="2008">
                  <c:v>44744</c:v>
                </c:pt>
                <c:pt idx="2009">
                  <c:v>44745</c:v>
                </c:pt>
                <c:pt idx="2010">
                  <c:v>44746</c:v>
                </c:pt>
                <c:pt idx="2011">
                  <c:v>44747</c:v>
                </c:pt>
                <c:pt idx="2012">
                  <c:v>44748</c:v>
                </c:pt>
                <c:pt idx="2013">
                  <c:v>44749</c:v>
                </c:pt>
                <c:pt idx="2014">
                  <c:v>44750</c:v>
                </c:pt>
                <c:pt idx="2015">
                  <c:v>44751</c:v>
                </c:pt>
                <c:pt idx="2016">
                  <c:v>44752</c:v>
                </c:pt>
                <c:pt idx="2017">
                  <c:v>44753</c:v>
                </c:pt>
                <c:pt idx="2018">
                  <c:v>44754</c:v>
                </c:pt>
                <c:pt idx="2019">
                  <c:v>44755</c:v>
                </c:pt>
                <c:pt idx="2020">
                  <c:v>44756</c:v>
                </c:pt>
                <c:pt idx="2021">
                  <c:v>44757</c:v>
                </c:pt>
                <c:pt idx="2022">
                  <c:v>44758</c:v>
                </c:pt>
                <c:pt idx="2023">
                  <c:v>44759</c:v>
                </c:pt>
                <c:pt idx="2024">
                  <c:v>44760</c:v>
                </c:pt>
                <c:pt idx="2025">
                  <c:v>44761</c:v>
                </c:pt>
                <c:pt idx="2026">
                  <c:v>44762</c:v>
                </c:pt>
                <c:pt idx="2027">
                  <c:v>44763</c:v>
                </c:pt>
                <c:pt idx="2028">
                  <c:v>44764</c:v>
                </c:pt>
                <c:pt idx="2029">
                  <c:v>44765</c:v>
                </c:pt>
                <c:pt idx="2030">
                  <c:v>44766</c:v>
                </c:pt>
                <c:pt idx="2031">
                  <c:v>44767</c:v>
                </c:pt>
                <c:pt idx="2032">
                  <c:v>44768</c:v>
                </c:pt>
                <c:pt idx="2033">
                  <c:v>44769</c:v>
                </c:pt>
                <c:pt idx="2034">
                  <c:v>44770</c:v>
                </c:pt>
                <c:pt idx="2035">
                  <c:v>44771</c:v>
                </c:pt>
                <c:pt idx="2036">
                  <c:v>44772</c:v>
                </c:pt>
                <c:pt idx="2037">
                  <c:v>44773</c:v>
                </c:pt>
                <c:pt idx="2038">
                  <c:v>44774</c:v>
                </c:pt>
                <c:pt idx="2039">
                  <c:v>44775</c:v>
                </c:pt>
                <c:pt idx="2040">
                  <c:v>44776</c:v>
                </c:pt>
                <c:pt idx="2041">
                  <c:v>44777</c:v>
                </c:pt>
                <c:pt idx="2042">
                  <c:v>44778</c:v>
                </c:pt>
                <c:pt idx="2043">
                  <c:v>44779</c:v>
                </c:pt>
                <c:pt idx="2044">
                  <c:v>44780</c:v>
                </c:pt>
                <c:pt idx="2045">
                  <c:v>44781</c:v>
                </c:pt>
                <c:pt idx="2046">
                  <c:v>44782</c:v>
                </c:pt>
                <c:pt idx="2047">
                  <c:v>44783</c:v>
                </c:pt>
                <c:pt idx="2048">
                  <c:v>44784</c:v>
                </c:pt>
                <c:pt idx="2049">
                  <c:v>44785</c:v>
                </c:pt>
                <c:pt idx="2050">
                  <c:v>44786</c:v>
                </c:pt>
                <c:pt idx="2051">
                  <c:v>44787</c:v>
                </c:pt>
                <c:pt idx="2052">
                  <c:v>44788</c:v>
                </c:pt>
                <c:pt idx="2053">
                  <c:v>44789</c:v>
                </c:pt>
                <c:pt idx="2054">
                  <c:v>44790</c:v>
                </c:pt>
                <c:pt idx="2055">
                  <c:v>44791</c:v>
                </c:pt>
                <c:pt idx="2056">
                  <c:v>44792</c:v>
                </c:pt>
                <c:pt idx="2057">
                  <c:v>44793</c:v>
                </c:pt>
                <c:pt idx="2058">
                  <c:v>44794</c:v>
                </c:pt>
                <c:pt idx="2059">
                  <c:v>44795</c:v>
                </c:pt>
                <c:pt idx="2060">
                  <c:v>44796</c:v>
                </c:pt>
                <c:pt idx="2061">
                  <c:v>44797</c:v>
                </c:pt>
                <c:pt idx="2062">
                  <c:v>44798</c:v>
                </c:pt>
                <c:pt idx="2063">
                  <c:v>44799</c:v>
                </c:pt>
                <c:pt idx="2064">
                  <c:v>44800</c:v>
                </c:pt>
                <c:pt idx="2065">
                  <c:v>44801</c:v>
                </c:pt>
                <c:pt idx="2066">
                  <c:v>44802</c:v>
                </c:pt>
                <c:pt idx="2067">
                  <c:v>44803</c:v>
                </c:pt>
                <c:pt idx="2068">
                  <c:v>44804</c:v>
                </c:pt>
                <c:pt idx="2069">
                  <c:v>44805</c:v>
                </c:pt>
                <c:pt idx="2070">
                  <c:v>44806</c:v>
                </c:pt>
                <c:pt idx="2071">
                  <c:v>44807</c:v>
                </c:pt>
                <c:pt idx="2072">
                  <c:v>44808</c:v>
                </c:pt>
                <c:pt idx="2073">
                  <c:v>44809</c:v>
                </c:pt>
                <c:pt idx="2074">
                  <c:v>44810</c:v>
                </c:pt>
                <c:pt idx="2075">
                  <c:v>44811</c:v>
                </c:pt>
                <c:pt idx="2076">
                  <c:v>44812</c:v>
                </c:pt>
                <c:pt idx="2077">
                  <c:v>44813</c:v>
                </c:pt>
                <c:pt idx="2078">
                  <c:v>44814</c:v>
                </c:pt>
                <c:pt idx="2079">
                  <c:v>44815</c:v>
                </c:pt>
                <c:pt idx="2080">
                  <c:v>44816</c:v>
                </c:pt>
                <c:pt idx="2081">
                  <c:v>44817</c:v>
                </c:pt>
                <c:pt idx="2082">
                  <c:v>44818</c:v>
                </c:pt>
                <c:pt idx="2083">
                  <c:v>44819</c:v>
                </c:pt>
                <c:pt idx="2084">
                  <c:v>44820</c:v>
                </c:pt>
                <c:pt idx="2085">
                  <c:v>44821</c:v>
                </c:pt>
                <c:pt idx="2086">
                  <c:v>44822</c:v>
                </c:pt>
                <c:pt idx="2087">
                  <c:v>44823</c:v>
                </c:pt>
                <c:pt idx="2088">
                  <c:v>44824</c:v>
                </c:pt>
                <c:pt idx="2089">
                  <c:v>44825</c:v>
                </c:pt>
                <c:pt idx="2090">
                  <c:v>44826</c:v>
                </c:pt>
                <c:pt idx="2091">
                  <c:v>44827</c:v>
                </c:pt>
                <c:pt idx="2092">
                  <c:v>44828</c:v>
                </c:pt>
                <c:pt idx="2093">
                  <c:v>44829</c:v>
                </c:pt>
                <c:pt idx="2094">
                  <c:v>44830</c:v>
                </c:pt>
                <c:pt idx="2095">
                  <c:v>44831</c:v>
                </c:pt>
                <c:pt idx="2096">
                  <c:v>44832</c:v>
                </c:pt>
                <c:pt idx="2097">
                  <c:v>44833</c:v>
                </c:pt>
                <c:pt idx="2098">
                  <c:v>44834</c:v>
                </c:pt>
                <c:pt idx="2099">
                  <c:v>44835</c:v>
                </c:pt>
                <c:pt idx="2100">
                  <c:v>44836</c:v>
                </c:pt>
                <c:pt idx="2101">
                  <c:v>44837</c:v>
                </c:pt>
                <c:pt idx="2102">
                  <c:v>44838</c:v>
                </c:pt>
                <c:pt idx="2103">
                  <c:v>44839</c:v>
                </c:pt>
                <c:pt idx="2104">
                  <c:v>44840</c:v>
                </c:pt>
                <c:pt idx="2105">
                  <c:v>44841</c:v>
                </c:pt>
                <c:pt idx="2106">
                  <c:v>44842</c:v>
                </c:pt>
                <c:pt idx="2107">
                  <c:v>44843</c:v>
                </c:pt>
                <c:pt idx="2108">
                  <c:v>44844</c:v>
                </c:pt>
                <c:pt idx="2109">
                  <c:v>44845</c:v>
                </c:pt>
                <c:pt idx="2110">
                  <c:v>44846</c:v>
                </c:pt>
                <c:pt idx="2111">
                  <c:v>44847</c:v>
                </c:pt>
                <c:pt idx="2112">
                  <c:v>44848</c:v>
                </c:pt>
                <c:pt idx="2113">
                  <c:v>44849</c:v>
                </c:pt>
                <c:pt idx="2114">
                  <c:v>44850</c:v>
                </c:pt>
                <c:pt idx="2115">
                  <c:v>44851</c:v>
                </c:pt>
                <c:pt idx="2116">
                  <c:v>44852</c:v>
                </c:pt>
                <c:pt idx="2117">
                  <c:v>44853</c:v>
                </c:pt>
                <c:pt idx="2118">
                  <c:v>44854</c:v>
                </c:pt>
                <c:pt idx="2119">
                  <c:v>44855</c:v>
                </c:pt>
                <c:pt idx="2120">
                  <c:v>44856</c:v>
                </c:pt>
                <c:pt idx="2121">
                  <c:v>44857</c:v>
                </c:pt>
                <c:pt idx="2122">
                  <c:v>44858</c:v>
                </c:pt>
                <c:pt idx="2123">
                  <c:v>44859</c:v>
                </c:pt>
                <c:pt idx="2124">
                  <c:v>44860</c:v>
                </c:pt>
                <c:pt idx="2125">
                  <c:v>44861</c:v>
                </c:pt>
                <c:pt idx="2126">
                  <c:v>44862</c:v>
                </c:pt>
                <c:pt idx="2127">
                  <c:v>44863</c:v>
                </c:pt>
                <c:pt idx="2128">
                  <c:v>44864</c:v>
                </c:pt>
                <c:pt idx="2129">
                  <c:v>44865</c:v>
                </c:pt>
                <c:pt idx="2130">
                  <c:v>44866</c:v>
                </c:pt>
                <c:pt idx="2131">
                  <c:v>44867</c:v>
                </c:pt>
                <c:pt idx="2132">
                  <c:v>44868</c:v>
                </c:pt>
                <c:pt idx="2133">
                  <c:v>44869</c:v>
                </c:pt>
                <c:pt idx="2134">
                  <c:v>44870</c:v>
                </c:pt>
                <c:pt idx="2135">
                  <c:v>44871</c:v>
                </c:pt>
                <c:pt idx="2136">
                  <c:v>44872</c:v>
                </c:pt>
                <c:pt idx="2137">
                  <c:v>44873</c:v>
                </c:pt>
                <c:pt idx="2138">
                  <c:v>44874</c:v>
                </c:pt>
                <c:pt idx="2139">
                  <c:v>44875</c:v>
                </c:pt>
                <c:pt idx="2140">
                  <c:v>44876</c:v>
                </c:pt>
                <c:pt idx="2141">
                  <c:v>44877</c:v>
                </c:pt>
                <c:pt idx="2142">
                  <c:v>44878</c:v>
                </c:pt>
                <c:pt idx="2143">
                  <c:v>44879</c:v>
                </c:pt>
                <c:pt idx="2144">
                  <c:v>44880</c:v>
                </c:pt>
                <c:pt idx="2145">
                  <c:v>44881</c:v>
                </c:pt>
                <c:pt idx="2146">
                  <c:v>44882</c:v>
                </c:pt>
                <c:pt idx="2147">
                  <c:v>44883</c:v>
                </c:pt>
                <c:pt idx="2148">
                  <c:v>44884</c:v>
                </c:pt>
                <c:pt idx="2149">
                  <c:v>44885</c:v>
                </c:pt>
                <c:pt idx="2150">
                  <c:v>44886</c:v>
                </c:pt>
                <c:pt idx="2151">
                  <c:v>44887</c:v>
                </c:pt>
                <c:pt idx="2152">
                  <c:v>44888</c:v>
                </c:pt>
                <c:pt idx="2153">
                  <c:v>44889</c:v>
                </c:pt>
                <c:pt idx="2154">
                  <c:v>44890</c:v>
                </c:pt>
                <c:pt idx="2155">
                  <c:v>44891</c:v>
                </c:pt>
                <c:pt idx="2156">
                  <c:v>44892</c:v>
                </c:pt>
                <c:pt idx="2157">
                  <c:v>44893</c:v>
                </c:pt>
                <c:pt idx="2158">
                  <c:v>44894</c:v>
                </c:pt>
                <c:pt idx="2159">
                  <c:v>44895</c:v>
                </c:pt>
                <c:pt idx="2160">
                  <c:v>44896</c:v>
                </c:pt>
                <c:pt idx="2161">
                  <c:v>44897</c:v>
                </c:pt>
                <c:pt idx="2162">
                  <c:v>44898</c:v>
                </c:pt>
                <c:pt idx="2163">
                  <c:v>44899</c:v>
                </c:pt>
                <c:pt idx="2164">
                  <c:v>44900</c:v>
                </c:pt>
                <c:pt idx="2165">
                  <c:v>44901</c:v>
                </c:pt>
                <c:pt idx="2166">
                  <c:v>44902</c:v>
                </c:pt>
                <c:pt idx="2167">
                  <c:v>44903</c:v>
                </c:pt>
                <c:pt idx="2168">
                  <c:v>44904</c:v>
                </c:pt>
                <c:pt idx="2169">
                  <c:v>44905</c:v>
                </c:pt>
                <c:pt idx="2170">
                  <c:v>44906</c:v>
                </c:pt>
                <c:pt idx="2171">
                  <c:v>44907</c:v>
                </c:pt>
                <c:pt idx="2172">
                  <c:v>44908</c:v>
                </c:pt>
                <c:pt idx="2173">
                  <c:v>44909</c:v>
                </c:pt>
                <c:pt idx="2174">
                  <c:v>44910</c:v>
                </c:pt>
                <c:pt idx="2175">
                  <c:v>44911</c:v>
                </c:pt>
                <c:pt idx="2176">
                  <c:v>44912</c:v>
                </c:pt>
                <c:pt idx="2177">
                  <c:v>44913</c:v>
                </c:pt>
                <c:pt idx="2178">
                  <c:v>44914</c:v>
                </c:pt>
                <c:pt idx="2179">
                  <c:v>44915</c:v>
                </c:pt>
                <c:pt idx="2180">
                  <c:v>44916</c:v>
                </c:pt>
                <c:pt idx="2181">
                  <c:v>44917</c:v>
                </c:pt>
                <c:pt idx="2182">
                  <c:v>44918</c:v>
                </c:pt>
                <c:pt idx="2183">
                  <c:v>44919</c:v>
                </c:pt>
                <c:pt idx="2184">
                  <c:v>44920</c:v>
                </c:pt>
                <c:pt idx="2185">
                  <c:v>44921</c:v>
                </c:pt>
                <c:pt idx="2186">
                  <c:v>44922</c:v>
                </c:pt>
                <c:pt idx="2187">
                  <c:v>44923</c:v>
                </c:pt>
                <c:pt idx="2188">
                  <c:v>44924</c:v>
                </c:pt>
                <c:pt idx="2189">
                  <c:v>44925</c:v>
                </c:pt>
                <c:pt idx="2190">
                  <c:v>44926</c:v>
                </c:pt>
                <c:pt idx="2191">
                  <c:v>44927</c:v>
                </c:pt>
                <c:pt idx="2192">
                  <c:v>44928</c:v>
                </c:pt>
                <c:pt idx="2193">
                  <c:v>44929</c:v>
                </c:pt>
                <c:pt idx="2194">
                  <c:v>44930</c:v>
                </c:pt>
                <c:pt idx="2195">
                  <c:v>44931</c:v>
                </c:pt>
                <c:pt idx="2196">
                  <c:v>44932</c:v>
                </c:pt>
                <c:pt idx="2197">
                  <c:v>44933</c:v>
                </c:pt>
                <c:pt idx="2198">
                  <c:v>44934</c:v>
                </c:pt>
                <c:pt idx="2199">
                  <c:v>44935</c:v>
                </c:pt>
                <c:pt idx="2200">
                  <c:v>44936</c:v>
                </c:pt>
                <c:pt idx="2201">
                  <c:v>44937</c:v>
                </c:pt>
                <c:pt idx="2202">
                  <c:v>44938</c:v>
                </c:pt>
                <c:pt idx="2203">
                  <c:v>44939</c:v>
                </c:pt>
                <c:pt idx="2204">
                  <c:v>44940</c:v>
                </c:pt>
                <c:pt idx="2205">
                  <c:v>44941</c:v>
                </c:pt>
                <c:pt idx="2206">
                  <c:v>44942</c:v>
                </c:pt>
                <c:pt idx="2207">
                  <c:v>44943</c:v>
                </c:pt>
                <c:pt idx="2208">
                  <c:v>44944</c:v>
                </c:pt>
                <c:pt idx="2209">
                  <c:v>44945</c:v>
                </c:pt>
                <c:pt idx="2210">
                  <c:v>44946</c:v>
                </c:pt>
                <c:pt idx="2211">
                  <c:v>44947</c:v>
                </c:pt>
                <c:pt idx="2212">
                  <c:v>44948</c:v>
                </c:pt>
                <c:pt idx="2213">
                  <c:v>44949</c:v>
                </c:pt>
                <c:pt idx="2214">
                  <c:v>44950</c:v>
                </c:pt>
                <c:pt idx="2215">
                  <c:v>44951</c:v>
                </c:pt>
                <c:pt idx="2216">
                  <c:v>44952</c:v>
                </c:pt>
                <c:pt idx="2217">
                  <c:v>44953</c:v>
                </c:pt>
                <c:pt idx="2218">
                  <c:v>44954</c:v>
                </c:pt>
                <c:pt idx="2219">
                  <c:v>44955</c:v>
                </c:pt>
                <c:pt idx="2220">
                  <c:v>44956</c:v>
                </c:pt>
                <c:pt idx="2221">
                  <c:v>44957</c:v>
                </c:pt>
                <c:pt idx="2222">
                  <c:v>44958</c:v>
                </c:pt>
                <c:pt idx="2223">
                  <c:v>44959</c:v>
                </c:pt>
                <c:pt idx="2224">
                  <c:v>44960</c:v>
                </c:pt>
                <c:pt idx="2225">
                  <c:v>44961</c:v>
                </c:pt>
                <c:pt idx="2226">
                  <c:v>44962</c:v>
                </c:pt>
                <c:pt idx="2227">
                  <c:v>44963</c:v>
                </c:pt>
                <c:pt idx="2228">
                  <c:v>44964</c:v>
                </c:pt>
                <c:pt idx="2229">
                  <c:v>44965</c:v>
                </c:pt>
                <c:pt idx="2230">
                  <c:v>44966</c:v>
                </c:pt>
                <c:pt idx="2231">
                  <c:v>44967</c:v>
                </c:pt>
                <c:pt idx="2232">
                  <c:v>44968</c:v>
                </c:pt>
                <c:pt idx="2233">
                  <c:v>44969</c:v>
                </c:pt>
                <c:pt idx="2234">
                  <c:v>44970</c:v>
                </c:pt>
                <c:pt idx="2235">
                  <c:v>44971</c:v>
                </c:pt>
                <c:pt idx="2236">
                  <c:v>44972</c:v>
                </c:pt>
                <c:pt idx="2237">
                  <c:v>44973</c:v>
                </c:pt>
                <c:pt idx="2238">
                  <c:v>44974</c:v>
                </c:pt>
                <c:pt idx="2239">
                  <c:v>44975</c:v>
                </c:pt>
                <c:pt idx="2240">
                  <c:v>44976</c:v>
                </c:pt>
                <c:pt idx="2241">
                  <c:v>44977</c:v>
                </c:pt>
                <c:pt idx="2242">
                  <c:v>44978</c:v>
                </c:pt>
                <c:pt idx="2243">
                  <c:v>44979</c:v>
                </c:pt>
                <c:pt idx="2244">
                  <c:v>44980</c:v>
                </c:pt>
                <c:pt idx="2245">
                  <c:v>44981</c:v>
                </c:pt>
                <c:pt idx="2246">
                  <c:v>44982</c:v>
                </c:pt>
                <c:pt idx="2247">
                  <c:v>44983</c:v>
                </c:pt>
                <c:pt idx="2248">
                  <c:v>44984</c:v>
                </c:pt>
                <c:pt idx="2249">
                  <c:v>44985</c:v>
                </c:pt>
                <c:pt idx="2250">
                  <c:v>44986</c:v>
                </c:pt>
                <c:pt idx="2251">
                  <c:v>44987</c:v>
                </c:pt>
                <c:pt idx="2252">
                  <c:v>44988</c:v>
                </c:pt>
                <c:pt idx="2253">
                  <c:v>44989</c:v>
                </c:pt>
                <c:pt idx="2254">
                  <c:v>44990</c:v>
                </c:pt>
                <c:pt idx="2255">
                  <c:v>44991</c:v>
                </c:pt>
                <c:pt idx="2256">
                  <c:v>44992</c:v>
                </c:pt>
                <c:pt idx="2257">
                  <c:v>44993</c:v>
                </c:pt>
                <c:pt idx="2258">
                  <c:v>44994</c:v>
                </c:pt>
                <c:pt idx="2259">
                  <c:v>44995</c:v>
                </c:pt>
                <c:pt idx="2260">
                  <c:v>44996</c:v>
                </c:pt>
                <c:pt idx="2261">
                  <c:v>44997</c:v>
                </c:pt>
                <c:pt idx="2262">
                  <c:v>44998</c:v>
                </c:pt>
                <c:pt idx="2263">
                  <c:v>44999</c:v>
                </c:pt>
                <c:pt idx="2264">
                  <c:v>45000</c:v>
                </c:pt>
                <c:pt idx="2265">
                  <c:v>45001</c:v>
                </c:pt>
                <c:pt idx="2266">
                  <c:v>45002</c:v>
                </c:pt>
                <c:pt idx="2267">
                  <c:v>45003</c:v>
                </c:pt>
                <c:pt idx="2268">
                  <c:v>45004</c:v>
                </c:pt>
                <c:pt idx="2269">
                  <c:v>45005</c:v>
                </c:pt>
                <c:pt idx="2270">
                  <c:v>45006</c:v>
                </c:pt>
                <c:pt idx="2271">
                  <c:v>45007</c:v>
                </c:pt>
                <c:pt idx="2272">
                  <c:v>45008</c:v>
                </c:pt>
                <c:pt idx="2273">
                  <c:v>45009</c:v>
                </c:pt>
                <c:pt idx="2274">
                  <c:v>45010</c:v>
                </c:pt>
                <c:pt idx="2275">
                  <c:v>45011</c:v>
                </c:pt>
                <c:pt idx="2276">
                  <c:v>45012</c:v>
                </c:pt>
                <c:pt idx="2277">
                  <c:v>45013</c:v>
                </c:pt>
                <c:pt idx="2278">
                  <c:v>45014</c:v>
                </c:pt>
                <c:pt idx="2279">
                  <c:v>45015</c:v>
                </c:pt>
                <c:pt idx="2280">
                  <c:v>45016</c:v>
                </c:pt>
                <c:pt idx="2281">
                  <c:v>45017</c:v>
                </c:pt>
                <c:pt idx="2282">
                  <c:v>45018</c:v>
                </c:pt>
                <c:pt idx="2283">
                  <c:v>45019</c:v>
                </c:pt>
                <c:pt idx="2284">
                  <c:v>45020</c:v>
                </c:pt>
                <c:pt idx="2285">
                  <c:v>45021</c:v>
                </c:pt>
                <c:pt idx="2286">
                  <c:v>45022</c:v>
                </c:pt>
                <c:pt idx="2287">
                  <c:v>45023</c:v>
                </c:pt>
                <c:pt idx="2288">
                  <c:v>45024</c:v>
                </c:pt>
                <c:pt idx="2289">
                  <c:v>45025</c:v>
                </c:pt>
                <c:pt idx="2290">
                  <c:v>45026</c:v>
                </c:pt>
                <c:pt idx="2291">
                  <c:v>45027</c:v>
                </c:pt>
                <c:pt idx="2292">
                  <c:v>45028</c:v>
                </c:pt>
                <c:pt idx="2293">
                  <c:v>45029</c:v>
                </c:pt>
                <c:pt idx="2294">
                  <c:v>45030</c:v>
                </c:pt>
                <c:pt idx="2295">
                  <c:v>45031</c:v>
                </c:pt>
                <c:pt idx="2296">
                  <c:v>45032</c:v>
                </c:pt>
                <c:pt idx="2297">
                  <c:v>45033</c:v>
                </c:pt>
                <c:pt idx="2298">
                  <c:v>45034</c:v>
                </c:pt>
                <c:pt idx="2299">
                  <c:v>45035</c:v>
                </c:pt>
                <c:pt idx="2300">
                  <c:v>45036</c:v>
                </c:pt>
                <c:pt idx="2301">
                  <c:v>45037</c:v>
                </c:pt>
                <c:pt idx="2302">
                  <c:v>45038</c:v>
                </c:pt>
                <c:pt idx="2303">
                  <c:v>45039</c:v>
                </c:pt>
                <c:pt idx="2304">
                  <c:v>45040</c:v>
                </c:pt>
                <c:pt idx="2305">
                  <c:v>45041</c:v>
                </c:pt>
                <c:pt idx="2306">
                  <c:v>45042</c:v>
                </c:pt>
                <c:pt idx="2307">
                  <c:v>45043</c:v>
                </c:pt>
                <c:pt idx="2308">
                  <c:v>45044</c:v>
                </c:pt>
                <c:pt idx="2309">
                  <c:v>45045</c:v>
                </c:pt>
                <c:pt idx="2310">
                  <c:v>45046</c:v>
                </c:pt>
                <c:pt idx="2311">
                  <c:v>45047</c:v>
                </c:pt>
                <c:pt idx="2312">
                  <c:v>45048</c:v>
                </c:pt>
                <c:pt idx="2313">
                  <c:v>45049</c:v>
                </c:pt>
                <c:pt idx="2314">
                  <c:v>45050</c:v>
                </c:pt>
                <c:pt idx="2315">
                  <c:v>45051</c:v>
                </c:pt>
                <c:pt idx="2316">
                  <c:v>45052</c:v>
                </c:pt>
                <c:pt idx="2317">
                  <c:v>45053</c:v>
                </c:pt>
                <c:pt idx="2318">
                  <c:v>45054</c:v>
                </c:pt>
                <c:pt idx="2319">
                  <c:v>45055</c:v>
                </c:pt>
                <c:pt idx="2320">
                  <c:v>45056</c:v>
                </c:pt>
                <c:pt idx="2321">
                  <c:v>45057</c:v>
                </c:pt>
                <c:pt idx="2322">
                  <c:v>45058</c:v>
                </c:pt>
                <c:pt idx="2323">
                  <c:v>45059</c:v>
                </c:pt>
                <c:pt idx="2324">
                  <c:v>45060</c:v>
                </c:pt>
                <c:pt idx="2325">
                  <c:v>45061</c:v>
                </c:pt>
                <c:pt idx="2326">
                  <c:v>45062</c:v>
                </c:pt>
                <c:pt idx="2327">
                  <c:v>45063</c:v>
                </c:pt>
                <c:pt idx="2328">
                  <c:v>45064</c:v>
                </c:pt>
                <c:pt idx="2329">
                  <c:v>45065</c:v>
                </c:pt>
                <c:pt idx="2330">
                  <c:v>45066</c:v>
                </c:pt>
                <c:pt idx="2331">
                  <c:v>45067</c:v>
                </c:pt>
                <c:pt idx="2332">
                  <c:v>45068</c:v>
                </c:pt>
                <c:pt idx="2333">
                  <c:v>45069</c:v>
                </c:pt>
                <c:pt idx="2334">
                  <c:v>45070</c:v>
                </c:pt>
                <c:pt idx="2335">
                  <c:v>45071</c:v>
                </c:pt>
                <c:pt idx="2336">
                  <c:v>45072</c:v>
                </c:pt>
                <c:pt idx="2337">
                  <c:v>45073</c:v>
                </c:pt>
                <c:pt idx="2338">
                  <c:v>45074</c:v>
                </c:pt>
                <c:pt idx="2339">
                  <c:v>45075</c:v>
                </c:pt>
                <c:pt idx="2340">
                  <c:v>45076</c:v>
                </c:pt>
                <c:pt idx="2341">
                  <c:v>45077</c:v>
                </c:pt>
                <c:pt idx="2342">
                  <c:v>45078</c:v>
                </c:pt>
                <c:pt idx="2343">
                  <c:v>45079</c:v>
                </c:pt>
                <c:pt idx="2344">
                  <c:v>45080</c:v>
                </c:pt>
                <c:pt idx="2345">
                  <c:v>45081</c:v>
                </c:pt>
                <c:pt idx="2346">
                  <c:v>45082</c:v>
                </c:pt>
                <c:pt idx="2347">
                  <c:v>45083</c:v>
                </c:pt>
                <c:pt idx="2348">
                  <c:v>45084</c:v>
                </c:pt>
                <c:pt idx="2349">
                  <c:v>45085</c:v>
                </c:pt>
                <c:pt idx="2350">
                  <c:v>45086</c:v>
                </c:pt>
                <c:pt idx="2351">
                  <c:v>45087</c:v>
                </c:pt>
                <c:pt idx="2352">
                  <c:v>45088</c:v>
                </c:pt>
                <c:pt idx="2353">
                  <c:v>45089</c:v>
                </c:pt>
                <c:pt idx="2354">
                  <c:v>45090</c:v>
                </c:pt>
                <c:pt idx="2355">
                  <c:v>45091</c:v>
                </c:pt>
                <c:pt idx="2356">
                  <c:v>45092</c:v>
                </c:pt>
                <c:pt idx="2357">
                  <c:v>45093</c:v>
                </c:pt>
                <c:pt idx="2358">
                  <c:v>45094</c:v>
                </c:pt>
                <c:pt idx="2359">
                  <c:v>45095</c:v>
                </c:pt>
                <c:pt idx="2360">
                  <c:v>45096</c:v>
                </c:pt>
                <c:pt idx="2361">
                  <c:v>45097</c:v>
                </c:pt>
                <c:pt idx="2362">
                  <c:v>45098</c:v>
                </c:pt>
                <c:pt idx="2363">
                  <c:v>45099</c:v>
                </c:pt>
                <c:pt idx="2364">
                  <c:v>45100</c:v>
                </c:pt>
                <c:pt idx="2365">
                  <c:v>45101</c:v>
                </c:pt>
                <c:pt idx="2366">
                  <c:v>45102</c:v>
                </c:pt>
                <c:pt idx="2367">
                  <c:v>45103</c:v>
                </c:pt>
                <c:pt idx="2368">
                  <c:v>45104</c:v>
                </c:pt>
                <c:pt idx="2369">
                  <c:v>45105</c:v>
                </c:pt>
                <c:pt idx="2370">
                  <c:v>45106</c:v>
                </c:pt>
                <c:pt idx="2371">
                  <c:v>45107</c:v>
                </c:pt>
                <c:pt idx="2372">
                  <c:v>45108</c:v>
                </c:pt>
                <c:pt idx="2373">
                  <c:v>45109</c:v>
                </c:pt>
                <c:pt idx="2374">
                  <c:v>45110</c:v>
                </c:pt>
                <c:pt idx="2375">
                  <c:v>45111</c:v>
                </c:pt>
                <c:pt idx="2376">
                  <c:v>45112</c:v>
                </c:pt>
                <c:pt idx="2377">
                  <c:v>45113</c:v>
                </c:pt>
                <c:pt idx="2378">
                  <c:v>45114</c:v>
                </c:pt>
                <c:pt idx="2379">
                  <c:v>45115</c:v>
                </c:pt>
                <c:pt idx="2380">
                  <c:v>45116</c:v>
                </c:pt>
                <c:pt idx="2381">
                  <c:v>45117</c:v>
                </c:pt>
                <c:pt idx="2382">
                  <c:v>45118</c:v>
                </c:pt>
                <c:pt idx="2383">
                  <c:v>45119</c:v>
                </c:pt>
                <c:pt idx="2384">
                  <c:v>45120</c:v>
                </c:pt>
                <c:pt idx="2385">
                  <c:v>45121</c:v>
                </c:pt>
                <c:pt idx="2386">
                  <c:v>45122</c:v>
                </c:pt>
                <c:pt idx="2387">
                  <c:v>45123</c:v>
                </c:pt>
                <c:pt idx="2388">
                  <c:v>45124</c:v>
                </c:pt>
                <c:pt idx="2389">
                  <c:v>45125</c:v>
                </c:pt>
                <c:pt idx="2390">
                  <c:v>45126</c:v>
                </c:pt>
                <c:pt idx="2391">
                  <c:v>45127</c:v>
                </c:pt>
                <c:pt idx="2392">
                  <c:v>45128</c:v>
                </c:pt>
                <c:pt idx="2393">
                  <c:v>45129</c:v>
                </c:pt>
                <c:pt idx="2394">
                  <c:v>45130</c:v>
                </c:pt>
                <c:pt idx="2395">
                  <c:v>45131</c:v>
                </c:pt>
                <c:pt idx="2396">
                  <c:v>45132</c:v>
                </c:pt>
                <c:pt idx="2397">
                  <c:v>45133</c:v>
                </c:pt>
                <c:pt idx="2398">
                  <c:v>45134</c:v>
                </c:pt>
                <c:pt idx="2399">
                  <c:v>45135</c:v>
                </c:pt>
                <c:pt idx="2400">
                  <c:v>45136</c:v>
                </c:pt>
                <c:pt idx="2401">
                  <c:v>45137</c:v>
                </c:pt>
                <c:pt idx="2402">
                  <c:v>45138</c:v>
                </c:pt>
                <c:pt idx="2403">
                  <c:v>45139</c:v>
                </c:pt>
                <c:pt idx="2404">
                  <c:v>45140</c:v>
                </c:pt>
                <c:pt idx="2405">
                  <c:v>45141</c:v>
                </c:pt>
                <c:pt idx="2406">
                  <c:v>45142</c:v>
                </c:pt>
                <c:pt idx="2407">
                  <c:v>45143</c:v>
                </c:pt>
                <c:pt idx="2408">
                  <c:v>45144</c:v>
                </c:pt>
                <c:pt idx="2409">
                  <c:v>45145</c:v>
                </c:pt>
                <c:pt idx="2410">
                  <c:v>45146</c:v>
                </c:pt>
                <c:pt idx="2411">
                  <c:v>45147</c:v>
                </c:pt>
                <c:pt idx="2412">
                  <c:v>45148</c:v>
                </c:pt>
                <c:pt idx="2413">
                  <c:v>45149</c:v>
                </c:pt>
                <c:pt idx="2414">
                  <c:v>45150</c:v>
                </c:pt>
                <c:pt idx="2415">
                  <c:v>45151</c:v>
                </c:pt>
                <c:pt idx="2416">
                  <c:v>45152</c:v>
                </c:pt>
                <c:pt idx="2417">
                  <c:v>45153</c:v>
                </c:pt>
                <c:pt idx="2418">
                  <c:v>45154</c:v>
                </c:pt>
                <c:pt idx="2419">
                  <c:v>45155</c:v>
                </c:pt>
                <c:pt idx="2420">
                  <c:v>45156</c:v>
                </c:pt>
                <c:pt idx="2421">
                  <c:v>45157</c:v>
                </c:pt>
                <c:pt idx="2422">
                  <c:v>45158</c:v>
                </c:pt>
                <c:pt idx="2423">
                  <c:v>45159</c:v>
                </c:pt>
                <c:pt idx="2424">
                  <c:v>45160</c:v>
                </c:pt>
                <c:pt idx="2425">
                  <c:v>45161</c:v>
                </c:pt>
                <c:pt idx="2426">
                  <c:v>45162</c:v>
                </c:pt>
                <c:pt idx="2427">
                  <c:v>45163</c:v>
                </c:pt>
                <c:pt idx="2428">
                  <c:v>45164</c:v>
                </c:pt>
                <c:pt idx="2429">
                  <c:v>45165</c:v>
                </c:pt>
                <c:pt idx="2430">
                  <c:v>45166</c:v>
                </c:pt>
                <c:pt idx="2431">
                  <c:v>45167</c:v>
                </c:pt>
                <c:pt idx="2432">
                  <c:v>45168</c:v>
                </c:pt>
                <c:pt idx="2433">
                  <c:v>45169</c:v>
                </c:pt>
                <c:pt idx="2434">
                  <c:v>45170</c:v>
                </c:pt>
                <c:pt idx="2435">
                  <c:v>45171</c:v>
                </c:pt>
                <c:pt idx="2436">
                  <c:v>45172</c:v>
                </c:pt>
                <c:pt idx="2437">
                  <c:v>45173</c:v>
                </c:pt>
                <c:pt idx="2438">
                  <c:v>45174</c:v>
                </c:pt>
                <c:pt idx="2439">
                  <c:v>45175</c:v>
                </c:pt>
                <c:pt idx="2440">
                  <c:v>45176</c:v>
                </c:pt>
                <c:pt idx="2441">
                  <c:v>45177</c:v>
                </c:pt>
                <c:pt idx="2442">
                  <c:v>45178</c:v>
                </c:pt>
                <c:pt idx="2443">
                  <c:v>45179</c:v>
                </c:pt>
                <c:pt idx="2444">
                  <c:v>45180</c:v>
                </c:pt>
                <c:pt idx="2445">
                  <c:v>45181</c:v>
                </c:pt>
                <c:pt idx="2446">
                  <c:v>45182</c:v>
                </c:pt>
                <c:pt idx="2447">
                  <c:v>45183</c:v>
                </c:pt>
                <c:pt idx="2448">
                  <c:v>45184</c:v>
                </c:pt>
                <c:pt idx="2449">
                  <c:v>45185</c:v>
                </c:pt>
                <c:pt idx="2450">
                  <c:v>45186</c:v>
                </c:pt>
                <c:pt idx="2451">
                  <c:v>45187</c:v>
                </c:pt>
                <c:pt idx="2452">
                  <c:v>45188</c:v>
                </c:pt>
                <c:pt idx="2453">
                  <c:v>45189</c:v>
                </c:pt>
                <c:pt idx="2454">
                  <c:v>45190</c:v>
                </c:pt>
                <c:pt idx="2455">
                  <c:v>45191</c:v>
                </c:pt>
                <c:pt idx="2456">
                  <c:v>45192</c:v>
                </c:pt>
                <c:pt idx="2457">
                  <c:v>45193</c:v>
                </c:pt>
                <c:pt idx="2458">
                  <c:v>45194</c:v>
                </c:pt>
                <c:pt idx="2459">
                  <c:v>45195</c:v>
                </c:pt>
                <c:pt idx="2460">
                  <c:v>45196</c:v>
                </c:pt>
                <c:pt idx="2461">
                  <c:v>45197</c:v>
                </c:pt>
                <c:pt idx="2462">
                  <c:v>45198</c:v>
                </c:pt>
                <c:pt idx="2463">
                  <c:v>45199</c:v>
                </c:pt>
                <c:pt idx="2464">
                  <c:v>45200</c:v>
                </c:pt>
                <c:pt idx="2465">
                  <c:v>45201</c:v>
                </c:pt>
                <c:pt idx="2466">
                  <c:v>45202</c:v>
                </c:pt>
                <c:pt idx="2467">
                  <c:v>45203</c:v>
                </c:pt>
                <c:pt idx="2468">
                  <c:v>45204</c:v>
                </c:pt>
                <c:pt idx="2469">
                  <c:v>45205</c:v>
                </c:pt>
                <c:pt idx="2470">
                  <c:v>45206</c:v>
                </c:pt>
                <c:pt idx="2471">
                  <c:v>45207</c:v>
                </c:pt>
                <c:pt idx="2472">
                  <c:v>45208</c:v>
                </c:pt>
                <c:pt idx="2473">
                  <c:v>45209</c:v>
                </c:pt>
                <c:pt idx="2474">
                  <c:v>45210</c:v>
                </c:pt>
                <c:pt idx="2475">
                  <c:v>45211</c:v>
                </c:pt>
                <c:pt idx="2476">
                  <c:v>45212</c:v>
                </c:pt>
                <c:pt idx="2477">
                  <c:v>45213</c:v>
                </c:pt>
                <c:pt idx="2478">
                  <c:v>45214</c:v>
                </c:pt>
                <c:pt idx="2479">
                  <c:v>45215</c:v>
                </c:pt>
                <c:pt idx="2480">
                  <c:v>45216</c:v>
                </c:pt>
                <c:pt idx="2481">
                  <c:v>45217</c:v>
                </c:pt>
                <c:pt idx="2482">
                  <c:v>45218</c:v>
                </c:pt>
                <c:pt idx="2483">
                  <c:v>45219</c:v>
                </c:pt>
                <c:pt idx="2484">
                  <c:v>45220</c:v>
                </c:pt>
                <c:pt idx="2485">
                  <c:v>45221</c:v>
                </c:pt>
                <c:pt idx="2486">
                  <c:v>45222</c:v>
                </c:pt>
                <c:pt idx="2487">
                  <c:v>45223</c:v>
                </c:pt>
                <c:pt idx="2488">
                  <c:v>45224</c:v>
                </c:pt>
                <c:pt idx="2489">
                  <c:v>45225</c:v>
                </c:pt>
                <c:pt idx="2490">
                  <c:v>45226</c:v>
                </c:pt>
                <c:pt idx="2491">
                  <c:v>45227</c:v>
                </c:pt>
                <c:pt idx="2492">
                  <c:v>45228</c:v>
                </c:pt>
                <c:pt idx="2493">
                  <c:v>45229</c:v>
                </c:pt>
                <c:pt idx="2494">
                  <c:v>45230</c:v>
                </c:pt>
                <c:pt idx="2495">
                  <c:v>45231</c:v>
                </c:pt>
                <c:pt idx="2496">
                  <c:v>45232</c:v>
                </c:pt>
                <c:pt idx="2497">
                  <c:v>45233</c:v>
                </c:pt>
                <c:pt idx="2498">
                  <c:v>45234</c:v>
                </c:pt>
                <c:pt idx="2499">
                  <c:v>45235</c:v>
                </c:pt>
                <c:pt idx="2500">
                  <c:v>45236</c:v>
                </c:pt>
                <c:pt idx="2501">
                  <c:v>45237</c:v>
                </c:pt>
                <c:pt idx="2502">
                  <c:v>45238</c:v>
                </c:pt>
                <c:pt idx="2503">
                  <c:v>45239</c:v>
                </c:pt>
                <c:pt idx="2504">
                  <c:v>45240</c:v>
                </c:pt>
                <c:pt idx="2505">
                  <c:v>45241</c:v>
                </c:pt>
                <c:pt idx="2506">
                  <c:v>45242</c:v>
                </c:pt>
                <c:pt idx="2507">
                  <c:v>45243</c:v>
                </c:pt>
                <c:pt idx="2508">
                  <c:v>45244</c:v>
                </c:pt>
                <c:pt idx="2509">
                  <c:v>45245</c:v>
                </c:pt>
                <c:pt idx="2510">
                  <c:v>45246</c:v>
                </c:pt>
                <c:pt idx="2511">
                  <c:v>45247</c:v>
                </c:pt>
                <c:pt idx="2512">
                  <c:v>45248</c:v>
                </c:pt>
                <c:pt idx="2513">
                  <c:v>45249</c:v>
                </c:pt>
                <c:pt idx="2514">
                  <c:v>45250</c:v>
                </c:pt>
                <c:pt idx="2515">
                  <c:v>45251</c:v>
                </c:pt>
                <c:pt idx="2516">
                  <c:v>45252</c:v>
                </c:pt>
                <c:pt idx="2517">
                  <c:v>45253</c:v>
                </c:pt>
                <c:pt idx="2518">
                  <c:v>45254</c:v>
                </c:pt>
                <c:pt idx="2519">
                  <c:v>45255</c:v>
                </c:pt>
                <c:pt idx="2520">
                  <c:v>45256</c:v>
                </c:pt>
                <c:pt idx="2521">
                  <c:v>45257</c:v>
                </c:pt>
                <c:pt idx="2522">
                  <c:v>45258</c:v>
                </c:pt>
                <c:pt idx="2523">
                  <c:v>45259</c:v>
                </c:pt>
                <c:pt idx="2524">
                  <c:v>45260</c:v>
                </c:pt>
                <c:pt idx="2525">
                  <c:v>45261</c:v>
                </c:pt>
                <c:pt idx="2526">
                  <c:v>45262</c:v>
                </c:pt>
                <c:pt idx="2527">
                  <c:v>45263</c:v>
                </c:pt>
                <c:pt idx="2528">
                  <c:v>45264</c:v>
                </c:pt>
                <c:pt idx="2529">
                  <c:v>45265</c:v>
                </c:pt>
                <c:pt idx="2530">
                  <c:v>45266</c:v>
                </c:pt>
                <c:pt idx="2531">
                  <c:v>45267</c:v>
                </c:pt>
                <c:pt idx="2532">
                  <c:v>45268</c:v>
                </c:pt>
                <c:pt idx="2533">
                  <c:v>45269</c:v>
                </c:pt>
                <c:pt idx="2534">
                  <c:v>45270</c:v>
                </c:pt>
                <c:pt idx="2535">
                  <c:v>45271</c:v>
                </c:pt>
                <c:pt idx="2536">
                  <c:v>45272</c:v>
                </c:pt>
                <c:pt idx="2537">
                  <c:v>45273</c:v>
                </c:pt>
                <c:pt idx="2538">
                  <c:v>45274</c:v>
                </c:pt>
                <c:pt idx="2539">
                  <c:v>45275</c:v>
                </c:pt>
                <c:pt idx="2540">
                  <c:v>45276</c:v>
                </c:pt>
                <c:pt idx="2541">
                  <c:v>45277</c:v>
                </c:pt>
                <c:pt idx="2542">
                  <c:v>45278</c:v>
                </c:pt>
                <c:pt idx="2543">
                  <c:v>45279</c:v>
                </c:pt>
                <c:pt idx="2544">
                  <c:v>45280</c:v>
                </c:pt>
                <c:pt idx="2545">
                  <c:v>45281</c:v>
                </c:pt>
                <c:pt idx="2546">
                  <c:v>45282</c:v>
                </c:pt>
                <c:pt idx="2547">
                  <c:v>45283</c:v>
                </c:pt>
                <c:pt idx="2548">
                  <c:v>45284</c:v>
                </c:pt>
                <c:pt idx="2549">
                  <c:v>45285</c:v>
                </c:pt>
                <c:pt idx="2550">
                  <c:v>45286</c:v>
                </c:pt>
                <c:pt idx="2551">
                  <c:v>45287</c:v>
                </c:pt>
                <c:pt idx="2552">
                  <c:v>45288</c:v>
                </c:pt>
                <c:pt idx="2553">
                  <c:v>45289</c:v>
                </c:pt>
                <c:pt idx="2554">
                  <c:v>45290</c:v>
                </c:pt>
                <c:pt idx="2555">
                  <c:v>45291</c:v>
                </c:pt>
                <c:pt idx="2556">
                  <c:v>45292</c:v>
                </c:pt>
                <c:pt idx="2557">
                  <c:v>45293</c:v>
                </c:pt>
                <c:pt idx="2558">
                  <c:v>45294</c:v>
                </c:pt>
                <c:pt idx="2559">
                  <c:v>45295</c:v>
                </c:pt>
                <c:pt idx="2560">
                  <c:v>45296</c:v>
                </c:pt>
                <c:pt idx="2561">
                  <c:v>45297</c:v>
                </c:pt>
                <c:pt idx="2562">
                  <c:v>45298</c:v>
                </c:pt>
                <c:pt idx="2563">
                  <c:v>45299</c:v>
                </c:pt>
                <c:pt idx="2564">
                  <c:v>45300</c:v>
                </c:pt>
                <c:pt idx="2565">
                  <c:v>45301</c:v>
                </c:pt>
                <c:pt idx="2566">
                  <c:v>45302</c:v>
                </c:pt>
                <c:pt idx="2567">
                  <c:v>45303</c:v>
                </c:pt>
                <c:pt idx="2568">
                  <c:v>45304</c:v>
                </c:pt>
                <c:pt idx="2569">
                  <c:v>45305</c:v>
                </c:pt>
                <c:pt idx="2570">
                  <c:v>45306</c:v>
                </c:pt>
                <c:pt idx="2571">
                  <c:v>45307</c:v>
                </c:pt>
                <c:pt idx="2572">
                  <c:v>45308</c:v>
                </c:pt>
                <c:pt idx="2573">
                  <c:v>45309</c:v>
                </c:pt>
                <c:pt idx="2574">
                  <c:v>45310</c:v>
                </c:pt>
                <c:pt idx="2575">
                  <c:v>45311</c:v>
                </c:pt>
                <c:pt idx="2576">
                  <c:v>45312</c:v>
                </c:pt>
                <c:pt idx="2577">
                  <c:v>45313</c:v>
                </c:pt>
                <c:pt idx="2578">
                  <c:v>45314</c:v>
                </c:pt>
                <c:pt idx="2579">
                  <c:v>45315</c:v>
                </c:pt>
                <c:pt idx="2580">
                  <c:v>45316</c:v>
                </c:pt>
                <c:pt idx="2581">
                  <c:v>45317</c:v>
                </c:pt>
                <c:pt idx="2582">
                  <c:v>45318</c:v>
                </c:pt>
                <c:pt idx="2583">
                  <c:v>45319</c:v>
                </c:pt>
                <c:pt idx="2584">
                  <c:v>45320</c:v>
                </c:pt>
                <c:pt idx="2585">
                  <c:v>45321</c:v>
                </c:pt>
                <c:pt idx="2586">
                  <c:v>45322</c:v>
                </c:pt>
                <c:pt idx="2587">
                  <c:v>45323</c:v>
                </c:pt>
                <c:pt idx="2588">
                  <c:v>45324</c:v>
                </c:pt>
                <c:pt idx="2589">
                  <c:v>45325</c:v>
                </c:pt>
                <c:pt idx="2590">
                  <c:v>45326</c:v>
                </c:pt>
                <c:pt idx="2591">
                  <c:v>45327</c:v>
                </c:pt>
                <c:pt idx="2592">
                  <c:v>45328</c:v>
                </c:pt>
                <c:pt idx="2593">
                  <c:v>45329</c:v>
                </c:pt>
                <c:pt idx="2594">
                  <c:v>45330</c:v>
                </c:pt>
                <c:pt idx="2595">
                  <c:v>45331</c:v>
                </c:pt>
                <c:pt idx="2596">
                  <c:v>45332</c:v>
                </c:pt>
                <c:pt idx="2597">
                  <c:v>45333</c:v>
                </c:pt>
                <c:pt idx="2598">
                  <c:v>45334</c:v>
                </c:pt>
                <c:pt idx="2599">
                  <c:v>45335</c:v>
                </c:pt>
                <c:pt idx="2600">
                  <c:v>45336</c:v>
                </c:pt>
                <c:pt idx="2601">
                  <c:v>45337</c:v>
                </c:pt>
                <c:pt idx="2602">
                  <c:v>45338</c:v>
                </c:pt>
                <c:pt idx="2603">
                  <c:v>45339</c:v>
                </c:pt>
                <c:pt idx="2604">
                  <c:v>45340</c:v>
                </c:pt>
                <c:pt idx="2605">
                  <c:v>45341</c:v>
                </c:pt>
                <c:pt idx="2606">
                  <c:v>45342</c:v>
                </c:pt>
                <c:pt idx="2607">
                  <c:v>45343</c:v>
                </c:pt>
                <c:pt idx="2608">
                  <c:v>45344</c:v>
                </c:pt>
                <c:pt idx="2609">
                  <c:v>45345</c:v>
                </c:pt>
                <c:pt idx="2610">
                  <c:v>45346</c:v>
                </c:pt>
                <c:pt idx="2611">
                  <c:v>45347</c:v>
                </c:pt>
                <c:pt idx="2612">
                  <c:v>45348</c:v>
                </c:pt>
                <c:pt idx="2613">
                  <c:v>45349</c:v>
                </c:pt>
                <c:pt idx="2614">
                  <c:v>45350</c:v>
                </c:pt>
                <c:pt idx="2615">
                  <c:v>45351</c:v>
                </c:pt>
                <c:pt idx="2616">
                  <c:v>45352</c:v>
                </c:pt>
                <c:pt idx="2617">
                  <c:v>45353</c:v>
                </c:pt>
                <c:pt idx="2618">
                  <c:v>45354</c:v>
                </c:pt>
              </c:numCache>
            </c:numRef>
          </c:cat>
          <c:val>
            <c:numRef>
              <c:f>磷肥价格及价差!$X$3715:$X$6333</c:f>
              <c:numCache>
                <c:formatCode>General</c:formatCode>
                <c:ptCount val="2619"/>
                <c:pt idx="0">
                  <c:v>340</c:v>
                </c:pt>
                <c:pt idx="1">
                  <c:v>340</c:v>
                </c:pt>
                <c:pt idx="2">
                  <c:v>340</c:v>
                </c:pt>
                <c:pt idx="3">
                  <c:v>340</c:v>
                </c:pt>
                <c:pt idx="4">
                  <c:v>340</c:v>
                </c:pt>
                <c:pt idx="5">
                  <c:v>340</c:v>
                </c:pt>
                <c:pt idx="6">
                  <c:v>340</c:v>
                </c:pt>
                <c:pt idx="7">
                  <c:v>340</c:v>
                </c:pt>
                <c:pt idx="8">
                  <c:v>340</c:v>
                </c:pt>
                <c:pt idx="9">
                  <c:v>340</c:v>
                </c:pt>
                <c:pt idx="10">
                  <c:v>340</c:v>
                </c:pt>
                <c:pt idx="11">
                  <c:v>340</c:v>
                </c:pt>
                <c:pt idx="12">
                  <c:v>340</c:v>
                </c:pt>
                <c:pt idx="13">
                  <c:v>340</c:v>
                </c:pt>
                <c:pt idx="14">
                  <c:v>340</c:v>
                </c:pt>
                <c:pt idx="15">
                  <c:v>340</c:v>
                </c:pt>
                <c:pt idx="16">
                  <c:v>340</c:v>
                </c:pt>
                <c:pt idx="17">
                  <c:v>340</c:v>
                </c:pt>
                <c:pt idx="18">
                  <c:v>340</c:v>
                </c:pt>
                <c:pt idx="19">
                  <c:v>340</c:v>
                </c:pt>
                <c:pt idx="20">
                  <c:v>340</c:v>
                </c:pt>
                <c:pt idx="21">
                  <c:v>340</c:v>
                </c:pt>
                <c:pt idx="22">
                  <c:v>340</c:v>
                </c:pt>
                <c:pt idx="23">
                  <c:v>340</c:v>
                </c:pt>
                <c:pt idx="24">
                  <c:v>340</c:v>
                </c:pt>
                <c:pt idx="25">
                  <c:v>340</c:v>
                </c:pt>
                <c:pt idx="26">
                  <c:v>340</c:v>
                </c:pt>
                <c:pt idx="27">
                  <c:v>340</c:v>
                </c:pt>
                <c:pt idx="28">
                  <c:v>340</c:v>
                </c:pt>
                <c:pt idx="29">
                  <c:v>340</c:v>
                </c:pt>
                <c:pt idx="30">
                  <c:v>340</c:v>
                </c:pt>
                <c:pt idx="31">
                  <c:v>340</c:v>
                </c:pt>
                <c:pt idx="32">
                  <c:v>340</c:v>
                </c:pt>
                <c:pt idx="33">
                  <c:v>340</c:v>
                </c:pt>
                <c:pt idx="34">
                  <c:v>340</c:v>
                </c:pt>
                <c:pt idx="35">
                  <c:v>340</c:v>
                </c:pt>
                <c:pt idx="36">
                  <c:v>340</c:v>
                </c:pt>
                <c:pt idx="37">
                  <c:v>340</c:v>
                </c:pt>
                <c:pt idx="38">
                  <c:v>340</c:v>
                </c:pt>
                <c:pt idx="39">
                  <c:v>340</c:v>
                </c:pt>
                <c:pt idx="40">
                  <c:v>340</c:v>
                </c:pt>
                <c:pt idx="41">
                  <c:v>340</c:v>
                </c:pt>
                <c:pt idx="42">
                  <c:v>340</c:v>
                </c:pt>
                <c:pt idx="43">
                  <c:v>340</c:v>
                </c:pt>
                <c:pt idx="44">
                  <c:v>340</c:v>
                </c:pt>
                <c:pt idx="45">
                  <c:v>340</c:v>
                </c:pt>
                <c:pt idx="46">
                  <c:v>340</c:v>
                </c:pt>
                <c:pt idx="47">
                  <c:v>340</c:v>
                </c:pt>
                <c:pt idx="48">
                  <c:v>340</c:v>
                </c:pt>
                <c:pt idx="49">
                  <c:v>340</c:v>
                </c:pt>
                <c:pt idx="50">
                  <c:v>340</c:v>
                </c:pt>
                <c:pt idx="51">
                  <c:v>340</c:v>
                </c:pt>
                <c:pt idx="52">
                  <c:v>340</c:v>
                </c:pt>
                <c:pt idx="53">
                  <c:v>340</c:v>
                </c:pt>
                <c:pt idx="54">
                  <c:v>340</c:v>
                </c:pt>
                <c:pt idx="55">
                  <c:v>340</c:v>
                </c:pt>
                <c:pt idx="56">
                  <c:v>340</c:v>
                </c:pt>
                <c:pt idx="57">
                  <c:v>340</c:v>
                </c:pt>
                <c:pt idx="58">
                  <c:v>340</c:v>
                </c:pt>
                <c:pt idx="59">
                  <c:v>340</c:v>
                </c:pt>
                <c:pt idx="60">
                  <c:v>340</c:v>
                </c:pt>
                <c:pt idx="61">
                  <c:v>340</c:v>
                </c:pt>
                <c:pt idx="62">
                  <c:v>340</c:v>
                </c:pt>
                <c:pt idx="63">
                  <c:v>340</c:v>
                </c:pt>
                <c:pt idx="64">
                  <c:v>340</c:v>
                </c:pt>
                <c:pt idx="65">
                  <c:v>340</c:v>
                </c:pt>
                <c:pt idx="66">
                  <c:v>340</c:v>
                </c:pt>
                <c:pt idx="67">
                  <c:v>340</c:v>
                </c:pt>
                <c:pt idx="68">
                  <c:v>340</c:v>
                </c:pt>
                <c:pt idx="69">
                  <c:v>340</c:v>
                </c:pt>
                <c:pt idx="70">
                  <c:v>340</c:v>
                </c:pt>
                <c:pt idx="71">
                  <c:v>340</c:v>
                </c:pt>
                <c:pt idx="72">
                  <c:v>340</c:v>
                </c:pt>
                <c:pt idx="73">
                  <c:v>340</c:v>
                </c:pt>
                <c:pt idx="74">
                  <c:v>340</c:v>
                </c:pt>
                <c:pt idx="75">
                  <c:v>340</c:v>
                </c:pt>
                <c:pt idx="76">
                  <c:v>340</c:v>
                </c:pt>
                <c:pt idx="77">
                  <c:v>340</c:v>
                </c:pt>
                <c:pt idx="78">
                  <c:v>340</c:v>
                </c:pt>
                <c:pt idx="79">
                  <c:v>340</c:v>
                </c:pt>
                <c:pt idx="80">
                  <c:v>340</c:v>
                </c:pt>
                <c:pt idx="81">
                  <c:v>340</c:v>
                </c:pt>
                <c:pt idx="82">
                  <c:v>340</c:v>
                </c:pt>
                <c:pt idx="83">
                  <c:v>340</c:v>
                </c:pt>
                <c:pt idx="84">
                  <c:v>340</c:v>
                </c:pt>
                <c:pt idx="85">
                  <c:v>340</c:v>
                </c:pt>
                <c:pt idx="86">
                  <c:v>340</c:v>
                </c:pt>
                <c:pt idx="87">
                  <c:v>340</c:v>
                </c:pt>
                <c:pt idx="88">
                  <c:v>340</c:v>
                </c:pt>
                <c:pt idx="89">
                  <c:v>340</c:v>
                </c:pt>
                <c:pt idx="90">
                  <c:v>340</c:v>
                </c:pt>
                <c:pt idx="91">
                  <c:v>340</c:v>
                </c:pt>
                <c:pt idx="92">
                  <c:v>340</c:v>
                </c:pt>
                <c:pt idx="93">
                  <c:v>340</c:v>
                </c:pt>
                <c:pt idx="94">
                  <c:v>340</c:v>
                </c:pt>
                <c:pt idx="95">
                  <c:v>340</c:v>
                </c:pt>
                <c:pt idx="96">
                  <c:v>340</c:v>
                </c:pt>
                <c:pt idx="97">
                  <c:v>340</c:v>
                </c:pt>
                <c:pt idx="98">
                  <c:v>340</c:v>
                </c:pt>
                <c:pt idx="99">
                  <c:v>340</c:v>
                </c:pt>
                <c:pt idx="100">
                  <c:v>340</c:v>
                </c:pt>
                <c:pt idx="101">
                  <c:v>340</c:v>
                </c:pt>
                <c:pt idx="102">
                  <c:v>340</c:v>
                </c:pt>
                <c:pt idx="103">
                  <c:v>340</c:v>
                </c:pt>
                <c:pt idx="104">
                  <c:v>340</c:v>
                </c:pt>
                <c:pt idx="105">
                  <c:v>340</c:v>
                </c:pt>
                <c:pt idx="106">
                  <c:v>340</c:v>
                </c:pt>
                <c:pt idx="107">
                  <c:v>340</c:v>
                </c:pt>
                <c:pt idx="108">
                  <c:v>340</c:v>
                </c:pt>
                <c:pt idx="109">
                  <c:v>340</c:v>
                </c:pt>
                <c:pt idx="110">
                  <c:v>340</c:v>
                </c:pt>
                <c:pt idx="111">
                  <c:v>340</c:v>
                </c:pt>
                <c:pt idx="112">
                  <c:v>340</c:v>
                </c:pt>
                <c:pt idx="113">
                  <c:v>340</c:v>
                </c:pt>
                <c:pt idx="114">
                  <c:v>340</c:v>
                </c:pt>
                <c:pt idx="115">
                  <c:v>340</c:v>
                </c:pt>
                <c:pt idx="116">
                  <c:v>340</c:v>
                </c:pt>
                <c:pt idx="117">
                  <c:v>340</c:v>
                </c:pt>
                <c:pt idx="118">
                  <c:v>340</c:v>
                </c:pt>
                <c:pt idx="119">
                  <c:v>340</c:v>
                </c:pt>
                <c:pt idx="120">
                  <c:v>340</c:v>
                </c:pt>
                <c:pt idx="121">
                  <c:v>340</c:v>
                </c:pt>
                <c:pt idx="122">
                  <c:v>340</c:v>
                </c:pt>
                <c:pt idx="123">
                  <c:v>340</c:v>
                </c:pt>
                <c:pt idx="124">
                  <c:v>340</c:v>
                </c:pt>
                <c:pt idx="125">
                  <c:v>340</c:v>
                </c:pt>
                <c:pt idx="126">
                  <c:v>340</c:v>
                </c:pt>
                <c:pt idx="127">
                  <c:v>340</c:v>
                </c:pt>
                <c:pt idx="128">
                  <c:v>340</c:v>
                </c:pt>
                <c:pt idx="129">
                  <c:v>340</c:v>
                </c:pt>
                <c:pt idx="130">
                  <c:v>340</c:v>
                </c:pt>
                <c:pt idx="131">
                  <c:v>340</c:v>
                </c:pt>
                <c:pt idx="132">
                  <c:v>340</c:v>
                </c:pt>
                <c:pt idx="133">
                  <c:v>340</c:v>
                </c:pt>
                <c:pt idx="134">
                  <c:v>340</c:v>
                </c:pt>
                <c:pt idx="135">
                  <c:v>340</c:v>
                </c:pt>
                <c:pt idx="136">
                  <c:v>340</c:v>
                </c:pt>
                <c:pt idx="137">
                  <c:v>340</c:v>
                </c:pt>
                <c:pt idx="138">
                  <c:v>340</c:v>
                </c:pt>
                <c:pt idx="139">
                  <c:v>340</c:v>
                </c:pt>
                <c:pt idx="140">
                  <c:v>340</c:v>
                </c:pt>
                <c:pt idx="141">
                  <c:v>340</c:v>
                </c:pt>
                <c:pt idx="142">
                  <c:v>340</c:v>
                </c:pt>
                <c:pt idx="143">
                  <c:v>340</c:v>
                </c:pt>
                <c:pt idx="144">
                  <c:v>340</c:v>
                </c:pt>
                <c:pt idx="145">
                  <c:v>340</c:v>
                </c:pt>
                <c:pt idx="146">
                  <c:v>340</c:v>
                </c:pt>
                <c:pt idx="147">
                  <c:v>340</c:v>
                </c:pt>
                <c:pt idx="148">
                  <c:v>340</c:v>
                </c:pt>
                <c:pt idx="149">
                  <c:v>340</c:v>
                </c:pt>
                <c:pt idx="150">
                  <c:v>340</c:v>
                </c:pt>
                <c:pt idx="151">
                  <c:v>340</c:v>
                </c:pt>
                <c:pt idx="152">
                  <c:v>340</c:v>
                </c:pt>
                <c:pt idx="153">
                  <c:v>340</c:v>
                </c:pt>
                <c:pt idx="154">
                  <c:v>340</c:v>
                </c:pt>
                <c:pt idx="155">
                  <c:v>340</c:v>
                </c:pt>
                <c:pt idx="156">
                  <c:v>340</c:v>
                </c:pt>
                <c:pt idx="157">
                  <c:v>340</c:v>
                </c:pt>
                <c:pt idx="158">
                  <c:v>340</c:v>
                </c:pt>
                <c:pt idx="159">
                  <c:v>340</c:v>
                </c:pt>
                <c:pt idx="160">
                  <c:v>340</c:v>
                </c:pt>
                <c:pt idx="161">
                  <c:v>340</c:v>
                </c:pt>
                <c:pt idx="162">
                  <c:v>340</c:v>
                </c:pt>
                <c:pt idx="163">
                  <c:v>340</c:v>
                </c:pt>
                <c:pt idx="164">
                  <c:v>340</c:v>
                </c:pt>
                <c:pt idx="165">
                  <c:v>340</c:v>
                </c:pt>
                <c:pt idx="166">
                  <c:v>340</c:v>
                </c:pt>
                <c:pt idx="167">
                  <c:v>340</c:v>
                </c:pt>
                <c:pt idx="168">
                  <c:v>340</c:v>
                </c:pt>
                <c:pt idx="169">
                  <c:v>340</c:v>
                </c:pt>
                <c:pt idx="170">
                  <c:v>340</c:v>
                </c:pt>
                <c:pt idx="171">
                  <c:v>340</c:v>
                </c:pt>
                <c:pt idx="172">
                  <c:v>340</c:v>
                </c:pt>
                <c:pt idx="173">
                  <c:v>340</c:v>
                </c:pt>
                <c:pt idx="174">
                  <c:v>340</c:v>
                </c:pt>
                <c:pt idx="175">
                  <c:v>340</c:v>
                </c:pt>
                <c:pt idx="176">
                  <c:v>340</c:v>
                </c:pt>
                <c:pt idx="177">
                  <c:v>340</c:v>
                </c:pt>
                <c:pt idx="178">
                  <c:v>340</c:v>
                </c:pt>
                <c:pt idx="179">
                  <c:v>340</c:v>
                </c:pt>
                <c:pt idx="180">
                  <c:v>340</c:v>
                </c:pt>
                <c:pt idx="181">
                  <c:v>340</c:v>
                </c:pt>
                <c:pt idx="182">
                  <c:v>340</c:v>
                </c:pt>
                <c:pt idx="183">
                  <c:v>340</c:v>
                </c:pt>
                <c:pt idx="184">
                  <c:v>340</c:v>
                </c:pt>
                <c:pt idx="185">
                  <c:v>340</c:v>
                </c:pt>
                <c:pt idx="186">
                  <c:v>340</c:v>
                </c:pt>
                <c:pt idx="187">
                  <c:v>340</c:v>
                </c:pt>
                <c:pt idx="188">
                  <c:v>340</c:v>
                </c:pt>
                <c:pt idx="189">
                  <c:v>340</c:v>
                </c:pt>
                <c:pt idx="190">
                  <c:v>340</c:v>
                </c:pt>
                <c:pt idx="191">
                  <c:v>340</c:v>
                </c:pt>
                <c:pt idx="192">
                  <c:v>340</c:v>
                </c:pt>
                <c:pt idx="193">
                  <c:v>340</c:v>
                </c:pt>
                <c:pt idx="194">
                  <c:v>340</c:v>
                </c:pt>
                <c:pt idx="195">
                  <c:v>340</c:v>
                </c:pt>
                <c:pt idx="196">
                  <c:v>340</c:v>
                </c:pt>
                <c:pt idx="197">
                  <c:v>340</c:v>
                </c:pt>
                <c:pt idx="198">
                  <c:v>340</c:v>
                </c:pt>
                <c:pt idx="199">
                  <c:v>340</c:v>
                </c:pt>
                <c:pt idx="200">
                  <c:v>340</c:v>
                </c:pt>
                <c:pt idx="201">
                  <c:v>340</c:v>
                </c:pt>
                <c:pt idx="202">
                  <c:v>340</c:v>
                </c:pt>
                <c:pt idx="203">
                  <c:v>340</c:v>
                </c:pt>
                <c:pt idx="204">
                  <c:v>340</c:v>
                </c:pt>
                <c:pt idx="205">
                  <c:v>340</c:v>
                </c:pt>
                <c:pt idx="206">
                  <c:v>340</c:v>
                </c:pt>
                <c:pt idx="207">
                  <c:v>340</c:v>
                </c:pt>
                <c:pt idx="208">
                  <c:v>340</c:v>
                </c:pt>
                <c:pt idx="209">
                  <c:v>340</c:v>
                </c:pt>
                <c:pt idx="210">
                  <c:v>340</c:v>
                </c:pt>
                <c:pt idx="211">
                  <c:v>340</c:v>
                </c:pt>
                <c:pt idx="212">
                  <c:v>340</c:v>
                </c:pt>
                <c:pt idx="213">
                  <c:v>340</c:v>
                </c:pt>
                <c:pt idx="214">
                  <c:v>340</c:v>
                </c:pt>
                <c:pt idx="215">
                  <c:v>340</c:v>
                </c:pt>
                <c:pt idx="216">
                  <c:v>340</c:v>
                </c:pt>
                <c:pt idx="217">
                  <c:v>340</c:v>
                </c:pt>
                <c:pt idx="218">
                  <c:v>340</c:v>
                </c:pt>
                <c:pt idx="219">
                  <c:v>340</c:v>
                </c:pt>
                <c:pt idx="220">
                  <c:v>340</c:v>
                </c:pt>
                <c:pt idx="221">
                  <c:v>340</c:v>
                </c:pt>
                <c:pt idx="222">
                  <c:v>340</c:v>
                </c:pt>
                <c:pt idx="223">
                  <c:v>340</c:v>
                </c:pt>
                <c:pt idx="224">
                  <c:v>340</c:v>
                </c:pt>
                <c:pt idx="225">
                  <c:v>340</c:v>
                </c:pt>
                <c:pt idx="226">
                  <c:v>340</c:v>
                </c:pt>
                <c:pt idx="227">
                  <c:v>340</c:v>
                </c:pt>
                <c:pt idx="228">
                  <c:v>340</c:v>
                </c:pt>
                <c:pt idx="229">
                  <c:v>340</c:v>
                </c:pt>
                <c:pt idx="230">
                  <c:v>340</c:v>
                </c:pt>
                <c:pt idx="231">
                  <c:v>340</c:v>
                </c:pt>
                <c:pt idx="232">
                  <c:v>340</c:v>
                </c:pt>
                <c:pt idx="233">
                  <c:v>340</c:v>
                </c:pt>
                <c:pt idx="234">
                  <c:v>340</c:v>
                </c:pt>
                <c:pt idx="235">
                  <c:v>340</c:v>
                </c:pt>
                <c:pt idx="236">
                  <c:v>340</c:v>
                </c:pt>
                <c:pt idx="237">
                  <c:v>340</c:v>
                </c:pt>
                <c:pt idx="238">
                  <c:v>340</c:v>
                </c:pt>
                <c:pt idx="239">
                  <c:v>340</c:v>
                </c:pt>
                <c:pt idx="240">
                  <c:v>340</c:v>
                </c:pt>
                <c:pt idx="241">
                  <c:v>340</c:v>
                </c:pt>
                <c:pt idx="242">
                  <c:v>340</c:v>
                </c:pt>
                <c:pt idx="243">
                  <c:v>340</c:v>
                </c:pt>
                <c:pt idx="244">
                  <c:v>340</c:v>
                </c:pt>
                <c:pt idx="245">
                  <c:v>340</c:v>
                </c:pt>
                <c:pt idx="246">
                  <c:v>340</c:v>
                </c:pt>
                <c:pt idx="247">
                  <c:v>340</c:v>
                </c:pt>
                <c:pt idx="248">
                  <c:v>340</c:v>
                </c:pt>
                <c:pt idx="249">
                  <c:v>340</c:v>
                </c:pt>
                <c:pt idx="250">
                  <c:v>340</c:v>
                </c:pt>
                <c:pt idx="251">
                  <c:v>340</c:v>
                </c:pt>
                <c:pt idx="252">
                  <c:v>340</c:v>
                </c:pt>
                <c:pt idx="253">
                  <c:v>340</c:v>
                </c:pt>
                <c:pt idx="254">
                  <c:v>340</c:v>
                </c:pt>
                <c:pt idx="255">
                  <c:v>340</c:v>
                </c:pt>
                <c:pt idx="256">
                  <c:v>340</c:v>
                </c:pt>
                <c:pt idx="257">
                  <c:v>340</c:v>
                </c:pt>
                <c:pt idx="258">
                  <c:v>340</c:v>
                </c:pt>
                <c:pt idx="259">
                  <c:v>340</c:v>
                </c:pt>
                <c:pt idx="260">
                  <c:v>340</c:v>
                </c:pt>
                <c:pt idx="261">
                  <c:v>340</c:v>
                </c:pt>
                <c:pt idx="262">
                  <c:v>340</c:v>
                </c:pt>
                <c:pt idx="263">
                  <c:v>340</c:v>
                </c:pt>
                <c:pt idx="264">
                  <c:v>340</c:v>
                </c:pt>
                <c:pt idx="265">
                  <c:v>340</c:v>
                </c:pt>
                <c:pt idx="266">
                  <c:v>340</c:v>
                </c:pt>
                <c:pt idx="267">
                  <c:v>340</c:v>
                </c:pt>
                <c:pt idx="268">
                  <c:v>340</c:v>
                </c:pt>
                <c:pt idx="269">
                  <c:v>340</c:v>
                </c:pt>
                <c:pt idx="270">
                  <c:v>340</c:v>
                </c:pt>
                <c:pt idx="271">
                  <c:v>340</c:v>
                </c:pt>
                <c:pt idx="272">
                  <c:v>340</c:v>
                </c:pt>
                <c:pt idx="273">
                  <c:v>340</c:v>
                </c:pt>
                <c:pt idx="274">
                  <c:v>340</c:v>
                </c:pt>
                <c:pt idx="275">
                  <c:v>340</c:v>
                </c:pt>
                <c:pt idx="276">
                  <c:v>340</c:v>
                </c:pt>
                <c:pt idx="277">
                  <c:v>340</c:v>
                </c:pt>
                <c:pt idx="278">
                  <c:v>340</c:v>
                </c:pt>
                <c:pt idx="279">
                  <c:v>340</c:v>
                </c:pt>
                <c:pt idx="280">
                  <c:v>340</c:v>
                </c:pt>
                <c:pt idx="281">
                  <c:v>340</c:v>
                </c:pt>
                <c:pt idx="282">
                  <c:v>340</c:v>
                </c:pt>
                <c:pt idx="283">
                  <c:v>340</c:v>
                </c:pt>
                <c:pt idx="284">
                  <c:v>340</c:v>
                </c:pt>
                <c:pt idx="285">
                  <c:v>340</c:v>
                </c:pt>
                <c:pt idx="286">
                  <c:v>340</c:v>
                </c:pt>
                <c:pt idx="287">
                  <c:v>340</c:v>
                </c:pt>
                <c:pt idx="288">
                  <c:v>340</c:v>
                </c:pt>
                <c:pt idx="289">
                  <c:v>340</c:v>
                </c:pt>
                <c:pt idx="290">
                  <c:v>340</c:v>
                </c:pt>
                <c:pt idx="291">
                  <c:v>340</c:v>
                </c:pt>
                <c:pt idx="292">
                  <c:v>340</c:v>
                </c:pt>
                <c:pt idx="293">
                  <c:v>340</c:v>
                </c:pt>
                <c:pt idx="294">
                  <c:v>340</c:v>
                </c:pt>
                <c:pt idx="295">
                  <c:v>340</c:v>
                </c:pt>
                <c:pt idx="296">
                  <c:v>340</c:v>
                </c:pt>
                <c:pt idx="297">
                  <c:v>340</c:v>
                </c:pt>
                <c:pt idx="298">
                  <c:v>340</c:v>
                </c:pt>
                <c:pt idx="299">
                  <c:v>340</c:v>
                </c:pt>
                <c:pt idx="300">
                  <c:v>340</c:v>
                </c:pt>
                <c:pt idx="301">
                  <c:v>340</c:v>
                </c:pt>
                <c:pt idx="302">
                  <c:v>340</c:v>
                </c:pt>
                <c:pt idx="303">
                  <c:v>340</c:v>
                </c:pt>
                <c:pt idx="304">
                  <c:v>340</c:v>
                </c:pt>
                <c:pt idx="305">
                  <c:v>340</c:v>
                </c:pt>
                <c:pt idx="306">
                  <c:v>340</c:v>
                </c:pt>
                <c:pt idx="307">
                  <c:v>340</c:v>
                </c:pt>
                <c:pt idx="308">
                  <c:v>340</c:v>
                </c:pt>
                <c:pt idx="309">
                  <c:v>340</c:v>
                </c:pt>
                <c:pt idx="310">
                  <c:v>340</c:v>
                </c:pt>
                <c:pt idx="311">
                  <c:v>340</c:v>
                </c:pt>
                <c:pt idx="312">
                  <c:v>340</c:v>
                </c:pt>
                <c:pt idx="313">
                  <c:v>340</c:v>
                </c:pt>
                <c:pt idx="314">
                  <c:v>340</c:v>
                </c:pt>
                <c:pt idx="315">
                  <c:v>340</c:v>
                </c:pt>
                <c:pt idx="316">
                  <c:v>340</c:v>
                </c:pt>
                <c:pt idx="317">
                  <c:v>340</c:v>
                </c:pt>
                <c:pt idx="318">
                  <c:v>340</c:v>
                </c:pt>
                <c:pt idx="319">
                  <c:v>340</c:v>
                </c:pt>
                <c:pt idx="320">
                  <c:v>340</c:v>
                </c:pt>
                <c:pt idx="321">
                  <c:v>340</c:v>
                </c:pt>
                <c:pt idx="322">
                  <c:v>340</c:v>
                </c:pt>
                <c:pt idx="323">
                  <c:v>340</c:v>
                </c:pt>
                <c:pt idx="324">
                  <c:v>340</c:v>
                </c:pt>
                <c:pt idx="325">
                  <c:v>340</c:v>
                </c:pt>
                <c:pt idx="326">
                  <c:v>340</c:v>
                </c:pt>
                <c:pt idx="327">
                  <c:v>340</c:v>
                </c:pt>
                <c:pt idx="328">
                  <c:v>340</c:v>
                </c:pt>
                <c:pt idx="329">
                  <c:v>340</c:v>
                </c:pt>
                <c:pt idx="330">
                  <c:v>340</c:v>
                </c:pt>
                <c:pt idx="331">
                  <c:v>340</c:v>
                </c:pt>
                <c:pt idx="332">
                  <c:v>340</c:v>
                </c:pt>
                <c:pt idx="333">
                  <c:v>340</c:v>
                </c:pt>
                <c:pt idx="334">
                  <c:v>340</c:v>
                </c:pt>
                <c:pt idx="335">
                  <c:v>340</c:v>
                </c:pt>
                <c:pt idx="336">
                  <c:v>340</c:v>
                </c:pt>
                <c:pt idx="337">
                  <c:v>340</c:v>
                </c:pt>
                <c:pt idx="338">
                  <c:v>340</c:v>
                </c:pt>
                <c:pt idx="339">
                  <c:v>340</c:v>
                </c:pt>
                <c:pt idx="340">
                  <c:v>340</c:v>
                </c:pt>
                <c:pt idx="341">
                  <c:v>340</c:v>
                </c:pt>
                <c:pt idx="342">
                  <c:v>340</c:v>
                </c:pt>
                <c:pt idx="343">
                  <c:v>340</c:v>
                </c:pt>
                <c:pt idx="344">
                  <c:v>340</c:v>
                </c:pt>
                <c:pt idx="345">
                  <c:v>340</c:v>
                </c:pt>
                <c:pt idx="346">
                  <c:v>340</c:v>
                </c:pt>
                <c:pt idx="347">
                  <c:v>340</c:v>
                </c:pt>
                <c:pt idx="348">
                  <c:v>340</c:v>
                </c:pt>
                <c:pt idx="349">
                  <c:v>340</c:v>
                </c:pt>
                <c:pt idx="350">
                  <c:v>340</c:v>
                </c:pt>
                <c:pt idx="351">
                  <c:v>340</c:v>
                </c:pt>
                <c:pt idx="352">
                  <c:v>340</c:v>
                </c:pt>
                <c:pt idx="353">
                  <c:v>340</c:v>
                </c:pt>
                <c:pt idx="354">
                  <c:v>340</c:v>
                </c:pt>
                <c:pt idx="355">
                  <c:v>340</c:v>
                </c:pt>
                <c:pt idx="356">
                  <c:v>340</c:v>
                </c:pt>
                <c:pt idx="357">
                  <c:v>340</c:v>
                </c:pt>
                <c:pt idx="358">
                  <c:v>340</c:v>
                </c:pt>
                <c:pt idx="359">
                  <c:v>340</c:v>
                </c:pt>
                <c:pt idx="360">
                  <c:v>340</c:v>
                </c:pt>
                <c:pt idx="361">
                  <c:v>340</c:v>
                </c:pt>
                <c:pt idx="362">
                  <c:v>340</c:v>
                </c:pt>
                <c:pt idx="363">
                  <c:v>450</c:v>
                </c:pt>
                <c:pt idx="364">
                  <c:v>450</c:v>
                </c:pt>
                <c:pt idx="365">
                  <c:v>450</c:v>
                </c:pt>
                <c:pt idx="366">
                  <c:v>450</c:v>
                </c:pt>
                <c:pt idx="367">
                  <c:v>450</c:v>
                </c:pt>
                <c:pt idx="368">
                  <c:v>450</c:v>
                </c:pt>
                <c:pt idx="369">
                  <c:v>450</c:v>
                </c:pt>
                <c:pt idx="370">
                  <c:v>450</c:v>
                </c:pt>
                <c:pt idx="371">
                  <c:v>450</c:v>
                </c:pt>
                <c:pt idx="372">
                  <c:v>450</c:v>
                </c:pt>
                <c:pt idx="373">
                  <c:v>450</c:v>
                </c:pt>
                <c:pt idx="374">
                  <c:v>450</c:v>
                </c:pt>
                <c:pt idx="375">
                  <c:v>450</c:v>
                </c:pt>
                <c:pt idx="376">
                  <c:v>450</c:v>
                </c:pt>
                <c:pt idx="377">
                  <c:v>450</c:v>
                </c:pt>
                <c:pt idx="378">
                  <c:v>450</c:v>
                </c:pt>
                <c:pt idx="379">
                  <c:v>450</c:v>
                </c:pt>
                <c:pt idx="380">
                  <c:v>450</c:v>
                </c:pt>
                <c:pt idx="381">
                  <c:v>450</c:v>
                </c:pt>
                <c:pt idx="382">
                  <c:v>450</c:v>
                </c:pt>
                <c:pt idx="383">
                  <c:v>450</c:v>
                </c:pt>
                <c:pt idx="384">
                  <c:v>450</c:v>
                </c:pt>
                <c:pt idx="385">
                  <c:v>450</c:v>
                </c:pt>
                <c:pt idx="386">
                  <c:v>450</c:v>
                </c:pt>
                <c:pt idx="387">
                  <c:v>450</c:v>
                </c:pt>
                <c:pt idx="388">
                  <c:v>450</c:v>
                </c:pt>
                <c:pt idx="389">
                  <c:v>450</c:v>
                </c:pt>
                <c:pt idx="390">
                  <c:v>450</c:v>
                </c:pt>
                <c:pt idx="391">
                  <c:v>450</c:v>
                </c:pt>
                <c:pt idx="392">
                  <c:v>450</c:v>
                </c:pt>
                <c:pt idx="393">
                  <c:v>450</c:v>
                </c:pt>
                <c:pt idx="394">
                  <c:v>450</c:v>
                </c:pt>
                <c:pt idx="395">
                  <c:v>450</c:v>
                </c:pt>
                <c:pt idx="396">
                  <c:v>450</c:v>
                </c:pt>
                <c:pt idx="397">
                  <c:v>450</c:v>
                </c:pt>
                <c:pt idx="398">
                  <c:v>450</c:v>
                </c:pt>
                <c:pt idx="399">
                  <c:v>450</c:v>
                </c:pt>
                <c:pt idx="400">
                  <c:v>450</c:v>
                </c:pt>
                <c:pt idx="401">
                  <c:v>450</c:v>
                </c:pt>
                <c:pt idx="402">
                  <c:v>450</c:v>
                </c:pt>
                <c:pt idx="403">
                  <c:v>450</c:v>
                </c:pt>
                <c:pt idx="404">
                  <c:v>450</c:v>
                </c:pt>
                <c:pt idx="405">
                  <c:v>450</c:v>
                </c:pt>
                <c:pt idx="406">
                  <c:v>450</c:v>
                </c:pt>
                <c:pt idx="407">
                  <c:v>450</c:v>
                </c:pt>
                <c:pt idx="408">
                  <c:v>450</c:v>
                </c:pt>
                <c:pt idx="409">
                  <c:v>450</c:v>
                </c:pt>
                <c:pt idx="410">
                  <c:v>450</c:v>
                </c:pt>
                <c:pt idx="411">
                  <c:v>450</c:v>
                </c:pt>
                <c:pt idx="412">
                  <c:v>450</c:v>
                </c:pt>
                <c:pt idx="413">
                  <c:v>450</c:v>
                </c:pt>
                <c:pt idx="414">
                  <c:v>450</c:v>
                </c:pt>
                <c:pt idx="415">
                  <c:v>450</c:v>
                </c:pt>
                <c:pt idx="416">
                  <c:v>450</c:v>
                </c:pt>
                <c:pt idx="417">
                  <c:v>450</c:v>
                </c:pt>
                <c:pt idx="418">
                  <c:v>450</c:v>
                </c:pt>
                <c:pt idx="419">
                  <c:v>450</c:v>
                </c:pt>
                <c:pt idx="420">
                  <c:v>450</c:v>
                </c:pt>
                <c:pt idx="421">
                  <c:v>450</c:v>
                </c:pt>
                <c:pt idx="422">
                  <c:v>450</c:v>
                </c:pt>
                <c:pt idx="423">
                  <c:v>450</c:v>
                </c:pt>
                <c:pt idx="424">
                  <c:v>450</c:v>
                </c:pt>
                <c:pt idx="425">
                  <c:v>450</c:v>
                </c:pt>
                <c:pt idx="426">
                  <c:v>450</c:v>
                </c:pt>
                <c:pt idx="427">
                  <c:v>450</c:v>
                </c:pt>
                <c:pt idx="428">
                  <c:v>450</c:v>
                </c:pt>
                <c:pt idx="429">
                  <c:v>450</c:v>
                </c:pt>
                <c:pt idx="430">
                  <c:v>450</c:v>
                </c:pt>
                <c:pt idx="431">
                  <c:v>450</c:v>
                </c:pt>
                <c:pt idx="432">
                  <c:v>450</c:v>
                </c:pt>
                <c:pt idx="433">
                  <c:v>450</c:v>
                </c:pt>
                <c:pt idx="434">
                  <c:v>450</c:v>
                </c:pt>
                <c:pt idx="435">
                  <c:v>450</c:v>
                </c:pt>
                <c:pt idx="436">
                  <c:v>450</c:v>
                </c:pt>
                <c:pt idx="437">
                  <c:v>450</c:v>
                </c:pt>
                <c:pt idx="438">
                  <c:v>450</c:v>
                </c:pt>
                <c:pt idx="439">
                  <c:v>450</c:v>
                </c:pt>
                <c:pt idx="440">
                  <c:v>450</c:v>
                </c:pt>
                <c:pt idx="441">
                  <c:v>450</c:v>
                </c:pt>
                <c:pt idx="442">
                  <c:v>450</c:v>
                </c:pt>
                <c:pt idx="443">
                  <c:v>450</c:v>
                </c:pt>
                <c:pt idx="444">
                  <c:v>450</c:v>
                </c:pt>
                <c:pt idx="445">
                  <c:v>450</c:v>
                </c:pt>
                <c:pt idx="446">
                  <c:v>450</c:v>
                </c:pt>
                <c:pt idx="447">
                  <c:v>450</c:v>
                </c:pt>
                <c:pt idx="448">
                  <c:v>450</c:v>
                </c:pt>
                <c:pt idx="449">
                  <c:v>450</c:v>
                </c:pt>
                <c:pt idx="450">
                  <c:v>450</c:v>
                </c:pt>
                <c:pt idx="451">
                  <c:v>450</c:v>
                </c:pt>
                <c:pt idx="452">
                  <c:v>450</c:v>
                </c:pt>
                <c:pt idx="453">
                  <c:v>450</c:v>
                </c:pt>
                <c:pt idx="454">
                  <c:v>450</c:v>
                </c:pt>
                <c:pt idx="455">
                  <c:v>450</c:v>
                </c:pt>
                <c:pt idx="456">
                  <c:v>450</c:v>
                </c:pt>
                <c:pt idx="457">
                  <c:v>450</c:v>
                </c:pt>
                <c:pt idx="458">
                  <c:v>450</c:v>
                </c:pt>
                <c:pt idx="459">
                  <c:v>450</c:v>
                </c:pt>
                <c:pt idx="460">
                  <c:v>450</c:v>
                </c:pt>
                <c:pt idx="461">
                  <c:v>450</c:v>
                </c:pt>
                <c:pt idx="462">
                  <c:v>450</c:v>
                </c:pt>
                <c:pt idx="463">
                  <c:v>450</c:v>
                </c:pt>
                <c:pt idx="464">
                  <c:v>450</c:v>
                </c:pt>
                <c:pt idx="465">
                  <c:v>450</c:v>
                </c:pt>
                <c:pt idx="466">
                  <c:v>450</c:v>
                </c:pt>
                <c:pt idx="467">
                  <c:v>450</c:v>
                </c:pt>
                <c:pt idx="468">
                  <c:v>450</c:v>
                </c:pt>
                <c:pt idx="469">
                  <c:v>450</c:v>
                </c:pt>
                <c:pt idx="470">
                  <c:v>450</c:v>
                </c:pt>
                <c:pt idx="471">
                  <c:v>450</c:v>
                </c:pt>
                <c:pt idx="472">
                  <c:v>450</c:v>
                </c:pt>
                <c:pt idx="473">
                  <c:v>450</c:v>
                </c:pt>
                <c:pt idx="474">
                  <c:v>450</c:v>
                </c:pt>
                <c:pt idx="475">
                  <c:v>450</c:v>
                </c:pt>
                <c:pt idx="476">
                  <c:v>450</c:v>
                </c:pt>
                <c:pt idx="477">
                  <c:v>450</c:v>
                </c:pt>
                <c:pt idx="478">
                  <c:v>450</c:v>
                </c:pt>
                <c:pt idx="479">
                  <c:v>450</c:v>
                </c:pt>
                <c:pt idx="480">
                  <c:v>450</c:v>
                </c:pt>
                <c:pt idx="481">
                  <c:v>450</c:v>
                </c:pt>
                <c:pt idx="482">
                  <c:v>450</c:v>
                </c:pt>
                <c:pt idx="483">
                  <c:v>450</c:v>
                </c:pt>
                <c:pt idx="484">
                  <c:v>450</c:v>
                </c:pt>
                <c:pt idx="485">
                  <c:v>450</c:v>
                </c:pt>
                <c:pt idx="486">
                  <c:v>450</c:v>
                </c:pt>
                <c:pt idx="487">
                  <c:v>450</c:v>
                </c:pt>
                <c:pt idx="488">
                  <c:v>450</c:v>
                </c:pt>
                <c:pt idx="489">
                  <c:v>450</c:v>
                </c:pt>
                <c:pt idx="490">
                  <c:v>450</c:v>
                </c:pt>
                <c:pt idx="491">
                  <c:v>450</c:v>
                </c:pt>
                <c:pt idx="492">
                  <c:v>450</c:v>
                </c:pt>
                <c:pt idx="493">
                  <c:v>450</c:v>
                </c:pt>
                <c:pt idx="494">
                  <c:v>450</c:v>
                </c:pt>
                <c:pt idx="495">
                  <c:v>450</c:v>
                </c:pt>
                <c:pt idx="496">
                  <c:v>450</c:v>
                </c:pt>
                <c:pt idx="497">
                  <c:v>450</c:v>
                </c:pt>
                <c:pt idx="498">
                  <c:v>450</c:v>
                </c:pt>
                <c:pt idx="499">
                  <c:v>450</c:v>
                </c:pt>
                <c:pt idx="500">
                  <c:v>450</c:v>
                </c:pt>
                <c:pt idx="501">
                  <c:v>450</c:v>
                </c:pt>
                <c:pt idx="502">
                  <c:v>450</c:v>
                </c:pt>
                <c:pt idx="503">
                  <c:v>450</c:v>
                </c:pt>
                <c:pt idx="504">
                  <c:v>450</c:v>
                </c:pt>
                <c:pt idx="505">
                  <c:v>450</c:v>
                </c:pt>
                <c:pt idx="506">
                  <c:v>450</c:v>
                </c:pt>
                <c:pt idx="507">
                  <c:v>450</c:v>
                </c:pt>
                <c:pt idx="508">
                  <c:v>450</c:v>
                </c:pt>
                <c:pt idx="509">
                  <c:v>450</c:v>
                </c:pt>
                <c:pt idx="510">
                  <c:v>450</c:v>
                </c:pt>
                <c:pt idx="511">
                  <c:v>450</c:v>
                </c:pt>
                <c:pt idx="512">
                  <c:v>450</c:v>
                </c:pt>
                <c:pt idx="513">
                  <c:v>450</c:v>
                </c:pt>
                <c:pt idx="514">
                  <c:v>450</c:v>
                </c:pt>
                <c:pt idx="515">
                  <c:v>450</c:v>
                </c:pt>
                <c:pt idx="516">
                  <c:v>450</c:v>
                </c:pt>
                <c:pt idx="517">
                  <c:v>450</c:v>
                </c:pt>
                <c:pt idx="518">
                  <c:v>450</c:v>
                </c:pt>
                <c:pt idx="519">
                  <c:v>450</c:v>
                </c:pt>
                <c:pt idx="520">
                  <c:v>450</c:v>
                </c:pt>
                <c:pt idx="521">
                  <c:v>450</c:v>
                </c:pt>
                <c:pt idx="522">
                  <c:v>450</c:v>
                </c:pt>
                <c:pt idx="523">
                  <c:v>450</c:v>
                </c:pt>
                <c:pt idx="524">
                  <c:v>450</c:v>
                </c:pt>
                <c:pt idx="525">
                  <c:v>450</c:v>
                </c:pt>
                <c:pt idx="526">
                  <c:v>450</c:v>
                </c:pt>
                <c:pt idx="527">
                  <c:v>450</c:v>
                </c:pt>
                <c:pt idx="528">
                  <c:v>450</c:v>
                </c:pt>
                <c:pt idx="529">
                  <c:v>450</c:v>
                </c:pt>
                <c:pt idx="530">
                  <c:v>450</c:v>
                </c:pt>
                <c:pt idx="531">
                  <c:v>450</c:v>
                </c:pt>
                <c:pt idx="532">
                  <c:v>450</c:v>
                </c:pt>
                <c:pt idx="533">
                  <c:v>450</c:v>
                </c:pt>
                <c:pt idx="534">
                  <c:v>450</c:v>
                </c:pt>
                <c:pt idx="535">
                  <c:v>450</c:v>
                </c:pt>
                <c:pt idx="536">
                  <c:v>450</c:v>
                </c:pt>
                <c:pt idx="537">
                  <c:v>450</c:v>
                </c:pt>
                <c:pt idx="538">
                  <c:v>450</c:v>
                </c:pt>
                <c:pt idx="539">
                  <c:v>450</c:v>
                </c:pt>
                <c:pt idx="540">
                  <c:v>450</c:v>
                </c:pt>
                <c:pt idx="541">
                  <c:v>450</c:v>
                </c:pt>
                <c:pt idx="542">
                  <c:v>450</c:v>
                </c:pt>
                <c:pt idx="543">
                  <c:v>450</c:v>
                </c:pt>
                <c:pt idx="544">
                  <c:v>450</c:v>
                </c:pt>
                <c:pt idx="545">
                  <c:v>450</c:v>
                </c:pt>
                <c:pt idx="546">
                  <c:v>450</c:v>
                </c:pt>
                <c:pt idx="547">
                  <c:v>450</c:v>
                </c:pt>
                <c:pt idx="548">
                  <c:v>450</c:v>
                </c:pt>
                <c:pt idx="549">
                  <c:v>450</c:v>
                </c:pt>
                <c:pt idx="550">
                  <c:v>450</c:v>
                </c:pt>
                <c:pt idx="551">
                  <c:v>450</c:v>
                </c:pt>
                <c:pt idx="552">
                  <c:v>450</c:v>
                </c:pt>
                <c:pt idx="553">
                  <c:v>450</c:v>
                </c:pt>
                <c:pt idx="554">
                  <c:v>450</c:v>
                </c:pt>
                <c:pt idx="555">
                  <c:v>450</c:v>
                </c:pt>
                <c:pt idx="556">
                  <c:v>450</c:v>
                </c:pt>
                <c:pt idx="557">
                  <c:v>450</c:v>
                </c:pt>
                <c:pt idx="558">
                  <c:v>450</c:v>
                </c:pt>
                <c:pt idx="559">
                  <c:v>450</c:v>
                </c:pt>
                <c:pt idx="560">
                  <c:v>450</c:v>
                </c:pt>
                <c:pt idx="561">
                  <c:v>450</c:v>
                </c:pt>
                <c:pt idx="562">
                  <c:v>450</c:v>
                </c:pt>
                <c:pt idx="563">
                  <c:v>450</c:v>
                </c:pt>
                <c:pt idx="564">
                  <c:v>450</c:v>
                </c:pt>
                <c:pt idx="565">
                  <c:v>450</c:v>
                </c:pt>
                <c:pt idx="566">
                  <c:v>450</c:v>
                </c:pt>
                <c:pt idx="567">
                  <c:v>450</c:v>
                </c:pt>
                <c:pt idx="568">
                  <c:v>450</c:v>
                </c:pt>
                <c:pt idx="569">
                  <c:v>450</c:v>
                </c:pt>
                <c:pt idx="570">
                  <c:v>450</c:v>
                </c:pt>
                <c:pt idx="571">
                  <c:v>450</c:v>
                </c:pt>
                <c:pt idx="572">
                  <c:v>450</c:v>
                </c:pt>
                <c:pt idx="573">
                  <c:v>450</c:v>
                </c:pt>
                <c:pt idx="574">
                  <c:v>450</c:v>
                </c:pt>
                <c:pt idx="575">
                  <c:v>450</c:v>
                </c:pt>
                <c:pt idx="576">
                  <c:v>450</c:v>
                </c:pt>
                <c:pt idx="577">
                  <c:v>450</c:v>
                </c:pt>
                <c:pt idx="578">
                  <c:v>450</c:v>
                </c:pt>
                <c:pt idx="579">
                  <c:v>450</c:v>
                </c:pt>
                <c:pt idx="580">
                  <c:v>450</c:v>
                </c:pt>
                <c:pt idx="581">
                  <c:v>450</c:v>
                </c:pt>
                <c:pt idx="582">
                  <c:v>450</c:v>
                </c:pt>
                <c:pt idx="583">
                  <c:v>450</c:v>
                </c:pt>
                <c:pt idx="584">
                  <c:v>450</c:v>
                </c:pt>
                <c:pt idx="585">
                  <c:v>450</c:v>
                </c:pt>
                <c:pt idx="586">
                  <c:v>450</c:v>
                </c:pt>
                <c:pt idx="587">
                  <c:v>450</c:v>
                </c:pt>
                <c:pt idx="588">
                  <c:v>450</c:v>
                </c:pt>
                <c:pt idx="589">
                  <c:v>450</c:v>
                </c:pt>
                <c:pt idx="590">
                  <c:v>450</c:v>
                </c:pt>
                <c:pt idx="591">
                  <c:v>450</c:v>
                </c:pt>
                <c:pt idx="592">
                  <c:v>450</c:v>
                </c:pt>
                <c:pt idx="593">
                  <c:v>450</c:v>
                </c:pt>
                <c:pt idx="594">
                  <c:v>450</c:v>
                </c:pt>
                <c:pt idx="595">
                  <c:v>450</c:v>
                </c:pt>
                <c:pt idx="596">
                  <c:v>450</c:v>
                </c:pt>
                <c:pt idx="597">
                  <c:v>450</c:v>
                </c:pt>
                <c:pt idx="598">
                  <c:v>450</c:v>
                </c:pt>
                <c:pt idx="599">
                  <c:v>450</c:v>
                </c:pt>
                <c:pt idx="600">
                  <c:v>450</c:v>
                </c:pt>
                <c:pt idx="601">
                  <c:v>450</c:v>
                </c:pt>
                <c:pt idx="602">
                  <c:v>450</c:v>
                </c:pt>
                <c:pt idx="603">
                  <c:v>450</c:v>
                </c:pt>
                <c:pt idx="604">
                  <c:v>450</c:v>
                </c:pt>
                <c:pt idx="605">
                  <c:v>450</c:v>
                </c:pt>
                <c:pt idx="606">
                  <c:v>450</c:v>
                </c:pt>
                <c:pt idx="607">
                  <c:v>450</c:v>
                </c:pt>
                <c:pt idx="608">
                  <c:v>450</c:v>
                </c:pt>
                <c:pt idx="609">
                  <c:v>450</c:v>
                </c:pt>
                <c:pt idx="610">
                  <c:v>450</c:v>
                </c:pt>
                <c:pt idx="611">
                  <c:v>450</c:v>
                </c:pt>
                <c:pt idx="612">
                  <c:v>450</c:v>
                </c:pt>
                <c:pt idx="613">
                  <c:v>450</c:v>
                </c:pt>
                <c:pt idx="614">
                  <c:v>450</c:v>
                </c:pt>
                <c:pt idx="615">
                  <c:v>450</c:v>
                </c:pt>
                <c:pt idx="616">
                  <c:v>450</c:v>
                </c:pt>
                <c:pt idx="617">
                  <c:v>450</c:v>
                </c:pt>
                <c:pt idx="618">
                  <c:v>450</c:v>
                </c:pt>
                <c:pt idx="619">
                  <c:v>450</c:v>
                </c:pt>
                <c:pt idx="620">
                  <c:v>450</c:v>
                </c:pt>
                <c:pt idx="621">
                  <c:v>450</c:v>
                </c:pt>
                <c:pt idx="622">
                  <c:v>450</c:v>
                </c:pt>
                <c:pt idx="623">
                  <c:v>450</c:v>
                </c:pt>
                <c:pt idx="624">
                  <c:v>450</c:v>
                </c:pt>
                <c:pt idx="625">
                  <c:v>450</c:v>
                </c:pt>
                <c:pt idx="626">
                  <c:v>450</c:v>
                </c:pt>
                <c:pt idx="627">
                  <c:v>450</c:v>
                </c:pt>
                <c:pt idx="628">
                  <c:v>450</c:v>
                </c:pt>
                <c:pt idx="629">
                  <c:v>450</c:v>
                </c:pt>
                <c:pt idx="630">
                  <c:v>450</c:v>
                </c:pt>
                <c:pt idx="631">
                  <c:v>450</c:v>
                </c:pt>
                <c:pt idx="632">
                  <c:v>450</c:v>
                </c:pt>
                <c:pt idx="633">
                  <c:v>450</c:v>
                </c:pt>
                <c:pt idx="634">
                  <c:v>450</c:v>
                </c:pt>
                <c:pt idx="635">
                  <c:v>450</c:v>
                </c:pt>
                <c:pt idx="636">
                  <c:v>450</c:v>
                </c:pt>
                <c:pt idx="637">
                  <c:v>450</c:v>
                </c:pt>
                <c:pt idx="638">
                  <c:v>450</c:v>
                </c:pt>
                <c:pt idx="639">
                  <c:v>450</c:v>
                </c:pt>
                <c:pt idx="640">
                  <c:v>450</c:v>
                </c:pt>
                <c:pt idx="641">
                  <c:v>450</c:v>
                </c:pt>
                <c:pt idx="642">
                  <c:v>450</c:v>
                </c:pt>
                <c:pt idx="643">
                  <c:v>450</c:v>
                </c:pt>
                <c:pt idx="644">
                  <c:v>450</c:v>
                </c:pt>
                <c:pt idx="645">
                  <c:v>450</c:v>
                </c:pt>
                <c:pt idx="646">
                  <c:v>500</c:v>
                </c:pt>
                <c:pt idx="647">
                  <c:v>500</c:v>
                </c:pt>
                <c:pt idx="648">
                  <c:v>500</c:v>
                </c:pt>
                <c:pt idx="649">
                  <c:v>500</c:v>
                </c:pt>
                <c:pt idx="650">
                  <c:v>500</c:v>
                </c:pt>
                <c:pt idx="651">
                  <c:v>500</c:v>
                </c:pt>
                <c:pt idx="652">
                  <c:v>500</c:v>
                </c:pt>
                <c:pt idx="653">
                  <c:v>500</c:v>
                </c:pt>
                <c:pt idx="654">
                  <c:v>500</c:v>
                </c:pt>
                <c:pt idx="655">
                  <c:v>500</c:v>
                </c:pt>
                <c:pt idx="656">
                  <c:v>500</c:v>
                </c:pt>
                <c:pt idx="657">
                  <c:v>500</c:v>
                </c:pt>
                <c:pt idx="658">
                  <c:v>500</c:v>
                </c:pt>
                <c:pt idx="659">
                  <c:v>500</c:v>
                </c:pt>
                <c:pt idx="660">
                  <c:v>500</c:v>
                </c:pt>
                <c:pt idx="661">
                  <c:v>500</c:v>
                </c:pt>
                <c:pt idx="662">
                  <c:v>500</c:v>
                </c:pt>
                <c:pt idx="663">
                  <c:v>500</c:v>
                </c:pt>
                <c:pt idx="664">
                  <c:v>500</c:v>
                </c:pt>
                <c:pt idx="665">
                  <c:v>500</c:v>
                </c:pt>
                <c:pt idx="666">
                  <c:v>500</c:v>
                </c:pt>
                <c:pt idx="667">
                  <c:v>500</c:v>
                </c:pt>
                <c:pt idx="668">
                  <c:v>500</c:v>
                </c:pt>
                <c:pt idx="669">
                  <c:v>500</c:v>
                </c:pt>
                <c:pt idx="670">
                  <c:v>500</c:v>
                </c:pt>
                <c:pt idx="671">
                  <c:v>500</c:v>
                </c:pt>
                <c:pt idx="672">
                  <c:v>500</c:v>
                </c:pt>
                <c:pt idx="673">
                  <c:v>500</c:v>
                </c:pt>
                <c:pt idx="674">
                  <c:v>500</c:v>
                </c:pt>
                <c:pt idx="675">
                  <c:v>500</c:v>
                </c:pt>
                <c:pt idx="676">
                  <c:v>500</c:v>
                </c:pt>
                <c:pt idx="677">
                  <c:v>500</c:v>
                </c:pt>
                <c:pt idx="678">
                  <c:v>500</c:v>
                </c:pt>
                <c:pt idx="679">
                  <c:v>500</c:v>
                </c:pt>
                <c:pt idx="680">
                  <c:v>500</c:v>
                </c:pt>
                <c:pt idx="681">
                  <c:v>500</c:v>
                </c:pt>
                <c:pt idx="682">
                  <c:v>500</c:v>
                </c:pt>
                <c:pt idx="683">
                  <c:v>500</c:v>
                </c:pt>
                <c:pt idx="684">
                  <c:v>500</c:v>
                </c:pt>
                <c:pt idx="685">
                  <c:v>500</c:v>
                </c:pt>
                <c:pt idx="686">
                  <c:v>500</c:v>
                </c:pt>
                <c:pt idx="687">
                  <c:v>500</c:v>
                </c:pt>
                <c:pt idx="688">
                  <c:v>500</c:v>
                </c:pt>
                <c:pt idx="689">
                  <c:v>500</c:v>
                </c:pt>
                <c:pt idx="690">
                  <c:v>500</c:v>
                </c:pt>
                <c:pt idx="691">
                  <c:v>500</c:v>
                </c:pt>
                <c:pt idx="692">
                  <c:v>500</c:v>
                </c:pt>
                <c:pt idx="693">
                  <c:v>500</c:v>
                </c:pt>
                <c:pt idx="694">
                  <c:v>500</c:v>
                </c:pt>
                <c:pt idx="695">
                  <c:v>500</c:v>
                </c:pt>
                <c:pt idx="696">
                  <c:v>500</c:v>
                </c:pt>
                <c:pt idx="697">
                  <c:v>500</c:v>
                </c:pt>
                <c:pt idx="698">
                  <c:v>500</c:v>
                </c:pt>
                <c:pt idx="699">
                  <c:v>500</c:v>
                </c:pt>
                <c:pt idx="700">
                  <c:v>500</c:v>
                </c:pt>
                <c:pt idx="701">
                  <c:v>500</c:v>
                </c:pt>
                <c:pt idx="702">
                  <c:v>500</c:v>
                </c:pt>
                <c:pt idx="703">
                  <c:v>500</c:v>
                </c:pt>
                <c:pt idx="704">
                  <c:v>500</c:v>
                </c:pt>
                <c:pt idx="705">
                  <c:v>500</c:v>
                </c:pt>
                <c:pt idx="706">
                  <c:v>500</c:v>
                </c:pt>
                <c:pt idx="707">
                  <c:v>500</c:v>
                </c:pt>
                <c:pt idx="708">
                  <c:v>500</c:v>
                </c:pt>
                <c:pt idx="709">
                  <c:v>500</c:v>
                </c:pt>
                <c:pt idx="710">
                  <c:v>500</c:v>
                </c:pt>
                <c:pt idx="711">
                  <c:v>500</c:v>
                </c:pt>
                <c:pt idx="712">
                  <c:v>500</c:v>
                </c:pt>
                <c:pt idx="713">
                  <c:v>500</c:v>
                </c:pt>
                <c:pt idx="714">
                  <c:v>500</c:v>
                </c:pt>
                <c:pt idx="715">
                  <c:v>500</c:v>
                </c:pt>
                <c:pt idx="716">
                  <c:v>500</c:v>
                </c:pt>
                <c:pt idx="717">
                  <c:v>500</c:v>
                </c:pt>
                <c:pt idx="718">
                  <c:v>500</c:v>
                </c:pt>
                <c:pt idx="719">
                  <c:v>500</c:v>
                </c:pt>
                <c:pt idx="720">
                  <c:v>500</c:v>
                </c:pt>
                <c:pt idx="721">
                  <c:v>500</c:v>
                </c:pt>
                <c:pt idx="722">
                  <c:v>500</c:v>
                </c:pt>
                <c:pt idx="723">
                  <c:v>500</c:v>
                </c:pt>
                <c:pt idx="724">
                  <c:v>500</c:v>
                </c:pt>
                <c:pt idx="725">
                  <c:v>500</c:v>
                </c:pt>
                <c:pt idx="726">
                  <c:v>500</c:v>
                </c:pt>
                <c:pt idx="727">
                  <c:v>500</c:v>
                </c:pt>
                <c:pt idx="728">
                  <c:v>500</c:v>
                </c:pt>
                <c:pt idx="729">
                  <c:v>500</c:v>
                </c:pt>
                <c:pt idx="730">
                  <c:v>500</c:v>
                </c:pt>
                <c:pt idx="731">
                  <c:v>500</c:v>
                </c:pt>
                <c:pt idx="732">
                  <c:v>500</c:v>
                </c:pt>
                <c:pt idx="733">
                  <c:v>500</c:v>
                </c:pt>
                <c:pt idx="734">
                  <c:v>500</c:v>
                </c:pt>
                <c:pt idx="735">
                  <c:v>500</c:v>
                </c:pt>
                <c:pt idx="736">
                  <c:v>500</c:v>
                </c:pt>
                <c:pt idx="737">
                  <c:v>500</c:v>
                </c:pt>
                <c:pt idx="738">
                  <c:v>500</c:v>
                </c:pt>
                <c:pt idx="739">
                  <c:v>500</c:v>
                </c:pt>
                <c:pt idx="740">
                  <c:v>500</c:v>
                </c:pt>
                <c:pt idx="741">
                  <c:v>500</c:v>
                </c:pt>
                <c:pt idx="742">
                  <c:v>500</c:v>
                </c:pt>
                <c:pt idx="743">
                  <c:v>500</c:v>
                </c:pt>
                <c:pt idx="744">
                  <c:v>500</c:v>
                </c:pt>
                <c:pt idx="745">
                  <c:v>500</c:v>
                </c:pt>
                <c:pt idx="746">
                  <c:v>500</c:v>
                </c:pt>
                <c:pt idx="747">
                  <c:v>500</c:v>
                </c:pt>
                <c:pt idx="748">
                  <c:v>500</c:v>
                </c:pt>
                <c:pt idx="749">
                  <c:v>500</c:v>
                </c:pt>
                <c:pt idx="750">
                  <c:v>500</c:v>
                </c:pt>
                <c:pt idx="751">
                  <c:v>500</c:v>
                </c:pt>
                <c:pt idx="752">
                  <c:v>500</c:v>
                </c:pt>
                <c:pt idx="753">
                  <c:v>500</c:v>
                </c:pt>
                <c:pt idx="754">
                  <c:v>500</c:v>
                </c:pt>
                <c:pt idx="755">
                  <c:v>500</c:v>
                </c:pt>
                <c:pt idx="756">
                  <c:v>500</c:v>
                </c:pt>
                <c:pt idx="757">
                  <c:v>500</c:v>
                </c:pt>
                <c:pt idx="758">
                  <c:v>500</c:v>
                </c:pt>
                <c:pt idx="759">
                  <c:v>500</c:v>
                </c:pt>
                <c:pt idx="760">
                  <c:v>500</c:v>
                </c:pt>
                <c:pt idx="761">
                  <c:v>500</c:v>
                </c:pt>
                <c:pt idx="762">
                  <c:v>500</c:v>
                </c:pt>
                <c:pt idx="763">
                  <c:v>500</c:v>
                </c:pt>
                <c:pt idx="764">
                  <c:v>500</c:v>
                </c:pt>
                <c:pt idx="765">
                  <c:v>500</c:v>
                </c:pt>
                <c:pt idx="766">
                  <c:v>500</c:v>
                </c:pt>
                <c:pt idx="767">
                  <c:v>500</c:v>
                </c:pt>
                <c:pt idx="768">
                  <c:v>500</c:v>
                </c:pt>
                <c:pt idx="769">
                  <c:v>500</c:v>
                </c:pt>
                <c:pt idx="770">
                  <c:v>500</c:v>
                </c:pt>
                <c:pt idx="771">
                  <c:v>500</c:v>
                </c:pt>
                <c:pt idx="772">
                  <c:v>500</c:v>
                </c:pt>
                <c:pt idx="773">
                  <c:v>500</c:v>
                </c:pt>
                <c:pt idx="774">
                  <c:v>500</c:v>
                </c:pt>
                <c:pt idx="775">
                  <c:v>500</c:v>
                </c:pt>
                <c:pt idx="776">
                  <c:v>500</c:v>
                </c:pt>
                <c:pt idx="777">
                  <c:v>500</c:v>
                </c:pt>
                <c:pt idx="778">
                  <c:v>500</c:v>
                </c:pt>
                <c:pt idx="779">
                  <c:v>500</c:v>
                </c:pt>
                <c:pt idx="780">
                  <c:v>500</c:v>
                </c:pt>
                <c:pt idx="781">
                  <c:v>500</c:v>
                </c:pt>
                <c:pt idx="782">
                  <c:v>500</c:v>
                </c:pt>
                <c:pt idx="783">
                  <c:v>500</c:v>
                </c:pt>
                <c:pt idx="784">
                  <c:v>500</c:v>
                </c:pt>
                <c:pt idx="785">
                  <c:v>500</c:v>
                </c:pt>
                <c:pt idx="786">
                  <c:v>500</c:v>
                </c:pt>
                <c:pt idx="787">
                  <c:v>500</c:v>
                </c:pt>
                <c:pt idx="788">
                  <c:v>500</c:v>
                </c:pt>
                <c:pt idx="789">
                  <c:v>500</c:v>
                </c:pt>
                <c:pt idx="790">
                  <c:v>500</c:v>
                </c:pt>
                <c:pt idx="791">
                  <c:v>500</c:v>
                </c:pt>
                <c:pt idx="792">
                  <c:v>500</c:v>
                </c:pt>
                <c:pt idx="793">
                  <c:v>500</c:v>
                </c:pt>
                <c:pt idx="794">
                  <c:v>500</c:v>
                </c:pt>
                <c:pt idx="795">
                  <c:v>500</c:v>
                </c:pt>
                <c:pt idx="796">
                  <c:v>500</c:v>
                </c:pt>
                <c:pt idx="797">
                  <c:v>500</c:v>
                </c:pt>
                <c:pt idx="798">
                  <c:v>500</c:v>
                </c:pt>
                <c:pt idx="799">
                  <c:v>500</c:v>
                </c:pt>
                <c:pt idx="800">
                  <c:v>500</c:v>
                </c:pt>
                <c:pt idx="801">
                  <c:v>500</c:v>
                </c:pt>
                <c:pt idx="802">
                  <c:v>500</c:v>
                </c:pt>
                <c:pt idx="803">
                  <c:v>500</c:v>
                </c:pt>
                <c:pt idx="804">
                  <c:v>500</c:v>
                </c:pt>
                <c:pt idx="805">
                  <c:v>500</c:v>
                </c:pt>
                <c:pt idx="806">
                  <c:v>500</c:v>
                </c:pt>
                <c:pt idx="807">
                  <c:v>500</c:v>
                </c:pt>
                <c:pt idx="808">
                  <c:v>500</c:v>
                </c:pt>
                <c:pt idx="809">
                  <c:v>500</c:v>
                </c:pt>
                <c:pt idx="810">
                  <c:v>500</c:v>
                </c:pt>
                <c:pt idx="811">
                  <c:v>500</c:v>
                </c:pt>
                <c:pt idx="812">
                  <c:v>500</c:v>
                </c:pt>
                <c:pt idx="813">
                  <c:v>500</c:v>
                </c:pt>
                <c:pt idx="814">
                  <c:v>500</c:v>
                </c:pt>
                <c:pt idx="815">
                  <c:v>500</c:v>
                </c:pt>
                <c:pt idx="816">
                  <c:v>500</c:v>
                </c:pt>
                <c:pt idx="817">
                  <c:v>500</c:v>
                </c:pt>
                <c:pt idx="818">
                  <c:v>500</c:v>
                </c:pt>
                <c:pt idx="819">
                  <c:v>500</c:v>
                </c:pt>
                <c:pt idx="820">
                  <c:v>500</c:v>
                </c:pt>
                <c:pt idx="821">
                  <c:v>500</c:v>
                </c:pt>
                <c:pt idx="822">
                  <c:v>500</c:v>
                </c:pt>
                <c:pt idx="823">
                  <c:v>500</c:v>
                </c:pt>
                <c:pt idx="824">
                  <c:v>500</c:v>
                </c:pt>
                <c:pt idx="825">
                  <c:v>500</c:v>
                </c:pt>
                <c:pt idx="826">
                  <c:v>500</c:v>
                </c:pt>
                <c:pt idx="827">
                  <c:v>500</c:v>
                </c:pt>
                <c:pt idx="828">
                  <c:v>500</c:v>
                </c:pt>
                <c:pt idx="829">
                  <c:v>500</c:v>
                </c:pt>
                <c:pt idx="830">
                  <c:v>500</c:v>
                </c:pt>
                <c:pt idx="831">
                  <c:v>500</c:v>
                </c:pt>
                <c:pt idx="832">
                  <c:v>500</c:v>
                </c:pt>
                <c:pt idx="833">
                  <c:v>500</c:v>
                </c:pt>
                <c:pt idx="834">
                  <c:v>500</c:v>
                </c:pt>
                <c:pt idx="835">
                  <c:v>500</c:v>
                </c:pt>
                <c:pt idx="836">
                  <c:v>500</c:v>
                </c:pt>
                <c:pt idx="837">
                  <c:v>500</c:v>
                </c:pt>
                <c:pt idx="838">
                  <c:v>500</c:v>
                </c:pt>
                <c:pt idx="839">
                  <c:v>500</c:v>
                </c:pt>
                <c:pt idx="840">
                  <c:v>500</c:v>
                </c:pt>
                <c:pt idx="841">
                  <c:v>500</c:v>
                </c:pt>
                <c:pt idx="842">
                  <c:v>500</c:v>
                </c:pt>
                <c:pt idx="843">
                  <c:v>500</c:v>
                </c:pt>
                <c:pt idx="844">
                  <c:v>500</c:v>
                </c:pt>
                <c:pt idx="845">
                  <c:v>500</c:v>
                </c:pt>
                <c:pt idx="846">
                  <c:v>500</c:v>
                </c:pt>
                <c:pt idx="847">
                  <c:v>500</c:v>
                </c:pt>
                <c:pt idx="848">
                  <c:v>500</c:v>
                </c:pt>
                <c:pt idx="849">
                  <c:v>500</c:v>
                </c:pt>
                <c:pt idx="850">
                  <c:v>500</c:v>
                </c:pt>
                <c:pt idx="851">
                  <c:v>500</c:v>
                </c:pt>
                <c:pt idx="852">
                  <c:v>500</c:v>
                </c:pt>
                <c:pt idx="853">
                  <c:v>500</c:v>
                </c:pt>
                <c:pt idx="854">
                  <c:v>500</c:v>
                </c:pt>
                <c:pt idx="855">
                  <c:v>500</c:v>
                </c:pt>
                <c:pt idx="856">
                  <c:v>500</c:v>
                </c:pt>
                <c:pt idx="857">
                  <c:v>500</c:v>
                </c:pt>
                <c:pt idx="858">
                  <c:v>500</c:v>
                </c:pt>
                <c:pt idx="859">
                  <c:v>500</c:v>
                </c:pt>
                <c:pt idx="860">
                  <c:v>500</c:v>
                </c:pt>
                <c:pt idx="861">
                  <c:v>500</c:v>
                </c:pt>
                <c:pt idx="862">
                  <c:v>500</c:v>
                </c:pt>
                <c:pt idx="863">
                  <c:v>500</c:v>
                </c:pt>
                <c:pt idx="864">
                  <c:v>500</c:v>
                </c:pt>
                <c:pt idx="865">
                  <c:v>500</c:v>
                </c:pt>
                <c:pt idx="866">
                  <c:v>500</c:v>
                </c:pt>
                <c:pt idx="867">
                  <c:v>450</c:v>
                </c:pt>
                <c:pt idx="868">
                  <c:v>450</c:v>
                </c:pt>
                <c:pt idx="869">
                  <c:v>450</c:v>
                </c:pt>
                <c:pt idx="870">
                  <c:v>450</c:v>
                </c:pt>
                <c:pt idx="871">
                  <c:v>450</c:v>
                </c:pt>
                <c:pt idx="872">
                  <c:v>450</c:v>
                </c:pt>
                <c:pt idx="873">
                  <c:v>450</c:v>
                </c:pt>
                <c:pt idx="874">
                  <c:v>450</c:v>
                </c:pt>
                <c:pt idx="875">
                  <c:v>450</c:v>
                </c:pt>
                <c:pt idx="876">
                  <c:v>450</c:v>
                </c:pt>
                <c:pt idx="877">
                  <c:v>450</c:v>
                </c:pt>
                <c:pt idx="878">
                  <c:v>450</c:v>
                </c:pt>
                <c:pt idx="879">
                  <c:v>450</c:v>
                </c:pt>
                <c:pt idx="880">
                  <c:v>450</c:v>
                </c:pt>
                <c:pt idx="881">
                  <c:v>450</c:v>
                </c:pt>
                <c:pt idx="882">
                  <c:v>450</c:v>
                </c:pt>
                <c:pt idx="883">
                  <c:v>450</c:v>
                </c:pt>
                <c:pt idx="884">
                  <c:v>450</c:v>
                </c:pt>
                <c:pt idx="885">
                  <c:v>450</c:v>
                </c:pt>
                <c:pt idx="886">
                  <c:v>450</c:v>
                </c:pt>
                <c:pt idx="887">
                  <c:v>450</c:v>
                </c:pt>
                <c:pt idx="888">
                  <c:v>450</c:v>
                </c:pt>
                <c:pt idx="889">
                  <c:v>450</c:v>
                </c:pt>
                <c:pt idx="890">
                  <c:v>450</c:v>
                </c:pt>
                <c:pt idx="891">
                  <c:v>450</c:v>
                </c:pt>
                <c:pt idx="892">
                  <c:v>450</c:v>
                </c:pt>
                <c:pt idx="893">
                  <c:v>450</c:v>
                </c:pt>
                <c:pt idx="894">
                  <c:v>450</c:v>
                </c:pt>
                <c:pt idx="895">
                  <c:v>450</c:v>
                </c:pt>
                <c:pt idx="896">
                  <c:v>450</c:v>
                </c:pt>
                <c:pt idx="897">
                  <c:v>450</c:v>
                </c:pt>
                <c:pt idx="898">
                  <c:v>450</c:v>
                </c:pt>
                <c:pt idx="899">
                  <c:v>450</c:v>
                </c:pt>
                <c:pt idx="900">
                  <c:v>450</c:v>
                </c:pt>
                <c:pt idx="901">
                  <c:v>450</c:v>
                </c:pt>
                <c:pt idx="902">
                  <c:v>450</c:v>
                </c:pt>
                <c:pt idx="903">
                  <c:v>450</c:v>
                </c:pt>
                <c:pt idx="904">
                  <c:v>450</c:v>
                </c:pt>
                <c:pt idx="905">
                  <c:v>410</c:v>
                </c:pt>
                <c:pt idx="906">
                  <c:v>410</c:v>
                </c:pt>
                <c:pt idx="907">
                  <c:v>410</c:v>
                </c:pt>
                <c:pt idx="908">
                  <c:v>410</c:v>
                </c:pt>
                <c:pt idx="909">
                  <c:v>410</c:v>
                </c:pt>
                <c:pt idx="910">
                  <c:v>410</c:v>
                </c:pt>
                <c:pt idx="911">
                  <c:v>410</c:v>
                </c:pt>
                <c:pt idx="912">
                  <c:v>410</c:v>
                </c:pt>
                <c:pt idx="913">
                  <c:v>410</c:v>
                </c:pt>
                <c:pt idx="914">
                  <c:v>410</c:v>
                </c:pt>
                <c:pt idx="915">
                  <c:v>410</c:v>
                </c:pt>
                <c:pt idx="916">
                  <c:v>410</c:v>
                </c:pt>
                <c:pt idx="917">
                  <c:v>410</c:v>
                </c:pt>
                <c:pt idx="918">
                  <c:v>410</c:v>
                </c:pt>
                <c:pt idx="919">
                  <c:v>410</c:v>
                </c:pt>
                <c:pt idx="920">
                  <c:v>410</c:v>
                </c:pt>
                <c:pt idx="921">
                  <c:v>410</c:v>
                </c:pt>
                <c:pt idx="922">
                  <c:v>410</c:v>
                </c:pt>
                <c:pt idx="923">
                  <c:v>410</c:v>
                </c:pt>
                <c:pt idx="924">
                  <c:v>410</c:v>
                </c:pt>
                <c:pt idx="925">
                  <c:v>410</c:v>
                </c:pt>
                <c:pt idx="926">
                  <c:v>410</c:v>
                </c:pt>
                <c:pt idx="927">
                  <c:v>410</c:v>
                </c:pt>
                <c:pt idx="928">
                  <c:v>410</c:v>
                </c:pt>
                <c:pt idx="929">
                  <c:v>410</c:v>
                </c:pt>
                <c:pt idx="930">
                  <c:v>410</c:v>
                </c:pt>
                <c:pt idx="931">
                  <c:v>410</c:v>
                </c:pt>
                <c:pt idx="932">
                  <c:v>410</c:v>
                </c:pt>
                <c:pt idx="933">
                  <c:v>410</c:v>
                </c:pt>
                <c:pt idx="934">
                  <c:v>410</c:v>
                </c:pt>
                <c:pt idx="935">
                  <c:v>410</c:v>
                </c:pt>
                <c:pt idx="936">
                  <c:v>410</c:v>
                </c:pt>
                <c:pt idx="937">
                  <c:v>410</c:v>
                </c:pt>
                <c:pt idx="938">
                  <c:v>410</c:v>
                </c:pt>
                <c:pt idx="939">
                  <c:v>410</c:v>
                </c:pt>
                <c:pt idx="940">
                  <c:v>410</c:v>
                </c:pt>
                <c:pt idx="941">
                  <c:v>410</c:v>
                </c:pt>
                <c:pt idx="942">
                  <c:v>410</c:v>
                </c:pt>
                <c:pt idx="943">
                  <c:v>410</c:v>
                </c:pt>
                <c:pt idx="944">
                  <c:v>410</c:v>
                </c:pt>
                <c:pt idx="945">
                  <c:v>410</c:v>
                </c:pt>
                <c:pt idx="946">
                  <c:v>410</c:v>
                </c:pt>
                <c:pt idx="947">
                  <c:v>410</c:v>
                </c:pt>
                <c:pt idx="948">
                  <c:v>410</c:v>
                </c:pt>
                <c:pt idx="949">
                  <c:v>410</c:v>
                </c:pt>
                <c:pt idx="950">
                  <c:v>410</c:v>
                </c:pt>
                <c:pt idx="951">
                  <c:v>410</c:v>
                </c:pt>
                <c:pt idx="952">
                  <c:v>410</c:v>
                </c:pt>
                <c:pt idx="953">
                  <c:v>410</c:v>
                </c:pt>
                <c:pt idx="954">
                  <c:v>410</c:v>
                </c:pt>
                <c:pt idx="955">
                  <c:v>410</c:v>
                </c:pt>
                <c:pt idx="956">
                  <c:v>410</c:v>
                </c:pt>
                <c:pt idx="957">
                  <c:v>410</c:v>
                </c:pt>
                <c:pt idx="958">
                  <c:v>410</c:v>
                </c:pt>
                <c:pt idx="959">
                  <c:v>410</c:v>
                </c:pt>
                <c:pt idx="960">
                  <c:v>410</c:v>
                </c:pt>
                <c:pt idx="961">
                  <c:v>410</c:v>
                </c:pt>
                <c:pt idx="962">
                  <c:v>410</c:v>
                </c:pt>
                <c:pt idx="963">
                  <c:v>410</c:v>
                </c:pt>
                <c:pt idx="964">
                  <c:v>410</c:v>
                </c:pt>
                <c:pt idx="965">
                  <c:v>410</c:v>
                </c:pt>
                <c:pt idx="966">
                  <c:v>410</c:v>
                </c:pt>
                <c:pt idx="967">
                  <c:v>410</c:v>
                </c:pt>
                <c:pt idx="968">
                  <c:v>410</c:v>
                </c:pt>
                <c:pt idx="969">
                  <c:v>410</c:v>
                </c:pt>
                <c:pt idx="970">
                  <c:v>410</c:v>
                </c:pt>
                <c:pt idx="971">
                  <c:v>410</c:v>
                </c:pt>
                <c:pt idx="972">
                  <c:v>410</c:v>
                </c:pt>
                <c:pt idx="973">
                  <c:v>410</c:v>
                </c:pt>
                <c:pt idx="974">
                  <c:v>410</c:v>
                </c:pt>
                <c:pt idx="975">
                  <c:v>410</c:v>
                </c:pt>
                <c:pt idx="976">
                  <c:v>410</c:v>
                </c:pt>
                <c:pt idx="977">
                  <c:v>410</c:v>
                </c:pt>
                <c:pt idx="978">
                  <c:v>410</c:v>
                </c:pt>
                <c:pt idx="979">
                  <c:v>410</c:v>
                </c:pt>
                <c:pt idx="980">
                  <c:v>410</c:v>
                </c:pt>
                <c:pt idx="981">
                  <c:v>410</c:v>
                </c:pt>
                <c:pt idx="982">
                  <c:v>410</c:v>
                </c:pt>
                <c:pt idx="983">
                  <c:v>410</c:v>
                </c:pt>
                <c:pt idx="984">
                  <c:v>410</c:v>
                </c:pt>
                <c:pt idx="985">
                  <c:v>410</c:v>
                </c:pt>
                <c:pt idx="986">
                  <c:v>410</c:v>
                </c:pt>
                <c:pt idx="987">
                  <c:v>410</c:v>
                </c:pt>
                <c:pt idx="988">
                  <c:v>410</c:v>
                </c:pt>
                <c:pt idx="989">
                  <c:v>410</c:v>
                </c:pt>
                <c:pt idx="990">
                  <c:v>410</c:v>
                </c:pt>
                <c:pt idx="991">
                  <c:v>410</c:v>
                </c:pt>
                <c:pt idx="992">
                  <c:v>410</c:v>
                </c:pt>
                <c:pt idx="993">
                  <c:v>410</c:v>
                </c:pt>
                <c:pt idx="994">
                  <c:v>410</c:v>
                </c:pt>
                <c:pt idx="995">
                  <c:v>410</c:v>
                </c:pt>
                <c:pt idx="996">
                  <c:v>410</c:v>
                </c:pt>
                <c:pt idx="997">
                  <c:v>410</c:v>
                </c:pt>
                <c:pt idx="998">
                  <c:v>410</c:v>
                </c:pt>
                <c:pt idx="999">
                  <c:v>410</c:v>
                </c:pt>
                <c:pt idx="1000">
                  <c:v>410</c:v>
                </c:pt>
                <c:pt idx="1001">
                  <c:v>410</c:v>
                </c:pt>
                <c:pt idx="1002">
                  <c:v>410</c:v>
                </c:pt>
                <c:pt idx="1003">
                  <c:v>410</c:v>
                </c:pt>
                <c:pt idx="1004">
                  <c:v>410</c:v>
                </c:pt>
                <c:pt idx="1005">
                  <c:v>410</c:v>
                </c:pt>
                <c:pt idx="1006">
                  <c:v>410</c:v>
                </c:pt>
                <c:pt idx="1007">
                  <c:v>410</c:v>
                </c:pt>
                <c:pt idx="1008">
                  <c:v>410</c:v>
                </c:pt>
                <c:pt idx="1009">
                  <c:v>410</c:v>
                </c:pt>
                <c:pt idx="1010">
                  <c:v>410</c:v>
                </c:pt>
                <c:pt idx="1011">
                  <c:v>410</c:v>
                </c:pt>
                <c:pt idx="1012">
                  <c:v>400</c:v>
                </c:pt>
                <c:pt idx="1013">
                  <c:v>400</c:v>
                </c:pt>
                <c:pt idx="1014">
                  <c:v>400</c:v>
                </c:pt>
                <c:pt idx="1015">
                  <c:v>400</c:v>
                </c:pt>
                <c:pt idx="1016">
                  <c:v>400</c:v>
                </c:pt>
                <c:pt idx="1017">
                  <c:v>400</c:v>
                </c:pt>
                <c:pt idx="1018">
                  <c:v>400</c:v>
                </c:pt>
                <c:pt idx="1019">
                  <c:v>400</c:v>
                </c:pt>
                <c:pt idx="1020">
                  <c:v>400</c:v>
                </c:pt>
                <c:pt idx="1021">
                  <c:v>400</c:v>
                </c:pt>
                <c:pt idx="1022">
                  <c:v>400</c:v>
                </c:pt>
                <c:pt idx="1023">
                  <c:v>400</c:v>
                </c:pt>
                <c:pt idx="1024">
                  <c:v>400</c:v>
                </c:pt>
                <c:pt idx="1025">
                  <c:v>400</c:v>
                </c:pt>
                <c:pt idx="1026">
                  <c:v>400</c:v>
                </c:pt>
                <c:pt idx="1027">
                  <c:v>400</c:v>
                </c:pt>
                <c:pt idx="1028">
                  <c:v>400</c:v>
                </c:pt>
                <c:pt idx="1029">
                  <c:v>400</c:v>
                </c:pt>
                <c:pt idx="1030">
                  <c:v>400</c:v>
                </c:pt>
                <c:pt idx="1031">
                  <c:v>400</c:v>
                </c:pt>
                <c:pt idx="1032">
                  <c:v>400</c:v>
                </c:pt>
                <c:pt idx="1033">
                  <c:v>400</c:v>
                </c:pt>
                <c:pt idx="1034">
                  <c:v>400</c:v>
                </c:pt>
                <c:pt idx="1035">
                  <c:v>400</c:v>
                </c:pt>
                <c:pt idx="1036">
                  <c:v>400</c:v>
                </c:pt>
                <c:pt idx="1037">
                  <c:v>400</c:v>
                </c:pt>
                <c:pt idx="1038">
                  <c:v>400</c:v>
                </c:pt>
                <c:pt idx="1039">
                  <c:v>400</c:v>
                </c:pt>
                <c:pt idx="1040">
                  <c:v>400</c:v>
                </c:pt>
                <c:pt idx="1041">
                  <c:v>400</c:v>
                </c:pt>
                <c:pt idx="1042">
                  <c:v>400</c:v>
                </c:pt>
                <c:pt idx="1043">
                  <c:v>400</c:v>
                </c:pt>
                <c:pt idx="1044">
                  <c:v>400</c:v>
                </c:pt>
                <c:pt idx="1045">
                  <c:v>400</c:v>
                </c:pt>
                <c:pt idx="1046">
                  <c:v>400</c:v>
                </c:pt>
                <c:pt idx="1047">
                  <c:v>400</c:v>
                </c:pt>
                <c:pt idx="1048">
                  <c:v>400</c:v>
                </c:pt>
                <c:pt idx="1049">
                  <c:v>400</c:v>
                </c:pt>
                <c:pt idx="1050">
                  <c:v>400</c:v>
                </c:pt>
                <c:pt idx="1051">
                  <c:v>400</c:v>
                </c:pt>
                <c:pt idx="1052">
                  <c:v>400</c:v>
                </c:pt>
                <c:pt idx="1053">
                  <c:v>400</c:v>
                </c:pt>
                <c:pt idx="1054">
                  <c:v>400</c:v>
                </c:pt>
                <c:pt idx="1055">
                  <c:v>400</c:v>
                </c:pt>
                <c:pt idx="1056">
                  <c:v>400</c:v>
                </c:pt>
                <c:pt idx="1057">
                  <c:v>400</c:v>
                </c:pt>
                <c:pt idx="1058">
                  <c:v>400</c:v>
                </c:pt>
                <c:pt idx="1059">
                  <c:v>400</c:v>
                </c:pt>
                <c:pt idx="1060">
                  <c:v>400</c:v>
                </c:pt>
                <c:pt idx="1061">
                  <c:v>400</c:v>
                </c:pt>
                <c:pt idx="1062">
                  <c:v>400</c:v>
                </c:pt>
                <c:pt idx="1063">
                  <c:v>400</c:v>
                </c:pt>
                <c:pt idx="1064">
                  <c:v>400</c:v>
                </c:pt>
                <c:pt idx="1065">
                  <c:v>400</c:v>
                </c:pt>
                <c:pt idx="1066">
                  <c:v>400</c:v>
                </c:pt>
                <c:pt idx="1067">
                  <c:v>400</c:v>
                </c:pt>
                <c:pt idx="1068">
                  <c:v>400</c:v>
                </c:pt>
                <c:pt idx="1069">
                  <c:v>400</c:v>
                </c:pt>
                <c:pt idx="1070">
                  <c:v>400</c:v>
                </c:pt>
                <c:pt idx="1071">
                  <c:v>400</c:v>
                </c:pt>
                <c:pt idx="1072">
                  <c:v>400</c:v>
                </c:pt>
                <c:pt idx="1073">
                  <c:v>400</c:v>
                </c:pt>
                <c:pt idx="1074">
                  <c:v>400</c:v>
                </c:pt>
                <c:pt idx="1075">
                  <c:v>400</c:v>
                </c:pt>
                <c:pt idx="1076">
                  <c:v>400</c:v>
                </c:pt>
                <c:pt idx="1077">
                  <c:v>400</c:v>
                </c:pt>
                <c:pt idx="1078">
                  <c:v>400</c:v>
                </c:pt>
                <c:pt idx="1079">
                  <c:v>400</c:v>
                </c:pt>
                <c:pt idx="1080">
                  <c:v>400</c:v>
                </c:pt>
                <c:pt idx="1081">
                  <c:v>400</c:v>
                </c:pt>
                <c:pt idx="1082">
                  <c:v>400</c:v>
                </c:pt>
                <c:pt idx="1083">
                  <c:v>400</c:v>
                </c:pt>
                <c:pt idx="1084">
                  <c:v>400</c:v>
                </c:pt>
                <c:pt idx="1085">
                  <c:v>400</c:v>
                </c:pt>
                <c:pt idx="1086">
                  <c:v>400</c:v>
                </c:pt>
                <c:pt idx="1087">
                  <c:v>400</c:v>
                </c:pt>
                <c:pt idx="1088">
                  <c:v>400</c:v>
                </c:pt>
                <c:pt idx="1089">
                  <c:v>400</c:v>
                </c:pt>
                <c:pt idx="1090">
                  <c:v>400</c:v>
                </c:pt>
                <c:pt idx="1091">
                  <c:v>400</c:v>
                </c:pt>
                <c:pt idx="1092">
                  <c:v>400</c:v>
                </c:pt>
                <c:pt idx="1093">
                  <c:v>400</c:v>
                </c:pt>
                <c:pt idx="1094">
                  <c:v>400</c:v>
                </c:pt>
                <c:pt idx="1095">
                  <c:v>400</c:v>
                </c:pt>
                <c:pt idx="1096">
                  <c:v>400</c:v>
                </c:pt>
                <c:pt idx="1097">
                  <c:v>400</c:v>
                </c:pt>
                <c:pt idx="1098">
                  <c:v>400</c:v>
                </c:pt>
                <c:pt idx="1099">
                  <c:v>400</c:v>
                </c:pt>
                <c:pt idx="1100">
                  <c:v>400</c:v>
                </c:pt>
                <c:pt idx="1101">
                  <c:v>400</c:v>
                </c:pt>
                <c:pt idx="1102">
                  <c:v>400</c:v>
                </c:pt>
                <c:pt idx="1103">
                  <c:v>400</c:v>
                </c:pt>
                <c:pt idx="1104">
                  <c:v>400</c:v>
                </c:pt>
                <c:pt idx="1105">
                  <c:v>400</c:v>
                </c:pt>
                <c:pt idx="1106">
                  <c:v>400</c:v>
                </c:pt>
                <c:pt idx="1107">
                  <c:v>400</c:v>
                </c:pt>
                <c:pt idx="1108">
                  <c:v>400</c:v>
                </c:pt>
                <c:pt idx="1109">
                  <c:v>400</c:v>
                </c:pt>
                <c:pt idx="1110">
                  <c:v>400</c:v>
                </c:pt>
                <c:pt idx="1111">
                  <c:v>400</c:v>
                </c:pt>
                <c:pt idx="1112">
                  <c:v>400</c:v>
                </c:pt>
                <c:pt idx="1113">
                  <c:v>400</c:v>
                </c:pt>
                <c:pt idx="1114">
                  <c:v>400</c:v>
                </c:pt>
                <c:pt idx="1115">
                  <c:v>400</c:v>
                </c:pt>
                <c:pt idx="1116">
                  <c:v>400</c:v>
                </c:pt>
                <c:pt idx="1117">
                  <c:v>400</c:v>
                </c:pt>
                <c:pt idx="1118">
                  <c:v>400</c:v>
                </c:pt>
                <c:pt idx="1119">
                  <c:v>400</c:v>
                </c:pt>
                <c:pt idx="1120">
                  <c:v>400</c:v>
                </c:pt>
                <c:pt idx="1121">
                  <c:v>400</c:v>
                </c:pt>
                <c:pt idx="1122">
                  <c:v>400</c:v>
                </c:pt>
                <c:pt idx="1123">
                  <c:v>400</c:v>
                </c:pt>
                <c:pt idx="1124">
                  <c:v>400</c:v>
                </c:pt>
                <c:pt idx="1125">
                  <c:v>400</c:v>
                </c:pt>
                <c:pt idx="1126">
                  <c:v>400</c:v>
                </c:pt>
                <c:pt idx="1127">
                  <c:v>400</c:v>
                </c:pt>
                <c:pt idx="1128">
                  <c:v>400</c:v>
                </c:pt>
                <c:pt idx="1129">
                  <c:v>400</c:v>
                </c:pt>
                <c:pt idx="1130">
                  <c:v>400</c:v>
                </c:pt>
                <c:pt idx="1131">
                  <c:v>400</c:v>
                </c:pt>
                <c:pt idx="1132">
                  <c:v>400</c:v>
                </c:pt>
                <c:pt idx="1133">
                  <c:v>400</c:v>
                </c:pt>
                <c:pt idx="1134">
                  <c:v>400</c:v>
                </c:pt>
                <c:pt idx="1135">
                  <c:v>400</c:v>
                </c:pt>
                <c:pt idx="1136">
                  <c:v>400</c:v>
                </c:pt>
                <c:pt idx="1137">
                  <c:v>400</c:v>
                </c:pt>
                <c:pt idx="1138">
                  <c:v>400</c:v>
                </c:pt>
                <c:pt idx="1139">
                  <c:v>400</c:v>
                </c:pt>
                <c:pt idx="1140">
                  <c:v>400</c:v>
                </c:pt>
                <c:pt idx="1141">
                  <c:v>400</c:v>
                </c:pt>
                <c:pt idx="1142">
                  <c:v>400</c:v>
                </c:pt>
                <c:pt idx="1143">
                  <c:v>400</c:v>
                </c:pt>
                <c:pt idx="1144">
                  <c:v>400</c:v>
                </c:pt>
                <c:pt idx="1145">
                  <c:v>400</c:v>
                </c:pt>
                <c:pt idx="1146">
                  <c:v>400</c:v>
                </c:pt>
                <c:pt idx="1147">
                  <c:v>400</c:v>
                </c:pt>
                <c:pt idx="1148">
                  <c:v>400</c:v>
                </c:pt>
                <c:pt idx="1149">
                  <c:v>400</c:v>
                </c:pt>
                <c:pt idx="1150">
                  <c:v>400</c:v>
                </c:pt>
                <c:pt idx="1151">
                  <c:v>400</c:v>
                </c:pt>
                <c:pt idx="1152">
                  <c:v>400</c:v>
                </c:pt>
                <c:pt idx="1153">
                  <c:v>400</c:v>
                </c:pt>
                <c:pt idx="1154">
                  <c:v>400</c:v>
                </c:pt>
                <c:pt idx="1155">
                  <c:v>400</c:v>
                </c:pt>
                <c:pt idx="1156">
                  <c:v>400</c:v>
                </c:pt>
                <c:pt idx="1157">
                  <c:v>400</c:v>
                </c:pt>
                <c:pt idx="1158">
                  <c:v>400</c:v>
                </c:pt>
                <c:pt idx="1159">
                  <c:v>400</c:v>
                </c:pt>
                <c:pt idx="1160">
                  <c:v>400</c:v>
                </c:pt>
                <c:pt idx="1161">
                  <c:v>400</c:v>
                </c:pt>
                <c:pt idx="1162">
                  <c:v>400</c:v>
                </c:pt>
                <c:pt idx="1163">
                  <c:v>400</c:v>
                </c:pt>
                <c:pt idx="1164">
                  <c:v>400</c:v>
                </c:pt>
                <c:pt idx="1165">
                  <c:v>400</c:v>
                </c:pt>
                <c:pt idx="1166">
                  <c:v>400</c:v>
                </c:pt>
                <c:pt idx="1167">
                  <c:v>400</c:v>
                </c:pt>
                <c:pt idx="1168">
                  <c:v>400</c:v>
                </c:pt>
                <c:pt idx="1169">
                  <c:v>400</c:v>
                </c:pt>
                <c:pt idx="1170">
                  <c:v>400</c:v>
                </c:pt>
                <c:pt idx="1171">
                  <c:v>400</c:v>
                </c:pt>
                <c:pt idx="1172">
                  <c:v>400</c:v>
                </c:pt>
                <c:pt idx="1173">
                  <c:v>400</c:v>
                </c:pt>
                <c:pt idx="1174">
                  <c:v>400</c:v>
                </c:pt>
                <c:pt idx="1175">
                  <c:v>400</c:v>
                </c:pt>
                <c:pt idx="1176">
                  <c:v>400</c:v>
                </c:pt>
                <c:pt idx="1177">
                  <c:v>400</c:v>
                </c:pt>
                <c:pt idx="1178">
                  <c:v>400</c:v>
                </c:pt>
                <c:pt idx="1179">
                  <c:v>400</c:v>
                </c:pt>
                <c:pt idx="1180">
                  <c:v>400</c:v>
                </c:pt>
                <c:pt idx="1181">
                  <c:v>400</c:v>
                </c:pt>
                <c:pt idx="1182">
                  <c:v>400</c:v>
                </c:pt>
                <c:pt idx="1183">
                  <c:v>400</c:v>
                </c:pt>
                <c:pt idx="1184">
                  <c:v>400</c:v>
                </c:pt>
                <c:pt idx="1185">
                  <c:v>400</c:v>
                </c:pt>
                <c:pt idx="1186">
                  <c:v>400</c:v>
                </c:pt>
                <c:pt idx="1187">
                  <c:v>400</c:v>
                </c:pt>
                <c:pt idx="1188">
                  <c:v>400</c:v>
                </c:pt>
                <c:pt idx="1189">
                  <c:v>400</c:v>
                </c:pt>
                <c:pt idx="1190">
                  <c:v>400</c:v>
                </c:pt>
                <c:pt idx="1191">
                  <c:v>400</c:v>
                </c:pt>
                <c:pt idx="1192">
                  <c:v>400</c:v>
                </c:pt>
                <c:pt idx="1193">
                  <c:v>380</c:v>
                </c:pt>
                <c:pt idx="1194">
                  <c:v>380</c:v>
                </c:pt>
                <c:pt idx="1195">
                  <c:v>380</c:v>
                </c:pt>
                <c:pt idx="1196">
                  <c:v>380</c:v>
                </c:pt>
                <c:pt idx="1197">
                  <c:v>380</c:v>
                </c:pt>
                <c:pt idx="1198">
                  <c:v>380</c:v>
                </c:pt>
                <c:pt idx="1199">
                  <c:v>380</c:v>
                </c:pt>
                <c:pt idx="1200">
                  <c:v>380</c:v>
                </c:pt>
                <c:pt idx="1201">
                  <c:v>380</c:v>
                </c:pt>
                <c:pt idx="1202">
                  <c:v>380</c:v>
                </c:pt>
                <c:pt idx="1203">
                  <c:v>380</c:v>
                </c:pt>
                <c:pt idx="1204">
                  <c:v>380</c:v>
                </c:pt>
                <c:pt idx="1205">
                  <c:v>380</c:v>
                </c:pt>
                <c:pt idx="1206">
                  <c:v>380</c:v>
                </c:pt>
                <c:pt idx="1207">
                  <c:v>380</c:v>
                </c:pt>
                <c:pt idx="1208">
                  <c:v>380</c:v>
                </c:pt>
                <c:pt idx="1209">
                  <c:v>380</c:v>
                </c:pt>
                <c:pt idx="1210">
                  <c:v>380</c:v>
                </c:pt>
                <c:pt idx="1211">
                  <c:v>380</c:v>
                </c:pt>
                <c:pt idx="1212">
                  <c:v>380</c:v>
                </c:pt>
                <c:pt idx="1213">
                  <c:v>380</c:v>
                </c:pt>
                <c:pt idx="1214">
                  <c:v>380</c:v>
                </c:pt>
                <c:pt idx="1215">
                  <c:v>380</c:v>
                </c:pt>
                <c:pt idx="1216">
                  <c:v>380</c:v>
                </c:pt>
                <c:pt idx="1217">
                  <c:v>380</c:v>
                </c:pt>
                <c:pt idx="1218">
                  <c:v>380</c:v>
                </c:pt>
                <c:pt idx="1219">
                  <c:v>380</c:v>
                </c:pt>
                <c:pt idx="1220">
                  <c:v>380</c:v>
                </c:pt>
                <c:pt idx="1221">
                  <c:v>380</c:v>
                </c:pt>
                <c:pt idx="1222">
                  <c:v>380</c:v>
                </c:pt>
                <c:pt idx="1223">
                  <c:v>380</c:v>
                </c:pt>
                <c:pt idx="1224">
                  <c:v>380</c:v>
                </c:pt>
                <c:pt idx="1225">
                  <c:v>380</c:v>
                </c:pt>
                <c:pt idx="1226">
                  <c:v>380</c:v>
                </c:pt>
                <c:pt idx="1227">
                  <c:v>380</c:v>
                </c:pt>
                <c:pt idx="1228">
                  <c:v>380</c:v>
                </c:pt>
                <c:pt idx="1229">
                  <c:v>380</c:v>
                </c:pt>
                <c:pt idx="1230">
                  <c:v>380</c:v>
                </c:pt>
                <c:pt idx="1231">
                  <c:v>380</c:v>
                </c:pt>
                <c:pt idx="1232">
                  <c:v>380</c:v>
                </c:pt>
                <c:pt idx="1233">
                  <c:v>380</c:v>
                </c:pt>
                <c:pt idx="1234">
                  <c:v>380</c:v>
                </c:pt>
                <c:pt idx="1235">
                  <c:v>380</c:v>
                </c:pt>
                <c:pt idx="1236">
                  <c:v>380</c:v>
                </c:pt>
                <c:pt idx="1237">
                  <c:v>380</c:v>
                </c:pt>
                <c:pt idx="1238">
                  <c:v>380</c:v>
                </c:pt>
                <c:pt idx="1239">
                  <c:v>380</c:v>
                </c:pt>
                <c:pt idx="1240">
                  <c:v>380</c:v>
                </c:pt>
                <c:pt idx="1241">
                  <c:v>380</c:v>
                </c:pt>
                <c:pt idx="1242">
                  <c:v>380</c:v>
                </c:pt>
                <c:pt idx="1243">
                  <c:v>380</c:v>
                </c:pt>
                <c:pt idx="1244">
                  <c:v>380</c:v>
                </c:pt>
                <c:pt idx="1245">
                  <c:v>380</c:v>
                </c:pt>
                <c:pt idx="1246">
                  <c:v>380</c:v>
                </c:pt>
                <c:pt idx="1247">
                  <c:v>380</c:v>
                </c:pt>
                <c:pt idx="1248">
                  <c:v>380</c:v>
                </c:pt>
                <c:pt idx="1249">
                  <c:v>380</c:v>
                </c:pt>
                <c:pt idx="1250">
                  <c:v>380</c:v>
                </c:pt>
                <c:pt idx="1251">
                  <c:v>380</c:v>
                </c:pt>
                <c:pt idx="1252">
                  <c:v>380</c:v>
                </c:pt>
                <c:pt idx="1253">
                  <c:v>380</c:v>
                </c:pt>
                <c:pt idx="1254">
                  <c:v>380</c:v>
                </c:pt>
                <c:pt idx="1255">
                  <c:v>380</c:v>
                </c:pt>
                <c:pt idx="1256">
                  <c:v>380</c:v>
                </c:pt>
                <c:pt idx="1257">
                  <c:v>380</c:v>
                </c:pt>
                <c:pt idx="1258">
                  <c:v>380</c:v>
                </c:pt>
                <c:pt idx="1259">
                  <c:v>380</c:v>
                </c:pt>
                <c:pt idx="1260">
                  <c:v>380</c:v>
                </c:pt>
                <c:pt idx="1261">
                  <c:v>380</c:v>
                </c:pt>
                <c:pt idx="1262">
                  <c:v>380</c:v>
                </c:pt>
                <c:pt idx="1263">
                  <c:v>380</c:v>
                </c:pt>
                <c:pt idx="1264">
                  <c:v>380</c:v>
                </c:pt>
                <c:pt idx="1265">
                  <c:v>380</c:v>
                </c:pt>
                <c:pt idx="1266">
                  <c:v>380</c:v>
                </c:pt>
                <c:pt idx="1267">
                  <c:v>380</c:v>
                </c:pt>
                <c:pt idx="1268">
                  <c:v>380</c:v>
                </c:pt>
                <c:pt idx="1269">
                  <c:v>380</c:v>
                </c:pt>
                <c:pt idx="1270">
                  <c:v>380</c:v>
                </c:pt>
                <c:pt idx="1271">
                  <c:v>380</c:v>
                </c:pt>
                <c:pt idx="1272">
                  <c:v>380</c:v>
                </c:pt>
                <c:pt idx="1273">
                  <c:v>380</c:v>
                </c:pt>
                <c:pt idx="1274">
                  <c:v>380</c:v>
                </c:pt>
                <c:pt idx="1275">
                  <c:v>380</c:v>
                </c:pt>
                <c:pt idx="1276">
                  <c:v>380</c:v>
                </c:pt>
                <c:pt idx="1277">
                  <c:v>380</c:v>
                </c:pt>
                <c:pt idx="1278">
                  <c:v>370</c:v>
                </c:pt>
                <c:pt idx="1279">
                  <c:v>370</c:v>
                </c:pt>
                <c:pt idx="1280">
                  <c:v>370</c:v>
                </c:pt>
                <c:pt idx="1281">
                  <c:v>370</c:v>
                </c:pt>
                <c:pt idx="1282">
                  <c:v>360</c:v>
                </c:pt>
                <c:pt idx="1283">
                  <c:v>360</c:v>
                </c:pt>
                <c:pt idx="1284">
                  <c:v>360</c:v>
                </c:pt>
                <c:pt idx="1285">
                  <c:v>350</c:v>
                </c:pt>
                <c:pt idx="1286">
                  <c:v>350</c:v>
                </c:pt>
                <c:pt idx="1287">
                  <c:v>350</c:v>
                </c:pt>
                <c:pt idx="1288">
                  <c:v>350</c:v>
                </c:pt>
                <c:pt idx="1289">
                  <c:v>350</c:v>
                </c:pt>
                <c:pt idx="1290">
                  <c:v>350</c:v>
                </c:pt>
                <c:pt idx="1291">
                  <c:v>350</c:v>
                </c:pt>
                <c:pt idx="1292">
                  <c:v>350</c:v>
                </c:pt>
                <c:pt idx="1293">
                  <c:v>350</c:v>
                </c:pt>
                <c:pt idx="1294">
                  <c:v>350</c:v>
                </c:pt>
                <c:pt idx="1295">
                  <c:v>350</c:v>
                </c:pt>
                <c:pt idx="1296">
                  <c:v>350</c:v>
                </c:pt>
                <c:pt idx="1297">
                  <c:v>350</c:v>
                </c:pt>
                <c:pt idx="1298">
                  <c:v>350</c:v>
                </c:pt>
                <c:pt idx="1299">
                  <c:v>350</c:v>
                </c:pt>
                <c:pt idx="1300">
                  <c:v>350</c:v>
                </c:pt>
                <c:pt idx="1301">
                  <c:v>350</c:v>
                </c:pt>
                <c:pt idx="1302">
                  <c:v>350</c:v>
                </c:pt>
                <c:pt idx="1303">
                  <c:v>350</c:v>
                </c:pt>
                <c:pt idx="1304">
                  <c:v>350</c:v>
                </c:pt>
                <c:pt idx="1305">
                  <c:v>350</c:v>
                </c:pt>
                <c:pt idx="1306">
                  <c:v>350</c:v>
                </c:pt>
                <c:pt idx="1307">
                  <c:v>350</c:v>
                </c:pt>
                <c:pt idx="1308">
                  <c:v>350</c:v>
                </c:pt>
                <c:pt idx="1309">
                  <c:v>350</c:v>
                </c:pt>
                <c:pt idx="1310">
                  <c:v>350</c:v>
                </c:pt>
                <c:pt idx="1311">
                  <c:v>350</c:v>
                </c:pt>
                <c:pt idx="1312">
                  <c:v>350</c:v>
                </c:pt>
                <c:pt idx="1313">
                  <c:v>350</c:v>
                </c:pt>
                <c:pt idx="1314">
                  <c:v>350</c:v>
                </c:pt>
                <c:pt idx="1315">
                  <c:v>350</c:v>
                </c:pt>
                <c:pt idx="1316">
                  <c:v>350</c:v>
                </c:pt>
                <c:pt idx="1317">
                  <c:v>350</c:v>
                </c:pt>
                <c:pt idx="1318">
                  <c:v>350</c:v>
                </c:pt>
                <c:pt idx="1319">
                  <c:v>350</c:v>
                </c:pt>
                <c:pt idx="1320">
                  <c:v>350</c:v>
                </c:pt>
                <c:pt idx="1321">
                  <c:v>350</c:v>
                </c:pt>
                <c:pt idx="1322">
                  <c:v>350</c:v>
                </c:pt>
                <c:pt idx="1323">
                  <c:v>350</c:v>
                </c:pt>
                <c:pt idx="1324">
                  <c:v>350</c:v>
                </c:pt>
                <c:pt idx="1325">
                  <c:v>350</c:v>
                </c:pt>
                <c:pt idx="1326">
                  <c:v>350</c:v>
                </c:pt>
                <c:pt idx="1327">
                  <c:v>350</c:v>
                </c:pt>
                <c:pt idx="1328">
                  <c:v>350</c:v>
                </c:pt>
                <c:pt idx="1329">
                  <c:v>350</c:v>
                </c:pt>
                <c:pt idx="1330">
                  <c:v>350</c:v>
                </c:pt>
                <c:pt idx="1331">
                  <c:v>350</c:v>
                </c:pt>
                <c:pt idx="1332">
                  <c:v>350</c:v>
                </c:pt>
                <c:pt idx="1333">
                  <c:v>350</c:v>
                </c:pt>
                <c:pt idx="1334">
                  <c:v>350</c:v>
                </c:pt>
                <c:pt idx="1335">
                  <c:v>350</c:v>
                </c:pt>
                <c:pt idx="1336">
                  <c:v>350</c:v>
                </c:pt>
                <c:pt idx="1337">
                  <c:v>350</c:v>
                </c:pt>
                <c:pt idx="1338">
                  <c:v>350</c:v>
                </c:pt>
                <c:pt idx="1339">
                  <c:v>350</c:v>
                </c:pt>
                <c:pt idx="1340">
                  <c:v>350</c:v>
                </c:pt>
                <c:pt idx="1341">
                  <c:v>350</c:v>
                </c:pt>
                <c:pt idx="1342">
                  <c:v>350</c:v>
                </c:pt>
                <c:pt idx="1343">
                  <c:v>350</c:v>
                </c:pt>
                <c:pt idx="1344">
                  <c:v>350</c:v>
                </c:pt>
                <c:pt idx="1345">
                  <c:v>350</c:v>
                </c:pt>
                <c:pt idx="1346">
                  <c:v>350</c:v>
                </c:pt>
                <c:pt idx="1347">
                  <c:v>350</c:v>
                </c:pt>
                <c:pt idx="1348">
                  <c:v>350</c:v>
                </c:pt>
                <c:pt idx="1349">
                  <c:v>350</c:v>
                </c:pt>
                <c:pt idx="1350">
                  <c:v>350</c:v>
                </c:pt>
                <c:pt idx="1351">
                  <c:v>350</c:v>
                </c:pt>
                <c:pt idx="1352">
                  <c:v>350</c:v>
                </c:pt>
                <c:pt idx="1353">
                  <c:v>350</c:v>
                </c:pt>
                <c:pt idx="1354">
                  <c:v>350</c:v>
                </c:pt>
                <c:pt idx="1355">
                  <c:v>350</c:v>
                </c:pt>
                <c:pt idx="1356">
                  <c:v>350</c:v>
                </c:pt>
                <c:pt idx="1357">
                  <c:v>350</c:v>
                </c:pt>
                <c:pt idx="1358">
                  <c:v>350</c:v>
                </c:pt>
                <c:pt idx="1359">
                  <c:v>350</c:v>
                </c:pt>
                <c:pt idx="1360">
                  <c:v>350</c:v>
                </c:pt>
                <c:pt idx="1361">
                  <c:v>350</c:v>
                </c:pt>
                <c:pt idx="1362">
                  <c:v>350</c:v>
                </c:pt>
                <c:pt idx="1363">
                  <c:v>350</c:v>
                </c:pt>
                <c:pt idx="1364">
                  <c:v>350</c:v>
                </c:pt>
                <c:pt idx="1365">
                  <c:v>350</c:v>
                </c:pt>
                <c:pt idx="1366">
                  <c:v>350</c:v>
                </c:pt>
                <c:pt idx="1367">
                  <c:v>350</c:v>
                </c:pt>
                <c:pt idx="1368">
                  <c:v>350</c:v>
                </c:pt>
                <c:pt idx="1369">
                  <c:v>350</c:v>
                </c:pt>
                <c:pt idx="1370">
                  <c:v>350</c:v>
                </c:pt>
                <c:pt idx="1371">
                  <c:v>350</c:v>
                </c:pt>
                <c:pt idx="1372">
                  <c:v>350</c:v>
                </c:pt>
                <c:pt idx="1373">
                  <c:v>350</c:v>
                </c:pt>
                <c:pt idx="1374">
                  <c:v>350</c:v>
                </c:pt>
                <c:pt idx="1375">
                  <c:v>350</c:v>
                </c:pt>
                <c:pt idx="1376">
                  <c:v>350</c:v>
                </c:pt>
                <c:pt idx="1377">
                  <c:v>350</c:v>
                </c:pt>
                <c:pt idx="1378">
                  <c:v>350</c:v>
                </c:pt>
                <c:pt idx="1379">
                  <c:v>350</c:v>
                </c:pt>
                <c:pt idx="1380">
                  <c:v>350</c:v>
                </c:pt>
                <c:pt idx="1381">
                  <c:v>350</c:v>
                </c:pt>
                <c:pt idx="1382">
                  <c:v>350</c:v>
                </c:pt>
                <c:pt idx="1383">
                  <c:v>350</c:v>
                </c:pt>
                <c:pt idx="1384">
                  <c:v>350</c:v>
                </c:pt>
                <c:pt idx="1385">
                  <c:v>350</c:v>
                </c:pt>
                <c:pt idx="1386">
                  <c:v>350</c:v>
                </c:pt>
                <c:pt idx="1387">
                  <c:v>350</c:v>
                </c:pt>
                <c:pt idx="1388">
                  <c:v>350</c:v>
                </c:pt>
                <c:pt idx="1389">
                  <c:v>350</c:v>
                </c:pt>
                <c:pt idx="1390">
                  <c:v>350</c:v>
                </c:pt>
                <c:pt idx="1391">
                  <c:v>350</c:v>
                </c:pt>
                <c:pt idx="1392">
                  <c:v>350</c:v>
                </c:pt>
                <c:pt idx="1393">
                  <c:v>350</c:v>
                </c:pt>
                <c:pt idx="1394">
                  <c:v>350</c:v>
                </c:pt>
                <c:pt idx="1395">
                  <c:v>350</c:v>
                </c:pt>
                <c:pt idx="1396">
                  <c:v>350</c:v>
                </c:pt>
                <c:pt idx="1397">
                  <c:v>350</c:v>
                </c:pt>
                <c:pt idx="1398">
                  <c:v>350</c:v>
                </c:pt>
                <c:pt idx="1399">
                  <c:v>350</c:v>
                </c:pt>
                <c:pt idx="1400">
                  <c:v>350</c:v>
                </c:pt>
                <c:pt idx="1401">
                  <c:v>350</c:v>
                </c:pt>
                <c:pt idx="1402">
                  <c:v>350</c:v>
                </c:pt>
                <c:pt idx="1403">
                  <c:v>350</c:v>
                </c:pt>
                <c:pt idx="1404">
                  <c:v>350</c:v>
                </c:pt>
                <c:pt idx="1405">
                  <c:v>350</c:v>
                </c:pt>
                <c:pt idx="1406">
                  <c:v>350</c:v>
                </c:pt>
                <c:pt idx="1407">
                  <c:v>350</c:v>
                </c:pt>
                <c:pt idx="1408">
                  <c:v>350</c:v>
                </c:pt>
                <c:pt idx="1409">
                  <c:v>350</c:v>
                </c:pt>
                <c:pt idx="1410">
                  <c:v>350</c:v>
                </c:pt>
                <c:pt idx="1411">
                  <c:v>350</c:v>
                </c:pt>
                <c:pt idx="1412">
                  <c:v>350</c:v>
                </c:pt>
                <c:pt idx="1413">
                  <c:v>350</c:v>
                </c:pt>
                <c:pt idx="1414">
                  <c:v>350</c:v>
                </c:pt>
                <c:pt idx="1415">
                  <c:v>350</c:v>
                </c:pt>
                <c:pt idx="1416">
                  <c:v>350</c:v>
                </c:pt>
                <c:pt idx="1417">
                  <c:v>350</c:v>
                </c:pt>
                <c:pt idx="1418">
                  <c:v>350</c:v>
                </c:pt>
                <c:pt idx="1419">
                  <c:v>350</c:v>
                </c:pt>
                <c:pt idx="1420">
                  <c:v>350</c:v>
                </c:pt>
                <c:pt idx="1421">
                  <c:v>350</c:v>
                </c:pt>
                <c:pt idx="1422">
                  <c:v>350</c:v>
                </c:pt>
                <c:pt idx="1423">
                  <c:v>350</c:v>
                </c:pt>
                <c:pt idx="1424">
                  <c:v>350</c:v>
                </c:pt>
                <c:pt idx="1425">
                  <c:v>350</c:v>
                </c:pt>
                <c:pt idx="1426">
                  <c:v>350</c:v>
                </c:pt>
                <c:pt idx="1427">
                  <c:v>350</c:v>
                </c:pt>
                <c:pt idx="1428">
                  <c:v>350</c:v>
                </c:pt>
                <c:pt idx="1429">
                  <c:v>350</c:v>
                </c:pt>
                <c:pt idx="1430">
                  <c:v>350</c:v>
                </c:pt>
                <c:pt idx="1431">
                  <c:v>350</c:v>
                </c:pt>
                <c:pt idx="1432">
                  <c:v>350</c:v>
                </c:pt>
                <c:pt idx="1433">
                  <c:v>350</c:v>
                </c:pt>
                <c:pt idx="1434">
                  <c:v>350</c:v>
                </c:pt>
                <c:pt idx="1435">
                  <c:v>350</c:v>
                </c:pt>
                <c:pt idx="1436">
                  <c:v>350</c:v>
                </c:pt>
                <c:pt idx="1437">
                  <c:v>350</c:v>
                </c:pt>
                <c:pt idx="1438">
                  <c:v>350</c:v>
                </c:pt>
                <c:pt idx="1439">
                  <c:v>350</c:v>
                </c:pt>
                <c:pt idx="1440">
                  <c:v>350</c:v>
                </c:pt>
                <c:pt idx="1441">
                  <c:v>350</c:v>
                </c:pt>
                <c:pt idx="1442">
                  <c:v>350</c:v>
                </c:pt>
                <c:pt idx="1443">
                  <c:v>350</c:v>
                </c:pt>
                <c:pt idx="1444">
                  <c:v>350</c:v>
                </c:pt>
                <c:pt idx="1445">
                  <c:v>350</c:v>
                </c:pt>
                <c:pt idx="1446">
                  <c:v>350</c:v>
                </c:pt>
                <c:pt idx="1447">
                  <c:v>350</c:v>
                </c:pt>
                <c:pt idx="1448">
                  <c:v>350</c:v>
                </c:pt>
                <c:pt idx="1449">
                  <c:v>350</c:v>
                </c:pt>
                <c:pt idx="1450">
                  <c:v>350</c:v>
                </c:pt>
                <c:pt idx="1451">
                  <c:v>350</c:v>
                </c:pt>
                <c:pt idx="1452">
                  <c:v>350</c:v>
                </c:pt>
                <c:pt idx="1453">
                  <c:v>350</c:v>
                </c:pt>
                <c:pt idx="1454">
                  <c:v>350</c:v>
                </c:pt>
                <c:pt idx="1455">
                  <c:v>350</c:v>
                </c:pt>
                <c:pt idx="1456">
                  <c:v>350</c:v>
                </c:pt>
                <c:pt idx="1457">
                  <c:v>350</c:v>
                </c:pt>
                <c:pt idx="1458">
                  <c:v>350</c:v>
                </c:pt>
                <c:pt idx="1459">
                  <c:v>350</c:v>
                </c:pt>
                <c:pt idx="1460">
                  <c:v>350</c:v>
                </c:pt>
                <c:pt idx="1461">
                  <c:v>350</c:v>
                </c:pt>
                <c:pt idx="1462">
                  <c:v>350</c:v>
                </c:pt>
                <c:pt idx="1463">
                  <c:v>350</c:v>
                </c:pt>
                <c:pt idx="1464">
                  <c:v>350</c:v>
                </c:pt>
                <c:pt idx="1465">
                  <c:v>350</c:v>
                </c:pt>
                <c:pt idx="1466">
                  <c:v>350</c:v>
                </c:pt>
                <c:pt idx="1467">
                  <c:v>350</c:v>
                </c:pt>
                <c:pt idx="1468">
                  <c:v>350</c:v>
                </c:pt>
                <c:pt idx="1469">
                  <c:v>350</c:v>
                </c:pt>
                <c:pt idx="1470">
                  <c:v>350</c:v>
                </c:pt>
                <c:pt idx="1471">
                  <c:v>350</c:v>
                </c:pt>
                <c:pt idx="1472">
                  <c:v>350</c:v>
                </c:pt>
                <c:pt idx="1473">
                  <c:v>350</c:v>
                </c:pt>
                <c:pt idx="1474">
                  <c:v>350</c:v>
                </c:pt>
                <c:pt idx="1475">
                  <c:v>350</c:v>
                </c:pt>
                <c:pt idx="1476">
                  <c:v>350</c:v>
                </c:pt>
                <c:pt idx="1477">
                  <c:v>350</c:v>
                </c:pt>
                <c:pt idx="1478">
                  <c:v>350</c:v>
                </c:pt>
                <c:pt idx="1479">
                  <c:v>350</c:v>
                </c:pt>
                <c:pt idx="1480">
                  <c:v>350</c:v>
                </c:pt>
                <c:pt idx="1481">
                  <c:v>350</c:v>
                </c:pt>
                <c:pt idx="1482">
                  <c:v>350</c:v>
                </c:pt>
                <c:pt idx="1483">
                  <c:v>350</c:v>
                </c:pt>
                <c:pt idx="1484">
                  <c:v>350</c:v>
                </c:pt>
                <c:pt idx="1485">
                  <c:v>350</c:v>
                </c:pt>
                <c:pt idx="1486">
                  <c:v>350</c:v>
                </c:pt>
                <c:pt idx="1487">
                  <c:v>350</c:v>
                </c:pt>
                <c:pt idx="1488">
                  <c:v>350</c:v>
                </c:pt>
                <c:pt idx="1489">
                  <c:v>350</c:v>
                </c:pt>
                <c:pt idx="1490">
                  <c:v>350</c:v>
                </c:pt>
                <c:pt idx="1491">
                  <c:v>350</c:v>
                </c:pt>
                <c:pt idx="1492">
                  <c:v>350</c:v>
                </c:pt>
                <c:pt idx="1493">
                  <c:v>350</c:v>
                </c:pt>
                <c:pt idx="1494">
                  <c:v>350</c:v>
                </c:pt>
                <c:pt idx="1495">
                  <c:v>350</c:v>
                </c:pt>
                <c:pt idx="1496">
                  <c:v>350</c:v>
                </c:pt>
                <c:pt idx="1497">
                  <c:v>350</c:v>
                </c:pt>
                <c:pt idx="1498">
                  <c:v>350</c:v>
                </c:pt>
                <c:pt idx="1499">
                  <c:v>350</c:v>
                </c:pt>
                <c:pt idx="1500">
                  <c:v>350</c:v>
                </c:pt>
                <c:pt idx="1501">
                  <c:v>350</c:v>
                </c:pt>
                <c:pt idx="1502">
                  <c:v>350</c:v>
                </c:pt>
                <c:pt idx="1503">
                  <c:v>350</c:v>
                </c:pt>
                <c:pt idx="1504">
                  <c:v>350</c:v>
                </c:pt>
                <c:pt idx="1505">
                  <c:v>350</c:v>
                </c:pt>
                <c:pt idx="1506">
                  <c:v>350</c:v>
                </c:pt>
                <c:pt idx="1507">
                  <c:v>350</c:v>
                </c:pt>
                <c:pt idx="1508">
                  <c:v>350</c:v>
                </c:pt>
                <c:pt idx="1509">
                  <c:v>350</c:v>
                </c:pt>
                <c:pt idx="1510">
                  <c:v>350</c:v>
                </c:pt>
                <c:pt idx="1511">
                  <c:v>350</c:v>
                </c:pt>
                <c:pt idx="1512">
                  <c:v>350</c:v>
                </c:pt>
                <c:pt idx="1513">
                  <c:v>350</c:v>
                </c:pt>
                <c:pt idx="1514">
                  <c:v>350</c:v>
                </c:pt>
                <c:pt idx="1515">
                  <c:v>350</c:v>
                </c:pt>
                <c:pt idx="1516">
                  <c:v>350</c:v>
                </c:pt>
                <c:pt idx="1517">
                  <c:v>350</c:v>
                </c:pt>
                <c:pt idx="1518">
                  <c:v>350</c:v>
                </c:pt>
                <c:pt idx="1519">
                  <c:v>350</c:v>
                </c:pt>
                <c:pt idx="1520">
                  <c:v>350</c:v>
                </c:pt>
                <c:pt idx="1521">
                  <c:v>350</c:v>
                </c:pt>
                <c:pt idx="1522">
                  <c:v>350</c:v>
                </c:pt>
                <c:pt idx="1523">
                  <c:v>350</c:v>
                </c:pt>
                <c:pt idx="1524">
                  <c:v>350</c:v>
                </c:pt>
                <c:pt idx="1525">
                  <c:v>350</c:v>
                </c:pt>
                <c:pt idx="1526">
                  <c:v>350</c:v>
                </c:pt>
                <c:pt idx="1527">
                  <c:v>350</c:v>
                </c:pt>
                <c:pt idx="1528">
                  <c:v>350</c:v>
                </c:pt>
                <c:pt idx="1529">
                  <c:v>350</c:v>
                </c:pt>
                <c:pt idx="1530">
                  <c:v>350</c:v>
                </c:pt>
                <c:pt idx="1531">
                  <c:v>350</c:v>
                </c:pt>
                <c:pt idx="1532">
                  <c:v>350</c:v>
                </c:pt>
                <c:pt idx="1533">
                  <c:v>350</c:v>
                </c:pt>
                <c:pt idx="1534">
                  <c:v>350</c:v>
                </c:pt>
                <c:pt idx="1535">
                  <c:v>400</c:v>
                </c:pt>
                <c:pt idx="1536">
                  <c:v>400</c:v>
                </c:pt>
                <c:pt idx="1537">
                  <c:v>400</c:v>
                </c:pt>
                <c:pt idx="1538">
                  <c:v>400</c:v>
                </c:pt>
                <c:pt idx="1539">
                  <c:v>400</c:v>
                </c:pt>
                <c:pt idx="1540">
                  <c:v>400</c:v>
                </c:pt>
                <c:pt idx="1541">
                  <c:v>400</c:v>
                </c:pt>
                <c:pt idx="1542">
                  <c:v>400</c:v>
                </c:pt>
                <c:pt idx="1543">
                  <c:v>400</c:v>
                </c:pt>
                <c:pt idx="1544">
                  <c:v>400</c:v>
                </c:pt>
                <c:pt idx="1545">
                  <c:v>400</c:v>
                </c:pt>
                <c:pt idx="1546">
                  <c:v>400</c:v>
                </c:pt>
                <c:pt idx="1547">
                  <c:v>400</c:v>
                </c:pt>
                <c:pt idx="1548">
                  <c:v>400</c:v>
                </c:pt>
                <c:pt idx="1549">
                  <c:v>400</c:v>
                </c:pt>
                <c:pt idx="1550">
                  <c:v>400</c:v>
                </c:pt>
                <c:pt idx="1551">
                  <c:v>400</c:v>
                </c:pt>
                <c:pt idx="1552">
                  <c:v>400</c:v>
                </c:pt>
                <c:pt idx="1553">
                  <c:v>400</c:v>
                </c:pt>
                <c:pt idx="1554">
                  <c:v>400</c:v>
                </c:pt>
                <c:pt idx="1555">
                  <c:v>400</c:v>
                </c:pt>
                <c:pt idx="1556">
                  <c:v>400</c:v>
                </c:pt>
                <c:pt idx="1557">
                  <c:v>400</c:v>
                </c:pt>
                <c:pt idx="1558">
                  <c:v>400</c:v>
                </c:pt>
                <c:pt idx="1559">
                  <c:v>400</c:v>
                </c:pt>
                <c:pt idx="1560">
                  <c:v>400</c:v>
                </c:pt>
                <c:pt idx="1561">
                  <c:v>400</c:v>
                </c:pt>
                <c:pt idx="1562">
                  <c:v>400</c:v>
                </c:pt>
                <c:pt idx="1563">
                  <c:v>400</c:v>
                </c:pt>
                <c:pt idx="1564">
                  <c:v>400</c:v>
                </c:pt>
                <c:pt idx="1565">
                  <c:v>400</c:v>
                </c:pt>
                <c:pt idx="1566">
                  <c:v>400</c:v>
                </c:pt>
                <c:pt idx="1567">
                  <c:v>400</c:v>
                </c:pt>
                <c:pt idx="1568">
                  <c:v>400</c:v>
                </c:pt>
                <c:pt idx="1569">
                  <c:v>400</c:v>
                </c:pt>
                <c:pt idx="1570">
                  <c:v>400</c:v>
                </c:pt>
                <c:pt idx="1571">
                  <c:v>400</c:v>
                </c:pt>
                <c:pt idx="1572">
                  <c:v>400</c:v>
                </c:pt>
                <c:pt idx="1573">
                  <c:v>400</c:v>
                </c:pt>
                <c:pt idx="1574">
                  <c:v>400</c:v>
                </c:pt>
                <c:pt idx="1575">
                  <c:v>400</c:v>
                </c:pt>
                <c:pt idx="1576">
                  <c:v>400</c:v>
                </c:pt>
                <c:pt idx="1577">
                  <c:v>400</c:v>
                </c:pt>
                <c:pt idx="1578">
                  <c:v>400</c:v>
                </c:pt>
                <c:pt idx="1579">
                  <c:v>400</c:v>
                </c:pt>
                <c:pt idx="1580">
                  <c:v>400</c:v>
                </c:pt>
                <c:pt idx="1581">
                  <c:v>400</c:v>
                </c:pt>
                <c:pt idx="1582">
                  <c:v>400</c:v>
                </c:pt>
                <c:pt idx="1583">
                  <c:v>400</c:v>
                </c:pt>
                <c:pt idx="1584">
                  <c:v>400</c:v>
                </c:pt>
                <c:pt idx="1585">
                  <c:v>400</c:v>
                </c:pt>
                <c:pt idx="1586">
                  <c:v>400</c:v>
                </c:pt>
                <c:pt idx="1587">
                  <c:v>400</c:v>
                </c:pt>
                <c:pt idx="1588">
                  <c:v>400</c:v>
                </c:pt>
                <c:pt idx="1589">
                  <c:v>400</c:v>
                </c:pt>
                <c:pt idx="1590">
                  <c:v>400</c:v>
                </c:pt>
                <c:pt idx="1591">
                  <c:v>400</c:v>
                </c:pt>
                <c:pt idx="1592">
                  <c:v>400</c:v>
                </c:pt>
                <c:pt idx="1593">
                  <c:v>400</c:v>
                </c:pt>
                <c:pt idx="1594">
                  <c:v>400</c:v>
                </c:pt>
                <c:pt idx="1595">
                  <c:v>400</c:v>
                </c:pt>
                <c:pt idx="1596">
                  <c:v>400</c:v>
                </c:pt>
                <c:pt idx="1597">
                  <c:v>400</c:v>
                </c:pt>
                <c:pt idx="1598">
                  <c:v>400</c:v>
                </c:pt>
                <c:pt idx="1599">
                  <c:v>450</c:v>
                </c:pt>
                <c:pt idx="1600">
                  <c:v>450</c:v>
                </c:pt>
                <c:pt idx="1601">
                  <c:v>450</c:v>
                </c:pt>
                <c:pt idx="1602">
                  <c:v>450</c:v>
                </c:pt>
                <c:pt idx="1603">
                  <c:v>450</c:v>
                </c:pt>
                <c:pt idx="1604">
                  <c:v>450</c:v>
                </c:pt>
                <c:pt idx="1605">
                  <c:v>450</c:v>
                </c:pt>
                <c:pt idx="1606">
                  <c:v>450</c:v>
                </c:pt>
                <c:pt idx="1607">
                  <c:v>450</c:v>
                </c:pt>
                <c:pt idx="1608">
                  <c:v>450</c:v>
                </c:pt>
                <c:pt idx="1609">
                  <c:v>450</c:v>
                </c:pt>
                <c:pt idx="1610">
                  <c:v>450</c:v>
                </c:pt>
                <c:pt idx="1611">
                  <c:v>450</c:v>
                </c:pt>
                <c:pt idx="1612">
                  <c:v>450</c:v>
                </c:pt>
                <c:pt idx="1613">
                  <c:v>450</c:v>
                </c:pt>
                <c:pt idx="1614">
                  <c:v>450</c:v>
                </c:pt>
                <c:pt idx="1615">
                  <c:v>450</c:v>
                </c:pt>
                <c:pt idx="1616">
                  <c:v>450</c:v>
                </c:pt>
                <c:pt idx="1617">
                  <c:v>450</c:v>
                </c:pt>
                <c:pt idx="1618">
                  <c:v>450</c:v>
                </c:pt>
                <c:pt idx="1619">
                  <c:v>450</c:v>
                </c:pt>
                <c:pt idx="1620">
                  <c:v>450</c:v>
                </c:pt>
                <c:pt idx="1621">
                  <c:v>450</c:v>
                </c:pt>
                <c:pt idx="1622">
                  <c:v>450</c:v>
                </c:pt>
                <c:pt idx="1623">
                  <c:v>450</c:v>
                </c:pt>
                <c:pt idx="1624">
                  <c:v>450</c:v>
                </c:pt>
                <c:pt idx="1625">
                  <c:v>450</c:v>
                </c:pt>
                <c:pt idx="1626">
                  <c:v>450</c:v>
                </c:pt>
                <c:pt idx="1627">
                  <c:v>450</c:v>
                </c:pt>
                <c:pt idx="1628">
                  <c:v>500</c:v>
                </c:pt>
                <c:pt idx="1629">
                  <c:v>500</c:v>
                </c:pt>
                <c:pt idx="1630">
                  <c:v>500</c:v>
                </c:pt>
                <c:pt idx="1631">
                  <c:v>500</c:v>
                </c:pt>
                <c:pt idx="1632">
                  <c:v>500</c:v>
                </c:pt>
                <c:pt idx="1633">
                  <c:v>500</c:v>
                </c:pt>
                <c:pt idx="1634">
                  <c:v>500</c:v>
                </c:pt>
                <c:pt idx="1635">
                  <c:v>500</c:v>
                </c:pt>
                <c:pt idx="1636">
                  <c:v>500</c:v>
                </c:pt>
                <c:pt idx="1637">
                  <c:v>500</c:v>
                </c:pt>
                <c:pt idx="1638">
                  <c:v>500</c:v>
                </c:pt>
                <c:pt idx="1639">
                  <c:v>500</c:v>
                </c:pt>
                <c:pt idx="1640">
                  <c:v>500</c:v>
                </c:pt>
                <c:pt idx="1641">
                  <c:v>500</c:v>
                </c:pt>
                <c:pt idx="1642">
                  <c:v>500</c:v>
                </c:pt>
                <c:pt idx="1643">
                  <c:v>500</c:v>
                </c:pt>
                <c:pt idx="1644">
                  <c:v>500</c:v>
                </c:pt>
                <c:pt idx="1645">
                  <c:v>500</c:v>
                </c:pt>
                <c:pt idx="1646">
                  <c:v>500</c:v>
                </c:pt>
                <c:pt idx="1647">
                  <c:v>500</c:v>
                </c:pt>
                <c:pt idx="1648">
                  <c:v>500</c:v>
                </c:pt>
                <c:pt idx="1649">
                  <c:v>500</c:v>
                </c:pt>
                <c:pt idx="1650">
                  <c:v>500</c:v>
                </c:pt>
                <c:pt idx="1651">
                  <c:v>500</c:v>
                </c:pt>
                <c:pt idx="1652">
                  <c:v>500</c:v>
                </c:pt>
                <c:pt idx="1653">
                  <c:v>500</c:v>
                </c:pt>
                <c:pt idx="1654">
                  <c:v>500</c:v>
                </c:pt>
                <c:pt idx="1655">
                  <c:v>500</c:v>
                </c:pt>
                <c:pt idx="1656">
                  <c:v>500</c:v>
                </c:pt>
                <c:pt idx="1657">
                  <c:v>500</c:v>
                </c:pt>
                <c:pt idx="1658">
                  <c:v>500</c:v>
                </c:pt>
                <c:pt idx="1659">
                  <c:v>500</c:v>
                </c:pt>
                <c:pt idx="1660">
                  <c:v>500</c:v>
                </c:pt>
                <c:pt idx="1661">
                  <c:v>500</c:v>
                </c:pt>
                <c:pt idx="1662">
                  <c:v>500</c:v>
                </c:pt>
                <c:pt idx="1663">
                  <c:v>500</c:v>
                </c:pt>
                <c:pt idx="1664">
                  <c:v>500</c:v>
                </c:pt>
                <c:pt idx="1665">
                  <c:v>500</c:v>
                </c:pt>
                <c:pt idx="1666">
                  <c:v>500</c:v>
                </c:pt>
                <c:pt idx="1667">
                  <c:v>500</c:v>
                </c:pt>
                <c:pt idx="1668">
                  <c:v>500</c:v>
                </c:pt>
                <c:pt idx="1669">
                  <c:v>500</c:v>
                </c:pt>
                <c:pt idx="1670">
                  <c:v>500</c:v>
                </c:pt>
                <c:pt idx="1671">
                  <c:v>500</c:v>
                </c:pt>
                <c:pt idx="1672">
                  <c:v>500</c:v>
                </c:pt>
                <c:pt idx="1673">
                  <c:v>500</c:v>
                </c:pt>
                <c:pt idx="1674">
                  <c:v>550</c:v>
                </c:pt>
                <c:pt idx="1675">
                  <c:v>550</c:v>
                </c:pt>
                <c:pt idx="1676">
                  <c:v>550</c:v>
                </c:pt>
                <c:pt idx="1677">
                  <c:v>550</c:v>
                </c:pt>
                <c:pt idx="1678">
                  <c:v>550</c:v>
                </c:pt>
                <c:pt idx="1679">
                  <c:v>550</c:v>
                </c:pt>
                <c:pt idx="1680">
                  <c:v>550</c:v>
                </c:pt>
                <c:pt idx="1681">
                  <c:v>550</c:v>
                </c:pt>
                <c:pt idx="1682">
                  <c:v>550</c:v>
                </c:pt>
                <c:pt idx="1683">
                  <c:v>550</c:v>
                </c:pt>
                <c:pt idx="1684">
                  <c:v>550</c:v>
                </c:pt>
                <c:pt idx="1685">
                  <c:v>550</c:v>
                </c:pt>
                <c:pt idx="1686">
                  <c:v>550</c:v>
                </c:pt>
                <c:pt idx="1687">
                  <c:v>550</c:v>
                </c:pt>
                <c:pt idx="1688">
                  <c:v>550</c:v>
                </c:pt>
                <c:pt idx="1689">
                  <c:v>550</c:v>
                </c:pt>
                <c:pt idx="1690">
                  <c:v>550</c:v>
                </c:pt>
                <c:pt idx="1691">
                  <c:v>550</c:v>
                </c:pt>
                <c:pt idx="1692">
                  <c:v>550</c:v>
                </c:pt>
                <c:pt idx="1693">
                  <c:v>550</c:v>
                </c:pt>
                <c:pt idx="1694">
                  <c:v>550</c:v>
                </c:pt>
                <c:pt idx="1695">
                  <c:v>550</c:v>
                </c:pt>
                <c:pt idx="1696">
                  <c:v>550</c:v>
                </c:pt>
                <c:pt idx="1697">
                  <c:v>550</c:v>
                </c:pt>
                <c:pt idx="1698">
                  <c:v>550</c:v>
                </c:pt>
                <c:pt idx="1699">
                  <c:v>550</c:v>
                </c:pt>
                <c:pt idx="1700">
                  <c:v>550</c:v>
                </c:pt>
                <c:pt idx="1701">
                  <c:v>550</c:v>
                </c:pt>
                <c:pt idx="1702">
                  <c:v>570</c:v>
                </c:pt>
                <c:pt idx="1703">
                  <c:v>570</c:v>
                </c:pt>
                <c:pt idx="1704">
                  <c:v>570</c:v>
                </c:pt>
                <c:pt idx="1705">
                  <c:v>620</c:v>
                </c:pt>
                <c:pt idx="1706">
                  <c:v>620</c:v>
                </c:pt>
                <c:pt idx="1707">
                  <c:v>620</c:v>
                </c:pt>
                <c:pt idx="1708">
                  <c:v>620</c:v>
                </c:pt>
                <c:pt idx="1709">
                  <c:v>620</c:v>
                </c:pt>
                <c:pt idx="1710">
                  <c:v>620</c:v>
                </c:pt>
                <c:pt idx="1711">
                  <c:v>620</c:v>
                </c:pt>
                <c:pt idx="1712">
                  <c:v>620</c:v>
                </c:pt>
                <c:pt idx="1713">
                  <c:v>620</c:v>
                </c:pt>
                <c:pt idx="1714">
                  <c:v>620</c:v>
                </c:pt>
                <c:pt idx="1715">
                  <c:v>620</c:v>
                </c:pt>
                <c:pt idx="1716">
                  <c:v>620</c:v>
                </c:pt>
                <c:pt idx="1717">
                  <c:v>620</c:v>
                </c:pt>
                <c:pt idx="1718">
                  <c:v>620</c:v>
                </c:pt>
                <c:pt idx="1719">
                  <c:v>620</c:v>
                </c:pt>
                <c:pt idx="1720">
                  <c:v>620</c:v>
                </c:pt>
                <c:pt idx="1721">
                  <c:v>620</c:v>
                </c:pt>
                <c:pt idx="1722">
                  <c:v>620</c:v>
                </c:pt>
                <c:pt idx="1723">
                  <c:v>620</c:v>
                </c:pt>
                <c:pt idx="1724">
                  <c:v>620</c:v>
                </c:pt>
                <c:pt idx="1725">
                  <c:v>620</c:v>
                </c:pt>
                <c:pt idx="1726">
                  <c:v>620</c:v>
                </c:pt>
                <c:pt idx="1727">
                  <c:v>620</c:v>
                </c:pt>
                <c:pt idx="1728">
                  <c:v>620</c:v>
                </c:pt>
                <c:pt idx="1729">
                  <c:v>620</c:v>
                </c:pt>
                <c:pt idx="1730">
                  <c:v>620</c:v>
                </c:pt>
                <c:pt idx="1731">
                  <c:v>620</c:v>
                </c:pt>
                <c:pt idx="1732">
                  <c:v>620</c:v>
                </c:pt>
                <c:pt idx="1733">
                  <c:v>620</c:v>
                </c:pt>
                <c:pt idx="1734">
                  <c:v>620</c:v>
                </c:pt>
                <c:pt idx="1735">
                  <c:v>620</c:v>
                </c:pt>
                <c:pt idx="1736">
                  <c:v>620</c:v>
                </c:pt>
                <c:pt idx="1737">
                  <c:v>620</c:v>
                </c:pt>
                <c:pt idx="1738">
                  <c:v>620</c:v>
                </c:pt>
                <c:pt idx="1739">
                  <c:v>620</c:v>
                </c:pt>
                <c:pt idx="1740">
                  <c:v>620</c:v>
                </c:pt>
                <c:pt idx="1741">
                  <c:v>620</c:v>
                </c:pt>
                <c:pt idx="1742">
                  <c:v>620</c:v>
                </c:pt>
                <c:pt idx="1743">
                  <c:v>620</c:v>
                </c:pt>
                <c:pt idx="1744">
                  <c:v>620</c:v>
                </c:pt>
                <c:pt idx="1745">
                  <c:v>620</c:v>
                </c:pt>
                <c:pt idx="1746">
                  <c:v>620</c:v>
                </c:pt>
                <c:pt idx="1747">
                  <c:v>620</c:v>
                </c:pt>
                <c:pt idx="1748">
                  <c:v>620</c:v>
                </c:pt>
                <c:pt idx="1749">
                  <c:v>620</c:v>
                </c:pt>
                <c:pt idx="1750">
                  <c:v>620</c:v>
                </c:pt>
                <c:pt idx="1751">
                  <c:v>620</c:v>
                </c:pt>
                <c:pt idx="1752">
                  <c:v>620</c:v>
                </c:pt>
                <c:pt idx="1753">
                  <c:v>620</c:v>
                </c:pt>
                <c:pt idx="1754">
                  <c:v>620</c:v>
                </c:pt>
                <c:pt idx="1755">
                  <c:v>620</c:v>
                </c:pt>
                <c:pt idx="1756">
                  <c:v>620</c:v>
                </c:pt>
                <c:pt idx="1757">
                  <c:v>620</c:v>
                </c:pt>
                <c:pt idx="1758">
                  <c:v>620</c:v>
                </c:pt>
                <c:pt idx="1759">
                  <c:v>620</c:v>
                </c:pt>
                <c:pt idx="1760">
                  <c:v>620</c:v>
                </c:pt>
                <c:pt idx="1761">
                  <c:v>620</c:v>
                </c:pt>
                <c:pt idx="1762">
                  <c:v>620</c:v>
                </c:pt>
                <c:pt idx="1763">
                  <c:v>620</c:v>
                </c:pt>
                <c:pt idx="1764">
                  <c:v>620</c:v>
                </c:pt>
                <c:pt idx="1765">
                  <c:v>620</c:v>
                </c:pt>
                <c:pt idx="1766">
                  <c:v>620</c:v>
                </c:pt>
                <c:pt idx="1767">
                  <c:v>620</c:v>
                </c:pt>
                <c:pt idx="1768">
                  <c:v>620</c:v>
                </c:pt>
                <c:pt idx="1769">
                  <c:v>620</c:v>
                </c:pt>
                <c:pt idx="1770">
                  <c:v>620</c:v>
                </c:pt>
                <c:pt idx="1771">
                  <c:v>620</c:v>
                </c:pt>
                <c:pt idx="1772">
                  <c:v>620</c:v>
                </c:pt>
                <c:pt idx="1773">
                  <c:v>620</c:v>
                </c:pt>
                <c:pt idx="1774">
                  <c:v>620</c:v>
                </c:pt>
                <c:pt idx="1775">
                  <c:v>620</c:v>
                </c:pt>
                <c:pt idx="1776">
                  <c:v>620</c:v>
                </c:pt>
                <c:pt idx="1777">
                  <c:v>620</c:v>
                </c:pt>
                <c:pt idx="1778">
                  <c:v>620</c:v>
                </c:pt>
                <c:pt idx="1779">
                  <c:v>620</c:v>
                </c:pt>
                <c:pt idx="1780">
                  <c:v>620</c:v>
                </c:pt>
                <c:pt idx="1781">
                  <c:v>620</c:v>
                </c:pt>
                <c:pt idx="1782">
                  <c:v>620</c:v>
                </c:pt>
                <c:pt idx="1783">
                  <c:v>620</c:v>
                </c:pt>
                <c:pt idx="1784">
                  <c:v>620</c:v>
                </c:pt>
                <c:pt idx="1785">
                  <c:v>620</c:v>
                </c:pt>
                <c:pt idx="1786">
                  <c:v>620</c:v>
                </c:pt>
                <c:pt idx="1787">
                  <c:v>620</c:v>
                </c:pt>
                <c:pt idx="1788">
                  <c:v>620</c:v>
                </c:pt>
                <c:pt idx="1789">
                  <c:v>620</c:v>
                </c:pt>
                <c:pt idx="1790">
                  <c:v>620</c:v>
                </c:pt>
                <c:pt idx="1791">
                  <c:v>620</c:v>
                </c:pt>
                <c:pt idx="1792">
                  <c:v>620</c:v>
                </c:pt>
                <c:pt idx="1793">
                  <c:v>620</c:v>
                </c:pt>
                <c:pt idx="1794">
                  <c:v>620</c:v>
                </c:pt>
                <c:pt idx="1795">
                  <c:v>620</c:v>
                </c:pt>
                <c:pt idx="1796">
                  <c:v>620</c:v>
                </c:pt>
                <c:pt idx="1797">
                  <c:v>620</c:v>
                </c:pt>
                <c:pt idx="1798">
                  <c:v>620</c:v>
                </c:pt>
                <c:pt idx="1799">
                  <c:v>620</c:v>
                </c:pt>
                <c:pt idx="1800">
                  <c:v>620</c:v>
                </c:pt>
                <c:pt idx="1801">
                  <c:v>620</c:v>
                </c:pt>
                <c:pt idx="1802">
                  <c:v>620</c:v>
                </c:pt>
                <c:pt idx="1803">
                  <c:v>620</c:v>
                </c:pt>
                <c:pt idx="1804">
                  <c:v>620</c:v>
                </c:pt>
                <c:pt idx="1805">
                  <c:v>620</c:v>
                </c:pt>
                <c:pt idx="1806">
                  <c:v>620</c:v>
                </c:pt>
                <c:pt idx="1807">
                  <c:v>620</c:v>
                </c:pt>
                <c:pt idx="1808">
                  <c:v>620</c:v>
                </c:pt>
                <c:pt idx="1809">
                  <c:v>620</c:v>
                </c:pt>
                <c:pt idx="1810">
                  <c:v>620</c:v>
                </c:pt>
                <c:pt idx="1811">
                  <c:v>620</c:v>
                </c:pt>
                <c:pt idx="1812">
                  <c:v>620</c:v>
                </c:pt>
                <c:pt idx="1813">
                  <c:v>620</c:v>
                </c:pt>
                <c:pt idx="1814">
                  <c:v>620</c:v>
                </c:pt>
                <c:pt idx="1815">
                  <c:v>620</c:v>
                </c:pt>
                <c:pt idx="1816">
                  <c:v>620</c:v>
                </c:pt>
                <c:pt idx="1817">
                  <c:v>620</c:v>
                </c:pt>
                <c:pt idx="1818">
                  <c:v>620</c:v>
                </c:pt>
                <c:pt idx="1819">
                  <c:v>620</c:v>
                </c:pt>
                <c:pt idx="1820">
                  <c:v>620</c:v>
                </c:pt>
                <c:pt idx="1821">
                  <c:v>620</c:v>
                </c:pt>
                <c:pt idx="1822">
                  <c:v>620</c:v>
                </c:pt>
                <c:pt idx="1823">
                  <c:v>620</c:v>
                </c:pt>
                <c:pt idx="1824">
                  <c:v>620</c:v>
                </c:pt>
                <c:pt idx="1825">
                  <c:v>620</c:v>
                </c:pt>
                <c:pt idx="1826">
                  <c:v>620</c:v>
                </c:pt>
                <c:pt idx="1827">
                  <c:v>620</c:v>
                </c:pt>
                <c:pt idx="1828">
                  <c:v>620</c:v>
                </c:pt>
                <c:pt idx="1829">
                  <c:v>620</c:v>
                </c:pt>
                <c:pt idx="1830">
                  <c:v>620</c:v>
                </c:pt>
                <c:pt idx="1831">
                  <c:v>620</c:v>
                </c:pt>
                <c:pt idx="1832">
                  <c:v>620</c:v>
                </c:pt>
                <c:pt idx="1833">
                  <c:v>620</c:v>
                </c:pt>
                <c:pt idx="1834">
                  <c:v>620</c:v>
                </c:pt>
                <c:pt idx="1835">
                  <c:v>620</c:v>
                </c:pt>
                <c:pt idx="1836">
                  <c:v>620</c:v>
                </c:pt>
                <c:pt idx="1837">
                  <c:v>620</c:v>
                </c:pt>
                <c:pt idx="1838">
                  <c:v>620</c:v>
                </c:pt>
                <c:pt idx="1839">
                  <c:v>620</c:v>
                </c:pt>
                <c:pt idx="1840">
                  <c:v>620</c:v>
                </c:pt>
                <c:pt idx="1841">
                  <c:v>620</c:v>
                </c:pt>
                <c:pt idx="1842">
                  <c:v>620</c:v>
                </c:pt>
                <c:pt idx="1843">
                  <c:v>620</c:v>
                </c:pt>
                <c:pt idx="1844">
                  <c:v>620</c:v>
                </c:pt>
                <c:pt idx="1845">
                  <c:v>620</c:v>
                </c:pt>
                <c:pt idx="1846">
                  <c:v>620</c:v>
                </c:pt>
                <c:pt idx="1847">
                  <c:v>620</c:v>
                </c:pt>
                <c:pt idx="1848">
                  <c:v>620</c:v>
                </c:pt>
                <c:pt idx="1849">
                  <c:v>620</c:v>
                </c:pt>
                <c:pt idx="1850">
                  <c:v>620</c:v>
                </c:pt>
                <c:pt idx="1851">
                  <c:v>620</c:v>
                </c:pt>
                <c:pt idx="1852">
                  <c:v>620</c:v>
                </c:pt>
                <c:pt idx="1853">
                  <c:v>620</c:v>
                </c:pt>
                <c:pt idx="1854">
                  <c:v>620</c:v>
                </c:pt>
                <c:pt idx="1855">
                  <c:v>620</c:v>
                </c:pt>
                <c:pt idx="1856">
                  <c:v>620</c:v>
                </c:pt>
                <c:pt idx="1857">
                  <c:v>620</c:v>
                </c:pt>
                <c:pt idx="1858">
                  <c:v>620</c:v>
                </c:pt>
                <c:pt idx="1859">
                  <c:v>620</c:v>
                </c:pt>
                <c:pt idx="1860">
                  <c:v>620</c:v>
                </c:pt>
                <c:pt idx="1861">
                  <c:v>620</c:v>
                </c:pt>
                <c:pt idx="1862">
                  <c:v>620</c:v>
                </c:pt>
                <c:pt idx="1863">
                  <c:v>620</c:v>
                </c:pt>
                <c:pt idx="1864">
                  <c:v>620</c:v>
                </c:pt>
                <c:pt idx="1865">
                  <c:v>620</c:v>
                </c:pt>
                <c:pt idx="1866">
                  <c:v>620</c:v>
                </c:pt>
                <c:pt idx="1867">
                  <c:v>620</c:v>
                </c:pt>
                <c:pt idx="1868">
                  <c:v>620</c:v>
                </c:pt>
                <c:pt idx="1869">
                  <c:v>620</c:v>
                </c:pt>
                <c:pt idx="1870">
                  <c:v>620</c:v>
                </c:pt>
                <c:pt idx="1871">
                  <c:v>620</c:v>
                </c:pt>
                <c:pt idx="1872">
                  <c:v>620</c:v>
                </c:pt>
                <c:pt idx="1873">
                  <c:v>620</c:v>
                </c:pt>
                <c:pt idx="1874">
                  <c:v>620</c:v>
                </c:pt>
                <c:pt idx="1875">
                  <c:v>620</c:v>
                </c:pt>
                <c:pt idx="1876">
                  <c:v>620</c:v>
                </c:pt>
                <c:pt idx="1877">
                  <c:v>620</c:v>
                </c:pt>
                <c:pt idx="1878">
                  <c:v>620</c:v>
                </c:pt>
                <c:pt idx="1879">
                  <c:v>620</c:v>
                </c:pt>
                <c:pt idx="1880">
                  <c:v>620</c:v>
                </c:pt>
                <c:pt idx="1881">
                  <c:v>620</c:v>
                </c:pt>
                <c:pt idx="1882">
                  <c:v>620</c:v>
                </c:pt>
                <c:pt idx="1883">
                  <c:v>620</c:v>
                </c:pt>
                <c:pt idx="1884">
                  <c:v>620</c:v>
                </c:pt>
                <c:pt idx="1885">
                  <c:v>620</c:v>
                </c:pt>
                <c:pt idx="1886">
                  <c:v>620</c:v>
                </c:pt>
                <c:pt idx="1887">
                  <c:v>620</c:v>
                </c:pt>
                <c:pt idx="1888">
                  <c:v>620</c:v>
                </c:pt>
                <c:pt idx="1889">
                  <c:v>620</c:v>
                </c:pt>
                <c:pt idx="1890">
                  <c:v>620</c:v>
                </c:pt>
                <c:pt idx="1891">
                  <c:v>620</c:v>
                </c:pt>
                <c:pt idx="1892">
                  <c:v>620</c:v>
                </c:pt>
                <c:pt idx="1893">
                  <c:v>620</c:v>
                </c:pt>
                <c:pt idx="1894">
                  <c:v>620</c:v>
                </c:pt>
                <c:pt idx="1895">
                  <c:v>620</c:v>
                </c:pt>
                <c:pt idx="1896">
                  <c:v>620</c:v>
                </c:pt>
                <c:pt idx="1897">
                  <c:v>620</c:v>
                </c:pt>
                <c:pt idx="1898">
                  <c:v>620</c:v>
                </c:pt>
                <c:pt idx="1899">
                  <c:v>620</c:v>
                </c:pt>
                <c:pt idx="1900">
                  <c:v>620</c:v>
                </c:pt>
                <c:pt idx="1901">
                  <c:v>620</c:v>
                </c:pt>
                <c:pt idx="1902">
                  <c:v>620</c:v>
                </c:pt>
                <c:pt idx="1903">
                  <c:v>620</c:v>
                </c:pt>
                <c:pt idx="1904">
                  <c:v>620</c:v>
                </c:pt>
                <c:pt idx="1905">
                  <c:v>620</c:v>
                </c:pt>
                <c:pt idx="1906">
                  <c:v>620</c:v>
                </c:pt>
                <c:pt idx="1907">
                  <c:v>620</c:v>
                </c:pt>
                <c:pt idx="1908">
                  <c:v>620</c:v>
                </c:pt>
                <c:pt idx="1909">
                  <c:v>620</c:v>
                </c:pt>
                <c:pt idx="1910">
                  <c:v>620</c:v>
                </c:pt>
                <c:pt idx="1911">
                  <c:v>620</c:v>
                </c:pt>
                <c:pt idx="1912">
                  <c:v>620</c:v>
                </c:pt>
                <c:pt idx="1913">
                  <c:v>620</c:v>
                </c:pt>
                <c:pt idx="1914">
                  <c:v>620</c:v>
                </c:pt>
                <c:pt idx="1915">
                  <c:v>620</c:v>
                </c:pt>
                <c:pt idx="1916">
                  <c:v>620</c:v>
                </c:pt>
                <c:pt idx="1917">
                  <c:v>620</c:v>
                </c:pt>
                <c:pt idx="1918">
                  <c:v>620</c:v>
                </c:pt>
                <c:pt idx="1919">
                  <c:v>620</c:v>
                </c:pt>
                <c:pt idx="1920">
                  <c:v>620</c:v>
                </c:pt>
                <c:pt idx="1921">
                  <c:v>620</c:v>
                </c:pt>
                <c:pt idx="1922">
                  <c:v>620</c:v>
                </c:pt>
                <c:pt idx="1923">
                  <c:v>620</c:v>
                </c:pt>
                <c:pt idx="1924">
                  <c:v>620</c:v>
                </c:pt>
                <c:pt idx="1925">
                  <c:v>620</c:v>
                </c:pt>
                <c:pt idx="1926">
                  <c:v>620</c:v>
                </c:pt>
                <c:pt idx="1927">
                  <c:v>670</c:v>
                </c:pt>
                <c:pt idx="1928">
                  <c:v>670</c:v>
                </c:pt>
                <c:pt idx="1929">
                  <c:v>670</c:v>
                </c:pt>
                <c:pt idx="1930">
                  <c:v>670</c:v>
                </c:pt>
                <c:pt idx="1931">
                  <c:v>670</c:v>
                </c:pt>
                <c:pt idx="1932">
                  <c:v>670</c:v>
                </c:pt>
                <c:pt idx="1933">
                  <c:v>670</c:v>
                </c:pt>
                <c:pt idx="1934">
                  <c:v>670</c:v>
                </c:pt>
                <c:pt idx="1935">
                  <c:v>670</c:v>
                </c:pt>
                <c:pt idx="1936">
                  <c:v>670</c:v>
                </c:pt>
                <c:pt idx="1937">
                  <c:v>670</c:v>
                </c:pt>
                <c:pt idx="1938">
                  <c:v>670</c:v>
                </c:pt>
                <c:pt idx="1939">
                  <c:v>670</c:v>
                </c:pt>
                <c:pt idx="1940">
                  <c:v>670</c:v>
                </c:pt>
                <c:pt idx="1941">
                  <c:v>670</c:v>
                </c:pt>
                <c:pt idx="1942">
                  <c:v>670</c:v>
                </c:pt>
                <c:pt idx="1943">
                  <c:v>670</c:v>
                </c:pt>
                <c:pt idx="1944">
                  <c:v>670</c:v>
                </c:pt>
                <c:pt idx="1945">
                  <c:v>670</c:v>
                </c:pt>
                <c:pt idx="1946">
                  <c:v>670</c:v>
                </c:pt>
                <c:pt idx="1947">
                  <c:v>670</c:v>
                </c:pt>
                <c:pt idx="1948">
                  <c:v>670</c:v>
                </c:pt>
                <c:pt idx="1949">
                  <c:v>670</c:v>
                </c:pt>
                <c:pt idx="1950">
                  <c:v>670</c:v>
                </c:pt>
                <c:pt idx="1951">
                  <c:v>670</c:v>
                </c:pt>
                <c:pt idx="1952">
                  <c:v>670</c:v>
                </c:pt>
                <c:pt idx="1953">
                  <c:v>670</c:v>
                </c:pt>
                <c:pt idx="1954">
                  <c:v>720</c:v>
                </c:pt>
                <c:pt idx="1955">
                  <c:v>720</c:v>
                </c:pt>
                <c:pt idx="1956">
                  <c:v>720</c:v>
                </c:pt>
                <c:pt idx="1957">
                  <c:v>720</c:v>
                </c:pt>
                <c:pt idx="1958">
                  <c:v>720</c:v>
                </c:pt>
                <c:pt idx="1959">
                  <c:v>720</c:v>
                </c:pt>
                <c:pt idx="1960">
                  <c:v>720</c:v>
                </c:pt>
                <c:pt idx="1961">
                  <c:v>720</c:v>
                </c:pt>
                <c:pt idx="1962">
                  <c:v>720</c:v>
                </c:pt>
                <c:pt idx="1963">
                  <c:v>770</c:v>
                </c:pt>
                <c:pt idx="1964">
                  <c:v>770</c:v>
                </c:pt>
                <c:pt idx="1965">
                  <c:v>770</c:v>
                </c:pt>
                <c:pt idx="1966">
                  <c:v>770</c:v>
                </c:pt>
                <c:pt idx="1967">
                  <c:v>770</c:v>
                </c:pt>
                <c:pt idx="1968">
                  <c:v>770</c:v>
                </c:pt>
                <c:pt idx="1969">
                  <c:v>770</c:v>
                </c:pt>
                <c:pt idx="1970">
                  <c:v>770</c:v>
                </c:pt>
                <c:pt idx="1971">
                  <c:v>770</c:v>
                </c:pt>
                <c:pt idx="1972">
                  <c:v>770</c:v>
                </c:pt>
                <c:pt idx="1973">
                  <c:v>770</c:v>
                </c:pt>
                <c:pt idx="1974">
                  <c:v>770</c:v>
                </c:pt>
                <c:pt idx="1975">
                  <c:v>920</c:v>
                </c:pt>
                <c:pt idx="1976">
                  <c:v>920</c:v>
                </c:pt>
                <c:pt idx="1977">
                  <c:v>920</c:v>
                </c:pt>
                <c:pt idx="1978">
                  <c:v>920</c:v>
                </c:pt>
                <c:pt idx="1979">
                  <c:v>920</c:v>
                </c:pt>
                <c:pt idx="1980">
                  <c:v>920</c:v>
                </c:pt>
                <c:pt idx="1981">
                  <c:v>920</c:v>
                </c:pt>
                <c:pt idx="1982">
                  <c:v>920</c:v>
                </c:pt>
                <c:pt idx="1983">
                  <c:v>920</c:v>
                </c:pt>
                <c:pt idx="1984">
                  <c:v>920</c:v>
                </c:pt>
                <c:pt idx="1985">
                  <c:v>920</c:v>
                </c:pt>
                <c:pt idx="1986">
                  <c:v>920</c:v>
                </c:pt>
                <c:pt idx="1987">
                  <c:v>920</c:v>
                </c:pt>
                <c:pt idx="1988">
                  <c:v>920</c:v>
                </c:pt>
                <c:pt idx="1989">
                  <c:v>920</c:v>
                </c:pt>
                <c:pt idx="1990">
                  <c:v>920</c:v>
                </c:pt>
                <c:pt idx="1991">
                  <c:v>920</c:v>
                </c:pt>
                <c:pt idx="1992">
                  <c:v>920</c:v>
                </c:pt>
                <c:pt idx="1993">
                  <c:v>920</c:v>
                </c:pt>
                <c:pt idx="1994">
                  <c:v>920</c:v>
                </c:pt>
                <c:pt idx="1995">
                  <c:v>920</c:v>
                </c:pt>
                <c:pt idx="1996">
                  <c:v>980</c:v>
                </c:pt>
                <c:pt idx="1997">
                  <c:v>980</c:v>
                </c:pt>
                <c:pt idx="1998">
                  <c:v>980</c:v>
                </c:pt>
                <c:pt idx="1999">
                  <c:v>980</c:v>
                </c:pt>
                <c:pt idx="2000">
                  <c:v>980</c:v>
                </c:pt>
                <c:pt idx="2001">
                  <c:v>980</c:v>
                </c:pt>
                <c:pt idx="2002">
                  <c:v>980</c:v>
                </c:pt>
                <c:pt idx="2003">
                  <c:v>980</c:v>
                </c:pt>
                <c:pt idx="2004">
                  <c:v>980</c:v>
                </c:pt>
                <c:pt idx="2005">
                  <c:v>980</c:v>
                </c:pt>
                <c:pt idx="2006">
                  <c:v>980</c:v>
                </c:pt>
                <c:pt idx="2007">
                  <c:v>980</c:v>
                </c:pt>
                <c:pt idx="2008">
                  <c:v>980</c:v>
                </c:pt>
                <c:pt idx="2009">
                  <c:v>980</c:v>
                </c:pt>
                <c:pt idx="2010">
                  <c:v>980</c:v>
                </c:pt>
                <c:pt idx="2011">
                  <c:v>980</c:v>
                </c:pt>
                <c:pt idx="2012">
                  <c:v>980</c:v>
                </c:pt>
                <c:pt idx="2013">
                  <c:v>980</c:v>
                </c:pt>
                <c:pt idx="2014">
                  <c:v>980</c:v>
                </c:pt>
                <c:pt idx="2015">
                  <c:v>980</c:v>
                </c:pt>
                <c:pt idx="2016">
                  <c:v>980</c:v>
                </c:pt>
                <c:pt idx="2017">
                  <c:v>980</c:v>
                </c:pt>
                <c:pt idx="2018">
                  <c:v>980</c:v>
                </c:pt>
                <c:pt idx="2019">
                  <c:v>980</c:v>
                </c:pt>
                <c:pt idx="2020">
                  <c:v>980</c:v>
                </c:pt>
                <c:pt idx="2021">
                  <c:v>980</c:v>
                </c:pt>
                <c:pt idx="2022">
                  <c:v>980</c:v>
                </c:pt>
                <c:pt idx="2023">
                  <c:v>980</c:v>
                </c:pt>
                <c:pt idx="2024">
                  <c:v>980</c:v>
                </c:pt>
                <c:pt idx="2025">
                  <c:v>1010</c:v>
                </c:pt>
                <c:pt idx="2026">
                  <c:v>1010</c:v>
                </c:pt>
                <c:pt idx="2027">
                  <c:v>1010</c:v>
                </c:pt>
                <c:pt idx="2028">
                  <c:v>1010</c:v>
                </c:pt>
                <c:pt idx="2029">
                  <c:v>1010</c:v>
                </c:pt>
                <c:pt idx="2030">
                  <c:v>1010</c:v>
                </c:pt>
                <c:pt idx="2031">
                  <c:v>1010</c:v>
                </c:pt>
                <c:pt idx="2032">
                  <c:v>1010</c:v>
                </c:pt>
                <c:pt idx="2033">
                  <c:v>1010</c:v>
                </c:pt>
                <c:pt idx="2034">
                  <c:v>1010</c:v>
                </c:pt>
                <c:pt idx="2035">
                  <c:v>1010</c:v>
                </c:pt>
                <c:pt idx="2036">
                  <c:v>1010</c:v>
                </c:pt>
                <c:pt idx="2037">
                  <c:v>1010</c:v>
                </c:pt>
                <c:pt idx="2038">
                  <c:v>1010</c:v>
                </c:pt>
                <c:pt idx="2039">
                  <c:v>1010</c:v>
                </c:pt>
                <c:pt idx="2040">
                  <c:v>1010</c:v>
                </c:pt>
                <c:pt idx="2041">
                  <c:v>1010</c:v>
                </c:pt>
                <c:pt idx="2042">
                  <c:v>1010</c:v>
                </c:pt>
                <c:pt idx="2043">
                  <c:v>1010</c:v>
                </c:pt>
                <c:pt idx="2044">
                  <c:v>1010</c:v>
                </c:pt>
                <c:pt idx="2045">
                  <c:v>1010</c:v>
                </c:pt>
                <c:pt idx="2046">
                  <c:v>1010</c:v>
                </c:pt>
                <c:pt idx="2047">
                  <c:v>1010</c:v>
                </c:pt>
                <c:pt idx="2048">
                  <c:v>1010</c:v>
                </c:pt>
                <c:pt idx="2049">
                  <c:v>1010</c:v>
                </c:pt>
                <c:pt idx="2050">
                  <c:v>1010</c:v>
                </c:pt>
                <c:pt idx="2051">
                  <c:v>1010</c:v>
                </c:pt>
                <c:pt idx="2052">
                  <c:v>1010</c:v>
                </c:pt>
                <c:pt idx="2053">
                  <c:v>1010</c:v>
                </c:pt>
                <c:pt idx="2054">
                  <c:v>1010</c:v>
                </c:pt>
                <c:pt idx="2055">
                  <c:v>1010</c:v>
                </c:pt>
                <c:pt idx="2056">
                  <c:v>1010</c:v>
                </c:pt>
                <c:pt idx="2057">
                  <c:v>1010</c:v>
                </c:pt>
                <c:pt idx="2058">
                  <c:v>1010</c:v>
                </c:pt>
                <c:pt idx="2059">
                  <c:v>1010</c:v>
                </c:pt>
                <c:pt idx="2060">
                  <c:v>1010</c:v>
                </c:pt>
                <c:pt idx="2061">
                  <c:v>1010</c:v>
                </c:pt>
                <c:pt idx="2062">
                  <c:v>1010</c:v>
                </c:pt>
                <c:pt idx="2063">
                  <c:v>1010</c:v>
                </c:pt>
                <c:pt idx="2064">
                  <c:v>1010</c:v>
                </c:pt>
                <c:pt idx="2065">
                  <c:v>1010</c:v>
                </c:pt>
                <c:pt idx="2066">
                  <c:v>1010</c:v>
                </c:pt>
                <c:pt idx="2067">
                  <c:v>1010</c:v>
                </c:pt>
                <c:pt idx="2068">
                  <c:v>1010</c:v>
                </c:pt>
                <c:pt idx="2069">
                  <c:v>1010</c:v>
                </c:pt>
                <c:pt idx="2070">
                  <c:v>1010</c:v>
                </c:pt>
                <c:pt idx="2071">
                  <c:v>1010</c:v>
                </c:pt>
                <c:pt idx="2072">
                  <c:v>1010</c:v>
                </c:pt>
                <c:pt idx="2073">
                  <c:v>1010</c:v>
                </c:pt>
                <c:pt idx="2074">
                  <c:v>1010</c:v>
                </c:pt>
                <c:pt idx="2075">
                  <c:v>1010</c:v>
                </c:pt>
                <c:pt idx="2076">
                  <c:v>1010</c:v>
                </c:pt>
                <c:pt idx="2077">
                  <c:v>1010</c:v>
                </c:pt>
                <c:pt idx="2078">
                  <c:v>1010</c:v>
                </c:pt>
                <c:pt idx="2079">
                  <c:v>1010</c:v>
                </c:pt>
                <c:pt idx="2080">
                  <c:v>1010</c:v>
                </c:pt>
                <c:pt idx="2081">
                  <c:v>1010</c:v>
                </c:pt>
                <c:pt idx="2082">
                  <c:v>1010</c:v>
                </c:pt>
                <c:pt idx="2083">
                  <c:v>1010</c:v>
                </c:pt>
                <c:pt idx="2084">
                  <c:v>1010</c:v>
                </c:pt>
                <c:pt idx="2085">
                  <c:v>1010</c:v>
                </c:pt>
                <c:pt idx="2086">
                  <c:v>1010</c:v>
                </c:pt>
                <c:pt idx="2087">
                  <c:v>1010</c:v>
                </c:pt>
                <c:pt idx="2088">
                  <c:v>1010</c:v>
                </c:pt>
                <c:pt idx="2089">
                  <c:v>1010</c:v>
                </c:pt>
                <c:pt idx="2090">
                  <c:v>1010</c:v>
                </c:pt>
                <c:pt idx="2091">
                  <c:v>1010</c:v>
                </c:pt>
                <c:pt idx="2092">
                  <c:v>1010</c:v>
                </c:pt>
                <c:pt idx="2093">
                  <c:v>1010</c:v>
                </c:pt>
                <c:pt idx="2094">
                  <c:v>1010</c:v>
                </c:pt>
                <c:pt idx="2095">
                  <c:v>1010</c:v>
                </c:pt>
                <c:pt idx="2096">
                  <c:v>1010</c:v>
                </c:pt>
                <c:pt idx="2097">
                  <c:v>1010</c:v>
                </c:pt>
                <c:pt idx="2098">
                  <c:v>1010</c:v>
                </c:pt>
                <c:pt idx="2099">
                  <c:v>1010</c:v>
                </c:pt>
                <c:pt idx="2100">
                  <c:v>1010</c:v>
                </c:pt>
                <c:pt idx="2101">
                  <c:v>1010</c:v>
                </c:pt>
                <c:pt idx="2102">
                  <c:v>1010</c:v>
                </c:pt>
                <c:pt idx="2103">
                  <c:v>1010</c:v>
                </c:pt>
                <c:pt idx="2104">
                  <c:v>1010</c:v>
                </c:pt>
                <c:pt idx="2105">
                  <c:v>1010</c:v>
                </c:pt>
                <c:pt idx="2106">
                  <c:v>1010</c:v>
                </c:pt>
                <c:pt idx="2107">
                  <c:v>1010</c:v>
                </c:pt>
                <c:pt idx="2108">
                  <c:v>1010</c:v>
                </c:pt>
                <c:pt idx="2109">
                  <c:v>1010</c:v>
                </c:pt>
                <c:pt idx="2110">
                  <c:v>1010</c:v>
                </c:pt>
                <c:pt idx="2111">
                  <c:v>1010</c:v>
                </c:pt>
                <c:pt idx="2112">
                  <c:v>1010</c:v>
                </c:pt>
                <c:pt idx="2113">
                  <c:v>1010</c:v>
                </c:pt>
                <c:pt idx="2114">
                  <c:v>1010</c:v>
                </c:pt>
                <c:pt idx="2115">
                  <c:v>1010</c:v>
                </c:pt>
                <c:pt idx="2116">
                  <c:v>1010</c:v>
                </c:pt>
                <c:pt idx="2117">
                  <c:v>1010</c:v>
                </c:pt>
                <c:pt idx="2118">
                  <c:v>1010</c:v>
                </c:pt>
                <c:pt idx="2119">
                  <c:v>1010</c:v>
                </c:pt>
                <c:pt idx="2120">
                  <c:v>1010</c:v>
                </c:pt>
                <c:pt idx="2121">
                  <c:v>1010</c:v>
                </c:pt>
                <c:pt idx="2122">
                  <c:v>1010</c:v>
                </c:pt>
                <c:pt idx="2123">
                  <c:v>1010</c:v>
                </c:pt>
                <c:pt idx="2124">
                  <c:v>1010</c:v>
                </c:pt>
                <c:pt idx="2125">
                  <c:v>1010</c:v>
                </c:pt>
                <c:pt idx="2126">
                  <c:v>1010</c:v>
                </c:pt>
                <c:pt idx="2127">
                  <c:v>1010</c:v>
                </c:pt>
                <c:pt idx="2128">
                  <c:v>1010</c:v>
                </c:pt>
                <c:pt idx="2129">
                  <c:v>1010</c:v>
                </c:pt>
                <c:pt idx="2130">
                  <c:v>1010</c:v>
                </c:pt>
                <c:pt idx="2131">
                  <c:v>1010</c:v>
                </c:pt>
                <c:pt idx="2132">
                  <c:v>1010</c:v>
                </c:pt>
                <c:pt idx="2133">
                  <c:v>1010</c:v>
                </c:pt>
                <c:pt idx="2134">
                  <c:v>1010</c:v>
                </c:pt>
                <c:pt idx="2135">
                  <c:v>1010</c:v>
                </c:pt>
                <c:pt idx="2136">
                  <c:v>1010</c:v>
                </c:pt>
                <c:pt idx="2137">
                  <c:v>1010</c:v>
                </c:pt>
                <c:pt idx="2138">
                  <c:v>1010</c:v>
                </c:pt>
                <c:pt idx="2139">
                  <c:v>1010</c:v>
                </c:pt>
                <c:pt idx="2140">
                  <c:v>1010</c:v>
                </c:pt>
                <c:pt idx="2141">
                  <c:v>1010</c:v>
                </c:pt>
                <c:pt idx="2142">
                  <c:v>1010</c:v>
                </c:pt>
                <c:pt idx="2143">
                  <c:v>1010</c:v>
                </c:pt>
                <c:pt idx="2144">
                  <c:v>1010</c:v>
                </c:pt>
                <c:pt idx="2145">
                  <c:v>1010</c:v>
                </c:pt>
                <c:pt idx="2146">
                  <c:v>1010</c:v>
                </c:pt>
                <c:pt idx="2147">
                  <c:v>1010</c:v>
                </c:pt>
                <c:pt idx="2148">
                  <c:v>1010</c:v>
                </c:pt>
                <c:pt idx="2149">
                  <c:v>1010</c:v>
                </c:pt>
                <c:pt idx="2150">
                  <c:v>1010</c:v>
                </c:pt>
                <c:pt idx="2151">
                  <c:v>1010</c:v>
                </c:pt>
                <c:pt idx="2152">
                  <c:v>1010</c:v>
                </c:pt>
                <c:pt idx="2153">
                  <c:v>1010</c:v>
                </c:pt>
                <c:pt idx="2154">
                  <c:v>1010</c:v>
                </c:pt>
                <c:pt idx="2155">
                  <c:v>1010</c:v>
                </c:pt>
                <c:pt idx="2156">
                  <c:v>1010</c:v>
                </c:pt>
                <c:pt idx="2157">
                  <c:v>1010</c:v>
                </c:pt>
                <c:pt idx="2158">
                  <c:v>1010</c:v>
                </c:pt>
                <c:pt idx="2159">
                  <c:v>1010</c:v>
                </c:pt>
                <c:pt idx="2160">
                  <c:v>1010</c:v>
                </c:pt>
                <c:pt idx="2161">
                  <c:v>1010</c:v>
                </c:pt>
                <c:pt idx="2162">
                  <c:v>1010</c:v>
                </c:pt>
                <c:pt idx="2163">
                  <c:v>1010</c:v>
                </c:pt>
                <c:pt idx="2164">
                  <c:v>1010</c:v>
                </c:pt>
                <c:pt idx="2165">
                  <c:v>1010</c:v>
                </c:pt>
                <c:pt idx="2166">
                  <c:v>1010</c:v>
                </c:pt>
                <c:pt idx="2167">
                  <c:v>1010</c:v>
                </c:pt>
                <c:pt idx="2168">
                  <c:v>1010</c:v>
                </c:pt>
                <c:pt idx="2169">
                  <c:v>1010</c:v>
                </c:pt>
                <c:pt idx="2170">
                  <c:v>1010</c:v>
                </c:pt>
                <c:pt idx="2171">
                  <c:v>1010</c:v>
                </c:pt>
                <c:pt idx="2172">
                  <c:v>1010</c:v>
                </c:pt>
                <c:pt idx="2173">
                  <c:v>1010</c:v>
                </c:pt>
                <c:pt idx="2174">
                  <c:v>1010</c:v>
                </c:pt>
                <c:pt idx="2175">
                  <c:v>1010</c:v>
                </c:pt>
                <c:pt idx="2176">
                  <c:v>1010</c:v>
                </c:pt>
                <c:pt idx="2177">
                  <c:v>1010</c:v>
                </c:pt>
                <c:pt idx="2178">
                  <c:v>1010</c:v>
                </c:pt>
                <c:pt idx="2179">
                  <c:v>1010</c:v>
                </c:pt>
                <c:pt idx="2180">
                  <c:v>1010</c:v>
                </c:pt>
                <c:pt idx="2181">
                  <c:v>1010</c:v>
                </c:pt>
                <c:pt idx="2182">
                  <c:v>1010</c:v>
                </c:pt>
                <c:pt idx="2183">
                  <c:v>1010</c:v>
                </c:pt>
                <c:pt idx="2184">
                  <c:v>1010</c:v>
                </c:pt>
                <c:pt idx="2185">
                  <c:v>1010</c:v>
                </c:pt>
                <c:pt idx="2186">
                  <c:v>1010</c:v>
                </c:pt>
                <c:pt idx="2187">
                  <c:v>1010</c:v>
                </c:pt>
                <c:pt idx="2188">
                  <c:v>1010</c:v>
                </c:pt>
                <c:pt idx="2189">
                  <c:v>1010</c:v>
                </c:pt>
                <c:pt idx="2190">
                  <c:v>1010</c:v>
                </c:pt>
                <c:pt idx="2191">
                  <c:v>1010</c:v>
                </c:pt>
                <c:pt idx="2192">
                  <c:v>1010</c:v>
                </c:pt>
                <c:pt idx="2193">
                  <c:v>1010</c:v>
                </c:pt>
                <c:pt idx="2194">
                  <c:v>1010</c:v>
                </c:pt>
                <c:pt idx="2195">
                  <c:v>1010</c:v>
                </c:pt>
                <c:pt idx="2196">
                  <c:v>1010</c:v>
                </c:pt>
                <c:pt idx="2197">
                  <c:v>1010</c:v>
                </c:pt>
                <c:pt idx="2198">
                  <c:v>1010</c:v>
                </c:pt>
                <c:pt idx="2199">
                  <c:v>1010</c:v>
                </c:pt>
                <c:pt idx="2200">
                  <c:v>1010</c:v>
                </c:pt>
                <c:pt idx="2201">
                  <c:v>1010</c:v>
                </c:pt>
                <c:pt idx="2202">
                  <c:v>1010</c:v>
                </c:pt>
                <c:pt idx="2203">
                  <c:v>1010</c:v>
                </c:pt>
                <c:pt idx="2204">
                  <c:v>1010</c:v>
                </c:pt>
                <c:pt idx="2205">
                  <c:v>1010</c:v>
                </c:pt>
                <c:pt idx="2206">
                  <c:v>1010</c:v>
                </c:pt>
                <c:pt idx="2207">
                  <c:v>1010</c:v>
                </c:pt>
                <c:pt idx="2208">
                  <c:v>1010</c:v>
                </c:pt>
                <c:pt idx="2209">
                  <c:v>1010</c:v>
                </c:pt>
                <c:pt idx="2210">
                  <c:v>1010</c:v>
                </c:pt>
                <c:pt idx="2211">
                  <c:v>1010</c:v>
                </c:pt>
                <c:pt idx="2212">
                  <c:v>1010</c:v>
                </c:pt>
                <c:pt idx="2213">
                  <c:v>1010</c:v>
                </c:pt>
                <c:pt idx="2214">
                  <c:v>1010</c:v>
                </c:pt>
                <c:pt idx="2215">
                  <c:v>1010</c:v>
                </c:pt>
                <c:pt idx="2216">
                  <c:v>1010</c:v>
                </c:pt>
                <c:pt idx="2217">
                  <c:v>1010</c:v>
                </c:pt>
                <c:pt idx="2218">
                  <c:v>1010</c:v>
                </c:pt>
                <c:pt idx="2219">
                  <c:v>1010</c:v>
                </c:pt>
                <c:pt idx="2220">
                  <c:v>1010</c:v>
                </c:pt>
                <c:pt idx="2221">
                  <c:v>1010</c:v>
                </c:pt>
                <c:pt idx="2222">
                  <c:v>1010</c:v>
                </c:pt>
                <c:pt idx="2223">
                  <c:v>1010</c:v>
                </c:pt>
                <c:pt idx="2224">
                  <c:v>1010</c:v>
                </c:pt>
                <c:pt idx="2225">
                  <c:v>1010</c:v>
                </c:pt>
                <c:pt idx="2226">
                  <c:v>1010</c:v>
                </c:pt>
                <c:pt idx="2227">
                  <c:v>1010</c:v>
                </c:pt>
                <c:pt idx="2228">
                  <c:v>1010</c:v>
                </c:pt>
                <c:pt idx="2229">
                  <c:v>1010</c:v>
                </c:pt>
                <c:pt idx="2230">
                  <c:v>1010</c:v>
                </c:pt>
                <c:pt idx="2231">
                  <c:v>1010</c:v>
                </c:pt>
                <c:pt idx="2232">
                  <c:v>1010</c:v>
                </c:pt>
                <c:pt idx="2233">
                  <c:v>1010</c:v>
                </c:pt>
                <c:pt idx="2234">
                  <c:v>1010</c:v>
                </c:pt>
                <c:pt idx="2235">
                  <c:v>1010</c:v>
                </c:pt>
                <c:pt idx="2236">
                  <c:v>1010</c:v>
                </c:pt>
                <c:pt idx="2237">
                  <c:v>1010</c:v>
                </c:pt>
                <c:pt idx="2238">
                  <c:v>1010</c:v>
                </c:pt>
                <c:pt idx="2239">
                  <c:v>1010</c:v>
                </c:pt>
                <c:pt idx="2240">
                  <c:v>1010</c:v>
                </c:pt>
                <c:pt idx="2241">
                  <c:v>1050</c:v>
                </c:pt>
                <c:pt idx="2242">
                  <c:v>1050</c:v>
                </c:pt>
                <c:pt idx="2243">
                  <c:v>1050</c:v>
                </c:pt>
                <c:pt idx="2244">
                  <c:v>1050</c:v>
                </c:pt>
                <c:pt idx="2245">
                  <c:v>1050</c:v>
                </c:pt>
                <c:pt idx="2246">
                  <c:v>1050</c:v>
                </c:pt>
                <c:pt idx="2247">
                  <c:v>1050</c:v>
                </c:pt>
                <c:pt idx="2248">
                  <c:v>1050</c:v>
                </c:pt>
                <c:pt idx="2249">
                  <c:v>1050</c:v>
                </c:pt>
                <c:pt idx="2250">
                  <c:v>1050</c:v>
                </c:pt>
                <c:pt idx="2251">
                  <c:v>1050</c:v>
                </c:pt>
                <c:pt idx="2252">
                  <c:v>1050</c:v>
                </c:pt>
                <c:pt idx="2253">
                  <c:v>1050</c:v>
                </c:pt>
                <c:pt idx="2254">
                  <c:v>1050</c:v>
                </c:pt>
                <c:pt idx="2255">
                  <c:v>1050</c:v>
                </c:pt>
                <c:pt idx="2256">
                  <c:v>1050</c:v>
                </c:pt>
                <c:pt idx="2257">
                  <c:v>1050</c:v>
                </c:pt>
                <c:pt idx="2258">
                  <c:v>1050</c:v>
                </c:pt>
                <c:pt idx="2259">
                  <c:v>1050</c:v>
                </c:pt>
                <c:pt idx="2260">
                  <c:v>1050</c:v>
                </c:pt>
                <c:pt idx="2261">
                  <c:v>1050</c:v>
                </c:pt>
                <c:pt idx="2262">
                  <c:v>1050</c:v>
                </c:pt>
                <c:pt idx="2263">
                  <c:v>1050</c:v>
                </c:pt>
                <c:pt idx="2264">
                  <c:v>1050</c:v>
                </c:pt>
                <c:pt idx="2265">
                  <c:v>1050</c:v>
                </c:pt>
                <c:pt idx="2266">
                  <c:v>1050</c:v>
                </c:pt>
                <c:pt idx="2267">
                  <c:v>1050</c:v>
                </c:pt>
                <c:pt idx="2268">
                  <c:v>1050</c:v>
                </c:pt>
                <c:pt idx="2269">
                  <c:v>1050</c:v>
                </c:pt>
                <c:pt idx="2270">
                  <c:v>1050</c:v>
                </c:pt>
                <c:pt idx="2271">
                  <c:v>1050</c:v>
                </c:pt>
                <c:pt idx="2272">
                  <c:v>1050</c:v>
                </c:pt>
                <c:pt idx="2273">
                  <c:v>1050</c:v>
                </c:pt>
                <c:pt idx="2274">
                  <c:v>1050</c:v>
                </c:pt>
                <c:pt idx="2275">
                  <c:v>1050</c:v>
                </c:pt>
                <c:pt idx="2276">
                  <c:v>1050</c:v>
                </c:pt>
                <c:pt idx="2277">
                  <c:v>1050</c:v>
                </c:pt>
                <c:pt idx="2278">
                  <c:v>1060</c:v>
                </c:pt>
                <c:pt idx="2279">
                  <c:v>1060</c:v>
                </c:pt>
                <c:pt idx="2280">
                  <c:v>1060</c:v>
                </c:pt>
                <c:pt idx="2281">
                  <c:v>1060</c:v>
                </c:pt>
                <c:pt idx="2282">
                  <c:v>1060</c:v>
                </c:pt>
                <c:pt idx="2283">
                  <c:v>1060</c:v>
                </c:pt>
                <c:pt idx="2284">
                  <c:v>1060</c:v>
                </c:pt>
                <c:pt idx="2285">
                  <c:v>1060</c:v>
                </c:pt>
                <c:pt idx="2286">
                  <c:v>1060</c:v>
                </c:pt>
                <c:pt idx="2287">
                  <c:v>1060</c:v>
                </c:pt>
                <c:pt idx="2288">
                  <c:v>1060</c:v>
                </c:pt>
                <c:pt idx="2289">
                  <c:v>1060</c:v>
                </c:pt>
                <c:pt idx="2290">
                  <c:v>1060</c:v>
                </c:pt>
                <c:pt idx="2291">
                  <c:v>1060</c:v>
                </c:pt>
                <c:pt idx="2292">
                  <c:v>1060</c:v>
                </c:pt>
                <c:pt idx="2293">
                  <c:v>1060</c:v>
                </c:pt>
                <c:pt idx="2294">
                  <c:v>1060</c:v>
                </c:pt>
                <c:pt idx="2295">
                  <c:v>1060</c:v>
                </c:pt>
                <c:pt idx="2296">
                  <c:v>1060</c:v>
                </c:pt>
                <c:pt idx="2297">
                  <c:v>1060</c:v>
                </c:pt>
                <c:pt idx="2298">
                  <c:v>1060</c:v>
                </c:pt>
                <c:pt idx="2299">
                  <c:v>1060</c:v>
                </c:pt>
                <c:pt idx="2300">
                  <c:v>1060</c:v>
                </c:pt>
                <c:pt idx="2301">
                  <c:v>1060</c:v>
                </c:pt>
                <c:pt idx="2302">
                  <c:v>1060</c:v>
                </c:pt>
                <c:pt idx="2303">
                  <c:v>1060</c:v>
                </c:pt>
                <c:pt idx="2304">
                  <c:v>1060</c:v>
                </c:pt>
                <c:pt idx="2305">
                  <c:v>1060</c:v>
                </c:pt>
                <c:pt idx="2306">
                  <c:v>1060</c:v>
                </c:pt>
                <c:pt idx="2307">
                  <c:v>1060</c:v>
                </c:pt>
                <c:pt idx="2308">
                  <c:v>1060</c:v>
                </c:pt>
                <c:pt idx="2309">
                  <c:v>1060</c:v>
                </c:pt>
                <c:pt idx="2310">
                  <c:v>1060</c:v>
                </c:pt>
                <c:pt idx="2311">
                  <c:v>1060</c:v>
                </c:pt>
                <c:pt idx="2312">
                  <c:v>1060</c:v>
                </c:pt>
                <c:pt idx="2313">
                  <c:v>1060</c:v>
                </c:pt>
                <c:pt idx="2314">
                  <c:v>1060</c:v>
                </c:pt>
                <c:pt idx="2315">
                  <c:v>1020</c:v>
                </c:pt>
                <c:pt idx="2316">
                  <c:v>1020</c:v>
                </c:pt>
                <c:pt idx="2317">
                  <c:v>1020</c:v>
                </c:pt>
                <c:pt idx="2318">
                  <c:v>1020</c:v>
                </c:pt>
                <c:pt idx="2319">
                  <c:v>1000</c:v>
                </c:pt>
                <c:pt idx="2320">
                  <c:v>1000</c:v>
                </c:pt>
                <c:pt idx="2321">
                  <c:v>1000</c:v>
                </c:pt>
                <c:pt idx="2322">
                  <c:v>1000</c:v>
                </c:pt>
                <c:pt idx="2323">
                  <c:v>1000</c:v>
                </c:pt>
                <c:pt idx="2324">
                  <c:v>1000</c:v>
                </c:pt>
                <c:pt idx="2325">
                  <c:v>1000</c:v>
                </c:pt>
                <c:pt idx="2326">
                  <c:v>1000</c:v>
                </c:pt>
                <c:pt idx="2327">
                  <c:v>1000</c:v>
                </c:pt>
                <c:pt idx="2328">
                  <c:v>1000</c:v>
                </c:pt>
                <c:pt idx="2329">
                  <c:v>1000</c:v>
                </c:pt>
                <c:pt idx="2330">
                  <c:v>1000</c:v>
                </c:pt>
                <c:pt idx="2331">
                  <c:v>1000</c:v>
                </c:pt>
                <c:pt idx="2332">
                  <c:v>1000</c:v>
                </c:pt>
                <c:pt idx="2333">
                  <c:v>1000</c:v>
                </c:pt>
                <c:pt idx="2334">
                  <c:v>1000</c:v>
                </c:pt>
                <c:pt idx="2335">
                  <c:v>1000</c:v>
                </c:pt>
                <c:pt idx="2336">
                  <c:v>1000</c:v>
                </c:pt>
                <c:pt idx="2337">
                  <c:v>1000</c:v>
                </c:pt>
                <c:pt idx="2338">
                  <c:v>1000</c:v>
                </c:pt>
                <c:pt idx="2339">
                  <c:v>1000</c:v>
                </c:pt>
                <c:pt idx="2340">
                  <c:v>1000</c:v>
                </c:pt>
                <c:pt idx="2341">
                  <c:v>1000</c:v>
                </c:pt>
                <c:pt idx="2342">
                  <c:v>1000</c:v>
                </c:pt>
                <c:pt idx="2343">
                  <c:v>920</c:v>
                </c:pt>
                <c:pt idx="2344">
                  <c:v>920</c:v>
                </c:pt>
                <c:pt idx="2345">
                  <c:v>920</c:v>
                </c:pt>
                <c:pt idx="2346">
                  <c:v>920</c:v>
                </c:pt>
                <c:pt idx="2347">
                  <c:v>920</c:v>
                </c:pt>
                <c:pt idx="2348">
                  <c:v>920</c:v>
                </c:pt>
                <c:pt idx="2349">
                  <c:v>920</c:v>
                </c:pt>
                <c:pt idx="2350">
                  <c:v>920</c:v>
                </c:pt>
                <c:pt idx="2351">
                  <c:v>920</c:v>
                </c:pt>
                <c:pt idx="2352">
                  <c:v>920</c:v>
                </c:pt>
                <c:pt idx="2353">
                  <c:v>800</c:v>
                </c:pt>
                <c:pt idx="2354">
                  <c:v>800</c:v>
                </c:pt>
                <c:pt idx="2355">
                  <c:v>800</c:v>
                </c:pt>
                <c:pt idx="2356">
                  <c:v>800</c:v>
                </c:pt>
                <c:pt idx="2357">
                  <c:v>800</c:v>
                </c:pt>
                <c:pt idx="2358">
                  <c:v>800</c:v>
                </c:pt>
                <c:pt idx="2359">
                  <c:v>800</c:v>
                </c:pt>
                <c:pt idx="2360">
                  <c:v>800</c:v>
                </c:pt>
                <c:pt idx="2361">
                  <c:v>800</c:v>
                </c:pt>
                <c:pt idx="2362">
                  <c:v>800</c:v>
                </c:pt>
                <c:pt idx="2363">
                  <c:v>800</c:v>
                </c:pt>
                <c:pt idx="2364">
                  <c:v>800</c:v>
                </c:pt>
                <c:pt idx="2365">
                  <c:v>800</c:v>
                </c:pt>
                <c:pt idx="2366">
                  <c:v>800</c:v>
                </c:pt>
                <c:pt idx="2367">
                  <c:v>800</c:v>
                </c:pt>
                <c:pt idx="2368">
                  <c:v>800</c:v>
                </c:pt>
                <c:pt idx="2369">
                  <c:v>800</c:v>
                </c:pt>
                <c:pt idx="2370">
                  <c:v>800</c:v>
                </c:pt>
                <c:pt idx="2371">
                  <c:v>800</c:v>
                </c:pt>
                <c:pt idx="2372">
                  <c:v>750</c:v>
                </c:pt>
                <c:pt idx="2373">
                  <c:v>750</c:v>
                </c:pt>
                <c:pt idx="2374">
                  <c:v>750</c:v>
                </c:pt>
                <c:pt idx="2375">
                  <c:v>750</c:v>
                </c:pt>
                <c:pt idx="2376">
                  <c:v>750</c:v>
                </c:pt>
                <c:pt idx="2377">
                  <c:v>750</c:v>
                </c:pt>
                <c:pt idx="2378">
                  <c:v>750</c:v>
                </c:pt>
                <c:pt idx="2379">
                  <c:v>750</c:v>
                </c:pt>
                <c:pt idx="2380">
                  <c:v>750</c:v>
                </c:pt>
                <c:pt idx="2381">
                  <c:v>700</c:v>
                </c:pt>
                <c:pt idx="2382">
                  <c:v>700</c:v>
                </c:pt>
                <c:pt idx="2383">
                  <c:v>700</c:v>
                </c:pt>
                <c:pt idx="2384">
                  <c:v>700</c:v>
                </c:pt>
                <c:pt idx="2385">
                  <c:v>700</c:v>
                </c:pt>
                <c:pt idx="2386">
                  <c:v>700</c:v>
                </c:pt>
                <c:pt idx="2387">
                  <c:v>700</c:v>
                </c:pt>
                <c:pt idx="2388">
                  <c:v>700</c:v>
                </c:pt>
                <c:pt idx="2389">
                  <c:v>700</c:v>
                </c:pt>
                <c:pt idx="2390">
                  <c:v>700</c:v>
                </c:pt>
                <c:pt idx="2391">
                  <c:v>700</c:v>
                </c:pt>
                <c:pt idx="2392">
                  <c:v>700</c:v>
                </c:pt>
                <c:pt idx="2393">
                  <c:v>700</c:v>
                </c:pt>
                <c:pt idx="2394">
                  <c:v>700</c:v>
                </c:pt>
                <c:pt idx="2395">
                  <c:v>700</c:v>
                </c:pt>
                <c:pt idx="2396">
                  <c:v>700</c:v>
                </c:pt>
                <c:pt idx="2397">
                  <c:v>700</c:v>
                </c:pt>
                <c:pt idx="2398">
                  <c:v>700</c:v>
                </c:pt>
                <c:pt idx="2399">
                  <c:v>700</c:v>
                </c:pt>
                <c:pt idx="2400">
                  <c:v>700</c:v>
                </c:pt>
                <c:pt idx="2401">
                  <c:v>700</c:v>
                </c:pt>
                <c:pt idx="2402">
                  <c:v>700</c:v>
                </c:pt>
                <c:pt idx="2403">
                  <c:v>700</c:v>
                </c:pt>
                <c:pt idx="2404">
                  <c:v>700</c:v>
                </c:pt>
                <c:pt idx="2405">
                  <c:v>700</c:v>
                </c:pt>
                <c:pt idx="2406">
                  <c:v>700</c:v>
                </c:pt>
                <c:pt idx="2407">
                  <c:v>700</c:v>
                </c:pt>
                <c:pt idx="2408">
                  <c:v>700</c:v>
                </c:pt>
                <c:pt idx="2409">
                  <c:v>700</c:v>
                </c:pt>
                <c:pt idx="2410">
                  <c:v>700</c:v>
                </c:pt>
                <c:pt idx="2411">
                  <c:v>720</c:v>
                </c:pt>
                <c:pt idx="2412">
                  <c:v>720</c:v>
                </c:pt>
                <c:pt idx="2413">
                  <c:v>720</c:v>
                </c:pt>
                <c:pt idx="2414">
                  <c:v>720</c:v>
                </c:pt>
                <c:pt idx="2415">
                  <c:v>720</c:v>
                </c:pt>
                <c:pt idx="2416">
                  <c:v>720</c:v>
                </c:pt>
                <c:pt idx="2417">
                  <c:v>720</c:v>
                </c:pt>
                <c:pt idx="2418">
                  <c:v>720</c:v>
                </c:pt>
                <c:pt idx="2419">
                  <c:v>720</c:v>
                </c:pt>
                <c:pt idx="2420">
                  <c:v>720</c:v>
                </c:pt>
                <c:pt idx="2421">
                  <c:v>720</c:v>
                </c:pt>
                <c:pt idx="2422">
                  <c:v>720</c:v>
                </c:pt>
                <c:pt idx="2423">
                  <c:v>720</c:v>
                </c:pt>
                <c:pt idx="2424">
                  <c:v>750</c:v>
                </c:pt>
                <c:pt idx="2425">
                  <c:v>750</c:v>
                </c:pt>
                <c:pt idx="2426">
                  <c:v>750</c:v>
                </c:pt>
                <c:pt idx="2427">
                  <c:v>750</c:v>
                </c:pt>
                <c:pt idx="2428">
                  <c:v>750</c:v>
                </c:pt>
                <c:pt idx="2429">
                  <c:v>750</c:v>
                </c:pt>
                <c:pt idx="2430">
                  <c:v>750</c:v>
                </c:pt>
                <c:pt idx="2431">
                  <c:v>770</c:v>
                </c:pt>
                <c:pt idx="2432">
                  <c:v>770</c:v>
                </c:pt>
                <c:pt idx="2433">
                  <c:v>770</c:v>
                </c:pt>
                <c:pt idx="2434">
                  <c:v>770</c:v>
                </c:pt>
                <c:pt idx="2435">
                  <c:v>770</c:v>
                </c:pt>
                <c:pt idx="2436">
                  <c:v>770</c:v>
                </c:pt>
                <c:pt idx="2437">
                  <c:v>770</c:v>
                </c:pt>
                <c:pt idx="2438">
                  <c:v>770</c:v>
                </c:pt>
                <c:pt idx="2439">
                  <c:v>770</c:v>
                </c:pt>
                <c:pt idx="2440">
                  <c:v>770</c:v>
                </c:pt>
                <c:pt idx="2441">
                  <c:v>830</c:v>
                </c:pt>
                <c:pt idx="2442">
                  <c:v>830</c:v>
                </c:pt>
                <c:pt idx="2443">
                  <c:v>830</c:v>
                </c:pt>
                <c:pt idx="2444">
                  <c:v>830</c:v>
                </c:pt>
                <c:pt idx="2445">
                  <c:v>830</c:v>
                </c:pt>
                <c:pt idx="2446">
                  <c:v>830</c:v>
                </c:pt>
                <c:pt idx="2447">
                  <c:v>830</c:v>
                </c:pt>
                <c:pt idx="2448">
                  <c:v>840</c:v>
                </c:pt>
                <c:pt idx="2449">
                  <c:v>840</c:v>
                </c:pt>
                <c:pt idx="2450">
                  <c:v>840</c:v>
                </c:pt>
                <c:pt idx="2451">
                  <c:v>890</c:v>
                </c:pt>
                <c:pt idx="2452">
                  <c:v>900</c:v>
                </c:pt>
                <c:pt idx="2453">
                  <c:v>900</c:v>
                </c:pt>
                <c:pt idx="2454">
                  <c:v>900</c:v>
                </c:pt>
                <c:pt idx="2455">
                  <c:v>900</c:v>
                </c:pt>
                <c:pt idx="2456">
                  <c:v>900</c:v>
                </c:pt>
                <c:pt idx="2457">
                  <c:v>900</c:v>
                </c:pt>
                <c:pt idx="2458">
                  <c:v>900</c:v>
                </c:pt>
                <c:pt idx="2459">
                  <c:v>900</c:v>
                </c:pt>
                <c:pt idx="2460">
                  <c:v>900</c:v>
                </c:pt>
                <c:pt idx="2461">
                  <c:v>900</c:v>
                </c:pt>
                <c:pt idx="2462">
                  <c:v>900</c:v>
                </c:pt>
                <c:pt idx="2463">
                  <c:v>900</c:v>
                </c:pt>
                <c:pt idx="2464">
                  <c:v>900</c:v>
                </c:pt>
                <c:pt idx="2465">
                  <c:v>900</c:v>
                </c:pt>
                <c:pt idx="2466">
                  <c:v>900</c:v>
                </c:pt>
                <c:pt idx="2467">
                  <c:v>900</c:v>
                </c:pt>
                <c:pt idx="2468">
                  <c:v>900</c:v>
                </c:pt>
                <c:pt idx="2469">
                  <c:v>900</c:v>
                </c:pt>
                <c:pt idx="2470">
                  <c:v>900</c:v>
                </c:pt>
                <c:pt idx="2471">
                  <c:v>900</c:v>
                </c:pt>
                <c:pt idx="2472">
                  <c:v>900</c:v>
                </c:pt>
                <c:pt idx="2473">
                  <c:v>900</c:v>
                </c:pt>
                <c:pt idx="2474">
                  <c:v>900</c:v>
                </c:pt>
                <c:pt idx="2475">
                  <c:v>900</c:v>
                </c:pt>
                <c:pt idx="2476">
                  <c:v>900</c:v>
                </c:pt>
                <c:pt idx="2477">
                  <c:v>900</c:v>
                </c:pt>
                <c:pt idx="2478">
                  <c:v>900</c:v>
                </c:pt>
                <c:pt idx="2479">
                  <c:v>900</c:v>
                </c:pt>
                <c:pt idx="2480">
                  <c:v>900</c:v>
                </c:pt>
                <c:pt idx="2481">
                  <c:v>900</c:v>
                </c:pt>
                <c:pt idx="2482">
                  <c:v>900</c:v>
                </c:pt>
                <c:pt idx="2483">
                  <c:v>900</c:v>
                </c:pt>
                <c:pt idx="2484">
                  <c:v>900</c:v>
                </c:pt>
                <c:pt idx="2485">
                  <c:v>900</c:v>
                </c:pt>
                <c:pt idx="2486">
                  <c:v>930</c:v>
                </c:pt>
                <c:pt idx="2487">
                  <c:v>930</c:v>
                </c:pt>
                <c:pt idx="2488">
                  <c:v>930</c:v>
                </c:pt>
                <c:pt idx="2489">
                  <c:v>930</c:v>
                </c:pt>
                <c:pt idx="2490">
                  <c:v>930</c:v>
                </c:pt>
                <c:pt idx="2491">
                  <c:v>930</c:v>
                </c:pt>
                <c:pt idx="2492">
                  <c:v>930</c:v>
                </c:pt>
                <c:pt idx="2493">
                  <c:v>930</c:v>
                </c:pt>
                <c:pt idx="2494">
                  <c:v>930</c:v>
                </c:pt>
                <c:pt idx="2495">
                  <c:v>930</c:v>
                </c:pt>
                <c:pt idx="2496">
                  <c:v>930</c:v>
                </c:pt>
                <c:pt idx="2497">
                  <c:v>930</c:v>
                </c:pt>
                <c:pt idx="2498">
                  <c:v>930</c:v>
                </c:pt>
                <c:pt idx="2499">
                  <c:v>930</c:v>
                </c:pt>
                <c:pt idx="2500">
                  <c:v>930</c:v>
                </c:pt>
                <c:pt idx="2501">
                  <c:v>930</c:v>
                </c:pt>
                <c:pt idx="2502">
                  <c:v>930</c:v>
                </c:pt>
                <c:pt idx="2503">
                  <c:v>930</c:v>
                </c:pt>
                <c:pt idx="2504">
                  <c:v>930</c:v>
                </c:pt>
                <c:pt idx="2505">
                  <c:v>930</c:v>
                </c:pt>
                <c:pt idx="2506">
                  <c:v>930</c:v>
                </c:pt>
                <c:pt idx="2507">
                  <c:v>930</c:v>
                </c:pt>
                <c:pt idx="2508">
                  <c:v>930</c:v>
                </c:pt>
                <c:pt idx="2509">
                  <c:v>930</c:v>
                </c:pt>
                <c:pt idx="2510">
                  <c:v>930</c:v>
                </c:pt>
                <c:pt idx="2511">
                  <c:v>930</c:v>
                </c:pt>
                <c:pt idx="2512">
                  <c:v>930</c:v>
                </c:pt>
                <c:pt idx="2513">
                  <c:v>930</c:v>
                </c:pt>
                <c:pt idx="2514">
                  <c:v>930</c:v>
                </c:pt>
                <c:pt idx="2515">
                  <c:v>930</c:v>
                </c:pt>
                <c:pt idx="2516">
                  <c:v>930</c:v>
                </c:pt>
                <c:pt idx="2517">
                  <c:v>930</c:v>
                </c:pt>
                <c:pt idx="2518">
                  <c:v>930</c:v>
                </c:pt>
                <c:pt idx="2519">
                  <c:v>930</c:v>
                </c:pt>
                <c:pt idx="2520">
                  <c:v>930</c:v>
                </c:pt>
                <c:pt idx="2521">
                  <c:v>930</c:v>
                </c:pt>
                <c:pt idx="2522">
                  <c:v>930</c:v>
                </c:pt>
                <c:pt idx="2523">
                  <c:v>930</c:v>
                </c:pt>
                <c:pt idx="2524">
                  <c:v>930</c:v>
                </c:pt>
                <c:pt idx="2525">
                  <c:v>930</c:v>
                </c:pt>
                <c:pt idx="2526">
                  <c:v>930</c:v>
                </c:pt>
                <c:pt idx="2527">
                  <c:v>930</c:v>
                </c:pt>
                <c:pt idx="2528">
                  <c:v>930</c:v>
                </c:pt>
                <c:pt idx="2529">
                  <c:v>930</c:v>
                </c:pt>
                <c:pt idx="2530">
                  <c:v>930</c:v>
                </c:pt>
                <c:pt idx="2531">
                  <c:v>930</c:v>
                </c:pt>
                <c:pt idx="2532">
                  <c:v>930</c:v>
                </c:pt>
                <c:pt idx="2533">
                  <c:v>930</c:v>
                </c:pt>
                <c:pt idx="2534">
                  <c:v>930</c:v>
                </c:pt>
                <c:pt idx="2535">
                  <c:v>930</c:v>
                </c:pt>
                <c:pt idx="2536">
                  <c:v>930</c:v>
                </c:pt>
                <c:pt idx="2537">
                  <c:v>930</c:v>
                </c:pt>
                <c:pt idx="2538">
                  <c:v>930</c:v>
                </c:pt>
                <c:pt idx="2539">
                  <c:v>930</c:v>
                </c:pt>
                <c:pt idx="2540">
                  <c:v>930</c:v>
                </c:pt>
                <c:pt idx="2541">
                  <c:v>930</c:v>
                </c:pt>
                <c:pt idx="2542">
                  <c:v>930</c:v>
                </c:pt>
                <c:pt idx="2543">
                  <c:v>930</c:v>
                </c:pt>
                <c:pt idx="2544">
                  <c:v>930</c:v>
                </c:pt>
                <c:pt idx="2545">
                  <c:v>930</c:v>
                </c:pt>
                <c:pt idx="2546">
                  <c:v>930</c:v>
                </c:pt>
                <c:pt idx="2547">
                  <c:v>930</c:v>
                </c:pt>
                <c:pt idx="2548">
                  <c:v>930</c:v>
                </c:pt>
                <c:pt idx="2549">
                  <c:v>930</c:v>
                </c:pt>
                <c:pt idx="2550">
                  <c:v>930</c:v>
                </c:pt>
                <c:pt idx="2551">
                  <c:v>930</c:v>
                </c:pt>
                <c:pt idx="2552">
                  <c:v>930</c:v>
                </c:pt>
                <c:pt idx="2553">
                  <c:v>930</c:v>
                </c:pt>
                <c:pt idx="2554">
                  <c:v>930</c:v>
                </c:pt>
                <c:pt idx="2555">
                  <c:v>930</c:v>
                </c:pt>
                <c:pt idx="2556">
                  <c:v>930</c:v>
                </c:pt>
                <c:pt idx="2557">
                  <c:v>930</c:v>
                </c:pt>
                <c:pt idx="2558">
                  <c:v>930</c:v>
                </c:pt>
                <c:pt idx="2559">
                  <c:v>930</c:v>
                </c:pt>
                <c:pt idx="2560">
                  <c:v>930</c:v>
                </c:pt>
                <c:pt idx="2561">
                  <c:v>930</c:v>
                </c:pt>
                <c:pt idx="2562">
                  <c:v>930</c:v>
                </c:pt>
                <c:pt idx="2563">
                  <c:v>930</c:v>
                </c:pt>
                <c:pt idx="2564">
                  <c:v>930</c:v>
                </c:pt>
                <c:pt idx="2565">
                  <c:v>930</c:v>
                </c:pt>
                <c:pt idx="2566">
                  <c:v>930</c:v>
                </c:pt>
                <c:pt idx="2567">
                  <c:v>930</c:v>
                </c:pt>
                <c:pt idx="2568">
                  <c:v>930</c:v>
                </c:pt>
                <c:pt idx="2569">
                  <c:v>930</c:v>
                </c:pt>
                <c:pt idx="2570">
                  <c:v>930</c:v>
                </c:pt>
                <c:pt idx="2571">
                  <c:v>930</c:v>
                </c:pt>
                <c:pt idx="2572">
                  <c:v>930</c:v>
                </c:pt>
                <c:pt idx="2573">
                  <c:v>930</c:v>
                </c:pt>
                <c:pt idx="2574">
                  <c:v>930</c:v>
                </c:pt>
                <c:pt idx="2575">
                  <c:v>930</c:v>
                </c:pt>
                <c:pt idx="2576">
                  <c:v>930</c:v>
                </c:pt>
                <c:pt idx="2577">
                  <c:v>930</c:v>
                </c:pt>
                <c:pt idx="2578">
                  <c:v>930</c:v>
                </c:pt>
                <c:pt idx="2579">
                  <c:v>930</c:v>
                </c:pt>
                <c:pt idx="2580">
                  <c:v>930</c:v>
                </c:pt>
                <c:pt idx="2581">
                  <c:v>930</c:v>
                </c:pt>
                <c:pt idx="2582">
                  <c:v>930</c:v>
                </c:pt>
                <c:pt idx="2583">
                  <c:v>930</c:v>
                </c:pt>
                <c:pt idx="2584">
                  <c:v>930</c:v>
                </c:pt>
                <c:pt idx="2585">
                  <c:v>930</c:v>
                </c:pt>
                <c:pt idx="2586">
                  <c:v>930</c:v>
                </c:pt>
                <c:pt idx="2587">
                  <c:v>930</c:v>
                </c:pt>
                <c:pt idx="2588">
                  <c:v>930</c:v>
                </c:pt>
                <c:pt idx="2589">
                  <c:v>930</c:v>
                </c:pt>
                <c:pt idx="2590">
                  <c:v>930</c:v>
                </c:pt>
                <c:pt idx="2591">
                  <c:v>930</c:v>
                </c:pt>
                <c:pt idx="2592">
                  <c:v>930</c:v>
                </c:pt>
                <c:pt idx="2593">
                  <c:v>930</c:v>
                </c:pt>
                <c:pt idx="2594">
                  <c:v>930</c:v>
                </c:pt>
                <c:pt idx="2595">
                  <c:v>930</c:v>
                </c:pt>
                <c:pt idx="2596">
                  <c:v>930</c:v>
                </c:pt>
                <c:pt idx="2597">
                  <c:v>930</c:v>
                </c:pt>
                <c:pt idx="2598">
                  <c:v>930</c:v>
                </c:pt>
                <c:pt idx="2599">
                  <c:v>930</c:v>
                </c:pt>
                <c:pt idx="2600">
                  <c:v>930</c:v>
                </c:pt>
                <c:pt idx="2601">
                  <c:v>930</c:v>
                </c:pt>
                <c:pt idx="2602">
                  <c:v>930</c:v>
                </c:pt>
                <c:pt idx="2603">
                  <c:v>930</c:v>
                </c:pt>
                <c:pt idx="2604">
                  <c:v>930</c:v>
                </c:pt>
                <c:pt idx="2605">
                  <c:v>930</c:v>
                </c:pt>
                <c:pt idx="2606">
                  <c:v>930</c:v>
                </c:pt>
                <c:pt idx="2607">
                  <c:v>930</c:v>
                </c:pt>
                <c:pt idx="2608">
                  <c:v>930</c:v>
                </c:pt>
                <c:pt idx="2609">
                  <c:v>930</c:v>
                </c:pt>
                <c:pt idx="2610">
                  <c:v>930</c:v>
                </c:pt>
                <c:pt idx="2611">
                  <c:v>930</c:v>
                </c:pt>
                <c:pt idx="2612">
                  <c:v>930</c:v>
                </c:pt>
                <c:pt idx="2613">
                  <c:v>930</c:v>
                </c:pt>
                <c:pt idx="2614">
                  <c:v>930</c:v>
                </c:pt>
                <c:pt idx="2615">
                  <c:v>930</c:v>
                </c:pt>
                <c:pt idx="2616">
                  <c:v>930</c:v>
                </c:pt>
                <c:pt idx="2617">
                  <c:v>930</c:v>
                </c:pt>
                <c:pt idx="2618">
                  <c:v>930</c:v>
                </c:pt>
              </c:numCache>
            </c:numRef>
          </c:val>
          <c:smooth val="1"/>
          <c:extLst xmlns:c16r2="http://schemas.microsoft.com/office/drawing/2015/06/chart">
            <c:ext xmlns:c16="http://schemas.microsoft.com/office/drawing/2014/chart" uri="{C3380CC4-5D6E-409C-BE32-E72D297353CC}">
              <c16:uniqueId val="{00000001-7623-4B33-81A4-811C553964D2}"/>
            </c:ext>
          </c:extLst>
        </c:ser>
        <c:dLbls>
          <c:showLegendKey val="0"/>
          <c:showVal val="0"/>
          <c:showCatName val="0"/>
          <c:showSerName val="0"/>
          <c:showPercent val="0"/>
          <c:showBubbleSize val="0"/>
        </c:dLbls>
        <c:marker val="1"/>
        <c:smooth val="0"/>
        <c:axId val="631988928"/>
        <c:axId val="631976416"/>
      </c:lineChart>
      <c:dateAx>
        <c:axId val="631988928"/>
        <c:scaling>
          <c:orientation val="minMax"/>
        </c:scaling>
        <c:delete val="0"/>
        <c:axPos val="b"/>
        <c:numFmt formatCode="yy/m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05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1976416"/>
        <c:crosses val="autoZero"/>
        <c:auto val="1"/>
        <c:lblOffset val="100"/>
        <c:baseTimeUnit val="days"/>
        <c:majorUnit val="12"/>
        <c:majorTimeUnit val="months"/>
      </c:dateAx>
      <c:valAx>
        <c:axId val="631976416"/>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05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1988928"/>
        <c:crosses val="autoZero"/>
        <c:crossBetween val="between"/>
      </c:valAx>
      <c:spPr>
        <a:noFill/>
        <a:ln>
          <a:noFill/>
        </a:ln>
        <a:effectLst/>
      </c:spPr>
    </c:plotArea>
    <c:legend>
      <c:legendPos val="t"/>
      <c:layout>
        <c:manualLayout>
          <c:xMode val="edge"/>
          <c:yMode val="edge"/>
          <c:x val="7.8548916459462938E-4"/>
          <c:y val="3.3801857239053656E-2"/>
          <c:w val="0.99910401045221253"/>
          <c:h val="0.2211173776146535"/>
        </c:manualLayout>
      </c:layout>
      <c:overlay val="0"/>
      <c:spPr>
        <a:noFill/>
        <a:ln>
          <a:noFill/>
        </a:ln>
        <a:effectLst/>
      </c:spPr>
      <c:txPr>
        <a:bodyPr rot="0" spcFirstLastPara="1" vertOverflow="ellipsis" vert="horz" wrap="square" anchor="ctr" anchorCtr="1"/>
        <a:lstStyle/>
        <a:p>
          <a:pPr>
            <a:defRPr sz="105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050"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黄磷!$I$20</c:f>
              <c:strCache>
                <c:ptCount val="1"/>
                <c:pt idx="0">
                  <c:v>黄磷产能（万吨/年）</c:v>
                </c:pt>
              </c:strCache>
            </c:strRef>
          </c:tx>
          <c:spPr>
            <a:solidFill>
              <a:srgbClr val="E10000"/>
            </a:solidFill>
            <a:ln w="6350">
              <a:noFill/>
              <a:prstDash val="solid"/>
            </a:ln>
            <a:effectLst/>
          </c:spPr>
          <c:invertIfNegative val="0"/>
          <c:dPt>
            <c:idx val="1"/>
            <c:invertIfNegative val="0"/>
            <c:bubble3D val="0"/>
            <c:spPr>
              <a:solidFill>
                <a:schemeClr val="accent4"/>
              </a:solidFill>
              <a:ln w="6350">
                <a:noFill/>
                <a:prstDash val="solid"/>
              </a:ln>
              <a:effectLst/>
            </c:spPr>
            <c:extLst xmlns:c16r2="http://schemas.microsoft.com/office/drawing/2015/06/chart">
              <c:ext xmlns:c16="http://schemas.microsoft.com/office/drawing/2014/chart" uri="{C3380CC4-5D6E-409C-BE32-E72D297353CC}">
                <c16:uniqueId val="{00000001-4A32-48FB-B33B-2F3FEA0082E0}"/>
              </c:ext>
            </c:extLst>
          </c:dPt>
          <c:dLbls>
            <c:dLbl>
              <c:idx val="1"/>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1-4A32-48FB-B33B-2F3FEA0082E0}"/>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sz="1100" b="1" i="0" u="none" strike="noStrike" kern="1200" baseline="0">
                    <a:solidFill>
                      <a:schemeClr val="tx1">
                        <a:lumMod val="75000"/>
                        <a:lumOff val="25000"/>
                      </a:schemeClr>
                    </a:solidFill>
                    <a:latin typeface="+mn-lt"/>
                    <a:ea typeface="+mn-ea"/>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黄磷!$H$21:$H$25</c:f>
              <c:strCache>
                <c:ptCount val="5"/>
                <c:pt idx="0">
                  <c:v>ST澄星</c:v>
                </c:pt>
                <c:pt idx="1">
                  <c:v>兴发集团</c:v>
                </c:pt>
                <c:pt idx="2">
                  <c:v>云图控股</c:v>
                </c:pt>
                <c:pt idx="3">
                  <c:v>云天化</c:v>
                </c:pt>
                <c:pt idx="4">
                  <c:v>天原股份</c:v>
                </c:pt>
              </c:strCache>
            </c:strRef>
          </c:cat>
          <c:val>
            <c:numRef>
              <c:f>黄磷!$I$21:$I$25</c:f>
              <c:numCache>
                <c:formatCode>General</c:formatCode>
                <c:ptCount val="5"/>
                <c:pt idx="0">
                  <c:v>18</c:v>
                </c:pt>
                <c:pt idx="1">
                  <c:v>16</c:v>
                </c:pt>
                <c:pt idx="2">
                  <c:v>6</c:v>
                </c:pt>
                <c:pt idx="3">
                  <c:v>3</c:v>
                </c:pt>
                <c:pt idx="4">
                  <c:v>2.5</c:v>
                </c:pt>
              </c:numCache>
            </c:numRef>
          </c:val>
          <c:extLst xmlns:c16r2="http://schemas.microsoft.com/office/drawing/2015/06/chart">
            <c:ext xmlns:c16="http://schemas.microsoft.com/office/drawing/2014/chart" uri="{C3380CC4-5D6E-409C-BE32-E72D297353CC}">
              <c16:uniqueId val="{00000002-4A32-48FB-B33B-2F3FEA0082E0}"/>
            </c:ext>
          </c:extLst>
        </c:ser>
        <c:dLbls>
          <c:showLegendKey val="0"/>
          <c:showVal val="0"/>
          <c:showCatName val="0"/>
          <c:showSerName val="0"/>
          <c:showPercent val="0"/>
          <c:showBubbleSize val="0"/>
        </c:dLbls>
        <c:gapWidth val="219"/>
        <c:overlap val="-27"/>
        <c:axId val="631990016"/>
        <c:axId val="631980768"/>
      </c:barChart>
      <c:catAx>
        <c:axId val="63199001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631980768"/>
        <c:crosses val="autoZero"/>
        <c:auto val="1"/>
        <c:lblAlgn val="ctr"/>
        <c:lblOffset val="100"/>
        <c:noMultiLvlLbl val="0"/>
      </c:catAx>
      <c:valAx>
        <c:axId val="631980768"/>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631990016"/>
        <c:crosses val="autoZero"/>
        <c:crossBetween val="between"/>
        <c:majorUnit val="4"/>
      </c:valAx>
      <c:spPr>
        <a:noFill/>
        <a:ln>
          <a:noFill/>
        </a:ln>
        <a:effectLst/>
      </c:spPr>
    </c:plotArea>
    <c:legend>
      <c:legendPos val="t"/>
      <c:overlay val="0"/>
      <c:spPr>
        <a:noFill/>
        <a:ln>
          <a:noFill/>
        </a:ln>
        <a:effectLst/>
      </c:spPr>
      <c:txPr>
        <a:bodyPr rot="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pPr>
      <a:endParaRPr lang="zh-CN"/>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黄磷!$P$58</c:f>
              <c:strCache>
                <c:ptCount val="1"/>
                <c:pt idx="0">
                  <c:v>黄磷及下游产品毛利率（兴发集团）</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黄磷!$Q$57:$V$57</c:f>
              <c:numCache>
                <c:formatCode>General</c:formatCode>
                <c:ptCount val="6"/>
                <c:pt idx="0">
                  <c:v>2016</c:v>
                </c:pt>
                <c:pt idx="1">
                  <c:v>2017</c:v>
                </c:pt>
                <c:pt idx="2">
                  <c:v>2018</c:v>
                </c:pt>
                <c:pt idx="3">
                  <c:v>2019</c:v>
                </c:pt>
                <c:pt idx="4">
                  <c:v>2020</c:v>
                </c:pt>
                <c:pt idx="5">
                  <c:v>2021</c:v>
                </c:pt>
              </c:numCache>
            </c:numRef>
          </c:cat>
          <c:val>
            <c:numRef>
              <c:f>黄磷!$Q$58:$V$58</c:f>
              <c:numCache>
                <c:formatCode>0%</c:formatCode>
                <c:ptCount val="6"/>
                <c:pt idx="0">
                  <c:v>0.17649999999999999</c:v>
                </c:pt>
                <c:pt idx="1">
                  <c:v>0.1905</c:v>
                </c:pt>
                <c:pt idx="2">
                  <c:v>0.2155</c:v>
                </c:pt>
                <c:pt idx="3">
                  <c:v>0.21809999999999999</c:v>
                </c:pt>
                <c:pt idx="4">
                  <c:v>0.15859999999999999</c:v>
                </c:pt>
                <c:pt idx="5">
                  <c:v>0.39340000000000003</c:v>
                </c:pt>
              </c:numCache>
            </c:numRef>
          </c:val>
          <c:smooth val="1"/>
          <c:extLst xmlns:c16r2="http://schemas.microsoft.com/office/drawing/2015/06/chart">
            <c:ext xmlns:c16="http://schemas.microsoft.com/office/drawing/2014/chart" uri="{C3380CC4-5D6E-409C-BE32-E72D297353CC}">
              <c16:uniqueId val="{00000000-D3AA-44AA-BFF1-59357B5CA9C6}"/>
            </c:ext>
          </c:extLst>
        </c:ser>
        <c:ser>
          <c:idx val="1"/>
          <c:order val="1"/>
          <c:tx>
            <c:strRef>
              <c:f>黄磷!$P$59</c:f>
              <c:strCache>
                <c:ptCount val="1"/>
                <c:pt idx="0">
                  <c:v>黄磷毛利率（ST澄星）</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黄磷!$Q$57:$V$57</c:f>
              <c:numCache>
                <c:formatCode>General</c:formatCode>
                <c:ptCount val="6"/>
                <c:pt idx="0">
                  <c:v>2016</c:v>
                </c:pt>
                <c:pt idx="1">
                  <c:v>2017</c:v>
                </c:pt>
                <c:pt idx="2">
                  <c:v>2018</c:v>
                </c:pt>
                <c:pt idx="3">
                  <c:v>2019</c:v>
                </c:pt>
                <c:pt idx="4">
                  <c:v>2020</c:v>
                </c:pt>
                <c:pt idx="5">
                  <c:v>2021</c:v>
                </c:pt>
              </c:numCache>
            </c:numRef>
          </c:cat>
          <c:val>
            <c:numRef>
              <c:f>黄磷!$Q$59:$V$59</c:f>
              <c:numCache>
                <c:formatCode>0%</c:formatCode>
                <c:ptCount val="6"/>
                <c:pt idx="0">
                  <c:v>8.7499999999999994E-2</c:v>
                </c:pt>
                <c:pt idx="1">
                  <c:v>9.0999999999999998E-2</c:v>
                </c:pt>
                <c:pt idx="2">
                  <c:v>6.7400000000000002E-2</c:v>
                </c:pt>
                <c:pt idx="3">
                  <c:v>0.16009999999999999</c:v>
                </c:pt>
                <c:pt idx="4">
                  <c:v>4.2000000000000003E-2</c:v>
                </c:pt>
                <c:pt idx="5">
                  <c:v>0.37340000000000001</c:v>
                </c:pt>
              </c:numCache>
            </c:numRef>
          </c:val>
          <c:smooth val="1"/>
          <c:extLst xmlns:c16r2="http://schemas.microsoft.com/office/drawing/2015/06/chart">
            <c:ext xmlns:c16="http://schemas.microsoft.com/office/drawing/2014/chart" uri="{C3380CC4-5D6E-409C-BE32-E72D297353CC}">
              <c16:uniqueId val="{00000001-D3AA-44AA-BFF1-59357B5CA9C6}"/>
            </c:ext>
          </c:extLst>
        </c:ser>
        <c:dLbls>
          <c:showLegendKey val="0"/>
          <c:showVal val="0"/>
          <c:showCatName val="0"/>
          <c:showSerName val="0"/>
          <c:showPercent val="0"/>
          <c:showBubbleSize val="0"/>
        </c:dLbls>
        <c:marker val="1"/>
        <c:smooth val="0"/>
        <c:axId val="631981856"/>
        <c:axId val="631985120"/>
      </c:lineChart>
      <c:catAx>
        <c:axId val="63198185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050" b="1" i="0" u="none" strike="noStrike" kern="1200" baseline="0">
                <a:solidFill>
                  <a:schemeClr val="tx1">
                    <a:lumMod val="65000"/>
                    <a:lumOff val="35000"/>
                  </a:schemeClr>
                </a:solidFill>
                <a:latin typeface="+mn-lt"/>
                <a:ea typeface="+mn-ea"/>
                <a:cs typeface="+mn-cs"/>
              </a:defRPr>
            </a:pPr>
            <a:endParaRPr lang="zh-CN"/>
          </a:p>
        </c:txPr>
        <c:crossAx val="631985120"/>
        <c:crosses val="autoZero"/>
        <c:auto val="1"/>
        <c:lblAlgn val="ctr"/>
        <c:lblOffset val="100"/>
        <c:noMultiLvlLbl val="0"/>
      </c:catAx>
      <c:valAx>
        <c:axId val="631985120"/>
        <c:scaling>
          <c:orientation val="minMax"/>
          <c:max val="0.4"/>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050" b="1" i="0" u="none" strike="noStrike" kern="1200" baseline="0">
                <a:solidFill>
                  <a:schemeClr val="tx1">
                    <a:lumMod val="65000"/>
                    <a:lumOff val="35000"/>
                  </a:schemeClr>
                </a:solidFill>
                <a:latin typeface="+mn-lt"/>
                <a:ea typeface="+mn-ea"/>
                <a:cs typeface="+mn-cs"/>
              </a:defRPr>
            </a:pPr>
            <a:endParaRPr lang="zh-CN"/>
          </a:p>
        </c:txPr>
        <c:crossAx val="631981856"/>
        <c:crosses val="autoZero"/>
        <c:crossBetween val="between"/>
        <c:majorUnit val="0.1"/>
      </c:valAx>
      <c:spPr>
        <a:noFill/>
        <a:ln>
          <a:noFill/>
        </a:ln>
        <a:effectLst/>
      </c:spPr>
    </c:plotArea>
    <c:legend>
      <c:legendPos val="t"/>
      <c:overlay val="0"/>
      <c:spPr>
        <a:noFill/>
        <a:ln>
          <a:noFill/>
        </a:ln>
        <a:effectLst/>
      </c:spPr>
      <c:txPr>
        <a:bodyPr rot="0" spcFirstLastPara="1" vertOverflow="ellipsis" vert="horz" wrap="square" anchor="ctr" anchorCtr="1"/>
        <a:lstStyle/>
        <a:p>
          <a:pPr>
            <a:defRPr sz="1050" b="1"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050" b="1"/>
      </a:pPr>
      <a:endParaRPr lang="zh-CN"/>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131910463575859"/>
          <c:y val="0.19822504602397739"/>
          <c:w val="0.85267474653466802"/>
          <c:h val="0.73904764042925775"/>
        </c:manualLayout>
      </c:layout>
      <c:areaChart>
        <c:grouping val="standard"/>
        <c:varyColors val="0"/>
        <c:ser>
          <c:idx val="1"/>
          <c:order val="1"/>
          <c:tx>
            <c:strRef>
              <c:f>价差走势表!$AS$1</c:f>
              <c:strCache>
                <c:ptCount val="1"/>
                <c:pt idx="0">
                  <c:v>价差</c:v>
                </c:pt>
              </c:strCache>
            </c:strRef>
          </c:tx>
          <c:spPr>
            <a:solidFill>
              <a:srgbClr val="C8C8C8"/>
            </a:solidFill>
            <a:ln>
              <a:noFill/>
            </a:ln>
            <a:effectLst/>
          </c:spPr>
          <c:cat>
            <c:numRef>
              <c:f>价差走势表!$A$2:$A$6638</c:f>
              <c:numCache>
                <c:formatCode>m/d/yyyy</c:formatCode>
                <c:ptCount val="6637"/>
                <c:pt idx="0">
                  <c:v>38718</c:v>
                </c:pt>
                <c:pt idx="1">
                  <c:v>38719</c:v>
                </c:pt>
                <c:pt idx="2">
                  <c:v>38720</c:v>
                </c:pt>
                <c:pt idx="3">
                  <c:v>38721</c:v>
                </c:pt>
                <c:pt idx="4">
                  <c:v>38722</c:v>
                </c:pt>
                <c:pt idx="5">
                  <c:v>38723</c:v>
                </c:pt>
                <c:pt idx="6">
                  <c:v>38724</c:v>
                </c:pt>
                <c:pt idx="7">
                  <c:v>38725</c:v>
                </c:pt>
                <c:pt idx="8">
                  <c:v>38726</c:v>
                </c:pt>
                <c:pt idx="9">
                  <c:v>38727</c:v>
                </c:pt>
                <c:pt idx="10">
                  <c:v>38728</c:v>
                </c:pt>
                <c:pt idx="11">
                  <c:v>38729</c:v>
                </c:pt>
                <c:pt idx="12">
                  <c:v>38730</c:v>
                </c:pt>
                <c:pt idx="13">
                  <c:v>38731</c:v>
                </c:pt>
                <c:pt idx="14">
                  <c:v>38732</c:v>
                </c:pt>
                <c:pt idx="15">
                  <c:v>38733</c:v>
                </c:pt>
                <c:pt idx="16">
                  <c:v>38734</c:v>
                </c:pt>
                <c:pt idx="17">
                  <c:v>38735</c:v>
                </c:pt>
                <c:pt idx="18">
                  <c:v>38736</c:v>
                </c:pt>
                <c:pt idx="19">
                  <c:v>38737</c:v>
                </c:pt>
                <c:pt idx="20">
                  <c:v>38738</c:v>
                </c:pt>
                <c:pt idx="21">
                  <c:v>38739</c:v>
                </c:pt>
                <c:pt idx="22">
                  <c:v>38740</c:v>
                </c:pt>
                <c:pt idx="23">
                  <c:v>38741</c:v>
                </c:pt>
                <c:pt idx="24">
                  <c:v>38742</c:v>
                </c:pt>
                <c:pt idx="25">
                  <c:v>38743</c:v>
                </c:pt>
                <c:pt idx="26">
                  <c:v>38744</c:v>
                </c:pt>
                <c:pt idx="27">
                  <c:v>38745</c:v>
                </c:pt>
                <c:pt idx="28">
                  <c:v>38746</c:v>
                </c:pt>
                <c:pt idx="29">
                  <c:v>38747</c:v>
                </c:pt>
                <c:pt idx="30">
                  <c:v>38748</c:v>
                </c:pt>
                <c:pt idx="31">
                  <c:v>38749</c:v>
                </c:pt>
                <c:pt idx="32">
                  <c:v>38750</c:v>
                </c:pt>
                <c:pt idx="33">
                  <c:v>38751</c:v>
                </c:pt>
                <c:pt idx="34">
                  <c:v>38752</c:v>
                </c:pt>
                <c:pt idx="35">
                  <c:v>38753</c:v>
                </c:pt>
                <c:pt idx="36">
                  <c:v>38754</c:v>
                </c:pt>
                <c:pt idx="37">
                  <c:v>38755</c:v>
                </c:pt>
                <c:pt idx="38">
                  <c:v>38756</c:v>
                </c:pt>
                <c:pt idx="39">
                  <c:v>38757</c:v>
                </c:pt>
                <c:pt idx="40">
                  <c:v>38758</c:v>
                </c:pt>
                <c:pt idx="41">
                  <c:v>38759</c:v>
                </c:pt>
                <c:pt idx="42">
                  <c:v>38760</c:v>
                </c:pt>
                <c:pt idx="43">
                  <c:v>38761</c:v>
                </c:pt>
                <c:pt idx="44">
                  <c:v>38762</c:v>
                </c:pt>
                <c:pt idx="45">
                  <c:v>38763</c:v>
                </c:pt>
                <c:pt idx="46">
                  <c:v>38764</c:v>
                </c:pt>
                <c:pt idx="47">
                  <c:v>38765</c:v>
                </c:pt>
                <c:pt idx="48">
                  <c:v>38766</c:v>
                </c:pt>
                <c:pt idx="49">
                  <c:v>38767</c:v>
                </c:pt>
                <c:pt idx="50">
                  <c:v>38768</c:v>
                </c:pt>
                <c:pt idx="51">
                  <c:v>38769</c:v>
                </c:pt>
                <c:pt idx="52">
                  <c:v>38770</c:v>
                </c:pt>
                <c:pt idx="53">
                  <c:v>38771</c:v>
                </c:pt>
                <c:pt idx="54">
                  <c:v>38772</c:v>
                </c:pt>
                <c:pt idx="55">
                  <c:v>38773</c:v>
                </c:pt>
                <c:pt idx="56">
                  <c:v>38774</c:v>
                </c:pt>
                <c:pt idx="57">
                  <c:v>38775</c:v>
                </c:pt>
                <c:pt idx="58">
                  <c:v>38776</c:v>
                </c:pt>
                <c:pt idx="59">
                  <c:v>38777</c:v>
                </c:pt>
                <c:pt idx="60">
                  <c:v>38778</c:v>
                </c:pt>
                <c:pt idx="61">
                  <c:v>38779</c:v>
                </c:pt>
                <c:pt idx="62">
                  <c:v>38780</c:v>
                </c:pt>
                <c:pt idx="63">
                  <c:v>38781</c:v>
                </c:pt>
                <c:pt idx="64">
                  <c:v>38782</c:v>
                </c:pt>
                <c:pt idx="65">
                  <c:v>38783</c:v>
                </c:pt>
                <c:pt idx="66">
                  <c:v>38784</c:v>
                </c:pt>
                <c:pt idx="67">
                  <c:v>38785</c:v>
                </c:pt>
                <c:pt idx="68">
                  <c:v>38786</c:v>
                </c:pt>
                <c:pt idx="69">
                  <c:v>38787</c:v>
                </c:pt>
                <c:pt idx="70">
                  <c:v>38788</c:v>
                </c:pt>
                <c:pt idx="71">
                  <c:v>38789</c:v>
                </c:pt>
                <c:pt idx="72">
                  <c:v>38790</c:v>
                </c:pt>
                <c:pt idx="73">
                  <c:v>38791</c:v>
                </c:pt>
                <c:pt idx="74">
                  <c:v>38792</c:v>
                </c:pt>
                <c:pt idx="75">
                  <c:v>38793</c:v>
                </c:pt>
                <c:pt idx="76">
                  <c:v>38794</c:v>
                </c:pt>
                <c:pt idx="77">
                  <c:v>38795</c:v>
                </c:pt>
                <c:pt idx="78">
                  <c:v>38796</c:v>
                </c:pt>
                <c:pt idx="79">
                  <c:v>38797</c:v>
                </c:pt>
                <c:pt idx="80">
                  <c:v>38798</c:v>
                </c:pt>
                <c:pt idx="81">
                  <c:v>38799</c:v>
                </c:pt>
                <c:pt idx="82">
                  <c:v>38800</c:v>
                </c:pt>
                <c:pt idx="83">
                  <c:v>38801</c:v>
                </c:pt>
                <c:pt idx="84">
                  <c:v>38802</c:v>
                </c:pt>
                <c:pt idx="85">
                  <c:v>38803</c:v>
                </c:pt>
                <c:pt idx="86">
                  <c:v>38804</c:v>
                </c:pt>
                <c:pt idx="87">
                  <c:v>38805</c:v>
                </c:pt>
                <c:pt idx="88">
                  <c:v>38806</c:v>
                </c:pt>
                <c:pt idx="89">
                  <c:v>38807</c:v>
                </c:pt>
                <c:pt idx="90">
                  <c:v>38808</c:v>
                </c:pt>
                <c:pt idx="91">
                  <c:v>38809</c:v>
                </c:pt>
                <c:pt idx="92">
                  <c:v>38810</c:v>
                </c:pt>
                <c:pt idx="93">
                  <c:v>38811</c:v>
                </c:pt>
                <c:pt idx="94">
                  <c:v>38812</c:v>
                </c:pt>
                <c:pt idx="95">
                  <c:v>38813</c:v>
                </c:pt>
                <c:pt idx="96">
                  <c:v>38814</c:v>
                </c:pt>
                <c:pt idx="97">
                  <c:v>38815</c:v>
                </c:pt>
                <c:pt idx="98">
                  <c:v>38816</c:v>
                </c:pt>
                <c:pt idx="99">
                  <c:v>38817</c:v>
                </c:pt>
                <c:pt idx="100">
                  <c:v>38818</c:v>
                </c:pt>
                <c:pt idx="101">
                  <c:v>38819</c:v>
                </c:pt>
                <c:pt idx="102">
                  <c:v>38820</c:v>
                </c:pt>
                <c:pt idx="103">
                  <c:v>38821</c:v>
                </c:pt>
                <c:pt idx="104">
                  <c:v>38822</c:v>
                </c:pt>
                <c:pt idx="105">
                  <c:v>38823</c:v>
                </c:pt>
                <c:pt idx="106">
                  <c:v>38824</c:v>
                </c:pt>
                <c:pt idx="107">
                  <c:v>38825</c:v>
                </c:pt>
                <c:pt idx="108">
                  <c:v>38826</c:v>
                </c:pt>
                <c:pt idx="109">
                  <c:v>38827</c:v>
                </c:pt>
                <c:pt idx="110">
                  <c:v>38828</c:v>
                </c:pt>
                <c:pt idx="111">
                  <c:v>38829</c:v>
                </c:pt>
                <c:pt idx="112">
                  <c:v>38830</c:v>
                </c:pt>
                <c:pt idx="113">
                  <c:v>38831</c:v>
                </c:pt>
                <c:pt idx="114">
                  <c:v>38832</c:v>
                </c:pt>
                <c:pt idx="115">
                  <c:v>38833</c:v>
                </c:pt>
                <c:pt idx="116">
                  <c:v>38834</c:v>
                </c:pt>
                <c:pt idx="117">
                  <c:v>38835</c:v>
                </c:pt>
                <c:pt idx="118">
                  <c:v>38836</c:v>
                </c:pt>
                <c:pt idx="119">
                  <c:v>38837</c:v>
                </c:pt>
                <c:pt idx="120">
                  <c:v>38838</c:v>
                </c:pt>
                <c:pt idx="121">
                  <c:v>38839</c:v>
                </c:pt>
                <c:pt idx="122">
                  <c:v>38840</c:v>
                </c:pt>
                <c:pt idx="123">
                  <c:v>38841</c:v>
                </c:pt>
                <c:pt idx="124">
                  <c:v>38842</c:v>
                </c:pt>
                <c:pt idx="125">
                  <c:v>38843</c:v>
                </c:pt>
                <c:pt idx="126">
                  <c:v>38844</c:v>
                </c:pt>
                <c:pt idx="127">
                  <c:v>38845</c:v>
                </c:pt>
                <c:pt idx="128">
                  <c:v>38846</c:v>
                </c:pt>
                <c:pt idx="129">
                  <c:v>38847</c:v>
                </c:pt>
                <c:pt idx="130">
                  <c:v>38848</c:v>
                </c:pt>
                <c:pt idx="131">
                  <c:v>38849</c:v>
                </c:pt>
                <c:pt idx="132">
                  <c:v>38850</c:v>
                </c:pt>
                <c:pt idx="133">
                  <c:v>38851</c:v>
                </c:pt>
                <c:pt idx="134">
                  <c:v>38852</c:v>
                </c:pt>
                <c:pt idx="135">
                  <c:v>38853</c:v>
                </c:pt>
                <c:pt idx="136">
                  <c:v>38854</c:v>
                </c:pt>
                <c:pt idx="137">
                  <c:v>38855</c:v>
                </c:pt>
                <c:pt idx="138">
                  <c:v>38856</c:v>
                </c:pt>
                <c:pt idx="139">
                  <c:v>38857</c:v>
                </c:pt>
                <c:pt idx="140">
                  <c:v>38858</c:v>
                </c:pt>
                <c:pt idx="141">
                  <c:v>38859</c:v>
                </c:pt>
                <c:pt idx="142">
                  <c:v>38860</c:v>
                </c:pt>
                <c:pt idx="143">
                  <c:v>38861</c:v>
                </c:pt>
                <c:pt idx="144">
                  <c:v>38862</c:v>
                </c:pt>
                <c:pt idx="145">
                  <c:v>38863</c:v>
                </c:pt>
                <c:pt idx="146">
                  <c:v>38864</c:v>
                </c:pt>
                <c:pt idx="147">
                  <c:v>38865</c:v>
                </c:pt>
                <c:pt idx="148">
                  <c:v>38866</c:v>
                </c:pt>
                <c:pt idx="149">
                  <c:v>38867</c:v>
                </c:pt>
                <c:pt idx="150">
                  <c:v>38868</c:v>
                </c:pt>
                <c:pt idx="151">
                  <c:v>38869</c:v>
                </c:pt>
                <c:pt idx="152">
                  <c:v>38870</c:v>
                </c:pt>
                <c:pt idx="153">
                  <c:v>38871</c:v>
                </c:pt>
                <c:pt idx="154">
                  <c:v>38872</c:v>
                </c:pt>
                <c:pt idx="155">
                  <c:v>38873</c:v>
                </c:pt>
                <c:pt idx="156">
                  <c:v>38874</c:v>
                </c:pt>
                <c:pt idx="157">
                  <c:v>38875</c:v>
                </c:pt>
                <c:pt idx="158">
                  <c:v>38876</c:v>
                </c:pt>
                <c:pt idx="159">
                  <c:v>38877</c:v>
                </c:pt>
                <c:pt idx="160">
                  <c:v>38878</c:v>
                </c:pt>
                <c:pt idx="161">
                  <c:v>38879</c:v>
                </c:pt>
                <c:pt idx="162">
                  <c:v>38880</c:v>
                </c:pt>
                <c:pt idx="163">
                  <c:v>38881</c:v>
                </c:pt>
                <c:pt idx="164">
                  <c:v>38882</c:v>
                </c:pt>
                <c:pt idx="165">
                  <c:v>38883</c:v>
                </c:pt>
                <c:pt idx="166">
                  <c:v>38884</c:v>
                </c:pt>
                <c:pt idx="167">
                  <c:v>38885</c:v>
                </c:pt>
                <c:pt idx="168">
                  <c:v>38886</c:v>
                </c:pt>
                <c:pt idx="169">
                  <c:v>38887</c:v>
                </c:pt>
                <c:pt idx="170">
                  <c:v>38888</c:v>
                </c:pt>
                <c:pt idx="171">
                  <c:v>38889</c:v>
                </c:pt>
                <c:pt idx="172">
                  <c:v>38890</c:v>
                </c:pt>
                <c:pt idx="173">
                  <c:v>38891</c:v>
                </c:pt>
                <c:pt idx="174">
                  <c:v>38892</c:v>
                </c:pt>
                <c:pt idx="175">
                  <c:v>38893</c:v>
                </c:pt>
                <c:pt idx="176">
                  <c:v>38894</c:v>
                </c:pt>
                <c:pt idx="177">
                  <c:v>38895</c:v>
                </c:pt>
                <c:pt idx="178">
                  <c:v>38896</c:v>
                </c:pt>
                <c:pt idx="179">
                  <c:v>38897</c:v>
                </c:pt>
                <c:pt idx="180">
                  <c:v>38898</c:v>
                </c:pt>
                <c:pt idx="181">
                  <c:v>38899</c:v>
                </c:pt>
                <c:pt idx="182">
                  <c:v>38900</c:v>
                </c:pt>
                <c:pt idx="183">
                  <c:v>38901</c:v>
                </c:pt>
                <c:pt idx="184">
                  <c:v>38902</c:v>
                </c:pt>
                <c:pt idx="185">
                  <c:v>38903</c:v>
                </c:pt>
                <c:pt idx="186">
                  <c:v>38904</c:v>
                </c:pt>
                <c:pt idx="187">
                  <c:v>38905</c:v>
                </c:pt>
                <c:pt idx="188">
                  <c:v>38906</c:v>
                </c:pt>
                <c:pt idx="189">
                  <c:v>38907</c:v>
                </c:pt>
                <c:pt idx="190">
                  <c:v>38908</c:v>
                </c:pt>
                <c:pt idx="191">
                  <c:v>38909</c:v>
                </c:pt>
                <c:pt idx="192">
                  <c:v>38910</c:v>
                </c:pt>
                <c:pt idx="193">
                  <c:v>38911</c:v>
                </c:pt>
                <c:pt idx="194">
                  <c:v>38912</c:v>
                </c:pt>
                <c:pt idx="195">
                  <c:v>38913</c:v>
                </c:pt>
                <c:pt idx="196">
                  <c:v>38914</c:v>
                </c:pt>
                <c:pt idx="197">
                  <c:v>38915</c:v>
                </c:pt>
                <c:pt idx="198">
                  <c:v>38916</c:v>
                </c:pt>
                <c:pt idx="199">
                  <c:v>38917</c:v>
                </c:pt>
                <c:pt idx="200">
                  <c:v>38918</c:v>
                </c:pt>
                <c:pt idx="201">
                  <c:v>38919</c:v>
                </c:pt>
                <c:pt idx="202">
                  <c:v>38920</c:v>
                </c:pt>
                <c:pt idx="203">
                  <c:v>38921</c:v>
                </c:pt>
                <c:pt idx="204">
                  <c:v>38922</c:v>
                </c:pt>
                <c:pt idx="205">
                  <c:v>38923</c:v>
                </c:pt>
                <c:pt idx="206">
                  <c:v>38924</c:v>
                </c:pt>
                <c:pt idx="207">
                  <c:v>38925</c:v>
                </c:pt>
                <c:pt idx="208">
                  <c:v>38926</c:v>
                </c:pt>
                <c:pt idx="209">
                  <c:v>38927</c:v>
                </c:pt>
                <c:pt idx="210">
                  <c:v>38928</c:v>
                </c:pt>
                <c:pt idx="211">
                  <c:v>38929</c:v>
                </c:pt>
                <c:pt idx="212">
                  <c:v>38930</c:v>
                </c:pt>
                <c:pt idx="213">
                  <c:v>38931</c:v>
                </c:pt>
                <c:pt idx="214">
                  <c:v>38932</c:v>
                </c:pt>
                <c:pt idx="215">
                  <c:v>38933</c:v>
                </c:pt>
                <c:pt idx="216">
                  <c:v>38934</c:v>
                </c:pt>
                <c:pt idx="217">
                  <c:v>38935</c:v>
                </c:pt>
                <c:pt idx="218">
                  <c:v>38936</c:v>
                </c:pt>
                <c:pt idx="219">
                  <c:v>38937</c:v>
                </c:pt>
                <c:pt idx="220">
                  <c:v>38938</c:v>
                </c:pt>
                <c:pt idx="221">
                  <c:v>38939</c:v>
                </c:pt>
                <c:pt idx="222">
                  <c:v>38940</c:v>
                </c:pt>
                <c:pt idx="223">
                  <c:v>38941</c:v>
                </c:pt>
                <c:pt idx="224">
                  <c:v>38942</c:v>
                </c:pt>
                <c:pt idx="225">
                  <c:v>38943</c:v>
                </c:pt>
                <c:pt idx="226">
                  <c:v>38944</c:v>
                </c:pt>
                <c:pt idx="227">
                  <c:v>38945</c:v>
                </c:pt>
                <c:pt idx="228">
                  <c:v>38946</c:v>
                </c:pt>
                <c:pt idx="229">
                  <c:v>38947</c:v>
                </c:pt>
                <c:pt idx="230">
                  <c:v>38948</c:v>
                </c:pt>
                <c:pt idx="231">
                  <c:v>38949</c:v>
                </c:pt>
                <c:pt idx="232">
                  <c:v>38950</c:v>
                </c:pt>
                <c:pt idx="233">
                  <c:v>38951</c:v>
                </c:pt>
                <c:pt idx="234">
                  <c:v>38952</c:v>
                </c:pt>
                <c:pt idx="235">
                  <c:v>38953</c:v>
                </c:pt>
                <c:pt idx="236">
                  <c:v>38954</c:v>
                </c:pt>
                <c:pt idx="237">
                  <c:v>38955</c:v>
                </c:pt>
                <c:pt idx="238">
                  <c:v>38956</c:v>
                </c:pt>
                <c:pt idx="239">
                  <c:v>38957</c:v>
                </c:pt>
                <c:pt idx="240">
                  <c:v>38958</c:v>
                </c:pt>
                <c:pt idx="241">
                  <c:v>38959</c:v>
                </c:pt>
                <c:pt idx="242">
                  <c:v>38960</c:v>
                </c:pt>
                <c:pt idx="243">
                  <c:v>38961</c:v>
                </c:pt>
                <c:pt idx="244">
                  <c:v>38962</c:v>
                </c:pt>
                <c:pt idx="245">
                  <c:v>38963</c:v>
                </c:pt>
                <c:pt idx="246">
                  <c:v>38964</c:v>
                </c:pt>
                <c:pt idx="247">
                  <c:v>38965</c:v>
                </c:pt>
                <c:pt idx="248">
                  <c:v>38966</c:v>
                </c:pt>
                <c:pt idx="249">
                  <c:v>38967</c:v>
                </c:pt>
                <c:pt idx="250">
                  <c:v>38968</c:v>
                </c:pt>
                <c:pt idx="251">
                  <c:v>38969</c:v>
                </c:pt>
                <c:pt idx="252">
                  <c:v>38970</c:v>
                </c:pt>
                <c:pt idx="253">
                  <c:v>38971</c:v>
                </c:pt>
                <c:pt idx="254">
                  <c:v>38972</c:v>
                </c:pt>
                <c:pt idx="255">
                  <c:v>38973</c:v>
                </c:pt>
                <c:pt idx="256">
                  <c:v>38974</c:v>
                </c:pt>
                <c:pt idx="257">
                  <c:v>38975</c:v>
                </c:pt>
                <c:pt idx="258">
                  <c:v>38976</c:v>
                </c:pt>
                <c:pt idx="259">
                  <c:v>38977</c:v>
                </c:pt>
                <c:pt idx="260">
                  <c:v>38978</c:v>
                </c:pt>
                <c:pt idx="261">
                  <c:v>38979</c:v>
                </c:pt>
                <c:pt idx="262">
                  <c:v>38980</c:v>
                </c:pt>
                <c:pt idx="263">
                  <c:v>38981</c:v>
                </c:pt>
                <c:pt idx="264">
                  <c:v>38982</c:v>
                </c:pt>
                <c:pt idx="265">
                  <c:v>38983</c:v>
                </c:pt>
                <c:pt idx="266">
                  <c:v>38984</c:v>
                </c:pt>
                <c:pt idx="267">
                  <c:v>38985</c:v>
                </c:pt>
                <c:pt idx="268">
                  <c:v>38986</c:v>
                </c:pt>
                <c:pt idx="269">
                  <c:v>38987</c:v>
                </c:pt>
                <c:pt idx="270">
                  <c:v>38988</c:v>
                </c:pt>
                <c:pt idx="271">
                  <c:v>38989</c:v>
                </c:pt>
                <c:pt idx="272">
                  <c:v>38990</c:v>
                </c:pt>
                <c:pt idx="273">
                  <c:v>38991</c:v>
                </c:pt>
                <c:pt idx="274">
                  <c:v>38992</c:v>
                </c:pt>
                <c:pt idx="275">
                  <c:v>38993</c:v>
                </c:pt>
                <c:pt idx="276">
                  <c:v>38994</c:v>
                </c:pt>
                <c:pt idx="277">
                  <c:v>38995</c:v>
                </c:pt>
                <c:pt idx="278">
                  <c:v>38996</c:v>
                </c:pt>
                <c:pt idx="279">
                  <c:v>38997</c:v>
                </c:pt>
                <c:pt idx="280">
                  <c:v>38998</c:v>
                </c:pt>
                <c:pt idx="281">
                  <c:v>38999</c:v>
                </c:pt>
                <c:pt idx="282">
                  <c:v>39000</c:v>
                </c:pt>
                <c:pt idx="283">
                  <c:v>39001</c:v>
                </c:pt>
                <c:pt idx="284">
                  <c:v>39002</c:v>
                </c:pt>
                <c:pt idx="285">
                  <c:v>39003</c:v>
                </c:pt>
                <c:pt idx="286">
                  <c:v>39004</c:v>
                </c:pt>
                <c:pt idx="287">
                  <c:v>39005</c:v>
                </c:pt>
                <c:pt idx="288">
                  <c:v>39006</c:v>
                </c:pt>
                <c:pt idx="289">
                  <c:v>39007</c:v>
                </c:pt>
                <c:pt idx="290">
                  <c:v>39008</c:v>
                </c:pt>
                <c:pt idx="291">
                  <c:v>39009</c:v>
                </c:pt>
                <c:pt idx="292">
                  <c:v>39010</c:v>
                </c:pt>
                <c:pt idx="293">
                  <c:v>39011</c:v>
                </c:pt>
                <c:pt idx="294">
                  <c:v>39012</c:v>
                </c:pt>
                <c:pt idx="295">
                  <c:v>39013</c:v>
                </c:pt>
                <c:pt idx="296">
                  <c:v>39014</c:v>
                </c:pt>
                <c:pt idx="297">
                  <c:v>39015</c:v>
                </c:pt>
                <c:pt idx="298">
                  <c:v>39016</c:v>
                </c:pt>
                <c:pt idx="299">
                  <c:v>39017</c:v>
                </c:pt>
                <c:pt idx="300">
                  <c:v>39018</c:v>
                </c:pt>
                <c:pt idx="301">
                  <c:v>39019</c:v>
                </c:pt>
                <c:pt idx="302">
                  <c:v>39020</c:v>
                </c:pt>
                <c:pt idx="303">
                  <c:v>39021</c:v>
                </c:pt>
                <c:pt idx="304">
                  <c:v>39022</c:v>
                </c:pt>
                <c:pt idx="305">
                  <c:v>39023</c:v>
                </c:pt>
                <c:pt idx="306">
                  <c:v>39024</c:v>
                </c:pt>
                <c:pt idx="307">
                  <c:v>39025</c:v>
                </c:pt>
                <c:pt idx="308">
                  <c:v>39026</c:v>
                </c:pt>
                <c:pt idx="309">
                  <c:v>39027</c:v>
                </c:pt>
                <c:pt idx="310">
                  <c:v>39028</c:v>
                </c:pt>
                <c:pt idx="311">
                  <c:v>39029</c:v>
                </c:pt>
                <c:pt idx="312">
                  <c:v>39030</c:v>
                </c:pt>
                <c:pt idx="313">
                  <c:v>39031</c:v>
                </c:pt>
                <c:pt idx="314">
                  <c:v>39032</c:v>
                </c:pt>
                <c:pt idx="315">
                  <c:v>39033</c:v>
                </c:pt>
                <c:pt idx="316">
                  <c:v>39034</c:v>
                </c:pt>
                <c:pt idx="317">
                  <c:v>39035</c:v>
                </c:pt>
                <c:pt idx="318">
                  <c:v>39036</c:v>
                </c:pt>
                <c:pt idx="319">
                  <c:v>39037</c:v>
                </c:pt>
                <c:pt idx="320">
                  <c:v>39038</c:v>
                </c:pt>
                <c:pt idx="321">
                  <c:v>39039</c:v>
                </c:pt>
                <c:pt idx="322">
                  <c:v>39040</c:v>
                </c:pt>
                <c:pt idx="323">
                  <c:v>39041</c:v>
                </c:pt>
                <c:pt idx="324">
                  <c:v>39042</c:v>
                </c:pt>
                <c:pt idx="325">
                  <c:v>39043</c:v>
                </c:pt>
                <c:pt idx="326">
                  <c:v>39044</c:v>
                </c:pt>
                <c:pt idx="327">
                  <c:v>39045</c:v>
                </c:pt>
                <c:pt idx="328">
                  <c:v>39046</c:v>
                </c:pt>
                <c:pt idx="329">
                  <c:v>39047</c:v>
                </c:pt>
                <c:pt idx="330">
                  <c:v>39048</c:v>
                </c:pt>
                <c:pt idx="331">
                  <c:v>39049</c:v>
                </c:pt>
                <c:pt idx="332">
                  <c:v>39050</c:v>
                </c:pt>
                <c:pt idx="333">
                  <c:v>39051</c:v>
                </c:pt>
                <c:pt idx="334">
                  <c:v>39052</c:v>
                </c:pt>
                <c:pt idx="335">
                  <c:v>39053</c:v>
                </c:pt>
                <c:pt idx="336">
                  <c:v>39054</c:v>
                </c:pt>
                <c:pt idx="337">
                  <c:v>39055</c:v>
                </c:pt>
                <c:pt idx="338">
                  <c:v>39056</c:v>
                </c:pt>
                <c:pt idx="339">
                  <c:v>39057</c:v>
                </c:pt>
                <c:pt idx="340">
                  <c:v>39058</c:v>
                </c:pt>
                <c:pt idx="341">
                  <c:v>39059</c:v>
                </c:pt>
                <c:pt idx="342">
                  <c:v>39060</c:v>
                </c:pt>
                <c:pt idx="343">
                  <c:v>39061</c:v>
                </c:pt>
                <c:pt idx="344">
                  <c:v>39062</c:v>
                </c:pt>
                <c:pt idx="345">
                  <c:v>39063</c:v>
                </c:pt>
                <c:pt idx="346">
                  <c:v>39064</c:v>
                </c:pt>
                <c:pt idx="347">
                  <c:v>39065</c:v>
                </c:pt>
                <c:pt idx="348">
                  <c:v>39066</c:v>
                </c:pt>
                <c:pt idx="349">
                  <c:v>39067</c:v>
                </c:pt>
                <c:pt idx="350">
                  <c:v>39068</c:v>
                </c:pt>
                <c:pt idx="351">
                  <c:v>39069</c:v>
                </c:pt>
                <c:pt idx="352">
                  <c:v>39070</c:v>
                </c:pt>
                <c:pt idx="353">
                  <c:v>39071</c:v>
                </c:pt>
                <c:pt idx="354">
                  <c:v>39072</c:v>
                </c:pt>
                <c:pt idx="355">
                  <c:v>39073</c:v>
                </c:pt>
                <c:pt idx="356">
                  <c:v>39074</c:v>
                </c:pt>
                <c:pt idx="357">
                  <c:v>39075</c:v>
                </c:pt>
                <c:pt idx="358">
                  <c:v>39076</c:v>
                </c:pt>
                <c:pt idx="359">
                  <c:v>39077</c:v>
                </c:pt>
                <c:pt idx="360">
                  <c:v>39078</c:v>
                </c:pt>
                <c:pt idx="361">
                  <c:v>39079</c:v>
                </c:pt>
                <c:pt idx="362">
                  <c:v>39080</c:v>
                </c:pt>
                <c:pt idx="363">
                  <c:v>39081</c:v>
                </c:pt>
                <c:pt idx="364">
                  <c:v>39082</c:v>
                </c:pt>
                <c:pt idx="365">
                  <c:v>39083</c:v>
                </c:pt>
                <c:pt idx="366">
                  <c:v>39084</c:v>
                </c:pt>
                <c:pt idx="367">
                  <c:v>39085</c:v>
                </c:pt>
                <c:pt idx="368">
                  <c:v>39086</c:v>
                </c:pt>
                <c:pt idx="369">
                  <c:v>39087</c:v>
                </c:pt>
                <c:pt idx="370">
                  <c:v>39088</c:v>
                </c:pt>
                <c:pt idx="371">
                  <c:v>39089</c:v>
                </c:pt>
                <c:pt idx="372">
                  <c:v>39090</c:v>
                </c:pt>
                <c:pt idx="373">
                  <c:v>39091</c:v>
                </c:pt>
                <c:pt idx="374">
                  <c:v>39092</c:v>
                </c:pt>
                <c:pt idx="375">
                  <c:v>39093</c:v>
                </c:pt>
                <c:pt idx="376">
                  <c:v>39094</c:v>
                </c:pt>
                <c:pt idx="377">
                  <c:v>39095</c:v>
                </c:pt>
                <c:pt idx="378">
                  <c:v>39096</c:v>
                </c:pt>
                <c:pt idx="379">
                  <c:v>39097</c:v>
                </c:pt>
                <c:pt idx="380">
                  <c:v>39098</c:v>
                </c:pt>
                <c:pt idx="381">
                  <c:v>39099</c:v>
                </c:pt>
                <c:pt idx="382">
                  <c:v>39100</c:v>
                </c:pt>
                <c:pt idx="383">
                  <c:v>39101</c:v>
                </c:pt>
                <c:pt idx="384">
                  <c:v>39102</c:v>
                </c:pt>
                <c:pt idx="385">
                  <c:v>39103</c:v>
                </c:pt>
                <c:pt idx="386">
                  <c:v>39104</c:v>
                </c:pt>
                <c:pt idx="387">
                  <c:v>39105</c:v>
                </c:pt>
                <c:pt idx="388">
                  <c:v>39106</c:v>
                </c:pt>
                <c:pt idx="389">
                  <c:v>39107</c:v>
                </c:pt>
                <c:pt idx="390">
                  <c:v>39108</c:v>
                </c:pt>
                <c:pt idx="391">
                  <c:v>39109</c:v>
                </c:pt>
                <c:pt idx="392">
                  <c:v>39110</c:v>
                </c:pt>
                <c:pt idx="393">
                  <c:v>39111</c:v>
                </c:pt>
                <c:pt idx="394">
                  <c:v>39112</c:v>
                </c:pt>
                <c:pt idx="395">
                  <c:v>39113</c:v>
                </c:pt>
                <c:pt idx="396">
                  <c:v>39114</c:v>
                </c:pt>
                <c:pt idx="397">
                  <c:v>39115</c:v>
                </c:pt>
                <c:pt idx="398">
                  <c:v>39116</c:v>
                </c:pt>
                <c:pt idx="399">
                  <c:v>39117</c:v>
                </c:pt>
                <c:pt idx="400">
                  <c:v>39118</c:v>
                </c:pt>
                <c:pt idx="401">
                  <c:v>39119</c:v>
                </c:pt>
                <c:pt idx="402">
                  <c:v>39120</c:v>
                </c:pt>
                <c:pt idx="403">
                  <c:v>39121</c:v>
                </c:pt>
                <c:pt idx="404">
                  <c:v>39122</c:v>
                </c:pt>
                <c:pt idx="405">
                  <c:v>39123</c:v>
                </c:pt>
                <c:pt idx="406">
                  <c:v>39124</c:v>
                </c:pt>
                <c:pt idx="407">
                  <c:v>39125</c:v>
                </c:pt>
                <c:pt idx="408">
                  <c:v>39126</c:v>
                </c:pt>
                <c:pt idx="409">
                  <c:v>39127</c:v>
                </c:pt>
                <c:pt idx="410">
                  <c:v>39128</c:v>
                </c:pt>
                <c:pt idx="411">
                  <c:v>39129</c:v>
                </c:pt>
                <c:pt idx="412">
                  <c:v>39130</c:v>
                </c:pt>
                <c:pt idx="413">
                  <c:v>39131</c:v>
                </c:pt>
                <c:pt idx="414">
                  <c:v>39132</c:v>
                </c:pt>
                <c:pt idx="415">
                  <c:v>39133</c:v>
                </c:pt>
                <c:pt idx="416">
                  <c:v>39134</c:v>
                </c:pt>
                <c:pt idx="417">
                  <c:v>39135</c:v>
                </c:pt>
                <c:pt idx="418">
                  <c:v>39136</c:v>
                </c:pt>
                <c:pt idx="419">
                  <c:v>39137</c:v>
                </c:pt>
                <c:pt idx="420">
                  <c:v>39138</c:v>
                </c:pt>
                <c:pt idx="421">
                  <c:v>39139</c:v>
                </c:pt>
                <c:pt idx="422">
                  <c:v>39140</c:v>
                </c:pt>
                <c:pt idx="423">
                  <c:v>39141</c:v>
                </c:pt>
                <c:pt idx="424">
                  <c:v>39142</c:v>
                </c:pt>
                <c:pt idx="425">
                  <c:v>39143</c:v>
                </c:pt>
                <c:pt idx="426">
                  <c:v>39144</c:v>
                </c:pt>
                <c:pt idx="427">
                  <c:v>39145</c:v>
                </c:pt>
                <c:pt idx="428">
                  <c:v>39146</c:v>
                </c:pt>
                <c:pt idx="429">
                  <c:v>39147</c:v>
                </c:pt>
                <c:pt idx="430">
                  <c:v>39148</c:v>
                </c:pt>
                <c:pt idx="431">
                  <c:v>39149</c:v>
                </c:pt>
                <c:pt idx="432">
                  <c:v>39150</c:v>
                </c:pt>
                <c:pt idx="433">
                  <c:v>39151</c:v>
                </c:pt>
                <c:pt idx="434">
                  <c:v>39152</c:v>
                </c:pt>
                <c:pt idx="435">
                  <c:v>39153</c:v>
                </c:pt>
                <c:pt idx="436">
                  <c:v>39154</c:v>
                </c:pt>
                <c:pt idx="437">
                  <c:v>39155</c:v>
                </c:pt>
                <c:pt idx="438">
                  <c:v>39156</c:v>
                </c:pt>
                <c:pt idx="439">
                  <c:v>39157</c:v>
                </c:pt>
                <c:pt idx="440">
                  <c:v>39158</c:v>
                </c:pt>
                <c:pt idx="441">
                  <c:v>39159</c:v>
                </c:pt>
                <c:pt idx="442">
                  <c:v>39160</c:v>
                </c:pt>
                <c:pt idx="443">
                  <c:v>39161</c:v>
                </c:pt>
                <c:pt idx="444">
                  <c:v>39162</c:v>
                </c:pt>
                <c:pt idx="445">
                  <c:v>39163</c:v>
                </c:pt>
                <c:pt idx="446">
                  <c:v>39164</c:v>
                </c:pt>
                <c:pt idx="447">
                  <c:v>39165</c:v>
                </c:pt>
                <c:pt idx="448">
                  <c:v>39166</c:v>
                </c:pt>
                <c:pt idx="449">
                  <c:v>39167</c:v>
                </c:pt>
                <c:pt idx="450">
                  <c:v>39168</c:v>
                </c:pt>
                <c:pt idx="451">
                  <c:v>39169</c:v>
                </c:pt>
                <c:pt idx="452">
                  <c:v>39170</c:v>
                </c:pt>
                <c:pt idx="453">
                  <c:v>39171</c:v>
                </c:pt>
                <c:pt idx="454">
                  <c:v>39172</c:v>
                </c:pt>
                <c:pt idx="455">
                  <c:v>39173</c:v>
                </c:pt>
                <c:pt idx="456">
                  <c:v>39174</c:v>
                </c:pt>
                <c:pt idx="457">
                  <c:v>39175</c:v>
                </c:pt>
                <c:pt idx="458">
                  <c:v>39176</c:v>
                </c:pt>
                <c:pt idx="459">
                  <c:v>39177</c:v>
                </c:pt>
                <c:pt idx="460">
                  <c:v>39178</c:v>
                </c:pt>
                <c:pt idx="461">
                  <c:v>39179</c:v>
                </c:pt>
                <c:pt idx="462">
                  <c:v>39180</c:v>
                </c:pt>
                <c:pt idx="463">
                  <c:v>39181</c:v>
                </c:pt>
                <c:pt idx="464">
                  <c:v>39182</c:v>
                </c:pt>
                <c:pt idx="465">
                  <c:v>39183</c:v>
                </c:pt>
                <c:pt idx="466">
                  <c:v>39184</c:v>
                </c:pt>
                <c:pt idx="467">
                  <c:v>39185</c:v>
                </c:pt>
                <c:pt idx="468">
                  <c:v>39186</c:v>
                </c:pt>
                <c:pt idx="469">
                  <c:v>39187</c:v>
                </c:pt>
                <c:pt idx="470">
                  <c:v>39188</c:v>
                </c:pt>
                <c:pt idx="471">
                  <c:v>39189</c:v>
                </c:pt>
                <c:pt idx="472">
                  <c:v>39190</c:v>
                </c:pt>
                <c:pt idx="473">
                  <c:v>39191</c:v>
                </c:pt>
                <c:pt idx="474">
                  <c:v>39192</c:v>
                </c:pt>
                <c:pt idx="475">
                  <c:v>39193</c:v>
                </c:pt>
                <c:pt idx="476">
                  <c:v>39194</c:v>
                </c:pt>
                <c:pt idx="477">
                  <c:v>39195</c:v>
                </c:pt>
                <c:pt idx="478">
                  <c:v>39196</c:v>
                </c:pt>
                <c:pt idx="479">
                  <c:v>39197</c:v>
                </c:pt>
                <c:pt idx="480">
                  <c:v>39198</c:v>
                </c:pt>
                <c:pt idx="481">
                  <c:v>39199</c:v>
                </c:pt>
                <c:pt idx="482">
                  <c:v>39200</c:v>
                </c:pt>
                <c:pt idx="483">
                  <c:v>39201</c:v>
                </c:pt>
                <c:pt idx="484">
                  <c:v>39202</c:v>
                </c:pt>
                <c:pt idx="485">
                  <c:v>39203</c:v>
                </c:pt>
                <c:pt idx="486">
                  <c:v>39204</c:v>
                </c:pt>
                <c:pt idx="487">
                  <c:v>39205</c:v>
                </c:pt>
                <c:pt idx="488">
                  <c:v>39206</c:v>
                </c:pt>
                <c:pt idx="489">
                  <c:v>39207</c:v>
                </c:pt>
                <c:pt idx="490">
                  <c:v>39208</c:v>
                </c:pt>
                <c:pt idx="491">
                  <c:v>39209</c:v>
                </c:pt>
                <c:pt idx="492">
                  <c:v>39210</c:v>
                </c:pt>
                <c:pt idx="493">
                  <c:v>39211</c:v>
                </c:pt>
                <c:pt idx="494">
                  <c:v>39212</c:v>
                </c:pt>
                <c:pt idx="495">
                  <c:v>39213</c:v>
                </c:pt>
                <c:pt idx="496">
                  <c:v>39214</c:v>
                </c:pt>
                <c:pt idx="497">
                  <c:v>39215</c:v>
                </c:pt>
                <c:pt idx="498">
                  <c:v>39216</c:v>
                </c:pt>
                <c:pt idx="499">
                  <c:v>39217</c:v>
                </c:pt>
                <c:pt idx="500">
                  <c:v>39218</c:v>
                </c:pt>
                <c:pt idx="501">
                  <c:v>39219</c:v>
                </c:pt>
                <c:pt idx="502">
                  <c:v>39220</c:v>
                </c:pt>
                <c:pt idx="503">
                  <c:v>39221</c:v>
                </c:pt>
                <c:pt idx="504">
                  <c:v>39222</c:v>
                </c:pt>
                <c:pt idx="505">
                  <c:v>39223</c:v>
                </c:pt>
                <c:pt idx="506">
                  <c:v>39224</c:v>
                </c:pt>
                <c:pt idx="507">
                  <c:v>39225</c:v>
                </c:pt>
                <c:pt idx="508">
                  <c:v>39226</c:v>
                </c:pt>
                <c:pt idx="509">
                  <c:v>39227</c:v>
                </c:pt>
                <c:pt idx="510">
                  <c:v>39228</c:v>
                </c:pt>
                <c:pt idx="511">
                  <c:v>39229</c:v>
                </c:pt>
                <c:pt idx="512">
                  <c:v>39230</c:v>
                </c:pt>
                <c:pt idx="513">
                  <c:v>39231</c:v>
                </c:pt>
                <c:pt idx="514">
                  <c:v>39232</c:v>
                </c:pt>
                <c:pt idx="515">
                  <c:v>39233</c:v>
                </c:pt>
                <c:pt idx="516">
                  <c:v>39234</c:v>
                </c:pt>
                <c:pt idx="517">
                  <c:v>39235</c:v>
                </c:pt>
                <c:pt idx="518">
                  <c:v>39236</c:v>
                </c:pt>
                <c:pt idx="519">
                  <c:v>39237</c:v>
                </c:pt>
                <c:pt idx="520">
                  <c:v>39238</c:v>
                </c:pt>
                <c:pt idx="521">
                  <c:v>39239</c:v>
                </c:pt>
                <c:pt idx="522">
                  <c:v>39240</c:v>
                </c:pt>
                <c:pt idx="523">
                  <c:v>39241</c:v>
                </c:pt>
                <c:pt idx="524">
                  <c:v>39242</c:v>
                </c:pt>
                <c:pt idx="525">
                  <c:v>39243</c:v>
                </c:pt>
                <c:pt idx="526">
                  <c:v>39244</c:v>
                </c:pt>
                <c:pt idx="527">
                  <c:v>39245</c:v>
                </c:pt>
                <c:pt idx="528">
                  <c:v>39246</c:v>
                </c:pt>
                <c:pt idx="529">
                  <c:v>39247</c:v>
                </c:pt>
                <c:pt idx="530">
                  <c:v>39248</c:v>
                </c:pt>
                <c:pt idx="531">
                  <c:v>39249</c:v>
                </c:pt>
                <c:pt idx="532">
                  <c:v>39250</c:v>
                </c:pt>
                <c:pt idx="533">
                  <c:v>39251</c:v>
                </c:pt>
                <c:pt idx="534">
                  <c:v>39252</c:v>
                </c:pt>
                <c:pt idx="535">
                  <c:v>39253</c:v>
                </c:pt>
                <c:pt idx="536">
                  <c:v>39254</c:v>
                </c:pt>
                <c:pt idx="537">
                  <c:v>39255</c:v>
                </c:pt>
                <c:pt idx="538">
                  <c:v>39256</c:v>
                </c:pt>
                <c:pt idx="539">
                  <c:v>39257</c:v>
                </c:pt>
                <c:pt idx="540">
                  <c:v>39258</c:v>
                </c:pt>
                <c:pt idx="541">
                  <c:v>39259</c:v>
                </c:pt>
                <c:pt idx="542">
                  <c:v>39260</c:v>
                </c:pt>
                <c:pt idx="543">
                  <c:v>39261</c:v>
                </c:pt>
                <c:pt idx="544">
                  <c:v>39262</c:v>
                </c:pt>
                <c:pt idx="545">
                  <c:v>39263</c:v>
                </c:pt>
                <c:pt idx="546">
                  <c:v>39264</c:v>
                </c:pt>
                <c:pt idx="547">
                  <c:v>39265</c:v>
                </c:pt>
                <c:pt idx="548">
                  <c:v>39266</c:v>
                </c:pt>
                <c:pt idx="549">
                  <c:v>39267</c:v>
                </c:pt>
                <c:pt idx="550">
                  <c:v>39268</c:v>
                </c:pt>
                <c:pt idx="551">
                  <c:v>39269</c:v>
                </c:pt>
                <c:pt idx="552">
                  <c:v>39270</c:v>
                </c:pt>
                <c:pt idx="553">
                  <c:v>39271</c:v>
                </c:pt>
                <c:pt idx="554">
                  <c:v>39272</c:v>
                </c:pt>
                <c:pt idx="555">
                  <c:v>39273</c:v>
                </c:pt>
                <c:pt idx="556">
                  <c:v>39274</c:v>
                </c:pt>
                <c:pt idx="557">
                  <c:v>39275</c:v>
                </c:pt>
                <c:pt idx="558">
                  <c:v>39276</c:v>
                </c:pt>
                <c:pt idx="559">
                  <c:v>39277</c:v>
                </c:pt>
                <c:pt idx="560">
                  <c:v>39278</c:v>
                </c:pt>
                <c:pt idx="561">
                  <c:v>39279</c:v>
                </c:pt>
                <c:pt idx="562">
                  <c:v>39280</c:v>
                </c:pt>
                <c:pt idx="563">
                  <c:v>39281</c:v>
                </c:pt>
                <c:pt idx="564">
                  <c:v>39282</c:v>
                </c:pt>
                <c:pt idx="565">
                  <c:v>39283</c:v>
                </c:pt>
                <c:pt idx="566">
                  <c:v>39284</c:v>
                </c:pt>
                <c:pt idx="567">
                  <c:v>39285</c:v>
                </c:pt>
                <c:pt idx="568">
                  <c:v>39286</c:v>
                </c:pt>
                <c:pt idx="569">
                  <c:v>39287</c:v>
                </c:pt>
                <c:pt idx="570">
                  <c:v>39288</c:v>
                </c:pt>
                <c:pt idx="571">
                  <c:v>39289</c:v>
                </c:pt>
                <c:pt idx="572">
                  <c:v>39290</c:v>
                </c:pt>
                <c:pt idx="573">
                  <c:v>39291</c:v>
                </c:pt>
                <c:pt idx="574">
                  <c:v>39292</c:v>
                </c:pt>
                <c:pt idx="575">
                  <c:v>39293</c:v>
                </c:pt>
                <c:pt idx="576">
                  <c:v>39294</c:v>
                </c:pt>
                <c:pt idx="577">
                  <c:v>39295</c:v>
                </c:pt>
                <c:pt idx="578">
                  <c:v>39296</c:v>
                </c:pt>
                <c:pt idx="579">
                  <c:v>39297</c:v>
                </c:pt>
                <c:pt idx="580">
                  <c:v>39298</c:v>
                </c:pt>
                <c:pt idx="581">
                  <c:v>39299</c:v>
                </c:pt>
                <c:pt idx="582">
                  <c:v>39300</c:v>
                </c:pt>
                <c:pt idx="583">
                  <c:v>39301</c:v>
                </c:pt>
                <c:pt idx="584">
                  <c:v>39302</c:v>
                </c:pt>
                <c:pt idx="585">
                  <c:v>39303</c:v>
                </c:pt>
                <c:pt idx="586">
                  <c:v>39304</c:v>
                </c:pt>
                <c:pt idx="587">
                  <c:v>39305</c:v>
                </c:pt>
                <c:pt idx="588">
                  <c:v>39306</c:v>
                </c:pt>
                <c:pt idx="589">
                  <c:v>39307</c:v>
                </c:pt>
                <c:pt idx="590">
                  <c:v>39308</c:v>
                </c:pt>
                <c:pt idx="591">
                  <c:v>39309</c:v>
                </c:pt>
                <c:pt idx="592">
                  <c:v>39310</c:v>
                </c:pt>
                <c:pt idx="593">
                  <c:v>39311</c:v>
                </c:pt>
                <c:pt idx="594">
                  <c:v>39312</c:v>
                </c:pt>
                <c:pt idx="595">
                  <c:v>39313</c:v>
                </c:pt>
                <c:pt idx="596">
                  <c:v>39314</c:v>
                </c:pt>
                <c:pt idx="597">
                  <c:v>39315</c:v>
                </c:pt>
                <c:pt idx="598">
                  <c:v>39316</c:v>
                </c:pt>
                <c:pt idx="599">
                  <c:v>39317</c:v>
                </c:pt>
                <c:pt idx="600">
                  <c:v>39318</c:v>
                </c:pt>
                <c:pt idx="601">
                  <c:v>39319</c:v>
                </c:pt>
                <c:pt idx="602">
                  <c:v>39320</c:v>
                </c:pt>
                <c:pt idx="603">
                  <c:v>39321</c:v>
                </c:pt>
                <c:pt idx="604">
                  <c:v>39322</c:v>
                </c:pt>
                <c:pt idx="605">
                  <c:v>39323</c:v>
                </c:pt>
                <c:pt idx="606">
                  <c:v>39324</c:v>
                </c:pt>
                <c:pt idx="607">
                  <c:v>39325</c:v>
                </c:pt>
                <c:pt idx="608">
                  <c:v>39326</c:v>
                </c:pt>
                <c:pt idx="609">
                  <c:v>39327</c:v>
                </c:pt>
                <c:pt idx="610">
                  <c:v>39328</c:v>
                </c:pt>
                <c:pt idx="611">
                  <c:v>39329</c:v>
                </c:pt>
                <c:pt idx="612">
                  <c:v>39330</c:v>
                </c:pt>
                <c:pt idx="613">
                  <c:v>39331</c:v>
                </c:pt>
                <c:pt idx="614">
                  <c:v>39332</c:v>
                </c:pt>
                <c:pt idx="615">
                  <c:v>39333</c:v>
                </c:pt>
                <c:pt idx="616">
                  <c:v>39334</c:v>
                </c:pt>
                <c:pt idx="617">
                  <c:v>39335</c:v>
                </c:pt>
                <c:pt idx="618">
                  <c:v>39336</c:v>
                </c:pt>
                <c:pt idx="619">
                  <c:v>39337</c:v>
                </c:pt>
                <c:pt idx="620">
                  <c:v>39338</c:v>
                </c:pt>
                <c:pt idx="621">
                  <c:v>39339</c:v>
                </c:pt>
                <c:pt idx="622">
                  <c:v>39340</c:v>
                </c:pt>
                <c:pt idx="623">
                  <c:v>39341</c:v>
                </c:pt>
                <c:pt idx="624">
                  <c:v>39342</c:v>
                </c:pt>
                <c:pt idx="625">
                  <c:v>39343</c:v>
                </c:pt>
                <c:pt idx="626">
                  <c:v>39344</c:v>
                </c:pt>
                <c:pt idx="627">
                  <c:v>39345</c:v>
                </c:pt>
                <c:pt idx="628">
                  <c:v>39346</c:v>
                </c:pt>
                <c:pt idx="629">
                  <c:v>39347</c:v>
                </c:pt>
                <c:pt idx="630">
                  <c:v>39348</c:v>
                </c:pt>
                <c:pt idx="631">
                  <c:v>39349</c:v>
                </c:pt>
                <c:pt idx="632">
                  <c:v>39350</c:v>
                </c:pt>
                <c:pt idx="633">
                  <c:v>39351</c:v>
                </c:pt>
                <c:pt idx="634">
                  <c:v>39352</c:v>
                </c:pt>
                <c:pt idx="635">
                  <c:v>39353</c:v>
                </c:pt>
                <c:pt idx="636">
                  <c:v>39354</c:v>
                </c:pt>
                <c:pt idx="637">
                  <c:v>39355</c:v>
                </c:pt>
                <c:pt idx="638">
                  <c:v>39356</c:v>
                </c:pt>
                <c:pt idx="639">
                  <c:v>39357</c:v>
                </c:pt>
                <c:pt idx="640">
                  <c:v>39358</c:v>
                </c:pt>
                <c:pt idx="641">
                  <c:v>39359</c:v>
                </c:pt>
                <c:pt idx="642">
                  <c:v>39360</c:v>
                </c:pt>
                <c:pt idx="643">
                  <c:v>39361</c:v>
                </c:pt>
                <c:pt idx="644">
                  <c:v>39362</c:v>
                </c:pt>
                <c:pt idx="645">
                  <c:v>39363</c:v>
                </c:pt>
                <c:pt idx="646">
                  <c:v>39364</c:v>
                </c:pt>
                <c:pt idx="647">
                  <c:v>39365</c:v>
                </c:pt>
                <c:pt idx="648">
                  <c:v>39366</c:v>
                </c:pt>
                <c:pt idx="649">
                  <c:v>39367</c:v>
                </c:pt>
                <c:pt idx="650">
                  <c:v>39368</c:v>
                </c:pt>
                <c:pt idx="651">
                  <c:v>39369</c:v>
                </c:pt>
                <c:pt idx="652">
                  <c:v>39370</c:v>
                </c:pt>
                <c:pt idx="653">
                  <c:v>39371</c:v>
                </c:pt>
                <c:pt idx="654">
                  <c:v>39372</c:v>
                </c:pt>
                <c:pt idx="655">
                  <c:v>39373</c:v>
                </c:pt>
                <c:pt idx="656">
                  <c:v>39374</c:v>
                </c:pt>
                <c:pt idx="657">
                  <c:v>39375</c:v>
                </c:pt>
                <c:pt idx="658">
                  <c:v>39376</c:v>
                </c:pt>
                <c:pt idx="659">
                  <c:v>39377</c:v>
                </c:pt>
                <c:pt idx="660">
                  <c:v>39378</c:v>
                </c:pt>
                <c:pt idx="661">
                  <c:v>39379</c:v>
                </c:pt>
                <c:pt idx="662">
                  <c:v>39380</c:v>
                </c:pt>
                <c:pt idx="663">
                  <c:v>39381</c:v>
                </c:pt>
                <c:pt idx="664">
                  <c:v>39382</c:v>
                </c:pt>
                <c:pt idx="665">
                  <c:v>39383</c:v>
                </c:pt>
                <c:pt idx="666">
                  <c:v>39384</c:v>
                </c:pt>
                <c:pt idx="667">
                  <c:v>39385</c:v>
                </c:pt>
                <c:pt idx="668">
                  <c:v>39386</c:v>
                </c:pt>
                <c:pt idx="669">
                  <c:v>39387</c:v>
                </c:pt>
                <c:pt idx="670">
                  <c:v>39388</c:v>
                </c:pt>
                <c:pt idx="671">
                  <c:v>39389</c:v>
                </c:pt>
                <c:pt idx="672">
                  <c:v>39390</c:v>
                </c:pt>
                <c:pt idx="673">
                  <c:v>39391</c:v>
                </c:pt>
                <c:pt idx="674">
                  <c:v>39392</c:v>
                </c:pt>
                <c:pt idx="675">
                  <c:v>39393</c:v>
                </c:pt>
                <c:pt idx="676">
                  <c:v>39394</c:v>
                </c:pt>
                <c:pt idx="677">
                  <c:v>39395</c:v>
                </c:pt>
                <c:pt idx="678">
                  <c:v>39396</c:v>
                </c:pt>
                <c:pt idx="679">
                  <c:v>39397</c:v>
                </c:pt>
                <c:pt idx="680">
                  <c:v>39398</c:v>
                </c:pt>
                <c:pt idx="681">
                  <c:v>39399</c:v>
                </c:pt>
                <c:pt idx="682">
                  <c:v>39400</c:v>
                </c:pt>
                <c:pt idx="683">
                  <c:v>39401</c:v>
                </c:pt>
                <c:pt idx="684">
                  <c:v>39402</c:v>
                </c:pt>
                <c:pt idx="685">
                  <c:v>39403</c:v>
                </c:pt>
                <c:pt idx="686">
                  <c:v>39404</c:v>
                </c:pt>
                <c:pt idx="687">
                  <c:v>39405</c:v>
                </c:pt>
                <c:pt idx="688">
                  <c:v>39406</c:v>
                </c:pt>
                <c:pt idx="689">
                  <c:v>39407</c:v>
                </c:pt>
                <c:pt idx="690">
                  <c:v>39408</c:v>
                </c:pt>
                <c:pt idx="691">
                  <c:v>39409</c:v>
                </c:pt>
                <c:pt idx="692">
                  <c:v>39410</c:v>
                </c:pt>
                <c:pt idx="693">
                  <c:v>39411</c:v>
                </c:pt>
                <c:pt idx="694">
                  <c:v>39412</c:v>
                </c:pt>
                <c:pt idx="695">
                  <c:v>39413</c:v>
                </c:pt>
                <c:pt idx="696">
                  <c:v>39414</c:v>
                </c:pt>
                <c:pt idx="697">
                  <c:v>39415</c:v>
                </c:pt>
                <c:pt idx="698">
                  <c:v>39416</c:v>
                </c:pt>
                <c:pt idx="699">
                  <c:v>39417</c:v>
                </c:pt>
                <c:pt idx="700">
                  <c:v>39418</c:v>
                </c:pt>
                <c:pt idx="701">
                  <c:v>39419</c:v>
                </c:pt>
                <c:pt idx="702">
                  <c:v>39420</c:v>
                </c:pt>
                <c:pt idx="703">
                  <c:v>39421</c:v>
                </c:pt>
                <c:pt idx="704">
                  <c:v>39422</c:v>
                </c:pt>
                <c:pt idx="705">
                  <c:v>39423</c:v>
                </c:pt>
                <c:pt idx="706">
                  <c:v>39424</c:v>
                </c:pt>
                <c:pt idx="707">
                  <c:v>39425</c:v>
                </c:pt>
                <c:pt idx="708">
                  <c:v>39426</c:v>
                </c:pt>
                <c:pt idx="709">
                  <c:v>39427</c:v>
                </c:pt>
                <c:pt idx="710">
                  <c:v>39428</c:v>
                </c:pt>
                <c:pt idx="711">
                  <c:v>39429</c:v>
                </c:pt>
                <c:pt idx="712">
                  <c:v>39430</c:v>
                </c:pt>
                <c:pt idx="713">
                  <c:v>39431</c:v>
                </c:pt>
                <c:pt idx="714">
                  <c:v>39432</c:v>
                </c:pt>
                <c:pt idx="715">
                  <c:v>39433</c:v>
                </c:pt>
                <c:pt idx="716">
                  <c:v>39434</c:v>
                </c:pt>
                <c:pt idx="717">
                  <c:v>39435</c:v>
                </c:pt>
                <c:pt idx="718">
                  <c:v>39436</c:v>
                </c:pt>
                <c:pt idx="719">
                  <c:v>39437</c:v>
                </c:pt>
                <c:pt idx="720">
                  <c:v>39438</c:v>
                </c:pt>
                <c:pt idx="721">
                  <c:v>39439</c:v>
                </c:pt>
                <c:pt idx="722">
                  <c:v>39440</c:v>
                </c:pt>
                <c:pt idx="723">
                  <c:v>39441</c:v>
                </c:pt>
                <c:pt idx="724">
                  <c:v>39442</c:v>
                </c:pt>
                <c:pt idx="725">
                  <c:v>39443</c:v>
                </c:pt>
                <c:pt idx="726">
                  <c:v>39444</c:v>
                </c:pt>
                <c:pt idx="727">
                  <c:v>39445</c:v>
                </c:pt>
                <c:pt idx="728">
                  <c:v>39446</c:v>
                </c:pt>
                <c:pt idx="729">
                  <c:v>39447</c:v>
                </c:pt>
                <c:pt idx="730">
                  <c:v>39448</c:v>
                </c:pt>
                <c:pt idx="731">
                  <c:v>39449</c:v>
                </c:pt>
                <c:pt idx="732">
                  <c:v>39450</c:v>
                </c:pt>
                <c:pt idx="733">
                  <c:v>39451</c:v>
                </c:pt>
                <c:pt idx="734">
                  <c:v>39452</c:v>
                </c:pt>
                <c:pt idx="735">
                  <c:v>39453</c:v>
                </c:pt>
                <c:pt idx="736">
                  <c:v>39454</c:v>
                </c:pt>
                <c:pt idx="737">
                  <c:v>39455</c:v>
                </c:pt>
                <c:pt idx="738">
                  <c:v>39456</c:v>
                </c:pt>
                <c:pt idx="739">
                  <c:v>39457</c:v>
                </c:pt>
                <c:pt idx="740">
                  <c:v>39458</c:v>
                </c:pt>
                <c:pt idx="741">
                  <c:v>39459</c:v>
                </c:pt>
                <c:pt idx="742">
                  <c:v>39460</c:v>
                </c:pt>
                <c:pt idx="743">
                  <c:v>39461</c:v>
                </c:pt>
                <c:pt idx="744">
                  <c:v>39462</c:v>
                </c:pt>
                <c:pt idx="745">
                  <c:v>39463</c:v>
                </c:pt>
                <c:pt idx="746">
                  <c:v>39464</c:v>
                </c:pt>
                <c:pt idx="747">
                  <c:v>39465</c:v>
                </c:pt>
                <c:pt idx="748">
                  <c:v>39466</c:v>
                </c:pt>
                <c:pt idx="749">
                  <c:v>39467</c:v>
                </c:pt>
                <c:pt idx="750">
                  <c:v>39468</c:v>
                </c:pt>
                <c:pt idx="751">
                  <c:v>39469</c:v>
                </c:pt>
                <c:pt idx="752">
                  <c:v>39470</c:v>
                </c:pt>
                <c:pt idx="753">
                  <c:v>39471</c:v>
                </c:pt>
                <c:pt idx="754">
                  <c:v>39472</c:v>
                </c:pt>
                <c:pt idx="755">
                  <c:v>39473</c:v>
                </c:pt>
                <c:pt idx="756">
                  <c:v>39474</c:v>
                </c:pt>
                <c:pt idx="757">
                  <c:v>39475</c:v>
                </c:pt>
                <c:pt idx="758">
                  <c:v>39476</c:v>
                </c:pt>
                <c:pt idx="759">
                  <c:v>39477</c:v>
                </c:pt>
                <c:pt idx="760">
                  <c:v>39478</c:v>
                </c:pt>
                <c:pt idx="761">
                  <c:v>39479</c:v>
                </c:pt>
                <c:pt idx="762">
                  <c:v>39480</c:v>
                </c:pt>
                <c:pt idx="763">
                  <c:v>39481</c:v>
                </c:pt>
                <c:pt idx="764">
                  <c:v>39482</c:v>
                </c:pt>
                <c:pt idx="765">
                  <c:v>39483</c:v>
                </c:pt>
                <c:pt idx="766">
                  <c:v>39484</c:v>
                </c:pt>
                <c:pt idx="767">
                  <c:v>39485</c:v>
                </c:pt>
                <c:pt idx="768">
                  <c:v>39486</c:v>
                </c:pt>
                <c:pt idx="769">
                  <c:v>39487</c:v>
                </c:pt>
                <c:pt idx="770">
                  <c:v>39488</c:v>
                </c:pt>
                <c:pt idx="771">
                  <c:v>39489</c:v>
                </c:pt>
                <c:pt idx="772">
                  <c:v>39490</c:v>
                </c:pt>
                <c:pt idx="773">
                  <c:v>39491</c:v>
                </c:pt>
                <c:pt idx="774">
                  <c:v>39492</c:v>
                </c:pt>
                <c:pt idx="775">
                  <c:v>39493</c:v>
                </c:pt>
                <c:pt idx="776">
                  <c:v>39494</c:v>
                </c:pt>
                <c:pt idx="777">
                  <c:v>39495</c:v>
                </c:pt>
                <c:pt idx="778">
                  <c:v>39496</c:v>
                </c:pt>
                <c:pt idx="779">
                  <c:v>39497</c:v>
                </c:pt>
                <c:pt idx="780">
                  <c:v>39498</c:v>
                </c:pt>
                <c:pt idx="781">
                  <c:v>39499</c:v>
                </c:pt>
                <c:pt idx="782">
                  <c:v>39500</c:v>
                </c:pt>
                <c:pt idx="783">
                  <c:v>39501</c:v>
                </c:pt>
                <c:pt idx="784">
                  <c:v>39502</c:v>
                </c:pt>
                <c:pt idx="785">
                  <c:v>39503</c:v>
                </c:pt>
                <c:pt idx="786">
                  <c:v>39504</c:v>
                </c:pt>
                <c:pt idx="787">
                  <c:v>39505</c:v>
                </c:pt>
                <c:pt idx="788">
                  <c:v>39506</c:v>
                </c:pt>
                <c:pt idx="789">
                  <c:v>39507</c:v>
                </c:pt>
                <c:pt idx="790">
                  <c:v>39508</c:v>
                </c:pt>
                <c:pt idx="791">
                  <c:v>39509</c:v>
                </c:pt>
                <c:pt idx="792">
                  <c:v>39510</c:v>
                </c:pt>
                <c:pt idx="793">
                  <c:v>39511</c:v>
                </c:pt>
                <c:pt idx="794">
                  <c:v>39512</c:v>
                </c:pt>
                <c:pt idx="795">
                  <c:v>39513</c:v>
                </c:pt>
                <c:pt idx="796">
                  <c:v>39514</c:v>
                </c:pt>
                <c:pt idx="797">
                  <c:v>39515</c:v>
                </c:pt>
                <c:pt idx="798">
                  <c:v>39516</c:v>
                </c:pt>
                <c:pt idx="799">
                  <c:v>39517</c:v>
                </c:pt>
                <c:pt idx="800">
                  <c:v>39518</c:v>
                </c:pt>
                <c:pt idx="801">
                  <c:v>39519</c:v>
                </c:pt>
                <c:pt idx="802">
                  <c:v>39520</c:v>
                </c:pt>
                <c:pt idx="803">
                  <c:v>39521</c:v>
                </c:pt>
                <c:pt idx="804">
                  <c:v>39522</c:v>
                </c:pt>
                <c:pt idx="805">
                  <c:v>39523</c:v>
                </c:pt>
                <c:pt idx="806">
                  <c:v>39524</c:v>
                </c:pt>
                <c:pt idx="807">
                  <c:v>39525</c:v>
                </c:pt>
                <c:pt idx="808">
                  <c:v>39526</c:v>
                </c:pt>
                <c:pt idx="809">
                  <c:v>39527</c:v>
                </c:pt>
                <c:pt idx="810">
                  <c:v>39528</c:v>
                </c:pt>
                <c:pt idx="811">
                  <c:v>39529</c:v>
                </c:pt>
                <c:pt idx="812">
                  <c:v>39530</c:v>
                </c:pt>
                <c:pt idx="813">
                  <c:v>39531</c:v>
                </c:pt>
                <c:pt idx="814">
                  <c:v>39532</c:v>
                </c:pt>
                <c:pt idx="815">
                  <c:v>39533</c:v>
                </c:pt>
                <c:pt idx="816">
                  <c:v>39534</c:v>
                </c:pt>
                <c:pt idx="817">
                  <c:v>39535</c:v>
                </c:pt>
                <c:pt idx="818">
                  <c:v>39536</c:v>
                </c:pt>
                <c:pt idx="819">
                  <c:v>39537</c:v>
                </c:pt>
                <c:pt idx="820">
                  <c:v>39538</c:v>
                </c:pt>
                <c:pt idx="821">
                  <c:v>39539</c:v>
                </c:pt>
                <c:pt idx="822">
                  <c:v>39540</c:v>
                </c:pt>
                <c:pt idx="823">
                  <c:v>39541</c:v>
                </c:pt>
                <c:pt idx="824">
                  <c:v>39542</c:v>
                </c:pt>
                <c:pt idx="825">
                  <c:v>39543</c:v>
                </c:pt>
                <c:pt idx="826">
                  <c:v>39544</c:v>
                </c:pt>
                <c:pt idx="827">
                  <c:v>39545</c:v>
                </c:pt>
                <c:pt idx="828">
                  <c:v>39546</c:v>
                </c:pt>
                <c:pt idx="829">
                  <c:v>39547</c:v>
                </c:pt>
                <c:pt idx="830">
                  <c:v>39548</c:v>
                </c:pt>
                <c:pt idx="831">
                  <c:v>39549</c:v>
                </c:pt>
                <c:pt idx="832">
                  <c:v>39550</c:v>
                </c:pt>
                <c:pt idx="833">
                  <c:v>39551</c:v>
                </c:pt>
                <c:pt idx="834">
                  <c:v>39552</c:v>
                </c:pt>
                <c:pt idx="835">
                  <c:v>39553</c:v>
                </c:pt>
                <c:pt idx="836">
                  <c:v>39554</c:v>
                </c:pt>
                <c:pt idx="837">
                  <c:v>39555</c:v>
                </c:pt>
                <c:pt idx="838">
                  <c:v>39556</c:v>
                </c:pt>
                <c:pt idx="839">
                  <c:v>39557</c:v>
                </c:pt>
                <c:pt idx="840">
                  <c:v>39558</c:v>
                </c:pt>
                <c:pt idx="841">
                  <c:v>39559</c:v>
                </c:pt>
                <c:pt idx="842">
                  <c:v>39560</c:v>
                </c:pt>
                <c:pt idx="843">
                  <c:v>39561</c:v>
                </c:pt>
                <c:pt idx="844">
                  <c:v>39562</c:v>
                </c:pt>
                <c:pt idx="845">
                  <c:v>39563</c:v>
                </c:pt>
                <c:pt idx="846">
                  <c:v>39564</c:v>
                </c:pt>
                <c:pt idx="847">
                  <c:v>39565</c:v>
                </c:pt>
                <c:pt idx="848">
                  <c:v>39566</c:v>
                </c:pt>
                <c:pt idx="849">
                  <c:v>39567</c:v>
                </c:pt>
                <c:pt idx="850">
                  <c:v>39568</c:v>
                </c:pt>
                <c:pt idx="851">
                  <c:v>39569</c:v>
                </c:pt>
                <c:pt idx="852">
                  <c:v>39570</c:v>
                </c:pt>
                <c:pt idx="853">
                  <c:v>39571</c:v>
                </c:pt>
                <c:pt idx="854">
                  <c:v>39572</c:v>
                </c:pt>
                <c:pt idx="855">
                  <c:v>39573</c:v>
                </c:pt>
                <c:pt idx="856">
                  <c:v>39574</c:v>
                </c:pt>
                <c:pt idx="857">
                  <c:v>39575</c:v>
                </c:pt>
                <c:pt idx="858">
                  <c:v>39576</c:v>
                </c:pt>
                <c:pt idx="859">
                  <c:v>39577</c:v>
                </c:pt>
                <c:pt idx="860">
                  <c:v>39578</c:v>
                </c:pt>
                <c:pt idx="861">
                  <c:v>39579</c:v>
                </c:pt>
                <c:pt idx="862">
                  <c:v>39580</c:v>
                </c:pt>
                <c:pt idx="863">
                  <c:v>39581</c:v>
                </c:pt>
                <c:pt idx="864">
                  <c:v>39582</c:v>
                </c:pt>
                <c:pt idx="865">
                  <c:v>39583</c:v>
                </c:pt>
                <c:pt idx="866">
                  <c:v>39584</c:v>
                </c:pt>
                <c:pt idx="867">
                  <c:v>39585</c:v>
                </c:pt>
                <c:pt idx="868">
                  <c:v>39586</c:v>
                </c:pt>
                <c:pt idx="869">
                  <c:v>39587</c:v>
                </c:pt>
                <c:pt idx="870">
                  <c:v>39588</c:v>
                </c:pt>
                <c:pt idx="871">
                  <c:v>39589</c:v>
                </c:pt>
                <c:pt idx="872">
                  <c:v>39590</c:v>
                </c:pt>
                <c:pt idx="873">
                  <c:v>39591</c:v>
                </c:pt>
                <c:pt idx="874">
                  <c:v>39592</c:v>
                </c:pt>
                <c:pt idx="875">
                  <c:v>39593</c:v>
                </c:pt>
                <c:pt idx="876">
                  <c:v>39594</c:v>
                </c:pt>
                <c:pt idx="877">
                  <c:v>39595</c:v>
                </c:pt>
                <c:pt idx="878">
                  <c:v>39596</c:v>
                </c:pt>
                <c:pt idx="879">
                  <c:v>39597</c:v>
                </c:pt>
                <c:pt idx="880">
                  <c:v>39598</c:v>
                </c:pt>
                <c:pt idx="881">
                  <c:v>39599</c:v>
                </c:pt>
                <c:pt idx="882">
                  <c:v>39600</c:v>
                </c:pt>
                <c:pt idx="883">
                  <c:v>39601</c:v>
                </c:pt>
                <c:pt idx="884">
                  <c:v>39602</c:v>
                </c:pt>
                <c:pt idx="885">
                  <c:v>39603</c:v>
                </c:pt>
                <c:pt idx="886">
                  <c:v>39604</c:v>
                </c:pt>
                <c:pt idx="887">
                  <c:v>39605</c:v>
                </c:pt>
                <c:pt idx="888">
                  <c:v>39606</c:v>
                </c:pt>
                <c:pt idx="889">
                  <c:v>39607</c:v>
                </c:pt>
                <c:pt idx="890">
                  <c:v>39608</c:v>
                </c:pt>
                <c:pt idx="891">
                  <c:v>39609</c:v>
                </c:pt>
                <c:pt idx="892">
                  <c:v>39610</c:v>
                </c:pt>
                <c:pt idx="893">
                  <c:v>39611</c:v>
                </c:pt>
                <c:pt idx="894">
                  <c:v>39612</c:v>
                </c:pt>
                <c:pt idx="895">
                  <c:v>39613</c:v>
                </c:pt>
                <c:pt idx="896">
                  <c:v>39614</c:v>
                </c:pt>
                <c:pt idx="897">
                  <c:v>39615</c:v>
                </c:pt>
                <c:pt idx="898">
                  <c:v>39616</c:v>
                </c:pt>
                <c:pt idx="899">
                  <c:v>39617</c:v>
                </c:pt>
                <c:pt idx="900">
                  <c:v>39618</c:v>
                </c:pt>
                <c:pt idx="901">
                  <c:v>39619</c:v>
                </c:pt>
                <c:pt idx="902">
                  <c:v>39620</c:v>
                </c:pt>
                <c:pt idx="903">
                  <c:v>39621</c:v>
                </c:pt>
                <c:pt idx="904">
                  <c:v>39622</c:v>
                </c:pt>
                <c:pt idx="905">
                  <c:v>39623</c:v>
                </c:pt>
                <c:pt idx="906">
                  <c:v>39624</c:v>
                </c:pt>
                <c:pt idx="907">
                  <c:v>39625</c:v>
                </c:pt>
                <c:pt idx="908">
                  <c:v>39626</c:v>
                </c:pt>
                <c:pt idx="909">
                  <c:v>39627</c:v>
                </c:pt>
                <c:pt idx="910">
                  <c:v>39628</c:v>
                </c:pt>
                <c:pt idx="911">
                  <c:v>39629</c:v>
                </c:pt>
                <c:pt idx="912">
                  <c:v>39630</c:v>
                </c:pt>
                <c:pt idx="913">
                  <c:v>39631</c:v>
                </c:pt>
                <c:pt idx="914">
                  <c:v>39632</c:v>
                </c:pt>
                <c:pt idx="915">
                  <c:v>39633</c:v>
                </c:pt>
                <c:pt idx="916">
                  <c:v>39634</c:v>
                </c:pt>
                <c:pt idx="917">
                  <c:v>39635</c:v>
                </c:pt>
                <c:pt idx="918">
                  <c:v>39636</c:v>
                </c:pt>
                <c:pt idx="919">
                  <c:v>39637</c:v>
                </c:pt>
                <c:pt idx="920">
                  <c:v>39638</c:v>
                </c:pt>
                <c:pt idx="921">
                  <c:v>39639</c:v>
                </c:pt>
                <c:pt idx="922">
                  <c:v>39640</c:v>
                </c:pt>
                <c:pt idx="923">
                  <c:v>39641</c:v>
                </c:pt>
                <c:pt idx="924">
                  <c:v>39642</c:v>
                </c:pt>
                <c:pt idx="925">
                  <c:v>39643</c:v>
                </c:pt>
                <c:pt idx="926">
                  <c:v>39644</c:v>
                </c:pt>
                <c:pt idx="927">
                  <c:v>39645</c:v>
                </c:pt>
                <c:pt idx="928">
                  <c:v>39646</c:v>
                </c:pt>
                <c:pt idx="929">
                  <c:v>39647</c:v>
                </c:pt>
                <c:pt idx="930">
                  <c:v>39648</c:v>
                </c:pt>
                <c:pt idx="931">
                  <c:v>39649</c:v>
                </c:pt>
                <c:pt idx="932">
                  <c:v>39650</c:v>
                </c:pt>
                <c:pt idx="933">
                  <c:v>39651</c:v>
                </c:pt>
                <c:pt idx="934">
                  <c:v>39652</c:v>
                </c:pt>
                <c:pt idx="935">
                  <c:v>39653</c:v>
                </c:pt>
                <c:pt idx="936">
                  <c:v>39654</c:v>
                </c:pt>
                <c:pt idx="937">
                  <c:v>39655</c:v>
                </c:pt>
                <c:pt idx="938">
                  <c:v>39656</c:v>
                </c:pt>
                <c:pt idx="939">
                  <c:v>39657</c:v>
                </c:pt>
                <c:pt idx="940">
                  <c:v>39658</c:v>
                </c:pt>
                <c:pt idx="941">
                  <c:v>39659</c:v>
                </c:pt>
                <c:pt idx="942">
                  <c:v>39660</c:v>
                </c:pt>
                <c:pt idx="943">
                  <c:v>39661</c:v>
                </c:pt>
                <c:pt idx="944">
                  <c:v>39662</c:v>
                </c:pt>
                <c:pt idx="945">
                  <c:v>39663</c:v>
                </c:pt>
                <c:pt idx="946">
                  <c:v>39664</c:v>
                </c:pt>
                <c:pt idx="947">
                  <c:v>39665</c:v>
                </c:pt>
                <c:pt idx="948">
                  <c:v>39666</c:v>
                </c:pt>
                <c:pt idx="949">
                  <c:v>39667</c:v>
                </c:pt>
                <c:pt idx="950">
                  <c:v>39668</c:v>
                </c:pt>
                <c:pt idx="951">
                  <c:v>39669</c:v>
                </c:pt>
                <c:pt idx="952">
                  <c:v>39670</c:v>
                </c:pt>
                <c:pt idx="953">
                  <c:v>39671</c:v>
                </c:pt>
                <c:pt idx="954">
                  <c:v>39672</c:v>
                </c:pt>
                <c:pt idx="955">
                  <c:v>39673</c:v>
                </c:pt>
                <c:pt idx="956">
                  <c:v>39674</c:v>
                </c:pt>
                <c:pt idx="957">
                  <c:v>39675</c:v>
                </c:pt>
                <c:pt idx="958">
                  <c:v>39676</c:v>
                </c:pt>
                <c:pt idx="959">
                  <c:v>39677</c:v>
                </c:pt>
                <c:pt idx="960">
                  <c:v>39678</c:v>
                </c:pt>
                <c:pt idx="961">
                  <c:v>39679</c:v>
                </c:pt>
                <c:pt idx="962">
                  <c:v>39680</c:v>
                </c:pt>
                <c:pt idx="963">
                  <c:v>39681</c:v>
                </c:pt>
                <c:pt idx="964">
                  <c:v>39682</c:v>
                </c:pt>
                <c:pt idx="965">
                  <c:v>39683</c:v>
                </c:pt>
                <c:pt idx="966">
                  <c:v>39684</c:v>
                </c:pt>
                <c:pt idx="967">
                  <c:v>39685</c:v>
                </c:pt>
                <c:pt idx="968">
                  <c:v>39686</c:v>
                </c:pt>
                <c:pt idx="969">
                  <c:v>39687</c:v>
                </c:pt>
                <c:pt idx="970">
                  <c:v>39688</c:v>
                </c:pt>
                <c:pt idx="971">
                  <c:v>39689</c:v>
                </c:pt>
                <c:pt idx="972">
                  <c:v>39690</c:v>
                </c:pt>
                <c:pt idx="973">
                  <c:v>39691</c:v>
                </c:pt>
                <c:pt idx="974">
                  <c:v>39692</c:v>
                </c:pt>
                <c:pt idx="975">
                  <c:v>39693</c:v>
                </c:pt>
                <c:pt idx="976">
                  <c:v>39694</c:v>
                </c:pt>
                <c:pt idx="977">
                  <c:v>39695</c:v>
                </c:pt>
                <c:pt idx="978">
                  <c:v>39696</c:v>
                </c:pt>
                <c:pt idx="979">
                  <c:v>39697</c:v>
                </c:pt>
                <c:pt idx="980">
                  <c:v>39698</c:v>
                </c:pt>
                <c:pt idx="981">
                  <c:v>39699</c:v>
                </c:pt>
                <c:pt idx="982">
                  <c:v>39700</c:v>
                </c:pt>
                <c:pt idx="983">
                  <c:v>39701</c:v>
                </c:pt>
                <c:pt idx="984">
                  <c:v>39702</c:v>
                </c:pt>
                <c:pt idx="985">
                  <c:v>39703</c:v>
                </c:pt>
                <c:pt idx="986">
                  <c:v>39704</c:v>
                </c:pt>
                <c:pt idx="987">
                  <c:v>39705</c:v>
                </c:pt>
                <c:pt idx="988">
                  <c:v>39706</c:v>
                </c:pt>
                <c:pt idx="989">
                  <c:v>39707</c:v>
                </c:pt>
                <c:pt idx="990">
                  <c:v>39708</c:v>
                </c:pt>
                <c:pt idx="991">
                  <c:v>39709</c:v>
                </c:pt>
                <c:pt idx="992">
                  <c:v>39710</c:v>
                </c:pt>
                <c:pt idx="993">
                  <c:v>39711</c:v>
                </c:pt>
                <c:pt idx="994">
                  <c:v>39712</c:v>
                </c:pt>
                <c:pt idx="995">
                  <c:v>39713</c:v>
                </c:pt>
                <c:pt idx="996">
                  <c:v>39714</c:v>
                </c:pt>
                <c:pt idx="997">
                  <c:v>39715</c:v>
                </c:pt>
                <c:pt idx="998">
                  <c:v>39716</c:v>
                </c:pt>
                <c:pt idx="999">
                  <c:v>39717</c:v>
                </c:pt>
                <c:pt idx="1000">
                  <c:v>39718</c:v>
                </c:pt>
                <c:pt idx="1001">
                  <c:v>39719</c:v>
                </c:pt>
                <c:pt idx="1002">
                  <c:v>39720</c:v>
                </c:pt>
                <c:pt idx="1003">
                  <c:v>39721</c:v>
                </c:pt>
                <c:pt idx="1004">
                  <c:v>39722</c:v>
                </c:pt>
                <c:pt idx="1005">
                  <c:v>39723</c:v>
                </c:pt>
                <c:pt idx="1006">
                  <c:v>39724</c:v>
                </c:pt>
                <c:pt idx="1007">
                  <c:v>39725</c:v>
                </c:pt>
                <c:pt idx="1008">
                  <c:v>39726</c:v>
                </c:pt>
                <c:pt idx="1009">
                  <c:v>39727</c:v>
                </c:pt>
                <c:pt idx="1010">
                  <c:v>39728</c:v>
                </c:pt>
                <c:pt idx="1011">
                  <c:v>39729</c:v>
                </c:pt>
                <c:pt idx="1012">
                  <c:v>39730</c:v>
                </c:pt>
                <c:pt idx="1013">
                  <c:v>39731</c:v>
                </c:pt>
                <c:pt idx="1014">
                  <c:v>39732</c:v>
                </c:pt>
                <c:pt idx="1015">
                  <c:v>39733</c:v>
                </c:pt>
                <c:pt idx="1016">
                  <c:v>39734</c:v>
                </c:pt>
                <c:pt idx="1017">
                  <c:v>39735</c:v>
                </c:pt>
                <c:pt idx="1018">
                  <c:v>39736</c:v>
                </c:pt>
                <c:pt idx="1019">
                  <c:v>39737</c:v>
                </c:pt>
                <c:pt idx="1020">
                  <c:v>39738</c:v>
                </c:pt>
                <c:pt idx="1021">
                  <c:v>39739</c:v>
                </c:pt>
                <c:pt idx="1022">
                  <c:v>39740</c:v>
                </c:pt>
                <c:pt idx="1023">
                  <c:v>39741</c:v>
                </c:pt>
                <c:pt idx="1024">
                  <c:v>39742</c:v>
                </c:pt>
                <c:pt idx="1025">
                  <c:v>39743</c:v>
                </c:pt>
                <c:pt idx="1026">
                  <c:v>39744</c:v>
                </c:pt>
                <c:pt idx="1027">
                  <c:v>39745</c:v>
                </c:pt>
                <c:pt idx="1028">
                  <c:v>39746</c:v>
                </c:pt>
                <c:pt idx="1029">
                  <c:v>39747</c:v>
                </c:pt>
                <c:pt idx="1030">
                  <c:v>39748</c:v>
                </c:pt>
                <c:pt idx="1031">
                  <c:v>39749</c:v>
                </c:pt>
                <c:pt idx="1032">
                  <c:v>39750</c:v>
                </c:pt>
                <c:pt idx="1033">
                  <c:v>39751</c:v>
                </c:pt>
                <c:pt idx="1034">
                  <c:v>39752</c:v>
                </c:pt>
                <c:pt idx="1035">
                  <c:v>39753</c:v>
                </c:pt>
                <c:pt idx="1036">
                  <c:v>39754</c:v>
                </c:pt>
                <c:pt idx="1037">
                  <c:v>39755</c:v>
                </c:pt>
                <c:pt idx="1038">
                  <c:v>39756</c:v>
                </c:pt>
                <c:pt idx="1039">
                  <c:v>39757</c:v>
                </c:pt>
                <c:pt idx="1040">
                  <c:v>39758</c:v>
                </c:pt>
                <c:pt idx="1041">
                  <c:v>39759</c:v>
                </c:pt>
                <c:pt idx="1042">
                  <c:v>39760</c:v>
                </c:pt>
                <c:pt idx="1043">
                  <c:v>39761</c:v>
                </c:pt>
                <c:pt idx="1044">
                  <c:v>39762</c:v>
                </c:pt>
                <c:pt idx="1045">
                  <c:v>39763</c:v>
                </c:pt>
                <c:pt idx="1046">
                  <c:v>39764</c:v>
                </c:pt>
                <c:pt idx="1047">
                  <c:v>39765</c:v>
                </c:pt>
                <c:pt idx="1048">
                  <c:v>39766</c:v>
                </c:pt>
                <c:pt idx="1049">
                  <c:v>39767</c:v>
                </c:pt>
                <c:pt idx="1050">
                  <c:v>39768</c:v>
                </c:pt>
                <c:pt idx="1051">
                  <c:v>39769</c:v>
                </c:pt>
                <c:pt idx="1052">
                  <c:v>39770</c:v>
                </c:pt>
                <c:pt idx="1053">
                  <c:v>39771</c:v>
                </c:pt>
                <c:pt idx="1054">
                  <c:v>39772</c:v>
                </c:pt>
                <c:pt idx="1055">
                  <c:v>39773</c:v>
                </c:pt>
                <c:pt idx="1056">
                  <c:v>39774</c:v>
                </c:pt>
                <c:pt idx="1057">
                  <c:v>39775</c:v>
                </c:pt>
                <c:pt idx="1058">
                  <c:v>39776</c:v>
                </c:pt>
                <c:pt idx="1059">
                  <c:v>39777</c:v>
                </c:pt>
                <c:pt idx="1060">
                  <c:v>39778</c:v>
                </c:pt>
                <c:pt idx="1061">
                  <c:v>39779</c:v>
                </c:pt>
                <c:pt idx="1062">
                  <c:v>39780</c:v>
                </c:pt>
                <c:pt idx="1063">
                  <c:v>39781</c:v>
                </c:pt>
                <c:pt idx="1064">
                  <c:v>39782</c:v>
                </c:pt>
                <c:pt idx="1065">
                  <c:v>39783</c:v>
                </c:pt>
                <c:pt idx="1066">
                  <c:v>39784</c:v>
                </c:pt>
                <c:pt idx="1067">
                  <c:v>39785</c:v>
                </c:pt>
                <c:pt idx="1068">
                  <c:v>39786</c:v>
                </c:pt>
                <c:pt idx="1069">
                  <c:v>39787</c:v>
                </c:pt>
                <c:pt idx="1070">
                  <c:v>39788</c:v>
                </c:pt>
                <c:pt idx="1071">
                  <c:v>39789</c:v>
                </c:pt>
                <c:pt idx="1072">
                  <c:v>39790</c:v>
                </c:pt>
                <c:pt idx="1073">
                  <c:v>39791</c:v>
                </c:pt>
                <c:pt idx="1074">
                  <c:v>39792</c:v>
                </c:pt>
                <c:pt idx="1075">
                  <c:v>39793</c:v>
                </c:pt>
                <c:pt idx="1076">
                  <c:v>39794</c:v>
                </c:pt>
                <c:pt idx="1077">
                  <c:v>39795</c:v>
                </c:pt>
                <c:pt idx="1078">
                  <c:v>39796</c:v>
                </c:pt>
                <c:pt idx="1079">
                  <c:v>39797</c:v>
                </c:pt>
                <c:pt idx="1080">
                  <c:v>39798</c:v>
                </c:pt>
                <c:pt idx="1081">
                  <c:v>39799</c:v>
                </c:pt>
                <c:pt idx="1082">
                  <c:v>39800</c:v>
                </c:pt>
                <c:pt idx="1083">
                  <c:v>39801</c:v>
                </c:pt>
                <c:pt idx="1084">
                  <c:v>39802</c:v>
                </c:pt>
                <c:pt idx="1085">
                  <c:v>39803</c:v>
                </c:pt>
                <c:pt idx="1086">
                  <c:v>39804</c:v>
                </c:pt>
                <c:pt idx="1087">
                  <c:v>39805</c:v>
                </c:pt>
                <c:pt idx="1088">
                  <c:v>39806</c:v>
                </c:pt>
                <c:pt idx="1089">
                  <c:v>39807</c:v>
                </c:pt>
                <c:pt idx="1090">
                  <c:v>39808</c:v>
                </c:pt>
                <c:pt idx="1091">
                  <c:v>39809</c:v>
                </c:pt>
                <c:pt idx="1092">
                  <c:v>39810</c:v>
                </c:pt>
                <c:pt idx="1093">
                  <c:v>39811</c:v>
                </c:pt>
                <c:pt idx="1094">
                  <c:v>39812</c:v>
                </c:pt>
                <c:pt idx="1095">
                  <c:v>39813</c:v>
                </c:pt>
                <c:pt idx="1096">
                  <c:v>39814</c:v>
                </c:pt>
                <c:pt idx="1097">
                  <c:v>39815</c:v>
                </c:pt>
                <c:pt idx="1098">
                  <c:v>39816</c:v>
                </c:pt>
                <c:pt idx="1099">
                  <c:v>39817</c:v>
                </c:pt>
                <c:pt idx="1100">
                  <c:v>39818</c:v>
                </c:pt>
                <c:pt idx="1101">
                  <c:v>39819</c:v>
                </c:pt>
                <c:pt idx="1102">
                  <c:v>39820</c:v>
                </c:pt>
                <c:pt idx="1103">
                  <c:v>39821</c:v>
                </c:pt>
                <c:pt idx="1104">
                  <c:v>39822</c:v>
                </c:pt>
                <c:pt idx="1105">
                  <c:v>39823</c:v>
                </c:pt>
                <c:pt idx="1106">
                  <c:v>39824</c:v>
                </c:pt>
                <c:pt idx="1107">
                  <c:v>39825</c:v>
                </c:pt>
                <c:pt idx="1108">
                  <c:v>39826</c:v>
                </c:pt>
                <c:pt idx="1109">
                  <c:v>39827</c:v>
                </c:pt>
                <c:pt idx="1110">
                  <c:v>39828</c:v>
                </c:pt>
                <c:pt idx="1111">
                  <c:v>39829</c:v>
                </c:pt>
                <c:pt idx="1112">
                  <c:v>39830</c:v>
                </c:pt>
                <c:pt idx="1113">
                  <c:v>39831</c:v>
                </c:pt>
                <c:pt idx="1114">
                  <c:v>39832</c:v>
                </c:pt>
                <c:pt idx="1115">
                  <c:v>39833</c:v>
                </c:pt>
                <c:pt idx="1116">
                  <c:v>39834</c:v>
                </c:pt>
                <c:pt idx="1117">
                  <c:v>39835</c:v>
                </c:pt>
                <c:pt idx="1118">
                  <c:v>39836</c:v>
                </c:pt>
                <c:pt idx="1119">
                  <c:v>39837</c:v>
                </c:pt>
                <c:pt idx="1120">
                  <c:v>39838</c:v>
                </c:pt>
                <c:pt idx="1121">
                  <c:v>39839</c:v>
                </c:pt>
                <c:pt idx="1122">
                  <c:v>39840</c:v>
                </c:pt>
                <c:pt idx="1123">
                  <c:v>39841</c:v>
                </c:pt>
                <c:pt idx="1124">
                  <c:v>39842</c:v>
                </c:pt>
                <c:pt idx="1125">
                  <c:v>39843</c:v>
                </c:pt>
                <c:pt idx="1126">
                  <c:v>39844</c:v>
                </c:pt>
                <c:pt idx="1127">
                  <c:v>39845</c:v>
                </c:pt>
                <c:pt idx="1128">
                  <c:v>39846</c:v>
                </c:pt>
                <c:pt idx="1129">
                  <c:v>39847</c:v>
                </c:pt>
                <c:pt idx="1130">
                  <c:v>39848</c:v>
                </c:pt>
                <c:pt idx="1131">
                  <c:v>39849</c:v>
                </c:pt>
                <c:pt idx="1132">
                  <c:v>39850</c:v>
                </c:pt>
                <c:pt idx="1133">
                  <c:v>39851</c:v>
                </c:pt>
                <c:pt idx="1134">
                  <c:v>39852</c:v>
                </c:pt>
                <c:pt idx="1135">
                  <c:v>39853</c:v>
                </c:pt>
                <c:pt idx="1136">
                  <c:v>39854</c:v>
                </c:pt>
                <c:pt idx="1137">
                  <c:v>39855</c:v>
                </c:pt>
                <c:pt idx="1138">
                  <c:v>39856</c:v>
                </c:pt>
                <c:pt idx="1139">
                  <c:v>39857</c:v>
                </c:pt>
                <c:pt idx="1140">
                  <c:v>39858</c:v>
                </c:pt>
                <c:pt idx="1141">
                  <c:v>39859</c:v>
                </c:pt>
                <c:pt idx="1142">
                  <c:v>39860</c:v>
                </c:pt>
                <c:pt idx="1143">
                  <c:v>39861</c:v>
                </c:pt>
                <c:pt idx="1144">
                  <c:v>39862</c:v>
                </c:pt>
                <c:pt idx="1145">
                  <c:v>39863</c:v>
                </c:pt>
                <c:pt idx="1146">
                  <c:v>39864</c:v>
                </c:pt>
                <c:pt idx="1147">
                  <c:v>39865</c:v>
                </c:pt>
                <c:pt idx="1148">
                  <c:v>39866</c:v>
                </c:pt>
                <c:pt idx="1149">
                  <c:v>39867</c:v>
                </c:pt>
                <c:pt idx="1150">
                  <c:v>39868</c:v>
                </c:pt>
                <c:pt idx="1151">
                  <c:v>39869</c:v>
                </c:pt>
                <c:pt idx="1152">
                  <c:v>39870</c:v>
                </c:pt>
                <c:pt idx="1153">
                  <c:v>39871</c:v>
                </c:pt>
                <c:pt idx="1154">
                  <c:v>39872</c:v>
                </c:pt>
                <c:pt idx="1155">
                  <c:v>39873</c:v>
                </c:pt>
                <c:pt idx="1156">
                  <c:v>39874</c:v>
                </c:pt>
                <c:pt idx="1157">
                  <c:v>39875</c:v>
                </c:pt>
                <c:pt idx="1158">
                  <c:v>39876</c:v>
                </c:pt>
                <c:pt idx="1159">
                  <c:v>39877</c:v>
                </c:pt>
                <c:pt idx="1160">
                  <c:v>39878</c:v>
                </c:pt>
                <c:pt idx="1161">
                  <c:v>39879</c:v>
                </c:pt>
                <c:pt idx="1162">
                  <c:v>39880</c:v>
                </c:pt>
                <c:pt idx="1163">
                  <c:v>39881</c:v>
                </c:pt>
                <c:pt idx="1164">
                  <c:v>39882</c:v>
                </c:pt>
                <c:pt idx="1165">
                  <c:v>39883</c:v>
                </c:pt>
                <c:pt idx="1166">
                  <c:v>39884</c:v>
                </c:pt>
                <c:pt idx="1167">
                  <c:v>39885</c:v>
                </c:pt>
                <c:pt idx="1168">
                  <c:v>39886</c:v>
                </c:pt>
                <c:pt idx="1169">
                  <c:v>39887</c:v>
                </c:pt>
                <c:pt idx="1170">
                  <c:v>39888</c:v>
                </c:pt>
                <c:pt idx="1171">
                  <c:v>39889</c:v>
                </c:pt>
                <c:pt idx="1172">
                  <c:v>39890</c:v>
                </c:pt>
                <c:pt idx="1173">
                  <c:v>39891</c:v>
                </c:pt>
                <c:pt idx="1174">
                  <c:v>39892</c:v>
                </c:pt>
                <c:pt idx="1175">
                  <c:v>39893</c:v>
                </c:pt>
                <c:pt idx="1176">
                  <c:v>39894</c:v>
                </c:pt>
                <c:pt idx="1177">
                  <c:v>39895</c:v>
                </c:pt>
                <c:pt idx="1178">
                  <c:v>39896</c:v>
                </c:pt>
                <c:pt idx="1179">
                  <c:v>39897</c:v>
                </c:pt>
                <c:pt idx="1180">
                  <c:v>39898</c:v>
                </c:pt>
                <c:pt idx="1181">
                  <c:v>39899</c:v>
                </c:pt>
                <c:pt idx="1182">
                  <c:v>39900</c:v>
                </c:pt>
                <c:pt idx="1183">
                  <c:v>39901</c:v>
                </c:pt>
                <c:pt idx="1184">
                  <c:v>39902</c:v>
                </c:pt>
                <c:pt idx="1185">
                  <c:v>39903</c:v>
                </c:pt>
                <c:pt idx="1186">
                  <c:v>39904</c:v>
                </c:pt>
                <c:pt idx="1187">
                  <c:v>39905</c:v>
                </c:pt>
                <c:pt idx="1188">
                  <c:v>39906</c:v>
                </c:pt>
                <c:pt idx="1189">
                  <c:v>39907</c:v>
                </c:pt>
                <c:pt idx="1190">
                  <c:v>39908</c:v>
                </c:pt>
                <c:pt idx="1191">
                  <c:v>39909</c:v>
                </c:pt>
                <c:pt idx="1192">
                  <c:v>39910</c:v>
                </c:pt>
                <c:pt idx="1193">
                  <c:v>39911</c:v>
                </c:pt>
                <c:pt idx="1194">
                  <c:v>39912</c:v>
                </c:pt>
                <c:pt idx="1195">
                  <c:v>39913</c:v>
                </c:pt>
                <c:pt idx="1196">
                  <c:v>39914</c:v>
                </c:pt>
                <c:pt idx="1197">
                  <c:v>39915</c:v>
                </c:pt>
                <c:pt idx="1198">
                  <c:v>39916</c:v>
                </c:pt>
                <c:pt idx="1199">
                  <c:v>39917</c:v>
                </c:pt>
                <c:pt idx="1200">
                  <c:v>39918</c:v>
                </c:pt>
                <c:pt idx="1201">
                  <c:v>39919</c:v>
                </c:pt>
                <c:pt idx="1202">
                  <c:v>39920</c:v>
                </c:pt>
                <c:pt idx="1203">
                  <c:v>39921</c:v>
                </c:pt>
                <c:pt idx="1204">
                  <c:v>39922</c:v>
                </c:pt>
                <c:pt idx="1205">
                  <c:v>39923</c:v>
                </c:pt>
                <c:pt idx="1206">
                  <c:v>39924</c:v>
                </c:pt>
                <c:pt idx="1207">
                  <c:v>39925</c:v>
                </c:pt>
                <c:pt idx="1208">
                  <c:v>39926</c:v>
                </c:pt>
                <c:pt idx="1209">
                  <c:v>39927</c:v>
                </c:pt>
                <c:pt idx="1210">
                  <c:v>39928</c:v>
                </c:pt>
                <c:pt idx="1211">
                  <c:v>39929</c:v>
                </c:pt>
                <c:pt idx="1212">
                  <c:v>39930</c:v>
                </c:pt>
                <c:pt idx="1213">
                  <c:v>39931</c:v>
                </c:pt>
                <c:pt idx="1214">
                  <c:v>39932</c:v>
                </c:pt>
                <c:pt idx="1215">
                  <c:v>39933</c:v>
                </c:pt>
                <c:pt idx="1216">
                  <c:v>39934</c:v>
                </c:pt>
                <c:pt idx="1217">
                  <c:v>39935</c:v>
                </c:pt>
                <c:pt idx="1218">
                  <c:v>39936</c:v>
                </c:pt>
                <c:pt idx="1219">
                  <c:v>39937</c:v>
                </c:pt>
                <c:pt idx="1220">
                  <c:v>39938</c:v>
                </c:pt>
                <c:pt idx="1221">
                  <c:v>39939</c:v>
                </c:pt>
                <c:pt idx="1222">
                  <c:v>39940</c:v>
                </c:pt>
                <c:pt idx="1223">
                  <c:v>39941</c:v>
                </c:pt>
                <c:pt idx="1224">
                  <c:v>39942</c:v>
                </c:pt>
                <c:pt idx="1225">
                  <c:v>39943</c:v>
                </c:pt>
                <c:pt idx="1226">
                  <c:v>39944</c:v>
                </c:pt>
                <c:pt idx="1227">
                  <c:v>39945</c:v>
                </c:pt>
                <c:pt idx="1228">
                  <c:v>39946</c:v>
                </c:pt>
                <c:pt idx="1229">
                  <c:v>39947</c:v>
                </c:pt>
                <c:pt idx="1230">
                  <c:v>39948</c:v>
                </c:pt>
                <c:pt idx="1231">
                  <c:v>39949</c:v>
                </c:pt>
                <c:pt idx="1232">
                  <c:v>39950</c:v>
                </c:pt>
                <c:pt idx="1233">
                  <c:v>39951</c:v>
                </c:pt>
                <c:pt idx="1234">
                  <c:v>39952</c:v>
                </c:pt>
                <c:pt idx="1235">
                  <c:v>39953</c:v>
                </c:pt>
                <c:pt idx="1236">
                  <c:v>39954</c:v>
                </c:pt>
                <c:pt idx="1237">
                  <c:v>39955</c:v>
                </c:pt>
                <c:pt idx="1238">
                  <c:v>39956</c:v>
                </c:pt>
                <c:pt idx="1239">
                  <c:v>39957</c:v>
                </c:pt>
                <c:pt idx="1240">
                  <c:v>39958</c:v>
                </c:pt>
                <c:pt idx="1241">
                  <c:v>39959</c:v>
                </c:pt>
                <c:pt idx="1242">
                  <c:v>39960</c:v>
                </c:pt>
                <c:pt idx="1243">
                  <c:v>39961</c:v>
                </c:pt>
                <c:pt idx="1244">
                  <c:v>39962</c:v>
                </c:pt>
                <c:pt idx="1245">
                  <c:v>39963</c:v>
                </c:pt>
                <c:pt idx="1246">
                  <c:v>39964</c:v>
                </c:pt>
                <c:pt idx="1247">
                  <c:v>39965</c:v>
                </c:pt>
                <c:pt idx="1248">
                  <c:v>39966</c:v>
                </c:pt>
                <c:pt idx="1249">
                  <c:v>39967</c:v>
                </c:pt>
                <c:pt idx="1250">
                  <c:v>39968</c:v>
                </c:pt>
                <c:pt idx="1251">
                  <c:v>39969</c:v>
                </c:pt>
                <c:pt idx="1252">
                  <c:v>39970</c:v>
                </c:pt>
                <c:pt idx="1253">
                  <c:v>39971</c:v>
                </c:pt>
                <c:pt idx="1254">
                  <c:v>39972</c:v>
                </c:pt>
                <c:pt idx="1255">
                  <c:v>39973</c:v>
                </c:pt>
                <c:pt idx="1256">
                  <c:v>39974</c:v>
                </c:pt>
                <c:pt idx="1257">
                  <c:v>39975</c:v>
                </c:pt>
                <c:pt idx="1258">
                  <c:v>39976</c:v>
                </c:pt>
                <c:pt idx="1259">
                  <c:v>39977</c:v>
                </c:pt>
                <c:pt idx="1260">
                  <c:v>39978</c:v>
                </c:pt>
                <c:pt idx="1261">
                  <c:v>39979</c:v>
                </c:pt>
                <c:pt idx="1262">
                  <c:v>39980</c:v>
                </c:pt>
                <c:pt idx="1263">
                  <c:v>39981</c:v>
                </c:pt>
                <c:pt idx="1264">
                  <c:v>39982</c:v>
                </c:pt>
                <c:pt idx="1265">
                  <c:v>39983</c:v>
                </c:pt>
                <c:pt idx="1266">
                  <c:v>39984</c:v>
                </c:pt>
                <c:pt idx="1267">
                  <c:v>39985</c:v>
                </c:pt>
                <c:pt idx="1268">
                  <c:v>39986</c:v>
                </c:pt>
                <c:pt idx="1269">
                  <c:v>39987</c:v>
                </c:pt>
                <c:pt idx="1270">
                  <c:v>39988</c:v>
                </c:pt>
                <c:pt idx="1271">
                  <c:v>39989</c:v>
                </c:pt>
                <c:pt idx="1272">
                  <c:v>39990</c:v>
                </c:pt>
                <c:pt idx="1273">
                  <c:v>39991</c:v>
                </c:pt>
                <c:pt idx="1274">
                  <c:v>39992</c:v>
                </c:pt>
                <c:pt idx="1275">
                  <c:v>39993</c:v>
                </c:pt>
                <c:pt idx="1276">
                  <c:v>39994</c:v>
                </c:pt>
                <c:pt idx="1277">
                  <c:v>39995</c:v>
                </c:pt>
                <c:pt idx="1278">
                  <c:v>39996</c:v>
                </c:pt>
                <c:pt idx="1279">
                  <c:v>39997</c:v>
                </c:pt>
                <c:pt idx="1280">
                  <c:v>39998</c:v>
                </c:pt>
                <c:pt idx="1281">
                  <c:v>39999</c:v>
                </c:pt>
                <c:pt idx="1282">
                  <c:v>40000</c:v>
                </c:pt>
                <c:pt idx="1283">
                  <c:v>40001</c:v>
                </c:pt>
                <c:pt idx="1284">
                  <c:v>40002</c:v>
                </c:pt>
                <c:pt idx="1285">
                  <c:v>40003</c:v>
                </c:pt>
                <c:pt idx="1286">
                  <c:v>40004</c:v>
                </c:pt>
                <c:pt idx="1287">
                  <c:v>40005</c:v>
                </c:pt>
                <c:pt idx="1288">
                  <c:v>40006</c:v>
                </c:pt>
                <c:pt idx="1289">
                  <c:v>40007</c:v>
                </c:pt>
                <c:pt idx="1290">
                  <c:v>40008</c:v>
                </c:pt>
                <c:pt idx="1291">
                  <c:v>40009</c:v>
                </c:pt>
                <c:pt idx="1292">
                  <c:v>40010</c:v>
                </c:pt>
                <c:pt idx="1293">
                  <c:v>40011</c:v>
                </c:pt>
                <c:pt idx="1294">
                  <c:v>40012</c:v>
                </c:pt>
                <c:pt idx="1295">
                  <c:v>40013</c:v>
                </c:pt>
                <c:pt idx="1296">
                  <c:v>40014</c:v>
                </c:pt>
                <c:pt idx="1297">
                  <c:v>40015</c:v>
                </c:pt>
                <c:pt idx="1298">
                  <c:v>40016</c:v>
                </c:pt>
                <c:pt idx="1299">
                  <c:v>40017</c:v>
                </c:pt>
                <c:pt idx="1300">
                  <c:v>40018</c:v>
                </c:pt>
                <c:pt idx="1301">
                  <c:v>40019</c:v>
                </c:pt>
                <c:pt idx="1302">
                  <c:v>40020</c:v>
                </c:pt>
                <c:pt idx="1303">
                  <c:v>40021</c:v>
                </c:pt>
                <c:pt idx="1304">
                  <c:v>40022</c:v>
                </c:pt>
                <c:pt idx="1305">
                  <c:v>40023</c:v>
                </c:pt>
                <c:pt idx="1306">
                  <c:v>40024</c:v>
                </c:pt>
                <c:pt idx="1307">
                  <c:v>40025</c:v>
                </c:pt>
                <c:pt idx="1308">
                  <c:v>40026</c:v>
                </c:pt>
                <c:pt idx="1309">
                  <c:v>40027</c:v>
                </c:pt>
                <c:pt idx="1310">
                  <c:v>40028</c:v>
                </c:pt>
                <c:pt idx="1311">
                  <c:v>40029</c:v>
                </c:pt>
                <c:pt idx="1312">
                  <c:v>40030</c:v>
                </c:pt>
                <c:pt idx="1313">
                  <c:v>40031</c:v>
                </c:pt>
                <c:pt idx="1314">
                  <c:v>40032</c:v>
                </c:pt>
                <c:pt idx="1315">
                  <c:v>40033</c:v>
                </c:pt>
                <c:pt idx="1316">
                  <c:v>40034</c:v>
                </c:pt>
                <c:pt idx="1317">
                  <c:v>40035</c:v>
                </c:pt>
                <c:pt idx="1318">
                  <c:v>40036</c:v>
                </c:pt>
                <c:pt idx="1319">
                  <c:v>40037</c:v>
                </c:pt>
                <c:pt idx="1320">
                  <c:v>40038</c:v>
                </c:pt>
                <c:pt idx="1321">
                  <c:v>40039</c:v>
                </c:pt>
                <c:pt idx="1322">
                  <c:v>40040</c:v>
                </c:pt>
                <c:pt idx="1323">
                  <c:v>40041</c:v>
                </c:pt>
                <c:pt idx="1324">
                  <c:v>40042</c:v>
                </c:pt>
                <c:pt idx="1325">
                  <c:v>40043</c:v>
                </c:pt>
                <c:pt idx="1326">
                  <c:v>40044</c:v>
                </c:pt>
                <c:pt idx="1327">
                  <c:v>40045</c:v>
                </c:pt>
                <c:pt idx="1328">
                  <c:v>40046</c:v>
                </c:pt>
                <c:pt idx="1329">
                  <c:v>40047</c:v>
                </c:pt>
                <c:pt idx="1330">
                  <c:v>40048</c:v>
                </c:pt>
                <c:pt idx="1331">
                  <c:v>40049</c:v>
                </c:pt>
                <c:pt idx="1332">
                  <c:v>40050</c:v>
                </c:pt>
                <c:pt idx="1333">
                  <c:v>40051</c:v>
                </c:pt>
                <c:pt idx="1334">
                  <c:v>40052</c:v>
                </c:pt>
                <c:pt idx="1335">
                  <c:v>40053</c:v>
                </c:pt>
                <c:pt idx="1336">
                  <c:v>40054</c:v>
                </c:pt>
                <c:pt idx="1337">
                  <c:v>40055</c:v>
                </c:pt>
                <c:pt idx="1338">
                  <c:v>40056</c:v>
                </c:pt>
                <c:pt idx="1339">
                  <c:v>40057</c:v>
                </c:pt>
                <c:pt idx="1340">
                  <c:v>40058</c:v>
                </c:pt>
                <c:pt idx="1341">
                  <c:v>40059</c:v>
                </c:pt>
                <c:pt idx="1342">
                  <c:v>40060</c:v>
                </c:pt>
                <c:pt idx="1343">
                  <c:v>40061</c:v>
                </c:pt>
                <c:pt idx="1344">
                  <c:v>40062</c:v>
                </c:pt>
                <c:pt idx="1345">
                  <c:v>40063</c:v>
                </c:pt>
                <c:pt idx="1346">
                  <c:v>40064</c:v>
                </c:pt>
                <c:pt idx="1347">
                  <c:v>40065</c:v>
                </c:pt>
                <c:pt idx="1348">
                  <c:v>40066</c:v>
                </c:pt>
                <c:pt idx="1349">
                  <c:v>40067</c:v>
                </c:pt>
                <c:pt idx="1350">
                  <c:v>40068</c:v>
                </c:pt>
                <c:pt idx="1351">
                  <c:v>40069</c:v>
                </c:pt>
                <c:pt idx="1352">
                  <c:v>40070</c:v>
                </c:pt>
                <c:pt idx="1353">
                  <c:v>40071</c:v>
                </c:pt>
                <c:pt idx="1354">
                  <c:v>40072</c:v>
                </c:pt>
                <c:pt idx="1355">
                  <c:v>40073</c:v>
                </c:pt>
                <c:pt idx="1356">
                  <c:v>40074</c:v>
                </c:pt>
                <c:pt idx="1357">
                  <c:v>40075</c:v>
                </c:pt>
                <c:pt idx="1358">
                  <c:v>40076</c:v>
                </c:pt>
                <c:pt idx="1359">
                  <c:v>40077</c:v>
                </c:pt>
                <c:pt idx="1360">
                  <c:v>40078</c:v>
                </c:pt>
                <c:pt idx="1361">
                  <c:v>40079</c:v>
                </c:pt>
                <c:pt idx="1362">
                  <c:v>40080</c:v>
                </c:pt>
                <c:pt idx="1363">
                  <c:v>40081</c:v>
                </c:pt>
                <c:pt idx="1364">
                  <c:v>40082</c:v>
                </c:pt>
                <c:pt idx="1365">
                  <c:v>40083</c:v>
                </c:pt>
                <c:pt idx="1366">
                  <c:v>40084</c:v>
                </c:pt>
                <c:pt idx="1367">
                  <c:v>40085</c:v>
                </c:pt>
                <c:pt idx="1368">
                  <c:v>40086</c:v>
                </c:pt>
                <c:pt idx="1369">
                  <c:v>40087</c:v>
                </c:pt>
                <c:pt idx="1370">
                  <c:v>40088</c:v>
                </c:pt>
                <c:pt idx="1371">
                  <c:v>40089</c:v>
                </c:pt>
                <c:pt idx="1372">
                  <c:v>40090</c:v>
                </c:pt>
                <c:pt idx="1373">
                  <c:v>40091</c:v>
                </c:pt>
                <c:pt idx="1374">
                  <c:v>40092</c:v>
                </c:pt>
                <c:pt idx="1375">
                  <c:v>40093</c:v>
                </c:pt>
                <c:pt idx="1376">
                  <c:v>40094</c:v>
                </c:pt>
                <c:pt idx="1377">
                  <c:v>40095</c:v>
                </c:pt>
                <c:pt idx="1378">
                  <c:v>40096</c:v>
                </c:pt>
                <c:pt idx="1379">
                  <c:v>40097</c:v>
                </c:pt>
                <c:pt idx="1380">
                  <c:v>40098</c:v>
                </c:pt>
                <c:pt idx="1381">
                  <c:v>40099</c:v>
                </c:pt>
                <c:pt idx="1382">
                  <c:v>40100</c:v>
                </c:pt>
                <c:pt idx="1383">
                  <c:v>40101</c:v>
                </c:pt>
                <c:pt idx="1384">
                  <c:v>40102</c:v>
                </c:pt>
                <c:pt idx="1385">
                  <c:v>40103</c:v>
                </c:pt>
                <c:pt idx="1386">
                  <c:v>40104</c:v>
                </c:pt>
                <c:pt idx="1387">
                  <c:v>40105</c:v>
                </c:pt>
                <c:pt idx="1388">
                  <c:v>40106</c:v>
                </c:pt>
                <c:pt idx="1389">
                  <c:v>40107</c:v>
                </c:pt>
                <c:pt idx="1390">
                  <c:v>40108</c:v>
                </c:pt>
                <c:pt idx="1391">
                  <c:v>40109</c:v>
                </c:pt>
                <c:pt idx="1392">
                  <c:v>40110</c:v>
                </c:pt>
                <c:pt idx="1393">
                  <c:v>40111</c:v>
                </c:pt>
                <c:pt idx="1394">
                  <c:v>40112</c:v>
                </c:pt>
                <c:pt idx="1395">
                  <c:v>40113</c:v>
                </c:pt>
                <c:pt idx="1396">
                  <c:v>40114</c:v>
                </c:pt>
                <c:pt idx="1397">
                  <c:v>40115</c:v>
                </c:pt>
                <c:pt idx="1398">
                  <c:v>40116</c:v>
                </c:pt>
                <c:pt idx="1399">
                  <c:v>40117</c:v>
                </c:pt>
                <c:pt idx="1400">
                  <c:v>40118</c:v>
                </c:pt>
                <c:pt idx="1401">
                  <c:v>40119</c:v>
                </c:pt>
                <c:pt idx="1402">
                  <c:v>40120</c:v>
                </c:pt>
                <c:pt idx="1403">
                  <c:v>40121</c:v>
                </c:pt>
                <c:pt idx="1404">
                  <c:v>40122</c:v>
                </c:pt>
                <c:pt idx="1405">
                  <c:v>40123</c:v>
                </c:pt>
                <c:pt idx="1406">
                  <c:v>40124</c:v>
                </c:pt>
                <c:pt idx="1407">
                  <c:v>40125</c:v>
                </c:pt>
                <c:pt idx="1408">
                  <c:v>40126</c:v>
                </c:pt>
                <c:pt idx="1409">
                  <c:v>40127</c:v>
                </c:pt>
                <c:pt idx="1410">
                  <c:v>40128</c:v>
                </c:pt>
                <c:pt idx="1411">
                  <c:v>40129</c:v>
                </c:pt>
                <c:pt idx="1412">
                  <c:v>40130</c:v>
                </c:pt>
                <c:pt idx="1413">
                  <c:v>40131</c:v>
                </c:pt>
                <c:pt idx="1414">
                  <c:v>40132</c:v>
                </c:pt>
                <c:pt idx="1415">
                  <c:v>40133</c:v>
                </c:pt>
                <c:pt idx="1416">
                  <c:v>40134</c:v>
                </c:pt>
                <c:pt idx="1417">
                  <c:v>40135</c:v>
                </c:pt>
                <c:pt idx="1418">
                  <c:v>40136</c:v>
                </c:pt>
                <c:pt idx="1419">
                  <c:v>40137</c:v>
                </c:pt>
                <c:pt idx="1420">
                  <c:v>40138</c:v>
                </c:pt>
                <c:pt idx="1421">
                  <c:v>40139</c:v>
                </c:pt>
                <c:pt idx="1422">
                  <c:v>40140</c:v>
                </c:pt>
                <c:pt idx="1423">
                  <c:v>40141</c:v>
                </c:pt>
                <c:pt idx="1424">
                  <c:v>40142</c:v>
                </c:pt>
                <c:pt idx="1425">
                  <c:v>40143</c:v>
                </c:pt>
                <c:pt idx="1426">
                  <c:v>40144</c:v>
                </c:pt>
                <c:pt idx="1427">
                  <c:v>40145</c:v>
                </c:pt>
                <c:pt idx="1428">
                  <c:v>40146</c:v>
                </c:pt>
                <c:pt idx="1429">
                  <c:v>40147</c:v>
                </c:pt>
                <c:pt idx="1430">
                  <c:v>40148</c:v>
                </c:pt>
                <c:pt idx="1431">
                  <c:v>40149</c:v>
                </c:pt>
                <c:pt idx="1432">
                  <c:v>40150</c:v>
                </c:pt>
                <c:pt idx="1433">
                  <c:v>40151</c:v>
                </c:pt>
                <c:pt idx="1434">
                  <c:v>40152</c:v>
                </c:pt>
                <c:pt idx="1435">
                  <c:v>40153</c:v>
                </c:pt>
                <c:pt idx="1436">
                  <c:v>40154</c:v>
                </c:pt>
                <c:pt idx="1437">
                  <c:v>40155</c:v>
                </c:pt>
                <c:pt idx="1438">
                  <c:v>40156</c:v>
                </c:pt>
                <c:pt idx="1439">
                  <c:v>40157</c:v>
                </c:pt>
                <c:pt idx="1440">
                  <c:v>40158</c:v>
                </c:pt>
                <c:pt idx="1441">
                  <c:v>40159</c:v>
                </c:pt>
                <c:pt idx="1442">
                  <c:v>40160</c:v>
                </c:pt>
                <c:pt idx="1443">
                  <c:v>40161</c:v>
                </c:pt>
                <c:pt idx="1444">
                  <c:v>40162</c:v>
                </c:pt>
                <c:pt idx="1445">
                  <c:v>40163</c:v>
                </c:pt>
                <c:pt idx="1446">
                  <c:v>40164</c:v>
                </c:pt>
                <c:pt idx="1447">
                  <c:v>40165</c:v>
                </c:pt>
                <c:pt idx="1448">
                  <c:v>40166</c:v>
                </c:pt>
                <c:pt idx="1449">
                  <c:v>40167</c:v>
                </c:pt>
                <c:pt idx="1450">
                  <c:v>40168</c:v>
                </c:pt>
                <c:pt idx="1451">
                  <c:v>40169</c:v>
                </c:pt>
                <c:pt idx="1452">
                  <c:v>40170</c:v>
                </c:pt>
                <c:pt idx="1453">
                  <c:v>40171</c:v>
                </c:pt>
                <c:pt idx="1454">
                  <c:v>40172</c:v>
                </c:pt>
                <c:pt idx="1455">
                  <c:v>40173</c:v>
                </c:pt>
                <c:pt idx="1456">
                  <c:v>40174</c:v>
                </c:pt>
                <c:pt idx="1457">
                  <c:v>40175</c:v>
                </c:pt>
                <c:pt idx="1458">
                  <c:v>40176</c:v>
                </c:pt>
                <c:pt idx="1459">
                  <c:v>40177</c:v>
                </c:pt>
                <c:pt idx="1460">
                  <c:v>40178</c:v>
                </c:pt>
                <c:pt idx="1461">
                  <c:v>40179</c:v>
                </c:pt>
                <c:pt idx="1462">
                  <c:v>40180</c:v>
                </c:pt>
                <c:pt idx="1463">
                  <c:v>40181</c:v>
                </c:pt>
                <c:pt idx="1464">
                  <c:v>40182</c:v>
                </c:pt>
                <c:pt idx="1465">
                  <c:v>40183</c:v>
                </c:pt>
                <c:pt idx="1466">
                  <c:v>40184</c:v>
                </c:pt>
                <c:pt idx="1467">
                  <c:v>40185</c:v>
                </c:pt>
                <c:pt idx="1468">
                  <c:v>40186</c:v>
                </c:pt>
                <c:pt idx="1469">
                  <c:v>40187</c:v>
                </c:pt>
                <c:pt idx="1470">
                  <c:v>40188</c:v>
                </c:pt>
                <c:pt idx="1471">
                  <c:v>40189</c:v>
                </c:pt>
                <c:pt idx="1472">
                  <c:v>40190</c:v>
                </c:pt>
                <c:pt idx="1473">
                  <c:v>40191</c:v>
                </c:pt>
                <c:pt idx="1474">
                  <c:v>40192</c:v>
                </c:pt>
                <c:pt idx="1475">
                  <c:v>40193</c:v>
                </c:pt>
                <c:pt idx="1476">
                  <c:v>40194</c:v>
                </c:pt>
                <c:pt idx="1477">
                  <c:v>40195</c:v>
                </c:pt>
                <c:pt idx="1478">
                  <c:v>40196</c:v>
                </c:pt>
                <c:pt idx="1479">
                  <c:v>40197</c:v>
                </c:pt>
                <c:pt idx="1480">
                  <c:v>40198</c:v>
                </c:pt>
                <c:pt idx="1481">
                  <c:v>40199</c:v>
                </c:pt>
                <c:pt idx="1482">
                  <c:v>40200</c:v>
                </c:pt>
                <c:pt idx="1483">
                  <c:v>40201</c:v>
                </c:pt>
                <c:pt idx="1484">
                  <c:v>40202</c:v>
                </c:pt>
                <c:pt idx="1485">
                  <c:v>40203</c:v>
                </c:pt>
                <c:pt idx="1486">
                  <c:v>40204</c:v>
                </c:pt>
                <c:pt idx="1487">
                  <c:v>40205</c:v>
                </c:pt>
                <c:pt idx="1488">
                  <c:v>40206</c:v>
                </c:pt>
                <c:pt idx="1489">
                  <c:v>40207</c:v>
                </c:pt>
                <c:pt idx="1490">
                  <c:v>40208</c:v>
                </c:pt>
                <c:pt idx="1491">
                  <c:v>40209</c:v>
                </c:pt>
                <c:pt idx="1492">
                  <c:v>40210</c:v>
                </c:pt>
                <c:pt idx="1493">
                  <c:v>40211</c:v>
                </c:pt>
                <c:pt idx="1494">
                  <c:v>40212</c:v>
                </c:pt>
                <c:pt idx="1495">
                  <c:v>40213</c:v>
                </c:pt>
                <c:pt idx="1496">
                  <c:v>40214</c:v>
                </c:pt>
                <c:pt idx="1497">
                  <c:v>40215</c:v>
                </c:pt>
                <c:pt idx="1498">
                  <c:v>40216</c:v>
                </c:pt>
                <c:pt idx="1499">
                  <c:v>40217</c:v>
                </c:pt>
                <c:pt idx="1500">
                  <c:v>40218</c:v>
                </c:pt>
                <c:pt idx="1501">
                  <c:v>40219</c:v>
                </c:pt>
                <c:pt idx="1502">
                  <c:v>40220</c:v>
                </c:pt>
                <c:pt idx="1503">
                  <c:v>40221</c:v>
                </c:pt>
                <c:pt idx="1504">
                  <c:v>40222</c:v>
                </c:pt>
                <c:pt idx="1505">
                  <c:v>40223</c:v>
                </c:pt>
                <c:pt idx="1506">
                  <c:v>40224</c:v>
                </c:pt>
                <c:pt idx="1507">
                  <c:v>40225</c:v>
                </c:pt>
                <c:pt idx="1508">
                  <c:v>40226</c:v>
                </c:pt>
                <c:pt idx="1509">
                  <c:v>40227</c:v>
                </c:pt>
                <c:pt idx="1510">
                  <c:v>40228</c:v>
                </c:pt>
                <c:pt idx="1511">
                  <c:v>40229</c:v>
                </c:pt>
                <c:pt idx="1512">
                  <c:v>40230</c:v>
                </c:pt>
                <c:pt idx="1513">
                  <c:v>40231</c:v>
                </c:pt>
                <c:pt idx="1514">
                  <c:v>40232</c:v>
                </c:pt>
                <c:pt idx="1515">
                  <c:v>40233</c:v>
                </c:pt>
                <c:pt idx="1516">
                  <c:v>40234</c:v>
                </c:pt>
                <c:pt idx="1517">
                  <c:v>40235</c:v>
                </c:pt>
                <c:pt idx="1518">
                  <c:v>40236</c:v>
                </c:pt>
                <c:pt idx="1519">
                  <c:v>40237</c:v>
                </c:pt>
                <c:pt idx="1520">
                  <c:v>40238</c:v>
                </c:pt>
                <c:pt idx="1521">
                  <c:v>40239</c:v>
                </c:pt>
                <c:pt idx="1522">
                  <c:v>40240</c:v>
                </c:pt>
                <c:pt idx="1523">
                  <c:v>40241</c:v>
                </c:pt>
                <c:pt idx="1524">
                  <c:v>40242</c:v>
                </c:pt>
                <c:pt idx="1525">
                  <c:v>40243</c:v>
                </c:pt>
                <c:pt idx="1526">
                  <c:v>40244</c:v>
                </c:pt>
                <c:pt idx="1527">
                  <c:v>40245</c:v>
                </c:pt>
                <c:pt idx="1528">
                  <c:v>40246</c:v>
                </c:pt>
                <c:pt idx="1529">
                  <c:v>40247</c:v>
                </c:pt>
                <c:pt idx="1530">
                  <c:v>40248</c:v>
                </c:pt>
                <c:pt idx="1531">
                  <c:v>40249</c:v>
                </c:pt>
                <c:pt idx="1532">
                  <c:v>40250</c:v>
                </c:pt>
                <c:pt idx="1533">
                  <c:v>40251</c:v>
                </c:pt>
                <c:pt idx="1534">
                  <c:v>40252</c:v>
                </c:pt>
                <c:pt idx="1535">
                  <c:v>40253</c:v>
                </c:pt>
                <c:pt idx="1536">
                  <c:v>40254</c:v>
                </c:pt>
                <c:pt idx="1537">
                  <c:v>40255</c:v>
                </c:pt>
                <c:pt idx="1538">
                  <c:v>40256</c:v>
                </c:pt>
                <c:pt idx="1539">
                  <c:v>40257</c:v>
                </c:pt>
                <c:pt idx="1540">
                  <c:v>40258</c:v>
                </c:pt>
                <c:pt idx="1541">
                  <c:v>40259</c:v>
                </c:pt>
                <c:pt idx="1542">
                  <c:v>40260</c:v>
                </c:pt>
                <c:pt idx="1543">
                  <c:v>40261</c:v>
                </c:pt>
                <c:pt idx="1544">
                  <c:v>40262</c:v>
                </c:pt>
                <c:pt idx="1545">
                  <c:v>40263</c:v>
                </c:pt>
                <c:pt idx="1546">
                  <c:v>40264</c:v>
                </c:pt>
                <c:pt idx="1547">
                  <c:v>40265</c:v>
                </c:pt>
                <c:pt idx="1548">
                  <c:v>40266</c:v>
                </c:pt>
                <c:pt idx="1549">
                  <c:v>40267</c:v>
                </c:pt>
                <c:pt idx="1550">
                  <c:v>40268</c:v>
                </c:pt>
                <c:pt idx="1551">
                  <c:v>40269</c:v>
                </c:pt>
                <c:pt idx="1552">
                  <c:v>40270</c:v>
                </c:pt>
                <c:pt idx="1553">
                  <c:v>40271</c:v>
                </c:pt>
                <c:pt idx="1554">
                  <c:v>40272</c:v>
                </c:pt>
                <c:pt idx="1555">
                  <c:v>40273</c:v>
                </c:pt>
                <c:pt idx="1556">
                  <c:v>40274</c:v>
                </c:pt>
                <c:pt idx="1557">
                  <c:v>40275</c:v>
                </c:pt>
                <c:pt idx="1558">
                  <c:v>40276</c:v>
                </c:pt>
                <c:pt idx="1559">
                  <c:v>40277</c:v>
                </c:pt>
                <c:pt idx="1560">
                  <c:v>40278</c:v>
                </c:pt>
                <c:pt idx="1561">
                  <c:v>40279</c:v>
                </c:pt>
                <c:pt idx="1562">
                  <c:v>40280</c:v>
                </c:pt>
                <c:pt idx="1563">
                  <c:v>40281</c:v>
                </c:pt>
                <c:pt idx="1564">
                  <c:v>40282</c:v>
                </c:pt>
                <c:pt idx="1565">
                  <c:v>40283</c:v>
                </c:pt>
                <c:pt idx="1566">
                  <c:v>40284</c:v>
                </c:pt>
                <c:pt idx="1567">
                  <c:v>40285</c:v>
                </c:pt>
                <c:pt idx="1568">
                  <c:v>40286</c:v>
                </c:pt>
                <c:pt idx="1569">
                  <c:v>40287</c:v>
                </c:pt>
                <c:pt idx="1570">
                  <c:v>40288</c:v>
                </c:pt>
                <c:pt idx="1571">
                  <c:v>40289</c:v>
                </c:pt>
                <c:pt idx="1572">
                  <c:v>40290</c:v>
                </c:pt>
                <c:pt idx="1573">
                  <c:v>40291</c:v>
                </c:pt>
                <c:pt idx="1574">
                  <c:v>40292</c:v>
                </c:pt>
                <c:pt idx="1575">
                  <c:v>40293</c:v>
                </c:pt>
                <c:pt idx="1576">
                  <c:v>40294</c:v>
                </c:pt>
                <c:pt idx="1577">
                  <c:v>40295</c:v>
                </c:pt>
                <c:pt idx="1578">
                  <c:v>40296</c:v>
                </c:pt>
                <c:pt idx="1579">
                  <c:v>40297</c:v>
                </c:pt>
                <c:pt idx="1580">
                  <c:v>40298</c:v>
                </c:pt>
                <c:pt idx="1581">
                  <c:v>40299</c:v>
                </c:pt>
                <c:pt idx="1582">
                  <c:v>40300</c:v>
                </c:pt>
                <c:pt idx="1583">
                  <c:v>40301</c:v>
                </c:pt>
                <c:pt idx="1584">
                  <c:v>40302</c:v>
                </c:pt>
                <c:pt idx="1585">
                  <c:v>40303</c:v>
                </c:pt>
                <c:pt idx="1586">
                  <c:v>40304</c:v>
                </c:pt>
                <c:pt idx="1587">
                  <c:v>40305</c:v>
                </c:pt>
                <c:pt idx="1588">
                  <c:v>40306</c:v>
                </c:pt>
                <c:pt idx="1589">
                  <c:v>40307</c:v>
                </c:pt>
                <c:pt idx="1590">
                  <c:v>40308</c:v>
                </c:pt>
                <c:pt idx="1591">
                  <c:v>40309</c:v>
                </c:pt>
                <c:pt idx="1592">
                  <c:v>40310</c:v>
                </c:pt>
                <c:pt idx="1593">
                  <c:v>40311</c:v>
                </c:pt>
                <c:pt idx="1594">
                  <c:v>40312</c:v>
                </c:pt>
                <c:pt idx="1595">
                  <c:v>40313</c:v>
                </c:pt>
                <c:pt idx="1596">
                  <c:v>40314</c:v>
                </c:pt>
                <c:pt idx="1597">
                  <c:v>40315</c:v>
                </c:pt>
                <c:pt idx="1598">
                  <c:v>40316</c:v>
                </c:pt>
                <c:pt idx="1599">
                  <c:v>40317</c:v>
                </c:pt>
                <c:pt idx="1600">
                  <c:v>40318</c:v>
                </c:pt>
                <c:pt idx="1601">
                  <c:v>40319</c:v>
                </c:pt>
                <c:pt idx="1602">
                  <c:v>40320</c:v>
                </c:pt>
                <c:pt idx="1603">
                  <c:v>40321</c:v>
                </c:pt>
                <c:pt idx="1604">
                  <c:v>40322</c:v>
                </c:pt>
                <c:pt idx="1605">
                  <c:v>40323</c:v>
                </c:pt>
                <c:pt idx="1606">
                  <c:v>40324</c:v>
                </c:pt>
                <c:pt idx="1607">
                  <c:v>40325</c:v>
                </c:pt>
                <c:pt idx="1608">
                  <c:v>40326</c:v>
                </c:pt>
                <c:pt idx="1609">
                  <c:v>40327</c:v>
                </c:pt>
                <c:pt idx="1610">
                  <c:v>40328</c:v>
                </c:pt>
                <c:pt idx="1611">
                  <c:v>40329</c:v>
                </c:pt>
                <c:pt idx="1612">
                  <c:v>40330</c:v>
                </c:pt>
                <c:pt idx="1613">
                  <c:v>40331</c:v>
                </c:pt>
                <c:pt idx="1614">
                  <c:v>40332</c:v>
                </c:pt>
                <c:pt idx="1615">
                  <c:v>40333</c:v>
                </c:pt>
                <c:pt idx="1616">
                  <c:v>40334</c:v>
                </c:pt>
                <c:pt idx="1617">
                  <c:v>40335</c:v>
                </c:pt>
                <c:pt idx="1618">
                  <c:v>40336</c:v>
                </c:pt>
                <c:pt idx="1619">
                  <c:v>40337</c:v>
                </c:pt>
                <c:pt idx="1620">
                  <c:v>40338</c:v>
                </c:pt>
                <c:pt idx="1621">
                  <c:v>40339</c:v>
                </c:pt>
                <c:pt idx="1622">
                  <c:v>40340</c:v>
                </c:pt>
                <c:pt idx="1623">
                  <c:v>40341</c:v>
                </c:pt>
                <c:pt idx="1624">
                  <c:v>40342</c:v>
                </c:pt>
                <c:pt idx="1625">
                  <c:v>40343</c:v>
                </c:pt>
                <c:pt idx="1626">
                  <c:v>40344</c:v>
                </c:pt>
                <c:pt idx="1627">
                  <c:v>40345</c:v>
                </c:pt>
                <c:pt idx="1628">
                  <c:v>40346</c:v>
                </c:pt>
                <c:pt idx="1629">
                  <c:v>40347</c:v>
                </c:pt>
                <c:pt idx="1630">
                  <c:v>40348</c:v>
                </c:pt>
                <c:pt idx="1631">
                  <c:v>40349</c:v>
                </c:pt>
                <c:pt idx="1632">
                  <c:v>40350</c:v>
                </c:pt>
                <c:pt idx="1633">
                  <c:v>40351</c:v>
                </c:pt>
                <c:pt idx="1634">
                  <c:v>40352</c:v>
                </c:pt>
                <c:pt idx="1635">
                  <c:v>40353</c:v>
                </c:pt>
                <c:pt idx="1636">
                  <c:v>40354</c:v>
                </c:pt>
                <c:pt idx="1637">
                  <c:v>40355</c:v>
                </c:pt>
                <c:pt idx="1638">
                  <c:v>40356</c:v>
                </c:pt>
                <c:pt idx="1639">
                  <c:v>40357</c:v>
                </c:pt>
                <c:pt idx="1640">
                  <c:v>40358</c:v>
                </c:pt>
                <c:pt idx="1641">
                  <c:v>40359</c:v>
                </c:pt>
                <c:pt idx="1642">
                  <c:v>40360</c:v>
                </c:pt>
                <c:pt idx="1643">
                  <c:v>40361</c:v>
                </c:pt>
                <c:pt idx="1644">
                  <c:v>40362</c:v>
                </c:pt>
                <c:pt idx="1645">
                  <c:v>40363</c:v>
                </c:pt>
                <c:pt idx="1646">
                  <c:v>40364</c:v>
                </c:pt>
                <c:pt idx="1647">
                  <c:v>40365</c:v>
                </c:pt>
                <c:pt idx="1648">
                  <c:v>40366</c:v>
                </c:pt>
                <c:pt idx="1649">
                  <c:v>40367</c:v>
                </c:pt>
                <c:pt idx="1650">
                  <c:v>40368</c:v>
                </c:pt>
                <c:pt idx="1651">
                  <c:v>40369</c:v>
                </c:pt>
                <c:pt idx="1652">
                  <c:v>40370</c:v>
                </c:pt>
                <c:pt idx="1653">
                  <c:v>40371</c:v>
                </c:pt>
                <c:pt idx="1654">
                  <c:v>40372</c:v>
                </c:pt>
                <c:pt idx="1655">
                  <c:v>40373</c:v>
                </c:pt>
                <c:pt idx="1656">
                  <c:v>40374</c:v>
                </c:pt>
                <c:pt idx="1657">
                  <c:v>40375</c:v>
                </c:pt>
                <c:pt idx="1658">
                  <c:v>40376</c:v>
                </c:pt>
                <c:pt idx="1659">
                  <c:v>40377</c:v>
                </c:pt>
                <c:pt idx="1660">
                  <c:v>40378</c:v>
                </c:pt>
                <c:pt idx="1661">
                  <c:v>40379</c:v>
                </c:pt>
                <c:pt idx="1662">
                  <c:v>40380</c:v>
                </c:pt>
                <c:pt idx="1663">
                  <c:v>40381</c:v>
                </c:pt>
                <c:pt idx="1664">
                  <c:v>40382</c:v>
                </c:pt>
                <c:pt idx="1665">
                  <c:v>40383</c:v>
                </c:pt>
                <c:pt idx="1666">
                  <c:v>40384</c:v>
                </c:pt>
                <c:pt idx="1667">
                  <c:v>40385</c:v>
                </c:pt>
                <c:pt idx="1668">
                  <c:v>40386</c:v>
                </c:pt>
                <c:pt idx="1669">
                  <c:v>40387</c:v>
                </c:pt>
                <c:pt idx="1670">
                  <c:v>40388</c:v>
                </c:pt>
                <c:pt idx="1671">
                  <c:v>40389</c:v>
                </c:pt>
                <c:pt idx="1672">
                  <c:v>40390</c:v>
                </c:pt>
                <c:pt idx="1673">
                  <c:v>40391</c:v>
                </c:pt>
                <c:pt idx="1674">
                  <c:v>40392</c:v>
                </c:pt>
                <c:pt idx="1675">
                  <c:v>40393</c:v>
                </c:pt>
                <c:pt idx="1676">
                  <c:v>40394</c:v>
                </c:pt>
                <c:pt idx="1677">
                  <c:v>40395</c:v>
                </c:pt>
                <c:pt idx="1678">
                  <c:v>40396</c:v>
                </c:pt>
                <c:pt idx="1679">
                  <c:v>40397</c:v>
                </c:pt>
                <c:pt idx="1680">
                  <c:v>40398</c:v>
                </c:pt>
                <c:pt idx="1681">
                  <c:v>40399</c:v>
                </c:pt>
                <c:pt idx="1682">
                  <c:v>40400</c:v>
                </c:pt>
                <c:pt idx="1683">
                  <c:v>40401</c:v>
                </c:pt>
                <c:pt idx="1684">
                  <c:v>40402</c:v>
                </c:pt>
                <c:pt idx="1685">
                  <c:v>40403</c:v>
                </c:pt>
                <c:pt idx="1686">
                  <c:v>40404</c:v>
                </c:pt>
                <c:pt idx="1687">
                  <c:v>40405</c:v>
                </c:pt>
                <c:pt idx="1688">
                  <c:v>40406</c:v>
                </c:pt>
                <c:pt idx="1689">
                  <c:v>40407</c:v>
                </c:pt>
                <c:pt idx="1690">
                  <c:v>40408</c:v>
                </c:pt>
                <c:pt idx="1691">
                  <c:v>40409</c:v>
                </c:pt>
                <c:pt idx="1692">
                  <c:v>40410</c:v>
                </c:pt>
                <c:pt idx="1693">
                  <c:v>40411</c:v>
                </c:pt>
                <c:pt idx="1694">
                  <c:v>40412</c:v>
                </c:pt>
                <c:pt idx="1695">
                  <c:v>40413</c:v>
                </c:pt>
                <c:pt idx="1696">
                  <c:v>40414</c:v>
                </c:pt>
                <c:pt idx="1697">
                  <c:v>40415</c:v>
                </c:pt>
                <c:pt idx="1698">
                  <c:v>40416</c:v>
                </c:pt>
                <c:pt idx="1699">
                  <c:v>40417</c:v>
                </c:pt>
                <c:pt idx="1700">
                  <c:v>40418</c:v>
                </c:pt>
                <c:pt idx="1701">
                  <c:v>40419</c:v>
                </c:pt>
                <c:pt idx="1702">
                  <c:v>40420</c:v>
                </c:pt>
                <c:pt idx="1703">
                  <c:v>40421</c:v>
                </c:pt>
                <c:pt idx="1704">
                  <c:v>40422</c:v>
                </c:pt>
                <c:pt idx="1705">
                  <c:v>40423</c:v>
                </c:pt>
                <c:pt idx="1706">
                  <c:v>40424</c:v>
                </c:pt>
                <c:pt idx="1707">
                  <c:v>40425</c:v>
                </c:pt>
                <c:pt idx="1708">
                  <c:v>40426</c:v>
                </c:pt>
                <c:pt idx="1709">
                  <c:v>40427</c:v>
                </c:pt>
                <c:pt idx="1710">
                  <c:v>40428</c:v>
                </c:pt>
                <c:pt idx="1711">
                  <c:v>40429</c:v>
                </c:pt>
                <c:pt idx="1712">
                  <c:v>40430</c:v>
                </c:pt>
                <c:pt idx="1713">
                  <c:v>40431</c:v>
                </c:pt>
                <c:pt idx="1714">
                  <c:v>40432</c:v>
                </c:pt>
                <c:pt idx="1715">
                  <c:v>40433</c:v>
                </c:pt>
                <c:pt idx="1716">
                  <c:v>40434</c:v>
                </c:pt>
                <c:pt idx="1717">
                  <c:v>40435</c:v>
                </c:pt>
                <c:pt idx="1718">
                  <c:v>40436</c:v>
                </c:pt>
                <c:pt idx="1719">
                  <c:v>40437</c:v>
                </c:pt>
                <c:pt idx="1720">
                  <c:v>40438</c:v>
                </c:pt>
                <c:pt idx="1721">
                  <c:v>40439</c:v>
                </c:pt>
                <c:pt idx="1722">
                  <c:v>40440</c:v>
                </c:pt>
                <c:pt idx="1723">
                  <c:v>40441</c:v>
                </c:pt>
                <c:pt idx="1724">
                  <c:v>40442</c:v>
                </c:pt>
                <c:pt idx="1725">
                  <c:v>40443</c:v>
                </c:pt>
                <c:pt idx="1726">
                  <c:v>40444</c:v>
                </c:pt>
                <c:pt idx="1727">
                  <c:v>40445</c:v>
                </c:pt>
                <c:pt idx="1728">
                  <c:v>40446</c:v>
                </c:pt>
                <c:pt idx="1729">
                  <c:v>40447</c:v>
                </c:pt>
                <c:pt idx="1730">
                  <c:v>40448</c:v>
                </c:pt>
                <c:pt idx="1731">
                  <c:v>40449</c:v>
                </c:pt>
                <c:pt idx="1732">
                  <c:v>40450</c:v>
                </c:pt>
                <c:pt idx="1733">
                  <c:v>40451</c:v>
                </c:pt>
                <c:pt idx="1734">
                  <c:v>40452</c:v>
                </c:pt>
                <c:pt idx="1735">
                  <c:v>40453</c:v>
                </c:pt>
                <c:pt idx="1736">
                  <c:v>40454</c:v>
                </c:pt>
                <c:pt idx="1737">
                  <c:v>40455</c:v>
                </c:pt>
                <c:pt idx="1738">
                  <c:v>40456</c:v>
                </c:pt>
                <c:pt idx="1739">
                  <c:v>40457</c:v>
                </c:pt>
                <c:pt idx="1740">
                  <c:v>40458</c:v>
                </c:pt>
                <c:pt idx="1741">
                  <c:v>40459</c:v>
                </c:pt>
                <c:pt idx="1742">
                  <c:v>40460</c:v>
                </c:pt>
                <c:pt idx="1743">
                  <c:v>40461</c:v>
                </c:pt>
                <c:pt idx="1744">
                  <c:v>40462</c:v>
                </c:pt>
                <c:pt idx="1745">
                  <c:v>40463</c:v>
                </c:pt>
                <c:pt idx="1746">
                  <c:v>40464</c:v>
                </c:pt>
                <c:pt idx="1747">
                  <c:v>40465</c:v>
                </c:pt>
                <c:pt idx="1748">
                  <c:v>40466</c:v>
                </c:pt>
                <c:pt idx="1749">
                  <c:v>40467</c:v>
                </c:pt>
                <c:pt idx="1750">
                  <c:v>40468</c:v>
                </c:pt>
                <c:pt idx="1751">
                  <c:v>40469</c:v>
                </c:pt>
                <c:pt idx="1752">
                  <c:v>40470</c:v>
                </c:pt>
                <c:pt idx="1753">
                  <c:v>40471</c:v>
                </c:pt>
                <c:pt idx="1754">
                  <c:v>40472</c:v>
                </c:pt>
                <c:pt idx="1755">
                  <c:v>40473</c:v>
                </c:pt>
                <c:pt idx="1756">
                  <c:v>40474</c:v>
                </c:pt>
                <c:pt idx="1757">
                  <c:v>40475</c:v>
                </c:pt>
                <c:pt idx="1758">
                  <c:v>40476</c:v>
                </c:pt>
                <c:pt idx="1759">
                  <c:v>40477</c:v>
                </c:pt>
                <c:pt idx="1760">
                  <c:v>40478</c:v>
                </c:pt>
                <c:pt idx="1761">
                  <c:v>40479</c:v>
                </c:pt>
                <c:pt idx="1762">
                  <c:v>40480</c:v>
                </c:pt>
                <c:pt idx="1763">
                  <c:v>40481</c:v>
                </c:pt>
                <c:pt idx="1764">
                  <c:v>40482</c:v>
                </c:pt>
                <c:pt idx="1765">
                  <c:v>40483</c:v>
                </c:pt>
                <c:pt idx="1766">
                  <c:v>40484</c:v>
                </c:pt>
                <c:pt idx="1767">
                  <c:v>40485</c:v>
                </c:pt>
                <c:pt idx="1768">
                  <c:v>40486</c:v>
                </c:pt>
                <c:pt idx="1769">
                  <c:v>40487</c:v>
                </c:pt>
                <c:pt idx="1770">
                  <c:v>40488</c:v>
                </c:pt>
                <c:pt idx="1771">
                  <c:v>40489</c:v>
                </c:pt>
                <c:pt idx="1772">
                  <c:v>40490</c:v>
                </c:pt>
                <c:pt idx="1773">
                  <c:v>40491</c:v>
                </c:pt>
                <c:pt idx="1774">
                  <c:v>40492</c:v>
                </c:pt>
                <c:pt idx="1775">
                  <c:v>40493</c:v>
                </c:pt>
                <c:pt idx="1776">
                  <c:v>40494</c:v>
                </c:pt>
                <c:pt idx="1777">
                  <c:v>40495</c:v>
                </c:pt>
                <c:pt idx="1778">
                  <c:v>40496</c:v>
                </c:pt>
                <c:pt idx="1779">
                  <c:v>40497</c:v>
                </c:pt>
                <c:pt idx="1780">
                  <c:v>40498</c:v>
                </c:pt>
                <c:pt idx="1781">
                  <c:v>40499</c:v>
                </c:pt>
                <c:pt idx="1782">
                  <c:v>40500</c:v>
                </c:pt>
                <c:pt idx="1783">
                  <c:v>40501</c:v>
                </c:pt>
                <c:pt idx="1784">
                  <c:v>40502</c:v>
                </c:pt>
                <c:pt idx="1785">
                  <c:v>40503</c:v>
                </c:pt>
                <c:pt idx="1786">
                  <c:v>40504</c:v>
                </c:pt>
                <c:pt idx="1787">
                  <c:v>40505</c:v>
                </c:pt>
                <c:pt idx="1788">
                  <c:v>40506</c:v>
                </c:pt>
                <c:pt idx="1789">
                  <c:v>40507</c:v>
                </c:pt>
                <c:pt idx="1790">
                  <c:v>40508</c:v>
                </c:pt>
                <c:pt idx="1791">
                  <c:v>40509</c:v>
                </c:pt>
                <c:pt idx="1792">
                  <c:v>40510</c:v>
                </c:pt>
                <c:pt idx="1793">
                  <c:v>40511</c:v>
                </c:pt>
                <c:pt idx="1794">
                  <c:v>40512</c:v>
                </c:pt>
                <c:pt idx="1795">
                  <c:v>40513</c:v>
                </c:pt>
                <c:pt idx="1796">
                  <c:v>40514</c:v>
                </c:pt>
                <c:pt idx="1797">
                  <c:v>40515</c:v>
                </c:pt>
                <c:pt idx="1798">
                  <c:v>40516</c:v>
                </c:pt>
                <c:pt idx="1799">
                  <c:v>40517</c:v>
                </c:pt>
                <c:pt idx="1800">
                  <c:v>40518</c:v>
                </c:pt>
                <c:pt idx="1801">
                  <c:v>40519</c:v>
                </c:pt>
                <c:pt idx="1802">
                  <c:v>40520</c:v>
                </c:pt>
                <c:pt idx="1803">
                  <c:v>40521</c:v>
                </c:pt>
                <c:pt idx="1804">
                  <c:v>40522</c:v>
                </c:pt>
                <c:pt idx="1805">
                  <c:v>40523</c:v>
                </c:pt>
                <c:pt idx="1806">
                  <c:v>40524</c:v>
                </c:pt>
                <c:pt idx="1807">
                  <c:v>40525</c:v>
                </c:pt>
                <c:pt idx="1808">
                  <c:v>40526</c:v>
                </c:pt>
                <c:pt idx="1809">
                  <c:v>40527</c:v>
                </c:pt>
                <c:pt idx="1810">
                  <c:v>40528</c:v>
                </c:pt>
                <c:pt idx="1811">
                  <c:v>40529</c:v>
                </c:pt>
                <c:pt idx="1812">
                  <c:v>40530</c:v>
                </c:pt>
                <c:pt idx="1813">
                  <c:v>40531</c:v>
                </c:pt>
                <c:pt idx="1814">
                  <c:v>40532</c:v>
                </c:pt>
                <c:pt idx="1815">
                  <c:v>40533</c:v>
                </c:pt>
                <c:pt idx="1816">
                  <c:v>40534</c:v>
                </c:pt>
                <c:pt idx="1817">
                  <c:v>40535</c:v>
                </c:pt>
                <c:pt idx="1818">
                  <c:v>40536</c:v>
                </c:pt>
                <c:pt idx="1819">
                  <c:v>40537</c:v>
                </c:pt>
                <c:pt idx="1820">
                  <c:v>40538</c:v>
                </c:pt>
                <c:pt idx="1821">
                  <c:v>40539</c:v>
                </c:pt>
                <c:pt idx="1822">
                  <c:v>40540</c:v>
                </c:pt>
                <c:pt idx="1823">
                  <c:v>40541</c:v>
                </c:pt>
                <c:pt idx="1824">
                  <c:v>40542</c:v>
                </c:pt>
                <c:pt idx="1825">
                  <c:v>40543</c:v>
                </c:pt>
                <c:pt idx="1826">
                  <c:v>40544</c:v>
                </c:pt>
                <c:pt idx="1827">
                  <c:v>40545</c:v>
                </c:pt>
                <c:pt idx="1828">
                  <c:v>40546</c:v>
                </c:pt>
                <c:pt idx="1829">
                  <c:v>40547</c:v>
                </c:pt>
                <c:pt idx="1830">
                  <c:v>40548</c:v>
                </c:pt>
                <c:pt idx="1831">
                  <c:v>40549</c:v>
                </c:pt>
                <c:pt idx="1832">
                  <c:v>40550</c:v>
                </c:pt>
                <c:pt idx="1833">
                  <c:v>40551</c:v>
                </c:pt>
                <c:pt idx="1834">
                  <c:v>40552</c:v>
                </c:pt>
                <c:pt idx="1835">
                  <c:v>40553</c:v>
                </c:pt>
                <c:pt idx="1836">
                  <c:v>40554</c:v>
                </c:pt>
                <c:pt idx="1837">
                  <c:v>40555</c:v>
                </c:pt>
                <c:pt idx="1838">
                  <c:v>40556</c:v>
                </c:pt>
                <c:pt idx="1839">
                  <c:v>40557</c:v>
                </c:pt>
                <c:pt idx="1840">
                  <c:v>40558</c:v>
                </c:pt>
                <c:pt idx="1841">
                  <c:v>40559</c:v>
                </c:pt>
                <c:pt idx="1842">
                  <c:v>40560</c:v>
                </c:pt>
                <c:pt idx="1843">
                  <c:v>40561</c:v>
                </c:pt>
                <c:pt idx="1844">
                  <c:v>40562</c:v>
                </c:pt>
                <c:pt idx="1845">
                  <c:v>40563</c:v>
                </c:pt>
                <c:pt idx="1846">
                  <c:v>40564</c:v>
                </c:pt>
                <c:pt idx="1847">
                  <c:v>40565</c:v>
                </c:pt>
                <c:pt idx="1848">
                  <c:v>40566</c:v>
                </c:pt>
                <c:pt idx="1849">
                  <c:v>40567</c:v>
                </c:pt>
                <c:pt idx="1850">
                  <c:v>40568</c:v>
                </c:pt>
                <c:pt idx="1851">
                  <c:v>40569</c:v>
                </c:pt>
                <c:pt idx="1852">
                  <c:v>40570</c:v>
                </c:pt>
                <c:pt idx="1853">
                  <c:v>40571</c:v>
                </c:pt>
                <c:pt idx="1854">
                  <c:v>40572</c:v>
                </c:pt>
                <c:pt idx="1855">
                  <c:v>40573</c:v>
                </c:pt>
                <c:pt idx="1856">
                  <c:v>40574</c:v>
                </c:pt>
                <c:pt idx="1857">
                  <c:v>40575</c:v>
                </c:pt>
                <c:pt idx="1858">
                  <c:v>40576</c:v>
                </c:pt>
                <c:pt idx="1859">
                  <c:v>40577</c:v>
                </c:pt>
                <c:pt idx="1860">
                  <c:v>40578</c:v>
                </c:pt>
                <c:pt idx="1861">
                  <c:v>40579</c:v>
                </c:pt>
                <c:pt idx="1862">
                  <c:v>40580</c:v>
                </c:pt>
                <c:pt idx="1863">
                  <c:v>40581</c:v>
                </c:pt>
                <c:pt idx="1864">
                  <c:v>40582</c:v>
                </c:pt>
                <c:pt idx="1865">
                  <c:v>40583</c:v>
                </c:pt>
                <c:pt idx="1866">
                  <c:v>40584</c:v>
                </c:pt>
                <c:pt idx="1867">
                  <c:v>40585</c:v>
                </c:pt>
                <c:pt idx="1868">
                  <c:v>40586</c:v>
                </c:pt>
                <c:pt idx="1869">
                  <c:v>40587</c:v>
                </c:pt>
                <c:pt idx="1870">
                  <c:v>40588</c:v>
                </c:pt>
                <c:pt idx="1871">
                  <c:v>40589</c:v>
                </c:pt>
                <c:pt idx="1872">
                  <c:v>40590</c:v>
                </c:pt>
                <c:pt idx="1873">
                  <c:v>40591</c:v>
                </c:pt>
                <c:pt idx="1874">
                  <c:v>40592</c:v>
                </c:pt>
                <c:pt idx="1875">
                  <c:v>40593</c:v>
                </c:pt>
                <c:pt idx="1876">
                  <c:v>40594</c:v>
                </c:pt>
                <c:pt idx="1877">
                  <c:v>40595</c:v>
                </c:pt>
                <c:pt idx="1878">
                  <c:v>40596</c:v>
                </c:pt>
                <c:pt idx="1879">
                  <c:v>40597</c:v>
                </c:pt>
                <c:pt idx="1880">
                  <c:v>40598</c:v>
                </c:pt>
                <c:pt idx="1881">
                  <c:v>40599</c:v>
                </c:pt>
                <c:pt idx="1882">
                  <c:v>40600</c:v>
                </c:pt>
                <c:pt idx="1883">
                  <c:v>40601</c:v>
                </c:pt>
                <c:pt idx="1884">
                  <c:v>40602</c:v>
                </c:pt>
                <c:pt idx="1885">
                  <c:v>40603</c:v>
                </c:pt>
                <c:pt idx="1886">
                  <c:v>40604</c:v>
                </c:pt>
                <c:pt idx="1887">
                  <c:v>40605</c:v>
                </c:pt>
                <c:pt idx="1888">
                  <c:v>40606</c:v>
                </c:pt>
                <c:pt idx="1889">
                  <c:v>40607</c:v>
                </c:pt>
                <c:pt idx="1890">
                  <c:v>40608</c:v>
                </c:pt>
                <c:pt idx="1891">
                  <c:v>40609</c:v>
                </c:pt>
                <c:pt idx="1892">
                  <c:v>40610</c:v>
                </c:pt>
                <c:pt idx="1893">
                  <c:v>40611</c:v>
                </c:pt>
                <c:pt idx="1894">
                  <c:v>40612</c:v>
                </c:pt>
                <c:pt idx="1895">
                  <c:v>40613</c:v>
                </c:pt>
                <c:pt idx="1896">
                  <c:v>40614</c:v>
                </c:pt>
                <c:pt idx="1897">
                  <c:v>40615</c:v>
                </c:pt>
                <c:pt idx="1898">
                  <c:v>40616</c:v>
                </c:pt>
                <c:pt idx="1899">
                  <c:v>40617</c:v>
                </c:pt>
                <c:pt idx="1900">
                  <c:v>40618</c:v>
                </c:pt>
                <c:pt idx="1901">
                  <c:v>40619</c:v>
                </c:pt>
                <c:pt idx="1902">
                  <c:v>40620</c:v>
                </c:pt>
                <c:pt idx="1903">
                  <c:v>40621</c:v>
                </c:pt>
                <c:pt idx="1904">
                  <c:v>40622</c:v>
                </c:pt>
                <c:pt idx="1905">
                  <c:v>40623</c:v>
                </c:pt>
                <c:pt idx="1906">
                  <c:v>40624</c:v>
                </c:pt>
                <c:pt idx="1907">
                  <c:v>40625</c:v>
                </c:pt>
                <c:pt idx="1908">
                  <c:v>40626</c:v>
                </c:pt>
                <c:pt idx="1909">
                  <c:v>40627</c:v>
                </c:pt>
                <c:pt idx="1910">
                  <c:v>40628</c:v>
                </c:pt>
                <c:pt idx="1911">
                  <c:v>40629</c:v>
                </c:pt>
                <c:pt idx="1912">
                  <c:v>40630</c:v>
                </c:pt>
                <c:pt idx="1913">
                  <c:v>40631</c:v>
                </c:pt>
                <c:pt idx="1914">
                  <c:v>40632</c:v>
                </c:pt>
                <c:pt idx="1915">
                  <c:v>40633</c:v>
                </c:pt>
                <c:pt idx="1916">
                  <c:v>40634</c:v>
                </c:pt>
                <c:pt idx="1917">
                  <c:v>40635</c:v>
                </c:pt>
                <c:pt idx="1918">
                  <c:v>40636</c:v>
                </c:pt>
                <c:pt idx="1919">
                  <c:v>40637</c:v>
                </c:pt>
                <c:pt idx="1920">
                  <c:v>40638</c:v>
                </c:pt>
                <c:pt idx="1921">
                  <c:v>40639</c:v>
                </c:pt>
                <c:pt idx="1922">
                  <c:v>40640</c:v>
                </c:pt>
                <c:pt idx="1923">
                  <c:v>40641</c:v>
                </c:pt>
                <c:pt idx="1924">
                  <c:v>40642</c:v>
                </c:pt>
                <c:pt idx="1925">
                  <c:v>40643</c:v>
                </c:pt>
                <c:pt idx="1926">
                  <c:v>40644</c:v>
                </c:pt>
                <c:pt idx="1927">
                  <c:v>40645</c:v>
                </c:pt>
                <c:pt idx="1928">
                  <c:v>40646</c:v>
                </c:pt>
                <c:pt idx="1929">
                  <c:v>40647</c:v>
                </c:pt>
                <c:pt idx="1930">
                  <c:v>40648</c:v>
                </c:pt>
                <c:pt idx="1931">
                  <c:v>40649</c:v>
                </c:pt>
                <c:pt idx="1932">
                  <c:v>40650</c:v>
                </c:pt>
                <c:pt idx="1933">
                  <c:v>40651</c:v>
                </c:pt>
                <c:pt idx="1934">
                  <c:v>40652</c:v>
                </c:pt>
                <c:pt idx="1935">
                  <c:v>40653</c:v>
                </c:pt>
                <c:pt idx="1936">
                  <c:v>40654</c:v>
                </c:pt>
                <c:pt idx="1937">
                  <c:v>40655</c:v>
                </c:pt>
                <c:pt idx="1938">
                  <c:v>40656</c:v>
                </c:pt>
                <c:pt idx="1939">
                  <c:v>40657</c:v>
                </c:pt>
                <c:pt idx="1940">
                  <c:v>40658</c:v>
                </c:pt>
                <c:pt idx="1941">
                  <c:v>40659</c:v>
                </c:pt>
                <c:pt idx="1942">
                  <c:v>40660</c:v>
                </c:pt>
                <c:pt idx="1943">
                  <c:v>40661</c:v>
                </c:pt>
                <c:pt idx="1944">
                  <c:v>40662</c:v>
                </c:pt>
                <c:pt idx="1945">
                  <c:v>40663</c:v>
                </c:pt>
                <c:pt idx="1946">
                  <c:v>40664</c:v>
                </c:pt>
                <c:pt idx="1947">
                  <c:v>40665</c:v>
                </c:pt>
                <c:pt idx="1948">
                  <c:v>40666</c:v>
                </c:pt>
                <c:pt idx="1949">
                  <c:v>40667</c:v>
                </c:pt>
                <c:pt idx="1950">
                  <c:v>40668</c:v>
                </c:pt>
                <c:pt idx="1951">
                  <c:v>40669</c:v>
                </c:pt>
                <c:pt idx="1952">
                  <c:v>40670</c:v>
                </c:pt>
                <c:pt idx="1953">
                  <c:v>40671</c:v>
                </c:pt>
                <c:pt idx="1954">
                  <c:v>40672</c:v>
                </c:pt>
                <c:pt idx="1955">
                  <c:v>40673</c:v>
                </c:pt>
                <c:pt idx="1956">
                  <c:v>40674</c:v>
                </c:pt>
                <c:pt idx="1957">
                  <c:v>40675</c:v>
                </c:pt>
                <c:pt idx="1958">
                  <c:v>40676</c:v>
                </c:pt>
                <c:pt idx="1959">
                  <c:v>40677</c:v>
                </c:pt>
                <c:pt idx="1960">
                  <c:v>40678</c:v>
                </c:pt>
                <c:pt idx="1961">
                  <c:v>40679</c:v>
                </c:pt>
                <c:pt idx="1962">
                  <c:v>40680</c:v>
                </c:pt>
                <c:pt idx="1963">
                  <c:v>40681</c:v>
                </c:pt>
                <c:pt idx="1964">
                  <c:v>40682</c:v>
                </c:pt>
                <c:pt idx="1965">
                  <c:v>40683</c:v>
                </c:pt>
                <c:pt idx="1966">
                  <c:v>40684</c:v>
                </c:pt>
                <c:pt idx="1967">
                  <c:v>40685</c:v>
                </c:pt>
                <c:pt idx="1968">
                  <c:v>40686</c:v>
                </c:pt>
                <c:pt idx="1969">
                  <c:v>40687</c:v>
                </c:pt>
                <c:pt idx="1970">
                  <c:v>40688</c:v>
                </c:pt>
                <c:pt idx="1971">
                  <c:v>40689</c:v>
                </c:pt>
                <c:pt idx="1972">
                  <c:v>40690</c:v>
                </c:pt>
                <c:pt idx="1973">
                  <c:v>40691</c:v>
                </c:pt>
                <c:pt idx="1974">
                  <c:v>40692</c:v>
                </c:pt>
                <c:pt idx="1975">
                  <c:v>40693</c:v>
                </c:pt>
                <c:pt idx="1976">
                  <c:v>40694</c:v>
                </c:pt>
                <c:pt idx="1977">
                  <c:v>40695</c:v>
                </c:pt>
                <c:pt idx="1978">
                  <c:v>40696</c:v>
                </c:pt>
                <c:pt idx="1979">
                  <c:v>40697</c:v>
                </c:pt>
                <c:pt idx="1980">
                  <c:v>40698</c:v>
                </c:pt>
                <c:pt idx="1981">
                  <c:v>40699</c:v>
                </c:pt>
                <c:pt idx="1982">
                  <c:v>40700</c:v>
                </c:pt>
                <c:pt idx="1983">
                  <c:v>40701</c:v>
                </c:pt>
                <c:pt idx="1984">
                  <c:v>40702</c:v>
                </c:pt>
                <c:pt idx="1985">
                  <c:v>40703</c:v>
                </c:pt>
                <c:pt idx="1986">
                  <c:v>40704</c:v>
                </c:pt>
                <c:pt idx="1987">
                  <c:v>40705</c:v>
                </c:pt>
                <c:pt idx="1988">
                  <c:v>40706</c:v>
                </c:pt>
                <c:pt idx="1989">
                  <c:v>40707</c:v>
                </c:pt>
                <c:pt idx="1990">
                  <c:v>40708</c:v>
                </c:pt>
                <c:pt idx="1991">
                  <c:v>40709</c:v>
                </c:pt>
                <c:pt idx="1992">
                  <c:v>40710</c:v>
                </c:pt>
                <c:pt idx="1993">
                  <c:v>40711</c:v>
                </c:pt>
                <c:pt idx="1994">
                  <c:v>40712</c:v>
                </c:pt>
                <c:pt idx="1995">
                  <c:v>40713</c:v>
                </c:pt>
                <c:pt idx="1996">
                  <c:v>40714</c:v>
                </c:pt>
                <c:pt idx="1997">
                  <c:v>40715</c:v>
                </c:pt>
                <c:pt idx="1998">
                  <c:v>40716</c:v>
                </c:pt>
                <c:pt idx="1999">
                  <c:v>40717</c:v>
                </c:pt>
                <c:pt idx="2000">
                  <c:v>40718</c:v>
                </c:pt>
                <c:pt idx="2001">
                  <c:v>40719</c:v>
                </c:pt>
                <c:pt idx="2002">
                  <c:v>40720</c:v>
                </c:pt>
                <c:pt idx="2003">
                  <c:v>40721</c:v>
                </c:pt>
                <c:pt idx="2004">
                  <c:v>40722</c:v>
                </c:pt>
                <c:pt idx="2005">
                  <c:v>40723</c:v>
                </c:pt>
                <c:pt idx="2006">
                  <c:v>40724</c:v>
                </c:pt>
                <c:pt idx="2007">
                  <c:v>40725</c:v>
                </c:pt>
                <c:pt idx="2008">
                  <c:v>40726</c:v>
                </c:pt>
                <c:pt idx="2009">
                  <c:v>40727</c:v>
                </c:pt>
                <c:pt idx="2010">
                  <c:v>40728</c:v>
                </c:pt>
                <c:pt idx="2011">
                  <c:v>40729</c:v>
                </c:pt>
                <c:pt idx="2012">
                  <c:v>40730</c:v>
                </c:pt>
                <c:pt idx="2013">
                  <c:v>40731</c:v>
                </c:pt>
                <c:pt idx="2014">
                  <c:v>40732</c:v>
                </c:pt>
                <c:pt idx="2015">
                  <c:v>40733</c:v>
                </c:pt>
                <c:pt idx="2016">
                  <c:v>40734</c:v>
                </c:pt>
                <c:pt idx="2017">
                  <c:v>40735</c:v>
                </c:pt>
                <c:pt idx="2018">
                  <c:v>40736</c:v>
                </c:pt>
                <c:pt idx="2019">
                  <c:v>40737</c:v>
                </c:pt>
                <c:pt idx="2020">
                  <c:v>40738</c:v>
                </c:pt>
                <c:pt idx="2021">
                  <c:v>40739</c:v>
                </c:pt>
                <c:pt idx="2022">
                  <c:v>40740</c:v>
                </c:pt>
                <c:pt idx="2023">
                  <c:v>40741</c:v>
                </c:pt>
                <c:pt idx="2024">
                  <c:v>40742</c:v>
                </c:pt>
                <c:pt idx="2025">
                  <c:v>40743</c:v>
                </c:pt>
                <c:pt idx="2026">
                  <c:v>40744</c:v>
                </c:pt>
                <c:pt idx="2027">
                  <c:v>40745</c:v>
                </c:pt>
                <c:pt idx="2028">
                  <c:v>40746</c:v>
                </c:pt>
                <c:pt idx="2029">
                  <c:v>40747</c:v>
                </c:pt>
                <c:pt idx="2030">
                  <c:v>40748</c:v>
                </c:pt>
                <c:pt idx="2031">
                  <c:v>40749</c:v>
                </c:pt>
                <c:pt idx="2032">
                  <c:v>40750</c:v>
                </c:pt>
                <c:pt idx="2033">
                  <c:v>40751</c:v>
                </c:pt>
                <c:pt idx="2034">
                  <c:v>40752</c:v>
                </c:pt>
                <c:pt idx="2035">
                  <c:v>40753</c:v>
                </c:pt>
                <c:pt idx="2036">
                  <c:v>40754</c:v>
                </c:pt>
                <c:pt idx="2037">
                  <c:v>40755</c:v>
                </c:pt>
                <c:pt idx="2038">
                  <c:v>40756</c:v>
                </c:pt>
                <c:pt idx="2039">
                  <c:v>40757</c:v>
                </c:pt>
                <c:pt idx="2040">
                  <c:v>40758</c:v>
                </c:pt>
                <c:pt idx="2041">
                  <c:v>40759</c:v>
                </c:pt>
                <c:pt idx="2042">
                  <c:v>40760</c:v>
                </c:pt>
                <c:pt idx="2043">
                  <c:v>40761</c:v>
                </c:pt>
                <c:pt idx="2044">
                  <c:v>40762</c:v>
                </c:pt>
                <c:pt idx="2045">
                  <c:v>40763</c:v>
                </c:pt>
                <c:pt idx="2046">
                  <c:v>40764</c:v>
                </c:pt>
                <c:pt idx="2047">
                  <c:v>40765</c:v>
                </c:pt>
                <c:pt idx="2048">
                  <c:v>40766</c:v>
                </c:pt>
                <c:pt idx="2049">
                  <c:v>40767</c:v>
                </c:pt>
                <c:pt idx="2050">
                  <c:v>40768</c:v>
                </c:pt>
                <c:pt idx="2051">
                  <c:v>40769</c:v>
                </c:pt>
                <c:pt idx="2052">
                  <c:v>40770</c:v>
                </c:pt>
                <c:pt idx="2053">
                  <c:v>40771</c:v>
                </c:pt>
                <c:pt idx="2054">
                  <c:v>40772</c:v>
                </c:pt>
                <c:pt idx="2055">
                  <c:v>40773</c:v>
                </c:pt>
                <c:pt idx="2056">
                  <c:v>40774</c:v>
                </c:pt>
                <c:pt idx="2057">
                  <c:v>40775</c:v>
                </c:pt>
                <c:pt idx="2058">
                  <c:v>40776</c:v>
                </c:pt>
                <c:pt idx="2059">
                  <c:v>40777</c:v>
                </c:pt>
                <c:pt idx="2060">
                  <c:v>40778</c:v>
                </c:pt>
                <c:pt idx="2061">
                  <c:v>40779</c:v>
                </c:pt>
                <c:pt idx="2062">
                  <c:v>40780</c:v>
                </c:pt>
                <c:pt idx="2063">
                  <c:v>40781</c:v>
                </c:pt>
                <c:pt idx="2064">
                  <c:v>40782</c:v>
                </c:pt>
                <c:pt idx="2065">
                  <c:v>40783</c:v>
                </c:pt>
                <c:pt idx="2066">
                  <c:v>40784</c:v>
                </c:pt>
                <c:pt idx="2067">
                  <c:v>40785</c:v>
                </c:pt>
                <c:pt idx="2068">
                  <c:v>40786</c:v>
                </c:pt>
                <c:pt idx="2069">
                  <c:v>40787</c:v>
                </c:pt>
                <c:pt idx="2070">
                  <c:v>40788</c:v>
                </c:pt>
                <c:pt idx="2071">
                  <c:v>40789</c:v>
                </c:pt>
                <c:pt idx="2072">
                  <c:v>40790</c:v>
                </c:pt>
                <c:pt idx="2073">
                  <c:v>40791</c:v>
                </c:pt>
                <c:pt idx="2074">
                  <c:v>40792</c:v>
                </c:pt>
                <c:pt idx="2075">
                  <c:v>40793</c:v>
                </c:pt>
                <c:pt idx="2076">
                  <c:v>40794</c:v>
                </c:pt>
                <c:pt idx="2077">
                  <c:v>40795</c:v>
                </c:pt>
                <c:pt idx="2078">
                  <c:v>40796</c:v>
                </c:pt>
                <c:pt idx="2079">
                  <c:v>40797</c:v>
                </c:pt>
                <c:pt idx="2080">
                  <c:v>40798</c:v>
                </c:pt>
                <c:pt idx="2081">
                  <c:v>40799</c:v>
                </c:pt>
                <c:pt idx="2082">
                  <c:v>40800</c:v>
                </c:pt>
                <c:pt idx="2083">
                  <c:v>40801</c:v>
                </c:pt>
                <c:pt idx="2084">
                  <c:v>40802</c:v>
                </c:pt>
                <c:pt idx="2085">
                  <c:v>40803</c:v>
                </c:pt>
                <c:pt idx="2086">
                  <c:v>40804</c:v>
                </c:pt>
                <c:pt idx="2087">
                  <c:v>40805</c:v>
                </c:pt>
                <c:pt idx="2088">
                  <c:v>40806</c:v>
                </c:pt>
                <c:pt idx="2089">
                  <c:v>40807</c:v>
                </c:pt>
                <c:pt idx="2090">
                  <c:v>40808</c:v>
                </c:pt>
                <c:pt idx="2091">
                  <c:v>40809</c:v>
                </c:pt>
                <c:pt idx="2092">
                  <c:v>40810</c:v>
                </c:pt>
                <c:pt idx="2093">
                  <c:v>40811</c:v>
                </c:pt>
                <c:pt idx="2094">
                  <c:v>40812</c:v>
                </c:pt>
                <c:pt idx="2095">
                  <c:v>40813</c:v>
                </c:pt>
                <c:pt idx="2096">
                  <c:v>40814</c:v>
                </c:pt>
                <c:pt idx="2097">
                  <c:v>40815</c:v>
                </c:pt>
                <c:pt idx="2098">
                  <c:v>40816</c:v>
                </c:pt>
                <c:pt idx="2099">
                  <c:v>40817</c:v>
                </c:pt>
                <c:pt idx="2100">
                  <c:v>40818</c:v>
                </c:pt>
                <c:pt idx="2101">
                  <c:v>40819</c:v>
                </c:pt>
                <c:pt idx="2102">
                  <c:v>40820</c:v>
                </c:pt>
                <c:pt idx="2103">
                  <c:v>40821</c:v>
                </c:pt>
                <c:pt idx="2104">
                  <c:v>40822</c:v>
                </c:pt>
                <c:pt idx="2105">
                  <c:v>40823</c:v>
                </c:pt>
                <c:pt idx="2106">
                  <c:v>40824</c:v>
                </c:pt>
                <c:pt idx="2107">
                  <c:v>40825</c:v>
                </c:pt>
                <c:pt idx="2108">
                  <c:v>40826</c:v>
                </c:pt>
                <c:pt idx="2109">
                  <c:v>40827</c:v>
                </c:pt>
                <c:pt idx="2110">
                  <c:v>40828</c:v>
                </c:pt>
                <c:pt idx="2111">
                  <c:v>40829</c:v>
                </c:pt>
                <c:pt idx="2112">
                  <c:v>40830</c:v>
                </c:pt>
                <c:pt idx="2113">
                  <c:v>40831</c:v>
                </c:pt>
                <c:pt idx="2114">
                  <c:v>40832</c:v>
                </c:pt>
                <c:pt idx="2115">
                  <c:v>40833</c:v>
                </c:pt>
                <c:pt idx="2116">
                  <c:v>40834</c:v>
                </c:pt>
                <c:pt idx="2117">
                  <c:v>40835</c:v>
                </c:pt>
                <c:pt idx="2118">
                  <c:v>40836</c:v>
                </c:pt>
                <c:pt idx="2119">
                  <c:v>40837</c:v>
                </c:pt>
                <c:pt idx="2120">
                  <c:v>40838</c:v>
                </c:pt>
                <c:pt idx="2121">
                  <c:v>40839</c:v>
                </c:pt>
                <c:pt idx="2122">
                  <c:v>40840</c:v>
                </c:pt>
                <c:pt idx="2123">
                  <c:v>40841</c:v>
                </c:pt>
                <c:pt idx="2124">
                  <c:v>40842</c:v>
                </c:pt>
                <c:pt idx="2125">
                  <c:v>40843</c:v>
                </c:pt>
                <c:pt idx="2126">
                  <c:v>40844</c:v>
                </c:pt>
                <c:pt idx="2127">
                  <c:v>40845</c:v>
                </c:pt>
                <c:pt idx="2128">
                  <c:v>40846</c:v>
                </c:pt>
                <c:pt idx="2129">
                  <c:v>40847</c:v>
                </c:pt>
                <c:pt idx="2130">
                  <c:v>40848</c:v>
                </c:pt>
                <c:pt idx="2131">
                  <c:v>40849</c:v>
                </c:pt>
                <c:pt idx="2132">
                  <c:v>40850</c:v>
                </c:pt>
                <c:pt idx="2133">
                  <c:v>40851</c:v>
                </c:pt>
                <c:pt idx="2134">
                  <c:v>40852</c:v>
                </c:pt>
                <c:pt idx="2135">
                  <c:v>40853</c:v>
                </c:pt>
                <c:pt idx="2136">
                  <c:v>40854</c:v>
                </c:pt>
                <c:pt idx="2137">
                  <c:v>40855</c:v>
                </c:pt>
                <c:pt idx="2138">
                  <c:v>40856</c:v>
                </c:pt>
                <c:pt idx="2139">
                  <c:v>40857</c:v>
                </c:pt>
                <c:pt idx="2140">
                  <c:v>40858</c:v>
                </c:pt>
                <c:pt idx="2141">
                  <c:v>40859</c:v>
                </c:pt>
                <c:pt idx="2142">
                  <c:v>40860</c:v>
                </c:pt>
                <c:pt idx="2143">
                  <c:v>40861</c:v>
                </c:pt>
                <c:pt idx="2144">
                  <c:v>40862</c:v>
                </c:pt>
                <c:pt idx="2145">
                  <c:v>40863</c:v>
                </c:pt>
                <c:pt idx="2146">
                  <c:v>40864</c:v>
                </c:pt>
                <c:pt idx="2147">
                  <c:v>40865</c:v>
                </c:pt>
                <c:pt idx="2148">
                  <c:v>40866</c:v>
                </c:pt>
                <c:pt idx="2149">
                  <c:v>40867</c:v>
                </c:pt>
                <c:pt idx="2150">
                  <c:v>40868</c:v>
                </c:pt>
                <c:pt idx="2151">
                  <c:v>40869</c:v>
                </c:pt>
                <c:pt idx="2152">
                  <c:v>40870</c:v>
                </c:pt>
                <c:pt idx="2153">
                  <c:v>40871</c:v>
                </c:pt>
                <c:pt idx="2154">
                  <c:v>40872</c:v>
                </c:pt>
                <c:pt idx="2155">
                  <c:v>40873</c:v>
                </c:pt>
                <c:pt idx="2156">
                  <c:v>40874</c:v>
                </c:pt>
                <c:pt idx="2157">
                  <c:v>40875</c:v>
                </c:pt>
                <c:pt idx="2158">
                  <c:v>40876</c:v>
                </c:pt>
                <c:pt idx="2159">
                  <c:v>40877</c:v>
                </c:pt>
                <c:pt idx="2160">
                  <c:v>40878</c:v>
                </c:pt>
                <c:pt idx="2161">
                  <c:v>40879</c:v>
                </c:pt>
                <c:pt idx="2162">
                  <c:v>40880</c:v>
                </c:pt>
                <c:pt idx="2163">
                  <c:v>40881</c:v>
                </c:pt>
                <c:pt idx="2164">
                  <c:v>40882</c:v>
                </c:pt>
                <c:pt idx="2165">
                  <c:v>40883</c:v>
                </c:pt>
                <c:pt idx="2166">
                  <c:v>40884</c:v>
                </c:pt>
                <c:pt idx="2167">
                  <c:v>40885</c:v>
                </c:pt>
                <c:pt idx="2168">
                  <c:v>40886</c:v>
                </c:pt>
                <c:pt idx="2169">
                  <c:v>40887</c:v>
                </c:pt>
                <c:pt idx="2170">
                  <c:v>40888</c:v>
                </c:pt>
                <c:pt idx="2171">
                  <c:v>40889</c:v>
                </c:pt>
                <c:pt idx="2172">
                  <c:v>40890</c:v>
                </c:pt>
                <c:pt idx="2173">
                  <c:v>40891</c:v>
                </c:pt>
                <c:pt idx="2174">
                  <c:v>40892</c:v>
                </c:pt>
                <c:pt idx="2175">
                  <c:v>40893</c:v>
                </c:pt>
                <c:pt idx="2176">
                  <c:v>40894</c:v>
                </c:pt>
                <c:pt idx="2177">
                  <c:v>40895</c:v>
                </c:pt>
                <c:pt idx="2178">
                  <c:v>40896</c:v>
                </c:pt>
                <c:pt idx="2179">
                  <c:v>40897</c:v>
                </c:pt>
                <c:pt idx="2180">
                  <c:v>40898</c:v>
                </c:pt>
                <c:pt idx="2181">
                  <c:v>40899</c:v>
                </c:pt>
                <c:pt idx="2182">
                  <c:v>40900</c:v>
                </c:pt>
                <c:pt idx="2183">
                  <c:v>40901</c:v>
                </c:pt>
                <c:pt idx="2184">
                  <c:v>40902</c:v>
                </c:pt>
                <c:pt idx="2185">
                  <c:v>40903</c:v>
                </c:pt>
                <c:pt idx="2186">
                  <c:v>40904</c:v>
                </c:pt>
                <c:pt idx="2187">
                  <c:v>40905</c:v>
                </c:pt>
                <c:pt idx="2188">
                  <c:v>40906</c:v>
                </c:pt>
                <c:pt idx="2189">
                  <c:v>40907</c:v>
                </c:pt>
                <c:pt idx="2190">
                  <c:v>40908</c:v>
                </c:pt>
                <c:pt idx="2191">
                  <c:v>40909</c:v>
                </c:pt>
                <c:pt idx="2192">
                  <c:v>40910</c:v>
                </c:pt>
                <c:pt idx="2193">
                  <c:v>40911</c:v>
                </c:pt>
                <c:pt idx="2194">
                  <c:v>40912</c:v>
                </c:pt>
                <c:pt idx="2195">
                  <c:v>40913</c:v>
                </c:pt>
                <c:pt idx="2196">
                  <c:v>40914</c:v>
                </c:pt>
                <c:pt idx="2197">
                  <c:v>40915</c:v>
                </c:pt>
                <c:pt idx="2198">
                  <c:v>40916</c:v>
                </c:pt>
                <c:pt idx="2199">
                  <c:v>40917</c:v>
                </c:pt>
                <c:pt idx="2200">
                  <c:v>40918</c:v>
                </c:pt>
                <c:pt idx="2201">
                  <c:v>40919</c:v>
                </c:pt>
                <c:pt idx="2202">
                  <c:v>40920</c:v>
                </c:pt>
                <c:pt idx="2203">
                  <c:v>40921</c:v>
                </c:pt>
                <c:pt idx="2204">
                  <c:v>40922</c:v>
                </c:pt>
                <c:pt idx="2205">
                  <c:v>40923</c:v>
                </c:pt>
                <c:pt idx="2206">
                  <c:v>40924</c:v>
                </c:pt>
                <c:pt idx="2207">
                  <c:v>40925</c:v>
                </c:pt>
                <c:pt idx="2208">
                  <c:v>40926</c:v>
                </c:pt>
                <c:pt idx="2209">
                  <c:v>40927</c:v>
                </c:pt>
                <c:pt idx="2210">
                  <c:v>40928</c:v>
                </c:pt>
                <c:pt idx="2211">
                  <c:v>40929</c:v>
                </c:pt>
                <c:pt idx="2212">
                  <c:v>40930</c:v>
                </c:pt>
                <c:pt idx="2213">
                  <c:v>40931</c:v>
                </c:pt>
                <c:pt idx="2214">
                  <c:v>40932</c:v>
                </c:pt>
                <c:pt idx="2215">
                  <c:v>40933</c:v>
                </c:pt>
                <c:pt idx="2216">
                  <c:v>40934</c:v>
                </c:pt>
                <c:pt idx="2217">
                  <c:v>40935</c:v>
                </c:pt>
                <c:pt idx="2218">
                  <c:v>40936</c:v>
                </c:pt>
                <c:pt idx="2219">
                  <c:v>40937</c:v>
                </c:pt>
                <c:pt idx="2220">
                  <c:v>40938</c:v>
                </c:pt>
                <c:pt idx="2221">
                  <c:v>40939</c:v>
                </c:pt>
                <c:pt idx="2222">
                  <c:v>40940</c:v>
                </c:pt>
                <c:pt idx="2223">
                  <c:v>40941</c:v>
                </c:pt>
                <c:pt idx="2224">
                  <c:v>40942</c:v>
                </c:pt>
                <c:pt idx="2225">
                  <c:v>40943</c:v>
                </c:pt>
                <c:pt idx="2226">
                  <c:v>40944</c:v>
                </c:pt>
                <c:pt idx="2227">
                  <c:v>40945</c:v>
                </c:pt>
                <c:pt idx="2228">
                  <c:v>40946</c:v>
                </c:pt>
                <c:pt idx="2229">
                  <c:v>40947</c:v>
                </c:pt>
                <c:pt idx="2230">
                  <c:v>40948</c:v>
                </c:pt>
                <c:pt idx="2231">
                  <c:v>40949</c:v>
                </c:pt>
                <c:pt idx="2232">
                  <c:v>40950</c:v>
                </c:pt>
                <c:pt idx="2233">
                  <c:v>40951</c:v>
                </c:pt>
                <c:pt idx="2234">
                  <c:v>40952</c:v>
                </c:pt>
                <c:pt idx="2235">
                  <c:v>40953</c:v>
                </c:pt>
                <c:pt idx="2236">
                  <c:v>40954</c:v>
                </c:pt>
                <c:pt idx="2237">
                  <c:v>40955</c:v>
                </c:pt>
                <c:pt idx="2238">
                  <c:v>40956</c:v>
                </c:pt>
                <c:pt idx="2239">
                  <c:v>40957</c:v>
                </c:pt>
                <c:pt idx="2240">
                  <c:v>40958</c:v>
                </c:pt>
                <c:pt idx="2241">
                  <c:v>40959</c:v>
                </c:pt>
                <c:pt idx="2242">
                  <c:v>40960</c:v>
                </c:pt>
                <c:pt idx="2243">
                  <c:v>40961</c:v>
                </c:pt>
                <c:pt idx="2244">
                  <c:v>40962</c:v>
                </c:pt>
                <c:pt idx="2245">
                  <c:v>40963</c:v>
                </c:pt>
                <c:pt idx="2246">
                  <c:v>40964</c:v>
                </c:pt>
                <c:pt idx="2247">
                  <c:v>40965</c:v>
                </c:pt>
                <c:pt idx="2248">
                  <c:v>40966</c:v>
                </c:pt>
                <c:pt idx="2249">
                  <c:v>40967</c:v>
                </c:pt>
                <c:pt idx="2250">
                  <c:v>40968</c:v>
                </c:pt>
                <c:pt idx="2251">
                  <c:v>40969</c:v>
                </c:pt>
                <c:pt idx="2252">
                  <c:v>40970</c:v>
                </c:pt>
                <c:pt idx="2253">
                  <c:v>40971</c:v>
                </c:pt>
                <c:pt idx="2254">
                  <c:v>40972</c:v>
                </c:pt>
                <c:pt idx="2255">
                  <c:v>40973</c:v>
                </c:pt>
                <c:pt idx="2256">
                  <c:v>40974</c:v>
                </c:pt>
                <c:pt idx="2257">
                  <c:v>40975</c:v>
                </c:pt>
                <c:pt idx="2258">
                  <c:v>40976</c:v>
                </c:pt>
                <c:pt idx="2259">
                  <c:v>40977</c:v>
                </c:pt>
                <c:pt idx="2260">
                  <c:v>40978</c:v>
                </c:pt>
                <c:pt idx="2261">
                  <c:v>40979</c:v>
                </c:pt>
                <c:pt idx="2262">
                  <c:v>40980</c:v>
                </c:pt>
                <c:pt idx="2263">
                  <c:v>40981</c:v>
                </c:pt>
                <c:pt idx="2264">
                  <c:v>40982</c:v>
                </c:pt>
                <c:pt idx="2265">
                  <c:v>40983</c:v>
                </c:pt>
                <c:pt idx="2266">
                  <c:v>40984</c:v>
                </c:pt>
                <c:pt idx="2267">
                  <c:v>40985</c:v>
                </c:pt>
                <c:pt idx="2268">
                  <c:v>40986</c:v>
                </c:pt>
                <c:pt idx="2269">
                  <c:v>40987</c:v>
                </c:pt>
                <c:pt idx="2270">
                  <c:v>40988</c:v>
                </c:pt>
                <c:pt idx="2271">
                  <c:v>40989</c:v>
                </c:pt>
                <c:pt idx="2272">
                  <c:v>40990</c:v>
                </c:pt>
                <c:pt idx="2273">
                  <c:v>40991</c:v>
                </c:pt>
                <c:pt idx="2274">
                  <c:v>40992</c:v>
                </c:pt>
                <c:pt idx="2275">
                  <c:v>40993</c:v>
                </c:pt>
                <c:pt idx="2276">
                  <c:v>40994</c:v>
                </c:pt>
                <c:pt idx="2277">
                  <c:v>40995</c:v>
                </c:pt>
                <c:pt idx="2278">
                  <c:v>40996</c:v>
                </c:pt>
                <c:pt idx="2279">
                  <c:v>40997</c:v>
                </c:pt>
                <c:pt idx="2280">
                  <c:v>40998</c:v>
                </c:pt>
                <c:pt idx="2281">
                  <c:v>40999</c:v>
                </c:pt>
                <c:pt idx="2282">
                  <c:v>41000</c:v>
                </c:pt>
                <c:pt idx="2283">
                  <c:v>41001</c:v>
                </c:pt>
                <c:pt idx="2284">
                  <c:v>41002</c:v>
                </c:pt>
                <c:pt idx="2285">
                  <c:v>41003</c:v>
                </c:pt>
                <c:pt idx="2286">
                  <c:v>41004</c:v>
                </c:pt>
                <c:pt idx="2287">
                  <c:v>41005</c:v>
                </c:pt>
                <c:pt idx="2288">
                  <c:v>41006</c:v>
                </c:pt>
                <c:pt idx="2289">
                  <c:v>41007</c:v>
                </c:pt>
                <c:pt idx="2290">
                  <c:v>41008</c:v>
                </c:pt>
                <c:pt idx="2291">
                  <c:v>41009</c:v>
                </c:pt>
                <c:pt idx="2292">
                  <c:v>41010</c:v>
                </c:pt>
                <c:pt idx="2293">
                  <c:v>41011</c:v>
                </c:pt>
                <c:pt idx="2294">
                  <c:v>41012</c:v>
                </c:pt>
                <c:pt idx="2295">
                  <c:v>41013</c:v>
                </c:pt>
                <c:pt idx="2296">
                  <c:v>41014</c:v>
                </c:pt>
                <c:pt idx="2297">
                  <c:v>41015</c:v>
                </c:pt>
                <c:pt idx="2298">
                  <c:v>41016</c:v>
                </c:pt>
                <c:pt idx="2299">
                  <c:v>41017</c:v>
                </c:pt>
                <c:pt idx="2300">
                  <c:v>41018</c:v>
                </c:pt>
                <c:pt idx="2301">
                  <c:v>41019</c:v>
                </c:pt>
                <c:pt idx="2302">
                  <c:v>41020</c:v>
                </c:pt>
                <c:pt idx="2303">
                  <c:v>41021</c:v>
                </c:pt>
                <c:pt idx="2304">
                  <c:v>41022</c:v>
                </c:pt>
                <c:pt idx="2305">
                  <c:v>41023</c:v>
                </c:pt>
                <c:pt idx="2306">
                  <c:v>41024</c:v>
                </c:pt>
                <c:pt idx="2307">
                  <c:v>41025</c:v>
                </c:pt>
                <c:pt idx="2308">
                  <c:v>41026</c:v>
                </c:pt>
                <c:pt idx="2309">
                  <c:v>41027</c:v>
                </c:pt>
                <c:pt idx="2310">
                  <c:v>41028</c:v>
                </c:pt>
                <c:pt idx="2311">
                  <c:v>41029</c:v>
                </c:pt>
                <c:pt idx="2312">
                  <c:v>41030</c:v>
                </c:pt>
                <c:pt idx="2313">
                  <c:v>41031</c:v>
                </c:pt>
                <c:pt idx="2314">
                  <c:v>41032</c:v>
                </c:pt>
                <c:pt idx="2315">
                  <c:v>41033</c:v>
                </c:pt>
                <c:pt idx="2316">
                  <c:v>41034</c:v>
                </c:pt>
                <c:pt idx="2317">
                  <c:v>41035</c:v>
                </c:pt>
                <c:pt idx="2318">
                  <c:v>41036</c:v>
                </c:pt>
                <c:pt idx="2319">
                  <c:v>41037</c:v>
                </c:pt>
                <c:pt idx="2320">
                  <c:v>41038</c:v>
                </c:pt>
                <c:pt idx="2321">
                  <c:v>41039</c:v>
                </c:pt>
                <c:pt idx="2322">
                  <c:v>41040</c:v>
                </c:pt>
                <c:pt idx="2323">
                  <c:v>41041</c:v>
                </c:pt>
                <c:pt idx="2324">
                  <c:v>41042</c:v>
                </c:pt>
                <c:pt idx="2325">
                  <c:v>41043</c:v>
                </c:pt>
                <c:pt idx="2326">
                  <c:v>41044</c:v>
                </c:pt>
                <c:pt idx="2327">
                  <c:v>41045</c:v>
                </c:pt>
                <c:pt idx="2328">
                  <c:v>41046</c:v>
                </c:pt>
                <c:pt idx="2329">
                  <c:v>41047</c:v>
                </c:pt>
                <c:pt idx="2330">
                  <c:v>41048</c:v>
                </c:pt>
                <c:pt idx="2331">
                  <c:v>41049</c:v>
                </c:pt>
                <c:pt idx="2332">
                  <c:v>41050</c:v>
                </c:pt>
                <c:pt idx="2333">
                  <c:v>41051</c:v>
                </c:pt>
                <c:pt idx="2334">
                  <c:v>41052</c:v>
                </c:pt>
                <c:pt idx="2335">
                  <c:v>41053</c:v>
                </c:pt>
                <c:pt idx="2336">
                  <c:v>41054</c:v>
                </c:pt>
                <c:pt idx="2337">
                  <c:v>41055</c:v>
                </c:pt>
                <c:pt idx="2338">
                  <c:v>41056</c:v>
                </c:pt>
                <c:pt idx="2339">
                  <c:v>41057</c:v>
                </c:pt>
                <c:pt idx="2340">
                  <c:v>41058</c:v>
                </c:pt>
                <c:pt idx="2341">
                  <c:v>41059</c:v>
                </c:pt>
                <c:pt idx="2342">
                  <c:v>41060</c:v>
                </c:pt>
                <c:pt idx="2343">
                  <c:v>41061</c:v>
                </c:pt>
                <c:pt idx="2344">
                  <c:v>41062</c:v>
                </c:pt>
                <c:pt idx="2345">
                  <c:v>41063</c:v>
                </c:pt>
                <c:pt idx="2346">
                  <c:v>41064</c:v>
                </c:pt>
                <c:pt idx="2347">
                  <c:v>41065</c:v>
                </c:pt>
                <c:pt idx="2348">
                  <c:v>41066</c:v>
                </c:pt>
                <c:pt idx="2349">
                  <c:v>41067</c:v>
                </c:pt>
                <c:pt idx="2350">
                  <c:v>41068</c:v>
                </c:pt>
                <c:pt idx="2351">
                  <c:v>41069</c:v>
                </c:pt>
                <c:pt idx="2352">
                  <c:v>41070</c:v>
                </c:pt>
                <c:pt idx="2353">
                  <c:v>41071</c:v>
                </c:pt>
                <c:pt idx="2354">
                  <c:v>41072</c:v>
                </c:pt>
                <c:pt idx="2355">
                  <c:v>41073</c:v>
                </c:pt>
                <c:pt idx="2356">
                  <c:v>41074</c:v>
                </c:pt>
                <c:pt idx="2357">
                  <c:v>41075</c:v>
                </c:pt>
                <c:pt idx="2358">
                  <c:v>41076</c:v>
                </c:pt>
                <c:pt idx="2359">
                  <c:v>41077</c:v>
                </c:pt>
                <c:pt idx="2360">
                  <c:v>41078</c:v>
                </c:pt>
                <c:pt idx="2361">
                  <c:v>41079</c:v>
                </c:pt>
                <c:pt idx="2362">
                  <c:v>41080</c:v>
                </c:pt>
                <c:pt idx="2363">
                  <c:v>41081</c:v>
                </c:pt>
                <c:pt idx="2364">
                  <c:v>41082</c:v>
                </c:pt>
                <c:pt idx="2365">
                  <c:v>41083</c:v>
                </c:pt>
                <c:pt idx="2366">
                  <c:v>41084</c:v>
                </c:pt>
                <c:pt idx="2367">
                  <c:v>41085</c:v>
                </c:pt>
                <c:pt idx="2368">
                  <c:v>41086</c:v>
                </c:pt>
                <c:pt idx="2369">
                  <c:v>41087</c:v>
                </c:pt>
                <c:pt idx="2370">
                  <c:v>41088</c:v>
                </c:pt>
                <c:pt idx="2371">
                  <c:v>41089</c:v>
                </c:pt>
                <c:pt idx="2372">
                  <c:v>41090</c:v>
                </c:pt>
                <c:pt idx="2373">
                  <c:v>41091</c:v>
                </c:pt>
                <c:pt idx="2374">
                  <c:v>41092</c:v>
                </c:pt>
                <c:pt idx="2375">
                  <c:v>41093</c:v>
                </c:pt>
                <c:pt idx="2376">
                  <c:v>41094</c:v>
                </c:pt>
                <c:pt idx="2377">
                  <c:v>41095</c:v>
                </c:pt>
                <c:pt idx="2378">
                  <c:v>41096</c:v>
                </c:pt>
                <c:pt idx="2379">
                  <c:v>41097</c:v>
                </c:pt>
                <c:pt idx="2380">
                  <c:v>41098</c:v>
                </c:pt>
                <c:pt idx="2381">
                  <c:v>41099</c:v>
                </c:pt>
                <c:pt idx="2382">
                  <c:v>41100</c:v>
                </c:pt>
                <c:pt idx="2383">
                  <c:v>41101</c:v>
                </c:pt>
                <c:pt idx="2384">
                  <c:v>41102</c:v>
                </c:pt>
                <c:pt idx="2385">
                  <c:v>41103</c:v>
                </c:pt>
                <c:pt idx="2386">
                  <c:v>41104</c:v>
                </c:pt>
                <c:pt idx="2387">
                  <c:v>41105</c:v>
                </c:pt>
                <c:pt idx="2388">
                  <c:v>41106</c:v>
                </c:pt>
                <c:pt idx="2389">
                  <c:v>41107</c:v>
                </c:pt>
                <c:pt idx="2390">
                  <c:v>41108</c:v>
                </c:pt>
                <c:pt idx="2391">
                  <c:v>41109</c:v>
                </c:pt>
                <c:pt idx="2392">
                  <c:v>41110</c:v>
                </c:pt>
                <c:pt idx="2393">
                  <c:v>41111</c:v>
                </c:pt>
                <c:pt idx="2394">
                  <c:v>41112</c:v>
                </c:pt>
                <c:pt idx="2395">
                  <c:v>41113</c:v>
                </c:pt>
                <c:pt idx="2396">
                  <c:v>41114</c:v>
                </c:pt>
                <c:pt idx="2397">
                  <c:v>41115</c:v>
                </c:pt>
                <c:pt idx="2398">
                  <c:v>41116</c:v>
                </c:pt>
                <c:pt idx="2399">
                  <c:v>41117</c:v>
                </c:pt>
                <c:pt idx="2400">
                  <c:v>41118</c:v>
                </c:pt>
                <c:pt idx="2401">
                  <c:v>41119</c:v>
                </c:pt>
                <c:pt idx="2402">
                  <c:v>41120</c:v>
                </c:pt>
                <c:pt idx="2403">
                  <c:v>41121</c:v>
                </c:pt>
                <c:pt idx="2404">
                  <c:v>41122</c:v>
                </c:pt>
                <c:pt idx="2405">
                  <c:v>41123</c:v>
                </c:pt>
                <c:pt idx="2406">
                  <c:v>41124</c:v>
                </c:pt>
                <c:pt idx="2407">
                  <c:v>41125</c:v>
                </c:pt>
                <c:pt idx="2408">
                  <c:v>41126</c:v>
                </c:pt>
                <c:pt idx="2409">
                  <c:v>41127</c:v>
                </c:pt>
                <c:pt idx="2410">
                  <c:v>41128</c:v>
                </c:pt>
                <c:pt idx="2411">
                  <c:v>41129</c:v>
                </c:pt>
                <c:pt idx="2412">
                  <c:v>41130</c:v>
                </c:pt>
                <c:pt idx="2413">
                  <c:v>41131</c:v>
                </c:pt>
                <c:pt idx="2414">
                  <c:v>41132</c:v>
                </c:pt>
                <c:pt idx="2415">
                  <c:v>41133</c:v>
                </c:pt>
                <c:pt idx="2416">
                  <c:v>41134</c:v>
                </c:pt>
                <c:pt idx="2417">
                  <c:v>41135</c:v>
                </c:pt>
                <c:pt idx="2418">
                  <c:v>41136</c:v>
                </c:pt>
                <c:pt idx="2419">
                  <c:v>41137</c:v>
                </c:pt>
                <c:pt idx="2420">
                  <c:v>41138</c:v>
                </c:pt>
                <c:pt idx="2421">
                  <c:v>41139</c:v>
                </c:pt>
                <c:pt idx="2422">
                  <c:v>41140</c:v>
                </c:pt>
                <c:pt idx="2423">
                  <c:v>41141</c:v>
                </c:pt>
                <c:pt idx="2424">
                  <c:v>41142</c:v>
                </c:pt>
                <c:pt idx="2425">
                  <c:v>41143</c:v>
                </c:pt>
                <c:pt idx="2426">
                  <c:v>41144</c:v>
                </c:pt>
                <c:pt idx="2427">
                  <c:v>41145</c:v>
                </c:pt>
                <c:pt idx="2428">
                  <c:v>41146</c:v>
                </c:pt>
                <c:pt idx="2429">
                  <c:v>41147</c:v>
                </c:pt>
                <c:pt idx="2430">
                  <c:v>41148</c:v>
                </c:pt>
                <c:pt idx="2431">
                  <c:v>41149</c:v>
                </c:pt>
                <c:pt idx="2432">
                  <c:v>41150</c:v>
                </c:pt>
                <c:pt idx="2433">
                  <c:v>41151</c:v>
                </c:pt>
                <c:pt idx="2434">
                  <c:v>41152</c:v>
                </c:pt>
                <c:pt idx="2435">
                  <c:v>41153</c:v>
                </c:pt>
                <c:pt idx="2436">
                  <c:v>41154</c:v>
                </c:pt>
                <c:pt idx="2437">
                  <c:v>41155</c:v>
                </c:pt>
                <c:pt idx="2438">
                  <c:v>41156</c:v>
                </c:pt>
                <c:pt idx="2439">
                  <c:v>41157</c:v>
                </c:pt>
                <c:pt idx="2440">
                  <c:v>41158</c:v>
                </c:pt>
                <c:pt idx="2441">
                  <c:v>41159</c:v>
                </c:pt>
                <c:pt idx="2442">
                  <c:v>41160</c:v>
                </c:pt>
                <c:pt idx="2443">
                  <c:v>41161</c:v>
                </c:pt>
                <c:pt idx="2444">
                  <c:v>41162</c:v>
                </c:pt>
                <c:pt idx="2445">
                  <c:v>41163</c:v>
                </c:pt>
                <c:pt idx="2446">
                  <c:v>41164</c:v>
                </c:pt>
                <c:pt idx="2447">
                  <c:v>41165</c:v>
                </c:pt>
                <c:pt idx="2448">
                  <c:v>41166</c:v>
                </c:pt>
                <c:pt idx="2449">
                  <c:v>41167</c:v>
                </c:pt>
                <c:pt idx="2450">
                  <c:v>41168</c:v>
                </c:pt>
                <c:pt idx="2451">
                  <c:v>41169</c:v>
                </c:pt>
                <c:pt idx="2452">
                  <c:v>41170</c:v>
                </c:pt>
                <c:pt idx="2453">
                  <c:v>41171</c:v>
                </c:pt>
                <c:pt idx="2454">
                  <c:v>41172</c:v>
                </c:pt>
                <c:pt idx="2455">
                  <c:v>41173</c:v>
                </c:pt>
                <c:pt idx="2456">
                  <c:v>41174</c:v>
                </c:pt>
                <c:pt idx="2457">
                  <c:v>41175</c:v>
                </c:pt>
                <c:pt idx="2458">
                  <c:v>41176</c:v>
                </c:pt>
                <c:pt idx="2459">
                  <c:v>41177</c:v>
                </c:pt>
                <c:pt idx="2460">
                  <c:v>41178</c:v>
                </c:pt>
                <c:pt idx="2461">
                  <c:v>41179</c:v>
                </c:pt>
                <c:pt idx="2462">
                  <c:v>41180</c:v>
                </c:pt>
                <c:pt idx="2463">
                  <c:v>41181</c:v>
                </c:pt>
                <c:pt idx="2464">
                  <c:v>41182</c:v>
                </c:pt>
                <c:pt idx="2465">
                  <c:v>41183</c:v>
                </c:pt>
                <c:pt idx="2466">
                  <c:v>41184</c:v>
                </c:pt>
                <c:pt idx="2467">
                  <c:v>41185</c:v>
                </c:pt>
                <c:pt idx="2468">
                  <c:v>41186</c:v>
                </c:pt>
                <c:pt idx="2469">
                  <c:v>41187</c:v>
                </c:pt>
                <c:pt idx="2470">
                  <c:v>41188</c:v>
                </c:pt>
                <c:pt idx="2471">
                  <c:v>41189</c:v>
                </c:pt>
                <c:pt idx="2472">
                  <c:v>41190</c:v>
                </c:pt>
                <c:pt idx="2473">
                  <c:v>41191</c:v>
                </c:pt>
                <c:pt idx="2474">
                  <c:v>41192</c:v>
                </c:pt>
                <c:pt idx="2475">
                  <c:v>41193</c:v>
                </c:pt>
                <c:pt idx="2476">
                  <c:v>41194</c:v>
                </c:pt>
                <c:pt idx="2477">
                  <c:v>41195</c:v>
                </c:pt>
                <c:pt idx="2478">
                  <c:v>41196</c:v>
                </c:pt>
                <c:pt idx="2479">
                  <c:v>41197</c:v>
                </c:pt>
                <c:pt idx="2480">
                  <c:v>41198</c:v>
                </c:pt>
                <c:pt idx="2481">
                  <c:v>41199</c:v>
                </c:pt>
                <c:pt idx="2482">
                  <c:v>41200</c:v>
                </c:pt>
                <c:pt idx="2483">
                  <c:v>41201</c:v>
                </c:pt>
                <c:pt idx="2484">
                  <c:v>41202</c:v>
                </c:pt>
                <c:pt idx="2485">
                  <c:v>41203</c:v>
                </c:pt>
                <c:pt idx="2486">
                  <c:v>41204</c:v>
                </c:pt>
                <c:pt idx="2487">
                  <c:v>41205</c:v>
                </c:pt>
                <c:pt idx="2488">
                  <c:v>41206</c:v>
                </c:pt>
                <c:pt idx="2489">
                  <c:v>41207</c:v>
                </c:pt>
                <c:pt idx="2490">
                  <c:v>41208</c:v>
                </c:pt>
                <c:pt idx="2491">
                  <c:v>41209</c:v>
                </c:pt>
                <c:pt idx="2492">
                  <c:v>41210</c:v>
                </c:pt>
                <c:pt idx="2493">
                  <c:v>41211</c:v>
                </c:pt>
                <c:pt idx="2494">
                  <c:v>41212</c:v>
                </c:pt>
                <c:pt idx="2495">
                  <c:v>41213</c:v>
                </c:pt>
                <c:pt idx="2496">
                  <c:v>41214</c:v>
                </c:pt>
                <c:pt idx="2497">
                  <c:v>41215</c:v>
                </c:pt>
                <c:pt idx="2498">
                  <c:v>41216</c:v>
                </c:pt>
                <c:pt idx="2499">
                  <c:v>41217</c:v>
                </c:pt>
                <c:pt idx="2500">
                  <c:v>41218</c:v>
                </c:pt>
                <c:pt idx="2501">
                  <c:v>41219</c:v>
                </c:pt>
                <c:pt idx="2502">
                  <c:v>41220</c:v>
                </c:pt>
                <c:pt idx="2503">
                  <c:v>41221</c:v>
                </c:pt>
                <c:pt idx="2504">
                  <c:v>41222</c:v>
                </c:pt>
                <c:pt idx="2505">
                  <c:v>41223</c:v>
                </c:pt>
                <c:pt idx="2506">
                  <c:v>41224</c:v>
                </c:pt>
                <c:pt idx="2507">
                  <c:v>41225</c:v>
                </c:pt>
                <c:pt idx="2508">
                  <c:v>41226</c:v>
                </c:pt>
                <c:pt idx="2509">
                  <c:v>41227</c:v>
                </c:pt>
                <c:pt idx="2510">
                  <c:v>41228</c:v>
                </c:pt>
                <c:pt idx="2511">
                  <c:v>41229</c:v>
                </c:pt>
                <c:pt idx="2512">
                  <c:v>41230</c:v>
                </c:pt>
                <c:pt idx="2513">
                  <c:v>41231</c:v>
                </c:pt>
                <c:pt idx="2514">
                  <c:v>41232</c:v>
                </c:pt>
                <c:pt idx="2515">
                  <c:v>41233</c:v>
                </c:pt>
                <c:pt idx="2516">
                  <c:v>41234</c:v>
                </c:pt>
                <c:pt idx="2517">
                  <c:v>41235</c:v>
                </c:pt>
                <c:pt idx="2518">
                  <c:v>41236</c:v>
                </c:pt>
                <c:pt idx="2519">
                  <c:v>41237</c:v>
                </c:pt>
                <c:pt idx="2520">
                  <c:v>41238</c:v>
                </c:pt>
                <c:pt idx="2521">
                  <c:v>41239</c:v>
                </c:pt>
                <c:pt idx="2522">
                  <c:v>41240</c:v>
                </c:pt>
                <c:pt idx="2523">
                  <c:v>41241</c:v>
                </c:pt>
                <c:pt idx="2524">
                  <c:v>41242</c:v>
                </c:pt>
                <c:pt idx="2525">
                  <c:v>41243</c:v>
                </c:pt>
                <c:pt idx="2526">
                  <c:v>41244</c:v>
                </c:pt>
                <c:pt idx="2527">
                  <c:v>41245</c:v>
                </c:pt>
                <c:pt idx="2528">
                  <c:v>41246</c:v>
                </c:pt>
                <c:pt idx="2529">
                  <c:v>41247</c:v>
                </c:pt>
                <c:pt idx="2530">
                  <c:v>41248</c:v>
                </c:pt>
                <c:pt idx="2531">
                  <c:v>41249</c:v>
                </c:pt>
                <c:pt idx="2532">
                  <c:v>41250</c:v>
                </c:pt>
                <c:pt idx="2533">
                  <c:v>41251</c:v>
                </c:pt>
                <c:pt idx="2534">
                  <c:v>41252</c:v>
                </c:pt>
                <c:pt idx="2535">
                  <c:v>41253</c:v>
                </c:pt>
                <c:pt idx="2536">
                  <c:v>41254</c:v>
                </c:pt>
                <c:pt idx="2537">
                  <c:v>41255</c:v>
                </c:pt>
                <c:pt idx="2538">
                  <c:v>41256</c:v>
                </c:pt>
                <c:pt idx="2539">
                  <c:v>41257</c:v>
                </c:pt>
                <c:pt idx="2540">
                  <c:v>41258</c:v>
                </c:pt>
                <c:pt idx="2541">
                  <c:v>41259</c:v>
                </c:pt>
                <c:pt idx="2542">
                  <c:v>41260</c:v>
                </c:pt>
                <c:pt idx="2543">
                  <c:v>41261</c:v>
                </c:pt>
                <c:pt idx="2544">
                  <c:v>41262</c:v>
                </c:pt>
                <c:pt idx="2545">
                  <c:v>41263</c:v>
                </c:pt>
                <c:pt idx="2546">
                  <c:v>41264</c:v>
                </c:pt>
                <c:pt idx="2547">
                  <c:v>41265</c:v>
                </c:pt>
                <c:pt idx="2548">
                  <c:v>41266</c:v>
                </c:pt>
                <c:pt idx="2549">
                  <c:v>41267</c:v>
                </c:pt>
                <c:pt idx="2550">
                  <c:v>41268</c:v>
                </c:pt>
                <c:pt idx="2551">
                  <c:v>41269</c:v>
                </c:pt>
                <c:pt idx="2552">
                  <c:v>41270</c:v>
                </c:pt>
                <c:pt idx="2553">
                  <c:v>41271</c:v>
                </c:pt>
                <c:pt idx="2554">
                  <c:v>41272</c:v>
                </c:pt>
                <c:pt idx="2555">
                  <c:v>41273</c:v>
                </c:pt>
                <c:pt idx="2556">
                  <c:v>41274</c:v>
                </c:pt>
                <c:pt idx="2557">
                  <c:v>41275</c:v>
                </c:pt>
                <c:pt idx="2558">
                  <c:v>41276</c:v>
                </c:pt>
                <c:pt idx="2559">
                  <c:v>41277</c:v>
                </c:pt>
                <c:pt idx="2560">
                  <c:v>41278</c:v>
                </c:pt>
                <c:pt idx="2561">
                  <c:v>41279</c:v>
                </c:pt>
                <c:pt idx="2562">
                  <c:v>41280</c:v>
                </c:pt>
                <c:pt idx="2563">
                  <c:v>41281</c:v>
                </c:pt>
                <c:pt idx="2564">
                  <c:v>41282</c:v>
                </c:pt>
                <c:pt idx="2565">
                  <c:v>41283</c:v>
                </c:pt>
                <c:pt idx="2566">
                  <c:v>41284</c:v>
                </c:pt>
                <c:pt idx="2567">
                  <c:v>41285</c:v>
                </c:pt>
                <c:pt idx="2568">
                  <c:v>41286</c:v>
                </c:pt>
                <c:pt idx="2569">
                  <c:v>41287</c:v>
                </c:pt>
                <c:pt idx="2570">
                  <c:v>41288</c:v>
                </c:pt>
                <c:pt idx="2571">
                  <c:v>41289</c:v>
                </c:pt>
                <c:pt idx="2572">
                  <c:v>41290</c:v>
                </c:pt>
                <c:pt idx="2573">
                  <c:v>41291</c:v>
                </c:pt>
                <c:pt idx="2574">
                  <c:v>41292</c:v>
                </c:pt>
                <c:pt idx="2575">
                  <c:v>41293</c:v>
                </c:pt>
                <c:pt idx="2576">
                  <c:v>41294</c:v>
                </c:pt>
                <c:pt idx="2577">
                  <c:v>41295</c:v>
                </c:pt>
                <c:pt idx="2578">
                  <c:v>41296</c:v>
                </c:pt>
                <c:pt idx="2579">
                  <c:v>41297</c:v>
                </c:pt>
                <c:pt idx="2580">
                  <c:v>41298</c:v>
                </c:pt>
                <c:pt idx="2581">
                  <c:v>41299</c:v>
                </c:pt>
                <c:pt idx="2582">
                  <c:v>41300</c:v>
                </c:pt>
                <c:pt idx="2583">
                  <c:v>41301</c:v>
                </c:pt>
                <c:pt idx="2584">
                  <c:v>41302</c:v>
                </c:pt>
                <c:pt idx="2585">
                  <c:v>41303</c:v>
                </c:pt>
                <c:pt idx="2586">
                  <c:v>41304</c:v>
                </c:pt>
                <c:pt idx="2587">
                  <c:v>41305</c:v>
                </c:pt>
                <c:pt idx="2588">
                  <c:v>41306</c:v>
                </c:pt>
                <c:pt idx="2589">
                  <c:v>41307</c:v>
                </c:pt>
                <c:pt idx="2590">
                  <c:v>41308</c:v>
                </c:pt>
                <c:pt idx="2591">
                  <c:v>41309</c:v>
                </c:pt>
                <c:pt idx="2592">
                  <c:v>41310</c:v>
                </c:pt>
                <c:pt idx="2593">
                  <c:v>41311</c:v>
                </c:pt>
                <c:pt idx="2594">
                  <c:v>41312</c:v>
                </c:pt>
                <c:pt idx="2595">
                  <c:v>41313</c:v>
                </c:pt>
                <c:pt idx="2596">
                  <c:v>41314</c:v>
                </c:pt>
                <c:pt idx="2597">
                  <c:v>41315</c:v>
                </c:pt>
                <c:pt idx="2598">
                  <c:v>41316</c:v>
                </c:pt>
                <c:pt idx="2599">
                  <c:v>41317</c:v>
                </c:pt>
                <c:pt idx="2600">
                  <c:v>41318</c:v>
                </c:pt>
                <c:pt idx="2601">
                  <c:v>41319</c:v>
                </c:pt>
                <c:pt idx="2602">
                  <c:v>41320</c:v>
                </c:pt>
                <c:pt idx="2603">
                  <c:v>41321</c:v>
                </c:pt>
                <c:pt idx="2604">
                  <c:v>41322</c:v>
                </c:pt>
                <c:pt idx="2605">
                  <c:v>41323</c:v>
                </c:pt>
                <c:pt idx="2606">
                  <c:v>41324</c:v>
                </c:pt>
                <c:pt idx="2607">
                  <c:v>41325</c:v>
                </c:pt>
                <c:pt idx="2608">
                  <c:v>41326</c:v>
                </c:pt>
                <c:pt idx="2609">
                  <c:v>41327</c:v>
                </c:pt>
                <c:pt idx="2610">
                  <c:v>41328</c:v>
                </c:pt>
                <c:pt idx="2611">
                  <c:v>41329</c:v>
                </c:pt>
                <c:pt idx="2612">
                  <c:v>41330</c:v>
                </c:pt>
                <c:pt idx="2613">
                  <c:v>41331</c:v>
                </c:pt>
                <c:pt idx="2614">
                  <c:v>41332</c:v>
                </c:pt>
                <c:pt idx="2615">
                  <c:v>41333</c:v>
                </c:pt>
                <c:pt idx="2616">
                  <c:v>41334</c:v>
                </c:pt>
                <c:pt idx="2617">
                  <c:v>41335</c:v>
                </c:pt>
                <c:pt idx="2618">
                  <c:v>41336</c:v>
                </c:pt>
                <c:pt idx="2619">
                  <c:v>41337</c:v>
                </c:pt>
                <c:pt idx="2620">
                  <c:v>41338</c:v>
                </c:pt>
                <c:pt idx="2621">
                  <c:v>41339</c:v>
                </c:pt>
                <c:pt idx="2622">
                  <c:v>41340</c:v>
                </c:pt>
                <c:pt idx="2623">
                  <c:v>41341</c:v>
                </c:pt>
                <c:pt idx="2624">
                  <c:v>41342</c:v>
                </c:pt>
                <c:pt idx="2625">
                  <c:v>41343</c:v>
                </c:pt>
                <c:pt idx="2626">
                  <c:v>41344</c:v>
                </c:pt>
                <c:pt idx="2627">
                  <c:v>41345</c:v>
                </c:pt>
                <c:pt idx="2628">
                  <c:v>41346</c:v>
                </c:pt>
                <c:pt idx="2629">
                  <c:v>41347</c:v>
                </c:pt>
                <c:pt idx="2630">
                  <c:v>41348</c:v>
                </c:pt>
                <c:pt idx="2631">
                  <c:v>41349</c:v>
                </c:pt>
                <c:pt idx="2632">
                  <c:v>41350</c:v>
                </c:pt>
                <c:pt idx="2633">
                  <c:v>41351</c:v>
                </c:pt>
                <c:pt idx="2634">
                  <c:v>41352</c:v>
                </c:pt>
                <c:pt idx="2635">
                  <c:v>41353</c:v>
                </c:pt>
                <c:pt idx="2636">
                  <c:v>41354</c:v>
                </c:pt>
                <c:pt idx="2637">
                  <c:v>41355</c:v>
                </c:pt>
                <c:pt idx="2638">
                  <c:v>41356</c:v>
                </c:pt>
                <c:pt idx="2639">
                  <c:v>41357</c:v>
                </c:pt>
                <c:pt idx="2640">
                  <c:v>41358</c:v>
                </c:pt>
                <c:pt idx="2641">
                  <c:v>41359</c:v>
                </c:pt>
                <c:pt idx="2642">
                  <c:v>41360</c:v>
                </c:pt>
                <c:pt idx="2643">
                  <c:v>41361</c:v>
                </c:pt>
                <c:pt idx="2644">
                  <c:v>41362</c:v>
                </c:pt>
                <c:pt idx="2645">
                  <c:v>41363</c:v>
                </c:pt>
                <c:pt idx="2646">
                  <c:v>41364</c:v>
                </c:pt>
                <c:pt idx="2647">
                  <c:v>41365</c:v>
                </c:pt>
                <c:pt idx="2648">
                  <c:v>41366</c:v>
                </c:pt>
                <c:pt idx="2649">
                  <c:v>41367</c:v>
                </c:pt>
                <c:pt idx="2650">
                  <c:v>41368</c:v>
                </c:pt>
                <c:pt idx="2651">
                  <c:v>41369</c:v>
                </c:pt>
                <c:pt idx="2652">
                  <c:v>41370</c:v>
                </c:pt>
                <c:pt idx="2653">
                  <c:v>41371</c:v>
                </c:pt>
                <c:pt idx="2654">
                  <c:v>41372</c:v>
                </c:pt>
                <c:pt idx="2655">
                  <c:v>41373</c:v>
                </c:pt>
                <c:pt idx="2656">
                  <c:v>41374</c:v>
                </c:pt>
                <c:pt idx="2657">
                  <c:v>41375</c:v>
                </c:pt>
                <c:pt idx="2658">
                  <c:v>41376</c:v>
                </c:pt>
                <c:pt idx="2659">
                  <c:v>41377</c:v>
                </c:pt>
                <c:pt idx="2660">
                  <c:v>41378</c:v>
                </c:pt>
                <c:pt idx="2661">
                  <c:v>41379</c:v>
                </c:pt>
                <c:pt idx="2662">
                  <c:v>41380</c:v>
                </c:pt>
                <c:pt idx="2663">
                  <c:v>41381</c:v>
                </c:pt>
                <c:pt idx="2664">
                  <c:v>41382</c:v>
                </c:pt>
                <c:pt idx="2665">
                  <c:v>41383</c:v>
                </c:pt>
                <c:pt idx="2666">
                  <c:v>41384</c:v>
                </c:pt>
                <c:pt idx="2667">
                  <c:v>41385</c:v>
                </c:pt>
                <c:pt idx="2668">
                  <c:v>41386</c:v>
                </c:pt>
                <c:pt idx="2669">
                  <c:v>41387</c:v>
                </c:pt>
                <c:pt idx="2670">
                  <c:v>41388</c:v>
                </c:pt>
                <c:pt idx="2671">
                  <c:v>41389</c:v>
                </c:pt>
                <c:pt idx="2672">
                  <c:v>41390</c:v>
                </c:pt>
                <c:pt idx="2673">
                  <c:v>41391</c:v>
                </c:pt>
                <c:pt idx="2674">
                  <c:v>41392</c:v>
                </c:pt>
                <c:pt idx="2675">
                  <c:v>41393</c:v>
                </c:pt>
                <c:pt idx="2676">
                  <c:v>41394</c:v>
                </c:pt>
                <c:pt idx="2677">
                  <c:v>41395</c:v>
                </c:pt>
                <c:pt idx="2678">
                  <c:v>41396</c:v>
                </c:pt>
                <c:pt idx="2679">
                  <c:v>41397</c:v>
                </c:pt>
                <c:pt idx="2680">
                  <c:v>41398</c:v>
                </c:pt>
                <c:pt idx="2681">
                  <c:v>41399</c:v>
                </c:pt>
                <c:pt idx="2682">
                  <c:v>41400</c:v>
                </c:pt>
                <c:pt idx="2683">
                  <c:v>41401</c:v>
                </c:pt>
                <c:pt idx="2684">
                  <c:v>41402</c:v>
                </c:pt>
                <c:pt idx="2685">
                  <c:v>41403</c:v>
                </c:pt>
                <c:pt idx="2686">
                  <c:v>41404</c:v>
                </c:pt>
                <c:pt idx="2687">
                  <c:v>41405</c:v>
                </c:pt>
                <c:pt idx="2688">
                  <c:v>41406</c:v>
                </c:pt>
                <c:pt idx="2689">
                  <c:v>41407</c:v>
                </c:pt>
                <c:pt idx="2690">
                  <c:v>41408</c:v>
                </c:pt>
                <c:pt idx="2691">
                  <c:v>41409</c:v>
                </c:pt>
                <c:pt idx="2692">
                  <c:v>41410</c:v>
                </c:pt>
                <c:pt idx="2693">
                  <c:v>41411</c:v>
                </c:pt>
                <c:pt idx="2694">
                  <c:v>41412</c:v>
                </c:pt>
                <c:pt idx="2695">
                  <c:v>41413</c:v>
                </c:pt>
                <c:pt idx="2696">
                  <c:v>41414</c:v>
                </c:pt>
                <c:pt idx="2697">
                  <c:v>41415</c:v>
                </c:pt>
                <c:pt idx="2698">
                  <c:v>41416</c:v>
                </c:pt>
                <c:pt idx="2699">
                  <c:v>41417</c:v>
                </c:pt>
                <c:pt idx="2700">
                  <c:v>41418</c:v>
                </c:pt>
                <c:pt idx="2701">
                  <c:v>41419</c:v>
                </c:pt>
                <c:pt idx="2702">
                  <c:v>41420</c:v>
                </c:pt>
                <c:pt idx="2703">
                  <c:v>41421</c:v>
                </c:pt>
                <c:pt idx="2704">
                  <c:v>41422</c:v>
                </c:pt>
                <c:pt idx="2705">
                  <c:v>41423</c:v>
                </c:pt>
                <c:pt idx="2706">
                  <c:v>41424</c:v>
                </c:pt>
                <c:pt idx="2707">
                  <c:v>41425</c:v>
                </c:pt>
                <c:pt idx="2708">
                  <c:v>41426</c:v>
                </c:pt>
                <c:pt idx="2709">
                  <c:v>41427</c:v>
                </c:pt>
                <c:pt idx="2710">
                  <c:v>41428</c:v>
                </c:pt>
                <c:pt idx="2711">
                  <c:v>41429</c:v>
                </c:pt>
                <c:pt idx="2712">
                  <c:v>41430</c:v>
                </c:pt>
                <c:pt idx="2713">
                  <c:v>41431</c:v>
                </c:pt>
                <c:pt idx="2714">
                  <c:v>41432</c:v>
                </c:pt>
                <c:pt idx="2715">
                  <c:v>41433</c:v>
                </c:pt>
                <c:pt idx="2716">
                  <c:v>41434</c:v>
                </c:pt>
                <c:pt idx="2717">
                  <c:v>41435</c:v>
                </c:pt>
                <c:pt idx="2718">
                  <c:v>41436</c:v>
                </c:pt>
                <c:pt idx="2719">
                  <c:v>41437</c:v>
                </c:pt>
                <c:pt idx="2720">
                  <c:v>41438</c:v>
                </c:pt>
                <c:pt idx="2721">
                  <c:v>41439</c:v>
                </c:pt>
                <c:pt idx="2722">
                  <c:v>41440</c:v>
                </c:pt>
                <c:pt idx="2723">
                  <c:v>41441</c:v>
                </c:pt>
                <c:pt idx="2724">
                  <c:v>41442</c:v>
                </c:pt>
                <c:pt idx="2725">
                  <c:v>41443</c:v>
                </c:pt>
                <c:pt idx="2726">
                  <c:v>41444</c:v>
                </c:pt>
                <c:pt idx="2727">
                  <c:v>41445</c:v>
                </c:pt>
                <c:pt idx="2728">
                  <c:v>41446</c:v>
                </c:pt>
                <c:pt idx="2729">
                  <c:v>41447</c:v>
                </c:pt>
                <c:pt idx="2730">
                  <c:v>41448</c:v>
                </c:pt>
                <c:pt idx="2731">
                  <c:v>41449</c:v>
                </c:pt>
                <c:pt idx="2732">
                  <c:v>41450</c:v>
                </c:pt>
                <c:pt idx="2733">
                  <c:v>41451</c:v>
                </c:pt>
                <c:pt idx="2734">
                  <c:v>41452</c:v>
                </c:pt>
                <c:pt idx="2735">
                  <c:v>41453</c:v>
                </c:pt>
                <c:pt idx="2736">
                  <c:v>41454</c:v>
                </c:pt>
                <c:pt idx="2737">
                  <c:v>41455</c:v>
                </c:pt>
                <c:pt idx="2738">
                  <c:v>41456</c:v>
                </c:pt>
                <c:pt idx="2739">
                  <c:v>41457</c:v>
                </c:pt>
                <c:pt idx="2740">
                  <c:v>41458</c:v>
                </c:pt>
                <c:pt idx="2741">
                  <c:v>41459</c:v>
                </c:pt>
                <c:pt idx="2742">
                  <c:v>41460</c:v>
                </c:pt>
                <c:pt idx="2743">
                  <c:v>41461</c:v>
                </c:pt>
                <c:pt idx="2744">
                  <c:v>41462</c:v>
                </c:pt>
                <c:pt idx="2745">
                  <c:v>41463</c:v>
                </c:pt>
                <c:pt idx="2746">
                  <c:v>41464</c:v>
                </c:pt>
                <c:pt idx="2747">
                  <c:v>41465</c:v>
                </c:pt>
                <c:pt idx="2748">
                  <c:v>41466</c:v>
                </c:pt>
                <c:pt idx="2749">
                  <c:v>41467</c:v>
                </c:pt>
                <c:pt idx="2750">
                  <c:v>41468</c:v>
                </c:pt>
                <c:pt idx="2751">
                  <c:v>41469</c:v>
                </c:pt>
                <c:pt idx="2752">
                  <c:v>41470</c:v>
                </c:pt>
                <c:pt idx="2753">
                  <c:v>41471</c:v>
                </c:pt>
                <c:pt idx="2754">
                  <c:v>41472</c:v>
                </c:pt>
                <c:pt idx="2755">
                  <c:v>41473</c:v>
                </c:pt>
                <c:pt idx="2756">
                  <c:v>41474</c:v>
                </c:pt>
                <c:pt idx="2757">
                  <c:v>41475</c:v>
                </c:pt>
                <c:pt idx="2758">
                  <c:v>41476</c:v>
                </c:pt>
                <c:pt idx="2759">
                  <c:v>41477</c:v>
                </c:pt>
                <c:pt idx="2760">
                  <c:v>41478</c:v>
                </c:pt>
                <c:pt idx="2761">
                  <c:v>41479</c:v>
                </c:pt>
                <c:pt idx="2762">
                  <c:v>41480</c:v>
                </c:pt>
                <c:pt idx="2763">
                  <c:v>41481</c:v>
                </c:pt>
                <c:pt idx="2764">
                  <c:v>41482</c:v>
                </c:pt>
                <c:pt idx="2765">
                  <c:v>41483</c:v>
                </c:pt>
                <c:pt idx="2766">
                  <c:v>41484</c:v>
                </c:pt>
                <c:pt idx="2767">
                  <c:v>41485</c:v>
                </c:pt>
                <c:pt idx="2768">
                  <c:v>41486</c:v>
                </c:pt>
                <c:pt idx="2769">
                  <c:v>41487</c:v>
                </c:pt>
                <c:pt idx="2770">
                  <c:v>41488</c:v>
                </c:pt>
                <c:pt idx="2771">
                  <c:v>41489</c:v>
                </c:pt>
                <c:pt idx="2772">
                  <c:v>41490</c:v>
                </c:pt>
                <c:pt idx="2773">
                  <c:v>41491</c:v>
                </c:pt>
                <c:pt idx="2774">
                  <c:v>41492</c:v>
                </c:pt>
                <c:pt idx="2775">
                  <c:v>41493</c:v>
                </c:pt>
                <c:pt idx="2776">
                  <c:v>41494</c:v>
                </c:pt>
                <c:pt idx="2777">
                  <c:v>41495</c:v>
                </c:pt>
                <c:pt idx="2778">
                  <c:v>41496</c:v>
                </c:pt>
                <c:pt idx="2779">
                  <c:v>41497</c:v>
                </c:pt>
                <c:pt idx="2780">
                  <c:v>41498</c:v>
                </c:pt>
                <c:pt idx="2781">
                  <c:v>41499</c:v>
                </c:pt>
                <c:pt idx="2782">
                  <c:v>41500</c:v>
                </c:pt>
                <c:pt idx="2783">
                  <c:v>41501</c:v>
                </c:pt>
                <c:pt idx="2784">
                  <c:v>41502</c:v>
                </c:pt>
                <c:pt idx="2785">
                  <c:v>41503</c:v>
                </c:pt>
                <c:pt idx="2786">
                  <c:v>41504</c:v>
                </c:pt>
                <c:pt idx="2787">
                  <c:v>41505</c:v>
                </c:pt>
                <c:pt idx="2788">
                  <c:v>41506</c:v>
                </c:pt>
                <c:pt idx="2789">
                  <c:v>41507</c:v>
                </c:pt>
                <c:pt idx="2790">
                  <c:v>41508</c:v>
                </c:pt>
                <c:pt idx="2791">
                  <c:v>41509</c:v>
                </c:pt>
                <c:pt idx="2792">
                  <c:v>41510</c:v>
                </c:pt>
                <c:pt idx="2793">
                  <c:v>41511</c:v>
                </c:pt>
                <c:pt idx="2794">
                  <c:v>41512</c:v>
                </c:pt>
                <c:pt idx="2795">
                  <c:v>41513</c:v>
                </c:pt>
                <c:pt idx="2796">
                  <c:v>41514</c:v>
                </c:pt>
                <c:pt idx="2797">
                  <c:v>41515</c:v>
                </c:pt>
                <c:pt idx="2798">
                  <c:v>41516</c:v>
                </c:pt>
                <c:pt idx="2799">
                  <c:v>41517</c:v>
                </c:pt>
                <c:pt idx="2800">
                  <c:v>41518</c:v>
                </c:pt>
                <c:pt idx="2801">
                  <c:v>41519</c:v>
                </c:pt>
                <c:pt idx="2802">
                  <c:v>41520</c:v>
                </c:pt>
                <c:pt idx="2803">
                  <c:v>41521</c:v>
                </c:pt>
                <c:pt idx="2804">
                  <c:v>41522</c:v>
                </c:pt>
                <c:pt idx="2805">
                  <c:v>41523</c:v>
                </c:pt>
                <c:pt idx="2806">
                  <c:v>41524</c:v>
                </c:pt>
                <c:pt idx="2807">
                  <c:v>41525</c:v>
                </c:pt>
                <c:pt idx="2808">
                  <c:v>41526</c:v>
                </c:pt>
                <c:pt idx="2809">
                  <c:v>41527</c:v>
                </c:pt>
                <c:pt idx="2810">
                  <c:v>41528</c:v>
                </c:pt>
                <c:pt idx="2811">
                  <c:v>41529</c:v>
                </c:pt>
                <c:pt idx="2812">
                  <c:v>41530</c:v>
                </c:pt>
                <c:pt idx="2813">
                  <c:v>41531</c:v>
                </c:pt>
                <c:pt idx="2814">
                  <c:v>41532</c:v>
                </c:pt>
                <c:pt idx="2815">
                  <c:v>41533</c:v>
                </c:pt>
                <c:pt idx="2816">
                  <c:v>41534</c:v>
                </c:pt>
                <c:pt idx="2817">
                  <c:v>41535</c:v>
                </c:pt>
                <c:pt idx="2818">
                  <c:v>41536</c:v>
                </c:pt>
                <c:pt idx="2819">
                  <c:v>41537</c:v>
                </c:pt>
                <c:pt idx="2820">
                  <c:v>41538</c:v>
                </c:pt>
                <c:pt idx="2821">
                  <c:v>41539</c:v>
                </c:pt>
                <c:pt idx="2822">
                  <c:v>41540</c:v>
                </c:pt>
                <c:pt idx="2823">
                  <c:v>41541</c:v>
                </c:pt>
                <c:pt idx="2824">
                  <c:v>41542</c:v>
                </c:pt>
                <c:pt idx="2825">
                  <c:v>41543</c:v>
                </c:pt>
                <c:pt idx="2826">
                  <c:v>41544</c:v>
                </c:pt>
                <c:pt idx="2827">
                  <c:v>41545</c:v>
                </c:pt>
                <c:pt idx="2828">
                  <c:v>41546</c:v>
                </c:pt>
                <c:pt idx="2829">
                  <c:v>41547</c:v>
                </c:pt>
                <c:pt idx="2830">
                  <c:v>41548</c:v>
                </c:pt>
                <c:pt idx="2831">
                  <c:v>41549</c:v>
                </c:pt>
                <c:pt idx="2832">
                  <c:v>41550</c:v>
                </c:pt>
                <c:pt idx="2833">
                  <c:v>41551</c:v>
                </c:pt>
                <c:pt idx="2834">
                  <c:v>41552</c:v>
                </c:pt>
                <c:pt idx="2835">
                  <c:v>41553</c:v>
                </c:pt>
                <c:pt idx="2836">
                  <c:v>41554</c:v>
                </c:pt>
                <c:pt idx="2837">
                  <c:v>41555</c:v>
                </c:pt>
                <c:pt idx="2838">
                  <c:v>41556</c:v>
                </c:pt>
                <c:pt idx="2839">
                  <c:v>41557</c:v>
                </c:pt>
                <c:pt idx="2840">
                  <c:v>41558</c:v>
                </c:pt>
                <c:pt idx="2841">
                  <c:v>41559</c:v>
                </c:pt>
                <c:pt idx="2842">
                  <c:v>41560</c:v>
                </c:pt>
                <c:pt idx="2843">
                  <c:v>41561</c:v>
                </c:pt>
                <c:pt idx="2844">
                  <c:v>41562</c:v>
                </c:pt>
                <c:pt idx="2845">
                  <c:v>41563</c:v>
                </c:pt>
                <c:pt idx="2846">
                  <c:v>41564</c:v>
                </c:pt>
                <c:pt idx="2847">
                  <c:v>41565</c:v>
                </c:pt>
                <c:pt idx="2848">
                  <c:v>41566</c:v>
                </c:pt>
                <c:pt idx="2849">
                  <c:v>41567</c:v>
                </c:pt>
                <c:pt idx="2850">
                  <c:v>41568</c:v>
                </c:pt>
                <c:pt idx="2851">
                  <c:v>41569</c:v>
                </c:pt>
                <c:pt idx="2852">
                  <c:v>41570</c:v>
                </c:pt>
                <c:pt idx="2853">
                  <c:v>41571</c:v>
                </c:pt>
                <c:pt idx="2854">
                  <c:v>41572</c:v>
                </c:pt>
                <c:pt idx="2855">
                  <c:v>41573</c:v>
                </c:pt>
                <c:pt idx="2856">
                  <c:v>41574</c:v>
                </c:pt>
                <c:pt idx="2857">
                  <c:v>41575</c:v>
                </c:pt>
                <c:pt idx="2858">
                  <c:v>41576</c:v>
                </c:pt>
                <c:pt idx="2859">
                  <c:v>41577</c:v>
                </c:pt>
                <c:pt idx="2860">
                  <c:v>41578</c:v>
                </c:pt>
                <c:pt idx="2861">
                  <c:v>41579</c:v>
                </c:pt>
                <c:pt idx="2862">
                  <c:v>41580</c:v>
                </c:pt>
                <c:pt idx="2863">
                  <c:v>41581</c:v>
                </c:pt>
                <c:pt idx="2864">
                  <c:v>41582</c:v>
                </c:pt>
                <c:pt idx="2865">
                  <c:v>41583</c:v>
                </c:pt>
                <c:pt idx="2866">
                  <c:v>41584</c:v>
                </c:pt>
                <c:pt idx="2867">
                  <c:v>41585</c:v>
                </c:pt>
                <c:pt idx="2868">
                  <c:v>41586</c:v>
                </c:pt>
                <c:pt idx="2869">
                  <c:v>41587</c:v>
                </c:pt>
                <c:pt idx="2870">
                  <c:v>41588</c:v>
                </c:pt>
                <c:pt idx="2871">
                  <c:v>41589</c:v>
                </c:pt>
                <c:pt idx="2872">
                  <c:v>41590</c:v>
                </c:pt>
                <c:pt idx="2873">
                  <c:v>41591</c:v>
                </c:pt>
                <c:pt idx="2874">
                  <c:v>41592</c:v>
                </c:pt>
                <c:pt idx="2875">
                  <c:v>41593</c:v>
                </c:pt>
                <c:pt idx="2876">
                  <c:v>41594</c:v>
                </c:pt>
                <c:pt idx="2877">
                  <c:v>41595</c:v>
                </c:pt>
                <c:pt idx="2878">
                  <c:v>41596</c:v>
                </c:pt>
                <c:pt idx="2879">
                  <c:v>41597</c:v>
                </c:pt>
                <c:pt idx="2880">
                  <c:v>41598</c:v>
                </c:pt>
                <c:pt idx="2881">
                  <c:v>41599</c:v>
                </c:pt>
                <c:pt idx="2882">
                  <c:v>41600</c:v>
                </c:pt>
                <c:pt idx="2883">
                  <c:v>41601</c:v>
                </c:pt>
                <c:pt idx="2884">
                  <c:v>41602</c:v>
                </c:pt>
                <c:pt idx="2885">
                  <c:v>41603</c:v>
                </c:pt>
                <c:pt idx="2886">
                  <c:v>41604</c:v>
                </c:pt>
                <c:pt idx="2887">
                  <c:v>41605</c:v>
                </c:pt>
                <c:pt idx="2888">
                  <c:v>41606</c:v>
                </c:pt>
                <c:pt idx="2889">
                  <c:v>41607</c:v>
                </c:pt>
                <c:pt idx="2890">
                  <c:v>41608</c:v>
                </c:pt>
                <c:pt idx="2891">
                  <c:v>41609</c:v>
                </c:pt>
                <c:pt idx="2892">
                  <c:v>41610</c:v>
                </c:pt>
                <c:pt idx="2893">
                  <c:v>41611</c:v>
                </c:pt>
                <c:pt idx="2894">
                  <c:v>41612</c:v>
                </c:pt>
                <c:pt idx="2895">
                  <c:v>41613</c:v>
                </c:pt>
                <c:pt idx="2896">
                  <c:v>41614</c:v>
                </c:pt>
                <c:pt idx="2897">
                  <c:v>41615</c:v>
                </c:pt>
                <c:pt idx="2898">
                  <c:v>41616</c:v>
                </c:pt>
                <c:pt idx="2899">
                  <c:v>41617</c:v>
                </c:pt>
                <c:pt idx="2900">
                  <c:v>41618</c:v>
                </c:pt>
                <c:pt idx="2901">
                  <c:v>41619</c:v>
                </c:pt>
                <c:pt idx="2902">
                  <c:v>41620</c:v>
                </c:pt>
                <c:pt idx="2903">
                  <c:v>41621</c:v>
                </c:pt>
                <c:pt idx="2904">
                  <c:v>41622</c:v>
                </c:pt>
                <c:pt idx="2905">
                  <c:v>41623</c:v>
                </c:pt>
                <c:pt idx="2906">
                  <c:v>41624</c:v>
                </c:pt>
                <c:pt idx="2907">
                  <c:v>41625</c:v>
                </c:pt>
                <c:pt idx="2908">
                  <c:v>41626</c:v>
                </c:pt>
                <c:pt idx="2909">
                  <c:v>41627</c:v>
                </c:pt>
                <c:pt idx="2910">
                  <c:v>41628</c:v>
                </c:pt>
                <c:pt idx="2911">
                  <c:v>41629</c:v>
                </c:pt>
                <c:pt idx="2912">
                  <c:v>41630</c:v>
                </c:pt>
                <c:pt idx="2913">
                  <c:v>41631</c:v>
                </c:pt>
                <c:pt idx="2914">
                  <c:v>41632</c:v>
                </c:pt>
                <c:pt idx="2915">
                  <c:v>41633</c:v>
                </c:pt>
                <c:pt idx="2916">
                  <c:v>41634</c:v>
                </c:pt>
                <c:pt idx="2917">
                  <c:v>41635</c:v>
                </c:pt>
                <c:pt idx="2918">
                  <c:v>41636</c:v>
                </c:pt>
                <c:pt idx="2919">
                  <c:v>41637</c:v>
                </c:pt>
                <c:pt idx="2920">
                  <c:v>41638</c:v>
                </c:pt>
                <c:pt idx="2921">
                  <c:v>41639</c:v>
                </c:pt>
                <c:pt idx="2922">
                  <c:v>41640</c:v>
                </c:pt>
                <c:pt idx="2923">
                  <c:v>41641</c:v>
                </c:pt>
                <c:pt idx="2924">
                  <c:v>41642</c:v>
                </c:pt>
                <c:pt idx="2925">
                  <c:v>41643</c:v>
                </c:pt>
                <c:pt idx="2926">
                  <c:v>41644</c:v>
                </c:pt>
                <c:pt idx="2927">
                  <c:v>41645</c:v>
                </c:pt>
                <c:pt idx="2928">
                  <c:v>41646</c:v>
                </c:pt>
                <c:pt idx="2929">
                  <c:v>41647</c:v>
                </c:pt>
                <c:pt idx="2930">
                  <c:v>41648</c:v>
                </c:pt>
                <c:pt idx="2931">
                  <c:v>41649</c:v>
                </c:pt>
                <c:pt idx="2932">
                  <c:v>41650</c:v>
                </c:pt>
                <c:pt idx="2933">
                  <c:v>41651</c:v>
                </c:pt>
                <c:pt idx="2934">
                  <c:v>41652</c:v>
                </c:pt>
                <c:pt idx="2935">
                  <c:v>41653</c:v>
                </c:pt>
                <c:pt idx="2936">
                  <c:v>41654</c:v>
                </c:pt>
                <c:pt idx="2937">
                  <c:v>41655</c:v>
                </c:pt>
                <c:pt idx="2938">
                  <c:v>41656</c:v>
                </c:pt>
                <c:pt idx="2939">
                  <c:v>41657</c:v>
                </c:pt>
                <c:pt idx="2940">
                  <c:v>41658</c:v>
                </c:pt>
                <c:pt idx="2941">
                  <c:v>41659</c:v>
                </c:pt>
                <c:pt idx="2942">
                  <c:v>41660</c:v>
                </c:pt>
                <c:pt idx="2943">
                  <c:v>41661</c:v>
                </c:pt>
                <c:pt idx="2944">
                  <c:v>41662</c:v>
                </c:pt>
                <c:pt idx="2945">
                  <c:v>41663</c:v>
                </c:pt>
                <c:pt idx="2946">
                  <c:v>41664</c:v>
                </c:pt>
                <c:pt idx="2947">
                  <c:v>41665</c:v>
                </c:pt>
                <c:pt idx="2948">
                  <c:v>41666</c:v>
                </c:pt>
                <c:pt idx="2949">
                  <c:v>41667</c:v>
                </c:pt>
                <c:pt idx="2950">
                  <c:v>41668</c:v>
                </c:pt>
                <c:pt idx="2951">
                  <c:v>41669</c:v>
                </c:pt>
                <c:pt idx="2952">
                  <c:v>41670</c:v>
                </c:pt>
                <c:pt idx="2953">
                  <c:v>41671</c:v>
                </c:pt>
                <c:pt idx="2954">
                  <c:v>41672</c:v>
                </c:pt>
                <c:pt idx="2955">
                  <c:v>41673</c:v>
                </c:pt>
                <c:pt idx="2956">
                  <c:v>41674</c:v>
                </c:pt>
                <c:pt idx="2957">
                  <c:v>41675</c:v>
                </c:pt>
                <c:pt idx="2958">
                  <c:v>41676</c:v>
                </c:pt>
                <c:pt idx="2959">
                  <c:v>41677</c:v>
                </c:pt>
                <c:pt idx="2960">
                  <c:v>41678</c:v>
                </c:pt>
                <c:pt idx="2961">
                  <c:v>41679</c:v>
                </c:pt>
                <c:pt idx="2962">
                  <c:v>41680</c:v>
                </c:pt>
                <c:pt idx="2963">
                  <c:v>41681</c:v>
                </c:pt>
                <c:pt idx="2964">
                  <c:v>41682</c:v>
                </c:pt>
                <c:pt idx="2965">
                  <c:v>41683</c:v>
                </c:pt>
                <c:pt idx="2966">
                  <c:v>41684</c:v>
                </c:pt>
                <c:pt idx="2967">
                  <c:v>41685</c:v>
                </c:pt>
                <c:pt idx="2968">
                  <c:v>41686</c:v>
                </c:pt>
                <c:pt idx="2969">
                  <c:v>41687</c:v>
                </c:pt>
                <c:pt idx="2970">
                  <c:v>41688</c:v>
                </c:pt>
                <c:pt idx="2971">
                  <c:v>41689</c:v>
                </c:pt>
                <c:pt idx="2972">
                  <c:v>41690</c:v>
                </c:pt>
                <c:pt idx="2973">
                  <c:v>41691</c:v>
                </c:pt>
                <c:pt idx="2974">
                  <c:v>41692</c:v>
                </c:pt>
                <c:pt idx="2975">
                  <c:v>41693</c:v>
                </c:pt>
                <c:pt idx="2976">
                  <c:v>41694</c:v>
                </c:pt>
                <c:pt idx="2977">
                  <c:v>41695</c:v>
                </c:pt>
                <c:pt idx="2978">
                  <c:v>41696</c:v>
                </c:pt>
                <c:pt idx="2979">
                  <c:v>41697</c:v>
                </c:pt>
                <c:pt idx="2980">
                  <c:v>41698</c:v>
                </c:pt>
                <c:pt idx="2981">
                  <c:v>41699</c:v>
                </c:pt>
                <c:pt idx="2982">
                  <c:v>41700</c:v>
                </c:pt>
                <c:pt idx="2983">
                  <c:v>41701</c:v>
                </c:pt>
                <c:pt idx="2984">
                  <c:v>41702</c:v>
                </c:pt>
                <c:pt idx="2985">
                  <c:v>41703</c:v>
                </c:pt>
                <c:pt idx="2986">
                  <c:v>41704</c:v>
                </c:pt>
                <c:pt idx="2987">
                  <c:v>41705</c:v>
                </c:pt>
                <c:pt idx="2988">
                  <c:v>41706</c:v>
                </c:pt>
                <c:pt idx="2989">
                  <c:v>41707</c:v>
                </c:pt>
                <c:pt idx="2990">
                  <c:v>41708</c:v>
                </c:pt>
                <c:pt idx="2991">
                  <c:v>41709</c:v>
                </c:pt>
                <c:pt idx="2992">
                  <c:v>41710</c:v>
                </c:pt>
                <c:pt idx="2993">
                  <c:v>41711</c:v>
                </c:pt>
                <c:pt idx="2994">
                  <c:v>41712</c:v>
                </c:pt>
                <c:pt idx="2995">
                  <c:v>41713</c:v>
                </c:pt>
                <c:pt idx="2996">
                  <c:v>41714</c:v>
                </c:pt>
                <c:pt idx="2997">
                  <c:v>41715</c:v>
                </c:pt>
                <c:pt idx="2998">
                  <c:v>41716</c:v>
                </c:pt>
                <c:pt idx="2999">
                  <c:v>41717</c:v>
                </c:pt>
                <c:pt idx="3000">
                  <c:v>41718</c:v>
                </c:pt>
                <c:pt idx="3001">
                  <c:v>41719</c:v>
                </c:pt>
                <c:pt idx="3002">
                  <c:v>41720</c:v>
                </c:pt>
                <c:pt idx="3003">
                  <c:v>41721</c:v>
                </c:pt>
                <c:pt idx="3004">
                  <c:v>41722</c:v>
                </c:pt>
                <c:pt idx="3005">
                  <c:v>41723</c:v>
                </c:pt>
                <c:pt idx="3006">
                  <c:v>41724</c:v>
                </c:pt>
                <c:pt idx="3007">
                  <c:v>41725</c:v>
                </c:pt>
                <c:pt idx="3008">
                  <c:v>41726</c:v>
                </c:pt>
                <c:pt idx="3009">
                  <c:v>41727</c:v>
                </c:pt>
                <c:pt idx="3010">
                  <c:v>41728</c:v>
                </c:pt>
                <c:pt idx="3011">
                  <c:v>41729</c:v>
                </c:pt>
                <c:pt idx="3012">
                  <c:v>41730</c:v>
                </c:pt>
                <c:pt idx="3013">
                  <c:v>41731</c:v>
                </c:pt>
                <c:pt idx="3014">
                  <c:v>41732</c:v>
                </c:pt>
                <c:pt idx="3015">
                  <c:v>41733</c:v>
                </c:pt>
                <c:pt idx="3016">
                  <c:v>41734</c:v>
                </c:pt>
                <c:pt idx="3017">
                  <c:v>41735</c:v>
                </c:pt>
                <c:pt idx="3018">
                  <c:v>41736</c:v>
                </c:pt>
                <c:pt idx="3019">
                  <c:v>41737</c:v>
                </c:pt>
                <c:pt idx="3020">
                  <c:v>41738</c:v>
                </c:pt>
                <c:pt idx="3021">
                  <c:v>41739</c:v>
                </c:pt>
                <c:pt idx="3022">
                  <c:v>41740</c:v>
                </c:pt>
                <c:pt idx="3023">
                  <c:v>41741</c:v>
                </c:pt>
                <c:pt idx="3024">
                  <c:v>41742</c:v>
                </c:pt>
                <c:pt idx="3025">
                  <c:v>41743</c:v>
                </c:pt>
                <c:pt idx="3026">
                  <c:v>41744</c:v>
                </c:pt>
                <c:pt idx="3027">
                  <c:v>41745</c:v>
                </c:pt>
                <c:pt idx="3028">
                  <c:v>41746</c:v>
                </c:pt>
                <c:pt idx="3029">
                  <c:v>41747</c:v>
                </c:pt>
                <c:pt idx="3030">
                  <c:v>41748</c:v>
                </c:pt>
                <c:pt idx="3031">
                  <c:v>41749</c:v>
                </c:pt>
                <c:pt idx="3032">
                  <c:v>41750</c:v>
                </c:pt>
                <c:pt idx="3033">
                  <c:v>41751</c:v>
                </c:pt>
                <c:pt idx="3034">
                  <c:v>41752</c:v>
                </c:pt>
                <c:pt idx="3035">
                  <c:v>41753</c:v>
                </c:pt>
                <c:pt idx="3036">
                  <c:v>41754</c:v>
                </c:pt>
                <c:pt idx="3037">
                  <c:v>41755</c:v>
                </c:pt>
                <c:pt idx="3038">
                  <c:v>41756</c:v>
                </c:pt>
                <c:pt idx="3039">
                  <c:v>41757</c:v>
                </c:pt>
                <c:pt idx="3040">
                  <c:v>41758</c:v>
                </c:pt>
                <c:pt idx="3041">
                  <c:v>41759</c:v>
                </c:pt>
                <c:pt idx="3042">
                  <c:v>41760</c:v>
                </c:pt>
                <c:pt idx="3043">
                  <c:v>41761</c:v>
                </c:pt>
                <c:pt idx="3044">
                  <c:v>41762</c:v>
                </c:pt>
                <c:pt idx="3045">
                  <c:v>41763</c:v>
                </c:pt>
                <c:pt idx="3046">
                  <c:v>41764</c:v>
                </c:pt>
                <c:pt idx="3047">
                  <c:v>41765</c:v>
                </c:pt>
                <c:pt idx="3048">
                  <c:v>41766</c:v>
                </c:pt>
                <c:pt idx="3049">
                  <c:v>41767</c:v>
                </c:pt>
                <c:pt idx="3050">
                  <c:v>41768</c:v>
                </c:pt>
                <c:pt idx="3051">
                  <c:v>41769</c:v>
                </c:pt>
                <c:pt idx="3052">
                  <c:v>41770</c:v>
                </c:pt>
                <c:pt idx="3053">
                  <c:v>41771</c:v>
                </c:pt>
                <c:pt idx="3054">
                  <c:v>41772</c:v>
                </c:pt>
                <c:pt idx="3055">
                  <c:v>41773</c:v>
                </c:pt>
                <c:pt idx="3056">
                  <c:v>41774</c:v>
                </c:pt>
                <c:pt idx="3057">
                  <c:v>41775</c:v>
                </c:pt>
                <c:pt idx="3058">
                  <c:v>41776</c:v>
                </c:pt>
                <c:pt idx="3059">
                  <c:v>41777</c:v>
                </c:pt>
                <c:pt idx="3060">
                  <c:v>41778</c:v>
                </c:pt>
                <c:pt idx="3061">
                  <c:v>41779</c:v>
                </c:pt>
                <c:pt idx="3062">
                  <c:v>41780</c:v>
                </c:pt>
                <c:pt idx="3063">
                  <c:v>41781</c:v>
                </c:pt>
                <c:pt idx="3064">
                  <c:v>41782</c:v>
                </c:pt>
                <c:pt idx="3065">
                  <c:v>41783</c:v>
                </c:pt>
                <c:pt idx="3066">
                  <c:v>41784</c:v>
                </c:pt>
                <c:pt idx="3067">
                  <c:v>41785</c:v>
                </c:pt>
                <c:pt idx="3068">
                  <c:v>41786</c:v>
                </c:pt>
                <c:pt idx="3069">
                  <c:v>41787</c:v>
                </c:pt>
                <c:pt idx="3070">
                  <c:v>41788</c:v>
                </c:pt>
                <c:pt idx="3071">
                  <c:v>41789</c:v>
                </c:pt>
                <c:pt idx="3072">
                  <c:v>41790</c:v>
                </c:pt>
                <c:pt idx="3073">
                  <c:v>41791</c:v>
                </c:pt>
                <c:pt idx="3074">
                  <c:v>41792</c:v>
                </c:pt>
                <c:pt idx="3075">
                  <c:v>41793</c:v>
                </c:pt>
                <c:pt idx="3076">
                  <c:v>41794</c:v>
                </c:pt>
                <c:pt idx="3077">
                  <c:v>41795</c:v>
                </c:pt>
                <c:pt idx="3078">
                  <c:v>41796</c:v>
                </c:pt>
                <c:pt idx="3079">
                  <c:v>41797</c:v>
                </c:pt>
                <c:pt idx="3080">
                  <c:v>41798</c:v>
                </c:pt>
                <c:pt idx="3081">
                  <c:v>41799</c:v>
                </c:pt>
                <c:pt idx="3082">
                  <c:v>41800</c:v>
                </c:pt>
                <c:pt idx="3083">
                  <c:v>41801</c:v>
                </c:pt>
                <c:pt idx="3084">
                  <c:v>41802</c:v>
                </c:pt>
                <c:pt idx="3085">
                  <c:v>41803</c:v>
                </c:pt>
                <c:pt idx="3086">
                  <c:v>41804</c:v>
                </c:pt>
                <c:pt idx="3087">
                  <c:v>41805</c:v>
                </c:pt>
                <c:pt idx="3088">
                  <c:v>41806</c:v>
                </c:pt>
                <c:pt idx="3089">
                  <c:v>41807</c:v>
                </c:pt>
                <c:pt idx="3090">
                  <c:v>41808</c:v>
                </c:pt>
                <c:pt idx="3091">
                  <c:v>41809</c:v>
                </c:pt>
                <c:pt idx="3092">
                  <c:v>41810</c:v>
                </c:pt>
                <c:pt idx="3093">
                  <c:v>41811</c:v>
                </c:pt>
                <c:pt idx="3094">
                  <c:v>41812</c:v>
                </c:pt>
                <c:pt idx="3095">
                  <c:v>41813</c:v>
                </c:pt>
                <c:pt idx="3096">
                  <c:v>41814</c:v>
                </c:pt>
                <c:pt idx="3097">
                  <c:v>41815</c:v>
                </c:pt>
                <c:pt idx="3098">
                  <c:v>41816</c:v>
                </c:pt>
                <c:pt idx="3099">
                  <c:v>41817</c:v>
                </c:pt>
                <c:pt idx="3100">
                  <c:v>41818</c:v>
                </c:pt>
                <c:pt idx="3101">
                  <c:v>41819</c:v>
                </c:pt>
                <c:pt idx="3102">
                  <c:v>41820</c:v>
                </c:pt>
                <c:pt idx="3103">
                  <c:v>41821</c:v>
                </c:pt>
                <c:pt idx="3104">
                  <c:v>41822</c:v>
                </c:pt>
                <c:pt idx="3105">
                  <c:v>41823</c:v>
                </c:pt>
                <c:pt idx="3106">
                  <c:v>41824</c:v>
                </c:pt>
                <c:pt idx="3107">
                  <c:v>41825</c:v>
                </c:pt>
                <c:pt idx="3108">
                  <c:v>41826</c:v>
                </c:pt>
                <c:pt idx="3109">
                  <c:v>41827</c:v>
                </c:pt>
                <c:pt idx="3110">
                  <c:v>41828</c:v>
                </c:pt>
                <c:pt idx="3111">
                  <c:v>41829</c:v>
                </c:pt>
                <c:pt idx="3112">
                  <c:v>41830</c:v>
                </c:pt>
                <c:pt idx="3113">
                  <c:v>41831</c:v>
                </c:pt>
                <c:pt idx="3114">
                  <c:v>41832</c:v>
                </c:pt>
                <c:pt idx="3115">
                  <c:v>41833</c:v>
                </c:pt>
                <c:pt idx="3116">
                  <c:v>41834</c:v>
                </c:pt>
                <c:pt idx="3117">
                  <c:v>41835</c:v>
                </c:pt>
                <c:pt idx="3118">
                  <c:v>41836</c:v>
                </c:pt>
                <c:pt idx="3119">
                  <c:v>41837</c:v>
                </c:pt>
                <c:pt idx="3120">
                  <c:v>41838</c:v>
                </c:pt>
                <c:pt idx="3121">
                  <c:v>41839</c:v>
                </c:pt>
                <c:pt idx="3122">
                  <c:v>41840</c:v>
                </c:pt>
                <c:pt idx="3123">
                  <c:v>41841</c:v>
                </c:pt>
                <c:pt idx="3124">
                  <c:v>41842</c:v>
                </c:pt>
                <c:pt idx="3125">
                  <c:v>41843</c:v>
                </c:pt>
                <c:pt idx="3126">
                  <c:v>41844</c:v>
                </c:pt>
                <c:pt idx="3127">
                  <c:v>41845</c:v>
                </c:pt>
                <c:pt idx="3128">
                  <c:v>41846</c:v>
                </c:pt>
                <c:pt idx="3129">
                  <c:v>41847</c:v>
                </c:pt>
                <c:pt idx="3130">
                  <c:v>41848</c:v>
                </c:pt>
                <c:pt idx="3131">
                  <c:v>41849</c:v>
                </c:pt>
                <c:pt idx="3132">
                  <c:v>41850</c:v>
                </c:pt>
                <c:pt idx="3133">
                  <c:v>41851</c:v>
                </c:pt>
                <c:pt idx="3134">
                  <c:v>41852</c:v>
                </c:pt>
                <c:pt idx="3135">
                  <c:v>41853</c:v>
                </c:pt>
                <c:pt idx="3136">
                  <c:v>41854</c:v>
                </c:pt>
                <c:pt idx="3137">
                  <c:v>41855</c:v>
                </c:pt>
                <c:pt idx="3138">
                  <c:v>41856</c:v>
                </c:pt>
                <c:pt idx="3139">
                  <c:v>41857</c:v>
                </c:pt>
                <c:pt idx="3140">
                  <c:v>41858</c:v>
                </c:pt>
                <c:pt idx="3141">
                  <c:v>41859</c:v>
                </c:pt>
                <c:pt idx="3142">
                  <c:v>41860</c:v>
                </c:pt>
                <c:pt idx="3143">
                  <c:v>41861</c:v>
                </c:pt>
                <c:pt idx="3144">
                  <c:v>41862</c:v>
                </c:pt>
                <c:pt idx="3145">
                  <c:v>41863</c:v>
                </c:pt>
                <c:pt idx="3146">
                  <c:v>41864</c:v>
                </c:pt>
                <c:pt idx="3147">
                  <c:v>41865</c:v>
                </c:pt>
                <c:pt idx="3148">
                  <c:v>41866</c:v>
                </c:pt>
                <c:pt idx="3149">
                  <c:v>41867</c:v>
                </c:pt>
                <c:pt idx="3150">
                  <c:v>41868</c:v>
                </c:pt>
                <c:pt idx="3151">
                  <c:v>41869</c:v>
                </c:pt>
                <c:pt idx="3152">
                  <c:v>41870</c:v>
                </c:pt>
                <c:pt idx="3153">
                  <c:v>41871</c:v>
                </c:pt>
                <c:pt idx="3154">
                  <c:v>41872</c:v>
                </c:pt>
                <c:pt idx="3155">
                  <c:v>41873</c:v>
                </c:pt>
                <c:pt idx="3156">
                  <c:v>41874</c:v>
                </c:pt>
                <c:pt idx="3157">
                  <c:v>41875</c:v>
                </c:pt>
                <c:pt idx="3158">
                  <c:v>41876</c:v>
                </c:pt>
                <c:pt idx="3159">
                  <c:v>41877</c:v>
                </c:pt>
                <c:pt idx="3160">
                  <c:v>41878</c:v>
                </c:pt>
                <c:pt idx="3161">
                  <c:v>41879</c:v>
                </c:pt>
                <c:pt idx="3162">
                  <c:v>41880</c:v>
                </c:pt>
                <c:pt idx="3163">
                  <c:v>41881</c:v>
                </c:pt>
                <c:pt idx="3164">
                  <c:v>41882</c:v>
                </c:pt>
                <c:pt idx="3165">
                  <c:v>41883</c:v>
                </c:pt>
                <c:pt idx="3166">
                  <c:v>41884</c:v>
                </c:pt>
                <c:pt idx="3167">
                  <c:v>41885</c:v>
                </c:pt>
                <c:pt idx="3168">
                  <c:v>41886</c:v>
                </c:pt>
                <c:pt idx="3169">
                  <c:v>41887</c:v>
                </c:pt>
                <c:pt idx="3170">
                  <c:v>41888</c:v>
                </c:pt>
                <c:pt idx="3171">
                  <c:v>41889</c:v>
                </c:pt>
                <c:pt idx="3172">
                  <c:v>41890</c:v>
                </c:pt>
                <c:pt idx="3173">
                  <c:v>41891</c:v>
                </c:pt>
                <c:pt idx="3174">
                  <c:v>41892</c:v>
                </c:pt>
                <c:pt idx="3175">
                  <c:v>41893</c:v>
                </c:pt>
                <c:pt idx="3176">
                  <c:v>41894</c:v>
                </c:pt>
                <c:pt idx="3177">
                  <c:v>41895</c:v>
                </c:pt>
                <c:pt idx="3178">
                  <c:v>41896</c:v>
                </c:pt>
                <c:pt idx="3179">
                  <c:v>41897</c:v>
                </c:pt>
                <c:pt idx="3180">
                  <c:v>41898</c:v>
                </c:pt>
                <c:pt idx="3181">
                  <c:v>41899</c:v>
                </c:pt>
                <c:pt idx="3182">
                  <c:v>41900</c:v>
                </c:pt>
                <c:pt idx="3183">
                  <c:v>41901</c:v>
                </c:pt>
                <c:pt idx="3184">
                  <c:v>41902</c:v>
                </c:pt>
                <c:pt idx="3185">
                  <c:v>41903</c:v>
                </c:pt>
                <c:pt idx="3186">
                  <c:v>41904</c:v>
                </c:pt>
                <c:pt idx="3187">
                  <c:v>41905</c:v>
                </c:pt>
                <c:pt idx="3188">
                  <c:v>41906</c:v>
                </c:pt>
                <c:pt idx="3189">
                  <c:v>41907</c:v>
                </c:pt>
                <c:pt idx="3190">
                  <c:v>41908</c:v>
                </c:pt>
                <c:pt idx="3191">
                  <c:v>41909</c:v>
                </c:pt>
                <c:pt idx="3192">
                  <c:v>41910</c:v>
                </c:pt>
                <c:pt idx="3193">
                  <c:v>41911</c:v>
                </c:pt>
                <c:pt idx="3194">
                  <c:v>41912</c:v>
                </c:pt>
                <c:pt idx="3195">
                  <c:v>41913</c:v>
                </c:pt>
                <c:pt idx="3196">
                  <c:v>41914</c:v>
                </c:pt>
                <c:pt idx="3197">
                  <c:v>41915</c:v>
                </c:pt>
                <c:pt idx="3198">
                  <c:v>41916</c:v>
                </c:pt>
                <c:pt idx="3199">
                  <c:v>41917</c:v>
                </c:pt>
                <c:pt idx="3200">
                  <c:v>41918</c:v>
                </c:pt>
                <c:pt idx="3201">
                  <c:v>41919</c:v>
                </c:pt>
                <c:pt idx="3202">
                  <c:v>41920</c:v>
                </c:pt>
                <c:pt idx="3203">
                  <c:v>41921</c:v>
                </c:pt>
                <c:pt idx="3204">
                  <c:v>41922</c:v>
                </c:pt>
                <c:pt idx="3205">
                  <c:v>41923</c:v>
                </c:pt>
                <c:pt idx="3206">
                  <c:v>41924</c:v>
                </c:pt>
                <c:pt idx="3207">
                  <c:v>41925</c:v>
                </c:pt>
                <c:pt idx="3208">
                  <c:v>41926</c:v>
                </c:pt>
                <c:pt idx="3209">
                  <c:v>41927</c:v>
                </c:pt>
                <c:pt idx="3210">
                  <c:v>41928</c:v>
                </c:pt>
                <c:pt idx="3211">
                  <c:v>41929</c:v>
                </c:pt>
                <c:pt idx="3212">
                  <c:v>41930</c:v>
                </c:pt>
                <c:pt idx="3213">
                  <c:v>41931</c:v>
                </c:pt>
                <c:pt idx="3214">
                  <c:v>41932</c:v>
                </c:pt>
                <c:pt idx="3215">
                  <c:v>41933</c:v>
                </c:pt>
                <c:pt idx="3216">
                  <c:v>41934</c:v>
                </c:pt>
                <c:pt idx="3217">
                  <c:v>41935</c:v>
                </c:pt>
                <c:pt idx="3218">
                  <c:v>41936</c:v>
                </c:pt>
                <c:pt idx="3219">
                  <c:v>41937</c:v>
                </c:pt>
                <c:pt idx="3220">
                  <c:v>41938</c:v>
                </c:pt>
                <c:pt idx="3221">
                  <c:v>41939</c:v>
                </c:pt>
                <c:pt idx="3222">
                  <c:v>41940</c:v>
                </c:pt>
                <c:pt idx="3223">
                  <c:v>41941</c:v>
                </c:pt>
                <c:pt idx="3224">
                  <c:v>41942</c:v>
                </c:pt>
                <c:pt idx="3225">
                  <c:v>41943</c:v>
                </c:pt>
                <c:pt idx="3226">
                  <c:v>41944</c:v>
                </c:pt>
                <c:pt idx="3227">
                  <c:v>41945</c:v>
                </c:pt>
                <c:pt idx="3228">
                  <c:v>41946</c:v>
                </c:pt>
                <c:pt idx="3229">
                  <c:v>41947</c:v>
                </c:pt>
                <c:pt idx="3230">
                  <c:v>41948</c:v>
                </c:pt>
                <c:pt idx="3231">
                  <c:v>41949</c:v>
                </c:pt>
                <c:pt idx="3232">
                  <c:v>41950</c:v>
                </c:pt>
                <c:pt idx="3233">
                  <c:v>41951</c:v>
                </c:pt>
                <c:pt idx="3234">
                  <c:v>41952</c:v>
                </c:pt>
                <c:pt idx="3235">
                  <c:v>41953</c:v>
                </c:pt>
                <c:pt idx="3236">
                  <c:v>41954</c:v>
                </c:pt>
                <c:pt idx="3237">
                  <c:v>41955</c:v>
                </c:pt>
                <c:pt idx="3238">
                  <c:v>41956</c:v>
                </c:pt>
                <c:pt idx="3239">
                  <c:v>41957</c:v>
                </c:pt>
                <c:pt idx="3240">
                  <c:v>41958</c:v>
                </c:pt>
                <c:pt idx="3241">
                  <c:v>41959</c:v>
                </c:pt>
                <c:pt idx="3242">
                  <c:v>41960</c:v>
                </c:pt>
                <c:pt idx="3243">
                  <c:v>41961</c:v>
                </c:pt>
                <c:pt idx="3244">
                  <c:v>41962</c:v>
                </c:pt>
                <c:pt idx="3245">
                  <c:v>41963</c:v>
                </c:pt>
                <c:pt idx="3246">
                  <c:v>41964</c:v>
                </c:pt>
                <c:pt idx="3247">
                  <c:v>41965</c:v>
                </c:pt>
                <c:pt idx="3248">
                  <c:v>41966</c:v>
                </c:pt>
                <c:pt idx="3249">
                  <c:v>41967</c:v>
                </c:pt>
                <c:pt idx="3250">
                  <c:v>41968</c:v>
                </c:pt>
                <c:pt idx="3251">
                  <c:v>41969</c:v>
                </c:pt>
                <c:pt idx="3252">
                  <c:v>41970</c:v>
                </c:pt>
                <c:pt idx="3253">
                  <c:v>41971</c:v>
                </c:pt>
                <c:pt idx="3254">
                  <c:v>41972</c:v>
                </c:pt>
                <c:pt idx="3255">
                  <c:v>41973</c:v>
                </c:pt>
                <c:pt idx="3256">
                  <c:v>41974</c:v>
                </c:pt>
                <c:pt idx="3257">
                  <c:v>41975</c:v>
                </c:pt>
                <c:pt idx="3258">
                  <c:v>41976</c:v>
                </c:pt>
                <c:pt idx="3259">
                  <c:v>41977</c:v>
                </c:pt>
                <c:pt idx="3260">
                  <c:v>41978</c:v>
                </c:pt>
                <c:pt idx="3261">
                  <c:v>41979</c:v>
                </c:pt>
                <c:pt idx="3262">
                  <c:v>41980</c:v>
                </c:pt>
                <c:pt idx="3263">
                  <c:v>41981</c:v>
                </c:pt>
                <c:pt idx="3264">
                  <c:v>41982</c:v>
                </c:pt>
                <c:pt idx="3265">
                  <c:v>41983</c:v>
                </c:pt>
                <c:pt idx="3266">
                  <c:v>41984</c:v>
                </c:pt>
                <c:pt idx="3267">
                  <c:v>41985</c:v>
                </c:pt>
                <c:pt idx="3268">
                  <c:v>41986</c:v>
                </c:pt>
                <c:pt idx="3269">
                  <c:v>41987</c:v>
                </c:pt>
                <c:pt idx="3270">
                  <c:v>41988</c:v>
                </c:pt>
                <c:pt idx="3271">
                  <c:v>41989</c:v>
                </c:pt>
                <c:pt idx="3272">
                  <c:v>41990</c:v>
                </c:pt>
                <c:pt idx="3273">
                  <c:v>41991</c:v>
                </c:pt>
                <c:pt idx="3274">
                  <c:v>41992</c:v>
                </c:pt>
                <c:pt idx="3275">
                  <c:v>41993</c:v>
                </c:pt>
                <c:pt idx="3276">
                  <c:v>41994</c:v>
                </c:pt>
                <c:pt idx="3277">
                  <c:v>41995</c:v>
                </c:pt>
                <c:pt idx="3278">
                  <c:v>41996</c:v>
                </c:pt>
                <c:pt idx="3279">
                  <c:v>41997</c:v>
                </c:pt>
                <c:pt idx="3280">
                  <c:v>41998</c:v>
                </c:pt>
                <c:pt idx="3281">
                  <c:v>41999</c:v>
                </c:pt>
                <c:pt idx="3282">
                  <c:v>42000</c:v>
                </c:pt>
                <c:pt idx="3283">
                  <c:v>42001</c:v>
                </c:pt>
                <c:pt idx="3284">
                  <c:v>42002</c:v>
                </c:pt>
                <c:pt idx="3285">
                  <c:v>42003</c:v>
                </c:pt>
                <c:pt idx="3286">
                  <c:v>42004</c:v>
                </c:pt>
                <c:pt idx="3287">
                  <c:v>42005</c:v>
                </c:pt>
                <c:pt idx="3288">
                  <c:v>42006</c:v>
                </c:pt>
                <c:pt idx="3289">
                  <c:v>42007</c:v>
                </c:pt>
                <c:pt idx="3290">
                  <c:v>42008</c:v>
                </c:pt>
                <c:pt idx="3291">
                  <c:v>42009</c:v>
                </c:pt>
                <c:pt idx="3292">
                  <c:v>42010</c:v>
                </c:pt>
                <c:pt idx="3293">
                  <c:v>42011</c:v>
                </c:pt>
                <c:pt idx="3294">
                  <c:v>42012</c:v>
                </c:pt>
                <c:pt idx="3295">
                  <c:v>42013</c:v>
                </c:pt>
                <c:pt idx="3296">
                  <c:v>42014</c:v>
                </c:pt>
                <c:pt idx="3297">
                  <c:v>42015</c:v>
                </c:pt>
                <c:pt idx="3298">
                  <c:v>42016</c:v>
                </c:pt>
                <c:pt idx="3299">
                  <c:v>42017</c:v>
                </c:pt>
                <c:pt idx="3300">
                  <c:v>42018</c:v>
                </c:pt>
                <c:pt idx="3301">
                  <c:v>42019</c:v>
                </c:pt>
                <c:pt idx="3302">
                  <c:v>42020</c:v>
                </c:pt>
                <c:pt idx="3303">
                  <c:v>42021</c:v>
                </c:pt>
                <c:pt idx="3304">
                  <c:v>42022</c:v>
                </c:pt>
                <c:pt idx="3305">
                  <c:v>42023</c:v>
                </c:pt>
                <c:pt idx="3306">
                  <c:v>42024</c:v>
                </c:pt>
                <c:pt idx="3307">
                  <c:v>42025</c:v>
                </c:pt>
                <c:pt idx="3308">
                  <c:v>42026</c:v>
                </c:pt>
                <c:pt idx="3309">
                  <c:v>42027</c:v>
                </c:pt>
                <c:pt idx="3310">
                  <c:v>42028</c:v>
                </c:pt>
                <c:pt idx="3311">
                  <c:v>42029</c:v>
                </c:pt>
                <c:pt idx="3312">
                  <c:v>42030</c:v>
                </c:pt>
                <c:pt idx="3313">
                  <c:v>42031</c:v>
                </c:pt>
                <c:pt idx="3314">
                  <c:v>42032</c:v>
                </c:pt>
                <c:pt idx="3315">
                  <c:v>42033</c:v>
                </c:pt>
                <c:pt idx="3316">
                  <c:v>42034</c:v>
                </c:pt>
                <c:pt idx="3317">
                  <c:v>42035</c:v>
                </c:pt>
                <c:pt idx="3318">
                  <c:v>42036</c:v>
                </c:pt>
                <c:pt idx="3319">
                  <c:v>42037</c:v>
                </c:pt>
                <c:pt idx="3320">
                  <c:v>42038</c:v>
                </c:pt>
                <c:pt idx="3321">
                  <c:v>42039</c:v>
                </c:pt>
                <c:pt idx="3322">
                  <c:v>42040</c:v>
                </c:pt>
                <c:pt idx="3323">
                  <c:v>42041</c:v>
                </c:pt>
                <c:pt idx="3324">
                  <c:v>42042</c:v>
                </c:pt>
                <c:pt idx="3325">
                  <c:v>42043</c:v>
                </c:pt>
                <c:pt idx="3326">
                  <c:v>42044</c:v>
                </c:pt>
                <c:pt idx="3327">
                  <c:v>42045</c:v>
                </c:pt>
                <c:pt idx="3328">
                  <c:v>42046</c:v>
                </c:pt>
                <c:pt idx="3329">
                  <c:v>42047</c:v>
                </c:pt>
                <c:pt idx="3330">
                  <c:v>42048</c:v>
                </c:pt>
                <c:pt idx="3331">
                  <c:v>42049</c:v>
                </c:pt>
                <c:pt idx="3332">
                  <c:v>42050</c:v>
                </c:pt>
                <c:pt idx="3333">
                  <c:v>42051</c:v>
                </c:pt>
                <c:pt idx="3334">
                  <c:v>42052</c:v>
                </c:pt>
                <c:pt idx="3335">
                  <c:v>42053</c:v>
                </c:pt>
                <c:pt idx="3336">
                  <c:v>42054</c:v>
                </c:pt>
                <c:pt idx="3337">
                  <c:v>42055</c:v>
                </c:pt>
                <c:pt idx="3338">
                  <c:v>42056</c:v>
                </c:pt>
                <c:pt idx="3339">
                  <c:v>42057</c:v>
                </c:pt>
                <c:pt idx="3340">
                  <c:v>42058</c:v>
                </c:pt>
                <c:pt idx="3341">
                  <c:v>42059</c:v>
                </c:pt>
                <c:pt idx="3342">
                  <c:v>42060</c:v>
                </c:pt>
                <c:pt idx="3343">
                  <c:v>42061</c:v>
                </c:pt>
                <c:pt idx="3344">
                  <c:v>42062</c:v>
                </c:pt>
                <c:pt idx="3345">
                  <c:v>42063</c:v>
                </c:pt>
                <c:pt idx="3346">
                  <c:v>42064</c:v>
                </c:pt>
                <c:pt idx="3347">
                  <c:v>42065</c:v>
                </c:pt>
                <c:pt idx="3348">
                  <c:v>42066</c:v>
                </c:pt>
                <c:pt idx="3349">
                  <c:v>42067</c:v>
                </c:pt>
                <c:pt idx="3350">
                  <c:v>42068</c:v>
                </c:pt>
                <c:pt idx="3351">
                  <c:v>42069</c:v>
                </c:pt>
                <c:pt idx="3352">
                  <c:v>42070</c:v>
                </c:pt>
                <c:pt idx="3353">
                  <c:v>42071</c:v>
                </c:pt>
                <c:pt idx="3354">
                  <c:v>42072</c:v>
                </c:pt>
                <c:pt idx="3355">
                  <c:v>42073</c:v>
                </c:pt>
                <c:pt idx="3356">
                  <c:v>42074</c:v>
                </c:pt>
                <c:pt idx="3357">
                  <c:v>42075</c:v>
                </c:pt>
                <c:pt idx="3358">
                  <c:v>42076</c:v>
                </c:pt>
                <c:pt idx="3359">
                  <c:v>42077</c:v>
                </c:pt>
                <c:pt idx="3360">
                  <c:v>42078</c:v>
                </c:pt>
                <c:pt idx="3361">
                  <c:v>42079</c:v>
                </c:pt>
                <c:pt idx="3362">
                  <c:v>42080</c:v>
                </c:pt>
                <c:pt idx="3363">
                  <c:v>42081</c:v>
                </c:pt>
                <c:pt idx="3364">
                  <c:v>42082</c:v>
                </c:pt>
                <c:pt idx="3365">
                  <c:v>42083</c:v>
                </c:pt>
                <c:pt idx="3366">
                  <c:v>42084</c:v>
                </c:pt>
                <c:pt idx="3367">
                  <c:v>42085</c:v>
                </c:pt>
                <c:pt idx="3368">
                  <c:v>42086</c:v>
                </c:pt>
                <c:pt idx="3369">
                  <c:v>42087</c:v>
                </c:pt>
                <c:pt idx="3370">
                  <c:v>42088</c:v>
                </c:pt>
                <c:pt idx="3371">
                  <c:v>42089</c:v>
                </c:pt>
                <c:pt idx="3372">
                  <c:v>42090</c:v>
                </c:pt>
                <c:pt idx="3373">
                  <c:v>42091</c:v>
                </c:pt>
                <c:pt idx="3374">
                  <c:v>42092</c:v>
                </c:pt>
                <c:pt idx="3375">
                  <c:v>42093</c:v>
                </c:pt>
                <c:pt idx="3376">
                  <c:v>42094</c:v>
                </c:pt>
                <c:pt idx="3377">
                  <c:v>42095</c:v>
                </c:pt>
                <c:pt idx="3378">
                  <c:v>42096</c:v>
                </c:pt>
                <c:pt idx="3379">
                  <c:v>42097</c:v>
                </c:pt>
                <c:pt idx="3380">
                  <c:v>42098</c:v>
                </c:pt>
                <c:pt idx="3381">
                  <c:v>42099</c:v>
                </c:pt>
                <c:pt idx="3382">
                  <c:v>42100</c:v>
                </c:pt>
                <c:pt idx="3383">
                  <c:v>42101</c:v>
                </c:pt>
                <c:pt idx="3384">
                  <c:v>42102</c:v>
                </c:pt>
                <c:pt idx="3385">
                  <c:v>42103</c:v>
                </c:pt>
                <c:pt idx="3386">
                  <c:v>42104</c:v>
                </c:pt>
                <c:pt idx="3387">
                  <c:v>42105</c:v>
                </c:pt>
                <c:pt idx="3388">
                  <c:v>42106</c:v>
                </c:pt>
                <c:pt idx="3389">
                  <c:v>42107</c:v>
                </c:pt>
                <c:pt idx="3390">
                  <c:v>42108</c:v>
                </c:pt>
                <c:pt idx="3391">
                  <c:v>42109</c:v>
                </c:pt>
                <c:pt idx="3392">
                  <c:v>42110</c:v>
                </c:pt>
                <c:pt idx="3393">
                  <c:v>42111</c:v>
                </c:pt>
                <c:pt idx="3394">
                  <c:v>42112</c:v>
                </c:pt>
                <c:pt idx="3395">
                  <c:v>42113</c:v>
                </c:pt>
                <c:pt idx="3396">
                  <c:v>42114</c:v>
                </c:pt>
                <c:pt idx="3397">
                  <c:v>42115</c:v>
                </c:pt>
                <c:pt idx="3398">
                  <c:v>42116</c:v>
                </c:pt>
                <c:pt idx="3399">
                  <c:v>42117</c:v>
                </c:pt>
                <c:pt idx="3400">
                  <c:v>42118</c:v>
                </c:pt>
                <c:pt idx="3401">
                  <c:v>42119</c:v>
                </c:pt>
                <c:pt idx="3402">
                  <c:v>42120</c:v>
                </c:pt>
                <c:pt idx="3403">
                  <c:v>42121</c:v>
                </c:pt>
                <c:pt idx="3404">
                  <c:v>42122</c:v>
                </c:pt>
                <c:pt idx="3405">
                  <c:v>42123</c:v>
                </c:pt>
                <c:pt idx="3406">
                  <c:v>42124</c:v>
                </c:pt>
                <c:pt idx="3407">
                  <c:v>42125</c:v>
                </c:pt>
                <c:pt idx="3408">
                  <c:v>42126</c:v>
                </c:pt>
                <c:pt idx="3409">
                  <c:v>42127</c:v>
                </c:pt>
                <c:pt idx="3410">
                  <c:v>42128</c:v>
                </c:pt>
                <c:pt idx="3411">
                  <c:v>42129</c:v>
                </c:pt>
                <c:pt idx="3412">
                  <c:v>42130</c:v>
                </c:pt>
                <c:pt idx="3413">
                  <c:v>42131</c:v>
                </c:pt>
                <c:pt idx="3414">
                  <c:v>42132</c:v>
                </c:pt>
                <c:pt idx="3415">
                  <c:v>42133</c:v>
                </c:pt>
                <c:pt idx="3416">
                  <c:v>42134</c:v>
                </c:pt>
                <c:pt idx="3417">
                  <c:v>42135</c:v>
                </c:pt>
                <c:pt idx="3418">
                  <c:v>42136</c:v>
                </c:pt>
                <c:pt idx="3419">
                  <c:v>42137</c:v>
                </c:pt>
                <c:pt idx="3420">
                  <c:v>42138</c:v>
                </c:pt>
                <c:pt idx="3421">
                  <c:v>42139</c:v>
                </c:pt>
                <c:pt idx="3422">
                  <c:v>42140</c:v>
                </c:pt>
                <c:pt idx="3423">
                  <c:v>42141</c:v>
                </c:pt>
                <c:pt idx="3424">
                  <c:v>42142</c:v>
                </c:pt>
                <c:pt idx="3425">
                  <c:v>42143</c:v>
                </c:pt>
                <c:pt idx="3426">
                  <c:v>42144</c:v>
                </c:pt>
                <c:pt idx="3427">
                  <c:v>42145</c:v>
                </c:pt>
                <c:pt idx="3428">
                  <c:v>42146</c:v>
                </c:pt>
                <c:pt idx="3429">
                  <c:v>42147</c:v>
                </c:pt>
                <c:pt idx="3430">
                  <c:v>42148</c:v>
                </c:pt>
                <c:pt idx="3431">
                  <c:v>42149</c:v>
                </c:pt>
                <c:pt idx="3432">
                  <c:v>42150</c:v>
                </c:pt>
                <c:pt idx="3433">
                  <c:v>42151</c:v>
                </c:pt>
                <c:pt idx="3434">
                  <c:v>42152</c:v>
                </c:pt>
                <c:pt idx="3435">
                  <c:v>42153</c:v>
                </c:pt>
                <c:pt idx="3436">
                  <c:v>42154</c:v>
                </c:pt>
                <c:pt idx="3437">
                  <c:v>42155</c:v>
                </c:pt>
                <c:pt idx="3438">
                  <c:v>42156</c:v>
                </c:pt>
                <c:pt idx="3439">
                  <c:v>42157</c:v>
                </c:pt>
                <c:pt idx="3440">
                  <c:v>42158</c:v>
                </c:pt>
                <c:pt idx="3441">
                  <c:v>42159</c:v>
                </c:pt>
                <c:pt idx="3442">
                  <c:v>42160</c:v>
                </c:pt>
                <c:pt idx="3443">
                  <c:v>42161</c:v>
                </c:pt>
                <c:pt idx="3444">
                  <c:v>42162</c:v>
                </c:pt>
                <c:pt idx="3445">
                  <c:v>42163</c:v>
                </c:pt>
                <c:pt idx="3446">
                  <c:v>42164</c:v>
                </c:pt>
                <c:pt idx="3447">
                  <c:v>42165</c:v>
                </c:pt>
                <c:pt idx="3448">
                  <c:v>42166</c:v>
                </c:pt>
                <c:pt idx="3449">
                  <c:v>42167</c:v>
                </c:pt>
                <c:pt idx="3450">
                  <c:v>42168</c:v>
                </c:pt>
                <c:pt idx="3451">
                  <c:v>42169</c:v>
                </c:pt>
                <c:pt idx="3452">
                  <c:v>42170</c:v>
                </c:pt>
                <c:pt idx="3453">
                  <c:v>42171</c:v>
                </c:pt>
                <c:pt idx="3454">
                  <c:v>42172</c:v>
                </c:pt>
                <c:pt idx="3455">
                  <c:v>42173</c:v>
                </c:pt>
                <c:pt idx="3456">
                  <c:v>42174</c:v>
                </c:pt>
                <c:pt idx="3457">
                  <c:v>42175</c:v>
                </c:pt>
                <c:pt idx="3458">
                  <c:v>42176</c:v>
                </c:pt>
                <c:pt idx="3459">
                  <c:v>42177</c:v>
                </c:pt>
                <c:pt idx="3460">
                  <c:v>42178</c:v>
                </c:pt>
                <c:pt idx="3461">
                  <c:v>42179</c:v>
                </c:pt>
                <c:pt idx="3462">
                  <c:v>42180</c:v>
                </c:pt>
                <c:pt idx="3463">
                  <c:v>42181</c:v>
                </c:pt>
                <c:pt idx="3464">
                  <c:v>42182</c:v>
                </c:pt>
                <c:pt idx="3465">
                  <c:v>42183</c:v>
                </c:pt>
                <c:pt idx="3466">
                  <c:v>42184</c:v>
                </c:pt>
                <c:pt idx="3467">
                  <c:v>42185</c:v>
                </c:pt>
                <c:pt idx="3468">
                  <c:v>42186</c:v>
                </c:pt>
                <c:pt idx="3469">
                  <c:v>42187</c:v>
                </c:pt>
                <c:pt idx="3470">
                  <c:v>42188</c:v>
                </c:pt>
                <c:pt idx="3471">
                  <c:v>42189</c:v>
                </c:pt>
                <c:pt idx="3472">
                  <c:v>42190</c:v>
                </c:pt>
                <c:pt idx="3473">
                  <c:v>42191</c:v>
                </c:pt>
                <c:pt idx="3474">
                  <c:v>42192</c:v>
                </c:pt>
                <c:pt idx="3475">
                  <c:v>42193</c:v>
                </c:pt>
                <c:pt idx="3476">
                  <c:v>42194</c:v>
                </c:pt>
                <c:pt idx="3477">
                  <c:v>42195</c:v>
                </c:pt>
                <c:pt idx="3478">
                  <c:v>42196</c:v>
                </c:pt>
                <c:pt idx="3479">
                  <c:v>42197</c:v>
                </c:pt>
                <c:pt idx="3480">
                  <c:v>42198</c:v>
                </c:pt>
                <c:pt idx="3481">
                  <c:v>42199</c:v>
                </c:pt>
                <c:pt idx="3482">
                  <c:v>42200</c:v>
                </c:pt>
                <c:pt idx="3483">
                  <c:v>42201</c:v>
                </c:pt>
                <c:pt idx="3484">
                  <c:v>42202</c:v>
                </c:pt>
                <c:pt idx="3485">
                  <c:v>42203</c:v>
                </c:pt>
                <c:pt idx="3486">
                  <c:v>42204</c:v>
                </c:pt>
                <c:pt idx="3487">
                  <c:v>42205</c:v>
                </c:pt>
                <c:pt idx="3488">
                  <c:v>42206</c:v>
                </c:pt>
                <c:pt idx="3489">
                  <c:v>42207</c:v>
                </c:pt>
                <c:pt idx="3490">
                  <c:v>42208</c:v>
                </c:pt>
                <c:pt idx="3491">
                  <c:v>42209</c:v>
                </c:pt>
                <c:pt idx="3492">
                  <c:v>42210</c:v>
                </c:pt>
                <c:pt idx="3493">
                  <c:v>42211</c:v>
                </c:pt>
                <c:pt idx="3494">
                  <c:v>42212</c:v>
                </c:pt>
                <c:pt idx="3495">
                  <c:v>42213</c:v>
                </c:pt>
                <c:pt idx="3496">
                  <c:v>42214</c:v>
                </c:pt>
                <c:pt idx="3497">
                  <c:v>42215</c:v>
                </c:pt>
                <c:pt idx="3498">
                  <c:v>42216</c:v>
                </c:pt>
                <c:pt idx="3499">
                  <c:v>42217</c:v>
                </c:pt>
                <c:pt idx="3500">
                  <c:v>42218</c:v>
                </c:pt>
                <c:pt idx="3501">
                  <c:v>42219</c:v>
                </c:pt>
                <c:pt idx="3502">
                  <c:v>42220</c:v>
                </c:pt>
                <c:pt idx="3503">
                  <c:v>42221</c:v>
                </c:pt>
                <c:pt idx="3504">
                  <c:v>42222</c:v>
                </c:pt>
                <c:pt idx="3505">
                  <c:v>42223</c:v>
                </c:pt>
                <c:pt idx="3506">
                  <c:v>42224</c:v>
                </c:pt>
                <c:pt idx="3507">
                  <c:v>42225</c:v>
                </c:pt>
                <c:pt idx="3508">
                  <c:v>42226</c:v>
                </c:pt>
                <c:pt idx="3509">
                  <c:v>42227</c:v>
                </c:pt>
                <c:pt idx="3510">
                  <c:v>42228</c:v>
                </c:pt>
                <c:pt idx="3511">
                  <c:v>42229</c:v>
                </c:pt>
                <c:pt idx="3512">
                  <c:v>42230</c:v>
                </c:pt>
                <c:pt idx="3513">
                  <c:v>42231</c:v>
                </c:pt>
                <c:pt idx="3514">
                  <c:v>42232</c:v>
                </c:pt>
                <c:pt idx="3515">
                  <c:v>42233</c:v>
                </c:pt>
                <c:pt idx="3516">
                  <c:v>42234</c:v>
                </c:pt>
                <c:pt idx="3517">
                  <c:v>42235</c:v>
                </c:pt>
                <c:pt idx="3518">
                  <c:v>42236</c:v>
                </c:pt>
                <c:pt idx="3519">
                  <c:v>42237</c:v>
                </c:pt>
                <c:pt idx="3520">
                  <c:v>42238</c:v>
                </c:pt>
                <c:pt idx="3521">
                  <c:v>42239</c:v>
                </c:pt>
                <c:pt idx="3522">
                  <c:v>42240</c:v>
                </c:pt>
                <c:pt idx="3523">
                  <c:v>42241</c:v>
                </c:pt>
                <c:pt idx="3524">
                  <c:v>42242</c:v>
                </c:pt>
                <c:pt idx="3525">
                  <c:v>42243</c:v>
                </c:pt>
                <c:pt idx="3526">
                  <c:v>42244</c:v>
                </c:pt>
                <c:pt idx="3527">
                  <c:v>42245</c:v>
                </c:pt>
                <c:pt idx="3528">
                  <c:v>42246</c:v>
                </c:pt>
                <c:pt idx="3529">
                  <c:v>42247</c:v>
                </c:pt>
                <c:pt idx="3530">
                  <c:v>42248</c:v>
                </c:pt>
                <c:pt idx="3531">
                  <c:v>42249</c:v>
                </c:pt>
                <c:pt idx="3532">
                  <c:v>42250</c:v>
                </c:pt>
                <c:pt idx="3533">
                  <c:v>42251</c:v>
                </c:pt>
                <c:pt idx="3534">
                  <c:v>42252</c:v>
                </c:pt>
                <c:pt idx="3535">
                  <c:v>42253</c:v>
                </c:pt>
                <c:pt idx="3536">
                  <c:v>42254</c:v>
                </c:pt>
                <c:pt idx="3537">
                  <c:v>42255</c:v>
                </c:pt>
                <c:pt idx="3538">
                  <c:v>42256</c:v>
                </c:pt>
                <c:pt idx="3539">
                  <c:v>42257</c:v>
                </c:pt>
                <c:pt idx="3540">
                  <c:v>42258</c:v>
                </c:pt>
                <c:pt idx="3541">
                  <c:v>42259</c:v>
                </c:pt>
                <c:pt idx="3542">
                  <c:v>42260</c:v>
                </c:pt>
                <c:pt idx="3543">
                  <c:v>42261</c:v>
                </c:pt>
                <c:pt idx="3544">
                  <c:v>42262</c:v>
                </c:pt>
                <c:pt idx="3545">
                  <c:v>42263</c:v>
                </c:pt>
                <c:pt idx="3546">
                  <c:v>42264</c:v>
                </c:pt>
                <c:pt idx="3547">
                  <c:v>42265</c:v>
                </c:pt>
                <c:pt idx="3548">
                  <c:v>42266</c:v>
                </c:pt>
                <c:pt idx="3549">
                  <c:v>42267</c:v>
                </c:pt>
                <c:pt idx="3550">
                  <c:v>42268</c:v>
                </c:pt>
                <c:pt idx="3551">
                  <c:v>42269</c:v>
                </c:pt>
                <c:pt idx="3552">
                  <c:v>42270</c:v>
                </c:pt>
                <c:pt idx="3553">
                  <c:v>42271</c:v>
                </c:pt>
                <c:pt idx="3554">
                  <c:v>42272</c:v>
                </c:pt>
                <c:pt idx="3555">
                  <c:v>42273</c:v>
                </c:pt>
                <c:pt idx="3556">
                  <c:v>42274</c:v>
                </c:pt>
                <c:pt idx="3557">
                  <c:v>42275</c:v>
                </c:pt>
                <c:pt idx="3558">
                  <c:v>42276</c:v>
                </c:pt>
                <c:pt idx="3559">
                  <c:v>42277</c:v>
                </c:pt>
                <c:pt idx="3560">
                  <c:v>42278</c:v>
                </c:pt>
                <c:pt idx="3561">
                  <c:v>42279</c:v>
                </c:pt>
                <c:pt idx="3562">
                  <c:v>42280</c:v>
                </c:pt>
                <c:pt idx="3563">
                  <c:v>42281</c:v>
                </c:pt>
                <c:pt idx="3564">
                  <c:v>42282</c:v>
                </c:pt>
                <c:pt idx="3565">
                  <c:v>42283</c:v>
                </c:pt>
                <c:pt idx="3566">
                  <c:v>42284</c:v>
                </c:pt>
                <c:pt idx="3567">
                  <c:v>42285</c:v>
                </c:pt>
                <c:pt idx="3568">
                  <c:v>42286</c:v>
                </c:pt>
                <c:pt idx="3569">
                  <c:v>42287</c:v>
                </c:pt>
                <c:pt idx="3570">
                  <c:v>42288</c:v>
                </c:pt>
                <c:pt idx="3571">
                  <c:v>42289</c:v>
                </c:pt>
                <c:pt idx="3572">
                  <c:v>42290</c:v>
                </c:pt>
                <c:pt idx="3573">
                  <c:v>42291</c:v>
                </c:pt>
                <c:pt idx="3574">
                  <c:v>42292</c:v>
                </c:pt>
                <c:pt idx="3575">
                  <c:v>42293</c:v>
                </c:pt>
                <c:pt idx="3576">
                  <c:v>42294</c:v>
                </c:pt>
                <c:pt idx="3577">
                  <c:v>42295</c:v>
                </c:pt>
                <c:pt idx="3578">
                  <c:v>42296</c:v>
                </c:pt>
                <c:pt idx="3579">
                  <c:v>42297</c:v>
                </c:pt>
                <c:pt idx="3580">
                  <c:v>42298</c:v>
                </c:pt>
                <c:pt idx="3581">
                  <c:v>42299</c:v>
                </c:pt>
                <c:pt idx="3582">
                  <c:v>42300</c:v>
                </c:pt>
                <c:pt idx="3583">
                  <c:v>42301</c:v>
                </c:pt>
                <c:pt idx="3584">
                  <c:v>42302</c:v>
                </c:pt>
                <c:pt idx="3585">
                  <c:v>42303</c:v>
                </c:pt>
                <c:pt idx="3586">
                  <c:v>42304</c:v>
                </c:pt>
                <c:pt idx="3587">
                  <c:v>42305</c:v>
                </c:pt>
                <c:pt idx="3588">
                  <c:v>42306</c:v>
                </c:pt>
                <c:pt idx="3589">
                  <c:v>42307</c:v>
                </c:pt>
                <c:pt idx="3590">
                  <c:v>42308</c:v>
                </c:pt>
                <c:pt idx="3591">
                  <c:v>42309</c:v>
                </c:pt>
                <c:pt idx="3592">
                  <c:v>42310</c:v>
                </c:pt>
                <c:pt idx="3593">
                  <c:v>42311</c:v>
                </c:pt>
                <c:pt idx="3594">
                  <c:v>42312</c:v>
                </c:pt>
                <c:pt idx="3595">
                  <c:v>42313</c:v>
                </c:pt>
                <c:pt idx="3596">
                  <c:v>42314</c:v>
                </c:pt>
                <c:pt idx="3597">
                  <c:v>42315</c:v>
                </c:pt>
                <c:pt idx="3598">
                  <c:v>42316</c:v>
                </c:pt>
                <c:pt idx="3599">
                  <c:v>42317</c:v>
                </c:pt>
                <c:pt idx="3600">
                  <c:v>42318</c:v>
                </c:pt>
                <c:pt idx="3601">
                  <c:v>42319</c:v>
                </c:pt>
                <c:pt idx="3602">
                  <c:v>42320</c:v>
                </c:pt>
                <c:pt idx="3603">
                  <c:v>42321</c:v>
                </c:pt>
                <c:pt idx="3604">
                  <c:v>42322</c:v>
                </c:pt>
                <c:pt idx="3605">
                  <c:v>42323</c:v>
                </c:pt>
                <c:pt idx="3606">
                  <c:v>42324</c:v>
                </c:pt>
                <c:pt idx="3607">
                  <c:v>42325</c:v>
                </c:pt>
                <c:pt idx="3608">
                  <c:v>42326</c:v>
                </c:pt>
                <c:pt idx="3609">
                  <c:v>42327</c:v>
                </c:pt>
                <c:pt idx="3610">
                  <c:v>42328</c:v>
                </c:pt>
                <c:pt idx="3611">
                  <c:v>42329</c:v>
                </c:pt>
                <c:pt idx="3612">
                  <c:v>42330</c:v>
                </c:pt>
                <c:pt idx="3613">
                  <c:v>42331</c:v>
                </c:pt>
                <c:pt idx="3614">
                  <c:v>42332</c:v>
                </c:pt>
                <c:pt idx="3615">
                  <c:v>42333</c:v>
                </c:pt>
                <c:pt idx="3616">
                  <c:v>42334</c:v>
                </c:pt>
                <c:pt idx="3617">
                  <c:v>42335</c:v>
                </c:pt>
                <c:pt idx="3618">
                  <c:v>42336</c:v>
                </c:pt>
                <c:pt idx="3619">
                  <c:v>42337</c:v>
                </c:pt>
                <c:pt idx="3620">
                  <c:v>42338</c:v>
                </c:pt>
                <c:pt idx="3621">
                  <c:v>42339</c:v>
                </c:pt>
                <c:pt idx="3622">
                  <c:v>42340</c:v>
                </c:pt>
                <c:pt idx="3623">
                  <c:v>42341</c:v>
                </c:pt>
                <c:pt idx="3624">
                  <c:v>42342</c:v>
                </c:pt>
                <c:pt idx="3625">
                  <c:v>42343</c:v>
                </c:pt>
                <c:pt idx="3626">
                  <c:v>42344</c:v>
                </c:pt>
                <c:pt idx="3627">
                  <c:v>42345</c:v>
                </c:pt>
                <c:pt idx="3628">
                  <c:v>42346</c:v>
                </c:pt>
                <c:pt idx="3629">
                  <c:v>42347</c:v>
                </c:pt>
                <c:pt idx="3630">
                  <c:v>42348</c:v>
                </c:pt>
                <c:pt idx="3631">
                  <c:v>42349</c:v>
                </c:pt>
                <c:pt idx="3632">
                  <c:v>42350</c:v>
                </c:pt>
                <c:pt idx="3633">
                  <c:v>42351</c:v>
                </c:pt>
                <c:pt idx="3634">
                  <c:v>42352</c:v>
                </c:pt>
                <c:pt idx="3635">
                  <c:v>42353</c:v>
                </c:pt>
                <c:pt idx="3636">
                  <c:v>42354</c:v>
                </c:pt>
                <c:pt idx="3637">
                  <c:v>42355</c:v>
                </c:pt>
                <c:pt idx="3638">
                  <c:v>42356</c:v>
                </c:pt>
                <c:pt idx="3639">
                  <c:v>42357</c:v>
                </c:pt>
                <c:pt idx="3640">
                  <c:v>42358</c:v>
                </c:pt>
                <c:pt idx="3641">
                  <c:v>42359</c:v>
                </c:pt>
                <c:pt idx="3642">
                  <c:v>42360</c:v>
                </c:pt>
                <c:pt idx="3643">
                  <c:v>42361</c:v>
                </c:pt>
                <c:pt idx="3644">
                  <c:v>42362</c:v>
                </c:pt>
                <c:pt idx="3645">
                  <c:v>42363</c:v>
                </c:pt>
                <c:pt idx="3646">
                  <c:v>42364</c:v>
                </c:pt>
                <c:pt idx="3647">
                  <c:v>42365</c:v>
                </c:pt>
                <c:pt idx="3648">
                  <c:v>42366</c:v>
                </c:pt>
                <c:pt idx="3649">
                  <c:v>42367</c:v>
                </c:pt>
                <c:pt idx="3650">
                  <c:v>42368</c:v>
                </c:pt>
                <c:pt idx="3651">
                  <c:v>42369</c:v>
                </c:pt>
                <c:pt idx="3652">
                  <c:v>42370</c:v>
                </c:pt>
                <c:pt idx="3653">
                  <c:v>42371</c:v>
                </c:pt>
                <c:pt idx="3654">
                  <c:v>42372</c:v>
                </c:pt>
                <c:pt idx="3655">
                  <c:v>42373</c:v>
                </c:pt>
                <c:pt idx="3656">
                  <c:v>42374</c:v>
                </c:pt>
                <c:pt idx="3657">
                  <c:v>42375</c:v>
                </c:pt>
                <c:pt idx="3658">
                  <c:v>42376</c:v>
                </c:pt>
                <c:pt idx="3659">
                  <c:v>42377</c:v>
                </c:pt>
                <c:pt idx="3660">
                  <c:v>42378</c:v>
                </c:pt>
                <c:pt idx="3661">
                  <c:v>42379</c:v>
                </c:pt>
                <c:pt idx="3662">
                  <c:v>42380</c:v>
                </c:pt>
                <c:pt idx="3663">
                  <c:v>42381</c:v>
                </c:pt>
                <c:pt idx="3664">
                  <c:v>42382</c:v>
                </c:pt>
                <c:pt idx="3665">
                  <c:v>42383</c:v>
                </c:pt>
                <c:pt idx="3666">
                  <c:v>42384</c:v>
                </c:pt>
                <c:pt idx="3667">
                  <c:v>42385</c:v>
                </c:pt>
                <c:pt idx="3668">
                  <c:v>42386</c:v>
                </c:pt>
                <c:pt idx="3669">
                  <c:v>42387</c:v>
                </c:pt>
                <c:pt idx="3670">
                  <c:v>42388</c:v>
                </c:pt>
                <c:pt idx="3671">
                  <c:v>42389</c:v>
                </c:pt>
                <c:pt idx="3672">
                  <c:v>42390</c:v>
                </c:pt>
                <c:pt idx="3673">
                  <c:v>42391</c:v>
                </c:pt>
                <c:pt idx="3674">
                  <c:v>42392</c:v>
                </c:pt>
                <c:pt idx="3675">
                  <c:v>42393</c:v>
                </c:pt>
                <c:pt idx="3676">
                  <c:v>42394</c:v>
                </c:pt>
                <c:pt idx="3677">
                  <c:v>42395</c:v>
                </c:pt>
                <c:pt idx="3678">
                  <c:v>42396</c:v>
                </c:pt>
                <c:pt idx="3679">
                  <c:v>42397</c:v>
                </c:pt>
                <c:pt idx="3680">
                  <c:v>42398</c:v>
                </c:pt>
                <c:pt idx="3681">
                  <c:v>42399</c:v>
                </c:pt>
                <c:pt idx="3682">
                  <c:v>42400</c:v>
                </c:pt>
                <c:pt idx="3683">
                  <c:v>42401</c:v>
                </c:pt>
                <c:pt idx="3684">
                  <c:v>42402</c:v>
                </c:pt>
                <c:pt idx="3685">
                  <c:v>42403</c:v>
                </c:pt>
                <c:pt idx="3686">
                  <c:v>42404</c:v>
                </c:pt>
                <c:pt idx="3687">
                  <c:v>42405</c:v>
                </c:pt>
                <c:pt idx="3688">
                  <c:v>42406</c:v>
                </c:pt>
                <c:pt idx="3689">
                  <c:v>42407</c:v>
                </c:pt>
                <c:pt idx="3690">
                  <c:v>42408</c:v>
                </c:pt>
                <c:pt idx="3691">
                  <c:v>42409</c:v>
                </c:pt>
                <c:pt idx="3692">
                  <c:v>42410</c:v>
                </c:pt>
                <c:pt idx="3693">
                  <c:v>42411</c:v>
                </c:pt>
                <c:pt idx="3694">
                  <c:v>42412</c:v>
                </c:pt>
                <c:pt idx="3695">
                  <c:v>42413</c:v>
                </c:pt>
                <c:pt idx="3696">
                  <c:v>42414</c:v>
                </c:pt>
                <c:pt idx="3697">
                  <c:v>42415</c:v>
                </c:pt>
                <c:pt idx="3698">
                  <c:v>42416</c:v>
                </c:pt>
                <c:pt idx="3699">
                  <c:v>42417</c:v>
                </c:pt>
                <c:pt idx="3700">
                  <c:v>42418</c:v>
                </c:pt>
                <c:pt idx="3701">
                  <c:v>42419</c:v>
                </c:pt>
                <c:pt idx="3702">
                  <c:v>42420</c:v>
                </c:pt>
                <c:pt idx="3703">
                  <c:v>42421</c:v>
                </c:pt>
                <c:pt idx="3704">
                  <c:v>42422</c:v>
                </c:pt>
                <c:pt idx="3705">
                  <c:v>42423</c:v>
                </c:pt>
                <c:pt idx="3706">
                  <c:v>42424</c:v>
                </c:pt>
                <c:pt idx="3707">
                  <c:v>42425</c:v>
                </c:pt>
                <c:pt idx="3708">
                  <c:v>42426</c:v>
                </c:pt>
                <c:pt idx="3709">
                  <c:v>42427</c:v>
                </c:pt>
                <c:pt idx="3710">
                  <c:v>42428</c:v>
                </c:pt>
                <c:pt idx="3711">
                  <c:v>42429</c:v>
                </c:pt>
                <c:pt idx="3712">
                  <c:v>42430</c:v>
                </c:pt>
                <c:pt idx="3713">
                  <c:v>42431</c:v>
                </c:pt>
                <c:pt idx="3714">
                  <c:v>42432</c:v>
                </c:pt>
                <c:pt idx="3715">
                  <c:v>42433</c:v>
                </c:pt>
                <c:pt idx="3716">
                  <c:v>42434</c:v>
                </c:pt>
                <c:pt idx="3717">
                  <c:v>42435</c:v>
                </c:pt>
                <c:pt idx="3718">
                  <c:v>42436</c:v>
                </c:pt>
                <c:pt idx="3719">
                  <c:v>42437</c:v>
                </c:pt>
                <c:pt idx="3720">
                  <c:v>42438</c:v>
                </c:pt>
                <c:pt idx="3721">
                  <c:v>42439</c:v>
                </c:pt>
                <c:pt idx="3722">
                  <c:v>42440</c:v>
                </c:pt>
                <c:pt idx="3723">
                  <c:v>42441</c:v>
                </c:pt>
                <c:pt idx="3724">
                  <c:v>42442</c:v>
                </c:pt>
                <c:pt idx="3725">
                  <c:v>42443</c:v>
                </c:pt>
                <c:pt idx="3726">
                  <c:v>42444</c:v>
                </c:pt>
                <c:pt idx="3727">
                  <c:v>42445</c:v>
                </c:pt>
                <c:pt idx="3728">
                  <c:v>42446</c:v>
                </c:pt>
                <c:pt idx="3729">
                  <c:v>42447</c:v>
                </c:pt>
                <c:pt idx="3730">
                  <c:v>42448</c:v>
                </c:pt>
                <c:pt idx="3731">
                  <c:v>42449</c:v>
                </c:pt>
                <c:pt idx="3732">
                  <c:v>42450</c:v>
                </c:pt>
                <c:pt idx="3733">
                  <c:v>42451</c:v>
                </c:pt>
                <c:pt idx="3734">
                  <c:v>42452</c:v>
                </c:pt>
                <c:pt idx="3735">
                  <c:v>42453</c:v>
                </c:pt>
                <c:pt idx="3736">
                  <c:v>42454</c:v>
                </c:pt>
                <c:pt idx="3737">
                  <c:v>42455</c:v>
                </c:pt>
                <c:pt idx="3738">
                  <c:v>42456</c:v>
                </c:pt>
                <c:pt idx="3739">
                  <c:v>42457</c:v>
                </c:pt>
                <c:pt idx="3740">
                  <c:v>42458</c:v>
                </c:pt>
                <c:pt idx="3741">
                  <c:v>42459</c:v>
                </c:pt>
                <c:pt idx="3742">
                  <c:v>42460</c:v>
                </c:pt>
                <c:pt idx="3743">
                  <c:v>42461</c:v>
                </c:pt>
                <c:pt idx="3744">
                  <c:v>42462</c:v>
                </c:pt>
                <c:pt idx="3745">
                  <c:v>42463</c:v>
                </c:pt>
                <c:pt idx="3746">
                  <c:v>42464</c:v>
                </c:pt>
                <c:pt idx="3747">
                  <c:v>42465</c:v>
                </c:pt>
                <c:pt idx="3748">
                  <c:v>42466</c:v>
                </c:pt>
                <c:pt idx="3749">
                  <c:v>42467</c:v>
                </c:pt>
                <c:pt idx="3750">
                  <c:v>42468</c:v>
                </c:pt>
                <c:pt idx="3751">
                  <c:v>42469</c:v>
                </c:pt>
                <c:pt idx="3752">
                  <c:v>42470</c:v>
                </c:pt>
                <c:pt idx="3753">
                  <c:v>42471</c:v>
                </c:pt>
                <c:pt idx="3754">
                  <c:v>42472</c:v>
                </c:pt>
                <c:pt idx="3755">
                  <c:v>42473</c:v>
                </c:pt>
                <c:pt idx="3756">
                  <c:v>42474</c:v>
                </c:pt>
                <c:pt idx="3757">
                  <c:v>42475</c:v>
                </c:pt>
                <c:pt idx="3758">
                  <c:v>42476</c:v>
                </c:pt>
                <c:pt idx="3759">
                  <c:v>42477</c:v>
                </c:pt>
                <c:pt idx="3760">
                  <c:v>42478</c:v>
                </c:pt>
                <c:pt idx="3761">
                  <c:v>42479</c:v>
                </c:pt>
                <c:pt idx="3762">
                  <c:v>42480</c:v>
                </c:pt>
                <c:pt idx="3763">
                  <c:v>42481</c:v>
                </c:pt>
                <c:pt idx="3764">
                  <c:v>42482</c:v>
                </c:pt>
                <c:pt idx="3765">
                  <c:v>42483</c:v>
                </c:pt>
                <c:pt idx="3766">
                  <c:v>42484</c:v>
                </c:pt>
                <c:pt idx="3767">
                  <c:v>42485</c:v>
                </c:pt>
                <c:pt idx="3768">
                  <c:v>42486</c:v>
                </c:pt>
                <c:pt idx="3769">
                  <c:v>42487</c:v>
                </c:pt>
                <c:pt idx="3770">
                  <c:v>42488</c:v>
                </c:pt>
                <c:pt idx="3771">
                  <c:v>42489</c:v>
                </c:pt>
                <c:pt idx="3772">
                  <c:v>42490</c:v>
                </c:pt>
                <c:pt idx="3773">
                  <c:v>42491</c:v>
                </c:pt>
                <c:pt idx="3774">
                  <c:v>42492</c:v>
                </c:pt>
                <c:pt idx="3775">
                  <c:v>42493</c:v>
                </c:pt>
                <c:pt idx="3776">
                  <c:v>42494</c:v>
                </c:pt>
                <c:pt idx="3777">
                  <c:v>42495</c:v>
                </c:pt>
                <c:pt idx="3778">
                  <c:v>42496</c:v>
                </c:pt>
                <c:pt idx="3779">
                  <c:v>42497</c:v>
                </c:pt>
                <c:pt idx="3780">
                  <c:v>42498</c:v>
                </c:pt>
                <c:pt idx="3781">
                  <c:v>42499</c:v>
                </c:pt>
                <c:pt idx="3782">
                  <c:v>42500</c:v>
                </c:pt>
                <c:pt idx="3783">
                  <c:v>42501</c:v>
                </c:pt>
                <c:pt idx="3784">
                  <c:v>42502</c:v>
                </c:pt>
                <c:pt idx="3785">
                  <c:v>42503</c:v>
                </c:pt>
                <c:pt idx="3786">
                  <c:v>42504</c:v>
                </c:pt>
                <c:pt idx="3787">
                  <c:v>42505</c:v>
                </c:pt>
                <c:pt idx="3788">
                  <c:v>42506</c:v>
                </c:pt>
                <c:pt idx="3789">
                  <c:v>42507</c:v>
                </c:pt>
                <c:pt idx="3790">
                  <c:v>42508</c:v>
                </c:pt>
                <c:pt idx="3791">
                  <c:v>42509</c:v>
                </c:pt>
                <c:pt idx="3792">
                  <c:v>42510</c:v>
                </c:pt>
                <c:pt idx="3793">
                  <c:v>42511</c:v>
                </c:pt>
                <c:pt idx="3794">
                  <c:v>42512</c:v>
                </c:pt>
                <c:pt idx="3795">
                  <c:v>42513</c:v>
                </c:pt>
                <c:pt idx="3796">
                  <c:v>42514</c:v>
                </c:pt>
                <c:pt idx="3797">
                  <c:v>42515</c:v>
                </c:pt>
                <c:pt idx="3798">
                  <c:v>42516</c:v>
                </c:pt>
                <c:pt idx="3799">
                  <c:v>42517</c:v>
                </c:pt>
                <c:pt idx="3800">
                  <c:v>42518</c:v>
                </c:pt>
                <c:pt idx="3801">
                  <c:v>42519</c:v>
                </c:pt>
                <c:pt idx="3802">
                  <c:v>42520</c:v>
                </c:pt>
                <c:pt idx="3803">
                  <c:v>42521</c:v>
                </c:pt>
                <c:pt idx="3804">
                  <c:v>42522</c:v>
                </c:pt>
                <c:pt idx="3805">
                  <c:v>42523</c:v>
                </c:pt>
                <c:pt idx="3806">
                  <c:v>42524</c:v>
                </c:pt>
                <c:pt idx="3807">
                  <c:v>42525</c:v>
                </c:pt>
                <c:pt idx="3808">
                  <c:v>42526</c:v>
                </c:pt>
                <c:pt idx="3809">
                  <c:v>42527</c:v>
                </c:pt>
                <c:pt idx="3810">
                  <c:v>42528</c:v>
                </c:pt>
                <c:pt idx="3811">
                  <c:v>42529</c:v>
                </c:pt>
                <c:pt idx="3812">
                  <c:v>42530</c:v>
                </c:pt>
                <c:pt idx="3813">
                  <c:v>42531</c:v>
                </c:pt>
                <c:pt idx="3814">
                  <c:v>42532</c:v>
                </c:pt>
                <c:pt idx="3815">
                  <c:v>42533</c:v>
                </c:pt>
                <c:pt idx="3816">
                  <c:v>42534</c:v>
                </c:pt>
                <c:pt idx="3817">
                  <c:v>42535</c:v>
                </c:pt>
                <c:pt idx="3818">
                  <c:v>42536</c:v>
                </c:pt>
                <c:pt idx="3819">
                  <c:v>42537</c:v>
                </c:pt>
                <c:pt idx="3820">
                  <c:v>42538</c:v>
                </c:pt>
                <c:pt idx="3821">
                  <c:v>42539</c:v>
                </c:pt>
                <c:pt idx="3822">
                  <c:v>42540</c:v>
                </c:pt>
                <c:pt idx="3823">
                  <c:v>42541</c:v>
                </c:pt>
                <c:pt idx="3824">
                  <c:v>42542</c:v>
                </c:pt>
                <c:pt idx="3825">
                  <c:v>42543</c:v>
                </c:pt>
                <c:pt idx="3826">
                  <c:v>42544</c:v>
                </c:pt>
                <c:pt idx="3827">
                  <c:v>42545</c:v>
                </c:pt>
                <c:pt idx="3828">
                  <c:v>42546</c:v>
                </c:pt>
                <c:pt idx="3829">
                  <c:v>42547</c:v>
                </c:pt>
                <c:pt idx="3830">
                  <c:v>42548</c:v>
                </c:pt>
                <c:pt idx="3831">
                  <c:v>42549</c:v>
                </c:pt>
                <c:pt idx="3832">
                  <c:v>42550</c:v>
                </c:pt>
                <c:pt idx="3833">
                  <c:v>42551</c:v>
                </c:pt>
                <c:pt idx="3834">
                  <c:v>42552</c:v>
                </c:pt>
                <c:pt idx="3835">
                  <c:v>42553</c:v>
                </c:pt>
                <c:pt idx="3836">
                  <c:v>42554</c:v>
                </c:pt>
                <c:pt idx="3837">
                  <c:v>42555</c:v>
                </c:pt>
                <c:pt idx="3838">
                  <c:v>42556</c:v>
                </c:pt>
                <c:pt idx="3839">
                  <c:v>42557</c:v>
                </c:pt>
                <c:pt idx="3840">
                  <c:v>42558</c:v>
                </c:pt>
                <c:pt idx="3841">
                  <c:v>42559</c:v>
                </c:pt>
                <c:pt idx="3842">
                  <c:v>42560</c:v>
                </c:pt>
                <c:pt idx="3843">
                  <c:v>42561</c:v>
                </c:pt>
                <c:pt idx="3844">
                  <c:v>42562</c:v>
                </c:pt>
                <c:pt idx="3845">
                  <c:v>42563</c:v>
                </c:pt>
                <c:pt idx="3846">
                  <c:v>42564</c:v>
                </c:pt>
                <c:pt idx="3847">
                  <c:v>42565</c:v>
                </c:pt>
                <c:pt idx="3848">
                  <c:v>42566</c:v>
                </c:pt>
                <c:pt idx="3849">
                  <c:v>42567</c:v>
                </c:pt>
                <c:pt idx="3850">
                  <c:v>42568</c:v>
                </c:pt>
                <c:pt idx="3851">
                  <c:v>42569</c:v>
                </c:pt>
                <c:pt idx="3852">
                  <c:v>42570</c:v>
                </c:pt>
                <c:pt idx="3853">
                  <c:v>42571</c:v>
                </c:pt>
                <c:pt idx="3854">
                  <c:v>42572</c:v>
                </c:pt>
                <c:pt idx="3855">
                  <c:v>42573</c:v>
                </c:pt>
                <c:pt idx="3856">
                  <c:v>42574</c:v>
                </c:pt>
                <c:pt idx="3857">
                  <c:v>42575</c:v>
                </c:pt>
                <c:pt idx="3858">
                  <c:v>42576</c:v>
                </c:pt>
                <c:pt idx="3859">
                  <c:v>42577</c:v>
                </c:pt>
                <c:pt idx="3860">
                  <c:v>42578</c:v>
                </c:pt>
                <c:pt idx="3861">
                  <c:v>42579</c:v>
                </c:pt>
                <c:pt idx="3862">
                  <c:v>42580</c:v>
                </c:pt>
                <c:pt idx="3863">
                  <c:v>42581</c:v>
                </c:pt>
                <c:pt idx="3864">
                  <c:v>42582</c:v>
                </c:pt>
                <c:pt idx="3865">
                  <c:v>42583</c:v>
                </c:pt>
                <c:pt idx="3866">
                  <c:v>42584</c:v>
                </c:pt>
                <c:pt idx="3867">
                  <c:v>42585</c:v>
                </c:pt>
                <c:pt idx="3868">
                  <c:v>42586</c:v>
                </c:pt>
                <c:pt idx="3869">
                  <c:v>42587</c:v>
                </c:pt>
                <c:pt idx="3870">
                  <c:v>42588</c:v>
                </c:pt>
                <c:pt idx="3871">
                  <c:v>42589</c:v>
                </c:pt>
                <c:pt idx="3872">
                  <c:v>42590</c:v>
                </c:pt>
                <c:pt idx="3873">
                  <c:v>42591</c:v>
                </c:pt>
                <c:pt idx="3874">
                  <c:v>42592</c:v>
                </c:pt>
                <c:pt idx="3875">
                  <c:v>42593</c:v>
                </c:pt>
                <c:pt idx="3876">
                  <c:v>42594</c:v>
                </c:pt>
                <c:pt idx="3877">
                  <c:v>42595</c:v>
                </c:pt>
                <c:pt idx="3878">
                  <c:v>42596</c:v>
                </c:pt>
                <c:pt idx="3879">
                  <c:v>42597</c:v>
                </c:pt>
                <c:pt idx="3880">
                  <c:v>42598</c:v>
                </c:pt>
                <c:pt idx="3881">
                  <c:v>42599</c:v>
                </c:pt>
                <c:pt idx="3882">
                  <c:v>42600</c:v>
                </c:pt>
                <c:pt idx="3883">
                  <c:v>42601</c:v>
                </c:pt>
                <c:pt idx="3884">
                  <c:v>42602</c:v>
                </c:pt>
                <c:pt idx="3885">
                  <c:v>42603</c:v>
                </c:pt>
                <c:pt idx="3886">
                  <c:v>42604</c:v>
                </c:pt>
                <c:pt idx="3887">
                  <c:v>42605</c:v>
                </c:pt>
                <c:pt idx="3888">
                  <c:v>42606</c:v>
                </c:pt>
                <c:pt idx="3889">
                  <c:v>42607</c:v>
                </c:pt>
                <c:pt idx="3890">
                  <c:v>42608</c:v>
                </c:pt>
                <c:pt idx="3891">
                  <c:v>42609</c:v>
                </c:pt>
                <c:pt idx="3892">
                  <c:v>42610</c:v>
                </c:pt>
                <c:pt idx="3893">
                  <c:v>42611</c:v>
                </c:pt>
                <c:pt idx="3894">
                  <c:v>42612</c:v>
                </c:pt>
                <c:pt idx="3895">
                  <c:v>42613</c:v>
                </c:pt>
                <c:pt idx="3896">
                  <c:v>42614</c:v>
                </c:pt>
                <c:pt idx="3897">
                  <c:v>42615</c:v>
                </c:pt>
                <c:pt idx="3898">
                  <c:v>42616</c:v>
                </c:pt>
                <c:pt idx="3899">
                  <c:v>42617</c:v>
                </c:pt>
                <c:pt idx="3900">
                  <c:v>42618</c:v>
                </c:pt>
                <c:pt idx="3901">
                  <c:v>42619</c:v>
                </c:pt>
                <c:pt idx="3902">
                  <c:v>42620</c:v>
                </c:pt>
                <c:pt idx="3903">
                  <c:v>42621</c:v>
                </c:pt>
                <c:pt idx="3904">
                  <c:v>42622</c:v>
                </c:pt>
                <c:pt idx="3905">
                  <c:v>42623</c:v>
                </c:pt>
                <c:pt idx="3906">
                  <c:v>42624</c:v>
                </c:pt>
                <c:pt idx="3907">
                  <c:v>42625</c:v>
                </c:pt>
                <c:pt idx="3908">
                  <c:v>42626</c:v>
                </c:pt>
                <c:pt idx="3909">
                  <c:v>42627</c:v>
                </c:pt>
                <c:pt idx="3910">
                  <c:v>42628</c:v>
                </c:pt>
                <c:pt idx="3911">
                  <c:v>42629</c:v>
                </c:pt>
                <c:pt idx="3912">
                  <c:v>42630</c:v>
                </c:pt>
                <c:pt idx="3913">
                  <c:v>42631</c:v>
                </c:pt>
                <c:pt idx="3914">
                  <c:v>42632</c:v>
                </c:pt>
                <c:pt idx="3915">
                  <c:v>42633</c:v>
                </c:pt>
                <c:pt idx="3916">
                  <c:v>42634</c:v>
                </c:pt>
                <c:pt idx="3917">
                  <c:v>42635</c:v>
                </c:pt>
                <c:pt idx="3918">
                  <c:v>42636</c:v>
                </c:pt>
                <c:pt idx="3919">
                  <c:v>42637</c:v>
                </c:pt>
                <c:pt idx="3920">
                  <c:v>42638</c:v>
                </c:pt>
                <c:pt idx="3921">
                  <c:v>42639</c:v>
                </c:pt>
                <c:pt idx="3922">
                  <c:v>42640</c:v>
                </c:pt>
                <c:pt idx="3923">
                  <c:v>42641</c:v>
                </c:pt>
                <c:pt idx="3924">
                  <c:v>42642</c:v>
                </c:pt>
                <c:pt idx="3925">
                  <c:v>42643</c:v>
                </c:pt>
                <c:pt idx="3926">
                  <c:v>42644</c:v>
                </c:pt>
                <c:pt idx="3927">
                  <c:v>42645</c:v>
                </c:pt>
                <c:pt idx="3928">
                  <c:v>42646</c:v>
                </c:pt>
                <c:pt idx="3929">
                  <c:v>42647</c:v>
                </c:pt>
                <c:pt idx="3930">
                  <c:v>42648</c:v>
                </c:pt>
                <c:pt idx="3931">
                  <c:v>42649</c:v>
                </c:pt>
                <c:pt idx="3932">
                  <c:v>42650</c:v>
                </c:pt>
                <c:pt idx="3933">
                  <c:v>42651</c:v>
                </c:pt>
                <c:pt idx="3934">
                  <c:v>42652</c:v>
                </c:pt>
                <c:pt idx="3935">
                  <c:v>42653</c:v>
                </c:pt>
                <c:pt idx="3936">
                  <c:v>42654</c:v>
                </c:pt>
                <c:pt idx="3937">
                  <c:v>42655</c:v>
                </c:pt>
                <c:pt idx="3938">
                  <c:v>42656</c:v>
                </c:pt>
                <c:pt idx="3939">
                  <c:v>42657</c:v>
                </c:pt>
                <c:pt idx="3940">
                  <c:v>42658</c:v>
                </c:pt>
                <c:pt idx="3941">
                  <c:v>42659</c:v>
                </c:pt>
                <c:pt idx="3942">
                  <c:v>42660</c:v>
                </c:pt>
                <c:pt idx="3943">
                  <c:v>42661</c:v>
                </c:pt>
                <c:pt idx="3944">
                  <c:v>42662</c:v>
                </c:pt>
                <c:pt idx="3945">
                  <c:v>42663</c:v>
                </c:pt>
                <c:pt idx="3946">
                  <c:v>42664</c:v>
                </c:pt>
                <c:pt idx="3947">
                  <c:v>42665</c:v>
                </c:pt>
                <c:pt idx="3948">
                  <c:v>42666</c:v>
                </c:pt>
                <c:pt idx="3949">
                  <c:v>42667</c:v>
                </c:pt>
                <c:pt idx="3950">
                  <c:v>42668</c:v>
                </c:pt>
                <c:pt idx="3951">
                  <c:v>42669</c:v>
                </c:pt>
                <c:pt idx="3952">
                  <c:v>42670</c:v>
                </c:pt>
                <c:pt idx="3953">
                  <c:v>42671</c:v>
                </c:pt>
                <c:pt idx="3954">
                  <c:v>42672</c:v>
                </c:pt>
                <c:pt idx="3955">
                  <c:v>42673</c:v>
                </c:pt>
                <c:pt idx="3956">
                  <c:v>42674</c:v>
                </c:pt>
                <c:pt idx="3957">
                  <c:v>42675</c:v>
                </c:pt>
                <c:pt idx="3958">
                  <c:v>42676</c:v>
                </c:pt>
                <c:pt idx="3959">
                  <c:v>42677</c:v>
                </c:pt>
                <c:pt idx="3960">
                  <c:v>42678</c:v>
                </c:pt>
                <c:pt idx="3961">
                  <c:v>42679</c:v>
                </c:pt>
                <c:pt idx="3962">
                  <c:v>42680</c:v>
                </c:pt>
                <c:pt idx="3963">
                  <c:v>42681</c:v>
                </c:pt>
                <c:pt idx="3964">
                  <c:v>42682</c:v>
                </c:pt>
                <c:pt idx="3965">
                  <c:v>42683</c:v>
                </c:pt>
                <c:pt idx="3966">
                  <c:v>42684</c:v>
                </c:pt>
                <c:pt idx="3967">
                  <c:v>42685</c:v>
                </c:pt>
                <c:pt idx="3968">
                  <c:v>42686</c:v>
                </c:pt>
                <c:pt idx="3969">
                  <c:v>42687</c:v>
                </c:pt>
                <c:pt idx="3970">
                  <c:v>42688</c:v>
                </c:pt>
                <c:pt idx="3971">
                  <c:v>42689</c:v>
                </c:pt>
                <c:pt idx="3972">
                  <c:v>42690</c:v>
                </c:pt>
                <c:pt idx="3973">
                  <c:v>42691</c:v>
                </c:pt>
                <c:pt idx="3974">
                  <c:v>42692</c:v>
                </c:pt>
                <c:pt idx="3975">
                  <c:v>42693</c:v>
                </c:pt>
                <c:pt idx="3976">
                  <c:v>42694</c:v>
                </c:pt>
                <c:pt idx="3977">
                  <c:v>42695</c:v>
                </c:pt>
                <c:pt idx="3978">
                  <c:v>42696</c:v>
                </c:pt>
                <c:pt idx="3979">
                  <c:v>42697</c:v>
                </c:pt>
                <c:pt idx="3980">
                  <c:v>42698</c:v>
                </c:pt>
                <c:pt idx="3981">
                  <c:v>42699</c:v>
                </c:pt>
                <c:pt idx="3982">
                  <c:v>42700</c:v>
                </c:pt>
                <c:pt idx="3983">
                  <c:v>42701</c:v>
                </c:pt>
                <c:pt idx="3984">
                  <c:v>42702</c:v>
                </c:pt>
                <c:pt idx="3985">
                  <c:v>42703</c:v>
                </c:pt>
                <c:pt idx="3986">
                  <c:v>42704</c:v>
                </c:pt>
                <c:pt idx="3987">
                  <c:v>42705</c:v>
                </c:pt>
                <c:pt idx="3988">
                  <c:v>42706</c:v>
                </c:pt>
                <c:pt idx="3989">
                  <c:v>42707</c:v>
                </c:pt>
                <c:pt idx="3990">
                  <c:v>42708</c:v>
                </c:pt>
                <c:pt idx="3991">
                  <c:v>42709</c:v>
                </c:pt>
                <c:pt idx="3992">
                  <c:v>42710</c:v>
                </c:pt>
                <c:pt idx="3993">
                  <c:v>42711</c:v>
                </c:pt>
                <c:pt idx="3994">
                  <c:v>42712</c:v>
                </c:pt>
                <c:pt idx="3995">
                  <c:v>42713</c:v>
                </c:pt>
                <c:pt idx="3996">
                  <c:v>42714</c:v>
                </c:pt>
                <c:pt idx="3997">
                  <c:v>42715</c:v>
                </c:pt>
                <c:pt idx="3998">
                  <c:v>42716</c:v>
                </c:pt>
                <c:pt idx="3999">
                  <c:v>42717</c:v>
                </c:pt>
                <c:pt idx="4000">
                  <c:v>42718</c:v>
                </c:pt>
                <c:pt idx="4001">
                  <c:v>42719</c:v>
                </c:pt>
                <c:pt idx="4002">
                  <c:v>42720</c:v>
                </c:pt>
                <c:pt idx="4003">
                  <c:v>42721</c:v>
                </c:pt>
                <c:pt idx="4004">
                  <c:v>42722</c:v>
                </c:pt>
                <c:pt idx="4005">
                  <c:v>42723</c:v>
                </c:pt>
                <c:pt idx="4006">
                  <c:v>42724</c:v>
                </c:pt>
                <c:pt idx="4007">
                  <c:v>42725</c:v>
                </c:pt>
                <c:pt idx="4008">
                  <c:v>42726</c:v>
                </c:pt>
                <c:pt idx="4009">
                  <c:v>42727</c:v>
                </c:pt>
                <c:pt idx="4010">
                  <c:v>42728</c:v>
                </c:pt>
                <c:pt idx="4011">
                  <c:v>42729</c:v>
                </c:pt>
                <c:pt idx="4012">
                  <c:v>42730</c:v>
                </c:pt>
                <c:pt idx="4013">
                  <c:v>42731</c:v>
                </c:pt>
                <c:pt idx="4014">
                  <c:v>42732</c:v>
                </c:pt>
                <c:pt idx="4015">
                  <c:v>42733</c:v>
                </c:pt>
                <c:pt idx="4016">
                  <c:v>42734</c:v>
                </c:pt>
                <c:pt idx="4017">
                  <c:v>42735</c:v>
                </c:pt>
                <c:pt idx="4018">
                  <c:v>42736</c:v>
                </c:pt>
                <c:pt idx="4019">
                  <c:v>42737</c:v>
                </c:pt>
                <c:pt idx="4020">
                  <c:v>42738</c:v>
                </c:pt>
                <c:pt idx="4021">
                  <c:v>42739</c:v>
                </c:pt>
                <c:pt idx="4022">
                  <c:v>42740</c:v>
                </c:pt>
                <c:pt idx="4023">
                  <c:v>42741</c:v>
                </c:pt>
                <c:pt idx="4024">
                  <c:v>42742</c:v>
                </c:pt>
                <c:pt idx="4025">
                  <c:v>42743</c:v>
                </c:pt>
                <c:pt idx="4026">
                  <c:v>42744</c:v>
                </c:pt>
                <c:pt idx="4027">
                  <c:v>42745</c:v>
                </c:pt>
                <c:pt idx="4028">
                  <c:v>42746</c:v>
                </c:pt>
                <c:pt idx="4029">
                  <c:v>42747</c:v>
                </c:pt>
                <c:pt idx="4030">
                  <c:v>42748</c:v>
                </c:pt>
                <c:pt idx="4031">
                  <c:v>42749</c:v>
                </c:pt>
                <c:pt idx="4032">
                  <c:v>42750</c:v>
                </c:pt>
                <c:pt idx="4033">
                  <c:v>42751</c:v>
                </c:pt>
                <c:pt idx="4034">
                  <c:v>42752</c:v>
                </c:pt>
                <c:pt idx="4035">
                  <c:v>42753</c:v>
                </c:pt>
                <c:pt idx="4036">
                  <c:v>42754</c:v>
                </c:pt>
                <c:pt idx="4037">
                  <c:v>42755</c:v>
                </c:pt>
                <c:pt idx="4038">
                  <c:v>42756</c:v>
                </c:pt>
                <c:pt idx="4039">
                  <c:v>42757</c:v>
                </c:pt>
                <c:pt idx="4040">
                  <c:v>42758</c:v>
                </c:pt>
                <c:pt idx="4041">
                  <c:v>42759</c:v>
                </c:pt>
                <c:pt idx="4042">
                  <c:v>42760</c:v>
                </c:pt>
                <c:pt idx="4043">
                  <c:v>42761</c:v>
                </c:pt>
                <c:pt idx="4044">
                  <c:v>42762</c:v>
                </c:pt>
                <c:pt idx="4045">
                  <c:v>42763</c:v>
                </c:pt>
                <c:pt idx="4046">
                  <c:v>42764</c:v>
                </c:pt>
                <c:pt idx="4047">
                  <c:v>42765</c:v>
                </c:pt>
                <c:pt idx="4048">
                  <c:v>42766</c:v>
                </c:pt>
                <c:pt idx="4049">
                  <c:v>42767</c:v>
                </c:pt>
                <c:pt idx="4050">
                  <c:v>42768</c:v>
                </c:pt>
                <c:pt idx="4051">
                  <c:v>42769</c:v>
                </c:pt>
                <c:pt idx="4052">
                  <c:v>42770</c:v>
                </c:pt>
                <c:pt idx="4053">
                  <c:v>42771</c:v>
                </c:pt>
                <c:pt idx="4054">
                  <c:v>42772</c:v>
                </c:pt>
                <c:pt idx="4055">
                  <c:v>42773</c:v>
                </c:pt>
                <c:pt idx="4056">
                  <c:v>42774</c:v>
                </c:pt>
                <c:pt idx="4057">
                  <c:v>42775</c:v>
                </c:pt>
                <c:pt idx="4058">
                  <c:v>42776</c:v>
                </c:pt>
                <c:pt idx="4059">
                  <c:v>42777</c:v>
                </c:pt>
                <c:pt idx="4060">
                  <c:v>42778</c:v>
                </c:pt>
                <c:pt idx="4061">
                  <c:v>42779</c:v>
                </c:pt>
                <c:pt idx="4062">
                  <c:v>42780</c:v>
                </c:pt>
                <c:pt idx="4063">
                  <c:v>42781</c:v>
                </c:pt>
                <c:pt idx="4064">
                  <c:v>42782</c:v>
                </c:pt>
                <c:pt idx="4065">
                  <c:v>42783</c:v>
                </c:pt>
                <c:pt idx="4066">
                  <c:v>42784</c:v>
                </c:pt>
                <c:pt idx="4067">
                  <c:v>42785</c:v>
                </c:pt>
                <c:pt idx="4068">
                  <c:v>42786</c:v>
                </c:pt>
                <c:pt idx="4069">
                  <c:v>42787</c:v>
                </c:pt>
                <c:pt idx="4070">
                  <c:v>42788</c:v>
                </c:pt>
                <c:pt idx="4071">
                  <c:v>42789</c:v>
                </c:pt>
                <c:pt idx="4072">
                  <c:v>42790</c:v>
                </c:pt>
                <c:pt idx="4073">
                  <c:v>42791</c:v>
                </c:pt>
                <c:pt idx="4074">
                  <c:v>42792</c:v>
                </c:pt>
                <c:pt idx="4075">
                  <c:v>42793</c:v>
                </c:pt>
                <c:pt idx="4076">
                  <c:v>42794</c:v>
                </c:pt>
                <c:pt idx="4077">
                  <c:v>42795</c:v>
                </c:pt>
                <c:pt idx="4078">
                  <c:v>42796</c:v>
                </c:pt>
                <c:pt idx="4079">
                  <c:v>42797</c:v>
                </c:pt>
                <c:pt idx="4080">
                  <c:v>42798</c:v>
                </c:pt>
                <c:pt idx="4081">
                  <c:v>42799</c:v>
                </c:pt>
                <c:pt idx="4082">
                  <c:v>42800</c:v>
                </c:pt>
                <c:pt idx="4083">
                  <c:v>42801</c:v>
                </c:pt>
                <c:pt idx="4084">
                  <c:v>42802</c:v>
                </c:pt>
                <c:pt idx="4085">
                  <c:v>42803</c:v>
                </c:pt>
                <c:pt idx="4086">
                  <c:v>42804</c:v>
                </c:pt>
                <c:pt idx="4087">
                  <c:v>42805</c:v>
                </c:pt>
                <c:pt idx="4088">
                  <c:v>42806</c:v>
                </c:pt>
                <c:pt idx="4089">
                  <c:v>42807</c:v>
                </c:pt>
                <c:pt idx="4090">
                  <c:v>42808</c:v>
                </c:pt>
                <c:pt idx="4091">
                  <c:v>42809</c:v>
                </c:pt>
                <c:pt idx="4092">
                  <c:v>42810</c:v>
                </c:pt>
                <c:pt idx="4093">
                  <c:v>42811</c:v>
                </c:pt>
                <c:pt idx="4094">
                  <c:v>42812</c:v>
                </c:pt>
                <c:pt idx="4095">
                  <c:v>42813</c:v>
                </c:pt>
                <c:pt idx="4096">
                  <c:v>42814</c:v>
                </c:pt>
                <c:pt idx="4097">
                  <c:v>42815</c:v>
                </c:pt>
                <c:pt idx="4098">
                  <c:v>42816</c:v>
                </c:pt>
                <c:pt idx="4099">
                  <c:v>42817</c:v>
                </c:pt>
                <c:pt idx="4100">
                  <c:v>42818</c:v>
                </c:pt>
                <c:pt idx="4101">
                  <c:v>42819</c:v>
                </c:pt>
                <c:pt idx="4102">
                  <c:v>42820</c:v>
                </c:pt>
                <c:pt idx="4103">
                  <c:v>42821</c:v>
                </c:pt>
                <c:pt idx="4104">
                  <c:v>42822</c:v>
                </c:pt>
                <c:pt idx="4105">
                  <c:v>42823</c:v>
                </c:pt>
                <c:pt idx="4106">
                  <c:v>42824</c:v>
                </c:pt>
                <c:pt idx="4107">
                  <c:v>42825</c:v>
                </c:pt>
                <c:pt idx="4108">
                  <c:v>42826</c:v>
                </c:pt>
                <c:pt idx="4109">
                  <c:v>42827</c:v>
                </c:pt>
                <c:pt idx="4110">
                  <c:v>42828</c:v>
                </c:pt>
                <c:pt idx="4111">
                  <c:v>42829</c:v>
                </c:pt>
                <c:pt idx="4112">
                  <c:v>42830</c:v>
                </c:pt>
                <c:pt idx="4113">
                  <c:v>42831</c:v>
                </c:pt>
                <c:pt idx="4114">
                  <c:v>42832</c:v>
                </c:pt>
                <c:pt idx="4115">
                  <c:v>42833</c:v>
                </c:pt>
                <c:pt idx="4116">
                  <c:v>42834</c:v>
                </c:pt>
                <c:pt idx="4117">
                  <c:v>42835</c:v>
                </c:pt>
                <c:pt idx="4118">
                  <c:v>42836</c:v>
                </c:pt>
                <c:pt idx="4119">
                  <c:v>42837</c:v>
                </c:pt>
                <c:pt idx="4120">
                  <c:v>42838</c:v>
                </c:pt>
                <c:pt idx="4121">
                  <c:v>42839</c:v>
                </c:pt>
                <c:pt idx="4122">
                  <c:v>42840</c:v>
                </c:pt>
                <c:pt idx="4123">
                  <c:v>42841</c:v>
                </c:pt>
                <c:pt idx="4124">
                  <c:v>42842</c:v>
                </c:pt>
                <c:pt idx="4125">
                  <c:v>42843</c:v>
                </c:pt>
                <c:pt idx="4126">
                  <c:v>42844</c:v>
                </c:pt>
                <c:pt idx="4127">
                  <c:v>42845</c:v>
                </c:pt>
                <c:pt idx="4128">
                  <c:v>42846</c:v>
                </c:pt>
                <c:pt idx="4129">
                  <c:v>42847</c:v>
                </c:pt>
                <c:pt idx="4130">
                  <c:v>42848</c:v>
                </c:pt>
                <c:pt idx="4131">
                  <c:v>42849</c:v>
                </c:pt>
                <c:pt idx="4132">
                  <c:v>42850</c:v>
                </c:pt>
                <c:pt idx="4133">
                  <c:v>42851</c:v>
                </c:pt>
                <c:pt idx="4134">
                  <c:v>42852</c:v>
                </c:pt>
                <c:pt idx="4135">
                  <c:v>42853</c:v>
                </c:pt>
                <c:pt idx="4136">
                  <c:v>42854</c:v>
                </c:pt>
                <c:pt idx="4137">
                  <c:v>42855</c:v>
                </c:pt>
                <c:pt idx="4138">
                  <c:v>42856</c:v>
                </c:pt>
                <c:pt idx="4139">
                  <c:v>42857</c:v>
                </c:pt>
                <c:pt idx="4140">
                  <c:v>42858</c:v>
                </c:pt>
                <c:pt idx="4141">
                  <c:v>42859</c:v>
                </c:pt>
                <c:pt idx="4142">
                  <c:v>42860</c:v>
                </c:pt>
                <c:pt idx="4143">
                  <c:v>42861</c:v>
                </c:pt>
                <c:pt idx="4144">
                  <c:v>42862</c:v>
                </c:pt>
                <c:pt idx="4145">
                  <c:v>42863</c:v>
                </c:pt>
                <c:pt idx="4146">
                  <c:v>42864</c:v>
                </c:pt>
                <c:pt idx="4147">
                  <c:v>42865</c:v>
                </c:pt>
                <c:pt idx="4148">
                  <c:v>42866</c:v>
                </c:pt>
                <c:pt idx="4149">
                  <c:v>42867</c:v>
                </c:pt>
                <c:pt idx="4150">
                  <c:v>42868</c:v>
                </c:pt>
                <c:pt idx="4151">
                  <c:v>42869</c:v>
                </c:pt>
                <c:pt idx="4152">
                  <c:v>42870</c:v>
                </c:pt>
                <c:pt idx="4153">
                  <c:v>42871</c:v>
                </c:pt>
                <c:pt idx="4154">
                  <c:v>42872</c:v>
                </c:pt>
                <c:pt idx="4155">
                  <c:v>42873</c:v>
                </c:pt>
                <c:pt idx="4156">
                  <c:v>42874</c:v>
                </c:pt>
                <c:pt idx="4157">
                  <c:v>42875</c:v>
                </c:pt>
                <c:pt idx="4158">
                  <c:v>42876</c:v>
                </c:pt>
                <c:pt idx="4159">
                  <c:v>42877</c:v>
                </c:pt>
                <c:pt idx="4160">
                  <c:v>42878</c:v>
                </c:pt>
                <c:pt idx="4161">
                  <c:v>42879</c:v>
                </c:pt>
                <c:pt idx="4162">
                  <c:v>42880</c:v>
                </c:pt>
                <c:pt idx="4163">
                  <c:v>42881</c:v>
                </c:pt>
                <c:pt idx="4164">
                  <c:v>42882</c:v>
                </c:pt>
                <c:pt idx="4165">
                  <c:v>42883</c:v>
                </c:pt>
                <c:pt idx="4166">
                  <c:v>42884</c:v>
                </c:pt>
                <c:pt idx="4167">
                  <c:v>42885</c:v>
                </c:pt>
                <c:pt idx="4168">
                  <c:v>42886</c:v>
                </c:pt>
                <c:pt idx="4169">
                  <c:v>42887</c:v>
                </c:pt>
                <c:pt idx="4170">
                  <c:v>42888</c:v>
                </c:pt>
                <c:pt idx="4171">
                  <c:v>42889</c:v>
                </c:pt>
                <c:pt idx="4172">
                  <c:v>42890</c:v>
                </c:pt>
                <c:pt idx="4173">
                  <c:v>42891</c:v>
                </c:pt>
                <c:pt idx="4174">
                  <c:v>42892</c:v>
                </c:pt>
                <c:pt idx="4175">
                  <c:v>42893</c:v>
                </c:pt>
                <c:pt idx="4176">
                  <c:v>42894</c:v>
                </c:pt>
                <c:pt idx="4177">
                  <c:v>42895</c:v>
                </c:pt>
                <c:pt idx="4178">
                  <c:v>42896</c:v>
                </c:pt>
                <c:pt idx="4179">
                  <c:v>42897</c:v>
                </c:pt>
                <c:pt idx="4180">
                  <c:v>42898</c:v>
                </c:pt>
                <c:pt idx="4181">
                  <c:v>42899</c:v>
                </c:pt>
                <c:pt idx="4182">
                  <c:v>42900</c:v>
                </c:pt>
                <c:pt idx="4183">
                  <c:v>42901</c:v>
                </c:pt>
                <c:pt idx="4184">
                  <c:v>42902</c:v>
                </c:pt>
                <c:pt idx="4185">
                  <c:v>42903</c:v>
                </c:pt>
                <c:pt idx="4186">
                  <c:v>42904</c:v>
                </c:pt>
                <c:pt idx="4187">
                  <c:v>42905</c:v>
                </c:pt>
                <c:pt idx="4188">
                  <c:v>42906</c:v>
                </c:pt>
                <c:pt idx="4189">
                  <c:v>42907</c:v>
                </c:pt>
                <c:pt idx="4190">
                  <c:v>42908</c:v>
                </c:pt>
                <c:pt idx="4191">
                  <c:v>42909</c:v>
                </c:pt>
                <c:pt idx="4192">
                  <c:v>42910</c:v>
                </c:pt>
                <c:pt idx="4193">
                  <c:v>42911</c:v>
                </c:pt>
                <c:pt idx="4194">
                  <c:v>42912</c:v>
                </c:pt>
                <c:pt idx="4195">
                  <c:v>42913</c:v>
                </c:pt>
                <c:pt idx="4196">
                  <c:v>42914</c:v>
                </c:pt>
                <c:pt idx="4197">
                  <c:v>42915</c:v>
                </c:pt>
                <c:pt idx="4198">
                  <c:v>42916</c:v>
                </c:pt>
                <c:pt idx="4199">
                  <c:v>42917</c:v>
                </c:pt>
                <c:pt idx="4200">
                  <c:v>42918</c:v>
                </c:pt>
                <c:pt idx="4201">
                  <c:v>42919</c:v>
                </c:pt>
                <c:pt idx="4202">
                  <c:v>42920</c:v>
                </c:pt>
                <c:pt idx="4203">
                  <c:v>42921</c:v>
                </c:pt>
                <c:pt idx="4204">
                  <c:v>42922</c:v>
                </c:pt>
                <c:pt idx="4205">
                  <c:v>42923</c:v>
                </c:pt>
                <c:pt idx="4206">
                  <c:v>42924</c:v>
                </c:pt>
                <c:pt idx="4207">
                  <c:v>42925</c:v>
                </c:pt>
                <c:pt idx="4208">
                  <c:v>42926</c:v>
                </c:pt>
                <c:pt idx="4209">
                  <c:v>42927</c:v>
                </c:pt>
                <c:pt idx="4210">
                  <c:v>42928</c:v>
                </c:pt>
                <c:pt idx="4211">
                  <c:v>42929</c:v>
                </c:pt>
                <c:pt idx="4212">
                  <c:v>42930</c:v>
                </c:pt>
                <c:pt idx="4213">
                  <c:v>42931</c:v>
                </c:pt>
                <c:pt idx="4214">
                  <c:v>42932</c:v>
                </c:pt>
                <c:pt idx="4215">
                  <c:v>42933</c:v>
                </c:pt>
                <c:pt idx="4216">
                  <c:v>42934</c:v>
                </c:pt>
                <c:pt idx="4217">
                  <c:v>42935</c:v>
                </c:pt>
                <c:pt idx="4218">
                  <c:v>42936</c:v>
                </c:pt>
                <c:pt idx="4219">
                  <c:v>42937</c:v>
                </c:pt>
                <c:pt idx="4220">
                  <c:v>42938</c:v>
                </c:pt>
                <c:pt idx="4221">
                  <c:v>42939</c:v>
                </c:pt>
                <c:pt idx="4222">
                  <c:v>42940</c:v>
                </c:pt>
                <c:pt idx="4223">
                  <c:v>42941</c:v>
                </c:pt>
                <c:pt idx="4224">
                  <c:v>42942</c:v>
                </c:pt>
                <c:pt idx="4225">
                  <c:v>42943</c:v>
                </c:pt>
                <c:pt idx="4226">
                  <c:v>42944</c:v>
                </c:pt>
                <c:pt idx="4227">
                  <c:v>42945</c:v>
                </c:pt>
                <c:pt idx="4228">
                  <c:v>42946</c:v>
                </c:pt>
                <c:pt idx="4229">
                  <c:v>42947</c:v>
                </c:pt>
                <c:pt idx="4230">
                  <c:v>42948</c:v>
                </c:pt>
                <c:pt idx="4231">
                  <c:v>42949</c:v>
                </c:pt>
                <c:pt idx="4232">
                  <c:v>42950</c:v>
                </c:pt>
                <c:pt idx="4233">
                  <c:v>42951</c:v>
                </c:pt>
                <c:pt idx="4234">
                  <c:v>42952</c:v>
                </c:pt>
                <c:pt idx="4235">
                  <c:v>42953</c:v>
                </c:pt>
                <c:pt idx="4236">
                  <c:v>42954</c:v>
                </c:pt>
                <c:pt idx="4237">
                  <c:v>42955</c:v>
                </c:pt>
                <c:pt idx="4238">
                  <c:v>42956</c:v>
                </c:pt>
                <c:pt idx="4239">
                  <c:v>42957</c:v>
                </c:pt>
                <c:pt idx="4240">
                  <c:v>42958</c:v>
                </c:pt>
                <c:pt idx="4241">
                  <c:v>42959</c:v>
                </c:pt>
                <c:pt idx="4242">
                  <c:v>42960</c:v>
                </c:pt>
                <c:pt idx="4243">
                  <c:v>42961</c:v>
                </c:pt>
                <c:pt idx="4244">
                  <c:v>42962</c:v>
                </c:pt>
                <c:pt idx="4245">
                  <c:v>42963</c:v>
                </c:pt>
                <c:pt idx="4246">
                  <c:v>42964</c:v>
                </c:pt>
                <c:pt idx="4247">
                  <c:v>42965</c:v>
                </c:pt>
                <c:pt idx="4248">
                  <c:v>42966</c:v>
                </c:pt>
                <c:pt idx="4249">
                  <c:v>42967</c:v>
                </c:pt>
                <c:pt idx="4250">
                  <c:v>42968</c:v>
                </c:pt>
                <c:pt idx="4251">
                  <c:v>42969</c:v>
                </c:pt>
                <c:pt idx="4252">
                  <c:v>42970</c:v>
                </c:pt>
                <c:pt idx="4253">
                  <c:v>42971</c:v>
                </c:pt>
                <c:pt idx="4254">
                  <c:v>42972</c:v>
                </c:pt>
                <c:pt idx="4255">
                  <c:v>42973</c:v>
                </c:pt>
                <c:pt idx="4256">
                  <c:v>42974</c:v>
                </c:pt>
                <c:pt idx="4257">
                  <c:v>42975</c:v>
                </c:pt>
                <c:pt idx="4258">
                  <c:v>42976</c:v>
                </c:pt>
                <c:pt idx="4259">
                  <c:v>42977</c:v>
                </c:pt>
                <c:pt idx="4260">
                  <c:v>42978</c:v>
                </c:pt>
                <c:pt idx="4261">
                  <c:v>42979</c:v>
                </c:pt>
                <c:pt idx="4262">
                  <c:v>42980</c:v>
                </c:pt>
                <c:pt idx="4263">
                  <c:v>42981</c:v>
                </c:pt>
                <c:pt idx="4264">
                  <c:v>42982</c:v>
                </c:pt>
                <c:pt idx="4265">
                  <c:v>42983</c:v>
                </c:pt>
                <c:pt idx="4266">
                  <c:v>42984</c:v>
                </c:pt>
                <c:pt idx="4267">
                  <c:v>42985</c:v>
                </c:pt>
                <c:pt idx="4268">
                  <c:v>42986</c:v>
                </c:pt>
                <c:pt idx="4269">
                  <c:v>42987</c:v>
                </c:pt>
                <c:pt idx="4270">
                  <c:v>42988</c:v>
                </c:pt>
                <c:pt idx="4271">
                  <c:v>42989</c:v>
                </c:pt>
                <c:pt idx="4272">
                  <c:v>42990</c:v>
                </c:pt>
                <c:pt idx="4273">
                  <c:v>42991</c:v>
                </c:pt>
                <c:pt idx="4274">
                  <c:v>42992</c:v>
                </c:pt>
                <c:pt idx="4275">
                  <c:v>42993</c:v>
                </c:pt>
                <c:pt idx="4276">
                  <c:v>42994</c:v>
                </c:pt>
                <c:pt idx="4277">
                  <c:v>42995</c:v>
                </c:pt>
                <c:pt idx="4278">
                  <c:v>42996</c:v>
                </c:pt>
                <c:pt idx="4279">
                  <c:v>42997</c:v>
                </c:pt>
                <c:pt idx="4280">
                  <c:v>42998</c:v>
                </c:pt>
                <c:pt idx="4281">
                  <c:v>42999</c:v>
                </c:pt>
                <c:pt idx="4282">
                  <c:v>43000</c:v>
                </c:pt>
                <c:pt idx="4283">
                  <c:v>43001</c:v>
                </c:pt>
                <c:pt idx="4284">
                  <c:v>43002</c:v>
                </c:pt>
                <c:pt idx="4285">
                  <c:v>43003</c:v>
                </c:pt>
                <c:pt idx="4286">
                  <c:v>43004</c:v>
                </c:pt>
                <c:pt idx="4287">
                  <c:v>43005</c:v>
                </c:pt>
                <c:pt idx="4288">
                  <c:v>43006</c:v>
                </c:pt>
                <c:pt idx="4289">
                  <c:v>43007</c:v>
                </c:pt>
                <c:pt idx="4290">
                  <c:v>43008</c:v>
                </c:pt>
                <c:pt idx="4291">
                  <c:v>43009</c:v>
                </c:pt>
                <c:pt idx="4292">
                  <c:v>43010</c:v>
                </c:pt>
                <c:pt idx="4293">
                  <c:v>43011</c:v>
                </c:pt>
                <c:pt idx="4294">
                  <c:v>43012</c:v>
                </c:pt>
                <c:pt idx="4295">
                  <c:v>43013</c:v>
                </c:pt>
                <c:pt idx="4296">
                  <c:v>43014</c:v>
                </c:pt>
                <c:pt idx="4297">
                  <c:v>43015</c:v>
                </c:pt>
                <c:pt idx="4298">
                  <c:v>43016</c:v>
                </c:pt>
                <c:pt idx="4299">
                  <c:v>43017</c:v>
                </c:pt>
                <c:pt idx="4300">
                  <c:v>43018</c:v>
                </c:pt>
                <c:pt idx="4301">
                  <c:v>43019</c:v>
                </c:pt>
                <c:pt idx="4302">
                  <c:v>43020</c:v>
                </c:pt>
                <c:pt idx="4303">
                  <c:v>43021</c:v>
                </c:pt>
                <c:pt idx="4304">
                  <c:v>43022</c:v>
                </c:pt>
                <c:pt idx="4305">
                  <c:v>43023</c:v>
                </c:pt>
                <c:pt idx="4306">
                  <c:v>43024</c:v>
                </c:pt>
                <c:pt idx="4307">
                  <c:v>43025</c:v>
                </c:pt>
                <c:pt idx="4308">
                  <c:v>43026</c:v>
                </c:pt>
                <c:pt idx="4309">
                  <c:v>43027</c:v>
                </c:pt>
                <c:pt idx="4310">
                  <c:v>43028</c:v>
                </c:pt>
                <c:pt idx="4311">
                  <c:v>43029</c:v>
                </c:pt>
                <c:pt idx="4312">
                  <c:v>43030</c:v>
                </c:pt>
                <c:pt idx="4313">
                  <c:v>43031</c:v>
                </c:pt>
                <c:pt idx="4314">
                  <c:v>43032</c:v>
                </c:pt>
                <c:pt idx="4315">
                  <c:v>43033</c:v>
                </c:pt>
                <c:pt idx="4316">
                  <c:v>43034</c:v>
                </c:pt>
                <c:pt idx="4317">
                  <c:v>43035</c:v>
                </c:pt>
                <c:pt idx="4318">
                  <c:v>43036</c:v>
                </c:pt>
                <c:pt idx="4319">
                  <c:v>43037</c:v>
                </c:pt>
                <c:pt idx="4320">
                  <c:v>43038</c:v>
                </c:pt>
                <c:pt idx="4321">
                  <c:v>43039</c:v>
                </c:pt>
                <c:pt idx="4322">
                  <c:v>43040</c:v>
                </c:pt>
                <c:pt idx="4323">
                  <c:v>43041</c:v>
                </c:pt>
                <c:pt idx="4324">
                  <c:v>43042</c:v>
                </c:pt>
                <c:pt idx="4325">
                  <c:v>43043</c:v>
                </c:pt>
                <c:pt idx="4326">
                  <c:v>43044</c:v>
                </c:pt>
                <c:pt idx="4327">
                  <c:v>43045</c:v>
                </c:pt>
                <c:pt idx="4328">
                  <c:v>43046</c:v>
                </c:pt>
                <c:pt idx="4329">
                  <c:v>43047</c:v>
                </c:pt>
                <c:pt idx="4330">
                  <c:v>43048</c:v>
                </c:pt>
                <c:pt idx="4331">
                  <c:v>43049</c:v>
                </c:pt>
                <c:pt idx="4332">
                  <c:v>43050</c:v>
                </c:pt>
                <c:pt idx="4333">
                  <c:v>43051</c:v>
                </c:pt>
                <c:pt idx="4334">
                  <c:v>43052</c:v>
                </c:pt>
                <c:pt idx="4335">
                  <c:v>43053</c:v>
                </c:pt>
                <c:pt idx="4336">
                  <c:v>43054</c:v>
                </c:pt>
                <c:pt idx="4337">
                  <c:v>43055</c:v>
                </c:pt>
                <c:pt idx="4338">
                  <c:v>43056</c:v>
                </c:pt>
                <c:pt idx="4339">
                  <c:v>43057</c:v>
                </c:pt>
                <c:pt idx="4340">
                  <c:v>43058</c:v>
                </c:pt>
                <c:pt idx="4341">
                  <c:v>43059</c:v>
                </c:pt>
                <c:pt idx="4342">
                  <c:v>43060</c:v>
                </c:pt>
                <c:pt idx="4343">
                  <c:v>43061</c:v>
                </c:pt>
                <c:pt idx="4344">
                  <c:v>43062</c:v>
                </c:pt>
                <c:pt idx="4345">
                  <c:v>43063</c:v>
                </c:pt>
                <c:pt idx="4346">
                  <c:v>43064</c:v>
                </c:pt>
                <c:pt idx="4347">
                  <c:v>43065</c:v>
                </c:pt>
                <c:pt idx="4348">
                  <c:v>43066</c:v>
                </c:pt>
                <c:pt idx="4349">
                  <c:v>43067</c:v>
                </c:pt>
                <c:pt idx="4350">
                  <c:v>43068</c:v>
                </c:pt>
                <c:pt idx="4351">
                  <c:v>43069</c:v>
                </c:pt>
                <c:pt idx="4352">
                  <c:v>43070</c:v>
                </c:pt>
                <c:pt idx="4353">
                  <c:v>43071</c:v>
                </c:pt>
                <c:pt idx="4354">
                  <c:v>43072</c:v>
                </c:pt>
                <c:pt idx="4355">
                  <c:v>43073</c:v>
                </c:pt>
                <c:pt idx="4356">
                  <c:v>43074</c:v>
                </c:pt>
                <c:pt idx="4357">
                  <c:v>43075</c:v>
                </c:pt>
                <c:pt idx="4358">
                  <c:v>43076</c:v>
                </c:pt>
                <c:pt idx="4359">
                  <c:v>43077</c:v>
                </c:pt>
                <c:pt idx="4360">
                  <c:v>43078</c:v>
                </c:pt>
                <c:pt idx="4361">
                  <c:v>43079</c:v>
                </c:pt>
                <c:pt idx="4362">
                  <c:v>43080</c:v>
                </c:pt>
                <c:pt idx="4363">
                  <c:v>43081</c:v>
                </c:pt>
                <c:pt idx="4364">
                  <c:v>43082</c:v>
                </c:pt>
                <c:pt idx="4365">
                  <c:v>43083</c:v>
                </c:pt>
                <c:pt idx="4366">
                  <c:v>43084</c:v>
                </c:pt>
                <c:pt idx="4367">
                  <c:v>43085</c:v>
                </c:pt>
                <c:pt idx="4368">
                  <c:v>43086</c:v>
                </c:pt>
                <c:pt idx="4369">
                  <c:v>43087</c:v>
                </c:pt>
                <c:pt idx="4370">
                  <c:v>43088</c:v>
                </c:pt>
                <c:pt idx="4371">
                  <c:v>43089</c:v>
                </c:pt>
                <c:pt idx="4372">
                  <c:v>43090</c:v>
                </c:pt>
                <c:pt idx="4373">
                  <c:v>43091</c:v>
                </c:pt>
                <c:pt idx="4374">
                  <c:v>43092</c:v>
                </c:pt>
                <c:pt idx="4375">
                  <c:v>43093</c:v>
                </c:pt>
                <c:pt idx="4376">
                  <c:v>43094</c:v>
                </c:pt>
                <c:pt idx="4377">
                  <c:v>43095</c:v>
                </c:pt>
                <c:pt idx="4378">
                  <c:v>43096</c:v>
                </c:pt>
                <c:pt idx="4379">
                  <c:v>43097</c:v>
                </c:pt>
                <c:pt idx="4380">
                  <c:v>43098</c:v>
                </c:pt>
                <c:pt idx="4381">
                  <c:v>43099</c:v>
                </c:pt>
                <c:pt idx="4382">
                  <c:v>43100</c:v>
                </c:pt>
                <c:pt idx="4383">
                  <c:v>43101</c:v>
                </c:pt>
                <c:pt idx="4384">
                  <c:v>43102</c:v>
                </c:pt>
                <c:pt idx="4385">
                  <c:v>43103</c:v>
                </c:pt>
                <c:pt idx="4386">
                  <c:v>43104</c:v>
                </c:pt>
                <c:pt idx="4387">
                  <c:v>43105</c:v>
                </c:pt>
                <c:pt idx="4388">
                  <c:v>43106</c:v>
                </c:pt>
                <c:pt idx="4389">
                  <c:v>43107</c:v>
                </c:pt>
                <c:pt idx="4390">
                  <c:v>43108</c:v>
                </c:pt>
                <c:pt idx="4391">
                  <c:v>43109</c:v>
                </c:pt>
                <c:pt idx="4392">
                  <c:v>43110</c:v>
                </c:pt>
                <c:pt idx="4393">
                  <c:v>43111</c:v>
                </c:pt>
                <c:pt idx="4394">
                  <c:v>43112</c:v>
                </c:pt>
                <c:pt idx="4395">
                  <c:v>43113</c:v>
                </c:pt>
                <c:pt idx="4396">
                  <c:v>43114</c:v>
                </c:pt>
                <c:pt idx="4397">
                  <c:v>43115</c:v>
                </c:pt>
                <c:pt idx="4398">
                  <c:v>43116</c:v>
                </c:pt>
                <c:pt idx="4399">
                  <c:v>43117</c:v>
                </c:pt>
                <c:pt idx="4400">
                  <c:v>43118</c:v>
                </c:pt>
                <c:pt idx="4401">
                  <c:v>43119</c:v>
                </c:pt>
                <c:pt idx="4402">
                  <c:v>43120</c:v>
                </c:pt>
                <c:pt idx="4403">
                  <c:v>43121</c:v>
                </c:pt>
                <c:pt idx="4404">
                  <c:v>43122</c:v>
                </c:pt>
                <c:pt idx="4405">
                  <c:v>43123</c:v>
                </c:pt>
                <c:pt idx="4406">
                  <c:v>43124</c:v>
                </c:pt>
                <c:pt idx="4407">
                  <c:v>43125</c:v>
                </c:pt>
                <c:pt idx="4408">
                  <c:v>43126</c:v>
                </c:pt>
                <c:pt idx="4409">
                  <c:v>43127</c:v>
                </c:pt>
                <c:pt idx="4410">
                  <c:v>43128</c:v>
                </c:pt>
                <c:pt idx="4411">
                  <c:v>43129</c:v>
                </c:pt>
                <c:pt idx="4412">
                  <c:v>43130</c:v>
                </c:pt>
                <c:pt idx="4413">
                  <c:v>43131</c:v>
                </c:pt>
                <c:pt idx="4414">
                  <c:v>43132</c:v>
                </c:pt>
                <c:pt idx="4415">
                  <c:v>43133</c:v>
                </c:pt>
                <c:pt idx="4416">
                  <c:v>43134</c:v>
                </c:pt>
                <c:pt idx="4417">
                  <c:v>43135</c:v>
                </c:pt>
                <c:pt idx="4418">
                  <c:v>43136</c:v>
                </c:pt>
                <c:pt idx="4419">
                  <c:v>43137</c:v>
                </c:pt>
                <c:pt idx="4420">
                  <c:v>43138</c:v>
                </c:pt>
                <c:pt idx="4421">
                  <c:v>43139</c:v>
                </c:pt>
                <c:pt idx="4422">
                  <c:v>43140</c:v>
                </c:pt>
                <c:pt idx="4423">
                  <c:v>43141</c:v>
                </c:pt>
                <c:pt idx="4424">
                  <c:v>43142</c:v>
                </c:pt>
                <c:pt idx="4425">
                  <c:v>43143</c:v>
                </c:pt>
                <c:pt idx="4426">
                  <c:v>43144</c:v>
                </c:pt>
                <c:pt idx="4427">
                  <c:v>43145</c:v>
                </c:pt>
                <c:pt idx="4428">
                  <c:v>43146</c:v>
                </c:pt>
                <c:pt idx="4429">
                  <c:v>43147</c:v>
                </c:pt>
                <c:pt idx="4430">
                  <c:v>43148</c:v>
                </c:pt>
                <c:pt idx="4431">
                  <c:v>43149</c:v>
                </c:pt>
                <c:pt idx="4432">
                  <c:v>43150</c:v>
                </c:pt>
                <c:pt idx="4433">
                  <c:v>43151</c:v>
                </c:pt>
                <c:pt idx="4434">
                  <c:v>43152</c:v>
                </c:pt>
                <c:pt idx="4435">
                  <c:v>43153</c:v>
                </c:pt>
                <c:pt idx="4436">
                  <c:v>43154</c:v>
                </c:pt>
                <c:pt idx="4437">
                  <c:v>43155</c:v>
                </c:pt>
                <c:pt idx="4438">
                  <c:v>43156</c:v>
                </c:pt>
                <c:pt idx="4439">
                  <c:v>43157</c:v>
                </c:pt>
                <c:pt idx="4440">
                  <c:v>43158</c:v>
                </c:pt>
                <c:pt idx="4441">
                  <c:v>43159</c:v>
                </c:pt>
                <c:pt idx="4442">
                  <c:v>43160</c:v>
                </c:pt>
                <c:pt idx="4443">
                  <c:v>43161</c:v>
                </c:pt>
                <c:pt idx="4444">
                  <c:v>43162</c:v>
                </c:pt>
                <c:pt idx="4445">
                  <c:v>43163</c:v>
                </c:pt>
                <c:pt idx="4446">
                  <c:v>43164</c:v>
                </c:pt>
                <c:pt idx="4447">
                  <c:v>43165</c:v>
                </c:pt>
                <c:pt idx="4448">
                  <c:v>43166</c:v>
                </c:pt>
                <c:pt idx="4449">
                  <c:v>43167</c:v>
                </c:pt>
                <c:pt idx="4450">
                  <c:v>43168</c:v>
                </c:pt>
                <c:pt idx="4451">
                  <c:v>43169</c:v>
                </c:pt>
                <c:pt idx="4452">
                  <c:v>43170</c:v>
                </c:pt>
                <c:pt idx="4453">
                  <c:v>43171</c:v>
                </c:pt>
                <c:pt idx="4454">
                  <c:v>43172</c:v>
                </c:pt>
                <c:pt idx="4455">
                  <c:v>43173</c:v>
                </c:pt>
                <c:pt idx="4456">
                  <c:v>43174</c:v>
                </c:pt>
                <c:pt idx="4457">
                  <c:v>43175</c:v>
                </c:pt>
                <c:pt idx="4458">
                  <c:v>43176</c:v>
                </c:pt>
                <c:pt idx="4459">
                  <c:v>43177</c:v>
                </c:pt>
                <c:pt idx="4460">
                  <c:v>43178</c:v>
                </c:pt>
                <c:pt idx="4461">
                  <c:v>43179</c:v>
                </c:pt>
                <c:pt idx="4462">
                  <c:v>43180</c:v>
                </c:pt>
                <c:pt idx="4463">
                  <c:v>43181</c:v>
                </c:pt>
                <c:pt idx="4464">
                  <c:v>43182</c:v>
                </c:pt>
                <c:pt idx="4465">
                  <c:v>43183</c:v>
                </c:pt>
                <c:pt idx="4466">
                  <c:v>43184</c:v>
                </c:pt>
                <c:pt idx="4467">
                  <c:v>43185</c:v>
                </c:pt>
                <c:pt idx="4468">
                  <c:v>43186</c:v>
                </c:pt>
                <c:pt idx="4469">
                  <c:v>43187</c:v>
                </c:pt>
                <c:pt idx="4470">
                  <c:v>43188</c:v>
                </c:pt>
                <c:pt idx="4471">
                  <c:v>43189</c:v>
                </c:pt>
                <c:pt idx="4472">
                  <c:v>43190</c:v>
                </c:pt>
                <c:pt idx="4473">
                  <c:v>43191</c:v>
                </c:pt>
                <c:pt idx="4474">
                  <c:v>43192</c:v>
                </c:pt>
                <c:pt idx="4475">
                  <c:v>43193</c:v>
                </c:pt>
                <c:pt idx="4476">
                  <c:v>43194</c:v>
                </c:pt>
                <c:pt idx="4477">
                  <c:v>43195</c:v>
                </c:pt>
                <c:pt idx="4478">
                  <c:v>43196</c:v>
                </c:pt>
                <c:pt idx="4479">
                  <c:v>43197</c:v>
                </c:pt>
                <c:pt idx="4480">
                  <c:v>43198</c:v>
                </c:pt>
                <c:pt idx="4481">
                  <c:v>43199</c:v>
                </c:pt>
                <c:pt idx="4482">
                  <c:v>43200</c:v>
                </c:pt>
                <c:pt idx="4483">
                  <c:v>43201</c:v>
                </c:pt>
                <c:pt idx="4484">
                  <c:v>43202</c:v>
                </c:pt>
                <c:pt idx="4485">
                  <c:v>43203</c:v>
                </c:pt>
                <c:pt idx="4486">
                  <c:v>43204</c:v>
                </c:pt>
                <c:pt idx="4487">
                  <c:v>43205</c:v>
                </c:pt>
                <c:pt idx="4488">
                  <c:v>43206</c:v>
                </c:pt>
                <c:pt idx="4489">
                  <c:v>43207</c:v>
                </c:pt>
                <c:pt idx="4490">
                  <c:v>43208</c:v>
                </c:pt>
                <c:pt idx="4491">
                  <c:v>43209</c:v>
                </c:pt>
                <c:pt idx="4492">
                  <c:v>43210</c:v>
                </c:pt>
                <c:pt idx="4493">
                  <c:v>43211</c:v>
                </c:pt>
                <c:pt idx="4494">
                  <c:v>43212</c:v>
                </c:pt>
                <c:pt idx="4495">
                  <c:v>43213</c:v>
                </c:pt>
                <c:pt idx="4496">
                  <c:v>43214</c:v>
                </c:pt>
                <c:pt idx="4497">
                  <c:v>43215</c:v>
                </c:pt>
                <c:pt idx="4498">
                  <c:v>43216</c:v>
                </c:pt>
                <c:pt idx="4499">
                  <c:v>43217</c:v>
                </c:pt>
                <c:pt idx="4500">
                  <c:v>43218</c:v>
                </c:pt>
                <c:pt idx="4501">
                  <c:v>43219</c:v>
                </c:pt>
                <c:pt idx="4502">
                  <c:v>43220</c:v>
                </c:pt>
                <c:pt idx="4503">
                  <c:v>43221</c:v>
                </c:pt>
                <c:pt idx="4504">
                  <c:v>43222</c:v>
                </c:pt>
                <c:pt idx="4505">
                  <c:v>43223</c:v>
                </c:pt>
                <c:pt idx="4506">
                  <c:v>43224</c:v>
                </c:pt>
                <c:pt idx="4507">
                  <c:v>43225</c:v>
                </c:pt>
                <c:pt idx="4508">
                  <c:v>43226</c:v>
                </c:pt>
                <c:pt idx="4509">
                  <c:v>43227</c:v>
                </c:pt>
                <c:pt idx="4510">
                  <c:v>43228</c:v>
                </c:pt>
                <c:pt idx="4511">
                  <c:v>43229</c:v>
                </c:pt>
                <c:pt idx="4512">
                  <c:v>43230</c:v>
                </c:pt>
                <c:pt idx="4513">
                  <c:v>43231</c:v>
                </c:pt>
                <c:pt idx="4514">
                  <c:v>43232</c:v>
                </c:pt>
                <c:pt idx="4515">
                  <c:v>43233</c:v>
                </c:pt>
                <c:pt idx="4516">
                  <c:v>43234</c:v>
                </c:pt>
                <c:pt idx="4517">
                  <c:v>43235</c:v>
                </c:pt>
                <c:pt idx="4518">
                  <c:v>43236</c:v>
                </c:pt>
                <c:pt idx="4519">
                  <c:v>43237</c:v>
                </c:pt>
                <c:pt idx="4520">
                  <c:v>43238</c:v>
                </c:pt>
                <c:pt idx="4521">
                  <c:v>43239</c:v>
                </c:pt>
                <c:pt idx="4522">
                  <c:v>43240</c:v>
                </c:pt>
                <c:pt idx="4523">
                  <c:v>43241</c:v>
                </c:pt>
                <c:pt idx="4524">
                  <c:v>43242</c:v>
                </c:pt>
                <c:pt idx="4525">
                  <c:v>43243</c:v>
                </c:pt>
                <c:pt idx="4526">
                  <c:v>43244</c:v>
                </c:pt>
                <c:pt idx="4527">
                  <c:v>43245</c:v>
                </c:pt>
                <c:pt idx="4528">
                  <c:v>43246</c:v>
                </c:pt>
                <c:pt idx="4529">
                  <c:v>43247</c:v>
                </c:pt>
                <c:pt idx="4530">
                  <c:v>43248</c:v>
                </c:pt>
                <c:pt idx="4531">
                  <c:v>43249</c:v>
                </c:pt>
                <c:pt idx="4532">
                  <c:v>43250</c:v>
                </c:pt>
                <c:pt idx="4533">
                  <c:v>43251</c:v>
                </c:pt>
                <c:pt idx="4534">
                  <c:v>43252</c:v>
                </c:pt>
                <c:pt idx="4535">
                  <c:v>43253</c:v>
                </c:pt>
                <c:pt idx="4536">
                  <c:v>43254</c:v>
                </c:pt>
                <c:pt idx="4537">
                  <c:v>43255</c:v>
                </c:pt>
                <c:pt idx="4538">
                  <c:v>43256</c:v>
                </c:pt>
                <c:pt idx="4539">
                  <c:v>43257</c:v>
                </c:pt>
                <c:pt idx="4540">
                  <c:v>43258</c:v>
                </c:pt>
                <c:pt idx="4541">
                  <c:v>43259</c:v>
                </c:pt>
                <c:pt idx="4542">
                  <c:v>43260</c:v>
                </c:pt>
                <c:pt idx="4543">
                  <c:v>43261</c:v>
                </c:pt>
                <c:pt idx="4544">
                  <c:v>43262</c:v>
                </c:pt>
                <c:pt idx="4545">
                  <c:v>43263</c:v>
                </c:pt>
                <c:pt idx="4546">
                  <c:v>43264</c:v>
                </c:pt>
                <c:pt idx="4547">
                  <c:v>43265</c:v>
                </c:pt>
                <c:pt idx="4548">
                  <c:v>43266</c:v>
                </c:pt>
                <c:pt idx="4549">
                  <c:v>43267</c:v>
                </c:pt>
                <c:pt idx="4550">
                  <c:v>43268</c:v>
                </c:pt>
                <c:pt idx="4551">
                  <c:v>43269</c:v>
                </c:pt>
                <c:pt idx="4552">
                  <c:v>43270</c:v>
                </c:pt>
                <c:pt idx="4553">
                  <c:v>43271</c:v>
                </c:pt>
                <c:pt idx="4554">
                  <c:v>43272</c:v>
                </c:pt>
                <c:pt idx="4555">
                  <c:v>43273</c:v>
                </c:pt>
                <c:pt idx="4556">
                  <c:v>43274</c:v>
                </c:pt>
                <c:pt idx="4557">
                  <c:v>43275</c:v>
                </c:pt>
                <c:pt idx="4558">
                  <c:v>43276</c:v>
                </c:pt>
                <c:pt idx="4559">
                  <c:v>43277</c:v>
                </c:pt>
                <c:pt idx="4560">
                  <c:v>43278</c:v>
                </c:pt>
                <c:pt idx="4561">
                  <c:v>43279</c:v>
                </c:pt>
                <c:pt idx="4562">
                  <c:v>43280</c:v>
                </c:pt>
                <c:pt idx="4563">
                  <c:v>43281</c:v>
                </c:pt>
                <c:pt idx="4564">
                  <c:v>43282</c:v>
                </c:pt>
                <c:pt idx="4565">
                  <c:v>43283</c:v>
                </c:pt>
                <c:pt idx="4566">
                  <c:v>43284</c:v>
                </c:pt>
                <c:pt idx="4567">
                  <c:v>43285</c:v>
                </c:pt>
                <c:pt idx="4568">
                  <c:v>43286</c:v>
                </c:pt>
                <c:pt idx="4569">
                  <c:v>43287</c:v>
                </c:pt>
                <c:pt idx="4570">
                  <c:v>43288</c:v>
                </c:pt>
                <c:pt idx="4571">
                  <c:v>43289</c:v>
                </c:pt>
                <c:pt idx="4572">
                  <c:v>43290</c:v>
                </c:pt>
                <c:pt idx="4573">
                  <c:v>43291</c:v>
                </c:pt>
                <c:pt idx="4574">
                  <c:v>43292</c:v>
                </c:pt>
                <c:pt idx="4575">
                  <c:v>43293</c:v>
                </c:pt>
                <c:pt idx="4576">
                  <c:v>43294</c:v>
                </c:pt>
                <c:pt idx="4577">
                  <c:v>43295</c:v>
                </c:pt>
                <c:pt idx="4578">
                  <c:v>43296</c:v>
                </c:pt>
                <c:pt idx="4579">
                  <c:v>43297</c:v>
                </c:pt>
                <c:pt idx="4580">
                  <c:v>43298</c:v>
                </c:pt>
                <c:pt idx="4581">
                  <c:v>43299</c:v>
                </c:pt>
                <c:pt idx="4582">
                  <c:v>43300</c:v>
                </c:pt>
                <c:pt idx="4583">
                  <c:v>43301</c:v>
                </c:pt>
                <c:pt idx="4584">
                  <c:v>43302</c:v>
                </c:pt>
                <c:pt idx="4585">
                  <c:v>43303</c:v>
                </c:pt>
                <c:pt idx="4586">
                  <c:v>43304</c:v>
                </c:pt>
                <c:pt idx="4587">
                  <c:v>43305</c:v>
                </c:pt>
                <c:pt idx="4588">
                  <c:v>43306</c:v>
                </c:pt>
                <c:pt idx="4589">
                  <c:v>43307</c:v>
                </c:pt>
                <c:pt idx="4590">
                  <c:v>43308</c:v>
                </c:pt>
                <c:pt idx="4591">
                  <c:v>43309</c:v>
                </c:pt>
                <c:pt idx="4592">
                  <c:v>43310</c:v>
                </c:pt>
                <c:pt idx="4593">
                  <c:v>43311</c:v>
                </c:pt>
                <c:pt idx="4594">
                  <c:v>43312</c:v>
                </c:pt>
                <c:pt idx="4595">
                  <c:v>43313</c:v>
                </c:pt>
                <c:pt idx="4596">
                  <c:v>43314</c:v>
                </c:pt>
                <c:pt idx="4597">
                  <c:v>43315</c:v>
                </c:pt>
                <c:pt idx="4598">
                  <c:v>43316</c:v>
                </c:pt>
                <c:pt idx="4599">
                  <c:v>43317</c:v>
                </c:pt>
                <c:pt idx="4600">
                  <c:v>43318</c:v>
                </c:pt>
                <c:pt idx="4601">
                  <c:v>43319</c:v>
                </c:pt>
                <c:pt idx="4602">
                  <c:v>43320</c:v>
                </c:pt>
                <c:pt idx="4603">
                  <c:v>43321</c:v>
                </c:pt>
                <c:pt idx="4604">
                  <c:v>43322</c:v>
                </c:pt>
                <c:pt idx="4605">
                  <c:v>43323</c:v>
                </c:pt>
                <c:pt idx="4606">
                  <c:v>43324</c:v>
                </c:pt>
                <c:pt idx="4607">
                  <c:v>43325</c:v>
                </c:pt>
                <c:pt idx="4608">
                  <c:v>43326</c:v>
                </c:pt>
                <c:pt idx="4609">
                  <c:v>43327</c:v>
                </c:pt>
                <c:pt idx="4610">
                  <c:v>43328</c:v>
                </c:pt>
                <c:pt idx="4611">
                  <c:v>43329</c:v>
                </c:pt>
                <c:pt idx="4612">
                  <c:v>43330</c:v>
                </c:pt>
                <c:pt idx="4613">
                  <c:v>43331</c:v>
                </c:pt>
                <c:pt idx="4614">
                  <c:v>43332</c:v>
                </c:pt>
                <c:pt idx="4615">
                  <c:v>43333</c:v>
                </c:pt>
                <c:pt idx="4616">
                  <c:v>43334</c:v>
                </c:pt>
                <c:pt idx="4617">
                  <c:v>43335</c:v>
                </c:pt>
                <c:pt idx="4618">
                  <c:v>43336</c:v>
                </c:pt>
                <c:pt idx="4619">
                  <c:v>43337</c:v>
                </c:pt>
                <c:pt idx="4620">
                  <c:v>43338</c:v>
                </c:pt>
                <c:pt idx="4621">
                  <c:v>43339</c:v>
                </c:pt>
                <c:pt idx="4622">
                  <c:v>43340</c:v>
                </c:pt>
                <c:pt idx="4623">
                  <c:v>43341</c:v>
                </c:pt>
                <c:pt idx="4624">
                  <c:v>43342</c:v>
                </c:pt>
                <c:pt idx="4625">
                  <c:v>43343</c:v>
                </c:pt>
                <c:pt idx="4626">
                  <c:v>43344</c:v>
                </c:pt>
                <c:pt idx="4627">
                  <c:v>43345</c:v>
                </c:pt>
                <c:pt idx="4628">
                  <c:v>43346</c:v>
                </c:pt>
                <c:pt idx="4629">
                  <c:v>43347</c:v>
                </c:pt>
                <c:pt idx="4630">
                  <c:v>43348</c:v>
                </c:pt>
                <c:pt idx="4631">
                  <c:v>43349</c:v>
                </c:pt>
                <c:pt idx="4632">
                  <c:v>43350</c:v>
                </c:pt>
                <c:pt idx="4633">
                  <c:v>43351</c:v>
                </c:pt>
                <c:pt idx="4634">
                  <c:v>43352</c:v>
                </c:pt>
                <c:pt idx="4635">
                  <c:v>43353</c:v>
                </c:pt>
                <c:pt idx="4636">
                  <c:v>43354</c:v>
                </c:pt>
                <c:pt idx="4637">
                  <c:v>43355</c:v>
                </c:pt>
                <c:pt idx="4638">
                  <c:v>43356</c:v>
                </c:pt>
                <c:pt idx="4639">
                  <c:v>43357</c:v>
                </c:pt>
                <c:pt idx="4640">
                  <c:v>43358</c:v>
                </c:pt>
                <c:pt idx="4641">
                  <c:v>43359</c:v>
                </c:pt>
                <c:pt idx="4642">
                  <c:v>43360</c:v>
                </c:pt>
                <c:pt idx="4643">
                  <c:v>43361</c:v>
                </c:pt>
                <c:pt idx="4644">
                  <c:v>43362</c:v>
                </c:pt>
                <c:pt idx="4645">
                  <c:v>43363</c:v>
                </c:pt>
                <c:pt idx="4646">
                  <c:v>43364</c:v>
                </c:pt>
                <c:pt idx="4647">
                  <c:v>43365</c:v>
                </c:pt>
                <c:pt idx="4648">
                  <c:v>43366</c:v>
                </c:pt>
                <c:pt idx="4649">
                  <c:v>43367</c:v>
                </c:pt>
                <c:pt idx="4650">
                  <c:v>43368</c:v>
                </c:pt>
                <c:pt idx="4651">
                  <c:v>43369</c:v>
                </c:pt>
                <c:pt idx="4652">
                  <c:v>43370</c:v>
                </c:pt>
                <c:pt idx="4653">
                  <c:v>43371</c:v>
                </c:pt>
                <c:pt idx="4654">
                  <c:v>43372</c:v>
                </c:pt>
                <c:pt idx="4655">
                  <c:v>43373</c:v>
                </c:pt>
                <c:pt idx="4656">
                  <c:v>43374</c:v>
                </c:pt>
                <c:pt idx="4657">
                  <c:v>43375</c:v>
                </c:pt>
                <c:pt idx="4658">
                  <c:v>43376</c:v>
                </c:pt>
                <c:pt idx="4659">
                  <c:v>43377</c:v>
                </c:pt>
                <c:pt idx="4660">
                  <c:v>43378</c:v>
                </c:pt>
                <c:pt idx="4661">
                  <c:v>43379</c:v>
                </c:pt>
                <c:pt idx="4662">
                  <c:v>43380</c:v>
                </c:pt>
                <c:pt idx="4663">
                  <c:v>43381</c:v>
                </c:pt>
                <c:pt idx="4664">
                  <c:v>43382</c:v>
                </c:pt>
                <c:pt idx="4665">
                  <c:v>43383</c:v>
                </c:pt>
                <c:pt idx="4666">
                  <c:v>43384</c:v>
                </c:pt>
                <c:pt idx="4667">
                  <c:v>43385</c:v>
                </c:pt>
                <c:pt idx="4668">
                  <c:v>43386</c:v>
                </c:pt>
                <c:pt idx="4669">
                  <c:v>43387</c:v>
                </c:pt>
                <c:pt idx="4670">
                  <c:v>43388</c:v>
                </c:pt>
                <c:pt idx="4671">
                  <c:v>43389</c:v>
                </c:pt>
                <c:pt idx="4672">
                  <c:v>43390</c:v>
                </c:pt>
                <c:pt idx="4673">
                  <c:v>43391</c:v>
                </c:pt>
                <c:pt idx="4674">
                  <c:v>43392</c:v>
                </c:pt>
                <c:pt idx="4675">
                  <c:v>43393</c:v>
                </c:pt>
                <c:pt idx="4676">
                  <c:v>43394</c:v>
                </c:pt>
                <c:pt idx="4677">
                  <c:v>43395</c:v>
                </c:pt>
                <c:pt idx="4678">
                  <c:v>43396</c:v>
                </c:pt>
                <c:pt idx="4679">
                  <c:v>43397</c:v>
                </c:pt>
                <c:pt idx="4680">
                  <c:v>43398</c:v>
                </c:pt>
                <c:pt idx="4681">
                  <c:v>43399</c:v>
                </c:pt>
                <c:pt idx="4682">
                  <c:v>43400</c:v>
                </c:pt>
                <c:pt idx="4683">
                  <c:v>43401</c:v>
                </c:pt>
                <c:pt idx="4684">
                  <c:v>43402</c:v>
                </c:pt>
                <c:pt idx="4685">
                  <c:v>43403</c:v>
                </c:pt>
                <c:pt idx="4686">
                  <c:v>43404</c:v>
                </c:pt>
                <c:pt idx="4687">
                  <c:v>43405</c:v>
                </c:pt>
                <c:pt idx="4688">
                  <c:v>43406</c:v>
                </c:pt>
                <c:pt idx="4689">
                  <c:v>43407</c:v>
                </c:pt>
                <c:pt idx="4690">
                  <c:v>43408</c:v>
                </c:pt>
                <c:pt idx="4691">
                  <c:v>43409</c:v>
                </c:pt>
                <c:pt idx="4692">
                  <c:v>43410</c:v>
                </c:pt>
                <c:pt idx="4693">
                  <c:v>43411</c:v>
                </c:pt>
                <c:pt idx="4694">
                  <c:v>43412</c:v>
                </c:pt>
                <c:pt idx="4695">
                  <c:v>43413</c:v>
                </c:pt>
                <c:pt idx="4696">
                  <c:v>43414</c:v>
                </c:pt>
                <c:pt idx="4697">
                  <c:v>43415</c:v>
                </c:pt>
                <c:pt idx="4698">
                  <c:v>43416</c:v>
                </c:pt>
                <c:pt idx="4699">
                  <c:v>43417</c:v>
                </c:pt>
                <c:pt idx="4700">
                  <c:v>43418</c:v>
                </c:pt>
                <c:pt idx="4701">
                  <c:v>43419</c:v>
                </c:pt>
                <c:pt idx="4702">
                  <c:v>43420</c:v>
                </c:pt>
                <c:pt idx="4703">
                  <c:v>43421</c:v>
                </c:pt>
                <c:pt idx="4704">
                  <c:v>43422</c:v>
                </c:pt>
                <c:pt idx="4705">
                  <c:v>43423</c:v>
                </c:pt>
                <c:pt idx="4706">
                  <c:v>43424</c:v>
                </c:pt>
                <c:pt idx="4707">
                  <c:v>43425</c:v>
                </c:pt>
                <c:pt idx="4708">
                  <c:v>43426</c:v>
                </c:pt>
                <c:pt idx="4709">
                  <c:v>43427</c:v>
                </c:pt>
                <c:pt idx="4710">
                  <c:v>43428</c:v>
                </c:pt>
                <c:pt idx="4711">
                  <c:v>43429</c:v>
                </c:pt>
                <c:pt idx="4712">
                  <c:v>43430</c:v>
                </c:pt>
                <c:pt idx="4713">
                  <c:v>43431</c:v>
                </c:pt>
                <c:pt idx="4714">
                  <c:v>43432</c:v>
                </c:pt>
                <c:pt idx="4715">
                  <c:v>43433</c:v>
                </c:pt>
                <c:pt idx="4716">
                  <c:v>43434</c:v>
                </c:pt>
                <c:pt idx="4717">
                  <c:v>43435</c:v>
                </c:pt>
                <c:pt idx="4718">
                  <c:v>43436</c:v>
                </c:pt>
                <c:pt idx="4719">
                  <c:v>43437</c:v>
                </c:pt>
                <c:pt idx="4720">
                  <c:v>43438</c:v>
                </c:pt>
                <c:pt idx="4721">
                  <c:v>43439</c:v>
                </c:pt>
                <c:pt idx="4722">
                  <c:v>43440</c:v>
                </c:pt>
                <c:pt idx="4723">
                  <c:v>43441</c:v>
                </c:pt>
                <c:pt idx="4724">
                  <c:v>43442</c:v>
                </c:pt>
                <c:pt idx="4725">
                  <c:v>43443</c:v>
                </c:pt>
                <c:pt idx="4726">
                  <c:v>43444</c:v>
                </c:pt>
                <c:pt idx="4727">
                  <c:v>43445</c:v>
                </c:pt>
                <c:pt idx="4728">
                  <c:v>43446</c:v>
                </c:pt>
                <c:pt idx="4729">
                  <c:v>43447</c:v>
                </c:pt>
                <c:pt idx="4730">
                  <c:v>43448</c:v>
                </c:pt>
                <c:pt idx="4731">
                  <c:v>43449</c:v>
                </c:pt>
                <c:pt idx="4732">
                  <c:v>43450</c:v>
                </c:pt>
                <c:pt idx="4733">
                  <c:v>43451</c:v>
                </c:pt>
                <c:pt idx="4734">
                  <c:v>43452</c:v>
                </c:pt>
                <c:pt idx="4735">
                  <c:v>43453</c:v>
                </c:pt>
                <c:pt idx="4736">
                  <c:v>43454</c:v>
                </c:pt>
                <c:pt idx="4737">
                  <c:v>43455</c:v>
                </c:pt>
                <c:pt idx="4738">
                  <c:v>43456</c:v>
                </c:pt>
                <c:pt idx="4739">
                  <c:v>43457</c:v>
                </c:pt>
                <c:pt idx="4740">
                  <c:v>43458</c:v>
                </c:pt>
                <c:pt idx="4741">
                  <c:v>43459</c:v>
                </c:pt>
                <c:pt idx="4742">
                  <c:v>43460</c:v>
                </c:pt>
                <c:pt idx="4743">
                  <c:v>43461</c:v>
                </c:pt>
                <c:pt idx="4744">
                  <c:v>43462</c:v>
                </c:pt>
                <c:pt idx="4745">
                  <c:v>43463</c:v>
                </c:pt>
                <c:pt idx="4746">
                  <c:v>43464</c:v>
                </c:pt>
                <c:pt idx="4747">
                  <c:v>43465</c:v>
                </c:pt>
                <c:pt idx="4748">
                  <c:v>43466</c:v>
                </c:pt>
                <c:pt idx="4749">
                  <c:v>43467</c:v>
                </c:pt>
                <c:pt idx="4750">
                  <c:v>43468</c:v>
                </c:pt>
                <c:pt idx="4751">
                  <c:v>43469</c:v>
                </c:pt>
                <c:pt idx="4752">
                  <c:v>43470</c:v>
                </c:pt>
                <c:pt idx="4753">
                  <c:v>43471</c:v>
                </c:pt>
                <c:pt idx="4754">
                  <c:v>43472</c:v>
                </c:pt>
                <c:pt idx="4755">
                  <c:v>43473</c:v>
                </c:pt>
                <c:pt idx="4756">
                  <c:v>43474</c:v>
                </c:pt>
                <c:pt idx="4757">
                  <c:v>43475</c:v>
                </c:pt>
                <c:pt idx="4758">
                  <c:v>43476</c:v>
                </c:pt>
                <c:pt idx="4759">
                  <c:v>43477</c:v>
                </c:pt>
                <c:pt idx="4760">
                  <c:v>43478</c:v>
                </c:pt>
                <c:pt idx="4761">
                  <c:v>43479</c:v>
                </c:pt>
                <c:pt idx="4762">
                  <c:v>43480</c:v>
                </c:pt>
                <c:pt idx="4763">
                  <c:v>43481</c:v>
                </c:pt>
                <c:pt idx="4764">
                  <c:v>43482</c:v>
                </c:pt>
                <c:pt idx="4765">
                  <c:v>43483</c:v>
                </c:pt>
                <c:pt idx="4766">
                  <c:v>43484</c:v>
                </c:pt>
                <c:pt idx="4767">
                  <c:v>43485</c:v>
                </c:pt>
                <c:pt idx="4768">
                  <c:v>43486</c:v>
                </c:pt>
                <c:pt idx="4769">
                  <c:v>43487</c:v>
                </c:pt>
                <c:pt idx="4770">
                  <c:v>43488</c:v>
                </c:pt>
                <c:pt idx="4771">
                  <c:v>43489</c:v>
                </c:pt>
                <c:pt idx="4772">
                  <c:v>43490</c:v>
                </c:pt>
                <c:pt idx="4773">
                  <c:v>43491</c:v>
                </c:pt>
                <c:pt idx="4774">
                  <c:v>43492</c:v>
                </c:pt>
                <c:pt idx="4775">
                  <c:v>43493</c:v>
                </c:pt>
                <c:pt idx="4776">
                  <c:v>43494</c:v>
                </c:pt>
                <c:pt idx="4777">
                  <c:v>43495</c:v>
                </c:pt>
                <c:pt idx="4778">
                  <c:v>43496</c:v>
                </c:pt>
                <c:pt idx="4779">
                  <c:v>43497</c:v>
                </c:pt>
                <c:pt idx="4780">
                  <c:v>43498</c:v>
                </c:pt>
                <c:pt idx="4781">
                  <c:v>43499</c:v>
                </c:pt>
                <c:pt idx="4782">
                  <c:v>43500</c:v>
                </c:pt>
                <c:pt idx="4783">
                  <c:v>43501</c:v>
                </c:pt>
                <c:pt idx="4784">
                  <c:v>43502</c:v>
                </c:pt>
                <c:pt idx="4785">
                  <c:v>43503</c:v>
                </c:pt>
                <c:pt idx="4786">
                  <c:v>43504</c:v>
                </c:pt>
                <c:pt idx="4787">
                  <c:v>43505</c:v>
                </c:pt>
                <c:pt idx="4788">
                  <c:v>43506</c:v>
                </c:pt>
                <c:pt idx="4789">
                  <c:v>43507</c:v>
                </c:pt>
                <c:pt idx="4790">
                  <c:v>43508</c:v>
                </c:pt>
                <c:pt idx="4791">
                  <c:v>43509</c:v>
                </c:pt>
                <c:pt idx="4792">
                  <c:v>43510</c:v>
                </c:pt>
                <c:pt idx="4793">
                  <c:v>43511</c:v>
                </c:pt>
                <c:pt idx="4794">
                  <c:v>43512</c:v>
                </c:pt>
                <c:pt idx="4795">
                  <c:v>43513</c:v>
                </c:pt>
                <c:pt idx="4796">
                  <c:v>43514</c:v>
                </c:pt>
                <c:pt idx="4797">
                  <c:v>43515</c:v>
                </c:pt>
                <c:pt idx="4798">
                  <c:v>43516</c:v>
                </c:pt>
                <c:pt idx="4799">
                  <c:v>43517</c:v>
                </c:pt>
                <c:pt idx="4800">
                  <c:v>43518</c:v>
                </c:pt>
                <c:pt idx="4801">
                  <c:v>43519</c:v>
                </c:pt>
                <c:pt idx="4802">
                  <c:v>43520</c:v>
                </c:pt>
                <c:pt idx="4803">
                  <c:v>43521</c:v>
                </c:pt>
                <c:pt idx="4804">
                  <c:v>43522</c:v>
                </c:pt>
                <c:pt idx="4805">
                  <c:v>43523</c:v>
                </c:pt>
                <c:pt idx="4806">
                  <c:v>43524</c:v>
                </c:pt>
                <c:pt idx="4807">
                  <c:v>43525</c:v>
                </c:pt>
                <c:pt idx="4808">
                  <c:v>43526</c:v>
                </c:pt>
                <c:pt idx="4809">
                  <c:v>43527</c:v>
                </c:pt>
                <c:pt idx="4810">
                  <c:v>43528</c:v>
                </c:pt>
                <c:pt idx="4811">
                  <c:v>43529</c:v>
                </c:pt>
                <c:pt idx="4812">
                  <c:v>43530</c:v>
                </c:pt>
                <c:pt idx="4813">
                  <c:v>43531</c:v>
                </c:pt>
                <c:pt idx="4814">
                  <c:v>43532</c:v>
                </c:pt>
                <c:pt idx="4815">
                  <c:v>43533</c:v>
                </c:pt>
                <c:pt idx="4816">
                  <c:v>43534</c:v>
                </c:pt>
                <c:pt idx="4817">
                  <c:v>43535</c:v>
                </c:pt>
                <c:pt idx="4818">
                  <c:v>43536</c:v>
                </c:pt>
                <c:pt idx="4819">
                  <c:v>43537</c:v>
                </c:pt>
                <c:pt idx="4820">
                  <c:v>43538</c:v>
                </c:pt>
                <c:pt idx="4821">
                  <c:v>43539</c:v>
                </c:pt>
                <c:pt idx="4822">
                  <c:v>43540</c:v>
                </c:pt>
                <c:pt idx="4823">
                  <c:v>43541</c:v>
                </c:pt>
                <c:pt idx="4824">
                  <c:v>43542</c:v>
                </c:pt>
                <c:pt idx="4825">
                  <c:v>43543</c:v>
                </c:pt>
                <c:pt idx="4826">
                  <c:v>43544</c:v>
                </c:pt>
                <c:pt idx="4827">
                  <c:v>43545</c:v>
                </c:pt>
                <c:pt idx="4828">
                  <c:v>43546</c:v>
                </c:pt>
                <c:pt idx="4829">
                  <c:v>43547</c:v>
                </c:pt>
                <c:pt idx="4830">
                  <c:v>43548</c:v>
                </c:pt>
                <c:pt idx="4831">
                  <c:v>43549</c:v>
                </c:pt>
                <c:pt idx="4832">
                  <c:v>43550</c:v>
                </c:pt>
                <c:pt idx="4833">
                  <c:v>43551</c:v>
                </c:pt>
                <c:pt idx="4834">
                  <c:v>43552</c:v>
                </c:pt>
                <c:pt idx="4835">
                  <c:v>43553</c:v>
                </c:pt>
                <c:pt idx="4836">
                  <c:v>43554</c:v>
                </c:pt>
                <c:pt idx="4837">
                  <c:v>43555</c:v>
                </c:pt>
                <c:pt idx="4838">
                  <c:v>43556</c:v>
                </c:pt>
                <c:pt idx="4839">
                  <c:v>43557</c:v>
                </c:pt>
                <c:pt idx="4840">
                  <c:v>43558</c:v>
                </c:pt>
                <c:pt idx="4841">
                  <c:v>43559</c:v>
                </c:pt>
                <c:pt idx="4842">
                  <c:v>43560</c:v>
                </c:pt>
                <c:pt idx="4843">
                  <c:v>43561</c:v>
                </c:pt>
                <c:pt idx="4844">
                  <c:v>43562</c:v>
                </c:pt>
                <c:pt idx="4845">
                  <c:v>43563</c:v>
                </c:pt>
                <c:pt idx="4846">
                  <c:v>43564</c:v>
                </c:pt>
                <c:pt idx="4847">
                  <c:v>43565</c:v>
                </c:pt>
                <c:pt idx="4848">
                  <c:v>43566</c:v>
                </c:pt>
                <c:pt idx="4849">
                  <c:v>43567</c:v>
                </c:pt>
                <c:pt idx="4850">
                  <c:v>43568</c:v>
                </c:pt>
                <c:pt idx="4851">
                  <c:v>43569</c:v>
                </c:pt>
                <c:pt idx="4852">
                  <c:v>43570</c:v>
                </c:pt>
                <c:pt idx="4853">
                  <c:v>43571</c:v>
                </c:pt>
                <c:pt idx="4854">
                  <c:v>43572</c:v>
                </c:pt>
                <c:pt idx="4855">
                  <c:v>43573</c:v>
                </c:pt>
                <c:pt idx="4856">
                  <c:v>43574</c:v>
                </c:pt>
                <c:pt idx="4857">
                  <c:v>43575</c:v>
                </c:pt>
                <c:pt idx="4858">
                  <c:v>43576</c:v>
                </c:pt>
                <c:pt idx="4859">
                  <c:v>43577</c:v>
                </c:pt>
                <c:pt idx="4860">
                  <c:v>43578</c:v>
                </c:pt>
                <c:pt idx="4861">
                  <c:v>43579</c:v>
                </c:pt>
                <c:pt idx="4862">
                  <c:v>43580</c:v>
                </c:pt>
                <c:pt idx="4863">
                  <c:v>43581</c:v>
                </c:pt>
                <c:pt idx="4864">
                  <c:v>43582</c:v>
                </c:pt>
                <c:pt idx="4865">
                  <c:v>43583</c:v>
                </c:pt>
                <c:pt idx="4866">
                  <c:v>43584</c:v>
                </c:pt>
                <c:pt idx="4867">
                  <c:v>43585</c:v>
                </c:pt>
                <c:pt idx="4868">
                  <c:v>43586</c:v>
                </c:pt>
                <c:pt idx="4869">
                  <c:v>43587</c:v>
                </c:pt>
                <c:pt idx="4870">
                  <c:v>43588</c:v>
                </c:pt>
                <c:pt idx="4871">
                  <c:v>43589</c:v>
                </c:pt>
                <c:pt idx="4872">
                  <c:v>43590</c:v>
                </c:pt>
                <c:pt idx="4873">
                  <c:v>43591</c:v>
                </c:pt>
                <c:pt idx="4874">
                  <c:v>43592</c:v>
                </c:pt>
                <c:pt idx="4875">
                  <c:v>43593</c:v>
                </c:pt>
                <c:pt idx="4876">
                  <c:v>43594</c:v>
                </c:pt>
                <c:pt idx="4877">
                  <c:v>43595</c:v>
                </c:pt>
                <c:pt idx="4878">
                  <c:v>43596</c:v>
                </c:pt>
                <c:pt idx="4879">
                  <c:v>43597</c:v>
                </c:pt>
                <c:pt idx="4880">
                  <c:v>43598</c:v>
                </c:pt>
                <c:pt idx="4881">
                  <c:v>43599</c:v>
                </c:pt>
                <c:pt idx="4882">
                  <c:v>43600</c:v>
                </c:pt>
                <c:pt idx="4883">
                  <c:v>43601</c:v>
                </c:pt>
                <c:pt idx="4884">
                  <c:v>43602</c:v>
                </c:pt>
                <c:pt idx="4885">
                  <c:v>43603</c:v>
                </c:pt>
                <c:pt idx="4886">
                  <c:v>43604</c:v>
                </c:pt>
                <c:pt idx="4887">
                  <c:v>43605</c:v>
                </c:pt>
                <c:pt idx="4888">
                  <c:v>43606</c:v>
                </c:pt>
                <c:pt idx="4889">
                  <c:v>43607</c:v>
                </c:pt>
                <c:pt idx="4890">
                  <c:v>43608</c:v>
                </c:pt>
                <c:pt idx="4891">
                  <c:v>43609</c:v>
                </c:pt>
                <c:pt idx="4892">
                  <c:v>43610</c:v>
                </c:pt>
                <c:pt idx="4893">
                  <c:v>43611</c:v>
                </c:pt>
                <c:pt idx="4894">
                  <c:v>43612</c:v>
                </c:pt>
                <c:pt idx="4895">
                  <c:v>43613</c:v>
                </c:pt>
                <c:pt idx="4896">
                  <c:v>43614</c:v>
                </c:pt>
                <c:pt idx="4897">
                  <c:v>43615</c:v>
                </c:pt>
                <c:pt idx="4898">
                  <c:v>43616</c:v>
                </c:pt>
                <c:pt idx="4899">
                  <c:v>43617</c:v>
                </c:pt>
                <c:pt idx="4900">
                  <c:v>43618</c:v>
                </c:pt>
                <c:pt idx="4901">
                  <c:v>43619</c:v>
                </c:pt>
                <c:pt idx="4902">
                  <c:v>43620</c:v>
                </c:pt>
                <c:pt idx="4903">
                  <c:v>43621</c:v>
                </c:pt>
                <c:pt idx="4904">
                  <c:v>43622</c:v>
                </c:pt>
                <c:pt idx="4905">
                  <c:v>43623</c:v>
                </c:pt>
                <c:pt idx="4906">
                  <c:v>43624</c:v>
                </c:pt>
                <c:pt idx="4907">
                  <c:v>43625</c:v>
                </c:pt>
                <c:pt idx="4908">
                  <c:v>43626</c:v>
                </c:pt>
                <c:pt idx="4909">
                  <c:v>43627</c:v>
                </c:pt>
                <c:pt idx="4910">
                  <c:v>43628</c:v>
                </c:pt>
                <c:pt idx="4911">
                  <c:v>43629</c:v>
                </c:pt>
                <c:pt idx="4912">
                  <c:v>43630</c:v>
                </c:pt>
                <c:pt idx="4913">
                  <c:v>43631</c:v>
                </c:pt>
                <c:pt idx="4914">
                  <c:v>43632</c:v>
                </c:pt>
                <c:pt idx="4915">
                  <c:v>43633</c:v>
                </c:pt>
                <c:pt idx="4916">
                  <c:v>43634</c:v>
                </c:pt>
                <c:pt idx="4917">
                  <c:v>43635</c:v>
                </c:pt>
                <c:pt idx="4918">
                  <c:v>43636</c:v>
                </c:pt>
                <c:pt idx="4919">
                  <c:v>43637</c:v>
                </c:pt>
                <c:pt idx="4920">
                  <c:v>43638</c:v>
                </c:pt>
                <c:pt idx="4921">
                  <c:v>43639</c:v>
                </c:pt>
                <c:pt idx="4922">
                  <c:v>43640</c:v>
                </c:pt>
                <c:pt idx="4923">
                  <c:v>43641</c:v>
                </c:pt>
                <c:pt idx="4924">
                  <c:v>43642</c:v>
                </c:pt>
                <c:pt idx="4925">
                  <c:v>43643</c:v>
                </c:pt>
                <c:pt idx="4926">
                  <c:v>43644</c:v>
                </c:pt>
                <c:pt idx="4927">
                  <c:v>43645</c:v>
                </c:pt>
                <c:pt idx="4928">
                  <c:v>43646</c:v>
                </c:pt>
                <c:pt idx="4929">
                  <c:v>43647</c:v>
                </c:pt>
                <c:pt idx="4930">
                  <c:v>43648</c:v>
                </c:pt>
                <c:pt idx="4931">
                  <c:v>43649</c:v>
                </c:pt>
                <c:pt idx="4932">
                  <c:v>43650</c:v>
                </c:pt>
                <c:pt idx="4933">
                  <c:v>43651</c:v>
                </c:pt>
                <c:pt idx="4934">
                  <c:v>43652</c:v>
                </c:pt>
                <c:pt idx="4935">
                  <c:v>43653</c:v>
                </c:pt>
                <c:pt idx="4936">
                  <c:v>43654</c:v>
                </c:pt>
                <c:pt idx="4937">
                  <c:v>43655</c:v>
                </c:pt>
                <c:pt idx="4938">
                  <c:v>43656</c:v>
                </c:pt>
                <c:pt idx="4939">
                  <c:v>43657</c:v>
                </c:pt>
                <c:pt idx="4940">
                  <c:v>43658</c:v>
                </c:pt>
                <c:pt idx="4941">
                  <c:v>43659</c:v>
                </c:pt>
                <c:pt idx="4942">
                  <c:v>43660</c:v>
                </c:pt>
                <c:pt idx="4943">
                  <c:v>43661</c:v>
                </c:pt>
                <c:pt idx="4944">
                  <c:v>43662</c:v>
                </c:pt>
                <c:pt idx="4945">
                  <c:v>43663</c:v>
                </c:pt>
                <c:pt idx="4946">
                  <c:v>43664</c:v>
                </c:pt>
                <c:pt idx="4947">
                  <c:v>43665</c:v>
                </c:pt>
                <c:pt idx="4948">
                  <c:v>43666</c:v>
                </c:pt>
                <c:pt idx="4949">
                  <c:v>43667</c:v>
                </c:pt>
                <c:pt idx="4950">
                  <c:v>43668</c:v>
                </c:pt>
                <c:pt idx="4951">
                  <c:v>43669</c:v>
                </c:pt>
                <c:pt idx="4952">
                  <c:v>43670</c:v>
                </c:pt>
                <c:pt idx="4953">
                  <c:v>43671</c:v>
                </c:pt>
                <c:pt idx="4954">
                  <c:v>43672</c:v>
                </c:pt>
                <c:pt idx="4955">
                  <c:v>43673</c:v>
                </c:pt>
                <c:pt idx="4956">
                  <c:v>43674</c:v>
                </c:pt>
                <c:pt idx="4957">
                  <c:v>43675</c:v>
                </c:pt>
                <c:pt idx="4958">
                  <c:v>43676</c:v>
                </c:pt>
                <c:pt idx="4959">
                  <c:v>43677</c:v>
                </c:pt>
                <c:pt idx="4960">
                  <c:v>43678</c:v>
                </c:pt>
                <c:pt idx="4961">
                  <c:v>43679</c:v>
                </c:pt>
                <c:pt idx="4962">
                  <c:v>43680</c:v>
                </c:pt>
                <c:pt idx="4963">
                  <c:v>43681</c:v>
                </c:pt>
                <c:pt idx="4964">
                  <c:v>43682</c:v>
                </c:pt>
                <c:pt idx="4965">
                  <c:v>43683</c:v>
                </c:pt>
                <c:pt idx="4966">
                  <c:v>43684</c:v>
                </c:pt>
                <c:pt idx="4967">
                  <c:v>43685</c:v>
                </c:pt>
                <c:pt idx="4968">
                  <c:v>43686</c:v>
                </c:pt>
                <c:pt idx="4969">
                  <c:v>43687</c:v>
                </c:pt>
                <c:pt idx="4970">
                  <c:v>43688</c:v>
                </c:pt>
                <c:pt idx="4971">
                  <c:v>43689</c:v>
                </c:pt>
                <c:pt idx="4972">
                  <c:v>43690</c:v>
                </c:pt>
                <c:pt idx="4973">
                  <c:v>43691</c:v>
                </c:pt>
                <c:pt idx="4974">
                  <c:v>43692</c:v>
                </c:pt>
                <c:pt idx="4975">
                  <c:v>43693</c:v>
                </c:pt>
                <c:pt idx="4976">
                  <c:v>43694</c:v>
                </c:pt>
                <c:pt idx="4977">
                  <c:v>43695</c:v>
                </c:pt>
                <c:pt idx="4978">
                  <c:v>43696</c:v>
                </c:pt>
                <c:pt idx="4979">
                  <c:v>43697</c:v>
                </c:pt>
                <c:pt idx="4980">
                  <c:v>43698</c:v>
                </c:pt>
                <c:pt idx="4981">
                  <c:v>43699</c:v>
                </c:pt>
                <c:pt idx="4982">
                  <c:v>43700</c:v>
                </c:pt>
                <c:pt idx="4983">
                  <c:v>43701</c:v>
                </c:pt>
                <c:pt idx="4984">
                  <c:v>43702</c:v>
                </c:pt>
                <c:pt idx="4985">
                  <c:v>43703</c:v>
                </c:pt>
                <c:pt idx="4986">
                  <c:v>43704</c:v>
                </c:pt>
                <c:pt idx="4987">
                  <c:v>43705</c:v>
                </c:pt>
                <c:pt idx="4988">
                  <c:v>43706</c:v>
                </c:pt>
                <c:pt idx="4989">
                  <c:v>43707</c:v>
                </c:pt>
                <c:pt idx="4990">
                  <c:v>43708</c:v>
                </c:pt>
                <c:pt idx="4991">
                  <c:v>43709</c:v>
                </c:pt>
                <c:pt idx="4992">
                  <c:v>43710</c:v>
                </c:pt>
                <c:pt idx="4993">
                  <c:v>43711</c:v>
                </c:pt>
                <c:pt idx="4994">
                  <c:v>43712</c:v>
                </c:pt>
                <c:pt idx="4995">
                  <c:v>43713</c:v>
                </c:pt>
                <c:pt idx="4996">
                  <c:v>43714</c:v>
                </c:pt>
                <c:pt idx="4997">
                  <c:v>43715</c:v>
                </c:pt>
                <c:pt idx="4998">
                  <c:v>43716</c:v>
                </c:pt>
                <c:pt idx="4999">
                  <c:v>43717</c:v>
                </c:pt>
                <c:pt idx="5000">
                  <c:v>43718</c:v>
                </c:pt>
                <c:pt idx="5001">
                  <c:v>43719</c:v>
                </c:pt>
                <c:pt idx="5002">
                  <c:v>43720</c:v>
                </c:pt>
                <c:pt idx="5003">
                  <c:v>43721</c:v>
                </c:pt>
                <c:pt idx="5004">
                  <c:v>43722</c:v>
                </c:pt>
                <c:pt idx="5005">
                  <c:v>43723</c:v>
                </c:pt>
                <c:pt idx="5006">
                  <c:v>43724</c:v>
                </c:pt>
                <c:pt idx="5007">
                  <c:v>43725</c:v>
                </c:pt>
                <c:pt idx="5008">
                  <c:v>43726</c:v>
                </c:pt>
                <c:pt idx="5009">
                  <c:v>43727</c:v>
                </c:pt>
                <c:pt idx="5010">
                  <c:v>43728</c:v>
                </c:pt>
                <c:pt idx="5011">
                  <c:v>43729</c:v>
                </c:pt>
                <c:pt idx="5012">
                  <c:v>43730</c:v>
                </c:pt>
                <c:pt idx="5013">
                  <c:v>43731</c:v>
                </c:pt>
                <c:pt idx="5014">
                  <c:v>43732</c:v>
                </c:pt>
                <c:pt idx="5015">
                  <c:v>43733</c:v>
                </c:pt>
                <c:pt idx="5016">
                  <c:v>43734</c:v>
                </c:pt>
                <c:pt idx="5017">
                  <c:v>43735</c:v>
                </c:pt>
                <c:pt idx="5018">
                  <c:v>43736</c:v>
                </c:pt>
                <c:pt idx="5019">
                  <c:v>43737</c:v>
                </c:pt>
                <c:pt idx="5020">
                  <c:v>43738</c:v>
                </c:pt>
                <c:pt idx="5021">
                  <c:v>43739</c:v>
                </c:pt>
                <c:pt idx="5022">
                  <c:v>43740</c:v>
                </c:pt>
                <c:pt idx="5023">
                  <c:v>43741</c:v>
                </c:pt>
                <c:pt idx="5024">
                  <c:v>43742</c:v>
                </c:pt>
                <c:pt idx="5025">
                  <c:v>43743</c:v>
                </c:pt>
                <c:pt idx="5026">
                  <c:v>43744</c:v>
                </c:pt>
                <c:pt idx="5027">
                  <c:v>43745</c:v>
                </c:pt>
                <c:pt idx="5028">
                  <c:v>43746</c:v>
                </c:pt>
                <c:pt idx="5029">
                  <c:v>43747</c:v>
                </c:pt>
                <c:pt idx="5030">
                  <c:v>43748</c:v>
                </c:pt>
                <c:pt idx="5031">
                  <c:v>43749</c:v>
                </c:pt>
                <c:pt idx="5032">
                  <c:v>43750</c:v>
                </c:pt>
                <c:pt idx="5033">
                  <c:v>43751</c:v>
                </c:pt>
                <c:pt idx="5034">
                  <c:v>43752</c:v>
                </c:pt>
                <c:pt idx="5035">
                  <c:v>43753</c:v>
                </c:pt>
                <c:pt idx="5036">
                  <c:v>43754</c:v>
                </c:pt>
                <c:pt idx="5037">
                  <c:v>43755</c:v>
                </c:pt>
                <c:pt idx="5038">
                  <c:v>43756</c:v>
                </c:pt>
                <c:pt idx="5039">
                  <c:v>43757</c:v>
                </c:pt>
                <c:pt idx="5040">
                  <c:v>43758</c:v>
                </c:pt>
                <c:pt idx="5041">
                  <c:v>43759</c:v>
                </c:pt>
                <c:pt idx="5042">
                  <c:v>43760</c:v>
                </c:pt>
                <c:pt idx="5043">
                  <c:v>43761</c:v>
                </c:pt>
                <c:pt idx="5044">
                  <c:v>43762</c:v>
                </c:pt>
                <c:pt idx="5045">
                  <c:v>43763</c:v>
                </c:pt>
                <c:pt idx="5046">
                  <c:v>43764</c:v>
                </c:pt>
                <c:pt idx="5047">
                  <c:v>43765</c:v>
                </c:pt>
                <c:pt idx="5048">
                  <c:v>43766</c:v>
                </c:pt>
                <c:pt idx="5049">
                  <c:v>43767</c:v>
                </c:pt>
                <c:pt idx="5050">
                  <c:v>43768</c:v>
                </c:pt>
                <c:pt idx="5051">
                  <c:v>43769</c:v>
                </c:pt>
                <c:pt idx="5052">
                  <c:v>43770</c:v>
                </c:pt>
                <c:pt idx="5053">
                  <c:v>43771</c:v>
                </c:pt>
                <c:pt idx="5054">
                  <c:v>43772</c:v>
                </c:pt>
                <c:pt idx="5055">
                  <c:v>43773</c:v>
                </c:pt>
                <c:pt idx="5056">
                  <c:v>43774</c:v>
                </c:pt>
                <c:pt idx="5057">
                  <c:v>43775</c:v>
                </c:pt>
                <c:pt idx="5058">
                  <c:v>43776</c:v>
                </c:pt>
                <c:pt idx="5059">
                  <c:v>43777</c:v>
                </c:pt>
                <c:pt idx="5060">
                  <c:v>43778</c:v>
                </c:pt>
                <c:pt idx="5061">
                  <c:v>43779</c:v>
                </c:pt>
                <c:pt idx="5062">
                  <c:v>43780</c:v>
                </c:pt>
                <c:pt idx="5063">
                  <c:v>43781</c:v>
                </c:pt>
                <c:pt idx="5064">
                  <c:v>43782</c:v>
                </c:pt>
                <c:pt idx="5065">
                  <c:v>43783</c:v>
                </c:pt>
                <c:pt idx="5066">
                  <c:v>43784</c:v>
                </c:pt>
                <c:pt idx="5067">
                  <c:v>43785</c:v>
                </c:pt>
                <c:pt idx="5068">
                  <c:v>43786</c:v>
                </c:pt>
                <c:pt idx="5069">
                  <c:v>43787</c:v>
                </c:pt>
                <c:pt idx="5070">
                  <c:v>43788</c:v>
                </c:pt>
                <c:pt idx="5071">
                  <c:v>43789</c:v>
                </c:pt>
                <c:pt idx="5072">
                  <c:v>43790</c:v>
                </c:pt>
                <c:pt idx="5073">
                  <c:v>43791</c:v>
                </c:pt>
                <c:pt idx="5074">
                  <c:v>43792</c:v>
                </c:pt>
                <c:pt idx="5075">
                  <c:v>43793</c:v>
                </c:pt>
                <c:pt idx="5076">
                  <c:v>43794</c:v>
                </c:pt>
                <c:pt idx="5077">
                  <c:v>43795</c:v>
                </c:pt>
                <c:pt idx="5078">
                  <c:v>43796</c:v>
                </c:pt>
                <c:pt idx="5079">
                  <c:v>43797</c:v>
                </c:pt>
                <c:pt idx="5080">
                  <c:v>43798</c:v>
                </c:pt>
                <c:pt idx="5081">
                  <c:v>43799</c:v>
                </c:pt>
                <c:pt idx="5082">
                  <c:v>43800</c:v>
                </c:pt>
                <c:pt idx="5083">
                  <c:v>43801</c:v>
                </c:pt>
                <c:pt idx="5084">
                  <c:v>43802</c:v>
                </c:pt>
                <c:pt idx="5085">
                  <c:v>43803</c:v>
                </c:pt>
                <c:pt idx="5086">
                  <c:v>43804</c:v>
                </c:pt>
                <c:pt idx="5087">
                  <c:v>43805</c:v>
                </c:pt>
                <c:pt idx="5088">
                  <c:v>43806</c:v>
                </c:pt>
                <c:pt idx="5089">
                  <c:v>43807</c:v>
                </c:pt>
                <c:pt idx="5090">
                  <c:v>43808</c:v>
                </c:pt>
                <c:pt idx="5091">
                  <c:v>43809</c:v>
                </c:pt>
                <c:pt idx="5092">
                  <c:v>43810</c:v>
                </c:pt>
                <c:pt idx="5093">
                  <c:v>43811</c:v>
                </c:pt>
                <c:pt idx="5094">
                  <c:v>43812</c:v>
                </c:pt>
                <c:pt idx="5095">
                  <c:v>43813</c:v>
                </c:pt>
                <c:pt idx="5096">
                  <c:v>43814</c:v>
                </c:pt>
                <c:pt idx="5097">
                  <c:v>43815</c:v>
                </c:pt>
                <c:pt idx="5098">
                  <c:v>43816</c:v>
                </c:pt>
                <c:pt idx="5099">
                  <c:v>43817</c:v>
                </c:pt>
                <c:pt idx="5100">
                  <c:v>43818</c:v>
                </c:pt>
                <c:pt idx="5101">
                  <c:v>43819</c:v>
                </c:pt>
                <c:pt idx="5102">
                  <c:v>43820</c:v>
                </c:pt>
                <c:pt idx="5103">
                  <c:v>43821</c:v>
                </c:pt>
                <c:pt idx="5104">
                  <c:v>43822</c:v>
                </c:pt>
                <c:pt idx="5105">
                  <c:v>43823</c:v>
                </c:pt>
                <c:pt idx="5106">
                  <c:v>43824</c:v>
                </c:pt>
                <c:pt idx="5107">
                  <c:v>43825</c:v>
                </c:pt>
                <c:pt idx="5108">
                  <c:v>43826</c:v>
                </c:pt>
                <c:pt idx="5109">
                  <c:v>43827</c:v>
                </c:pt>
                <c:pt idx="5110">
                  <c:v>43828</c:v>
                </c:pt>
                <c:pt idx="5111">
                  <c:v>43829</c:v>
                </c:pt>
                <c:pt idx="5112">
                  <c:v>43830</c:v>
                </c:pt>
                <c:pt idx="5113">
                  <c:v>43831</c:v>
                </c:pt>
                <c:pt idx="5114">
                  <c:v>43832</c:v>
                </c:pt>
                <c:pt idx="5115">
                  <c:v>43833</c:v>
                </c:pt>
                <c:pt idx="5116">
                  <c:v>43834</c:v>
                </c:pt>
                <c:pt idx="5117">
                  <c:v>43835</c:v>
                </c:pt>
                <c:pt idx="5118">
                  <c:v>43836</c:v>
                </c:pt>
                <c:pt idx="5119">
                  <c:v>43837</c:v>
                </c:pt>
                <c:pt idx="5120">
                  <c:v>43838</c:v>
                </c:pt>
                <c:pt idx="5121">
                  <c:v>43839</c:v>
                </c:pt>
                <c:pt idx="5122">
                  <c:v>43840</c:v>
                </c:pt>
                <c:pt idx="5123">
                  <c:v>43841</c:v>
                </c:pt>
                <c:pt idx="5124">
                  <c:v>43842</c:v>
                </c:pt>
                <c:pt idx="5125">
                  <c:v>43843</c:v>
                </c:pt>
                <c:pt idx="5126">
                  <c:v>43844</c:v>
                </c:pt>
                <c:pt idx="5127">
                  <c:v>43845</c:v>
                </c:pt>
                <c:pt idx="5128">
                  <c:v>43846</c:v>
                </c:pt>
                <c:pt idx="5129">
                  <c:v>43847</c:v>
                </c:pt>
                <c:pt idx="5130">
                  <c:v>43848</c:v>
                </c:pt>
                <c:pt idx="5131">
                  <c:v>43849</c:v>
                </c:pt>
                <c:pt idx="5132">
                  <c:v>43850</c:v>
                </c:pt>
                <c:pt idx="5133">
                  <c:v>43851</c:v>
                </c:pt>
                <c:pt idx="5134">
                  <c:v>43852</c:v>
                </c:pt>
                <c:pt idx="5135">
                  <c:v>43853</c:v>
                </c:pt>
                <c:pt idx="5136">
                  <c:v>43854</c:v>
                </c:pt>
                <c:pt idx="5137">
                  <c:v>43855</c:v>
                </c:pt>
                <c:pt idx="5138">
                  <c:v>43856</c:v>
                </c:pt>
                <c:pt idx="5139">
                  <c:v>43857</c:v>
                </c:pt>
                <c:pt idx="5140">
                  <c:v>43858</c:v>
                </c:pt>
                <c:pt idx="5141">
                  <c:v>43859</c:v>
                </c:pt>
                <c:pt idx="5142">
                  <c:v>43860</c:v>
                </c:pt>
                <c:pt idx="5143">
                  <c:v>43861</c:v>
                </c:pt>
                <c:pt idx="5144">
                  <c:v>43862</c:v>
                </c:pt>
                <c:pt idx="5145">
                  <c:v>43863</c:v>
                </c:pt>
                <c:pt idx="5146">
                  <c:v>43864</c:v>
                </c:pt>
                <c:pt idx="5147">
                  <c:v>43865</c:v>
                </c:pt>
                <c:pt idx="5148">
                  <c:v>43866</c:v>
                </c:pt>
                <c:pt idx="5149">
                  <c:v>43867</c:v>
                </c:pt>
                <c:pt idx="5150">
                  <c:v>43868</c:v>
                </c:pt>
                <c:pt idx="5151">
                  <c:v>43869</c:v>
                </c:pt>
                <c:pt idx="5152">
                  <c:v>43870</c:v>
                </c:pt>
                <c:pt idx="5153">
                  <c:v>43871</c:v>
                </c:pt>
                <c:pt idx="5154">
                  <c:v>43872</c:v>
                </c:pt>
                <c:pt idx="5155">
                  <c:v>43873</c:v>
                </c:pt>
                <c:pt idx="5156">
                  <c:v>43874</c:v>
                </c:pt>
                <c:pt idx="5157">
                  <c:v>43875</c:v>
                </c:pt>
                <c:pt idx="5158">
                  <c:v>43876</c:v>
                </c:pt>
                <c:pt idx="5159">
                  <c:v>43877</c:v>
                </c:pt>
                <c:pt idx="5160">
                  <c:v>43878</c:v>
                </c:pt>
                <c:pt idx="5161">
                  <c:v>43879</c:v>
                </c:pt>
                <c:pt idx="5162">
                  <c:v>43880</c:v>
                </c:pt>
                <c:pt idx="5163">
                  <c:v>43881</c:v>
                </c:pt>
                <c:pt idx="5164">
                  <c:v>43882</c:v>
                </c:pt>
                <c:pt idx="5165">
                  <c:v>43883</c:v>
                </c:pt>
                <c:pt idx="5166">
                  <c:v>43884</c:v>
                </c:pt>
                <c:pt idx="5167">
                  <c:v>43885</c:v>
                </c:pt>
                <c:pt idx="5168">
                  <c:v>43886</c:v>
                </c:pt>
                <c:pt idx="5169">
                  <c:v>43887</c:v>
                </c:pt>
                <c:pt idx="5170">
                  <c:v>43888</c:v>
                </c:pt>
                <c:pt idx="5171">
                  <c:v>43889</c:v>
                </c:pt>
                <c:pt idx="5172">
                  <c:v>43890</c:v>
                </c:pt>
                <c:pt idx="5173">
                  <c:v>43891</c:v>
                </c:pt>
                <c:pt idx="5174">
                  <c:v>43892</c:v>
                </c:pt>
                <c:pt idx="5175">
                  <c:v>43893</c:v>
                </c:pt>
                <c:pt idx="5176">
                  <c:v>43894</c:v>
                </c:pt>
                <c:pt idx="5177">
                  <c:v>43895</c:v>
                </c:pt>
                <c:pt idx="5178">
                  <c:v>43896</c:v>
                </c:pt>
                <c:pt idx="5179">
                  <c:v>43897</c:v>
                </c:pt>
                <c:pt idx="5180">
                  <c:v>43898</c:v>
                </c:pt>
                <c:pt idx="5181">
                  <c:v>43899</c:v>
                </c:pt>
                <c:pt idx="5182">
                  <c:v>43900</c:v>
                </c:pt>
                <c:pt idx="5183">
                  <c:v>43901</c:v>
                </c:pt>
                <c:pt idx="5184">
                  <c:v>43902</c:v>
                </c:pt>
                <c:pt idx="5185">
                  <c:v>43903</c:v>
                </c:pt>
                <c:pt idx="5186">
                  <c:v>43904</c:v>
                </c:pt>
                <c:pt idx="5187">
                  <c:v>43905</c:v>
                </c:pt>
                <c:pt idx="5188">
                  <c:v>43906</c:v>
                </c:pt>
                <c:pt idx="5189">
                  <c:v>43907</c:v>
                </c:pt>
                <c:pt idx="5190">
                  <c:v>43908</c:v>
                </c:pt>
                <c:pt idx="5191">
                  <c:v>43909</c:v>
                </c:pt>
                <c:pt idx="5192">
                  <c:v>43910</c:v>
                </c:pt>
                <c:pt idx="5193">
                  <c:v>43911</c:v>
                </c:pt>
                <c:pt idx="5194">
                  <c:v>43912</c:v>
                </c:pt>
                <c:pt idx="5195">
                  <c:v>43913</c:v>
                </c:pt>
                <c:pt idx="5196">
                  <c:v>43914</c:v>
                </c:pt>
                <c:pt idx="5197">
                  <c:v>43915</c:v>
                </c:pt>
                <c:pt idx="5198">
                  <c:v>43916</c:v>
                </c:pt>
                <c:pt idx="5199">
                  <c:v>43917</c:v>
                </c:pt>
                <c:pt idx="5200">
                  <c:v>43918</c:v>
                </c:pt>
                <c:pt idx="5201">
                  <c:v>43919</c:v>
                </c:pt>
                <c:pt idx="5202">
                  <c:v>43920</c:v>
                </c:pt>
                <c:pt idx="5203">
                  <c:v>43921</c:v>
                </c:pt>
                <c:pt idx="5204">
                  <c:v>43922</c:v>
                </c:pt>
                <c:pt idx="5205">
                  <c:v>43923</c:v>
                </c:pt>
                <c:pt idx="5206">
                  <c:v>43924</c:v>
                </c:pt>
                <c:pt idx="5207">
                  <c:v>43925</c:v>
                </c:pt>
                <c:pt idx="5208">
                  <c:v>43926</c:v>
                </c:pt>
                <c:pt idx="5209">
                  <c:v>43927</c:v>
                </c:pt>
                <c:pt idx="5210">
                  <c:v>43928</c:v>
                </c:pt>
                <c:pt idx="5211">
                  <c:v>43929</c:v>
                </c:pt>
                <c:pt idx="5212">
                  <c:v>43930</c:v>
                </c:pt>
                <c:pt idx="5213">
                  <c:v>43931</c:v>
                </c:pt>
                <c:pt idx="5214">
                  <c:v>43932</c:v>
                </c:pt>
                <c:pt idx="5215">
                  <c:v>43933</c:v>
                </c:pt>
                <c:pt idx="5216">
                  <c:v>43934</c:v>
                </c:pt>
                <c:pt idx="5217">
                  <c:v>43935</c:v>
                </c:pt>
                <c:pt idx="5218">
                  <c:v>43936</c:v>
                </c:pt>
                <c:pt idx="5219">
                  <c:v>43937</c:v>
                </c:pt>
                <c:pt idx="5220">
                  <c:v>43938</c:v>
                </c:pt>
                <c:pt idx="5221">
                  <c:v>43939</c:v>
                </c:pt>
                <c:pt idx="5222">
                  <c:v>43940</c:v>
                </c:pt>
                <c:pt idx="5223">
                  <c:v>43941</c:v>
                </c:pt>
                <c:pt idx="5224">
                  <c:v>43942</c:v>
                </c:pt>
                <c:pt idx="5225">
                  <c:v>43943</c:v>
                </c:pt>
                <c:pt idx="5226">
                  <c:v>43944</c:v>
                </c:pt>
                <c:pt idx="5227">
                  <c:v>43945</c:v>
                </c:pt>
                <c:pt idx="5228">
                  <c:v>43946</c:v>
                </c:pt>
                <c:pt idx="5229">
                  <c:v>43947</c:v>
                </c:pt>
                <c:pt idx="5230">
                  <c:v>43948</c:v>
                </c:pt>
                <c:pt idx="5231">
                  <c:v>43949</c:v>
                </c:pt>
                <c:pt idx="5232">
                  <c:v>43950</c:v>
                </c:pt>
                <c:pt idx="5233">
                  <c:v>43951</c:v>
                </c:pt>
                <c:pt idx="5234">
                  <c:v>43952</c:v>
                </c:pt>
                <c:pt idx="5235">
                  <c:v>43953</c:v>
                </c:pt>
                <c:pt idx="5236">
                  <c:v>43954</c:v>
                </c:pt>
                <c:pt idx="5237">
                  <c:v>43955</c:v>
                </c:pt>
                <c:pt idx="5238">
                  <c:v>43956</c:v>
                </c:pt>
                <c:pt idx="5239">
                  <c:v>43957</c:v>
                </c:pt>
                <c:pt idx="5240">
                  <c:v>43958</c:v>
                </c:pt>
                <c:pt idx="5241">
                  <c:v>43959</c:v>
                </c:pt>
                <c:pt idx="5242">
                  <c:v>43960</c:v>
                </c:pt>
                <c:pt idx="5243">
                  <c:v>43961</c:v>
                </c:pt>
                <c:pt idx="5244">
                  <c:v>43962</c:v>
                </c:pt>
                <c:pt idx="5245">
                  <c:v>43963</c:v>
                </c:pt>
                <c:pt idx="5246">
                  <c:v>43964</c:v>
                </c:pt>
                <c:pt idx="5247">
                  <c:v>43965</c:v>
                </c:pt>
                <c:pt idx="5248">
                  <c:v>43966</c:v>
                </c:pt>
                <c:pt idx="5249">
                  <c:v>43967</c:v>
                </c:pt>
                <c:pt idx="5250">
                  <c:v>43968</c:v>
                </c:pt>
                <c:pt idx="5251">
                  <c:v>43969</c:v>
                </c:pt>
                <c:pt idx="5252">
                  <c:v>43970</c:v>
                </c:pt>
                <c:pt idx="5253">
                  <c:v>43971</c:v>
                </c:pt>
                <c:pt idx="5254">
                  <c:v>43972</c:v>
                </c:pt>
                <c:pt idx="5255">
                  <c:v>43973</c:v>
                </c:pt>
                <c:pt idx="5256">
                  <c:v>43974</c:v>
                </c:pt>
                <c:pt idx="5257">
                  <c:v>43975</c:v>
                </c:pt>
                <c:pt idx="5258">
                  <c:v>43976</c:v>
                </c:pt>
                <c:pt idx="5259">
                  <c:v>43977</c:v>
                </c:pt>
                <c:pt idx="5260">
                  <c:v>43978</c:v>
                </c:pt>
                <c:pt idx="5261">
                  <c:v>43979</c:v>
                </c:pt>
                <c:pt idx="5262">
                  <c:v>43980</c:v>
                </c:pt>
                <c:pt idx="5263">
                  <c:v>43981</c:v>
                </c:pt>
                <c:pt idx="5264">
                  <c:v>43982</c:v>
                </c:pt>
                <c:pt idx="5265">
                  <c:v>43983</c:v>
                </c:pt>
                <c:pt idx="5266">
                  <c:v>43984</c:v>
                </c:pt>
                <c:pt idx="5267">
                  <c:v>43985</c:v>
                </c:pt>
                <c:pt idx="5268">
                  <c:v>43986</c:v>
                </c:pt>
                <c:pt idx="5269">
                  <c:v>43987</c:v>
                </c:pt>
                <c:pt idx="5270">
                  <c:v>43988</c:v>
                </c:pt>
                <c:pt idx="5271">
                  <c:v>43989</c:v>
                </c:pt>
                <c:pt idx="5272">
                  <c:v>43990</c:v>
                </c:pt>
                <c:pt idx="5273">
                  <c:v>43991</c:v>
                </c:pt>
                <c:pt idx="5274">
                  <c:v>43992</c:v>
                </c:pt>
                <c:pt idx="5275">
                  <c:v>43993</c:v>
                </c:pt>
                <c:pt idx="5276">
                  <c:v>43994</c:v>
                </c:pt>
                <c:pt idx="5277">
                  <c:v>43995</c:v>
                </c:pt>
                <c:pt idx="5278">
                  <c:v>43996</c:v>
                </c:pt>
                <c:pt idx="5279">
                  <c:v>43997</c:v>
                </c:pt>
                <c:pt idx="5280">
                  <c:v>43998</c:v>
                </c:pt>
                <c:pt idx="5281">
                  <c:v>43999</c:v>
                </c:pt>
                <c:pt idx="5282">
                  <c:v>44000</c:v>
                </c:pt>
                <c:pt idx="5283">
                  <c:v>44001</c:v>
                </c:pt>
                <c:pt idx="5284">
                  <c:v>44002</c:v>
                </c:pt>
                <c:pt idx="5285">
                  <c:v>44003</c:v>
                </c:pt>
                <c:pt idx="5286">
                  <c:v>44004</c:v>
                </c:pt>
                <c:pt idx="5287">
                  <c:v>44005</c:v>
                </c:pt>
                <c:pt idx="5288">
                  <c:v>44006</c:v>
                </c:pt>
                <c:pt idx="5289">
                  <c:v>44007</c:v>
                </c:pt>
                <c:pt idx="5290">
                  <c:v>44008</c:v>
                </c:pt>
                <c:pt idx="5291">
                  <c:v>44009</c:v>
                </c:pt>
                <c:pt idx="5292">
                  <c:v>44010</c:v>
                </c:pt>
                <c:pt idx="5293">
                  <c:v>44011</c:v>
                </c:pt>
                <c:pt idx="5294">
                  <c:v>44012</c:v>
                </c:pt>
                <c:pt idx="5295">
                  <c:v>44013</c:v>
                </c:pt>
                <c:pt idx="5296">
                  <c:v>44014</c:v>
                </c:pt>
                <c:pt idx="5297">
                  <c:v>44015</c:v>
                </c:pt>
                <c:pt idx="5298">
                  <c:v>44016</c:v>
                </c:pt>
                <c:pt idx="5299">
                  <c:v>44017</c:v>
                </c:pt>
                <c:pt idx="5300">
                  <c:v>44018</c:v>
                </c:pt>
                <c:pt idx="5301">
                  <c:v>44019</c:v>
                </c:pt>
                <c:pt idx="5302">
                  <c:v>44020</c:v>
                </c:pt>
                <c:pt idx="5303">
                  <c:v>44021</c:v>
                </c:pt>
                <c:pt idx="5304">
                  <c:v>44022</c:v>
                </c:pt>
                <c:pt idx="5305">
                  <c:v>44023</c:v>
                </c:pt>
                <c:pt idx="5306">
                  <c:v>44024</c:v>
                </c:pt>
                <c:pt idx="5307">
                  <c:v>44025</c:v>
                </c:pt>
                <c:pt idx="5308">
                  <c:v>44026</c:v>
                </c:pt>
                <c:pt idx="5309">
                  <c:v>44027</c:v>
                </c:pt>
                <c:pt idx="5310">
                  <c:v>44028</c:v>
                </c:pt>
                <c:pt idx="5311">
                  <c:v>44029</c:v>
                </c:pt>
                <c:pt idx="5312">
                  <c:v>44030</c:v>
                </c:pt>
                <c:pt idx="5313">
                  <c:v>44031</c:v>
                </c:pt>
                <c:pt idx="5314">
                  <c:v>44032</c:v>
                </c:pt>
                <c:pt idx="5315">
                  <c:v>44033</c:v>
                </c:pt>
                <c:pt idx="5316">
                  <c:v>44034</c:v>
                </c:pt>
                <c:pt idx="5317">
                  <c:v>44035</c:v>
                </c:pt>
                <c:pt idx="5318">
                  <c:v>44036</c:v>
                </c:pt>
                <c:pt idx="5319">
                  <c:v>44037</c:v>
                </c:pt>
                <c:pt idx="5320">
                  <c:v>44038</c:v>
                </c:pt>
                <c:pt idx="5321">
                  <c:v>44039</c:v>
                </c:pt>
                <c:pt idx="5322">
                  <c:v>44040</c:v>
                </c:pt>
                <c:pt idx="5323">
                  <c:v>44041</c:v>
                </c:pt>
                <c:pt idx="5324">
                  <c:v>44042</c:v>
                </c:pt>
                <c:pt idx="5325">
                  <c:v>44043</c:v>
                </c:pt>
                <c:pt idx="5326">
                  <c:v>44044</c:v>
                </c:pt>
                <c:pt idx="5327">
                  <c:v>44045</c:v>
                </c:pt>
                <c:pt idx="5328">
                  <c:v>44046</c:v>
                </c:pt>
                <c:pt idx="5329">
                  <c:v>44047</c:v>
                </c:pt>
                <c:pt idx="5330">
                  <c:v>44048</c:v>
                </c:pt>
                <c:pt idx="5331">
                  <c:v>44049</c:v>
                </c:pt>
                <c:pt idx="5332">
                  <c:v>44050</c:v>
                </c:pt>
                <c:pt idx="5333">
                  <c:v>44051</c:v>
                </c:pt>
                <c:pt idx="5334">
                  <c:v>44052</c:v>
                </c:pt>
                <c:pt idx="5335">
                  <c:v>44053</c:v>
                </c:pt>
                <c:pt idx="5336">
                  <c:v>44054</c:v>
                </c:pt>
                <c:pt idx="5337">
                  <c:v>44055</c:v>
                </c:pt>
                <c:pt idx="5338">
                  <c:v>44056</c:v>
                </c:pt>
                <c:pt idx="5339">
                  <c:v>44057</c:v>
                </c:pt>
                <c:pt idx="5340">
                  <c:v>44058</c:v>
                </c:pt>
                <c:pt idx="5341">
                  <c:v>44059</c:v>
                </c:pt>
                <c:pt idx="5342">
                  <c:v>44060</c:v>
                </c:pt>
                <c:pt idx="5343">
                  <c:v>44061</c:v>
                </c:pt>
                <c:pt idx="5344">
                  <c:v>44062</c:v>
                </c:pt>
                <c:pt idx="5345">
                  <c:v>44063</c:v>
                </c:pt>
                <c:pt idx="5346">
                  <c:v>44064</c:v>
                </c:pt>
                <c:pt idx="5347">
                  <c:v>44065</c:v>
                </c:pt>
                <c:pt idx="5348">
                  <c:v>44066</c:v>
                </c:pt>
                <c:pt idx="5349">
                  <c:v>44067</c:v>
                </c:pt>
                <c:pt idx="5350">
                  <c:v>44068</c:v>
                </c:pt>
                <c:pt idx="5351">
                  <c:v>44069</c:v>
                </c:pt>
                <c:pt idx="5352">
                  <c:v>44070</c:v>
                </c:pt>
                <c:pt idx="5353">
                  <c:v>44071</c:v>
                </c:pt>
                <c:pt idx="5354">
                  <c:v>44072</c:v>
                </c:pt>
                <c:pt idx="5355">
                  <c:v>44073</c:v>
                </c:pt>
                <c:pt idx="5356">
                  <c:v>44074</c:v>
                </c:pt>
                <c:pt idx="5357">
                  <c:v>44075</c:v>
                </c:pt>
                <c:pt idx="5358">
                  <c:v>44076</c:v>
                </c:pt>
                <c:pt idx="5359">
                  <c:v>44077</c:v>
                </c:pt>
                <c:pt idx="5360">
                  <c:v>44078</c:v>
                </c:pt>
                <c:pt idx="5361">
                  <c:v>44079</c:v>
                </c:pt>
                <c:pt idx="5362">
                  <c:v>44080</c:v>
                </c:pt>
                <c:pt idx="5363">
                  <c:v>44081</c:v>
                </c:pt>
                <c:pt idx="5364">
                  <c:v>44082</c:v>
                </c:pt>
                <c:pt idx="5365">
                  <c:v>44083</c:v>
                </c:pt>
                <c:pt idx="5366">
                  <c:v>44084</c:v>
                </c:pt>
                <c:pt idx="5367">
                  <c:v>44085</c:v>
                </c:pt>
                <c:pt idx="5368">
                  <c:v>44086</c:v>
                </c:pt>
                <c:pt idx="5369">
                  <c:v>44087</c:v>
                </c:pt>
                <c:pt idx="5370">
                  <c:v>44088</c:v>
                </c:pt>
                <c:pt idx="5371">
                  <c:v>44089</c:v>
                </c:pt>
                <c:pt idx="5372">
                  <c:v>44090</c:v>
                </c:pt>
                <c:pt idx="5373">
                  <c:v>44091</c:v>
                </c:pt>
                <c:pt idx="5374">
                  <c:v>44092</c:v>
                </c:pt>
                <c:pt idx="5375">
                  <c:v>44093</c:v>
                </c:pt>
                <c:pt idx="5376">
                  <c:v>44094</c:v>
                </c:pt>
                <c:pt idx="5377">
                  <c:v>44095</c:v>
                </c:pt>
                <c:pt idx="5378">
                  <c:v>44096</c:v>
                </c:pt>
                <c:pt idx="5379">
                  <c:v>44097</c:v>
                </c:pt>
                <c:pt idx="5380">
                  <c:v>44098</c:v>
                </c:pt>
                <c:pt idx="5381">
                  <c:v>44099</c:v>
                </c:pt>
                <c:pt idx="5382">
                  <c:v>44100</c:v>
                </c:pt>
                <c:pt idx="5383">
                  <c:v>44101</c:v>
                </c:pt>
                <c:pt idx="5384">
                  <c:v>44102</c:v>
                </c:pt>
                <c:pt idx="5385">
                  <c:v>44103</c:v>
                </c:pt>
                <c:pt idx="5386">
                  <c:v>44104</c:v>
                </c:pt>
                <c:pt idx="5387">
                  <c:v>44105</c:v>
                </c:pt>
                <c:pt idx="5388">
                  <c:v>44106</c:v>
                </c:pt>
                <c:pt idx="5389">
                  <c:v>44107</c:v>
                </c:pt>
                <c:pt idx="5390">
                  <c:v>44108</c:v>
                </c:pt>
                <c:pt idx="5391">
                  <c:v>44109</c:v>
                </c:pt>
                <c:pt idx="5392">
                  <c:v>44110</c:v>
                </c:pt>
                <c:pt idx="5393">
                  <c:v>44111</c:v>
                </c:pt>
                <c:pt idx="5394">
                  <c:v>44112</c:v>
                </c:pt>
                <c:pt idx="5395">
                  <c:v>44113</c:v>
                </c:pt>
                <c:pt idx="5396">
                  <c:v>44114</c:v>
                </c:pt>
                <c:pt idx="5397">
                  <c:v>44115</c:v>
                </c:pt>
                <c:pt idx="5398">
                  <c:v>44116</c:v>
                </c:pt>
                <c:pt idx="5399">
                  <c:v>44117</c:v>
                </c:pt>
                <c:pt idx="5400">
                  <c:v>44118</c:v>
                </c:pt>
                <c:pt idx="5401">
                  <c:v>44119</c:v>
                </c:pt>
                <c:pt idx="5402">
                  <c:v>44120</c:v>
                </c:pt>
                <c:pt idx="5403">
                  <c:v>44121</c:v>
                </c:pt>
                <c:pt idx="5404">
                  <c:v>44122</c:v>
                </c:pt>
                <c:pt idx="5405">
                  <c:v>44123</c:v>
                </c:pt>
                <c:pt idx="5406">
                  <c:v>44124</c:v>
                </c:pt>
                <c:pt idx="5407">
                  <c:v>44125</c:v>
                </c:pt>
                <c:pt idx="5408">
                  <c:v>44126</c:v>
                </c:pt>
                <c:pt idx="5409">
                  <c:v>44127</c:v>
                </c:pt>
                <c:pt idx="5410">
                  <c:v>44128</c:v>
                </c:pt>
                <c:pt idx="5411">
                  <c:v>44129</c:v>
                </c:pt>
                <c:pt idx="5412">
                  <c:v>44130</c:v>
                </c:pt>
                <c:pt idx="5413">
                  <c:v>44131</c:v>
                </c:pt>
                <c:pt idx="5414">
                  <c:v>44132</c:v>
                </c:pt>
                <c:pt idx="5415">
                  <c:v>44133</c:v>
                </c:pt>
                <c:pt idx="5416">
                  <c:v>44134</c:v>
                </c:pt>
                <c:pt idx="5417">
                  <c:v>44135</c:v>
                </c:pt>
                <c:pt idx="5418">
                  <c:v>44136</c:v>
                </c:pt>
                <c:pt idx="5419">
                  <c:v>44137</c:v>
                </c:pt>
                <c:pt idx="5420">
                  <c:v>44138</c:v>
                </c:pt>
                <c:pt idx="5421">
                  <c:v>44139</c:v>
                </c:pt>
                <c:pt idx="5422">
                  <c:v>44140</c:v>
                </c:pt>
                <c:pt idx="5423">
                  <c:v>44141</c:v>
                </c:pt>
                <c:pt idx="5424">
                  <c:v>44142</c:v>
                </c:pt>
                <c:pt idx="5425">
                  <c:v>44143</c:v>
                </c:pt>
                <c:pt idx="5426">
                  <c:v>44144</c:v>
                </c:pt>
                <c:pt idx="5427">
                  <c:v>44145</c:v>
                </c:pt>
                <c:pt idx="5428">
                  <c:v>44146</c:v>
                </c:pt>
                <c:pt idx="5429">
                  <c:v>44147</c:v>
                </c:pt>
                <c:pt idx="5430">
                  <c:v>44148</c:v>
                </c:pt>
                <c:pt idx="5431">
                  <c:v>44149</c:v>
                </c:pt>
                <c:pt idx="5432">
                  <c:v>44150</c:v>
                </c:pt>
                <c:pt idx="5433">
                  <c:v>44151</c:v>
                </c:pt>
                <c:pt idx="5434">
                  <c:v>44152</c:v>
                </c:pt>
                <c:pt idx="5435">
                  <c:v>44153</c:v>
                </c:pt>
                <c:pt idx="5436">
                  <c:v>44154</c:v>
                </c:pt>
                <c:pt idx="5437">
                  <c:v>44155</c:v>
                </c:pt>
                <c:pt idx="5438">
                  <c:v>44156</c:v>
                </c:pt>
                <c:pt idx="5439">
                  <c:v>44157</c:v>
                </c:pt>
                <c:pt idx="5440">
                  <c:v>44158</c:v>
                </c:pt>
                <c:pt idx="5441">
                  <c:v>44159</c:v>
                </c:pt>
                <c:pt idx="5442">
                  <c:v>44160</c:v>
                </c:pt>
                <c:pt idx="5443">
                  <c:v>44161</c:v>
                </c:pt>
                <c:pt idx="5444">
                  <c:v>44162</c:v>
                </c:pt>
                <c:pt idx="5445">
                  <c:v>44163</c:v>
                </c:pt>
                <c:pt idx="5446">
                  <c:v>44164</c:v>
                </c:pt>
                <c:pt idx="5447">
                  <c:v>44165</c:v>
                </c:pt>
                <c:pt idx="5448">
                  <c:v>44166</c:v>
                </c:pt>
                <c:pt idx="5449">
                  <c:v>44167</c:v>
                </c:pt>
                <c:pt idx="5450">
                  <c:v>44168</c:v>
                </c:pt>
                <c:pt idx="5451">
                  <c:v>44169</c:v>
                </c:pt>
                <c:pt idx="5452">
                  <c:v>44170</c:v>
                </c:pt>
                <c:pt idx="5453">
                  <c:v>44171</c:v>
                </c:pt>
                <c:pt idx="5454">
                  <c:v>44172</c:v>
                </c:pt>
                <c:pt idx="5455">
                  <c:v>44173</c:v>
                </c:pt>
                <c:pt idx="5456">
                  <c:v>44174</c:v>
                </c:pt>
                <c:pt idx="5457">
                  <c:v>44175</c:v>
                </c:pt>
                <c:pt idx="5458">
                  <c:v>44176</c:v>
                </c:pt>
                <c:pt idx="5459">
                  <c:v>44177</c:v>
                </c:pt>
                <c:pt idx="5460">
                  <c:v>44178</c:v>
                </c:pt>
                <c:pt idx="5461">
                  <c:v>44179</c:v>
                </c:pt>
                <c:pt idx="5462">
                  <c:v>44180</c:v>
                </c:pt>
                <c:pt idx="5463">
                  <c:v>44181</c:v>
                </c:pt>
                <c:pt idx="5464">
                  <c:v>44182</c:v>
                </c:pt>
                <c:pt idx="5465">
                  <c:v>44183</c:v>
                </c:pt>
                <c:pt idx="5466">
                  <c:v>44184</c:v>
                </c:pt>
                <c:pt idx="5467">
                  <c:v>44185</c:v>
                </c:pt>
                <c:pt idx="5468">
                  <c:v>44186</c:v>
                </c:pt>
                <c:pt idx="5469">
                  <c:v>44187</c:v>
                </c:pt>
                <c:pt idx="5470">
                  <c:v>44188</c:v>
                </c:pt>
                <c:pt idx="5471">
                  <c:v>44189</c:v>
                </c:pt>
                <c:pt idx="5472">
                  <c:v>44190</c:v>
                </c:pt>
                <c:pt idx="5473">
                  <c:v>44191</c:v>
                </c:pt>
                <c:pt idx="5474">
                  <c:v>44192</c:v>
                </c:pt>
                <c:pt idx="5475">
                  <c:v>44193</c:v>
                </c:pt>
                <c:pt idx="5476">
                  <c:v>44194</c:v>
                </c:pt>
                <c:pt idx="5477">
                  <c:v>44195</c:v>
                </c:pt>
                <c:pt idx="5478">
                  <c:v>44196</c:v>
                </c:pt>
                <c:pt idx="5479">
                  <c:v>44197</c:v>
                </c:pt>
                <c:pt idx="5480">
                  <c:v>44198</c:v>
                </c:pt>
                <c:pt idx="5481">
                  <c:v>44199</c:v>
                </c:pt>
                <c:pt idx="5482">
                  <c:v>44200</c:v>
                </c:pt>
                <c:pt idx="5483">
                  <c:v>44201</c:v>
                </c:pt>
                <c:pt idx="5484">
                  <c:v>44202</c:v>
                </c:pt>
                <c:pt idx="5485">
                  <c:v>44203</c:v>
                </c:pt>
                <c:pt idx="5486">
                  <c:v>44204</c:v>
                </c:pt>
                <c:pt idx="5487">
                  <c:v>44205</c:v>
                </c:pt>
                <c:pt idx="5488">
                  <c:v>44206</c:v>
                </c:pt>
                <c:pt idx="5489">
                  <c:v>44207</c:v>
                </c:pt>
                <c:pt idx="5490">
                  <c:v>44208</c:v>
                </c:pt>
                <c:pt idx="5491">
                  <c:v>44209</c:v>
                </c:pt>
                <c:pt idx="5492">
                  <c:v>44210</c:v>
                </c:pt>
                <c:pt idx="5493">
                  <c:v>44211</c:v>
                </c:pt>
                <c:pt idx="5494">
                  <c:v>44212</c:v>
                </c:pt>
                <c:pt idx="5495">
                  <c:v>44213</c:v>
                </c:pt>
                <c:pt idx="5496">
                  <c:v>44214</c:v>
                </c:pt>
                <c:pt idx="5497">
                  <c:v>44215</c:v>
                </c:pt>
                <c:pt idx="5498">
                  <c:v>44216</c:v>
                </c:pt>
                <c:pt idx="5499">
                  <c:v>44217</c:v>
                </c:pt>
                <c:pt idx="5500">
                  <c:v>44218</c:v>
                </c:pt>
                <c:pt idx="5501">
                  <c:v>44219</c:v>
                </c:pt>
                <c:pt idx="5502">
                  <c:v>44220</c:v>
                </c:pt>
                <c:pt idx="5503">
                  <c:v>44221</c:v>
                </c:pt>
                <c:pt idx="5504">
                  <c:v>44222</c:v>
                </c:pt>
                <c:pt idx="5505">
                  <c:v>44223</c:v>
                </c:pt>
                <c:pt idx="5506">
                  <c:v>44224</c:v>
                </c:pt>
                <c:pt idx="5507">
                  <c:v>44225</c:v>
                </c:pt>
                <c:pt idx="5508">
                  <c:v>44226</c:v>
                </c:pt>
                <c:pt idx="5509">
                  <c:v>44227</c:v>
                </c:pt>
                <c:pt idx="5510">
                  <c:v>44228</c:v>
                </c:pt>
                <c:pt idx="5511">
                  <c:v>44229</c:v>
                </c:pt>
                <c:pt idx="5512">
                  <c:v>44230</c:v>
                </c:pt>
                <c:pt idx="5513">
                  <c:v>44231</c:v>
                </c:pt>
                <c:pt idx="5514">
                  <c:v>44232</c:v>
                </c:pt>
                <c:pt idx="5515">
                  <c:v>44233</c:v>
                </c:pt>
                <c:pt idx="5516">
                  <c:v>44234</c:v>
                </c:pt>
                <c:pt idx="5517">
                  <c:v>44235</c:v>
                </c:pt>
                <c:pt idx="5518">
                  <c:v>44236</c:v>
                </c:pt>
                <c:pt idx="5519">
                  <c:v>44237</c:v>
                </c:pt>
                <c:pt idx="5520">
                  <c:v>44238</c:v>
                </c:pt>
                <c:pt idx="5521">
                  <c:v>44239</c:v>
                </c:pt>
                <c:pt idx="5522">
                  <c:v>44240</c:v>
                </c:pt>
                <c:pt idx="5523">
                  <c:v>44241</c:v>
                </c:pt>
                <c:pt idx="5524">
                  <c:v>44242</c:v>
                </c:pt>
                <c:pt idx="5525">
                  <c:v>44243</c:v>
                </c:pt>
                <c:pt idx="5526">
                  <c:v>44244</c:v>
                </c:pt>
                <c:pt idx="5527">
                  <c:v>44245</c:v>
                </c:pt>
                <c:pt idx="5528">
                  <c:v>44246</c:v>
                </c:pt>
                <c:pt idx="5529">
                  <c:v>44247</c:v>
                </c:pt>
                <c:pt idx="5530">
                  <c:v>44248</c:v>
                </c:pt>
                <c:pt idx="5531">
                  <c:v>44249</c:v>
                </c:pt>
                <c:pt idx="5532">
                  <c:v>44250</c:v>
                </c:pt>
                <c:pt idx="5533">
                  <c:v>44251</c:v>
                </c:pt>
                <c:pt idx="5534">
                  <c:v>44252</c:v>
                </c:pt>
                <c:pt idx="5535">
                  <c:v>44253</c:v>
                </c:pt>
                <c:pt idx="5536">
                  <c:v>44254</c:v>
                </c:pt>
                <c:pt idx="5537">
                  <c:v>44255</c:v>
                </c:pt>
                <c:pt idx="5538">
                  <c:v>44256</c:v>
                </c:pt>
                <c:pt idx="5539">
                  <c:v>44257</c:v>
                </c:pt>
                <c:pt idx="5540">
                  <c:v>44258</c:v>
                </c:pt>
                <c:pt idx="5541">
                  <c:v>44259</c:v>
                </c:pt>
                <c:pt idx="5542">
                  <c:v>44260</c:v>
                </c:pt>
                <c:pt idx="5543">
                  <c:v>44261</c:v>
                </c:pt>
                <c:pt idx="5544">
                  <c:v>44262</c:v>
                </c:pt>
                <c:pt idx="5545">
                  <c:v>44263</c:v>
                </c:pt>
                <c:pt idx="5546">
                  <c:v>44264</c:v>
                </c:pt>
                <c:pt idx="5547">
                  <c:v>44265</c:v>
                </c:pt>
                <c:pt idx="5548">
                  <c:v>44266</c:v>
                </c:pt>
                <c:pt idx="5549">
                  <c:v>44267</c:v>
                </c:pt>
                <c:pt idx="5550">
                  <c:v>44268</c:v>
                </c:pt>
                <c:pt idx="5551">
                  <c:v>44269</c:v>
                </c:pt>
                <c:pt idx="5552">
                  <c:v>44270</c:v>
                </c:pt>
                <c:pt idx="5553">
                  <c:v>44271</c:v>
                </c:pt>
                <c:pt idx="5554">
                  <c:v>44272</c:v>
                </c:pt>
                <c:pt idx="5555">
                  <c:v>44273</c:v>
                </c:pt>
                <c:pt idx="5556">
                  <c:v>44274</c:v>
                </c:pt>
                <c:pt idx="5557">
                  <c:v>44275</c:v>
                </c:pt>
                <c:pt idx="5558">
                  <c:v>44276</c:v>
                </c:pt>
                <c:pt idx="5559">
                  <c:v>44277</c:v>
                </c:pt>
                <c:pt idx="5560">
                  <c:v>44278</c:v>
                </c:pt>
                <c:pt idx="5561">
                  <c:v>44279</c:v>
                </c:pt>
                <c:pt idx="5562">
                  <c:v>44280</c:v>
                </c:pt>
                <c:pt idx="5563">
                  <c:v>44281</c:v>
                </c:pt>
                <c:pt idx="5564">
                  <c:v>44282</c:v>
                </c:pt>
                <c:pt idx="5565">
                  <c:v>44283</c:v>
                </c:pt>
                <c:pt idx="5566">
                  <c:v>44284</c:v>
                </c:pt>
                <c:pt idx="5567">
                  <c:v>44285</c:v>
                </c:pt>
                <c:pt idx="5568">
                  <c:v>44286</c:v>
                </c:pt>
                <c:pt idx="5569">
                  <c:v>44287</c:v>
                </c:pt>
                <c:pt idx="5570">
                  <c:v>44288</c:v>
                </c:pt>
                <c:pt idx="5571">
                  <c:v>44289</c:v>
                </c:pt>
                <c:pt idx="5572">
                  <c:v>44290</c:v>
                </c:pt>
                <c:pt idx="5573">
                  <c:v>44291</c:v>
                </c:pt>
                <c:pt idx="5574">
                  <c:v>44292</c:v>
                </c:pt>
                <c:pt idx="5575">
                  <c:v>44293</c:v>
                </c:pt>
                <c:pt idx="5576">
                  <c:v>44294</c:v>
                </c:pt>
                <c:pt idx="5577">
                  <c:v>44295</c:v>
                </c:pt>
                <c:pt idx="5578">
                  <c:v>44296</c:v>
                </c:pt>
                <c:pt idx="5579">
                  <c:v>44297</c:v>
                </c:pt>
                <c:pt idx="5580">
                  <c:v>44298</c:v>
                </c:pt>
                <c:pt idx="5581">
                  <c:v>44299</c:v>
                </c:pt>
                <c:pt idx="5582">
                  <c:v>44300</c:v>
                </c:pt>
                <c:pt idx="5583">
                  <c:v>44301</c:v>
                </c:pt>
                <c:pt idx="5584">
                  <c:v>44302</c:v>
                </c:pt>
                <c:pt idx="5585">
                  <c:v>44303</c:v>
                </c:pt>
                <c:pt idx="5586">
                  <c:v>44304</c:v>
                </c:pt>
                <c:pt idx="5587">
                  <c:v>44305</c:v>
                </c:pt>
                <c:pt idx="5588">
                  <c:v>44306</c:v>
                </c:pt>
                <c:pt idx="5589">
                  <c:v>44307</c:v>
                </c:pt>
                <c:pt idx="5590">
                  <c:v>44308</c:v>
                </c:pt>
                <c:pt idx="5591">
                  <c:v>44309</c:v>
                </c:pt>
                <c:pt idx="5592">
                  <c:v>44310</c:v>
                </c:pt>
                <c:pt idx="5593">
                  <c:v>44311</c:v>
                </c:pt>
                <c:pt idx="5594">
                  <c:v>44312</c:v>
                </c:pt>
                <c:pt idx="5595">
                  <c:v>44313</c:v>
                </c:pt>
                <c:pt idx="5596">
                  <c:v>44314</c:v>
                </c:pt>
                <c:pt idx="5597">
                  <c:v>44315</c:v>
                </c:pt>
                <c:pt idx="5598">
                  <c:v>44316</c:v>
                </c:pt>
                <c:pt idx="5599">
                  <c:v>44317</c:v>
                </c:pt>
                <c:pt idx="5600">
                  <c:v>44318</c:v>
                </c:pt>
                <c:pt idx="5601">
                  <c:v>44319</c:v>
                </c:pt>
                <c:pt idx="5602">
                  <c:v>44320</c:v>
                </c:pt>
                <c:pt idx="5603">
                  <c:v>44321</c:v>
                </c:pt>
                <c:pt idx="5604">
                  <c:v>44322</c:v>
                </c:pt>
                <c:pt idx="5605">
                  <c:v>44323</c:v>
                </c:pt>
                <c:pt idx="5606">
                  <c:v>44324</c:v>
                </c:pt>
                <c:pt idx="5607">
                  <c:v>44325</c:v>
                </c:pt>
                <c:pt idx="5608">
                  <c:v>44326</c:v>
                </c:pt>
                <c:pt idx="5609">
                  <c:v>44327</c:v>
                </c:pt>
                <c:pt idx="5610">
                  <c:v>44328</c:v>
                </c:pt>
                <c:pt idx="5611">
                  <c:v>44329</c:v>
                </c:pt>
                <c:pt idx="5612">
                  <c:v>44330</c:v>
                </c:pt>
                <c:pt idx="5613">
                  <c:v>44331</c:v>
                </c:pt>
                <c:pt idx="5614">
                  <c:v>44332</c:v>
                </c:pt>
                <c:pt idx="5615">
                  <c:v>44333</c:v>
                </c:pt>
                <c:pt idx="5616">
                  <c:v>44334</c:v>
                </c:pt>
                <c:pt idx="5617">
                  <c:v>44335</c:v>
                </c:pt>
                <c:pt idx="5618">
                  <c:v>44336</c:v>
                </c:pt>
                <c:pt idx="5619">
                  <c:v>44337</c:v>
                </c:pt>
                <c:pt idx="5620">
                  <c:v>44338</c:v>
                </c:pt>
                <c:pt idx="5621">
                  <c:v>44339</c:v>
                </c:pt>
                <c:pt idx="5622">
                  <c:v>44340</c:v>
                </c:pt>
                <c:pt idx="5623">
                  <c:v>44341</c:v>
                </c:pt>
                <c:pt idx="5624">
                  <c:v>44342</c:v>
                </c:pt>
                <c:pt idx="5625">
                  <c:v>44343</c:v>
                </c:pt>
                <c:pt idx="5626">
                  <c:v>44344</c:v>
                </c:pt>
                <c:pt idx="5627">
                  <c:v>44345</c:v>
                </c:pt>
                <c:pt idx="5628">
                  <c:v>44346</c:v>
                </c:pt>
                <c:pt idx="5629">
                  <c:v>44347</c:v>
                </c:pt>
                <c:pt idx="5630">
                  <c:v>44348</c:v>
                </c:pt>
                <c:pt idx="5631">
                  <c:v>44349</c:v>
                </c:pt>
                <c:pt idx="5632">
                  <c:v>44350</c:v>
                </c:pt>
                <c:pt idx="5633">
                  <c:v>44351</c:v>
                </c:pt>
                <c:pt idx="5634">
                  <c:v>44352</c:v>
                </c:pt>
                <c:pt idx="5635">
                  <c:v>44353</c:v>
                </c:pt>
                <c:pt idx="5636">
                  <c:v>44354</c:v>
                </c:pt>
                <c:pt idx="5637">
                  <c:v>44355</c:v>
                </c:pt>
                <c:pt idx="5638">
                  <c:v>44356</c:v>
                </c:pt>
                <c:pt idx="5639">
                  <c:v>44357</c:v>
                </c:pt>
                <c:pt idx="5640">
                  <c:v>44358</c:v>
                </c:pt>
                <c:pt idx="5641">
                  <c:v>44359</c:v>
                </c:pt>
                <c:pt idx="5642">
                  <c:v>44360</c:v>
                </c:pt>
                <c:pt idx="5643">
                  <c:v>44361</c:v>
                </c:pt>
                <c:pt idx="5644">
                  <c:v>44362</c:v>
                </c:pt>
                <c:pt idx="5645">
                  <c:v>44363</c:v>
                </c:pt>
                <c:pt idx="5646">
                  <c:v>44364</c:v>
                </c:pt>
                <c:pt idx="5647">
                  <c:v>44365</c:v>
                </c:pt>
                <c:pt idx="5648">
                  <c:v>44366</c:v>
                </c:pt>
                <c:pt idx="5649">
                  <c:v>44367</c:v>
                </c:pt>
                <c:pt idx="5650">
                  <c:v>44368</c:v>
                </c:pt>
                <c:pt idx="5651">
                  <c:v>44369</c:v>
                </c:pt>
                <c:pt idx="5652">
                  <c:v>44370</c:v>
                </c:pt>
                <c:pt idx="5653">
                  <c:v>44371</c:v>
                </c:pt>
                <c:pt idx="5654">
                  <c:v>44372</c:v>
                </c:pt>
                <c:pt idx="5655">
                  <c:v>44373</c:v>
                </c:pt>
                <c:pt idx="5656">
                  <c:v>44374</c:v>
                </c:pt>
                <c:pt idx="5657">
                  <c:v>44375</c:v>
                </c:pt>
                <c:pt idx="5658">
                  <c:v>44376</c:v>
                </c:pt>
                <c:pt idx="5659">
                  <c:v>44377</c:v>
                </c:pt>
                <c:pt idx="5660">
                  <c:v>44378</c:v>
                </c:pt>
                <c:pt idx="5661">
                  <c:v>44379</c:v>
                </c:pt>
                <c:pt idx="5662">
                  <c:v>44380</c:v>
                </c:pt>
                <c:pt idx="5663">
                  <c:v>44381</c:v>
                </c:pt>
                <c:pt idx="5664">
                  <c:v>44382</c:v>
                </c:pt>
                <c:pt idx="5665">
                  <c:v>44383</c:v>
                </c:pt>
                <c:pt idx="5666">
                  <c:v>44384</c:v>
                </c:pt>
                <c:pt idx="5667">
                  <c:v>44385</c:v>
                </c:pt>
                <c:pt idx="5668">
                  <c:v>44386</c:v>
                </c:pt>
                <c:pt idx="5669">
                  <c:v>44387</c:v>
                </c:pt>
                <c:pt idx="5670">
                  <c:v>44388</c:v>
                </c:pt>
                <c:pt idx="5671">
                  <c:v>44389</c:v>
                </c:pt>
                <c:pt idx="5672">
                  <c:v>44390</c:v>
                </c:pt>
                <c:pt idx="5673">
                  <c:v>44391</c:v>
                </c:pt>
                <c:pt idx="5674">
                  <c:v>44392</c:v>
                </c:pt>
                <c:pt idx="5675">
                  <c:v>44393</c:v>
                </c:pt>
                <c:pt idx="5676">
                  <c:v>44394</c:v>
                </c:pt>
                <c:pt idx="5677">
                  <c:v>44395</c:v>
                </c:pt>
                <c:pt idx="5678">
                  <c:v>44396</c:v>
                </c:pt>
                <c:pt idx="5679">
                  <c:v>44397</c:v>
                </c:pt>
                <c:pt idx="5680">
                  <c:v>44398</c:v>
                </c:pt>
                <c:pt idx="5681">
                  <c:v>44399</c:v>
                </c:pt>
                <c:pt idx="5682">
                  <c:v>44400</c:v>
                </c:pt>
                <c:pt idx="5683">
                  <c:v>44401</c:v>
                </c:pt>
                <c:pt idx="5684">
                  <c:v>44402</c:v>
                </c:pt>
                <c:pt idx="5685">
                  <c:v>44403</c:v>
                </c:pt>
                <c:pt idx="5686">
                  <c:v>44404</c:v>
                </c:pt>
                <c:pt idx="5687">
                  <c:v>44405</c:v>
                </c:pt>
                <c:pt idx="5688">
                  <c:v>44406</c:v>
                </c:pt>
                <c:pt idx="5689">
                  <c:v>44407</c:v>
                </c:pt>
                <c:pt idx="5690">
                  <c:v>44408</c:v>
                </c:pt>
                <c:pt idx="5691">
                  <c:v>44409</c:v>
                </c:pt>
                <c:pt idx="5692">
                  <c:v>44410</c:v>
                </c:pt>
                <c:pt idx="5693">
                  <c:v>44411</c:v>
                </c:pt>
                <c:pt idx="5694">
                  <c:v>44412</c:v>
                </c:pt>
                <c:pt idx="5695">
                  <c:v>44413</c:v>
                </c:pt>
                <c:pt idx="5696">
                  <c:v>44414</c:v>
                </c:pt>
                <c:pt idx="5697">
                  <c:v>44415</c:v>
                </c:pt>
                <c:pt idx="5698">
                  <c:v>44416</c:v>
                </c:pt>
                <c:pt idx="5699">
                  <c:v>44417</c:v>
                </c:pt>
                <c:pt idx="5700">
                  <c:v>44418</c:v>
                </c:pt>
                <c:pt idx="5701">
                  <c:v>44419</c:v>
                </c:pt>
                <c:pt idx="5702">
                  <c:v>44420</c:v>
                </c:pt>
                <c:pt idx="5703">
                  <c:v>44421</c:v>
                </c:pt>
                <c:pt idx="5704">
                  <c:v>44422</c:v>
                </c:pt>
                <c:pt idx="5705">
                  <c:v>44423</c:v>
                </c:pt>
                <c:pt idx="5706">
                  <c:v>44424</c:v>
                </c:pt>
                <c:pt idx="5707">
                  <c:v>44425</c:v>
                </c:pt>
                <c:pt idx="5708">
                  <c:v>44426</c:v>
                </c:pt>
                <c:pt idx="5709">
                  <c:v>44427</c:v>
                </c:pt>
                <c:pt idx="5710">
                  <c:v>44428</c:v>
                </c:pt>
                <c:pt idx="5711">
                  <c:v>44429</c:v>
                </c:pt>
                <c:pt idx="5712">
                  <c:v>44430</c:v>
                </c:pt>
                <c:pt idx="5713">
                  <c:v>44431</c:v>
                </c:pt>
                <c:pt idx="5714">
                  <c:v>44432</c:v>
                </c:pt>
                <c:pt idx="5715">
                  <c:v>44433</c:v>
                </c:pt>
                <c:pt idx="5716">
                  <c:v>44434</c:v>
                </c:pt>
                <c:pt idx="5717">
                  <c:v>44435</c:v>
                </c:pt>
                <c:pt idx="5718">
                  <c:v>44436</c:v>
                </c:pt>
                <c:pt idx="5719">
                  <c:v>44437</c:v>
                </c:pt>
                <c:pt idx="5720">
                  <c:v>44438</c:v>
                </c:pt>
                <c:pt idx="5721">
                  <c:v>44439</c:v>
                </c:pt>
                <c:pt idx="5722">
                  <c:v>44440</c:v>
                </c:pt>
                <c:pt idx="5723">
                  <c:v>44441</c:v>
                </c:pt>
                <c:pt idx="5724">
                  <c:v>44442</c:v>
                </c:pt>
                <c:pt idx="5725">
                  <c:v>44443</c:v>
                </c:pt>
                <c:pt idx="5726">
                  <c:v>44444</c:v>
                </c:pt>
                <c:pt idx="5727">
                  <c:v>44445</c:v>
                </c:pt>
                <c:pt idx="5728">
                  <c:v>44446</c:v>
                </c:pt>
                <c:pt idx="5729">
                  <c:v>44447</c:v>
                </c:pt>
                <c:pt idx="5730">
                  <c:v>44448</c:v>
                </c:pt>
                <c:pt idx="5731">
                  <c:v>44449</c:v>
                </c:pt>
                <c:pt idx="5732">
                  <c:v>44450</c:v>
                </c:pt>
                <c:pt idx="5733">
                  <c:v>44451</c:v>
                </c:pt>
                <c:pt idx="5734">
                  <c:v>44452</c:v>
                </c:pt>
                <c:pt idx="5735">
                  <c:v>44453</c:v>
                </c:pt>
                <c:pt idx="5736">
                  <c:v>44454</c:v>
                </c:pt>
                <c:pt idx="5737">
                  <c:v>44455</c:v>
                </c:pt>
                <c:pt idx="5738">
                  <c:v>44456</c:v>
                </c:pt>
                <c:pt idx="5739">
                  <c:v>44457</c:v>
                </c:pt>
                <c:pt idx="5740">
                  <c:v>44458</c:v>
                </c:pt>
                <c:pt idx="5741">
                  <c:v>44459</c:v>
                </c:pt>
                <c:pt idx="5742">
                  <c:v>44460</c:v>
                </c:pt>
                <c:pt idx="5743">
                  <c:v>44461</c:v>
                </c:pt>
                <c:pt idx="5744">
                  <c:v>44462</c:v>
                </c:pt>
                <c:pt idx="5745">
                  <c:v>44463</c:v>
                </c:pt>
                <c:pt idx="5746">
                  <c:v>44464</c:v>
                </c:pt>
                <c:pt idx="5747">
                  <c:v>44465</c:v>
                </c:pt>
                <c:pt idx="5748">
                  <c:v>44466</c:v>
                </c:pt>
                <c:pt idx="5749">
                  <c:v>44467</c:v>
                </c:pt>
                <c:pt idx="5750">
                  <c:v>44468</c:v>
                </c:pt>
                <c:pt idx="5751">
                  <c:v>44469</c:v>
                </c:pt>
                <c:pt idx="5752">
                  <c:v>44470</c:v>
                </c:pt>
                <c:pt idx="5753">
                  <c:v>44471</c:v>
                </c:pt>
                <c:pt idx="5754">
                  <c:v>44472</c:v>
                </c:pt>
                <c:pt idx="5755">
                  <c:v>44473</c:v>
                </c:pt>
                <c:pt idx="5756">
                  <c:v>44474</c:v>
                </c:pt>
                <c:pt idx="5757">
                  <c:v>44475</c:v>
                </c:pt>
                <c:pt idx="5758">
                  <c:v>44476</c:v>
                </c:pt>
                <c:pt idx="5759">
                  <c:v>44477</c:v>
                </c:pt>
                <c:pt idx="5760">
                  <c:v>44478</c:v>
                </c:pt>
                <c:pt idx="5761">
                  <c:v>44479</c:v>
                </c:pt>
                <c:pt idx="5762">
                  <c:v>44480</c:v>
                </c:pt>
                <c:pt idx="5763">
                  <c:v>44481</c:v>
                </c:pt>
                <c:pt idx="5764">
                  <c:v>44482</c:v>
                </c:pt>
                <c:pt idx="5765">
                  <c:v>44483</c:v>
                </c:pt>
                <c:pt idx="5766">
                  <c:v>44484</c:v>
                </c:pt>
                <c:pt idx="5767">
                  <c:v>44485</c:v>
                </c:pt>
                <c:pt idx="5768">
                  <c:v>44486</c:v>
                </c:pt>
                <c:pt idx="5769">
                  <c:v>44487</c:v>
                </c:pt>
                <c:pt idx="5770">
                  <c:v>44488</c:v>
                </c:pt>
                <c:pt idx="5771">
                  <c:v>44489</c:v>
                </c:pt>
                <c:pt idx="5772">
                  <c:v>44490</c:v>
                </c:pt>
                <c:pt idx="5773">
                  <c:v>44491</c:v>
                </c:pt>
                <c:pt idx="5774">
                  <c:v>44492</c:v>
                </c:pt>
                <c:pt idx="5775">
                  <c:v>44493</c:v>
                </c:pt>
                <c:pt idx="5776">
                  <c:v>44494</c:v>
                </c:pt>
                <c:pt idx="5777">
                  <c:v>44495</c:v>
                </c:pt>
                <c:pt idx="5778">
                  <c:v>44496</c:v>
                </c:pt>
                <c:pt idx="5779">
                  <c:v>44497</c:v>
                </c:pt>
                <c:pt idx="5780">
                  <c:v>44498</c:v>
                </c:pt>
                <c:pt idx="5781">
                  <c:v>44499</c:v>
                </c:pt>
                <c:pt idx="5782">
                  <c:v>44500</c:v>
                </c:pt>
                <c:pt idx="5783">
                  <c:v>44501</c:v>
                </c:pt>
                <c:pt idx="5784">
                  <c:v>44502</c:v>
                </c:pt>
                <c:pt idx="5785">
                  <c:v>44503</c:v>
                </c:pt>
                <c:pt idx="5786">
                  <c:v>44504</c:v>
                </c:pt>
                <c:pt idx="5787">
                  <c:v>44505</c:v>
                </c:pt>
                <c:pt idx="5788">
                  <c:v>44506</c:v>
                </c:pt>
                <c:pt idx="5789">
                  <c:v>44507</c:v>
                </c:pt>
                <c:pt idx="5790">
                  <c:v>44508</c:v>
                </c:pt>
                <c:pt idx="5791">
                  <c:v>44509</c:v>
                </c:pt>
                <c:pt idx="5792">
                  <c:v>44510</c:v>
                </c:pt>
                <c:pt idx="5793">
                  <c:v>44511</c:v>
                </c:pt>
                <c:pt idx="5794">
                  <c:v>44512</c:v>
                </c:pt>
                <c:pt idx="5795">
                  <c:v>44513</c:v>
                </c:pt>
                <c:pt idx="5796">
                  <c:v>44514</c:v>
                </c:pt>
                <c:pt idx="5797">
                  <c:v>44515</c:v>
                </c:pt>
                <c:pt idx="5798">
                  <c:v>44516</c:v>
                </c:pt>
                <c:pt idx="5799">
                  <c:v>44517</c:v>
                </c:pt>
                <c:pt idx="5800">
                  <c:v>44518</c:v>
                </c:pt>
                <c:pt idx="5801">
                  <c:v>44519</c:v>
                </c:pt>
                <c:pt idx="5802">
                  <c:v>44520</c:v>
                </c:pt>
                <c:pt idx="5803">
                  <c:v>44521</c:v>
                </c:pt>
                <c:pt idx="5804">
                  <c:v>44522</c:v>
                </c:pt>
                <c:pt idx="5805">
                  <c:v>44523</c:v>
                </c:pt>
                <c:pt idx="5806">
                  <c:v>44524</c:v>
                </c:pt>
                <c:pt idx="5807">
                  <c:v>44525</c:v>
                </c:pt>
                <c:pt idx="5808">
                  <c:v>44526</c:v>
                </c:pt>
                <c:pt idx="5809">
                  <c:v>44527</c:v>
                </c:pt>
                <c:pt idx="5810">
                  <c:v>44528</c:v>
                </c:pt>
                <c:pt idx="5811">
                  <c:v>44529</c:v>
                </c:pt>
                <c:pt idx="5812">
                  <c:v>44530</c:v>
                </c:pt>
                <c:pt idx="5813">
                  <c:v>44531</c:v>
                </c:pt>
                <c:pt idx="5814">
                  <c:v>44532</c:v>
                </c:pt>
                <c:pt idx="5815">
                  <c:v>44533</c:v>
                </c:pt>
                <c:pt idx="5816">
                  <c:v>44534</c:v>
                </c:pt>
                <c:pt idx="5817">
                  <c:v>44535</c:v>
                </c:pt>
                <c:pt idx="5818">
                  <c:v>44536</c:v>
                </c:pt>
                <c:pt idx="5819">
                  <c:v>44537</c:v>
                </c:pt>
                <c:pt idx="5820">
                  <c:v>44538</c:v>
                </c:pt>
                <c:pt idx="5821">
                  <c:v>44539</c:v>
                </c:pt>
                <c:pt idx="5822">
                  <c:v>44540</c:v>
                </c:pt>
                <c:pt idx="5823">
                  <c:v>44541</c:v>
                </c:pt>
                <c:pt idx="5824">
                  <c:v>44542</c:v>
                </c:pt>
                <c:pt idx="5825">
                  <c:v>44543</c:v>
                </c:pt>
                <c:pt idx="5826">
                  <c:v>44544</c:v>
                </c:pt>
                <c:pt idx="5827">
                  <c:v>44545</c:v>
                </c:pt>
                <c:pt idx="5828">
                  <c:v>44546</c:v>
                </c:pt>
                <c:pt idx="5829">
                  <c:v>44547</c:v>
                </c:pt>
                <c:pt idx="5830">
                  <c:v>44548</c:v>
                </c:pt>
                <c:pt idx="5831">
                  <c:v>44549</c:v>
                </c:pt>
                <c:pt idx="5832">
                  <c:v>44550</c:v>
                </c:pt>
                <c:pt idx="5833">
                  <c:v>44551</c:v>
                </c:pt>
                <c:pt idx="5834">
                  <c:v>44552</c:v>
                </c:pt>
                <c:pt idx="5835">
                  <c:v>44553</c:v>
                </c:pt>
                <c:pt idx="5836">
                  <c:v>44554</c:v>
                </c:pt>
                <c:pt idx="5837">
                  <c:v>44555</c:v>
                </c:pt>
                <c:pt idx="5838">
                  <c:v>44556</c:v>
                </c:pt>
                <c:pt idx="5839">
                  <c:v>44557</c:v>
                </c:pt>
                <c:pt idx="5840">
                  <c:v>44558</c:v>
                </c:pt>
                <c:pt idx="5841">
                  <c:v>44559</c:v>
                </c:pt>
                <c:pt idx="5842">
                  <c:v>44560</c:v>
                </c:pt>
                <c:pt idx="5843">
                  <c:v>44561</c:v>
                </c:pt>
                <c:pt idx="5844">
                  <c:v>44562</c:v>
                </c:pt>
                <c:pt idx="5845">
                  <c:v>44563</c:v>
                </c:pt>
                <c:pt idx="5846">
                  <c:v>44564</c:v>
                </c:pt>
                <c:pt idx="5847">
                  <c:v>44565</c:v>
                </c:pt>
                <c:pt idx="5848">
                  <c:v>44566</c:v>
                </c:pt>
                <c:pt idx="5849">
                  <c:v>44567</c:v>
                </c:pt>
                <c:pt idx="5850">
                  <c:v>44568</c:v>
                </c:pt>
                <c:pt idx="5851">
                  <c:v>44569</c:v>
                </c:pt>
                <c:pt idx="5852">
                  <c:v>44570</c:v>
                </c:pt>
                <c:pt idx="5853">
                  <c:v>44571</c:v>
                </c:pt>
                <c:pt idx="5854">
                  <c:v>44572</c:v>
                </c:pt>
                <c:pt idx="5855">
                  <c:v>44573</c:v>
                </c:pt>
                <c:pt idx="5856">
                  <c:v>44574</c:v>
                </c:pt>
                <c:pt idx="5857">
                  <c:v>44575</c:v>
                </c:pt>
                <c:pt idx="5858">
                  <c:v>44576</c:v>
                </c:pt>
                <c:pt idx="5859">
                  <c:v>44577</c:v>
                </c:pt>
                <c:pt idx="5860">
                  <c:v>44578</c:v>
                </c:pt>
                <c:pt idx="5861">
                  <c:v>44579</c:v>
                </c:pt>
                <c:pt idx="5862">
                  <c:v>44580</c:v>
                </c:pt>
                <c:pt idx="5863">
                  <c:v>44581</c:v>
                </c:pt>
                <c:pt idx="5864">
                  <c:v>44582</c:v>
                </c:pt>
                <c:pt idx="5865">
                  <c:v>44583</c:v>
                </c:pt>
                <c:pt idx="5866">
                  <c:v>44584</c:v>
                </c:pt>
                <c:pt idx="5867">
                  <c:v>44585</c:v>
                </c:pt>
                <c:pt idx="5868">
                  <c:v>44586</c:v>
                </c:pt>
                <c:pt idx="5869">
                  <c:v>44587</c:v>
                </c:pt>
                <c:pt idx="5870">
                  <c:v>44588</c:v>
                </c:pt>
                <c:pt idx="5871">
                  <c:v>44589</c:v>
                </c:pt>
                <c:pt idx="5872">
                  <c:v>44590</c:v>
                </c:pt>
                <c:pt idx="5873">
                  <c:v>44591</c:v>
                </c:pt>
                <c:pt idx="5874">
                  <c:v>44592</c:v>
                </c:pt>
                <c:pt idx="5875">
                  <c:v>44593</c:v>
                </c:pt>
                <c:pt idx="5876">
                  <c:v>44594</c:v>
                </c:pt>
                <c:pt idx="5877">
                  <c:v>44595</c:v>
                </c:pt>
                <c:pt idx="5878">
                  <c:v>44596</c:v>
                </c:pt>
                <c:pt idx="5879">
                  <c:v>44597</c:v>
                </c:pt>
                <c:pt idx="5880">
                  <c:v>44598</c:v>
                </c:pt>
                <c:pt idx="5881">
                  <c:v>44599</c:v>
                </c:pt>
                <c:pt idx="5882">
                  <c:v>44600</c:v>
                </c:pt>
                <c:pt idx="5883">
                  <c:v>44601</c:v>
                </c:pt>
                <c:pt idx="5884">
                  <c:v>44602</c:v>
                </c:pt>
                <c:pt idx="5885">
                  <c:v>44603</c:v>
                </c:pt>
                <c:pt idx="5886">
                  <c:v>44604</c:v>
                </c:pt>
                <c:pt idx="5887">
                  <c:v>44605</c:v>
                </c:pt>
                <c:pt idx="5888">
                  <c:v>44606</c:v>
                </c:pt>
                <c:pt idx="5889">
                  <c:v>44607</c:v>
                </c:pt>
                <c:pt idx="5890">
                  <c:v>44608</c:v>
                </c:pt>
                <c:pt idx="5891">
                  <c:v>44609</c:v>
                </c:pt>
                <c:pt idx="5892">
                  <c:v>44610</c:v>
                </c:pt>
                <c:pt idx="5893">
                  <c:v>44611</c:v>
                </c:pt>
                <c:pt idx="5894">
                  <c:v>44612</c:v>
                </c:pt>
                <c:pt idx="5895">
                  <c:v>44613</c:v>
                </c:pt>
                <c:pt idx="5896">
                  <c:v>44614</c:v>
                </c:pt>
                <c:pt idx="5897">
                  <c:v>44615</c:v>
                </c:pt>
                <c:pt idx="5898">
                  <c:v>44616</c:v>
                </c:pt>
                <c:pt idx="5899">
                  <c:v>44617</c:v>
                </c:pt>
                <c:pt idx="5900">
                  <c:v>44618</c:v>
                </c:pt>
                <c:pt idx="5901">
                  <c:v>44619</c:v>
                </c:pt>
                <c:pt idx="5902">
                  <c:v>44620</c:v>
                </c:pt>
                <c:pt idx="5903">
                  <c:v>44621</c:v>
                </c:pt>
                <c:pt idx="5904">
                  <c:v>44622</c:v>
                </c:pt>
                <c:pt idx="5905">
                  <c:v>44623</c:v>
                </c:pt>
                <c:pt idx="5906">
                  <c:v>44624</c:v>
                </c:pt>
                <c:pt idx="5907">
                  <c:v>44625</c:v>
                </c:pt>
                <c:pt idx="5908">
                  <c:v>44626</c:v>
                </c:pt>
                <c:pt idx="5909">
                  <c:v>44627</c:v>
                </c:pt>
                <c:pt idx="5910">
                  <c:v>44628</c:v>
                </c:pt>
                <c:pt idx="5911">
                  <c:v>44629</c:v>
                </c:pt>
                <c:pt idx="5912">
                  <c:v>44630</c:v>
                </c:pt>
                <c:pt idx="5913">
                  <c:v>44631</c:v>
                </c:pt>
                <c:pt idx="5914">
                  <c:v>44632</c:v>
                </c:pt>
                <c:pt idx="5915">
                  <c:v>44633</c:v>
                </c:pt>
                <c:pt idx="5916">
                  <c:v>44634</c:v>
                </c:pt>
                <c:pt idx="5917">
                  <c:v>44635</c:v>
                </c:pt>
                <c:pt idx="5918">
                  <c:v>44636</c:v>
                </c:pt>
                <c:pt idx="5919">
                  <c:v>44637</c:v>
                </c:pt>
                <c:pt idx="5920">
                  <c:v>44638</c:v>
                </c:pt>
                <c:pt idx="5921">
                  <c:v>44639</c:v>
                </c:pt>
                <c:pt idx="5922">
                  <c:v>44640</c:v>
                </c:pt>
                <c:pt idx="5923">
                  <c:v>44641</c:v>
                </c:pt>
                <c:pt idx="5924">
                  <c:v>44642</c:v>
                </c:pt>
                <c:pt idx="5925">
                  <c:v>44643</c:v>
                </c:pt>
                <c:pt idx="5926">
                  <c:v>44644</c:v>
                </c:pt>
                <c:pt idx="5927">
                  <c:v>44645</c:v>
                </c:pt>
                <c:pt idx="5928">
                  <c:v>44646</c:v>
                </c:pt>
                <c:pt idx="5929">
                  <c:v>44647</c:v>
                </c:pt>
                <c:pt idx="5930">
                  <c:v>44648</c:v>
                </c:pt>
                <c:pt idx="5931">
                  <c:v>44649</c:v>
                </c:pt>
                <c:pt idx="5932">
                  <c:v>44650</c:v>
                </c:pt>
                <c:pt idx="5933">
                  <c:v>44651</c:v>
                </c:pt>
                <c:pt idx="5934">
                  <c:v>44652</c:v>
                </c:pt>
                <c:pt idx="5935">
                  <c:v>44653</c:v>
                </c:pt>
                <c:pt idx="5936">
                  <c:v>44654</c:v>
                </c:pt>
                <c:pt idx="5937">
                  <c:v>44655</c:v>
                </c:pt>
                <c:pt idx="5938">
                  <c:v>44656</c:v>
                </c:pt>
                <c:pt idx="5939">
                  <c:v>44657</c:v>
                </c:pt>
                <c:pt idx="5940">
                  <c:v>44658</c:v>
                </c:pt>
                <c:pt idx="5941">
                  <c:v>44659</c:v>
                </c:pt>
                <c:pt idx="5942">
                  <c:v>44660</c:v>
                </c:pt>
                <c:pt idx="5943">
                  <c:v>44661</c:v>
                </c:pt>
                <c:pt idx="5944">
                  <c:v>44662</c:v>
                </c:pt>
                <c:pt idx="5945">
                  <c:v>44663</c:v>
                </c:pt>
                <c:pt idx="5946">
                  <c:v>44664</c:v>
                </c:pt>
                <c:pt idx="5947">
                  <c:v>44665</c:v>
                </c:pt>
                <c:pt idx="5948">
                  <c:v>44666</c:v>
                </c:pt>
                <c:pt idx="5949">
                  <c:v>44667</c:v>
                </c:pt>
                <c:pt idx="5950">
                  <c:v>44668</c:v>
                </c:pt>
                <c:pt idx="5951">
                  <c:v>44669</c:v>
                </c:pt>
                <c:pt idx="5952">
                  <c:v>44670</c:v>
                </c:pt>
                <c:pt idx="5953">
                  <c:v>44671</c:v>
                </c:pt>
                <c:pt idx="5954">
                  <c:v>44672</c:v>
                </c:pt>
                <c:pt idx="5955">
                  <c:v>44673</c:v>
                </c:pt>
                <c:pt idx="5956">
                  <c:v>44674</c:v>
                </c:pt>
                <c:pt idx="5957">
                  <c:v>44675</c:v>
                </c:pt>
                <c:pt idx="5958">
                  <c:v>44676</c:v>
                </c:pt>
                <c:pt idx="5959">
                  <c:v>44677</c:v>
                </c:pt>
                <c:pt idx="5960">
                  <c:v>44678</c:v>
                </c:pt>
                <c:pt idx="5961">
                  <c:v>44679</c:v>
                </c:pt>
                <c:pt idx="5962">
                  <c:v>44680</c:v>
                </c:pt>
                <c:pt idx="5963">
                  <c:v>44681</c:v>
                </c:pt>
                <c:pt idx="5964">
                  <c:v>44682</c:v>
                </c:pt>
                <c:pt idx="5965">
                  <c:v>44683</c:v>
                </c:pt>
                <c:pt idx="5966">
                  <c:v>44684</c:v>
                </c:pt>
                <c:pt idx="5967">
                  <c:v>44685</c:v>
                </c:pt>
                <c:pt idx="5968">
                  <c:v>44686</c:v>
                </c:pt>
                <c:pt idx="5969">
                  <c:v>44687</c:v>
                </c:pt>
                <c:pt idx="5970">
                  <c:v>44688</c:v>
                </c:pt>
                <c:pt idx="5971">
                  <c:v>44689</c:v>
                </c:pt>
                <c:pt idx="5972">
                  <c:v>44690</c:v>
                </c:pt>
                <c:pt idx="5973">
                  <c:v>44691</c:v>
                </c:pt>
                <c:pt idx="5974">
                  <c:v>44692</c:v>
                </c:pt>
                <c:pt idx="5975">
                  <c:v>44693</c:v>
                </c:pt>
                <c:pt idx="5976">
                  <c:v>44694</c:v>
                </c:pt>
                <c:pt idx="5977">
                  <c:v>44695</c:v>
                </c:pt>
                <c:pt idx="5978">
                  <c:v>44696</c:v>
                </c:pt>
                <c:pt idx="5979">
                  <c:v>44697</c:v>
                </c:pt>
                <c:pt idx="5980">
                  <c:v>44698</c:v>
                </c:pt>
                <c:pt idx="5981">
                  <c:v>44699</c:v>
                </c:pt>
                <c:pt idx="5982">
                  <c:v>44700</c:v>
                </c:pt>
                <c:pt idx="5983">
                  <c:v>44701</c:v>
                </c:pt>
                <c:pt idx="5984">
                  <c:v>44702</c:v>
                </c:pt>
                <c:pt idx="5985">
                  <c:v>44703</c:v>
                </c:pt>
                <c:pt idx="5986">
                  <c:v>44704</c:v>
                </c:pt>
                <c:pt idx="5987">
                  <c:v>44705</c:v>
                </c:pt>
                <c:pt idx="5988">
                  <c:v>44706</c:v>
                </c:pt>
                <c:pt idx="5989">
                  <c:v>44707</c:v>
                </c:pt>
                <c:pt idx="5990">
                  <c:v>44708</c:v>
                </c:pt>
                <c:pt idx="5991">
                  <c:v>44709</c:v>
                </c:pt>
                <c:pt idx="5992">
                  <c:v>44710</c:v>
                </c:pt>
                <c:pt idx="5993">
                  <c:v>44711</c:v>
                </c:pt>
                <c:pt idx="5994">
                  <c:v>44712</c:v>
                </c:pt>
                <c:pt idx="5995">
                  <c:v>44713</c:v>
                </c:pt>
                <c:pt idx="5996">
                  <c:v>44714</c:v>
                </c:pt>
                <c:pt idx="5997">
                  <c:v>44715</c:v>
                </c:pt>
                <c:pt idx="5998">
                  <c:v>44716</c:v>
                </c:pt>
                <c:pt idx="5999">
                  <c:v>44717</c:v>
                </c:pt>
                <c:pt idx="6000">
                  <c:v>44718</c:v>
                </c:pt>
                <c:pt idx="6001">
                  <c:v>44719</c:v>
                </c:pt>
                <c:pt idx="6002">
                  <c:v>44720</c:v>
                </c:pt>
                <c:pt idx="6003">
                  <c:v>44721</c:v>
                </c:pt>
                <c:pt idx="6004">
                  <c:v>44722</c:v>
                </c:pt>
                <c:pt idx="6005">
                  <c:v>44723</c:v>
                </c:pt>
                <c:pt idx="6006">
                  <c:v>44724</c:v>
                </c:pt>
                <c:pt idx="6007">
                  <c:v>44725</c:v>
                </c:pt>
                <c:pt idx="6008">
                  <c:v>44726</c:v>
                </c:pt>
                <c:pt idx="6009">
                  <c:v>44727</c:v>
                </c:pt>
                <c:pt idx="6010">
                  <c:v>44728</c:v>
                </c:pt>
                <c:pt idx="6011">
                  <c:v>44729</c:v>
                </c:pt>
                <c:pt idx="6012">
                  <c:v>44730</c:v>
                </c:pt>
                <c:pt idx="6013">
                  <c:v>44731</c:v>
                </c:pt>
                <c:pt idx="6014">
                  <c:v>44732</c:v>
                </c:pt>
                <c:pt idx="6015">
                  <c:v>44733</c:v>
                </c:pt>
                <c:pt idx="6016">
                  <c:v>44734</c:v>
                </c:pt>
                <c:pt idx="6017">
                  <c:v>44735</c:v>
                </c:pt>
                <c:pt idx="6018">
                  <c:v>44736</c:v>
                </c:pt>
                <c:pt idx="6019">
                  <c:v>44737</c:v>
                </c:pt>
                <c:pt idx="6020">
                  <c:v>44738</c:v>
                </c:pt>
                <c:pt idx="6021">
                  <c:v>44739</c:v>
                </c:pt>
                <c:pt idx="6022">
                  <c:v>44740</c:v>
                </c:pt>
                <c:pt idx="6023">
                  <c:v>44741</c:v>
                </c:pt>
                <c:pt idx="6024">
                  <c:v>44742</c:v>
                </c:pt>
                <c:pt idx="6025">
                  <c:v>44743</c:v>
                </c:pt>
                <c:pt idx="6026">
                  <c:v>44744</c:v>
                </c:pt>
                <c:pt idx="6027">
                  <c:v>44745</c:v>
                </c:pt>
                <c:pt idx="6028">
                  <c:v>44746</c:v>
                </c:pt>
                <c:pt idx="6029">
                  <c:v>44747</c:v>
                </c:pt>
                <c:pt idx="6030">
                  <c:v>44748</c:v>
                </c:pt>
                <c:pt idx="6031">
                  <c:v>44749</c:v>
                </c:pt>
                <c:pt idx="6032">
                  <c:v>44750</c:v>
                </c:pt>
                <c:pt idx="6033">
                  <c:v>44751</c:v>
                </c:pt>
                <c:pt idx="6034">
                  <c:v>44752</c:v>
                </c:pt>
                <c:pt idx="6035">
                  <c:v>44753</c:v>
                </c:pt>
                <c:pt idx="6036">
                  <c:v>44754</c:v>
                </c:pt>
                <c:pt idx="6037">
                  <c:v>44755</c:v>
                </c:pt>
                <c:pt idx="6038">
                  <c:v>44756</c:v>
                </c:pt>
                <c:pt idx="6039">
                  <c:v>44757</c:v>
                </c:pt>
                <c:pt idx="6040">
                  <c:v>44758</c:v>
                </c:pt>
                <c:pt idx="6041">
                  <c:v>44759</c:v>
                </c:pt>
                <c:pt idx="6042">
                  <c:v>44760</c:v>
                </c:pt>
                <c:pt idx="6043">
                  <c:v>44761</c:v>
                </c:pt>
                <c:pt idx="6044">
                  <c:v>44762</c:v>
                </c:pt>
                <c:pt idx="6045">
                  <c:v>44763</c:v>
                </c:pt>
                <c:pt idx="6046">
                  <c:v>44764</c:v>
                </c:pt>
                <c:pt idx="6047">
                  <c:v>44765</c:v>
                </c:pt>
                <c:pt idx="6048">
                  <c:v>44766</c:v>
                </c:pt>
                <c:pt idx="6049">
                  <c:v>44767</c:v>
                </c:pt>
                <c:pt idx="6050">
                  <c:v>44768</c:v>
                </c:pt>
                <c:pt idx="6051">
                  <c:v>44769</c:v>
                </c:pt>
                <c:pt idx="6052">
                  <c:v>44770</c:v>
                </c:pt>
                <c:pt idx="6053">
                  <c:v>44771</c:v>
                </c:pt>
                <c:pt idx="6054">
                  <c:v>44772</c:v>
                </c:pt>
                <c:pt idx="6055">
                  <c:v>44773</c:v>
                </c:pt>
                <c:pt idx="6056">
                  <c:v>44774</c:v>
                </c:pt>
                <c:pt idx="6057">
                  <c:v>44775</c:v>
                </c:pt>
                <c:pt idx="6058">
                  <c:v>44776</c:v>
                </c:pt>
                <c:pt idx="6059">
                  <c:v>44777</c:v>
                </c:pt>
                <c:pt idx="6060">
                  <c:v>44778</c:v>
                </c:pt>
                <c:pt idx="6061">
                  <c:v>44779</c:v>
                </c:pt>
                <c:pt idx="6062">
                  <c:v>44780</c:v>
                </c:pt>
                <c:pt idx="6063">
                  <c:v>44781</c:v>
                </c:pt>
                <c:pt idx="6064">
                  <c:v>44782</c:v>
                </c:pt>
                <c:pt idx="6065">
                  <c:v>44783</c:v>
                </c:pt>
                <c:pt idx="6066">
                  <c:v>44784</c:v>
                </c:pt>
                <c:pt idx="6067">
                  <c:v>44785</c:v>
                </c:pt>
                <c:pt idx="6068">
                  <c:v>44786</c:v>
                </c:pt>
                <c:pt idx="6069">
                  <c:v>44787</c:v>
                </c:pt>
                <c:pt idx="6070">
                  <c:v>44788</c:v>
                </c:pt>
                <c:pt idx="6071">
                  <c:v>44789</c:v>
                </c:pt>
                <c:pt idx="6072">
                  <c:v>44790</c:v>
                </c:pt>
                <c:pt idx="6073">
                  <c:v>44791</c:v>
                </c:pt>
                <c:pt idx="6074">
                  <c:v>44792</c:v>
                </c:pt>
                <c:pt idx="6075">
                  <c:v>44793</c:v>
                </c:pt>
                <c:pt idx="6076">
                  <c:v>44794</c:v>
                </c:pt>
                <c:pt idx="6077">
                  <c:v>44795</c:v>
                </c:pt>
                <c:pt idx="6078">
                  <c:v>44796</c:v>
                </c:pt>
                <c:pt idx="6079">
                  <c:v>44797</c:v>
                </c:pt>
                <c:pt idx="6080">
                  <c:v>44798</c:v>
                </c:pt>
                <c:pt idx="6081">
                  <c:v>44799</c:v>
                </c:pt>
                <c:pt idx="6082">
                  <c:v>44800</c:v>
                </c:pt>
                <c:pt idx="6083">
                  <c:v>44801</c:v>
                </c:pt>
                <c:pt idx="6084">
                  <c:v>44802</c:v>
                </c:pt>
                <c:pt idx="6085">
                  <c:v>44803</c:v>
                </c:pt>
                <c:pt idx="6086">
                  <c:v>44804</c:v>
                </c:pt>
                <c:pt idx="6087">
                  <c:v>44805</c:v>
                </c:pt>
                <c:pt idx="6088">
                  <c:v>44806</c:v>
                </c:pt>
                <c:pt idx="6089">
                  <c:v>44807</c:v>
                </c:pt>
                <c:pt idx="6090">
                  <c:v>44808</c:v>
                </c:pt>
                <c:pt idx="6091">
                  <c:v>44809</c:v>
                </c:pt>
                <c:pt idx="6092">
                  <c:v>44810</c:v>
                </c:pt>
                <c:pt idx="6093">
                  <c:v>44811</c:v>
                </c:pt>
                <c:pt idx="6094">
                  <c:v>44812</c:v>
                </c:pt>
                <c:pt idx="6095">
                  <c:v>44813</c:v>
                </c:pt>
                <c:pt idx="6096">
                  <c:v>44814</c:v>
                </c:pt>
                <c:pt idx="6097">
                  <c:v>44815</c:v>
                </c:pt>
                <c:pt idx="6098">
                  <c:v>44816</c:v>
                </c:pt>
                <c:pt idx="6099">
                  <c:v>44817</c:v>
                </c:pt>
                <c:pt idx="6100">
                  <c:v>44818</c:v>
                </c:pt>
                <c:pt idx="6101">
                  <c:v>44819</c:v>
                </c:pt>
                <c:pt idx="6102">
                  <c:v>44820</c:v>
                </c:pt>
                <c:pt idx="6103">
                  <c:v>44821</c:v>
                </c:pt>
                <c:pt idx="6104">
                  <c:v>44822</c:v>
                </c:pt>
                <c:pt idx="6105">
                  <c:v>44823</c:v>
                </c:pt>
                <c:pt idx="6106">
                  <c:v>44824</c:v>
                </c:pt>
                <c:pt idx="6107">
                  <c:v>44825</c:v>
                </c:pt>
                <c:pt idx="6108">
                  <c:v>44826</c:v>
                </c:pt>
                <c:pt idx="6109">
                  <c:v>44827</c:v>
                </c:pt>
                <c:pt idx="6110">
                  <c:v>44828</c:v>
                </c:pt>
                <c:pt idx="6111">
                  <c:v>44829</c:v>
                </c:pt>
                <c:pt idx="6112">
                  <c:v>44830</c:v>
                </c:pt>
                <c:pt idx="6113">
                  <c:v>44831</c:v>
                </c:pt>
                <c:pt idx="6114">
                  <c:v>44832</c:v>
                </c:pt>
                <c:pt idx="6115">
                  <c:v>44833</c:v>
                </c:pt>
                <c:pt idx="6116">
                  <c:v>44834</c:v>
                </c:pt>
                <c:pt idx="6117">
                  <c:v>44835</c:v>
                </c:pt>
                <c:pt idx="6118">
                  <c:v>44836</c:v>
                </c:pt>
                <c:pt idx="6119">
                  <c:v>44837</c:v>
                </c:pt>
                <c:pt idx="6120">
                  <c:v>44838</c:v>
                </c:pt>
                <c:pt idx="6121">
                  <c:v>44839</c:v>
                </c:pt>
                <c:pt idx="6122">
                  <c:v>44840</c:v>
                </c:pt>
                <c:pt idx="6123">
                  <c:v>44841</c:v>
                </c:pt>
                <c:pt idx="6124">
                  <c:v>44842</c:v>
                </c:pt>
                <c:pt idx="6125">
                  <c:v>44843</c:v>
                </c:pt>
                <c:pt idx="6126">
                  <c:v>44844</c:v>
                </c:pt>
                <c:pt idx="6127">
                  <c:v>44845</c:v>
                </c:pt>
                <c:pt idx="6128">
                  <c:v>44846</c:v>
                </c:pt>
                <c:pt idx="6129">
                  <c:v>44847</c:v>
                </c:pt>
                <c:pt idx="6130">
                  <c:v>44848</c:v>
                </c:pt>
                <c:pt idx="6131">
                  <c:v>44849</c:v>
                </c:pt>
                <c:pt idx="6132">
                  <c:v>44850</c:v>
                </c:pt>
                <c:pt idx="6133">
                  <c:v>44851</c:v>
                </c:pt>
                <c:pt idx="6134">
                  <c:v>44852</c:v>
                </c:pt>
                <c:pt idx="6135">
                  <c:v>44853</c:v>
                </c:pt>
                <c:pt idx="6136">
                  <c:v>44854</c:v>
                </c:pt>
                <c:pt idx="6137">
                  <c:v>44855</c:v>
                </c:pt>
                <c:pt idx="6138">
                  <c:v>44856</c:v>
                </c:pt>
                <c:pt idx="6139">
                  <c:v>44857</c:v>
                </c:pt>
                <c:pt idx="6140">
                  <c:v>44858</c:v>
                </c:pt>
                <c:pt idx="6141">
                  <c:v>44859</c:v>
                </c:pt>
                <c:pt idx="6142">
                  <c:v>44860</c:v>
                </c:pt>
                <c:pt idx="6143">
                  <c:v>44861</c:v>
                </c:pt>
                <c:pt idx="6144">
                  <c:v>44862</c:v>
                </c:pt>
                <c:pt idx="6145">
                  <c:v>44863</c:v>
                </c:pt>
                <c:pt idx="6146">
                  <c:v>44864</c:v>
                </c:pt>
                <c:pt idx="6147">
                  <c:v>44865</c:v>
                </c:pt>
                <c:pt idx="6148">
                  <c:v>44866</c:v>
                </c:pt>
                <c:pt idx="6149">
                  <c:v>44867</c:v>
                </c:pt>
                <c:pt idx="6150">
                  <c:v>44868</c:v>
                </c:pt>
                <c:pt idx="6151">
                  <c:v>44869</c:v>
                </c:pt>
                <c:pt idx="6152">
                  <c:v>44870</c:v>
                </c:pt>
                <c:pt idx="6153">
                  <c:v>44871</c:v>
                </c:pt>
                <c:pt idx="6154">
                  <c:v>44872</c:v>
                </c:pt>
                <c:pt idx="6155">
                  <c:v>44873</c:v>
                </c:pt>
                <c:pt idx="6156">
                  <c:v>44874</c:v>
                </c:pt>
                <c:pt idx="6157">
                  <c:v>44875</c:v>
                </c:pt>
                <c:pt idx="6158">
                  <c:v>44876</c:v>
                </c:pt>
                <c:pt idx="6159">
                  <c:v>44877</c:v>
                </c:pt>
                <c:pt idx="6160">
                  <c:v>44878</c:v>
                </c:pt>
                <c:pt idx="6161">
                  <c:v>44879</c:v>
                </c:pt>
                <c:pt idx="6162">
                  <c:v>44880</c:v>
                </c:pt>
                <c:pt idx="6163">
                  <c:v>44881</c:v>
                </c:pt>
                <c:pt idx="6164">
                  <c:v>44882</c:v>
                </c:pt>
                <c:pt idx="6165">
                  <c:v>44883</c:v>
                </c:pt>
                <c:pt idx="6166">
                  <c:v>44884</c:v>
                </c:pt>
                <c:pt idx="6167">
                  <c:v>44885</c:v>
                </c:pt>
                <c:pt idx="6168">
                  <c:v>44886</c:v>
                </c:pt>
                <c:pt idx="6169">
                  <c:v>44887</c:v>
                </c:pt>
                <c:pt idx="6170">
                  <c:v>44888</c:v>
                </c:pt>
                <c:pt idx="6171">
                  <c:v>44889</c:v>
                </c:pt>
                <c:pt idx="6172">
                  <c:v>44890</c:v>
                </c:pt>
                <c:pt idx="6173">
                  <c:v>44891</c:v>
                </c:pt>
                <c:pt idx="6174">
                  <c:v>44892</c:v>
                </c:pt>
                <c:pt idx="6175">
                  <c:v>44893</c:v>
                </c:pt>
                <c:pt idx="6176">
                  <c:v>44894</c:v>
                </c:pt>
                <c:pt idx="6177">
                  <c:v>44895</c:v>
                </c:pt>
                <c:pt idx="6178">
                  <c:v>44896</c:v>
                </c:pt>
                <c:pt idx="6179">
                  <c:v>44897</c:v>
                </c:pt>
                <c:pt idx="6180">
                  <c:v>44898</c:v>
                </c:pt>
                <c:pt idx="6181">
                  <c:v>44899</c:v>
                </c:pt>
                <c:pt idx="6182">
                  <c:v>44900</c:v>
                </c:pt>
                <c:pt idx="6183">
                  <c:v>44901</c:v>
                </c:pt>
                <c:pt idx="6184">
                  <c:v>44902</c:v>
                </c:pt>
                <c:pt idx="6185">
                  <c:v>44903</c:v>
                </c:pt>
                <c:pt idx="6186">
                  <c:v>44904</c:v>
                </c:pt>
                <c:pt idx="6187">
                  <c:v>44905</c:v>
                </c:pt>
                <c:pt idx="6188">
                  <c:v>44906</c:v>
                </c:pt>
                <c:pt idx="6189">
                  <c:v>44907</c:v>
                </c:pt>
                <c:pt idx="6190">
                  <c:v>44908</c:v>
                </c:pt>
                <c:pt idx="6191">
                  <c:v>44909</c:v>
                </c:pt>
                <c:pt idx="6192">
                  <c:v>44910</c:v>
                </c:pt>
                <c:pt idx="6193">
                  <c:v>44911</c:v>
                </c:pt>
                <c:pt idx="6194">
                  <c:v>44912</c:v>
                </c:pt>
                <c:pt idx="6195">
                  <c:v>44913</c:v>
                </c:pt>
                <c:pt idx="6196">
                  <c:v>44914</c:v>
                </c:pt>
                <c:pt idx="6197">
                  <c:v>44915</c:v>
                </c:pt>
                <c:pt idx="6198">
                  <c:v>44916</c:v>
                </c:pt>
                <c:pt idx="6199">
                  <c:v>44917</c:v>
                </c:pt>
                <c:pt idx="6200">
                  <c:v>44918</c:v>
                </c:pt>
                <c:pt idx="6201">
                  <c:v>44919</c:v>
                </c:pt>
                <c:pt idx="6202">
                  <c:v>44920</c:v>
                </c:pt>
                <c:pt idx="6203">
                  <c:v>44921</c:v>
                </c:pt>
                <c:pt idx="6204">
                  <c:v>44922</c:v>
                </c:pt>
                <c:pt idx="6205">
                  <c:v>44923</c:v>
                </c:pt>
                <c:pt idx="6206">
                  <c:v>44924</c:v>
                </c:pt>
                <c:pt idx="6207">
                  <c:v>44925</c:v>
                </c:pt>
                <c:pt idx="6208">
                  <c:v>44926</c:v>
                </c:pt>
                <c:pt idx="6209">
                  <c:v>44927</c:v>
                </c:pt>
                <c:pt idx="6210">
                  <c:v>44928</c:v>
                </c:pt>
                <c:pt idx="6211">
                  <c:v>44929</c:v>
                </c:pt>
                <c:pt idx="6212">
                  <c:v>44930</c:v>
                </c:pt>
                <c:pt idx="6213">
                  <c:v>44931</c:v>
                </c:pt>
                <c:pt idx="6214">
                  <c:v>44932</c:v>
                </c:pt>
                <c:pt idx="6215">
                  <c:v>44933</c:v>
                </c:pt>
                <c:pt idx="6216">
                  <c:v>44934</c:v>
                </c:pt>
                <c:pt idx="6217">
                  <c:v>44935</c:v>
                </c:pt>
                <c:pt idx="6218">
                  <c:v>44936</c:v>
                </c:pt>
                <c:pt idx="6219">
                  <c:v>44937</c:v>
                </c:pt>
                <c:pt idx="6220">
                  <c:v>44938</c:v>
                </c:pt>
                <c:pt idx="6221">
                  <c:v>44939</c:v>
                </c:pt>
                <c:pt idx="6222">
                  <c:v>44940</c:v>
                </c:pt>
                <c:pt idx="6223">
                  <c:v>44941</c:v>
                </c:pt>
                <c:pt idx="6224">
                  <c:v>44942</c:v>
                </c:pt>
                <c:pt idx="6225">
                  <c:v>44943</c:v>
                </c:pt>
                <c:pt idx="6226">
                  <c:v>44944</c:v>
                </c:pt>
                <c:pt idx="6227">
                  <c:v>44945</c:v>
                </c:pt>
                <c:pt idx="6228">
                  <c:v>44946</c:v>
                </c:pt>
                <c:pt idx="6229">
                  <c:v>44947</c:v>
                </c:pt>
                <c:pt idx="6230">
                  <c:v>44948</c:v>
                </c:pt>
                <c:pt idx="6231">
                  <c:v>44949</c:v>
                </c:pt>
                <c:pt idx="6232">
                  <c:v>44950</c:v>
                </c:pt>
                <c:pt idx="6233">
                  <c:v>44951</c:v>
                </c:pt>
                <c:pt idx="6234">
                  <c:v>44952</c:v>
                </c:pt>
                <c:pt idx="6235">
                  <c:v>44953</c:v>
                </c:pt>
                <c:pt idx="6236">
                  <c:v>44954</c:v>
                </c:pt>
                <c:pt idx="6237">
                  <c:v>44955</c:v>
                </c:pt>
                <c:pt idx="6238">
                  <c:v>44956</c:v>
                </c:pt>
                <c:pt idx="6239">
                  <c:v>44957</c:v>
                </c:pt>
                <c:pt idx="6240">
                  <c:v>44958</c:v>
                </c:pt>
                <c:pt idx="6241">
                  <c:v>44959</c:v>
                </c:pt>
                <c:pt idx="6242">
                  <c:v>44960</c:v>
                </c:pt>
                <c:pt idx="6243">
                  <c:v>44961</c:v>
                </c:pt>
                <c:pt idx="6244">
                  <c:v>44962</c:v>
                </c:pt>
                <c:pt idx="6245">
                  <c:v>44963</c:v>
                </c:pt>
                <c:pt idx="6246">
                  <c:v>44964</c:v>
                </c:pt>
                <c:pt idx="6247">
                  <c:v>44965</c:v>
                </c:pt>
                <c:pt idx="6248">
                  <c:v>44966</c:v>
                </c:pt>
                <c:pt idx="6249">
                  <c:v>44967</c:v>
                </c:pt>
                <c:pt idx="6250">
                  <c:v>44968</c:v>
                </c:pt>
                <c:pt idx="6251">
                  <c:v>44969</c:v>
                </c:pt>
                <c:pt idx="6252">
                  <c:v>44970</c:v>
                </c:pt>
                <c:pt idx="6253">
                  <c:v>44971</c:v>
                </c:pt>
                <c:pt idx="6254">
                  <c:v>44972</c:v>
                </c:pt>
                <c:pt idx="6255">
                  <c:v>44973</c:v>
                </c:pt>
                <c:pt idx="6256">
                  <c:v>44974</c:v>
                </c:pt>
                <c:pt idx="6257">
                  <c:v>44975</c:v>
                </c:pt>
                <c:pt idx="6258">
                  <c:v>44976</c:v>
                </c:pt>
                <c:pt idx="6259">
                  <c:v>44977</c:v>
                </c:pt>
                <c:pt idx="6260">
                  <c:v>44978</c:v>
                </c:pt>
                <c:pt idx="6261">
                  <c:v>44979</c:v>
                </c:pt>
                <c:pt idx="6262">
                  <c:v>44980</c:v>
                </c:pt>
                <c:pt idx="6263">
                  <c:v>44981</c:v>
                </c:pt>
                <c:pt idx="6264">
                  <c:v>44982</c:v>
                </c:pt>
                <c:pt idx="6265">
                  <c:v>44983</c:v>
                </c:pt>
                <c:pt idx="6266">
                  <c:v>44984</c:v>
                </c:pt>
                <c:pt idx="6267">
                  <c:v>44985</c:v>
                </c:pt>
                <c:pt idx="6268">
                  <c:v>44986</c:v>
                </c:pt>
                <c:pt idx="6269">
                  <c:v>44987</c:v>
                </c:pt>
                <c:pt idx="6270">
                  <c:v>44988</c:v>
                </c:pt>
                <c:pt idx="6271">
                  <c:v>44989</c:v>
                </c:pt>
                <c:pt idx="6272">
                  <c:v>44990</c:v>
                </c:pt>
                <c:pt idx="6273">
                  <c:v>44991</c:v>
                </c:pt>
                <c:pt idx="6274">
                  <c:v>44992</c:v>
                </c:pt>
                <c:pt idx="6275">
                  <c:v>44993</c:v>
                </c:pt>
                <c:pt idx="6276">
                  <c:v>44994</c:v>
                </c:pt>
                <c:pt idx="6277">
                  <c:v>44995</c:v>
                </c:pt>
                <c:pt idx="6278">
                  <c:v>44996</c:v>
                </c:pt>
                <c:pt idx="6279">
                  <c:v>44997</c:v>
                </c:pt>
                <c:pt idx="6280">
                  <c:v>44998</c:v>
                </c:pt>
                <c:pt idx="6281">
                  <c:v>44999</c:v>
                </c:pt>
                <c:pt idx="6282">
                  <c:v>45000</c:v>
                </c:pt>
                <c:pt idx="6283">
                  <c:v>45001</c:v>
                </c:pt>
                <c:pt idx="6284">
                  <c:v>45002</c:v>
                </c:pt>
                <c:pt idx="6285">
                  <c:v>45003</c:v>
                </c:pt>
                <c:pt idx="6286">
                  <c:v>45004</c:v>
                </c:pt>
                <c:pt idx="6287">
                  <c:v>45005</c:v>
                </c:pt>
                <c:pt idx="6288">
                  <c:v>45006</c:v>
                </c:pt>
                <c:pt idx="6289">
                  <c:v>45007</c:v>
                </c:pt>
                <c:pt idx="6290">
                  <c:v>45008</c:v>
                </c:pt>
                <c:pt idx="6291">
                  <c:v>45009</c:v>
                </c:pt>
                <c:pt idx="6292">
                  <c:v>45010</c:v>
                </c:pt>
                <c:pt idx="6293">
                  <c:v>45011</c:v>
                </c:pt>
                <c:pt idx="6294">
                  <c:v>45012</c:v>
                </c:pt>
                <c:pt idx="6295">
                  <c:v>45013</c:v>
                </c:pt>
                <c:pt idx="6296">
                  <c:v>45014</c:v>
                </c:pt>
                <c:pt idx="6297">
                  <c:v>45015</c:v>
                </c:pt>
                <c:pt idx="6298">
                  <c:v>45016</c:v>
                </c:pt>
                <c:pt idx="6299">
                  <c:v>45017</c:v>
                </c:pt>
                <c:pt idx="6300">
                  <c:v>45018</c:v>
                </c:pt>
                <c:pt idx="6301">
                  <c:v>45019</c:v>
                </c:pt>
                <c:pt idx="6302">
                  <c:v>45020</c:v>
                </c:pt>
                <c:pt idx="6303">
                  <c:v>45021</c:v>
                </c:pt>
                <c:pt idx="6304">
                  <c:v>45022</c:v>
                </c:pt>
                <c:pt idx="6305">
                  <c:v>45023</c:v>
                </c:pt>
                <c:pt idx="6306">
                  <c:v>45024</c:v>
                </c:pt>
                <c:pt idx="6307">
                  <c:v>45025</c:v>
                </c:pt>
                <c:pt idx="6308">
                  <c:v>45026</c:v>
                </c:pt>
                <c:pt idx="6309">
                  <c:v>45027</c:v>
                </c:pt>
                <c:pt idx="6310">
                  <c:v>45028</c:v>
                </c:pt>
                <c:pt idx="6311">
                  <c:v>45029</c:v>
                </c:pt>
                <c:pt idx="6312">
                  <c:v>45030</c:v>
                </c:pt>
                <c:pt idx="6313">
                  <c:v>45031</c:v>
                </c:pt>
                <c:pt idx="6314">
                  <c:v>45032</c:v>
                </c:pt>
                <c:pt idx="6315">
                  <c:v>45033</c:v>
                </c:pt>
                <c:pt idx="6316">
                  <c:v>45034</c:v>
                </c:pt>
                <c:pt idx="6317">
                  <c:v>45035</c:v>
                </c:pt>
                <c:pt idx="6318">
                  <c:v>45036</c:v>
                </c:pt>
                <c:pt idx="6319">
                  <c:v>45037</c:v>
                </c:pt>
                <c:pt idx="6320">
                  <c:v>45038</c:v>
                </c:pt>
                <c:pt idx="6321">
                  <c:v>45039</c:v>
                </c:pt>
                <c:pt idx="6322">
                  <c:v>45040</c:v>
                </c:pt>
                <c:pt idx="6323">
                  <c:v>45041</c:v>
                </c:pt>
                <c:pt idx="6324">
                  <c:v>45042</c:v>
                </c:pt>
                <c:pt idx="6325">
                  <c:v>45043</c:v>
                </c:pt>
                <c:pt idx="6326">
                  <c:v>45044</c:v>
                </c:pt>
                <c:pt idx="6327">
                  <c:v>45045</c:v>
                </c:pt>
                <c:pt idx="6328">
                  <c:v>45046</c:v>
                </c:pt>
                <c:pt idx="6329">
                  <c:v>45047</c:v>
                </c:pt>
                <c:pt idx="6330">
                  <c:v>45048</c:v>
                </c:pt>
                <c:pt idx="6331">
                  <c:v>45049</c:v>
                </c:pt>
                <c:pt idx="6332">
                  <c:v>45050</c:v>
                </c:pt>
                <c:pt idx="6333">
                  <c:v>45051</c:v>
                </c:pt>
                <c:pt idx="6334">
                  <c:v>45052</c:v>
                </c:pt>
                <c:pt idx="6335">
                  <c:v>45053</c:v>
                </c:pt>
                <c:pt idx="6336">
                  <c:v>45054</c:v>
                </c:pt>
                <c:pt idx="6337">
                  <c:v>45055</c:v>
                </c:pt>
                <c:pt idx="6338">
                  <c:v>45056</c:v>
                </c:pt>
                <c:pt idx="6339">
                  <c:v>45057</c:v>
                </c:pt>
                <c:pt idx="6340">
                  <c:v>45058</c:v>
                </c:pt>
                <c:pt idx="6341">
                  <c:v>45059</c:v>
                </c:pt>
                <c:pt idx="6342">
                  <c:v>45060</c:v>
                </c:pt>
                <c:pt idx="6343">
                  <c:v>45061</c:v>
                </c:pt>
                <c:pt idx="6344">
                  <c:v>45062</c:v>
                </c:pt>
                <c:pt idx="6345">
                  <c:v>45063</c:v>
                </c:pt>
                <c:pt idx="6346">
                  <c:v>45064</c:v>
                </c:pt>
                <c:pt idx="6347">
                  <c:v>45065</c:v>
                </c:pt>
                <c:pt idx="6348">
                  <c:v>45066</c:v>
                </c:pt>
                <c:pt idx="6349">
                  <c:v>45067</c:v>
                </c:pt>
                <c:pt idx="6350">
                  <c:v>45068</c:v>
                </c:pt>
                <c:pt idx="6351">
                  <c:v>45069</c:v>
                </c:pt>
                <c:pt idx="6352">
                  <c:v>45070</c:v>
                </c:pt>
                <c:pt idx="6353">
                  <c:v>45071</c:v>
                </c:pt>
                <c:pt idx="6354">
                  <c:v>45072</c:v>
                </c:pt>
                <c:pt idx="6355">
                  <c:v>45073</c:v>
                </c:pt>
                <c:pt idx="6356">
                  <c:v>45074</c:v>
                </c:pt>
                <c:pt idx="6357">
                  <c:v>45075</c:v>
                </c:pt>
                <c:pt idx="6358">
                  <c:v>45076</c:v>
                </c:pt>
                <c:pt idx="6359">
                  <c:v>45077</c:v>
                </c:pt>
                <c:pt idx="6360">
                  <c:v>45078</c:v>
                </c:pt>
                <c:pt idx="6361">
                  <c:v>45079</c:v>
                </c:pt>
                <c:pt idx="6362">
                  <c:v>45080</c:v>
                </c:pt>
                <c:pt idx="6363">
                  <c:v>45081</c:v>
                </c:pt>
                <c:pt idx="6364">
                  <c:v>45082</c:v>
                </c:pt>
                <c:pt idx="6365">
                  <c:v>45083</c:v>
                </c:pt>
                <c:pt idx="6366">
                  <c:v>45084</c:v>
                </c:pt>
                <c:pt idx="6367">
                  <c:v>45085</c:v>
                </c:pt>
                <c:pt idx="6368">
                  <c:v>45086</c:v>
                </c:pt>
                <c:pt idx="6369">
                  <c:v>45087</c:v>
                </c:pt>
                <c:pt idx="6370">
                  <c:v>45088</c:v>
                </c:pt>
                <c:pt idx="6371">
                  <c:v>45089</c:v>
                </c:pt>
                <c:pt idx="6372">
                  <c:v>45090</c:v>
                </c:pt>
                <c:pt idx="6373">
                  <c:v>45091</c:v>
                </c:pt>
                <c:pt idx="6374">
                  <c:v>45092</c:v>
                </c:pt>
                <c:pt idx="6375">
                  <c:v>45093</c:v>
                </c:pt>
                <c:pt idx="6376">
                  <c:v>45094</c:v>
                </c:pt>
                <c:pt idx="6377">
                  <c:v>45095</c:v>
                </c:pt>
                <c:pt idx="6378">
                  <c:v>45096</c:v>
                </c:pt>
                <c:pt idx="6379">
                  <c:v>45097</c:v>
                </c:pt>
                <c:pt idx="6380">
                  <c:v>45098</c:v>
                </c:pt>
                <c:pt idx="6381">
                  <c:v>45099</c:v>
                </c:pt>
                <c:pt idx="6382">
                  <c:v>45100</c:v>
                </c:pt>
                <c:pt idx="6383">
                  <c:v>45101</c:v>
                </c:pt>
                <c:pt idx="6384">
                  <c:v>45102</c:v>
                </c:pt>
                <c:pt idx="6385">
                  <c:v>45103</c:v>
                </c:pt>
                <c:pt idx="6386">
                  <c:v>45104</c:v>
                </c:pt>
                <c:pt idx="6387">
                  <c:v>45105</c:v>
                </c:pt>
                <c:pt idx="6388">
                  <c:v>45106</c:v>
                </c:pt>
                <c:pt idx="6389">
                  <c:v>45107</c:v>
                </c:pt>
                <c:pt idx="6390">
                  <c:v>45108</c:v>
                </c:pt>
                <c:pt idx="6391">
                  <c:v>45109</c:v>
                </c:pt>
                <c:pt idx="6392">
                  <c:v>45110</c:v>
                </c:pt>
                <c:pt idx="6393">
                  <c:v>45111</c:v>
                </c:pt>
                <c:pt idx="6394">
                  <c:v>45112</c:v>
                </c:pt>
                <c:pt idx="6395">
                  <c:v>45113</c:v>
                </c:pt>
                <c:pt idx="6396">
                  <c:v>45114</c:v>
                </c:pt>
                <c:pt idx="6397">
                  <c:v>45115</c:v>
                </c:pt>
                <c:pt idx="6398">
                  <c:v>45116</c:v>
                </c:pt>
                <c:pt idx="6399">
                  <c:v>45117</c:v>
                </c:pt>
                <c:pt idx="6400">
                  <c:v>45118</c:v>
                </c:pt>
                <c:pt idx="6401">
                  <c:v>45119</c:v>
                </c:pt>
                <c:pt idx="6402">
                  <c:v>45120</c:v>
                </c:pt>
                <c:pt idx="6403">
                  <c:v>45121</c:v>
                </c:pt>
                <c:pt idx="6404">
                  <c:v>45122</c:v>
                </c:pt>
                <c:pt idx="6405">
                  <c:v>45123</c:v>
                </c:pt>
                <c:pt idx="6406">
                  <c:v>45124</c:v>
                </c:pt>
                <c:pt idx="6407">
                  <c:v>45125</c:v>
                </c:pt>
                <c:pt idx="6408">
                  <c:v>45126</c:v>
                </c:pt>
                <c:pt idx="6409">
                  <c:v>45127</c:v>
                </c:pt>
                <c:pt idx="6410">
                  <c:v>45128</c:v>
                </c:pt>
                <c:pt idx="6411">
                  <c:v>45129</c:v>
                </c:pt>
                <c:pt idx="6412">
                  <c:v>45130</c:v>
                </c:pt>
                <c:pt idx="6413">
                  <c:v>45131</c:v>
                </c:pt>
                <c:pt idx="6414">
                  <c:v>45132</c:v>
                </c:pt>
                <c:pt idx="6415">
                  <c:v>45133</c:v>
                </c:pt>
                <c:pt idx="6416">
                  <c:v>45134</c:v>
                </c:pt>
                <c:pt idx="6417">
                  <c:v>45135</c:v>
                </c:pt>
                <c:pt idx="6418">
                  <c:v>45136</c:v>
                </c:pt>
                <c:pt idx="6419">
                  <c:v>45137</c:v>
                </c:pt>
                <c:pt idx="6420">
                  <c:v>45138</c:v>
                </c:pt>
                <c:pt idx="6421">
                  <c:v>45139</c:v>
                </c:pt>
                <c:pt idx="6422">
                  <c:v>45140</c:v>
                </c:pt>
                <c:pt idx="6423">
                  <c:v>45141</c:v>
                </c:pt>
                <c:pt idx="6424">
                  <c:v>45142</c:v>
                </c:pt>
                <c:pt idx="6425">
                  <c:v>45143</c:v>
                </c:pt>
                <c:pt idx="6426">
                  <c:v>45144</c:v>
                </c:pt>
                <c:pt idx="6427">
                  <c:v>45145</c:v>
                </c:pt>
                <c:pt idx="6428">
                  <c:v>45146</c:v>
                </c:pt>
                <c:pt idx="6429">
                  <c:v>45147</c:v>
                </c:pt>
                <c:pt idx="6430">
                  <c:v>45148</c:v>
                </c:pt>
                <c:pt idx="6431">
                  <c:v>45149</c:v>
                </c:pt>
                <c:pt idx="6432">
                  <c:v>45150</c:v>
                </c:pt>
                <c:pt idx="6433">
                  <c:v>45151</c:v>
                </c:pt>
                <c:pt idx="6434">
                  <c:v>45152</c:v>
                </c:pt>
                <c:pt idx="6435">
                  <c:v>45153</c:v>
                </c:pt>
                <c:pt idx="6436">
                  <c:v>45154</c:v>
                </c:pt>
                <c:pt idx="6437">
                  <c:v>45155</c:v>
                </c:pt>
                <c:pt idx="6438">
                  <c:v>45156</c:v>
                </c:pt>
                <c:pt idx="6439">
                  <c:v>45157</c:v>
                </c:pt>
                <c:pt idx="6440">
                  <c:v>45158</c:v>
                </c:pt>
                <c:pt idx="6441">
                  <c:v>45159</c:v>
                </c:pt>
                <c:pt idx="6442">
                  <c:v>45160</c:v>
                </c:pt>
                <c:pt idx="6443">
                  <c:v>45161</c:v>
                </c:pt>
                <c:pt idx="6444">
                  <c:v>45162</c:v>
                </c:pt>
                <c:pt idx="6445">
                  <c:v>45163</c:v>
                </c:pt>
                <c:pt idx="6446">
                  <c:v>45164</c:v>
                </c:pt>
                <c:pt idx="6447">
                  <c:v>45165</c:v>
                </c:pt>
                <c:pt idx="6448">
                  <c:v>45166</c:v>
                </c:pt>
                <c:pt idx="6449">
                  <c:v>45167</c:v>
                </c:pt>
                <c:pt idx="6450">
                  <c:v>45168</c:v>
                </c:pt>
                <c:pt idx="6451">
                  <c:v>45169</c:v>
                </c:pt>
                <c:pt idx="6452">
                  <c:v>45170</c:v>
                </c:pt>
                <c:pt idx="6453">
                  <c:v>45171</c:v>
                </c:pt>
                <c:pt idx="6454">
                  <c:v>45172</c:v>
                </c:pt>
                <c:pt idx="6455">
                  <c:v>45173</c:v>
                </c:pt>
                <c:pt idx="6456">
                  <c:v>45174</c:v>
                </c:pt>
                <c:pt idx="6457">
                  <c:v>45175</c:v>
                </c:pt>
                <c:pt idx="6458">
                  <c:v>45176</c:v>
                </c:pt>
                <c:pt idx="6459">
                  <c:v>45177</c:v>
                </c:pt>
                <c:pt idx="6460">
                  <c:v>45178</c:v>
                </c:pt>
                <c:pt idx="6461">
                  <c:v>45179</c:v>
                </c:pt>
                <c:pt idx="6462">
                  <c:v>45180</c:v>
                </c:pt>
                <c:pt idx="6463">
                  <c:v>45181</c:v>
                </c:pt>
                <c:pt idx="6464">
                  <c:v>45182</c:v>
                </c:pt>
                <c:pt idx="6465">
                  <c:v>45183</c:v>
                </c:pt>
                <c:pt idx="6466">
                  <c:v>45184</c:v>
                </c:pt>
                <c:pt idx="6467">
                  <c:v>45185</c:v>
                </c:pt>
                <c:pt idx="6468">
                  <c:v>45186</c:v>
                </c:pt>
                <c:pt idx="6469">
                  <c:v>45187</c:v>
                </c:pt>
                <c:pt idx="6470">
                  <c:v>45188</c:v>
                </c:pt>
                <c:pt idx="6471">
                  <c:v>45189</c:v>
                </c:pt>
                <c:pt idx="6472">
                  <c:v>45190</c:v>
                </c:pt>
                <c:pt idx="6473">
                  <c:v>45191</c:v>
                </c:pt>
                <c:pt idx="6474">
                  <c:v>45192</c:v>
                </c:pt>
                <c:pt idx="6475">
                  <c:v>45193</c:v>
                </c:pt>
                <c:pt idx="6476">
                  <c:v>45194</c:v>
                </c:pt>
                <c:pt idx="6477">
                  <c:v>45195</c:v>
                </c:pt>
                <c:pt idx="6478">
                  <c:v>45196</c:v>
                </c:pt>
                <c:pt idx="6479">
                  <c:v>45197</c:v>
                </c:pt>
                <c:pt idx="6480">
                  <c:v>45198</c:v>
                </c:pt>
                <c:pt idx="6481">
                  <c:v>45199</c:v>
                </c:pt>
                <c:pt idx="6482">
                  <c:v>45200</c:v>
                </c:pt>
                <c:pt idx="6483">
                  <c:v>45201</c:v>
                </c:pt>
                <c:pt idx="6484">
                  <c:v>45202</c:v>
                </c:pt>
                <c:pt idx="6485">
                  <c:v>45203</c:v>
                </c:pt>
                <c:pt idx="6486">
                  <c:v>45204</c:v>
                </c:pt>
                <c:pt idx="6487">
                  <c:v>45205</c:v>
                </c:pt>
                <c:pt idx="6488">
                  <c:v>45206</c:v>
                </c:pt>
                <c:pt idx="6489">
                  <c:v>45207</c:v>
                </c:pt>
                <c:pt idx="6490">
                  <c:v>45208</c:v>
                </c:pt>
                <c:pt idx="6491">
                  <c:v>45209</c:v>
                </c:pt>
                <c:pt idx="6492">
                  <c:v>45210</c:v>
                </c:pt>
                <c:pt idx="6493">
                  <c:v>45211</c:v>
                </c:pt>
                <c:pt idx="6494">
                  <c:v>45212</c:v>
                </c:pt>
                <c:pt idx="6495">
                  <c:v>45213</c:v>
                </c:pt>
                <c:pt idx="6496">
                  <c:v>45214</c:v>
                </c:pt>
                <c:pt idx="6497">
                  <c:v>45215</c:v>
                </c:pt>
                <c:pt idx="6498">
                  <c:v>45216</c:v>
                </c:pt>
                <c:pt idx="6499">
                  <c:v>45217</c:v>
                </c:pt>
                <c:pt idx="6500">
                  <c:v>45218</c:v>
                </c:pt>
                <c:pt idx="6501">
                  <c:v>45219</c:v>
                </c:pt>
                <c:pt idx="6502">
                  <c:v>45220</c:v>
                </c:pt>
                <c:pt idx="6503">
                  <c:v>45221</c:v>
                </c:pt>
                <c:pt idx="6504">
                  <c:v>45222</c:v>
                </c:pt>
                <c:pt idx="6505">
                  <c:v>45223</c:v>
                </c:pt>
                <c:pt idx="6506">
                  <c:v>45224</c:v>
                </c:pt>
                <c:pt idx="6507">
                  <c:v>45225</c:v>
                </c:pt>
                <c:pt idx="6508">
                  <c:v>45226</c:v>
                </c:pt>
                <c:pt idx="6509">
                  <c:v>45227</c:v>
                </c:pt>
                <c:pt idx="6510">
                  <c:v>45228</c:v>
                </c:pt>
                <c:pt idx="6511">
                  <c:v>45229</c:v>
                </c:pt>
                <c:pt idx="6512">
                  <c:v>45230</c:v>
                </c:pt>
                <c:pt idx="6513">
                  <c:v>45231</c:v>
                </c:pt>
                <c:pt idx="6514">
                  <c:v>45232</c:v>
                </c:pt>
                <c:pt idx="6515">
                  <c:v>45233</c:v>
                </c:pt>
                <c:pt idx="6516">
                  <c:v>45234</c:v>
                </c:pt>
                <c:pt idx="6517">
                  <c:v>45235</c:v>
                </c:pt>
                <c:pt idx="6518">
                  <c:v>45236</c:v>
                </c:pt>
                <c:pt idx="6519">
                  <c:v>45237</c:v>
                </c:pt>
                <c:pt idx="6520">
                  <c:v>45238</c:v>
                </c:pt>
                <c:pt idx="6521">
                  <c:v>45239</c:v>
                </c:pt>
                <c:pt idx="6522">
                  <c:v>45240</c:v>
                </c:pt>
                <c:pt idx="6523">
                  <c:v>45241</c:v>
                </c:pt>
                <c:pt idx="6524">
                  <c:v>45242</c:v>
                </c:pt>
                <c:pt idx="6525">
                  <c:v>45243</c:v>
                </c:pt>
                <c:pt idx="6526">
                  <c:v>45244</c:v>
                </c:pt>
                <c:pt idx="6527">
                  <c:v>45245</c:v>
                </c:pt>
                <c:pt idx="6528">
                  <c:v>45246</c:v>
                </c:pt>
                <c:pt idx="6529">
                  <c:v>45247</c:v>
                </c:pt>
                <c:pt idx="6530">
                  <c:v>45248</c:v>
                </c:pt>
                <c:pt idx="6531">
                  <c:v>45249</c:v>
                </c:pt>
                <c:pt idx="6532">
                  <c:v>45250</c:v>
                </c:pt>
                <c:pt idx="6533">
                  <c:v>45251</c:v>
                </c:pt>
                <c:pt idx="6534">
                  <c:v>45252</c:v>
                </c:pt>
                <c:pt idx="6535">
                  <c:v>45253</c:v>
                </c:pt>
                <c:pt idx="6536">
                  <c:v>45254</c:v>
                </c:pt>
                <c:pt idx="6537">
                  <c:v>45255</c:v>
                </c:pt>
                <c:pt idx="6538">
                  <c:v>45256</c:v>
                </c:pt>
                <c:pt idx="6539">
                  <c:v>45257</c:v>
                </c:pt>
                <c:pt idx="6540">
                  <c:v>45258</c:v>
                </c:pt>
                <c:pt idx="6541">
                  <c:v>45259</c:v>
                </c:pt>
                <c:pt idx="6542">
                  <c:v>45260</c:v>
                </c:pt>
                <c:pt idx="6543">
                  <c:v>45261</c:v>
                </c:pt>
                <c:pt idx="6544">
                  <c:v>45262</c:v>
                </c:pt>
                <c:pt idx="6545">
                  <c:v>45263</c:v>
                </c:pt>
                <c:pt idx="6546">
                  <c:v>45264</c:v>
                </c:pt>
                <c:pt idx="6547">
                  <c:v>45265</c:v>
                </c:pt>
                <c:pt idx="6548">
                  <c:v>45266</c:v>
                </c:pt>
                <c:pt idx="6549">
                  <c:v>45267</c:v>
                </c:pt>
                <c:pt idx="6550">
                  <c:v>45268</c:v>
                </c:pt>
                <c:pt idx="6551">
                  <c:v>45269</c:v>
                </c:pt>
                <c:pt idx="6552">
                  <c:v>45270</c:v>
                </c:pt>
                <c:pt idx="6553">
                  <c:v>45271</c:v>
                </c:pt>
                <c:pt idx="6554">
                  <c:v>45272</c:v>
                </c:pt>
                <c:pt idx="6555">
                  <c:v>45273</c:v>
                </c:pt>
                <c:pt idx="6556">
                  <c:v>45274</c:v>
                </c:pt>
                <c:pt idx="6557">
                  <c:v>45275</c:v>
                </c:pt>
                <c:pt idx="6558">
                  <c:v>45276</c:v>
                </c:pt>
                <c:pt idx="6559">
                  <c:v>45277</c:v>
                </c:pt>
                <c:pt idx="6560">
                  <c:v>45278</c:v>
                </c:pt>
                <c:pt idx="6561">
                  <c:v>45279</c:v>
                </c:pt>
                <c:pt idx="6562">
                  <c:v>45280</c:v>
                </c:pt>
                <c:pt idx="6563">
                  <c:v>45281</c:v>
                </c:pt>
                <c:pt idx="6564">
                  <c:v>45282</c:v>
                </c:pt>
                <c:pt idx="6565">
                  <c:v>45283</c:v>
                </c:pt>
                <c:pt idx="6566">
                  <c:v>45284</c:v>
                </c:pt>
                <c:pt idx="6567">
                  <c:v>45285</c:v>
                </c:pt>
                <c:pt idx="6568">
                  <c:v>45286</c:v>
                </c:pt>
                <c:pt idx="6569">
                  <c:v>45287</c:v>
                </c:pt>
                <c:pt idx="6570">
                  <c:v>45288</c:v>
                </c:pt>
                <c:pt idx="6571">
                  <c:v>45289</c:v>
                </c:pt>
                <c:pt idx="6572">
                  <c:v>45290</c:v>
                </c:pt>
                <c:pt idx="6573">
                  <c:v>45291</c:v>
                </c:pt>
                <c:pt idx="6574">
                  <c:v>45292</c:v>
                </c:pt>
                <c:pt idx="6575">
                  <c:v>45293</c:v>
                </c:pt>
                <c:pt idx="6576">
                  <c:v>45294</c:v>
                </c:pt>
                <c:pt idx="6577">
                  <c:v>45295</c:v>
                </c:pt>
                <c:pt idx="6578">
                  <c:v>45296</c:v>
                </c:pt>
                <c:pt idx="6579">
                  <c:v>45297</c:v>
                </c:pt>
                <c:pt idx="6580">
                  <c:v>45298</c:v>
                </c:pt>
                <c:pt idx="6581">
                  <c:v>45299</c:v>
                </c:pt>
                <c:pt idx="6582">
                  <c:v>45300</c:v>
                </c:pt>
                <c:pt idx="6583">
                  <c:v>45301</c:v>
                </c:pt>
                <c:pt idx="6584">
                  <c:v>45302</c:v>
                </c:pt>
                <c:pt idx="6585">
                  <c:v>45303</c:v>
                </c:pt>
                <c:pt idx="6586">
                  <c:v>45304</c:v>
                </c:pt>
                <c:pt idx="6587">
                  <c:v>45305</c:v>
                </c:pt>
                <c:pt idx="6588">
                  <c:v>45306</c:v>
                </c:pt>
                <c:pt idx="6589">
                  <c:v>45307</c:v>
                </c:pt>
                <c:pt idx="6590">
                  <c:v>45308</c:v>
                </c:pt>
                <c:pt idx="6591">
                  <c:v>45309</c:v>
                </c:pt>
                <c:pt idx="6592">
                  <c:v>45310</c:v>
                </c:pt>
                <c:pt idx="6593">
                  <c:v>45311</c:v>
                </c:pt>
                <c:pt idx="6594">
                  <c:v>45312</c:v>
                </c:pt>
                <c:pt idx="6595">
                  <c:v>45313</c:v>
                </c:pt>
                <c:pt idx="6596">
                  <c:v>45314</c:v>
                </c:pt>
                <c:pt idx="6597">
                  <c:v>45315</c:v>
                </c:pt>
                <c:pt idx="6598">
                  <c:v>45316</c:v>
                </c:pt>
                <c:pt idx="6599">
                  <c:v>45317</c:v>
                </c:pt>
                <c:pt idx="6600">
                  <c:v>45318</c:v>
                </c:pt>
                <c:pt idx="6601">
                  <c:v>45319</c:v>
                </c:pt>
                <c:pt idx="6602">
                  <c:v>45320</c:v>
                </c:pt>
                <c:pt idx="6603">
                  <c:v>45321</c:v>
                </c:pt>
                <c:pt idx="6604">
                  <c:v>45322</c:v>
                </c:pt>
                <c:pt idx="6605">
                  <c:v>45323</c:v>
                </c:pt>
                <c:pt idx="6606">
                  <c:v>45324</c:v>
                </c:pt>
                <c:pt idx="6607">
                  <c:v>45325</c:v>
                </c:pt>
                <c:pt idx="6608">
                  <c:v>45326</c:v>
                </c:pt>
                <c:pt idx="6609">
                  <c:v>45327</c:v>
                </c:pt>
                <c:pt idx="6610">
                  <c:v>45328</c:v>
                </c:pt>
                <c:pt idx="6611">
                  <c:v>45329</c:v>
                </c:pt>
                <c:pt idx="6612">
                  <c:v>45330</c:v>
                </c:pt>
                <c:pt idx="6613">
                  <c:v>45331</c:v>
                </c:pt>
                <c:pt idx="6614">
                  <c:v>45332</c:v>
                </c:pt>
                <c:pt idx="6615">
                  <c:v>45333</c:v>
                </c:pt>
                <c:pt idx="6616">
                  <c:v>45334</c:v>
                </c:pt>
                <c:pt idx="6617">
                  <c:v>45335</c:v>
                </c:pt>
                <c:pt idx="6618">
                  <c:v>45336</c:v>
                </c:pt>
                <c:pt idx="6619">
                  <c:v>45337</c:v>
                </c:pt>
                <c:pt idx="6620">
                  <c:v>45338</c:v>
                </c:pt>
                <c:pt idx="6621">
                  <c:v>45339</c:v>
                </c:pt>
                <c:pt idx="6622">
                  <c:v>45340</c:v>
                </c:pt>
                <c:pt idx="6623">
                  <c:v>45341</c:v>
                </c:pt>
                <c:pt idx="6624">
                  <c:v>45342</c:v>
                </c:pt>
                <c:pt idx="6625">
                  <c:v>45343</c:v>
                </c:pt>
                <c:pt idx="6626">
                  <c:v>45344</c:v>
                </c:pt>
                <c:pt idx="6627">
                  <c:v>45345</c:v>
                </c:pt>
                <c:pt idx="6628">
                  <c:v>45346</c:v>
                </c:pt>
                <c:pt idx="6629">
                  <c:v>45347</c:v>
                </c:pt>
                <c:pt idx="6630">
                  <c:v>45348</c:v>
                </c:pt>
                <c:pt idx="6631">
                  <c:v>45349</c:v>
                </c:pt>
                <c:pt idx="6632">
                  <c:v>45350</c:v>
                </c:pt>
                <c:pt idx="6633">
                  <c:v>45351</c:v>
                </c:pt>
                <c:pt idx="6634">
                  <c:v>45352</c:v>
                </c:pt>
                <c:pt idx="6635">
                  <c:v>45353</c:v>
                </c:pt>
                <c:pt idx="6636">
                  <c:v>45354</c:v>
                </c:pt>
              </c:numCache>
            </c:numRef>
          </c:cat>
          <c:val>
            <c:numRef>
              <c:f>价差走势表!$AS$2:$AS$6638</c:f>
              <c:numCache>
                <c:formatCode>0_);[Red]\(0\)</c:formatCode>
                <c:ptCount val="6637"/>
                <c:pt idx="0">
                  <c:v>8500</c:v>
                </c:pt>
                <c:pt idx="1">
                  <c:v>8500</c:v>
                </c:pt>
                <c:pt idx="2">
                  <c:v>8500</c:v>
                </c:pt>
                <c:pt idx="3">
                  <c:v>8500</c:v>
                </c:pt>
                <c:pt idx="4">
                  <c:v>8500</c:v>
                </c:pt>
                <c:pt idx="5">
                  <c:v>8500</c:v>
                </c:pt>
                <c:pt idx="6">
                  <c:v>8500</c:v>
                </c:pt>
                <c:pt idx="7">
                  <c:v>8500</c:v>
                </c:pt>
                <c:pt idx="8">
                  <c:v>8500</c:v>
                </c:pt>
                <c:pt idx="9">
                  <c:v>8500</c:v>
                </c:pt>
                <c:pt idx="10">
                  <c:v>8500</c:v>
                </c:pt>
                <c:pt idx="11">
                  <c:v>8500</c:v>
                </c:pt>
                <c:pt idx="12">
                  <c:v>8500</c:v>
                </c:pt>
                <c:pt idx="13">
                  <c:v>8500</c:v>
                </c:pt>
                <c:pt idx="14">
                  <c:v>8500</c:v>
                </c:pt>
                <c:pt idx="15">
                  <c:v>8500</c:v>
                </c:pt>
                <c:pt idx="16">
                  <c:v>8500</c:v>
                </c:pt>
                <c:pt idx="17">
                  <c:v>8500</c:v>
                </c:pt>
                <c:pt idx="18">
                  <c:v>8500</c:v>
                </c:pt>
                <c:pt idx="19">
                  <c:v>8500</c:v>
                </c:pt>
                <c:pt idx="20">
                  <c:v>8500</c:v>
                </c:pt>
                <c:pt idx="21">
                  <c:v>8500</c:v>
                </c:pt>
                <c:pt idx="22">
                  <c:v>8500</c:v>
                </c:pt>
                <c:pt idx="23">
                  <c:v>8500</c:v>
                </c:pt>
                <c:pt idx="24">
                  <c:v>8500</c:v>
                </c:pt>
                <c:pt idx="25">
                  <c:v>8500</c:v>
                </c:pt>
                <c:pt idx="26">
                  <c:v>8500</c:v>
                </c:pt>
                <c:pt idx="27">
                  <c:v>8500</c:v>
                </c:pt>
                <c:pt idx="28">
                  <c:v>8500</c:v>
                </c:pt>
                <c:pt idx="29">
                  <c:v>8500</c:v>
                </c:pt>
                <c:pt idx="30">
                  <c:v>8500</c:v>
                </c:pt>
                <c:pt idx="31">
                  <c:v>8500</c:v>
                </c:pt>
                <c:pt idx="32">
                  <c:v>8500</c:v>
                </c:pt>
                <c:pt idx="33">
                  <c:v>8500</c:v>
                </c:pt>
                <c:pt idx="34">
                  <c:v>8500</c:v>
                </c:pt>
                <c:pt idx="35">
                  <c:v>8500</c:v>
                </c:pt>
                <c:pt idx="36">
                  <c:v>8500</c:v>
                </c:pt>
                <c:pt idx="37">
                  <c:v>8500</c:v>
                </c:pt>
                <c:pt idx="38">
                  <c:v>8500</c:v>
                </c:pt>
                <c:pt idx="39">
                  <c:v>8500</c:v>
                </c:pt>
                <c:pt idx="40">
                  <c:v>8500</c:v>
                </c:pt>
                <c:pt idx="41">
                  <c:v>8500</c:v>
                </c:pt>
                <c:pt idx="42">
                  <c:v>8500</c:v>
                </c:pt>
                <c:pt idx="43">
                  <c:v>8500</c:v>
                </c:pt>
                <c:pt idx="44">
                  <c:v>8500</c:v>
                </c:pt>
                <c:pt idx="45">
                  <c:v>8500</c:v>
                </c:pt>
                <c:pt idx="46">
                  <c:v>8500</c:v>
                </c:pt>
                <c:pt idx="47">
                  <c:v>8500</c:v>
                </c:pt>
                <c:pt idx="48">
                  <c:v>8500</c:v>
                </c:pt>
                <c:pt idx="49">
                  <c:v>8500</c:v>
                </c:pt>
                <c:pt idx="50">
                  <c:v>8500</c:v>
                </c:pt>
                <c:pt idx="51">
                  <c:v>8500</c:v>
                </c:pt>
                <c:pt idx="52">
                  <c:v>8500</c:v>
                </c:pt>
                <c:pt idx="53">
                  <c:v>8500</c:v>
                </c:pt>
                <c:pt idx="54">
                  <c:v>8500</c:v>
                </c:pt>
                <c:pt idx="55">
                  <c:v>8500</c:v>
                </c:pt>
                <c:pt idx="56">
                  <c:v>8500</c:v>
                </c:pt>
                <c:pt idx="57">
                  <c:v>8500</c:v>
                </c:pt>
                <c:pt idx="58">
                  <c:v>8500</c:v>
                </c:pt>
                <c:pt idx="59">
                  <c:v>7500</c:v>
                </c:pt>
                <c:pt idx="60">
                  <c:v>7500</c:v>
                </c:pt>
                <c:pt idx="61">
                  <c:v>7500</c:v>
                </c:pt>
                <c:pt idx="62">
                  <c:v>7500</c:v>
                </c:pt>
                <c:pt idx="63">
                  <c:v>7500</c:v>
                </c:pt>
                <c:pt idx="64">
                  <c:v>7500</c:v>
                </c:pt>
                <c:pt idx="65">
                  <c:v>7500</c:v>
                </c:pt>
                <c:pt idx="66">
                  <c:v>7500</c:v>
                </c:pt>
                <c:pt idx="67">
                  <c:v>7500</c:v>
                </c:pt>
                <c:pt idx="68">
                  <c:v>7500</c:v>
                </c:pt>
                <c:pt idx="69">
                  <c:v>7500</c:v>
                </c:pt>
                <c:pt idx="70">
                  <c:v>7500</c:v>
                </c:pt>
                <c:pt idx="71">
                  <c:v>7500</c:v>
                </c:pt>
                <c:pt idx="72">
                  <c:v>7500</c:v>
                </c:pt>
                <c:pt idx="73">
                  <c:v>7500</c:v>
                </c:pt>
                <c:pt idx="74">
                  <c:v>7500</c:v>
                </c:pt>
                <c:pt idx="75">
                  <c:v>7500</c:v>
                </c:pt>
                <c:pt idx="76">
                  <c:v>7500</c:v>
                </c:pt>
                <c:pt idx="77">
                  <c:v>7500</c:v>
                </c:pt>
                <c:pt idx="78">
                  <c:v>7500</c:v>
                </c:pt>
                <c:pt idx="79">
                  <c:v>7500</c:v>
                </c:pt>
                <c:pt idx="80">
                  <c:v>7500</c:v>
                </c:pt>
                <c:pt idx="81">
                  <c:v>7500</c:v>
                </c:pt>
                <c:pt idx="82">
                  <c:v>7500</c:v>
                </c:pt>
                <c:pt idx="83">
                  <c:v>7500</c:v>
                </c:pt>
                <c:pt idx="84">
                  <c:v>7500</c:v>
                </c:pt>
                <c:pt idx="85">
                  <c:v>7500</c:v>
                </c:pt>
                <c:pt idx="86">
                  <c:v>7500</c:v>
                </c:pt>
                <c:pt idx="87">
                  <c:v>7500</c:v>
                </c:pt>
                <c:pt idx="88">
                  <c:v>7500</c:v>
                </c:pt>
                <c:pt idx="89">
                  <c:v>7500</c:v>
                </c:pt>
                <c:pt idx="90">
                  <c:v>6500</c:v>
                </c:pt>
                <c:pt idx="91">
                  <c:v>6500</c:v>
                </c:pt>
                <c:pt idx="92">
                  <c:v>6500</c:v>
                </c:pt>
                <c:pt idx="93">
                  <c:v>6500</c:v>
                </c:pt>
                <c:pt idx="94">
                  <c:v>6500</c:v>
                </c:pt>
                <c:pt idx="95">
                  <c:v>6500</c:v>
                </c:pt>
                <c:pt idx="96">
                  <c:v>6500</c:v>
                </c:pt>
                <c:pt idx="97">
                  <c:v>6500</c:v>
                </c:pt>
                <c:pt idx="98">
                  <c:v>6500</c:v>
                </c:pt>
                <c:pt idx="99">
                  <c:v>6500</c:v>
                </c:pt>
                <c:pt idx="100">
                  <c:v>6500</c:v>
                </c:pt>
                <c:pt idx="101">
                  <c:v>6500</c:v>
                </c:pt>
                <c:pt idx="102">
                  <c:v>6500</c:v>
                </c:pt>
                <c:pt idx="103">
                  <c:v>6500</c:v>
                </c:pt>
                <c:pt idx="104">
                  <c:v>6500</c:v>
                </c:pt>
                <c:pt idx="105">
                  <c:v>6500</c:v>
                </c:pt>
                <c:pt idx="106">
                  <c:v>6500</c:v>
                </c:pt>
                <c:pt idx="107">
                  <c:v>6500</c:v>
                </c:pt>
                <c:pt idx="108">
                  <c:v>6500</c:v>
                </c:pt>
                <c:pt idx="109">
                  <c:v>6500</c:v>
                </c:pt>
                <c:pt idx="110">
                  <c:v>6500</c:v>
                </c:pt>
                <c:pt idx="111">
                  <c:v>6500</c:v>
                </c:pt>
                <c:pt idx="112">
                  <c:v>6500</c:v>
                </c:pt>
                <c:pt idx="113">
                  <c:v>6500</c:v>
                </c:pt>
                <c:pt idx="114">
                  <c:v>6500</c:v>
                </c:pt>
                <c:pt idx="115">
                  <c:v>6500</c:v>
                </c:pt>
                <c:pt idx="116">
                  <c:v>6500</c:v>
                </c:pt>
                <c:pt idx="117">
                  <c:v>6500</c:v>
                </c:pt>
                <c:pt idx="118">
                  <c:v>6500</c:v>
                </c:pt>
                <c:pt idx="119">
                  <c:v>6500</c:v>
                </c:pt>
                <c:pt idx="120">
                  <c:v>3500</c:v>
                </c:pt>
                <c:pt idx="121">
                  <c:v>3500</c:v>
                </c:pt>
                <c:pt idx="122">
                  <c:v>3500</c:v>
                </c:pt>
                <c:pt idx="123">
                  <c:v>3500</c:v>
                </c:pt>
                <c:pt idx="124">
                  <c:v>3500</c:v>
                </c:pt>
                <c:pt idx="125">
                  <c:v>3500</c:v>
                </c:pt>
                <c:pt idx="126">
                  <c:v>3500</c:v>
                </c:pt>
                <c:pt idx="127">
                  <c:v>3500</c:v>
                </c:pt>
                <c:pt idx="128">
                  <c:v>3500</c:v>
                </c:pt>
                <c:pt idx="129">
                  <c:v>3500</c:v>
                </c:pt>
                <c:pt idx="130">
                  <c:v>3500</c:v>
                </c:pt>
                <c:pt idx="131">
                  <c:v>3500</c:v>
                </c:pt>
                <c:pt idx="132">
                  <c:v>3500</c:v>
                </c:pt>
                <c:pt idx="133">
                  <c:v>3500</c:v>
                </c:pt>
                <c:pt idx="134">
                  <c:v>3500</c:v>
                </c:pt>
                <c:pt idx="135">
                  <c:v>3500</c:v>
                </c:pt>
                <c:pt idx="136">
                  <c:v>3500</c:v>
                </c:pt>
                <c:pt idx="137">
                  <c:v>3500</c:v>
                </c:pt>
                <c:pt idx="138">
                  <c:v>3500</c:v>
                </c:pt>
                <c:pt idx="139">
                  <c:v>3500</c:v>
                </c:pt>
                <c:pt idx="140">
                  <c:v>3500</c:v>
                </c:pt>
                <c:pt idx="141">
                  <c:v>3500</c:v>
                </c:pt>
                <c:pt idx="142">
                  <c:v>3500</c:v>
                </c:pt>
                <c:pt idx="143">
                  <c:v>3500</c:v>
                </c:pt>
                <c:pt idx="144">
                  <c:v>3500</c:v>
                </c:pt>
                <c:pt idx="145">
                  <c:v>3500</c:v>
                </c:pt>
                <c:pt idx="146">
                  <c:v>3500</c:v>
                </c:pt>
                <c:pt idx="147">
                  <c:v>3500</c:v>
                </c:pt>
                <c:pt idx="148">
                  <c:v>3500</c:v>
                </c:pt>
                <c:pt idx="149">
                  <c:v>3500</c:v>
                </c:pt>
                <c:pt idx="150">
                  <c:v>3500</c:v>
                </c:pt>
                <c:pt idx="151">
                  <c:v>3500</c:v>
                </c:pt>
                <c:pt idx="152">
                  <c:v>3500</c:v>
                </c:pt>
                <c:pt idx="153">
                  <c:v>3500</c:v>
                </c:pt>
                <c:pt idx="154">
                  <c:v>3500</c:v>
                </c:pt>
                <c:pt idx="155">
                  <c:v>3500</c:v>
                </c:pt>
                <c:pt idx="156">
                  <c:v>3500</c:v>
                </c:pt>
                <c:pt idx="157">
                  <c:v>3500</c:v>
                </c:pt>
                <c:pt idx="158">
                  <c:v>3500</c:v>
                </c:pt>
                <c:pt idx="159">
                  <c:v>3500</c:v>
                </c:pt>
                <c:pt idx="160">
                  <c:v>3500</c:v>
                </c:pt>
                <c:pt idx="161">
                  <c:v>3500</c:v>
                </c:pt>
                <c:pt idx="162">
                  <c:v>3500</c:v>
                </c:pt>
                <c:pt idx="163">
                  <c:v>3500</c:v>
                </c:pt>
                <c:pt idx="164">
                  <c:v>3500</c:v>
                </c:pt>
                <c:pt idx="165">
                  <c:v>3500</c:v>
                </c:pt>
                <c:pt idx="166">
                  <c:v>3500</c:v>
                </c:pt>
                <c:pt idx="167">
                  <c:v>3500</c:v>
                </c:pt>
                <c:pt idx="168">
                  <c:v>3500</c:v>
                </c:pt>
                <c:pt idx="169">
                  <c:v>3500</c:v>
                </c:pt>
                <c:pt idx="170">
                  <c:v>3500</c:v>
                </c:pt>
                <c:pt idx="171">
                  <c:v>3500</c:v>
                </c:pt>
                <c:pt idx="172">
                  <c:v>3500</c:v>
                </c:pt>
                <c:pt idx="173">
                  <c:v>3500</c:v>
                </c:pt>
                <c:pt idx="174">
                  <c:v>3500</c:v>
                </c:pt>
                <c:pt idx="175">
                  <c:v>3500</c:v>
                </c:pt>
                <c:pt idx="176">
                  <c:v>3500</c:v>
                </c:pt>
                <c:pt idx="177">
                  <c:v>3500</c:v>
                </c:pt>
                <c:pt idx="178">
                  <c:v>3500</c:v>
                </c:pt>
                <c:pt idx="179">
                  <c:v>3500</c:v>
                </c:pt>
                <c:pt idx="180">
                  <c:v>3500</c:v>
                </c:pt>
                <c:pt idx="181">
                  <c:v>3500</c:v>
                </c:pt>
                <c:pt idx="182">
                  <c:v>3500</c:v>
                </c:pt>
                <c:pt idx="183">
                  <c:v>3500</c:v>
                </c:pt>
                <c:pt idx="184">
                  <c:v>3500</c:v>
                </c:pt>
                <c:pt idx="185">
                  <c:v>3500</c:v>
                </c:pt>
                <c:pt idx="186">
                  <c:v>3500</c:v>
                </c:pt>
                <c:pt idx="187">
                  <c:v>3500</c:v>
                </c:pt>
                <c:pt idx="188">
                  <c:v>3500</c:v>
                </c:pt>
                <c:pt idx="189">
                  <c:v>3500</c:v>
                </c:pt>
                <c:pt idx="190">
                  <c:v>3500</c:v>
                </c:pt>
                <c:pt idx="191">
                  <c:v>3500</c:v>
                </c:pt>
                <c:pt idx="192">
                  <c:v>3500</c:v>
                </c:pt>
                <c:pt idx="193">
                  <c:v>3500</c:v>
                </c:pt>
                <c:pt idx="194">
                  <c:v>3500</c:v>
                </c:pt>
                <c:pt idx="195">
                  <c:v>3500</c:v>
                </c:pt>
                <c:pt idx="196">
                  <c:v>3500</c:v>
                </c:pt>
                <c:pt idx="197">
                  <c:v>3500</c:v>
                </c:pt>
                <c:pt idx="198">
                  <c:v>3500</c:v>
                </c:pt>
                <c:pt idx="199">
                  <c:v>3500</c:v>
                </c:pt>
                <c:pt idx="200">
                  <c:v>3500</c:v>
                </c:pt>
                <c:pt idx="201">
                  <c:v>3500</c:v>
                </c:pt>
                <c:pt idx="202">
                  <c:v>3500</c:v>
                </c:pt>
                <c:pt idx="203">
                  <c:v>3500</c:v>
                </c:pt>
                <c:pt idx="204">
                  <c:v>3500</c:v>
                </c:pt>
                <c:pt idx="205">
                  <c:v>3500</c:v>
                </c:pt>
                <c:pt idx="206">
                  <c:v>3500</c:v>
                </c:pt>
                <c:pt idx="207">
                  <c:v>3500</c:v>
                </c:pt>
                <c:pt idx="208">
                  <c:v>3500</c:v>
                </c:pt>
                <c:pt idx="209">
                  <c:v>3500</c:v>
                </c:pt>
                <c:pt idx="210">
                  <c:v>3500</c:v>
                </c:pt>
                <c:pt idx="211">
                  <c:v>3500</c:v>
                </c:pt>
                <c:pt idx="212">
                  <c:v>3500</c:v>
                </c:pt>
                <c:pt idx="213">
                  <c:v>3500</c:v>
                </c:pt>
                <c:pt idx="214">
                  <c:v>3500</c:v>
                </c:pt>
                <c:pt idx="215">
                  <c:v>3500</c:v>
                </c:pt>
                <c:pt idx="216">
                  <c:v>3500</c:v>
                </c:pt>
                <c:pt idx="217">
                  <c:v>3500</c:v>
                </c:pt>
                <c:pt idx="218">
                  <c:v>3500</c:v>
                </c:pt>
                <c:pt idx="219">
                  <c:v>3500</c:v>
                </c:pt>
                <c:pt idx="220">
                  <c:v>3500</c:v>
                </c:pt>
                <c:pt idx="221">
                  <c:v>3500</c:v>
                </c:pt>
                <c:pt idx="222">
                  <c:v>3500</c:v>
                </c:pt>
                <c:pt idx="223">
                  <c:v>3500</c:v>
                </c:pt>
                <c:pt idx="224">
                  <c:v>3500</c:v>
                </c:pt>
                <c:pt idx="225">
                  <c:v>3500</c:v>
                </c:pt>
                <c:pt idx="226">
                  <c:v>3500</c:v>
                </c:pt>
                <c:pt idx="227">
                  <c:v>3500</c:v>
                </c:pt>
                <c:pt idx="228">
                  <c:v>3500</c:v>
                </c:pt>
                <c:pt idx="229">
                  <c:v>3500</c:v>
                </c:pt>
                <c:pt idx="230">
                  <c:v>3500</c:v>
                </c:pt>
                <c:pt idx="231">
                  <c:v>3500</c:v>
                </c:pt>
                <c:pt idx="232">
                  <c:v>3500</c:v>
                </c:pt>
                <c:pt idx="233">
                  <c:v>3500</c:v>
                </c:pt>
                <c:pt idx="234">
                  <c:v>3500</c:v>
                </c:pt>
                <c:pt idx="235">
                  <c:v>3500</c:v>
                </c:pt>
                <c:pt idx="236">
                  <c:v>3500</c:v>
                </c:pt>
                <c:pt idx="237">
                  <c:v>3500</c:v>
                </c:pt>
                <c:pt idx="238">
                  <c:v>3500</c:v>
                </c:pt>
                <c:pt idx="239">
                  <c:v>3500</c:v>
                </c:pt>
                <c:pt idx="240">
                  <c:v>3500</c:v>
                </c:pt>
                <c:pt idx="241">
                  <c:v>3500</c:v>
                </c:pt>
                <c:pt idx="242">
                  <c:v>3500</c:v>
                </c:pt>
                <c:pt idx="243">
                  <c:v>4500</c:v>
                </c:pt>
                <c:pt idx="244">
                  <c:v>4500</c:v>
                </c:pt>
                <c:pt idx="245">
                  <c:v>4500</c:v>
                </c:pt>
                <c:pt idx="246">
                  <c:v>4500</c:v>
                </c:pt>
                <c:pt idx="247">
                  <c:v>4500</c:v>
                </c:pt>
                <c:pt idx="248">
                  <c:v>4500</c:v>
                </c:pt>
                <c:pt idx="249">
                  <c:v>4500</c:v>
                </c:pt>
                <c:pt idx="250">
                  <c:v>4500</c:v>
                </c:pt>
                <c:pt idx="251">
                  <c:v>4500</c:v>
                </c:pt>
                <c:pt idx="252">
                  <c:v>4500</c:v>
                </c:pt>
                <c:pt idx="253">
                  <c:v>4500</c:v>
                </c:pt>
                <c:pt idx="254">
                  <c:v>4500</c:v>
                </c:pt>
                <c:pt idx="255">
                  <c:v>4500</c:v>
                </c:pt>
                <c:pt idx="256">
                  <c:v>4500</c:v>
                </c:pt>
                <c:pt idx="257">
                  <c:v>4500</c:v>
                </c:pt>
                <c:pt idx="258">
                  <c:v>4500</c:v>
                </c:pt>
                <c:pt idx="259">
                  <c:v>4500</c:v>
                </c:pt>
                <c:pt idx="260">
                  <c:v>4500</c:v>
                </c:pt>
                <c:pt idx="261">
                  <c:v>4500</c:v>
                </c:pt>
                <c:pt idx="262">
                  <c:v>4500</c:v>
                </c:pt>
                <c:pt idx="263">
                  <c:v>4500</c:v>
                </c:pt>
                <c:pt idx="264">
                  <c:v>4500</c:v>
                </c:pt>
                <c:pt idx="265">
                  <c:v>4500</c:v>
                </c:pt>
                <c:pt idx="266">
                  <c:v>4500</c:v>
                </c:pt>
                <c:pt idx="267">
                  <c:v>4500</c:v>
                </c:pt>
                <c:pt idx="268">
                  <c:v>4500</c:v>
                </c:pt>
                <c:pt idx="269">
                  <c:v>4500</c:v>
                </c:pt>
                <c:pt idx="270">
                  <c:v>4500</c:v>
                </c:pt>
                <c:pt idx="271">
                  <c:v>4500</c:v>
                </c:pt>
                <c:pt idx="272">
                  <c:v>4500</c:v>
                </c:pt>
                <c:pt idx="273">
                  <c:v>6500</c:v>
                </c:pt>
                <c:pt idx="274">
                  <c:v>6500</c:v>
                </c:pt>
                <c:pt idx="275">
                  <c:v>6500</c:v>
                </c:pt>
                <c:pt idx="276">
                  <c:v>6500</c:v>
                </c:pt>
                <c:pt idx="277">
                  <c:v>6500</c:v>
                </c:pt>
                <c:pt idx="278">
                  <c:v>6500</c:v>
                </c:pt>
                <c:pt idx="279">
                  <c:v>6500</c:v>
                </c:pt>
                <c:pt idx="280">
                  <c:v>6500</c:v>
                </c:pt>
                <c:pt idx="281">
                  <c:v>6500</c:v>
                </c:pt>
                <c:pt idx="282">
                  <c:v>6500</c:v>
                </c:pt>
                <c:pt idx="283">
                  <c:v>6500</c:v>
                </c:pt>
                <c:pt idx="284">
                  <c:v>6500</c:v>
                </c:pt>
                <c:pt idx="285">
                  <c:v>6500</c:v>
                </c:pt>
                <c:pt idx="286">
                  <c:v>6500</c:v>
                </c:pt>
                <c:pt idx="287">
                  <c:v>6500</c:v>
                </c:pt>
                <c:pt idx="288">
                  <c:v>6500</c:v>
                </c:pt>
                <c:pt idx="289">
                  <c:v>6500</c:v>
                </c:pt>
                <c:pt idx="290">
                  <c:v>6500</c:v>
                </c:pt>
                <c:pt idx="291">
                  <c:v>6500</c:v>
                </c:pt>
                <c:pt idx="292">
                  <c:v>6500</c:v>
                </c:pt>
                <c:pt idx="293">
                  <c:v>6500</c:v>
                </c:pt>
                <c:pt idx="294">
                  <c:v>6500</c:v>
                </c:pt>
                <c:pt idx="295">
                  <c:v>6500</c:v>
                </c:pt>
                <c:pt idx="296">
                  <c:v>6500</c:v>
                </c:pt>
                <c:pt idx="297">
                  <c:v>6500</c:v>
                </c:pt>
                <c:pt idx="298">
                  <c:v>6500</c:v>
                </c:pt>
                <c:pt idx="299">
                  <c:v>6500</c:v>
                </c:pt>
                <c:pt idx="300">
                  <c:v>6500</c:v>
                </c:pt>
                <c:pt idx="301">
                  <c:v>6500</c:v>
                </c:pt>
                <c:pt idx="302">
                  <c:v>6500</c:v>
                </c:pt>
                <c:pt idx="303">
                  <c:v>6500</c:v>
                </c:pt>
                <c:pt idx="304">
                  <c:v>6500</c:v>
                </c:pt>
                <c:pt idx="305">
                  <c:v>6500</c:v>
                </c:pt>
                <c:pt idx="306">
                  <c:v>6500</c:v>
                </c:pt>
                <c:pt idx="307">
                  <c:v>6500</c:v>
                </c:pt>
                <c:pt idx="308">
                  <c:v>6500</c:v>
                </c:pt>
                <c:pt idx="309">
                  <c:v>6500</c:v>
                </c:pt>
                <c:pt idx="310">
                  <c:v>6500</c:v>
                </c:pt>
                <c:pt idx="311">
                  <c:v>6500</c:v>
                </c:pt>
                <c:pt idx="312">
                  <c:v>6500</c:v>
                </c:pt>
                <c:pt idx="313">
                  <c:v>6500</c:v>
                </c:pt>
                <c:pt idx="314">
                  <c:v>6500</c:v>
                </c:pt>
                <c:pt idx="315">
                  <c:v>6500</c:v>
                </c:pt>
                <c:pt idx="316">
                  <c:v>6500</c:v>
                </c:pt>
                <c:pt idx="317">
                  <c:v>6500</c:v>
                </c:pt>
                <c:pt idx="318">
                  <c:v>6500</c:v>
                </c:pt>
                <c:pt idx="319">
                  <c:v>6500</c:v>
                </c:pt>
                <c:pt idx="320">
                  <c:v>6500</c:v>
                </c:pt>
                <c:pt idx="321">
                  <c:v>6500</c:v>
                </c:pt>
                <c:pt idx="322">
                  <c:v>6500</c:v>
                </c:pt>
                <c:pt idx="323">
                  <c:v>6500</c:v>
                </c:pt>
                <c:pt idx="324">
                  <c:v>6500</c:v>
                </c:pt>
                <c:pt idx="325">
                  <c:v>6500</c:v>
                </c:pt>
                <c:pt idx="326">
                  <c:v>6500</c:v>
                </c:pt>
                <c:pt idx="327">
                  <c:v>6500</c:v>
                </c:pt>
                <c:pt idx="328">
                  <c:v>6500</c:v>
                </c:pt>
                <c:pt idx="329">
                  <c:v>6500</c:v>
                </c:pt>
                <c:pt idx="330">
                  <c:v>6500</c:v>
                </c:pt>
                <c:pt idx="331">
                  <c:v>6500</c:v>
                </c:pt>
                <c:pt idx="332">
                  <c:v>6500</c:v>
                </c:pt>
                <c:pt idx="333">
                  <c:v>6500</c:v>
                </c:pt>
                <c:pt idx="334">
                  <c:v>6500</c:v>
                </c:pt>
                <c:pt idx="335">
                  <c:v>6500</c:v>
                </c:pt>
                <c:pt idx="336">
                  <c:v>6500</c:v>
                </c:pt>
                <c:pt idx="337">
                  <c:v>6500</c:v>
                </c:pt>
                <c:pt idx="338">
                  <c:v>6500</c:v>
                </c:pt>
                <c:pt idx="339">
                  <c:v>6500</c:v>
                </c:pt>
                <c:pt idx="340">
                  <c:v>6500</c:v>
                </c:pt>
                <c:pt idx="341">
                  <c:v>6500</c:v>
                </c:pt>
                <c:pt idx="342">
                  <c:v>6500</c:v>
                </c:pt>
                <c:pt idx="343">
                  <c:v>6500</c:v>
                </c:pt>
                <c:pt idx="344">
                  <c:v>6500</c:v>
                </c:pt>
                <c:pt idx="345">
                  <c:v>6500</c:v>
                </c:pt>
                <c:pt idx="346">
                  <c:v>6500</c:v>
                </c:pt>
                <c:pt idx="347">
                  <c:v>6500</c:v>
                </c:pt>
                <c:pt idx="348">
                  <c:v>6500</c:v>
                </c:pt>
                <c:pt idx="349">
                  <c:v>6500</c:v>
                </c:pt>
                <c:pt idx="350">
                  <c:v>6500</c:v>
                </c:pt>
                <c:pt idx="351">
                  <c:v>6500</c:v>
                </c:pt>
                <c:pt idx="352">
                  <c:v>6500</c:v>
                </c:pt>
                <c:pt idx="353">
                  <c:v>6500</c:v>
                </c:pt>
                <c:pt idx="354">
                  <c:v>6500</c:v>
                </c:pt>
                <c:pt idx="355">
                  <c:v>6500</c:v>
                </c:pt>
                <c:pt idx="356">
                  <c:v>6500</c:v>
                </c:pt>
                <c:pt idx="357">
                  <c:v>6500</c:v>
                </c:pt>
                <c:pt idx="358">
                  <c:v>6500</c:v>
                </c:pt>
                <c:pt idx="359">
                  <c:v>6500</c:v>
                </c:pt>
                <c:pt idx="360">
                  <c:v>6500</c:v>
                </c:pt>
                <c:pt idx="361">
                  <c:v>6500</c:v>
                </c:pt>
                <c:pt idx="362">
                  <c:v>6500</c:v>
                </c:pt>
                <c:pt idx="363">
                  <c:v>6500</c:v>
                </c:pt>
                <c:pt idx="364">
                  <c:v>6500</c:v>
                </c:pt>
                <c:pt idx="365">
                  <c:v>3300</c:v>
                </c:pt>
                <c:pt idx="366">
                  <c:v>3300</c:v>
                </c:pt>
                <c:pt idx="367">
                  <c:v>3300</c:v>
                </c:pt>
                <c:pt idx="368">
                  <c:v>3300</c:v>
                </c:pt>
                <c:pt idx="369">
                  <c:v>3300</c:v>
                </c:pt>
                <c:pt idx="370">
                  <c:v>3300</c:v>
                </c:pt>
                <c:pt idx="371">
                  <c:v>3300</c:v>
                </c:pt>
                <c:pt idx="372">
                  <c:v>3300</c:v>
                </c:pt>
                <c:pt idx="373">
                  <c:v>3300</c:v>
                </c:pt>
                <c:pt idx="374">
                  <c:v>3300</c:v>
                </c:pt>
                <c:pt idx="375">
                  <c:v>3300</c:v>
                </c:pt>
                <c:pt idx="376">
                  <c:v>3300</c:v>
                </c:pt>
                <c:pt idx="377">
                  <c:v>3300</c:v>
                </c:pt>
                <c:pt idx="378">
                  <c:v>3300</c:v>
                </c:pt>
                <c:pt idx="379">
                  <c:v>3300</c:v>
                </c:pt>
                <c:pt idx="380">
                  <c:v>3300</c:v>
                </c:pt>
                <c:pt idx="381">
                  <c:v>3300</c:v>
                </c:pt>
                <c:pt idx="382">
                  <c:v>3300</c:v>
                </c:pt>
                <c:pt idx="383">
                  <c:v>3300</c:v>
                </c:pt>
                <c:pt idx="384">
                  <c:v>3300</c:v>
                </c:pt>
                <c:pt idx="385">
                  <c:v>3300</c:v>
                </c:pt>
                <c:pt idx="386">
                  <c:v>3300</c:v>
                </c:pt>
                <c:pt idx="387">
                  <c:v>3300</c:v>
                </c:pt>
                <c:pt idx="388">
                  <c:v>3300</c:v>
                </c:pt>
                <c:pt idx="389">
                  <c:v>3300</c:v>
                </c:pt>
                <c:pt idx="390">
                  <c:v>3300</c:v>
                </c:pt>
                <c:pt idx="391">
                  <c:v>3300</c:v>
                </c:pt>
                <c:pt idx="392">
                  <c:v>3300</c:v>
                </c:pt>
                <c:pt idx="393">
                  <c:v>3300</c:v>
                </c:pt>
                <c:pt idx="394">
                  <c:v>3300</c:v>
                </c:pt>
                <c:pt idx="395">
                  <c:v>3300</c:v>
                </c:pt>
                <c:pt idx="396">
                  <c:v>3500</c:v>
                </c:pt>
                <c:pt idx="397">
                  <c:v>3500</c:v>
                </c:pt>
                <c:pt idx="398">
                  <c:v>3500</c:v>
                </c:pt>
                <c:pt idx="399">
                  <c:v>3500</c:v>
                </c:pt>
                <c:pt idx="400">
                  <c:v>3500</c:v>
                </c:pt>
                <c:pt idx="401">
                  <c:v>3500</c:v>
                </c:pt>
                <c:pt idx="402">
                  <c:v>3500</c:v>
                </c:pt>
                <c:pt idx="403">
                  <c:v>3500</c:v>
                </c:pt>
                <c:pt idx="404">
                  <c:v>3500</c:v>
                </c:pt>
                <c:pt idx="405">
                  <c:v>3500</c:v>
                </c:pt>
                <c:pt idx="406">
                  <c:v>3500</c:v>
                </c:pt>
                <c:pt idx="407">
                  <c:v>3500</c:v>
                </c:pt>
                <c:pt idx="408">
                  <c:v>3500</c:v>
                </c:pt>
                <c:pt idx="409">
                  <c:v>3500</c:v>
                </c:pt>
                <c:pt idx="410">
                  <c:v>3500</c:v>
                </c:pt>
                <c:pt idx="411">
                  <c:v>3500</c:v>
                </c:pt>
                <c:pt idx="412">
                  <c:v>3500</c:v>
                </c:pt>
                <c:pt idx="413">
                  <c:v>3500</c:v>
                </c:pt>
                <c:pt idx="414">
                  <c:v>3500</c:v>
                </c:pt>
                <c:pt idx="415">
                  <c:v>3500</c:v>
                </c:pt>
                <c:pt idx="416">
                  <c:v>3500</c:v>
                </c:pt>
                <c:pt idx="417">
                  <c:v>3500</c:v>
                </c:pt>
                <c:pt idx="418">
                  <c:v>3500</c:v>
                </c:pt>
                <c:pt idx="419">
                  <c:v>3500</c:v>
                </c:pt>
                <c:pt idx="420">
                  <c:v>3500</c:v>
                </c:pt>
                <c:pt idx="421">
                  <c:v>3500</c:v>
                </c:pt>
                <c:pt idx="422">
                  <c:v>3500</c:v>
                </c:pt>
                <c:pt idx="423">
                  <c:v>3500</c:v>
                </c:pt>
                <c:pt idx="424">
                  <c:v>3500</c:v>
                </c:pt>
                <c:pt idx="425">
                  <c:v>3500</c:v>
                </c:pt>
                <c:pt idx="426">
                  <c:v>3500</c:v>
                </c:pt>
                <c:pt idx="427">
                  <c:v>3500</c:v>
                </c:pt>
                <c:pt idx="428">
                  <c:v>3500</c:v>
                </c:pt>
                <c:pt idx="429">
                  <c:v>3500</c:v>
                </c:pt>
                <c:pt idx="430">
                  <c:v>3500</c:v>
                </c:pt>
                <c:pt idx="431">
                  <c:v>3500</c:v>
                </c:pt>
                <c:pt idx="432">
                  <c:v>3500</c:v>
                </c:pt>
                <c:pt idx="433">
                  <c:v>3500</c:v>
                </c:pt>
                <c:pt idx="434">
                  <c:v>3500</c:v>
                </c:pt>
                <c:pt idx="435">
                  <c:v>3500</c:v>
                </c:pt>
                <c:pt idx="436">
                  <c:v>3500</c:v>
                </c:pt>
                <c:pt idx="437">
                  <c:v>3500</c:v>
                </c:pt>
                <c:pt idx="438">
                  <c:v>3500</c:v>
                </c:pt>
                <c:pt idx="439">
                  <c:v>3500</c:v>
                </c:pt>
                <c:pt idx="440">
                  <c:v>3500</c:v>
                </c:pt>
                <c:pt idx="441">
                  <c:v>3500</c:v>
                </c:pt>
                <c:pt idx="442">
                  <c:v>3500</c:v>
                </c:pt>
                <c:pt idx="443">
                  <c:v>3500</c:v>
                </c:pt>
                <c:pt idx="444">
                  <c:v>3500</c:v>
                </c:pt>
                <c:pt idx="445">
                  <c:v>3500</c:v>
                </c:pt>
                <c:pt idx="446">
                  <c:v>3500</c:v>
                </c:pt>
                <c:pt idx="447">
                  <c:v>3500</c:v>
                </c:pt>
                <c:pt idx="448">
                  <c:v>3500</c:v>
                </c:pt>
                <c:pt idx="449">
                  <c:v>3500</c:v>
                </c:pt>
                <c:pt idx="450">
                  <c:v>3500</c:v>
                </c:pt>
                <c:pt idx="451">
                  <c:v>3500</c:v>
                </c:pt>
                <c:pt idx="452">
                  <c:v>3500</c:v>
                </c:pt>
                <c:pt idx="453">
                  <c:v>3500</c:v>
                </c:pt>
                <c:pt idx="454">
                  <c:v>3500</c:v>
                </c:pt>
                <c:pt idx="455">
                  <c:v>3300</c:v>
                </c:pt>
                <c:pt idx="456">
                  <c:v>3300</c:v>
                </c:pt>
                <c:pt idx="457">
                  <c:v>3300</c:v>
                </c:pt>
                <c:pt idx="458">
                  <c:v>3300</c:v>
                </c:pt>
                <c:pt idx="459">
                  <c:v>3300</c:v>
                </c:pt>
                <c:pt idx="460">
                  <c:v>3300</c:v>
                </c:pt>
                <c:pt idx="461">
                  <c:v>3300</c:v>
                </c:pt>
                <c:pt idx="462">
                  <c:v>3300</c:v>
                </c:pt>
                <c:pt idx="463">
                  <c:v>3300</c:v>
                </c:pt>
                <c:pt idx="464">
                  <c:v>3300</c:v>
                </c:pt>
                <c:pt idx="465">
                  <c:v>3300</c:v>
                </c:pt>
                <c:pt idx="466">
                  <c:v>3300</c:v>
                </c:pt>
                <c:pt idx="467">
                  <c:v>3300</c:v>
                </c:pt>
                <c:pt idx="468">
                  <c:v>3300</c:v>
                </c:pt>
                <c:pt idx="469">
                  <c:v>3300</c:v>
                </c:pt>
                <c:pt idx="470">
                  <c:v>3300</c:v>
                </c:pt>
                <c:pt idx="471">
                  <c:v>3300</c:v>
                </c:pt>
                <c:pt idx="472">
                  <c:v>3300</c:v>
                </c:pt>
                <c:pt idx="473">
                  <c:v>3300</c:v>
                </c:pt>
                <c:pt idx="474">
                  <c:v>3300</c:v>
                </c:pt>
                <c:pt idx="475">
                  <c:v>3300</c:v>
                </c:pt>
                <c:pt idx="476">
                  <c:v>3300</c:v>
                </c:pt>
                <c:pt idx="477">
                  <c:v>3300</c:v>
                </c:pt>
                <c:pt idx="478">
                  <c:v>3300</c:v>
                </c:pt>
                <c:pt idx="479">
                  <c:v>3300</c:v>
                </c:pt>
                <c:pt idx="480">
                  <c:v>3300</c:v>
                </c:pt>
                <c:pt idx="481">
                  <c:v>3300</c:v>
                </c:pt>
                <c:pt idx="482">
                  <c:v>3300</c:v>
                </c:pt>
                <c:pt idx="483">
                  <c:v>3300</c:v>
                </c:pt>
                <c:pt idx="484">
                  <c:v>3300</c:v>
                </c:pt>
                <c:pt idx="485">
                  <c:v>2900</c:v>
                </c:pt>
                <c:pt idx="486">
                  <c:v>2900</c:v>
                </c:pt>
                <c:pt idx="487">
                  <c:v>2900</c:v>
                </c:pt>
                <c:pt idx="488">
                  <c:v>2900</c:v>
                </c:pt>
                <c:pt idx="489">
                  <c:v>2900</c:v>
                </c:pt>
                <c:pt idx="490">
                  <c:v>2900</c:v>
                </c:pt>
                <c:pt idx="491">
                  <c:v>2900</c:v>
                </c:pt>
                <c:pt idx="492">
                  <c:v>2900</c:v>
                </c:pt>
                <c:pt idx="493">
                  <c:v>2900</c:v>
                </c:pt>
                <c:pt idx="494">
                  <c:v>2900</c:v>
                </c:pt>
                <c:pt idx="495">
                  <c:v>2900</c:v>
                </c:pt>
                <c:pt idx="496">
                  <c:v>2900</c:v>
                </c:pt>
                <c:pt idx="497">
                  <c:v>2900</c:v>
                </c:pt>
                <c:pt idx="498">
                  <c:v>2900</c:v>
                </c:pt>
                <c:pt idx="499">
                  <c:v>2900</c:v>
                </c:pt>
                <c:pt idx="500">
                  <c:v>2900</c:v>
                </c:pt>
                <c:pt idx="501">
                  <c:v>2900</c:v>
                </c:pt>
                <c:pt idx="502">
                  <c:v>2900</c:v>
                </c:pt>
                <c:pt idx="503">
                  <c:v>2900</c:v>
                </c:pt>
                <c:pt idx="504">
                  <c:v>2900</c:v>
                </c:pt>
                <c:pt idx="505">
                  <c:v>2900</c:v>
                </c:pt>
                <c:pt idx="506">
                  <c:v>2900</c:v>
                </c:pt>
                <c:pt idx="507">
                  <c:v>2900</c:v>
                </c:pt>
                <c:pt idx="508">
                  <c:v>2900</c:v>
                </c:pt>
                <c:pt idx="509">
                  <c:v>2900</c:v>
                </c:pt>
                <c:pt idx="510">
                  <c:v>2900</c:v>
                </c:pt>
                <c:pt idx="511">
                  <c:v>2900</c:v>
                </c:pt>
                <c:pt idx="512">
                  <c:v>2900</c:v>
                </c:pt>
                <c:pt idx="513">
                  <c:v>2900</c:v>
                </c:pt>
                <c:pt idx="514">
                  <c:v>2900</c:v>
                </c:pt>
                <c:pt idx="515">
                  <c:v>2900</c:v>
                </c:pt>
                <c:pt idx="516">
                  <c:v>2900</c:v>
                </c:pt>
                <c:pt idx="517">
                  <c:v>2900</c:v>
                </c:pt>
                <c:pt idx="518">
                  <c:v>2900</c:v>
                </c:pt>
                <c:pt idx="519">
                  <c:v>2900</c:v>
                </c:pt>
                <c:pt idx="520">
                  <c:v>2900</c:v>
                </c:pt>
                <c:pt idx="521">
                  <c:v>2900</c:v>
                </c:pt>
                <c:pt idx="522">
                  <c:v>2900</c:v>
                </c:pt>
                <c:pt idx="523">
                  <c:v>2900</c:v>
                </c:pt>
                <c:pt idx="524">
                  <c:v>2900</c:v>
                </c:pt>
                <c:pt idx="525">
                  <c:v>2900</c:v>
                </c:pt>
                <c:pt idx="526">
                  <c:v>2900</c:v>
                </c:pt>
                <c:pt idx="527">
                  <c:v>2900</c:v>
                </c:pt>
                <c:pt idx="528">
                  <c:v>2900</c:v>
                </c:pt>
                <c:pt idx="529">
                  <c:v>2900</c:v>
                </c:pt>
                <c:pt idx="530">
                  <c:v>2900</c:v>
                </c:pt>
                <c:pt idx="531">
                  <c:v>2900</c:v>
                </c:pt>
                <c:pt idx="532">
                  <c:v>2900</c:v>
                </c:pt>
                <c:pt idx="533">
                  <c:v>2900</c:v>
                </c:pt>
                <c:pt idx="534">
                  <c:v>2900</c:v>
                </c:pt>
                <c:pt idx="535">
                  <c:v>2900</c:v>
                </c:pt>
                <c:pt idx="536">
                  <c:v>2900</c:v>
                </c:pt>
                <c:pt idx="537">
                  <c:v>2900</c:v>
                </c:pt>
                <c:pt idx="538">
                  <c:v>2900</c:v>
                </c:pt>
                <c:pt idx="539">
                  <c:v>2900</c:v>
                </c:pt>
                <c:pt idx="540">
                  <c:v>2900</c:v>
                </c:pt>
                <c:pt idx="541">
                  <c:v>2900</c:v>
                </c:pt>
                <c:pt idx="542">
                  <c:v>2900</c:v>
                </c:pt>
                <c:pt idx="543">
                  <c:v>2900</c:v>
                </c:pt>
                <c:pt idx="544">
                  <c:v>2900</c:v>
                </c:pt>
                <c:pt idx="545">
                  <c:v>2900</c:v>
                </c:pt>
                <c:pt idx="546">
                  <c:v>2900</c:v>
                </c:pt>
                <c:pt idx="547">
                  <c:v>2900</c:v>
                </c:pt>
                <c:pt idx="548">
                  <c:v>2900</c:v>
                </c:pt>
                <c:pt idx="549">
                  <c:v>2900</c:v>
                </c:pt>
                <c:pt idx="550">
                  <c:v>2900</c:v>
                </c:pt>
                <c:pt idx="551">
                  <c:v>2900</c:v>
                </c:pt>
                <c:pt idx="552">
                  <c:v>2900</c:v>
                </c:pt>
                <c:pt idx="553">
                  <c:v>2900</c:v>
                </c:pt>
                <c:pt idx="554">
                  <c:v>2900</c:v>
                </c:pt>
                <c:pt idx="555">
                  <c:v>2900</c:v>
                </c:pt>
                <c:pt idx="556">
                  <c:v>2900</c:v>
                </c:pt>
                <c:pt idx="557">
                  <c:v>2900</c:v>
                </c:pt>
                <c:pt idx="558">
                  <c:v>2900</c:v>
                </c:pt>
                <c:pt idx="559">
                  <c:v>2900</c:v>
                </c:pt>
                <c:pt idx="560">
                  <c:v>2900</c:v>
                </c:pt>
                <c:pt idx="561">
                  <c:v>2900</c:v>
                </c:pt>
                <c:pt idx="562">
                  <c:v>2900</c:v>
                </c:pt>
                <c:pt idx="563">
                  <c:v>2900</c:v>
                </c:pt>
                <c:pt idx="564">
                  <c:v>2900</c:v>
                </c:pt>
                <c:pt idx="565">
                  <c:v>2900</c:v>
                </c:pt>
                <c:pt idx="566">
                  <c:v>2900</c:v>
                </c:pt>
                <c:pt idx="567">
                  <c:v>2900</c:v>
                </c:pt>
                <c:pt idx="568">
                  <c:v>2900</c:v>
                </c:pt>
                <c:pt idx="569">
                  <c:v>2900</c:v>
                </c:pt>
                <c:pt idx="570">
                  <c:v>2900</c:v>
                </c:pt>
                <c:pt idx="571">
                  <c:v>2900</c:v>
                </c:pt>
                <c:pt idx="572">
                  <c:v>2900</c:v>
                </c:pt>
                <c:pt idx="573">
                  <c:v>2900</c:v>
                </c:pt>
                <c:pt idx="574">
                  <c:v>2900</c:v>
                </c:pt>
                <c:pt idx="575">
                  <c:v>2900</c:v>
                </c:pt>
                <c:pt idx="576">
                  <c:v>2900</c:v>
                </c:pt>
                <c:pt idx="577">
                  <c:v>2900</c:v>
                </c:pt>
                <c:pt idx="578">
                  <c:v>2900</c:v>
                </c:pt>
                <c:pt idx="579">
                  <c:v>2900</c:v>
                </c:pt>
                <c:pt idx="580">
                  <c:v>2900</c:v>
                </c:pt>
                <c:pt idx="581">
                  <c:v>2900</c:v>
                </c:pt>
                <c:pt idx="582">
                  <c:v>2900</c:v>
                </c:pt>
                <c:pt idx="583">
                  <c:v>2900</c:v>
                </c:pt>
                <c:pt idx="584">
                  <c:v>2900</c:v>
                </c:pt>
                <c:pt idx="585">
                  <c:v>2900</c:v>
                </c:pt>
                <c:pt idx="586">
                  <c:v>2900</c:v>
                </c:pt>
                <c:pt idx="587">
                  <c:v>2900</c:v>
                </c:pt>
                <c:pt idx="588">
                  <c:v>2900</c:v>
                </c:pt>
                <c:pt idx="589">
                  <c:v>2900</c:v>
                </c:pt>
                <c:pt idx="590">
                  <c:v>2900</c:v>
                </c:pt>
                <c:pt idx="591">
                  <c:v>2900</c:v>
                </c:pt>
                <c:pt idx="592">
                  <c:v>2900</c:v>
                </c:pt>
                <c:pt idx="593">
                  <c:v>2900</c:v>
                </c:pt>
                <c:pt idx="594">
                  <c:v>2900</c:v>
                </c:pt>
                <c:pt idx="595">
                  <c:v>2900</c:v>
                </c:pt>
                <c:pt idx="596">
                  <c:v>2900</c:v>
                </c:pt>
                <c:pt idx="597">
                  <c:v>2900</c:v>
                </c:pt>
                <c:pt idx="598">
                  <c:v>2900</c:v>
                </c:pt>
                <c:pt idx="599">
                  <c:v>2900</c:v>
                </c:pt>
                <c:pt idx="600">
                  <c:v>2900</c:v>
                </c:pt>
                <c:pt idx="601">
                  <c:v>2900</c:v>
                </c:pt>
                <c:pt idx="602">
                  <c:v>2900</c:v>
                </c:pt>
                <c:pt idx="603">
                  <c:v>2900</c:v>
                </c:pt>
                <c:pt idx="604">
                  <c:v>2900</c:v>
                </c:pt>
                <c:pt idx="605">
                  <c:v>2900</c:v>
                </c:pt>
                <c:pt idx="606">
                  <c:v>2900</c:v>
                </c:pt>
                <c:pt idx="607">
                  <c:v>2900</c:v>
                </c:pt>
                <c:pt idx="608">
                  <c:v>3100</c:v>
                </c:pt>
                <c:pt idx="609">
                  <c:v>3100</c:v>
                </c:pt>
                <c:pt idx="610">
                  <c:v>3100</c:v>
                </c:pt>
                <c:pt idx="611">
                  <c:v>3100</c:v>
                </c:pt>
                <c:pt idx="612">
                  <c:v>3100</c:v>
                </c:pt>
                <c:pt idx="613">
                  <c:v>3100</c:v>
                </c:pt>
                <c:pt idx="614">
                  <c:v>3100</c:v>
                </c:pt>
                <c:pt idx="615">
                  <c:v>3100</c:v>
                </c:pt>
                <c:pt idx="616">
                  <c:v>3100</c:v>
                </c:pt>
                <c:pt idx="617">
                  <c:v>3100</c:v>
                </c:pt>
                <c:pt idx="618">
                  <c:v>3100</c:v>
                </c:pt>
                <c:pt idx="619">
                  <c:v>3100</c:v>
                </c:pt>
                <c:pt idx="620">
                  <c:v>3100</c:v>
                </c:pt>
                <c:pt idx="621">
                  <c:v>3100</c:v>
                </c:pt>
                <c:pt idx="622">
                  <c:v>3100</c:v>
                </c:pt>
                <c:pt idx="623">
                  <c:v>3100</c:v>
                </c:pt>
                <c:pt idx="624">
                  <c:v>3100</c:v>
                </c:pt>
                <c:pt idx="625">
                  <c:v>3100</c:v>
                </c:pt>
                <c:pt idx="626">
                  <c:v>3100</c:v>
                </c:pt>
                <c:pt idx="627">
                  <c:v>3100</c:v>
                </c:pt>
                <c:pt idx="628">
                  <c:v>3100</c:v>
                </c:pt>
                <c:pt idx="629">
                  <c:v>3100</c:v>
                </c:pt>
                <c:pt idx="630">
                  <c:v>3100</c:v>
                </c:pt>
                <c:pt idx="631">
                  <c:v>3100</c:v>
                </c:pt>
                <c:pt idx="632">
                  <c:v>3100</c:v>
                </c:pt>
                <c:pt idx="633">
                  <c:v>3100</c:v>
                </c:pt>
                <c:pt idx="634">
                  <c:v>3100</c:v>
                </c:pt>
                <c:pt idx="635">
                  <c:v>3100</c:v>
                </c:pt>
                <c:pt idx="636">
                  <c:v>3100</c:v>
                </c:pt>
                <c:pt idx="637">
                  <c:v>3100</c:v>
                </c:pt>
                <c:pt idx="638">
                  <c:v>3300</c:v>
                </c:pt>
                <c:pt idx="639">
                  <c:v>3300</c:v>
                </c:pt>
                <c:pt idx="640">
                  <c:v>3300</c:v>
                </c:pt>
                <c:pt idx="641">
                  <c:v>3300</c:v>
                </c:pt>
                <c:pt idx="642">
                  <c:v>3300</c:v>
                </c:pt>
                <c:pt idx="643">
                  <c:v>3300</c:v>
                </c:pt>
                <c:pt idx="644">
                  <c:v>3300</c:v>
                </c:pt>
                <c:pt idx="645">
                  <c:v>3300</c:v>
                </c:pt>
                <c:pt idx="646">
                  <c:v>3300</c:v>
                </c:pt>
                <c:pt idx="647">
                  <c:v>3300</c:v>
                </c:pt>
                <c:pt idx="648">
                  <c:v>3300</c:v>
                </c:pt>
                <c:pt idx="649">
                  <c:v>3300</c:v>
                </c:pt>
                <c:pt idx="650">
                  <c:v>3300</c:v>
                </c:pt>
                <c:pt idx="651">
                  <c:v>3300</c:v>
                </c:pt>
                <c:pt idx="652">
                  <c:v>3300</c:v>
                </c:pt>
                <c:pt idx="653">
                  <c:v>3300</c:v>
                </c:pt>
                <c:pt idx="654">
                  <c:v>3300</c:v>
                </c:pt>
                <c:pt idx="655">
                  <c:v>3300</c:v>
                </c:pt>
                <c:pt idx="656">
                  <c:v>3300</c:v>
                </c:pt>
                <c:pt idx="657">
                  <c:v>3300</c:v>
                </c:pt>
                <c:pt idx="658">
                  <c:v>3300</c:v>
                </c:pt>
                <c:pt idx="659">
                  <c:v>3300</c:v>
                </c:pt>
                <c:pt idx="660">
                  <c:v>3300</c:v>
                </c:pt>
                <c:pt idx="661">
                  <c:v>3300</c:v>
                </c:pt>
                <c:pt idx="662">
                  <c:v>3300</c:v>
                </c:pt>
                <c:pt idx="663">
                  <c:v>3300</c:v>
                </c:pt>
                <c:pt idx="664">
                  <c:v>3300</c:v>
                </c:pt>
                <c:pt idx="665">
                  <c:v>3300</c:v>
                </c:pt>
                <c:pt idx="666">
                  <c:v>3300</c:v>
                </c:pt>
                <c:pt idx="667">
                  <c:v>3300</c:v>
                </c:pt>
                <c:pt idx="668">
                  <c:v>3300</c:v>
                </c:pt>
                <c:pt idx="669">
                  <c:v>7500</c:v>
                </c:pt>
                <c:pt idx="670">
                  <c:v>7500</c:v>
                </c:pt>
                <c:pt idx="671">
                  <c:v>7500</c:v>
                </c:pt>
                <c:pt idx="672">
                  <c:v>7500</c:v>
                </c:pt>
                <c:pt idx="673">
                  <c:v>7500</c:v>
                </c:pt>
                <c:pt idx="674">
                  <c:v>7500</c:v>
                </c:pt>
                <c:pt idx="675">
                  <c:v>7500</c:v>
                </c:pt>
                <c:pt idx="676">
                  <c:v>7500</c:v>
                </c:pt>
                <c:pt idx="677">
                  <c:v>7500</c:v>
                </c:pt>
                <c:pt idx="678">
                  <c:v>7500</c:v>
                </c:pt>
                <c:pt idx="679">
                  <c:v>7500</c:v>
                </c:pt>
                <c:pt idx="680">
                  <c:v>7500</c:v>
                </c:pt>
                <c:pt idx="681">
                  <c:v>7500</c:v>
                </c:pt>
                <c:pt idx="682">
                  <c:v>7500</c:v>
                </c:pt>
                <c:pt idx="683">
                  <c:v>7500</c:v>
                </c:pt>
                <c:pt idx="684">
                  <c:v>7500</c:v>
                </c:pt>
                <c:pt idx="685">
                  <c:v>7500</c:v>
                </c:pt>
                <c:pt idx="686">
                  <c:v>7500</c:v>
                </c:pt>
                <c:pt idx="687">
                  <c:v>7500</c:v>
                </c:pt>
                <c:pt idx="688">
                  <c:v>7500</c:v>
                </c:pt>
                <c:pt idx="689">
                  <c:v>7500</c:v>
                </c:pt>
                <c:pt idx="690">
                  <c:v>7500</c:v>
                </c:pt>
                <c:pt idx="691">
                  <c:v>5545</c:v>
                </c:pt>
                <c:pt idx="692">
                  <c:v>5545</c:v>
                </c:pt>
                <c:pt idx="693">
                  <c:v>5545</c:v>
                </c:pt>
                <c:pt idx="694">
                  <c:v>5545</c:v>
                </c:pt>
                <c:pt idx="695">
                  <c:v>5545</c:v>
                </c:pt>
                <c:pt idx="696">
                  <c:v>5545</c:v>
                </c:pt>
                <c:pt idx="697">
                  <c:v>5545</c:v>
                </c:pt>
                <c:pt idx="698">
                  <c:v>5545</c:v>
                </c:pt>
                <c:pt idx="699">
                  <c:v>4745</c:v>
                </c:pt>
                <c:pt idx="700">
                  <c:v>4745</c:v>
                </c:pt>
                <c:pt idx="701">
                  <c:v>4133</c:v>
                </c:pt>
                <c:pt idx="702">
                  <c:v>4133</c:v>
                </c:pt>
                <c:pt idx="703">
                  <c:v>4133</c:v>
                </c:pt>
                <c:pt idx="704">
                  <c:v>4065</c:v>
                </c:pt>
                <c:pt idx="705">
                  <c:v>4065</c:v>
                </c:pt>
                <c:pt idx="706">
                  <c:v>4065</c:v>
                </c:pt>
                <c:pt idx="707">
                  <c:v>4065</c:v>
                </c:pt>
                <c:pt idx="708">
                  <c:v>4065</c:v>
                </c:pt>
                <c:pt idx="709">
                  <c:v>4065</c:v>
                </c:pt>
                <c:pt idx="710">
                  <c:v>4065</c:v>
                </c:pt>
                <c:pt idx="711">
                  <c:v>4065</c:v>
                </c:pt>
                <c:pt idx="712">
                  <c:v>4065</c:v>
                </c:pt>
                <c:pt idx="713">
                  <c:v>4065</c:v>
                </c:pt>
                <c:pt idx="714">
                  <c:v>4065</c:v>
                </c:pt>
                <c:pt idx="715">
                  <c:v>4065</c:v>
                </c:pt>
                <c:pt idx="716">
                  <c:v>4065</c:v>
                </c:pt>
                <c:pt idx="717">
                  <c:v>4065</c:v>
                </c:pt>
                <c:pt idx="718">
                  <c:v>4065</c:v>
                </c:pt>
                <c:pt idx="719">
                  <c:v>4065</c:v>
                </c:pt>
                <c:pt idx="720">
                  <c:v>4065</c:v>
                </c:pt>
                <c:pt idx="721">
                  <c:v>4065</c:v>
                </c:pt>
                <c:pt idx="722">
                  <c:v>4065</c:v>
                </c:pt>
                <c:pt idx="723">
                  <c:v>4065</c:v>
                </c:pt>
                <c:pt idx="724">
                  <c:v>4065</c:v>
                </c:pt>
                <c:pt idx="725">
                  <c:v>4065</c:v>
                </c:pt>
                <c:pt idx="726">
                  <c:v>4065</c:v>
                </c:pt>
                <c:pt idx="727">
                  <c:v>4065</c:v>
                </c:pt>
                <c:pt idx="728">
                  <c:v>4065</c:v>
                </c:pt>
                <c:pt idx="729">
                  <c:v>4065</c:v>
                </c:pt>
                <c:pt idx="730">
                  <c:v>4965</c:v>
                </c:pt>
                <c:pt idx="731">
                  <c:v>4574</c:v>
                </c:pt>
                <c:pt idx="732">
                  <c:v>4574</c:v>
                </c:pt>
                <c:pt idx="733">
                  <c:v>4574</c:v>
                </c:pt>
                <c:pt idx="734">
                  <c:v>4574</c:v>
                </c:pt>
                <c:pt idx="735">
                  <c:v>4574</c:v>
                </c:pt>
                <c:pt idx="736">
                  <c:v>4574</c:v>
                </c:pt>
                <c:pt idx="737">
                  <c:v>4574</c:v>
                </c:pt>
                <c:pt idx="738">
                  <c:v>4574</c:v>
                </c:pt>
                <c:pt idx="739">
                  <c:v>4574</c:v>
                </c:pt>
                <c:pt idx="740">
                  <c:v>4574</c:v>
                </c:pt>
                <c:pt idx="741">
                  <c:v>4574</c:v>
                </c:pt>
                <c:pt idx="742">
                  <c:v>4574</c:v>
                </c:pt>
                <c:pt idx="743">
                  <c:v>4574</c:v>
                </c:pt>
                <c:pt idx="744">
                  <c:v>4574</c:v>
                </c:pt>
                <c:pt idx="745">
                  <c:v>4574</c:v>
                </c:pt>
                <c:pt idx="746">
                  <c:v>4574</c:v>
                </c:pt>
                <c:pt idx="747">
                  <c:v>4574</c:v>
                </c:pt>
                <c:pt idx="748">
                  <c:v>4574</c:v>
                </c:pt>
                <c:pt idx="749">
                  <c:v>4574</c:v>
                </c:pt>
                <c:pt idx="750">
                  <c:v>4574</c:v>
                </c:pt>
                <c:pt idx="751">
                  <c:v>4574</c:v>
                </c:pt>
                <c:pt idx="752">
                  <c:v>4574</c:v>
                </c:pt>
                <c:pt idx="753">
                  <c:v>4574</c:v>
                </c:pt>
                <c:pt idx="754">
                  <c:v>4574</c:v>
                </c:pt>
                <c:pt idx="755">
                  <c:v>4574</c:v>
                </c:pt>
                <c:pt idx="756">
                  <c:v>4574</c:v>
                </c:pt>
                <c:pt idx="757">
                  <c:v>4574</c:v>
                </c:pt>
                <c:pt idx="758">
                  <c:v>4574</c:v>
                </c:pt>
                <c:pt idx="759">
                  <c:v>4574</c:v>
                </c:pt>
                <c:pt idx="760">
                  <c:v>4404</c:v>
                </c:pt>
                <c:pt idx="761">
                  <c:v>5304</c:v>
                </c:pt>
                <c:pt idx="762">
                  <c:v>5304</c:v>
                </c:pt>
                <c:pt idx="763">
                  <c:v>5304</c:v>
                </c:pt>
                <c:pt idx="764">
                  <c:v>5304</c:v>
                </c:pt>
                <c:pt idx="765">
                  <c:v>5304</c:v>
                </c:pt>
                <c:pt idx="766">
                  <c:v>5304</c:v>
                </c:pt>
                <c:pt idx="767">
                  <c:v>5304</c:v>
                </c:pt>
                <c:pt idx="768">
                  <c:v>5304</c:v>
                </c:pt>
                <c:pt idx="769">
                  <c:v>5304</c:v>
                </c:pt>
                <c:pt idx="770">
                  <c:v>5304</c:v>
                </c:pt>
                <c:pt idx="771">
                  <c:v>5304</c:v>
                </c:pt>
                <c:pt idx="772">
                  <c:v>5304</c:v>
                </c:pt>
                <c:pt idx="773">
                  <c:v>5304</c:v>
                </c:pt>
                <c:pt idx="774">
                  <c:v>5304</c:v>
                </c:pt>
                <c:pt idx="775">
                  <c:v>5304</c:v>
                </c:pt>
                <c:pt idx="776">
                  <c:v>5304</c:v>
                </c:pt>
                <c:pt idx="777">
                  <c:v>5304</c:v>
                </c:pt>
                <c:pt idx="778">
                  <c:v>5304</c:v>
                </c:pt>
                <c:pt idx="779">
                  <c:v>5304</c:v>
                </c:pt>
                <c:pt idx="780">
                  <c:v>5304</c:v>
                </c:pt>
                <c:pt idx="781">
                  <c:v>5304</c:v>
                </c:pt>
                <c:pt idx="782">
                  <c:v>5304</c:v>
                </c:pt>
                <c:pt idx="783">
                  <c:v>5304</c:v>
                </c:pt>
                <c:pt idx="784">
                  <c:v>5304</c:v>
                </c:pt>
                <c:pt idx="785">
                  <c:v>5304</c:v>
                </c:pt>
                <c:pt idx="786">
                  <c:v>5304</c:v>
                </c:pt>
                <c:pt idx="787">
                  <c:v>5304</c:v>
                </c:pt>
                <c:pt idx="788">
                  <c:v>5304</c:v>
                </c:pt>
                <c:pt idx="789">
                  <c:v>5304</c:v>
                </c:pt>
                <c:pt idx="790">
                  <c:v>5804</c:v>
                </c:pt>
                <c:pt idx="791">
                  <c:v>5804</c:v>
                </c:pt>
                <c:pt idx="792">
                  <c:v>5804</c:v>
                </c:pt>
                <c:pt idx="793">
                  <c:v>5804</c:v>
                </c:pt>
                <c:pt idx="794">
                  <c:v>5804</c:v>
                </c:pt>
                <c:pt idx="795">
                  <c:v>5804</c:v>
                </c:pt>
                <c:pt idx="796">
                  <c:v>5804</c:v>
                </c:pt>
                <c:pt idx="797">
                  <c:v>5804</c:v>
                </c:pt>
                <c:pt idx="798">
                  <c:v>5804</c:v>
                </c:pt>
                <c:pt idx="799">
                  <c:v>5804</c:v>
                </c:pt>
                <c:pt idx="800">
                  <c:v>5804</c:v>
                </c:pt>
                <c:pt idx="801">
                  <c:v>5804</c:v>
                </c:pt>
                <c:pt idx="802">
                  <c:v>5804</c:v>
                </c:pt>
                <c:pt idx="803">
                  <c:v>5804</c:v>
                </c:pt>
                <c:pt idx="804">
                  <c:v>5804</c:v>
                </c:pt>
                <c:pt idx="805">
                  <c:v>5804</c:v>
                </c:pt>
                <c:pt idx="806">
                  <c:v>5804</c:v>
                </c:pt>
                <c:pt idx="807">
                  <c:v>5804</c:v>
                </c:pt>
                <c:pt idx="808">
                  <c:v>5804</c:v>
                </c:pt>
                <c:pt idx="809">
                  <c:v>5804</c:v>
                </c:pt>
                <c:pt idx="810">
                  <c:v>5804</c:v>
                </c:pt>
                <c:pt idx="811">
                  <c:v>5804</c:v>
                </c:pt>
                <c:pt idx="812">
                  <c:v>5804</c:v>
                </c:pt>
                <c:pt idx="813">
                  <c:v>5804</c:v>
                </c:pt>
                <c:pt idx="814">
                  <c:v>5804</c:v>
                </c:pt>
                <c:pt idx="815">
                  <c:v>5804</c:v>
                </c:pt>
                <c:pt idx="816">
                  <c:v>5804</c:v>
                </c:pt>
                <c:pt idx="817">
                  <c:v>5804</c:v>
                </c:pt>
                <c:pt idx="818">
                  <c:v>5804</c:v>
                </c:pt>
                <c:pt idx="819">
                  <c:v>5804</c:v>
                </c:pt>
                <c:pt idx="820">
                  <c:v>5804</c:v>
                </c:pt>
                <c:pt idx="821">
                  <c:v>6304</c:v>
                </c:pt>
                <c:pt idx="822">
                  <c:v>6304</c:v>
                </c:pt>
                <c:pt idx="823">
                  <c:v>6304</c:v>
                </c:pt>
                <c:pt idx="824">
                  <c:v>6304</c:v>
                </c:pt>
                <c:pt idx="825">
                  <c:v>6304</c:v>
                </c:pt>
                <c:pt idx="826">
                  <c:v>6304</c:v>
                </c:pt>
                <c:pt idx="827">
                  <c:v>6304</c:v>
                </c:pt>
                <c:pt idx="828">
                  <c:v>6304</c:v>
                </c:pt>
                <c:pt idx="829">
                  <c:v>6304</c:v>
                </c:pt>
                <c:pt idx="830">
                  <c:v>6304</c:v>
                </c:pt>
                <c:pt idx="831">
                  <c:v>6304</c:v>
                </c:pt>
                <c:pt idx="832">
                  <c:v>6304</c:v>
                </c:pt>
                <c:pt idx="833">
                  <c:v>6304</c:v>
                </c:pt>
                <c:pt idx="834">
                  <c:v>6304</c:v>
                </c:pt>
                <c:pt idx="835">
                  <c:v>6304</c:v>
                </c:pt>
                <c:pt idx="836">
                  <c:v>6304</c:v>
                </c:pt>
                <c:pt idx="837">
                  <c:v>6304</c:v>
                </c:pt>
                <c:pt idx="838">
                  <c:v>6304</c:v>
                </c:pt>
                <c:pt idx="839">
                  <c:v>6304</c:v>
                </c:pt>
                <c:pt idx="840">
                  <c:v>6304</c:v>
                </c:pt>
                <c:pt idx="841">
                  <c:v>5794</c:v>
                </c:pt>
                <c:pt idx="842">
                  <c:v>5794</c:v>
                </c:pt>
                <c:pt idx="843">
                  <c:v>5794</c:v>
                </c:pt>
                <c:pt idx="844">
                  <c:v>5794</c:v>
                </c:pt>
                <c:pt idx="845">
                  <c:v>5794</c:v>
                </c:pt>
                <c:pt idx="846">
                  <c:v>5794</c:v>
                </c:pt>
                <c:pt idx="847">
                  <c:v>5794</c:v>
                </c:pt>
                <c:pt idx="848">
                  <c:v>5794</c:v>
                </c:pt>
                <c:pt idx="849">
                  <c:v>5794</c:v>
                </c:pt>
                <c:pt idx="850">
                  <c:v>5794</c:v>
                </c:pt>
                <c:pt idx="851">
                  <c:v>7794</c:v>
                </c:pt>
                <c:pt idx="852">
                  <c:v>7794</c:v>
                </c:pt>
                <c:pt idx="853">
                  <c:v>7794</c:v>
                </c:pt>
                <c:pt idx="854">
                  <c:v>7794</c:v>
                </c:pt>
                <c:pt idx="855">
                  <c:v>7794</c:v>
                </c:pt>
                <c:pt idx="856">
                  <c:v>7454</c:v>
                </c:pt>
                <c:pt idx="857">
                  <c:v>7454</c:v>
                </c:pt>
                <c:pt idx="858">
                  <c:v>7454</c:v>
                </c:pt>
                <c:pt idx="859">
                  <c:v>7454</c:v>
                </c:pt>
                <c:pt idx="860">
                  <c:v>7454</c:v>
                </c:pt>
                <c:pt idx="861">
                  <c:v>7454</c:v>
                </c:pt>
                <c:pt idx="862">
                  <c:v>7454</c:v>
                </c:pt>
                <c:pt idx="863">
                  <c:v>7454</c:v>
                </c:pt>
                <c:pt idx="864">
                  <c:v>7454</c:v>
                </c:pt>
                <c:pt idx="865">
                  <c:v>7454</c:v>
                </c:pt>
                <c:pt idx="866">
                  <c:v>7454</c:v>
                </c:pt>
                <c:pt idx="867">
                  <c:v>7454</c:v>
                </c:pt>
                <c:pt idx="868">
                  <c:v>7454</c:v>
                </c:pt>
                <c:pt idx="869">
                  <c:v>7454</c:v>
                </c:pt>
                <c:pt idx="870">
                  <c:v>7454</c:v>
                </c:pt>
                <c:pt idx="871">
                  <c:v>7454</c:v>
                </c:pt>
                <c:pt idx="872">
                  <c:v>7454</c:v>
                </c:pt>
                <c:pt idx="873">
                  <c:v>7454</c:v>
                </c:pt>
                <c:pt idx="874">
                  <c:v>7454</c:v>
                </c:pt>
                <c:pt idx="875">
                  <c:v>7454</c:v>
                </c:pt>
                <c:pt idx="876">
                  <c:v>7454</c:v>
                </c:pt>
                <c:pt idx="877">
                  <c:v>7454</c:v>
                </c:pt>
                <c:pt idx="878">
                  <c:v>7454</c:v>
                </c:pt>
                <c:pt idx="879">
                  <c:v>7454</c:v>
                </c:pt>
                <c:pt idx="880">
                  <c:v>7454</c:v>
                </c:pt>
                <c:pt idx="881">
                  <c:v>7454</c:v>
                </c:pt>
                <c:pt idx="882">
                  <c:v>9254</c:v>
                </c:pt>
                <c:pt idx="883">
                  <c:v>9254</c:v>
                </c:pt>
                <c:pt idx="884">
                  <c:v>8744</c:v>
                </c:pt>
                <c:pt idx="885">
                  <c:v>8744</c:v>
                </c:pt>
                <c:pt idx="886">
                  <c:v>8744</c:v>
                </c:pt>
                <c:pt idx="887">
                  <c:v>8744</c:v>
                </c:pt>
                <c:pt idx="888">
                  <c:v>8744</c:v>
                </c:pt>
                <c:pt idx="889">
                  <c:v>8744</c:v>
                </c:pt>
                <c:pt idx="890">
                  <c:v>8744</c:v>
                </c:pt>
                <c:pt idx="891">
                  <c:v>8744</c:v>
                </c:pt>
                <c:pt idx="892">
                  <c:v>8744</c:v>
                </c:pt>
                <c:pt idx="893">
                  <c:v>8744</c:v>
                </c:pt>
                <c:pt idx="894">
                  <c:v>8744</c:v>
                </c:pt>
                <c:pt idx="895">
                  <c:v>8744</c:v>
                </c:pt>
                <c:pt idx="896">
                  <c:v>8744</c:v>
                </c:pt>
                <c:pt idx="897">
                  <c:v>8744</c:v>
                </c:pt>
                <c:pt idx="898">
                  <c:v>8744</c:v>
                </c:pt>
                <c:pt idx="899">
                  <c:v>8234</c:v>
                </c:pt>
                <c:pt idx="900">
                  <c:v>8234</c:v>
                </c:pt>
                <c:pt idx="901">
                  <c:v>8234</c:v>
                </c:pt>
                <c:pt idx="902">
                  <c:v>8234</c:v>
                </c:pt>
                <c:pt idx="903">
                  <c:v>8234</c:v>
                </c:pt>
                <c:pt idx="904">
                  <c:v>8234</c:v>
                </c:pt>
                <c:pt idx="905">
                  <c:v>8234</c:v>
                </c:pt>
                <c:pt idx="906">
                  <c:v>8234</c:v>
                </c:pt>
                <c:pt idx="907">
                  <c:v>8234</c:v>
                </c:pt>
                <c:pt idx="908">
                  <c:v>8234</c:v>
                </c:pt>
                <c:pt idx="909">
                  <c:v>8234</c:v>
                </c:pt>
                <c:pt idx="910">
                  <c:v>8234</c:v>
                </c:pt>
                <c:pt idx="911">
                  <c:v>8234</c:v>
                </c:pt>
                <c:pt idx="912">
                  <c:v>9934</c:v>
                </c:pt>
                <c:pt idx="913">
                  <c:v>9934</c:v>
                </c:pt>
                <c:pt idx="914">
                  <c:v>9934</c:v>
                </c:pt>
                <c:pt idx="915">
                  <c:v>9934</c:v>
                </c:pt>
                <c:pt idx="916">
                  <c:v>9934</c:v>
                </c:pt>
                <c:pt idx="917">
                  <c:v>9934</c:v>
                </c:pt>
                <c:pt idx="918">
                  <c:v>9934</c:v>
                </c:pt>
                <c:pt idx="919">
                  <c:v>9934</c:v>
                </c:pt>
                <c:pt idx="920">
                  <c:v>9934</c:v>
                </c:pt>
                <c:pt idx="921">
                  <c:v>9934</c:v>
                </c:pt>
                <c:pt idx="922">
                  <c:v>9934</c:v>
                </c:pt>
                <c:pt idx="923">
                  <c:v>9934</c:v>
                </c:pt>
                <c:pt idx="924">
                  <c:v>9934</c:v>
                </c:pt>
                <c:pt idx="925">
                  <c:v>9934</c:v>
                </c:pt>
                <c:pt idx="926">
                  <c:v>9934</c:v>
                </c:pt>
                <c:pt idx="927">
                  <c:v>9934</c:v>
                </c:pt>
                <c:pt idx="928">
                  <c:v>10094</c:v>
                </c:pt>
                <c:pt idx="929">
                  <c:v>10094</c:v>
                </c:pt>
                <c:pt idx="930">
                  <c:v>10094</c:v>
                </c:pt>
                <c:pt idx="931">
                  <c:v>10094</c:v>
                </c:pt>
                <c:pt idx="932">
                  <c:v>10094</c:v>
                </c:pt>
                <c:pt idx="933">
                  <c:v>10094</c:v>
                </c:pt>
                <c:pt idx="934">
                  <c:v>10094</c:v>
                </c:pt>
                <c:pt idx="935">
                  <c:v>10094</c:v>
                </c:pt>
                <c:pt idx="936">
                  <c:v>10094</c:v>
                </c:pt>
                <c:pt idx="937">
                  <c:v>10094</c:v>
                </c:pt>
                <c:pt idx="938">
                  <c:v>10094</c:v>
                </c:pt>
                <c:pt idx="939">
                  <c:v>10094</c:v>
                </c:pt>
                <c:pt idx="940">
                  <c:v>10094</c:v>
                </c:pt>
                <c:pt idx="941">
                  <c:v>10094</c:v>
                </c:pt>
                <c:pt idx="942">
                  <c:v>11734</c:v>
                </c:pt>
                <c:pt idx="943">
                  <c:v>11734</c:v>
                </c:pt>
                <c:pt idx="944">
                  <c:v>11734</c:v>
                </c:pt>
                <c:pt idx="945">
                  <c:v>11734</c:v>
                </c:pt>
                <c:pt idx="946">
                  <c:v>11734</c:v>
                </c:pt>
                <c:pt idx="947">
                  <c:v>11734</c:v>
                </c:pt>
                <c:pt idx="948">
                  <c:v>11734</c:v>
                </c:pt>
                <c:pt idx="949">
                  <c:v>11734</c:v>
                </c:pt>
                <c:pt idx="950">
                  <c:v>11734</c:v>
                </c:pt>
                <c:pt idx="951">
                  <c:v>11734</c:v>
                </c:pt>
                <c:pt idx="952">
                  <c:v>11734</c:v>
                </c:pt>
                <c:pt idx="953">
                  <c:v>11734</c:v>
                </c:pt>
                <c:pt idx="954">
                  <c:v>11734</c:v>
                </c:pt>
                <c:pt idx="955">
                  <c:v>11734</c:v>
                </c:pt>
                <c:pt idx="956">
                  <c:v>11734</c:v>
                </c:pt>
                <c:pt idx="957">
                  <c:v>11734</c:v>
                </c:pt>
                <c:pt idx="958">
                  <c:v>11734</c:v>
                </c:pt>
                <c:pt idx="959">
                  <c:v>11734</c:v>
                </c:pt>
                <c:pt idx="960">
                  <c:v>11734</c:v>
                </c:pt>
                <c:pt idx="961">
                  <c:v>11734</c:v>
                </c:pt>
                <c:pt idx="962">
                  <c:v>11734</c:v>
                </c:pt>
                <c:pt idx="963">
                  <c:v>11734</c:v>
                </c:pt>
                <c:pt idx="964">
                  <c:v>11734</c:v>
                </c:pt>
                <c:pt idx="965">
                  <c:v>11734</c:v>
                </c:pt>
                <c:pt idx="966">
                  <c:v>11734</c:v>
                </c:pt>
                <c:pt idx="967">
                  <c:v>11734</c:v>
                </c:pt>
                <c:pt idx="968">
                  <c:v>11734</c:v>
                </c:pt>
                <c:pt idx="969">
                  <c:v>11734</c:v>
                </c:pt>
                <c:pt idx="970">
                  <c:v>11734</c:v>
                </c:pt>
                <c:pt idx="971">
                  <c:v>11734</c:v>
                </c:pt>
                <c:pt idx="972">
                  <c:v>11734</c:v>
                </c:pt>
                <c:pt idx="973">
                  <c:v>11734</c:v>
                </c:pt>
                <c:pt idx="974">
                  <c:v>11904</c:v>
                </c:pt>
                <c:pt idx="975">
                  <c:v>11904</c:v>
                </c:pt>
                <c:pt idx="976">
                  <c:v>11904</c:v>
                </c:pt>
                <c:pt idx="977">
                  <c:v>11904</c:v>
                </c:pt>
                <c:pt idx="978">
                  <c:v>11904</c:v>
                </c:pt>
                <c:pt idx="979">
                  <c:v>11904</c:v>
                </c:pt>
                <c:pt idx="980">
                  <c:v>11904</c:v>
                </c:pt>
                <c:pt idx="981">
                  <c:v>11904</c:v>
                </c:pt>
                <c:pt idx="982">
                  <c:v>8104</c:v>
                </c:pt>
                <c:pt idx="983">
                  <c:v>8104</c:v>
                </c:pt>
                <c:pt idx="984">
                  <c:v>8104</c:v>
                </c:pt>
                <c:pt idx="985">
                  <c:v>8104</c:v>
                </c:pt>
                <c:pt idx="986">
                  <c:v>8104</c:v>
                </c:pt>
                <c:pt idx="987">
                  <c:v>8104</c:v>
                </c:pt>
                <c:pt idx="988">
                  <c:v>8104</c:v>
                </c:pt>
                <c:pt idx="989">
                  <c:v>8104</c:v>
                </c:pt>
                <c:pt idx="990">
                  <c:v>8104</c:v>
                </c:pt>
                <c:pt idx="991">
                  <c:v>8104</c:v>
                </c:pt>
                <c:pt idx="992">
                  <c:v>8104</c:v>
                </c:pt>
                <c:pt idx="993">
                  <c:v>8104</c:v>
                </c:pt>
                <c:pt idx="994">
                  <c:v>8104</c:v>
                </c:pt>
                <c:pt idx="995">
                  <c:v>8104</c:v>
                </c:pt>
                <c:pt idx="996">
                  <c:v>8104</c:v>
                </c:pt>
                <c:pt idx="997">
                  <c:v>8104</c:v>
                </c:pt>
                <c:pt idx="998">
                  <c:v>8104</c:v>
                </c:pt>
                <c:pt idx="999">
                  <c:v>8104</c:v>
                </c:pt>
                <c:pt idx="1000">
                  <c:v>8104</c:v>
                </c:pt>
                <c:pt idx="1001">
                  <c:v>7604</c:v>
                </c:pt>
                <c:pt idx="1002">
                  <c:v>7604</c:v>
                </c:pt>
                <c:pt idx="1003">
                  <c:v>7604</c:v>
                </c:pt>
                <c:pt idx="1004">
                  <c:v>7604</c:v>
                </c:pt>
                <c:pt idx="1005">
                  <c:v>7604</c:v>
                </c:pt>
                <c:pt idx="1006">
                  <c:v>7604</c:v>
                </c:pt>
                <c:pt idx="1007">
                  <c:v>7604</c:v>
                </c:pt>
                <c:pt idx="1008">
                  <c:v>7604</c:v>
                </c:pt>
                <c:pt idx="1009">
                  <c:v>7604</c:v>
                </c:pt>
                <c:pt idx="1010">
                  <c:v>7604</c:v>
                </c:pt>
                <c:pt idx="1011">
                  <c:v>7604</c:v>
                </c:pt>
                <c:pt idx="1012">
                  <c:v>7604</c:v>
                </c:pt>
                <c:pt idx="1013">
                  <c:v>7604</c:v>
                </c:pt>
                <c:pt idx="1014">
                  <c:v>7604</c:v>
                </c:pt>
                <c:pt idx="1015">
                  <c:v>7604</c:v>
                </c:pt>
                <c:pt idx="1016">
                  <c:v>3604</c:v>
                </c:pt>
                <c:pt idx="1017">
                  <c:v>3604</c:v>
                </c:pt>
                <c:pt idx="1018">
                  <c:v>3604</c:v>
                </c:pt>
                <c:pt idx="1019">
                  <c:v>3604</c:v>
                </c:pt>
                <c:pt idx="1020">
                  <c:v>3604</c:v>
                </c:pt>
                <c:pt idx="1021">
                  <c:v>3604</c:v>
                </c:pt>
                <c:pt idx="1022">
                  <c:v>3604</c:v>
                </c:pt>
                <c:pt idx="1023">
                  <c:v>3604</c:v>
                </c:pt>
                <c:pt idx="1024">
                  <c:v>3604</c:v>
                </c:pt>
                <c:pt idx="1025">
                  <c:v>3604</c:v>
                </c:pt>
                <c:pt idx="1026">
                  <c:v>3604</c:v>
                </c:pt>
                <c:pt idx="1027">
                  <c:v>3604</c:v>
                </c:pt>
                <c:pt idx="1028">
                  <c:v>3604</c:v>
                </c:pt>
                <c:pt idx="1029">
                  <c:v>3604</c:v>
                </c:pt>
                <c:pt idx="1030">
                  <c:v>3604</c:v>
                </c:pt>
                <c:pt idx="1031">
                  <c:v>3604</c:v>
                </c:pt>
                <c:pt idx="1032">
                  <c:v>3604</c:v>
                </c:pt>
                <c:pt idx="1033">
                  <c:v>3604</c:v>
                </c:pt>
                <c:pt idx="1034">
                  <c:v>3604</c:v>
                </c:pt>
                <c:pt idx="1035">
                  <c:v>3604</c:v>
                </c:pt>
                <c:pt idx="1036">
                  <c:v>3604</c:v>
                </c:pt>
                <c:pt idx="1037">
                  <c:v>1604</c:v>
                </c:pt>
                <c:pt idx="1038">
                  <c:v>1604</c:v>
                </c:pt>
                <c:pt idx="1039">
                  <c:v>1604</c:v>
                </c:pt>
                <c:pt idx="1040">
                  <c:v>1204</c:v>
                </c:pt>
                <c:pt idx="1041">
                  <c:v>1204</c:v>
                </c:pt>
                <c:pt idx="1042">
                  <c:v>1204</c:v>
                </c:pt>
                <c:pt idx="1043">
                  <c:v>1204</c:v>
                </c:pt>
                <c:pt idx="1044">
                  <c:v>1204</c:v>
                </c:pt>
                <c:pt idx="1045">
                  <c:v>1204</c:v>
                </c:pt>
                <c:pt idx="1046">
                  <c:v>1204</c:v>
                </c:pt>
                <c:pt idx="1047">
                  <c:v>1204</c:v>
                </c:pt>
                <c:pt idx="1048">
                  <c:v>1204</c:v>
                </c:pt>
                <c:pt idx="1049">
                  <c:v>1204</c:v>
                </c:pt>
                <c:pt idx="1050">
                  <c:v>1204</c:v>
                </c:pt>
                <c:pt idx="1051">
                  <c:v>1204</c:v>
                </c:pt>
                <c:pt idx="1052">
                  <c:v>1204</c:v>
                </c:pt>
                <c:pt idx="1053">
                  <c:v>1204</c:v>
                </c:pt>
                <c:pt idx="1054">
                  <c:v>104</c:v>
                </c:pt>
                <c:pt idx="1055">
                  <c:v>104</c:v>
                </c:pt>
                <c:pt idx="1056">
                  <c:v>104</c:v>
                </c:pt>
                <c:pt idx="1057">
                  <c:v>104</c:v>
                </c:pt>
                <c:pt idx="1058">
                  <c:v>104</c:v>
                </c:pt>
                <c:pt idx="1059">
                  <c:v>104</c:v>
                </c:pt>
                <c:pt idx="1060">
                  <c:v>104</c:v>
                </c:pt>
                <c:pt idx="1061">
                  <c:v>104</c:v>
                </c:pt>
                <c:pt idx="1062">
                  <c:v>104</c:v>
                </c:pt>
                <c:pt idx="1063">
                  <c:v>104</c:v>
                </c:pt>
                <c:pt idx="1064">
                  <c:v>104</c:v>
                </c:pt>
                <c:pt idx="1065">
                  <c:v>104</c:v>
                </c:pt>
                <c:pt idx="1066">
                  <c:v>104</c:v>
                </c:pt>
                <c:pt idx="1067">
                  <c:v>104</c:v>
                </c:pt>
                <c:pt idx="1068">
                  <c:v>-896</c:v>
                </c:pt>
                <c:pt idx="1069">
                  <c:v>-896</c:v>
                </c:pt>
                <c:pt idx="1070">
                  <c:v>-896</c:v>
                </c:pt>
                <c:pt idx="1071">
                  <c:v>-896</c:v>
                </c:pt>
                <c:pt idx="1072">
                  <c:v>-896</c:v>
                </c:pt>
                <c:pt idx="1073">
                  <c:v>-896</c:v>
                </c:pt>
                <c:pt idx="1074">
                  <c:v>-896</c:v>
                </c:pt>
                <c:pt idx="1075">
                  <c:v>-896</c:v>
                </c:pt>
                <c:pt idx="1076">
                  <c:v>-896</c:v>
                </c:pt>
                <c:pt idx="1077">
                  <c:v>-896</c:v>
                </c:pt>
                <c:pt idx="1078">
                  <c:v>-896</c:v>
                </c:pt>
                <c:pt idx="1079">
                  <c:v>-896</c:v>
                </c:pt>
                <c:pt idx="1080">
                  <c:v>-896</c:v>
                </c:pt>
                <c:pt idx="1081">
                  <c:v>-896</c:v>
                </c:pt>
                <c:pt idx="1082">
                  <c:v>-896</c:v>
                </c:pt>
                <c:pt idx="1083">
                  <c:v>-896</c:v>
                </c:pt>
                <c:pt idx="1084">
                  <c:v>-896</c:v>
                </c:pt>
                <c:pt idx="1085">
                  <c:v>-896</c:v>
                </c:pt>
                <c:pt idx="1086">
                  <c:v>-896</c:v>
                </c:pt>
                <c:pt idx="1087">
                  <c:v>-896</c:v>
                </c:pt>
                <c:pt idx="1088">
                  <c:v>-896</c:v>
                </c:pt>
                <c:pt idx="1089">
                  <c:v>-896</c:v>
                </c:pt>
                <c:pt idx="1090">
                  <c:v>-896</c:v>
                </c:pt>
                <c:pt idx="1091">
                  <c:v>-675</c:v>
                </c:pt>
                <c:pt idx="1092">
                  <c:v>-675</c:v>
                </c:pt>
                <c:pt idx="1093">
                  <c:v>-675</c:v>
                </c:pt>
                <c:pt idx="1094">
                  <c:v>-675</c:v>
                </c:pt>
                <c:pt idx="1095">
                  <c:v>-675</c:v>
                </c:pt>
                <c:pt idx="1096">
                  <c:v>-675</c:v>
                </c:pt>
                <c:pt idx="1097">
                  <c:v>-675</c:v>
                </c:pt>
                <c:pt idx="1098">
                  <c:v>-675</c:v>
                </c:pt>
                <c:pt idx="1099">
                  <c:v>-675</c:v>
                </c:pt>
                <c:pt idx="1100">
                  <c:v>-675</c:v>
                </c:pt>
                <c:pt idx="1101">
                  <c:v>-675</c:v>
                </c:pt>
                <c:pt idx="1102">
                  <c:v>-675</c:v>
                </c:pt>
                <c:pt idx="1103">
                  <c:v>-675</c:v>
                </c:pt>
                <c:pt idx="1104">
                  <c:v>-675</c:v>
                </c:pt>
                <c:pt idx="1105">
                  <c:v>-675</c:v>
                </c:pt>
                <c:pt idx="1106">
                  <c:v>-675</c:v>
                </c:pt>
                <c:pt idx="1107">
                  <c:v>-675</c:v>
                </c:pt>
                <c:pt idx="1108">
                  <c:v>-675</c:v>
                </c:pt>
                <c:pt idx="1109">
                  <c:v>-675</c:v>
                </c:pt>
                <c:pt idx="1110">
                  <c:v>-250</c:v>
                </c:pt>
                <c:pt idx="1111">
                  <c:v>-250</c:v>
                </c:pt>
                <c:pt idx="1112">
                  <c:v>-250</c:v>
                </c:pt>
                <c:pt idx="1113">
                  <c:v>-250</c:v>
                </c:pt>
                <c:pt idx="1114">
                  <c:v>-250</c:v>
                </c:pt>
                <c:pt idx="1115">
                  <c:v>-250</c:v>
                </c:pt>
                <c:pt idx="1116">
                  <c:v>-250</c:v>
                </c:pt>
                <c:pt idx="1117">
                  <c:v>-250</c:v>
                </c:pt>
                <c:pt idx="1118">
                  <c:v>-250</c:v>
                </c:pt>
                <c:pt idx="1119">
                  <c:v>-250</c:v>
                </c:pt>
                <c:pt idx="1120">
                  <c:v>-250</c:v>
                </c:pt>
                <c:pt idx="1121">
                  <c:v>-250</c:v>
                </c:pt>
                <c:pt idx="1122">
                  <c:v>-250</c:v>
                </c:pt>
                <c:pt idx="1123">
                  <c:v>-250</c:v>
                </c:pt>
                <c:pt idx="1124">
                  <c:v>-250</c:v>
                </c:pt>
                <c:pt idx="1125">
                  <c:v>-250</c:v>
                </c:pt>
                <c:pt idx="1126">
                  <c:v>-250</c:v>
                </c:pt>
                <c:pt idx="1127">
                  <c:v>-250</c:v>
                </c:pt>
                <c:pt idx="1128">
                  <c:v>-250</c:v>
                </c:pt>
                <c:pt idx="1129">
                  <c:v>-250</c:v>
                </c:pt>
                <c:pt idx="1130">
                  <c:v>-250</c:v>
                </c:pt>
                <c:pt idx="1131">
                  <c:v>850</c:v>
                </c:pt>
                <c:pt idx="1132">
                  <c:v>850</c:v>
                </c:pt>
                <c:pt idx="1133">
                  <c:v>850</c:v>
                </c:pt>
                <c:pt idx="1134">
                  <c:v>850</c:v>
                </c:pt>
                <c:pt idx="1135">
                  <c:v>850</c:v>
                </c:pt>
                <c:pt idx="1136">
                  <c:v>850</c:v>
                </c:pt>
                <c:pt idx="1137">
                  <c:v>850</c:v>
                </c:pt>
                <c:pt idx="1138">
                  <c:v>850</c:v>
                </c:pt>
                <c:pt idx="1139">
                  <c:v>850</c:v>
                </c:pt>
                <c:pt idx="1140">
                  <c:v>850</c:v>
                </c:pt>
                <c:pt idx="1141">
                  <c:v>850</c:v>
                </c:pt>
                <c:pt idx="1142">
                  <c:v>850</c:v>
                </c:pt>
                <c:pt idx="1143">
                  <c:v>850</c:v>
                </c:pt>
                <c:pt idx="1144">
                  <c:v>850</c:v>
                </c:pt>
                <c:pt idx="1145">
                  <c:v>1275</c:v>
                </c:pt>
                <c:pt idx="1146">
                  <c:v>1275</c:v>
                </c:pt>
                <c:pt idx="1147">
                  <c:v>1275</c:v>
                </c:pt>
                <c:pt idx="1148">
                  <c:v>1275</c:v>
                </c:pt>
                <c:pt idx="1149">
                  <c:v>1275</c:v>
                </c:pt>
                <c:pt idx="1150">
                  <c:v>1275</c:v>
                </c:pt>
                <c:pt idx="1151">
                  <c:v>1275</c:v>
                </c:pt>
                <c:pt idx="1152">
                  <c:v>1275</c:v>
                </c:pt>
                <c:pt idx="1153">
                  <c:v>1275</c:v>
                </c:pt>
                <c:pt idx="1154">
                  <c:v>1275</c:v>
                </c:pt>
                <c:pt idx="1155">
                  <c:v>1275</c:v>
                </c:pt>
                <c:pt idx="1156">
                  <c:v>1275</c:v>
                </c:pt>
                <c:pt idx="1157">
                  <c:v>1275</c:v>
                </c:pt>
                <c:pt idx="1158">
                  <c:v>1275</c:v>
                </c:pt>
                <c:pt idx="1159">
                  <c:v>1275</c:v>
                </c:pt>
                <c:pt idx="1160">
                  <c:v>1275</c:v>
                </c:pt>
                <c:pt idx="1161">
                  <c:v>1275</c:v>
                </c:pt>
                <c:pt idx="1162">
                  <c:v>1275</c:v>
                </c:pt>
                <c:pt idx="1163">
                  <c:v>1275</c:v>
                </c:pt>
                <c:pt idx="1164">
                  <c:v>1275</c:v>
                </c:pt>
                <c:pt idx="1165">
                  <c:v>1175</c:v>
                </c:pt>
                <c:pt idx="1166">
                  <c:v>1175</c:v>
                </c:pt>
                <c:pt idx="1167">
                  <c:v>1175</c:v>
                </c:pt>
                <c:pt idx="1168">
                  <c:v>1175</c:v>
                </c:pt>
                <c:pt idx="1169">
                  <c:v>1175</c:v>
                </c:pt>
                <c:pt idx="1170">
                  <c:v>2175</c:v>
                </c:pt>
                <c:pt idx="1171">
                  <c:v>2600</c:v>
                </c:pt>
                <c:pt idx="1172">
                  <c:v>2600</c:v>
                </c:pt>
                <c:pt idx="1173">
                  <c:v>2600</c:v>
                </c:pt>
                <c:pt idx="1174">
                  <c:v>2600</c:v>
                </c:pt>
                <c:pt idx="1175">
                  <c:v>2600</c:v>
                </c:pt>
                <c:pt idx="1176">
                  <c:v>2600</c:v>
                </c:pt>
                <c:pt idx="1177">
                  <c:v>2600</c:v>
                </c:pt>
                <c:pt idx="1178">
                  <c:v>2600</c:v>
                </c:pt>
                <c:pt idx="1179">
                  <c:v>2600</c:v>
                </c:pt>
                <c:pt idx="1180">
                  <c:v>2600</c:v>
                </c:pt>
                <c:pt idx="1181">
                  <c:v>2600</c:v>
                </c:pt>
                <c:pt idx="1182">
                  <c:v>2600</c:v>
                </c:pt>
                <c:pt idx="1183">
                  <c:v>2600</c:v>
                </c:pt>
                <c:pt idx="1184">
                  <c:v>2600</c:v>
                </c:pt>
                <c:pt idx="1185">
                  <c:v>2600</c:v>
                </c:pt>
                <c:pt idx="1186">
                  <c:v>2600</c:v>
                </c:pt>
                <c:pt idx="1187">
                  <c:v>2600</c:v>
                </c:pt>
                <c:pt idx="1188">
                  <c:v>2600</c:v>
                </c:pt>
                <c:pt idx="1189">
                  <c:v>2600</c:v>
                </c:pt>
                <c:pt idx="1190">
                  <c:v>2600</c:v>
                </c:pt>
                <c:pt idx="1191">
                  <c:v>2600</c:v>
                </c:pt>
                <c:pt idx="1192">
                  <c:v>2300</c:v>
                </c:pt>
                <c:pt idx="1193">
                  <c:v>2300</c:v>
                </c:pt>
                <c:pt idx="1194">
                  <c:v>2300</c:v>
                </c:pt>
                <c:pt idx="1195">
                  <c:v>2300</c:v>
                </c:pt>
                <c:pt idx="1196">
                  <c:v>2725</c:v>
                </c:pt>
                <c:pt idx="1197">
                  <c:v>2725</c:v>
                </c:pt>
                <c:pt idx="1198">
                  <c:v>2725</c:v>
                </c:pt>
                <c:pt idx="1199">
                  <c:v>2725</c:v>
                </c:pt>
                <c:pt idx="1200">
                  <c:v>2725</c:v>
                </c:pt>
                <c:pt idx="1201">
                  <c:v>2725</c:v>
                </c:pt>
                <c:pt idx="1202">
                  <c:v>3235</c:v>
                </c:pt>
                <c:pt idx="1203">
                  <c:v>3235</c:v>
                </c:pt>
                <c:pt idx="1204">
                  <c:v>3235</c:v>
                </c:pt>
                <c:pt idx="1205">
                  <c:v>3235</c:v>
                </c:pt>
                <c:pt idx="1206">
                  <c:v>3235</c:v>
                </c:pt>
                <c:pt idx="1207">
                  <c:v>3235</c:v>
                </c:pt>
                <c:pt idx="1208">
                  <c:v>3235</c:v>
                </c:pt>
                <c:pt idx="1209">
                  <c:v>3235</c:v>
                </c:pt>
                <c:pt idx="1210">
                  <c:v>3235</c:v>
                </c:pt>
                <c:pt idx="1211">
                  <c:v>3235</c:v>
                </c:pt>
                <c:pt idx="1212">
                  <c:v>3235</c:v>
                </c:pt>
                <c:pt idx="1213">
                  <c:v>3235</c:v>
                </c:pt>
                <c:pt idx="1214">
                  <c:v>3235</c:v>
                </c:pt>
                <c:pt idx="1215">
                  <c:v>3235</c:v>
                </c:pt>
                <c:pt idx="1216">
                  <c:v>3235</c:v>
                </c:pt>
                <c:pt idx="1217">
                  <c:v>3235</c:v>
                </c:pt>
                <c:pt idx="1218">
                  <c:v>3235</c:v>
                </c:pt>
                <c:pt idx="1219">
                  <c:v>3235</c:v>
                </c:pt>
                <c:pt idx="1220">
                  <c:v>3065</c:v>
                </c:pt>
                <c:pt idx="1221">
                  <c:v>1165</c:v>
                </c:pt>
                <c:pt idx="1222">
                  <c:v>1165</c:v>
                </c:pt>
                <c:pt idx="1223">
                  <c:v>1114</c:v>
                </c:pt>
                <c:pt idx="1224">
                  <c:v>1114</c:v>
                </c:pt>
                <c:pt idx="1225">
                  <c:v>1114</c:v>
                </c:pt>
                <c:pt idx="1226">
                  <c:v>1114</c:v>
                </c:pt>
                <c:pt idx="1227">
                  <c:v>1114</c:v>
                </c:pt>
                <c:pt idx="1228">
                  <c:v>814</c:v>
                </c:pt>
                <c:pt idx="1229">
                  <c:v>814</c:v>
                </c:pt>
                <c:pt idx="1230">
                  <c:v>814</c:v>
                </c:pt>
                <c:pt idx="1231">
                  <c:v>814</c:v>
                </c:pt>
                <c:pt idx="1232">
                  <c:v>814</c:v>
                </c:pt>
                <c:pt idx="1233">
                  <c:v>814</c:v>
                </c:pt>
                <c:pt idx="1234">
                  <c:v>814</c:v>
                </c:pt>
                <c:pt idx="1235">
                  <c:v>814</c:v>
                </c:pt>
                <c:pt idx="1236">
                  <c:v>814</c:v>
                </c:pt>
                <c:pt idx="1237">
                  <c:v>814</c:v>
                </c:pt>
                <c:pt idx="1238">
                  <c:v>814</c:v>
                </c:pt>
                <c:pt idx="1239">
                  <c:v>814</c:v>
                </c:pt>
                <c:pt idx="1240">
                  <c:v>814</c:v>
                </c:pt>
                <c:pt idx="1241">
                  <c:v>814</c:v>
                </c:pt>
                <c:pt idx="1242">
                  <c:v>814</c:v>
                </c:pt>
                <c:pt idx="1243">
                  <c:v>814</c:v>
                </c:pt>
                <c:pt idx="1244">
                  <c:v>814</c:v>
                </c:pt>
                <c:pt idx="1245">
                  <c:v>814</c:v>
                </c:pt>
                <c:pt idx="1246">
                  <c:v>814</c:v>
                </c:pt>
                <c:pt idx="1247">
                  <c:v>814</c:v>
                </c:pt>
                <c:pt idx="1248">
                  <c:v>814</c:v>
                </c:pt>
                <c:pt idx="1249">
                  <c:v>814</c:v>
                </c:pt>
                <c:pt idx="1250">
                  <c:v>814</c:v>
                </c:pt>
                <c:pt idx="1251">
                  <c:v>814</c:v>
                </c:pt>
                <c:pt idx="1252">
                  <c:v>814</c:v>
                </c:pt>
                <c:pt idx="1253">
                  <c:v>814</c:v>
                </c:pt>
                <c:pt idx="1254">
                  <c:v>814</c:v>
                </c:pt>
                <c:pt idx="1255">
                  <c:v>814</c:v>
                </c:pt>
                <c:pt idx="1256">
                  <c:v>814</c:v>
                </c:pt>
                <c:pt idx="1257">
                  <c:v>814</c:v>
                </c:pt>
                <c:pt idx="1258">
                  <c:v>814</c:v>
                </c:pt>
                <c:pt idx="1259">
                  <c:v>814</c:v>
                </c:pt>
                <c:pt idx="1260">
                  <c:v>814</c:v>
                </c:pt>
                <c:pt idx="1261">
                  <c:v>914</c:v>
                </c:pt>
                <c:pt idx="1262">
                  <c:v>914</c:v>
                </c:pt>
                <c:pt idx="1263">
                  <c:v>795</c:v>
                </c:pt>
                <c:pt idx="1264">
                  <c:v>795</c:v>
                </c:pt>
                <c:pt idx="1265">
                  <c:v>795</c:v>
                </c:pt>
                <c:pt idx="1266">
                  <c:v>795</c:v>
                </c:pt>
                <c:pt idx="1267">
                  <c:v>795</c:v>
                </c:pt>
                <c:pt idx="1268">
                  <c:v>795</c:v>
                </c:pt>
                <c:pt idx="1269">
                  <c:v>795</c:v>
                </c:pt>
                <c:pt idx="1270">
                  <c:v>795</c:v>
                </c:pt>
                <c:pt idx="1271">
                  <c:v>795</c:v>
                </c:pt>
                <c:pt idx="1272">
                  <c:v>795</c:v>
                </c:pt>
                <c:pt idx="1273">
                  <c:v>795</c:v>
                </c:pt>
                <c:pt idx="1274">
                  <c:v>795</c:v>
                </c:pt>
                <c:pt idx="1275">
                  <c:v>795</c:v>
                </c:pt>
                <c:pt idx="1276">
                  <c:v>795</c:v>
                </c:pt>
                <c:pt idx="1277">
                  <c:v>795</c:v>
                </c:pt>
                <c:pt idx="1278">
                  <c:v>693</c:v>
                </c:pt>
                <c:pt idx="1279">
                  <c:v>693</c:v>
                </c:pt>
                <c:pt idx="1280">
                  <c:v>693</c:v>
                </c:pt>
                <c:pt idx="1281">
                  <c:v>693</c:v>
                </c:pt>
                <c:pt idx="1282">
                  <c:v>693</c:v>
                </c:pt>
                <c:pt idx="1283">
                  <c:v>693</c:v>
                </c:pt>
                <c:pt idx="1284">
                  <c:v>693</c:v>
                </c:pt>
                <c:pt idx="1285">
                  <c:v>693</c:v>
                </c:pt>
                <c:pt idx="1286">
                  <c:v>693</c:v>
                </c:pt>
                <c:pt idx="1287">
                  <c:v>693</c:v>
                </c:pt>
                <c:pt idx="1288">
                  <c:v>693</c:v>
                </c:pt>
                <c:pt idx="1289">
                  <c:v>693</c:v>
                </c:pt>
                <c:pt idx="1290">
                  <c:v>693</c:v>
                </c:pt>
                <c:pt idx="1291">
                  <c:v>693</c:v>
                </c:pt>
                <c:pt idx="1292">
                  <c:v>693</c:v>
                </c:pt>
                <c:pt idx="1293">
                  <c:v>693</c:v>
                </c:pt>
                <c:pt idx="1294">
                  <c:v>693</c:v>
                </c:pt>
                <c:pt idx="1295">
                  <c:v>693</c:v>
                </c:pt>
                <c:pt idx="1296">
                  <c:v>693</c:v>
                </c:pt>
                <c:pt idx="1297">
                  <c:v>693</c:v>
                </c:pt>
                <c:pt idx="1298">
                  <c:v>693</c:v>
                </c:pt>
                <c:pt idx="1299">
                  <c:v>693</c:v>
                </c:pt>
                <c:pt idx="1300">
                  <c:v>693</c:v>
                </c:pt>
                <c:pt idx="1301">
                  <c:v>693</c:v>
                </c:pt>
                <c:pt idx="1302">
                  <c:v>693</c:v>
                </c:pt>
                <c:pt idx="1303">
                  <c:v>693</c:v>
                </c:pt>
                <c:pt idx="1304">
                  <c:v>693</c:v>
                </c:pt>
                <c:pt idx="1305">
                  <c:v>693</c:v>
                </c:pt>
                <c:pt idx="1306">
                  <c:v>693</c:v>
                </c:pt>
                <c:pt idx="1307">
                  <c:v>693</c:v>
                </c:pt>
                <c:pt idx="1308">
                  <c:v>693</c:v>
                </c:pt>
                <c:pt idx="1309">
                  <c:v>693</c:v>
                </c:pt>
                <c:pt idx="1310">
                  <c:v>693</c:v>
                </c:pt>
                <c:pt idx="1311">
                  <c:v>693</c:v>
                </c:pt>
                <c:pt idx="1312">
                  <c:v>693</c:v>
                </c:pt>
                <c:pt idx="1313">
                  <c:v>693</c:v>
                </c:pt>
                <c:pt idx="1314">
                  <c:v>693</c:v>
                </c:pt>
                <c:pt idx="1315">
                  <c:v>693</c:v>
                </c:pt>
                <c:pt idx="1316">
                  <c:v>693</c:v>
                </c:pt>
                <c:pt idx="1317">
                  <c:v>693</c:v>
                </c:pt>
                <c:pt idx="1318">
                  <c:v>404</c:v>
                </c:pt>
                <c:pt idx="1319">
                  <c:v>404</c:v>
                </c:pt>
                <c:pt idx="1320">
                  <c:v>404</c:v>
                </c:pt>
                <c:pt idx="1321">
                  <c:v>404</c:v>
                </c:pt>
                <c:pt idx="1322">
                  <c:v>404</c:v>
                </c:pt>
                <c:pt idx="1323">
                  <c:v>404</c:v>
                </c:pt>
                <c:pt idx="1324">
                  <c:v>404</c:v>
                </c:pt>
                <c:pt idx="1325">
                  <c:v>404</c:v>
                </c:pt>
                <c:pt idx="1326">
                  <c:v>404</c:v>
                </c:pt>
                <c:pt idx="1327">
                  <c:v>404</c:v>
                </c:pt>
                <c:pt idx="1328">
                  <c:v>404</c:v>
                </c:pt>
                <c:pt idx="1329">
                  <c:v>404</c:v>
                </c:pt>
                <c:pt idx="1330">
                  <c:v>404</c:v>
                </c:pt>
                <c:pt idx="1331">
                  <c:v>404</c:v>
                </c:pt>
                <c:pt idx="1332">
                  <c:v>404</c:v>
                </c:pt>
                <c:pt idx="1333">
                  <c:v>404</c:v>
                </c:pt>
                <c:pt idx="1334">
                  <c:v>404</c:v>
                </c:pt>
                <c:pt idx="1335">
                  <c:v>404</c:v>
                </c:pt>
                <c:pt idx="1336">
                  <c:v>404</c:v>
                </c:pt>
                <c:pt idx="1337">
                  <c:v>404</c:v>
                </c:pt>
                <c:pt idx="1338">
                  <c:v>404</c:v>
                </c:pt>
                <c:pt idx="1339">
                  <c:v>404</c:v>
                </c:pt>
                <c:pt idx="1340">
                  <c:v>404</c:v>
                </c:pt>
                <c:pt idx="1341">
                  <c:v>404</c:v>
                </c:pt>
                <c:pt idx="1342">
                  <c:v>404</c:v>
                </c:pt>
                <c:pt idx="1343">
                  <c:v>404</c:v>
                </c:pt>
                <c:pt idx="1344">
                  <c:v>404</c:v>
                </c:pt>
                <c:pt idx="1345">
                  <c:v>404</c:v>
                </c:pt>
                <c:pt idx="1346">
                  <c:v>404</c:v>
                </c:pt>
                <c:pt idx="1347">
                  <c:v>404</c:v>
                </c:pt>
                <c:pt idx="1348">
                  <c:v>404</c:v>
                </c:pt>
                <c:pt idx="1349">
                  <c:v>404</c:v>
                </c:pt>
                <c:pt idx="1350">
                  <c:v>404</c:v>
                </c:pt>
                <c:pt idx="1351">
                  <c:v>404</c:v>
                </c:pt>
                <c:pt idx="1352">
                  <c:v>404</c:v>
                </c:pt>
                <c:pt idx="1353">
                  <c:v>404</c:v>
                </c:pt>
                <c:pt idx="1354">
                  <c:v>404</c:v>
                </c:pt>
                <c:pt idx="1355">
                  <c:v>404</c:v>
                </c:pt>
                <c:pt idx="1356">
                  <c:v>404</c:v>
                </c:pt>
                <c:pt idx="1357">
                  <c:v>404</c:v>
                </c:pt>
                <c:pt idx="1358">
                  <c:v>404</c:v>
                </c:pt>
                <c:pt idx="1359">
                  <c:v>404</c:v>
                </c:pt>
                <c:pt idx="1360">
                  <c:v>404</c:v>
                </c:pt>
                <c:pt idx="1361">
                  <c:v>404</c:v>
                </c:pt>
                <c:pt idx="1362">
                  <c:v>404</c:v>
                </c:pt>
                <c:pt idx="1363">
                  <c:v>404</c:v>
                </c:pt>
                <c:pt idx="1364">
                  <c:v>404</c:v>
                </c:pt>
                <c:pt idx="1365">
                  <c:v>404</c:v>
                </c:pt>
                <c:pt idx="1366">
                  <c:v>404</c:v>
                </c:pt>
                <c:pt idx="1367">
                  <c:v>404</c:v>
                </c:pt>
                <c:pt idx="1368">
                  <c:v>404</c:v>
                </c:pt>
                <c:pt idx="1369">
                  <c:v>404</c:v>
                </c:pt>
                <c:pt idx="1370">
                  <c:v>404</c:v>
                </c:pt>
                <c:pt idx="1371">
                  <c:v>404</c:v>
                </c:pt>
                <c:pt idx="1372">
                  <c:v>404</c:v>
                </c:pt>
                <c:pt idx="1373">
                  <c:v>404</c:v>
                </c:pt>
                <c:pt idx="1374">
                  <c:v>404</c:v>
                </c:pt>
                <c:pt idx="1375">
                  <c:v>404</c:v>
                </c:pt>
                <c:pt idx="1376">
                  <c:v>404</c:v>
                </c:pt>
                <c:pt idx="1377">
                  <c:v>404</c:v>
                </c:pt>
                <c:pt idx="1378">
                  <c:v>404</c:v>
                </c:pt>
                <c:pt idx="1379">
                  <c:v>404</c:v>
                </c:pt>
                <c:pt idx="1380">
                  <c:v>404</c:v>
                </c:pt>
                <c:pt idx="1381">
                  <c:v>404</c:v>
                </c:pt>
                <c:pt idx="1382">
                  <c:v>404</c:v>
                </c:pt>
                <c:pt idx="1383">
                  <c:v>404</c:v>
                </c:pt>
                <c:pt idx="1384">
                  <c:v>404</c:v>
                </c:pt>
                <c:pt idx="1385">
                  <c:v>404</c:v>
                </c:pt>
                <c:pt idx="1386">
                  <c:v>404</c:v>
                </c:pt>
                <c:pt idx="1387">
                  <c:v>404</c:v>
                </c:pt>
                <c:pt idx="1388">
                  <c:v>404</c:v>
                </c:pt>
                <c:pt idx="1389">
                  <c:v>404</c:v>
                </c:pt>
                <c:pt idx="1390">
                  <c:v>404</c:v>
                </c:pt>
                <c:pt idx="1391">
                  <c:v>404</c:v>
                </c:pt>
                <c:pt idx="1392">
                  <c:v>404</c:v>
                </c:pt>
                <c:pt idx="1393">
                  <c:v>404</c:v>
                </c:pt>
                <c:pt idx="1394">
                  <c:v>804</c:v>
                </c:pt>
                <c:pt idx="1395">
                  <c:v>804</c:v>
                </c:pt>
                <c:pt idx="1396">
                  <c:v>804</c:v>
                </c:pt>
                <c:pt idx="1397">
                  <c:v>1104</c:v>
                </c:pt>
                <c:pt idx="1398">
                  <c:v>1104</c:v>
                </c:pt>
                <c:pt idx="1399">
                  <c:v>1104</c:v>
                </c:pt>
                <c:pt idx="1400">
                  <c:v>1104</c:v>
                </c:pt>
                <c:pt idx="1401">
                  <c:v>1104</c:v>
                </c:pt>
                <c:pt idx="1402">
                  <c:v>1104</c:v>
                </c:pt>
                <c:pt idx="1403">
                  <c:v>1410</c:v>
                </c:pt>
                <c:pt idx="1404">
                  <c:v>1410</c:v>
                </c:pt>
                <c:pt idx="1405">
                  <c:v>1410</c:v>
                </c:pt>
                <c:pt idx="1406">
                  <c:v>1410</c:v>
                </c:pt>
                <c:pt idx="1407">
                  <c:v>1410</c:v>
                </c:pt>
                <c:pt idx="1408">
                  <c:v>1610</c:v>
                </c:pt>
                <c:pt idx="1409">
                  <c:v>1610</c:v>
                </c:pt>
                <c:pt idx="1410">
                  <c:v>1610</c:v>
                </c:pt>
                <c:pt idx="1411">
                  <c:v>1610</c:v>
                </c:pt>
                <c:pt idx="1412">
                  <c:v>1610</c:v>
                </c:pt>
                <c:pt idx="1413">
                  <c:v>1610</c:v>
                </c:pt>
                <c:pt idx="1414">
                  <c:v>1610</c:v>
                </c:pt>
                <c:pt idx="1415">
                  <c:v>1610</c:v>
                </c:pt>
                <c:pt idx="1416">
                  <c:v>2110</c:v>
                </c:pt>
                <c:pt idx="1417">
                  <c:v>2810</c:v>
                </c:pt>
                <c:pt idx="1418">
                  <c:v>2810</c:v>
                </c:pt>
                <c:pt idx="1419">
                  <c:v>2810</c:v>
                </c:pt>
                <c:pt idx="1420">
                  <c:v>2810</c:v>
                </c:pt>
                <c:pt idx="1421">
                  <c:v>2810</c:v>
                </c:pt>
                <c:pt idx="1422">
                  <c:v>2895</c:v>
                </c:pt>
                <c:pt idx="1423">
                  <c:v>2895</c:v>
                </c:pt>
                <c:pt idx="1424">
                  <c:v>3695</c:v>
                </c:pt>
                <c:pt idx="1425">
                  <c:v>3695</c:v>
                </c:pt>
                <c:pt idx="1426">
                  <c:v>3695</c:v>
                </c:pt>
                <c:pt idx="1427">
                  <c:v>3695</c:v>
                </c:pt>
                <c:pt idx="1428">
                  <c:v>3695</c:v>
                </c:pt>
                <c:pt idx="1429">
                  <c:v>3695</c:v>
                </c:pt>
                <c:pt idx="1430">
                  <c:v>3525</c:v>
                </c:pt>
                <c:pt idx="1431">
                  <c:v>3525</c:v>
                </c:pt>
                <c:pt idx="1432">
                  <c:v>3525</c:v>
                </c:pt>
                <c:pt idx="1433">
                  <c:v>3525</c:v>
                </c:pt>
                <c:pt idx="1434">
                  <c:v>3525</c:v>
                </c:pt>
                <c:pt idx="1435">
                  <c:v>3525</c:v>
                </c:pt>
                <c:pt idx="1436">
                  <c:v>4125</c:v>
                </c:pt>
                <c:pt idx="1437">
                  <c:v>4125</c:v>
                </c:pt>
                <c:pt idx="1438">
                  <c:v>4125</c:v>
                </c:pt>
                <c:pt idx="1439">
                  <c:v>4125</c:v>
                </c:pt>
                <c:pt idx="1440">
                  <c:v>4125</c:v>
                </c:pt>
                <c:pt idx="1441">
                  <c:v>4125</c:v>
                </c:pt>
                <c:pt idx="1442">
                  <c:v>4125</c:v>
                </c:pt>
                <c:pt idx="1443">
                  <c:v>4125</c:v>
                </c:pt>
                <c:pt idx="1444">
                  <c:v>4125</c:v>
                </c:pt>
                <c:pt idx="1445">
                  <c:v>4125</c:v>
                </c:pt>
                <c:pt idx="1446">
                  <c:v>4725</c:v>
                </c:pt>
                <c:pt idx="1447">
                  <c:v>4725</c:v>
                </c:pt>
                <c:pt idx="1448">
                  <c:v>4725</c:v>
                </c:pt>
                <c:pt idx="1449">
                  <c:v>4725</c:v>
                </c:pt>
                <c:pt idx="1450">
                  <c:v>1525</c:v>
                </c:pt>
                <c:pt idx="1451">
                  <c:v>1525</c:v>
                </c:pt>
                <c:pt idx="1452">
                  <c:v>1525</c:v>
                </c:pt>
                <c:pt idx="1453">
                  <c:v>1325</c:v>
                </c:pt>
                <c:pt idx="1454">
                  <c:v>1325</c:v>
                </c:pt>
                <c:pt idx="1455">
                  <c:v>1325</c:v>
                </c:pt>
                <c:pt idx="1456">
                  <c:v>1325</c:v>
                </c:pt>
                <c:pt idx="1457">
                  <c:v>1325</c:v>
                </c:pt>
                <c:pt idx="1458">
                  <c:v>1155</c:v>
                </c:pt>
                <c:pt idx="1459">
                  <c:v>1155</c:v>
                </c:pt>
                <c:pt idx="1460">
                  <c:v>1155</c:v>
                </c:pt>
                <c:pt idx="1461">
                  <c:v>1155</c:v>
                </c:pt>
                <c:pt idx="1462">
                  <c:v>1155</c:v>
                </c:pt>
                <c:pt idx="1463">
                  <c:v>1155</c:v>
                </c:pt>
                <c:pt idx="1464">
                  <c:v>1155</c:v>
                </c:pt>
                <c:pt idx="1465">
                  <c:v>2355</c:v>
                </c:pt>
                <c:pt idx="1466">
                  <c:v>2355</c:v>
                </c:pt>
                <c:pt idx="1467">
                  <c:v>2355</c:v>
                </c:pt>
                <c:pt idx="1468">
                  <c:v>2355</c:v>
                </c:pt>
                <c:pt idx="1469">
                  <c:v>2355</c:v>
                </c:pt>
                <c:pt idx="1470">
                  <c:v>2355</c:v>
                </c:pt>
                <c:pt idx="1471">
                  <c:v>2355</c:v>
                </c:pt>
                <c:pt idx="1472">
                  <c:v>2355</c:v>
                </c:pt>
                <c:pt idx="1473">
                  <c:v>2185</c:v>
                </c:pt>
                <c:pt idx="1474">
                  <c:v>2185</c:v>
                </c:pt>
                <c:pt idx="1475">
                  <c:v>2185</c:v>
                </c:pt>
                <c:pt idx="1476">
                  <c:v>2185</c:v>
                </c:pt>
                <c:pt idx="1477">
                  <c:v>2185</c:v>
                </c:pt>
                <c:pt idx="1478">
                  <c:v>2185</c:v>
                </c:pt>
                <c:pt idx="1479">
                  <c:v>2185</c:v>
                </c:pt>
                <c:pt idx="1480">
                  <c:v>2185</c:v>
                </c:pt>
                <c:pt idx="1481">
                  <c:v>2185</c:v>
                </c:pt>
                <c:pt idx="1482">
                  <c:v>2185</c:v>
                </c:pt>
                <c:pt idx="1483">
                  <c:v>2185</c:v>
                </c:pt>
                <c:pt idx="1484">
                  <c:v>2185</c:v>
                </c:pt>
                <c:pt idx="1485">
                  <c:v>2185</c:v>
                </c:pt>
                <c:pt idx="1486">
                  <c:v>2185</c:v>
                </c:pt>
                <c:pt idx="1487">
                  <c:v>2185</c:v>
                </c:pt>
                <c:pt idx="1488">
                  <c:v>1485</c:v>
                </c:pt>
                <c:pt idx="1489">
                  <c:v>1485</c:v>
                </c:pt>
                <c:pt idx="1490">
                  <c:v>1485</c:v>
                </c:pt>
                <c:pt idx="1491">
                  <c:v>1485</c:v>
                </c:pt>
                <c:pt idx="1492">
                  <c:v>1485</c:v>
                </c:pt>
                <c:pt idx="1493">
                  <c:v>1485</c:v>
                </c:pt>
                <c:pt idx="1494">
                  <c:v>1485</c:v>
                </c:pt>
                <c:pt idx="1495">
                  <c:v>1485</c:v>
                </c:pt>
                <c:pt idx="1496">
                  <c:v>1485</c:v>
                </c:pt>
                <c:pt idx="1497">
                  <c:v>1485</c:v>
                </c:pt>
                <c:pt idx="1498">
                  <c:v>1485</c:v>
                </c:pt>
                <c:pt idx="1499">
                  <c:v>1485</c:v>
                </c:pt>
                <c:pt idx="1500">
                  <c:v>1485</c:v>
                </c:pt>
                <c:pt idx="1501">
                  <c:v>1485</c:v>
                </c:pt>
                <c:pt idx="1502">
                  <c:v>1485</c:v>
                </c:pt>
                <c:pt idx="1503">
                  <c:v>1485</c:v>
                </c:pt>
                <c:pt idx="1504">
                  <c:v>1485</c:v>
                </c:pt>
                <c:pt idx="1505">
                  <c:v>1485</c:v>
                </c:pt>
                <c:pt idx="1506">
                  <c:v>1485</c:v>
                </c:pt>
                <c:pt idx="1507">
                  <c:v>1485</c:v>
                </c:pt>
                <c:pt idx="1508">
                  <c:v>1485</c:v>
                </c:pt>
                <c:pt idx="1509">
                  <c:v>1485</c:v>
                </c:pt>
                <c:pt idx="1510">
                  <c:v>1485</c:v>
                </c:pt>
                <c:pt idx="1511">
                  <c:v>1485</c:v>
                </c:pt>
                <c:pt idx="1512">
                  <c:v>1485</c:v>
                </c:pt>
                <c:pt idx="1513">
                  <c:v>1485</c:v>
                </c:pt>
                <c:pt idx="1514">
                  <c:v>1485</c:v>
                </c:pt>
                <c:pt idx="1515">
                  <c:v>1400</c:v>
                </c:pt>
                <c:pt idx="1516">
                  <c:v>1400</c:v>
                </c:pt>
                <c:pt idx="1517">
                  <c:v>1400</c:v>
                </c:pt>
                <c:pt idx="1518">
                  <c:v>1400</c:v>
                </c:pt>
                <c:pt idx="1519">
                  <c:v>1400</c:v>
                </c:pt>
                <c:pt idx="1520">
                  <c:v>1485</c:v>
                </c:pt>
                <c:pt idx="1521">
                  <c:v>1485</c:v>
                </c:pt>
                <c:pt idx="1522">
                  <c:v>1485</c:v>
                </c:pt>
                <c:pt idx="1523">
                  <c:v>1485</c:v>
                </c:pt>
                <c:pt idx="1524">
                  <c:v>1485</c:v>
                </c:pt>
                <c:pt idx="1525">
                  <c:v>1485</c:v>
                </c:pt>
                <c:pt idx="1526">
                  <c:v>1485</c:v>
                </c:pt>
                <c:pt idx="1527">
                  <c:v>1485</c:v>
                </c:pt>
                <c:pt idx="1528">
                  <c:v>1485</c:v>
                </c:pt>
                <c:pt idx="1529">
                  <c:v>1485</c:v>
                </c:pt>
                <c:pt idx="1530">
                  <c:v>1485</c:v>
                </c:pt>
                <c:pt idx="1531">
                  <c:v>1485</c:v>
                </c:pt>
                <c:pt idx="1532">
                  <c:v>1485</c:v>
                </c:pt>
                <c:pt idx="1533">
                  <c:v>1485</c:v>
                </c:pt>
                <c:pt idx="1534">
                  <c:v>1485</c:v>
                </c:pt>
                <c:pt idx="1535">
                  <c:v>1485</c:v>
                </c:pt>
                <c:pt idx="1536">
                  <c:v>1485</c:v>
                </c:pt>
                <c:pt idx="1537">
                  <c:v>1485</c:v>
                </c:pt>
                <c:pt idx="1538">
                  <c:v>1485</c:v>
                </c:pt>
                <c:pt idx="1539">
                  <c:v>1485</c:v>
                </c:pt>
                <c:pt idx="1540">
                  <c:v>1485</c:v>
                </c:pt>
                <c:pt idx="1541">
                  <c:v>1485</c:v>
                </c:pt>
                <c:pt idx="1542">
                  <c:v>1485</c:v>
                </c:pt>
                <c:pt idx="1543">
                  <c:v>1485</c:v>
                </c:pt>
                <c:pt idx="1544">
                  <c:v>1485</c:v>
                </c:pt>
                <c:pt idx="1545">
                  <c:v>1485</c:v>
                </c:pt>
                <c:pt idx="1546">
                  <c:v>1485</c:v>
                </c:pt>
                <c:pt idx="1547">
                  <c:v>1485</c:v>
                </c:pt>
                <c:pt idx="1548">
                  <c:v>1485</c:v>
                </c:pt>
                <c:pt idx="1549">
                  <c:v>1485</c:v>
                </c:pt>
                <c:pt idx="1550">
                  <c:v>1185</c:v>
                </c:pt>
                <c:pt idx="1551">
                  <c:v>1185</c:v>
                </c:pt>
                <c:pt idx="1552">
                  <c:v>1185</c:v>
                </c:pt>
                <c:pt idx="1553">
                  <c:v>1185</c:v>
                </c:pt>
                <c:pt idx="1554">
                  <c:v>1185</c:v>
                </c:pt>
                <c:pt idx="1555">
                  <c:v>1185</c:v>
                </c:pt>
                <c:pt idx="1556">
                  <c:v>385</c:v>
                </c:pt>
                <c:pt idx="1557">
                  <c:v>385</c:v>
                </c:pt>
                <c:pt idx="1558">
                  <c:v>385</c:v>
                </c:pt>
                <c:pt idx="1559">
                  <c:v>385</c:v>
                </c:pt>
                <c:pt idx="1560">
                  <c:v>385</c:v>
                </c:pt>
                <c:pt idx="1561">
                  <c:v>385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-615</c:v>
                </c:pt>
                <c:pt idx="1578">
                  <c:v>-615</c:v>
                </c:pt>
                <c:pt idx="1579">
                  <c:v>-615</c:v>
                </c:pt>
                <c:pt idx="1580">
                  <c:v>-615</c:v>
                </c:pt>
                <c:pt idx="1581">
                  <c:v>-615</c:v>
                </c:pt>
                <c:pt idx="1582">
                  <c:v>-615</c:v>
                </c:pt>
                <c:pt idx="1583">
                  <c:v>-615</c:v>
                </c:pt>
                <c:pt idx="1584">
                  <c:v>-615</c:v>
                </c:pt>
                <c:pt idx="1585">
                  <c:v>-785</c:v>
                </c:pt>
                <c:pt idx="1586">
                  <c:v>-785</c:v>
                </c:pt>
                <c:pt idx="1587">
                  <c:v>-1185</c:v>
                </c:pt>
                <c:pt idx="1588">
                  <c:v>-1185</c:v>
                </c:pt>
                <c:pt idx="1589">
                  <c:v>-1185</c:v>
                </c:pt>
                <c:pt idx="1590">
                  <c:v>-1185</c:v>
                </c:pt>
                <c:pt idx="1591">
                  <c:v>-1185</c:v>
                </c:pt>
                <c:pt idx="1592">
                  <c:v>-1185</c:v>
                </c:pt>
                <c:pt idx="1593">
                  <c:v>-1185</c:v>
                </c:pt>
                <c:pt idx="1594">
                  <c:v>-1185</c:v>
                </c:pt>
                <c:pt idx="1595">
                  <c:v>-1185</c:v>
                </c:pt>
                <c:pt idx="1596">
                  <c:v>-1185</c:v>
                </c:pt>
                <c:pt idx="1597">
                  <c:v>-1185</c:v>
                </c:pt>
                <c:pt idx="1598">
                  <c:v>-1185</c:v>
                </c:pt>
                <c:pt idx="1599">
                  <c:v>-1185</c:v>
                </c:pt>
                <c:pt idx="1600">
                  <c:v>-1985</c:v>
                </c:pt>
                <c:pt idx="1601">
                  <c:v>-1985</c:v>
                </c:pt>
                <c:pt idx="1602">
                  <c:v>-1985</c:v>
                </c:pt>
                <c:pt idx="1603">
                  <c:v>-1985</c:v>
                </c:pt>
                <c:pt idx="1604">
                  <c:v>-1985</c:v>
                </c:pt>
                <c:pt idx="1605">
                  <c:v>-1985</c:v>
                </c:pt>
                <c:pt idx="1606">
                  <c:v>-1985</c:v>
                </c:pt>
                <c:pt idx="1607">
                  <c:v>-1985</c:v>
                </c:pt>
                <c:pt idx="1608">
                  <c:v>-1985</c:v>
                </c:pt>
                <c:pt idx="1609">
                  <c:v>-1985</c:v>
                </c:pt>
                <c:pt idx="1610">
                  <c:v>-1985</c:v>
                </c:pt>
                <c:pt idx="1611">
                  <c:v>-1985</c:v>
                </c:pt>
                <c:pt idx="1612">
                  <c:v>-1985</c:v>
                </c:pt>
                <c:pt idx="1613">
                  <c:v>-1985</c:v>
                </c:pt>
                <c:pt idx="1614">
                  <c:v>-1985</c:v>
                </c:pt>
                <c:pt idx="1615">
                  <c:v>-1985</c:v>
                </c:pt>
                <c:pt idx="1616">
                  <c:v>-1985</c:v>
                </c:pt>
                <c:pt idx="1617">
                  <c:v>-1985</c:v>
                </c:pt>
                <c:pt idx="1618">
                  <c:v>-1985</c:v>
                </c:pt>
                <c:pt idx="1619">
                  <c:v>-1985</c:v>
                </c:pt>
                <c:pt idx="1620">
                  <c:v>-1985</c:v>
                </c:pt>
                <c:pt idx="1621">
                  <c:v>-1985</c:v>
                </c:pt>
                <c:pt idx="1622">
                  <c:v>-1985</c:v>
                </c:pt>
                <c:pt idx="1623">
                  <c:v>-1985</c:v>
                </c:pt>
                <c:pt idx="1624">
                  <c:v>-1985</c:v>
                </c:pt>
                <c:pt idx="1625">
                  <c:v>-1985</c:v>
                </c:pt>
                <c:pt idx="1626">
                  <c:v>-1985</c:v>
                </c:pt>
                <c:pt idx="1627">
                  <c:v>-1985</c:v>
                </c:pt>
                <c:pt idx="1628">
                  <c:v>-1985</c:v>
                </c:pt>
                <c:pt idx="1629">
                  <c:v>-1985</c:v>
                </c:pt>
                <c:pt idx="1630">
                  <c:v>-1985</c:v>
                </c:pt>
                <c:pt idx="1631">
                  <c:v>-1985</c:v>
                </c:pt>
                <c:pt idx="1632">
                  <c:v>-1985</c:v>
                </c:pt>
                <c:pt idx="1633">
                  <c:v>-1985</c:v>
                </c:pt>
                <c:pt idx="1634">
                  <c:v>-1985</c:v>
                </c:pt>
                <c:pt idx="1635">
                  <c:v>-1985</c:v>
                </c:pt>
                <c:pt idx="1636">
                  <c:v>-1730</c:v>
                </c:pt>
                <c:pt idx="1637">
                  <c:v>-1730</c:v>
                </c:pt>
                <c:pt idx="1638">
                  <c:v>-1730</c:v>
                </c:pt>
                <c:pt idx="1639">
                  <c:v>-1730</c:v>
                </c:pt>
                <c:pt idx="1640">
                  <c:v>-1645</c:v>
                </c:pt>
                <c:pt idx="1641">
                  <c:v>-1645</c:v>
                </c:pt>
                <c:pt idx="1642">
                  <c:v>-1645</c:v>
                </c:pt>
                <c:pt idx="1643">
                  <c:v>-1645</c:v>
                </c:pt>
                <c:pt idx="1644">
                  <c:v>-1645</c:v>
                </c:pt>
                <c:pt idx="1645">
                  <c:v>-1645</c:v>
                </c:pt>
                <c:pt idx="1646">
                  <c:v>-1560</c:v>
                </c:pt>
                <c:pt idx="1647">
                  <c:v>-1560</c:v>
                </c:pt>
                <c:pt idx="1648">
                  <c:v>-1560</c:v>
                </c:pt>
                <c:pt idx="1649">
                  <c:v>-1560</c:v>
                </c:pt>
                <c:pt idx="1650">
                  <c:v>-1560</c:v>
                </c:pt>
                <c:pt idx="1651">
                  <c:v>-1560</c:v>
                </c:pt>
                <c:pt idx="1652">
                  <c:v>-1560</c:v>
                </c:pt>
                <c:pt idx="1653">
                  <c:v>-1560</c:v>
                </c:pt>
                <c:pt idx="1654">
                  <c:v>-1560</c:v>
                </c:pt>
                <c:pt idx="1655">
                  <c:v>-1560</c:v>
                </c:pt>
                <c:pt idx="1656">
                  <c:v>-1560</c:v>
                </c:pt>
                <c:pt idx="1657">
                  <c:v>-1560</c:v>
                </c:pt>
                <c:pt idx="1658">
                  <c:v>-1560</c:v>
                </c:pt>
                <c:pt idx="1659">
                  <c:v>-1560</c:v>
                </c:pt>
                <c:pt idx="1660">
                  <c:v>-1560</c:v>
                </c:pt>
                <c:pt idx="1661">
                  <c:v>-1560</c:v>
                </c:pt>
                <c:pt idx="1662">
                  <c:v>-1560</c:v>
                </c:pt>
                <c:pt idx="1663">
                  <c:v>-1560</c:v>
                </c:pt>
                <c:pt idx="1664">
                  <c:v>-1560</c:v>
                </c:pt>
                <c:pt idx="1665">
                  <c:v>-1560</c:v>
                </c:pt>
                <c:pt idx="1666">
                  <c:v>-1560</c:v>
                </c:pt>
                <c:pt idx="1667">
                  <c:v>-660</c:v>
                </c:pt>
                <c:pt idx="1668">
                  <c:v>-660</c:v>
                </c:pt>
                <c:pt idx="1669">
                  <c:v>240</c:v>
                </c:pt>
                <c:pt idx="1670">
                  <c:v>240</c:v>
                </c:pt>
                <c:pt idx="1671">
                  <c:v>240</c:v>
                </c:pt>
                <c:pt idx="1672">
                  <c:v>240</c:v>
                </c:pt>
                <c:pt idx="1673">
                  <c:v>240</c:v>
                </c:pt>
                <c:pt idx="1674">
                  <c:v>240</c:v>
                </c:pt>
                <c:pt idx="1675">
                  <c:v>240</c:v>
                </c:pt>
                <c:pt idx="1676">
                  <c:v>240</c:v>
                </c:pt>
                <c:pt idx="1677">
                  <c:v>740</c:v>
                </c:pt>
                <c:pt idx="1678">
                  <c:v>740</c:v>
                </c:pt>
                <c:pt idx="1679">
                  <c:v>740</c:v>
                </c:pt>
                <c:pt idx="1680">
                  <c:v>740</c:v>
                </c:pt>
                <c:pt idx="1681">
                  <c:v>740</c:v>
                </c:pt>
                <c:pt idx="1682">
                  <c:v>740</c:v>
                </c:pt>
                <c:pt idx="1683">
                  <c:v>740</c:v>
                </c:pt>
                <c:pt idx="1684">
                  <c:v>740</c:v>
                </c:pt>
                <c:pt idx="1685">
                  <c:v>740</c:v>
                </c:pt>
                <c:pt idx="1686">
                  <c:v>740</c:v>
                </c:pt>
                <c:pt idx="1687">
                  <c:v>740</c:v>
                </c:pt>
                <c:pt idx="1688">
                  <c:v>740</c:v>
                </c:pt>
                <c:pt idx="1689">
                  <c:v>740</c:v>
                </c:pt>
                <c:pt idx="1690">
                  <c:v>740</c:v>
                </c:pt>
                <c:pt idx="1691">
                  <c:v>240</c:v>
                </c:pt>
                <c:pt idx="1692">
                  <c:v>240</c:v>
                </c:pt>
                <c:pt idx="1693">
                  <c:v>240</c:v>
                </c:pt>
                <c:pt idx="1694">
                  <c:v>240</c:v>
                </c:pt>
                <c:pt idx="1695">
                  <c:v>155</c:v>
                </c:pt>
                <c:pt idx="1696">
                  <c:v>155</c:v>
                </c:pt>
                <c:pt idx="1697">
                  <c:v>155</c:v>
                </c:pt>
                <c:pt idx="1698">
                  <c:v>155</c:v>
                </c:pt>
                <c:pt idx="1699">
                  <c:v>155</c:v>
                </c:pt>
                <c:pt idx="1700">
                  <c:v>155</c:v>
                </c:pt>
                <c:pt idx="1701">
                  <c:v>155</c:v>
                </c:pt>
                <c:pt idx="1702">
                  <c:v>155</c:v>
                </c:pt>
                <c:pt idx="1703">
                  <c:v>155</c:v>
                </c:pt>
                <c:pt idx="1704">
                  <c:v>155</c:v>
                </c:pt>
                <c:pt idx="1705">
                  <c:v>855</c:v>
                </c:pt>
                <c:pt idx="1706">
                  <c:v>855</c:v>
                </c:pt>
                <c:pt idx="1707">
                  <c:v>855</c:v>
                </c:pt>
                <c:pt idx="1708">
                  <c:v>855</c:v>
                </c:pt>
                <c:pt idx="1709">
                  <c:v>1255</c:v>
                </c:pt>
                <c:pt idx="1710">
                  <c:v>1255</c:v>
                </c:pt>
                <c:pt idx="1711">
                  <c:v>1255</c:v>
                </c:pt>
                <c:pt idx="1712">
                  <c:v>1255</c:v>
                </c:pt>
                <c:pt idx="1713">
                  <c:v>1255</c:v>
                </c:pt>
                <c:pt idx="1714">
                  <c:v>1255</c:v>
                </c:pt>
                <c:pt idx="1715">
                  <c:v>1255</c:v>
                </c:pt>
                <c:pt idx="1716">
                  <c:v>1705</c:v>
                </c:pt>
                <c:pt idx="1717">
                  <c:v>1705</c:v>
                </c:pt>
                <c:pt idx="1718">
                  <c:v>1705</c:v>
                </c:pt>
                <c:pt idx="1719">
                  <c:v>1705</c:v>
                </c:pt>
                <c:pt idx="1720">
                  <c:v>1705</c:v>
                </c:pt>
                <c:pt idx="1721">
                  <c:v>1705</c:v>
                </c:pt>
                <c:pt idx="1722">
                  <c:v>1705</c:v>
                </c:pt>
                <c:pt idx="1723">
                  <c:v>1705</c:v>
                </c:pt>
                <c:pt idx="1724">
                  <c:v>1705</c:v>
                </c:pt>
                <c:pt idx="1725">
                  <c:v>1705</c:v>
                </c:pt>
                <c:pt idx="1726">
                  <c:v>1705</c:v>
                </c:pt>
                <c:pt idx="1727">
                  <c:v>1705</c:v>
                </c:pt>
                <c:pt idx="1728">
                  <c:v>1705</c:v>
                </c:pt>
                <c:pt idx="1729">
                  <c:v>1705</c:v>
                </c:pt>
                <c:pt idx="1730">
                  <c:v>2155</c:v>
                </c:pt>
                <c:pt idx="1731">
                  <c:v>2155</c:v>
                </c:pt>
                <c:pt idx="1732">
                  <c:v>2155</c:v>
                </c:pt>
                <c:pt idx="1733">
                  <c:v>2155</c:v>
                </c:pt>
                <c:pt idx="1734">
                  <c:v>2155</c:v>
                </c:pt>
                <c:pt idx="1735">
                  <c:v>2155</c:v>
                </c:pt>
                <c:pt idx="1736">
                  <c:v>2155</c:v>
                </c:pt>
                <c:pt idx="1737">
                  <c:v>2155</c:v>
                </c:pt>
                <c:pt idx="1738">
                  <c:v>2155</c:v>
                </c:pt>
                <c:pt idx="1739">
                  <c:v>2155</c:v>
                </c:pt>
                <c:pt idx="1740">
                  <c:v>2155</c:v>
                </c:pt>
                <c:pt idx="1741">
                  <c:v>2155</c:v>
                </c:pt>
                <c:pt idx="1742">
                  <c:v>2155</c:v>
                </c:pt>
                <c:pt idx="1743">
                  <c:v>2155</c:v>
                </c:pt>
                <c:pt idx="1744">
                  <c:v>2155</c:v>
                </c:pt>
                <c:pt idx="1745">
                  <c:v>2155</c:v>
                </c:pt>
                <c:pt idx="1746">
                  <c:v>2155</c:v>
                </c:pt>
                <c:pt idx="1747">
                  <c:v>2155</c:v>
                </c:pt>
                <c:pt idx="1748">
                  <c:v>1955</c:v>
                </c:pt>
                <c:pt idx="1749">
                  <c:v>1955</c:v>
                </c:pt>
                <c:pt idx="1750">
                  <c:v>1955</c:v>
                </c:pt>
                <c:pt idx="1751">
                  <c:v>1955</c:v>
                </c:pt>
                <c:pt idx="1752">
                  <c:v>1955</c:v>
                </c:pt>
                <c:pt idx="1753">
                  <c:v>1955</c:v>
                </c:pt>
                <c:pt idx="1754">
                  <c:v>1955</c:v>
                </c:pt>
                <c:pt idx="1755">
                  <c:v>1955</c:v>
                </c:pt>
                <c:pt idx="1756">
                  <c:v>1955</c:v>
                </c:pt>
                <c:pt idx="1757">
                  <c:v>1955</c:v>
                </c:pt>
                <c:pt idx="1758">
                  <c:v>1955</c:v>
                </c:pt>
                <c:pt idx="1759">
                  <c:v>1955</c:v>
                </c:pt>
                <c:pt idx="1760">
                  <c:v>1955</c:v>
                </c:pt>
                <c:pt idx="1761">
                  <c:v>1955</c:v>
                </c:pt>
                <c:pt idx="1762">
                  <c:v>1955</c:v>
                </c:pt>
                <c:pt idx="1763">
                  <c:v>1955</c:v>
                </c:pt>
                <c:pt idx="1764">
                  <c:v>1955</c:v>
                </c:pt>
                <c:pt idx="1765">
                  <c:v>955</c:v>
                </c:pt>
                <c:pt idx="1766">
                  <c:v>955</c:v>
                </c:pt>
                <c:pt idx="1767">
                  <c:v>955</c:v>
                </c:pt>
                <c:pt idx="1768">
                  <c:v>955</c:v>
                </c:pt>
                <c:pt idx="1769">
                  <c:v>955</c:v>
                </c:pt>
                <c:pt idx="1770">
                  <c:v>955</c:v>
                </c:pt>
                <c:pt idx="1771">
                  <c:v>955</c:v>
                </c:pt>
                <c:pt idx="1772">
                  <c:v>938</c:v>
                </c:pt>
                <c:pt idx="1773">
                  <c:v>2438</c:v>
                </c:pt>
                <c:pt idx="1774">
                  <c:v>2438</c:v>
                </c:pt>
                <c:pt idx="1775">
                  <c:v>2438</c:v>
                </c:pt>
                <c:pt idx="1776">
                  <c:v>2438</c:v>
                </c:pt>
                <c:pt idx="1777">
                  <c:v>2438</c:v>
                </c:pt>
                <c:pt idx="1778">
                  <c:v>2438</c:v>
                </c:pt>
                <c:pt idx="1779">
                  <c:v>2438</c:v>
                </c:pt>
                <c:pt idx="1780">
                  <c:v>2438</c:v>
                </c:pt>
                <c:pt idx="1781">
                  <c:v>588</c:v>
                </c:pt>
                <c:pt idx="1782">
                  <c:v>588</c:v>
                </c:pt>
                <c:pt idx="1783">
                  <c:v>588</c:v>
                </c:pt>
                <c:pt idx="1784">
                  <c:v>588</c:v>
                </c:pt>
                <c:pt idx="1785">
                  <c:v>588</c:v>
                </c:pt>
                <c:pt idx="1786">
                  <c:v>588</c:v>
                </c:pt>
                <c:pt idx="1787">
                  <c:v>638</c:v>
                </c:pt>
                <c:pt idx="1788">
                  <c:v>638</c:v>
                </c:pt>
                <c:pt idx="1789">
                  <c:v>738</c:v>
                </c:pt>
                <c:pt idx="1790">
                  <c:v>738</c:v>
                </c:pt>
                <c:pt idx="1791">
                  <c:v>738</c:v>
                </c:pt>
                <c:pt idx="1792">
                  <c:v>738</c:v>
                </c:pt>
                <c:pt idx="1793">
                  <c:v>738</c:v>
                </c:pt>
                <c:pt idx="1794">
                  <c:v>738</c:v>
                </c:pt>
                <c:pt idx="1795">
                  <c:v>738</c:v>
                </c:pt>
                <c:pt idx="1796">
                  <c:v>738</c:v>
                </c:pt>
                <c:pt idx="1797">
                  <c:v>738</c:v>
                </c:pt>
                <c:pt idx="1798">
                  <c:v>738</c:v>
                </c:pt>
                <c:pt idx="1799">
                  <c:v>738</c:v>
                </c:pt>
                <c:pt idx="1800">
                  <c:v>738</c:v>
                </c:pt>
                <c:pt idx="1801">
                  <c:v>738</c:v>
                </c:pt>
                <c:pt idx="1802">
                  <c:v>838</c:v>
                </c:pt>
                <c:pt idx="1803">
                  <c:v>838</c:v>
                </c:pt>
                <c:pt idx="1804">
                  <c:v>838</c:v>
                </c:pt>
                <c:pt idx="1805">
                  <c:v>838</c:v>
                </c:pt>
                <c:pt idx="1806">
                  <c:v>838</c:v>
                </c:pt>
                <c:pt idx="1807">
                  <c:v>838</c:v>
                </c:pt>
                <c:pt idx="1808">
                  <c:v>838</c:v>
                </c:pt>
                <c:pt idx="1809">
                  <c:v>838</c:v>
                </c:pt>
                <c:pt idx="1810">
                  <c:v>838</c:v>
                </c:pt>
                <c:pt idx="1811">
                  <c:v>838</c:v>
                </c:pt>
                <c:pt idx="1812">
                  <c:v>838</c:v>
                </c:pt>
                <c:pt idx="1813">
                  <c:v>838</c:v>
                </c:pt>
                <c:pt idx="1814">
                  <c:v>838</c:v>
                </c:pt>
                <c:pt idx="1815">
                  <c:v>838</c:v>
                </c:pt>
                <c:pt idx="1816">
                  <c:v>838</c:v>
                </c:pt>
                <c:pt idx="1817">
                  <c:v>838</c:v>
                </c:pt>
                <c:pt idx="1818">
                  <c:v>788</c:v>
                </c:pt>
                <c:pt idx="1819">
                  <c:v>788</c:v>
                </c:pt>
                <c:pt idx="1820">
                  <c:v>788</c:v>
                </c:pt>
                <c:pt idx="1821">
                  <c:v>788</c:v>
                </c:pt>
                <c:pt idx="1822">
                  <c:v>638</c:v>
                </c:pt>
                <c:pt idx="1823">
                  <c:v>638</c:v>
                </c:pt>
                <c:pt idx="1824">
                  <c:v>638</c:v>
                </c:pt>
                <c:pt idx="1825">
                  <c:v>638</c:v>
                </c:pt>
                <c:pt idx="1826">
                  <c:v>638</c:v>
                </c:pt>
                <c:pt idx="1827">
                  <c:v>638</c:v>
                </c:pt>
                <c:pt idx="1828">
                  <c:v>638</c:v>
                </c:pt>
                <c:pt idx="1829">
                  <c:v>434</c:v>
                </c:pt>
                <c:pt idx="1830">
                  <c:v>434</c:v>
                </c:pt>
                <c:pt idx="1831">
                  <c:v>334</c:v>
                </c:pt>
                <c:pt idx="1832">
                  <c:v>334</c:v>
                </c:pt>
                <c:pt idx="1833">
                  <c:v>334</c:v>
                </c:pt>
                <c:pt idx="1834">
                  <c:v>334</c:v>
                </c:pt>
                <c:pt idx="1835">
                  <c:v>334</c:v>
                </c:pt>
                <c:pt idx="1836">
                  <c:v>334</c:v>
                </c:pt>
                <c:pt idx="1837">
                  <c:v>334</c:v>
                </c:pt>
                <c:pt idx="1838">
                  <c:v>334</c:v>
                </c:pt>
                <c:pt idx="1839">
                  <c:v>234</c:v>
                </c:pt>
                <c:pt idx="1840">
                  <c:v>234</c:v>
                </c:pt>
                <c:pt idx="1841">
                  <c:v>234</c:v>
                </c:pt>
                <c:pt idx="1842">
                  <c:v>234</c:v>
                </c:pt>
                <c:pt idx="1843">
                  <c:v>234</c:v>
                </c:pt>
                <c:pt idx="1844">
                  <c:v>284</c:v>
                </c:pt>
                <c:pt idx="1845">
                  <c:v>284</c:v>
                </c:pt>
                <c:pt idx="1846">
                  <c:v>284</c:v>
                </c:pt>
                <c:pt idx="1847">
                  <c:v>284</c:v>
                </c:pt>
                <c:pt idx="1848">
                  <c:v>284</c:v>
                </c:pt>
                <c:pt idx="1849">
                  <c:v>284</c:v>
                </c:pt>
                <c:pt idx="1850">
                  <c:v>284</c:v>
                </c:pt>
                <c:pt idx="1851">
                  <c:v>284</c:v>
                </c:pt>
                <c:pt idx="1852">
                  <c:v>284</c:v>
                </c:pt>
                <c:pt idx="1853">
                  <c:v>284</c:v>
                </c:pt>
                <c:pt idx="1854">
                  <c:v>284</c:v>
                </c:pt>
                <c:pt idx="1855">
                  <c:v>284</c:v>
                </c:pt>
                <c:pt idx="1856">
                  <c:v>284</c:v>
                </c:pt>
                <c:pt idx="1857">
                  <c:v>284</c:v>
                </c:pt>
                <c:pt idx="1858">
                  <c:v>284</c:v>
                </c:pt>
                <c:pt idx="1859">
                  <c:v>284</c:v>
                </c:pt>
                <c:pt idx="1860">
                  <c:v>284</c:v>
                </c:pt>
                <c:pt idx="1861">
                  <c:v>284</c:v>
                </c:pt>
                <c:pt idx="1862">
                  <c:v>284</c:v>
                </c:pt>
                <c:pt idx="1863">
                  <c:v>284</c:v>
                </c:pt>
                <c:pt idx="1864">
                  <c:v>284</c:v>
                </c:pt>
                <c:pt idx="1865">
                  <c:v>284</c:v>
                </c:pt>
                <c:pt idx="1866">
                  <c:v>284</c:v>
                </c:pt>
                <c:pt idx="1867">
                  <c:v>284</c:v>
                </c:pt>
                <c:pt idx="1868">
                  <c:v>284</c:v>
                </c:pt>
                <c:pt idx="1869">
                  <c:v>284</c:v>
                </c:pt>
                <c:pt idx="1870">
                  <c:v>284</c:v>
                </c:pt>
                <c:pt idx="1871">
                  <c:v>384</c:v>
                </c:pt>
                <c:pt idx="1872">
                  <c:v>384</c:v>
                </c:pt>
                <c:pt idx="1873">
                  <c:v>384</c:v>
                </c:pt>
                <c:pt idx="1874">
                  <c:v>634</c:v>
                </c:pt>
                <c:pt idx="1875">
                  <c:v>634</c:v>
                </c:pt>
                <c:pt idx="1876">
                  <c:v>634</c:v>
                </c:pt>
                <c:pt idx="1877">
                  <c:v>430</c:v>
                </c:pt>
                <c:pt idx="1878">
                  <c:v>330</c:v>
                </c:pt>
                <c:pt idx="1879">
                  <c:v>330</c:v>
                </c:pt>
                <c:pt idx="1880">
                  <c:v>330</c:v>
                </c:pt>
                <c:pt idx="1881">
                  <c:v>330</c:v>
                </c:pt>
                <c:pt idx="1882">
                  <c:v>330</c:v>
                </c:pt>
                <c:pt idx="1883">
                  <c:v>330</c:v>
                </c:pt>
                <c:pt idx="1884">
                  <c:v>230</c:v>
                </c:pt>
                <c:pt idx="1885">
                  <c:v>230</c:v>
                </c:pt>
                <c:pt idx="1886">
                  <c:v>230</c:v>
                </c:pt>
                <c:pt idx="1887">
                  <c:v>230</c:v>
                </c:pt>
                <c:pt idx="1888">
                  <c:v>230</c:v>
                </c:pt>
                <c:pt idx="1889">
                  <c:v>230</c:v>
                </c:pt>
                <c:pt idx="1890">
                  <c:v>230</c:v>
                </c:pt>
                <c:pt idx="1891">
                  <c:v>230</c:v>
                </c:pt>
                <c:pt idx="1892">
                  <c:v>230</c:v>
                </c:pt>
                <c:pt idx="1893">
                  <c:v>230</c:v>
                </c:pt>
                <c:pt idx="1894">
                  <c:v>230</c:v>
                </c:pt>
                <c:pt idx="1895">
                  <c:v>230</c:v>
                </c:pt>
                <c:pt idx="1896">
                  <c:v>230</c:v>
                </c:pt>
                <c:pt idx="1897">
                  <c:v>230</c:v>
                </c:pt>
                <c:pt idx="1898">
                  <c:v>680</c:v>
                </c:pt>
                <c:pt idx="1899">
                  <c:v>850</c:v>
                </c:pt>
                <c:pt idx="1900">
                  <c:v>850</c:v>
                </c:pt>
                <c:pt idx="1901">
                  <c:v>850</c:v>
                </c:pt>
                <c:pt idx="1902">
                  <c:v>850</c:v>
                </c:pt>
                <c:pt idx="1903">
                  <c:v>850</c:v>
                </c:pt>
                <c:pt idx="1904">
                  <c:v>850</c:v>
                </c:pt>
                <c:pt idx="1905">
                  <c:v>850</c:v>
                </c:pt>
                <c:pt idx="1906">
                  <c:v>850</c:v>
                </c:pt>
                <c:pt idx="1907">
                  <c:v>850</c:v>
                </c:pt>
                <c:pt idx="1908">
                  <c:v>850</c:v>
                </c:pt>
                <c:pt idx="1909">
                  <c:v>850</c:v>
                </c:pt>
                <c:pt idx="1910">
                  <c:v>850</c:v>
                </c:pt>
                <c:pt idx="1911">
                  <c:v>850</c:v>
                </c:pt>
                <c:pt idx="1912">
                  <c:v>799</c:v>
                </c:pt>
                <c:pt idx="1913">
                  <c:v>799</c:v>
                </c:pt>
                <c:pt idx="1914">
                  <c:v>799</c:v>
                </c:pt>
                <c:pt idx="1915">
                  <c:v>799</c:v>
                </c:pt>
                <c:pt idx="1916">
                  <c:v>799</c:v>
                </c:pt>
                <c:pt idx="1917">
                  <c:v>799</c:v>
                </c:pt>
                <c:pt idx="1918">
                  <c:v>799</c:v>
                </c:pt>
                <c:pt idx="1919">
                  <c:v>799</c:v>
                </c:pt>
                <c:pt idx="1920">
                  <c:v>901</c:v>
                </c:pt>
                <c:pt idx="1921">
                  <c:v>901</c:v>
                </c:pt>
                <c:pt idx="1922">
                  <c:v>851</c:v>
                </c:pt>
                <c:pt idx="1923">
                  <c:v>851</c:v>
                </c:pt>
                <c:pt idx="1924">
                  <c:v>851</c:v>
                </c:pt>
                <c:pt idx="1925">
                  <c:v>851</c:v>
                </c:pt>
                <c:pt idx="1926">
                  <c:v>551</c:v>
                </c:pt>
                <c:pt idx="1927">
                  <c:v>551</c:v>
                </c:pt>
                <c:pt idx="1928">
                  <c:v>551</c:v>
                </c:pt>
                <c:pt idx="1929">
                  <c:v>551</c:v>
                </c:pt>
                <c:pt idx="1930">
                  <c:v>551</c:v>
                </c:pt>
                <c:pt idx="1931">
                  <c:v>551</c:v>
                </c:pt>
                <c:pt idx="1932">
                  <c:v>551</c:v>
                </c:pt>
                <c:pt idx="1933">
                  <c:v>551</c:v>
                </c:pt>
                <c:pt idx="1934">
                  <c:v>551</c:v>
                </c:pt>
                <c:pt idx="1935">
                  <c:v>551</c:v>
                </c:pt>
                <c:pt idx="1936">
                  <c:v>551</c:v>
                </c:pt>
                <c:pt idx="1937">
                  <c:v>551</c:v>
                </c:pt>
                <c:pt idx="1938">
                  <c:v>551</c:v>
                </c:pt>
                <c:pt idx="1939">
                  <c:v>551</c:v>
                </c:pt>
                <c:pt idx="1940">
                  <c:v>301</c:v>
                </c:pt>
                <c:pt idx="1941">
                  <c:v>301</c:v>
                </c:pt>
                <c:pt idx="1942">
                  <c:v>301</c:v>
                </c:pt>
                <c:pt idx="1943">
                  <c:v>301</c:v>
                </c:pt>
                <c:pt idx="1944">
                  <c:v>301</c:v>
                </c:pt>
                <c:pt idx="1945">
                  <c:v>301</c:v>
                </c:pt>
                <c:pt idx="1946">
                  <c:v>301</c:v>
                </c:pt>
                <c:pt idx="1947">
                  <c:v>301</c:v>
                </c:pt>
                <c:pt idx="1948">
                  <c:v>151</c:v>
                </c:pt>
                <c:pt idx="1949">
                  <c:v>151</c:v>
                </c:pt>
                <c:pt idx="1950">
                  <c:v>168</c:v>
                </c:pt>
                <c:pt idx="1951">
                  <c:v>168</c:v>
                </c:pt>
                <c:pt idx="1952">
                  <c:v>168</c:v>
                </c:pt>
                <c:pt idx="1953">
                  <c:v>168</c:v>
                </c:pt>
                <c:pt idx="1954">
                  <c:v>168</c:v>
                </c:pt>
                <c:pt idx="1955">
                  <c:v>168</c:v>
                </c:pt>
                <c:pt idx="1956">
                  <c:v>168</c:v>
                </c:pt>
                <c:pt idx="1957">
                  <c:v>168</c:v>
                </c:pt>
                <c:pt idx="1958">
                  <c:v>168</c:v>
                </c:pt>
                <c:pt idx="1959">
                  <c:v>168</c:v>
                </c:pt>
                <c:pt idx="1960">
                  <c:v>168</c:v>
                </c:pt>
                <c:pt idx="1961">
                  <c:v>168</c:v>
                </c:pt>
                <c:pt idx="1962">
                  <c:v>168</c:v>
                </c:pt>
                <c:pt idx="1963">
                  <c:v>168</c:v>
                </c:pt>
                <c:pt idx="1964">
                  <c:v>-82</c:v>
                </c:pt>
                <c:pt idx="1965">
                  <c:v>-82</c:v>
                </c:pt>
                <c:pt idx="1966">
                  <c:v>-82</c:v>
                </c:pt>
                <c:pt idx="1967">
                  <c:v>-82</c:v>
                </c:pt>
                <c:pt idx="1968">
                  <c:v>-82</c:v>
                </c:pt>
                <c:pt idx="1969">
                  <c:v>-82</c:v>
                </c:pt>
                <c:pt idx="1970">
                  <c:v>-432</c:v>
                </c:pt>
                <c:pt idx="1971">
                  <c:v>-432</c:v>
                </c:pt>
                <c:pt idx="1972">
                  <c:v>-432</c:v>
                </c:pt>
                <c:pt idx="1973">
                  <c:v>-432</c:v>
                </c:pt>
                <c:pt idx="1974">
                  <c:v>-432</c:v>
                </c:pt>
                <c:pt idx="1975">
                  <c:v>-432</c:v>
                </c:pt>
                <c:pt idx="1976">
                  <c:v>-432</c:v>
                </c:pt>
                <c:pt idx="1977">
                  <c:v>-432</c:v>
                </c:pt>
                <c:pt idx="1978">
                  <c:v>-432</c:v>
                </c:pt>
                <c:pt idx="1979">
                  <c:v>-432</c:v>
                </c:pt>
                <c:pt idx="1980">
                  <c:v>-432</c:v>
                </c:pt>
                <c:pt idx="1981">
                  <c:v>-432</c:v>
                </c:pt>
                <c:pt idx="1982">
                  <c:v>-432</c:v>
                </c:pt>
                <c:pt idx="1983">
                  <c:v>-432</c:v>
                </c:pt>
                <c:pt idx="1984">
                  <c:v>-632</c:v>
                </c:pt>
                <c:pt idx="1985">
                  <c:v>-382</c:v>
                </c:pt>
                <c:pt idx="1986">
                  <c:v>-382</c:v>
                </c:pt>
                <c:pt idx="1987">
                  <c:v>-382</c:v>
                </c:pt>
                <c:pt idx="1988">
                  <c:v>-382</c:v>
                </c:pt>
                <c:pt idx="1989">
                  <c:v>-195</c:v>
                </c:pt>
                <c:pt idx="1990">
                  <c:v>155</c:v>
                </c:pt>
                <c:pt idx="1991">
                  <c:v>155</c:v>
                </c:pt>
                <c:pt idx="1992">
                  <c:v>155</c:v>
                </c:pt>
                <c:pt idx="1993">
                  <c:v>155</c:v>
                </c:pt>
                <c:pt idx="1994">
                  <c:v>155</c:v>
                </c:pt>
                <c:pt idx="1995">
                  <c:v>155</c:v>
                </c:pt>
                <c:pt idx="1996">
                  <c:v>155</c:v>
                </c:pt>
                <c:pt idx="1997">
                  <c:v>155</c:v>
                </c:pt>
                <c:pt idx="1998">
                  <c:v>155</c:v>
                </c:pt>
                <c:pt idx="1999">
                  <c:v>155</c:v>
                </c:pt>
                <c:pt idx="2000">
                  <c:v>155</c:v>
                </c:pt>
                <c:pt idx="2001">
                  <c:v>155</c:v>
                </c:pt>
                <c:pt idx="2002">
                  <c:v>155</c:v>
                </c:pt>
                <c:pt idx="2003">
                  <c:v>155</c:v>
                </c:pt>
                <c:pt idx="2004">
                  <c:v>155</c:v>
                </c:pt>
                <c:pt idx="2005">
                  <c:v>155</c:v>
                </c:pt>
                <c:pt idx="2006">
                  <c:v>155</c:v>
                </c:pt>
                <c:pt idx="2007">
                  <c:v>155</c:v>
                </c:pt>
                <c:pt idx="2008">
                  <c:v>155</c:v>
                </c:pt>
                <c:pt idx="2009">
                  <c:v>155</c:v>
                </c:pt>
                <c:pt idx="2010">
                  <c:v>155</c:v>
                </c:pt>
                <c:pt idx="2011">
                  <c:v>155</c:v>
                </c:pt>
                <c:pt idx="2012">
                  <c:v>155</c:v>
                </c:pt>
                <c:pt idx="2013">
                  <c:v>105</c:v>
                </c:pt>
                <c:pt idx="2014">
                  <c:v>105</c:v>
                </c:pt>
                <c:pt idx="2015">
                  <c:v>105</c:v>
                </c:pt>
                <c:pt idx="2016">
                  <c:v>105</c:v>
                </c:pt>
                <c:pt idx="2017">
                  <c:v>20</c:v>
                </c:pt>
                <c:pt idx="2018">
                  <c:v>-130</c:v>
                </c:pt>
                <c:pt idx="2019">
                  <c:v>-130</c:v>
                </c:pt>
                <c:pt idx="2020">
                  <c:v>-130</c:v>
                </c:pt>
                <c:pt idx="2021">
                  <c:v>-130</c:v>
                </c:pt>
                <c:pt idx="2022">
                  <c:v>-130</c:v>
                </c:pt>
                <c:pt idx="2023">
                  <c:v>-130</c:v>
                </c:pt>
                <c:pt idx="2024">
                  <c:v>-130</c:v>
                </c:pt>
                <c:pt idx="2025">
                  <c:v>-430</c:v>
                </c:pt>
                <c:pt idx="2026">
                  <c:v>-430</c:v>
                </c:pt>
                <c:pt idx="2027">
                  <c:v>-430</c:v>
                </c:pt>
                <c:pt idx="2028">
                  <c:v>-430</c:v>
                </c:pt>
                <c:pt idx="2029">
                  <c:v>-430</c:v>
                </c:pt>
                <c:pt idx="2030">
                  <c:v>-430</c:v>
                </c:pt>
                <c:pt idx="2031">
                  <c:v>-430</c:v>
                </c:pt>
                <c:pt idx="2032">
                  <c:v>-430</c:v>
                </c:pt>
                <c:pt idx="2033">
                  <c:v>-430</c:v>
                </c:pt>
                <c:pt idx="2034">
                  <c:v>-430</c:v>
                </c:pt>
                <c:pt idx="2035">
                  <c:v>-430</c:v>
                </c:pt>
                <c:pt idx="2036">
                  <c:v>-430</c:v>
                </c:pt>
                <c:pt idx="2037">
                  <c:v>-430</c:v>
                </c:pt>
                <c:pt idx="2038">
                  <c:v>-630</c:v>
                </c:pt>
                <c:pt idx="2039">
                  <c:v>-630</c:v>
                </c:pt>
                <c:pt idx="2040">
                  <c:v>-630</c:v>
                </c:pt>
                <c:pt idx="2041">
                  <c:v>-630</c:v>
                </c:pt>
                <c:pt idx="2042">
                  <c:v>-830</c:v>
                </c:pt>
                <c:pt idx="2043">
                  <c:v>-830</c:v>
                </c:pt>
                <c:pt idx="2044">
                  <c:v>-830</c:v>
                </c:pt>
                <c:pt idx="2045">
                  <c:v>-830</c:v>
                </c:pt>
                <c:pt idx="2046">
                  <c:v>-830</c:v>
                </c:pt>
                <c:pt idx="2047">
                  <c:v>-830</c:v>
                </c:pt>
                <c:pt idx="2048">
                  <c:v>-830</c:v>
                </c:pt>
                <c:pt idx="2049">
                  <c:v>-830</c:v>
                </c:pt>
                <c:pt idx="2050">
                  <c:v>-830</c:v>
                </c:pt>
                <c:pt idx="2051">
                  <c:v>-830</c:v>
                </c:pt>
                <c:pt idx="2052">
                  <c:v>-830</c:v>
                </c:pt>
                <c:pt idx="2053">
                  <c:v>-380</c:v>
                </c:pt>
                <c:pt idx="2054">
                  <c:v>-180</c:v>
                </c:pt>
                <c:pt idx="2055">
                  <c:v>-180</c:v>
                </c:pt>
                <c:pt idx="2056">
                  <c:v>-180</c:v>
                </c:pt>
                <c:pt idx="2057">
                  <c:v>-180</c:v>
                </c:pt>
                <c:pt idx="2058">
                  <c:v>-180</c:v>
                </c:pt>
                <c:pt idx="2059">
                  <c:v>-180</c:v>
                </c:pt>
                <c:pt idx="2060">
                  <c:v>-180</c:v>
                </c:pt>
                <c:pt idx="2061">
                  <c:v>-80</c:v>
                </c:pt>
                <c:pt idx="2062">
                  <c:v>-80</c:v>
                </c:pt>
                <c:pt idx="2063">
                  <c:v>-80</c:v>
                </c:pt>
                <c:pt idx="2064">
                  <c:v>-80</c:v>
                </c:pt>
                <c:pt idx="2065">
                  <c:v>-80</c:v>
                </c:pt>
                <c:pt idx="2066">
                  <c:v>-80</c:v>
                </c:pt>
                <c:pt idx="2067">
                  <c:v>-80</c:v>
                </c:pt>
                <c:pt idx="2068">
                  <c:v>-80</c:v>
                </c:pt>
                <c:pt idx="2069">
                  <c:v>-680</c:v>
                </c:pt>
                <c:pt idx="2070">
                  <c:v>-680</c:v>
                </c:pt>
                <c:pt idx="2071">
                  <c:v>-680</c:v>
                </c:pt>
                <c:pt idx="2072">
                  <c:v>-680</c:v>
                </c:pt>
                <c:pt idx="2073">
                  <c:v>-530</c:v>
                </c:pt>
                <c:pt idx="2074">
                  <c:v>-530</c:v>
                </c:pt>
                <c:pt idx="2075">
                  <c:v>-530</c:v>
                </c:pt>
                <c:pt idx="2076">
                  <c:v>-430</c:v>
                </c:pt>
                <c:pt idx="2077">
                  <c:v>-230</c:v>
                </c:pt>
                <c:pt idx="2078">
                  <c:v>-230</c:v>
                </c:pt>
                <c:pt idx="2079">
                  <c:v>-230</c:v>
                </c:pt>
                <c:pt idx="2080">
                  <c:v>-230</c:v>
                </c:pt>
                <c:pt idx="2081">
                  <c:v>-230</c:v>
                </c:pt>
                <c:pt idx="2082">
                  <c:v>1070</c:v>
                </c:pt>
                <c:pt idx="2083">
                  <c:v>1070</c:v>
                </c:pt>
                <c:pt idx="2084">
                  <c:v>1070</c:v>
                </c:pt>
                <c:pt idx="2085">
                  <c:v>1070</c:v>
                </c:pt>
                <c:pt idx="2086">
                  <c:v>1070</c:v>
                </c:pt>
                <c:pt idx="2087">
                  <c:v>1070</c:v>
                </c:pt>
                <c:pt idx="2088">
                  <c:v>1920</c:v>
                </c:pt>
                <c:pt idx="2089">
                  <c:v>2420</c:v>
                </c:pt>
                <c:pt idx="2090">
                  <c:v>4170</c:v>
                </c:pt>
                <c:pt idx="2091">
                  <c:v>4170</c:v>
                </c:pt>
                <c:pt idx="2092">
                  <c:v>4170</c:v>
                </c:pt>
                <c:pt idx="2093">
                  <c:v>4170</c:v>
                </c:pt>
                <c:pt idx="2094">
                  <c:v>4170</c:v>
                </c:pt>
                <c:pt idx="2095">
                  <c:v>4170</c:v>
                </c:pt>
                <c:pt idx="2096">
                  <c:v>4170</c:v>
                </c:pt>
                <c:pt idx="2097">
                  <c:v>4170</c:v>
                </c:pt>
                <c:pt idx="2098">
                  <c:v>4170</c:v>
                </c:pt>
                <c:pt idx="2099">
                  <c:v>4170</c:v>
                </c:pt>
                <c:pt idx="2100">
                  <c:v>4170</c:v>
                </c:pt>
                <c:pt idx="2101">
                  <c:v>4170</c:v>
                </c:pt>
                <c:pt idx="2102">
                  <c:v>4170</c:v>
                </c:pt>
                <c:pt idx="2103">
                  <c:v>4170</c:v>
                </c:pt>
                <c:pt idx="2104">
                  <c:v>4170</c:v>
                </c:pt>
                <c:pt idx="2105">
                  <c:v>4170</c:v>
                </c:pt>
                <c:pt idx="2106">
                  <c:v>4170</c:v>
                </c:pt>
                <c:pt idx="2107">
                  <c:v>4170</c:v>
                </c:pt>
                <c:pt idx="2108">
                  <c:v>4170</c:v>
                </c:pt>
                <c:pt idx="2109">
                  <c:v>4170</c:v>
                </c:pt>
                <c:pt idx="2110">
                  <c:v>4170</c:v>
                </c:pt>
                <c:pt idx="2111">
                  <c:v>4170</c:v>
                </c:pt>
                <c:pt idx="2112">
                  <c:v>1920</c:v>
                </c:pt>
                <c:pt idx="2113">
                  <c:v>1920</c:v>
                </c:pt>
                <c:pt idx="2114">
                  <c:v>1920</c:v>
                </c:pt>
                <c:pt idx="2115">
                  <c:v>1920</c:v>
                </c:pt>
                <c:pt idx="2116">
                  <c:v>1920</c:v>
                </c:pt>
                <c:pt idx="2117">
                  <c:v>1920</c:v>
                </c:pt>
                <c:pt idx="2118">
                  <c:v>1920</c:v>
                </c:pt>
                <c:pt idx="2119">
                  <c:v>1920</c:v>
                </c:pt>
                <c:pt idx="2120">
                  <c:v>1920</c:v>
                </c:pt>
                <c:pt idx="2121">
                  <c:v>1920</c:v>
                </c:pt>
                <c:pt idx="2122">
                  <c:v>1920</c:v>
                </c:pt>
                <c:pt idx="2123">
                  <c:v>1920</c:v>
                </c:pt>
                <c:pt idx="2124">
                  <c:v>1920</c:v>
                </c:pt>
                <c:pt idx="2125">
                  <c:v>1920</c:v>
                </c:pt>
                <c:pt idx="2126">
                  <c:v>1920</c:v>
                </c:pt>
                <c:pt idx="2127">
                  <c:v>1920</c:v>
                </c:pt>
                <c:pt idx="2128">
                  <c:v>1920</c:v>
                </c:pt>
                <c:pt idx="2129">
                  <c:v>1920</c:v>
                </c:pt>
                <c:pt idx="2130">
                  <c:v>1920</c:v>
                </c:pt>
                <c:pt idx="2131">
                  <c:v>1920</c:v>
                </c:pt>
                <c:pt idx="2132">
                  <c:v>1920</c:v>
                </c:pt>
                <c:pt idx="2133">
                  <c:v>1920</c:v>
                </c:pt>
                <c:pt idx="2134">
                  <c:v>1920</c:v>
                </c:pt>
                <c:pt idx="2135">
                  <c:v>1920</c:v>
                </c:pt>
                <c:pt idx="2136">
                  <c:v>1920</c:v>
                </c:pt>
                <c:pt idx="2137">
                  <c:v>1270</c:v>
                </c:pt>
                <c:pt idx="2138">
                  <c:v>770</c:v>
                </c:pt>
                <c:pt idx="2139">
                  <c:v>770</c:v>
                </c:pt>
                <c:pt idx="2140">
                  <c:v>770</c:v>
                </c:pt>
                <c:pt idx="2141">
                  <c:v>770</c:v>
                </c:pt>
                <c:pt idx="2142">
                  <c:v>770</c:v>
                </c:pt>
                <c:pt idx="2143">
                  <c:v>770</c:v>
                </c:pt>
                <c:pt idx="2144">
                  <c:v>770</c:v>
                </c:pt>
                <c:pt idx="2145">
                  <c:v>770</c:v>
                </c:pt>
                <c:pt idx="2146">
                  <c:v>770</c:v>
                </c:pt>
                <c:pt idx="2147">
                  <c:v>770</c:v>
                </c:pt>
                <c:pt idx="2148">
                  <c:v>770</c:v>
                </c:pt>
                <c:pt idx="2149">
                  <c:v>770</c:v>
                </c:pt>
                <c:pt idx="2150">
                  <c:v>770</c:v>
                </c:pt>
                <c:pt idx="2151">
                  <c:v>770</c:v>
                </c:pt>
                <c:pt idx="2152">
                  <c:v>770</c:v>
                </c:pt>
                <c:pt idx="2153">
                  <c:v>770</c:v>
                </c:pt>
                <c:pt idx="2154">
                  <c:v>770</c:v>
                </c:pt>
                <c:pt idx="2155">
                  <c:v>770</c:v>
                </c:pt>
                <c:pt idx="2156">
                  <c:v>770</c:v>
                </c:pt>
                <c:pt idx="2157">
                  <c:v>770</c:v>
                </c:pt>
                <c:pt idx="2158">
                  <c:v>870</c:v>
                </c:pt>
                <c:pt idx="2159">
                  <c:v>870</c:v>
                </c:pt>
                <c:pt idx="2160">
                  <c:v>870</c:v>
                </c:pt>
                <c:pt idx="2161">
                  <c:v>1070</c:v>
                </c:pt>
                <c:pt idx="2162">
                  <c:v>1070</c:v>
                </c:pt>
                <c:pt idx="2163">
                  <c:v>1070</c:v>
                </c:pt>
                <c:pt idx="2164">
                  <c:v>1220</c:v>
                </c:pt>
                <c:pt idx="2165">
                  <c:v>1220</c:v>
                </c:pt>
                <c:pt idx="2166">
                  <c:v>1220</c:v>
                </c:pt>
                <c:pt idx="2167">
                  <c:v>1220</c:v>
                </c:pt>
                <c:pt idx="2168">
                  <c:v>1220</c:v>
                </c:pt>
                <c:pt idx="2169">
                  <c:v>1220</c:v>
                </c:pt>
                <c:pt idx="2170">
                  <c:v>1220</c:v>
                </c:pt>
                <c:pt idx="2171">
                  <c:v>1220</c:v>
                </c:pt>
                <c:pt idx="2172">
                  <c:v>1220</c:v>
                </c:pt>
                <c:pt idx="2173">
                  <c:v>1220</c:v>
                </c:pt>
                <c:pt idx="2174">
                  <c:v>1120</c:v>
                </c:pt>
                <c:pt idx="2175">
                  <c:v>1120</c:v>
                </c:pt>
                <c:pt idx="2176">
                  <c:v>1120</c:v>
                </c:pt>
                <c:pt idx="2177">
                  <c:v>1120</c:v>
                </c:pt>
                <c:pt idx="2178">
                  <c:v>1020</c:v>
                </c:pt>
                <c:pt idx="2179">
                  <c:v>1020</c:v>
                </c:pt>
                <c:pt idx="2180">
                  <c:v>1020</c:v>
                </c:pt>
                <c:pt idx="2181">
                  <c:v>820</c:v>
                </c:pt>
                <c:pt idx="2182">
                  <c:v>820</c:v>
                </c:pt>
                <c:pt idx="2183">
                  <c:v>820</c:v>
                </c:pt>
                <c:pt idx="2184">
                  <c:v>820</c:v>
                </c:pt>
                <c:pt idx="2185">
                  <c:v>820</c:v>
                </c:pt>
                <c:pt idx="2186">
                  <c:v>820</c:v>
                </c:pt>
                <c:pt idx="2187">
                  <c:v>820</c:v>
                </c:pt>
                <c:pt idx="2188">
                  <c:v>820</c:v>
                </c:pt>
                <c:pt idx="2189">
                  <c:v>820</c:v>
                </c:pt>
                <c:pt idx="2190">
                  <c:v>820</c:v>
                </c:pt>
                <c:pt idx="2191">
                  <c:v>820</c:v>
                </c:pt>
                <c:pt idx="2192">
                  <c:v>820</c:v>
                </c:pt>
                <c:pt idx="2193">
                  <c:v>820</c:v>
                </c:pt>
                <c:pt idx="2194">
                  <c:v>820</c:v>
                </c:pt>
                <c:pt idx="2195">
                  <c:v>820</c:v>
                </c:pt>
                <c:pt idx="2196">
                  <c:v>820</c:v>
                </c:pt>
                <c:pt idx="2197">
                  <c:v>820</c:v>
                </c:pt>
                <c:pt idx="2198">
                  <c:v>820</c:v>
                </c:pt>
                <c:pt idx="2199">
                  <c:v>820</c:v>
                </c:pt>
                <c:pt idx="2200">
                  <c:v>820</c:v>
                </c:pt>
                <c:pt idx="2201">
                  <c:v>820</c:v>
                </c:pt>
                <c:pt idx="2202">
                  <c:v>820</c:v>
                </c:pt>
                <c:pt idx="2203">
                  <c:v>820</c:v>
                </c:pt>
                <c:pt idx="2204">
                  <c:v>820</c:v>
                </c:pt>
                <c:pt idx="2205">
                  <c:v>820</c:v>
                </c:pt>
                <c:pt idx="2206">
                  <c:v>820</c:v>
                </c:pt>
                <c:pt idx="2207">
                  <c:v>820</c:v>
                </c:pt>
                <c:pt idx="2208">
                  <c:v>820</c:v>
                </c:pt>
                <c:pt idx="2209">
                  <c:v>820</c:v>
                </c:pt>
                <c:pt idx="2210">
                  <c:v>820</c:v>
                </c:pt>
                <c:pt idx="2211">
                  <c:v>820</c:v>
                </c:pt>
                <c:pt idx="2212">
                  <c:v>820</c:v>
                </c:pt>
                <c:pt idx="2213">
                  <c:v>820</c:v>
                </c:pt>
                <c:pt idx="2214">
                  <c:v>820</c:v>
                </c:pt>
                <c:pt idx="2215">
                  <c:v>820</c:v>
                </c:pt>
                <c:pt idx="2216">
                  <c:v>820</c:v>
                </c:pt>
                <c:pt idx="2217">
                  <c:v>820</c:v>
                </c:pt>
                <c:pt idx="2218">
                  <c:v>820</c:v>
                </c:pt>
                <c:pt idx="2219">
                  <c:v>820</c:v>
                </c:pt>
                <c:pt idx="2220">
                  <c:v>820</c:v>
                </c:pt>
                <c:pt idx="2221">
                  <c:v>820</c:v>
                </c:pt>
                <c:pt idx="2222">
                  <c:v>820</c:v>
                </c:pt>
                <c:pt idx="2223">
                  <c:v>920</c:v>
                </c:pt>
                <c:pt idx="2224">
                  <c:v>920</c:v>
                </c:pt>
                <c:pt idx="2225">
                  <c:v>920</c:v>
                </c:pt>
                <c:pt idx="2226">
                  <c:v>920</c:v>
                </c:pt>
                <c:pt idx="2227">
                  <c:v>920</c:v>
                </c:pt>
                <c:pt idx="2228">
                  <c:v>920</c:v>
                </c:pt>
                <c:pt idx="2229">
                  <c:v>920</c:v>
                </c:pt>
                <c:pt idx="2230">
                  <c:v>920</c:v>
                </c:pt>
                <c:pt idx="2231">
                  <c:v>920</c:v>
                </c:pt>
                <c:pt idx="2232">
                  <c:v>920</c:v>
                </c:pt>
                <c:pt idx="2233">
                  <c:v>920</c:v>
                </c:pt>
                <c:pt idx="2234">
                  <c:v>920</c:v>
                </c:pt>
                <c:pt idx="2235">
                  <c:v>1220</c:v>
                </c:pt>
                <c:pt idx="2236">
                  <c:v>1220</c:v>
                </c:pt>
                <c:pt idx="2237">
                  <c:v>1220</c:v>
                </c:pt>
                <c:pt idx="2238">
                  <c:v>1220</c:v>
                </c:pt>
                <c:pt idx="2239">
                  <c:v>1220</c:v>
                </c:pt>
                <c:pt idx="2240">
                  <c:v>1220</c:v>
                </c:pt>
                <c:pt idx="2241">
                  <c:v>1220</c:v>
                </c:pt>
                <c:pt idx="2242">
                  <c:v>1220</c:v>
                </c:pt>
                <c:pt idx="2243">
                  <c:v>1220</c:v>
                </c:pt>
                <c:pt idx="2244">
                  <c:v>1370</c:v>
                </c:pt>
                <c:pt idx="2245">
                  <c:v>1370</c:v>
                </c:pt>
                <c:pt idx="2246">
                  <c:v>1370</c:v>
                </c:pt>
                <c:pt idx="2247">
                  <c:v>1370</c:v>
                </c:pt>
                <c:pt idx="2248">
                  <c:v>970</c:v>
                </c:pt>
                <c:pt idx="2249">
                  <c:v>970</c:v>
                </c:pt>
                <c:pt idx="2250">
                  <c:v>970</c:v>
                </c:pt>
                <c:pt idx="2251">
                  <c:v>970</c:v>
                </c:pt>
                <c:pt idx="2252">
                  <c:v>970</c:v>
                </c:pt>
                <c:pt idx="2253">
                  <c:v>970</c:v>
                </c:pt>
                <c:pt idx="2254">
                  <c:v>970</c:v>
                </c:pt>
                <c:pt idx="2255">
                  <c:v>970</c:v>
                </c:pt>
                <c:pt idx="2256">
                  <c:v>1220</c:v>
                </c:pt>
                <c:pt idx="2257">
                  <c:v>1220</c:v>
                </c:pt>
                <c:pt idx="2258">
                  <c:v>1270</c:v>
                </c:pt>
                <c:pt idx="2259">
                  <c:v>1270</c:v>
                </c:pt>
                <c:pt idx="2260">
                  <c:v>1270</c:v>
                </c:pt>
                <c:pt idx="2261">
                  <c:v>1270</c:v>
                </c:pt>
                <c:pt idx="2262">
                  <c:v>1270</c:v>
                </c:pt>
                <c:pt idx="2263">
                  <c:v>1270</c:v>
                </c:pt>
                <c:pt idx="2264">
                  <c:v>1270</c:v>
                </c:pt>
                <c:pt idx="2265">
                  <c:v>1270</c:v>
                </c:pt>
                <c:pt idx="2266">
                  <c:v>1270</c:v>
                </c:pt>
                <c:pt idx="2267">
                  <c:v>1270</c:v>
                </c:pt>
                <c:pt idx="2268">
                  <c:v>1270</c:v>
                </c:pt>
                <c:pt idx="2269">
                  <c:v>1270</c:v>
                </c:pt>
                <c:pt idx="2270">
                  <c:v>1270</c:v>
                </c:pt>
                <c:pt idx="2271">
                  <c:v>1270</c:v>
                </c:pt>
                <c:pt idx="2272">
                  <c:v>1270</c:v>
                </c:pt>
                <c:pt idx="2273">
                  <c:v>1270</c:v>
                </c:pt>
                <c:pt idx="2274">
                  <c:v>1270</c:v>
                </c:pt>
                <c:pt idx="2275">
                  <c:v>1270</c:v>
                </c:pt>
                <c:pt idx="2276">
                  <c:v>1270</c:v>
                </c:pt>
                <c:pt idx="2277">
                  <c:v>1270</c:v>
                </c:pt>
                <c:pt idx="2278">
                  <c:v>1270</c:v>
                </c:pt>
                <c:pt idx="2279">
                  <c:v>1270</c:v>
                </c:pt>
                <c:pt idx="2280">
                  <c:v>1270</c:v>
                </c:pt>
                <c:pt idx="2281">
                  <c:v>1270</c:v>
                </c:pt>
                <c:pt idx="2282">
                  <c:v>1270</c:v>
                </c:pt>
                <c:pt idx="2283">
                  <c:v>1270</c:v>
                </c:pt>
                <c:pt idx="2284">
                  <c:v>1270</c:v>
                </c:pt>
                <c:pt idx="2285">
                  <c:v>1270</c:v>
                </c:pt>
                <c:pt idx="2286">
                  <c:v>1170</c:v>
                </c:pt>
                <c:pt idx="2287">
                  <c:v>1170</c:v>
                </c:pt>
                <c:pt idx="2288">
                  <c:v>1170</c:v>
                </c:pt>
                <c:pt idx="2289">
                  <c:v>1170</c:v>
                </c:pt>
                <c:pt idx="2290">
                  <c:v>1170</c:v>
                </c:pt>
                <c:pt idx="2291">
                  <c:v>1170</c:v>
                </c:pt>
                <c:pt idx="2292">
                  <c:v>1170</c:v>
                </c:pt>
                <c:pt idx="2293">
                  <c:v>1170</c:v>
                </c:pt>
                <c:pt idx="2294">
                  <c:v>870</c:v>
                </c:pt>
                <c:pt idx="2295">
                  <c:v>870</c:v>
                </c:pt>
                <c:pt idx="2296">
                  <c:v>870</c:v>
                </c:pt>
                <c:pt idx="2297">
                  <c:v>870</c:v>
                </c:pt>
                <c:pt idx="2298">
                  <c:v>870</c:v>
                </c:pt>
                <c:pt idx="2299">
                  <c:v>870</c:v>
                </c:pt>
                <c:pt idx="2300">
                  <c:v>870</c:v>
                </c:pt>
                <c:pt idx="2301">
                  <c:v>470</c:v>
                </c:pt>
                <c:pt idx="2302">
                  <c:v>470</c:v>
                </c:pt>
                <c:pt idx="2303">
                  <c:v>470</c:v>
                </c:pt>
                <c:pt idx="2304">
                  <c:v>470</c:v>
                </c:pt>
                <c:pt idx="2305">
                  <c:v>470</c:v>
                </c:pt>
                <c:pt idx="2306">
                  <c:v>370</c:v>
                </c:pt>
                <c:pt idx="2307">
                  <c:v>370</c:v>
                </c:pt>
                <c:pt idx="2308">
                  <c:v>370</c:v>
                </c:pt>
                <c:pt idx="2309">
                  <c:v>370</c:v>
                </c:pt>
                <c:pt idx="2310">
                  <c:v>370</c:v>
                </c:pt>
                <c:pt idx="2311">
                  <c:v>370</c:v>
                </c:pt>
                <c:pt idx="2312">
                  <c:v>370</c:v>
                </c:pt>
                <c:pt idx="2313">
                  <c:v>370</c:v>
                </c:pt>
                <c:pt idx="2314">
                  <c:v>170</c:v>
                </c:pt>
                <c:pt idx="2315">
                  <c:v>170</c:v>
                </c:pt>
                <c:pt idx="2316">
                  <c:v>170</c:v>
                </c:pt>
                <c:pt idx="2317">
                  <c:v>170</c:v>
                </c:pt>
                <c:pt idx="2318">
                  <c:v>70</c:v>
                </c:pt>
                <c:pt idx="2319">
                  <c:v>70</c:v>
                </c:pt>
                <c:pt idx="2320">
                  <c:v>70</c:v>
                </c:pt>
                <c:pt idx="2321">
                  <c:v>70</c:v>
                </c:pt>
                <c:pt idx="2322">
                  <c:v>-430</c:v>
                </c:pt>
                <c:pt idx="2323">
                  <c:v>-430</c:v>
                </c:pt>
                <c:pt idx="2324">
                  <c:v>-430</c:v>
                </c:pt>
                <c:pt idx="2325">
                  <c:v>-430</c:v>
                </c:pt>
                <c:pt idx="2326">
                  <c:v>-430</c:v>
                </c:pt>
                <c:pt idx="2327">
                  <c:v>-430</c:v>
                </c:pt>
                <c:pt idx="2328">
                  <c:v>-430</c:v>
                </c:pt>
                <c:pt idx="2329">
                  <c:v>-430</c:v>
                </c:pt>
                <c:pt idx="2330">
                  <c:v>-430</c:v>
                </c:pt>
                <c:pt idx="2331">
                  <c:v>-430</c:v>
                </c:pt>
                <c:pt idx="2332">
                  <c:v>-430</c:v>
                </c:pt>
                <c:pt idx="2333">
                  <c:v>-430</c:v>
                </c:pt>
                <c:pt idx="2334">
                  <c:v>-430</c:v>
                </c:pt>
                <c:pt idx="2335">
                  <c:v>-430</c:v>
                </c:pt>
                <c:pt idx="2336">
                  <c:v>-430</c:v>
                </c:pt>
                <c:pt idx="2337">
                  <c:v>-430</c:v>
                </c:pt>
                <c:pt idx="2338">
                  <c:v>-430</c:v>
                </c:pt>
                <c:pt idx="2339">
                  <c:v>-530</c:v>
                </c:pt>
                <c:pt idx="2340">
                  <c:v>-530</c:v>
                </c:pt>
                <c:pt idx="2341">
                  <c:v>-730</c:v>
                </c:pt>
                <c:pt idx="2342">
                  <c:v>-730</c:v>
                </c:pt>
                <c:pt idx="2343">
                  <c:v>-730</c:v>
                </c:pt>
                <c:pt idx="2344">
                  <c:v>-730</c:v>
                </c:pt>
                <c:pt idx="2345">
                  <c:v>-730</c:v>
                </c:pt>
                <c:pt idx="2346">
                  <c:v>-420</c:v>
                </c:pt>
                <c:pt idx="2347">
                  <c:v>-420</c:v>
                </c:pt>
                <c:pt idx="2348">
                  <c:v>-420</c:v>
                </c:pt>
                <c:pt idx="2349">
                  <c:v>-420</c:v>
                </c:pt>
                <c:pt idx="2350">
                  <c:v>-420</c:v>
                </c:pt>
                <c:pt idx="2351">
                  <c:v>-420</c:v>
                </c:pt>
                <c:pt idx="2352">
                  <c:v>-420</c:v>
                </c:pt>
                <c:pt idx="2353">
                  <c:v>-420</c:v>
                </c:pt>
                <c:pt idx="2354">
                  <c:v>-386</c:v>
                </c:pt>
                <c:pt idx="2355">
                  <c:v>-386</c:v>
                </c:pt>
                <c:pt idx="2356">
                  <c:v>-686</c:v>
                </c:pt>
                <c:pt idx="2357">
                  <c:v>-686</c:v>
                </c:pt>
                <c:pt idx="2358">
                  <c:v>-686</c:v>
                </c:pt>
                <c:pt idx="2359">
                  <c:v>-686</c:v>
                </c:pt>
                <c:pt idx="2360">
                  <c:v>-686</c:v>
                </c:pt>
                <c:pt idx="2361">
                  <c:v>-686</c:v>
                </c:pt>
                <c:pt idx="2362">
                  <c:v>-686</c:v>
                </c:pt>
                <c:pt idx="2363">
                  <c:v>-686</c:v>
                </c:pt>
                <c:pt idx="2364">
                  <c:v>-686</c:v>
                </c:pt>
                <c:pt idx="2365">
                  <c:v>-686</c:v>
                </c:pt>
                <c:pt idx="2366">
                  <c:v>-686</c:v>
                </c:pt>
                <c:pt idx="2367">
                  <c:v>-686</c:v>
                </c:pt>
                <c:pt idx="2368">
                  <c:v>-686</c:v>
                </c:pt>
                <c:pt idx="2369">
                  <c:v>-836</c:v>
                </c:pt>
                <c:pt idx="2370">
                  <c:v>-836</c:v>
                </c:pt>
                <c:pt idx="2371">
                  <c:v>-836</c:v>
                </c:pt>
                <c:pt idx="2372">
                  <c:v>-836</c:v>
                </c:pt>
                <c:pt idx="2373">
                  <c:v>-836</c:v>
                </c:pt>
                <c:pt idx="2374">
                  <c:v>-785</c:v>
                </c:pt>
                <c:pt idx="2375">
                  <c:v>-785</c:v>
                </c:pt>
                <c:pt idx="2376">
                  <c:v>-785</c:v>
                </c:pt>
                <c:pt idx="2377">
                  <c:v>-785</c:v>
                </c:pt>
                <c:pt idx="2378">
                  <c:v>-935</c:v>
                </c:pt>
                <c:pt idx="2379">
                  <c:v>-935</c:v>
                </c:pt>
                <c:pt idx="2380">
                  <c:v>-935</c:v>
                </c:pt>
                <c:pt idx="2381">
                  <c:v>-735</c:v>
                </c:pt>
                <c:pt idx="2382">
                  <c:v>-735</c:v>
                </c:pt>
                <c:pt idx="2383">
                  <c:v>-735</c:v>
                </c:pt>
                <c:pt idx="2384">
                  <c:v>-735</c:v>
                </c:pt>
                <c:pt idx="2385">
                  <c:v>-835</c:v>
                </c:pt>
                <c:pt idx="2386">
                  <c:v>-835</c:v>
                </c:pt>
                <c:pt idx="2387">
                  <c:v>-835</c:v>
                </c:pt>
                <c:pt idx="2388">
                  <c:v>-835</c:v>
                </c:pt>
                <c:pt idx="2389">
                  <c:v>-750</c:v>
                </c:pt>
                <c:pt idx="2390">
                  <c:v>-750</c:v>
                </c:pt>
                <c:pt idx="2391">
                  <c:v>-716</c:v>
                </c:pt>
                <c:pt idx="2392">
                  <c:v>-716</c:v>
                </c:pt>
                <c:pt idx="2393">
                  <c:v>-716</c:v>
                </c:pt>
                <c:pt idx="2394">
                  <c:v>-716</c:v>
                </c:pt>
                <c:pt idx="2395">
                  <c:v>-665</c:v>
                </c:pt>
                <c:pt idx="2396">
                  <c:v>-665</c:v>
                </c:pt>
                <c:pt idx="2397">
                  <c:v>-631</c:v>
                </c:pt>
                <c:pt idx="2398">
                  <c:v>-580</c:v>
                </c:pt>
                <c:pt idx="2399">
                  <c:v>-580</c:v>
                </c:pt>
                <c:pt idx="2400">
                  <c:v>-580</c:v>
                </c:pt>
                <c:pt idx="2401">
                  <c:v>-580</c:v>
                </c:pt>
                <c:pt idx="2402">
                  <c:v>-680</c:v>
                </c:pt>
                <c:pt idx="2403">
                  <c:v>-646</c:v>
                </c:pt>
                <c:pt idx="2404">
                  <c:v>-646</c:v>
                </c:pt>
                <c:pt idx="2405">
                  <c:v>-646</c:v>
                </c:pt>
                <c:pt idx="2406">
                  <c:v>-646</c:v>
                </c:pt>
                <c:pt idx="2407">
                  <c:v>-646</c:v>
                </c:pt>
                <c:pt idx="2408">
                  <c:v>-646</c:v>
                </c:pt>
                <c:pt idx="2409">
                  <c:v>-446</c:v>
                </c:pt>
                <c:pt idx="2410">
                  <c:v>-446</c:v>
                </c:pt>
                <c:pt idx="2411">
                  <c:v>-395</c:v>
                </c:pt>
                <c:pt idx="2412">
                  <c:v>-395</c:v>
                </c:pt>
                <c:pt idx="2413">
                  <c:v>-395</c:v>
                </c:pt>
                <c:pt idx="2414">
                  <c:v>-395</c:v>
                </c:pt>
                <c:pt idx="2415">
                  <c:v>-395</c:v>
                </c:pt>
                <c:pt idx="2416">
                  <c:v>-310</c:v>
                </c:pt>
                <c:pt idx="2417">
                  <c:v>-260</c:v>
                </c:pt>
                <c:pt idx="2418">
                  <c:v>-260</c:v>
                </c:pt>
                <c:pt idx="2419">
                  <c:v>-260</c:v>
                </c:pt>
                <c:pt idx="2420">
                  <c:v>-260</c:v>
                </c:pt>
                <c:pt idx="2421">
                  <c:v>-260</c:v>
                </c:pt>
                <c:pt idx="2422">
                  <c:v>-260</c:v>
                </c:pt>
                <c:pt idx="2423">
                  <c:v>-175</c:v>
                </c:pt>
                <c:pt idx="2424">
                  <c:v>-25</c:v>
                </c:pt>
                <c:pt idx="2425">
                  <c:v>-25</c:v>
                </c:pt>
                <c:pt idx="2426">
                  <c:v>-25</c:v>
                </c:pt>
                <c:pt idx="2427">
                  <c:v>-25</c:v>
                </c:pt>
                <c:pt idx="2428">
                  <c:v>-25</c:v>
                </c:pt>
                <c:pt idx="2429">
                  <c:v>-25</c:v>
                </c:pt>
                <c:pt idx="2430">
                  <c:v>-25</c:v>
                </c:pt>
                <c:pt idx="2431">
                  <c:v>360</c:v>
                </c:pt>
                <c:pt idx="2432">
                  <c:v>460</c:v>
                </c:pt>
                <c:pt idx="2433">
                  <c:v>460</c:v>
                </c:pt>
                <c:pt idx="2434">
                  <c:v>460</c:v>
                </c:pt>
                <c:pt idx="2435">
                  <c:v>460</c:v>
                </c:pt>
                <c:pt idx="2436">
                  <c:v>460</c:v>
                </c:pt>
                <c:pt idx="2437">
                  <c:v>460</c:v>
                </c:pt>
                <c:pt idx="2438">
                  <c:v>545</c:v>
                </c:pt>
                <c:pt idx="2439">
                  <c:v>545</c:v>
                </c:pt>
                <c:pt idx="2440">
                  <c:v>745</c:v>
                </c:pt>
                <c:pt idx="2441">
                  <c:v>745</c:v>
                </c:pt>
                <c:pt idx="2442">
                  <c:v>745</c:v>
                </c:pt>
                <c:pt idx="2443">
                  <c:v>745</c:v>
                </c:pt>
                <c:pt idx="2444">
                  <c:v>745</c:v>
                </c:pt>
                <c:pt idx="2445">
                  <c:v>745</c:v>
                </c:pt>
                <c:pt idx="2446">
                  <c:v>895</c:v>
                </c:pt>
                <c:pt idx="2447">
                  <c:v>895</c:v>
                </c:pt>
                <c:pt idx="2448">
                  <c:v>895</c:v>
                </c:pt>
                <c:pt idx="2449">
                  <c:v>895</c:v>
                </c:pt>
                <c:pt idx="2450">
                  <c:v>895</c:v>
                </c:pt>
                <c:pt idx="2451">
                  <c:v>895</c:v>
                </c:pt>
                <c:pt idx="2452">
                  <c:v>895</c:v>
                </c:pt>
                <c:pt idx="2453">
                  <c:v>795</c:v>
                </c:pt>
                <c:pt idx="2454">
                  <c:v>795</c:v>
                </c:pt>
                <c:pt idx="2455">
                  <c:v>795</c:v>
                </c:pt>
                <c:pt idx="2456">
                  <c:v>795</c:v>
                </c:pt>
                <c:pt idx="2457">
                  <c:v>795</c:v>
                </c:pt>
                <c:pt idx="2458">
                  <c:v>795</c:v>
                </c:pt>
                <c:pt idx="2459">
                  <c:v>795</c:v>
                </c:pt>
                <c:pt idx="2460">
                  <c:v>795</c:v>
                </c:pt>
                <c:pt idx="2461">
                  <c:v>795</c:v>
                </c:pt>
                <c:pt idx="2462">
                  <c:v>795</c:v>
                </c:pt>
                <c:pt idx="2463">
                  <c:v>795</c:v>
                </c:pt>
                <c:pt idx="2464">
                  <c:v>795</c:v>
                </c:pt>
                <c:pt idx="2465">
                  <c:v>795</c:v>
                </c:pt>
                <c:pt idx="2466">
                  <c:v>795</c:v>
                </c:pt>
                <c:pt idx="2467">
                  <c:v>795</c:v>
                </c:pt>
                <c:pt idx="2468">
                  <c:v>795</c:v>
                </c:pt>
                <c:pt idx="2469">
                  <c:v>795</c:v>
                </c:pt>
                <c:pt idx="2470">
                  <c:v>795</c:v>
                </c:pt>
                <c:pt idx="2471">
                  <c:v>795</c:v>
                </c:pt>
                <c:pt idx="2472">
                  <c:v>795</c:v>
                </c:pt>
                <c:pt idx="2473">
                  <c:v>795</c:v>
                </c:pt>
                <c:pt idx="2474">
                  <c:v>795</c:v>
                </c:pt>
                <c:pt idx="2475">
                  <c:v>795</c:v>
                </c:pt>
                <c:pt idx="2476">
                  <c:v>795</c:v>
                </c:pt>
                <c:pt idx="2477">
                  <c:v>795</c:v>
                </c:pt>
                <c:pt idx="2478">
                  <c:v>795</c:v>
                </c:pt>
                <c:pt idx="2479">
                  <c:v>795</c:v>
                </c:pt>
                <c:pt idx="2480">
                  <c:v>795</c:v>
                </c:pt>
                <c:pt idx="2481">
                  <c:v>795</c:v>
                </c:pt>
                <c:pt idx="2482">
                  <c:v>795</c:v>
                </c:pt>
                <c:pt idx="2483">
                  <c:v>795</c:v>
                </c:pt>
                <c:pt idx="2484">
                  <c:v>795</c:v>
                </c:pt>
                <c:pt idx="2485">
                  <c:v>795</c:v>
                </c:pt>
                <c:pt idx="2486">
                  <c:v>795</c:v>
                </c:pt>
                <c:pt idx="2487">
                  <c:v>710</c:v>
                </c:pt>
                <c:pt idx="2488">
                  <c:v>710</c:v>
                </c:pt>
                <c:pt idx="2489">
                  <c:v>710</c:v>
                </c:pt>
                <c:pt idx="2490">
                  <c:v>710</c:v>
                </c:pt>
                <c:pt idx="2491">
                  <c:v>710</c:v>
                </c:pt>
                <c:pt idx="2492">
                  <c:v>710</c:v>
                </c:pt>
                <c:pt idx="2493">
                  <c:v>710</c:v>
                </c:pt>
                <c:pt idx="2494">
                  <c:v>910</c:v>
                </c:pt>
                <c:pt idx="2495">
                  <c:v>910</c:v>
                </c:pt>
                <c:pt idx="2496">
                  <c:v>825</c:v>
                </c:pt>
                <c:pt idx="2497">
                  <c:v>825</c:v>
                </c:pt>
                <c:pt idx="2498">
                  <c:v>825</c:v>
                </c:pt>
                <c:pt idx="2499">
                  <c:v>825</c:v>
                </c:pt>
                <c:pt idx="2500">
                  <c:v>825</c:v>
                </c:pt>
                <c:pt idx="2501">
                  <c:v>740</c:v>
                </c:pt>
                <c:pt idx="2502">
                  <c:v>740</c:v>
                </c:pt>
                <c:pt idx="2503">
                  <c:v>740</c:v>
                </c:pt>
                <c:pt idx="2504">
                  <c:v>740</c:v>
                </c:pt>
                <c:pt idx="2505">
                  <c:v>740</c:v>
                </c:pt>
                <c:pt idx="2506">
                  <c:v>740</c:v>
                </c:pt>
                <c:pt idx="2507">
                  <c:v>655</c:v>
                </c:pt>
                <c:pt idx="2508">
                  <c:v>655</c:v>
                </c:pt>
                <c:pt idx="2509">
                  <c:v>655</c:v>
                </c:pt>
                <c:pt idx="2510">
                  <c:v>655</c:v>
                </c:pt>
                <c:pt idx="2511">
                  <c:v>655</c:v>
                </c:pt>
                <c:pt idx="2512">
                  <c:v>655</c:v>
                </c:pt>
                <c:pt idx="2513">
                  <c:v>655</c:v>
                </c:pt>
                <c:pt idx="2514">
                  <c:v>655</c:v>
                </c:pt>
                <c:pt idx="2515">
                  <c:v>655</c:v>
                </c:pt>
                <c:pt idx="2516">
                  <c:v>604</c:v>
                </c:pt>
                <c:pt idx="2517">
                  <c:v>604</c:v>
                </c:pt>
                <c:pt idx="2518">
                  <c:v>604</c:v>
                </c:pt>
                <c:pt idx="2519">
                  <c:v>604</c:v>
                </c:pt>
                <c:pt idx="2520">
                  <c:v>604</c:v>
                </c:pt>
                <c:pt idx="2521">
                  <c:v>604</c:v>
                </c:pt>
                <c:pt idx="2522">
                  <c:v>604</c:v>
                </c:pt>
                <c:pt idx="2523">
                  <c:v>604</c:v>
                </c:pt>
                <c:pt idx="2524">
                  <c:v>604</c:v>
                </c:pt>
                <c:pt idx="2525">
                  <c:v>604</c:v>
                </c:pt>
                <c:pt idx="2526">
                  <c:v>604</c:v>
                </c:pt>
                <c:pt idx="2527">
                  <c:v>604</c:v>
                </c:pt>
                <c:pt idx="2528">
                  <c:v>604</c:v>
                </c:pt>
                <c:pt idx="2529">
                  <c:v>604</c:v>
                </c:pt>
                <c:pt idx="2530">
                  <c:v>754</c:v>
                </c:pt>
                <c:pt idx="2531">
                  <c:v>754</c:v>
                </c:pt>
                <c:pt idx="2532">
                  <c:v>754</c:v>
                </c:pt>
                <c:pt idx="2533">
                  <c:v>754</c:v>
                </c:pt>
                <c:pt idx="2534">
                  <c:v>754</c:v>
                </c:pt>
                <c:pt idx="2535">
                  <c:v>754</c:v>
                </c:pt>
                <c:pt idx="2536">
                  <c:v>754</c:v>
                </c:pt>
                <c:pt idx="2537">
                  <c:v>754</c:v>
                </c:pt>
                <c:pt idx="2538">
                  <c:v>754</c:v>
                </c:pt>
                <c:pt idx="2539">
                  <c:v>754</c:v>
                </c:pt>
                <c:pt idx="2540">
                  <c:v>754</c:v>
                </c:pt>
                <c:pt idx="2541">
                  <c:v>754</c:v>
                </c:pt>
                <c:pt idx="2542">
                  <c:v>754</c:v>
                </c:pt>
                <c:pt idx="2543">
                  <c:v>754</c:v>
                </c:pt>
                <c:pt idx="2544">
                  <c:v>754</c:v>
                </c:pt>
                <c:pt idx="2545">
                  <c:v>754</c:v>
                </c:pt>
                <c:pt idx="2546">
                  <c:v>754</c:v>
                </c:pt>
                <c:pt idx="2547">
                  <c:v>754</c:v>
                </c:pt>
                <c:pt idx="2548">
                  <c:v>754</c:v>
                </c:pt>
                <c:pt idx="2549">
                  <c:v>754</c:v>
                </c:pt>
                <c:pt idx="2550">
                  <c:v>720</c:v>
                </c:pt>
                <c:pt idx="2551">
                  <c:v>720</c:v>
                </c:pt>
                <c:pt idx="2552">
                  <c:v>720</c:v>
                </c:pt>
                <c:pt idx="2553">
                  <c:v>720</c:v>
                </c:pt>
                <c:pt idx="2554">
                  <c:v>720</c:v>
                </c:pt>
                <c:pt idx="2555">
                  <c:v>720</c:v>
                </c:pt>
                <c:pt idx="2556">
                  <c:v>720</c:v>
                </c:pt>
                <c:pt idx="2557">
                  <c:v>720</c:v>
                </c:pt>
                <c:pt idx="2558">
                  <c:v>720</c:v>
                </c:pt>
                <c:pt idx="2559">
                  <c:v>720</c:v>
                </c:pt>
                <c:pt idx="2560">
                  <c:v>720</c:v>
                </c:pt>
                <c:pt idx="2561">
                  <c:v>720</c:v>
                </c:pt>
                <c:pt idx="2562">
                  <c:v>635</c:v>
                </c:pt>
                <c:pt idx="2563">
                  <c:v>635</c:v>
                </c:pt>
                <c:pt idx="2564">
                  <c:v>635</c:v>
                </c:pt>
                <c:pt idx="2565">
                  <c:v>635</c:v>
                </c:pt>
                <c:pt idx="2566">
                  <c:v>635</c:v>
                </c:pt>
                <c:pt idx="2567">
                  <c:v>635</c:v>
                </c:pt>
                <c:pt idx="2568">
                  <c:v>635</c:v>
                </c:pt>
                <c:pt idx="2569">
                  <c:v>635</c:v>
                </c:pt>
                <c:pt idx="2570">
                  <c:v>635</c:v>
                </c:pt>
                <c:pt idx="2571">
                  <c:v>635</c:v>
                </c:pt>
                <c:pt idx="2572">
                  <c:v>635</c:v>
                </c:pt>
                <c:pt idx="2573">
                  <c:v>635</c:v>
                </c:pt>
                <c:pt idx="2574">
                  <c:v>635</c:v>
                </c:pt>
                <c:pt idx="2575">
                  <c:v>635</c:v>
                </c:pt>
                <c:pt idx="2576">
                  <c:v>635</c:v>
                </c:pt>
                <c:pt idx="2577">
                  <c:v>635</c:v>
                </c:pt>
                <c:pt idx="2578">
                  <c:v>635</c:v>
                </c:pt>
                <c:pt idx="2579">
                  <c:v>635</c:v>
                </c:pt>
                <c:pt idx="2580">
                  <c:v>635</c:v>
                </c:pt>
                <c:pt idx="2581">
                  <c:v>635</c:v>
                </c:pt>
                <c:pt idx="2582">
                  <c:v>635</c:v>
                </c:pt>
                <c:pt idx="2583">
                  <c:v>635</c:v>
                </c:pt>
                <c:pt idx="2584">
                  <c:v>635</c:v>
                </c:pt>
                <c:pt idx="2585">
                  <c:v>635</c:v>
                </c:pt>
                <c:pt idx="2586">
                  <c:v>635</c:v>
                </c:pt>
                <c:pt idx="2587">
                  <c:v>635</c:v>
                </c:pt>
                <c:pt idx="2588">
                  <c:v>635</c:v>
                </c:pt>
                <c:pt idx="2589">
                  <c:v>635</c:v>
                </c:pt>
                <c:pt idx="2590">
                  <c:v>635</c:v>
                </c:pt>
                <c:pt idx="2591">
                  <c:v>635</c:v>
                </c:pt>
                <c:pt idx="2592">
                  <c:v>635</c:v>
                </c:pt>
                <c:pt idx="2593">
                  <c:v>635</c:v>
                </c:pt>
                <c:pt idx="2594">
                  <c:v>635</c:v>
                </c:pt>
                <c:pt idx="2595">
                  <c:v>635</c:v>
                </c:pt>
                <c:pt idx="2596">
                  <c:v>635</c:v>
                </c:pt>
                <c:pt idx="2597">
                  <c:v>635</c:v>
                </c:pt>
                <c:pt idx="2598">
                  <c:v>635</c:v>
                </c:pt>
                <c:pt idx="2599">
                  <c:v>635</c:v>
                </c:pt>
                <c:pt idx="2600">
                  <c:v>635</c:v>
                </c:pt>
                <c:pt idx="2601">
                  <c:v>635</c:v>
                </c:pt>
                <c:pt idx="2602">
                  <c:v>635</c:v>
                </c:pt>
                <c:pt idx="2603">
                  <c:v>635</c:v>
                </c:pt>
                <c:pt idx="2604">
                  <c:v>635</c:v>
                </c:pt>
                <c:pt idx="2605">
                  <c:v>635</c:v>
                </c:pt>
                <c:pt idx="2606">
                  <c:v>635</c:v>
                </c:pt>
                <c:pt idx="2607">
                  <c:v>635</c:v>
                </c:pt>
                <c:pt idx="2608">
                  <c:v>635</c:v>
                </c:pt>
                <c:pt idx="2609">
                  <c:v>635</c:v>
                </c:pt>
                <c:pt idx="2610">
                  <c:v>635</c:v>
                </c:pt>
                <c:pt idx="2611">
                  <c:v>635</c:v>
                </c:pt>
                <c:pt idx="2612">
                  <c:v>635</c:v>
                </c:pt>
                <c:pt idx="2613">
                  <c:v>635</c:v>
                </c:pt>
                <c:pt idx="2614">
                  <c:v>635</c:v>
                </c:pt>
                <c:pt idx="2615">
                  <c:v>635</c:v>
                </c:pt>
                <c:pt idx="2616">
                  <c:v>635</c:v>
                </c:pt>
                <c:pt idx="2617">
                  <c:v>635</c:v>
                </c:pt>
                <c:pt idx="2618">
                  <c:v>635</c:v>
                </c:pt>
                <c:pt idx="2619">
                  <c:v>635</c:v>
                </c:pt>
                <c:pt idx="2620">
                  <c:v>635</c:v>
                </c:pt>
                <c:pt idx="2621">
                  <c:v>635</c:v>
                </c:pt>
                <c:pt idx="2622">
                  <c:v>686</c:v>
                </c:pt>
                <c:pt idx="2623">
                  <c:v>686</c:v>
                </c:pt>
                <c:pt idx="2624">
                  <c:v>686</c:v>
                </c:pt>
                <c:pt idx="2625">
                  <c:v>686</c:v>
                </c:pt>
                <c:pt idx="2626">
                  <c:v>686</c:v>
                </c:pt>
                <c:pt idx="2627">
                  <c:v>686</c:v>
                </c:pt>
                <c:pt idx="2628">
                  <c:v>686</c:v>
                </c:pt>
                <c:pt idx="2629">
                  <c:v>686</c:v>
                </c:pt>
                <c:pt idx="2630">
                  <c:v>686</c:v>
                </c:pt>
                <c:pt idx="2631">
                  <c:v>686</c:v>
                </c:pt>
                <c:pt idx="2632">
                  <c:v>686</c:v>
                </c:pt>
                <c:pt idx="2633">
                  <c:v>720</c:v>
                </c:pt>
                <c:pt idx="2634">
                  <c:v>720</c:v>
                </c:pt>
                <c:pt idx="2635">
                  <c:v>856</c:v>
                </c:pt>
                <c:pt idx="2636">
                  <c:v>856</c:v>
                </c:pt>
                <c:pt idx="2637">
                  <c:v>890</c:v>
                </c:pt>
                <c:pt idx="2638">
                  <c:v>890</c:v>
                </c:pt>
                <c:pt idx="2639">
                  <c:v>890</c:v>
                </c:pt>
                <c:pt idx="2640">
                  <c:v>890</c:v>
                </c:pt>
                <c:pt idx="2641">
                  <c:v>890</c:v>
                </c:pt>
                <c:pt idx="2642">
                  <c:v>890</c:v>
                </c:pt>
                <c:pt idx="2643">
                  <c:v>890</c:v>
                </c:pt>
                <c:pt idx="2644">
                  <c:v>890</c:v>
                </c:pt>
                <c:pt idx="2645">
                  <c:v>890</c:v>
                </c:pt>
                <c:pt idx="2646">
                  <c:v>890</c:v>
                </c:pt>
                <c:pt idx="2647">
                  <c:v>925</c:v>
                </c:pt>
                <c:pt idx="2648">
                  <c:v>925</c:v>
                </c:pt>
                <c:pt idx="2649">
                  <c:v>925</c:v>
                </c:pt>
                <c:pt idx="2650">
                  <c:v>925</c:v>
                </c:pt>
                <c:pt idx="2651">
                  <c:v>925</c:v>
                </c:pt>
                <c:pt idx="2652">
                  <c:v>925</c:v>
                </c:pt>
                <c:pt idx="2653">
                  <c:v>925</c:v>
                </c:pt>
                <c:pt idx="2654">
                  <c:v>925</c:v>
                </c:pt>
                <c:pt idx="2655">
                  <c:v>925</c:v>
                </c:pt>
                <c:pt idx="2656">
                  <c:v>925</c:v>
                </c:pt>
                <c:pt idx="2657">
                  <c:v>925</c:v>
                </c:pt>
                <c:pt idx="2658">
                  <c:v>925</c:v>
                </c:pt>
                <c:pt idx="2659">
                  <c:v>925</c:v>
                </c:pt>
                <c:pt idx="2660">
                  <c:v>925</c:v>
                </c:pt>
                <c:pt idx="2661">
                  <c:v>925</c:v>
                </c:pt>
                <c:pt idx="2662">
                  <c:v>925</c:v>
                </c:pt>
                <c:pt idx="2663">
                  <c:v>925</c:v>
                </c:pt>
                <c:pt idx="2664">
                  <c:v>925</c:v>
                </c:pt>
                <c:pt idx="2665">
                  <c:v>925</c:v>
                </c:pt>
                <c:pt idx="2666">
                  <c:v>925</c:v>
                </c:pt>
                <c:pt idx="2667">
                  <c:v>925</c:v>
                </c:pt>
                <c:pt idx="2668">
                  <c:v>825</c:v>
                </c:pt>
                <c:pt idx="2669">
                  <c:v>825</c:v>
                </c:pt>
                <c:pt idx="2670">
                  <c:v>825</c:v>
                </c:pt>
                <c:pt idx="2671">
                  <c:v>825</c:v>
                </c:pt>
                <c:pt idx="2672">
                  <c:v>825</c:v>
                </c:pt>
                <c:pt idx="2673">
                  <c:v>825</c:v>
                </c:pt>
                <c:pt idx="2674">
                  <c:v>825</c:v>
                </c:pt>
                <c:pt idx="2675">
                  <c:v>825</c:v>
                </c:pt>
                <c:pt idx="2676">
                  <c:v>825</c:v>
                </c:pt>
                <c:pt idx="2677">
                  <c:v>825</c:v>
                </c:pt>
                <c:pt idx="2678">
                  <c:v>944</c:v>
                </c:pt>
                <c:pt idx="2679">
                  <c:v>944</c:v>
                </c:pt>
                <c:pt idx="2680">
                  <c:v>944</c:v>
                </c:pt>
                <c:pt idx="2681">
                  <c:v>944</c:v>
                </c:pt>
                <c:pt idx="2682">
                  <c:v>944</c:v>
                </c:pt>
                <c:pt idx="2683">
                  <c:v>944</c:v>
                </c:pt>
                <c:pt idx="2684">
                  <c:v>944</c:v>
                </c:pt>
                <c:pt idx="2685">
                  <c:v>995</c:v>
                </c:pt>
                <c:pt idx="2686">
                  <c:v>995</c:v>
                </c:pt>
                <c:pt idx="2687">
                  <c:v>995</c:v>
                </c:pt>
                <c:pt idx="2688">
                  <c:v>995</c:v>
                </c:pt>
                <c:pt idx="2689">
                  <c:v>995</c:v>
                </c:pt>
                <c:pt idx="2690">
                  <c:v>995</c:v>
                </c:pt>
                <c:pt idx="2691">
                  <c:v>995</c:v>
                </c:pt>
                <c:pt idx="2692">
                  <c:v>995</c:v>
                </c:pt>
                <c:pt idx="2693">
                  <c:v>995</c:v>
                </c:pt>
                <c:pt idx="2694">
                  <c:v>995</c:v>
                </c:pt>
                <c:pt idx="2695">
                  <c:v>995</c:v>
                </c:pt>
                <c:pt idx="2696">
                  <c:v>995</c:v>
                </c:pt>
                <c:pt idx="2697">
                  <c:v>995</c:v>
                </c:pt>
                <c:pt idx="2698">
                  <c:v>995</c:v>
                </c:pt>
                <c:pt idx="2699">
                  <c:v>995</c:v>
                </c:pt>
                <c:pt idx="2700">
                  <c:v>995</c:v>
                </c:pt>
                <c:pt idx="2701">
                  <c:v>995</c:v>
                </c:pt>
                <c:pt idx="2702">
                  <c:v>995</c:v>
                </c:pt>
                <c:pt idx="2703">
                  <c:v>945</c:v>
                </c:pt>
                <c:pt idx="2704">
                  <c:v>945</c:v>
                </c:pt>
                <c:pt idx="2705">
                  <c:v>945</c:v>
                </c:pt>
                <c:pt idx="2706">
                  <c:v>945</c:v>
                </c:pt>
                <c:pt idx="2707">
                  <c:v>945</c:v>
                </c:pt>
                <c:pt idx="2708">
                  <c:v>945</c:v>
                </c:pt>
                <c:pt idx="2709">
                  <c:v>945</c:v>
                </c:pt>
                <c:pt idx="2710">
                  <c:v>2030</c:v>
                </c:pt>
                <c:pt idx="2711">
                  <c:v>2030</c:v>
                </c:pt>
                <c:pt idx="2712">
                  <c:v>2030</c:v>
                </c:pt>
                <c:pt idx="2713">
                  <c:v>2030</c:v>
                </c:pt>
                <c:pt idx="2714">
                  <c:v>2030</c:v>
                </c:pt>
                <c:pt idx="2715">
                  <c:v>2030</c:v>
                </c:pt>
                <c:pt idx="2716">
                  <c:v>2030</c:v>
                </c:pt>
                <c:pt idx="2717">
                  <c:v>2030</c:v>
                </c:pt>
                <c:pt idx="2718">
                  <c:v>2030</c:v>
                </c:pt>
                <c:pt idx="2719">
                  <c:v>2030</c:v>
                </c:pt>
                <c:pt idx="2720">
                  <c:v>2030</c:v>
                </c:pt>
                <c:pt idx="2721">
                  <c:v>2030</c:v>
                </c:pt>
                <c:pt idx="2722">
                  <c:v>2030</c:v>
                </c:pt>
                <c:pt idx="2723">
                  <c:v>2030</c:v>
                </c:pt>
                <c:pt idx="2724">
                  <c:v>1915</c:v>
                </c:pt>
                <c:pt idx="2725">
                  <c:v>1915</c:v>
                </c:pt>
                <c:pt idx="2726">
                  <c:v>1615</c:v>
                </c:pt>
                <c:pt idx="2727">
                  <c:v>1615</c:v>
                </c:pt>
                <c:pt idx="2728">
                  <c:v>1515</c:v>
                </c:pt>
                <c:pt idx="2729">
                  <c:v>1515</c:v>
                </c:pt>
                <c:pt idx="2730">
                  <c:v>1515</c:v>
                </c:pt>
                <c:pt idx="2731">
                  <c:v>1315</c:v>
                </c:pt>
                <c:pt idx="2732">
                  <c:v>1315</c:v>
                </c:pt>
                <c:pt idx="2733">
                  <c:v>1215</c:v>
                </c:pt>
                <c:pt idx="2734">
                  <c:v>1215</c:v>
                </c:pt>
                <c:pt idx="2735">
                  <c:v>1215</c:v>
                </c:pt>
                <c:pt idx="2736">
                  <c:v>1215</c:v>
                </c:pt>
                <c:pt idx="2737">
                  <c:v>1215</c:v>
                </c:pt>
                <c:pt idx="2738">
                  <c:v>1215</c:v>
                </c:pt>
                <c:pt idx="2739">
                  <c:v>1215</c:v>
                </c:pt>
                <c:pt idx="2740">
                  <c:v>1015</c:v>
                </c:pt>
                <c:pt idx="2741">
                  <c:v>1015</c:v>
                </c:pt>
                <c:pt idx="2742">
                  <c:v>1015</c:v>
                </c:pt>
                <c:pt idx="2743">
                  <c:v>1015</c:v>
                </c:pt>
                <c:pt idx="2744">
                  <c:v>1015</c:v>
                </c:pt>
                <c:pt idx="2745">
                  <c:v>1015</c:v>
                </c:pt>
                <c:pt idx="2746">
                  <c:v>1015</c:v>
                </c:pt>
                <c:pt idx="2747">
                  <c:v>1015</c:v>
                </c:pt>
                <c:pt idx="2748">
                  <c:v>1015</c:v>
                </c:pt>
                <c:pt idx="2749">
                  <c:v>1015</c:v>
                </c:pt>
                <c:pt idx="2750">
                  <c:v>1015</c:v>
                </c:pt>
                <c:pt idx="2751">
                  <c:v>1015</c:v>
                </c:pt>
                <c:pt idx="2752">
                  <c:v>915</c:v>
                </c:pt>
                <c:pt idx="2753">
                  <c:v>915</c:v>
                </c:pt>
                <c:pt idx="2754">
                  <c:v>915</c:v>
                </c:pt>
                <c:pt idx="2755">
                  <c:v>915</c:v>
                </c:pt>
                <c:pt idx="2756">
                  <c:v>915</c:v>
                </c:pt>
                <c:pt idx="2757">
                  <c:v>915</c:v>
                </c:pt>
                <c:pt idx="2758">
                  <c:v>915</c:v>
                </c:pt>
                <c:pt idx="2759">
                  <c:v>615</c:v>
                </c:pt>
                <c:pt idx="2760">
                  <c:v>615</c:v>
                </c:pt>
                <c:pt idx="2761">
                  <c:v>615</c:v>
                </c:pt>
                <c:pt idx="2762">
                  <c:v>615</c:v>
                </c:pt>
                <c:pt idx="2763">
                  <c:v>615</c:v>
                </c:pt>
                <c:pt idx="2764">
                  <c:v>615</c:v>
                </c:pt>
                <c:pt idx="2765">
                  <c:v>615</c:v>
                </c:pt>
                <c:pt idx="2766">
                  <c:v>615</c:v>
                </c:pt>
                <c:pt idx="2767">
                  <c:v>815</c:v>
                </c:pt>
                <c:pt idx="2768">
                  <c:v>815</c:v>
                </c:pt>
                <c:pt idx="2769">
                  <c:v>815</c:v>
                </c:pt>
                <c:pt idx="2770">
                  <c:v>815</c:v>
                </c:pt>
                <c:pt idx="2771">
                  <c:v>815</c:v>
                </c:pt>
                <c:pt idx="2772">
                  <c:v>815</c:v>
                </c:pt>
                <c:pt idx="2773">
                  <c:v>815</c:v>
                </c:pt>
                <c:pt idx="2774">
                  <c:v>815</c:v>
                </c:pt>
                <c:pt idx="2775">
                  <c:v>815</c:v>
                </c:pt>
                <c:pt idx="2776">
                  <c:v>815</c:v>
                </c:pt>
                <c:pt idx="2777">
                  <c:v>1415</c:v>
                </c:pt>
                <c:pt idx="2778">
                  <c:v>1415</c:v>
                </c:pt>
                <c:pt idx="2779">
                  <c:v>1415</c:v>
                </c:pt>
                <c:pt idx="2780">
                  <c:v>1415</c:v>
                </c:pt>
                <c:pt idx="2781">
                  <c:v>1415</c:v>
                </c:pt>
                <c:pt idx="2782">
                  <c:v>1415</c:v>
                </c:pt>
                <c:pt idx="2783">
                  <c:v>1415</c:v>
                </c:pt>
                <c:pt idx="2784">
                  <c:v>1415</c:v>
                </c:pt>
                <c:pt idx="2785">
                  <c:v>1415</c:v>
                </c:pt>
                <c:pt idx="2786">
                  <c:v>1415</c:v>
                </c:pt>
                <c:pt idx="2787">
                  <c:v>1415</c:v>
                </c:pt>
                <c:pt idx="2788">
                  <c:v>1415</c:v>
                </c:pt>
                <c:pt idx="2789">
                  <c:v>1415</c:v>
                </c:pt>
                <c:pt idx="2790">
                  <c:v>1415</c:v>
                </c:pt>
                <c:pt idx="2791">
                  <c:v>1415</c:v>
                </c:pt>
                <c:pt idx="2792">
                  <c:v>1415</c:v>
                </c:pt>
                <c:pt idx="2793">
                  <c:v>1415</c:v>
                </c:pt>
                <c:pt idx="2794">
                  <c:v>1415</c:v>
                </c:pt>
                <c:pt idx="2795">
                  <c:v>1415</c:v>
                </c:pt>
                <c:pt idx="2796">
                  <c:v>1415</c:v>
                </c:pt>
                <c:pt idx="2797">
                  <c:v>1565</c:v>
                </c:pt>
                <c:pt idx="2798">
                  <c:v>1581</c:v>
                </c:pt>
                <c:pt idx="2799">
                  <c:v>1581</c:v>
                </c:pt>
                <c:pt idx="2800">
                  <c:v>1581</c:v>
                </c:pt>
                <c:pt idx="2801">
                  <c:v>1581</c:v>
                </c:pt>
                <c:pt idx="2802">
                  <c:v>1530</c:v>
                </c:pt>
                <c:pt idx="2803">
                  <c:v>1530</c:v>
                </c:pt>
                <c:pt idx="2804">
                  <c:v>1530</c:v>
                </c:pt>
                <c:pt idx="2805">
                  <c:v>1530</c:v>
                </c:pt>
                <c:pt idx="2806">
                  <c:v>1530</c:v>
                </c:pt>
                <c:pt idx="2807">
                  <c:v>1530</c:v>
                </c:pt>
                <c:pt idx="2808">
                  <c:v>1530</c:v>
                </c:pt>
                <c:pt idx="2809">
                  <c:v>1530</c:v>
                </c:pt>
                <c:pt idx="2810">
                  <c:v>1530</c:v>
                </c:pt>
                <c:pt idx="2811">
                  <c:v>1630</c:v>
                </c:pt>
                <c:pt idx="2812">
                  <c:v>1630</c:v>
                </c:pt>
                <c:pt idx="2813">
                  <c:v>1630</c:v>
                </c:pt>
                <c:pt idx="2814">
                  <c:v>1630</c:v>
                </c:pt>
                <c:pt idx="2815">
                  <c:v>1630</c:v>
                </c:pt>
                <c:pt idx="2816">
                  <c:v>1630</c:v>
                </c:pt>
                <c:pt idx="2817">
                  <c:v>1330</c:v>
                </c:pt>
                <c:pt idx="2818">
                  <c:v>1330</c:v>
                </c:pt>
                <c:pt idx="2819">
                  <c:v>1330</c:v>
                </c:pt>
                <c:pt idx="2820">
                  <c:v>1330</c:v>
                </c:pt>
                <c:pt idx="2821">
                  <c:v>1330</c:v>
                </c:pt>
                <c:pt idx="2822">
                  <c:v>1330</c:v>
                </c:pt>
                <c:pt idx="2823">
                  <c:v>1330</c:v>
                </c:pt>
                <c:pt idx="2824">
                  <c:v>1546</c:v>
                </c:pt>
                <c:pt idx="2825">
                  <c:v>1546</c:v>
                </c:pt>
                <c:pt idx="2826">
                  <c:v>1546</c:v>
                </c:pt>
                <c:pt idx="2827">
                  <c:v>1546</c:v>
                </c:pt>
                <c:pt idx="2828">
                  <c:v>1546</c:v>
                </c:pt>
                <c:pt idx="2829">
                  <c:v>1546</c:v>
                </c:pt>
                <c:pt idx="2830">
                  <c:v>1546</c:v>
                </c:pt>
                <c:pt idx="2831">
                  <c:v>1546</c:v>
                </c:pt>
                <c:pt idx="2832">
                  <c:v>1546</c:v>
                </c:pt>
                <c:pt idx="2833">
                  <c:v>1546</c:v>
                </c:pt>
                <c:pt idx="2834">
                  <c:v>1546</c:v>
                </c:pt>
                <c:pt idx="2835">
                  <c:v>1546</c:v>
                </c:pt>
                <c:pt idx="2836">
                  <c:v>1546</c:v>
                </c:pt>
                <c:pt idx="2837">
                  <c:v>1546</c:v>
                </c:pt>
                <c:pt idx="2838">
                  <c:v>1546</c:v>
                </c:pt>
                <c:pt idx="2839">
                  <c:v>1646</c:v>
                </c:pt>
                <c:pt idx="2840">
                  <c:v>1646</c:v>
                </c:pt>
                <c:pt idx="2841">
                  <c:v>1646</c:v>
                </c:pt>
                <c:pt idx="2842">
                  <c:v>1646</c:v>
                </c:pt>
                <c:pt idx="2843">
                  <c:v>1646</c:v>
                </c:pt>
                <c:pt idx="2844">
                  <c:v>1946</c:v>
                </c:pt>
                <c:pt idx="2845">
                  <c:v>1946</c:v>
                </c:pt>
                <c:pt idx="2846">
                  <c:v>1946</c:v>
                </c:pt>
                <c:pt idx="2847">
                  <c:v>1946</c:v>
                </c:pt>
                <c:pt idx="2848">
                  <c:v>1946</c:v>
                </c:pt>
                <c:pt idx="2849">
                  <c:v>1946</c:v>
                </c:pt>
                <c:pt idx="2850">
                  <c:v>1946</c:v>
                </c:pt>
                <c:pt idx="2851">
                  <c:v>1746</c:v>
                </c:pt>
                <c:pt idx="2852">
                  <c:v>1746</c:v>
                </c:pt>
                <c:pt idx="2853">
                  <c:v>1746</c:v>
                </c:pt>
                <c:pt idx="2854">
                  <c:v>1746</c:v>
                </c:pt>
                <c:pt idx="2855">
                  <c:v>1746</c:v>
                </c:pt>
                <c:pt idx="2856">
                  <c:v>1746</c:v>
                </c:pt>
                <c:pt idx="2857">
                  <c:v>1746</c:v>
                </c:pt>
                <c:pt idx="2858">
                  <c:v>1746</c:v>
                </c:pt>
                <c:pt idx="2859">
                  <c:v>1746</c:v>
                </c:pt>
                <c:pt idx="2860">
                  <c:v>1746</c:v>
                </c:pt>
                <c:pt idx="2861">
                  <c:v>1746</c:v>
                </c:pt>
                <c:pt idx="2862">
                  <c:v>1746</c:v>
                </c:pt>
                <c:pt idx="2863">
                  <c:v>1746</c:v>
                </c:pt>
                <c:pt idx="2864">
                  <c:v>1746</c:v>
                </c:pt>
                <c:pt idx="2865">
                  <c:v>1746</c:v>
                </c:pt>
                <c:pt idx="2866">
                  <c:v>1746</c:v>
                </c:pt>
                <c:pt idx="2867">
                  <c:v>1746</c:v>
                </c:pt>
                <c:pt idx="2868">
                  <c:v>1746</c:v>
                </c:pt>
                <c:pt idx="2869">
                  <c:v>1746</c:v>
                </c:pt>
                <c:pt idx="2870">
                  <c:v>1746</c:v>
                </c:pt>
                <c:pt idx="2871">
                  <c:v>1695</c:v>
                </c:pt>
                <c:pt idx="2872">
                  <c:v>1695</c:v>
                </c:pt>
                <c:pt idx="2873">
                  <c:v>1695</c:v>
                </c:pt>
                <c:pt idx="2874">
                  <c:v>1695</c:v>
                </c:pt>
                <c:pt idx="2875">
                  <c:v>1695</c:v>
                </c:pt>
                <c:pt idx="2876">
                  <c:v>1695</c:v>
                </c:pt>
                <c:pt idx="2877">
                  <c:v>1695</c:v>
                </c:pt>
                <c:pt idx="2878">
                  <c:v>1695</c:v>
                </c:pt>
                <c:pt idx="2879">
                  <c:v>1695</c:v>
                </c:pt>
                <c:pt idx="2880">
                  <c:v>1695</c:v>
                </c:pt>
                <c:pt idx="2881">
                  <c:v>1695</c:v>
                </c:pt>
                <c:pt idx="2882">
                  <c:v>1695</c:v>
                </c:pt>
                <c:pt idx="2883">
                  <c:v>1695</c:v>
                </c:pt>
                <c:pt idx="2884">
                  <c:v>1695</c:v>
                </c:pt>
                <c:pt idx="2885">
                  <c:v>1595</c:v>
                </c:pt>
                <c:pt idx="2886">
                  <c:v>1595</c:v>
                </c:pt>
                <c:pt idx="2887">
                  <c:v>1595</c:v>
                </c:pt>
                <c:pt idx="2888">
                  <c:v>1595</c:v>
                </c:pt>
                <c:pt idx="2889">
                  <c:v>1595</c:v>
                </c:pt>
                <c:pt idx="2890">
                  <c:v>1595</c:v>
                </c:pt>
                <c:pt idx="2891">
                  <c:v>1595</c:v>
                </c:pt>
                <c:pt idx="2892">
                  <c:v>1595</c:v>
                </c:pt>
                <c:pt idx="2893">
                  <c:v>1595</c:v>
                </c:pt>
                <c:pt idx="2894">
                  <c:v>1595</c:v>
                </c:pt>
                <c:pt idx="2895">
                  <c:v>1595</c:v>
                </c:pt>
                <c:pt idx="2896">
                  <c:v>1595</c:v>
                </c:pt>
                <c:pt idx="2897">
                  <c:v>1595</c:v>
                </c:pt>
                <c:pt idx="2898">
                  <c:v>1595</c:v>
                </c:pt>
                <c:pt idx="2899">
                  <c:v>1544</c:v>
                </c:pt>
                <c:pt idx="2900">
                  <c:v>1544</c:v>
                </c:pt>
                <c:pt idx="2901">
                  <c:v>1544</c:v>
                </c:pt>
                <c:pt idx="2902">
                  <c:v>1544</c:v>
                </c:pt>
                <c:pt idx="2903">
                  <c:v>1544</c:v>
                </c:pt>
                <c:pt idx="2904">
                  <c:v>1544</c:v>
                </c:pt>
                <c:pt idx="2905">
                  <c:v>1544</c:v>
                </c:pt>
                <c:pt idx="2906">
                  <c:v>1544</c:v>
                </c:pt>
                <c:pt idx="2907">
                  <c:v>1544</c:v>
                </c:pt>
                <c:pt idx="2908">
                  <c:v>1544</c:v>
                </c:pt>
                <c:pt idx="2909">
                  <c:v>1544</c:v>
                </c:pt>
                <c:pt idx="2910">
                  <c:v>1544</c:v>
                </c:pt>
                <c:pt idx="2911">
                  <c:v>1544</c:v>
                </c:pt>
                <c:pt idx="2912">
                  <c:v>1544</c:v>
                </c:pt>
                <c:pt idx="2913">
                  <c:v>1544</c:v>
                </c:pt>
                <c:pt idx="2914">
                  <c:v>1544</c:v>
                </c:pt>
                <c:pt idx="2915">
                  <c:v>1544</c:v>
                </c:pt>
                <c:pt idx="2916">
                  <c:v>1544</c:v>
                </c:pt>
                <c:pt idx="2917">
                  <c:v>1544</c:v>
                </c:pt>
                <c:pt idx="2918">
                  <c:v>1544</c:v>
                </c:pt>
                <c:pt idx="2919">
                  <c:v>1544</c:v>
                </c:pt>
                <c:pt idx="2920">
                  <c:v>1544</c:v>
                </c:pt>
                <c:pt idx="2921">
                  <c:v>1544</c:v>
                </c:pt>
                <c:pt idx="2922">
                  <c:v>1544</c:v>
                </c:pt>
                <c:pt idx="2923">
                  <c:v>1544</c:v>
                </c:pt>
                <c:pt idx="2924">
                  <c:v>1544</c:v>
                </c:pt>
                <c:pt idx="2925">
                  <c:v>1544</c:v>
                </c:pt>
                <c:pt idx="2926">
                  <c:v>1544</c:v>
                </c:pt>
                <c:pt idx="2927">
                  <c:v>1544</c:v>
                </c:pt>
                <c:pt idx="2928">
                  <c:v>1544</c:v>
                </c:pt>
                <c:pt idx="2929">
                  <c:v>1544</c:v>
                </c:pt>
                <c:pt idx="2930">
                  <c:v>1544</c:v>
                </c:pt>
                <c:pt idx="2931">
                  <c:v>1544</c:v>
                </c:pt>
                <c:pt idx="2932">
                  <c:v>1544</c:v>
                </c:pt>
                <c:pt idx="2933">
                  <c:v>1544</c:v>
                </c:pt>
                <c:pt idx="2934">
                  <c:v>1578</c:v>
                </c:pt>
                <c:pt idx="2935">
                  <c:v>1578</c:v>
                </c:pt>
                <c:pt idx="2936">
                  <c:v>1578</c:v>
                </c:pt>
                <c:pt idx="2937">
                  <c:v>1578</c:v>
                </c:pt>
                <c:pt idx="2938">
                  <c:v>1578</c:v>
                </c:pt>
                <c:pt idx="2939">
                  <c:v>1578</c:v>
                </c:pt>
                <c:pt idx="2940">
                  <c:v>1578</c:v>
                </c:pt>
                <c:pt idx="2941">
                  <c:v>1578</c:v>
                </c:pt>
                <c:pt idx="2942">
                  <c:v>1578</c:v>
                </c:pt>
                <c:pt idx="2943">
                  <c:v>1629</c:v>
                </c:pt>
                <c:pt idx="2944">
                  <c:v>1629</c:v>
                </c:pt>
                <c:pt idx="2945">
                  <c:v>1629</c:v>
                </c:pt>
                <c:pt idx="2946">
                  <c:v>1629</c:v>
                </c:pt>
                <c:pt idx="2947">
                  <c:v>1629</c:v>
                </c:pt>
                <c:pt idx="2948">
                  <c:v>1629</c:v>
                </c:pt>
                <c:pt idx="2949">
                  <c:v>1629</c:v>
                </c:pt>
                <c:pt idx="2950">
                  <c:v>1629</c:v>
                </c:pt>
                <c:pt idx="2951">
                  <c:v>1629</c:v>
                </c:pt>
                <c:pt idx="2952">
                  <c:v>1629</c:v>
                </c:pt>
                <c:pt idx="2953">
                  <c:v>1629</c:v>
                </c:pt>
                <c:pt idx="2954">
                  <c:v>1629</c:v>
                </c:pt>
                <c:pt idx="2955">
                  <c:v>1629</c:v>
                </c:pt>
                <c:pt idx="2956">
                  <c:v>1629</c:v>
                </c:pt>
                <c:pt idx="2957">
                  <c:v>1629</c:v>
                </c:pt>
                <c:pt idx="2958">
                  <c:v>1629</c:v>
                </c:pt>
                <c:pt idx="2959">
                  <c:v>1629</c:v>
                </c:pt>
                <c:pt idx="2960">
                  <c:v>1748</c:v>
                </c:pt>
                <c:pt idx="2961">
                  <c:v>1748</c:v>
                </c:pt>
                <c:pt idx="2962">
                  <c:v>1748</c:v>
                </c:pt>
                <c:pt idx="2963">
                  <c:v>1748</c:v>
                </c:pt>
                <c:pt idx="2964">
                  <c:v>1748</c:v>
                </c:pt>
                <c:pt idx="2965">
                  <c:v>1748</c:v>
                </c:pt>
                <c:pt idx="2966">
                  <c:v>1748</c:v>
                </c:pt>
                <c:pt idx="2967">
                  <c:v>1748</c:v>
                </c:pt>
                <c:pt idx="2968">
                  <c:v>1748</c:v>
                </c:pt>
                <c:pt idx="2969">
                  <c:v>1748</c:v>
                </c:pt>
                <c:pt idx="2970">
                  <c:v>1748</c:v>
                </c:pt>
                <c:pt idx="2971">
                  <c:v>1748</c:v>
                </c:pt>
                <c:pt idx="2972">
                  <c:v>1765</c:v>
                </c:pt>
                <c:pt idx="2973">
                  <c:v>1765</c:v>
                </c:pt>
                <c:pt idx="2974">
                  <c:v>1765</c:v>
                </c:pt>
                <c:pt idx="2975">
                  <c:v>1765</c:v>
                </c:pt>
                <c:pt idx="2976">
                  <c:v>1765</c:v>
                </c:pt>
                <c:pt idx="2977">
                  <c:v>1765</c:v>
                </c:pt>
                <c:pt idx="2978">
                  <c:v>1765</c:v>
                </c:pt>
                <c:pt idx="2979">
                  <c:v>1850</c:v>
                </c:pt>
                <c:pt idx="2980">
                  <c:v>1850</c:v>
                </c:pt>
                <c:pt idx="2981">
                  <c:v>1850</c:v>
                </c:pt>
                <c:pt idx="2982">
                  <c:v>1850</c:v>
                </c:pt>
                <c:pt idx="2983">
                  <c:v>1850</c:v>
                </c:pt>
                <c:pt idx="2984">
                  <c:v>1900</c:v>
                </c:pt>
                <c:pt idx="2985">
                  <c:v>1900</c:v>
                </c:pt>
                <c:pt idx="2986">
                  <c:v>1900</c:v>
                </c:pt>
                <c:pt idx="2987">
                  <c:v>1951</c:v>
                </c:pt>
                <c:pt idx="2988">
                  <c:v>1951</c:v>
                </c:pt>
                <c:pt idx="2989">
                  <c:v>1951</c:v>
                </c:pt>
                <c:pt idx="2990">
                  <c:v>2035</c:v>
                </c:pt>
                <c:pt idx="2991">
                  <c:v>2035</c:v>
                </c:pt>
                <c:pt idx="2992">
                  <c:v>2035</c:v>
                </c:pt>
                <c:pt idx="2993">
                  <c:v>2035</c:v>
                </c:pt>
                <c:pt idx="2994">
                  <c:v>2135</c:v>
                </c:pt>
                <c:pt idx="2995">
                  <c:v>2135</c:v>
                </c:pt>
                <c:pt idx="2996">
                  <c:v>2135</c:v>
                </c:pt>
                <c:pt idx="2997">
                  <c:v>2135</c:v>
                </c:pt>
                <c:pt idx="2998">
                  <c:v>2220</c:v>
                </c:pt>
                <c:pt idx="2999">
                  <c:v>2320</c:v>
                </c:pt>
                <c:pt idx="3000">
                  <c:v>2405</c:v>
                </c:pt>
                <c:pt idx="3001">
                  <c:v>2405</c:v>
                </c:pt>
                <c:pt idx="3002">
                  <c:v>2405</c:v>
                </c:pt>
                <c:pt idx="3003">
                  <c:v>2405</c:v>
                </c:pt>
                <c:pt idx="3004">
                  <c:v>2405</c:v>
                </c:pt>
                <c:pt idx="3005">
                  <c:v>2405</c:v>
                </c:pt>
                <c:pt idx="3006">
                  <c:v>2555</c:v>
                </c:pt>
                <c:pt idx="3007">
                  <c:v>2555</c:v>
                </c:pt>
                <c:pt idx="3008">
                  <c:v>2555</c:v>
                </c:pt>
                <c:pt idx="3009">
                  <c:v>2555</c:v>
                </c:pt>
                <c:pt idx="3010">
                  <c:v>2555</c:v>
                </c:pt>
                <c:pt idx="3011">
                  <c:v>2555</c:v>
                </c:pt>
                <c:pt idx="3012">
                  <c:v>2555</c:v>
                </c:pt>
                <c:pt idx="3013">
                  <c:v>2555</c:v>
                </c:pt>
                <c:pt idx="3014">
                  <c:v>2555</c:v>
                </c:pt>
                <c:pt idx="3015">
                  <c:v>2555</c:v>
                </c:pt>
                <c:pt idx="3016">
                  <c:v>2555</c:v>
                </c:pt>
                <c:pt idx="3017">
                  <c:v>2555</c:v>
                </c:pt>
                <c:pt idx="3018">
                  <c:v>2555</c:v>
                </c:pt>
                <c:pt idx="3019">
                  <c:v>2555</c:v>
                </c:pt>
                <c:pt idx="3020">
                  <c:v>2589</c:v>
                </c:pt>
                <c:pt idx="3021">
                  <c:v>2589</c:v>
                </c:pt>
                <c:pt idx="3022">
                  <c:v>2589</c:v>
                </c:pt>
                <c:pt idx="3023">
                  <c:v>2589</c:v>
                </c:pt>
                <c:pt idx="3024">
                  <c:v>2589</c:v>
                </c:pt>
                <c:pt idx="3025">
                  <c:v>2589</c:v>
                </c:pt>
                <c:pt idx="3026">
                  <c:v>2589</c:v>
                </c:pt>
                <c:pt idx="3027">
                  <c:v>2589</c:v>
                </c:pt>
                <c:pt idx="3028">
                  <c:v>2589</c:v>
                </c:pt>
                <c:pt idx="3029">
                  <c:v>2589</c:v>
                </c:pt>
                <c:pt idx="3030">
                  <c:v>2589</c:v>
                </c:pt>
                <c:pt idx="3031">
                  <c:v>2589</c:v>
                </c:pt>
                <c:pt idx="3032">
                  <c:v>2589</c:v>
                </c:pt>
                <c:pt idx="3033">
                  <c:v>2439</c:v>
                </c:pt>
                <c:pt idx="3034">
                  <c:v>2439</c:v>
                </c:pt>
                <c:pt idx="3035">
                  <c:v>2439</c:v>
                </c:pt>
                <c:pt idx="3036">
                  <c:v>2439</c:v>
                </c:pt>
                <c:pt idx="3037">
                  <c:v>2439</c:v>
                </c:pt>
                <c:pt idx="3038">
                  <c:v>2439</c:v>
                </c:pt>
                <c:pt idx="3039">
                  <c:v>2439</c:v>
                </c:pt>
                <c:pt idx="3040">
                  <c:v>2405</c:v>
                </c:pt>
                <c:pt idx="3041">
                  <c:v>2405</c:v>
                </c:pt>
                <c:pt idx="3042">
                  <c:v>2405</c:v>
                </c:pt>
                <c:pt idx="3043">
                  <c:v>2405</c:v>
                </c:pt>
                <c:pt idx="3044">
                  <c:v>2405</c:v>
                </c:pt>
                <c:pt idx="3045">
                  <c:v>2405</c:v>
                </c:pt>
                <c:pt idx="3046">
                  <c:v>2354</c:v>
                </c:pt>
                <c:pt idx="3047">
                  <c:v>2354</c:v>
                </c:pt>
                <c:pt idx="3048">
                  <c:v>2354</c:v>
                </c:pt>
                <c:pt idx="3049">
                  <c:v>2354</c:v>
                </c:pt>
                <c:pt idx="3050">
                  <c:v>2254</c:v>
                </c:pt>
                <c:pt idx="3051">
                  <c:v>2254</c:v>
                </c:pt>
                <c:pt idx="3052">
                  <c:v>2254</c:v>
                </c:pt>
                <c:pt idx="3053">
                  <c:v>2254</c:v>
                </c:pt>
                <c:pt idx="3054">
                  <c:v>2254</c:v>
                </c:pt>
                <c:pt idx="3055">
                  <c:v>2254</c:v>
                </c:pt>
                <c:pt idx="3056">
                  <c:v>2254</c:v>
                </c:pt>
                <c:pt idx="3057">
                  <c:v>2254</c:v>
                </c:pt>
                <c:pt idx="3058">
                  <c:v>2254</c:v>
                </c:pt>
                <c:pt idx="3059">
                  <c:v>2254</c:v>
                </c:pt>
                <c:pt idx="3060">
                  <c:v>2254</c:v>
                </c:pt>
                <c:pt idx="3061">
                  <c:v>2154</c:v>
                </c:pt>
                <c:pt idx="3062">
                  <c:v>2154</c:v>
                </c:pt>
                <c:pt idx="3063">
                  <c:v>2154</c:v>
                </c:pt>
                <c:pt idx="3064">
                  <c:v>2154</c:v>
                </c:pt>
                <c:pt idx="3065">
                  <c:v>2154</c:v>
                </c:pt>
                <c:pt idx="3066">
                  <c:v>2154</c:v>
                </c:pt>
                <c:pt idx="3067">
                  <c:v>2104</c:v>
                </c:pt>
                <c:pt idx="3068">
                  <c:v>2104</c:v>
                </c:pt>
                <c:pt idx="3069">
                  <c:v>2104</c:v>
                </c:pt>
                <c:pt idx="3070">
                  <c:v>2104</c:v>
                </c:pt>
                <c:pt idx="3071">
                  <c:v>2104</c:v>
                </c:pt>
                <c:pt idx="3072">
                  <c:v>2104</c:v>
                </c:pt>
                <c:pt idx="3073">
                  <c:v>2104</c:v>
                </c:pt>
                <c:pt idx="3074">
                  <c:v>2104</c:v>
                </c:pt>
                <c:pt idx="3075">
                  <c:v>1904</c:v>
                </c:pt>
                <c:pt idx="3076">
                  <c:v>1904</c:v>
                </c:pt>
                <c:pt idx="3077">
                  <c:v>1904</c:v>
                </c:pt>
                <c:pt idx="3078">
                  <c:v>1904</c:v>
                </c:pt>
                <c:pt idx="3079">
                  <c:v>1904</c:v>
                </c:pt>
                <c:pt idx="3080">
                  <c:v>1904</c:v>
                </c:pt>
                <c:pt idx="3081">
                  <c:v>1904</c:v>
                </c:pt>
                <c:pt idx="3082">
                  <c:v>1754</c:v>
                </c:pt>
                <c:pt idx="3083">
                  <c:v>1754</c:v>
                </c:pt>
                <c:pt idx="3084">
                  <c:v>1754</c:v>
                </c:pt>
                <c:pt idx="3085">
                  <c:v>1754</c:v>
                </c:pt>
                <c:pt idx="3086">
                  <c:v>1754</c:v>
                </c:pt>
                <c:pt idx="3087">
                  <c:v>1754</c:v>
                </c:pt>
                <c:pt idx="3088">
                  <c:v>1754</c:v>
                </c:pt>
                <c:pt idx="3089">
                  <c:v>1754</c:v>
                </c:pt>
                <c:pt idx="3090">
                  <c:v>1754</c:v>
                </c:pt>
                <c:pt idx="3091">
                  <c:v>1754</c:v>
                </c:pt>
                <c:pt idx="3092">
                  <c:v>1754</c:v>
                </c:pt>
                <c:pt idx="3093">
                  <c:v>1754</c:v>
                </c:pt>
                <c:pt idx="3094">
                  <c:v>1754</c:v>
                </c:pt>
                <c:pt idx="3095">
                  <c:v>1854</c:v>
                </c:pt>
                <c:pt idx="3096">
                  <c:v>1854</c:v>
                </c:pt>
                <c:pt idx="3097">
                  <c:v>1854</c:v>
                </c:pt>
                <c:pt idx="3098">
                  <c:v>1854</c:v>
                </c:pt>
                <c:pt idx="3099">
                  <c:v>1854</c:v>
                </c:pt>
                <c:pt idx="3100">
                  <c:v>1854</c:v>
                </c:pt>
                <c:pt idx="3101">
                  <c:v>1854</c:v>
                </c:pt>
                <c:pt idx="3102">
                  <c:v>1504</c:v>
                </c:pt>
                <c:pt idx="3103">
                  <c:v>1388</c:v>
                </c:pt>
                <c:pt idx="3104">
                  <c:v>1388</c:v>
                </c:pt>
                <c:pt idx="3105">
                  <c:v>1388</c:v>
                </c:pt>
                <c:pt idx="3106">
                  <c:v>1388</c:v>
                </c:pt>
                <c:pt idx="3107">
                  <c:v>1388</c:v>
                </c:pt>
                <c:pt idx="3108">
                  <c:v>1388</c:v>
                </c:pt>
                <c:pt idx="3109">
                  <c:v>1388</c:v>
                </c:pt>
                <c:pt idx="3110">
                  <c:v>1338</c:v>
                </c:pt>
                <c:pt idx="3111">
                  <c:v>1288</c:v>
                </c:pt>
                <c:pt idx="3112">
                  <c:v>1288</c:v>
                </c:pt>
                <c:pt idx="3113">
                  <c:v>1288</c:v>
                </c:pt>
                <c:pt idx="3114">
                  <c:v>1288</c:v>
                </c:pt>
                <c:pt idx="3115">
                  <c:v>1288</c:v>
                </c:pt>
                <c:pt idx="3116">
                  <c:v>1288</c:v>
                </c:pt>
                <c:pt idx="3117">
                  <c:v>1188</c:v>
                </c:pt>
                <c:pt idx="3118">
                  <c:v>1188</c:v>
                </c:pt>
                <c:pt idx="3119">
                  <c:v>1138</c:v>
                </c:pt>
                <c:pt idx="3120">
                  <c:v>1138</c:v>
                </c:pt>
                <c:pt idx="3121">
                  <c:v>1138</c:v>
                </c:pt>
                <c:pt idx="3122">
                  <c:v>1138</c:v>
                </c:pt>
                <c:pt idx="3123">
                  <c:v>1138</c:v>
                </c:pt>
                <c:pt idx="3124">
                  <c:v>1138</c:v>
                </c:pt>
                <c:pt idx="3125">
                  <c:v>1138</c:v>
                </c:pt>
                <c:pt idx="3126">
                  <c:v>1038</c:v>
                </c:pt>
                <c:pt idx="3127">
                  <c:v>1038</c:v>
                </c:pt>
                <c:pt idx="3128">
                  <c:v>1038</c:v>
                </c:pt>
                <c:pt idx="3129">
                  <c:v>1038</c:v>
                </c:pt>
                <c:pt idx="3130">
                  <c:v>1038</c:v>
                </c:pt>
                <c:pt idx="3131">
                  <c:v>1038</c:v>
                </c:pt>
                <c:pt idx="3132">
                  <c:v>988</c:v>
                </c:pt>
                <c:pt idx="3133">
                  <c:v>988</c:v>
                </c:pt>
                <c:pt idx="3134">
                  <c:v>988</c:v>
                </c:pt>
                <c:pt idx="3135">
                  <c:v>988</c:v>
                </c:pt>
                <c:pt idx="3136">
                  <c:v>988</c:v>
                </c:pt>
                <c:pt idx="3137">
                  <c:v>988</c:v>
                </c:pt>
                <c:pt idx="3138">
                  <c:v>988</c:v>
                </c:pt>
                <c:pt idx="3139">
                  <c:v>888</c:v>
                </c:pt>
                <c:pt idx="3140">
                  <c:v>888</c:v>
                </c:pt>
                <c:pt idx="3141">
                  <c:v>888</c:v>
                </c:pt>
                <c:pt idx="3142">
                  <c:v>888</c:v>
                </c:pt>
                <c:pt idx="3143">
                  <c:v>888</c:v>
                </c:pt>
                <c:pt idx="3144">
                  <c:v>738</c:v>
                </c:pt>
                <c:pt idx="3145">
                  <c:v>738</c:v>
                </c:pt>
                <c:pt idx="3146">
                  <c:v>738</c:v>
                </c:pt>
                <c:pt idx="3147">
                  <c:v>738</c:v>
                </c:pt>
                <c:pt idx="3148">
                  <c:v>738</c:v>
                </c:pt>
                <c:pt idx="3149">
                  <c:v>738</c:v>
                </c:pt>
                <c:pt idx="3150">
                  <c:v>738</c:v>
                </c:pt>
                <c:pt idx="3151">
                  <c:v>738</c:v>
                </c:pt>
                <c:pt idx="3152">
                  <c:v>638</c:v>
                </c:pt>
                <c:pt idx="3153">
                  <c:v>638</c:v>
                </c:pt>
                <c:pt idx="3154">
                  <c:v>638</c:v>
                </c:pt>
                <c:pt idx="3155">
                  <c:v>638</c:v>
                </c:pt>
                <c:pt idx="3156">
                  <c:v>638</c:v>
                </c:pt>
                <c:pt idx="3157">
                  <c:v>638</c:v>
                </c:pt>
                <c:pt idx="3158">
                  <c:v>638</c:v>
                </c:pt>
                <c:pt idx="3159">
                  <c:v>638</c:v>
                </c:pt>
                <c:pt idx="3160">
                  <c:v>638</c:v>
                </c:pt>
                <c:pt idx="3161">
                  <c:v>638</c:v>
                </c:pt>
                <c:pt idx="3162">
                  <c:v>638</c:v>
                </c:pt>
                <c:pt idx="3163">
                  <c:v>638</c:v>
                </c:pt>
                <c:pt idx="3164">
                  <c:v>638</c:v>
                </c:pt>
                <c:pt idx="3165">
                  <c:v>638</c:v>
                </c:pt>
                <c:pt idx="3166">
                  <c:v>588</c:v>
                </c:pt>
                <c:pt idx="3167">
                  <c:v>588</c:v>
                </c:pt>
                <c:pt idx="3168">
                  <c:v>588</c:v>
                </c:pt>
                <c:pt idx="3169">
                  <c:v>588</c:v>
                </c:pt>
                <c:pt idx="3170">
                  <c:v>588</c:v>
                </c:pt>
                <c:pt idx="3171">
                  <c:v>588</c:v>
                </c:pt>
                <c:pt idx="3172">
                  <c:v>588</c:v>
                </c:pt>
                <c:pt idx="3173">
                  <c:v>588</c:v>
                </c:pt>
                <c:pt idx="3174">
                  <c:v>588</c:v>
                </c:pt>
                <c:pt idx="3175">
                  <c:v>588</c:v>
                </c:pt>
                <c:pt idx="3176">
                  <c:v>588</c:v>
                </c:pt>
                <c:pt idx="3177">
                  <c:v>588</c:v>
                </c:pt>
                <c:pt idx="3178">
                  <c:v>588</c:v>
                </c:pt>
                <c:pt idx="3179">
                  <c:v>588</c:v>
                </c:pt>
                <c:pt idx="3180">
                  <c:v>588</c:v>
                </c:pt>
                <c:pt idx="3181">
                  <c:v>588</c:v>
                </c:pt>
                <c:pt idx="3182">
                  <c:v>588</c:v>
                </c:pt>
                <c:pt idx="3183">
                  <c:v>588</c:v>
                </c:pt>
                <c:pt idx="3184">
                  <c:v>588</c:v>
                </c:pt>
                <c:pt idx="3185">
                  <c:v>588</c:v>
                </c:pt>
                <c:pt idx="3186">
                  <c:v>588</c:v>
                </c:pt>
                <c:pt idx="3187">
                  <c:v>588</c:v>
                </c:pt>
                <c:pt idx="3188">
                  <c:v>588</c:v>
                </c:pt>
                <c:pt idx="3189">
                  <c:v>588</c:v>
                </c:pt>
                <c:pt idx="3190">
                  <c:v>588</c:v>
                </c:pt>
                <c:pt idx="3191">
                  <c:v>638</c:v>
                </c:pt>
                <c:pt idx="3192">
                  <c:v>638</c:v>
                </c:pt>
                <c:pt idx="3193">
                  <c:v>638</c:v>
                </c:pt>
                <c:pt idx="3194">
                  <c:v>638</c:v>
                </c:pt>
                <c:pt idx="3195">
                  <c:v>638</c:v>
                </c:pt>
                <c:pt idx="3196">
                  <c:v>638</c:v>
                </c:pt>
                <c:pt idx="3197">
                  <c:v>638</c:v>
                </c:pt>
                <c:pt idx="3198">
                  <c:v>638</c:v>
                </c:pt>
                <c:pt idx="3199">
                  <c:v>638</c:v>
                </c:pt>
                <c:pt idx="3200">
                  <c:v>638</c:v>
                </c:pt>
                <c:pt idx="3201">
                  <c:v>638</c:v>
                </c:pt>
                <c:pt idx="3202">
                  <c:v>638</c:v>
                </c:pt>
                <c:pt idx="3203">
                  <c:v>738</c:v>
                </c:pt>
                <c:pt idx="3204">
                  <c:v>738</c:v>
                </c:pt>
                <c:pt idx="3205">
                  <c:v>738</c:v>
                </c:pt>
                <c:pt idx="3206">
                  <c:v>738</c:v>
                </c:pt>
                <c:pt idx="3207">
                  <c:v>788</c:v>
                </c:pt>
                <c:pt idx="3208">
                  <c:v>788</c:v>
                </c:pt>
                <c:pt idx="3209">
                  <c:v>788</c:v>
                </c:pt>
                <c:pt idx="3210">
                  <c:v>788</c:v>
                </c:pt>
                <c:pt idx="3211">
                  <c:v>788</c:v>
                </c:pt>
                <c:pt idx="3212">
                  <c:v>788</c:v>
                </c:pt>
                <c:pt idx="3213">
                  <c:v>788</c:v>
                </c:pt>
                <c:pt idx="3214">
                  <c:v>788</c:v>
                </c:pt>
                <c:pt idx="3215">
                  <c:v>788</c:v>
                </c:pt>
                <c:pt idx="3216">
                  <c:v>788</c:v>
                </c:pt>
                <c:pt idx="3217">
                  <c:v>788</c:v>
                </c:pt>
                <c:pt idx="3218">
                  <c:v>788</c:v>
                </c:pt>
                <c:pt idx="3219">
                  <c:v>788</c:v>
                </c:pt>
                <c:pt idx="3220">
                  <c:v>788</c:v>
                </c:pt>
                <c:pt idx="3221">
                  <c:v>788</c:v>
                </c:pt>
                <c:pt idx="3222">
                  <c:v>788</c:v>
                </c:pt>
                <c:pt idx="3223">
                  <c:v>788</c:v>
                </c:pt>
                <c:pt idx="3224">
                  <c:v>838</c:v>
                </c:pt>
                <c:pt idx="3225">
                  <c:v>838</c:v>
                </c:pt>
                <c:pt idx="3226">
                  <c:v>838</c:v>
                </c:pt>
                <c:pt idx="3227">
                  <c:v>838</c:v>
                </c:pt>
                <c:pt idx="3228">
                  <c:v>838</c:v>
                </c:pt>
                <c:pt idx="3229">
                  <c:v>838</c:v>
                </c:pt>
                <c:pt idx="3230">
                  <c:v>838</c:v>
                </c:pt>
                <c:pt idx="3231">
                  <c:v>838</c:v>
                </c:pt>
                <c:pt idx="3232">
                  <c:v>838</c:v>
                </c:pt>
                <c:pt idx="3233">
                  <c:v>838</c:v>
                </c:pt>
                <c:pt idx="3234">
                  <c:v>838</c:v>
                </c:pt>
                <c:pt idx="3235">
                  <c:v>838</c:v>
                </c:pt>
                <c:pt idx="3236">
                  <c:v>838</c:v>
                </c:pt>
                <c:pt idx="3237">
                  <c:v>838</c:v>
                </c:pt>
                <c:pt idx="3238">
                  <c:v>838</c:v>
                </c:pt>
                <c:pt idx="3239">
                  <c:v>838</c:v>
                </c:pt>
                <c:pt idx="3240">
                  <c:v>838</c:v>
                </c:pt>
                <c:pt idx="3241">
                  <c:v>838</c:v>
                </c:pt>
                <c:pt idx="3242">
                  <c:v>838</c:v>
                </c:pt>
                <c:pt idx="3243">
                  <c:v>838</c:v>
                </c:pt>
                <c:pt idx="3244">
                  <c:v>838</c:v>
                </c:pt>
                <c:pt idx="3245">
                  <c:v>838</c:v>
                </c:pt>
                <c:pt idx="3246">
                  <c:v>838</c:v>
                </c:pt>
                <c:pt idx="3247">
                  <c:v>838</c:v>
                </c:pt>
                <c:pt idx="3248">
                  <c:v>838</c:v>
                </c:pt>
                <c:pt idx="3249">
                  <c:v>838</c:v>
                </c:pt>
                <c:pt idx="3250">
                  <c:v>838</c:v>
                </c:pt>
                <c:pt idx="3251">
                  <c:v>838</c:v>
                </c:pt>
                <c:pt idx="3252">
                  <c:v>838</c:v>
                </c:pt>
                <c:pt idx="3253">
                  <c:v>838</c:v>
                </c:pt>
                <c:pt idx="3254">
                  <c:v>838</c:v>
                </c:pt>
                <c:pt idx="3255">
                  <c:v>838</c:v>
                </c:pt>
                <c:pt idx="3256">
                  <c:v>838</c:v>
                </c:pt>
                <c:pt idx="3257">
                  <c:v>988</c:v>
                </c:pt>
                <c:pt idx="3258">
                  <c:v>988</c:v>
                </c:pt>
                <c:pt idx="3259">
                  <c:v>1088</c:v>
                </c:pt>
                <c:pt idx="3260">
                  <c:v>1088</c:v>
                </c:pt>
                <c:pt idx="3261">
                  <c:v>1088</c:v>
                </c:pt>
                <c:pt idx="3262">
                  <c:v>1088</c:v>
                </c:pt>
                <c:pt idx="3263">
                  <c:v>1088</c:v>
                </c:pt>
                <c:pt idx="3264">
                  <c:v>1138</c:v>
                </c:pt>
                <c:pt idx="3265">
                  <c:v>1138</c:v>
                </c:pt>
                <c:pt idx="3266">
                  <c:v>1138</c:v>
                </c:pt>
                <c:pt idx="3267">
                  <c:v>1138</c:v>
                </c:pt>
                <c:pt idx="3268">
                  <c:v>1138</c:v>
                </c:pt>
                <c:pt idx="3269">
                  <c:v>1138</c:v>
                </c:pt>
                <c:pt idx="3270">
                  <c:v>1138</c:v>
                </c:pt>
                <c:pt idx="3271">
                  <c:v>1238</c:v>
                </c:pt>
                <c:pt idx="3272">
                  <c:v>1238</c:v>
                </c:pt>
                <c:pt idx="3273">
                  <c:v>1238</c:v>
                </c:pt>
                <c:pt idx="3274">
                  <c:v>1238</c:v>
                </c:pt>
                <c:pt idx="3275">
                  <c:v>1238</c:v>
                </c:pt>
                <c:pt idx="3276">
                  <c:v>1238</c:v>
                </c:pt>
                <c:pt idx="3277">
                  <c:v>1238</c:v>
                </c:pt>
                <c:pt idx="3278">
                  <c:v>1238</c:v>
                </c:pt>
                <c:pt idx="3279">
                  <c:v>1238</c:v>
                </c:pt>
                <c:pt idx="3280">
                  <c:v>1238</c:v>
                </c:pt>
                <c:pt idx="3281">
                  <c:v>1238</c:v>
                </c:pt>
                <c:pt idx="3282">
                  <c:v>1238</c:v>
                </c:pt>
                <c:pt idx="3283">
                  <c:v>1238</c:v>
                </c:pt>
                <c:pt idx="3284">
                  <c:v>1488</c:v>
                </c:pt>
                <c:pt idx="3285">
                  <c:v>1488</c:v>
                </c:pt>
                <c:pt idx="3286">
                  <c:v>1488</c:v>
                </c:pt>
                <c:pt idx="3287">
                  <c:v>1488</c:v>
                </c:pt>
                <c:pt idx="3288">
                  <c:v>1488</c:v>
                </c:pt>
                <c:pt idx="3289">
                  <c:v>1488</c:v>
                </c:pt>
                <c:pt idx="3290">
                  <c:v>1488</c:v>
                </c:pt>
                <c:pt idx="3291">
                  <c:v>1538</c:v>
                </c:pt>
                <c:pt idx="3292">
                  <c:v>1538</c:v>
                </c:pt>
                <c:pt idx="3293">
                  <c:v>1538</c:v>
                </c:pt>
                <c:pt idx="3294">
                  <c:v>1538</c:v>
                </c:pt>
                <c:pt idx="3295">
                  <c:v>1538</c:v>
                </c:pt>
                <c:pt idx="3296">
                  <c:v>1538</c:v>
                </c:pt>
                <c:pt idx="3297">
                  <c:v>1538</c:v>
                </c:pt>
                <c:pt idx="3298">
                  <c:v>1538</c:v>
                </c:pt>
                <c:pt idx="3299">
                  <c:v>1538</c:v>
                </c:pt>
                <c:pt idx="3300">
                  <c:v>1538</c:v>
                </c:pt>
                <c:pt idx="3301">
                  <c:v>1538</c:v>
                </c:pt>
                <c:pt idx="3302">
                  <c:v>1538</c:v>
                </c:pt>
                <c:pt idx="3303">
                  <c:v>1538</c:v>
                </c:pt>
                <c:pt idx="3304">
                  <c:v>1538</c:v>
                </c:pt>
                <c:pt idx="3305">
                  <c:v>1538</c:v>
                </c:pt>
                <c:pt idx="3306">
                  <c:v>1538</c:v>
                </c:pt>
                <c:pt idx="3307">
                  <c:v>1538</c:v>
                </c:pt>
                <c:pt idx="3308">
                  <c:v>1538</c:v>
                </c:pt>
                <c:pt idx="3309">
                  <c:v>1538</c:v>
                </c:pt>
                <c:pt idx="3310">
                  <c:v>1538</c:v>
                </c:pt>
                <c:pt idx="3311">
                  <c:v>1538</c:v>
                </c:pt>
                <c:pt idx="3312">
                  <c:v>1538</c:v>
                </c:pt>
                <c:pt idx="3313">
                  <c:v>1538</c:v>
                </c:pt>
                <c:pt idx="3314">
                  <c:v>1538</c:v>
                </c:pt>
                <c:pt idx="3315">
                  <c:v>1538</c:v>
                </c:pt>
                <c:pt idx="3316">
                  <c:v>1538</c:v>
                </c:pt>
                <c:pt idx="3317">
                  <c:v>1538</c:v>
                </c:pt>
                <c:pt idx="3318">
                  <c:v>1538</c:v>
                </c:pt>
                <c:pt idx="3319">
                  <c:v>1538</c:v>
                </c:pt>
                <c:pt idx="3320">
                  <c:v>1638</c:v>
                </c:pt>
                <c:pt idx="3321">
                  <c:v>1638</c:v>
                </c:pt>
                <c:pt idx="3322">
                  <c:v>1638</c:v>
                </c:pt>
                <c:pt idx="3323">
                  <c:v>1638</c:v>
                </c:pt>
                <c:pt idx="3324">
                  <c:v>1638</c:v>
                </c:pt>
                <c:pt idx="3325">
                  <c:v>1638</c:v>
                </c:pt>
                <c:pt idx="3326">
                  <c:v>1638</c:v>
                </c:pt>
                <c:pt idx="3327">
                  <c:v>1638</c:v>
                </c:pt>
                <c:pt idx="3328">
                  <c:v>1638</c:v>
                </c:pt>
                <c:pt idx="3329">
                  <c:v>1638</c:v>
                </c:pt>
                <c:pt idx="3330">
                  <c:v>1638</c:v>
                </c:pt>
                <c:pt idx="3331">
                  <c:v>1638</c:v>
                </c:pt>
                <c:pt idx="3332">
                  <c:v>1638</c:v>
                </c:pt>
                <c:pt idx="3333">
                  <c:v>1638</c:v>
                </c:pt>
                <c:pt idx="3334">
                  <c:v>1638</c:v>
                </c:pt>
                <c:pt idx="3335">
                  <c:v>1638</c:v>
                </c:pt>
                <c:pt idx="3336">
                  <c:v>1638</c:v>
                </c:pt>
                <c:pt idx="3337">
                  <c:v>1638</c:v>
                </c:pt>
                <c:pt idx="3338">
                  <c:v>1638</c:v>
                </c:pt>
                <c:pt idx="3339">
                  <c:v>1638</c:v>
                </c:pt>
                <c:pt idx="3340">
                  <c:v>1638</c:v>
                </c:pt>
                <c:pt idx="3341">
                  <c:v>1638</c:v>
                </c:pt>
                <c:pt idx="3342">
                  <c:v>1638</c:v>
                </c:pt>
                <c:pt idx="3343">
                  <c:v>1638</c:v>
                </c:pt>
                <c:pt idx="3344">
                  <c:v>1638</c:v>
                </c:pt>
                <c:pt idx="3345">
                  <c:v>1638</c:v>
                </c:pt>
                <c:pt idx="3346">
                  <c:v>1638</c:v>
                </c:pt>
                <c:pt idx="3347">
                  <c:v>1638</c:v>
                </c:pt>
                <c:pt idx="3348">
                  <c:v>1638</c:v>
                </c:pt>
                <c:pt idx="3349">
                  <c:v>1638</c:v>
                </c:pt>
                <c:pt idx="3350">
                  <c:v>1638</c:v>
                </c:pt>
                <c:pt idx="3351">
                  <c:v>1638</c:v>
                </c:pt>
                <c:pt idx="3352">
                  <c:v>1638</c:v>
                </c:pt>
                <c:pt idx="3353">
                  <c:v>1638</c:v>
                </c:pt>
                <c:pt idx="3354">
                  <c:v>1638</c:v>
                </c:pt>
                <c:pt idx="3355">
                  <c:v>1538</c:v>
                </c:pt>
                <c:pt idx="3356">
                  <c:v>1538</c:v>
                </c:pt>
                <c:pt idx="3357">
                  <c:v>1538</c:v>
                </c:pt>
                <c:pt idx="3358">
                  <c:v>1538</c:v>
                </c:pt>
                <c:pt idx="3359">
                  <c:v>1538</c:v>
                </c:pt>
                <c:pt idx="3360">
                  <c:v>1538</c:v>
                </c:pt>
                <c:pt idx="3361">
                  <c:v>1538</c:v>
                </c:pt>
                <c:pt idx="3362">
                  <c:v>1488</c:v>
                </c:pt>
                <c:pt idx="3363">
                  <c:v>1438</c:v>
                </c:pt>
                <c:pt idx="3364">
                  <c:v>1438</c:v>
                </c:pt>
                <c:pt idx="3365">
                  <c:v>1438</c:v>
                </c:pt>
                <c:pt idx="3366">
                  <c:v>1438</c:v>
                </c:pt>
                <c:pt idx="3367">
                  <c:v>1438</c:v>
                </c:pt>
                <c:pt idx="3368">
                  <c:v>638</c:v>
                </c:pt>
                <c:pt idx="3369">
                  <c:v>638</c:v>
                </c:pt>
                <c:pt idx="3370">
                  <c:v>638</c:v>
                </c:pt>
                <c:pt idx="3371">
                  <c:v>588</c:v>
                </c:pt>
                <c:pt idx="3372">
                  <c:v>588</c:v>
                </c:pt>
                <c:pt idx="3373">
                  <c:v>588</c:v>
                </c:pt>
                <c:pt idx="3374">
                  <c:v>588</c:v>
                </c:pt>
                <c:pt idx="3375">
                  <c:v>588</c:v>
                </c:pt>
                <c:pt idx="3376">
                  <c:v>588</c:v>
                </c:pt>
                <c:pt idx="3377">
                  <c:v>588</c:v>
                </c:pt>
                <c:pt idx="3378">
                  <c:v>588</c:v>
                </c:pt>
                <c:pt idx="3379">
                  <c:v>588</c:v>
                </c:pt>
                <c:pt idx="3380">
                  <c:v>588</c:v>
                </c:pt>
                <c:pt idx="3381">
                  <c:v>588</c:v>
                </c:pt>
                <c:pt idx="3382">
                  <c:v>758</c:v>
                </c:pt>
                <c:pt idx="3383">
                  <c:v>758</c:v>
                </c:pt>
                <c:pt idx="3384">
                  <c:v>758</c:v>
                </c:pt>
                <c:pt idx="3385">
                  <c:v>658</c:v>
                </c:pt>
                <c:pt idx="3386">
                  <c:v>658</c:v>
                </c:pt>
                <c:pt idx="3387">
                  <c:v>658</c:v>
                </c:pt>
                <c:pt idx="3388">
                  <c:v>658</c:v>
                </c:pt>
                <c:pt idx="3389">
                  <c:v>658</c:v>
                </c:pt>
                <c:pt idx="3390">
                  <c:v>608</c:v>
                </c:pt>
                <c:pt idx="3391">
                  <c:v>608</c:v>
                </c:pt>
                <c:pt idx="3392">
                  <c:v>608</c:v>
                </c:pt>
                <c:pt idx="3393">
                  <c:v>608</c:v>
                </c:pt>
                <c:pt idx="3394">
                  <c:v>608</c:v>
                </c:pt>
                <c:pt idx="3395">
                  <c:v>608</c:v>
                </c:pt>
                <c:pt idx="3396">
                  <c:v>458</c:v>
                </c:pt>
                <c:pt idx="3397">
                  <c:v>458</c:v>
                </c:pt>
                <c:pt idx="3398">
                  <c:v>458</c:v>
                </c:pt>
                <c:pt idx="3399">
                  <c:v>458</c:v>
                </c:pt>
                <c:pt idx="3400">
                  <c:v>458</c:v>
                </c:pt>
                <c:pt idx="3401">
                  <c:v>458</c:v>
                </c:pt>
                <c:pt idx="3402">
                  <c:v>458</c:v>
                </c:pt>
                <c:pt idx="3403">
                  <c:v>484.5</c:v>
                </c:pt>
                <c:pt idx="3404">
                  <c:v>484.5</c:v>
                </c:pt>
                <c:pt idx="3405">
                  <c:v>484.5</c:v>
                </c:pt>
                <c:pt idx="3406">
                  <c:v>484.5</c:v>
                </c:pt>
                <c:pt idx="3407">
                  <c:v>484.5</c:v>
                </c:pt>
                <c:pt idx="3408">
                  <c:v>484.5</c:v>
                </c:pt>
                <c:pt idx="3409">
                  <c:v>484.5</c:v>
                </c:pt>
                <c:pt idx="3410">
                  <c:v>484.5</c:v>
                </c:pt>
                <c:pt idx="3411">
                  <c:v>484.5</c:v>
                </c:pt>
                <c:pt idx="3412">
                  <c:v>384.5</c:v>
                </c:pt>
                <c:pt idx="3413">
                  <c:v>384.5</c:v>
                </c:pt>
                <c:pt idx="3414">
                  <c:v>384.5</c:v>
                </c:pt>
                <c:pt idx="3415">
                  <c:v>384.5</c:v>
                </c:pt>
                <c:pt idx="3416">
                  <c:v>384.5</c:v>
                </c:pt>
                <c:pt idx="3417">
                  <c:v>284.5</c:v>
                </c:pt>
                <c:pt idx="3418">
                  <c:v>184.5</c:v>
                </c:pt>
                <c:pt idx="3419">
                  <c:v>227</c:v>
                </c:pt>
                <c:pt idx="3420">
                  <c:v>177</c:v>
                </c:pt>
                <c:pt idx="3421">
                  <c:v>177</c:v>
                </c:pt>
                <c:pt idx="3422">
                  <c:v>177</c:v>
                </c:pt>
                <c:pt idx="3423">
                  <c:v>177</c:v>
                </c:pt>
                <c:pt idx="3424">
                  <c:v>-23</c:v>
                </c:pt>
                <c:pt idx="3425">
                  <c:v>-23</c:v>
                </c:pt>
                <c:pt idx="3426">
                  <c:v>-173</c:v>
                </c:pt>
                <c:pt idx="3427">
                  <c:v>-273</c:v>
                </c:pt>
                <c:pt idx="3428">
                  <c:v>-273</c:v>
                </c:pt>
                <c:pt idx="3429">
                  <c:v>-273</c:v>
                </c:pt>
                <c:pt idx="3430">
                  <c:v>-273</c:v>
                </c:pt>
                <c:pt idx="3431">
                  <c:v>-273</c:v>
                </c:pt>
                <c:pt idx="3432">
                  <c:v>-373</c:v>
                </c:pt>
                <c:pt idx="3433">
                  <c:v>-373</c:v>
                </c:pt>
                <c:pt idx="3434">
                  <c:v>-373</c:v>
                </c:pt>
                <c:pt idx="3435">
                  <c:v>-373</c:v>
                </c:pt>
                <c:pt idx="3436">
                  <c:v>-373</c:v>
                </c:pt>
                <c:pt idx="3437">
                  <c:v>-373</c:v>
                </c:pt>
                <c:pt idx="3438">
                  <c:v>-373</c:v>
                </c:pt>
                <c:pt idx="3439">
                  <c:v>-373</c:v>
                </c:pt>
                <c:pt idx="3440">
                  <c:v>-373</c:v>
                </c:pt>
                <c:pt idx="3441">
                  <c:v>-373</c:v>
                </c:pt>
                <c:pt idx="3442">
                  <c:v>-373</c:v>
                </c:pt>
                <c:pt idx="3443">
                  <c:v>-373</c:v>
                </c:pt>
                <c:pt idx="3444">
                  <c:v>-373</c:v>
                </c:pt>
                <c:pt idx="3445">
                  <c:v>-573</c:v>
                </c:pt>
                <c:pt idx="3446">
                  <c:v>-573</c:v>
                </c:pt>
                <c:pt idx="3447">
                  <c:v>-573</c:v>
                </c:pt>
                <c:pt idx="3448">
                  <c:v>-623</c:v>
                </c:pt>
                <c:pt idx="3449">
                  <c:v>-623</c:v>
                </c:pt>
                <c:pt idx="3450">
                  <c:v>-623</c:v>
                </c:pt>
                <c:pt idx="3451">
                  <c:v>-623</c:v>
                </c:pt>
                <c:pt idx="3452">
                  <c:v>-723</c:v>
                </c:pt>
                <c:pt idx="3453">
                  <c:v>-723</c:v>
                </c:pt>
                <c:pt idx="3454">
                  <c:v>-723</c:v>
                </c:pt>
                <c:pt idx="3455">
                  <c:v>-723</c:v>
                </c:pt>
                <c:pt idx="3456">
                  <c:v>-723</c:v>
                </c:pt>
                <c:pt idx="3457">
                  <c:v>-723</c:v>
                </c:pt>
                <c:pt idx="3458">
                  <c:v>-723</c:v>
                </c:pt>
                <c:pt idx="3459">
                  <c:v>-723</c:v>
                </c:pt>
                <c:pt idx="3460">
                  <c:v>-723</c:v>
                </c:pt>
                <c:pt idx="3461">
                  <c:v>-723</c:v>
                </c:pt>
                <c:pt idx="3462">
                  <c:v>-723</c:v>
                </c:pt>
                <c:pt idx="3463">
                  <c:v>-723</c:v>
                </c:pt>
                <c:pt idx="3464">
                  <c:v>-723</c:v>
                </c:pt>
                <c:pt idx="3465">
                  <c:v>-723</c:v>
                </c:pt>
                <c:pt idx="3466">
                  <c:v>-723</c:v>
                </c:pt>
                <c:pt idx="3467">
                  <c:v>-773</c:v>
                </c:pt>
                <c:pt idx="3468">
                  <c:v>-773</c:v>
                </c:pt>
                <c:pt idx="3469">
                  <c:v>-823</c:v>
                </c:pt>
                <c:pt idx="3470">
                  <c:v>-823</c:v>
                </c:pt>
                <c:pt idx="3471">
                  <c:v>-823</c:v>
                </c:pt>
                <c:pt idx="3472">
                  <c:v>-823</c:v>
                </c:pt>
                <c:pt idx="3473">
                  <c:v>-873</c:v>
                </c:pt>
                <c:pt idx="3474">
                  <c:v>-873</c:v>
                </c:pt>
                <c:pt idx="3475">
                  <c:v>-923</c:v>
                </c:pt>
                <c:pt idx="3476">
                  <c:v>-973</c:v>
                </c:pt>
                <c:pt idx="3477">
                  <c:v>-973</c:v>
                </c:pt>
                <c:pt idx="3478">
                  <c:v>-973</c:v>
                </c:pt>
                <c:pt idx="3479">
                  <c:v>-973</c:v>
                </c:pt>
                <c:pt idx="3480">
                  <c:v>-973</c:v>
                </c:pt>
                <c:pt idx="3481">
                  <c:v>-1023</c:v>
                </c:pt>
                <c:pt idx="3482">
                  <c:v>-1023</c:v>
                </c:pt>
                <c:pt idx="3483">
                  <c:v>-1023</c:v>
                </c:pt>
                <c:pt idx="3484">
                  <c:v>-1023</c:v>
                </c:pt>
                <c:pt idx="3485">
                  <c:v>-1023</c:v>
                </c:pt>
                <c:pt idx="3486">
                  <c:v>-1023</c:v>
                </c:pt>
                <c:pt idx="3487">
                  <c:v>-1023</c:v>
                </c:pt>
                <c:pt idx="3488">
                  <c:v>-1023</c:v>
                </c:pt>
                <c:pt idx="3489">
                  <c:v>-1023</c:v>
                </c:pt>
                <c:pt idx="3490">
                  <c:v>-1023</c:v>
                </c:pt>
                <c:pt idx="3491">
                  <c:v>-1023</c:v>
                </c:pt>
                <c:pt idx="3492">
                  <c:v>-1023</c:v>
                </c:pt>
                <c:pt idx="3493">
                  <c:v>-1023</c:v>
                </c:pt>
                <c:pt idx="3494">
                  <c:v>-1023</c:v>
                </c:pt>
                <c:pt idx="3495">
                  <c:v>-1023</c:v>
                </c:pt>
                <c:pt idx="3496">
                  <c:v>-1023</c:v>
                </c:pt>
                <c:pt idx="3497">
                  <c:v>-1023</c:v>
                </c:pt>
                <c:pt idx="3498">
                  <c:v>-1023</c:v>
                </c:pt>
                <c:pt idx="3499">
                  <c:v>-1023</c:v>
                </c:pt>
                <c:pt idx="3500">
                  <c:v>-1023</c:v>
                </c:pt>
                <c:pt idx="3501">
                  <c:v>-1023</c:v>
                </c:pt>
                <c:pt idx="3502">
                  <c:v>-1023</c:v>
                </c:pt>
                <c:pt idx="3503">
                  <c:v>-1023</c:v>
                </c:pt>
                <c:pt idx="3504">
                  <c:v>-1023</c:v>
                </c:pt>
                <c:pt idx="3505">
                  <c:v>-1023</c:v>
                </c:pt>
                <c:pt idx="3506">
                  <c:v>-1023</c:v>
                </c:pt>
                <c:pt idx="3507">
                  <c:v>-1023</c:v>
                </c:pt>
                <c:pt idx="3508">
                  <c:v>-1023</c:v>
                </c:pt>
                <c:pt idx="3509">
                  <c:v>-1023</c:v>
                </c:pt>
                <c:pt idx="3510">
                  <c:v>-1023</c:v>
                </c:pt>
                <c:pt idx="3511">
                  <c:v>-1023</c:v>
                </c:pt>
                <c:pt idx="3512">
                  <c:v>-1023</c:v>
                </c:pt>
                <c:pt idx="3513">
                  <c:v>-1023</c:v>
                </c:pt>
                <c:pt idx="3514">
                  <c:v>-1023</c:v>
                </c:pt>
                <c:pt idx="3515">
                  <c:v>-1023</c:v>
                </c:pt>
                <c:pt idx="3516">
                  <c:v>-1023</c:v>
                </c:pt>
                <c:pt idx="3517">
                  <c:v>-1023</c:v>
                </c:pt>
                <c:pt idx="3518">
                  <c:v>-1023</c:v>
                </c:pt>
                <c:pt idx="3519">
                  <c:v>-623</c:v>
                </c:pt>
                <c:pt idx="3520">
                  <c:v>-623</c:v>
                </c:pt>
                <c:pt idx="3521">
                  <c:v>-623</c:v>
                </c:pt>
                <c:pt idx="3522">
                  <c:v>-623</c:v>
                </c:pt>
                <c:pt idx="3523">
                  <c:v>-623</c:v>
                </c:pt>
                <c:pt idx="3524">
                  <c:v>-623</c:v>
                </c:pt>
                <c:pt idx="3525">
                  <c:v>-623</c:v>
                </c:pt>
                <c:pt idx="3526">
                  <c:v>-623</c:v>
                </c:pt>
                <c:pt idx="3527">
                  <c:v>-623</c:v>
                </c:pt>
                <c:pt idx="3528">
                  <c:v>-623</c:v>
                </c:pt>
                <c:pt idx="3529">
                  <c:v>-606</c:v>
                </c:pt>
                <c:pt idx="3530">
                  <c:v>-606</c:v>
                </c:pt>
                <c:pt idx="3531">
                  <c:v>-606</c:v>
                </c:pt>
                <c:pt idx="3532">
                  <c:v>-606</c:v>
                </c:pt>
                <c:pt idx="3533">
                  <c:v>-606</c:v>
                </c:pt>
                <c:pt idx="3534">
                  <c:v>-606</c:v>
                </c:pt>
                <c:pt idx="3535">
                  <c:v>-606</c:v>
                </c:pt>
                <c:pt idx="3536">
                  <c:v>-606</c:v>
                </c:pt>
                <c:pt idx="3537">
                  <c:v>-606</c:v>
                </c:pt>
                <c:pt idx="3538">
                  <c:v>-606</c:v>
                </c:pt>
                <c:pt idx="3539">
                  <c:v>-606</c:v>
                </c:pt>
                <c:pt idx="3540">
                  <c:v>-606</c:v>
                </c:pt>
                <c:pt idx="3541">
                  <c:v>-606</c:v>
                </c:pt>
                <c:pt idx="3542">
                  <c:v>-606</c:v>
                </c:pt>
                <c:pt idx="3543">
                  <c:v>-606</c:v>
                </c:pt>
                <c:pt idx="3544">
                  <c:v>-606</c:v>
                </c:pt>
                <c:pt idx="3545">
                  <c:v>-606</c:v>
                </c:pt>
                <c:pt idx="3546">
                  <c:v>-606</c:v>
                </c:pt>
                <c:pt idx="3547">
                  <c:v>-606</c:v>
                </c:pt>
                <c:pt idx="3548">
                  <c:v>-606</c:v>
                </c:pt>
                <c:pt idx="3549">
                  <c:v>-606</c:v>
                </c:pt>
                <c:pt idx="3550">
                  <c:v>-606</c:v>
                </c:pt>
                <c:pt idx="3551">
                  <c:v>-856</c:v>
                </c:pt>
                <c:pt idx="3552">
                  <c:v>-856</c:v>
                </c:pt>
                <c:pt idx="3553">
                  <c:v>-856</c:v>
                </c:pt>
                <c:pt idx="3554">
                  <c:v>-856</c:v>
                </c:pt>
                <c:pt idx="3555">
                  <c:v>-856</c:v>
                </c:pt>
                <c:pt idx="3556">
                  <c:v>-856</c:v>
                </c:pt>
                <c:pt idx="3557">
                  <c:v>-856</c:v>
                </c:pt>
                <c:pt idx="3558">
                  <c:v>-856</c:v>
                </c:pt>
                <c:pt idx="3559">
                  <c:v>-856</c:v>
                </c:pt>
                <c:pt idx="3560">
                  <c:v>-856</c:v>
                </c:pt>
                <c:pt idx="3561">
                  <c:v>-856</c:v>
                </c:pt>
                <c:pt idx="3562">
                  <c:v>-856</c:v>
                </c:pt>
                <c:pt idx="3563">
                  <c:v>-856</c:v>
                </c:pt>
                <c:pt idx="3564">
                  <c:v>-856</c:v>
                </c:pt>
                <c:pt idx="3565">
                  <c:v>-856</c:v>
                </c:pt>
                <c:pt idx="3566">
                  <c:v>-856</c:v>
                </c:pt>
                <c:pt idx="3567">
                  <c:v>-856</c:v>
                </c:pt>
                <c:pt idx="3568">
                  <c:v>-856</c:v>
                </c:pt>
                <c:pt idx="3569">
                  <c:v>-856</c:v>
                </c:pt>
                <c:pt idx="3570">
                  <c:v>-856</c:v>
                </c:pt>
                <c:pt idx="3571">
                  <c:v>-856</c:v>
                </c:pt>
                <c:pt idx="3572">
                  <c:v>-856</c:v>
                </c:pt>
                <c:pt idx="3573">
                  <c:v>-856</c:v>
                </c:pt>
                <c:pt idx="3574">
                  <c:v>-856</c:v>
                </c:pt>
                <c:pt idx="3575">
                  <c:v>-856</c:v>
                </c:pt>
                <c:pt idx="3576">
                  <c:v>-856</c:v>
                </c:pt>
                <c:pt idx="3577">
                  <c:v>-856</c:v>
                </c:pt>
                <c:pt idx="3578">
                  <c:v>-856</c:v>
                </c:pt>
                <c:pt idx="3579">
                  <c:v>-856</c:v>
                </c:pt>
                <c:pt idx="3580">
                  <c:v>-856</c:v>
                </c:pt>
                <c:pt idx="3581">
                  <c:v>-856</c:v>
                </c:pt>
                <c:pt idx="3582">
                  <c:v>-856</c:v>
                </c:pt>
                <c:pt idx="3583">
                  <c:v>-856</c:v>
                </c:pt>
                <c:pt idx="3584">
                  <c:v>-856</c:v>
                </c:pt>
                <c:pt idx="3585">
                  <c:v>-856</c:v>
                </c:pt>
                <c:pt idx="3586">
                  <c:v>-856</c:v>
                </c:pt>
                <c:pt idx="3587">
                  <c:v>-652</c:v>
                </c:pt>
                <c:pt idx="3588">
                  <c:v>-652</c:v>
                </c:pt>
                <c:pt idx="3589">
                  <c:v>-652</c:v>
                </c:pt>
                <c:pt idx="3590">
                  <c:v>-652</c:v>
                </c:pt>
                <c:pt idx="3591">
                  <c:v>-652</c:v>
                </c:pt>
                <c:pt idx="3592">
                  <c:v>-652</c:v>
                </c:pt>
                <c:pt idx="3593">
                  <c:v>-652</c:v>
                </c:pt>
                <c:pt idx="3594">
                  <c:v>-652</c:v>
                </c:pt>
                <c:pt idx="3595">
                  <c:v>-652</c:v>
                </c:pt>
                <c:pt idx="3596">
                  <c:v>-652</c:v>
                </c:pt>
                <c:pt idx="3597">
                  <c:v>-652</c:v>
                </c:pt>
                <c:pt idx="3598">
                  <c:v>-652</c:v>
                </c:pt>
                <c:pt idx="3599">
                  <c:v>-652</c:v>
                </c:pt>
                <c:pt idx="3600">
                  <c:v>-652</c:v>
                </c:pt>
                <c:pt idx="3601">
                  <c:v>-652</c:v>
                </c:pt>
                <c:pt idx="3602">
                  <c:v>-652</c:v>
                </c:pt>
                <c:pt idx="3603">
                  <c:v>-652</c:v>
                </c:pt>
                <c:pt idx="3604">
                  <c:v>-652</c:v>
                </c:pt>
                <c:pt idx="3605">
                  <c:v>-652</c:v>
                </c:pt>
                <c:pt idx="3606">
                  <c:v>-652</c:v>
                </c:pt>
                <c:pt idx="3607">
                  <c:v>-652</c:v>
                </c:pt>
                <c:pt idx="3608">
                  <c:v>-652</c:v>
                </c:pt>
                <c:pt idx="3609">
                  <c:v>-652</c:v>
                </c:pt>
                <c:pt idx="3610">
                  <c:v>-652</c:v>
                </c:pt>
                <c:pt idx="3611">
                  <c:v>-652</c:v>
                </c:pt>
                <c:pt idx="3612">
                  <c:v>-652</c:v>
                </c:pt>
                <c:pt idx="3613">
                  <c:v>-652</c:v>
                </c:pt>
                <c:pt idx="3614">
                  <c:v>-652</c:v>
                </c:pt>
                <c:pt idx="3615">
                  <c:v>-652</c:v>
                </c:pt>
                <c:pt idx="3616">
                  <c:v>-652</c:v>
                </c:pt>
                <c:pt idx="3617">
                  <c:v>-652</c:v>
                </c:pt>
                <c:pt idx="3618">
                  <c:v>-652</c:v>
                </c:pt>
                <c:pt idx="3619">
                  <c:v>-652</c:v>
                </c:pt>
                <c:pt idx="3620">
                  <c:v>-652</c:v>
                </c:pt>
                <c:pt idx="3621">
                  <c:v>-652</c:v>
                </c:pt>
                <c:pt idx="3622">
                  <c:v>-635</c:v>
                </c:pt>
                <c:pt idx="3623">
                  <c:v>-635</c:v>
                </c:pt>
                <c:pt idx="3624">
                  <c:v>-635</c:v>
                </c:pt>
                <c:pt idx="3625">
                  <c:v>-635</c:v>
                </c:pt>
                <c:pt idx="3626">
                  <c:v>-635</c:v>
                </c:pt>
                <c:pt idx="3627">
                  <c:v>-635</c:v>
                </c:pt>
                <c:pt idx="3628">
                  <c:v>-635</c:v>
                </c:pt>
                <c:pt idx="3629">
                  <c:v>-635</c:v>
                </c:pt>
                <c:pt idx="3630">
                  <c:v>-635</c:v>
                </c:pt>
                <c:pt idx="3631">
                  <c:v>-635</c:v>
                </c:pt>
                <c:pt idx="3632">
                  <c:v>-635</c:v>
                </c:pt>
                <c:pt idx="3633">
                  <c:v>-635</c:v>
                </c:pt>
                <c:pt idx="3634">
                  <c:v>-635</c:v>
                </c:pt>
                <c:pt idx="3635">
                  <c:v>-635</c:v>
                </c:pt>
                <c:pt idx="3636">
                  <c:v>-635</c:v>
                </c:pt>
                <c:pt idx="3637">
                  <c:v>-635</c:v>
                </c:pt>
                <c:pt idx="3638">
                  <c:v>-635</c:v>
                </c:pt>
                <c:pt idx="3639">
                  <c:v>-635</c:v>
                </c:pt>
                <c:pt idx="3640">
                  <c:v>-635</c:v>
                </c:pt>
                <c:pt idx="3641">
                  <c:v>-635</c:v>
                </c:pt>
                <c:pt idx="3642">
                  <c:v>-635</c:v>
                </c:pt>
                <c:pt idx="3643">
                  <c:v>-635</c:v>
                </c:pt>
                <c:pt idx="3644">
                  <c:v>-567</c:v>
                </c:pt>
                <c:pt idx="3645">
                  <c:v>-567</c:v>
                </c:pt>
                <c:pt idx="3646">
                  <c:v>-567</c:v>
                </c:pt>
                <c:pt idx="3647">
                  <c:v>-567</c:v>
                </c:pt>
                <c:pt idx="3648">
                  <c:v>-567</c:v>
                </c:pt>
                <c:pt idx="3649">
                  <c:v>-567</c:v>
                </c:pt>
                <c:pt idx="3650">
                  <c:v>-567</c:v>
                </c:pt>
                <c:pt idx="3651">
                  <c:v>-567</c:v>
                </c:pt>
                <c:pt idx="3652">
                  <c:v>-567</c:v>
                </c:pt>
                <c:pt idx="3653">
                  <c:v>-567</c:v>
                </c:pt>
                <c:pt idx="3654">
                  <c:v>-567</c:v>
                </c:pt>
                <c:pt idx="3655">
                  <c:v>-567</c:v>
                </c:pt>
                <c:pt idx="3656">
                  <c:v>-567</c:v>
                </c:pt>
                <c:pt idx="3657">
                  <c:v>-567</c:v>
                </c:pt>
                <c:pt idx="3658">
                  <c:v>-567</c:v>
                </c:pt>
                <c:pt idx="3659">
                  <c:v>-567</c:v>
                </c:pt>
                <c:pt idx="3660">
                  <c:v>-567</c:v>
                </c:pt>
                <c:pt idx="3661">
                  <c:v>-567</c:v>
                </c:pt>
                <c:pt idx="3662">
                  <c:v>-567</c:v>
                </c:pt>
                <c:pt idx="3663">
                  <c:v>-567</c:v>
                </c:pt>
                <c:pt idx="3664">
                  <c:v>-567</c:v>
                </c:pt>
                <c:pt idx="3665">
                  <c:v>-517</c:v>
                </c:pt>
                <c:pt idx="3666">
                  <c:v>-517</c:v>
                </c:pt>
                <c:pt idx="3667">
                  <c:v>-517</c:v>
                </c:pt>
                <c:pt idx="3668">
                  <c:v>-517</c:v>
                </c:pt>
                <c:pt idx="3669">
                  <c:v>-517</c:v>
                </c:pt>
                <c:pt idx="3670">
                  <c:v>-517</c:v>
                </c:pt>
                <c:pt idx="3671">
                  <c:v>-467</c:v>
                </c:pt>
                <c:pt idx="3672">
                  <c:v>-467</c:v>
                </c:pt>
                <c:pt idx="3673">
                  <c:v>-467</c:v>
                </c:pt>
                <c:pt idx="3674">
                  <c:v>-467</c:v>
                </c:pt>
                <c:pt idx="3675">
                  <c:v>-467</c:v>
                </c:pt>
                <c:pt idx="3676">
                  <c:v>-467</c:v>
                </c:pt>
                <c:pt idx="3677">
                  <c:v>-467</c:v>
                </c:pt>
                <c:pt idx="3678">
                  <c:v>-467</c:v>
                </c:pt>
                <c:pt idx="3679">
                  <c:v>-467</c:v>
                </c:pt>
                <c:pt idx="3680">
                  <c:v>-467</c:v>
                </c:pt>
                <c:pt idx="3681">
                  <c:v>-467</c:v>
                </c:pt>
                <c:pt idx="3682">
                  <c:v>-467</c:v>
                </c:pt>
                <c:pt idx="3683">
                  <c:v>-467</c:v>
                </c:pt>
                <c:pt idx="3684">
                  <c:v>-467</c:v>
                </c:pt>
                <c:pt idx="3685">
                  <c:v>-467</c:v>
                </c:pt>
                <c:pt idx="3686">
                  <c:v>-467</c:v>
                </c:pt>
                <c:pt idx="3687">
                  <c:v>-467</c:v>
                </c:pt>
                <c:pt idx="3688">
                  <c:v>-467</c:v>
                </c:pt>
                <c:pt idx="3689">
                  <c:v>-467</c:v>
                </c:pt>
                <c:pt idx="3690">
                  <c:v>-467</c:v>
                </c:pt>
                <c:pt idx="3691">
                  <c:v>-467</c:v>
                </c:pt>
                <c:pt idx="3692">
                  <c:v>-467</c:v>
                </c:pt>
                <c:pt idx="3693">
                  <c:v>-467</c:v>
                </c:pt>
                <c:pt idx="3694">
                  <c:v>-467</c:v>
                </c:pt>
                <c:pt idx="3695">
                  <c:v>-467</c:v>
                </c:pt>
                <c:pt idx="3696">
                  <c:v>-467</c:v>
                </c:pt>
                <c:pt idx="3697">
                  <c:v>-467</c:v>
                </c:pt>
                <c:pt idx="3698">
                  <c:v>-467</c:v>
                </c:pt>
                <c:pt idx="3699">
                  <c:v>-467</c:v>
                </c:pt>
                <c:pt idx="3700">
                  <c:v>-467</c:v>
                </c:pt>
                <c:pt idx="3701">
                  <c:v>-467</c:v>
                </c:pt>
                <c:pt idx="3702">
                  <c:v>-467</c:v>
                </c:pt>
                <c:pt idx="3703">
                  <c:v>-467</c:v>
                </c:pt>
                <c:pt idx="3704">
                  <c:v>-467</c:v>
                </c:pt>
                <c:pt idx="3705">
                  <c:v>-467</c:v>
                </c:pt>
                <c:pt idx="3706">
                  <c:v>-467</c:v>
                </c:pt>
                <c:pt idx="3707">
                  <c:v>-467</c:v>
                </c:pt>
                <c:pt idx="3708">
                  <c:v>-467</c:v>
                </c:pt>
                <c:pt idx="3709">
                  <c:v>-467</c:v>
                </c:pt>
                <c:pt idx="3710">
                  <c:v>-467</c:v>
                </c:pt>
                <c:pt idx="3711">
                  <c:v>-467</c:v>
                </c:pt>
                <c:pt idx="3712">
                  <c:v>-467</c:v>
                </c:pt>
                <c:pt idx="3713">
                  <c:v>-467</c:v>
                </c:pt>
                <c:pt idx="3714">
                  <c:v>-467</c:v>
                </c:pt>
                <c:pt idx="3715">
                  <c:v>-467</c:v>
                </c:pt>
                <c:pt idx="3716">
                  <c:v>-467</c:v>
                </c:pt>
                <c:pt idx="3717">
                  <c:v>-467</c:v>
                </c:pt>
                <c:pt idx="3718">
                  <c:v>-467</c:v>
                </c:pt>
                <c:pt idx="3719">
                  <c:v>-450</c:v>
                </c:pt>
                <c:pt idx="3720">
                  <c:v>-450</c:v>
                </c:pt>
                <c:pt idx="3721">
                  <c:v>-585</c:v>
                </c:pt>
                <c:pt idx="3722">
                  <c:v>-585</c:v>
                </c:pt>
                <c:pt idx="3723">
                  <c:v>-585</c:v>
                </c:pt>
                <c:pt idx="3724">
                  <c:v>-585</c:v>
                </c:pt>
                <c:pt idx="3725">
                  <c:v>-585</c:v>
                </c:pt>
                <c:pt idx="3726">
                  <c:v>-635</c:v>
                </c:pt>
                <c:pt idx="3727">
                  <c:v>-635</c:v>
                </c:pt>
                <c:pt idx="3728">
                  <c:v>-635</c:v>
                </c:pt>
                <c:pt idx="3729">
                  <c:v>-635</c:v>
                </c:pt>
                <c:pt idx="3730">
                  <c:v>-635</c:v>
                </c:pt>
                <c:pt idx="3731">
                  <c:v>-635</c:v>
                </c:pt>
                <c:pt idx="3732">
                  <c:v>-635</c:v>
                </c:pt>
                <c:pt idx="3733">
                  <c:v>-685</c:v>
                </c:pt>
                <c:pt idx="3734">
                  <c:v>-685</c:v>
                </c:pt>
                <c:pt idx="3735">
                  <c:v>-685</c:v>
                </c:pt>
                <c:pt idx="3736">
                  <c:v>-735</c:v>
                </c:pt>
                <c:pt idx="3737">
                  <c:v>-735</c:v>
                </c:pt>
                <c:pt idx="3738">
                  <c:v>-735</c:v>
                </c:pt>
                <c:pt idx="3739">
                  <c:v>-735</c:v>
                </c:pt>
                <c:pt idx="3740">
                  <c:v>-735</c:v>
                </c:pt>
                <c:pt idx="3741">
                  <c:v>-735</c:v>
                </c:pt>
                <c:pt idx="3742">
                  <c:v>-735</c:v>
                </c:pt>
                <c:pt idx="3743">
                  <c:v>-735</c:v>
                </c:pt>
                <c:pt idx="3744">
                  <c:v>-735</c:v>
                </c:pt>
                <c:pt idx="3745">
                  <c:v>-735</c:v>
                </c:pt>
                <c:pt idx="3746">
                  <c:v>-735</c:v>
                </c:pt>
                <c:pt idx="3747">
                  <c:v>-735</c:v>
                </c:pt>
                <c:pt idx="3748">
                  <c:v>-786</c:v>
                </c:pt>
                <c:pt idx="3749">
                  <c:v>-786</c:v>
                </c:pt>
                <c:pt idx="3750">
                  <c:v>-786</c:v>
                </c:pt>
                <c:pt idx="3751">
                  <c:v>-786</c:v>
                </c:pt>
                <c:pt idx="3752">
                  <c:v>-786</c:v>
                </c:pt>
                <c:pt idx="3753">
                  <c:v>-186</c:v>
                </c:pt>
                <c:pt idx="3754">
                  <c:v>-186</c:v>
                </c:pt>
                <c:pt idx="3755">
                  <c:v>-186</c:v>
                </c:pt>
                <c:pt idx="3756">
                  <c:v>-86</c:v>
                </c:pt>
                <c:pt idx="3757">
                  <c:v>-86</c:v>
                </c:pt>
                <c:pt idx="3758">
                  <c:v>-86</c:v>
                </c:pt>
                <c:pt idx="3759">
                  <c:v>-86</c:v>
                </c:pt>
                <c:pt idx="3760">
                  <c:v>214</c:v>
                </c:pt>
                <c:pt idx="3761">
                  <c:v>129</c:v>
                </c:pt>
                <c:pt idx="3762">
                  <c:v>129</c:v>
                </c:pt>
                <c:pt idx="3763">
                  <c:v>78</c:v>
                </c:pt>
                <c:pt idx="3764">
                  <c:v>78</c:v>
                </c:pt>
                <c:pt idx="3765">
                  <c:v>78</c:v>
                </c:pt>
                <c:pt idx="3766">
                  <c:v>78</c:v>
                </c:pt>
                <c:pt idx="3767">
                  <c:v>178</c:v>
                </c:pt>
                <c:pt idx="3768">
                  <c:v>-9</c:v>
                </c:pt>
                <c:pt idx="3769">
                  <c:v>-9</c:v>
                </c:pt>
                <c:pt idx="3770">
                  <c:v>-9</c:v>
                </c:pt>
                <c:pt idx="3771">
                  <c:v>-9</c:v>
                </c:pt>
                <c:pt idx="3772">
                  <c:v>-9</c:v>
                </c:pt>
                <c:pt idx="3773">
                  <c:v>-9</c:v>
                </c:pt>
                <c:pt idx="3774">
                  <c:v>-9</c:v>
                </c:pt>
                <c:pt idx="3775">
                  <c:v>-9</c:v>
                </c:pt>
                <c:pt idx="3776">
                  <c:v>-179</c:v>
                </c:pt>
                <c:pt idx="3777">
                  <c:v>-179</c:v>
                </c:pt>
                <c:pt idx="3778">
                  <c:v>-179</c:v>
                </c:pt>
                <c:pt idx="3779">
                  <c:v>-179</c:v>
                </c:pt>
                <c:pt idx="3780">
                  <c:v>-179</c:v>
                </c:pt>
                <c:pt idx="3781">
                  <c:v>-179</c:v>
                </c:pt>
                <c:pt idx="3782">
                  <c:v>-179</c:v>
                </c:pt>
                <c:pt idx="3783">
                  <c:v>-179</c:v>
                </c:pt>
                <c:pt idx="3784">
                  <c:v>-179</c:v>
                </c:pt>
                <c:pt idx="3785">
                  <c:v>-179</c:v>
                </c:pt>
                <c:pt idx="3786">
                  <c:v>-179</c:v>
                </c:pt>
                <c:pt idx="3787">
                  <c:v>-179</c:v>
                </c:pt>
                <c:pt idx="3788">
                  <c:v>-179</c:v>
                </c:pt>
                <c:pt idx="3789">
                  <c:v>-315</c:v>
                </c:pt>
                <c:pt idx="3790">
                  <c:v>-315</c:v>
                </c:pt>
                <c:pt idx="3791">
                  <c:v>-315</c:v>
                </c:pt>
                <c:pt idx="3792">
                  <c:v>-315</c:v>
                </c:pt>
                <c:pt idx="3793">
                  <c:v>-315</c:v>
                </c:pt>
                <c:pt idx="3794">
                  <c:v>-315</c:v>
                </c:pt>
                <c:pt idx="3795">
                  <c:v>-315</c:v>
                </c:pt>
                <c:pt idx="3796">
                  <c:v>-365</c:v>
                </c:pt>
                <c:pt idx="3797">
                  <c:v>-365</c:v>
                </c:pt>
                <c:pt idx="3798">
                  <c:v>-365</c:v>
                </c:pt>
                <c:pt idx="3799">
                  <c:v>-365</c:v>
                </c:pt>
                <c:pt idx="3800">
                  <c:v>-365</c:v>
                </c:pt>
                <c:pt idx="3801">
                  <c:v>-365</c:v>
                </c:pt>
                <c:pt idx="3802">
                  <c:v>-365</c:v>
                </c:pt>
                <c:pt idx="3803">
                  <c:v>-365</c:v>
                </c:pt>
                <c:pt idx="3804">
                  <c:v>-365</c:v>
                </c:pt>
                <c:pt idx="3805">
                  <c:v>-280</c:v>
                </c:pt>
                <c:pt idx="3806">
                  <c:v>-263</c:v>
                </c:pt>
                <c:pt idx="3807">
                  <c:v>-263</c:v>
                </c:pt>
                <c:pt idx="3808">
                  <c:v>-263</c:v>
                </c:pt>
                <c:pt idx="3809">
                  <c:v>-195</c:v>
                </c:pt>
                <c:pt idx="3810">
                  <c:v>-195</c:v>
                </c:pt>
                <c:pt idx="3811">
                  <c:v>-195</c:v>
                </c:pt>
                <c:pt idx="3812">
                  <c:v>-195</c:v>
                </c:pt>
                <c:pt idx="3813">
                  <c:v>-195</c:v>
                </c:pt>
                <c:pt idx="3814">
                  <c:v>-195</c:v>
                </c:pt>
                <c:pt idx="3815">
                  <c:v>-195</c:v>
                </c:pt>
                <c:pt idx="3816">
                  <c:v>-195</c:v>
                </c:pt>
                <c:pt idx="3817">
                  <c:v>-195</c:v>
                </c:pt>
                <c:pt idx="3818">
                  <c:v>-211</c:v>
                </c:pt>
                <c:pt idx="3819">
                  <c:v>-160</c:v>
                </c:pt>
                <c:pt idx="3820">
                  <c:v>-160</c:v>
                </c:pt>
                <c:pt idx="3821">
                  <c:v>-160</c:v>
                </c:pt>
                <c:pt idx="3822">
                  <c:v>-160</c:v>
                </c:pt>
                <c:pt idx="3823">
                  <c:v>-160</c:v>
                </c:pt>
                <c:pt idx="3824">
                  <c:v>-260</c:v>
                </c:pt>
                <c:pt idx="3825">
                  <c:v>-260</c:v>
                </c:pt>
                <c:pt idx="3826">
                  <c:v>-260</c:v>
                </c:pt>
                <c:pt idx="3827">
                  <c:v>-260</c:v>
                </c:pt>
                <c:pt idx="3828">
                  <c:v>-260</c:v>
                </c:pt>
                <c:pt idx="3829">
                  <c:v>-260</c:v>
                </c:pt>
                <c:pt idx="3830">
                  <c:v>-192</c:v>
                </c:pt>
                <c:pt idx="3831">
                  <c:v>-292</c:v>
                </c:pt>
                <c:pt idx="3832">
                  <c:v>-292</c:v>
                </c:pt>
                <c:pt idx="3833">
                  <c:v>-292</c:v>
                </c:pt>
                <c:pt idx="3834">
                  <c:v>-292</c:v>
                </c:pt>
                <c:pt idx="3835">
                  <c:v>-292</c:v>
                </c:pt>
                <c:pt idx="3836">
                  <c:v>-292</c:v>
                </c:pt>
                <c:pt idx="3837">
                  <c:v>-292</c:v>
                </c:pt>
                <c:pt idx="3838">
                  <c:v>-342</c:v>
                </c:pt>
                <c:pt idx="3839">
                  <c:v>-342</c:v>
                </c:pt>
                <c:pt idx="3840">
                  <c:v>-342</c:v>
                </c:pt>
                <c:pt idx="3841">
                  <c:v>-325</c:v>
                </c:pt>
                <c:pt idx="3842">
                  <c:v>-325</c:v>
                </c:pt>
                <c:pt idx="3843">
                  <c:v>-325</c:v>
                </c:pt>
                <c:pt idx="3844">
                  <c:v>-475</c:v>
                </c:pt>
                <c:pt idx="3845">
                  <c:v>-475</c:v>
                </c:pt>
                <c:pt idx="3846">
                  <c:v>-475</c:v>
                </c:pt>
                <c:pt idx="3847">
                  <c:v>-475</c:v>
                </c:pt>
                <c:pt idx="3848">
                  <c:v>-475</c:v>
                </c:pt>
                <c:pt idx="3849">
                  <c:v>-475</c:v>
                </c:pt>
                <c:pt idx="3850">
                  <c:v>-475</c:v>
                </c:pt>
                <c:pt idx="3851">
                  <c:v>-475</c:v>
                </c:pt>
                <c:pt idx="3852">
                  <c:v>-675</c:v>
                </c:pt>
                <c:pt idx="3853">
                  <c:v>-675</c:v>
                </c:pt>
                <c:pt idx="3854">
                  <c:v>-675</c:v>
                </c:pt>
                <c:pt idx="3855">
                  <c:v>-726</c:v>
                </c:pt>
                <c:pt idx="3856">
                  <c:v>-726</c:v>
                </c:pt>
                <c:pt idx="3857">
                  <c:v>-726</c:v>
                </c:pt>
                <c:pt idx="3858">
                  <c:v>-726</c:v>
                </c:pt>
                <c:pt idx="3859">
                  <c:v>-826</c:v>
                </c:pt>
                <c:pt idx="3860">
                  <c:v>-826</c:v>
                </c:pt>
                <c:pt idx="3861">
                  <c:v>-826</c:v>
                </c:pt>
                <c:pt idx="3862">
                  <c:v>-826</c:v>
                </c:pt>
                <c:pt idx="3863">
                  <c:v>-826</c:v>
                </c:pt>
                <c:pt idx="3864">
                  <c:v>-826</c:v>
                </c:pt>
                <c:pt idx="3865">
                  <c:v>-928</c:v>
                </c:pt>
                <c:pt idx="3866">
                  <c:v>-1078</c:v>
                </c:pt>
                <c:pt idx="3867">
                  <c:v>-1078</c:v>
                </c:pt>
                <c:pt idx="3868">
                  <c:v>-1128</c:v>
                </c:pt>
                <c:pt idx="3869">
                  <c:v>-1128</c:v>
                </c:pt>
                <c:pt idx="3870">
                  <c:v>-1128</c:v>
                </c:pt>
                <c:pt idx="3871">
                  <c:v>-1128</c:v>
                </c:pt>
                <c:pt idx="3872">
                  <c:v>-1328</c:v>
                </c:pt>
                <c:pt idx="3873">
                  <c:v>-1430</c:v>
                </c:pt>
                <c:pt idx="3874">
                  <c:v>-1430</c:v>
                </c:pt>
                <c:pt idx="3875">
                  <c:v>-1430</c:v>
                </c:pt>
                <c:pt idx="3876">
                  <c:v>-1430</c:v>
                </c:pt>
                <c:pt idx="3877">
                  <c:v>-1430</c:v>
                </c:pt>
                <c:pt idx="3878">
                  <c:v>-1430</c:v>
                </c:pt>
                <c:pt idx="3879">
                  <c:v>-1430</c:v>
                </c:pt>
                <c:pt idx="3880">
                  <c:v>-1515</c:v>
                </c:pt>
                <c:pt idx="3881">
                  <c:v>-1515</c:v>
                </c:pt>
                <c:pt idx="3882">
                  <c:v>-1815</c:v>
                </c:pt>
                <c:pt idx="3883">
                  <c:v>-1815</c:v>
                </c:pt>
                <c:pt idx="3884">
                  <c:v>-1815</c:v>
                </c:pt>
                <c:pt idx="3885">
                  <c:v>-1815</c:v>
                </c:pt>
                <c:pt idx="3886">
                  <c:v>-1815</c:v>
                </c:pt>
                <c:pt idx="3887">
                  <c:v>-1815</c:v>
                </c:pt>
                <c:pt idx="3888">
                  <c:v>-1934</c:v>
                </c:pt>
                <c:pt idx="3889">
                  <c:v>-1934</c:v>
                </c:pt>
                <c:pt idx="3890">
                  <c:v>-1734</c:v>
                </c:pt>
                <c:pt idx="3891">
                  <c:v>-1734</c:v>
                </c:pt>
                <c:pt idx="3892">
                  <c:v>-1734</c:v>
                </c:pt>
                <c:pt idx="3893">
                  <c:v>-1936</c:v>
                </c:pt>
                <c:pt idx="3894">
                  <c:v>-1936</c:v>
                </c:pt>
                <c:pt idx="3895">
                  <c:v>-1936</c:v>
                </c:pt>
                <c:pt idx="3896">
                  <c:v>-1936</c:v>
                </c:pt>
                <c:pt idx="3897">
                  <c:v>-1936</c:v>
                </c:pt>
                <c:pt idx="3898">
                  <c:v>-1936</c:v>
                </c:pt>
                <c:pt idx="3899">
                  <c:v>-1936</c:v>
                </c:pt>
                <c:pt idx="3900">
                  <c:v>-1936</c:v>
                </c:pt>
                <c:pt idx="3901">
                  <c:v>-1936</c:v>
                </c:pt>
                <c:pt idx="3902">
                  <c:v>-1987</c:v>
                </c:pt>
                <c:pt idx="3903">
                  <c:v>-2021</c:v>
                </c:pt>
                <c:pt idx="3904">
                  <c:v>-2021</c:v>
                </c:pt>
                <c:pt idx="3905">
                  <c:v>-2021</c:v>
                </c:pt>
                <c:pt idx="3906">
                  <c:v>-2021</c:v>
                </c:pt>
                <c:pt idx="3907">
                  <c:v>-2021</c:v>
                </c:pt>
                <c:pt idx="3908">
                  <c:v>-2021</c:v>
                </c:pt>
                <c:pt idx="3909">
                  <c:v>-2021</c:v>
                </c:pt>
                <c:pt idx="3910">
                  <c:v>-2021</c:v>
                </c:pt>
                <c:pt idx="3911">
                  <c:v>-2021</c:v>
                </c:pt>
                <c:pt idx="3912">
                  <c:v>-2021</c:v>
                </c:pt>
                <c:pt idx="3913">
                  <c:v>-2021</c:v>
                </c:pt>
                <c:pt idx="3914">
                  <c:v>-2021</c:v>
                </c:pt>
                <c:pt idx="3915">
                  <c:v>-2021</c:v>
                </c:pt>
                <c:pt idx="3916">
                  <c:v>-2106</c:v>
                </c:pt>
                <c:pt idx="3917">
                  <c:v>-2106</c:v>
                </c:pt>
                <c:pt idx="3918">
                  <c:v>-2106</c:v>
                </c:pt>
                <c:pt idx="3919">
                  <c:v>-2106</c:v>
                </c:pt>
                <c:pt idx="3920">
                  <c:v>-2106</c:v>
                </c:pt>
                <c:pt idx="3921">
                  <c:v>-2208</c:v>
                </c:pt>
                <c:pt idx="3922">
                  <c:v>-2208</c:v>
                </c:pt>
                <c:pt idx="3923">
                  <c:v>-2108</c:v>
                </c:pt>
                <c:pt idx="3924">
                  <c:v>-2008</c:v>
                </c:pt>
                <c:pt idx="3925">
                  <c:v>-2008</c:v>
                </c:pt>
                <c:pt idx="3926">
                  <c:v>-2008</c:v>
                </c:pt>
                <c:pt idx="3927">
                  <c:v>-2008</c:v>
                </c:pt>
                <c:pt idx="3928">
                  <c:v>-2008</c:v>
                </c:pt>
                <c:pt idx="3929">
                  <c:v>-2008</c:v>
                </c:pt>
                <c:pt idx="3930">
                  <c:v>-2008</c:v>
                </c:pt>
                <c:pt idx="3931">
                  <c:v>-2008</c:v>
                </c:pt>
                <c:pt idx="3932">
                  <c:v>-2008</c:v>
                </c:pt>
                <c:pt idx="3933">
                  <c:v>-2008</c:v>
                </c:pt>
                <c:pt idx="3934">
                  <c:v>-1658</c:v>
                </c:pt>
                <c:pt idx="3935">
                  <c:v>-1743</c:v>
                </c:pt>
                <c:pt idx="3936">
                  <c:v>-1743</c:v>
                </c:pt>
                <c:pt idx="3937">
                  <c:v>-1819.5</c:v>
                </c:pt>
                <c:pt idx="3938">
                  <c:v>-1853.5</c:v>
                </c:pt>
                <c:pt idx="3939">
                  <c:v>-1853.5</c:v>
                </c:pt>
                <c:pt idx="3940">
                  <c:v>-1853.5</c:v>
                </c:pt>
                <c:pt idx="3941">
                  <c:v>-1853.5</c:v>
                </c:pt>
                <c:pt idx="3942">
                  <c:v>-1853.5</c:v>
                </c:pt>
                <c:pt idx="3943">
                  <c:v>-1853.5</c:v>
                </c:pt>
                <c:pt idx="3944">
                  <c:v>-1405.5</c:v>
                </c:pt>
                <c:pt idx="3945">
                  <c:v>-1405.5</c:v>
                </c:pt>
                <c:pt idx="3946">
                  <c:v>-1405.5</c:v>
                </c:pt>
                <c:pt idx="3947">
                  <c:v>-1405.5</c:v>
                </c:pt>
                <c:pt idx="3948">
                  <c:v>-1405.5</c:v>
                </c:pt>
                <c:pt idx="3949">
                  <c:v>-1405.5</c:v>
                </c:pt>
                <c:pt idx="3950">
                  <c:v>-833</c:v>
                </c:pt>
                <c:pt idx="3951">
                  <c:v>-833</c:v>
                </c:pt>
                <c:pt idx="3952">
                  <c:v>-833</c:v>
                </c:pt>
                <c:pt idx="3953">
                  <c:v>-833</c:v>
                </c:pt>
                <c:pt idx="3954">
                  <c:v>-833</c:v>
                </c:pt>
                <c:pt idx="3955">
                  <c:v>-833</c:v>
                </c:pt>
                <c:pt idx="3956">
                  <c:v>-233</c:v>
                </c:pt>
                <c:pt idx="3957">
                  <c:v>-377.5</c:v>
                </c:pt>
                <c:pt idx="3958">
                  <c:v>-277.5</c:v>
                </c:pt>
                <c:pt idx="3959">
                  <c:v>-277.5</c:v>
                </c:pt>
                <c:pt idx="3960">
                  <c:v>172.5</c:v>
                </c:pt>
                <c:pt idx="3961">
                  <c:v>172.5</c:v>
                </c:pt>
                <c:pt idx="3962">
                  <c:v>172.5</c:v>
                </c:pt>
                <c:pt idx="3963">
                  <c:v>-82.5</c:v>
                </c:pt>
                <c:pt idx="3964">
                  <c:v>-82.5</c:v>
                </c:pt>
                <c:pt idx="3965">
                  <c:v>167.5</c:v>
                </c:pt>
                <c:pt idx="3966">
                  <c:v>99.5</c:v>
                </c:pt>
                <c:pt idx="3967">
                  <c:v>99.5</c:v>
                </c:pt>
                <c:pt idx="3968">
                  <c:v>99.5</c:v>
                </c:pt>
                <c:pt idx="3969">
                  <c:v>99.5</c:v>
                </c:pt>
                <c:pt idx="3970">
                  <c:v>99.5</c:v>
                </c:pt>
                <c:pt idx="3971">
                  <c:v>499.5</c:v>
                </c:pt>
                <c:pt idx="3972">
                  <c:v>244.5</c:v>
                </c:pt>
                <c:pt idx="3973">
                  <c:v>244.5</c:v>
                </c:pt>
                <c:pt idx="3974">
                  <c:v>244.5</c:v>
                </c:pt>
                <c:pt idx="3975">
                  <c:v>244.5</c:v>
                </c:pt>
                <c:pt idx="3976">
                  <c:v>244.5</c:v>
                </c:pt>
                <c:pt idx="3977">
                  <c:v>244.5</c:v>
                </c:pt>
                <c:pt idx="3978">
                  <c:v>244.5</c:v>
                </c:pt>
                <c:pt idx="3979">
                  <c:v>444.5</c:v>
                </c:pt>
                <c:pt idx="3980">
                  <c:v>444.5</c:v>
                </c:pt>
                <c:pt idx="3981">
                  <c:v>444.5</c:v>
                </c:pt>
                <c:pt idx="3982">
                  <c:v>444.5</c:v>
                </c:pt>
                <c:pt idx="3983">
                  <c:v>444.5</c:v>
                </c:pt>
                <c:pt idx="3984">
                  <c:v>444.5</c:v>
                </c:pt>
                <c:pt idx="3985">
                  <c:v>444.5</c:v>
                </c:pt>
                <c:pt idx="3986">
                  <c:v>444.5</c:v>
                </c:pt>
                <c:pt idx="3987">
                  <c:v>444.5</c:v>
                </c:pt>
                <c:pt idx="3988">
                  <c:v>444.5</c:v>
                </c:pt>
                <c:pt idx="3989">
                  <c:v>444.5</c:v>
                </c:pt>
                <c:pt idx="3990">
                  <c:v>444.5</c:v>
                </c:pt>
                <c:pt idx="3991">
                  <c:v>444.5</c:v>
                </c:pt>
                <c:pt idx="3992">
                  <c:v>444.5</c:v>
                </c:pt>
                <c:pt idx="3993">
                  <c:v>444.5</c:v>
                </c:pt>
                <c:pt idx="3994">
                  <c:v>444.5</c:v>
                </c:pt>
                <c:pt idx="3995">
                  <c:v>444.5</c:v>
                </c:pt>
                <c:pt idx="3996">
                  <c:v>444.5</c:v>
                </c:pt>
                <c:pt idx="3997">
                  <c:v>444.5</c:v>
                </c:pt>
                <c:pt idx="3998">
                  <c:v>444.5</c:v>
                </c:pt>
                <c:pt idx="3999">
                  <c:v>444.5</c:v>
                </c:pt>
                <c:pt idx="4000">
                  <c:v>444.5</c:v>
                </c:pt>
                <c:pt idx="4001">
                  <c:v>444.5</c:v>
                </c:pt>
                <c:pt idx="4002">
                  <c:v>444.5</c:v>
                </c:pt>
                <c:pt idx="4003">
                  <c:v>444.5</c:v>
                </c:pt>
                <c:pt idx="4004">
                  <c:v>444.5</c:v>
                </c:pt>
                <c:pt idx="4005">
                  <c:v>614.5</c:v>
                </c:pt>
                <c:pt idx="4006">
                  <c:v>514.5</c:v>
                </c:pt>
                <c:pt idx="4007">
                  <c:v>514.5</c:v>
                </c:pt>
                <c:pt idx="4008">
                  <c:v>514.5</c:v>
                </c:pt>
                <c:pt idx="4009">
                  <c:v>514.5</c:v>
                </c:pt>
                <c:pt idx="4010">
                  <c:v>514.5</c:v>
                </c:pt>
                <c:pt idx="4011">
                  <c:v>514.5</c:v>
                </c:pt>
                <c:pt idx="4012">
                  <c:v>514.5</c:v>
                </c:pt>
                <c:pt idx="4013">
                  <c:v>314.5</c:v>
                </c:pt>
                <c:pt idx="4014">
                  <c:v>314.5</c:v>
                </c:pt>
                <c:pt idx="4015">
                  <c:v>314.5</c:v>
                </c:pt>
                <c:pt idx="4016">
                  <c:v>314.5</c:v>
                </c:pt>
                <c:pt idx="4017">
                  <c:v>314.5</c:v>
                </c:pt>
                <c:pt idx="4018">
                  <c:v>314.5</c:v>
                </c:pt>
                <c:pt idx="4019">
                  <c:v>314.5</c:v>
                </c:pt>
                <c:pt idx="4020">
                  <c:v>382.5</c:v>
                </c:pt>
                <c:pt idx="4021">
                  <c:v>382.5</c:v>
                </c:pt>
                <c:pt idx="4022">
                  <c:v>382.5</c:v>
                </c:pt>
                <c:pt idx="4023">
                  <c:v>382.5</c:v>
                </c:pt>
                <c:pt idx="4024">
                  <c:v>382.5</c:v>
                </c:pt>
                <c:pt idx="4025">
                  <c:v>382.5</c:v>
                </c:pt>
                <c:pt idx="4026">
                  <c:v>382.5</c:v>
                </c:pt>
                <c:pt idx="4027">
                  <c:v>467.5</c:v>
                </c:pt>
                <c:pt idx="4028">
                  <c:v>501.5</c:v>
                </c:pt>
                <c:pt idx="4029">
                  <c:v>501.5</c:v>
                </c:pt>
                <c:pt idx="4030">
                  <c:v>501.5</c:v>
                </c:pt>
                <c:pt idx="4031">
                  <c:v>501.5</c:v>
                </c:pt>
                <c:pt idx="4032">
                  <c:v>501.5</c:v>
                </c:pt>
                <c:pt idx="4033">
                  <c:v>501.5</c:v>
                </c:pt>
                <c:pt idx="4034">
                  <c:v>501.5</c:v>
                </c:pt>
                <c:pt idx="4035">
                  <c:v>201.5</c:v>
                </c:pt>
                <c:pt idx="4036">
                  <c:v>286.5</c:v>
                </c:pt>
                <c:pt idx="4037">
                  <c:v>286.5</c:v>
                </c:pt>
                <c:pt idx="4038">
                  <c:v>286.5</c:v>
                </c:pt>
                <c:pt idx="4039">
                  <c:v>286.5</c:v>
                </c:pt>
                <c:pt idx="4040">
                  <c:v>286.5</c:v>
                </c:pt>
                <c:pt idx="4041">
                  <c:v>286.5</c:v>
                </c:pt>
                <c:pt idx="4042">
                  <c:v>286.5</c:v>
                </c:pt>
                <c:pt idx="4043">
                  <c:v>286.5</c:v>
                </c:pt>
                <c:pt idx="4044">
                  <c:v>286.5</c:v>
                </c:pt>
                <c:pt idx="4045">
                  <c:v>286.5</c:v>
                </c:pt>
                <c:pt idx="4046">
                  <c:v>286.5</c:v>
                </c:pt>
                <c:pt idx="4047">
                  <c:v>286.5</c:v>
                </c:pt>
                <c:pt idx="4048">
                  <c:v>286.5</c:v>
                </c:pt>
                <c:pt idx="4049">
                  <c:v>286.5</c:v>
                </c:pt>
                <c:pt idx="4050">
                  <c:v>286.5</c:v>
                </c:pt>
                <c:pt idx="4051">
                  <c:v>286.5</c:v>
                </c:pt>
                <c:pt idx="4052">
                  <c:v>286.5</c:v>
                </c:pt>
                <c:pt idx="4053">
                  <c:v>286.5</c:v>
                </c:pt>
                <c:pt idx="4054">
                  <c:v>295</c:v>
                </c:pt>
                <c:pt idx="4055">
                  <c:v>337.5</c:v>
                </c:pt>
                <c:pt idx="4056">
                  <c:v>337.5</c:v>
                </c:pt>
                <c:pt idx="4057">
                  <c:v>380</c:v>
                </c:pt>
                <c:pt idx="4058">
                  <c:v>380</c:v>
                </c:pt>
                <c:pt idx="4059">
                  <c:v>380</c:v>
                </c:pt>
                <c:pt idx="4060">
                  <c:v>380</c:v>
                </c:pt>
                <c:pt idx="4061">
                  <c:v>414</c:v>
                </c:pt>
                <c:pt idx="4062">
                  <c:v>414</c:v>
                </c:pt>
                <c:pt idx="4063">
                  <c:v>414</c:v>
                </c:pt>
                <c:pt idx="4064">
                  <c:v>507.5</c:v>
                </c:pt>
                <c:pt idx="4065">
                  <c:v>507.5</c:v>
                </c:pt>
                <c:pt idx="4066">
                  <c:v>507.5</c:v>
                </c:pt>
                <c:pt idx="4067">
                  <c:v>507.5</c:v>
                </c:pt>
                <c:pt idx="4068">
                  <c:v>507.5</c:v>
                </c:pt>
                <c:pt idx="4069">
                  <c:v>592.5</c:v>
                </c:pt>
                <c:pt idx="4070">
                  <c:v>592.5</c:v>
                </c:pt>
                <c:pt idx="4071">
                  <c:v>592.5</c:v>
                </c:pt>
                <c:pt idx="4072">
                  <c:v>592.5</c:v>
                </c:pt>
                <c:pt idx="4073">
                  <c:v>592.5</c:v>
                </c:pt>
                <c:pt idx="4074">
                  <c:v>592.5</c:v>
                </c:pt>
                <c:pt idx="4075">
                  <c:v>592.5</c:v>
                </c:pt>
                <c:pt idx="4076">
                  <c:v>592.5</c:v>
                </c:pt>
                <c:pt idx="4077">
                  <c:v>592.5</c:v>
                </c:pt>
                <c:pt idx="4078">
                  <c:v>592.5</c:v>
                </c:pt>
                <c:pt idx="4079">
                  <c:v>592.5</c:v>
                </c:pt>
                <c:pt idx="4080">
                  <c:v>592.5</c:v>
                </c:pt>
                <c:pt idx="4081">
                  <c:v>592.5</c:v>
                </c:pt>
                <c:pt idx="4082">
                  <c:v>592.5</c:v>
                </c:pt>
                <c:pt idx="4083">
                  <c:v>592.5</c:v>
                </c:pt>
                <c:pt idx="4084">
                  <c:v>592.5</c:v>
                </c:pt>
                <c:pt idx="4085">
                  <c:v>592.5</c:v>
                </c:pt>
                <c:pt idx="4086">
                  <c:v>592.5</c:v>
                </c:pt>
                <c:pt idx="4087">
                  <c:v>592.5</c:v>
                </c:pt>
                <c:pt idx="4088">
                  <c:v>592.5</c:v>
                </c:pt>
                <c:pt idx="4089">
                  <c:v>592.5</c:v>
                </c:pt>
                <c:pt idx="4090">
                  <c:v>507.5</c:v>
                </c:pt>
                <c:pt idx="4091">
                  <c:v>507.5</c:v>
                </c:pt>
                <c:pt idx="4092">
                  <c:v>507.5</c:v>
                </c:pt>
                <c:pt idx="4093">
                  <c:v>507.5</c:v>
                </c:pt>
                <c:pt idx="4094">
                  <c:v>507.5</c:v>
                </c:pt>
                <c:pt idx="4095">
                  <c:v>507.5</c:v>
                </c:pt>
                <c:pt idx="4096">
                  <c:v>1007.5</c:v>
                </c:pt>
                <c:pt idx="4097">
                  <c:v>922.5</c:v>
                </c:pt>
                <c:pt idx="4098">
                  <c:v>922.5</c:v>
                </c:pt>
                <c:pt idx="4099">
                  <c:v>1022.5</c:v>
                </c:pt>
                <c:pt idx="4100">
                  <c:v>1022.5</c:v>
                </c:pt>
                <c:pt idx="4101">
                  <c:v>1022.5</c:v>
                </c:pt>
                <c:pt idx="4102">
                  <c:v>1022.5</c:v>
                </c:pt>
                <c:pt idx="4103">
                  <c:v>1622.5</c:v>
                </c:pt>
                <c:pt idx="4104">
                  <c:v>1622.5</c:v>
                </c:pt>
                <c:pt idx="4105">
                  <c:v>1537.5</c:v>
                </c:pt>
                <c:pt idx="4106">
                  <c:v>1537.5</c:v>
                </c:pt>
                <c:pt idx="4107">
                  <c:v>1537.5</c:v>
                </c:pt>
                <c:pt idx="4108">
                  <c:v>1537.5</c:v>
                </c:pt>
                <c:pt idx="4109">
                  <c:v>1537.5</c:v>
                </c:pt>
                <c:pt idx="4110">
                  <c:v>1537.5</c:v>
                </c:pt>
                <c:pt idx="4111">
                  <c:v>1537.5</c:v>
                </c:pt>
                <c:pt idx="4112">
                  <c:v>1937.5</c:v>
                </c:pt>
                <c:pt idx="4113">
                  <c:v>1937.5</c:v>
                </c:pt>
                <c:pt idx="4114">
                  <c:v>2227</c:v>
                </c:pt>
                <c:pt idx="4115">
                  <c:v>2227</c:v>
                </c:pt>
                <c:pt idx="4116">
                  <c:v>2227</c:v>
                </c:pt>
                <c:pt idx="4117">
                  <c:v>2227</c:v>
                </c:pt>
                <c:pt idx="4118">
                  <c:v>2227</c:v>
                </c:pt>
                <c:pt idx="4119">
                  <c:v>2227</c:v>
                </c:pt>
                <c:pt idx="4120">
                  <c:v>2227</c:v>
                </c:pt>
                <c:pt idx="4121">
                  <c:v>2227</c:v>
                </c:pt>
                <c:pt idx="4122">
                  <c:v>2227</c:v>
                </c:pt>
                <c:pt idx="4123">
                  <c:v>2227</c:v>
                </c:pt>
                <c:pt idx="4124">
                  <c:v>2167.5</c:v>
                </c:pt>
                <c:pt idx="4125">
                  <c:v>2167.5</c:v>
                </c:pt>
                <c:pt idx="4126">
                  <c:v>2167.5</c:v>
                </c:pt>
                <c:pt idx="4127">
                  <c:v>2167.5</c:v>
                </c:pt>
                <c:pt idx="4128">
                  <c:v>2167.5</c:v>
                </c:pt>
                <c:pt idx="4129">
                  <c:v>2167.5</c:v>
                </c:pt>
                <c:pt idx="4130">
                  <c:v>2167.5</c:v>
                </c:pt>
                <c:pt idx="4131">
                  <c:v>2167.5</c:v>
                </c:pt>
                <c:pt idx="4132">
                  <c:v>2167.5</c:v>
                </c:pt>
                <c:pt idx="4133">
                  <c:v>2167.5</c:v>
                </c:pt>
                <c:pt idx="4134">
                  <c:v>2167.5</c:v>
                </c:pt>
                <c:pt idx="4135">
                  <c:v>2167.5</c:v>
                </c:pt>
                <c:pt idx="4136">
                  <c:v>2167.5</c:v>
                </c:pt>
                <c:pt idx="4137">
                  <c:v>2167.5</c:v>
                </c:pt>
                <c:pt idx="4138">
                  <c:v>2167.5</c:v>
                </c:pt>
                <c:pt idx="4139">
                  <c:v>2167.5</c:v>
                </c:pt>
                <c:pt idx="4140">
                  <c:v>1967.5</c:v>
                </c:pt>
                <c:pt idx="4141">
                  <c:v>1767.5</c:v>
                </c:pt>
                <c:pt idx="4142">
                  <c:v>1767.5</c:v>
                </c:pt>
                <c:pt idx="4143">
                  <c:v>1767.5</c:v>
                </c:pt>
                <c:pt idx="4144">
                  <c:v>1767.5</c:v>
                </c:pt>
                <c:pt idx="4145">
                  <c:v>1452.5</c:v>
                </c:pt>
                <c:pt idx="4146">
                  <c:v>1252.5</c:v>
                </c:pt>
                <c:pt idx="4147">
                  <c:v>1252.5</c:v>
                </c:pt>
                <c:pt idx="4148">
                  <c:v>1252.5</c:v>
                </c:pt>
                <c:pt idx="4149">
                  <c:v>1252.5</c:v>
                </c:pt>
                <c:pt idx="4150">
                  <c:v>1252.5</c:v>
                </c:pt>
                <c:pt idx="4151">
                  <c:v>1252.5</c:v>
                </c:pt>
                <c:pt idx="4152">
                  <c:v>1037.5</c:v>
                </c:pt>
                <c:pt idx="4153">
                  <c:v>637.5</c:v>
                </c:pt>
                <c:pt idx="4154">
                  <c:v>637.5</c:v>
                </c:pt>
                <c:pt idx="4155">
                  <c:v>637.5</c:v>
                </c:pt>
                <c:pt idx="4156">
                  <c:v>637.5</c:v>
                </c:pt>
                <c:pt idx="4157">
                  <c:v>637.5</c:v>
                </c:pt>
                <c:pt idx="4158">
                  <c:v>637.5</c:v>
                </c:pt>
                <c:pt idx="4159">
                  <c:v>637.5</c:v>
                </c:pt>
                <c:pt idx="4160">
                  <c:v>422.5</c:v>
                </c:pt>
                <c:pt idx="4161">
                  <c:v>22.5</c:v>
                </c:pt>
                <c:pt idx="4162">
                  <c:v>-77.5</c:v>
                </c:pt>
                <c:pt idx="4163">
                  <c:v>-77.5</c:v>
                </c:pt>
                <c:pt idx="4164">
                  <c:v>-377.5</c:v>
                </c:pt>
                <c:pt idx="4165">
                  <c:v>-377.5</c:v>
                </c:pt>
                <c:pt idx="4166">
                  <c:v>-377.5</c:v>
                </c:pt>
                <c:pt idx="4167">
                  <c:v>-377.5</c:v>
                </c:pt>
                <c:pt idx="4168">
                  <c:v>-377.5</c:v>
                </c:pt>
                <c:pt idx="4169">
                  <c:v>-377.5</c:v>
                </c:pt>
                <c:pt idx="4170">
                  <c:v>-292.5</c:v>
                </c:pt>
                <c:pt idx="4171">
                  <c:v>-292.5</c:v>
                </c:pt>
                <c:pt idx="4172">
                  <c:v>-292.5</c:v>
                </c:pt>
                <c:pt idx="4173">
                  <c:v>-292.5</c:v>
                </c:pt>
                <c:pt idx="4174">
                  <c:v>-492.5</c:v>
                </c:pt>
                <c:pt idx="4175">
                  <c:v>-492.5</c:v>
                </c:pt>
                <c:pt idx="4176">
                  <c:v>-492.5</c:v>
                </c:pt>
                <c:pt idx="4177">
                  <c:v>-492.5</c:v>
                </c:pt>
                <c:pt idx="4178">
                  <c:v>-492.5</c:v>
                </c:pt>
                <c:pt idx="4179">
                  <c:v>-492.5</c:v>
                </c:pt>
                <c:pt idx="4180">
                  <c:v>-407.5</c:v>
                </c:pt>
                <c:pt idx="4181">
                  <c:v>-407.5</c:v>
                </c:pt>
                <c:pt idx="4182">
                  <c:v>-607.5</c:v>
                </c:pt>
                <c:pt idx="4183">
                  <c:v>-607.5</c:v>
                </c:pt>
                <c:pt idx="4184">
                  <c:v>-607.5</c:v>
                </c:pt>
                <c:pt idx="4185">
                  <c:v>-607.5</c:v>
                </c:pt>
                <c:pt idx="4186">
                  <c:v>-607.5</c:v>
                </c:pt>
                <c:pt idx="4187">
                  <c:v>-607.5</c:v>
                </c:pt>
                <c:pt idx="4188">
                  <c:v>-407.5</c:v>
                </c:pt>
                <c:pt idx="4189">
                  <c:v>-407.5</c:v>
                </c:pt>
                <c:pt idx="4190">
                  <c:v>-407.5</c:v>
                </c:pt>
                <c:pt idx="4191">
                  <c:v>-407.5</c:v>
                </c:pt>
                <c:pt idx="4192">
                  <c:v>-407.5</c:v>
                </c:pt>
                <c:pt idx="4193">
                  <c:v>-407.5</c:v>
                </c:pt>
                <c:pt idx="4194">
                  <c:v>-207.5</c:v>
                </c:pt>
                <c:pt idx="4195">
                  <c:v>-233</c:v>
                </c:pt>
                <c:pt idx="4196">
                  <c:v>-33</c:v>
                </c:pt>
                <c:pt idx="4197">
                  <c:v>-33</c:v>
                </c:pt>
                <c:pt idx="4198">
                  <c:v>-33</c:v>
                </c:pt>
                <c:pt idx="4199">
                  <c:v>-33</c:v>
                </c:pt>
                <c:pt idx="4200">
                  <c:v>-33</c:v>
                </c:pt>
                <c:pt idx="4201">
                  <c:v>67</c:v>
                </c:pt>
                <c:pt idx="4202">
                  <c:v>267</c:v>
                </c:pt>
                <c:pt idx="4203">
                  <c:v>267</c:v>
                </c:pt>
                <c:pt idx="4204">
                  <c:v>267</c:v>
                </c:pt>
                <c:pt idx="4205">
                  <c:v>267</c:v>
                </c:pt>
                <c:pt idx="4206">
                  <c:v>267</c:v>
                </c:pt>
                <c:pt idx="4207">
                  <c:v>267</c:v>
                </c:pt>
                <c:pt idx="4208">
                  <c:v>699</c:v>
                </c:pt>
                <c:pt idx="4209">
                  <c:v>699</c:v>
                </c:pt>
                <c:pt idx="4210">
                  <c:v>699</c:v>
                </c:pt>
                <c:pt idx="4211">
                  <c:v>699</c:v>
                </c:pt>
                <c:pt idx="4212">
                  <c:v>699</c:v>
                </c:pt>
                <c:pt idx="4213">
                  <c:v>699</c:v>
                </c:pt>
                <c:pt idx="4214">
                  <c:v>699</c:v>
                </c:pt>
                <c:pt idx="4215">
                  <c:v>699</c:v>
                </c:pt>
                <c:pt idx="4216">
                  <c:v>899</c:v>
                </c:pt>
                <c:pt idx="4217">
                  <c:v>982</c:v>
                </c:pt>
                <c:pt idx="4218">
                  <c:v>922.5</c:v>
                </c:pt>
                <c:pt idx="4219">
                  <c:v>922.5</c:v>
                </c:pt>
                <c:pt idx="4220">
                  <c:v>922.5</c:v>
                </c:pt>
                <c:pt idx="4221">
                  <c:v>922.5</c:v>
                </c:pt>
                <c:pt idx="4222">
                  <c:v>922.5</c:v>
                </c:pt>
                <c:pt idx="4223">
                  <c:v>922.5</c:v>
                </c:pt>
                <c:pt idx="4224">
                  <c:v>922.5</c:v>
                </c:pt>
                <c:pt idx="4225">
                  <c:v>922.5</c:v>
                </c:pt>
                <c:pt idx="4226">
                  <c:v>922.5</c:v>
                </c:pt>
                <c:pt idx="4227">
                  <c:v>922.5</c:v>
                </c:pt>
                <c:pt idx="4228">
                  <c:v>922.5</c:v>
                </c:pt>
                <c:pt idx="4229">
                  <c:v>837.5</c:v>
                </c:pt>
                <c:pt idx="4230">
                  <c:v>837.5</c:v>
                </c:pt>
                <c:pt idx="4231">
                  <c:v>737.5</c:v>
                </c:pt>
                <c:pt idx="4232">
                  <c:v>737.5</c:v>
                </c:pt>
                <c:pt idx="4233">
                  <c:v>737.5</c:v>
                </c:pt>
                <c:pt idx="4234">
                  <c:v>737.5</c:v>
                </c:pt>
                <c:pt idx="4235">
                  <c:v>737.5</c:v>
                </c:pt>
                <c:pt idx="4236">
                  <c:v>737.5</c:v>
                </c:pt>
                <c:pt idx="4237">
                  <c:v>737.5</c:v>
                </c:pt>
                <c:pt idx="4238">
                  <c:v>737.5</c:v>
                </c:pt>
                <c:pt idx="4239">
                  <c:v>584.5</c:v>
                </c:pt>
                <c:pt idx="4240">
                  <c:v>884.5</c:v>
                </c:pt>
                <c:pt idx="4241">
                  <c:v>884.5</c:v>
                </c:pt>
                <c:pt idx="4242">
                  <c:v>884.5</c:v>
                </c:pt>
                <c:pt idx="4243">
                  <c:v>884.5</c:v>
                </c:pt>
                <c:pt idx="4244">
                  <c:v>884.5</c:v>
                </c:pt>
                <c:pt idx="4245">
                  <c:v>706</c:v>
                </c:pt>
                <c:pt idx="4246">
                  <c:v>706</c:v>
                </c:pt>
                <c:pt idx="4247">
                  <c:v>706</c:v>
                </c:pt>
                <c:pt idx="4248">
                  <c:v>706</c:v>
                </c:pt>
                <c:pt idx="4249">
                  <c:v>706</c:v>
                </c:pt>
                <c:pt idx="4250">
                  <c:v>906</c:v>
                </c:pt>
                <c:pt idx="4251">
                  <c:v>1006</c:v>
                </c:pt>
                <c:pt idx="4252">
                  <c:v>1006</c:v>
                </c:pt>
                <c:pt idx="4253">
                  <c:v>819</c:v>
                </c:pt>
                <c:pt idx="4254">
                  <c:v>819</c:v>
                </c:pt>
                <c:pt idx="4255">
                  <c:v>819</c:v>
                </c:pt>
                <c:pt idx="4256">
                  <c:v>819</c:v>
                </c:pt>
                <c:pt idx="4257">
                  <c:v>819</c:v>
                </c:pt>
                <c:pt idx="4258">
                  <c:v>919</c:v>
                </c:pt>
                <c:pt idx="4259">
                  <c:v>919</c:v>
                </c:pt>
                <c:pt idx="4260">
                  <c:v>919</c:v>
                </c:pt>
                <c:pt idx="4261">
                  <c:v>919</c:v>
                </c:pt>
                <c:pt idx="4262">
                  <c:v>919</c:v>
                </c:pt>
                <c:pt idx="4263">
                  <c:v>919</c:v>
                </c:pt>
                <c:pt idx="4264">
                  <c:v>1819</c:v>
                </c:pt>
                <c:pt idx="4265">
                  <c:v>1649</c:v>
                </c:pt>
                <c:pt idx="4266">
                  <c:v>1649</c:v>
                </c:pt>
                <c:pt idx="4267">
                  <c:v>1649</c:v>
                </c:pt>
                <c:pt idx="4268">
                  <c:v>1649</c:v>
                </c:pt>
                <c:pt idx="4269">
                  <c:v>1949</c:v>
                </c:pt>
                <c:pt idx="4270">
                  <c:v>1949</c:v>
                </c:pt>
                <c:pt idx="4271">
                  <c:v>1949</c:v>
                </c:pt>
                <c:pt idx="4272">
                  <c:v>1949</c:v>
                </c:pt>
                <c:pt idx="4273">
                  <c:v>1887.5</c:v>
                </c:pt>
                <c:pt idx="4274">
                  <c:v>1887.5</c:v>
                </c:pt>
                <c:pt idx="4275">
                  <c:v>1887.5</c:v>
                </c:pt>
                <c:pt idx="4276">
                  <c:v>2187.5</c:v>
                </c:pt>
                <c:pt idx="4277">
                  <c:v>2187.5</c:v>
                </c:pt>
                <c:pt idx="4278">
                  <c:v>2187.5</c:v>
                </c:pt>
                <c:pt idx="4279">
                  <c:v>2187.5</c:v>
                </c:pt>
                <c:pt idx="4280">
                  <c:v>2187.5</c:v>
                </c:pt>
                <c:pt idx="4281">
                  <c:v>2187.5</c:v>
                </c:pt>
                <c:pt idx="4282">
                  <c:v>2187.5</c:v>
                </c:pt>
                <c:pt idx="4283">
                  <c:v>2187.5</c:v>
                </c:pt>
                <c:pt idx="4284">
                  <c:v>2187.5</c:v>
                </c:pt>
                <c:pt idx="4285">
                  <c:v>2187.5</c:v>
                </c:pt>
                <c:pt idx="4286">
                  <c:v>2187.5</c:v>
                </c:pt>
                <c:pt idx="4287">
                  <c:v>2087.5</c:v>
                </c:pt>
                <c:pt idx="4288">
                  <c:v>2087.5</c:v>
                </c:pt>
                <c:pt idx="4289">
                  <c:v>2087.5</c:v>
                </c:pt>
                <c:pt idx="4290">
                  <c:v>2087.5</c:v>
                </c:pt>
                <c:pt idx="4291">
                  <c:v>2087.5</c:v>
                </c:pt>
                <c:pt idx="4292">
                  <c:v>2087.5</c:v>
                </c:pt>
                <c:pt idx="4293">
                  <c:v>2087.5</c:v>
                </c:pt>
                <c:pt idx="4294">
                  <c:v>2087.5</c:v>
                </c:pt>
                <c:pt idx="4295">
                  <c:v>2087.5</c:v>
                </c:pt>
                <c:pt idx="4296">
                  <c:v>2087.5</c:v>
                </c:pt>
                <c:pt idx="4297">
                  <c:v>2087.5</c:v>
                </c:pt>
                <c:pt idx="4298">
                  <c:v>2087.5</c:v>
                </c:pt>
                <c:pt idx="4299">
                  <c:v>2172.5</c:v>
                </c:pt>
                <c:pt idx="4300">
                  <c:v>2172.5</c:v>
                </c:pt>
                <c:pt idx="4301">
                  <c:v>2257.5</c:v>
                </c:pt>
                <c:pt idx="4302">
                  <c:v>2257.5</c:v>
                </c:pt>
                <c:pt idx="4303">
                  <c:v>2257.5</c:v>
                </c:pt>
                <c:pt idx="4304">
                  <c:v>2257.5</c:v>
                </c:pt>
                <c:pt idx="4305">
                  <c:v>2257.5</c:v>
                </c:pt>
                <c:pt idx="4306">
                  <c:v>2142.5</c:v>
                </c:pt>
                <c:pt idx="4307">
                  <c:v>2142.5</c:v>
                </c:pt>
                <c:pt idx="4308">
                  <c:v>2142.5</c:v>
                </c:pt>
                <c:pt idx="4309">
                  <c:v>2312.5</c:v>
                </c:pt>
                <c:pt idx="4310">
                  <c:v>2312.5</c:v>
                </c:pt>
                <c:pt idx="4311">
                  <c:v>2397.5</c:v>
                </c:pt>
                <c:pt idx="4312">
                  <c:v>2397.5</c:v>
                </c:pt>
                <c:pt idx="4313">
                  <c:v>2397.5</c:v>
                </c:pt>
                <c:pt idx="4314">
                  <c:v>2397.5</c:v>
                </c:pt>
                <c:pt idx="4315">
                  <c:v>2767.5</c:v>
                </c:pt>
                <c:pt idx="4316">
                  <c:v>2767.5</c:v>
                </c:pt>
                <c:pt idx="4317">
                  <c:v>2767.5</c:v>
                </c:pt>
                <c:pt idx="4318">
                  <c:v>2767.5</c:v>
                </c:pt>
                <c:pt idx="4319">
                  <c:v>2767.5</c:v>
                </c:pt>
                <c:pt idx="4320">
                  <c:v>2767.5</c:v>
                </c:pt>
                <c:pt idx="4321">
                  <c:v>2937.5</c:v>
                </c:pt>
                <c:pt idx="4322">
                  <c:v>2980</c:v>
                </c:pt>
                <c:pt idx="4323">
                  <c:v>3107.5</c:v>
                </c:pt>
                <c:pt idx="4324">
                  <c:v>3307.5</c:v>
                </c:pt>
                <c:pt idx="4325">
                  <c:v>3307.5</c:v>
                </c:pt>
                <c:pt idx="4326">
                  <c:v>3307.5</c:v>
                </c:pt>
                <c:pt idx="4327">
                  <c:v>3307.5</c:v>
                </c:pt>
                <c:pt idx="4328">
                  <c:v>3307.5</c:v>
                </c:pt>
                <c:pt idx="4329">
                  <c:v>3307.5</c:v>
                </c:pt>
                <c:pt idx="4330">
                  <c:v>3307.5</c:v>
                </c:pt>
                <c:pt idx="4331">
                  <c:v>3307.5</c:v>
                </c:pt>
                <c:pt idx="4332">
                  <c:v>3307.5</c:v>
                </c:pt>
                <c:pt idx="4333">
                  <c:v>3307.5</c:v>
                </c:pt>
                <c:pt idx="4334">
                  <c:v>3350</c:v>
                </c:pt>
                <c:pt idx="4335">
                  <c:v>3350</c:v>
                </c:pt>
                <c:pt idx="4336">
                  <c:v>3350</c:v>
                </c:pt>
                <c:pt idx="4337">
                  <c:v>3392.5</c:v>
                </c:pt>
                <c:pt idx="4338">
                  <c:v>3392.5</c:v>
                </c:pt>
                <c:pt idx="4339">
                  <c:v>3392.5</c:v>
                </c:pt>
                <c:pt idx="4340">
                  <c:v>3392.5</c:v>
                </c:pt>
                <c:pt idx="4341">
                  <c:v>3392.5</c:v>
                </c:pt>
                <c:pt idx="4342">
                  <c:v>3392.5</c:v>
                </c:pt>
                <c:pt idx="4343">
                  <c:v>3707.5</c:v>
                </c:pt>
                <c:pt idx="4344">
                  <c:v>3707.5</c:v>
                </c:pt>
                <c:pt idx="4345">
                  <c:v>3707.5</c:v>
                </c:pt>
                <c:pt idx="4346">
                  <c:v>3707.5</c:v>
                </c:pt>
                <c:pt idx="4347">
                  <c:v>3707.5</c:v>
                </c:pt>
                <c:pt idx="4348">
                  <c:v>3580</c:v>
                </c:pt>
                <c:pt idx="4349">
                  <c:v>3580</c:v>
                </c:pt>
                <c:pt idx="4350">
                  <c:v>3537.5</c:v>
                </c:pt>
                <c:pt idx="4351">
                  <c:v>3537.5</c:v>
                </c:pt>
                <c:pt idx="4352">
                  <c:v>3452.5</c:v>
                </c:pt>
                <c:pt idx="4353">
                  <c:v>3452.5</c:v>
                </c:pt>
                <c:pt idx="4354">
                  <c:v>3452.5</c:v>
                </c:pt>
                <c:pt idx="4355">
                  <c:v>3452.5</c:v>
                </c:pt>
                <c:pt idx="4356">
                  <c:v>3367.5</c:v>
                </c:pt>
                <c:pt idx="4357">
                  <c:v>3240</c:v>
                </c:pt>
                <c:pt idx="4358">
                  <c:v>3197.5</c:v>
                </c:pt>
                <c:pt idx="4359">
                  <c:v>3197.5</c:v>
                </c:pt>
                <c:pt idx="4360">
                  <c:v>3197.5</c:v>
                </c:pt>
                <c:pt idx="4361">
                  <c:v>3197.5</c:v>
                </c:pt>
                <c:pt idx="4362">
                  <c:v>3070</c:v>
                </c:pt>
                <c:pt idx="4363">
                  <c:v>3070</c:v>
                </c:pt>
                <c:pt idx="4364">
                  <c:v>2970</c:v>
                </c:pt>
                <c:pt idx="4365">
                  <c:v>2927.5</c:v>
                </c:pt>
                <c:pt idx="4366">
                  <c:v>2927.5</c:v>
                </c:pt>
                <c:pt idx="4367">
                  <c:v>2927.5</c:v>
                </c:pt>
                <c:pt idx="4368">
                  <c:v>2927.5</c:v>
                </c:pt>
                <c:pt idx="4369">
                  <c:v>2757.5</c:v>
                </c:pt>
                <c:pt idx="4370">
                  <c:v>2357.5</c:v>
                </c:pt>
                <c:pt idx="4371">
                  <c:v>2272.5</c:v>
                </c:pt>
                <c:pt idx="4372">
                  <c:v>2187.5</c:v>
                </c:pt>
                <c:pt idx="4373">
                  <c:v>2187.5</c:v>
                </c:pt>
                <c:pt idx="4374">
                  <c:v>2187.5</c:v>
                </c:pt>
                <c:pt idx="4375">
                  <c:v>2187.5</c:v>
                </c:pt>
                <c:pt idx="4376">
                  <c:v>2017.5</c:v>
                </c:pt>
                <c:pt idx="4377">
                  <c:v>1817.5</c:v>
                </c:pt>
                <c:pt idx="4378">
                  <c:v>1617.5</c:v>
                </c:pt>
                <c:pt idx="4379">
                  <c:v>1617.5</c:v>
                </c:pt>
                <c:pt idx="4380">
                  <c:v>1617.5</c:v>
                </c:pt>
                <c:pt idx="4381">
                  <c:v>517.5</c:v>
                </c:pt>
                <c:pt idx="4382">
                  <c:v>517.5</c:v>
                </c:pt>
                <c:pt idx="4383">
                  <c:v>517.5</c:v>
                </c:pt>
                <c:pt idx="4384">
                  <c:v>517.5</c:v>
                </c:pt>
                <c:pt idx="4385">
                  <c:v>317.5</c:v>
                </c:pt>
                <c:pt idx="4386">
                  <c:v>317.5</c:v>
                </c:pt>
                <c:pt idx="4387">
                  <c:v>217.5</c:v>
                </c:pt>
                <c:pt idx="4388">
                  <c:v>217.5</c:v>
                </c:pt>
                <c:pt idx="4389">
                  <c:v>217.5</c:v>
                </c:pt>
                <c:pt idx="4390">
                  <c:v>217.5</c:v>
                </c:pt>
                <c:pt idx="4391">
                  <c:v>2.5</c:v>
                </c:pt>
                <c:pt idx="4392">
                  <c:v>87.5</c:v>
                </c:pt>
                <c:pt idx="4393">
                  <c:v>87.5</c:v>
                </c:pt>
                <c:pt idx="4394">
                  <c:v>87.5</c:v>
                </c:pt>
                <c:pt idx="4395">
                  <c:v>87.5</c:v>
                </c:pt>
                <c:pt idx="4396">
                  <c:v>87.5</c:v>
                </c:pt>
                <c:pt idx="4397">
                  <c:v>257.5</c:v>
                </c:pt>
                <c:pt idx="4398">
                  <c:v>-42.5</c:v>
                </c:pt>
                <c:pt idx="4399">
                  <c:v>-42.5</c:v>
                </c:pt>
                <c:pt idx="4400">
                  <c:v>-42.5</c:v>
                </c:pt>
                <c:pt idx="4401">
                  <c:v>-42.5</c:v>
                </c:pt>
                <c:pt idx="4402">
                  <c:v>-42.5</c:v>
                </c:pt>
                <c:pt idx="4403">
                  <c:v>-42.5</c:v>
                </c:pt>
                <c:pt idx="4404">
                  <c:v>127.5</c:v>
                </c:pt>
                <c:pt idx="4405">
                  <c:v>127.5</c:v>
                </c:pt>
                <c:pt idx="4406">
                  <c:v>127.5</c:v>
                </c:pt>
                <c:pt idx="4407">
                  <c:v>255</c:v>
                </c:pt>
                <c:pt idx="4408">
                  <c:v>255</c:v>
                </c:pt>
                <c:pt idx="4409">
                  <c:v>255</c:v>
                </c:pt>
                <c:pt idx="4410">
                  <c:v>255</c:v>
                </c:pt>
                <c:pt idx="4411">
                  <c:v>340</c:v>
                </c:pt>
                <c:pt idx="4412">
                  <c:v>340</c:v>
                </c:pt>
                <c:pt idx="4413">
                  <c:v>482.5</c:v>
                </c:pt>
                <c:pt idx="4414">
                  <c:v>482.5</c:v>
                </c:pt>
                <c:pt idx="4415">
                  <c:v>567.5</c:v>
                </c:pt>
                <c:pt idx="4416">
                  <c:v>567.5</c:v>
                </c:pt>
                <c:pt idx="4417">
                  <c:v>567.5</c:v>
                </c:pt>
                <c:pt idx="4418">
                  <c:v>667.5</c:v>
                </c:pt>
                <c:pt idx="4419">
                  <c:v>667.5</c:v>
                </c:pt>
                <c:pt idx="4420">
                  <c:v>667.5</c:v>
                </c:pt>
                <c:pt idx="4421">
                  <c:v>667.5</c:v>
                </c:pt>
                <c:pt idx="4422">
                  <c:v>667.5</c:v>
                </c:pt>
                <c:pt idx="4423">
                  <c:v>667.5</c:v>
                </c:pt>
                <c:pt idx="4424">
                  <c:v>667.5</c:v>
                </c:pt>
                <c:pt idx="4425">
                  <c:v>667.5</c:v>
                </c:pt>
                <c:pt idx="4426">
                  <c:v>667.5</c:v>
                </c:pt>
                <c:pt idx="4427">
                  <c:v>667.5</c:v>
                </c:pt>
                <c:pt idx="4428">
                  <c:v>667.5</c:v>
                </c:pt>
                <c:pt idx="4429">
                  <c:v>667.5</c:v>
                </c:pt>
                <c:pt idx="4430">
                  <c:v>667.5</c:v>
                </c:pt>
                <c:pt idx="4431">
                  <c:v>667.5</c:v>
                </c:pt>
                <c:pt idx="4432">
                  <c:v>667.5</c:v>
                </c:pt>
                <c:pt idx="4433">
                  <c:v>667.5</c:v>
                </c:pt>
                <c:pt idx="4434">
                  <c:v>667.5</c:v>
                </c:pt>
                <c:pt idx="4435">
                  <c:v>667.5</c:v>
                </c:pt>
                <c:pt idx="4436">
                  <c:v>667.5</c:v>
                </c:pt>
                <c:pt idx="4437">
                  <c:v>667.5</c:v>
                </c:pt>
                <c:pt idx="4438">
                  <c:v>667.5</c:v>
                </c:pt>
                <c:pt idx="4439">
                  <c:v>497.5</c:v>
                </c:pt>
                <c:pt idx="4440">
                  <c:v>697.5</c:v>
                </c:pt>
                <c:pt idx="4441">
                  <c:v>697.5</c:v>
                </c:pt>
                <c:pt idx="4442">
                  <c:v>697.5</c:v>
                </c:pt>
                <c:pt idx="4443">
                  <c:v>697.5</c:v>
                </c:pt>
                <c:pt idx="4444">
                  <c:v>897.5</c:v>
                </c:pt>
                <c:pt idx="4445">
                  <c:v>897.5</c:v>
                </c:pt>
                <c:pt idx="4446">
                  <c:v>897.5</c:v>
                </c:pt>
                <c:pt idx="4447">
                  <c:v>1097.5</c:v>
                </c:pt>
                <c:pt idx="4448">
                  <c:v>1097.5</c:v>
                </c:pt>
                <c:pt idx="4449">
                  <c:v>1097.5</c:v>
                </c:pt>
                <c:pt idx="4450">
                  <c:v>1097.5</c:v>
                </c:pt>
                <c:pt idx="4451">
                  <c:v>1097.5</c:v>
                </c:pt>
                <c:pt idx="4452">
                  <c:v>1097.5</c:v>
                </c:pt>
                <c:pt idx="4453">
                  <c:v>1097.5</c:v>
                </c:pt>
                <c:pt idx="4454">
                  <c:v>1097.5</c:v>
                </c:pt>
                <c:pt idx="4455">
                  <c:v>997.5</c:v>
                </c:pt>
                <c:pt idx="4456">
                  <c:v>997.5</c:v>
                </c:pt>
                <c:pt idx="4457">
                  <c:v>997.5</c:v>
                </c:pt>
                <c:pt idx="4458">
                  <c:v>997.5</c:v>
                </c:pt>
                <c:pt idx="4459">
                  <c:v>997.5</c:v>
                </c:pt>
                <c:pt idx="4460">
                  <c:v>997.5</c:v>
                </c:pt>
                <c:pt idx="4461">
                  <c:v>1082.5</c:v>
                </c:pt>
                <c:pt idx="4462">
                  <c:v>967.5</c:v>
                </c:pt>
                <c:pt idx="4463">
                  <c:v>967.5</c:v>
                </c:pt>
                <c:pt idx="4464">
                  <c:v>967.5</c:v>
                </c:pt>
                <c:pt idx="4465">
                  <c:v>967.5</c:v>
                </c:pt>
                <c:pt idx="4466">
                  <c:v>967.5</c:v>
                </c:pt>
                <c:pt idx="4467">
                  <c:v>767.5</c:v>
                </c:pt>
                <c:pt idx="4468">
                  <c:v>810</c:v>
                </c:pt>
                <c:pt idx="4469">
                  <c:v>852.5</c:v>
                </c:pt>
                <c:pt idx="4470">
                  <c:v>795</c:v>
                </c:pt>
                <c:pt idx="4471">
                  <c:v>795</c:v>
                </c:pt>
                <c:pt idx="4472">
                  <c:v>795</c:v>
                </c:pt>
                <c:pt idx="4473">
                  <c:v>795</c:v>
                </c:pt>
                <c:pt idx="4474">
                  <c:v>795</c:v>
                </c:pt>
                <c:pt idx="4475">
                  <c:v>495</c:v>
                </c:pt>
                <c:pt idx="4476">
                  <c:v>495</c:v>
                </c:pt>
                <c:pt idx="4477">
                  <c:v>495</c:v>
                </c:pt>
                <c:pt idx="4478">
                  <c:v>495</c:v>
                </c:pt>
                <c:pt idx="4479">
                  <c:v>495</c:v>
                </c:pt>
                <c:pt idx="4480">
                  <c:v>495</c:v>
                </c:pt>
                <c:pt idx="4481">
                  <c:v>437.5</c:v>
                </c:pt>
                <c:pt idx="4482">
                  <c:v>437.5</c:v>
                </c:pt>
                <c:pt idx="4483">
                  <c:v>437.5</c:v>
                </c:pt>
                <c:pt idx="4484">
                  <c:v>522.5</c:v>
                </c:pt>
                <c:pt idx="4485">
                  <c:v>522.5</c:v>
                </c:pt>
                <c:pt idx="4486">
                  <c:v>522.5</c:v>
                </c:pt>
                <c:pt idx="4487">
                  <c:v>522.5</c:v>
                </c:pt>
                <c:pt idx="4488">
                  <c:v>122.5</c:v>
                </c:pt>
                <c:pt idx="4489">
                  <c:v>222.5</c:v>
                </c:pt>
                <c:pt idx="4490">
                  <c:v>222.5</c:v>
                </c:pt>
                <c:pt idx="4491">
                  <c:v>222.5</c:v>
                </c:pt>
                <c:pt idx="4492">
                  <c:v>222.5</c:v>
                </c:pt>
                <c:pt idx="4493">
                  <c:v>222.5</c:v>
                </c:pt>
                <c:pt idx="4494">
                  <c:v>222.5</c:v>
                </c:pt>
                <c:pt idx="4495">
                  <c:v>222.5</c:v>
                </c:pt>
                <c:pt idx="4496">
                  <c:v>222.5</c:v>
                </c:pt>
                <c:pt idx="4497">
                  <c:v>122.5</c:v>
                </c:pt>
                <c:pt idx="4498">
                  <c:v>207.5</c:v>
                </c:pt>
                <c:pt idx="4499">
                  <c:v>207.5</c:v>
                </c:pt>
                <c:pt idx="4500">
                  <c:v>207.5</c:v>
                </c:pt>
                <c:pt idx="4501">
                  <c:v>207.5</c:v>
                </c:pt>
                <c:pt idx="4502">
                  <c:v>207.5</c:v>
                </c:pt>
                <c:pt idx="4503">
                  <c:v>207.5</c:v>
                </c:pt>
                <c:pt idx="4504">
                  <c:v>22.5</c:v>
                </c:pt>
                <c:pt idx="4505">
                  <c:v>22.5</c:v>
                </c:pt>
                <c:pt idx="4506">
                  <c:v>22.5</c:v>
                </c:pt>
                <c:pt idx="4507">
                  <c:v>22.5</c:v>
                </c:pt>
                <c:pt idx="4508">
                  <c:v>22.5</c:v>
                </c:pt>
                <c:pt idx="4509">
                  <c:v>22.5</c:v>
                </c:pt>
                <c:pt idx="4510">
                  <c:v>-77.5</c:v>
                </c:pt>
                <c:pt idx="4511">
                  <c:v>-162.5</c:v>
                </c:pt>
                <c:pt idx="4512">
                  <c:v>-162.5</c:v>
                </c:pt>
                <c:pt idx="4513">
                  <c:v>-162.5</c:v>
                </c:pt>
                <c:pt idx="4514">
                  <c:v>-162.5</c:v>
                </c:pt>
                <c:pt idx="4515">
                  <c:v>-162.5</c:v>
                </c:pt>
                <c:pt idx="4516">
                  <c:v>-162.5</c:v>
                </c:pt>
                <c:pt idx="4517">
                  <c:v>-162.5</c:v>
                </c:pt>
                <c:pt idx="4518">
                  <c:v>-347.5</c:v>
                </c:pt>
                <c:pt idx="4519">
                  <c:v>-347.5</c:v>
                </c:pt>
                <c:pt idx="4520">
                  <c:v>-432.5</c:v>
                </c:pt>
                <c:pt idx="4521">
                  <c:v>-432.5</c:v>
                </c:pt>
                <c:pt idx="4522">
                  <c:v>-432.5</c:v>
                </c:pt>
                <c:pt idx="4523">
                  <c:v>-432.5</c:v>
                </c:pt>
                <c:pt idx="4524">
                  <c:v>-432.5</c:v>
                </c:pt>
                <c:pt idx="4525">
                  <c:v>-517.5</c:v>
                </c:pt>
                <c:pt idx="4526">
                  <c:v>-602.5</c:v>
                </c:pt>
                <c:pt idx="4527">
                  <c:v>-602.5</c:v>
                </c:pt>
                <c:pt idx="4528">
                  <c:v>-602.5</c:v>
                </c:pt>
                <c:pt idx="4529">
                  <c:v>-602.5</c:v>
                </c:pt>
                <c:pt idx="4530">
                  <c:v>-802.5</c:v>
                </c:pt>
                <c:pt idx="4531">
                  <c:v>-802.5</c:v>
                </c:pt>
                <c:pt idx="4532">
                  <c:v>-802.5</c:v>
                </c:pt>
                <c:pt idx="4533">
                  <c:v>-972.5</c:v>
                </c:pt>
                <c:pt idx="4534">
                  <c:v>-972.5</c:v>
                </c:pt>
                <c:pt idx="4535">
                  <c:v>-972.5</c:v>
                </c:pt>
                <c:pt idx="4536">
                  <c:v>-972.5</c:v>
                </c:pt>
                <c:pt idx="4537">
                  <c:v>-972.5</c:v>
                </c:pt>
                <c:pt idx="4538">
                  <c:v>-972.5</c:v>
                </c:pt>
                <c:pt idx="4539">
                  <c:v>-972.5</c:v>
                </c:pt>
                <c:pt idx="4540">
                  <c:v>-972.5</c:v>
                </c:pt>
                <c:pt idx="4541">
                  <c:v>-1015</c:v>
                </c:pt>
                <c:pt idx="4542">
                  <c:v>-1015</c:v>
                </c:pt>
                <c:pt idx="4543">
                  <c:v>-1015</c:v>
                </c:pt>
                <c:pt idx="4544">
                  <c:v>-1057.5</c:v>
                </c:pt>
                <c:pt idx="4545">
                  <c:v>-1057.5</c:v>
                </c:pt>
                <c:pt idx="4546">
                  <c:v>-1057.5</c:v>
                </c:pt>
                <c:pt idx="4547">
                  <c:v>-1185</c:v>
                </c:pt>
                <c:pt idx="4548">
                  <c:v>-1185</c:v>
                </c:pt>
                <c:pt idx="4549">
                  <c:v>-1185</c:v>
                </c:pt>
                <c:pt idx="4550">
                  <c:v>-1185</c:v>
                </c:pt>
                <c:pt idx="4551">
                  <c:v>-1185</c:v>
                </c:pt>
                <c:pt idx="4552">
                  <c:v>-1270</c:v>
                </c:pt>
                <c:pt idx="4553">
                  <c:v>-1270</c:v>
                </c:pt>
                <c:pt idx="4554">
                  <c:v>-1270</c:v>
                </c:pt>
                <c:pt idx="4555">
                  <c:v>-1270</c:v>
                </c:pt>
                <c:pt idx="4556">
                  <c:v>-1270</c:v>
                </c:pt>
                <c:pt idx="4557">
                  <c:v>-1270</c:v>
                </c:pt>
                <c:pt idx="4558">
                  <c:v>-1270</c:v>
                </c:pt>
                <c:pt idx="4559">
                  <c:v>-1355</c:v>
                </c:pt>
                <c:pt idx="4560">
                  <c:v>-1355</c:v>
                </c:pt>
                <c:pt idx="4561">
                  <c:v>-1355</c:v>
                </c:pt>
                <c:pt idx="4562">
                  <c:v>-1355</c:v>
                </c:pt>
                <c:pt idx="4563">
                  <c:v>-1355</c:v>
                </c:pt>
                <c:pt idx="4564">
                  <c:v>-1355</c:v>
                </c:pt>
                <c:pt idx="4565">
                  <c:v>-1355</c:v>
                </c:pt>
                <c:pt idx="4566">
                  <c:v>-1355</c:v>
                </c:pt>
                <c:pt idx="4567">
                  <c:v>-1355</c:v>
                </c:pt>
                <c:pt idx="4568">
                  <c:v>-1355</c:v>
                </c:pt>
                <c:pt idx="4569">
                  <c:v>-1355</c:v>
                </c:pt>
                <c:pt idx="4570">
                  <c:v>-1355</c:v>
                </c:pt>
                <c:pt idx="4571">
                  <c:v>-1355</c:v>
                </c:pt>
                <c:pt idx="4572">
                  <c:v>-1142.5</c:v>
                </c:pt>
                <c:pt idx="4573">
                  <c:v>-1142.5</c:v>
                </c:pt>
                <c:pt idx="4574">
                  <c:v>-1142.5</c:v>
                </c:pt>
                <c:pt idx="4575">
                  <c:v>-1142.5</c:v>
                </c:pt>
                <c:pt idx="4576">
                  <c:v>-1142.5</c:v>
                </c:pt>
                <c:pt idx="4577">
                  <c:v>-1142.5</c:v>
                </c:pt>
                <c:pt idx="4578">
                  <c:v>-1142.5</c:v>
                </c:pt>
                <c:pt idx="4579">
                  <c:v>-1015</c:v>
                </c:pt>
                <c:pt idx="4580">
                  <c:v>-1015</c:v>
                </c:pt>
                <c:pt idx="4581">
                  <c:v>-1015</c:v>
                </c:pt>
                <c:pt idx="4582">
                  <c:v>-972.5</c:v>
                </c:pt>
                <c:pt idx="4583">
                  <c:v>-972.5</c:v>
                </c:pt>
                <c:pt idx="4584">
                  <c:v>-972.5</c:v>
                </c:pt>
                <c:pt idx="4585">
                  <c:v>-972.5</c:v>
                </c:pt>
                <c:pt idx="4586">
                  <c:v>-972.5</c:v>
                </c:pt>
                <c:pt idx="4587">
                  <c:v>-1072.5</c:v>
                </c:pt>
                <c:pt idx="4588">
                  <c:v>-1072.5</c:v>
                </c:pt>
                <c:pt idx="4589">
                  <c:v>-1072.5</c:v>
                </c:pt>
                <c:pt idx="4590">
                  <c:v>-1072.5</c:v>
                </c:pt>
                <c:pt idx="4591">
                  <c:v>-1072.5</c:v>
                </c:pt>
                <c:pt idx="4592">
                  <c:v>-1072.5</c:v>
                </c:pt>
                <c:pt idx="4593">
                  <c:v>-1072.5</c:v>
                </c:pt>
                <c:pt idx="4594">
                  <c:v>-1072.5</c:v>
                </c:pt>
                <c:pt idx="4595">
                  <c:v>-1172.5</c:v>
                </c:pt>
                <c:pt idx="4596">
                  <c:v>-1172.5</c:v>
                </c:pt>
                <c:pt idx="4597">
                  <c:v>-1172.5</c:v>
                </c:pt>
                <c:pt idx="4598">
                  <c:v>-1172.5</c:v>
                </c:pt>
                <c:pt idx="4599">
                  <c:v>-1172.5</c:v>
                </c:pt>
                <c:pt idx="4600">
                  <c:v>-1372.5</c:v>
                </c:pt>
                <c:pt idx="4601">
                  <c:v>-1542.5</c:v>
                </c:pt>
                <c:pt idx="4602">
                  <c:v>-1542.5</c:v>
                </c:pt>
                <c:pt idx="4603">
                  <c:v>-1542.5</c:v>
                </c:pt>
                <c:pt idx="4604">
                  <c:v>-1542.5</c:v>
                </c:pt>
                <c:pt idx="4605">
                  <c:v>-1542.5</c:v>
                </c:pt>
                <c:pt idx="4606">
                  <c:v>-1542.5</c:v>
                </c:pt>
                <c:pt idx="4607">
                  <c:v>-1542.5</c:v>
                </c:pt>
                <c:pt idx="4608">
                  <c:v>-1812.5</c:v>
                </c:pt>
                <c:pt idx="4609">
                  <c:v>-1812.5</c:v>
                </c:pt>
                <c:pt idx="4610">
                  <c:v>-1812.5</c:v>
                </c:pt>
                <c:pt idx="4611">
                  <c:v>-1812.5</c:v>
                </c:pt>
                <c:pt idx="4612">
                  <c:v>-1812.5</c:v>
                </c:pt>
                <c:pt idx="4613">
                  <c:v>-1812.5</c:v>
                </c:pt>
                <c:pt idx="4614">
                  <c:v>-1912.5</c:v>
                </c:pt>
                <c:pt idx="4615">
                  <c:v>-2012.5</c:v>
                </c:pt>
                <c:pt idx="4616">
                  <c:v>-2182.5</c:v>
                </c:pt>
                <c:pt idx="4617">
                  <c:v>-2182.5</c:v>
                </c:pt>
                <c:pt idx="4618">
                  <c:v>-2182.5</c:v>
                </c:pt>
                <c:pt idx="4619">
                  <c:v>-2182.5</c:v>
                </c:pt>
                <c:pt idx="4620">
                  <c:v>-2182.5</c:v>
                </c:pt>
                <c:pt idx="4621">
                  <c:v>-2310</c:v>
                </c:pt>
                <c:pt idx="4622">
                  <c:v>-2310</c:v>
                </c:pt>
                <c:pt idx="4623">
                  <c:v>-2371.5</c:v>
                </c:pt>
                <c:pt idx="4624">
                  <c:v>-2371.5</c:v>
                </c:pt>
                <c:pt idx="4625">
                  <c:v>-2371.5</c:v>
                </c:pt>
                <c:pt idx="4626">
                  <c:v>-2371.5</c:v>
                </c:pt>
                <c:pt idx="4627">
                  <c:v>-2371.5</c:v>
                </c:pt>
                <c:pt idx="4628">
                  <c:v>-2171.5</c:v>
                </c:pt>
                <c:pt idx="4629">
                  <c:v>-2171.5</c:v>
                </c:pt>
                <c:pt idx="4630">
                  <c:v>-2171.5</c:v>
                </c:pt>
                <c:pt idx="4631">
                  <c:v>-2180</c:v>
                </c:pt>
                <c:pt idx="4632">
                  <c:v>-2180</c:v>
                </c:pt>
                <c:pt idx="4633">
                  <c:v>-2180</c:v>
                </c:pt>
                <c:pt idx="4634">
                  <c:v>-2180</c:v>
                </c:pt>
                <c:pt idx="4635">
                  <c:v>-1980</c:v>
                </c:pt>
                <c:pt idx="4636">
                  <c:v>-1880</c:v>
                </c:pt>
                <c:pt idx="4637">
                  <c:v>-1780</c:v>
                </c:pt>
                <c:pt idx="4638">
                  <c:v>-1780</c:v>
                </c:pt>
                <c:pt idx="4639">
                  <c:v>-1780</c:v>
                </c:pt>
                <c:pt idx="4640">
                  <c:v>-1780</c:v>
                </c:pt>
                <c:pt idx="4641">
                  <c:v>-1780</c:v>
                </c:pt>
                <c:pt idx="4642">
                  <c:v>-1410</c:v>
                </c:pt>
                <c:pt idx="4643">
                  <c:v>-1410</c:v>
                </c:pt>
                <c:pt idx="4644">
                  <c:v>-1010</c:v>
                </c:pt>
                <c:pt idx="4645">
                  <c:v>-1010</c:v>
                </c:pt>
                <c:pt idx="4646">
                  <c:v>-1010</c:v>
                </c:pt>
                <c:pt idx="4647">
                  <c:v>-1010</c:v>
                </c:pt>
                <c:pt idx="4648">
                  <c:v>-1010</c:v>
                </c:pt>
                <c:pt idx="4649">
                  <c:v>-1010</c:v>
                </c:pt>
                <c:pt idx="4650">
                  <c:v>-1010</c:v>
                </c:pt>
                <c:pt idx="4651">
                  <c:v>-810</c:v>
                </c:pt>
                <c:pt idx="4652">
                  <c:v>-725</c:v>
                </c:pt>
                <c:pt idx="4653">
                  <c:v>-725</c:v>
                </c:pt>
                <c:pt idx="4654">
                  <c:v>-725</c:v>
                </c:pt>
                <c:pt idx="4655">
                  <c:v>-682.5</c:v>
                </c:pt>
                <c:pt idx="4656">
                  <c:v>-682.5</c:v>
                </c:pt>
                <c:pt idx="4657">
                  <c:v>-682.5</c:v>
                </c:pt>
                <c:pt idx="4658">
                  <c:v>-682.5</c:v>
                </c:pt>
                <c:pt idx="4659">
                  <c:v>-682.5</c:v>
                </c:pt>
                <c:pt idx="4660">
                  <c:v>-682.5</c:v>
                </c:pt>
                <c:pt idx="4661">
                  <c:v>-682.5</c:v>
                </c:pt>
                <c:pt idx="4662">
                  <c:v>-682.5</c:v>
                </c:pt>
                <c:pt idx="4663">
                  <c:v>-640</c:v>
                </c:pt>
                <c:pt idx="4664">
                  <c:v>-1140</c:v>
                </c:pt>
                <c:pt idx="4665">
                  <c:v>-1140</c:v>
                </c:pt>
                <c:pt idx="4666">
                  <c:v>-1040</c:v>
                </c:pt>
                <c:pt idx="4667">
                  <c:v>-1040</c:v>
                </c:pt>
                <c:pt idx="4668">
                  <c:v>-1040</c:v>
                </c:pt>
                <c:pt idx="4669">
                  <c:v>-1040</c:v>
                </c:pt>
                <c:pt idx="4670">
                  <c:v>-1125</c:v>
                </c:pt>
                <c:pt idx="4671">
                  <c:v>-1125</c:v>
                </c:pt>
                <c:pt idx="4672">
                  <c:v>-1125</c:v>
                </c:pt>
                <c:pt idx="4673">
                  <c:v>-1125</c:v>
                </c:pt>
                <c:pt idx="4674">
                  <c:v>-1125</c:v>
                </c:pt>
                <c:pt idx="4675">
                  <c:v>-1125</c:v>
                </c:pt>
                <c:pt idx="4676">
                  <c:v>-1125</c:v>
                </c:pt>
                <c:pt idx="4677">
                  <c:v>-1125</c:v>
                </c:pt>
                <c:pt idx="4678">
                  <c:v>-1167.5</c:v>
                </c:pt>
                <c:pt idx="4679">
                  <c:v>-1067.5</c:v>
                </c:pt>
                <c:pt idx="4680">
                  <c:v>-1110</c:v>
                </c:pt>
                <c:pt idx="4681">
                  <c:v>-1110</c:v>
                </c:pt>
                <c:pt idx="4682">
                  <c:v>-1110</c:v>
                </c:pt>
                <c:pt idx="4683">
                  <c:v>-1110</c:v>
                </c:pt>
                <c:pt idx="4684">
                  <c:v>-810</c:v>
                </c:pt>
                <c:pt idx="4685">
                  <c:v>-810</c:v>
                </c:pt>
                <c:pt idx="4686">
                  <c:v>-810</c:v>
                </c:pt>
                <c:pt idx="4687">
                  <c:v>-810</c:v>
                </c:pt>
                <c:pt idx="4688">
                  <c:v>-895</c:v>
                </c:pt>
                <c:pt idx="4689">
                  <c:v>-895</c:v>
                </c:pt>
                <c:pt idx="4690">
                  <c:v>-895</c:v>
                </c:pt>
                <c:pt idx="4691">
                  <c:v>-1065</c:v>
                </c:pt>
                <c:pt idx="4692">
                  <c:v>-965</c:v>
                </c:pt>
                <c:pt idx="4693">
                  <c:v>-965</c:v>
                </c:pt>
                <c:pt idx="4694">
                  <c:v>-965</c:v>
                </c:pt>
                <c:pt idx="4695">
                  <c:v>-965</c:v>
                </c:pt>
                <c:pt idx="4696">
                  <c:v>-965</c:v>
                </c:pt>
                <c:pt idx="4697">
                  <c:v>-965</c:v>
                </c:pt>
                <c:pt idx="4698">
                  <c:v>-965</c:v>
                </c:pt>
                <c:pt idx="4699">
                  <c:v>-965</c:v>
                </c:pt>
                <c:pt idx="4700">
                  <c:v>-965</c:v>
                </c:pt>
                <c:pt idx="4701">
                  <c:v>-1065</c:v>
                </c:pt>
                <c:pt idx="4702">
                  <c:v>-1065</c:v>
                </c:pt>
                <c:pt idx="4703">
                  <c:v>-1065</c:v>
                </c:pt>
                <c:pt idx="4704">
                  <c:v>-1065</c:v>
                </c:pt>
                <c:pt idx="4705">
                  <c:v>-1065</c:v>
                </c:pt>
                <c:pt idx="4706">
                  <c:v>-1165</c:v>
                </c:pt>
                <c:pt idx="4707">
                  <c:v>-1080</c:v>
                </c:pt>
                <c:pt idx="4708">
                  <c:v>-1080</c:v>
                </c:pt>
                <c:pt idx="4709">
                  <c:v>-1080</c:v>
                </c:pt>
                <c:pt idx="4710">
                  <c:v>-1080</c:v>
                </c:pt>
                <c:pt idx="4711">
                  <c:v>-1080</c:v>
                </c:pt>
                <c:pt idx="4712">
                  <c:v>-1080</c:v>
                </c:pt>
                <c:pt idx="4713">
                  <c:v>-1080</c:v>
                </c:pt>
                <c:pt idx="4714">
                  <c:v>-1080</c:v>
                </c:pt>
                <c:pt idx="4715">
                  <c:v>-910</c:v>
                </c:pt>
                <c:pt idx="4716">
                  <c:v>-910</c:v>
                </c:pt>
                <c:pt idx="4717">
                  <c:v>-910</c:v>
                </c:pt>
                <c:pt idx="4718">
                  <c:v>-910</c:v>
                </c:pt>
                <c:pt idx="4719">
                  <c:v>-1110</c:v>
                </c:pt>
                <c:pt idx="4720">
                  <c:v>-1110</c:v>
                </c:pt>
                <c:pt idx="4721">
                  <c:v>-1110</c:v>
                </c:pt>
                <c:pt idx="4722">
                  <c:v>-897.5</c:v>
                </c:pt>
                <c:pt idx="4723">
                  <c:v>-897.5</c:v>
                </c:pt>
                <c:pt idx="4724">
                  <c:v>-897.5</c:v>
                </c:pt>
                <c:pt idx="4725">
                  <c:v>-897.5</c:v>
                </c:pt>
                <c:pt idx="4726">
                  <c:v>-897.5</c:v>
                </c:pt>
                <c:pt idx="4727">
                  <c:v>-1197.5</c:v>
                </c:pt>
                <c:pt idx="4728">
                  <c:v>-1197.5</c:v>
                </c:pt>
                <c:pt idx="4729">
                  <c:v>-1197.5</c:v>
                </c:pt>
                <c:pt idx="4730">
                  <c:v>-1197.5</c:v>
                </c:pt>
                <c:pt idx="4731">
                  <c:v>-1197.5</c:v>
                </c:pt>
                <c:pt idx="4732">
                  <c:v>-1197.5</c:v>
                </c:pt>
                <c:pt idx="4733">
                  <c:v>-1197.5</c:v>
                </c:pt>
                <c:pt idx="4734">
                  <c:v>-1197.5</c:v>
                </c:pt>
                <c:pt idx="4735">
                  <c:v>-1397.5</c:v>
                </c:pt>
                <c:pt idx="4736">
                  <c:v>-1397.5</c:v>
                </c:pt>
                <c:pt idx="4737">
                  <c:v>-1397.5</c:v>
                </c:pt>
                <c:pt idx="4738">
                  <c:v>-1397.5</c:v>
                </c:pt>
                <c:pt idx="4739">
                  <c:v>-1397.5</c:v>
                </c:pt>
                <c:pt idx="4740">
                  <c:v>-1597.5</c:v>
                </c:pt>
                <c:pt idx="4741">
                  <c:v>-1597.5</c:v>
                </c:pt>
                <c:pt idx="4742">
                  <c:v>-1427.5</c:v>
                </c:pt>
                <c:pt idx="4743">
                  <c:v>-1427.5</c:v>
                </c:pt>
                <c:pt idx="4744">
                  <c:v>-1427.5</c:v>
                </c:pt>
                <c:pt idx="4745">
                  <c:v>-1427.5</c:v>
                </c:pt>
                <c:pt idx="4746">
                  <c:v>-1427.5</c:v>
                </c:pt>
                <c:pt idx="4747">
                  <c:v>-1427.5</c:v>
                </c:pt>
                <c:pt idx="4748">
                  <c:v>-1427.5</c:v>
                </c:pt>
                <c:pt idx="4749">
                  <c:v>-1427.5</c:v>
                </c:pt>
                <c:pt idx="4750">
                  <c:v>-1242.5</c:v>
                </c:pt>
                <c:pt idx="4751">
                  <c:v>-1242.5</c:v>
                </c:pt>
                <c:pt idx="4752">
                  <c:v>-1242.5</c:v>
                </c:pt>
                <c:pt idx="4753">
                  <c:v>-1242.5</c:v>
                </c:pt>
                <c:pt idx="4754">
                  <c:v>-1115</c:v>
                </c:pt>
                <c:pt idx="4755">
                  <c:v>-1115</c:v>
                </c:pt>
                <c:pt idx="4756">
                  <c:v>-1115</c:v>
                </c:pt>
                <c:pt idx="4757">
                  <c:v>-1115</c:v>
                </c:pt>
                <c:pt idx="4758">
                  <c:v>-1115</c:v>
                </c:pt>
                <c:pt idx="4759">
                  <c:v>-1115</c:v>
                </c:pt>
                <c:pt idx="4760">
                  <c:v>-1115</c:v>
                </c:pt>
                <c:pt idx="4761">
                  <c:v>-1115</c:v>
                </c:pt>
                <c:pt idx="4762">
                  <c:v>-1115</c:v>
                </c:pt>
                <c:pt idx="4763">
                  <c:v>-1115</c:v>
                </c:pt>
                <c:pt idx="4764">
                  <c:v>-987.5</c:v>
                </c:pt>
                <c:pt idx="4765">
                  <c:v>-987.5</c:v>
                </c:pt>
                <c:pt idx="4766">
                  <c:v>-945</c:v>
                </c:pt>
                <c:pt idx="4767">
                  <c:v>-945</c:v>
                </c:pt>
                <c:pt idx="4768">
                  <c:v>-945</c:v>
                </c:pt>
                <c:pt idx="4769">
                  <c:v>-845</c:v>
                </c:pt>
                <c:pt idx="4770">
                  <c:v>-745</c:v>
                </c:pt>
                <c:pt idx="4771">
                  <c:v>-745</c:v>
                </c:pt>
                <c:pt idx="4772">
                  <c:v>-745</c:v>
                </c:pt>
                <c:pt idx="4773">
                  <c:v>-745</c:v>
                </c:pt>
                <c:pt idx="4774">
                  <c:v>-745</c:v>
                </c:pt>
                <c:pt idx="4775">
                  <c:v>-745</c:v>
                </c:pt>
                <c:pt idx="4776">
                  <c:v>-745</c:v>
                </c:pt>
                <c:pt idx="4777">
                  <c:v>-745</c:v>
                </c:pt>
                <c:pt idx="4778">
                  <c:v>-745</c:v>
                </c:pt>
                <c:pt idx="4779">
                  <c:v>-745</c:v>
                </c:pt>
                <c:pt idx="4780">
                  <c:v>-745</c:v>
                </c:pt>
                <c:pt idx="4781">
                  <c:v>-745</c:v>
                </c:pt>
                <c:pt idx="4782">
                  <c:v>-745</c:v>
                </c:pt>
                <c:pt idx="4783">
                  <c:v>-745</c:v>
                </c:pt>
                <c:pt idx="4784">
                  <c:v>-745</c:v>
                </c:pt>
                <c:pt idx="4785">
                  <c:v>-745</c:v>
                </c:pt>
                <c:pt idx="4786">
                  <c:v>-745</c:v>
                </c:pt>
                <c:pt idx="4787">
                  <c:v>-745</c:v>
                </c:pt>
                <c:pt idx="4788">
                  <c:v>-745</c:v>
                </c:pt>
                <c:pt idx="4789">
                  <c:v>-745</c:v>
                </c:pt>
                <c:pt idx="4790">
                  <c:v>-745</c:v>
                </c:pt>
                <c:pt idx="4791">
                  <c:v>-745</c:v>
                </c:pt>
                <c:pt idx="4792">
                  <c:v>-545</c:v>
                </c:pt>
                <c:pt idx="4793">
                  <c:v>-545</c:v>
                </c:pt>
                <c:pt idx="4794">
                  <c:v>-545</c:v>
                </c:pt>
                <c:pt idx="4795">
                  <c:v>-545</c:v>
                </c:pt>
                <c:pt idx="4796">
                  <c:v>-545</c:v>
                </c:pt>
                <c:pt idx="4797">
                  <c:v>-630</c:v>
                </c:pt>
                <c:pt idx="4798">
                  <c:v>-430</c:v>
                </c:pt>
                <c:pt idx="4799">
                  <c:v>-430</c:v>
                </c:pt>
                <c:pt idx="4800">
                  <c:v>-430</c:v>
                </c:pt>
                <c:pt idx="4801">
                  <c:v>-430</c:v>
                </c:pt>
                <c:pt idx="4802">
                  <c:v>-430</c:v>
                </c:pt>
                <c:pt idx="4803">
                  <c:v>-430</c:v>
                </c:pt>
                <c:pt idx="4804">
                  <c:v>-430</c:v>
                </c:pt>
                <c:pt idx="4805">
                  <c:v>-430</c:v>
                </c:pt>
                <c:pt idx="4806">
                  <c:v>-430</c:v>
                </c:pt>
                <c:pt idx="4807">
                  <c:v>-430</c:v>
                </c:pt>
                <c:pt idx="4808">
                  <c:v>-430</c:v>
                </c:pt>
                <c:pt idx="4809">
                  <c:v>-430</c:v>
                </c:pt>
                <c:pt idx="4810">
                  <c:v>-430</c:v>
                </c:pt>
                <c:pt idx="4811">
                  <c:v>-430</c:v>
                </c:pt>
                <c:pt idx="4812">
                  <c:v>-430</c:v>
                </c:pt>
                <c:pt idx="4813">
                  <c:v>-430</c:v>
                </c:pt>
                <c:pt idx="4814">
                  <c:v>-430</c:v>
                </c:pt>
                <c:pt idx="4815">
                  <c:v>-430</c:v>
                </c:pt>
                <c:pt idx="4816">
                  <c:v>-430</c:v>
                </c:pt>
                <c:pt idx="4817">
                  <c:v>-430</c:v>
                </c:pt>
                <c:pt idx="4818">
                  <c:v>-430</c:v>
                </c:pt>
                <c:pt idx="4819">
                  <c:v>-430</c:v>
                </c:pt>
                <c:pt idx="4820">
                  <c:v>-430</c:v>
                </c:pt>
                <c:pt idx="4821">
                  <c:v>-430</c:v>
                </c:pt>
                <c:pt idx="4822">
                  <c:v>-430</c:v>
                </c:pt>
                <c:pt idx="4823">
                  <c:v>-430</c:v>
                </c:pt>
                <c:pt idx="4824">
                  <c:v>-430</c:v>
                </c:pt>
                <c:pt idx="4825">
                  <c:v>-345</c:v>
                </c:pt>
                <c:pt idx="4826">
                  <c:v>-345</c:v>
                </c:pt>
                <c:pt idx="4827">
                  <c:v>-345</c:v>
                </c:pt>
                <c:pt idx="4828">
                  <c:v>-345</c:v>
                </c:pt>
                <c:pt idx="4829">
                  <c:v>-345</c:v>
                </c:pt>
                <c:pt idx="4830">
                  <c:v>-345</c:v>
                </c:pt>
                <c:pt idx="4831">
                  <c:v>-345</c:v>
                </c:pt>
                <c:pt idx="4832">
                  <c:v>-345</c:v>
                </c:pt>
                <c:pt idx="4833">
                  <c:v>-260</c:v>
                </c:pt>
                <c:pt idx="4834">
                  <c:v>-217.5</c:v>
                </c:pt>
                <c:pt idx="4835">
                  <c:v>-217.5</c:v>
                </c:pt>
                <c:pt idx="4836">
                  <c:v>-217.5</c:v>
                </c:pt>
                <c:pt idx="4837">
                  <c:v>-217.5</c:v>
                </c:pt>
                <c:pt idx="4838">
                  <c:v>-175</c:v>
                </c:pt>
                <c:pt idx="4839">
                  <c:v>-475</c:v>
                </c:pt>
                <c:pt idx="4840">
                  <c:v>-432.5</c:v>
                </c:pt>
                <c:pt idx="4841">
                  <c:v>-432.5</c:v>
                </c:pt>
                <c:pt idx="4842">
                  <c:v>-532.5</c:v>
                </c:pt>
                <c:pt idx="4843">
                  <c:v>-532.5</c:v>
                </c:pt>
                <c:pt idx="4844">
                  <c:v>-532.5</c:v>
                </c:pt>
                <c:pt idx="4845">
                  <c:v>-532.5</c:v>
                </c:pt>
                <c:pt idx="4846">
                  <c:v>-632.5</c:v>
                </c:pt>
                <c:pt idx="4847">
                  <c:v>-632.5</c:v>
                </c:pt>
                <c:pt idx="4848">
                  <c:v>-632.5</c:v>
                </c:pt>
                <c:pt idx="4849">
                  <c:v>-632.5</c:v>
                </c:pt>
                <c:pt idx="4850">
                  <c:v>-632.5</c:v>
                </c:pt>
                <c:pt idx="4851">
                  <c:v>-632.5</c:v>
                </c:pt>
                <c:pt idx="4852">
                  <c:v>-832.5</c:v>
                </c:pt>
                <c:pt idx="4853">
                  <c:v>-832.5</c:v>
                </c:pt>
                <c:pt idx="4854">
                  <c:v>-832.5</c:v>
                </c:pt>
                <c:pt idx="4855">
                  <c:v>-832.5</c:v>
                </c:pt>
                <c:pt idx="4856">
                  <c:v>-832.5</c:v>
                </c:pt>
                <c:pt idx="4857">
                  <c:v>-832.5</c:v>
                </c:pt>
                <c:pt idx="4858">
                  <c:v>-832.5</c:v>
                </c:pt>
                <c:pt idx="4859">
                  <c:v>-832.5</c:v>
                </c:pt>
                <c:pt idx="4860">
                  <c:v>-832.5</c:v>
                </c:pt>
                <c:pt idx="4861">
                  <c:v>-832.5</c:v>
                </c:pt>
                <c:pt idx="4862">
                  <c:v>-832.5</c:v>
                </c:pt>
                <c:pt idx="4863">
                  <c:v>-1002.5</c:v>
                </c:pt>
                <c:pt idx="4864">
                  <c:v>-1002.5</c:v>
                </c:pt>
                <c:pt idx="4865">
                  <c:v>-1002.5</c:v>
                </c:pt>
                <c:pt idx="4866">
                  <c:v>-1002.5</c:v>
                </c:pt>
                <c:pt idx="4867">
                  <c:v>-1002.5</c:v>
                </c:pt>
                <c:pt idx="4868">
                  <c:v>-1002.5</c:v>
                </c:pt>
                <c:pt idx="4869">
                  <c:v>-1002.5</c:v>
                </c:pt>
                <c:pt idx="4870">
                  <c:v>-1002.5</c:v>
                </c:pt>
                <c:pt idx="4871">
                  <c:v>-1002.5</c:v>
                </c:pt>
                <c:pt idx="4872">
                  <c:v>-402.5</c:v>
                </c:pt>
                <c:pt idx="4873">
                  <c:v>-402.5</c:v>
                </c:pt>
                <c:pt idx="4874">
                  <c:v>-202.5</c:v>
                </c:pt>
                <c:pt idx="4875">
                  <c:v>-202.5</c:v>
                </c:pt>
                <c:pt idx="4876">
                  <c:v>-202.5</c:v>
                </c:pt>
                <c:pt idx="4877">
                  <c:v>-372.5</c:v>
                </c:pt>
                <c:pt idx="4878">
                  <c:v>-372.5</c:v>
                </c:pt>
                <c:pt idx="4879">
                  <c:v>-372.5</c:v>
                </c:pt>
                <c:pt idx="4880">
                  <c:v>-372.5</c:v>
                </c:pt>
                <c:pt idx="4881">
                  <c:v>-372.5</c:v>
                </c:pt>
                <c:pt idx="4882">
                  <c:v>-372.5</c:v>
                </c:pt>
                <c:pt idx="4883">
                  <c:v>-372.5</c:v>
                </c:pt>
                <c:pt idx="4884">
                  <c:v>-372.5</c:v>
                </c:pt>
                <c:pt idx="4885">
                  <c:v>127.5</c:v>
                </c:pt>
                <c:pt idx="4886">
                  <c:v>127.5</c:v>
                </c:pt>
                <c:pt idx="4887">
                  <c:v>127.5</c:v>
                </c:pt>
                <c:pt idx="4888">
                  <c:v>427.5</c:v>
                </c:pt>
                <c:pt idx="4889">
                  <c:v>342.5</c:v>
                </c:pt>
                <c:pt idx="4890">
                  <c:v>342.5</c:v>
                </c:pt>
                <c:pt idx="4891">
                  <c:v>342.5</c:v>
                </c:pt>
                <c:pt idx="4892">
                  <c:v>342.5</c:v>
                </c:pt>
                <c:pt idx="4893">
                  <c:v>342.5</c:v>
                </c:pt>
                <c:pt idx="4894">
                  <c:v>342.5</c:v>
                </c:pt>
                <c:pt idx="4895">
                  <c:v>342.5</c:v>
                </c:pt>
                <c:pt idx="4896">
                  <c:v>342.5</c:v>
                </c:pt>
                <c:pt idx="4897">
                  <c:v>342.5</c:v>
                </c:pt>
                <c:pt idx="4898">
                  <c:v>342.5</c:v>
                </c:pt>
                <c:pt idx="4899">
                  <c:v>342.5</c:v>
                </c:pt>
                <c:pt idx="4900">
                  <c:v>342.5</c:v>
                </c:pt>
                <c:pt idx="4901">
                  <c:v>342.5</c:v>
                </c:pt>
                <c:pt idx="4902">
                  <c:v>42.5</c:v>
                </c:pt>
                <c:pt idx="4903">
                  <c:v>42.5</c:v>
                </c:pt>
                <c:pt idx="4904">
                  <c:v>42.5</c:v>
                </c:pt>
                <c:pt idx="4905">
                  <c:v>42.5</c:v>
                </c:pt>
                <c:pt idx="4906">
                  <c:v>42.5</c:v>
                </c:pt>
                <c:pt idx="4907">
                  <c:v>42.5</c:v>
                </c:pt>
                <c:pt idx="4908">
                  <c:v>-157.5</c:v>
                </c:pt>
                <c:pt idx="4909">
                  <c:v>-157.5</c:v>
                </c:pt>
                <c:pt idx="4910">
                  <c:v>-157.5</c:v>
                </c:pt>
                <c:pt idx="4911">
                  <c:v>-357.5</c:v>
                </c:pt>
                <c:pt idx="4912">
                  <c:v>-357.5</c:v>
                </c:pt>
                <c:pt idx="4913">
                  <c:v>-357.5</c:v>
                </c:pt>
                <c:pt idx="4914">
                  <c:v>-357.5</c:v>
                </c:pt>
                <c:pt idx="4915">
                  <c:v>-357.5</c:v>
                </c:pt>
                <c:pt idx="4916">
                  <c:v>-272.5</c:v>
                </c:pt>
                <c:pt idx="4917">
                  <c:v>-372.5</c:v>
                </c:pt>
                <c:pt idx="4918">
                  <c:v>-372.5</c:v>
                </c:pt>
                <c:pt idx="4919">
                  <c:v>-372.5</c:v>
                </c:pt>
                <c:pt idx="4920">
                  <c:v>-372.5</c:v>
                </c:pt>
                <c:pt idx="4921">
                  <c:v>-372.5</c:v>
                </c:pt>
                <c:pt idx="4922">
                  <c:v>-372.5</c:v>
                </c:pt>
                <c:pt idx="4923">
                  <c:v>-172.5</c:v>
                </c:pt>
                <c:pt idx="4924">
                  <c:v>-172.5</c:v>
                </c:pt>
                <c:pt idx="4925">
                  <c:v>-2.5</c:v>
                </c:pt>
                <c:pt idx="4926">
                  <c:v>-2.5</c:v>
                </c:pt>
                <c:pt idx="4927">
                  <c:v>-2.5</c:v>
                </c:pt>
                <c:pt idx="4928">
                  <c:v>-2.5</c:v>
                </c:pt>
                <c:pt idx="4929">
                  <c:v>-202.5</c:v>
                </c:pt>
                <c:pt idx="4930">
                  <c:v>-202.5</c:v>
                </c:pt>
                <c:pt idx="4931">
                  <c:v>-302.5</c:v>
                </c:pt>
                <c:pt idx="4932">
                  <c:v>-132.5</c:v>
                </c:pt>
                <c:pt idx="4933">
                  <c:v>-132.5</c:v>
                </c:pt>
                <c:pt idx="4934">
                  <c:v>-132.5</c:v>
                </c:pt>
                <c:pt idx="4935">
                  <c:v>-132.5</c:v>
                </c:pt>
                <c:pt idx="4936">
                  <c:v>-132.5</c:v>
                </c:pt>
                <c:pt idx="4937">
                  <c:v>2067.5</c:v>
                </c:pt>
                <c:pt idx="4938">
                  <c:v>3967.5</c:v>
                </c:pt>
                <c:pt idx="4939">
                  <c:v>4967.5</c:v>
                </c:pt>
                <c:pt idx="4940">
                  <c:v>5967.5</c:v>
                </c:pt>
                <c:pt idx="4941">
                  <c:v>5967.5</c:v>
                </c:pt>
                <c:pt idx="4942">
                  <c:v>5967.5</c:v>
                </c:pt>
                <c:pt idx="4943">
                  <c:v>6967.5</c:v>
                </c:pt>
                <c:pt idx="4944">
                  <c:v>7967.5</c:v>
                </c:pt>
                <c:pt idx="4945">
                  <c:v>8967.5</c:v>
                </c:pt>
                <c:pt idx="4946">
                  <c:v>8967.5</c:v>
                </c:pt>
                <c:pt idx="4947">
                  <c:v>8967.5</c:v>
                </c:pt>
                <c:pt idx="4948">
                  <c:v>8967.5</c:v>
                </c:pt>
                <c:pt idx="4949">
                  <c:v>8967.5</c:v>
                </c:pt>
                <c:pt idx="4950">
                  <c:v>8967.5</c:v>
                </c:pt>
                <c:pt idx="4951">
                  <c:v>7297.5</c:v>
                </c:pt>
                <c:pt idx="4952">
                  <c:v>6297.5</c:v>
                </c:pt>
                <c:pt idx="4953">
                  <c:v>5297.5</c:v>
                </c:pt>
                <c:pt idx="4954">
                  <c:v>5297.5</c:v>
                </c:pt>
                <c:pt idx="4955">
                  <c:v>5297.5</c:v>
                </c:pt>
                <c:pt idx="4956">
                  <c:v>5297.5</c:v>
                </c:pt>
                <c:pt idx="4957">
                  <c:v>4297.5</c:v>
                </c:pt>
                <c:pt idx="4958">
                  <c:v>4297.5</c:v>
                </c:pt>
                <c:pt idx="4959">
                  <c:v>4297.5</c:v>
                </c:pt>
                <c:pt idx="4960">
                  <c:v>2297.5</c:v>
                </c:pt>
                <c:pt idx="4961">
                  <c:v>2297.5</c:v>
                </c:pt>
                <c:pt idx="4962">
                  <c:v>2297.5</c:v>
                </c:pt>
                <c:pt idx="4963">
                  <c:v>2297.5</c:v>
                </c:pt>
                <c:pt idx="4964">
                  <c:v>2297.5</c:v>
                </c:pt>
                <c:pt idx="4965">
                  <c:v>1297.5</c:v>
                </c:pt>
                <c:pt idx="4966">
                  <c:v>1297.5</c:v>
                </c:pt>
                <c:pt idx="4967">
                  <c:v>797.5</c:v>
                </c:pt>
                <c:pt idx="4968">
                  <c:v>797.5</c:v>
                </c:pt>
                <c:pt idx="4969">
                  <c:v>797.5</c:v>
                </c:pt>
                <c:pt idx="4970">
                  <c:v>797.5</c:v>
                </c:pt>
                <c:pt idx="4971">
                  <c:v>597.5</c:v>
                </c:pt>
                <c:pt idx="4972">
                  <c:v>327.5</c:v>
                </c:pt>
                <c:pt idx="4973">
                  <c:v>127.5</c:v>
                </c:pt>
                <c:pt idx="4974">
                  <c:v>127.5</c:v>
                </c:pt>
                <c:pt idx="4975">
                  <c:v>127.5</c:v>
                </c:pt>
                <c:pt idx="4976">
                  <c:v>27.5</c:v>
                </c:pt>
                <c:pt idx="4977">
                  <c:v>27.5</c:v>
                </c:pt>
                <c:pt idx="4978">
                  <c:v>27.5</c:v>
                </c:pt>
                <c:pt idx="4979">
                  <c:v>27.5</c:v>
                </c:pt>
                <c:pt idx="4980">
                  <c:v>227.5</c:v>
                </c:pt>
                <c:pt idx="4981">
                  <c:v>227.5</c:v>
                </c:pt>
                <c:pt idx="4982">
                  <c:v>227.5</c:v>
                </c:pt>
                <c:pt idx="4983">
                  <c:v>227.5</c:v>
                </c:pt>
                <c:pt idx="4984">
                  <c:v>227.5</c:v>
                </c:pt>
                <c:pt idx="4985">
                  <c:v>697.5</c:v>
                </c:pt>
                <c:pt idx="4986">
                  <c:v>1097.5</c:v>
                </c:pt>
                <c:pt idx="4987">
                  <c:v>1097.5</c:v>
                </c:pt>
                <c:pt idx="4988">
                  <c:v>1397.5</c:v>
                </c:pt>
                <c:pt idx="4989">
                  <c:v>1397.5</c:v>
                </c:pt>
                <c:pt idx="4990">
                  <c:v>1797.5</c:v>
                </c:pt>
                <c:pt idx="4991">
                  <c:v>1797.5</c:v>
                </c:pt>
                <c:pt idx="4992">
                  <c:v>1967.5</c:v>
                </c:pt>
                <c:pt idx="4993">
                  <c:v>2467.5</c:v>
                </c:pt>
                <c:pt idx="4994">
                  <c:v>2467.5</c:v>
                </c:pt>
                <c:pt idx="4995">
                  <c:v>2867.5</c:v>
                </c:pt>
                <c:pt idx="4996">
                  <c:v>2867.5</c:v>
                </c:pt>
                <c:pt idx="4997">
                  <c:v>2867.5</c:v>
                </c:pt>
                <c:pt idx="4998">
                  <c:v>2867.5</c:v>
                </c:pt>
                <c:pt idx="4999">
                  <c:v>3367.5</c:v>
                </c:pt>
                <c:pt idx="5000">
                  <c:v>3767.5</c:v>
                </c:pt>
                <c:pt idx="5001">
                  <c:v>3767.5</c:v>
                </c:pt>
                <c:pt idx="5002">
                  <c:v>3767.5</c:v>
                </c:pt>
                <c:pt idx="5003">
                  <c:v>3767.5</c:v>
                </c:pt>
                <c:pt idx="5004">
                  <c:v>3767.5</c:v>
                </c:pt>
                <c:pt idx="5005">
                  <c:v>3767.5</c:v>
                </c:pt>
                <c:pt idx="5006">
                  <c:v>4267.5</c:v>
                </c:pt>
                <c:pt idx="5007">
                  <c:v>4267.5</c:v>
                </c:pt>
                <c:pt idx="5008">
                  <c:v>4267.5</c:v>
                </c:pt>
                <c:pt idx="5009">
                  <c:v>4267.5</c:v>
                </c:pt>
                <c:pt idx="5010">
                  <c:v>4267.5</c:v>
                </c:pt>
                <c:pt idx="5011">
                  <c:v>4267.5</c:v>
                </c:pt>
                <c:pt idx="5012">
                  <c:v>4267.5</c:v>
                </c:pt>
                <c:pt idx="5013">
                  <c:v>4467.5</c:v>
                </c:pt>
                <c:pt idx="5014">
                  <c:v>4467.5</c:v>
                </c:pt>
                <c:pt idx="5015">
                  <c:v>4467.5</c:v>
                </c:pt>
                <c:pt idx="5016">
                  <c:v>4467.5</c:v>
                </c:pt>
                <c:pt idx="5017">
                  <c:v>4467.5</c:v>
                </c:pt>
                <c:pt idx="5018">
                  <c:v>4467.5</c:v>
                </c:pt>
                <c:pt idx="5019">
                  <c:v>4467.5</c:v>
                </c:pt>
                <c:pt idx="5020">
                  <c:v>4467.5</c:v>
                </c:pt>
                <c:pt idx="5021">
                  <c:v>4467.5</c:v>
                </c:pt>
                <c:pt idx="5022">
                  <c:v>4467.5</c:v>
                </c:pt>
                <c:pt idx="5023">
                  <c:v>4467.5</c:v>
                </c:pt>
                <c:pt idx="5024">
                  <c:v>4467.5</c:v>
                </c:pt>
                <c:pt idx="5025">
                  <c:v>4467.5</c:v>
                </c:pt>
                <c:pt idx="5026">
                  <c:v>4467.5</c:v>
                </c:pt>
                <c:pt idx="5027">
                  <c:v>4467.5</c:v>
                </c:pt>
                <c:pt idx="5028">
                  <c:v>4467.5</c:v>
                </c:pt>
                <c:pt idx="5029">
                  <c:v>4067.5</c:v>
                </c:pt>
                <c:pt idx="5030">
                  <c:v>4167.5</c:v>
                </c:pt>
                <c:pt idx="5031">
                  <c:v>4067.5</c:v>
                </c:pt>
                <c:pt idx="5032">
                  <c:v>4067.5</c:v>
                </c:pt>
                <c:pt idx="5033">
                  <c:v>4067.5</c:v>
                </c:pt>
                <c:pt idx="5034">
                  <c:v>4067.5</c:v>
                </c:pt>
                <c:pt idx="5035">
                  <c:v>3867.5</c:v>
                </c:pt>
                <c:pt idx="5036">
                  <c:v>3867.5</c:v>
                </c:pt>
                <c:pt idx="5037">
                  <c:v>3867.5</c:v>
                </c:pt>
                <c:pt idx="5038">
                  <c:v>3867.5</c:v>
                </c:pt>
                <c:pt idx="5039">
                  <c:v>3867.5</c:v>
                </c:pt>
                <c:pt idx="5040">
                  <c:v>3867.5</c:v>
                </c:pt>
                <c:pt idx="5041">
                  <c:v>3952.5</c:v>
                </c:pt>
                <c:pt idx="5042">
                  <c:v>3952.5</c:v>
                </c:pt>
                <c:pt idx="5043">
                  <c:v>3952.5</c:v>
                </c:pt>
                <c:pt idx="5044">
                  <c:v>3952.5</c:v>
                </c:pt>
                <c:pt idx="5045">
                  <c:v>3952.5</c:v>
                </c:pt>
                <c:pt idx="5046">
                  <c:v>3952.5</c:v>
                </c:pt>
                <c:pt idx="5047">
                  <c:v>3952.5</c:v>
                </c:pt>
                <c:pt idx="5048">
                  <c:v>3952.5</c:v>
                </c:pt>
                <c:pt idx="5049">
                  <c:v>3952.5</c:v>
                </c:pt>
                <c:pt idx="5050">
                  <c:v>3952.5</c:v>
                </c:pt>
                <c:pt idx="5051">
                  <c:v>3952.5</c:v>
                </c:pt>
                <c:pt idx="5052">
                  <c:v>3952.5</c:v>
                </c:pt>
                <c:pt idx="5053">
                  <c:v>3952.5</c:v>
                </c:pt>
                <c:pt idx="5054">
                  <c:v>3952.5</c:v>
                </c:pt>
                <c:pt idx="5055">
                  <c:v>4037.5</c:v>
                </c:pt>
                <c:pt idx="5056">
                  <c:v>4037.5</c:v>
                </c:pt>
                <c:pt idx="5057">
                  <c:v>4037.5</c:v>
                </c:pt>
                <c:pt idx="5058">
                  <c:v>4037.5</c:v>
                </c:pt>
                <c:pt idx="5059">
                  <c:v>4037.5</c:v>
                </c:pt>
                <c:pt idx="5060">
                  <c:v>4037.5</c:v>
                </c:pt>
                <c:pt idx="5061">
                  <c:v>4037.5</c:v>
                </c:pt>
                <c:pt idx="5062">
                  <c:v>4037.5</c:v>
                </c:pt>
                <c:pt idx="5063">
                  <c:v>4037.5</c:v>
                </c:pt>
                <c:pt idx="5064">
                  <c:v>4037.5</c:v>
                </c:pt>
                <c:pt idx="5065">
                  <c:v>4037.5</c:v>
                </c:pt>
                <c:pt idx="5066">
                  <c:v>4037.5</c:v>
                </c:pt>
                <c:pt idx="5067">
                  <c:v>4037.5</c:v>
                </c:pt>
                <c:pt idx="5068">
                  <c:v>4037.5</c:v>
                </c:pt>
                <c:pt idx="5069">
                  <c:v>4037.5</c:v>
                </c:pt>
                <c:pt idx="5070">
                  <c:v>4037.5</c:v>
                </c:pt>
                <c:pt idx="5071">
                  <c:v>4037.5</c:v>
                </c:pt>
                <c:pt idx="5072">
                  <c:v>4037.5</c:v>
                </c:pt>
                <c:pt idx="5073">
                  <c:v>4037.5</c:v>
                </c:pt>
                <c:pt idx="5074">
                  <c:v>4037.5</c:v>
                </c:pt>
                <c:pt idx="5075">
                  <c:v>4037.5</c:v>
                </c:pt>
                <c:pt idx="5076">
                  <c:v>4037.5</c:v>
                </c:pt>
                <c:pt idx="5077">
                  <c:v>4037.5</c:v>
                </c:pt>
                <c:pt idx="5078">
                  <c:v>4037.5</c:v>
                </c:pt>
                <c:pt idx="5079">
                  <c:v>4037.5</c:v>
                </c:pt>
                <c:pt idx="5080">
                  <c:v>4037.5</c:v>
                </c:pt>
                <c:pt idx="5081">
                  <c:v>4037.5</c:v>
                </c:pt>
                <c:pt idx="5082">
                  <c:v>4037.5</c:v>
                </c:pt>
                <c:pt idx="5083">
                  <c:v>3952.5</c:v>
                </c:pt>
                <c:pt idx="5084">
                  <c:v>3852.5</c:v>
                </c:pt>
                <c:pt idx="5085">
                  <c:v>3852.5</c:v>
                </c:pt>
                <c:pt idx="5086">
                  <c:v>3852.5</c:v>
                </c:pt>
                <c:pt idx="5087">
                  <c:v>3852.5</c:v>
                </c:pt>
                <c:pt idx="5088">
                  <c:v>3852.5</c:v>
                </c:pt>
                <c:pt idx="5089">
                  <c:v>3852.5</c:v>
                </c:pt>
                <c:pt idx="5090">
                  <c:v>3852.5</c:v>
                </c:pt>
                <c:pt idx="5091">
                  <c:v>3852.5</c:v>
                </c:pt>
                <c:pt idx="5092">
                  <c:v>3752.5</c:v>
                </c:pt>
                <c:pt idx="5093">
                  <c:v>3667.5</c:v>
                </c:pt>
                <c:pt idx="5094">
                  <c:v>3567.5</c:v>
                </c:pt>
                <c:pt idx="5095">
                  <c:v>3567.5</c:v>
                </c:pt>
                <c:pt idx="5096">
                  <c:v>3567.5</c:v>
                </c:pt>
                <c:pt idx="5097">
                  <c:v>3567.5</c:v>
                </c:pt>
                <c:pt idx="5098">
                  <c:v>3367.5</c:v>
                </c:pt>
                <c:pt idx="5099">
                  <c:v>3367.5</c:v>
                </c:pt>
                <c:pt idx="5100">
                  <c:v>3367.5</c:v>
                </c:pt>
                <c:pt idx="5101">
                  <c:v>3367.5</c:v>
                </c:pt>
                <c:pt idx="5102">
                  <c:v>3367.5</c:v>
                </c:pt>
                <c:pt idx="5103">
                  <c:v>3367.5</c:v>
                </c:pt>
                <c:pt idx="5104">
                  <c:v>3067.5</c:v>
                </c:pt>
                <c:pt idx="5105">
                  <c:v>3067.5</c:v>
                </c:pt>
                <c:pt idx="5106">
                  <c:v>2867.5</c:v>
                </c:pt>
                <c:pt idx="5107">
                  <c:v>2782.5</c:v>
                </c:pt>
                <c:pt idx="5108">
                  <c:v>2782.5</c:v>
                </c:pt>
                <c:pt idx="5109">
                  <c:v>2782.5</c:v>
                </c:pt>
                <c:pt idx="5110">
                  <c:v>2782.5</c:v>
                </c:pt>
                <c:pt idx="5111">
                  <c:v>2582.5</c:v>
                </c:pt>
                <c:pt idx="5112">
                  <c:v>2382.5</c:v>
                </c:pt>
                <c:pt idx="5113">
                  <c:v>2182.5</c:v>
                </c:pt>
                <c:pt idx="5114">
                  <c:v>2082.5</c:v>
                </c:pt>
                <c:pt idx="5115">
                  <c:v>2082.5</c:v>
                </c:pt>
                <c:pt idx="5116">
                  <c:v>2082.5</c:v>
                </c:pt>
                <c:pt idx="5117">
                  <c:v>2082.5</c:v>
                </c:pt>
                <c:pt idx="5118">
                  <c:v>2082.5</c:v>
                </c:pt>
                <c:pt idx="5119">
                  <c:v>1982.5</c:v>
                </c:pt>
                <c:pt idx="5120">
                  <c:v>1982.5</c:v>
                </c:pt>
                <c:pt idx="5121">
                  <c:v>1882.5</c:v>
                </c:pt>
                <c:pt idx="5122">
                  <c:v>1882.5</c:v>
                </c:pt>
                <c:pt idx="5123">
                  <c:v>1882.5</c:v>
                </c:pt>
                <c:pt idx="5124">
                  <c:v>1882.5</c:v>
                </c:pt>
                <c:pt idx="5125">
                  <c:v>1882.5</c:v>
                </c:pt>
                <c:pt idx="5126">
                  <c:v>1882.5</c:v>
                </c:pt>
                <c:pt idx="5127">
                  <c:v>1882.5</c:v>
                </c:pt>
                <c:pt idx="5128">
                  <c:v>1882.5</c:v>
                </c:pt>
                <c:pt idx="5129">
                  <c:v>1882.5</c:v>
                </c:pt>
                <c:pt idx="5130">
                  <c:v>1882.5</c:v>
                </c:pt>
                <c:pt idx="5131">
                  <c:v>1882.5</c:v>
                </c:pt>
                <c:pt idx="5132">
                  <c:v>1882.5</c:v>
                </c:pt>
                <c:pt idx="5133">
                  <c:v>1882.5</c:v>
                </c:pt>
                <c:pt idx="5134">
                  <c:v>1882.5</c:v>
                </c:pt>
                <c:pt idx="5135">
                  <c:v>1882.5</c:v>
                </c:pt>
                <c:pt idx="5136">
                  <c:v>1882.5</c:v>
                </c:pt>
                <c:pt idx="5137">
                  <c:v>1882.5</c:v>
                </c:pt>
                <c:pt idx="5138">
                  <c:v>1882.5</c:v>
                </c:pt>
                <c:pt idx="5139">
                  <c:v>1882.5</c:v>
                </c:pt>
                <c:pt idx="5140">
                  <c:v>1882.5</c:v>
                </c:pt>
                <c:pt idx="5141">
                  <c:v>1882.5</c:v>
                </c:pt>
                <c:pt idx="5142">
                  <c:v>1882.5</c:v>
                </c:pt>
                <c:pt idx="5143">
                  <c:v>1882.5</c:v>
                </c:pt>
                <c:pt idx="5144">
                  <c:v>1882.5</c:v>
                </c:pt>
                <c:pt idx="5145">
                  <c:v>1882.5</c:v>
                </c:pt>
                <c:pt idx="5146">
                  <c:v>1882.5</c:v>
                </c:pt>
                <c:pt idx="5147">
                  <c:v>1882.5</c:v>
                </c:pt>
                <c:pt idx="5148">
                  <c:v>1882.5</c:v>
                </c:pt>
                <c:pt idx="5149">
                  <c:v>1882.5</c:v>
                </c:pt>
                <c:pt idx="5150">
                  <c:v>1882.5</c:v>
                </c:pt>
                <c:pt idx="5151">
                  <c:v>1882.5</c:v>
                </c:pt>
                <c:pt idx="5152">
                  <c:v>1882.5</c:v>
                </c:pt>
                <c:pt idx="5153">
                  <c:v>1882.5</c:v>
                </c:pt>
                <c:pt idx="5154">
                  <c:v>2182.5</c:v>
                </c:pt>
                <c:pt idx="5155">
                  <c:v>2182.5</c:v>
                </c:pt>
                <c:pt idx="5156">
                  <c:v>2182.5</c:v>
                </c:pt>
                <c:pt idx="5157">
                  <c:v>2182.5</c:v>
                </c:pt>
                <c:pt idx="5158">
                  <c:v>2182.5</c:v>
                </c:pt>
                <c:pt idx="5159">
                  <c:v>2182.5</c:v>
                </c:pt>
                <c:pt idx="5160">
                  <c:v>2182.5</c:v>
                </c:pt>
                <c:pt idx="5161">
                  <c:v>2182.5</c:v>
                </c:pt>
                <c:pt idx="5162">
                  <c:v>2182.5</c:v>
                </c:pt>
                <c:pt idx="5163">
                  <c:v>2282.5</c:v>
                </c:pt>
                <c:pt idx="5164">
                  <c:v>2282.5</c:v>
                </c:pt>
                <c:pt idx="5165">
                  <c:v>2282.5</c:v>
                </c:pt>
                <c:pt idx="5166">
                  <c:v>2282.5</c:v>
                </c:pt>
                <c:pt idx="5167">
                  <c:v>2482.5</c:v>
                </c:pt>
                <c:pt idx="5168">
                  <c:v>2582.5</c:v>
                </c:pt>
                <c:pt idx="5169">
                  <c:v>2582.5</c:v>
                </c:pt>
                <c:pt idx="5170">
                  <c:v>2867.5</c:v>
                </c:pt>
                <c:pt idx="5171">
                  <c:v>2867.5</c:v>
                </c:pt>
                <c:pt idx="5172">
                  <c:v>2867.5</c:v>
                </c:pt>
                <c:pt idx="5173">
                  <c:v>2867.5</c:v>
                </c:pt>
                <c:pt idx="5174">
                  <c:v>2867.5</c:v>
                </c:pt>
                <c:pt idx="5175">
                  <c:v>2952.5</c:v>
                </c:pt>
                <c:pt idx="5176">
                  <c:v>2952.5</c:v>
                </c:pt>
                <c:pt idx="5177">
                  <c:v>2952.5</c:v>
                </c:pt>
                <c:pt idx="5178">
                  <c:v>2952.5</c:v>
                </c:pt>
                <c:pt idx="5179">
                  <c:v>2952.5</c:v>
                </c:pt>
                <c:pt idx="5180">
                  <c:v>2952.5</c:v>
                </c:pt>
                <c:pt idx="5181">
                  <c:v>2952.5</c:v>
                </c:pt>
                <c:pt idx="5182">
                  <c:v>2837.5</c:v>
                </c:pt>
                <c:pt idx="5183">
                  <c:v>2837.5</c:v>
                </c:pt>
                <c:pt idx="5184">
                  <c:v>2837.5</c:v>
                </c:pt>
                <c:pt idx="5185">
                  <c:v>2837.5</c:v>
                </c:pt>
                <c:pt idx="5186">
                  <c:v>2837.5</c:v>
                </c:pt>
                <c:pt idx="5187">
                  <c:v>2837.5</c:v>
                </c:pt>
                <c:pt idx="5188">
                  <c:v>2922.5</c:v>
                </c:pt>
                <c:pt idx="5189">
                  <c:v>2622.5</c:v>
                </c:pt>
                <c:pt idx="5190">
                  <c:v>2622.5</c:v>
                </c:pt>
                <c:pt idx="5191">
                  <c:v>2622.5</c:v>
                </c:pt>
                <c:pt idx="5192">
                  <c:v>2622.5</c:v>
                </c:pt>
                <c:pt idx="5193">
                  <c:v>2622.5</c:v>
                </c:pt>
                <c:pt idx="5194">
                  <c:v>2622.5</c:v>
                </c:pt>
                <c:pt idx="5195">
                  <c:v>2422.5</c:v>
                </c:pt>
                <c:pt idx="5196">
                  <c:v>2422.5</c:v>
                </c:pt>
                <c:pt idx="5197">
                  <c:v>2322.5</c:v>
                </c:pt>
                <c:pt idx="5198">
                  <c:v>2322.5</c:v>
                </c:pt>
                <c:pt idx="5199">
                  <c:v>2322.5</c:v>
                </c:pt>
                <c:pt idx="5200">
                  <c:v>2322.5</c:v>
                </c:pt>
                <c:pt idx="5201">
                  <c:v>2322.5</c:v>
                </c:pt>
                <c:pt idx="5202">
                  <c:v>2222.5</c:v>
                </c:pt>
                <c:pt idx="5203">
                  <c:v>1822.5</c:v>
                </c:pt>
                <c:pt idx="5204">
                  <c:v>1822.5</c:v>
                </c:pt>
                <c:pt idx="5205">
                  <c:v>1907.5</c:v>
                </c:pt>
                <c:pt idx="5206">
                  <c:v>1907.5</c:v>
                </c:pt>
                <c:pt idx="5207">
                  <c:v>1907.5</c:v>
                </c:pt>
                <c:pt idx="5208">
                  <c:v>1907.5</c:v>
                </c:pt>
                <c:pt idx="5209">
                  <c:v>1907.5</c:v>
                </c:pt>
                <c:pt idx="5210">
                  <c:v>1907.5</c:v>
                </c:pt>
                <c:pt idx="5211">
                  <c:v>2007.5</c:v>
                </c:pt>
                <c:pt idx="5212">
                  <c:v>2007.5</c:v>
                </c:pt>
                <c:pt idx="5213">
                  <c:v>2007.5</c:v>
                </c:pt>
                <c:pt idx="5214">
                  <c:v>2007.5</c:v>
                </c:pt>
                <c:pt idx="5215">
                  <c:v>2007.5</c:v>
                </c:pt>
                <c:pt idx="5216">
                  <c:v>2007.5</c:v>
                </c:pt>
                <c:pt idx="5217">
                  <c:v>2007.5</c:v>
                </c:pt>
                <c:pt idx="5218">
                  <c:v>2007.5</c:v>
                </c:pt>
                <c:pt idx="5219">
                  <c:v>2007.5</c:v>
                </c:pt>
                <c:pt idx="5220">
                  <c:v>2007.5</c:v>
                </c:pt>
                <c:pt idx="5221">
                  <c:v>2007.5</c:v>
                </c:pt>
                <c:pt idx="5222">
                  <c:v>2007.5</c:v>
                </c:pt>
                <c:pt idx="5223">
                  <c:v>2407.5</c:v>
                </c:pt>
                <c:pt idx="5224">
                  <c:v>2807.5</c:v>
                </c:pt>
                <c:pt idx="5225">
                  <c:v>2907.5</c:v>
                </c:pt>
                <c:pt idx="5226">
                  <c:v>2907.5</c:v>
                </c:pt>
                <c:pt idx="5227">
                  <c:v>2907.5</c:v>
                </c:pt>
                <c:pt idx="5228">
                  <c:v>2907.5</c:v>
                </c:pt>
                <c:pt idx="5229">
                  <c:v>3107.5</c:v>
                </c:pt>
                <c:pt idx="5230">
                  <c:v>3107.5</c:v>
                </c:pt>
                <c:pt idx="5231">
                  <c:v>3107.5</c:v>
                </c:pt>
                <c:pt idx="5232">
                  <c:v>3107.5</c:v>
                </c:pt>
                <c:pt idx="5233">
                  <c:v>3107.5</c:v>
                </c:pt>
                <c:pt idx="5234">
                  <c:v>3107.5</c:v>
                </c:pt>
                <c:pt idx="5235">
                  <c:v>3107.5</c:v>
                </c:pt>
                <c:pt idx="5236">
                  <c:v>3107.5</c:v>
                </c:pt>
                <c:pt idx="5237">
                  <c:v>3107.5</c:v>
                </c:pt>
                <c:pt idx="5238">
                  <c:v>3107.5</c:v>
                </c:pt>
                <c:pt idx="5239">
                  <c:v>3107.5</c:v>
                </c:pt>
                <c:pt idx="5240">
                  <c:v>3222.5</c:v>
                </c:pt>
                <c:pt idx="5241">
                  <c:v>3222.5</c:v>
                </c:pt>
                <c:pt idx="5242">
                  <c:v>3222.5</c:v>
                </c:pt>
                <c:pt idx="5243">
                  <c:v>3222.5</c:v>
                </c:pt>
                <c:pt idx="5244">
                  <c:v>3222.5</c:v>
                </c:pt>
                <c:pt idx="5245">
                  <c:v>3222.5</c:v>
                </c:pt>
                <c:pt idx="5246">
                  <c:v>3122.5</c:v>
                </c:pt>
                <c:pt idx="5247">
                  <c:v>3022.5</c:v>
                </c:pt>
                <c:pt idx="5248">
                  <c:v>3022.5</c:v>
                </c:pt>
                <c:pt idx="5249">
                  <c:v>3022.5</c:v>
                </c:pt>
                <c:pt idx="5250">
                  <c:v>3022.5</c:v>
                </c:pt>
                <c:pt idx="5251">
                  <c:v>3022.5</c:v>
                </c:pt>
                <c:pt idx="5252">
                  <c:v>2737.5</c:v>
                </c:pt>
                <c:pt idx="5253">
                  <c:v>2737.5</c:v>
                </c:pt>
                <c:pt idx="5254">
                  <c:v>2537.5</c:v>
                </c:pt>
                <c:pt idx="5255">
                  <c:v>2537.5</c:v>
                </c:pt>
                <c:pt idx="5256">
                  <c:v>2537.5</c:v>
                </c:pt>
                <c:pt idx="5257">
                  <c:v>2537.5</c:v>
                </c:pt>
                <c:pt idx="5258">
                  <c:v>2537.5</c:v>
                </c:pt>
                <c:pt idx="5259">
                  <c:v>2337.5</c:v>
                </c:pt>
                <c:pt idx="5260">
                  <c:v>2337.5</c:v>
                </c:pt>
                <c:pt idx="5261">
                  <c:v>2152.5</c:v>
                </c:pt>
                <c:pt idx="5262">
                  <c:v>2152.5</c:v>
                </c:pt>
                <c:pt idx="5263">
                  <c:v>2152.5</c:v>
                </c:pt>
                <c:pt idx="5264">
                  <c:v>2152.5</c:v>
                </c:pt>
                <c:pt idx="5265">
                  <c:v>1652.5</c:v>
                </c:pt>
                <c:pt idx="5266">
                  <c:v>1652.5</c:v>
                </c:pt>
                <c:pt idx="5267">
                  <c:v>1552.5</c:v>
                </c:pt>
                <c:pt idx="5268">
                  <c:v>1352.5</c:v>
                </c:pt>
                <c:pt idx="5269">
                  <c:v>1352.5</c:v>
                </c:pt>
                <c:pt idx="5270">
                  <c:v>1352.5</c:v>
                </c:pt>
                <c:pt idx="5271">
                  <c:v>1352.5</c:v>
                </c:pt>
                <c:pt idx="5272">
                  <c:v>967.5</c:v>
                </c:pt>
                <c:pt idx="5273">
                  <c:v>667.5</c:v>
                </c:pt>
                <c:pt idx="5274">
                  <c:v>467.5</c:v>
                </c:pt>
                <c:pt idx="5275">
                  <c:v>467.5</c:v>
                </c:pt>
                <c:pt idx="5276">
                  <c:v>267.5</c:v>
                </c:pt>
                <c:pt idx="5277">
                  <c:v>267.5</c:v>
                </c:pt>
                <c:pt idx="5278">
                  <c:v>267.5</c:v>
                </c:pt>
                <c:pt idx="5279">
                  <c:v>-17.5</c:v>
                </c:pt>
                <c:pt idx="5280">
                  <c:v>-117.5</c:v>
                </c:pt>
                <c:pt idx="5281">
                  <c:v>-317.5</c:v>
                </c:pt>
                <c:pt idx="5282">
                  <c:v>-317.5</c:v>
                </c:pt>
                <c:pt idx="5283">
                  <c:v>-317.5</c:v>
                </c:pt>
                <c:pt idx="5284">
                  <c:v>-317.5</c:v>
                </c:pt>
                <c:pt idx="5285">
                  <c:v>-317.5</c:v>
                </c:pt>
                <c:pt idx="5286">
                  <c:v>-317.5</c:v>
                </c:pt>
                <c:pt idx="5287">
                  <c:v>-317.5</c:v>
                </c:pt>
                <c:pt idx="5288">
                  <c:v>-317.5</c:v>
                </c:pt>
                <c:pt idx="5289">
                  <c:v>-402.5</c:v>
                </c:pt>
                <c:pt idx="5290">
                  <c:v>-402.5</c:v>
                </c:pt>
                <c:pt idx="5291">
                  <c:v>-402.5</c:v>
                </c:pt>
                <c:pt idx="5292">
                  <c:v>-402.5</c:v>
                </c:pt>
                <c:pt idx="5293">
                  <c:v>-402.5</c:v>
                </c:pt>
                <c:pt idx="5294">
                  <c:v>-402.5</c:v>
                </c:pt>
                <c:pt idx="5295">
                  <c:v>-402.5</c:v>
                </c:pt>
                <c:pt idx="5296">
                  <c:v>-302.5</c:v>
                </c:pt>
                <c:pt idx="5297">
                  <c:v>-402.5</c:v>
                </c:pt>
                <c:pt idx="5298">
                  <c:v>-402.5</c:v>
                </c:pt>
                <c:pt idx="5299">
                  <c:v>-402.5</c:v>
                </c:pt>
                <c:pt idx="5300">
                  <c:v>-402.5</c:v>
                </c:pt>
                <c:pt idx="5301">
                  <c:v>-217.5</c:v>
                </c:pt>
                <c:pt idx="5302">
                  <c:v>-217.5</c:v>
                </c:pt>
                <c:pt idx="5303">
                  <c:v>-117.5</c:v>
                </c:pt>
                <c:pt idx="5304">
                  <c:v>-117.5</c:v>
                </c:pt>
                <c:pt idx="5305">
                  <c:v>-117.5</c:v>
                </c:pt>
                <c:pt idx="5306">
                  <c:v>-117.5</c:v>
                </c:pt>
                <c:pt idx="5307">
                  <c:v>-117.5</c:v>
                </c:pt>
                <c:pt idx="5308">
                  <c:v>-32.5</c:v>
                </c:pt>
                <c:pt idx="5309">
                  <c:v>167.5</c:v>
                </c:pt>
                <c:pt idx="5310">
                  <c:v>167.5</c:v>
                </c:pt>
                <c:pt idx="5311">
                  <c:v>167.5</c:v>
                </c:pt>
                <c:pt idx="5312">
                  <c:v>167.5</c:v>
                </c:pt>
                <c:pt idx="5313">
                  <c:v>167.5</c:v>
                </c:pt>
                <c:pt idx="5314">
                  <c:v>167.5</c:v>
                </c:pt>
                <c:pt idx="5315">
                  <c:v>452.5</c:v>
                </c:pt>
                <c:pt idx="5316">
                  <c:v>452.5</c:v>
                </c:pt>
                <c:pt idx="5317">
                  <c:v>852.5</c:v>
                </c:pt>
                <c:pt idx="5318">
                  <c:v>852.5</c:v>
                </c:pt>
                <c:pt idx="5319">
                  <c:v>852.5</c:v>
                </c:pt>
                <c:pt idx="5320">
                  <c:v>852.5</c:v>
                </c:pt>
                <c:pt idx="5321">
                  <c:v>852.5</c:v>
                </c:pt>
                <c:pt idx="5322">
                  <c:v>852.5</c:v>
                </c:pt>
                <c:pt idx="5323">
                  <c:v>852.5</c:v>
                </c:pt>
                <c:pt idx="5324">
                  <c:v>852.5</c:v>
                </c:pt>
                <c:pt idx="5325">
                  <c:v>852.5</c:v>
                </c:pt>
                <c:pt idx="5326">
                  <c:v>852.5</c:v>
                </c:pt>
                <c:pt idx="5327">
                  <c:v>852.5</c:v>
                </c:pt>
                <c:pt idx="5328">
                  <c:v>852.5</c:v>
                </c:pt>
                <c:pt idx="5329">
                  <c:v>852.5</c:v>
                </c:pt>
                <c:pt idx="5330">
                  <c:v>852.5</c:v>
                </c:pt>
                <c:pt idx="5331">
                  <c:v>852.5</c:v>
                </c:pt>
                <c:pt idx="5332">
                  <c:v>852.5</c:v>
                </c:pt>
                <c:pt idx="5333">
                  <c:v>852.5</c:v>
                </c:pt>
                <c:pt idx="5334">
                  <c:v>852.5</c:v>
                </c:pt>
                <c:pt idx="5335">
                  <c:v>852.5</c:v>
                </c:pt>
                <c:pt idx="5336">
                  <c:v>852.5</c:v>
                </c:pt>
                <c:pt idx="5337">
                  <c:v>852.5</c:v>
                </c:pt>
                <c:pt idx="5338">
                  <c:v>852.5</c:v>
                </c:pt>
                <c:pt idx="5339">
                  <c:v>852.5</c:v>
                </c:pt>
                <c:pt idx="5340">
                  <c:v>852.5</c:v>
                </c:pt>
                <c:pt idx="5341">
                  <c:v>852.5</c:v>
                </c:pt>
                <c:pt idx="5342">
                  <c:v>852.5</c:v>
                </c:pt>
                <c:pt idx="5343">
                  <c:v>852.5</c:v>
                </c:pt>
                <c:pt idx="5344">
                  <c:v>767.5</c:v>
                </c:pt>
                <c:pt idx="5345">
                  <c:v>767.5</c:v>
                </c:pt>
                <c:pt idx="5346">
                  <c:v>767.5</c:v>
                </c:pt>
                <c:pt idx="5347">
                  <c:v>767.5</c:v>
                </c:pt>
                <c:pt idx="5348">
                  <c:v>767.5</c:v>
                </c:pt>
                <c:pt idx="5349">
                  <c:v>767.5</c:v>
                </c:pt>
                <c:pt idx="5350">
                  <c:v>767.5</c:v>
                </c:pt>
                <c:pt idx="5351">
                  <c:v>767.5</c:v>
                </c:pt>
                <c:pt idx="5352">
                  <c:v>767.5</c:v>
                </c:pt>
                <c:pt idx="5353">
                  <c:v>767.5</c:v>
                </c:pt>
                <c:pt idx="5354">
                  <c:v>767.5</c:v>
                </c:pt>
                <c:pt idx="5355">
                  <c:v>767.5</c:v>
                </c:pt>
                <c:pt idx="5356">
                  <c:v>767.5</c:v>
                </c:pt>
                <c:pt idx="5357">
                  <c:v>767.5</c:v>
                </c:pt>
                <c:pt idx="5358">
                  <c:v>767.5</c:v>
                </c:pt>
                <c:pt idx="5359">
                  <c:v>767.5</c:v>
                </c:pt>
                <c:pt idx="5360">
                  <c:v>767.5</c:v>
                </c:pt>
                <c:pt idx="5361">
                  <c:v>767.5</c:v>
                </c:pt>
                <c:pt idx="5362">
                  <c:v>767.5</c:v>
                </c:pt>
                <c:pt idx="5363">
                  <c:v>767.5</c:v>
                </c:pt>
                <c:pt idx="5364">
                  <c:v>767.5</c:v>
                </c:pt>
                <c:pt idx="5365">
                  <c:v>767.5</c:v>
                </c:pt>
                <c:pt idx="5366">
                  <c:v>767.5</c:v>
                </c:pt>
                <c:pt idx="5367">
                  <c:v>782.5</c:v>
                </c:pt>
                <c:pt idx="5368">
                  <c:v>782.5</c:v>
                </c:pt>
                <c:pt idx="5369">
                  <c:v>882.5</c:v>
                </c:pt>
                <c:pt idx="5370">
                  <c:v>882.5</c:v>
                </c:pt>
                <c:pt idx="5371">
                  <c:v>882.5</c:v>
                </c:pt>
                <c:pt idx="5372">
                  <c:v>882.5</c:v>
                </c:pt>
                <c:pt idx="5373">
                  <c:v>882.5</c:v>
                </c:pt>
                <c:pt idx="5374">
                  <c:v>882.5</c:v>
                </c:pt>
                <c:pt idx="5375">
                  <c:v>882.5</c:v>
                </c:pt>
                <c:pt idx="5376">
                  <c:v>882.5</c:v>
                </c:pt>
                <c:pt idx="5377">
                  <c:v>882.5</c:v>
                </c:pt>
                <c:pt idx="5378">
                  <c:v>982.5</c:v>
                </c:pt>
                <c:pt idx="5379">
                  <c:v>897.5</c:v>
                </c:pt>
                <c:pt idx="5380">
                  <c:v>897.5</c:v>
                </c:pt>
                <c:pt idx="5381">
                  <c:v>897.5</c:v>
                </c:pt>
                <c:pt idx="5382">
                  <c:v>897.5</c:v>
                </c:pt>
                <c:pt idx="5383">
                  <c:v>897.5</c:v>
                </c:pt>
                <c:pt idx="5384">
                  <c:v>897.5</c:v>
                </c:pt>
                <c:pt idx="5385">
                  <c:v>897.5</c:v>
                </c:pt>
                <c:pt idx="5386">
                  <c:v>897.5</c:v>
                </c:pt>
                <c:pt idx="5387">
                  <c:v>897.5</c:v>
                </c:pt>
                <c:pt idx="5388">
                  <c:v>897.5</c:v>
                </c:pt>
                <c:pt idx="5389">
                  <c:v>897.5</c:v>
                </c:pt>
                <c:pt idx="5390">
                  <c:v>897.5</c:v>
                </c:pt>
                <c:pt idx="5391">
                  <c:v>897.5</c:v>
                </c:pt>
                <c:pt idx="5392">
                  <c:v>897.5</c:v>
                </c:pt>
                <c:pt idx="5393">
                  <c:v>897.5</c:v>
                </c:pt>
                <c:pt idx="5394">
                  <c:v>897.5</c:v>
                </c:pt>
                <c:pt idx="5395">
                  <c:v>897.5</c:v>
                </c:pt>
                <c:pt idx="5396">
                  <c:v>897.5</c:v>
                </c:pt>
                <c:pt idx="5397">
                  <c:v>897.5</c:v>
                </c:pt>
                <c:pt idx="5398">
                  <c:v>812.5</c:v>
                </c:pt>
                <c:pt idx="5399">
                  <c:v>812.5</c:v>
                </c:pt>
                <c:pt idx="5400">
                  <c:v>1012.5</c:v>
                </c:pt>
                <c:pt idx="5401">
                  <c:v>1012.5</c:v>
                </c:pt>
                <c:pt idx="5402">
                  <c:v>1012.5</c:v>
                </c:pt>
                <c:pt idx="5403">
                  <c:v>1012.5</c:v>
                </c:pt>
                <c:pt idx="5404">
                  <c:v>1012.5</c:v>
                </c:pt>
                <c:pt idx="5405">
                  <c:v>1212.5</c:v>
                </c:pt>
                <c:pt idx="5406">
                  <c:v>1212.5</c:v>
                </c:pt>
                <c:pt idx="5407">
                  <c:v>1127.5</c:v>
                </c:pt>
                <c:pt idx="5408">
                  <c:v>1127.5</c:v>
                </c:pt>
                <c:pt idx="5409">
                  <c:v>1127.5</c:v>
                </c:pt>
                <c:pt idx="5410">
                  <c:v>1127.5</c:v>
                </c:pt>
                <c:pt idx="5411">
                  <c:v>1127.5</c:v>
                </c:pt>
                <c:pt idx="5412">
                  <c:v>1327.5</c:v>
                </c:pt>
                <c:pt idx="5413">
                  <c:v>1327.5</c:v>
                </c:pt>
                <c:pt idx="5414">
                  <c:v>1327.5</c:v>
                </c:pt>
                <c:pt idx="5415">
                  <c:v>1327.5</c:v>
                </c:pt>
                <c:pt idx="5416">
                  <c:v>1327.5</c:v>
                </c:pt>
                <c:pt idx="5417">
                  <c:v>1427.5</c:v>
                </c:pt>
                <c:pt idx="5418">
                  <c:v>1427.5</c:v>
                </c:pt>
                <c:pt idx="5419">
                  <c:v>1427.5</c:v>
                </c:pt>
                <c:pt idx="5420">
                  <c:v>1427.5</c:v>
                </c:pt>
                <c:pt idx="5421">
                  <c:v>1342.5</c:v>
                </c:pt>
                <c:pt idx="5422">
                  <c:v>1342.5</c:v>
                </c:pt>
                <c:pt idx="5423">
                  <c:v>1342.5</c:v>
                </c:pt>
                <c:pt idx="5424">
                  <c:v>1342.5</c:v>
                </c:pt>
                <c:pt idx="5425">
                  <c:v>1342.5</c:v>
                </c:pt>
                <c:pt idx="5426">
                  <c:v>1342.5</c:v>
                </c:pt>
                <c:pt idx="5427">
                  <c:v>1342.5</c:v>
                </c:pt>
                <c:pt idx="5428">
                  <c:v>1342.5</c:v>
                </c:pt>
                <c:pt idx="5429">
                  <c:v>1342.5</c:v>
                </c:pt>
                <c:pt idx="5430">
                  <c:v>1342.5</c:v>
                </c:pt>
                <c:pt idx="5431">
                  <c:v>1342.5</c:v>
                </c:pt>
                <c:pt idx="5432">
                  <c:v>1342.5</c:v>
                </c:pt>
                <c:pt idx="5433">
                  <c:v>1342.5</c:v>
                </c:pt>
                <c:pt idx="5434">
                  <c:v>1342.5</c:v>
                </c:pt>
                <c:pt idx="5435">
                  <c:v>1257.5</c:v>
                </c:pt>
                <c:pt idx="5436">
                  <c:v>1257.5</c:v>
                </c:pt>
                <c:pt idx="5437">
                  <c:v>1257.5</c:v>
                </c:pt>
                <c:pt idx="5438">
                  <c:v>1257.5</c:v>
                </c:pt>
                <c:pt idx="5439">
                  <c:v>1257.5</c:v>
                </c:pt>
                <c:pt idx="5440">
                  <c:v>1157.5</c:v>
                </c:pt>
                <c:pt idx="5441">
                  <c:v>1157.5</c:v>
                </c:pt>
                <c:pt idx="5442">
                  <c:v>1157.5</c:v>
                </c:pt>
                <c:pt idx="5443">
                  <c:v>957.5</c:v>
                </c:pt>
                <c:pt idx="5444">
                  <c:v>957.5</c:v>
                </c:pt>
                <c:pt idx="5445">
                  <c:v>957.5</c:v>
                </c:pt>
                <c:pt idx="5446">
                  <c:v>957.5</c:v>
                </c:pt>
                <c:pt idx="5447">
                  <c:v>857.5</c:v>
                </c:pt>
                <c:pt idx="5448">
                  <c:v>857.5</c:v>
                </c:pt>
                <c:pt idx="5449">
                  <c:v>757.5</c:v>
                </c:pt>
                <c:pt idx="5450">
                  <c:v>757.5</c:v>
                </c:pt>
                <c:pt idx="5451">
                  <c:v>672.5</c:v>
                </c:pt>
                <c:pt idx="5452">
                  <c:v>672.5</c:v>
                </c:pt>
                <c:pt idx="5453">
                  <c:v>672.5</c:v>
                </c:pt>
                <c:pt idx="5454">
                  <c:v>672.5</c:v>
                </c:pt>
                <c:pt idx="5455">
                  <c:v>672.5</c:v>
                </c:pt>
                <c:pt idx="5456">
                  <c:v>572.5</c:v>
                </c:pt>
                <c:pt idx="5457">
                  <c:v>572.5</c:v>
                </c:pt>
                <c:pt idx="5458">
                  <c:v>572.5</c:v>
                </c:pt>
                <c:pt idx="5459">
                  <c:v>572.5</c:v>
                </c:pt>
                <c:pt idx="5460">
                  <c:v>572.5</c:v>
                </c:pt>
                <c:pt idx="5461">
                  <c:v>572.5</c:v>
                </c:pt>
                <c:pt idx="5462">
                  <c:v>487.5</c:v>
                </c:pt>
                <c:pt idx="5463">
                  <c:v>487.5</c:v>
                </c:pt>
                <c:pt idx="5464">
                  <c:v>487.5</c:v>
                </c:pt>
                <c:pt idx="5465">
                  <c:v>487.5</c:v>
                </c:pt>
                <c:pt idx="5466">
                  <c:v>487.5</c:v>
                </c:pt>
                <c:pt idx="5467">
                  <c:v>487.5</c:v>
                </c:pt>
                <c:pt idx="5468">
                  <c:v>487.5</c:v>
                </c:pt>
                <c:pt idx="5469">
                  <c:v>402.5</c:v>
                </c:pt>
                <c:pt idx="5470">
                  <c:v>502.5</c:v>
                </c:pt>
                <c:pt idx="5471">
                  <c:v>502.5</c:v>
                </c:pt>
                <c:pt idx="5472">
                  <c:v>502.5</c:v>
                </c:pt>
                <c:pt idx="5473">
                  <c:v>502.5</c:v>
                </c:pt>
                <c:pt idx="5474">
                  <c:v>502.5</c:v>
                </c:pt>
                <c:pt idx="5475">
                  <c:v>802.5</c:v>
                </c:pt>
                <c:pt idx="5476">
                  <c:v>1032.5</c:v>
                </c:pt>
                <c:pt idx="5477">
                  <c:v>1032.5</c:v>
                </c:pt>
                <c:pt idx="5478">
                  <c:v>1032.5</c:v>
                </c:pt>
                <c:pt idx="5479">
                  <c:v>1032.5</c:v>
                </c:pt>
                <c:pt idx="5480">
                  <c:v>1032.5</c:v>
                </c:pt>
                <c:pt idx="5481">
                  <c:v>1032.5</c:v>
                </c:pt>
                <c:pt idx="5482">
                  <c:v>1232.5</c:v>
                </c:pt>
                <c:pt idx="5483">
                  <c:v>1232.5</c:v>
                </c:pt>
                <c:pt idx="5484">
                  <c:v>1232.5</c:v>
                </c:pt>
                <c:pt idx="5485">
                  <c:v>1232.5</c:v>
                </c:pt>
                <c:pt idx="5486">
                  <c:v>1062.5</c:v>
                </c:pt>
                <c:pt idx="5487">
                  <c:v>1062.5</c:v>
                </c:pt>
                <c:pt idx="5488">
                  <c:v>1062.5</c:v>
                </c:pt>
                <c:pt idx="5489">
                  <c:v>1062.5</c:v>
                </c:pt>
                <c:pt idx="5490">
                  <c:v>1062.5</c:v>
                </c:pt>
                <c:pt idx="5491">
                  <c:v>1262.5</c:v>
                </c:pt>
                <c:pt idx="5492">
                  <c:v>1092.5</c:v>
                </c:pt>
                <c:pt idx="5493">
                  <c:v>1092.5</c:v>
                </c:pt>
                <c:pt idx="5494">
                  <c:v>1092.5</c:v>
                </c:pt>
                <c:pt idx="5495">
                  <c:v>1092.5</c:v>
                </c:pt>
                <c:pt idx="5496">
                  <c:v>1092.5</c:v>
                </c:pt>
                <c:pt idx="5497">
                  <c:v>1092.5</c:v>
                </c:pt>
                <c:pt idx="5498">
                  <c:v>922.5</c:v>
                </c:pt>
                <c:pt idx="5499">
                  <c:v>922.5</c:v>
                </c:pt>
                <c:pt idx="5500">
                  <c:v>922.5</c:v>
                </c:pt>
                <c:pt idx="5501">
                  <c:v>922.5</c:v>
                </c:pt>
                <c:pt idx="5502">
                  <c:v>922.5</c:v>
                </c:pt>
                <c:pt idx="5503">
                  <c:v>922.5</c:v>
                </c:pt>
                <c:pt idx="5504">
                  <c:v>922.5</c:v>
                </c:pt>
                <c:pt idx="5505">
                  <c:v>922.5</c:v>
                </c:pt>
                <c:pt idx="5506">
                  <c:v>752.5</c:v>
                </c:pt>
                <c:pt idx="5507">
                  <c:v>752.5</c:v>
                </c:pt>
                <c:pt idx="5508">
                  <c:v>752.5</c:v>
                </c:pt>
                <c:pt idx="5509">
                  <c:v>752.5</c:v>
                </c:pt>
                <c:pt idx="5510">
                  <c:v>752.5</c:v>
                </c:pt>
                <c:pt idx="5511">
                  <c:v>752.5</c:v>
                </c:pt>
                <c:pt idx="5512">
                  <c:v>752.5</c:v>
                </c:pt>
                <c:pt idx="5513">
                  <c:v>1052.5</c:v>
                </c:pt>
                <c:pt idx="5514">
                  <c:v>1052.5</c:v>
                </c:pt>
                <c:pt idx="5515">
                  <c:v>1052.5</c:v>
                </c:pt>
                <c:pt idx="5516">
                  <c:v>1052.5</c:v>
                </c:pt>
                <c:pt idx="5517">
                  <c:v>1052.5</c:v>
                </c:pt>
                <c:pt idx="5518">
                  <c:v>1052.5</c:v>
                </c:pt>
                <c:pt idx="5519">
                  <c:v>1052.5</c:v>
                </c:pt>
                <c:pt idx="5520">
                  <c:v>1052.5</c:v>
                </c:pt>
                <c:pt idx="5521">
                  <c:v>1052.5</c:v>
                </c:pt>
                <c:pt idx="5522">
                  <c:v>1052.5</c:v>
                </c:pt>
                <c:pt idx="5523">
                  <c:v>1052.5</c:v>
                </c:pt>
                <c:pt idx="5524">
                  <c:v>1052.5</c:v>
                </c:pt>
                <c:pt idx="5525">
                  <c:v>1052.5</c:v>
                </c:pt>
                <c:pt idx="5526">
                  <c:v>1052.5</c:v>
                </c:pt>
                <c:pt idx="5527">
                  <c:v>1052.5</c:v>
                </c:pt>
                <c:pt idx="5528">
                  <c:v>1052.5</c:v>
                </c:pt>
                <c:pt idx="5529">
                  <c:v>1052.5</c:v>
                </c:pt>
                <c:pt idx="5530">
                  <c:v>1052.5</c:v>
                </c:pt>
                <c:pt idx="5531">
                  <c:v>1052.5</c:v>
                </c:pt>
                <c:pt idx="5532">
                  <c:v>1422.5</c:v>
                </c:pt>
                <c:pt idx="5533">
                  <c:v>1422.5</c:v>
                </c:pt>
                <c:pt idx="5534">
                  <c:v>1422.5</c:v>
                </c:pt>
                <c:pt idx="5535">
                  <c:v>1422.5</c:v>
                </c:pt>
                <c:pt idx="5536">
                  <c:v>1422.5</c:v>
                </c:pt>
                <c:pt idx="5537">
                  <c:v>1422.5</c:v>
                </c:pt>
                <c:pt idx="5538">
                  <c:v>1792.5</c:v>
                </c:pt>
                <c:pt idx="5539">
                  <c:v>1792.5</c:v>
                </c:pt>
                <c:pt idx="5540">
                  <c:v>1892.5</c:v>
                </c:pt>
                <c:pt idx="5541">
                  <c:v>1892.5</c:v>
                </c:pt>
                <c:pt idx="5542">
                  <c:v>1892.5</c:v>
                </c:pt>
                <c:pt idx="5543">
                  <c:v>1892.5</c:v>
                </c:pt>
                <c:pt idx="5544">
                  <c:v>1892.5</c:v>
                </c:pt>
                <c:pt idx="5545">
                  <c:v>2062.5</c:v>
                </c:pt>
                <c:pt idx="5546">
                  <c:v>2062.5</c:v>
                </c:pt>
                <c:pt idx="5547">
                  <c:v>2062.5</c:v>
                </c:pt>
                <c:pt idx="5548">
                  <c:v>2062.5</c:v>
                </c:pt>
                <c:pt idx="5549">
                  <c:v>2232.5</c:v>
                </c:pt>
                <c:pt idx="5550">
                  <c:v>2232.5</c:v>
                </c:pt>
                <c:pt idx="5551">
                  <c:v>2232.5</c:v>
                </c:pt>
                <c:pt idx="5552">
                  <c:v>2232.5</c:v>
                </c:pt>
                <c:pt idx="5553">
                  <c:v>1902.5</c:v>
                </c:pt>
                <c:pt idx="5554">
                  <c:v>1902.5</c:v>
                </c:pt>
                <c:pt idx="5555">
                  <c:v>1802.5</c:v>
                </c:pt>
                <c:pt idx="5556">
                  <c:v>1802.5</c:v>
                </c:pt>
                <c:pt idx="5557">
                  <c:v>1802.5</c:v>
                </c:pt>
                <c:pt idx="5558">
                  <c:v>1802.5</c:v>
                </c:pt>
                <c:pt idx="5559">
                  <c:v>1972.5</c:v>
                </c:pt>
                <c:pt idx="5560">
                  <c:v>1772.5</c:v>
                </c:pt>
                <c:pt idx="5561">
                  <c:v>1942.5</c:v>
                </c:pt>
                <c:pt idx="5562">
                  <c:v>1742.5</c:v>
                </c:pt>
                <c:pt idx="5563">
                  <c:v>1742.5</c:v>
                </c:pt>
                <c:pt idx="5564">
                  <c:v>1742.5</c:v>
                </c:pt>
                <c:pt idx="5565">
                  <c:v>1742.5</c:v>
                </c:pt>
                <c:pt idx="5566">
                  <c:v>1742.5</c:v>
                </c:pt>
                <c:pt idx="5567">
                  <c:v>1712.5</c:v>
                </c:pt>
                <c:pt idx="5568">
                  <c:v>1712.5</c:v>
                </c:pt>
                <c:pt idx="5569">
                  <c:v>1712.5</c:v>
                </c:pt>
                <c:pt idx="5570">
                  <c:v>1712.5</c:v>
                </c:pt>
                <c:pt idx="5571">
                  <c:v>1712.5</c:v>
                </c:pt>
                <c:pt idx="5572">
                  <c:v>1712.5</c:v>
                </c:pt>
                <c:pt idx="5573">
                  <c:v>1712.5</c:v>
                </c:pt>
                <c:pt idx="5574">
                  <c:v>1712.5</c:v>
                </c:pt>
                <c:pt idx="5575">
                  <c:v>1712.5</c:v>
                </c:pt>
                <c:pt idx="5576">
                  <c:v>1712.5</c:v>
                </c:pt>
                <c:pt idx="5577">
                  <c:v>1712.5</c:v>
                </c:pt>
                <c:pt idx="5578">
                  <c:v>1712.5</c:v>
                </c:pt>
                <c:pt idx="5579">
                  <c:v>1712.5</c:v>
                </c:pt>
                <c:pt idx="5580">
                  <c:v>2112.5</c:v>
                </c:pt>
                <c:pt idx="5581">
                  <c:v>2112.5</c:v>
                </c:pt>
                <c:pt idx="5582">
                  <c:v>2112.5</c:v>
                </c:pt>
                <c:pt idx="5583">
                  <c:v>2112.5</c:v>
                </c:pt>
                <c:pt idx="5584">
                  <c:v>2112.5</c:v>
                </c:pt>
                <c:pt idx="5585">
                  <c:v>2112.5</c:v>
                </c:pt>
                <c:pt idx="5586">
                  <c:v>2112.5</c:v>
                </c:pt>
                <c:pt idx="5587">
                  <c:v>2442.5</c:v>
                </c:pt>
                <c:pt idx="5588">
                  <c:v>2442.5</c:v>
                </c:pt>
                <c:pt idx="5589">
                  <c:v>2442.5</c:v>
                </c:pt>
                <c:pt idx="5590">
                  <c:v>2442.5</c:v>
                </c:pt>
                <c:pt idx="5591">
                  <c:v>2442.5</c:v>
                </c:pt>
                <c:pt idx="5592">
                  <c:v>2442.5</c:v>
                </c:pt>
                <c:pt idx="5593">
                  <c:v>2442.5</c:v>
                </c:pt>
                <c:pt idx="5594">
                  <c:v>2372.5</c:v>
                </c:pt>
                <c:pt idx="5595">
                  <c:v>2372.5</c:v>
                </c:pt>
                <c:pt idx="5596">
                  <c:v>2202.5</c:v>
                </c:pt>
                <c:pt idx="5597">
                  <c:v>2202.5</c:v>
                </c:pt>
                <c:pt idx="5598">
                  <c:v>2202.5</c:v>
                </c:pt>
                <c:pt idx="5599">
                  <c:v>2202.5</c:v>
                </c:pt>
                <c:pt idx="5600">
                  <c:v>2032.5</c:v>
                </c:pt>
                <c:pt idx="5601">
                  <c:v>2032.5</c:v>
                </c:pt>
                <c:pt idx="5602">
                  <c:v>2032.5</c:v>
                </c:pt>
                <c:pt idx="5603">
                  <c:v>2032.5</c:v>
                </c:pt>
                <c:pt idx="5604">
                  <c:v>2032.5</c:v>
                </c:pt>
                <c:pt idx="5605">
                  <c:v>1832.5</c:v>
                </c:pt>
                <c:pt idx="5606">
                  <c:v>1832.5</c:v>
                </c:pt>
                <c:pt idx="5607">
                  <c:v>1832.5</c:v>
                </c:pt>
                <c:pt idx="5608">
                  <c:v>1662.5</c:v>
                </c:pt>
                <c:pt idx="5609">
                  <c:v>1392.5</c:v>
                </c:pt>
                <c:pt idx="5610">
                  <c:v>1392.5</c:v>
                </c:pt>
                <c:pt idx="5611">
                  <c:v>1492.5</c:v>
                </c:pt>
                <c:pt idx="5612">
                  <c:v>1288.5</c:v>
                </c:pt>
                <c:pt idx="5613">
                  <c:v>1288.5</c:v>
                </c:pt>
                <c:pt idx="5614">
                  <c:v>1288.5</c:v>
                </c:pt>
                <c:pt idx="5615">
                  <c:v>1288.5</c:v>
                </c:pt>
                <c:pt idx="5616">
                  <c:v>1084.5</c:v>
                </c:pt>
                <c:pt idx="5617">
                  <c:v>784.5</c:v>
                </c:pt>
                <c:pt idx="5618">
                  <c:v>1584.5</c:v>
                </c:pt>
                <c:pt idx="5619">
                  <c:v>1584.5</c:v>
                </c:pt>
                <c:pt idx="5620">
                  <c:v>1584.5</c:v>
                </c:pt>
                <c:pt idx="5621">
                  <c:v>1584.5</c:v>
                </c:pt>
                <c:pt idx="5622">
                  <c:v>1584.5</c:v>
                </c:pt>
                <c:pt idx="5623">
                  <c:v>1584.5</c:v>
                </c:pt>
                <c:pt idx="5624">
                  <c:v>1584.5</c:v>
                </c:pt>
                <c:pt idx="5625">
                  <c:v>1584.5</c:v>
                </c:pt>
                <c:pt idx="5626">
                  <c:v>6384.5</c:v>
                </c:pt>
                <c:pt idx="5627">
                  <c:v>6384.5</c:v>
                </c:pt>
                <c:pt idx="5628">
                  <c:v>6384.5</c:v>
                </c:pt>
                <c:pt idx="5629">
                  <c:v>7384.5</c:v>
                </c:pt>
                <c:pt idx="5630">
                  <c:v>7588.5</c:v>
                </c:pt>
                <c:pt idx="5631">
                  <c:v>7588.5</c:v>
                </c:pt>
                <c:pt idx="5632">
                  <c:v>7588.5</c:v>
                </c:pt>
                <c:pt idx="5633">
                  <c:v>7588.5</c:v>
                </c:pt>
                <c:pt idx="5634">
                  <c:v>7588.5</c:v>
                </c:pt>
                <c:pt idx="5635">
                  <c:v>7588.5</c:v>
                </c:pt>
                <c:pt idx="5636">
                  <c:v>7088.5</c:v>
                </c:pt>
                <c:pt idx="5637">
                  <c:v>6588.5</c:v>
                </c:pt>
                <c:pt idx="5638">
                  <c:v>5088.5</c:v>
                </c:pt>
                <c:pt idx="5639">
                  <c:v>4088.5</c:v>
                </c:pt>
                <c:pt idx="5640">
                  <c:v>4088.5</c:v>
                </c:pt>
                <c:pt idx="5641">
                  <c:v>4088.5</c:v>
                </c:pt>
                <c:pt idx="5642">
                  <c:v>4088.5</c:v>
                </c:pt>
                <c:pt idx="5643">
                  <c:v>3588.5</c:v>
                </c:pt>
                <c:pt idx="5644">
                  <c:v>3088.5</c:v>
                </c:pt>
                <c:pt idx="5645">
                  <c:v>3088.5</c:v>
                </c:pt>
                <c:pt idx="5646">
                  <c:v>2588.5</c:v>
                </c:pt>
                <c:pt idx="5647">
                  <c:v>2588.5</c:v>
                </c:pt>
                <c:pt idx="5648">
                  <c:v>2588.5</c:v>
                </c:pt>
                <c:pt idx="5649">
                  <c:v>2588.5</c:v>
                </c:pt>
                <c:pt idx="5650">
                  <c:v>2088.5</c:v>
                </c:pt>
                <c:pt idx="5651">
                  <c:v>1888.5</c:v>
                </c:pt>
                <c:pt idx="5652">
                  <c:v>1888.5</c:v>
                </c:pt>
                <c:pt idx="5653">
                  <c:v>2088.5</c:v>
                </c:pt>
                <c:pt idx="5654">
                  <c:v>2088.5</c:v>
                </c:pt>
                <c:pt idx="5655">
                  <c:v>2088.5</c:v>
                </c:pt>
                <c:pt idx="5656">
                  <c:v>2088.5</c:v>
                </c:pt>
                <c:pt idx="5657">
                  <c:v>2088.5</c:v>
                </c:pt>
                <c:pt idx="5658">
                  <c:v>2088.5</c:v>
                </c:pt>
                <c:pt idx="5659">
                  <c:v>2088.5</c:v>
                </c:pt>
                <c:pt idx="5660">
                  <c:v>2088.5</c:v>
                </c:pt>
                <c:pt idx="5661">
                  <c:v>2088.5</c:v>
                </c:pt>
                <c:pt idx="5662">
                  <c:v>2088.5</c:v>
                </c:pt>
                <c:pt idx="5663">
                  <c:v>2088.5</c:v>
                </c:pt>
                <c:pt idx="5664">
                  <c:v>2088.5</c:v>
                </c:pt>
                <c:pt idx="5665">
                  <c:v>2088.5</c:v>
                </c:pt>
                <c:pt idx="5666">
                  <c:v>2088.5</c:v>
                </c:pt>
                <c:pt idx="5667">
                  <c:v>2088.5</c:v>
                </c:pt>
                <c:pt idx="5668">
                  <c:v>2088.5</c:v>
                </c:pt>
                <c:pt idx="5669">
                  <c:v>2088.5</c:v>
                </c:pt>
                <c:pt idx="5670">
                  <c:v>2088.5</c:v>
                </c:pt>
                <c:pt idx="5671">
                  <c:v>2088.5</c:v>
                </c:pt>
                <c:pt idx="5672">
                  <c:v>2488.5</c:v>
                </c:pt>
                <c:pt idx="5673">
                  <c:v>2692.5</c:v>
                </c:pt>
                <c:pt idx="5674">
                  <c:v>3292.5</c:v>
                </c:pt>
                <c:pt idx="5675">
                  <c:v>7292.5</c:v>
                </c:pt>
                <c:pt idx="5676">
                  <c:v>7292.5</c:v>
                </c:pt>
                <c:pt idx="5677">
                  <c:v>7292.5</c:v>
                </c:pt>
                <c:pt idx="5678">
                  <c:v>8292.5</c:v>
                </c:pt>
                <c:pt idx="5679">
                  <c:v>9292.5</c:v>
                </c:pt>
                <c:pt idx="5680">
                  <c:v>9292.5</c:v>
                </c:pt>
                <c:pt idx="5681">
                  <c:v>8292.5</c:v>
                </c:pt>
                <c:pt idx="5682">
                  <c:v>8292.5</c:v>
                </c:pt>
                <c:pt idx="5683">
                  <c:v>8292.5</c:v>
                </c:pt>
                <c:pt idx="5684">
                  <c:v>8292.5</c:v>
                </c:pt>
                <c:pt idx="5685">
                  <c:v>7292.5</c:v>
                </c:pt>
                <c:pt idx="5686">
                  <c:v>7792.5</c:v>
                </c:pt>
                <c:pt idx="5687">
                  <c:v>8292.5</c:v>
                </c:pt>
                <c:pt idx="5688">
                  <c:v>7292.5</c:v>
                </c:pt>
                <c:pt idx="5689">
                  <c:v>7292.5</c:v>
                </c:pt>
                <c:pt idx="5690">
                  <c:v>7292.5</c:v>
                </c:pt>
                <c:pt idx="5691">
                  <c:v>7292.5</c:v>
                </c:pt>
                <c:pt idx="5692">
                  <c:v>7088.5</c:v>
                </c:pt>
                <c:pt idx="5693">
                  <c:v>7088.5</c:v>
                </c:pt>
                <c:pt idx="5694">
                  <c:v>6588.5</c:v>
                </c:pt>
                <c:pt idx="5695">
                  <c:v>6588.5</c:v>
                </c:pt>
                <c:pt idx="5696">
                  <c:v>6588.5</c:v>
                </c:pt>
                <c:pt idx="5697">
                  <c:v>6588.5</c:v>
                </c:pt>
                <c:pt idx="5698">
                  <c:v>6588.5</c:v>
                </c:pt>
                <c:pt idx="5699">
                  <c:v>6384.5</c:v>
                </c:pt>
                <c:pt idx="5700">
                  <c:v>6084.5</c:v>
                </c:pt>
                <c:pt idx="5701">
                  <c:v>5884.5</c:v>
                </c:pt>
                <c:pt idx="5702">
                  <c:v>5884.5</c:v>
                </c:pt>
                <c:pt idx="5703">
                  <c:v>5884.5</c:v>
                </c:pt>
                <c:pt idx="5704">
                  <c:v>5884.5</c:v>
                </c:pt>
                <c:pt idx="5705">
                  <c:v>5884.5</c:v>
                </c:pt>
                <c:pt idx="5706">
                  <c:v>5380.5</c:v>
                </c:pt>
                <c:pt idx="5707">
                  <c:v>5276.5</c:v>
                </c:pt>
                <c:pt idx="5708">
                  <c:v>5276.5</c:v>
                </c:pt>
                <c:pt idx="5709">
                  <c:v>5276.5</c:v>
                </c:pt>
                <c:pt idx="5710">
                  <c:v>5976.5</c:v>
                </c:pt>
                <c:pt idx="5711">
                  <c:v>5772.5</c:v>
                </c:pt>
                <c:pt idx="5712">
                  <c:v>5772.5</c:v>
                </c:pt>
                <c:pt idx="5713">
                  <c:v>7272.5</c:v>
                </c:pt>
                <c:pt idx="5714">
                  <c:v>7568.5</c:v>
                </c:pt>
                <c:pt idx="5715">
                  <c:v>8568.5</c:v>
                </c:pt>
                <c:pt idx="5716">
                  <c:v>8568.5</c:v>
                </c:pt>
                <c:pt idx="5717">
                  <c:v>8568.5</c:v>
                </c:pt>
                <c:pt idx="5718">
                  <c:v>8568.5</c:v>
                </c:pt>
                <c:pt idx="5719">
                  <c:v>8568.5</c:v>
                </c:pt>
                <c:pt idx="5720">
                  <c:v>8164.5</c:v>
                </c:pt>
                <c:pt idx="5721">
                  <c:v>8664.5</c:v>
                </c:pt>
                <c:pt idx="5722">
                  <c:v>9460.5</c:v>
                </c:pt>
                <c:pt idx="5723">
                  <c:v>8960.5</c:v>
                </c:pt>
                <c:pt idx="5724">
                  <c:v>8960.5</c:v>
                </c:pt>
                <c:pt idx="5725">
                  <c:v>8960.5</c:v>
                </c:pt>
                <c:pt idx="5726">
                  <c:v>8960.5</c:v>
                </c:pt>
                <c:pt idx="5727">
                  <c:v>8920.5</c:v>
                </c:pt>
                <c:pt idx="5728">
                  <c:v>9620.5</c:v>
                </c:pt>
                <c:pt idx="5729">
                  <c:v>10120.5</c:v>
                </c:pt>
                <c:pt idx="5730">
                  <c:v>11280.5</c:v>
                </c:pt>
                <c:pt idx="5731">
                  <c:v>12780.5</c:v>
                </c:pt>
                <c:pt idx="5732">
                  <c:v>12780.5</c:v>
                </c:pt>
                <c:pt idx="5733">
                  <c:v>12780.5</c:v>
                </c:pt>
                <c:pt idx="5734">
                  <c:v>14780.5</c:v>
                </c:pt>
                <c:pt idx="5735">
                  <c:v>20780.5</c:v>
                </c:pt>
                <c:pt idx="5736">
                  <c:v>39440.5</c:v>
                </c:pt>
                <c:pt idx="5737">
                  <c:v>39440.5</c:v>
                </c:pt>
                <c:pt idx="5738">
                  <c:v>44440.5</c:v>
                </c:pt>
                <c:pt idx="5739">
                  <c:v>44440.5</c:v>
                </c:pt>
                <c:pt idx="5740">
                  <c:v>44440.5</c:v>
                </c:pt>
                <c:pt idx="5741">
                  <c:v>44440.5</c:v>
                </c:pt>
                <c:pt idx="5742">
                  <c:v>44440.5</c:v>
                </c:pt>
                <c:pt idx="5743">
                  <c:v>44440.5</c:v>
                </c:pt>
                <c:pt idx="5744">
                  <c:v>44440.5</c:v>
                </c:pt>
                <c:pt idx="5745">
                  <c:v>44440.5</c:v>
                </c:pt>
                <c:pt idx="5746">
                  <c:v>44440.5</c:v>
                </c:pt>
                <c:pt idx="5747">
                  <c:v>39440.5</c:v>
                </c:pt>
                <c:pt idx="5748">
                  <c:v>39440.5</c:v>
                </c:pt>
                <c:pt idx="5749">
                  <c:v>37440.5</c:v>
                </c:pt>
                <c:pt idx="5750">
                  <c:v>37440.5</c:v>
                </c:pt>
                <c:pt idx="5751">
                  <c:v>37440.5</c:v>
                </c:pt>
                <c:pt idx="5752">
                  <c:v>37440.5</c:v>
                </c:pt>
                <c:pt idx="5753">
                  <c:v>37440.5</c:v>
                </c:pt>
                <c:pt idx="5754">
                  <c:v>37440.5</c:v>
                </c:pt>
                <c:pt idx="5755">
                  <c:v>37440.5</c:v>
                </c:pt>
                <c:pt idx="5756">
                  <c:v>37440.5</c:v>
                </c:pt>
                <c:pt idx="5757">
                  <c:v>37440.5</c:v>
                </c:pt>
                <c:pt idx="5758">
                  <c:v>37440.5</c:v>
                </c:pt>
                <c:pt idx="5759">
                  <c:v>37440.5</c:v>
                </c:pt>
                <c:pt idx="5760">
                  <c:v>36440.5</c:v>
                </c:pt>
                <c:pt idx="5761">
                  <c:v>36440.5</c:v>
                </c:pt>
                <c:pt idx="5762">
                  <c:v>32440.5</c:v>
                </c:pt>
                <c:pt idx="5763">
                  <c:v>32440.5</c:v>
                </c:pt>
                <c:pt idx="5764">
                  <c:v>31440.5</c:v>
                </c:pt>
                <c:pt idx="5765">
                  <c:v>31440.5</c:v>
                </c:pt>
                <c:pt idx="5766">
                  <c:v>31440.5</c:v>
                </c:pt>
                <c:pt idx="5767">
                  <c:v>31440.5</c:v>
                </c:pt>
                <c:pt idx="5768">
                  <c:v>31440.5</c:v>
                </c:pt>
                <c:pt idx="5769">
                  <c:v>21440.5</c:v>
                </c:pt>
                <c:pt idx="5770">
                  <c:v>17440.5</c:v>
                </c:pt>
                <c:pt idx="5771">
                  <c:v>16440.5</c:v>
                </c:pt>
                <c:pt idx="5772">
                  <c:v>21440.5</c:v>
                </c:pt>
                <c:pt idx="5773">
                  <c:v>21440.5</c:v>
                </c:pt>
                <c:pt idx="5774">
                  <c:v>21440.5</c:v>
                </c:pt>
                <c:pt idx="5775">
                  <c:v>21440.5</c:v>
                </c:pt>
                <c:pt idx="5776">
                  <c:v>21440.5</c:v>
                </c:pt>
                <c:pt idx="5777">
                  <c:v>21440.5</c:v>
                </c:pt>
                <c:pt idx="5778">
                  <c:v>21440.5</c:v>
                </c:pt>
                <c:pt idx="5779">
                  <c:v>19440.5</c:v>
                </c:pt>
                <c:pt idx="5780">
                  <c:v>18440.5</c:v>
                </c:pt>
                <c:pt idx="5781">
                  <c:v>18440.5</c:v>
                </c:pt>
                <c:pt idx="5782">
                  <c:v>18440.5</c:v>
                </c:pt>
                <c:pt idx="5783">
                  <c:v>16440.5</c:v>
                </c:pt>
                <c:pt idx="5784">
                  <c:v>10440.5</c:v>
                </c:pt>
                <c:pt idx="5785">
                  <c:v>10780.5</c:v>
                </c:pt>
                <c:pt idx="5786">
                  <c:v>10780.5</c:v>
                </c:pt>
                <c:pt idx="5787">
                  <c:v>10780.5</c:v>
                </c:pt>
                <c:pt idx="5788">
                  <c:v>10780.5</c:v>
                </c:pt>
                <c:pt idx="5789">
                  <c:v>10780.5</c:v>
                </c:pt>
                <c:pt idx="5790">
                  <c:v>10120.5</c:v>
                </c:pt>
                <c:pt idx="5791">
                  <c:v>10120.5</c:v>
                </c:pt>
                <c:pt idx="5792">
                  <c:v>13120.5</c:v>
                </c:pt>
                <c:pt idx="5793">
                  <c:v>13460.5</c:v>
                </c:pt>
                <c:pt idx="5794">
                  <c:v>13460.5</c:v>
                </c:pt>
                <c:pt idx="5795">
                  <c:v>13800.5</c:v>
                </c:pt>
                <c:pt idx="5796">
                  <c:v>13800.5</c:v>
                </c:pt>
                <c:pt idx="5797">
                  <c:v>13800.5</c:v>
                </c:pt>
                <c:pt idx="5798">
                  <c:v>14140.5</c:v>
                </c:pt>
                <c:pt idx="5799">
                  <c:v>14140.5</c:v>
                </c:pt>
                <c:pt idx="5800">
                  <c:v>14140.5</c:v>
                </c:pt>
                <c:pt idx="5801">
                  <c:v>14140.5</c:v>
                </c:pt>
                <c:pt idx="5802">
                  <c:v>14140.5</c:v>
                </c:pt>
                <c:pt idx="5803">
                  <c:v>14140.5</c:v>
                </c:pt>
                <c:pt idx="5804">
                  <c:v>14480.5</c:v>
                </c:pt>
                <c:pt idx="5805">
                  <c:v>15820.5</c:v>
                </c:pt>
                <c:pt idx="5806">
                  <c:v>15820.5</c:v>
                </c:pt>
                <c:pt idx="5807">
                  <c:v>16320.5</c:v>
                </c:pt>
                <c:pt idx="5808">
                  <c:v>16320.5</c:v>
                </c:pt>
                <c:pt idx="5809">
                  <c:v>16660.5</c:v>
                </c:pt>
                <c:pt idx="5810">
                  <c:v>16660.5</c:v>
                </c:pt>
                <c:pt idx="5811">
                  <c:v>17660.5</c:v>
                </c:pt>
                <c:pt idx="5812">
                  <c:v>17660.5</c:v>
                </c:pt>
                <c:pt idx="5813">
                  <c:v>17660.5</c:v>
                </c:pt>
                <c:pt idx="5814">
                  <c:v>18160.5</c:v>
                </c:pt>
                <c:pt idx="5815">
                  <c:v>18160.5</c:v>
                </c:pt>
                <c:pt idx="5816">
                  <c:v>18160.5</c:v>
                </c:pt>
                <c:pt idx="5817">
                  <c:v>18160.5</c:v>
                </c:pt>
                <c:pt idx="5818">
                  <c:v>19660.5</c:v>
                </c:pt>
                <c:pt idx="5819">
                  <c:v>20160.5</c:v>
                </c:pt>
                <c:pt idx="5820">
                  <c:v>21160.5</c:v>
                </c:pt>
                <c:pt idx="5821">
                  <c:v>21660.5</c:v>
                </c:pt>
                <c:pt idx="5822">
                  <c:v>22160.5</c:v>
                </c:pt>
                <c:pt idx="5823">
                  <c:v>22160.5</c:v>
                </c:pt>
                <c:pt idx="5824">
                  <c:v>22160.5</c:v>
                </c:pt>
                <c:pt idx="5825">
                  <c:v>23160.5</c:v>
                </c:pt>
                <c:pt idx="5826">
                  <c:v>23660.5</c:v>
                </c:pt>
                <c:pt idx="5827">
                  <c:v>24160.5</c:v>
                </c:pt>
                <c:pt idx="5828">
                  <c:v>24160.5</c:v>
                </c:pt>
                <c:pt idx="5829">
                  <c:v>23160.5</c:v>
                </c:pt>
                <c:pt idx="5830">
                  <c:v>23160.5</c:v>
                </c:pt>
                <c:pt idx="5831">
                  <c:v>23160.5</c:v>
                </c:pt>
                <c:pt idx="5832">
                  <c:v>23160.5</c:v>
                </c:pt>
                <c:pt idx="5833">
                  <c:v>22660.5</c:v>
                </c:pt>
                <c:pt idx="5834">
                  <c:v>22660.5</c:v>
                </c:pt>
                <c:pt idx="5835">
                  <c:v>22660.5</c:v>
                </c:pt>
                <c:pt idx="5836">
                  <c:v>22660.5</c:v>
                </c:pt>
                <c:pt idx="5837">
                  <c:v>22660.5</c:v>
                </c:pt>
                <c:pt idx="5838">
                  <c:v>22660.5</c:v>
                </c:pt>
                <c:pt idx="5839">
                  <c:v>21660.5</c:v>
                </c:pt>
                <c:pt idx="5840">
                  <c:v>21660.5</c:v>
                </c:pt>
                <c:pt idx="5841">
                  <c:v>19660.5</c:v>
                </c:pt>
                <c:pt idx="5842">
                  <c:v>19160.5</c:v>
                </c:pt>
                <c:pt idx="5843">
                  <c:v>19160.5</c:v>
                </c:pt>
                <c:pt idx="5844">
                  <c:v>18990.5</c:v>
                </c:pt>
                <c:pt idx="5845">
                  <c:v>18990.5</c:v>
                </c:pt>
                <c:pt idx="5846">
                  <c:v>18990.5</c:v>
                </c:pt>
                <c:pt idx="5847">
                  <c:v>17990.5</c:v>
                </c:pt>
                <c:pt idx="5848">
                  <c:v>17490.5</c:v>
                </c:pt>
                <c:pt idx="5849">
                  <c:v>16150.5</c:v>
                </c:pt>
                <c:pt idx="5850">
                  <c:v>15650.5</c:v>
                </c:pt>
                <c:pt idx="5851">
                  <c:v>15650.5</c:v>
                </c:pt>
                <c:pt idx="5852">
                  <c:v>15650.5</c:v>
                </c:pt>
                <c:pt idx="5853">
                  <c:v>14310.5</c:v>
                </c:pt>
                <c:pt idx="5854">
                  <c:v>12310.5</c:v>
                </c:pt>
                <c:pt idx="5855">
                  <c:v>10810.5</c:v>
                </c:pt>
                <c:pt idx="5856">
                  <c:v>10310.5</c:v>
                </c:pt>
                <c:pt idx="5857">
                  <c:v>10810.5</c:v>
                </c:pt>
                <c:pt idx="5858">
                  <c:v>10810.5</c:v>
                </c:pt>
                <c:pt idx="5859">
                  <c:v>10810.5</c:v>
                </c:pt>
                <c:pt idx="5860">
                  <c:v>11310.5</c:v>
                </c:pt>
                <c:pt idx="5861">
                  <c:v>12310.5</c:v>
                </c:pt>
                <c:pt idx="5862">
                  <c:v>12310.5</c:v>
                </c:pt>
                <c:pt idx="5863">
                  <c:v>12310.5</c:v>
                </c:pt>
                <c:pt idx="5864">
                  <c:v>12310.5</c:v>
                </c:pt>
                <c:pt idx="5865">
                  <c:v>12310.5</c:v>
                </c:pt>
                <c:pt idx="5866">
                  <c:v>12310.5</c:v>
                </c:pt>
                <c:pt idx="5867">
                  <c:v>12310.5</c:v>
                </c:pt>
                <c:pt idx="5868">
                  <c:v>12310.5</c:v>
                </c:pt>
                <c:pt idx="5869">
                  <c:v>12310.5</c:v>
                </c:pt>
                <c:pt idx="5870">
                  <c:v>11810.5</c:v>
                </c:pt>
                <c:pt idx="5871">
                  <c:v>11810.5</c:v>
                </c:pt>
                <c:pt idx="5872">
                  <c:v>11810.5</c:v>
                </c:pt>
                <c:pt idx="5873">
                  <c:v>11810.5</c:v>
                </c:pt>
                <c:pt idx="5874">
                  <c:v>11810.5</c:v>
                </c:pt>
                <c:pt idx="5875">
                  <c:v>11810.5</c:v>
                </c:pt>
                <c:pt idx="5876">
                  <c:v>11810.5</c:v>
                </c:pt>
                <c:pt idx="5877">
                  <c:v>11810.5</c:v>
                </c:pt>
                <c:pt idx="5878">
                  <c:v>11810.5</c:v>
                </c:pt>
                <c:pt idx="5879">
                  <c:v>11810.5</c:v>
                </c:pt>
                <c:pt idx="5880">
                  <c:v>12150.5</c:v>
                </c:pt>
                <c:pt idx="5881">
                  <c:v>12150.5</c:v>
                </c:pt>
                <c:pt idx="5882">
                  <c:v>12150.5</c:v>
                </c:pt>
                <c:pt idx="5883">
                  <c:v>12490.5</c:v>
                </c:pt>
                <c:pt idx="5884">
                  <c:v>12490.5</c:v>
                </c:pt>
                <c:pt idx="5885">
                  <c:v>12490.5</c:v>
                </c:pt>
                <c:pt idx="5886">
                  <c:v>12490.5</c:v>
                </c:pt>
                <c:pt idx="5887">
                  <c:v>12490.5</c:v>
                </c:pt>
                <c:pt idx="5888">
                  <c:v>12990.5</c:v>
                </c:pt>
                <c:pt idx="5889">
                  <c:v>13490.5</c:v>
                </c:pt>
                <c:pt idx="5890">
                  <c:v>13490.5</c:v>
                </c:pt>
                <c:pt idx="5891">
                  <c:v>13990.5</c:v>
                </c:pt>
                <c:pt idx="5892">
                  <c:v>13990.5</c:v>
                </c:pt>
                <c:pt idx="5893">
                  <c:v>13990.5</c:v>
                </c:pt>
                <c:pt idx="5894">
                  <c:v>13990.5</c:v>
                </c:pt>
                <c:pt idx="5895">
                  <c:v>13990.5</c:v>
                </c:pt>
                <c:pt idx="5896">
                  <c:v>14990.5</c:v>
                </c:pt>
                <c:pt idx="5897">
                  <c:v>16990.5</c:v>
                </c:pt>
                <c:pt idx="5898">
                  <c:v>17650.5</c:v>
                </c:pt>
                <c:pt idx="5899">
                  <c:v>18650.5</c:v>
                </c:pt>
                <c:pt idx="5900">
                  <c:v>18650.5</c:v>
                </c:pt>
                <c:pt idx="5901">
                  <c:v>18650.5</c:v>
                </c:pt>
                <c:pt idx="5902">
                  <c:v>18650.5</c:v>
                </c:pt>
                <c:pt idx="5903">
                  <c:v>18650.5</c:v>
                </c:pt>
                <c:pt idx="5904">
                  <c:v>18310.5</c:v>
                </c:pt>
                <c:pt idx="5905">
                  <c:v>18310.5</c:v>
                </c:pt>
                <c:pt idx="5906">
                  <c:v>17310.5</c:v>
                </c:pt>
                <c:pt idx="5907">
                  <c:v>17310.5</c:v>
                </c:pt>
                <c:pt idx="5908">
                  <c:v>17310.5</c:v>
                </c:pt>
                <c:pt idx="5909">
                  <c:v>17310.5</c:v>
                </c:pt>
                <c:pt idx="5910">
                  <c:v>15970.5</c:v>
                </c:pt>
                <c:pt idx="5911">
                  <c:v>15970.5</c:v>
                </c:pt>
                <c:pt idx="5912">
                  <c:v>14970.5</c:v>
                </c:pt>
                <c:pt idx="5913">
                  <c:v>14470.5</c:v>
                </c:pt>
                <c:pt idx="5914">
                  <c:v>14470.5</c:v>
                </c:pt>
                <c:pt idx="5915">
                  <c:v>14470.5</c:v>
                </c:pt>
                <c:pt idx="5916">
                  <c:v>13470.5</c:v>
                </c:pt>
                <c:pt idx="5917">
                  <c:v>12630.5</c:v>
                </c:pt>
                <c:pt idx="5918">
                  <c:v>12130.5</c:v>
                </c:pt>
                <c:pt idx="5919">
                  <c:v>12430.5</c:v>
                </c:pt>
                <c:pt idx="5920">
                  <c:v>13130.5</c:v>
                </c:pt>
                <c:pt idx="5921">
                  <c:v>13130.5</c:v>
                </c:pt>
                <c:pt idx="5922">
                  <c:v>13130.5</c:v>
                </c:pt>
                <c:pt idx="5923">
                  <c:v>13630.5</c:v>
                </c:pt>
                <c:pt idx="5924">
                  <c:v>15130.5</c:v>
                </c:pt>
                <c:pt idx="5925">
                  <c:v>16130.5</c:v>
                </c:pt>
                <c:pt idx="5926">
                  <c:v>16630.5</c:v>
                </c:pt>
                <c:pt idx="5927">
                  <c:v>16630.5</c:v>
                </c:pt>
                <c:pt idx="5928">
                  <c:v>16630.5</c:v>
                </c:pt>
                <c:pt idx="5929">
                  <c:v>16630.5</c:v>
                </c:pt>
                <c:pt idx="5930">
                  <c:v>17130.5</c:v>
                </c:pt>
                <c:pt idx="5931">
                  <c:v>17630.5</c:v>
                </c:pt>
                <c:pt idx="5932">
                  <c:v>16630.5</c:v>
                </c:pt>
                <c:pt idx="5933">
                  <c:v>16630.5</c:v>
                </c:pt>
                <c:pt idx="5934">
                  <c:v>16130.5</c:v>
                </c:pt>
                <c:pt idx="5935">
                  <c:v>16130.5</c:v>
                </c:pt>
                <c:pt idx="5936">
                  <c:v>16130.5</c:v>
                </c:pt>
                <c:pt idx="5937">
                  <c:v>16130.5</c:v>
                </c:pt>
                <c:pt idx="5938">
                  <c:v>16130.5</c:v>
                </c:pt>
                <c:pt idx="5939">
                  <c:v>15130.5</c:v>
                </c:pt>
                <c:pt idx="5940">
                  <c:v>14630.5</c:v>
                </c:pt>
                <c:pt idx="5941">
                  <c:v>14630.5</c:v>
                </c:pt>
                <c:pt idx="5942">
                  <c:v>14630.5</c:v>
                </c:pt>
                <c:pt idx="5943">
                  <c:v>14290.5</c:v>
                </c:pt>
                <c:pt idx="5944">
                  <c:v>15290.5</c:v>
                </c:pt>
                <c:pt idx="5945">
                  <c:v>14790.5</c:v>
                </c:pt>
                <c:pt idx="5946">
                  <c:v>15790.5</c:v>
                </c:pt>
                <c:pt idx="5947">
                  <c:v>16090.5</c:v>
                </c:pt>
                <c:pt idx="5948">
                  <c:v>16090.5</c:v>
                </c:pt>
                <c:pt idx="5949">
                  <c:v>16090.5</c:v>
                </c:pt>
                <c:pt idx="5950">
                  <c:v>16090.5</c:v>
                </c:pt>
                <c:pt idx="5951">
                  <c:v>16090.5</c:v>
                </c:pt>
                <c:pt idx="5952">
                  <c:v>16790.5</c:v>
                </c:pt>
                <c:pt idx="5953">
                  <c:v>15950.5</c:v>
                </c:pt>
                <c:pt idx="5954">
                  <c:v>15950.5</c:v>
                </c:pt>
                <c:pt idx="5955">
                  <c:v>15450.5</c:v>
                </c:pt>
                <c:pt idx="5956">
                  <c:v>15450.5</c:v>
                </c:pt>
                <c:pt idx="5957">
                  <c:v>15450.5</c:v>
                </c:pt>
                <c:pt idx="5958">
                  <c:v>14950.5</c:v>
                </c:pt>
                <c:pt idx="5959">
                  <c:v>14450.5</c:v>
                </c:pt>
                <c:pt idx="5960">
                  <c:v>14950.5</c:v>
                </c:pt>
                <c:pt idx="5961">
                  <c:v>14950.5</c:v>
                </c:pt>
                <c:pt idx="5962">
                  <c:v>14950.5</c:v>
                </c:pt>
                <c:pt idx="5963">
                  <c:v>14950.5</c:v>
                </c:pt>
                <c:pt idx="5964">
                  <c:v>14950.5</c:v>
                </c:pt>
                <c:pt idx="5965">
                  <c:v>14950.5</c:v>
                </c:pt>
                <c:pt idx="5966">
                  <c:v>14950.5</c:v>
                </c:pt>
                <c:pt idx="5967">
                  <c:v>14950.5</c:v>
                </c:pt>
                <c:pt idx="5968">
                  <c:v>15950.5</c:v>
                </c:pt>
                <c:pt idx="5969">
                  <c:v>15950.5</c:v>
                </c:pt>
                <c:pt idx="5970">
                  <c:v>15950.5</c:v>
                </c:pt>
                <c:pt idx="5971">
                  <c:v>15950.5</c:v>
                </c:pt>
                <c:pt idx="5972">
                  <c:v>15750.5</c:v>
                </c:pt>
                <c:pt idx="5973">
                  <c:v>16450.5</c:v>
                </c:pt>
                <c:pt idx="5974">
                  <c:v>17090.5</c:v>
                </c:pt>
                <c:pt idx="5975">
                  <c:v>17290.5</c:v>
                </c:pt>
                <c:pt idx="5976">
                  <c:v>17290.5</c:v>
                </c:pt>
                <c:pt idx="5977">
                  <c:v>17290.5</c:v>
                </c:pt>
                <c:pt idx="5978">
                  <c:v>17290.5</c:v>
                </c:pt>
                <c:pt idx="5979">
                  <c:v>17290.5</c:v>
                </c:pt>
                <c:pt idx="5980">
                  <c:v>17790.5</c:v>
                </c:pt>
                <c:pt idx="5981">
                  <c:v>18130.5</c:v>
                </c:pt>
                <c:pt idx="5982">
                  <c:v>18130.5</c:v>
                </c:pt>
                <c:pt idx="5983">
                  <c:v>18130.5</c:v>
                </c:pt>
                <c:pt idx="5984">
                  <c:v>18130.5</c:v>
                </c:pt>
                <c:pt idx="5985">
                  <c:v>18130.5</c:v>
                </c:pt>
                <c:pt idx="5986">
                  <c:v>18130.5</c:v>
                </c:pt>
                <c:pt idx="5987">
                  <c:v>17930.5</c:v>
                </c:pt>
                <c:pt idx="5988">
                  <c:v>17730.5</c:v>
                </c:pt>
                <c:pt idx="5989">
                  <c:v>17770.5</c:v>
                </c:pt>
                <c:pt idx="5990">
                  <c:v>17770.5</c:v>
                </c:pt>
                <c:pt idx="5991">
                  <c:v>17770.5</c:v>
                </c:pt>
                <c:pt idx="5992">
                  <c:v>17770.5</c:v>
                </c:pt>
                <c:pt idx="5993">
                  <c:v>15970.5</c:v>
                </c:pt>
                <c:pt idx="5994">
                  <c:v>15270.5</c:v>
                </c:pt>
                <c:pt idx="5995">
                  <c:v>15270.5</c:v>
                </c:pt>
                <c:pt idx="5996">
                  <c:v>15270.5</c:v>
                </c:pt>
                <c:pt idx="5997">
                  <c:v>15270.5</c:v>
                </c:pt>
                <c:pt idx="5998">
                  <c:v>15270.5</c:v>
                </c:pt>
                <c:pt idx="5999">
                  <c:v>15270.5</c:v>
                </c:pt>
                <c:pt idx="6000">
                  <c:v>14970.5</c:v>
                </c:pt>
                <c:pt idx="6001">
                  <c:v>14970.5</c:v>
                </c:pt>
                <c:pt idx="6002">
                  <c:v>14970.5</c:v>
                </c:pt>
                <c:pt idx="6003">
                  <c:v>14800.5</c:v>
                </c:pt>
                <c:pt idx="6004">
                  <c:v>15100.5</c:v>
                </c:pt>
                <c:pt idx="6005">
                  <c:v>15100.5</c:v>
                </c:pt>
                <c:pt idx="6006">
                  <c:v>15100.5</c:v>
                </c:pt>
                <c:pt idx="6007">
                  <c:v>15100.5</c:v>
                </c:pt>
                <c:pt idx="6008">
                  <c:v>15060.5</c:v>
                </c:pt>
                <c:pt idx="6009">
                  <c:v>15160.5</c:v>
                </c:pt>
                <c:pt idx="6010">
                  <c:v>15160.5</c:v>
                </c:pt>
                <c:pt idx="6011">
                  <c:v>15160.5</c:v>
                </c:pt>
                <c:pt idx="6012">
                  <c:v>15160.5</c:v>
                </c:pt>
                <c:pt idx="6013">
                  <c:v>15160.5</c:v>
                </c:pt>
                <c:pt idx="6014">
                  <c:v>15070.5</c:v>
                </c:pt>
                <c:pt idx="6015">
                  <c:v>14670.5</c:v>
                </c:pt>
                <c:pt idx="6016">
                  <c:v>14670.5</c:v>
                </c:pt>
                <c:pt idx="6017">
                  <c:v>14470.5</c:v>
                </c:pt>
                <c:pt idx="6018">
                  <c:v>13870.5</c:v>
                </c:pt>
                <c:pt idx="6019">
                  <c:v>13870.5</c:v>
                </c:pt>
                <c:pt idx="6020">
                  <c:v>13870.5</c:v>
                </c:pt>
                <c:pt idx="6021">
                  <c:v>13370.5</c:v>
                </c:pt>
                <c:pt idx="6022">
                  <c:v>12370.5</c:v>
                </c:pt>
                <c:pt idx="6023">
                  <c:v>12370.5</c:v>
                </c:pt>
                <c:pt idx="6024">
                  <c:v>12370.5</c:v>
                </c:pt>
                <c:pt idx="6025">
                  <c:v>11970.5</c:v>
                </c:pt>
                <c:pt idx="6026">
                  <c:v>11970.5</c:v>
                </c:pt>
                <c:pt idx="6027">
                  <c:v>11970.5</c:v>
                </c:pt>
                <c:pt idx="6028">
                  <c:v>11470.5</c:v>
                </c:pt>
                <c:pt idx="6029">
                  <c:v>10410.5</c:v>
                </c:pt>
                <c:pt idx="6030">
                  <c:v>10410.5</c:v>
                </c:pt>
                <c:pt idx="6031">
                  <c:v>10210.5</c:v>
                </c:pt>
                <c:pt idx="6032">
                  <c:v>9210.5</c:v>
                </c:pt>
                <c:pt idx="6033">
                  <c:v>9210.5</c:v>
                </c:pt>
                <c:pt idx="6034">
                  <c:v>9210.5</c:v>
                </c:pt>
                <c:pt idx="6035">
                  <c:v>9210.5</c:v>
                </c:pt>
                <c:pt idx="6036">
                  <c:v>9210.5</c:v>
                </c:pt>
                <c:pt idx="6037">
                  <c:v>9210.5</c:v>
                </c:pt>
                <c:pt idx="6038">
                  <c:v>8710.5</c:v>
                </c:pt>
                <c:pt idx="6039">
                  <c:v>8710.5</c:v>
                </c:pt>
                <c:pt idx="6040">
                  <c:v>8710.5</c:v>
                </c:pt>
                <c:pt idx="6041">
                  <c:v>8710.5</c:v>
                </c:pt>
                <c:pt idx="6042">
                  <c:v>8550.5</c:v>
                </c:pt>
                <c:pt idx="6043">
                  <c:v>8250.5</c:v>
                </c:pt>
                <c:pt idx="6044">
                  <c:v>7750.5</c:v>
                </c:pt>
                <c:pt idx="6045">
                  <c:v>7590.5</c:v>
                </c:pt>
                <c:pt idx="6046">
                  <c:v>7090.5</c:v>
                </c:pt>
                <c:pt idx="6047">
                  <c:v>7090.5</c:v>
                </c:pt>
                <c:pt idx="6048">
                  <c:v>7090.5</c:v>
                </c:pt>
                <c:pt idx="6049">
                  <c:v>6590.5</c:v>
                </c:pt>
                <c:pt idx="6050">
                  <c:v>5590.5</c:v>
                </c:pt>
                <c:pt idx="6051">
                  <c:v>5090.5</c:v>
                </c:pt>
                <c:pt idx="6052">
                  <c:v>4430.5</c:v>
                </c:pt>
                <c:pt idx="6053">
                  <c:v>4430.5</c:v>
                </c:pt>
                <c:pt idx="6054">
                  <c:v>4430.5</c:v>
                </c:pt>
                <c:pt idx="6055">
                  <c:v>4430.5</c:v>
                </c:pt>
                <c:pt idx="6056">
                  <c:v>4430.5</c:v>
                </c:pt>
                <c:pt idx="6057">
                  <c:v>3430.5</c:v>
                </c:pt>
                <c:pt idx="6058">
                  <c:v>3430.5</c:v>
                </c:pt>
                <c:pt idx="6059">
                  <c:v>3430.5</c:v>
                </c:pt>
                <c:pt idx="6060">
                  <c:v>3430.5</c:v>
                </c:pt>
                <c:pt idx="6061">
                  <c:v>3430.5</c:v>
                </c:pt>
                <c:pt idx="6062">
                  <c:v>3430.5</c:v>
                </c:pt>
                <c:pt idx="6063">
                  <c:v>3430.5</c:v>
                </c:pt>
                <c:pt idx="6064">
                  <c:v>3590.5</c:v>
                </c:pt>
                <c:pt idx="6065">
                  <c:v>3590.5</c:v>
                </c:pt>
                <c:pt idx="6066">
                  <c:v>3890.5</c:v>
                </c:pt>
                <c:pt idx="6067">
                  <c:v>3890.5</c:v>
                </c:pt>
                <c:pt idx="6068">
                  <c:v>3890.5</c:v>
                </c:pt>
                <c:pt idx="6069">
                  <c:v>3890.5</c:v>
                </c:pt>
                <c:pt idx="6070">
                  <c:v>5390.5</c:v>
                </c:pt>
                <c:pt idx="6071">
                  <c:v>5793</c:v>
                </c:pt>
                <c:pt idx="6072">
                  <c:v>8293</c:v>
                </c:pt>
                <c:pt idx="6073">
                  <c:v>8793</c:v>
                </c:pt>
                <c:pt idx="6074">
                  <c:v>8793</c:v>
                </c:pt>
                <c:pt idx="6075">
                  <c:v>8793</c:v>
                </c:pt>
                <c:pt idx="6076">
                  <c:v>8793</c:v>
                </c:pt>
                <c:pt idx="6077">
                  <c:v>8793</c:v>
                </c:pt>
                <c:pt idx="6078">
                  <c:v>8793</c:v>
                </c:pt>
                <c:pt idx="6079">
                  <c:v>7793</c:v>
                </c:pt>
                <c:pt idx="6080">
                  <c:v>6793</c:v>
                </c:pt>
                <c:pt idx="6081">
                  <c:v>6793</c:v>
                </c:pt>
                <c:pt idx="6082">
                  <c:v>6793</c:v>
                </c:pt>
                <c:pt idx="6083">
                  <c:v>6793</c:v>
                </c:pt>
                <c:pt idx="6084">
                  <c:v>6793</c:v>
                </c:pt>
                <c:pt idx="6085">
                  <c:v>7793</c:v>
                </c:pt>
                <c:pt idx="6086">
                  <c:v>8793</c:v>
                </c:pt>
                <c:pt idx="6087">
                  <c:v>9293</c:v>
                </c:pt>
                <c:pt idx="6088">
                  <c:v>9293</c:v>
                </c:pt>
                <c:pt idx="6089">
                  <c:v>9463</c:v>
                </c:pt>
                <c:pt idx="6090">
                  <c:v>9463</c:v>
                </c:pt>
                <c:pt idx="6091">
                  <c:v>9963</c:v>
                </c:pt>
                <c:pt idx="6092">
                  <c:v>10463</c:v>
                </c:pt>
                <c:pt idx="6093">
                  <c:v>10963</c:v>
                </c:pt>
                <c:pt idx="6094">
                  <c:v>11463</c:v>
                </c:pt>
                <c:pt idx="6095">
                  <c:v>11963</c:v>
                </c:pt>
                <c:pt idx="6096">
                  <c:v>11963</c:v>
                </c:pt>
                <c:pt idx="6097">
                  <c:v>11963</c:v>
                </c:pt>
                <c:pt idx="6098">
                  <c:v>11963</c:v>
                </c:pt>
                <c:pt idx="6099">
                  <c:v>12463</c:v>
                </c:pt>
                <c:pt idx="6100">
                  <c:v>13463</c:v>
                </c:pt>
                <c:pt idx="6101">
                  <c:v>13963</c:v>
                </c:pt>
                <c:pt idx="6102">
                  <c:v>13963</c:v>
                </c:pt>
                <c:pt idx="6103">
                  <c:v>13963</c:v>
                </c:pt>
                <c:pt idx="6104">
                  <c:v>13963</c:v>
                </c:pt>
                <c:pt idx="6105">
                  <c:v>13963</c:v>
                </c:pt>
                <c:pt idx="6106">
                  <c:v>13763</c:v>
                </c:pt>
                <c:pt idx="6107">
                  <c:v>12963</c:v>
                </c:pt>
                <c:pt idx="6108">
                  <c:v>12463</c:v>
                </c:pt>
                <c:pt idx="6109">
                  <c:v>11463</c:v>
                </c:pt>
                <c:pt idx="6110">
                  <c:v>11463</c:v>
                </c:pt>
                <c:pt idx="6111">
                  <c:v>11463</c:v>
                </c:pt>
                <c:pt idx="6112">
                  <c:v>11463</c:v>
                </c:pt>
                <c:pt idx="6113">
                  <c:v>12463</c:v>
                </c:pt>
                <c:pt idx="6114">
                  <c:v>13463</c:v>
                </c:pt>
                <c:pt idx="6115">
                  <c:v>13463</c:v>
                </c:pt>
                <c:pt idx="6116">
                  <c:v>13463</c:v>
                </c:pt>
                <c:pt idx="6117">
                  <c:v>13463</c:v>
                </c:pt>
                <c:pt idx="6118">
                  <c:v>13463</c:v>
                </c:pt>
                <c:pt idx="6119">
                  <c:v>13463</c:v>
                </c:pt>
                <c:pt idx="6120">
                  <c:v>13463</c:v>
                </c:pt>
                <c:pt idx="6121">
                  <c:v>13463</c:v>
                </c:pt>
                <c:pt idx="6122">
                  <c:v>13463</c:v>
                </c:pt>
                <c:pt idx="6123">
                  <c:v>13463</c:v>
                </c:pt>
                <c:pt idx="6124">
                  <c:v>13963</c:v>
                </c:pt>
                <c:pt idx="6125">
                  <c:v>14174</c:v>
                </c:pt>
                <c:pt idx="6126">
                  <c:v>14174</c:v>
                </c:pt>
                <c:pt idx="6127">
                  <c:v>14174</c:v>
                </c:pt>
                <c:pt idx="6128">
                  <c:v>14174</c:v>
                </c:pt>
                <c:pt idx="6129">
                  <c:v>13674</c:v>
                </c:pt>
                <c:pt idx="6130">
                  <c:v>13674</c:v>
                </c:pt>
                <c:pt idx="6131">
                  <c:v>13174</c:v>
                </c:pt>
                <c:pt idx="6132">
                  <c:v>13174</c:v>
                </c:pt>
                <c:pt idx="6133">
                  <c:v>12674</c:v>
                </c:pt>
                <c:pt idx="6134">
                  <c:v>12674</c:v>
                </c:pt>
                <c:pt idx="6135">
                  <c:v>11874</c:v>
                </c:pt>
                <c:pt idx="6136">
                  <c:v>11374</c:v>
                </c:pt>
                <c:pt idx="6137">
                  <c:v>11174</c:v>
                </c:pt>
                <c:pt idx="6138">
                  <c:v>11174</c:v>
                </c:pt>
                <c:pt idx="6139">
                  <c:v>11174</c:v>
                </c:pt>
                <c:pt idx="6140">
                  <c:v>10874</c:v>
                </c:pt>
                <c:pt idx="6141">
                  <c:v>10874</c:v>
                </c:pt>
                <c:pt idx="6142">
                  <c:v>10874</c:v>
                </c:pt>
                <c:pt idx="6143">
                  <c:v>10674</c:v>
                </c:pt>
                <c:pt idx="6144">
                  <c:v>10174</c:v>
                </c:pt>
                <c:pt idx="6145">
                  <c:v>10522.5</c:v>
                </c:pt>
                <c:pt idx="6146">
                  <c:v>10522.5</c:v>
                </c:pt>
                <c:pt idx="6147">
                  <c:v>9722.5</c:v>
                </c:pt>
                <c:pt idx="6148">
                  <c:v>9692.5</c:v>
                </c:pt>
                <c:pt idx="6149">
                  <c:v>9192.5</c:v>
                </c:pt>
                <c:pt idx="6150">
                  <c:v>8892.5</c:v>
                </c:pt>
                <c:pt idx="6151">
                  <c:v>8392.5</c:v>
                </c:pt>
                <c:pt idx="6152">
                  <c:v>8562.5</c:v>
                </c:pt>
                <c:pt idx="6153">
                  <c:v>8562.5</c:v>
                </c:pt>
                <c:pt idx="6154">
                  <c:v>7862.5</c:v>
                </c:pt>
                <c:pt idx="6155">
                  <c:v>6362.5</c:v>
                </c:pt>
                <c:pt idx="6156">
                  <c:v>5862.5</c:v>
                </c:pt>
                <c:pt idx="6157">
                  <c:v>5032.5</c:v>
                </c:pt>
                <c:pt idx="6158">
                  <c:v>5032.5</c:v>
                </c:pt>
                <c:pt idx="6159">
                  <c:v>5732.5</c:v>
                </c:pt>
                <c:pt idx="6160">
                  <c:v>5732.5</c:v>
                </c:pt>
                <c:pt idx="6161">
                  <c:v>6732.5</c:v>
                </c:pt>
                <c:pt idx="6162">
                  <c:v>7232.5</c:v>
                </c:pt>
                <c:pt idx="6163">
                  <c:v>8332.5</c:v>
                </c:pt>
                <c:pt idx="6164">
                  <c:v>8832.5</c:v>
                </c:pt>
                <c:pt idx="6165">
                  <c:v>8332.5</c:v>
                </c:pt>
                <c:pt idx="6166">
                  <c:v>8332.5</c:v>
                </c:pt>
                <c:pt idx="6167">
                  <c:v>8332.5</c:v>
                </c:pt>
                <c:pt idx="6168">
                  <c:v>8332.5</c:v>
                </c:pt>
                <c:pt idx="6169">
                  <c:v>7732.5</c:v>
                </c:pt>
                <c:pt idx="6170">
                  <c:v>7232.5</c:v>
                </c:pt>
                <c:pt idx="6171">
                  <c:v>7062.5</c:v>
                </c:pt>
                <c:pt idx="6172">
                  <c:v>7562.5</c:v>
                </c:pt>
                <c:pt idx="6173">
                  <c:v>7562.5</c:v>
                </c:pt>
                <c:pt idx="6174">
                  <c:v>7562.5</c:v>
                </c:pt>
                <c:pt idx="6175">
                  <c:v>8562.5</c:v>
                </c:pt>
                <c:pt idx="6176">
                  <c:v>8862.5</c:v>
                </c:pt>
                <c:pt idx="6177">
                  <c:v>9062.5</c:v>
                </c:pt>
                <c:pt idx="6178">
                  <c:v>9062.5</c:v>
                </c:pt>
                <c:pt idx="6179">
                  <c:v>9562.5</c:v>
                </c:pt>
                <c:pt idx="6180">
                  <c:v>9562.5</c:v>
                </c:pt>
                <c:pt idx="6181">
                  <c:v>9562.5</c:v>
                </c:pt>
                <c:pt idx="6182">
                  <c:v>10062.5</c:v>
                </c:pt>
                <c:pt idx="6183">
                  <c:v>10062.5</c:v>
                </c:pt>
                <c:pt idx="6184">
                  <c:v>10062.5</c:v>
                </c:pt>
                <c:pt idx="6185">
                  <c:v>10362.5</c:v>
                </c:pt>
                <c:pt idx="6186">
                  <c:v>10522.5</c:v>
                </c:pt>
                <c:pt idx="6187">
                  <c:v>10523</c:v>
                </c:pt>
                <c:pt idx="6188">
                  <c:v>10523</c:v>
                </c:pt>
                <c:pt idx="6189">
                  <c:v>10523</c:v>
                </c:pt>
                <c:pt idx="6190">
                  <c:v>10523</c:v>
                </c:pt>
                <c:pt idx="6191">
                  <c:v>10523</c:v>
                </c:pt>
                <c:pt idx="6192">
                  <c:v>10523</c:v>
                </c:pt>
                <c:pt idx="6193">
                  <c:v>10523</c:v>
                </c:pt>
                <c:pt idx="6194">
                  <c:v>10523</c:v>
                </c:pt>
                <c:pt idx="6195">
                  <c:v>10523</c:v>
                </c:pt>
                <c:pt idx="6196">
                  <c:v>10023</c:v>
                </c:pt>
                <c:pt idx="6197">
                  <c:v>9522.5</c:v>
                </c:pt>
                <c:pt idx="6198">
                  <c:v>9522.5</c:v>
                </c:pt>
                <c:pt idx="6199">
                  <c:v>9022.5</c:v>
                </c:pt>
                <c:pt idx="6200">
                  <c:v>9022.5</c:v>
                </c:pt>
                <c:pt idx="6201">
                  <c:v>8852.5</c:v>
                </c:pt>
                <c:pt idx="6202">
                  <c:v>8852.5</c:v>
                </c:pt>
                <c:pt idx="6203">
                  <c:v>8352.5</c:v>
                </c:pt>
                <c:pt idx="6204">
                  <c:v>8352.5</c:v>
                </c:pt>
                <c:pt idx="6205">
                  <c:v>8552.5</c:v>
                </c:pt>
                <c:pt idx="6206">
                  <c:v>8552.5</c:v>
                </c:pt>
                <c:pt idx="6207">
                  <c:v>8552.5</c:v>
                </c:pt>
                <c:pt idx="6208">
                  <c:v>8552.5</c:v>
                </c:pt>
                <c:pt idx="6209">
                  <c:v>8722.5</c:v>
                </c:pt>
                <c:pt idx="6210">
                  <c:v>8722.5</c:v>
                </c:pt>
                <c:pt idx="6211">
                  <c:v>8722.5</c:v>
                </c:pt>
                <c:pt idx="6212">
                  <c:v>9022.5</c:v>
                </c:pt>
                <c:pt idx="6213">
                  <c:v>9022.5</c:v>
                </c:pt>
                <c:pt idx="6214">
                  <c:v>9022.5</c:v>
                </c:pt>
                <c:pt idx="6215">
                  <c:v>9022.5</c:v>
                </c:pt>
                <c:pt idx="6216">
                  <c:v>9022.5</c:v>
                </c:pt>
                <c:pt idx="6217">
                  <c:v>8722.5</c:v>
                </c:pt>
                <c:pt idx="6218">
                  <c:v>8692.5</c:v>
                </c:pt>
                <c:pt idx="6219">
                  <c:v>8492.5</c:v>
                </c:pt>
                <c:pt idx="6220">
                  <c:v>8492.5</c:v>
                </c:pt>
                <c:pt idx="6221">
                  <c:v>8492.5</c:v>
                </c:pt>
                <c:pt idx="6222">
                  <c:v>8492.5</c:v>
                </c:pt>
                <c:pt idx="6223">
                  <c:v>8492.5</c:v>
                </c:pt>
                <c:pt idx="6224">
                  <c:v>8492.5</c:v>
                </c:pt>
                <c:pt idx="6225">
                  <c:v>8492.5</c:v>
                </c:pt>
                <c:pt idx="6226">
                  <c:v>8492.5</c:v>
                </c:pt>
                <c:pt idx="6227">
                  <c:v>8492.5</c:v>
                </c:pt>
                <c:pt idx="6228">
                  <c:v>8492.5</c:v>
                </c:pt>
                <c:pt idx="6229">
                  <c:v>8492.5</c:v>
                </c:pt>
                <c:pt idx="6230">
                  <c:v>8492.5</c:v>
                </c:pt>
                <c:pt idx="6231">
                  <c:v>8492.5</c:v>
                </c:pt>
                <c:pt idx="6232">
                  <c:v>8492.5</c:v>
                </c:pt>
                <c:pt idx="6233">
                  <c:v>8492.5</c:v>
                </c:pt>
                <c:pt idx="6234">
                  <c:v>8492.5</c:v>
                </c:pt>
                <c:pt idx="6235">
                  <c:v>8492.5</c:v>
                </c:pt>
                <c:pt idx="6236">
                  <c:v>8492.5</c:v>
                </c:pt>
                <c:pt idx="6237">
                  <c:v>8492.5</c:v>
                </c:pt>
                <c:pt idx="6238">
                  <c:v>8492.5</c:v>
                </c:pt>
                <c:pt idx="6239">
                  <c:v>8492.5</c:v>
                </c:pt>
                <c:pt idx="6240">
                  <c:v>8693</c:v>
                </c:pt>
                <c:pt idx="6241">
                  <c:v>8693</c:v>
                </c:pt>
                <c:pt idx="6242">
                  <c:v>8693</c:v>
                </c:pt>
                <c:pt idx="6243">
                  <c:v>8693</c:v>
                </c:pt>
                <c:pt idx="6244">
                  <c:v>8693</c:v>
                </c:pt>
                <c:pt idx="6245">
                  <c:v>8693</c:v>
                </c:pt>
                <c:pt idx="6246">
                  <c:v>8693</c:v>
                </c:pt>
                <c:pt idx="6247">
                  <c:v>8393</c:v>
                </c:pt>
                <c:pt idx="6248">
                  <c:v>8193</c:v>
                </c:pt>
                <c:pt idx="6249">
                  <c:v>7892.5</c:v>
                </c:pt>
                <c:pt idx="6250">
                  <c:v>7892.5</c:v>
                </c:pt>
                <c:pt idx="6251">
                  <c:v>7892.5</c:v>
                </c:pt>
                <c:pt idx="6252">
                  <c:v>7392.5</c:v>
                </c:pt>
                <c:pt idx="6253">
                  <c:v>7192.5</c:v>
                </c:pt>
                <c:pt idx="6254">
                  <c:v>6192.5</c:v>
                </c:pt>
                <c:pt idx="6255">
                  <c:v>5892.5</c:v>
                </c:pt>
                <c:pt idx="6256">
                  <c:v>5893</c:v>
                </c:pt>
                <c:pt idx="6257">
                  <c:v>5693</c:v>
                </c:pt>
                <c:pt idx="6258">
                  <c:v>5693</c:v>
                </c:pt>
                <c:pt idx="6259">
                  <c:v>5293</c:v>
                </c:pt>
                <c:pt idx="6260">
                  <c:v>5793</c:v>
                </c:pt>
                <c:pt idx="6261">
                  <c:v>5793</c:v>
                </c:pt>
                <c:pt idx="6262">
                  <c:v>6493</c:v>
                </c:pt>
                <c:pt idx="6263">
                  <c:v>6492.5</c:v>
                </c:pt>
                <c:pt idx="6264">
                  <c:v>6492.5</c:v>
                </c:pt>
                <c:pt idx="6265">
                  <c:v>6492.5</c:v>
                </c:pt>
                <c:pt idx="6266">
                  <c:v>7292.5</c:v>
                </c:pt>
                <c:pt idx="6267">
                  <c:v>7292.5</c:v>
                </c:pt>
                <c:pt idx="6268">
                  <c:v>7292.5</c:v>
                </c:pt>
                <c:pt idx="6269">
                  <c:v>7292.5</c:v>
                </c:pt>
                <c:pt idx="6270">
                  <c:v>6792.5</c:v>
                </c:pt>
                <c:pt idx="6271">
                  <c:v>6792.5</c:v>
                </c:pt>
                <c:pt idx="6272">
                  <c:v>6792.5</c:v>
                </c:pt>
                <c:pt idx="6273">
                  <c:v>6092.5</c:v>
                </c:pt>
                <c:pt idx="6274">
                  <c:v>6092.5</c:v>
                </c:pt>
                <c:pt idx="6275">
                  <c:v>5792.5</c:v>
                </c:pt>
                <c:pt idx="6276">
                  <c:v>5792.5</c:v>
                </c:pt>
                <c:pt idx="6277">
                  <c:v>5792.5</c:v>
                </c:pt>
                <c:pt idx="6278">
                  <c:v>5792.5</c:v>
                </c:pt>
                <c:pt idx="6279">
                  <c:v>5792.5</c:v>
                </c:pt>
                <c:pt idx="6280">
                  <c:v>6092.5</c:v>
                </c:pt>
                <c:pt idx="6281">
                  <c:v>6093</c:v>
                </c:pt>
                <c:pt idx="6282">
                  <c:v>6093</c:v>
                </c:pt>
                <c:pt idx="6283">
                  <c:v>6093</c:v>
                </c:pt>
                <c:pt idx="6284">
                  <c:v>5793</c:v>
                </c:pt>
                <c:pt idx="6285">
                  <c:v>5793</c:v>
                </c:pt>
                <c:pt idx="6286">
                  <c:v>5793</c:v>
                </c:pt>
                <c:pt idx="6287">
                  <c:v>5793</c:v>
                </c:pt>
                <c:pt idx="6288">
                  <c:v>4793</c:v>
                </c:pt>
                <c:pt idx="6289">
                  <c:v>4793</c:v>
                </c:pt>
                <c:pt idx="6290">
                  <c:v>4793</c:v>
                </c:pt>
                <c:pt idx="6291">
                  <c:v>4793</c:v>
                </c:pt>
                <c:pt idx="6292">
                  <c:v>4793</c:v>
                </c:pt>
                <c:pt idx="6293">
                  <c:v>4793</c:v>
                </c:pt>
                <c:pt idx="6294">
                  <c:v>4793</c:v>
                </c:pt>
                <c:pt idx="6295">
                  <c:v>4492.5</c:v>
                </c:pt>
                <c:pt idx="6296">
                  <c:v>4392.5</c:v>
                </c:pt>
                <c:pt idx="6297">
                  <c:v>4392.5</c:v>
                </c:pt>
                <c:pt idx="6298">
                  <c:v>3692.5</c:v>
                </c:pt>
                <c:pt idx="6299">
                  <c:v>3692.5</c:v>
                </c:pt>
                <c:pt idx="6300">
                  <c:v>3692.5</c:v>
                </c:pt>
                <c:pt idx="6301">
                  <c:v>3294.5</c:v>
                </c:pt>
                <c:pt idx="6302">
                  <c:v>2794.5</c:v>
                </c:pt>
                <c:pt idx="6303">
                  <c:v>2794.5</c:v>
                </c:pt>
                <c:pt idx="6304">
                  <c:v>2294.5</c:v>
                </c:pt>
                <c:pt idx="6305">
                  <c:v>1594.5</c:v>
                </c:pt>
                <c:pt idx="6306">
                  <c:v>1594.5</c:v>
                </c:pt>
                <c:pt idx="6307">
                  <c:v>1594.5</c:v>
                </c:pt>
                <c:pt idx="6308">
                  <c:v>1179.5</c:v>
                </c:pt>
                <c:pt idx="6309">
                  <c:v>879.5</c:v>
                </c:pt>
                <c:pt idx="6310">
                  <c:v>379.5</c:v>
                </c:pt>
                <c:pt idx="6311">
                  <c:v>879.5</c:v>
                </c:pt>
                <c:pt idx="6312">
                  <c:v>879.5</c:v>
                </c:pt>
                <c:pt idx="6313">
                  <c:v>879.5</c:v>
                </c:pt>
                <c:pt idx="6314">
                  <c:v>879.5</c:v>
                </c:pt>
                <c:pt idx="6315">
                  <c:v>1049.5</c:v>
                </c:pt>
                <c:pt idx="6316">
                  <c:v>1049.5</c:v>
                </c:pt>
                <c:pt idx="6317">
                  <c:v>749.5</c:v>
                </c:pt>
                <c:pt idx="6318">
                  <c:v>749.5</c:v>
                </c:pt>
                <c:pt idx="6319">
                  <c:v>749.5</c:v>
                </c:pt>
                <c:pt idx="6320">
                  <c:v>749.5</c:v>
                </c:pt>
                <c:pt idx="6321">
                  <c:v>919.5</c:v>
                </c:pt>
                <c:pt idx="6322">
                  <c:v>919.5</c:v>
                </c:pt>
                <c:pt idx="6323">
                  <c:v>919.5</c:v>
                </c:pt>
                <c:pt idx="6324">
                  <c:v>920</c:v>
                </c:pt>
                <c:pt idx="6325">
                  <c:v>920</c:v>
                </c:pt>
                <c:pt idx="6326">
                  <c:v>920</c:v>
                </c:pt>
                <c:pt idx="6327">
                  <c:v>1090</c:v>
                </c:pt>
                <c:pt idx="6328">
                  <c:v>1090</c:v>
                </c:pt>
                <c:pt idx="6329">
                  <c:v>1090</c:v>
                </c:pt>
                <c:pt idx="6330">
                  <c:v>1090</c:v>
                </c:pt>
                <c:pt idx="6331">
                  <c:v>1090</c:v>
                </c:pt>
                <c:pt idx="6332">
                  <c:v>890</c:v>
                </c:pt>
                <c:pt idx="6333">
                  <c:v>1260</c:v>
                </c:pt>
                <c:pt idx="6334">
                  <c:v>1260</c:v>
                </c:pt>
                <c:pt idx="6335">
                  <c:v>1260</c:v>
                </c:pt>
                <c:pt idx="6336">
                  <c:v>960</c:v>
                </c:pt>
                <c:pt idx="6337">
                  <c:v>960</c:v>
                </c:pt>
                <c:pt idx="6338">
                  <c:v>330</c:v>
                </c:pt>
                <c:pt idx="6339">
                  <c:v>130</c:v>
                </c:pt>
                <c:pt idx="6340">
                  <c:v>-671</c:v>
                </c:pt>
                <c:pt idx="6341">
                  <c:v>-671</c:v>
                </c:pt>
                <c:pt idx="6342">
                  <c:v>-671</c:v>
                </c:pt>
                <c:pt idx="6343">
                  <c:v>-1471</c:v>
                </c:pt>
                <c:pt idx="6344">
                  <c:v>-1970.5</c:v>
                </c:pt>
                <c:pt idx="6345">
                  <c:v>-2470.5</c:v>
                </c:pt>
                <c:pt idx="6346">
                  <c:v>-2385.5</c:v>
                </c:pt>
                <c:pt idx="6347">
                  <c:v>-2385.5</c:v>
                </c:pt>
                <c:pt idx="6348">
                  <c:v>-2385.5</c:v>
                </c:pt>
                <c:pt idx="6349">
                  <c:v>-2385.5</c:v>
                </c:pt>
                <c:pt idx="6350">
                  <c:v>-1085.5</c:v>
                </c:pt>
                <c:pt idx="6351">
                  <c:v>-1085.5</c:v>
                </c:pt>
                <c:pt idx="6352">
                  <c:v>-885.5</c:v>
                </c:pt>
                <c:pt idx="6353">
                  <c:v>-885.5</c:v>
                </c:pt>
                <c:pt idx="6354">
                  <c:v>-885.5</c:v>
                </c:pt>
                <c:pt idx="6355">
                  <c:v>-800.5</c:v>
                </c:pt>
                <c:pt idx="6356">
                  <c:v>-800.5</c:v>
                </c:pt>
                <c:pt idx="6357">
                  <c:v>-500.5</c:v>
                </c:pt>
                <c:pt idx="6358">
                  <c:v>-301</c:v>
                </c:pt>
                <c:pt idx="6359">
                  <c:v>1000</c:v>
                </c:pt>
                <c:pt idx="6360">
                  <c:v>1585</c:v>
                </c:pt>
                <c:pt idx="6361">
                  <c:v>2385</c:v>
                </c:pt>
                <c:pt idx="6362">
                  <c:v>2385</c:v>
                </c:pt>
                <c:pt idx="6363">
                  <c:v>2385</c:v>
                </c:pt>
                <c:pt idx="6364">
                  <c:v>2385</c:v>
                </c:pt>
                <c:pt idx="6365">
                  <c:v>2385</c:v>
                </c:pt>
                <c:pt idx="6366">
                  <c:v>2084.5</c:v>
                </c:pt>
                <c:pt idx="6367">
                  <c:v>1584.5</c:v>
                </c:pt>
                <c:pt idx="6368">
                  <c:v>1284.5</c:v>
                </c:pt>
                <c:pt idx="6369">
                  <c:v>1284.5</c:v>
                </c:pt>
                <c:pt idx="6370">
                  <c:v>1284.5</c:v>
                </c:pt>
                <c:pt idx="6371">
                  <c:v>2484.5</c:v>
                </c:pt>
                <c:pt idx="6372">
                  <c:v>2284.5</c:v>
                </c:pt>
                <c:pt idx="6373">
                  <c:v>2284.5</c:v>
                </c:pt>
                <c:pt idx="6374">
                  <c:v>2284.5</c:v>
                </c:pt>
                <c:pt idx="6375">
                  <c:v>2584.5</c:v>
                </c:pt>
                <c:pt idx="6376">
                  <c:v>2584.5</c:v>
                </c:pt>
                <c:pt idx="6377">
                  <c:v>2584.5</c:v>
                </c:pt>
                <c:pt idx="6378">
                  <c:v>2984.5</c:v>
                </c:pt>
                <c:pt idx="6379">
                  <c:v>3284.5</c:v>
                </c:pt>
                <c:pt idx="6380">
                  <c:v>3284.5</c:v>
                </c:pt>
                <c:pt idx="6381">
                  <c:v>3284.5</c:v>
                </c:pt>
                <c:pt idx="6382">
                  <c:v>3284.5</c:v>
                </c:pt>
                <c:pt idx="6383">
                  <c:v>3284.5</c:v>
                </c:pt>
                <c:pt idx="6384">
                  <c:v>3284.5</c:v>
                </c:pt>
                <c:pt idx="6385">
                  <c:v>3284.5</c:v>
                </c:pt>
                <c:pt idx="6386">
                  <c:v>3284.5</c:v>
                </c:pt>
                <c:pt idx="6387">
                  <c:v>3084.5</c:v>
                </c:pt>
                <c:pt idx="6388">
                  <c:v>2784.5</c:v>
                </c:pt>
                <c:pt idx="6389">
                  <c:v>2284.5</c:v>
                </c:pt>
                <c:pt idx="6390">
                  <c:v>2784.5</c:v>
                </c:pt>
                <c:pt idx="6391">
                  <c:v>2784.5</c:v>
                </c:pt>
                <c:pt idx="6392">
                  <c:v>2784.5</c:v>
                </c:pt>
                <c:pt idx="6393">
                  <c:v>2984.5</c:v>
                </c:pt>
                <c:pt idx="6394">
                  <c:v>4084.5</c:v>
                </c:pt>
                <c:pt idx="6395">
                  <c:v>4584.5</c:v>
                </c:pt>
                <c:pt idx="6396">
                  <c:v>4584.5</c:v>
                </c:pt>
                <c:pt idx="6397">
                  <c:v>4799.5</c:v>
                </c:pt>
                <c:pt idx="6398">
                  <c:v>4799.5</c:v>
                </c:pt>
                <c:pt idx="6399">
                  <c:v>5299.5</c:v>
                </c:pt>
                <c:pt idx="6400">
                  <c:v>5799.5</c:v>
                </c:pt>
                <c:pt idx="6401">
                  <c:v>5799.5</c:v>
                </c:pt>
                <c:pt idx="6402">
                  <c:v>5699.5</c:v>
                </c:pt>
                <c:pt idx="6403">
                  <c:v>5399.5</c:v>
                </c:pt>
                <c:pt idx="6404">
                  <c:v>5399.5</c:v>
                </c:pt>
                <c:pt idx="6405">
                  <c:v>5399.5</c:v>
                </c:pt>
                <c:pt idx="6406">
                  <c:v>4999.5</c:v>
                </c:pt>
                <c:pt idx="6407">
                  <c:v>4514.5</c:v>
                </c:pt>
                <c:pt idx="6408">
                  <c:v>4214.5</c:v>
                </c:pt>
                <c:pt idx="6409">
                  <c:v>4914.5</c:v>
                </c:pt>
                <c:pt idx="6410">
                  <c:v>6014.5</c:v>
                </c:pt>
                <c:pt idx="6411">
                  <c:v>6014.5</c:v>
                </c:pt>
                <c:pt idx="6412">
                  <c:v>6014.5</c:v>
                </c:pt>
                <c:pt idx="6413">
                  <c:v>6014.5</c:v>
                </c:pt>
                <c:pt idx="6414">
                  <c:v>6015</c:v>
                </c:pt>
                <c:pt idx="6415">
                  <c:v>5715</c:v>
                </c:pt>
                <c:pt idx="6416">
                  <c:v>5715</c:v>
                </c:pt>
                <c:pt idx="6417">
                  <c:v>5715</c:v>
                </c:pt>
                <c:pt idx="6418">
                  <c:v>5545</c:v>
                </c:pt>
                <c:pt idx="6419">
                  <c:v>5545</c:v>
                </c:pt>
                <c:pt idx="6420">
                  <c:v>5845</c:v>
                </c:pt>
                <c:pt idx="6421">
                  <c:v>5844.5</c:v>
                </c:pt>
                <c:pt idx="6422">
                  <c:v>6144.5</c:v>
                </c:pt>
                <c:pt idx="6423">
                  <c:v>5974.5</c:v>
                </c:pt>
                <c:pt idx="6424">
                  <c:v>5974.5</c:v>
                </c:pt>
                <c:pt idx="6425">
                  <c:v>5974.5</c:v>
                </c:pt>
                <c:pt idx="6426">
                  <c:v>5974.5</c:v>
                </c:pt>
                <c:pt idx="6427">
                  <c:v>5874.5</c:v>
                </c:pt>
                <c:pt idx="6428">
                  <c:v>5874.5</c:v>
                </c:pt>
                <c:pt idx="6429">
                  <c:v>5674.5</c:v>
                </c:pt>
                <c:pt idx="6430">
                  <c:v>5474.5</c:v>
                </c:pt>
                <c:pt idx="6431">
                  <c:v>5474.5</c:v>
                </c:pt>
                <c:pt idx="6432">
                  <c:v>5474.5</c:v>
                </c:pt>
                <c:pt idx="6433">
                  <c:v>5474.5</c:v>
                </c:pt>
                <c:pt idx="6434">
                  <c:v>5674.5</c:v>
                </c:pt>
                <c:pt idx="6435">
                  <c:v>5874.5</c:v>
                </c:pt>
                <c:pt idx="6436">
                  <c:v>6174.5</c:v>
                </c:pt>
                <c:pt idx="6437">
                  <c:v>6374.5</c:v>
                </c:pt>
                <c:pt idx="6438">
                  <c:v>6674.5</c:v>
                </c:pt>
                <c:pt idx="6439">
                  <c:v>6674.5</c:v>
                </c:pt>
                <c:pt idx="6440">
                  <c:v>6674.5</c:v>
                </c:pt>
                <c:pt idx="6441">
                  <c:v>6674.5</c:v>
                </c:pt>
                <c:pt idx="6442">
                  <c:v>7344.5</c:v>
                </c:pt>
                <c:pt idx="6443">
                  <c:v>7544.5</c:v>
                </c:pt>
                <c:pt idx="6444">
                  <c:v>7544.5</c:v>
                </c:pt>
                <c:pt idx="6445">
                  <c:v>7544.5</c:v>
                </c:pt>
                <c:pt idx="6446">
                  <c:v>7544.5</c:v>
                </c:pt>
                <c:pt idx="6447">
                  <c:v>7544.5</c:v>
                </c:pt>
                <c:pt idx="6448">
                  <c:v>7544.5</c:v>
                </c:pt>
                <c:pt idx="6449">
                  <c:v>6944.5</c:v>
                </c:pt>
                <c:pt idx="6450">
                  <c:v>6544.5</c:v>
                </c:pt>
                <c:pt idx="6451">
                  <c:v>6544.5</c:v>
                </c:pt>
                <c:pt idx="6452">
                  <c:v>6844.5</c:v>
                </c:pt>
                <c:pt idx="6453">
                  <c:v>6844.5</c:v>
                </c:pt>
                <c:pt idx="6454">
                  <c:v>6844.5</c:v>
                </c:pt>
                <c:pt idx="6455">
                  <c:v>7544.5</c:v>
                </c:pt>
                <c:pt idx="6456">
                  <c:v>7544.5</c:v>
                </c:pt>
                <c:pt idx="6457">
                  <c:v>7844.5</c:v>
                </c:pt>
                <c:pt idx="6458">
                  <c:v>7844.5</c:v>
                </c:pt>
                <c:pt idx="6459">
                  <c:v>6944.5</c:v>
                </c:pt>
                <c:pt idx="6460">
                  <c:v>6944.5</c:v>
                </c:pt>
                <c:pt idx="6461">
                  <c:v>6944.5</c:v>
                </c:pt>
                <c:pt idx="6462">
                  <c:v>6944.5</c:v>
                </c:pt>
                <c:pt idx="6463">
                  <c:v>6944.5</c:v>
                </c:pt>
                <c:pt idx="6464">
                  <c:v>6444.5</c:v>
                </c:pt>
                <c:pt idx="6465">
                  <c:v>6444.5</c:v>
                </c:pt>
                <c:pt idx="6466">
                  <c:v>6344.5</c:v>
                </c:pt>
                <c:pt idx="6467">
                  <c:v>6344.5</c:v>
                </c:pt>
                <c:pt idx="6468">
                  <c:v>6344.5</c:v>
                </c:pt>
                <c:pt idx="6469">
                  <c:v>5944.5</c:v>
                </c:pt>
                <c:pt idx="6470">
                  <c:v>5844.5</c:v>
                </c:pt>
                <c:pt idx="6471">
                  <c:v>5374.5</c:v>
                </c:pt>
                <c:pt idx="6472">
                  <c:v>4874.5</c:v>
                </c:pt>
                <c:pt idx="6473">
                  <c:v>4874.5</c:v>
                </c:pt>
                <c:pt idx="6474">
                  <c:v>4874.5</c:v>
                </c:pt>
                <c:pt idx="6475">
                  <c:v>4874.5</c:v>
                </c:pt>
                <c:pt idx="6476">
                  <c:v>4874.5</c:v>
                </c:pt>
                <c:pt idx="6477">
                  <c:v>4874.5</c:v>
                </c:pt>
                <c:pt idx="6478">
                  <c:v>4704.5</c:v>
                </c:pt>
                <c:pt idx="6479">
                  <c:v>4704.5</c:v>
                </c:pt>
                <c:pt idx="6480">
                  <c:v>4704.5</c:v>
                </c:pt>
                <c:pt idx="6481">
                  <c:v>4704.5</c:v>
                </c:pt>
                <c:pt idx="6482">
                  <c:v>4704.5</c:v>
                </c:pt>
                <c:pt idx="6483">
                  <c:v>4704.5</c:v>
                </c:pt>
                <c:pt idx="6484">
                  <c:v>4704.5</c:v>
                </c:pt>
                <c:pt idx="6485">
                  <c:v>4704.5</c:v>
                </c:pt>
                <c:pt idx="6486">
                  <c:v>4704.5</c:v>
                </c:pt>
                <c:pt idx="6487">
                  <c:v>4704.5</c:v>
                </c:pt>
                <c:pt idx="6488">
                  <c:v>4704.5</c:v>
                </c:pt>
                <c:pt idx="6489">
                  <c:v>4704.5</c:v>
                </c:pt>
                <c:pt idx="6490">
                  <c:v>4704.5</c:v>
                </c:pt>
                <c:pt idx="6491">
                  <c:v>4704.5</c:v>
                </c:pt>
                <c:pt idx="6492">
                  <c:v>4804.5</c:v>
                </c:pt>
                <c:pt idx="6493">
                  <c:v>5004.5</c:v>
                </c:pt>
                <c:pt idx="6494">
                  <c:v>5004.5</c:v>
                </c:pt>
                <c:pt idx="6495">
                  <c:v>5004.5</c:v>
                </c:pt>
                <c:pt idx="6496">
                  <c:v>5004.5</c:v>
                </c:pt>
                <c:pt idx="6497">
                  <c:v>5404.5</c:v>
                </c:pt>
                <c:pt idx="6498">
                  <c:v>5604.5</c:v>
                </c:pt>
                <c:pt idx="6499">
                  <c:v>5704.5</c:v>
                </c:pt>
                <c:pt idx="6500">
                  <c:v>5704.5</c:v>
                </c:pt>
                <c:pt idx="6501">
                  <c:v>5704.5</c:v>
                </c:pt>
                <c:pt idx="6502">
                  <c:v>5404.5</c:v>
                </c:pt>
                <c:pt idx="6503">
                  <c:v>5404.5</c:v>
                </c:pt>
                <c:pt idx="6504">
                  <c:v>4904.5</c:v>
                </c:pt>
                <c:pt idx="6505">
                  <c:v>4904.5</c:v>
                </c:pt>
                <c:pt idx="6506">
                  <c:v>4904.5</c:v>
                </c:pt>
                <c:pt idx="6507">
                  <c:v>4904.5</c:v>
                </c:pt>
                <c:pt idx="6508">
                  <c:v>5104.5</c:v>
                </c:pt>
                <c:pt idx="6509">
                  <c:v>5104.5</c:v>
                </c:pt>
                <c:pt idx="6510">
                  <c:v>5104.5</c:v>
                </c:pt>
                <c:pt idx="6511">
                  <c:v>5104.5</c:v>
                </c:pt>
                <c:pt idx="6512">
                  <c:v>5574.5</c:v>
                </c:pt>
                <c:pt idx="6513">
                  <c:v>5574.5</c:v>
                </c:pt>
                <c:pt idx="6514">
                  <c:v>5674.5</c:v>
                </c:pt>
                <c:pt idx="6515">
                  <c:v>5674.5</c:v>
                </c:pt>
                <c:pt idx="6516">
                  <c:v>5674.5</c:v>
                </c:pt>
                <c:pt idx="6517">
                  <c:v>5674.5</c:v>
                </c:pt>
                <c:pt idx="6518">
                  <c:v>5774.5</c:v>
                </c:pt>
                <c:pt idx="6519">
                  <c:v>5774.5</c:v>
                </c:pt>
                <c:pt idx="6520">
                  <c:v>5974.5</c:v>
                </c:pt>
                <c:pt idx="6521">
                  <c:v>5974.5</c:v>
                </c:pt>
                <c:pt idx="6522">
                  <c:v>5974.5</c:v>
                </c:pt>
                <c:pt idx="6523">
                  <c:v>5974.5</c:v>
                </c:pt>
                <c:pt idx="6524">
                  <c:v>5974.5</c:v>
                </c:pt>
                <c:pt idx="6525">
                  <c:v>5774.5</c:v>
                </c:pt>
                <c:pt idx="6526">
                  <c:v>5574.5</c:v>
                </c:pt>
                <c:pt idx="6527">
                  <c:v>5574.5</c:v>
                </c:pt>
                <c:pt idx="6528">
                  <c:v>5574.5</c:v>
                </c:pt>
                <c:pt idx="6529">
                  <c:v>5574.5</c:v>
                </c:pt>
                <c:pt idx="6530">
                  <c:v>5574.5</c:v>
                </c:pt>
                <c:pt idx="6531">
                  <c:v>5574.5</c:v>
                </c:pt>
                <c:pt idx="6532">
                  <c:v>4904.5</c:v>
                </c:pt>
                <c:pt idx="6533">
                  <c:v>4704.5</c:v>
                </c:pt>
                <c:pt idx="6534">
                  <c:v>4504.5</c:v>
                </c:pt>
                <c:pt idx="6535">
                  <c:v>4504.5</c:v>
                </c:pt>
                <c:pt idx="6536">
                  <c:v>4404.5</c:v>
                </c:pt>
                <c:pt idx="6537">
                  <c:v>4404.5</c:v>
                </c:pt>
                <c:pt idx="6538">
                  <c:v>4404.5</c:v>
                </c:pt>
                <c:pt idx="6539">
                  <c:v>4404.5</c:v>
                </c:pt>
                <c:pt idx="6540">
                  <c:v>4234.5</c:v>
                </c:pt>
                <c:pt idx="6541">
                  <c:v>4335</c:v>
                </c:pt>
                <c:pt idx="6542">
                  <c:v>4235</c:v>
                </c:pt>
                <c:pt idx="6543">
                  <c:v>4235</c:v>
                </c:pt>
                <c:pt idx="6544">
                  <c:v>4235</c:v>
                </c:pt>
                <c:pt idx="6545">
                  <c:v>4235</c:v>
                </c:pt>
                <c:pt idx="6546">
                  <c:v>4235</c:v>
                </c:pt>
                <c:pt idx="6547">
                  <c:v>4035</c:v>
                </c:pt>
                <c:pt idx="6548">
                  <c:v>3834.5</c:v>
                </c:pt>
                <c:pt idx="6549">
                  <c:v>3734.5</c:v>
                </c:pt>
                <c:pt idx="6550">
                  <c:v>3734.5</c:v>
                </c:pt>
                <c:pt idx="6551">
                  <c:v>3734.5</c:v>
                </c:pt>
                <c:pt idx="6552">
                  <c:v>3734.5</c:v>
                </c:pt>
                <c:pt idx="6553">
                  <c:v>3234.5</c:v>
                </c:pt>
                <c:pt idx="6554">
                  <c:v>3064.5</c:v>
                </c:pt>
                <c:pt idx="6555">
                  <c:v>2864.5</c:v>
                </c:pt>
                <c:pt idx="6556">
                  <c:v>2864.5</c:v>
                </c:pt>
                <c:pt idx="6557">
                  <c:v>2864.5</c:v>
                </c:pt>
                <c:pt idx="6558">
                  <c:v>2864.5</c:v>
                </c:pt>
                <c:pt idx="6559">
                  <c:v>2864.5</c:v>
                </c:pt>
                <c:pt idx="6560">
                  <c:v>2464.5</c:v>
                </c:pt>
                <c:pt idx="6561">
                  <c:v>2264.5</c:v>
                </c:pt>
                <c:pt idx="6562">
                  <c:v>2064.5</c:v>
                </c:pt>
                <c:pt idx="6563">
                  <c:v>1864.5</c:v>
                </c:pt>
                <c:pt idx="6564">
                  <c:v>1864.5</c:v>
                </c:pt>
                <c:pt idx="6565">
                  <c:v>1864.5</c:v>
                </c:pt>
                <c:pt idx="6566">
                  <c:v>1864.5</c:v>
                </c:pt>
                <c:pt idx="6567">
                  <c:v>1464.5</c:v>
                </c:pt>
                <c:pt idx="6568">
                  <c:v>1464.5</c:v>
                </c:pt>
                <c:pt idx="6569">
                  <c:v>1664.5</c:v>
                </c:pt>
                <c:pt idx="6570">
                  <c:v>1664.5</c:v>
                </c:pt>
                <c:pt idx="6571">
                  <c:v>1664.5</c:v>
                </c:pt>
                <c:pt idx="6572">
                  <c:v>1664.5</c:v>
                </c:pt>
                <c:pt idx="6573">
                  <c:v>1664.5</c:v>
                </c:pt>
                <c:pt idx="6574">
                  <c:v>1664.5</c:v>
                </c:pt>
                <c:pt idx="6575">
                  <c:v>1664.5</c:v>
                </c:pt>
                <c:pt idx="6576">
                  <c:v>1834.5</c:v>
                </c:pt>
                <c:pt idx="6577">
                  <c:v>1834.5</c:v>
                </c:pt>
                <c:pt idx="6578">
                  <c:v>1834.5</c:v>
                </c:pt>
                <c:pt idx="6579">
                  <c:v>1834.5</c:v>
                </c:pt>
                <c:pt idx="6580">
                  <c:v>1834.5</c:v>
                </c:pt>
                <c:pt idx="6581">
                  <c:v>2234.5</c:v>
                </c:pt>
                <c:pt idx="6582">
                  <c:v>2434.5</c:v>
                </c:pt>
                <c:pt idx="6583">
                  <c:v>2904.5</c:v>
                </c:pt>
                <c:pt idx="6584">
                  <c:v>2904.5</c:v>
                </c:pt>
                <c:pt idx="6585">
                  <c:v>2904.5</c:v>
                </c:pt>
                <c:pt idx="6586">
                  <c:v>2904.5</c:v>
                </c:pt>
                <c:pt idx="6587">
                  <c:v>2904.5</c:v>
                </c:pt>
                <c:pt idx="6588">
                  <c:v>2904.5</c:v>
                </c:pt>
                <c:pt idx="6589">
                  <c:v>2904.5</c:v>
                </c:pt>
                <c:pt idx="6590">
                  <c:v>2904.5</c:v>
                </c:pt>
                <c:pt idx="6591">
                  <c:v>2904.5</c:v>
                </c:pt>
                <c:pt idx="6592">
                  <c:v>2904.5</c:v>
                </c:pt>
                <c:pt idx="6593">
                  <c:v>2904.5</c:v>
                </c:pt>
                <c:pt idx="6594">
                  <c:v>2904.5</c:v>
                </c:pt>
                <c:pt idx="6595">
                  <c:v>2904.5</c:v>
                </c:pt>
                <c:pt idx="6596">
                  <c:v>3004.5</c:v>
                </c:pt>
                <c:pt idx="6597">
                  <c:v>3204.5</c:v>
                </c:pt>
                <c:pt idx="6598">
                  <c:v>3204.5</c:v>
                </c:pt>
                <c:pt idx="6599">
                  <c:v>3204.5</c:v>
                </c:pt>
                <c:pt idx="6600">
                  <c:v>3204.5</c:v>
                </c:pt>
                <c:pt idx="6601">
                  <c:v>3204.5</c:v>
                </c:pt>
                <c:pt idx="6602">
                  <c:v>3204.5</c:v>
                </c:pt>
                <c:pt idx="6603">
                  <c:v>3204.5</c:v>
                </c:pt>
                <c:pt idx="6604">
                  <c:v>3204.5</c:v>
                </c:pt>
                <c:pt idx="6605">
                  <c:v>3204.5</c:v>
                </c:pt>
                <c:pt idx="6606">
                  <c:v>3204.5</c:v>
                </c:pt>
                <c:pt idx="6607">
                  <c:v>3204.5</c:v>
                </c:pt>
                <c:pt idx="6608">
                  <c:v>3204.5</c:v>
                </c:pt>
                <c:pt idx="6609">
                  <c:v>3204.5</c:v>
                </c:pt>
                <c:pt idx="6610">
                  <c:v>3204.5</c:v>
                </c:pt>
                <c:pt idx="6611">
                  <c:v>3204.5</c:v>
                </c:pt>
                <c:pt idx="6612">
                  <c:v>3204.5</c:v>
                </c:pt>
                <c:pt idx="6613">
                  <c:v>3204.5</c:v>
                </c:pt>
                <c:pt idx="6614">
                  <c:v>3204.5</c:v>
                </c:pt>
                <c:pt idx="6615">
                  <c:v>3204.5</c:v>
                </c:pt>
                <c:pt idx="6616">
                  <c:v>3204.5</c:v>
                </c:pt>
                <c:pt idx="6617">
                  <c:v>3204.5</c:v>
                </c:pt>
                <c:pt idx="6618">
                  <c:v>3204.5</c:v>
                </c:pt>
                <c:pt idx="6619">
                  <c:v>3204.5</c:v>
                </c:pt>
                <c:pt idx="6620">
                  <c:v>3204.5</c:v>
                </c:pt>
                <c:pt idx="6621">
                  <c:v>3204.5</c:v>
                </c:pt>
                <c:pt idx="6622">
                  <c:v>3204.5</c:v>
                </c:pt>
                <c:pt idx="6623">
                  <c:v>3204.5</c:v>
                </c:pt>
                <c:pt idx="6624">
                  <c:v>3204.5</c:v>
                </c:pt>
                <c:pt idx="6625">
                  <c:v>3204.5</c:v>
                </c:pt>
                <c:pt idx="6626">
                  <c:v>3204.5</c:v>
                </c:pt>
                <c:pt idx="6627">
                  <c:v>3204.5</c:v>
                </c:pt>
                <c:pt idx="6628">
                  <c:v>3374.5</c:v>
                </c:pt>
                <c:pt idx="6629">
                  <c:v>3374.5</c:v>
                </c:pt>
                <c:pt idx="6630">
                  <c:v>3374.5</c:v>
                </c:pt>
                <c:pt idx="6631">
                  <c:v>3544.5</c:v>
                </c:pt>
                <c:pt idx="6632">
                  <c:v>3444.5</c:v>
                </c:pt>
                <c:pt idx="6633">
                  <c:v>3244.5</c:v>
                </c:pt>
                <c:pt idx="6634">
                  <c:v>3244.5</c:v>
                </c:pt>
                <c:pt idx="6635">
                  <c:v>3244.5</c:v>
                </c:pt>
                <c:pt idx="6636">
                  <c:v>3244.5</c:v>
                </c:pt>
              </c:numCache>
            </c:numRef>
          </c:val>
          <c:extLst xmlns:c16r2="http://schemas.microsoft.com/office/drawing/2015/06/chart">
            <c:ext xmlns:c16="http://schemas.microsoft.com/office/drawing/2014/chart" uri="{C3380CC4-5D6E-409C-BE32-E72D297353CC}">
              <c16:uniqueId val="{00000000-420E-43B6-A170-92DA5CDFFFE2}"/>
            </c:ext>
          </c:extLst>
        </c:ser>
        <c:dLbls>
          <c:showLegendKey val="0"/>
          <c:showVal val="0"/>
          <c:showCatName val="0"/>
          <c:showSerName val="0"/>
          <c:showPercent val="0"/>
          <c:showBubbleSize val="0"/>
        </c:dLbls>
        <c:axId val="631985664"/>
        <c:axId val="631978048"/>
      </c:areaChart>
      <c:lineChart>
        <c:grouping val="standard"/>
        <c:varyColors val="0"/>
        <c:ser>
          <c:idx val="0"/>
          <c:order val="0"/>
          <c:tx>
            <c:strRef>
              <c:f>价差走势表!$AR$1</c:f>
              <c:strCache>
                <c:ptCount val="1"/>
                <c:pt idx="0">
                  <c:v>黄磷（元/吨）</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价差走势表!$A$2:$A$6638</c:f>
              <c:numCache>
                <c:formatCode>m/d/yyyy</c:formatCode>
                <c:ptCount val="6637"/>
                <c:pt idx="0">
                  <c:v>38718</c:v>
                </c:pt>
                <c:pt idx="1">
                  <c:v>38719</c:v>
                </c:pt>
                <c:pt idx="2">
                  <c:v>38720</c:v>
                </c:pt>
                <c:pt idx="3">
                  <c:v>38721</c:v>
                </c:pt>
                <c:pt idx="4">
                  <c:v>38722</c:v>
                </c:pt>
                <c:pt idx="5">
                  <c:v>38723</c:v>
                </c:pt>
                <c:pt idx="6">
                  <c:v>38724</c:v>
                </c:pt>
                <c:pt idx="7">
                  <c:v>38725</c:v>
                </c:pt>
                <c:pt idx="8">
                  <c:v>38726</c:v>
                </c:pt>
                <c:pt idx="9">
                  <c:v>38727</c:v>
                </c:pt>
                <c:pt idx="10">
                  <c:v>38728</c:v>
                </c:pt>
                <c:pt idx="11">
                  <c:v>38729</c:v>
                </c:pt>
                <c:pt idx="12">
                  <c:v>38730</c:v>
                </c:pt>
                <c:pt idx="13">
                  <c:v>38731</c:v>
                </c:pt>
                <c:pt idx="14">
                  <c:v>38732</c:v>
                </c:pt>
                <c:pt idx="15">
                  <c:v>38733</c:v>
                </c:pt>
                <c:pt idx="16">
                  <c:v>38734</c:v>
                </c:pt>
                <c:pt idx="17">
                  <c:v>38735</c:v>
                </c:pt>
                <c:pt idx="18">
                  <c:v>38736</c:v>
                </c:pt>
                <c:pt idx="19">
                  <c:v>38737</c:v>
                </c:pt>
                <c:pt idx="20">
                  <c:v>38738</c:v>
                </c:pt>
                <c:pt idx="21">
                  <c:v>38739</c:v>
                </c:pt>
                <c:pt idx="22">
                  <c:v>38740</c:v>
                </c:pt>
                <c:pt idx="23">
                  <c:v>38741</c:v>
                </c:pt>
                <c:pt idx="24">
                  <c:v>38742</c:v>
                </c:pt>
                <c:pt idx="25">
                  <c:v>38743</c:v>
                </c:pt>
                <c:pt idx="26">
                  <c:v>38744</c:v>
                </c:pt>
                <c:pt idx="27">
                  <c:v>38745</c:v>
                </c:pt>
                <c:pt idx="28">
                  <c:v>38746</c:v>
                </c:pt>
                <c:pt idx="29">
                  <c:v>38747</c:v>
                </c:pt>
                <c:pt idx="30">
                  <c:v>38748</c:v>
                </c:pt>
                <c:pt idx="31">
                  <c:v>38749</c:v>
                </c:pt>
                <c:pt idx="32">
                  <c:v>38750</c:v>
                </c:pt>
                <c:pt idx="33">
                  <c:v>38751</c:v>
                </c:pt>
                <c:pt idx="34">
                  <c:v>38752</c:v>
                </c:pt>
                <c:pt idx="35">
                  <c:v>38753</c:v>
                </c:pt>
                <c:pt idx="36">
                  <c:v>38754</c:v>
                </c:pt>
                <c:pt idx="37">
                  <c:v>38755</c:v>
                </c:pt>
                <c:pt idx="38">
                  <c:v>38756</c:v>
                </c:pt>
                <c:pt idx="39">
                  <c:v>38757</c:v>
                </c:pt>
                <c:pt idx="40">
                  <c:v>38758</c:v>
                </c:pt>
                <c:pt idx="41">
                  <c:v>38759</c:v>
                </c:pt>
                <c:pt idx="42">
                  <c:v>38760</c:v>
                </c:pt>
                <c:pt idx="43">
                  <c:v>38761</c:v>
                </c:pt>
                <c:pt idx="44">
                  <c:v>38762</c:v>
                </c:pt>
                <c:pt idx="45">
                  <c:v>38763</c:v>
                </c:pt>
                <c:pt idx="46">
                  <c:v>38764</c:v>
                </c:pt>
                <c:pt idx="47">
                  <c:v>38765</c:v>
                </c:pt>
                <c:pt idx="48">
                  <c:v>38766</c:v>
                </c:pt>
                <c:pt idx="49">
                  <c:v>38767</c:v>
                </c:pt>
                <c:pt idx="50">
                  <c:v>38768</c:v>
                </c:pt>
                <c:pt idx="51">
                  <c:v>38769</c:v>
                </c:pt>
                <c:pt idx="52">
                  <c:v>38770</c:v>
                </c:pt>
                <c:pt idx="53">
                  <c:v>38771</c:v>
                </c:pt>
                <c:pt idx="54">
                  <c:v>38772</c:v>
                </c:pt>
                <c:pt idx="55">
                  <c:v>38773</c:v>
                </c:pt>
                <c:pt idx="56">
                  <c:v>38774</c:v>
                </c:pt>
                <c:pt idx="57">
                  <c:v>38775</c:v>
                </c:pt>
                <c:pt idx="58">
                  <c:v>38776</c:v>
                </c:pt>
                <c:pt idx="59">
                  <c:v>38777</c:v>
                </c:pt>
                <c:pt idx="60">
                  <c:v>38778</c:v>
                </c:pt>
                <c:pt idx="61">
                  <c:v>38779</c:v>
                </c:pt>
                <c:pt idx="62">
                  <c:v>38780</c:v>
                </c:pt>
                <c:pt idx="63">
                  <c:v>38781</c:v>
                </c:pt>
                <c:pt idx="64">
                  <c:v>38782</c:v>
                </c:pt>
                <c:pt idx="65">
                  <c:v>38783</c:v>
                </c:pt>
                <c:pt idx="66">
                  <c:v>38784</c:v>
                </c:pt>
                <c:pt idx="67">
                  <c:v>38785</c:v>
                </c:pt>
                <c:pt idx="68">
                  <c:v>38786</c:v>
                </c:pt>
                <c:pt idx="69">
                  <c:v>38787</c:v>
                </c:pt>
                <c:pt idx="70">
                  <c:v>38788</c:v>
                </c:pt>
                <c:pt idx="71">
                  <c:v>38789</c:v>
                </c:pt>
                <c:pt idx="72">
                  <c:v>38790</c:v>
                </c:pt>
                <c:pt idx="73">
                  <c:v>38791</c:v>
                </c:pt>
                <c:pt idx="74">
                  <c:v>38792</c:v>
                </c:pt>
                <c:pt idx="75">
                  <c:v>38793</c:v>
                </c:pt>
                <c:pt idx="76">
                  <c:v>38794</c:v>
                </c:pt>
                <c:pt idx="77">
                  <c:v>38795</c:v>
                </c:pt>
                <c:pt idx="78">
                  <c:v>38796</c:v>
                </c:pt>
                <c:pt idx="79">
                  <c:v>38797</c:v>
                </c:pt>
                <c:pt idx="80">
                  <c:v>38798</c:v>
                </c:pt>
                <c:pt idx="81">
                  <c:v>38799</c:v>
                </c:pt>
                <c:pt idx="82">
                  <c:v>38800</c:v>
                </c:pt>
                <c:pt idx="83">
                  <c:v>38801</c:v>
                </c:pt>
                <c:pt idx="84">
                  <c:v>38802</c:v>
                </c:pt>
                <c:pt idx="85">
                  <c:v>38803</c:v>
                </c:pt>
                <c:pt idx="86">
                  <c:v>38804</c:v>
                </c:pt>
                <c:pt idx="87">
                  <c:v>38805</c:v>
                </c:pt>
                <c:pt idx="88">
                  <c:v>38806</c:v>
                </c:pt>
                <c:pt idx="89">
                  <c:v>38807</c:v>
                </c:pt>
                <c:pt idx="90">
                  <c:v>38808</c:v>
                </c:pt>
                <c:pt idx="91">
                  <c:v>38809</c:v>
                </c:pt>
                <c:pt idx="92">
                  <c:v>38810</c:v>
                </c:pt>
                <c:pt idx="93">
                  <c:v>38811</c:v>
                </c:pt>
                <c:pt idx="94">
                  <c:v>38812</c:v>
                </c:pt>
                <c:pt idx="95">
                  <c:v>38813</c:v>
                </c:pt>
                <c:pt idx="96">
                  <c:v>38814</c:v>
                </c:pt>
                <c:pt idx="97">
                  <c:v>38815</c:v>
                </c:pt>
                <c:pt idx="98">
                  <c:v>38816</c:v>
                </c:pt>
                <c:pt idx="99">
                  <c:v>38817</c:v>
                </c:pt>
                <c:pt idx="100">
                  <c:v>38818</c:v>
                </c:pt>
                <c:pt idx="101">
                  <c:v>38819</c:v>
                </c:pt>
                <c:pt idx="102">
                  <c:v>38820</c:v>
                </c:pt>
                <c:pt idx="103">
                  <c:v>38821</c:v>
                </c:pt>
                <c:pt idx="104">
                  <c:v>38822</c:v>
                </c:pt>
                <c:pt idx="105">
                  <c:v>38823</c:v>
                </c:pt>
                <c:pt idx="106">
                  <c:v>38824</c:v>
                </c:pt>
                <c:pt idx="107">
                  <c:v>38825</c:v>
                </c:pt>
                <c:pt idx="108">
                  <c:v>38826</c:v>
                </c:pt>
                <c:pt idx="109">
                  <c:v>38827</c:v>
                </c:pt>
                <c:pt idx="110">
                  <c:v>38828</c:v>
                </c:pt>
                <c:pt idx="111">
                  <c:v>38829</c:v>
                </c:pt>
                <c:pt idx="112">
                  <c:v>38830</c:v>
                </c:pt>
                <c:pt idx="113">
                  <c:v>38831</c:v>
                </c:pt>
                <c:pt idx="114">
                  <c:v>38832</c:v>
                </c:pt>
                <c:pt idx="115">
                  <c:v>38833</c:v>
                </c:pt>
                <c:pt idx="116">
                  <c:v>38834</c:v>
                </c:pt>
                <c:pt idx="117">
                  <c:v>38835</c:v>
                </c:pt>
                <c:pt idx="118">
                  <c:v>38836</c:v>
                </c:pt>
                <c:pt idx="119">
                  <c:v>38837</c:v>
                </c:pt>
                <c:pt idx="120">
                  <c:v>38838</c:v>
                </c:pt>
                <c:pt idx="121">
                  <c:v>38839</c:v>
                </c:pt>
                <c:pt idx="122">
                  <c:v>38840</c:v>
                </c:pt>
                <c:pt idx="123">
                  <c:v>38841</c:v>
                </c:pt>
                <c:pt idx="124">
                  <c:v>38842</c:v>
                </c:pt>
                <c:pt idx="125">
                  <c:v>38843</c:v>
                </c:pt>
                <c:pt idx="126">
                  <c:v>38844</c:v>
                </c:pt>
                <c:pt idx="127">
                  <c:v>38845</c:v>
                </c:pt>
                <c:pt idx="128">
                  <c:v>38846</c:v>
                </c:pt>
                <c:pt idx="129">
                  <c:v>38847</c:v>
                </c:pt>
                <c:pt idx="130">
                  <c:v>38848</c:v>
                </c:pt>
                <c:pt idx="131">
                  <c:v>38849</c:v>
                </c:pt>
                <c:pt idx="132">
                  <c:v>38850</c:v>
                </c:pt>
                <c:pt idx="133">
                  <c:v>38851</c:v>
                </c:pt>
                <c:pt idx="134">
                  <c:v>38852</c:v>
                </c:pt>
                <c:pt idx="135">
                  <c:v>38853</c:v>
                </c:pt>
                <c:pt idx="136">
                  <c:v>38854</c:v>
                </c:pt>
                <c:pt idx="137">
                  <c:v>38855</c:v>
                </c:pt>
                <c:pt idx="138">
                  <c:v>38856</c:v>
                </c:pt>
                <c:pt idx="139">
                  <c:v>38857</c:v>
                </c:pt>
                <c:pt idx="140">
                  <c:v>38858</c:v>
                </c:pt>
                <c:pt idx="141">
                  <c:v>38859</c:v>
                </c:pt>
                <c:pt idx="142">
                  <c:v>38860</c:v>
                </c:pt>
                <c:pt idx="143">
                  <c:v>38861</c:v>
                </c:pt>
                <c:pt idx="144">
                  <c:v>38862</c:v>
                </c:pt>
                <c:pt idx="145">
                  <c:v>38863</c:v>
                </c:pt>
                <c:pt idx="146">
                  <c:v>38864</c:v>
                </c:pt>
                <c:pt idx="147">
                  <c:v>38865</c:v>
                </c:pt>
                <c:pt idx="148">
                  <c:v>38866</c:v>
                </c:pt>
                <c:pt idx="149">
                  <c:v>38867</c:v>
                </c:pt>
                <c:pt idx="150">
                  <c:v>38868</c:v>
                </c:pt>
                <c:pt idx="151">
                  <c:v>38869</c:v>
                </c:pt>
                <c:pt idx="152">
                  <c:v>38870</c:v>
                </c:pt>
                <c:pt idx="153">
                  <c:v>38871</c:v>
                </c:pt>
                <c:pt idx="154">
                  <c:v>38872</c:v>
                </c:pt>
                <c:pt idx="155">
                  <c:v>38873</c:v>
                </c:pt>
                <c:pt idx="156">
                  <c:v>38874</c:v>
                </c:pt>
                <c:pt idx="157">
                  <c:v>38875</c:v>
                </c:pt>
                <c:pt idx="158">
                  <c:v>38876</c:v>
                </c:pt>
                <c:pt idx="159">
                  <c:v>38877</c:v>
                </c:pt>
                <c:pt idx="160">
                  <c:v>38878</c:v>
                </c:pt>
                <c:pt idx="161">
                  <c:v>38879</c:v>
                </c:pt>
                <c:pt idx="162">
                  <c:v>38880</c:v>
                </c:pt>
                <c:pt idx="163">
                  <c:v>38881</c:v>
                </c:pt>
                <c:pt idx="164">
                  <c:v>38882</c:v>
                </c:pt>
                <c:pt idx="165">
                  <c:v>38883</c:v>
                </c:pt>
                <c:pt idx="166">
                  <c:v>38884</c:v>
                </c:pt>
                <c:pt idx="167">
                  <c:v>38885</c:v>
                </c:pt>
                <c:pt idx="168">
                  <c:v>38886</c:v>
                </c:pt>
                <c:pt idx="169">
                  <c:v>38887</c:v>
                </c:pt>
                <c:pt idx="170">
                  <c:v>38888</c:v>
                </c:pt>
                <c:pt idx="171">
                  <c:v>38889</c:v>
                </c:pt>
                <c:pt idx="172">
                  <c:v>38890</c:v>
                </c:pt>
                <c:pt idx="173">
                  <c:v>38891</c:v>
                </c:pt>
                <c:pt idx="174">
                  <c:v>38892</c:v>
                </c:pt>
                <c:pt idx="175">
                  <c:v>38893</c:v>
                </c:pt>
                <c:pt idx="176">
                  <c:v>38894</c:v>
                </c:pt>
                <c:pt idx="177">
                  <c:v>38895</c:v>
                </c:pt>
                <c:pt idx="178">
                  <c:v>38896</c:v>
                </c:pt>
                <c:pt idx="179">
                  <c:v>38897</c:v>
                </c:pt>
                <c:pt idx="180">
                  <c:v>38898</c:v>
                </c:pt>
                <c:pt idx="181">
                  <c:v>38899</c:v>
                </c:pt>
                <c:pt idx="182">
                  <c:v>38900</c:v>
                </c:pt>
                <c:pt idx="183">
                  <c:v>38901</c:v>
                </c:pt>
                <c:pt idx="184">
                  <c:v>38902</c:v>
                </c:pt>
                <c:pt idx="185">
                  <c:v>38903</c:v>
                </c:pt>
                <c:pt idx="186">
                  <c:v>38904</c:v>
                </c:pt>
                <c:pt idx="187">
                  <c:v>38905</c:v>
                </c:pt>
                <c:pt idx="188">
                  <c:v>38906</c:v>
                </c:pt>
                <c:pt idx="189">
                  <c:v>38907</c:v>
                </c:pt>
                <c:pt idx="190">
                  <c:v>38908</c:v>
                </c:pt>
                <c:pt idx="191">
                  <c:v>38909</c:v>
                </c:pt>
                <c:pt idx="192">
                  <c:v>38910</c:v>
                </c:pt>
                <c:pt idx="193">
                  <c:v>38911</c:v>
                </c:pt>
                <c:pt idx="194">
                  <c:v>38912</c:v>
                </c:pt>
                <c:pt idx="195">
                  <c:v>38913</c:v>
                </c:pt>
                <c:pt idx="196">
                  <c:v>38914</c:v>
                </c:pt>
                <c:pt idx="197">
                  <c:v>38915</c:v>
                </c:pt>
                <c:pt idx="198">
                  <c:v>38916</c:v>
                </c:pt>
                <c:pt idx="199">
                  <c:v>38917</c:v>
                </c:pt>
                <c:pt idx="200">
                  <c:v>38918</c:v>
                </c:pt>
                <c:pt idx="201">
                  <c:v>38919</c:v>
                </c:pt>
                <c:pt idx="202">
                  <c:v>38920</c:v>
                </c:pt>
                <c:pt idx="203">
                  <c:v>38921</c:v>
                </c:pt>
                <c:pt idx="204">
                  <c:v>38922</c:v>
                </c:pt>
                <c:pt idx="205">
                  <c:v>38923</c:v>
                </c:pt>
                <c:pt idx="206">
                  <c:v>38924</c:v>
                </c:pt>
                <c:pt idx="207">
                  <c:v>38925</c:v>
                </c:pt>
                <c:pt idx="208">
                  <c:v>38926</c:v>
                </c:pt>
                <c:pt idx="209">
                  <c:v>38927</c:v>
                </c:pt>
                <c:pt idx="210">
                  <c:v>38928</c:v>
                </c:pt>
                <c:pt idx="211">
                  <c:v>38929</c:v>
                </c:pt>
                <c:pt idx="212">
                  <c:v>38930</c:v>
                </c:pt>
                <c:pt idx="213">
                  <c:v>38931</c:v>
                </c:pt>
                <c:pt idx="214">
                  <c:v>38932</c:v>
                </c:pt>
                <c:pt idx="215">
                  <c:v>38933</c:v>
                </c:pt>
                <c:pt idx="216">
                  <c:v>38934</c:v>
                </c:pt>
                <c:pt idx="217">
                  <c:v>38935</c:v>
                </c:pt>
                <c:pt idx="218">
                  <c:v>38936</c:v>
                </c:pt>
                <c:pt idx="219">
                  <c:v>38937</c:v>
                </c:pt>
                <c:pt idx="220">
                  <c:v>38938</c:v>
                </c:pt>
                <c:pt idx="221">
                  <c:v>38939</c:v>
                </c:pt>
                <c:pt idx="222">
                  <c:v>38940</c:v>
                </c:pt>
                <c:pt idx="223">
                  <c:v>38941</c:v>
                </c:pt>
                <c:pt idx="224">
                  <c:v>38942</c:v>
                </c:pt>
                <c:pt idx="225">
                  <c:v>38943</c:v>
                </c:pt>
                <c:pt idx="226">
                  <c:v>38944</c:v>
                </c:pt>
                <c:pt idx="227">
                  <c:v>38945</c:v>
                </c:pt>
                <c:pt idx="228">
                  <c:v>38946</c:v>
                </c:pt>
                <c:pt idx="229">
                  <c:v>38947</c:v>
                </c:pt>
                <c:pt idx="230">
                  <c:v>38948</c:v>
                </c:pt>
                <c:pt idx="231">
                  <c:v>38949</c:v>
                </c:pt>
                <c:pt idx="232">
                  <c:v>38950</c:v>
                </c:pt>
                <c:pt idx="233">
                  <c:v>38951</c:v>
                </c:pt>
                <c:pt idx="234">
                  <c:v>38952</c:v>
                </c:pt>
                <c:pt idx="235">
                  <c:v>38953</c:v>
                </c:pt>
                <c:pt idx="236">
                  <c:v>38954</c:v>
                </c:pt>
                <c:pt idx="237">
                  <c:v>38955</c:v>
                </c:pt>
                <c:pt idx="238">
                  <c:v>38956</c:v>
                </c:pt>
                <c:pt idx="239">
                  <c:v>38957</c:v>
                </c:pt>
                <c:pt idx="240">
                  <c:v>38958</c:v>
                </c:pt>
                <c:pt idx="241">
                  <c:v>38959</c:v>
                </c:pt>
                <c:pt idx="242">
                  <c:v>38960</c:v>
                </c:pt>
                <c:pt idx="243">
                  <c:v>38961</c:v>
                </c:pt>
                <c:pt idx="244">
                  <c:v>38962</c:v>
                </c:pt>
                <c:pt idx="245">
                  <c:v>38963</c:v>
                </c:pt>
                <c:pt idx="246">
                  <c:v>38964</c:v>
                </c:pt>
                <c:pt idx="247">
                  <c:v>38965</c:v>
                </c:pt>
                <c:pt idx="248">
                  <c:v>38966</c:v>
                </c:pt>
                <c:pt idx="249">
                  <c:v>38967</c:v>
                </c:pt>
                <c:pt idx="250">
                  <c:v>38968</c:v>
                </c:pt>
                <c:pt idx="251">
                  <c:v>38969</c:v>
                </c:pt>
                <c:pt idx="252">
                  <c:v>38970</c:v>
                </c:pt>
                <c:pt idx="253">
                  <c:v>38971</c:v>
                </c:pt>
                <c:pt idx="254">
                  <c:v>38972</c:v>
                </c:pt>
                <c:pt idx="255">
                  <c:v>38973</c:v>
                </c:pt>
                <c:pt idx="256">
                  <c:v>38974</c:v>
                </c:pt>
                <c:pt idx="257">
                  <c:v>38975</c:v>
                </c:pt>
                <c:pt idx="258">
                  <c:v>38976</c:v>
                </c:pt>
                <c:pt idx="259">
                  <c:v>38977</c:v>
                </c:pt>
                <c:pt idx="260">
                  <c:v>38978</c:v>
                </c:pt>
                <c:pt idx="261">
                  <c:v>38979</c:v>
                </c:pt>
                <c:pt idx="262">
                  <c:v>38980</c:v>
                </c:pt>
                <c:pt idx="263">
                  <c:v>38981</c:v>
                </c:pt>
                <c:pt idx="264">
                  <c:v>38982</c:v>
                </c:pt>
                <c:pt idx="265">
                  <c:v>38983</c:v>
                </c:pt>
                <c:pt idx="266">
                  <c:v>38984</c:v>
                </c:pt>
                <c:pt idx="267">
                  <c:v>38985</c:v>
                </c:pt>
                <c:pt idx="268">
                  <c:v>38986</c:v>
                </c:pt>
                <c:pt idx="269">
                  <c:v>38987</c:v>
                </c:pt>
                <c:pt idx="270">
                  <c:v>38988</c:v>
                </c:pt>
                <c:pt idx="271">
                  <c:v>38989</c:v>
                </c:pt>
                <c:pt idx="272">
                  <c:v>38990</c:v>
                </c:pt>
                <c:pt idx="273">
                  <c:v>38991</c:v>
                </c:pt>
                <c:pt idx="274">
                  <c:v>38992</c:v>
                </c:pt>
                <c:pt idx="275">
                  <c:v>38993</c:v>
                </c:pt>
                <c:pt idx="276">
                  <c:v>38994</c:v>
                </c:pt>
                <c:pt idx="277">
                  <c:v>38995</c:v>
                </c:pt>
                <c:pt idx="278">
                  <c:v>38996</c:v>
                </c:pt>
                <c:pt idx="279">
                  <c:v>38997</c:v>
                </c:pt>
                <c:pt idx="280">
                  <c:v>38998</c:v>
                </c:pt>
                <c:pt idx="281">
                  <c:v>38999</c:v>
                </c:pt>
                <c:pt idx="282">
                  <c:v>39000</c:v>
                </c:pt>
                <c:pt idx="283">
                  <c:v>39001</c:v>
                </c:pt>
                <c:pt idx="284">
                  <c:v>39002</c:v>
                </c:pt>
                <c:pt idx="285">
                  <c:v>39003</c:v>
                </c:pt>
                <c:pt idx="286">
                  <c:v>39004</c:v>
                </c:pt>
                <c:pt idx="287">
                  <c:v>39005</c:v>
                </c:pt>
                <c:pt idx="288">
                  <c:v>39006</c:v>
                </c:pt>
                <c:pt idx="289">
                  <c:v>39007</c:v>
                </c:pt>
                <c:pt idx="290">
                  <c:v>39008</c:v>
                </c:pt>
                <c:pt idx="291">
                  <c:v>39009</c:v>
                </c:pt>
                <c:pt idx="292">
                  <c:v>39010</c:v>
                </c:pt>
                <c:pt idx="293">
                  <c:v>39011</c:v>
                </c:pt>
                <c:pt idx="294">
                  <c:v>39012</c:v>
                </c:pt>
                <c:pt idx="295">
                  <c:v>39013</c:v>
                </c:pt>
                <c:pt idx="296">
                  <c:v>39014</c:v>
                </c:pt>
                <c:pt idx="297">
                  <c:v>39015</c:v>
                </c:pt>
                <c:pt idx="298">
                  <c:v>39016</c:v>
                </c:pt>
                <c:pt idx="299">
                  <c:v>39017</c:v>
                </c:pt>
                <c:pt idx="300">
                  <c:v>39018</c:v>
                </c:pt>
                <c:pt idx="301">
                  <c:v>39019</c:v>
                </c:pt>
                <c:pt idx="302">
                  <c:v>39020</c:v>
                </c:pt>
                <c:pt idx="303">
                  <c:v>39021</c:v>
                </c:pt>
                <c:pt idx="304">
                  <c:v>39022</c:v>
                </c:pt>
                <c:pt idx="305">
                  <c:v>39023</c:v>
                </c:pt>
                <c:pt idx="306">
                  <c:v>39024</c:v>
                </c:pt>
                <c:pt idx="307">
                  <c:v>39025</c:v>
                </c:pt>
                <c:pt idx="308">
                  <c:v>39026</c:v>
                </c:pt>
                <c:pt idx="309">
                  <c:v>39027</c:v>
                </c:pt>
                <c:pt idx="310">
                  <c:v>39028</c:v>
                </c:pt>
                <c:pt idx="311">
                  <c:v>39029</c:v>
                </c:pt>
                <c:pt idx="312">
                  <c:v>39030</c:v>
                </c:pt>
                <c:pt idx="313">
                  <c:v>39031</c:v>
                </c:pt>
                <c:pt idx="314">
                  <c:v>39032</c:v>
                </c:pt>
                <c:pt idx="315">
                  <c:v>39033</c:v>
                </c:pt>
                <c:pt idx="316">
                  <c:v>39034</c:v>
                </c:pt>
                <c:pt idx="317">
                  <c:v>39035</c:v>
                </c:pt>
                <c:pt idx="318">
                  <c:v>39036</c:v>
                </c:pt>
                <c:pt idx="319">
                  <c:v>39037</c:v>
                </c:pt>
                <c:pt idx="320">
                  <c:v>39038</c:v>
                </c:pt>
                <c:pt idx="321">
                  <c:v>39039</c:v>
                </c:pt>
                <c:pt idx="322">
                  <c:v>39040</c:v>
                </c:pt>
                <c:pt idx="323">
                  <c:v>39041</c:v>
                </c:pt>
                <c:pt idx="324">
                  <c:v>39042</c:v>
                </c:pt>
                <c:pt idx="325">
                  <c:v>39043</c:v>
                </c:pt>
                <c:pt idx="326">
                  <c:v>39044</c:v>
                </c:pt>
                <c:pt idx="327">
                  <c:v>39045</c:v>
                </c:pt>
                <c:pt idx="328">
                  <c:v>39046</c:v>
                </c:pt>
                <c:pt idx="329">
                  <c:v>39047</c:v>
                </c:pt>
                <c:pt idx="330">
                  <c:v>39048</c:v>
                </c:pt>
                <c:pt idx="331">
                  <c:v>39049</c:v>
                </c:pt>
                <c:pt idx="332">
                  <c:v>39050</c:v>
                </c:pt>
                <c:pt idx="333">
                  <c:v>39051</c:v>
                </c:pt>
                <c:pt idx="334">
                  <c:v>39052</c:v>
                </c:pt>
                <c:pt idx="335">
                  <c:v>39053</c:v>
                </c:pt>
                <c:pt idx="336">
                  <c:v>39054</c:v>
                </c:pt>
                <c:pt idx="337">
                  <c:v>39055</c:v>
                </c:pt>
                <c:pt idx="338">
                  <c:v>39056</c:v>
                </c:pt>
                <c:pt idx="339">
                  <c:v>39057</c:v>
                </c:pt>
                <c:pt idx="340">
                  <c:v>39058</c:v>
                </c:pt>
                <c:pt idx="341">
                  <c:v>39059</c:v>
                </c:pt>
                <c:pt idx="342">
                  <c:v>39060</c:v>
                </c:pt>
                <c:pt idx="343">
                  <c:v>39061</c:v>
                </c:pt>
                <c:pt idx="344">
                  <c:v>39062</c:v>
                </c:pt>
                <c:pt idx="345">
                  <c:v>39063</c:v>
                </c:pt>
                <c:pt idx="346">
                  <c:v>39064</c:v>
                </c:pt>
                <c:pt idx="347">
                  <c:v>39065</c:v>
                </c:pt>
                <c:pt idx="348">
                  <c:v>39066</c:v>
                </c:pt>
                <c:pt idx="349">
                  <c:v>39067</c:v>
                </c:pt>
                <c:pt idx="350">
                  <c:v>39068</c:v>
                </c:pt>
                <c:pt idx="351">
                  <c:v>39069</c:v>
                </c:pt>
                <c:pt idx="352">
                  <c:v>39070</c:v>
                </c:pt>
                <c:pt idx="353">
                  <c:v>39071</c:v>
                </c:pt>
                <c:pt idx="354">
                  <c:v>39072</c:v>
                </c:pt>
                <c:pt idx="355">
                  <c:v>39073</c:v>
                </c:pt>
                <c:pt idx="356">
                  <c:v>39074</c:v>
                </c:pt>
                <c:pt idx="357">
                  <c:v>39075</c:v>
                </c:pt>
                <c:pt idx="358">
                  <c:v>39076</c:v>
                </c:pt>
                <c:pt idx="359">
                  <c:v>39077</c:v>
                </c:pt>
                <c:pt idx="360">
                  <c:v>39078</c:v>
                </c:pt>
                <c:pt idx="361">
                  <c:v>39079</c:v>
                </c:pt>
                <c:pt idx="362">
                  <c:v>39080</c:v>
                </c:pt>
                <c:pt idx="363">
                  <c:v>39081</c:v>
                </c:pt>
                <c:pt idx="364">
                  <c:v>39082</c:v>
                </c:pt>
                <c:pt idx="365">
                  <c:v>39083</c:v>
                </c:pt>
                <c:pt idx="366">
                  <c:v>39084</c:v>
                </c:pt>
                <c:pt idx="367">
                  <c:v>39085</c:v>
                </c:pt>
                <c:pt idx="368">
                  <c:v>39086</c:v>
                </c:pt>
                <c:pt idx="369">
                  <c:v>39087</c:v>
                </c:pt>
                <c:pt idx="370">
                  <c:v>39088</c:v>
                </c:pt>
                <c:pt idx="371">
                  <c:v>39089</c:v>
                </c:pt>
                <c:pt idx="372">
                  <c:v>39090</c:v>
                </c:pt>
                <c:pt idx="373">
                  <c:v>39091</c:v>
                </c:pt>
                <c:pt idx="374">
                  <c:v>39092</c:v>
                </c:pt>
                <c:pt idx="375">
                  <c:v>39093</c:v>
                </c:pt>
                <c:pt idx="376">
                  <c:v>39094</c:v>
                </c:pt>
                <c:pt idx="377">
                  <c:v>39095</c:v>
                </c:pt>
                <c:pt idx="378">
                  <c:v>39096</c:v>
                </c:pt>
                <c:pt idx="379">
                  <c:v>39097</c:v>
                </c:pt>
                <c:pt idx="380">
                  <c:v>39098</c:v>
                </c:pt>
                <c:pt idx="381">
                  <c:v>39099</c:v>
                </c:pt>
                <c:pt idx="382">
                  <c:v>39100</c:v>
                </c:pt>
                <c:pt idx="383">
                  <c:v>39101</c:v>
                </c:pt>
                <c:pt idx="384">
                  <c:v>39102</c:v>
                </c:pt>
                <c:pt idx="385">
                  <c:v>39103</c:v>
                </c:pt>
                <c:pt idx="386">
                  <c:v>39104</c:v>
                </c:pt>
                <c:pt idx="387">
                  <c:v>39105</c:v>
                </c:pt>
                <c:pt idx="388">
                  <c:v>39106</c:v>
                </c:pt>
                <c:pt idx="389">
                  <c:v>39107</c:v>
                </c:pt>
                <c:pt idx="390">
                  <c:v>39108</c:v>
                </c:pt>
                <c:pt idx="391">
                  <c:v>39109</c:v>
                </c:pt>
                <c:pt idx="392">
                  <c:v>39110</c:v>
                </c:pt>
                <c:pt idx="393">
                  <c:v>39111</c:v>
                </c:pt>
                <c:pt idx="394">
                  <c:v>39112</c:v>
                </c:pt>
                <c:pt idx="395">
                  <c:v>39113</c:v>
                </c:pt>
                <c:pt idx="396">
                  <c:v>39114</c:v>
                </c:pt>
                <c:pt idx="397">
                  <c:v>39115</c:v>
                </c:pt>
                <c:pt idx="398">
                  <c:v>39116</c:v>
                </c:pt>
                <c:pt idx="399">
                  <c:v>39117</c:v>
                </c:pt>
                <c:pt idx="400">
                  <c:v>39118</c:v>
                </c:pt>
                <c:pt idx="401">
                  <c:v>39119</c:v>
                </c:pt>
                <c:pt idx="402">
                  <c:v>39120</c:v>
                </c:pt>
                <c:pt idx="403">
                  <c:v>39121</c:v>
                </c:pt>
                <c:pt idx="404">
                  <c:v>39122</c:v>
                </c:pt>
                <c:pt idx="405">
                  <c:v>39123</c:v>
                </c:pt>
                <c:pt idx="406">
                  <c:v>39124</c:v>
                </c:pt>
                <c:pt idx="407">
                  <c:v>39125</c:v>
                </c:pt>
                <c:pt idx="408">
                  <c:v>39126</c:v>
                </c:pt>
                <c:pt idx="409">
                  <c:v>39127</c:v>
                </c:pt>
                <c:pt idx="410">
                  <c:v>39128</c:v>
                </c:pt>
                <c:pt idx="411">
                  <c:v>39129</c:v>
                </c:pt>
                <c:pt idx="412">
                  <c:v>39130</c:v>
                </c:pt>
                <c:pt idx="413">
                  <c:v>39131</c:v>
                </c:pt>
                <c:pt idx="414">
                  <c:v>39132</c:v>
                </c:pt>
                <c:pt idx="415">
                  <c:v>39133</c:v>
                </c:pt>
                <c:pt idx="416">
                  <c:v>39134</c:v>
                </c:pt>
                <c:pt idx="417">
                  <c:v>39135</c:v>
                </c:pt>
                <c:pt idx="418">
                  <c:v>39136</c:v>
                </c:pt>
                <c:pt idx="419">
                  <c:v>39137</c:v>
                </c:pt>
                <c:pt idx="420">
                  <c:v>39138</c:v>
                </c:pt>
                <c:pt idx="421">
                  <c:v>39139</c:v>
                </c:pt>
                <c:pt idx="422">
                  <c:v>39140</c:v>
                </c:pt>
                <c:pt idx="423">
                  <c:v>39141</c:v>
                </c:pt>
                <c:pt idx="424">
                  <c:v>39142</c:v>
                </c:pt>
                <c:pt idx="425">
                  <c:v>39143</c:v>
                </c:pt>
                <c:pt idx="426">
                  <c:v>39144</c:v>
                </c:pt>
                <c:pt idx="427">
                  <c:v>39145</c:v>
                </c:pt>
                <c:pt idx="428">
                  <c:v>39146</c:v>
                </c:pt>
                <c:pt idx="429">
                  <c:v>39147</c:v>
                </c:pt>
                <c:pt idx="430">
                  <c:v>39148</c:v>
                </c:pt>
                <c:pt idx="431">
                  <c:v>39149</c:v>
                </c:pt>
                <c:pt idx="432">
                  <c:v>39150</c:v>
                </c:pt>
                <c:pt idx="433">
                  <c:v>39151</c:v>
                </c:pt>
                <c:pt idx="434">
                  <c:v>39152</c:v>
                </c:pt>
                <c:pt idx="435">
                  <c:v>39153</c:v>
                </c:pt>
                <c:pt idx="436">
                  <c:v>39154</c:v>
                </c:pt>
                <c:pt idx="437">
                  <c:v>39155</c:v>
                </c:pt>
                <c:pt idx="438">
                  <c:v>39156</c:v>
                </c:pt>
                <c:pt idx="439">
                  <c:v>39157</c:v>
                </c:pt>
                <c:pt idx="440">
                  <c:v>39158</c:v>
                </c:pt>
                <c:pt idx="441">
                  <c:v>39159</c:v>
                </c:pt>
                <c:pt idx="442">
                  <c:v>39160</c:v>
                </c:pt>
                <c:pt idx="443">
                  <c:v>39161</c:v>
                </c:pt>
                <c:pt idx="444">
                  <c:v>39162</c:v>
                </c:pt>
                <c:pt idx="445">
                  <c:v>39163</c:v>
                </c:pt>
                <c:pt idx="446">
                  <c:v>39164</c:v>
                </c:pt>
                <c:pt idx="447">
                  <c:v>39165</c:v>
                </c:pt>
                <c:pt idx="448">
                  <c:v>39166</c:v>
                </c:pt>
                <c:pt idx="449">
                  <c:v>39167</c:v>
                </c:pt>
                <c:pt idx="450">
                  <c:v>39168</c:v>
                </c:pt>
                <c:pt idx="451">
                  <c:v>39169</c:v>
                </c:pt>
                <c:pt idx="452">
                  <c:v>39170</c:v>
                </c:pt>
                <c:pt idx="453">
                  <c:v>39171</c:v>
                </c:pt>
                <c:pt idx="454">
                  <c:v>39172</c:v>
                </c:pt>
                <c:pt idx="455">
                  <c:v>39173</c:v>
                </c:pt>
                <c:pt idx="456">
                  <c:v>39174</c:v>
                </c:pt>
                <c:pt idx="457">
                  <c:v>39175</c:v>
                </c:pt>
                <c:pt idx="458">
                  <c:v>39176</c:v>
                </c:pt>
                <c:pt idx="459">
                  <c:v>39177</c:v>
                </c:pt>
                <c:pt idx="460">
                  <c:v>39178</c:v>
                </c:pt>
                <c:pt idx="461">
                  <c:v>39179</c:v>
                </c:pt>
                <c:pt idx="462">
                  <c:v>39180</c:v>
                </c:pt>
                <c:pt idx="463">
                  <c:v>39181</c:v>
                </c:pt>
                <c:pt idx="464">
                  <c:v>39182</c:v>
                </c:pt>
                <c:pt idx="465">
                  <c:v>39183</c:v>
                </c:pt>
                <c:pt idx="466">
                  <c:v>39184</c:v>
                </c:pt>
                <c:pt idx="467">
                  <c:v>39185</c:v>
                </c:pt>
                <c:pt idx="468">
                  <c:v>39186</c:v>
                </c:pt>
                <c:pt idx="469">
                  <c:v>39187</c:v>
                </c:pt>
                <c:pt idx="470">
                  <c:v>39188</c:v>
                </c:pt>
                <c:pt idx="471">
                  <c:v>39189</c:v>
                </c:pt>
                <c:pt idx="472">
                  <c:v>39190</c:v>
                </c:pt>
                <c:pt idx="473">
                  <c:v>39191</c:v>
                </c:pt>
                <c:pt idx="474">
                  <c:v>39192</c:v>
                </c:pt>
                <c:pt idx="475">
                  <c:v>39193</c:v>
                </c:pt>
                <c:pt idx="476">
                  <c:v>39194</c:v>
                </c:pt>
                <c:pt idx="477">
                  <c:v>39195</c:v>
                </c:pt>
                <c:pt idx="478">
                  <c:v>39196</c:v>
                </c:pt>
                <c:pt idx="479">
                  <c:v>39197</c:v>
                </c:pt>
                <c:pt idx="480">
                  <c:v>39198</c:v>
                </c:pt>
                <c:pt idx="481">
                  <c:v>39199</c:v>
                </c:pt>
                <c:pt idx="482">
                  <c:v>39200</c:v>
                </c:pt>
                <c:pt idx="483">
                  <c:v>39201</c:v>
                </c:pt>
                <c:pt idx="484">
                  <c:v>39202</c:v>
                </c:pt>
                <c:pt idx="485">
                  <c:v>39203</c:v>
                </c:pt>
                <c:pt idx="486">
                  <c:v>39204</c:v>
                </c:pt>
                <c:pt idx="487">
                  <c:v>39205</c:v>
                </c:pt>
                <c:pt idx="488">
                  <c:v>39206</c:v>
                </c:pt>
                <c:pt idx="489">
                  <c:v>39207</c:v>
                </c:pt>
                <c:pt idx="490">
                  <c:v>39208</c:v>
                </c:pt>
                <c:pt idx="491">
                  <c:v>39209</c:v>
                </c:pt>
                <c:pt idx="492">
                  <c:v>39210</c:v>
                </c:pt>
                <c:pt idx="493">
                  <c:v>39211</c:v>
                </c:pt>
                <c:pt idx="494">
                  <c:v>39212</c:v>
                </c:pt>
                <c:pt idx="495">
                  <c:v>39213</c:v>
                </c:pt>
                <c:pt idx="496">
                  <c:v>39214</c:v>
                </c:pt>
                <c:pt idx="497">
                  <c:v>39215</c:v>
                </c:pt>
                <c:pt idx="498">
                  <c:v>39216</c:v>
                </c:pt>
                <c:pt idx="499">
                  <c:v>39217</c:v>
                </c:pt>
                <c:pt idx="500">
                  <c:v>39218</c:v>
                </c:pt>
                <c:pt idx="501">
                  <c:v>39219</c:v>
                </c:pt>
                <c:pt idx="502">
                  <c:v>39220</c:v>
                </c:pt>
                <c:pt idx="503">
                  <c:v>39221</c:v>
                </c:pt>
                <c:pt idx="504">
                  <c:v>39222</c:v>
                </c:pt>
                <c:pt idx="505">
                  <c:v>39223</c:v>
                </c:pt>
                <c:pt idx="506">
                  <c:v>39224</c:v>
                </c:pt>
                <c:pt idx="507">
                  <c:v>39225</c:v>
                </c:pt>
                <c:pt idx="508">
                  <c:v>39226</c:v>
                </c:pt>
                <c:pt idx="509">
                  <c:v>39227</c:v>
                </c:pt>
                <c:pt idx="510">
                  <c:v>39228</c:v>
                </c:pt>
                <c:pt idx="511">
                  <c:v>39229</c:v>
                </c:pt>
                <c:pt idx="512">
                  <c:v>39230</c:v>
                </c:pt>
                <c:pt idx="513">
                  <c:v>39231</c:v>
                </c:pt>
                <c:pt idx="514">
                  <c:v>39232</c:v>
                </c:pt>
                <c:pt idx="515">
                  <c:v>39233</c:v>
                </c:pt>
                <c:pt idx="516">
                  <c:v>39234</c:v>
                </c:pt>
                <c:pt idx="517">
                  <c:v>39235</c:v>
                </c:pt>
                <c:pt idx="518">
                  <c:v>39236</c:v>
                </c:pt>
                <c:pt idx="519">
                  <c:v>39237</c:v>
                </c:pt>
                <c:pt idx="520">
                  <c:v>39238</c:v>
                </c:pt>
                <c:pt idx="521">
                  <c:v>39239</c:v>
                </c:pt>
                <c:pt idx="522">
                  <c:v>39240</c:v>
                </c:pt>
                <c:pt idx="523">
                  <c:v>39241</c:v>
                </c:pt>
                <c:pt idx="524">
                  <c:v>39242</c:v>
                </c:pt>
                <c:pt idx="525">
                  <c:v>39243</c:v>
                </c:pt>
                <c:pt idx="526">
                  <c:v>39244</c:v>
                </c:pt>
                <c:pt idx="527">
                  <c:v>39245</c:v>
                </c:pt>
                <c:pt idx="528">
                  <c:v>39246</c:v>
                </c:pt>
                <c:pt idx="529">
                  <c:v>39247</c:v>
                </c:pt>
                <c:pt idx="530">
                  <c:v>39248</c:v>
                </c:pt>
                <c:pt idx="531">
                  <c:v>39249</c:v>
                </c:pt>
                <c:pt idx="532">
                  <c:v>39250</c:v>
                </c:pt>
                <c:pt idx="533">
                  <c:v>39251</c:v>
                </c:pt>
                <c:pt idx="534">
                  <c:v>39252</c:v>
                </c:pt>
                <c:pt idx="535">
                  <c:v>39253</c:v>
                </c:pt>
                <c:pt idx="536">
                  <c:v>39254</c:v>
                </c:pt>
                <c:pt idx="537">
                  <c:v>39255</c:v>
                </c:pt>
                <c:pt idx="538">
                  <c:v>39256</c:v>
                </c:pt>
                <c:pt idx="539">
                  <c:v>39257</c:v>
                </c:pt>
                <c:pt idx="540">
                  <c:v>39258</c:v>
                </c:pt>
                <c:pt idx="541">
                  <c:v>39259</c:v>
                </c:pt>
                <c:pt idx="542">
                  <c:v>39260</c:v>
                </c:pt>
                <c:pt idx="543">
                  <c:v>39261</c:v>
                </c:pt>
                <c:pt idx="544">
                  <c:v>39262</c:v>
                </c:pt>
                <c:pt idx="545">
                  <c:v>39263</c:v>
                </c:pt>
                <c:pt idx="546">
                  <c:v>39264</c:v>
                </c:pt>
                <c:pt idx="547">
                  <c:v>39265</c:v>
                </c:pt>
                <c:pt idx="548">
                  <c:v>39266</c:v>
                </c:pt>
                <c:pt idx="549">
                  <c:v>39267</c:v>
                </c:pt>
                <c:pt idx="550">
                  <c:v>39268</c:v>
                </c:pt>
                <c:pt idx="551">
                  <c:v>39269</c:v>
                </c:pt>
                <c:pt idx="552">
                  <c:v>39270</c:v>
                </c:pt>
                <c:pt idx="553">
                  <c:v>39271</c:v>
                </c:pt>
                <c:pt idx="554">
                  <c:v>39272</c:v>
                </c:pt>
                <c:pt idx="555">
                  <c:v>39273</c:v>
                </c:pt>
                <c:pt idx="556">
                  <c:v>39274</c:v>
                </c:pt>
                <c:pt idx="557">
                  <c:v>39275</c:v>
                </c:pt>
                <c:pt idx="558">
                  <c:v>39276</c:v>
                </c:pt>
                <c:pt idx="559">
                  <c:v>39277</c:v>
                </c:pt>
                <c:pt idx="560">
                  <c:v>39278</c:v>
                </c:pt>
                <c:pt idx="561">
                  <c:v>39279</c:v>
                </c:pt>
                <c:pt idx="562">
                  <c:v>39280</c:v>
                </c:pt>
                <c:pt idx="563">
                  <c:v>39281</c:v>
                </c:pt>
                <c:pt idx="564">
                  <c:v>39282</c:v>
                </c:pt>
                <c:pt idx="565">
                  <c:v>39283</c:v>
                </c:pt>
                <c:pt idx="566">
                  <c:v>39284</c:v>
                </c:pt>
                <c:pt idx="567">
                  <c:v>39285</c:v>
                </c:pt>
                <c:pt idx="568">
                  <c:v>39286</c:v>
                </c:pt>
                <c:pt idx="569">
                  <c:v>39287</c:v>
                </c:pt>
                <c:pt idx="570">
                  <c:v>39288</c:v>
                </c:pt>
                <c:pt idx="571">
                  <c:v>39289</c:v>
                </c:pt>
                <c:pt idx="572">
                  <c:v>39290</c:v>
                </c:pt>
                <c:pt idx="573">
                  <c:v>39291</c:v>
                </c:pt>
                <c:pt idx="574">
                  <c:v>39292</c:v>
                </c:pt>
                <c:pt idx="575">
                  <c:v>39293</c:v>
                </c:pt>
                <c:pt idx="576">
                  <c:v>39294</c:v>
                </c:pt>
                <c:pt idx="577">
                  <c:v>39295</c:v>
                </c:pt>
                <c:pt idx="578">
                  <c:v>39296</c:v>
                </c:pt>
                <c:pt idx="579">
                  <c:v>39297</c:v>
                </c:pt>
                <c:pt idx="580">
                  <c:v>39298</c:v>
                </c:pt>
                <c:pt idx="581">
                  <c:v>39299</c:v>
                </c:pt>
                <c:pt idx="582">
                  <c:v>39300</c:v>
                </c:pt>
                <c:pt idx="583">
                  <c:v>39301</c:v>
                </c:pt>
                <c:pt idx="584">
                  <c:v>39302</c:v>
                </c:pt>
                <c:pt idx="585">
                  <c:v>39303</c:v>
                </c:pt>
                <c:pt idx="586">
                  <c:v>39304</c:v>
                </c:pt>
                <c:pt idx="587">
                  <c:v>39305</c:v>
                </c:pt>
                <c:pt idx="588">
                  <c:v>39306</c:v>
                </c:pt>
                <c:pt idx="589">
                  <c:v>39307</c:v>
                </c:pt>
                <c:pt idx="590">
                  <c:v>39308</c:v>
                </c:pt>
                <c:pt idx="591">
                  <c:v>39309</c:v>
                </c:pt>
                <c:pt idx="592">
                  <c:v>39310</c:v>
                </c:pt>
                <c:pt idx="593">
                  <c:v>39311</c:v>
                </c:pt>
                <c:pt idx="594">
                  <c:v>39312</c:v>
                </c:pt>
                <c:pt idx="595">
                  <c:v>39313</c:v>
                </c:pt>
                <c:pt idx="596">
                  <c:v>39314</c:v>
                </c:pt>
                <c:pt idx="597">
                  <c:v>39315</c:v>
                </c:pt>
                <c:pt idx="598">
                  <c:v>39316</c:v>
                </c:pt>
                <c:pt idx="599">
                  <c:v>39317</c:v>
                </c:pt>
                <c:pt idx="600">
                  <c:v>39318</c:v>
                </c:pt>
                <c:pt idx="601">
                  <c:v>39319</c:v>
                </c:pt>
                <c:pt idx="602">
                  <c:v>39320</c:v>
                </c:pt>
                <c:pt idx="603">
                  <c:v>39321</c:v>
                </c:pt>
                <c:pt idx="604">
                  <c:v>39322</c:v>
                </c:pt>
                <c:pt idx="605">
                  <c:v>39323</c:v>
                </c:pt>
                <c:pt idx="606">
                  <c:v>39324</c:v>
                </c:pt>
                <c:pt idx="607">
                  <c:v>39325</c:v>
                </c:pt>
                <c:pt idx="608">
                  <c:v>39326</c:v>
                </c:pt>
                <c:pt idx="609">
                  <c:v>39327</c:v>
                </c:pt>
                <c:pt idx="610">
                  <c:v>39328</c:v>
                </c:pt>
                <c:pt idx="611">
                  <c:v>39329</c:v>
                </c:pt>
                <c:pt idx="612">
                  <c:v>39330</c:v>
                </c:pt>
                <c:pt idx="613">
                  <c:v>39331</c:v>
                </c:pt>
                <c:pt idx="614">
                  <c:v>39332</c:v>
                </c:pt>
                <c:pt idx="615">
                  <c:v>39333</c:v>
                </c:pt>
                <c:pt idx="616">
                  <c:v>39334</c:v>
                </c:pt>
                <c:pt idx="617">
                  <c:v>39335</c:v>
                </c:pt>
                <c:pt idx="618">
                  <c:v>39336</c:v>
                </c:pt>
                <c:pt idx="619">
                  <c:v>39337</c:v>
                </c:pt>
                <c:pt idx="620">
                  <c:v>39338</c:v>
                </c:pt>
                <c:pt idx="621">
                  <c:v>39339</c:v>
                </c:pt>
                <c:pt idx="622">
                  <c:v>39340</c:v>
                </c:pt>
                <c:pt idx="623">
                  <c:v>39341</c:v>
                </c:pt>
                <c:pt idx="624">
                  <c:v>39342</c:v>
                </c:pt>
                <c:pt idx="625">
                  <c:v>39343</c:v>
                </c:pt>
                <c:pt idx="626">
                  <c:v>39344</c:v>
                </c:pt>
                <c:pt idx="627">
                  <c:v>39345</c:v>
                </c:pt>
                <c:pt idx="628">
                  <c:v>39346</c:v>
                </c:pt>
                <c:pt idx="629">
                  <c:v>39347</c:v>
                </c:pt>
                <c:pt idx="630">
                  <c:v>39348</c:v>
                </c:pt>
                <c:pt idx="631">
                  <c:v>39349</c:v>
                </c:pt>
                <c:pt idx="632">
                  <c:v>39350</c:v>
                </c:pt>
                <c:pt idx="633">
                  <c:v>39351</c:v>
                </c:pt>
                <c:pt idx="634">
                  <c:v>39352</c:v>
                </c:pt>
                <c:pt idx="635">
                  <c:v>39353</c:v>
                </c:pt>
                <c:pt idx="636">
                  <c:v>39354</c:v>
                </c:pt>
                <c:pt idx="637">
                  <c:v>39355</c:v>
                </c:pt>
                <c:pt idx="638">
                  <c:v>39356</c:v>
                </c:pt>
                <c:pt idx="639">
                  <c:v>39357</c:v>
                </c:pt>
                <c:pt idx="640">
                  <c:v>39358</c:v>
                </c:pt>
                <c:pt idx="641">
                  <c:v>39359</c:v>
                </c:pt>
                <c:pt idx="642">
                  <c:v>39360</c:v>
                </c:pt>
                <c:pt idx="643">
                  <c:v>39361</c:v>
                </c:pt>
                <c:pt idx="644">
                  <c:v>39362</c:v>
                </c:pt>
                <c:pt idx="645">
                  <c:v>39363</c:v>
                </c:pt>
                <c:pt idx="646">
                  <c:v>39364</c:v>
                </c:pt>
                <c:pt idx="647">
                  <c:v>39365</c:v>
                </c:pt>
                <c:pt idx="648">
                  <c:v>39366</c:v>
                </c:pt>
                <c:pt idx="649">
                  <c:v>39367</c:v>
                </c:pt>
                <c:pt idx="650">
                  <c:v>39368</c:v>
                </c:pt>
                <c:pt idx="651">
                  <c:v>39369</c:v>
                </c:pt>
                <c:pt idx="652">
                  <c:v>39370</c:v>
                </c:pt>
                <c:pt idx="653">
                  <c:v>39371</c:v>
                </c:pt>
                <c:pt idx="654">
                  <c:v>39372</c:v>
                </c:pt>
                <c:pt idx="655">
                  <c:v>39373</c:v>
                </c:pt>
                <c:pt idx="656">
                  <c:v>39374</c:v>
                </c:pt>
                <c:pt idx="657">
                  <c:v>39375</c:v>
                </c:pt>
                <c:pt idx="658">
                  <c:v>39376</c:v>
                </c:pt>
                <c:pt idx="659">
                  <c:v>39377</c:v>
                </c:pt>
                <c:pt idx="660">
                  <c:v>39378</c:v>
                </c:pt>
                <c:pt idx="661">
                  <c:v>39379</c:v>
                </c:pt>
                <c:pt idx="662">
                  <c:v>39380</c:v>
                </c:pt>
                <c:pt idx="663">
                  <c:v>39381</c:v>
                </c:pt>
                <c:pt idx="664">
                  <c:v>39382</c:v>
                </c:pt>
                <c:pt idx="665">
                  <c:v>39383</c:v>
                </c:pt>
                <c:pt idx="666">
                  <c:v>39384</c:v>
                </c:pt>
                <c:pt idx="667">
                  <c:v>39385</c:v>
                </c:pt>
                <c:pt idx="668">
                  <c:v>39386</c:v>
                </c:pt>
                <c:pt idx="669">
                  <c:v>39387</c:v>
                </c:pt>
                <c:pt idx="670">
                  <c:v>39388</c:v>
                </c:pt>
                <c:pt idx="671">
                  <c:v>39389</c:v>
                </c:pt>
                <c:pt idx="672">
                  <c:v>39390</c:v>
                </c:pt>
                <c:pt idx="673">
                  <c:v>39391</c:v>
                </c:pt>
                <c:pt idx="674">
                  <c:v>39392</c:v>
                </c:pt>
                <c:pt idx="675">
                  <c:v>39393</c:v>
                </c:pt>
                <c:pt idx="676">
                  <c:v>39394</c:v>
                </c:pt>
                <c:pt idx="677">
                  <c:v>39395</c:v>
                </c:pt>
                <c:pt idx="678">
                  <c:v>39396</c:v>
                </c:pt>
                <c:pt idx="679">
                  <c:v>39397</c:v>
                </c:pt>
                <c:pt idx="680">
                  <c:v>39398</c:v>
                </c:pt>
                <c:pt idx="681">
                  <c:v>39399</c:v>
                </c:pt>
                <c:pt idx="682">
                  <c:v>39400</c:v>
                </c:pt>
                <c:pt idx="683">
                  <c:v>39401</c:v>
                </c:pt>
                <c:pt idx="684">
                  <c:v>39402</c:v>
                </c:pt>
                <c:pt idx="685">
                  <c:v>39403</c:v>
                </c:pt>
                <c:pt idx="686">
                  <c:v>39404</c:v>
                </c:pt>
                <c:pt idx="687">
                  <c:v>39405</c:v>
                </c:pt>
                <c:pt idx="688">
                  <c:v>39406</c:v>
                </c:pt>
                <c:pt idx="689">
                  <c:v>39407</c:v>
                </c:pt>
                <c:pt idx="690">
                  <c:v>39408</c:v>
                </c:pt>
                <c:pt idx="691">
                  <c:v>39409</c:v>
                </c:pt>
                <c:pt idx="692">
                  <c:v>39410</c:v>
                </c:pt>
                <c:pt idx="693">
                  <c:v>39411</c:v>
                </c:pt>
                <c:pt idx="694">
                  <c:v>39412</c:v>
                </c:pt>
                <c:pt idx="695">
                  <c:v>39413</c:v>
                </c:pt>
                <c:pt idx="696">
                  <c:v>39414</c:v>
                </c:pt>
                <c:pt idx="697">
                  <c:v>39415</c:v>
                </c:pt>
                <c:pt idx="698">
                  <c:v>39416</c:v>
                </c:pt>
                <c:pt idx="699">
                  <c:v>39417</c:v>
                </c:pt>
                <c:pt idx="700">
                  <c:v>39418</c:v>
                </c:pt>
                <c:pt idx="701">
                  <c:v>39419</c:v>
                </c:pt>
                <c:pt idx="702">
                  <c:v>39420</c:v>
                </c:pt>
                <c:pt idx="703">
                  <c:v>39421</c:v>
                </c:pt>
                <c:pt idx="704">
                  <c:v>39422</c:v>
                </c:pt>
                <c:pt idx="705">
                  <c:v>39423</c:v>
                </c:pt>
                <c:pt idx="706">
                  <c:v>39424</c:v>
                </c:pt>
                <c:pt idx="707">
                  <c:v>39425</c:v>
                </c:pt>
                <c:pt idx="708">
                  <c:v>39426</c:v>
                </c:pt>
                <c:pt idx="709">
                  <c:v>39427</c:v>
                </c:pt>
                <c:pt idx="710">
                  <c:v>39428</c:v>
                </c:pt>
                <c:pt idx="711">
                  <c:v>39429</c:v>
                </c:pt>
                <c:pt idx="712">
                  <c:v>39430</c:v>
                </c:pt>
                <c:pt idx="713">
                  <c:v>39431</c:v>
                </c:pt>
                <c:pt idx="714">
                  <c:v>39432</c:v>
                </c:pt>
                <c:pt idx="715">
                  <c:v>39433</c:v>
                </c:pt>
                <c:pt idx="716">
                  <c:v>39434</c:v>
                </c:pt>
                <c:pt idx="717">
                  <c:v>39435</c:v>
                </c:pt>
                <c:pt idx="718">
                  <c:v>39436</c:v>
                </c:pt>
                <c:pt idx="719">
                  <c:v>39437</c:v>
                </c:pt>
                <c:pt idx="720">
                  <c:v>39438</c:v>
                </c:pt>
                <c:pt idx="721">
                  <c:v>39439</c:v>
                </c:pt>
                <c:pt idx="722">
                  <c:v>39440</c:v>
                </c:pt>
                <c:pt idx="723">
                  <c:v>39441</c:v>
                </c:pt>
                <c:pt idx="724">
                  <c:v>39442</c:v>
                </c:pt>
                <c:pt idx="725">
                  <c:v>39443</c:v>
                </c:pt>
                <c:pt idx="726">
                  <c:v>39444</c:v>
                </c:pt>
                <c:pt idx="727">
                  <c:v>39445</c:v>
                </c:pt>
                <c:pt idx="728">
                  <c:v>39446</c:v>
                </c:pt>
                <c:pt idx="729">
                  <c:v>39447</c:v>
                </c:pt>
                <c:pt idx="730">
                  <c:v>39448</c:v>
                </c:pt>
                <c:pt idx="731">
                  <c:v>39449</c:v>
                </c:pt>
                <c:pt idx="732">
                  <c:v>39450</c:v>
                </c:pt>
                <c:pt idx="733">
                  <c:v>39451</c:v>
                </c:pt>
                <c:pt idx="734">
                  <c:v>39452</c:v>
                </c:pt>
                <c:pt idx="735">
                  <c:v>39453</c:v>
                </c:pt>
                <c:pt idx="736">
                  <c:v>39454</c:v>
                </c:pt>
                <c:pt idx="737">
                  <c:v>39455</c:v>
                </c:pt>
                <c:pt idx="738">
                  <c:v>39456</c:v>
                </c:pt>
                <c:pt idx="739">
                  <c:v>39457</c:v>
                </c:pt>
                <c:pt idx="740">
                  <c:v>39458</c:v>
                </c:pt>
                <c:pt idx="741">
                  <c:v>39459</c:v>
                </c:pt>
                <c:pt idx="742">
                  <c:v>39460</c:v>
                </c:pt>
                <c:pt idx="743">
                  <c:v>39461</c:v>
                </c:pt>
                <c:pt idx="744">
                  <c:v>39462</c:v>
                </c:pt>
                <c:pt idx="745">
                  <c:v>39463</c:v>
                </c:pt>
                <c:pt idx="746">
                  <c:v>39464</c:v>
                </c:pt>
                <c:pt idx="747">
                  <c:v>39465</c:v>
                </c:pt>
                <c:pt idx="748">
                  <c:v>39466</c:v>
                </c:pt>
                <c:pt idx="749">
                  <c:v>39467</c:v>
                </c:pt>
                <c:pt idx="750">
                  <c:v>39468</c:v>
                </c:pt>
                <c:pt idx="751">
                  <c:v>39469</c:v>
                </c:pt>
                <c:pt idx="752">
                  <c:v>39470</c:v>
                </c:pt>
                <c:pt idx="753">
                  <c:v>39471</c:v>
                </c:pt>
                <c:pt idx="754">
                  <c:v>39472</c:v>
                </c:pt>
                <c:pt idx="755">
                  <c:v>39473</c:v>
                </c:pt>
                <c:pt idx="756">
                  <c:v>39474</c:v>
                </c:pt>
                <c:pt idx="757">
                  <c:v>39475</c:v>
                </c:pt>
                <c:pt idx="758">
                  <c:v>39476</c:v>
                </c:pt>
                <c:pt idx="759">
                  <c:v>39477</c:v>
                </c:pt>
                <c:pt idx="760">
                  <c:v>39478</c:v>
                </c:pt>
                <c:pt idx="761">
                  <c:v>39479</c:v>
                </c:pt>
                <c:pt idx="762">
                  <c:v>39480</c:v>
                </c:pt>
                <c:pt idx="763">
                  <c:v>39481</c:v>
                </c:pt>
                <c:pt idx="764">
                  <c:v>39482</c:v>
                </c:pt>
                <c:pt idx="765">
                  <c:v>39483</c:v>
                </c:pt>
                <c:pt idx="766">
                  <c:v>39484</c:v>
                </c:pt>
                <c:pt idx="767">
                  <c:v>39485</c:v>
                </c:pt>
                <c:pt idx="768">
                  <c:v>39486</c:v>
                </c:pt>
                <c:pt idx="769">
                  <c:v>39487</c:v>
                </c:pt>
                <c:pt idx="770">
                  <c:v>39488</c:v>
                </c:pt>
                <c:pt idx="771">
                  <c:v>39489</c:v>
                </c:pt>
                <c:pt idx="772">
                  <c:v>39490</c:v>
                </c:pt>
                <c:pt idx="773">
                  <c:v>39491</c:v>
                </c:pt>
                <c:pt idx="774">
                  <c:v>39492</c:v>
                </c:pt>
                <c:pt idx="775">
                  <c:v>39493</c:v>
                </c:pt>
                <c:pt idx="776">
                  <c:v>39494</c:v>
                </c:pt>
                <c:pt idx="777">
                  <c:v>39495</c:v>
                </c:pt>
                <c:pt idx="778">
                  <c:v>39496</c:v>
                </c:pt>
                <c:pt idx="779">
                  <c:v>39497</c:v>
                </c:pt>
                <c:pt idx="780">
                  <c:v>39498</c:v>
                </c:pt>
                <c:pt idx="781">
                  <c:v>39499</c:v>
                </c:pt>
                <c:pt idx="782">
                  <c:v>39500</c:v>
                </c:pt>
                <c:pt idx="783">
                  <c:v>39501</c:v>
                </c:pt>
                <c:pt idx="784">
                  <c:v>39502</c:v>
                </c:pt>
                <c:pt idx="785">
                  <c:v>39503</c:v>
                </c:pt>
                <c:pt idx="786">
                  <c:v>39504</c:v>
                </c:pt>
                <c:pt idx="787">
                  <c:v>39505</c:v>
                </c:pt>
                <c:pt idx="788">
                  <c:v>39506</c:v>
                </c:pt>
                <c:pt idx="789">
                  <c:v>39507</c:v>
                </c:pt>
                <c:pt idx="790">
                  <c:v>39508</c:v>
                </c:pt>
                <c:pt idx="791">
                  <c:v>39509</c:v>
                </c:pt>
                <c:pt idx="792">
                  <c:v>39510</c:v>
                </c:pt>
                <c:pt idx="793">
                  <c:v>39511</c:v>
                </c:pt>
                <c:pt idx="794">
                  <c:v>39512</c:v>
                </c:pt>
                <c:pt idx="795">
                  <c:v>39513</c:v>
                </c:pt>
                <c:pt idx="796">
                  <c:v>39514</c:v>
                </c:pt>
                <c:pt idx="797">
                  <c:v>39515</c:v>
                </c:pt>
                <c:pt idx="798">
                  <c:v>39516</c:v>
                </c:pt>
                <c:pt idx="799">
                  <c:v>39517</c:v>
                </c:pt>
                <c:pt idx="800">
                  <c:v>39518</c:v>
                </c:pt>
                <c:pt idx="801">
                  <c:v>39519</c:v>
                </c:pt>
                <c:pt idx="802">
                  <c:v>39520</c:v>
                </c:pt>
                <c:pt idx="803">
                  <c:v>39521</c:v>
                </c:pt>
                <c:pt idx="804">
                  <c:v>39522</c:v>
                </c:pt>
                <c:pt idx="805">
                  <c:v>39523</c:v>
                </c:pt>
                <c:pt idx="806">
                  <c:v>39524</c:v>
                </c:pt>
                <c:pt idx="807">
                  <c:v>39525</c:v>
                </c:pt>
                <c:pt idx="808">
                  <c:v>39526</c:v>
                </c:pt>
                <c:pt idx="809">
                  <c:v>39527</c:v>
                </c:pt>
                <c:pt idx="810">
                  <c:v>39528</c:v>
                </c:pt>
                <c:pt idx="811">
                  <c:v>39529</c:v>
                </c:pt>
                <c:pt idx="812">
                  <c:v>39530</c:v>
                </c:pt>
                <c:pt idx="813">
                  <c:v>39531</c:v>
                </c:pt>
                <c:pt idx="814">
                  <c:v>39532</c:v>
                </c:pt>
                <c:pt idx="815">
                  <c:v>39533</c:v>
                </c:pt>
                <c:pt idx="816">
                  <c:v>39534</c:v>
                </c:pt>
                <c:pt idx="817">
                  <c:v>39535</c:v>
                </c:pt>
                <c:pt idx="818">
                  <c:v>39536</c:v>
                </c:pt>
                <c:pt idx="819">
                  <c:v>39537</c:v>
                </c:pt>
                <c:pt idx="820">
                  <c:v>39538</c:v>
                </c:pt>
                <c:pt idx="821">
                  <c:v>39539</c:v>
                </c:pt>
                <c:pt idx="822">
                  <c:v>39540</c:v>
                </c:pt>
                <c:pt idx="823">
                  <c:v>39541</c:v>
                </c:pt>
                <c:pt idx="824">
                  <c:v>39542</c:v>
                </c:pt>
                <c:pt idx="825">
                  <c:v>39543</c:v>
                </c:pt>
                <c:pt idx="826">
                  <c:v>39544</c:v>
                </c:pt>
                <c:pt idx="827">
                  <c:v>39545</c:v>
                </c:pt>
                <c:pt idx="828">
                  <c:v>39546</c:v>
                </c:pt>
                <c:pt idx="829">
                  <c:v>39547</c:v>
                </c:pt>
                <c:pt idx="830">
                  <c:v>39548</c:v>
                </c:pt>
                <c:pt idx="831">
                  <c:v>39549</c:v>
                </c:pt>
                <c:pt idx="832">
                  <c:v>39550</c:v>
                </c:pt>
                <c:pt idx="833">
                  <c:v>39551</c:v>
                </c:pt>
                <c:pt idx="834">
                  <c:v>39552</c:v>
                </c:pt>
                <c:pt idx="835">
                  <c:v>39553</c:v>
                </c:pt>
                <c:pt idx="836">
                  <c:v>39554</c:v>
                </c:pt>
                <c:pt idx="837">
                  <c:v>39555</c:v>
                </c:pt>
                <c:pt idx="838">
                  <c:v>39556</c:v>
                </c:pt>
                <c:pt idx="839">
                  <c:v>39557</c:v>
                </c:pt>
                <c:pt idx="840">
                  <c:v>39558</c:v>
                </c:pt>
                <c:pt idx="841">
                  <c:v>39559</c:v>
                </c:pt>
                <c:pt idx="842">
                  <c:v>39560</c:v>
                </c:pt>
                <c:pt idx="843">
                  <c:v>39561</c:v>
                </c:pt>
                <c:pt idx="844">
                  <c:v>39562</c:v>
                </c:pt>
                <c:pt idx="845">
                  <c:v>39563</c:v>
                </c:pt>
                <c:pt idx="846">
                  <c:v>39564</c:v>
                </c:pt>
                <c:pt idx="847">
                  <c:v>39565</c:v>
                </c:pt>
                <c:pt idx="848">
                  <c:v>39566</c:v>
                </c:pt>
                <c:pt idx="849">
                  <c:v>39567</c:v>
                </c:pt>
                <c:pt idx="850">
                  <c:v>39568</c:v>
                </c:pt>
                <c:pt idx="851">
                  <c:v>39569</c:v>
                </c:pt>
                <c:pt idx="852">
                  <c:v>39570</c:v>
                </c:pt>
                <c:pt idx="853">
                  <c:v>39571</c:v>
                </c:pt>
                <c:pt idx="854">
                  <c:v>39572</c:v>
                </c:pt>
                <c:pt idx="855">
                  <c:v>39573</c:v>
                </c:pt>
                <c:pt idx="856">
                  <c:v>39574</c:v>
                </c:pt>
                <c:pt idx="857">
                  <c:v>39575</c:v>
                </c:pt>
                <c:pt idx="858">
                  <c:v>39576</c:v>
                </c:pt>
                <c:pt idx="859">
                  <c:v>39577</c:v>
                </c:pt>
                <c:pt idx="860">
                  <c:v>39578</c:v>
                </c:pt>
                <c:pt idx="861">
                  <c:v>39579</c:v>
                </c:pt>
                <c:pt idx="862">
                  <c:v>39580</c:v>
                </c:pt>
                <c:pt idx="863">
                  <c:v>39581</c:v>
                </c:pt>
                <c:pt idx="864">
                  <c:v>39582</c:v>
                </c:pt>
                <c:pt idx="865">
                  <c:v>39583</c:v>
                </c:pt>
                <c:pt idx="866">
                  <c:v>39584</c:v>
                </c:pt>
                <c:pt idx="867">
                  <c:v>39585</c:v>
                </c:pt>
                <c:pt idx="868">
                  <c:v>39586</c:v>
                </c:pt>
                <c:pt idx="869">
                  <c:v>39587</c:v>
                </c:pt>
                <c:pt idx="870">
                  <c:v>39588</c:v>
                </c:pt>
                <c:pt idx="871">
                  <c:v>39589</c:v>
                </c:pt>
                <c:pt idx="872">
                  <c:v>39590</c:v>
                </c:pt>
                <c:pt idx="873">
                  <c:v>39591</c:v>
                </c:pt>
                <c:pt idx="874">
                  <c:v>39592</c:v>
                </c:pt>
                <c:pt idx="875">
                  <c:v>39593</c:v>
                </c:pt>
                <c:pt idx="876">
                  <c:v>39594</c:v>
                </c:pt>
                <c:pt idx="877">
                  <c:v>39595</c:v>
                </c:pt>
                <c:pt idx="878">
                  <c:v>39596</c:v>
                </c:pt>
                <c:pt idx="879">
                  <c:v>39597</c:v>
                </c:pt>
                <c:pt idx="880">
                  <c:v>39598</c:v>
                </c:pt>
                <c:pt idx="881">
                  <c:v>39599</c:v>
                </c:pt>
                <c:pt idx="882">
                  <c:v>39600</c:v>
                </c:pt>
                <c:pt idx="883">
                  <c:v>39601</c:v>
                </c:pt>
                <c:pt idx="884">
                  <c:v>39602</c:v>
                </c:pt>
                <c:pt idx="885">
                  <c:v>39603</c:v>
                </c:pt>
                <c:pt idx="886">
                  <c:v>39604</c:v>
                </c:pt>
                <c:pt idx="887">
                  <c:v>39605</c:v>
                </c:pt>
                <c:pt idx="888">
                  <c:v>39606</c:v>
                </c:pt>
                <c:pt idx="889">
                  <c:v>39607</c:v>
                </c:pt>
                <c:pt idx="890">
                  <c:v>39608</c:v>
                </c:pt>
                <c:pt idx="891">
                  <c:v>39609</c:v>
                </c:pt>
                <c:pt idx="892">
                  <c:v>39610</c:v>
                </c:pt>
                <c:pt idx="893">
                  <c:v>39611</c:v>
                </c:pt>
                <c:pt idx="894">
                  <c:v>39612</c:v>
                </c:pt>
                <c:pt idx="895">
                  <c:v>39613</c:v>
                </c:pt>
                <c:pt idx="896">
                  <c:v>39614</c:v>
                </c:pt>
                <c:pt idx="897">
                  <c:v>39615</c:v>
                </c:pt>
                <c:pt idx="898">
                  <c:v>39616</c:v>
                </c:pt>
                <c:pt idx="899">
                  <c:v>39617</c:v>
                </c:pt>
                <c:pt idx="900">
                  <c:v>39618</c:v>
                </c:pt>
                <c:pt idx="901">
                  <c:v>39619</c:v>
                </c:pt>
                <c:pt idx="902">
                  <c:v>39620</c:v>
                </c:pt>
                <c:pt idx="903">
                  <c:v>39621</c:v>
                </c:pt>
                <c:pt idx="904">
                  <c:v>39622</c:v>
                </c:pt>
                <c:pt idx="905">
                  <c:v>39623</c:v>
                </c:pt>
                <c:pt idx="906">
                  <c:v>39624</c:v>
                </c:pt>
                <c:pt idx="907">
                  <c:v>39625</c:v>
                </c:pt>
                <c:pt idx="908">
                  <c:v>39626</c:v>
                </c:pt>
                <c:pt idx="909">
                  <c:v>39627</c:v>
                </c:pt>
                <c:pt idx="910">
                  <c:v>39628</c:v>
                </c:pt>
                <c:pt idx="911">
                  <c:v>39629</c:v>
                </c:pt>
                <c:pt idx="912">
                  <c:v>39630</c:v>
                </c:pt>
                <c:pt idx="913">
                  <c:v>39631</c:v>
                </c:pt>
                <c:pt idx="914">
                  <c:v>39632</c:v>
                </c:pt>
                <c:pt idx="915">
                  <c:v>39633</c:v>
                </c:pt>
                <c:pt idx="916">
                  <c:v>39634</c:v>
                </c:pt>
                <c:pt idx="917">
                  <c:v>39635</c:v>
                </c:pt>
                <c:pt idx="918">
                  <c:v>39636</c:v>
                </c:pt>
                <c:pt idx="919">
                  <c:v>39637</c:v>
                </c:pt>
                <c:pt idx="920">
                  <c:v>39638</c:v>
                </c:pt>
                <c:pt idx="921">
                  <c:v>39639</c:v>
                </c:pt>
                <c:pt idx="922">
                  <c:v>39640</c:v>
                </c:pt>
                <c:pt idx="923">
                  <c:v>39641</c:v>
                </c:pt>
                <c:pt idx="924">
                  <c:v>39642</c:v>
                </c:pt>
                <c:pt idx="925">
                  <c:v>39643</c:v>
                </c:pt>
                <c:pt idx="926">
                  <c:v>39644</c:v>
                </c:pt>
                <c:pt idx="927">
                  <c:v>39645</c:v>
                </c:pt>
                <c:pt idx="928">
                  <c:v>39646</c:v>
                </c:pt>
                <c:pt idx="929">
                  <c:v>39647</c:v>
                </c:pt>
                <c:pt idx="930">
                  <c:v>39648</c:v>
                </c:pt>
                <c:pt idx="931">
                  <c:v>39649</c:v>
                </c:pt>
                <c:pt idx="932">
                  <c:v>39650</c:v>
                </c:pt>
                <c:pt idx="933">
                  <c:v>39651</c:v>
                </c:pt>
                <c:pt idx="934">
                  <c:v>39652</c:v>
                </c:pt>
                <c:pt idx="935">
                  <c:v>39653</c:v>
                </c:pt>
                <c:pt idx="936">
                  <c:v>39654</c:v>
                </c:pt>
                <c:pt idx="937">
                  <c:v>39655</c:v>
                </c:pt>
                <c:pt idx="938">
                  <c:v>39656</c:v>
                </c:pt>
                <c:pt idx="939">
                  <c:v>39657</c:v>
                </c:pt>
                <c:pt idx="940">
                  <c:v>39658</c:v>
                </c:pt>
                <c:pt idx="941">
                  <c:v>39659</c:v>
                </c:pt>
                <c:pt idx="942">
                  <c:v>39660</c:v>
                </c:pt>
                <c:pt idx="943">
                  <c:v>39661</c:v>
                </c:pt>
                <c:pt idx="944">
                  <c:v>39662</c:v>
                </c:pt>
                <c:pt idx="945">
                  <c:v>39663</c:v>
                </c:pt>
                <c:pt idx="946">
                  <c:v>39664</c:v>
                </c:pt>
                <c:pt idx="947">
                  <c:v>39665</c:v>
                </c:pt>
                <c:pt idx="948">
                  <c:v>39666</c:v>
                </c:pt>
                <c:pt idx="949">
                  <c:v>39667</c:v>
                </c:pt>
                <c:pt idx="950">
                  <c:v>39668</c:v>
                </c:pt>
                <c:pt idx="951">
                  <c:v>39669</c:v>
                </c:pt>
                <c:pt idx="952">
                  <c:v>39670</c:v>
                </c:pt>
                <c:pt idx="953">
                  <c:v>39671</c:v>
                </c:pt>
                <c:pt idx="954">
                  <c:v>39672</c:v>
                </c:pt>
                <c:pt idx="955">
                  <c:v>39673</c:v>
                </c:pt>
                <c:pt idx="956">
                  <c:v>39674</c:v>
                </c:pt>
                <c:pt idx="957">
                  <c:v>39675</c:v>
                </c:pt>
                <c:pt idx="958">
                  <c:v>39676</c:v>
                </c:pt>
                <c:pt idx="959">
                  <c:v>39677</c:v>
                </c:pt>
                <c:pt idx="960">
                  <c:v>39678</c:v>
                </c:pt>
                <c:pt idx="961">
                  <c:v>39679</c:v>
                </c:pt>
                <c:pt idx="962">
                  <c:v>39680</c:v>
                </c:pt>
                <c:pt idx="963">
                  <c:v>39681</c:v>
                </c:pt>
                <c:pt idx="964">
                  <c:v>39682</c:v>
                </c:pt>
                <c:pt idx="965">
                  <c:v>39683</c:v>
                </c:pt>
                <c:pt idx="966">
                  <c:v>39684</c:v>
                </c:pt>
                <c:pt idx="967">
                  <c:v>39685</c:v>
                </c:pt>
                <c:pt idx="968">
                  <c:v>39686</c:v>
                </c:pt>
                <c:pt idx="969">
                  <c:v>39687</c:v>
                </c:pt>
                <c:pt idx="970">
                  <c:v>39688</c:v>
                </c:pt>
                <c:pt idx="971">
                  <c:v>39689</c:v>
                </c:pt>
                <c:pt idx="972">
                  <c:v>39690</c:v>
                </c:pt>
                <c:pt idx="973">
                  <c:v>39691</c:v>
                </c:pt>
                <c:pt idx="974">
                  <c:v>39692</c:v>
                </c:pt>
                <c:pt idx="975">
                  <c:v>39693</c:v>
                </c:pt>
                <c:pt idx="976">
                  <c:v>39694</c:v>
                </c:pt>
                <c:pt idx="977">
                  <c:v>39695</c:v>
                </c:pt>
                <c:pt idx="978">
                  <c:v>39696</c:v>
                </c:pt>
                <c:pt idx="979">
                  <c:v>39697</c:v>
                </c:pt>
                <c:pt idx="980">
                  <c:v>39698</c:v>
                </c:pt>
                <c:pt idx="981">
                  <c:v>39699</c:v>
                </c:pt>
                <c:pt idx="982">
                  <c:v>39700</c:v>
                </c:pt>
                <c:pt idx="983">
                  <c:v>39701</c:v>
                </c:pt>
                <c:pt idx="984">
                  <c:v>39702</c:v>
                </c:pt>
                <c:pt idx="985">
                  <c:v>39703</c:v>
                </c:pt>
                <c:pt idx="986">
                  <c:v>39704</c:v>
                </c:pt>
                <c:pt idx="987">
                  <c:v>39705</c:v>
                </c:pt>
                <c:pt idx="988">
                  <c:v>39706</c:v>
                </c:pt>
                <c:pt idx="989">
                  <c:v>39707</c:v>
                </c:pt>
                <c:pt idx="990">
                  <c:v>39708</c:v>
                </c:pt>
                <c:pt idx="991">
                  <c:v>39709</c:v>
                </c:pt>
                <c:pt idx="992">
                  <c:v>39710</c:v>
                </c:pt>
                <c:pt idx="993">
                  <c:v>39711</c:v>
                </c:pt>
                <c:pt idx="994">
                  <c:v>39712</c:v>
                </c:pt>
                <c:pt idx="995">
                  <c:v>39713</c:v>
                </c:pt>
                <c:pt idx="996">
                  <c:v>39714</c:v>
                </c:pt>
                <c:pt idx="997">
                  <c:v>39715</c:v>
                </c:pt>
                <c:pt idx="998">
                  <c:v>39716</c:v>
                </c:pt>
                <c:pt idx="999">
                  <c:v>39717</c:v>
                </c:pt>
                <c:pt idx="1000">
                  <c:v>39718</c:v>
                </c:pt>
                <c:pt idx="1001">
                  <c:v>39719</c:v>
                </c:pt>
                <c:pt idx="1002">
                  <c:v>39720</c:v>
                </c:pt>
                <c:pt idx="1003">
                  <c:v>39721</c:v>
                </c:pt>
                <c:pt idx="1004">
                  <c:v>39722</c:v>
                </c:pt>
                <c:pt idx="1005">
                  <c:v>39723</c:v>
                </c:pt>
                <c:pt idx="1006">
                  <c:v>39724</c:v>
                </c:pt>
                <c:pt idx="1007">
                  <c:v>39725</c:v>
                </c:pt>
                <c:pt idx="1008">
                  <c:v>39726</c:v>
                </c:pt>
                <c:pt idx="1009">
                  <c:v>39727</c:v>
                </c:pt>
                <c:pt idx="1010">
                  <c:v>39728</c:v>
                </c:pt>
                <c:pt idx="1011">
                  <c:v>39729</c:v>
                </c:pt>
                <c:pt idx="1012">
                  <c:v>39730</c:v>
                </c:pt>
                <c:pt idx="1013">
                  <c:v>39731</c:v>
                </c:pt>
                <c:pt idx="1014">
                  <c:v>39732</c:v>
                </c:pt>
                <c:pt idx="1015">
                  <c:v>39733</c:v>
                </c:pt>
                <c:pt idx="1016">
                  <c:v>39734</c:v>
                </c:pt>
                <c:pt idx="1017">
                  <c:v>39735</c:v>
                </c:pt>
                <c:pt idx="1018">
                  <c:v>39736</c:v>
                </c:pt>
                <c:pt idx="1019">
                  <c:v>39737</c:v>
                </c:pt>
                <c:pt idx="1020">
                  <c:v>39738</c:v>
                </c:pt>
                <c:pt idx="1021">
                  <c:v>39739</c:v>
                </c:pt>
                <c:pt idx="1022">
                  <c:v>39740</c:v>
                </c:pt>
                <c:pt idx="1023">
                  <c:v>39741</c:v>
                </c:pt>
                <c:pt idx="1024">
                  <c:v>39742</c:v>
                </c:pt>
                <c:pt idx="1025">
                  <c:v>39743</c:v>
                </c:pt>
                <c:pt idx="1026">
                  <c:v>39744</c:v>
                </c:pt>
                <c:pt idx="1027">
                  <c:v>39745</c:v>
                </c:pt>
                <c:pt idx="1028">
                  <c:v>39746</c:v>
                </c:pt>
                <c:pt idx="1029">
                  <c:v>39747</c:v>
                </c:pt>
                <c:pt idx="1030">
                  <c:v>39748</c:v>
                </c:pt>
                <c:pt idx="1031">
                  <c:v>39749</c:v>
                </c:pt>
                <c:pt idx="1032">
                  <c:v>39750</c:v>
                </c:pt>
                <c:pt idx="1033">
                  <c:v>39751</c:v>
                </c:pt>
                <c:pt idx="1034">
                  <c:v>39752</c:v>
                </c:pt>
                <c:pt idx="1035">
                  <c:v>39753</c:v>
                </c:pt>
                <c:pt idx="1036">
                  <c:v>39754</c:v>
                </c:pt>
                <c:pt idx="1037">
                  <c:v>39755</c:v>
                </c:pt>
                <c:pt idx="1038">
                  <c:v>39756</c:v>
                </c:pt>
                <c:pt idx="1039">
                  <c:v>39757</c:v>
                </c:pt>
                <c:pt idx="1040">
                  <c:v>39758</c:v>
                </c:pt>
                <c:pt idx="1041">
                  <c:v>39759</c:v>
                </c:pt>
                <c:pt idx="1042">
                  <c:v>39760</c:v>
                </c:pt>
                <c:pt idx="1043">
                  <c:v>39761</c:v>
                </c:pt>
                <c:pt idx="1044">
                  <c:v>39762</c:v>
                </c:pt>
                <c:pt idx="1045">
                  <c:v>39763</c:v>
                </c:pt>
                <c:pt idx="1046">
                  <c:v>39764</c:v>
                </c:pt>
                <c:pt idx="1047">
                  <c:v>39765</c:v>
                </c:pt>
                <c:pt idx="1048">
                  <c:v>39766</c:v>
                </c:pt>
                <c:pt idx="1049">
                  <c:v>39767</c:v>
                </c:pt>
                <c:pt idx="1050">
                  <c:v>39768</c:v>
                </c:pt>
                <c:pt idx="1051">
                  <c:v>39769</c:v>
                </c:pt>
                <c:pt idx="1052">
                  <c:v>39770</c:v>
                </c:pt>
                <c:pt idx="1053">
                  <c:v>39771</c:v>
                </c:pt>
                <c:pt idx="1054">
                  <c:v>39772</c:v>
                </c:pt>
                <c:pt idx="1055">
                  <c:v>39773</c:v>
                </c:pt>
                <c:pt idx="1056">
                  <c:v>39774</c:v>
                </c:pt>
                <c:pt idx="1057">
                  <c:v>39775</c:v>
                </c:pt>
                <c:pt idx="1058">
                  <c:v>39776</c:v>
                </c:pt>
                <c:pt idx="1059">
                  <c:v>39777</c:v>
                </c:pt>
                <c:pt idx="1060">
                  <c:v>39778</c:v>
                </c:pt>
                <c:pt idx="1061">
                  <c:v>39779</c:v>
                </c:pt>
                <c:pt idx="1062">
                  <c:v>39780</c:v>
                </c:pt>
                <c:pt idx="1063">
                  <c:v>39781</c:v>
                </c:pt>
                <c:pt idx="1064">
                  <c:v>39782</c:v>
                </c:pt>
                <c:pt idx="1065">
                  <c:v>39783</c:v>
                </c:pt>
                <c:pt idx="1066">
                  <c:v>39784</c:v>
                </c:pt>
                <c:pt idx="1067">
                  <c:v>39785</c:v>
                </c:pt>
                <c:pt idx="1068">
                  <c:v>39786</c:v>
                </c:pt>
                <c:pt idx="1069">
                  <c:v>39787</c:v>
                </c:pt>
                <c:pt idx="1070">
                  <c:v>39788</c:v>
                </c:pt>
                <c:pt idx="1071">
                  <c:v>39789</c:v>
                </c:pt>
                <c:pt idx="1072">
                  <c:v>39790</c:v>
                </c:pt>
                <c:pt idx="1073">
                  <c:v>39791</c:v>
                </c:pt>
                <c:pt idx="1074">
                  <c:v>39792</c:v>
                </c:pt>
                <c:pt idx="1075">
                  <c:v>39793</c:v>
                </c:pt>
                <c:pt idx="1076">
                  <c:v>39794</c:v>
                </c:pt>
                <c:pt idx="1077">
                  <c:v>39795</c:v>
                </c:pt>
                <c:pt idx="1078">
                  <c:v>39796</c:v>
                </c:pt>
                <c:pt idx="1079">
                  <c:v>39797</c:v>
                </c:pt>
                <c:pt idx="1080">
                  <c:v>39798</c:v>
                </c:pt>
                <c:pt idx="1081">
                  <c:v>39799</c:v>
                </c:pt>
                <c:pt idx="1082">
                  <c:v>39800</c:v>
                </c:pt>
                <c:pt idx="1083">
                  <c:v>39801</c:v>
                </c:pt>
                <c:pt idx="1084">
                  <c:v>39802</c:v>
                </c:pt>
                <c:pt idx="1085">
                  <c:v>39803</c:v>
                </c:pt>
                <c:pt idx="1086">
                  <c:v>39804</c:v>
                </c:pt>
                <c:pt idx="1087">
                  <c:v>39805</c:v>
                </c:pt>
                <c:pt idx="1088">
                  <c:v>39806</c:v>
                </c:pt>
                <c:pt idx="1089">
                  <c:v>39807</c:v>
                </c:pt>
                <c:pt idx="1090">
                  <c:v>39808</c:v>
                </c:pt>
                <c:pt idx="1091">
                  <c:v>39809</c:v>
                </c:pt>
                <c:pt idx="1092">
                  <c:v>39810</c:v>
                </c:pt>
                <c:pt idx="1093">
                  <c:v>39811</c:v>
                </c:pt>
                <c:pt idx="1094">
                  <c:v>39812</c:v>
                </c:pt>
                <c:pt idx="1095">
                  <c:v>39813</c:v>
                </c:pt>
                <c:pt idx="1096">
                  <c:v>39814</c:v>
                </c:pt>
                <c:pt idx="1097">
                  <c:v>39815</c:v>
                </c:pt>
                <c:pt idx="1098">
                  <c:v>39816</c:v>
                </c:pt>
                <c:pt idx="1099">
                  <c:v>39817</c:v>
                </c:pt>
                <c:pt idx="1100">
                  <c:v>39818</c:v>
                </c:pt>
                <c:pt idx="1101">
                  <c:v>39819</c:v>
                </c:pt>
                <c:pt idx="1102">
                  <c:v>39820</c:v>
                </c:pt>
                <c:pt idx="1103">
                  <c:v>39821</c:v>
                </c:pt>
                <c:pt idx="1104">
                  <c:v>39822</c:v>
                </c:pt>
                <c:pt idx="1105">
                  <c:v>39823</c:v>
                </c:pt>
                <c:pt idx="1106">
                  <c:v>39824</c:v>
                </c:pt>
                <c:pt idx="1107">
                  <c:v>39825</c:v>
                </c:pt>
                <c:pt idx="1108">
                  <c:v>39826</c:v>
                </c:pt>
                <c:pt idx="1109">
                  <c:v>39827</c:v>
                </c:pt>
                <c:pt idx="1110">
                  <c:v>39828</c:v>
                </c:pt>
                <c:pt idx="1111">
                  <c:v>39829</c:v>
                </c:pt>
                <c:pt idx="1112">
                  <c:v>39830</c:v>
                </c:pt>
                <c:pt idx="1113">
                  <c:v>39831</c:v>
                </c:pt>
                <c:pt idx="1114">
                  <c:v>39832</c:v>
                </c:pt>
                <c:pt idx="1115">
                  <c:v>39833</c:v>
                </c:pt>
                <c:pt idx="1116">
                  <c:v>39834</c:v>
                </c:pt>
                <c:pt idx="1117">
                  <c:v>39835</c:v>
                </c:pt>
                <c:pt idx="1118">
                  <c:v>39836</c:v>
                </c:pt>
                <c:pt idx="1119">
                  <c:v>39837</c:v>
                </c:pt>
                <c:pt idx="1120">
                  <c:v>39838</c:v>
                </c:pt>
                <c:pt idx="1121">
                  <c:v>39839</c:v>
                </c:pt>
                <c:pt idx="1122">
                  <c:v>39840</c:v>
                </c:pt>
                <c:pt idx="1123">
                  <c:v>39841</c:v>
                </c:pt>
                <c:pt idx="1124">
                  <c:v>39842</c:v>
                </c:pt>
                <c:pt idx="1125">
                  <c:v>39843</c:v>
                </c:pt>
                <c:pt idx="1126">
                  <c:v>39844</c:v>
                </c:pt>
                <c:pt idx="1127">
                  <c:v>39845</c:v>
                </c:pt>
                <c:pt idx="1128">
                  <c:v>39846</c:v>
                </c:pt>
                <c:pt idx="1129">
                  <c:v>39847</c:v>
                </c:pt>
                <c:pt idx="1130">
                  <c:v>39848</c:v>
                </c:pt>
                <c:pt idx="1131">
                  <c:v>39849</c:v>
                </c:pt>
                <c:pt idx="1132">
                  <c:v>39850</c:v>
                </c:pt>
                <c:pt idx="1133">
                  <c:v>39851</c:v>
                </c:pt>
                <c:pt idx="1134">
                  <c:v>39852</c:v>
                </c:pt>
                <c:pt idx="1135">
                  <c:v>39853</c:v>
                </c:pt>
                <c:pt idx="1136">
                  <c:v>39854</c:v>
                </c:pt>
                <c:pt idx="1137">
                  <c:v>39855</c:v>
                </c:pt>
                <c:pt idx="1138">
                  <c:v>39856</c:v>
                </c:pt>
                <c:pt idx="1139">
                  <c:v>39857</c:v>
                </c:pt>
                <c:pt idx="1140">
                  <c:v>39858</c:v>
                </c:pt>
                <c:pt idx="1141">
                  <c:v>39859</c:v>
                </c:pt>
                <c:pt idx="1142">
                  <c:v>39860</c:v>
                </c:pt>
                <c:pt idx="1143">
                  <c:v>39861</c:v>
                </c:pt>
                <c:pt idx="1144">
                  <c:v>39862</c:v>
                </c:pt>
                <c:pt idx="1145">
                  <c:v>39863</c:v>
                </c:pt>
                <c:pt idx="1146">
                  <c:v>39864</c:v>
                </c:pt>
                <c:pt idx="1147">
                  <c:v>39865</c:v>
                </c:pt>
                <c:pt idx="1148">
                  <c:v>39866</c:v>
                </c:pt>
                <c:pt idx="1149">
                  <c:v>39867</c:v>
                </c:pt>
                <c:pt idx="1150">
                  <c:v>39868</c:v>
                </c:pt>
                <c:pt idx="1151">
                  <c:v>39869</c:v>
                </c:pt>
                <c:pt idx="1152">
                  <c:v>39870</c:v>
                </c:pt>
                <c:pt idx="1153">
                  <c:v>39871</c:v>
                </c:pt>
                <c:pt idx="1154">
                  <c:v>39872</c:v>
                </c:pt>
                <c:pt idx="1155">
                  <c:v>39873</c:v>
                </c:pt>
                <c:pt idx="1156">
                  <c:v>39874</c:v>
                </c:pt>
                <c:pt idx="1157">
                  <c:v>39875</c:v>
                </c:pt>
                <c:pt idx="1158">
                  <c:v>39876</c:v>
                </c:pt>
                <c:pt idx="1159">
                  <c:v>39877</c:v>
                </c:pt>
                <c:pt idx="1160">
                  <c:v>39878</c:v>
                </c:pt>
                <c:pt idx="1161">
                  <c:v>39879</c:v>
                </c:pt>
                <c:pt idx="1162">
                  <c:v>39880</c:v>
                </c:pt>
                <c:pt idx="1163">
                  <c:v>39881</c:v>
                </c:pt>
                <c:pt idx="1164">
                  <c:v>39882</c:v>
                </c:pt>
                <c:pt idx="1165">
                  <c:v>39883</c:v>
                </c:pt>
                <c:pt idx="1166">
                  <c:v>39884</c:v>
                </c:pt>
                <c:pt idx="1167">
                  <c:v>39885</c:v>
                </c:pt>
                <c:pt idx="1168">
                  <c:v>39886</c:v>
                </c:pt>
                <c:pt idx="1169">
                  <c:v>39887</c:v>
                </c:pt>
                <c:pt idx="1170">
                  <c:v>39888</c:v>
                </c:pt>
                <c:pt idx="1171">
                  <c:v>39889</c:v>
                </c:pt>
                <c:pt idx="1172">
                  <c:v>39890</c:v>
                </c:pt>
                <c:pt idx="1173">
                  <c:v>39891</c:v>
                </c:pt>
                <c:pt idx="1174">
                  <c:v>39892</c:v>
                </c:pt>
                <c:pt idx="1175">
                  <c:v>39893</c:v>
                </c:pt>
                <c:pt idx="1176">
                  <c:v>39894</c:v>
                </c:pt>
                <c:pt idx="1177">
                  <c:v>39895</c:v>
                </c:pt>
                <c:pt idx="1178">
                  <c:v>39896</c:v>
                </c:pt>
                <c:pt idx="1179">
                  <c:v>39897</c:v>
                </c:pt>
                <c:pt idx="1180">
                  <c:v>39898</c:v>
                </c:pt>
                <c:pt idx="1181">
                  <c:v>39899</c:v>
                </c:pt>
                <c:pt idx="1182">
                  <c:v>39900</c:v>
                </c:pt>
                <c:pt idx="1183">
                  <c:v>39901</c:v>
                </c:pt>
                <c:pt idx="1184">
                  <c:v>39902</c:v>
                </c:pt>
                <c:pt idx="1185">
                  <c:v>39903</c:v>
                </c:pt>
                <c:pt idx="1186">
                  <c:v>39904</c:v>
                </c:pt>
                <c:pt idx="1187">
                  <c:v>39905</c:v>
                </c:pt>
                <c:pt idx="1188">
                  <c:v>39906</c:v>
                </c:pt>
                <c:pt idx="1189">
                  <c:v>39907</c:v>
                </c:pt>
                <c:pt idx="1190">
                  <c:v>39908</c:v>
                </c:pt>
                <c:pt idx="1191">
                  <c:v>39909</c:v>
                </c:pt>
                <c:pt idx="1192">
                  <c:v>39910</c:v>
                </c:pt>
                <c:pt idx="1193">
                  <c:v>39911</c:v>
                </c:pt>
                <c:pt idx="1194">
                  <c:v>39912</c:v>
                </c:pt>
                <c:pt idx="1195">
                  <c:v>39913</c:v>
                </c:pt>
                <c:pt idx="1196">
                  <c:v>39914</c:v>
                </c:pt>
                <c:pt idx="1197">
                  <c:v>39915</c:v>
                </c:pt>
                <c:pt idx="1198">
                  <c:v>39916</c:v>
                </c:pt>
                <c:pt idx="1199">
                  <c:v>39917</c:v>
                </c:pt>
                <c:pt idx="1200">
                  <c:v>39918</c:v>
                </c:pt>
                <c:pt idx="1201">
                  <c:v>39919</c:v>
                </c:pt>
                <c:pt idx="1202">
                  <c:v>39920</c:v>
                </c:pt>
                <c:pt idx="1203">
                  <c:v>39921</c:v>
                </c:pt>
                <c:pt idx="1204">
                  <c:v>39922</c:v>
                </c:pt>
                <c:pt idx="1205">
                  <c:v>39923</c:v>
                </c:pt>
                <c:pt idx="1206">
                  <c:v>39924</c:v>
                </c:pt>
                <c:pt idx="1207">
                  <c:v>39925</c:v>
                </c:pt>
                <c:pt idx="1208">
                  <c:v>39926</c:v>
                </c:pt>
                <c:pt idx="1209">
                  <c:v>39927</c:v>
                </c:pt>
                <c:pt idx="1210">
                  <c:v>39928</c:v>
                </c:pt>
                <c:pt idx="1211">
                  <c:v>39929</c:v>
                </c:pt>
                <c:pt idx="1212">
                  <c:v>39930</c:v>
                </c:pt>
                <c:pt idx="1213">
                  <c:v>39931</c:v>
                </c:pt>
                <c:pt idx="1214">
                  <c:v>39932</c:v>
                </c:pt>
                <c:pt idx="1215">
                  <c:v>39933</c:v>
                </c:pt>
                <c:pt idx="1216">
                  <c:v>39934</c:v>
                </c:pt>
                <c:pt idx="1217">
                  <c:v>39935</c:v>
                </c:pt>
                <c:pt idx="1218">
                  <c:v>39936</c:v>
                </c:pt>
                <c:pt idx="1219">
                  <c:v>39937</c:v>
                </c:pt>
                <c:pt idx="1220">
                  <c:v>39938</c:v>
                </c:pt>
                <c:pt idx="1221">
                  <c:v>39939</c:v>
                </c:pt>
                <c:pt idx="1222">
                  <c:v>39940</c:v>
                </c:pt>
                <c:pt idx="1223">
                  <c:v>39941</c:v>
                </c:pt>
                <c:pt idx="1224">
                  <c:v>39942</c:v>
                </c:pt>
                <c:pt idx="1225">
                  <c:v>39943</c:v>
                </c:pt>
                <c:pt idx="1226">
                  <c:v>39944</c:v>
                </c:pt>
                <c:pt idx="1227">
                  <c:v>39945</c:v>
                </c:pt>
                <c:pt idx="1228">
                  <c:v>39946</c:v>
                </c:pt>
                <c:pt idx="1229">
                  <c:v>39947</c:v>
                </c:pt>
                <c:pt idx="1230">
                  <c:v>39948</c:v>
                </c:pt>
                <c:pt idx="1231">
                  <c:v>39949</c:v>
                </c:pt>
                <c:pt idx="1232">
                  <c:v>39950</c:v>
                </c:pt>
                <c:pt idx="1233">
                  <c:v>39951</c:v>
                </c:pt>
                <c:pt idx="1234">
                  <c:v>39952</c:v>
                </c:pt>
                <c:pt idx="1235">
                  <c:v>39953</c:v>
                </c:pt>
                <c:pt idx="1236">
                  <c:v>39954</c:v>
                </c:pt>
                <c:pt idx="1237">
                  <c:v>39955</c:v>
                </c:pt>
                <c:pt idx="1238">
                  <c:v>39956</c:v>
                </c:pt>
                <c:pt idx="1239">
                  <c:v>39957</c:v>
                </c:pt>
                <c:pt idx="1240">
                  <c:v>39958</c:v>
                </c:pt>
                <c:pt idx="1241">
                  <c:v>39959</c:v>
                </c:pt>
                <c:pt idx="1242">
                  <c:v>39960</c:v>
                </c:pt>
                <c:pt idx="1243">
                  <c:v>39961</c:v>
                </c:pt>
                <c:pt idx="1244">
                  <c:v>39962</c:v>
                </c:pt>
                <c:pt idx="1245">
                  <c:v>39963</c:v>
                </c:pt>
                <c:pt idx="1246">
                  <c:v>39964</c:v>
                </c:pt>
                <c:pt idx="1247">
                  <c:v>39965</c:v>
                </c:pt>
                <c:pt idx="1248">
                  <c:v>39966</c:v>
                </c:pt>
                <c:pt idx="1249">
                  <c:v>39967</c:v>
                </c:pt>
                <c:pt idx="1250">
                  <c:v>39968</c:v>
                </c:pt>
                <c:pt idx="1251">
                  <c:v>39969</c:v>
                </c:pt>
                <c:pt idx="1252">
                  <c:v>39970</c:v>
                </c:pt>
                <c:pt idx="1253">
                  <c:v>39971</c:v>
                </c:pt>
                <c:pt idx="1254">
                  <c:v>39972</c:v>
                </c:pt>
                <c:pt idx="1255">
                  <c:v>39973</c:v>
                </c:pt>
                <c:pt idx="1256">
                  <c:v>39974</c:v>
                </c:pt>
                <c:pt idx="1257">
                  <c:v>39975</c:v>
                </c:pt>
                <c:pt idx="1258">
                  <c:v>39976</c:v>
                </c:pt>
                <c:pt idx="1259">
                  <c:v>39977</c:v>
                </c:pt>
                <c:pt idx="1260">
                  <c:v>39978</c:v>
                </c:pt>
                <c:pt idx="1261">
                  <c:v>39979</c:v>
                </c:pt>
                <c:pt idx="1262">
                  <c:v>39980</c:v>
                </c:pt>
                <c:pt idx="1263">
                  <c:v>39981</c:v>
                </c:pt>
                <c:pt idx="1264">
                  <c:v>39982</c:v>
                </c:pt>
                <c:pt idx="1265">
                  <c:v>39983</c:v>
                </c:pt>
                <c:pt idx="1266">
                  <c:v>39984</c:v>
                </c:pt>
                <c:pt idx="1267">
                  <c:v>39985</c:v>
                </c:pt>
                <c:pt idx="1268">
                  <c:v>39986</c:v>
                </c:pt>
                <c:pt idx="1269">
                  <c:v>39987</c:v>
                </c:pt>
                <c:pt idx="1270">
                  <c:v>39988</c:v>
                </c:pt>
                <c:pt idx="1271">
                  <c:v>39989</c:v>
                </c:pt>
                <c:pt idx="1272">
                  <c:v>39990</c:v>
                </c:pt>
                <c:pt idx="1273">
                  <c:v>39991</c:v>
                </c:pt>
                <c:pt idx="1274">
                  <c:v>39992</c:v>
                </c:pt>
                <c:pt idx="1275">
                  <c:v>39993</c:v>
                </c:pt>
                <c:pt idx="1276">
                  <c:v>39994</c:v>
                </c:pt>
                <c:pt idx="1277">
                  <c:v>39995</c:v>
                </c:pt>
                <c:pt idx="1278">
                  <c:v>39996</c:v>
                </c:pt>
                <c:pt idx="1279">
                  <c:v>39997</c:v>
                </c:pt>
                <c:pt idx="1280">
                  <c:v>39998</c:v>
                </c:pt>
                <c:pt idx="1281">
                  <c:v>39999</c:v>
                </c:pt>
                <c:pt idx="1282">
                  <c:v>40000</c:v>
                </c:pt>
                <c:pt idx="1283">
                  <c:v>40001</c:v>
                </c:pt>
                <c:pt idx="1284">
                  <c:v>40002</c:v>
                </c:pt>
                <c:pt idx="1285">
                  <c:v>40003</c:v>
                </c:pt>
                <c:pt idx="1286">
                  <c:v>40004</c:v>
                </c:pt>
                <c:pt idx="1287">
                  <c:v>40005</c:v>
                </c:pt>
                <c:pt idx="1288">
                  <c:v>40006</c:v>
                </c:pt>
                <c:pt idx="1289">
                  <c:v>40007</c:v>
                </c:pt>
                <c:pt idx="1290">
                  <c:v>40008</c:v>
                </c:pt>
                <c:pt idx="1291">
                  <c:v>40009</c:v>
                </c:pt>
                <c:pt idx="1292">
                  <c:v>40010</c:v>
                </c:pt>
                <c:pt idx="1293">
                  <c:v>40011</c:v>
                </c:pt>
                <c:pt idx="1294">
                  <c:v>40012</c:v>
                </c:pt>
                <c:pt idx="1295">
                  <c:v>40013</c:v>
                </c:pt>
                <c:pt idx="1296">
                  <c:v>40014</c:v>
                </c:pt>
                <c:pt idx="1297">
                  <c:v>40015</c:v>
                </c:pt>
                <c:pt idx="1298">
                  <c:v>40016</c:v>
                </c:pt>
                <c:pt idx="1299">
                  <c:v>40017</c:v>
                </c:pt>
                <c:pt idx="1300">
                  <c:v>40018</c:v>
                </c:pt>
                <c:pt idx="1301">
                  <c:v>40019</c:v>
                </c:pt>
                <c:pt idx="1302">
                  <c:v>40020</c:v>
                </c:pt>
                <c:pt idx="1303">
                  <c:v>40021</c:v>
                </c:pt>
                <c:pt idx="1304">
                  <c:v>40022</c:v>
                </c:pt>
                <c:pt idx="1305">
                  <c:v>40023</c:v>
                </c:pt>
                <c:pt idx="1306">
                  <c:v>40024</c:v>
                </c:pt>
                <c:pt idx="1307">
                  <c:v>40025</c:v>
                </c:pt>
                <c:pt idx="1308">
                  <c:v>40026</c:v>
                </c:pt>
                <c:pt idx="1309">
                  <c:v>40027</c:v>
                </c:pt>
                <c:pt idx="1310">
                  <c:v>40028</c:v>
                </c:pt>
                <c:pt idx="1311">
                  <c:v>40029</c:v>
                </c:pt>
                <c:pt idx="1312">
                  <c:v>40030</c:v>
                </c:pt>
                <c:pt idx="1313">
                  <c:v>40031</c:v>
                </c:pt>
                <c:pt idx="1314">
                  <c:v>40032</c:v>
                </c:pt>
                <c:pt idx="1315">
                  <c:v>40033</c:v>
                </c:pt>
                <c:pt idx="1316">
                  <c:v>40034</c:v>
                </c:pt>
                <c:pt idx="1317">
                  <c:v>40035</c:v>
                </c:pt>
                <c:pt idx="1318">
                  <c:v>40036</c:v>
                </c:pt>
                <c:pt idx="1319">
                  <c:v>40037</c:v>
                </c:pt>
                <c:pt idx="1320">
                  <c:v>40038</c:v>
                </c:pt>
                <c:pt idx="1321">
                  <c:v>40039</c:v>
                </c:pt>
                <c:pt idx="1322">
                  <c:v>40040</c:v>
                </c:pt>
                <c:pt idx="1323">
                  <c:v>40041</c:v>
                </c:pt>
                <c:pt idx="1324">
                  <c:v>40042</c:v>
                </c:pt>
                <c:pt idx="1325">
                  <c:v>40043</c:v>
                </c:pt>
                <c:pt idx="1326">
                  <c:v>40044</c:v>
                </c:pt>
                <c:pt idx="1327">
                  <c:v>40045</c:v>
                </c:pt>
                <c:pt idx="1328">
                  <c:v>40046</c:v>
                </c:pt>
                <c:pt idx="1329">
                  <c:v>40047</c:v>
                </c:pt>
                <c:pt idx="1330">
                  <c:v>40048</c:v>
                </c:pt>
                <c:pt idx="1331">
                  <c:v>40049</c:v>
                </c:pt>
                <c:pt idx="1332">
                  <c:v>40050</c:v>
                </c:pt>
                <c:pt idx="1333">
                  <c:v>40051</c:v>
                </c:pt>
                <c:pt idx="1334">
                  <c:v>40052</c:v>
                </c:pt>
                <c:pt idx="1335">
                  <c:v>40053</c:v>
                </c:pt>
                <c:pt idx="1336">
                  <c:v>40054</c:v>
                </c:pt>
                <c:pt idx="1337">
                  <c:v>40055</c:v>
                </c:pt>
                <c:pt idx="1338">
                  <c:v>40056</c:v>
                </c:pt>
                <c:pt idx="1339">
                  <c:v>40057</c:v>
                </c:pt>
                <c:pt idx="1340">
                  <c:v>40058</c:v>
                </c:pt>
                <c:pt idx="1341">
                  <c:v>40059</c:v>
                </c:pt>
                <c:pt idx="1342">
                  <c:v>40060</c:v>
                </c:pt>
                <c:pt idx="1343">
                  <c:v>40061</c:v>
                </c:pt>
                <c:pt idx="1344">
                  <c:v>40062</c:v>
                </c:pt>
                <c:pt idx="1345">
                  <c:v>40063</c:v>
                </c:pt>
                <c:pt idx="1346">
                  <c:v>40064</c:v>
                </c:pt>
                <c:pt idx="1347">
                  <c:v>40065</c:v>
                </c:pt>
                <c:pt idx="1348">
                  <c:v>40066</c:v>
                </c:pt>
                <c:pt idx="1349">
                  <c:v>40067</c:v>
                </c:pt>
                <c:pt idx="1350">
                  <c:v>40068</c:v>
                </c:pt>
                <c:pt idx="1351">
                  <c:v>40069</c:v>
                </c:pt>
                <c:pt idx="1352">
                  <c:v>40070</c:v>
                </c:pt>
                <c:pt idx="1353">
                  <c:v>40071</c:v>
                </c:pt>
                <c:pt idx="1354">
                  <c:v>40072</c:v>
                </c:pt>
                <c:pt idx="1355">
                  <c:v>40073</c:v>
                </c:pt>
                <c:pt idx="1356">
                  <c:v>40074</c:v>
                </c:pt>
                <c:pt idx="1357">
                  <c:v>40075</c:v>
                </c:pt>
                <c:pt idx="1358">
                  <c:v>40076</c:v>
                </c:pt>
                <c:pt idx="1359">
                  <c:v>40077</c:v>
                </c:pt>
                <c:pt idx="1360">
                  <c:v>40078</c:v>
                </c:pt>
                <c:pt idx="1361">
                  <c:v>40079</c:v>
                </c:pt>
                <c:pt idx="1362">
                  <c:v>40080</c:v>
                </c:pt>
                <c:pt idx="1363">
                  <c:v>40081</c:v>
                </c:pt>
                <c:pt idx="1364">
                  <c:v>40082</c:v>
                </c:pt>
                <c:pt idx="1365">
                  <c:v>40083</c:v>
                </c:pt>
                <c:pt idx="1366">
                  <c:v>40084</c:v>
                </c:pt>
                <c:pt idx="1367">
                  <c:v>40085</c:v>
                </c:pt>
                <c:pt idx="1368">
                  <c:v>40086</c:v>
                </c:pt>
                <c:pt idx="1369">
                  <c:v>40087</c:v>
                </c:pt>
                <c:pt idx="1370">
                  <c:v>40088</c:v>
                </c:pt>
                <c:pt idx="1371">
                  <c:v>40089</c:v>
                </c:pt>
                <c:pt idx="1372">
                  <c:v>40090</c:v>
                </c:pt>
                <c:pt idx="1373">
                  <c:v>40091</c:v>
                </c:pt>
                <c:pt idx="1374">
                  <c:v>40092</c:v>
                </c:pt>
                <c:pt idx="1375">
                  <c:v>40093</c:v>
                </c:pt>
                <c:pt idx="1376">
                  <c:v>40094</c:v>
                </c:pt>
                <c:pt idx="1377">
                  <c:v>40095</c:v>
                </c:pt>
                <c:pt idx="1378">
                  <c:v>40096</c:v>
                </c:pt>
                <c:pt idx="1379">
                  <c:v>40097</c:v>
                </c:pt>
                <c:pt idx="1380">
                  <c:v>40098</c:v>
                </c:pt>
                <c:pt idx="1381">
                  <c:v>40099</c:v>
                </c:pt>
                <c:pt idx="1382">
                  <c:v>40100</c:v>
                </c:pt>
                <c:pt idx="1383">
                  <c:v>40101</c:v>
                </c:pt>
                <c:pt idx="1384">
                  <c:v>40102</c:v>
                </c:pt>
                <c:pt idx="1385">
                  <c:v>40103</c:v>
                </c:pt>
                <c:pt idx="1386">
                  <c:v>40104</c:v>
                </c:pt>
                <c:pt idx="1387">
                  <c:v>40105</c:v>
                </c:pt>
                <c:pt idx="1388">
                  <c:v>40106</c:v>
                </c:pt>
                <c:pt idx="1389">
                  <c:v>40107</c:v>
                </c:pt>
                <c:pt idx="1390">
                  <c:v>40108</c:v>
                </c:pt>
                <c:pt idx="1391">
                  <c:v>40109</c:v>
                </c:pt>
                <c:pt idx="1392">
                  <c:v>40110</c:v>
                </c:pt>
                <c:pt idx="1393">
                  <c:v>40111</c:v>
                </c:pt>
                <c:pt idx="1394">
                  <c:v>40112</c:v>
                </c:pt>
                <c:pt idx="1395">
                  <c:v>40113</c:v>
                </c:pt>
                <c:pt idx="1396">
                  <c:v>40114</c:v>
                </c:pt>
                <c:pt idx="1397">
                  <c:v>40115</c:v>
                </c:pt>
                <c:pt idx="1398">
                  <c:v>40116</c:v>
                </c:pt>
                <c:pt idx="1399">
                  <c:v>40117</c:v>
                </c:pt>
                <c:pt idx="1400">
                  <c:v>40118</c:v>
                </c:pt>
                <c:pt idx="1401">
                  <c:v>40119</c:v>
                </c:pt>
                <c:pt idx="1402">
                  <c:v>40120</c:v>
                </c:pt>
                <c:pt idx="1403">
                  <c:v>40121</c:v>
                </c:pt>
                <c:pt idx="1404">
                  <c:v>40122</c:v>
                </c:pt>
                <c:pt idx="1405">
                  <c:v>40123</c:v>
                </c:pt>
                <c:pt idx="1406">
                  <c:v>40124</c:v>
                </c:pt>
                <c:pt idx="1407">
                  <c:v>40125</c:v>
                </c:pt>
                <c:pt idx="1408">
                  <c:v>40126</c:v>
                </c:pt>
                <c:pt idx="1409">
                  <c:v>40127</c:v>
                </c:pt>
                <c:pt idx="1410">
                  <c:v>40128</c:v>
                </c:pt>
                <c:pt idx="1411">
                  <c:v>40129</c:v>
                </c:pt>
                <c:pt idx="1412">
                  <c:v>40130</c:v>
                </c:pt>
                <c:pt idx="1413">
                  <c:v>40131</c:v>
                </c:pt>
                <c:pt idx="1414">
                  <c:v>40132</c:v>
                </c:pt>
                <c:pt idx="1415">
                  <c:v>40133</c:v>
                </c:pt>
                <c:pt idx="1416">
                  <c:v>40134</c:v>
                </c:pt>
                <c:pt idx="1417">
                  <c:v>40135</c:v>
                </c:pt>
                <c:pt idx="1418">
                  <c:v>40136</c:v>
                </c:pt>
                <c:pt idx="1419">
                  <c:v>40137</c:v>
                </c:pt>
                <c:pt idx="1420">
                  <c:v>40138</c:v>
                </c:pt>
                <c:pt idx="1421">
                  <c:v>40139</c:v>
                </c:pt>
                <c:pt idx="1422">
                  <c:v>40140</c:v>
                </c:pt>
                <c:pt idx="1423">
                  <c:v>40141</c:v>
                </c:pt>
                <c:pt idx="1424">
                  <c:v>40142</c:v>
                </c:pt>
                <c:pt idx="1425">
                  <c:v>40143</c:v>
                </c:pt>
                <c:pt idx="1426">
                  <c:v>40144</c:v>
                </c:pt>
                <c:pt idx="1427">
                  <c:v>40145</c:v>
                </c:pt>
                <c:pt idx="1428">
                  <c:v>40146</c:v>
                </c:pt>
                <c:pt idx="1429">
                  <c:v>40147</c:v>
                </c:pt>
                <c:pt idx="1430">
                  <c:v>40148</c:v>
                </c:pt>
                <c:pt idx="1431">
                  <c:v>40149</c:v>
                </c:pt>
                <c:pt idx="1432">
                  <c:v>40150</c:v>
                </c:pt>
                <c:pt idx="1433">
                  <c:v>40151</c:v>
                </c:pt>
                <c:pt idx="1434">
                  <c:v>40152</c:v>
                </c:pt>
                <c:pt idx="1435">
                  <c:v>40153</c:v>
                </c:pt>
                <c:pt idx="1436">
                  <c:v>40154</c:v>
                </c:pt>
                <c:pt idx="1437">
                  <c:v>40155</c:v>
                </c:pt>
                <c:pt idx="1438">
                  <c:v>40156</c:v>
                </c:pt>
                <c:pt idx="1439">
                  <c:v>40157</c:v>
                </c:pt>
                <c:pt idx="1440">
                  <c:v>40158</c:v>
                </c:pt>
                <c:pt idx="1441">
                  <c:v>40159</c:v>
                </c:pt>
                <c:pt idx="1442">
                  <c:v>40160</c:v>
                </c:pt>
                <c:pt idx="1443">
                  <c:v>40161</c:v>
                </c:pt>
                <c:pt idx="1444">
                  <c:v>40162</c:v>
                </c:pt>
                <c:pt idx="1445">
                  <c:v>40163</c:v>
                </c:pt>
                <c:pt idx="1446">
                  <c:v>40164</c:v>
                </c:pt>
                <c:pt idx="1447">
                  <c:v>40165</c:v>
                </c:pt>
                <c:pt idx="1448">
                  <c:v>40166</c:v>
                </c:pt>
                <c:pt idx="1449">
                  <c:v>40167</c:v>
                </c:pt>
                <c:pt idx="1450">
                  <c:v>40168</c:v>
                </c:pt>
                <c:pt idx="1451">
                  <c:v>40169</c:v>
                </c:pt>
                <c:pt idx="1452">
                  <c:v>40170</c:v>
                </c:pt>
                <c:pt idx="1453">
                  <c:v>40171</c:v>
                </c:pt>
                <c:pt idx="1454">
                  <c:v>40172</c:v>
                </c:pt>
                <c:pt idx="1455">
                  <c:v>40173</c:v>
                </c:pt>
                <c:pt idx="1456">
                  <c:v>40174</c:v>
                </c:pt>
                <c:pt idx="1457">
                  <c:v>40175</c:v>
                </c:pt>
                <c:pt idx="1458">
                  <c:v>40176</c:v>
                </c:pt>
                <c:pt idx="1459">
                  <c:v>40177</c:v>
                </c:pt>
                <c:pt idx="1460">
                  <c:v>40178</c:v>
                </c:pt>
                <c:pt idx="1461">
                  <c:v>40179</c:v>
                </c:pt>
                <c:pt idx="1462">
                  <c:v>40180</c:v>
                </c:pt>
                <c:pt idx="1463">
                  <c:v>40181</c:v>
                </c:pt>
                <c:pt idx="1464">
                  <c:v>40182</c:v>
                </c:pt>
                <c:pt idx="1465">
                  <c:v>40183</c:v>
                </c:pt>
                <c:pt idx="1466">
                  <c:v>40184</c:v>
                </c:pt>
                <c:pt idx="1467">
                  <c:v>40185</c:v>
                </c:pt>
                <c:pt idx="1468">
                  <c:v>40186</c:v>
                </c:pt>
                <c:pt idx="1469">
                  <c:v>40187</c:v>
                </c:pt>
                <c:pt idx="1470">
                  <c:v>40188</c:v>
                </c:pt>
                <c:pt idx="1471">
                  <c:v>40189</c:v>
                </c:pt>
                <c:pt idx="1472">
                  <c:v>40190</c:v>
                </c:pt>
                <c:pt idx="1473">
                  <c:v>40191</c:v>
                </c:pt>
                <c:pt idx="1474">
                  <c:v>40192</c:v>
                </c:pt>
                <c:pt idx="1475">
                  <c:v>40193</c:v>
                </c:pt>
                <c:pt idx="1476">
                  <c:v>40194</c:v>
                </c:pt>
                <c:pt idx="1477">
                  <c:v>40195</c:v>
                </c:pt>
                <c:pt idx="1478">
                  <c:v>40196</c:v>
                </c:pt>
                <c:pt idx="1479">
                  <c:v>40197</c:v>
                </c:pt>
                <c:pt idx="1480">
                  <c:v>40198</c:v>
                </c:pt>
                <c:pt idx="1481">
                  <c:v>40199</c:v>
                </c:pt>
                <c:pt idx="1482">
                  <c:v>40200</c:v>
                </c:pt>
                <c:pt idx="1483">
                  <c:v>40201</c:v>
                </c:pt>
                <c:pt idx="1484">
                  <c:v>40202</c:v>
                </c:pt>
                <c:pt idx="1485">
                  <c:v>40203</c:v>
                </c:pt>
                <c:pt idx="1486">
                  <c:v>40204</c:v>
                </c:pt>
                <c:pt idx="1487">
                  <c:v>40205</c:v>
                </c:pt>
                <c:pt idx="1488">
                  <c:v>40206</c:v>
                </c:pt>
                <c:pt idx="1489">
                  <c:v>40207</c:v>
                </c:pt>
                <c:pt idx="1490">
                  <c:v>40208</c:v>
                </c:pt>
                <c:pt idx="1491">
                  <c:v>40209</c:v>
                </c:pt>
                <c:pt idx="1492">
                  <c:v>40210</c:v>
                </c:pt>
                <c:pt idx="1493">
                  <c:v>40211</c:v>
                </c:pt>
                <c:pt idx="1494">
                  <c:v>40212</c:v>
                </c:pt>
                <c:pt idx="1495">
                  <c:v>40213</c:v>
                </c:pt>
                <c:pt idx="1496">
                  <c:v>40214</c:v>
                </c:pt>
                <c:pt idx="1497">
                  <c:v>40215</c:v>
                </c:pt>
                <c:pt idx="1498">
                  <c:v>40216</c:v>
                </c:pt>
                <c:pt idx="1499">
                  <c:v>40217</c:v>
                </c:pt>
                <c:pt idx="1500">
                  <c:v>40218</c:v>
                </c:pt>
                <c:pt idx="1501">
                  <c:v>40219</c:v>
                </c:pt>
                <c:pt idx="1502">
                  <c:v>40220</c:v>
                </c:pt>
                <c:pt idx="1503">
                  <c:v>40221</c:v>
                </c:pt>
                <c:pt idx="1504">
                  <c:v>40222</c:v>
                </c:pt>
                <c:pt idx="1505">
                  <c:v>40223</c:v>
                </c:pt>
                <c:pt idx="1506">
                  <c:v>40224</c:v>
                </c:pt>
                <c:pt idx="1507">
                  <c:v>40225</c:v>
                </c:pt>
                <c:pt idx="1508">
                  <c:v>40226</c:v>
                </c:pt>
                <c:pt idx="1509">
                  <c:v>40227</c:v>
                </c:pt>
                <c:pt idx="1510">
                  <c:v>40228</c:v>
                </c:pt>
                <c:pt idx="1511">
                  <c:v>40229</c:v>
                </c:pt>
                <c:pt idx="1512">
                  <c:v>40230</c:v>
                </c:pt>
                <c:pt idx="1513">
                  <c:v>40231</c:v>
                </c:pt>
                <c:pt idx="1514">
                  <c:v>40232</c:v>
                </c:pt>
                <c:pt idx="1515">
                  <c:v>40233</c:v>
                </c:pt>
                <c:pt idx="1516">
                  <c:v>40234</c:v>
                </c:pt>
                <c:pt idx="1517">
                  <c:v>40235</c:v>
                </c:pt>
                <c:pt idx="1518">
                  <c:v>40236</c:v>
                </c:pt>
                <c:pt idx="1519">
                  <c:v>40237</c:v>
                </c:pt>
                <c:pt idx="1520">
                  <c:v>40238</c:v>
                </c:pt>
                <c:pt idx="1521">
                  <c:v>40239</c:v>
                </c:pt>
                <c:pt idx="1522">
                  <c:v>40240</c:v>
                </c:pt>
                <c:pt idx="1523">
                  <c:v>40241</c:v>
                </c:pt>
                <c:pt idx="1524">
                  <c:v>40242</c:v>
                </c:pt>
                <c:pt idx="1525">
                  <c:v>40243</c:v>
                </c:pt>
                <c:pt idx="1526">
                  <c:v>40244</c:v>
                </c:pt>
                <c:pt idx="1527">
                  <c:v>40245</c:v>
                </c:pt>
                <c:pt idx="1528">
                  <c:v>40246</c:v>
                </c:pt>
                <c:pt idx="1529">
                  <c:v>40247</c:v>
                </c:pt>
                <c:pt idx="1530">
                  <c:v>40248</c:v>
                </c:pt>
                <c:pt idx="1531">
                  <c:v>40249</c:v>
                </c:pt>
                <c:pt idx="1532">
                  <c:v>40250</c:v>
                </c:pt>
                <c:pt idx="1533">
                  <c:v>40251</c:v>
                </c:pt>
                <c:pt idx="1534">
                  <c:v>40252</c:v>
                </c:pt>
                <c:pt idx="1535">
                  <c:v>40253</c:v>
                </c:pt>
                <c:pt idx="1536">
                  <c:v>40254</c:v>
                </c:pt>
                <c:pt idx="1537">
                  <c:v>40255</c:v>
                </c:pt>
                <c:pt idx="1538">
                  <c:v>40256</c:v>
                </c:pt>
                <c:pt idx="1539">
                  <c:v>40257</c:v>
                </c:pt>
                <c:pt idx="1540">
                  <c:v>40258</c:v>
                </c:pt>
                <c:pt idx="1541">
                  <c:v>40259</c:v>
                </c:pt>
                <c:pt idx="1542">
                  <c:v>40260</c:v>
                </c:pt>
                <c:pt idx="1543">
                  <c:v>40261</c:v>
                </c:pt>
                <c:pt idx="1544">
                  <c:v>40262</c:v>
                </c:pt>
                <c:pt idx="1545">
                  <c:v>40263</c:v>
                </c:pt>
                <c:pt idx="1546">
                  <c:v>40264</c:v>
                </c:pt>
                <c:pt idx="1547">
                  <c:v>40265</c:v>
                </c:pt>
                <c:pt idx="1548">
                  <c:v>40266</c:v>
                </c:pt>
                <c:pt idx="1549">
                  <c:v>40267</c:v>
                </c:pt>
                <c:pt idx="1550">
                  <c:v>40268</c:v>
                </c:pt>
                <c:pt idx="1551">
                  <c:v>40269</c:v>
                </c:pt>
                <c:pt idx="1552">
                  <c:v>40270</c:v>
                </c:pt>
                <c:pt idx="1553">
                  <c:v>40271</c:v>
                </c:pt>
                <c:pt idx="1554">
                  <c:v>40272</c:v>
                </c:pt>
                <c:pt idx="1555">
                  <c:v>40273</c:v>
                </c:pt>
                <c:pt idx="1556">
                  <c:v>40274</c:v>
                </c:pt>
                <c:pt idx="1557">
                  <c:v>40275</c:v>
                </c:pt>
                <c:pt idx="1558">
                  <c:v>40276</c:v>
                </c:pt>
                <c:pt idx="1559">
                  <c:v>40277</c:v>
                </c:pt>
                <c:pt idx="1560">
                  <c:v>40278</c:v>
                </c:pt>
                <c:pt idx="1561">
                  <c:v>40279</c:v>
                </c:pt>
                <c:pt idx="1562">
                  <c:v>40280</c:v>
                </c:pt>
                <c:pt idx="1563">
                  <c:v>40281</c:v>
                </c:pt>
                <c:pt idx="1564">
                  <c:v>40282</c:v>
                </c:pt>
                <c:pt idx="1565">
                  <c:v>40283</c:v>
                </c:pt>
                <c:pt idx="1566">
                  <c:v>40284</c:v>
                </c:pt>
                <c:pt idx="1567">
                  <c:v>40285</c:v>
                </c:pt>
                <c:pt idx="1568">
                  <c:v>40286</c:v>
                </c:pt>
                <c:pt idx="1569">
                  <c:v>40287</c:v>
                </c:pt>
                <c:pt idx="1570">
                  <c:v>40288</c:v>
                </c:pt>
                <c:pt idx="1571">
                  <c:v>40289</c:v>
                </c:pt>
                <c:pt idx="1572">
                  <c:v>40290</c:v>
                </c:pt>
                <c:pt idx="1573">
                  <c:v>40291</c:v>
                </c:pt>
                <c:pt idx="1574">
                  <c:v>40292</c:v>
                </c:pt>
                <c:pt idx="1575">
                  <c:v>40293</c:v>
                </c:pt>
                <c:pt idx="1576">
                  <c:v>40294</c:v>
                </c:pt>
                <c:pt idx="1577">
                  <c:v>40295</c:v>
                </c:pt>
                <c:pt idx="1578">
                  <c:v>40296</c:v>
                </c:pt>
                <c:pt idx="1579">
                  <c:v>40297</c:v>
                </c:pt>
                <c:pt idx="1580">
                  <c:v>40298</c:v>
                </c:pt>
                <c:pt idx="1581">
                  <c:v>40299</c:v>
                </c:pt>
                <c:pt idx="1582">
                  <c:v>40300</c:v>
                </c:pt>
                <c:pt idx="1583">
                  <c:v>40301</c:v>
                </c:pt>
                <c:pt idx="1584">
                  <c:v>40302</c:v>
                </c:pt>
                <c:pt idx="1585">
                  <c:v>40303</c:v>
                </c:pt>
                <c:pt idx="1586">
                  <c:v>40304</c:v>
                </c:pt>
                <c:pt idx="1587">
                  <c:v>40305</c:v>
                </c:pt>
                <c:pt idx="1588">
                  <c:v>40306</c:v>
                </c:pt>
                <c:pt idx="1589">
                  <c:v>40307</c:v>
                </c:pt>
                <c:pt idx="1590">
                  <c:v>40308</c:v>
                </c:pt>
                <c:pt idx="1591">
                  <c:v>40309</c:v>
                </c:pt>
                <c:pt idx="1592">
                  <c:v>40310</c:v>
                </c:pt>
                <c:pt idx="1593">
                  <c:v>40311</c:v>
                </c:pt>
                <c:pt idx="1594">
                  <c:v>40312</c:v>
                </c:pt>
                <c:pt idx="1595">
                  <c:v>40313</c:v>
                </c:pt>
                <c:pt idx="1596">
                  <c:v>40314</c:v>
                </c:pt>
                <c:pt idx="1597">
                  <c:v>40315</c:v>
                </c:pt>
                <c:pt idx="1598">
                  <c:v>40316</c:v>
                </c:pt>
                <c:pt idx="1599">
                  <c:v>40317</c:v>
                </c:pt>
                <c:pt idx="1600">
                  <c:v>40318</c:v>
                </c:pt>
                <c:pt idx="1601">
                  <c:v>40319</c:v>
                </c:pt>
                <c:pt idx="1602">
                  <c:v>40320</c:v>
                </c:pt>
                <c:pt idx="1603">
                  <c:v>40321</c:v>
                </c:pt>
                <c:pt idx="1604">
                  <c:v>40322</c:v>
                </c:pt>
                <c:pt idx="1605">
                  <c:v>40323</c:v>
                </c:pt>
                <c:pt idx="1606">
                  <c:v>40324</c:v>
                </c:pt>
                <c:pt idx="1607">
                  <c:v>40325</c:v>
                </c:pt>
                <c:pt idx="1608">
                  <c:v>40326</c:v>
                </c:pt>
                <c:pt idx="1609">
                  <c:v>40327</c:v>
                </c:pt>
                <c:pt idx="1610">
                  <c:v>40328</c:v>
                </c:pt>
                <c:pt idx="1611">
                  <c:v>40329</c:v>
                </c:pt>
                <c:pt idx="1612">
                  <c:v>40330</c:v>
                </c:pt>
                <c:pt idx="1613">
                  <c:v>40331</c:v>
                </c:pt>
                <c:pt idx="1614">
                  <c:v>40332</c:v>
                </c:pt>
                <c:pt idx="1615">
                  <c:v>40333</c:v>
                </c:pt>
                <c:pt idx="1616">
                  <c:v>40334</c:v>
                </c:pt>
                <c:pt idx="1617">
                  <c:v>40335</c:v>
                </c:pt>
                <c:pt idx="1618">
                  <c:v>40336</c:v>
                </c:pt>
                <c:pt idx="1619">
                  <c:v>40337</c:v>
                </c:pt>
                <c:pt idx="1620">
                  <c:v>40338</c:v>
                </c:pt>
                <c:pt idx="1621">
                  <c:v>40339</c:v>
                </c:pt>
                <c:pt idx="1622">
                  <c:v>40340</c:v>
                </c:pt>
                <c:pt idx="1623">
                  <c:v>40341</c:v>
                </c:pt>
                <c:pt idx="1624">
                  <c:v>40342</c:v>
                </c:pt>
                <c:pt idx="1625">
                  <c:v>40343</c:v>
                </c:pt>
                <c:pt idx="1626">
                  <c:v>40344</c:v>
                </c:pt>
                <c:pt idx="1627">
                  <c:v>40345</c:v>
                </c:pt>
                <c:pt idx="1628">
                  <c:v>40346</c:v>
                </c:pt>
                <c:pt idx="1629">
                  <c:v>40347</c:v>
                </c:pt>
                <c:pt idx="1630">
                  <c:v>40348</c:v>
                </c:pt>
                <c:pt idx="1631">
                  <c:v>40349</c:v>
                </c:pt>
                <c:pt idx="1632">
                  <c:v>40350</c:v>
                </c:pt>
                <c:pt idx="1633">
                  <c:v>40351</c:v>
                </c:pt>
                <c:pt idx="1634">
                  <c:v>40352</c:v>
                </c:pt>
                <c:pt idx="1635">
                  <c:v>40353</c:v>
                </c:pt>
                <c:pt idx="1636">
                  <c:v>40354</c:v>
                </c:pt>
                <c:pt idx="1637">
                  <c:v>40355</c:v>
                </c:pt>
                <c:pt idx="1638">
                  <c:v>40356</c:v>
                </c:pt>
                <c:pt idx="1639">
                  <c:v>40357</c:v>
                </c:pt>
                <c:pt idx="1640">
                  <c:v>40358</c:v>
                </c:pt>
                <c:pt idx="1641">
                  <c:v>40359</c:v>
                </c:pt>
                <c:pt idx="1642">
                  <c:v>40360</c:v>
                </c:pt>
                <c:pt idx="1643">
                  <c:v>40361</c:v>
                </c:pt>
                <c:pt idx="1644">
                  <c:v>40362</c:v>
                </c:pt>
                <c:pt idx="1645">
                  <c:v>40363</c:v>
                </c:pt>
                <c:pt idx="1646">
                  <c:v>40364</c:v>
                </c:pt>
                <c:pt idx="1647">
                  <c:v>40365</c:v>
                </c:pt>
                <c:pt idx="1648">
                  <c:v>40366</c:v>
                </c:pt>
                <c:pt idx="1649">
                  <c:v>40367</c:v>
                </c:pt>
                <c:pt idx="1650">
                  <c:v>40368</c:v>
                </c:pt>
                <c:pt idx="1651">
                  <c:v>40369</c:v>
                </c:pt>
                <c:pt idx="1652">
                  <c:v>40370</c:v>
                </c:pt>
                <c:pt idx="1653">
                  <c:v>40371</c:v>
                </c:pt>
                <c:pt idx="1654">
                  <c:v>40372</c:v>
                </c:pt>
                <c:pt idx="1655">
                  <c:v>40373</c:v>
                </c:pt>
                <c:pt idx="1656">
                  <c:v>40374</c:v>
                </c:pt>
                <c:pt idx="1657">
                  <c:v>40375</c:v>
                </c:pt>
                <c:pt idx="1658">
                  <c:v>40376</c:v>
                </c:pt>
                <c:pt idx="1659">
                  <c:v>40377</c:v>
                </c:pt>
                <c:pt idx="1660">
                  <c:v>40378</c:v>
                </c:pt>
                <c:pt idx="1661">
                  <c:v>40379</c:v>
                </c:pt>
                <c:pt idx="1662">
                  <c:v>40380</c:v>
                </c:pt>
                <c:pt idx="1663">
                  <c:v>40381</c:v>
                </c:pt>
                <c:pt idx="1664">
                  <c:v>40382</c:v>
                </c:pt>
                <c:pt idx="1665">
                  <c:v>40383</c:v>
                </c:pt>
                <c:pt idx="1666">
                  <c:v>40384</c:v>
                </c:pt>
                <c:pt idx="1667">
                  <c:v>40385</c:v>
                </c:pt>
                <c:pt idx="1668">
                  <c:v>40386</c:v>
                </c:pt>
                <c:pt idx="1669">
                  <c:v>40387</c:v>
                </c:pt>
                <c:pt idx="1670">
                  <c:v>40388</c:v>
                </c:pt>
                <c:pt idx="1671">
                  <c:v>40389</c:v>
                </c:pt>
                <c:pt idx="1672">
                  <c:v>40390</c:v>
                </c:pt>
                <c:pt idx="1673">
                  <c:v>40391</c:v>
                </c:pt>
                <c:pt idx="1674">
                  <c:v>40392</c:v>
                </c:pt>
                <c:pt idx="1675">
                  <c:v>40393</c:v>
                </c:pt>
                <c:pt idx="1676">
                  <c:v>40394</c:v>
                </c:pt>
                <c:pt idx="1677">
                  <c:v>40395</c:v>
                </c:pt>
                <c:pt idx="1678">
                  <c:v>40396</c:v>
                </c:pt>
                <c:pt idx="1679">
                  <c:v>40397</c:v>
                </c:pt>
                <c:pt idx="1680">
                  <c:v>40398</c:v>
                </c:pt>
                <c:pt idx="1681">
                  <c:v>40399</c:v>
                </c:pt>
                <c:pt idx="1682">
                  <c:v>40400</c:v>
                </c:pt>
                <c:pt idx="1683">
                  <c:v>40401</c:v>
                </c:pt>
                <c:pt idx="1684">
                  <c:v>40402</c:v>
                </c:pt>
                <c:pt idx="1685">
                  <c:v>40403</c:v>
                </c:pt>
                <c:pt idx="1686">
                  <c:v>40404</c:v>
                </c:pt>
                <c:pt idx="1687">
                  <c:v>40405</c:v>
                </c:pt>
                <c:pt idx="1688">
                  <c:v>40406</c:v>
                </c:pt>
                <c:pt idx="1689">
                  <c:v>40407</c:v>
                </c:pt>
                <c:pt idx="1690">
                  <c:v>40408</c:v>
                </c:pt>
                <c:pt idx="1691">
                  <c:v>40409</c:v>
                </c:pt>
                <c:pt idx="1692">
                  <c:v>40410</c:v>
                </c:pt>
                <c:pt idx="1693">
                  <c:v>40411</c:v>
                </c:pt>
                <c:pt idx="1694">
                  <c:v>40412</c:v>
                </c:pt>
                <c:pt idx="1695">
                  <c:v>40413</c:v>
                </c:pt>
                <c:pt idx="1696">
                  <c:v>40414</c:v>
                </c:pt>
                <c:pt idx="1697">
                  <c:v>40415</c:v>
                </c:pt>
                <c:pt idx="1698">
                  <c:v>40416</c:v>
                </c:pt>
                <c:pt idx="1699">
                  <c:v>40417</c:v>
                </c:pt>
                <c:pt idx="1700">
                  <c:v>40418</c:v>
                </c:pt>
                <c:pt idx="1701">
                  <c:v>40419</c:v>
                </c:pt>
                <c:pt idx="1702">
                  <c:v>40420</c:v>
                </c:pt>
                <c:pt idx="1703">
                  <c:v>40421</c:v>
                </c:pt>
                <c:pt idx="1704">
                  <c:v>40422</c:v>
                </c:pt>
                <c:pt idx="1705">
                  <c:v>40423</c:v>
                </c:pt>
                <c:pt idx="1706">
                  <c:v>40424</c:v>
                </c:pt>
                <c:pt idx="1707">
                  <c:v>40425</c:v>
                </c:pt>
                <c:pt idx="1708">
                  <c:v>40426</c:v>
                </c:pt>
                <c:pt idx="1709">
                  <c:v>40427</c:v>
                </c:pt>
                <c:pt idx="1710">
                  <c:v>40428</c:v>
                </c:pt>
                <c:pt idx="1711">
                  <c:v>40429</c:v>
                </c:pt>
                <c:pt idx="1712">
                  <c:v>40430</c:v>
                </c:pt>
                <c:pt idx="1713">
                  <c:v>40431</c:v>
                </c:pt>
                <c:pt idx="1714">
                  <c:v>40432</c:v>
                </c:pt>
                <c:pt idx="1715">
                  <c:v>40433</c:v>
                </c:pt>
                <c:pt idx="1716">
                  <c:v>40434</c:v>
                </c:pt>
                <c:pt idx="1717">
                  <c:v>40435</c:v>
                </c:pt>
                <c:pt idx="1718">
                  <c:v>40436</c:v>
                </c:pt>
                <c:pt idx="1719">
                  <c:v>40437</c:v>
                </c:pt>
                <c:pt idx="1720">
                  <c:v>40438</c:v>
                </c:pt>
                <c:pt idx="1721">
                  <c:v>40439</c:v>
                </c:pt>
                <c:pt idx="1722">
                  <c:v>40440</c:v>
                </c:pt>
                <c:pt idx="1723">
                  <c:v>40441</c:v>
                </c:pt>
                <c:pt idx="1724">
                  <c:v>40442</c:v>
                </c:pt>
                <c:pt idx="1725">
                  <c:v>40443</c:v>
                </c:pt>
                <c:pt idx="1726">
                  <c:v>40444</c:v>
                </c:pt>
                <c:pt idx="1727">
                  <c:v>40445</c:v>
                </c:pt>
                <c:pt idx="1728">
                  <c:v>40446</c:v>
                </c:pt>
                <c:pt idx="1729">
                  <c:v>40447</c:v>
                </c:pt>
                <c:pt idx="1730">
                  <c:v>40448</c:v>
                </c:pt>
                <c:pt idx="1731">
                  <c:v>40449</c:v>
                </c:pt>
                <c:pt idx="1732">
                  <c:v>40450</c:v>
                </c:pt>
                <c:pt idx="1733">
                  <c:v>40451</c:v>
                </c:pt>
                <c:pt idx="1734">
                  <c:v>40452</c:v>
                </c:pt>
                <c:pt idx="1735">
                  <c:v>40453</c:v>
                </c:pt>
                <c:pt idx="1736">
                  <c:v>40454</c:v>
                </c:pt>
                <c:pt idx="1737">
                  <c:v>40455</c:v>
                </c:pt>
                <c:pt idx="1738">
                  <c:v>40456</c:v>
                </c:pt>
                <c:pt idx="1739">
                  <c:v>40457</c:v>
                </c:pt>
                <c:pt idx="1740">
                  <c:v>40458</c:v>
                </c:pt>
                <c:pt idx="1741">
                  <c:v>40459</c:v>
                </c:pt>
                <c:pt idx="1742">
                  <c:v>40460</c:v>
                </c:pt>
                <c:pt idx="1743">
                  <c:v>40461</c:v>
                </c:pt>
                <c:pt idx="1744">
                  <c:v>40462</c:v>
                </c:pt>
                <c:pt idx="1745">
                  <c:v>40463</c:v>
                </c:pt>
                <c:pt idx="1746">
                  <c:v>40464</c:v>
                </c:pt>
                <c:pt idx="1747">
                  <c:v>40465</c:v>
                </c:pt>
                <c:pt idx="1748">
                  <c:v>40466</c:v>
                </c:pt>
                <c:pt idx="1749">
                  <c:v>40467</c:v>
                </c:pt>
                <c:pt idx="1750">
                  <c:v>40468</c:v>
                </c:pt>
                <c:pt idx="1751">
                  <c:v>40469</c:v>
                </c:pt>
                <c:pt idx="1752">
                  <c:v>40470</c:v>
                </c:pt>
                <c:pt idx="1753">
                  <c:v>40471</c:v>
                </c:pt>
                <c:pt idx="1754">
                  <c:v>40472</c:v>
                </c:pt>
                <c:pt idx="1755">
                  <c:v>40473</c:v>
                </c:pt>
                <c:pt idx="1756">
                  <c:v>40474</c:v>
                </c:pt>
                <c:pt idx="1757">
                  <c:v>40475</c:v>
                </c:pt>
                <c:pt idx="1758">
                  <c:v>40476</c:v>
                </c:pt>
                <c:pt idx="1759">
                  <c:v>40477</c:v>
                </c:pt>
                <c:pt idx="1760">
                  <c:v>40478</c:v>
                </c:pt>
                <c:pt idx="1761">
                  <c:v>40479</c:v>
                </c:pt>
                <c:pt idx="1762">
                  <c:v>40480</c:v>
                </c:pt>
                <c:pt idx="1763">
                  <c:v>40481</c:v>
                </c:pt>
                <c:pt idx="1764">
                  <c:v>40482</c:v>
                </c:pt>
                <c:pt idx="1765">
                  <c:v>40483</c:v>
                </c:pt>
                <c:pt idx="1766">
                  <c:v>40484</c:v>
                </c:pt>
                <c:pt idx="1767">
                  <c:v>40485</c:v>
                </c:pt>
                <c:pt idx="1768">
                  <c:v>40486</c:v>
                </c:pt>
                <c:pt idx="1769">
                  <c:v>40487</c:v>
                </c:pt>
                <c:pt idx="1770">
                  <c:v>40488</c:v>
                </c:pt>
                <c:pt idx="1771">
                  <c:v>40489</c:v>
                </c:pt>
                <c:pt idx="1772">
                  <c:v>40490</c:v>
                </c:pt>
                <c:pt idx="1773">
                  <c:v>40491</c:v>
                </c:pt>
                <c:pt idx="1774">
                  <c:v>40492</c:v>
                </c:pt>
                <c:pt idx="1775">
                  <c:v>40493</c:v>
                </c:pt>
                <c:pt idx="1776">
                  <c:v>40494</c:v>
                </c:pt>
                <c:pt idx="1777">
                  <c:v>40495</c:v>
                </c:pt>
                <c:pt idx="1778">
                  <c:v>40496</c:v>
                </c:pt>
                <c:pt idx="1779">
                  <c:v>40497</c:v>
                </c:pt>
                <c:pt idx="1780">
                  <c:v>40498</c:v>
                </c:pt>
                <c:pt idx="1781">
                  <c:v>40499</c:v>
                </c:pt>
                <c:pt idx="1782">
                  <c:v>40500</c:v>
                </c:pt>
                <c:pt idx="1783">
                  <c:v>40501</c:v>
                </c:pt>
                <c:pt idx="1784">
                  <c:v>40502</c:v>
                </c:pt>
                <c:pt idx="1785">
                  <c:v>40503</c:v>
                </c:pt>
                <c:pt idx="1786">
                  <c:v>40504</c:v>
                </c:pt>
                <c:pt idx="1787">
                  <c:v>40505</c:v>
                </c:pt>
                <c:pt idx="1788">
                  <c:v>40506</c:v>
                </c:pt>
                <c:pt idx="1789">
                  <c:v>40507</c:v>
                </c:pt>
                <c:pt idx="1790">
                  <c:v>40508</c:v>
                </c:pt>
                <c:pt idx="1791">
                  <c:v>40509</c:v>
                </c:pt>
                <c:pt idx="1792">
                  <c:v>40510</c:v>
                </c:pt>
                <c:pt idx="1793">
                  <c:v>40511</c:v>
                </c:pt>
                <c:pt idx="1794">
                  <c:v>40512</c:v>
                </c:pt>
                <c:pt idx="1795">
                  <c:v>40513</c:v>
                </c:pt>
                <c:pt idx="1796">
                  <c:v>40514</c:v>
                </c:pt>
                <c:pt idx="1797">
                  <c:v>40515</c:v>
                </c:pt>
                <c:pt idx="1798">
                  <c:v>40516</c:v>
                </c:pt>
                <c:pt idx="1799">
                  <c:v>40517</c:v>
                </c:pt>
                <c:pt idx="1800">
                  <c:v>40518</c:v>
                </c:pt>
                <c:pt idx="1801">
                  <c:v>40519</c:v>
                </c:pt>
                <c:pt idx="1802">
                  <c:v>40520</c:v>
                </c:pt>
                <c:pt idx="1803">
                  <c:v>40521</c:v>
                </c:pt>
                <c:pt idx="1804">
                  <c:v>40522</c:v>
                </c:pt>
                <c:pt idx="1805">
                  <c:v>40523</c:v>
                </c:pt>
                <c:pt idx="1806">
                  <c:v>40524</c:v>
                </c:pt>
                <c:pt idx="1807">
                  <c:v>40525</c:v>
                </c:pt>
                <c:pt idx="1808">
                  <c:v>40526</c:v>
                </c:pt>
                <c:pt idx="1809">
                  <c:v>40527</c:v>
                </c:pt>
                <c:pt idx="1810">
                  <c:v>40528</c:v>
                </c:pt>
                <c:pt idx="1811">
                  <c:v>40529</c:v>
                </c:pt>
                <c:pt idx="1812">
                  <c:v>40530</c:v>
                </c:pt>
                <c:pt idx="1813">
                  <c:v>40531</c:v>
                </c:pt>
                <c:pt idx="1814">
                  <c:v>40532</c:v>
                </c:pt>
                <c:pt idx="1815">
                  <c:v>40533</c:v>
                </c:pt>
                <c:pt idx="1816">
                  <c:v>40534</c:v>
                </c:pt>
                <c:pt idx="1817">
                  <c:v>40535</c:v>
                </c:pt>
                <c:pt idx="1818">
                  <c:v>40536</c:v>
                </c:pt>
                <c:pt idx="1819">
                  <c:v>40537</c:v>
                </c:pt>
                <c:pt idx="1820">
                  <c:v>40538</c:v>
                </c:pt>
                <c:pt idx="1821">
                  <c:v>40539</c:v>
                </c:pt>
                <c:pt idx="1822">
                  <c:v>40540</c:v>
                </c:pt>
                <c:pt idx="1823">
                  <c:v>40541</c:v>
                </c:pt>
                <c:pt idx="1824">
                  <c:v>40542</c:v>
                </c:pt>
                <c:pt idx="1825">
                  <c:v>40543</c:v>
                </c:pt>
                <c:pt idx="1826">
                  <c:v>40544</c:v>
                </c:pt>
                <c:pt idx="1827">
                  <c:v>40545</c:v>
                </c:pt>
                <c:pt idx="1828">
                  <c:v>40546</c:v>
                </c:pt>
                <c:pt idx="1829">
                  <c:v>40547</c:v>
                </c:pt>
                <c:pt idx="1830">
                  <c:v>40548</c:v>
                </c:pt>
                <c:pt idx="1831">
                  <c:v>40549</c:v>
                </c:pt>
                <c:pt idx="1832">
                  <c:v>40550</c:v>
                </c:pt>
                <c:pt idx="1833">
                  <c:v>40551</c:v>
                </c:pt>
                <c:pt idx="1834">
                  <c:v>40552</c:v>
                </c:pt>
                <c:pt idx="1835">
                  <c:v>40553</c:v>
                </c:pt>
                <c:pt idx="1836">
                  <c:v>40554</c:v>
                </c:pt>
                <c:pt idx="1837">
                  <c:v>40555</c:v>
                </c:pt>
                <c:pt idx="1838">
                  <c:v>40556</c:v>
                </c:pt>
                <c:pt idx="1839">
                  <c:v>40557</c:v>
                </c:pt>
                <c:pt idx="1840">
                  <c:v>40558</c:v>
                </c:pt>
                <c:pt idx="1841">
                  <c:v>40559</c:v>
                </c:pt>
                <c:pt idx="1842">
                  <c:v>40560</c:v>
                </c:pt>
                <c:pt idx="1843">
                  <c:v>40561</c:v>
                </c:pt>
                <c:pt idx="1844">
                  <c:v>40562</c:v>
                </c:pt>
                <c:pt idx="1845">
                  <c:v>40563</c:v>
                </c:pt>
                <c:pt idx="1846">
                  <c:v>40564</c:v>
                </c:pt>
                <c:pt idx="1847">
                  <c:v>40565</c:v>
                </c:pt>
                <c:pt idx="1848">
                  <c:v>40566</c:v>
                </c:pt>
                <c:pt idx="1849">
                  <c:v>40567</c:v>
                </c:pt>
                <c:pt idx="1850">
                  <c:v>40568</c:v>
                </c:pt>
                <c:pt idx="1851">
                  <c:v>40569</c:v>
                </c:pt>
                <c:pt idx="1852">
                  <c:v>40570</c:v>
                </c:pt>
                <c:pt idx="1853">
                  <c:v>40571</c:v>
                </c:pt>
                <c:pt idx="1854">
                  <c:v>40572</c:v>
                </c:pt>
                <c:pt idx="1855">
                  <c:v>40573</c:v>
                </c:pt>
                <c:pt idx="1856">
                  <c:v>40574</c:v>
                </c:pt>
                <c:pt idx="1857">
                  <c:v>40575</c:v>
                </c:pt>
                <c:pt idx="1858">
                  <c:v>40576</c:v>
                </c:pt>
                <c:pt idx="1859">
                  <c:v>40577</c:v>
                </c:pt>
                <c:pt idx="1860">
                  <c:v>40578</c:v>
                </c:pt>
                <c:pt idx="1861">
                  <c:v>40579</c:v>
                </c:pt>
                <c:pt idx="1862">
                  <c:v>40580</c:v>
                </c:pt>
                <c:pt idx="1863">
                  <c:v>40581</c:v>
                </c:pt>
                <c:pt idx="1864">
                  <c:v>40582</c:v>
                </c:pt>
                <c:pt idx="1865">
                  <c:v>40583</c:v>
                </c:pt>
                <c:pt idx="1866">
                  <c:v>40584</c:v>
                </c:pt>
                <c:pt idx="1867">
                  <c:v>40585</c:v>
                </c:pt>
                <c:pt idx="1868">
                  <c:v>40586</c:v>
                </c:pt>
                <c:pt idx="1869">
                  <c:v>40587</c:v>
                </c:pt>
                <c:pt idx="1870">
                  <c:v>40588</c:v>
                </c:pt>
                <c:pt idx="1871">
                  <c:v>40589</c:v>
                </c:pt>
                <c:pt idx="1872">
                  <c:v>40590</c:v>
                </c:pt>
                <c:pt idx="1873">
                  <c:v>40591</c:v>
                </c:pt>
                <c:pt idx="1874">
                  <c:v>40592</c:v>
                </c:pt>
                <c:pt idx="1875">
                  <c:v>40593</c:v>
                </c:pt>
                <c:pt idx="1876">
                  <c:v>40594</c:v>
                </c:pt>
                <c:pt idx="1877">
                  <c:v>40595</c:v>
                </c:pt>
                <c:pt idx="1878">
                  <c:v>40596</c:v>
                </c:pt>
                <c:pt idx="1879">
                  <c:v>40597</c:v>
                </c:pt>
                <c:pt idx="1880">
                  <c:v>40598</c:v>
                </c:pt>
                <c:pt idx="1881">
                  <c:v>40599</c:v>
                </c:pt>
                <c:pt idx="1882">
                  <c:v>40600</c:v>
                </c:pt>
                <c:pt idx="1883">
                  <c:v>40601</c:v>
                </c:pt>
                <c:pt idx="1884">
                  <c:v>40602</c:v>
                </c:pt>
                <c:pt idx="1885">
                  <c:v>40603</c:v>
                </c:pt>
                <c:pt idx="1886">
                  <c:v>40604</c:v>
                </c:pt>
                <c:pt idx="1887">
                  <c:v>40605</c:v>
                </c:pt>
                <c:pt idx="1888">
                  <c:v>40606</c:v>
                </c:pt>
                <c:pt idx="1889">
                  <c:v>40607</c:v>
                </c:pt>
                <c:pt idx="1890">
                  <c:v>40608</c:v>
                </c:pt>
                <c:pt idx="1891">
                  <c:v>40609</c:v>
                </c:pt>
                <c:pt idx="1892">
                  <c:v>40610</c:v>
                </c:pt>
                <c:pt idx="1893">
                  <c:v>40611</c:v>
                </c:pt>
                <c:pt idx="1894">
                  <c:v>40612</c:v>
                </c:pt>
                <c:pt idx="1895">
                  <c:v>40613</c:v>
                </c:pt>
                <c:pt idx="1896">
                  <c:v>40614</c:v>
                </c:pt>
                <c:pt idx="1897">
                  <c:v>40615</c:v>
                </c:pt>
                <c:pt idx="1898">
                  <c:v>40616</c:v>
                </c:pt>
                <c:pt idx="1899">
                  <c:v>40617</c:v>
                </c:pt>
                <c:pt idx="1900">
                  <c:v>40618</c:v>
                </c:pt>
                <c:pt idx="1901">
                  <c:v>40619</c:v>
                </c:pt>
                <c:pt idx="1902">
                  <c:v>40620</c:v>
                </c:pt>
                <c:pt idx="1903">
                  <c:v>40621</c:v>
                </c:pt>
                <c:pt idx="1904">
                  <c:v>40622</c:v>
                </c:pt>
                <c:pt idx="1905">
                  <c:v>40623</c:v>
                </c:pt>
                <c:pt idx="1906">
                  <c:v>40624</c:v>
                </c:pt>
                <c:pt idx="1907">
                  <c:v>40625</c:v>
                </c:pt>
                <c:pt idx="1908">
                  <c:v>40626</c:v>
                </c:pt>
                <c:pt idx="1909">
                  <c:v>40627</c:v>
                </c:pt>
                <c:pt idx="1910">
                  <c:v>40628</c:v>
                </c:pt>
                <c:pt idx="1911">
                  <c:v>40629</c:v>
                </c:pt>
                <c:pt idx="1912">
                  <c:v>40630</c:v>
                </c:pt>
                <c:pt idx="1913">
                  <c:v>40631</c:v>
                </c:pt>
                <c:pt idx="1914">
                  <c:v>40632</c:v>
                </c:pt>
                <c:pt idx="1915">
                  <c:v>40633</c:v>
                </c:pt>
                <c:pt idx="1916">
                  <c:v>40634</c:v>
                </c:pt>
                <c:pt idx="1917">
                  <c:v>40635</c:v>
                </c:pt>
                <c:pt idx="1918">
                  <c:v>40636</c:v>
                </c:pt>
                <c:pt idx="1919">
                  <c:v>40637</c:v>
                </c:pt>
                <c:pt idx="1920">
                  <c:v>40638</c:v>
                </c:pt>
                <c:pt idx="1921">
                  <c:v>40639</c:v>
                </c:pt>
                <c:pt idx="1922">
                  <c:v>40640</c:v>
                </c:pt>
                <c:pt idx="1923">
                  <c:v>40641</c:v>
                </c:pt>
                <c:pt idx="1924">
                  <c:v>40642</c:v>
                </c:pt>
                <c:pt idx="1925">
                  <c:v>40643</c:v>
                </c:pt>
                <c:pt idx="1926">
                  <c:v>40644</c:v>
                </c:pt>
                <c:pt idx="1927">
                  <c:v>40645</c:v>
                </c:pt>
                <c:pt idx="1928">
                  <c:v>40646</c:v>
                </c:pt>
                <c:pt idx="1929">
                  <c:v>40647</c:v>
                </c:pt>
                <c:pt idx="1930">
                  <c:v>40648</c:v>
                </c:pt>
                <c:pt idx="1931">
                  <c:v>40649</c:v>
                </c:pt>
                <c:pt idx="1932">
                  <c:v>40650</c:v>
                </c:pt>
                <c:pt idx="1933">
                  <c:v>40651</c:v>
                </c:pt>
                <c:pt idx="1934">
                  <c:v>40652</c:v>
                </c:pt>
                <c:pt idx="1935">
                  <c:v>40653</c:v>
                </c:pt>
                <c:pt idx="1936">
                  <c:v>40654</c:v>
                </c:pt>
                <c:pt idx="1937">
                  <c:v>40655</c:v>
                </c:pt>
                <c:pt idx="1938">
                  <c:v>40656</c:v>
                </c:pt>
                <c:pt idx="1939">
                  <c:v>40657</c:v>
                </c:pt>
                <c:pt idx="1940">
                  <c:v>40658</c:v>
                </c:pt>
                <c:pt idx="1941">
                  <c:v>40659</c:v>
                </c:pt>
                <c:pt idx="1942">
                  <c:v>40660</c:v>
                </c:pt>
                <c:pt idx="1943">
                  <c:v>40661</c:v>
                </c:pt>
                <c:pt idx="1944">
                  <c:v>40662</c:v>
                </c:pt>
                <c:pt idx="1945">
                  <c:v>40663</c:v>
                </c:pt>
                <c:pt idx="1946">
                  <c:v>40664</c:v>
                </c:pt>
                <c:pt idx="1947">
                  <c:v>40665</c:v>
                </c:pt>
                <c:pt idx="1948">
                  <c:v>40666</c:v>
                </c:pt>
                <c:pt idx="1949">
                  <c:v>40667</c:v>
                </c:pt>
                <c:pt idx="1950">
                  <c:v>40668</c:v>
                </c:pt>
                <c:pt idx="1951">
                  <c:v>40669</c:v>
                </c:pt>
                <c:pt idx="1952">
                  <c:v>40670</c:v>
                </c:pt>
                <c:pt idx="1953">
                  <c:v>40671</c:v>
                </c:pt>
                <c:pt idx="1954">
                  <c:v>40672</c:v>
                </c:pt>
                <c:pt idx="1955">
                  <c:v>40673</c:v>
                </c:pt>
                <c:pt idx="1956">
                  <c:v>40674</c:v>
                </c:pt>
                <c:pt idx="1957">
                  <c:v>40675</c:v>
                </c:pt>
                <c:pt idx="1958">
                  <c:v>40676</c:v>
                </c:pt>
                <c:pt idx="1959">
                  <c:v>40677</c:v>
                </c:pt>
                <c:pt idx="1960">
                  <c:v>40678</c:v>
                </c:pt>
                <c:pt idx="1961">
                  <c:v>40679</c:v>
                </c:pt>
                <c:pt idx="1962">
                  <c:v>40680</c:v>
                </c:pt>
                <c:pt idx="1963">
                  <c:v>40681</c:v>
                </c:pt>
                <c:pt idx="1964">
                  <c:v>40682</c:v>
                </c:pt>
                <c:pt idx="1965">
                  <c:v>40683</c:v>
                </c:pt>
                <c:pt idx="1966">
                  <c:v>40684</c:v>
                </c:pt>
                <c:pt idx="1967">
                  <c:v>40685</c:v>
                </c:pt>
                <c:pt idx="1968">
                  <c:v>40686</c:v>
                </c:pt>
                <c:pt idx="1969">
                  <c:v>40687</c:v>
                </c:pt>
                <c:pt idx="1970">
                  <c:v>40688</c:v>
                </c:pt>
                <c:pt idx="1971">
                  <c:v>40689</c:v>
                </c:pt>
                <c:pt idx="1972">
                  <c:v>40690</c:v>
                </c:pt>
                <c:pt idx="1973">
                  <c:v>40691</c:v>
                </c:pt>
                <c:pt idx="1974">
                  <c:v>40692</c:v>
                </c:pt>
                <c:pt idx="1975">
                  <c:v>40693</c:v>
                </c:pt>
                <c:pt idx="1976">
                  <c:v>40694</c:v>
                </c:pt>
                <c:pt idx="1977">
                  <c:v>40695</c:v>
                </c:pt>
                <c:pt idx="1978">
                  <c:v>40696</c:v>
                </c:pt>
                <c:pt idx="1979">
                  <c:v>40697</c:v>
                </c:pt>
                <c:pt idx="1980">
                  <c:v>40698</c:v>
                </c:pt>
                <c:pt idx="1981">
                  <c:v>40699</c:v>
                </c:pt>
                <c:pt idx="1982">
                  <c:v>40700</c:v>
                </c:pt>
                <c:pt idx="1983">
                  <c:v>40701</c:v>
                </c:pt>
                <c:pt idx="1984">
                  <c:v>40702</c:v>
                </c:pt>
                <c:pt idx="1985">
                  <c:v>40703</c:v>
                </c:pt>
                <c:pt idx="1986">
                  <c:v>40704</c:v>
                </c:pt>
                <c:pt idx="1987">
                  <c:v>40705</c:v>
                </c:pt>
                <c:pt idx="1988">
                  <c:v>40706</c:v>
                </c:pt>
                <c:pt idx="1989">
                  <c:v>40707</c:v>
                </c:pt>
                <c:pt idx="1990">
                  <c:v>40708</c:v>
                </c:pt>
                <c:pt idx="1991">
                  <c:v>40709</c:v>
                </c:pt>
                <c:pt idx="1992">
                  <c:v>40710</c:v>
                </c:pt>
                <c:pt idx="1993">
                  <c:v>40711</c:v>
                </c:pt>
                <c:pt idx="1994">
                  <c:v>40712</c:v>
                </c:pt>
                <c:pt idx="1995">
                  <c:v>40713</c:v>
                </c:pt>
                <c:pt idx="1996">
                  <c:v>40714</c:v>
                </c:pt>
                <c:pt idx="1997">
                  <c:v>40715</c:v>
                </c:pt>
                <c:pt idx="1998">
                  <c:v>40716</c:v>
                </c:pt>
                <c:pt idx="1999">
                  <c:v>40717</c:v>
                </c:pt>
                <c:pt idx="2000">
                  <c:v>40718</c:v>
                </c:pt>
                <c:pt idx="2001">
                  <c:v>40719</c:v>
                </c:pt>
                <c:pt idx="2002">
                  <c:v>40720</c:v>
                </c:pt>
                <c:pt idx="2003">
                  <c:v>40721</c:v>
                </c:pt>
                <c:pt idx="2004">
                  <c:v>40722</c:v>
                </c:pt>
                <c:pt idx="2005">
                  <c:v>40723</c:v>
                </c:pt>
                <c:pt idx="2006">
                  <c:v>40724</c:v>
                </c:pt>
                <c:pt idx="2007">
                  <c:v>40725</c:v>
                </c:pt>
                <c:pt idx="2008">
                  <c:v>40726</c:v>
                </c:pt>
                <c:pt idx="2009">
                  <c:v>40727</c:v>
                </c:pt>
                <c:pt idx="2010">
                  <c:v>40728</c:v>
                </c:pt>
                <c:pt idx="2011">
                  <c:v>40729</c:v>
                </c:pt>
                <c:pt idx="2012">
                  <c:v>40730</c:v>
                </c:pt>
                <c:pt idx="2013">
                  <c:v>40731</c:v>
                </c:pt>
                <c:pt idx="2014">
                  <c:v>40732</c:v>
                </c:pt>
                <c:pt idx="2015">
                  <c:v>40733</c:v>
                </c:pt>
                <c:pt idx="2016">
                  <c:v>40734</c:v>
                </c:pt>
                <c:pt idx="2017">
                  <c:v>40735</c:v>
                </c:pt>
                <c:pt idx="2018">
                  <c:v>40736</c:v>
                </c:pt>
                <c:pt idx="2019">
                  <c:v>40737</c:v>
                </c:pt>
                <c:pt idx="2020">
                  <c:v>40738</c:v>
                </c:pt>
                <c:pt idx="2021">
                  <c:v>40739</c:v>
                </c:pt>
                <c:pt idx="2022">
                  <c:v>40740</c:v>
                </c:pt>
                <c:pt idx="2023">
                  <c:v>40741</c:v>
                </c:pt>
                <c:pt idx="2024">
                  <c:v>40742</c:v>
                </c:pt>
                <c:pt idx="2025">
                  <c:v>40743</c:v>
                </c:pt>
                <c:pt idx="2026">
                  <c:v>40744</c:v>
                </c:pt>
                <c:pt idx="2027">
                  <c:v>40745</c:v>
                </c:pt>
                <c:pt idx="2028">
                  <c:v>40746</c:v>
                </c:pt>
                <c:pt idx="2029">
                  <c:v>40747</c:v>
                </c:pt>
                <c:pt idx="2030">
                  <c:v>40748</c:v>
                </c:pt>
                <c:pt idx="2031">
                  <c:v>40749</c:v>
                </c:pt>
                <c:pt idx="2032">
                  <c:v>40750</c:v>
                </c:pt>
                <c:pt idx="2033">
                  <c:v>40751</c:v>
                </c:pt>
                <c:pt idx="2034">
                  <c:v>40752</c:v>
                </c:pt>
                <c:pt idx="2035">
                  <c:v>40753</c:v>
                </c:pt>
                <c:pt idx="2036">
                  <c:v>40754</c:v>
                </c:pt>
                <c:pt idx="2037">
                  <c:v>40755</c:v>
                </c:pt>
                <c:pt idx="2038">
                  <c:v>40756</c:v>
                </c:pt>
                <c:pt idx="2039">
                  <c:v>40757</c:v>
                </c:pt>
                <c:pt idx="2040">
                  <c:v>40758</c:v>
                </c:pt>
                <c:pt idx="2041">
                  <c:v>40759</c:v>
                </c:pt>
                <c:pt idx="2042">
                  <c:v>40760</c:v>
                </c:pt>
                <c:pt idx="2043">
                  <c:v>40761</c:v>
                </c:pt>
                <c:pt idx="2044">
                  <c:v>40762</c:v>
                </c:pt>
                <c:pt idx="2045">
                  <c:v>40763</c:v>
                </c:pt>
                <c:pt idx="2046">
                  <c:v>40764</c:v>
                </c:pt>
                <c:pt idx="2047">
                  <c:v>40765</c:v>
                </c:pt>
                <c:pt idx="2048">
                  <c:v>40766</c:v>
                </c:pt>
                <c:pt idx="2049">
                  <c:v>40767</c:v>
                </c:pt>
                <c:pt idx="2050">
                  <c:v>40768</c:v>
                </c:pt>
                <c:pt idx="2051">
                  <c:v>40769</c:v>
                </c:pt>
                <c:pt idx="2052">
                  <c:v>40770</c:v>
                </c:pt>
                <c:pt idx="2053">
                  <c:v>40771</c:v>
                </c:pt>
                <c:pt idx="2054">
                  <c:v>40772</c:v>
                </c:pt>
                <c:pt idx="2055">
                  <c:v>40773</c:v>
                </c:pt>
                <c:pt idx="2056">
                  <c:v>40774</c:v>
                </c:pt>
                <c:pt idx="2057">
                  <c:v>40775</c:v>
                </c:pt>
                <c:pt idx="2058">
                  <c:v>40776</c:v>
                </c:pt>
                <c:pt idx="2059">
                  <c:v>40777</c:v>
                </c:pt>
                <c:pt idx="2060">
                  <c:v>40778</c:v>
                </c:pt>
                <c:pt idx="2061">
                  <c:v>40779</c:v>
                </c:pt>
                <c:pt idx="2062">
                  <c:v>40780</c:v>
                </c:pt>
                <c:pt idx="2063">
                  <c:v>40781</c:v>
                </c:pt>
                <c:pt idx="2064">
                  <c:v>40782</c:v>
                </c:pt>
                <c:pt idx="2065">
                  <c:v>40783</c:v>
                </c:pt>
                <c:pt idx="2066">
                  <c:v>40784</c:v>
                </c:pt>
                <c:pt idx="2067">
                  <c:v>40785</c:v>
                </c:pt>
                <c:pt idx="2068">
                  <c:v>40786</c:v>
                </c:pt>
                <c:pt idx="2069">
                  <c:v>40787</c:v>
                </c:pt>
                <c:pt idx="2070">
                  <c:v>40788</c:v>
                </c:pt>
                <c:pt idx="2071">
                  <c:v>40789</c:v>
                </c:pt>
                <c:pt idx="2072">
                  <c:v>40790</c:v>
                </c:pt>
                <c:pt idx="2073">
                  <c:v>40791</c:v>
                </c:pt>
                <c:pt idx="2074">
                  <c:v>40792</c:v>
                </c:pt>
                <c:pt idx="2075">
                  <c:v>40793</c:v>
                </c:pt>
                <c:pt idx="2076">
                  <c:v>40794</c:v>
                </c:pt>
                <c:pt idx="2077">
                  <c:v>40795</c:v>
                </c:pt>
                <c:pt idx="2078">
                  <c:v>40796</c:v>
                </c:pt>
                <c:pt idx="2079">
                  <c:v>40797</c:v>
                </c:pt>
                <c:pt idx="2080">
                  <c:v>40798</c:v>
                </c:pt>
                <c:pt idx="2081">
                  <c:v>40799</c:v>
                </c:pt>
                <c:pt idx="2082">
                  <c:v>40800</c:v>
                </c:pt>
                <c:pt idx="2083">
                  <c:v>40801</c:v>
                </c:pt>
                <c:pt idx="2084">
                  <c:v>40802</c:v>
                </c:pt>
                <c:pt idx="2085">
                  <c:v>40803</c:v>
                </c:pt>
                <c:pt idx="2086">
                  <c:v>40804</c:v>
                </c:pt>
                <c:pt idx="2087">
                  <c:v>40805</c:v>
                </c:pt>
                <c:pt idx="2088">
                  <c:v>40806</c:v>
                </c:pt>
                <c:pt idx="2089">
                  <c:v>40807</c:v>
                </c:pt>
                <c:pt idx="2090">
                  <c:v>40808</c:v>
                </c:pt>
                <c:pt idx="2091">
                  <c:v>40809</c:v>
                </c:pt>
                <c:pt idx="2092">
                  <c:v>40810</c:v>
                </c:pt>
                <c:pt idx="2093">
                  <c:v>40811</c:v>
                </c:pt>
                <c:pt idx="2094">
                  <c:v>40812</c:v>
                </c:pt>
                <c:pt idx="2095">
                  <c:v>40813</c:v>
                </c:pt>
                <c:pt idx="2096">
                  <c:v>40814</c:v>
                </c:pt>
                <c:pt idx="2097">
                  <c:v>40815</c:v>
                </c:pt>
                <c:pt idx="2098">
                  <c:v>40816</c:v>
                </c:pt>
                <c:pt idx="2099">
                  <c:v>40817</c:v>
                </c:pt>
                <c:pt idx="2100">
                  <c:v>40818</c:v>
                </c:pt>
                <c:pt idx="2101">
                  <c:v>40819</c:v>
                </c:pt>
                <c:pt idx="2102">
                  <c:v>40820</c:v>
                </c:pt>
                <c:pt idx="2103">
                  <c:v>40821</c:v>
                </c:pt>
                <c:pt idx="2104">
                  <c:v>40822</c:v>
                </c:pt>
                <c:pt idx="2105">
                  <c:v>40823</c:v>
                </c:pt>
                <c:pt idx="2106">
                  <c:v>40824</c:v>
                </c:pt>
                <c:pt idx="2107">
                  <c:v>40825</c:v>
                </c:pt>
                <c:pt idx="2108">
                  <c:v>40826</c:v>
                </c:pt>
                <c:pt idx="2109">
                  <c:v>40827</c:v>
                </c:pt>
                <c:pt idx="2110">
                  <c:v>40828</c:v>
                </c:pt>
                <c:pt idx="2111">
                  <c:v>40829</c:v>
                </c:pt>
                <c:pt idx="2112">
                  <c:v>40830</c:v>
                </c:pt>
                <c:pt idx="2113">
                  <c:v>40831</c:v>
                </c:pt>
                <c:pt idx="2114">
                  <c:v>40832</c:v>
                </c:pt>
                <c:pt idx="2115">
                  <c:v>40833</c:v>
                </c:pt>
                <c:pt idx="2116">
                  <c:v>40834</c:v>
                </c:pt>
                <c:pt idx="2117">
                  <c:v>40835</c:v>
                </c:pt>
                <c:pt idx="2118">
                  <c:v>40836</c:v>
                </c:pt>
                <c:pt idx="2119">
                  <c:v>40837</c:v>
                </c:pt>
                <c:pt idx="2120">
                  <c:v>40838</c:v>
                </c:pt>
                <c:pt idx="2121">
                  <c:v>40839</c:v>
                </c:pt>
                <c:pt idx="2122">
                  <c:v>40840</c:v>
                </c:pt>
                <c:pt idx="2123">
                  <c:v>40841</c:v>
                </c:pt>
                <c:pt idx="2124">
                  <c:v>40842</c:v>
                </c:pt>
                <c:pt idx="2125">
                  <c:v>40843</c:v>
                </c:pt>
                <c:pt idx="2126">
                  <c:v>40844</c:v>
                </c:pt>
                <c:pt idx="2127">
                  <c:v>40845</c:v>
                </c:pt>
                <c:pt idx="2128">
                  <c:v>40846</c:v>
                </c:pt>
                <c:pt idx="2129">
                  <c:v>40847</c:v>
                </c:pt>
                <c:pt idx="2130">
                  <c:v>40848</c:v>
                </c:pt>
                <c:pt idx="2131">
                  <c:v>40849</c:v>
                </c:pt>
                <c:pt idx="2132">
                  <c:v>40850</c:v>
                </c:pt>
                <c:pt idx="2133">
                  <c:v>40851</c:v>
                </c:pt>
                <c:pt idx="2134">
                  <c:v>40852</c:v>
                </c:pt>
                <c:pt idx="2135">
                  <c:v>40853</c:v>
                </c:pt>
                <c:pt idx="2136">
                  <c:v>40854</c:v>
                </c:pt>
                <c:pt idx="2137">
                  <c:v>40855</c:v>
                </c:pt>
                <c:pt idx="2138">
                  <c:v>40856</c:v>
                </c:pt>
                <c:pt idx="2139">
                  <c:v>40857</c:v>
                </c:pt>
                <c:pt idx="2140">
                  <c:v>40858</c:v>
                </c:pt>
                <c:pt idx="2141">
                  <c:v>40859</c:v>
                </c:pt>
                <c:pt idx="2142">
                  <c:v>40860</c:v>
                </c:pt>
                <c:pt idx="2143">
                  <c:v>40861</c:v>
                </c:pt>
                <c:pt idx="2144">
                  <c:v>40862</c:v>
                </c:pt>
                <c:pt idx="2145">
                  <c:v>40863</c:v>
                </c:pt>
                <c:pt idx="2146">
                  <c:v>40864</c:v>
                </c:pt>
                <c:pt idx="2147">
                  <c:v>40865</c:v>
                </c:pt>
                <c:pt idx="2148">
                  <c:v>40866</c:v>
                </c:pt>
                <c:pt idx="2149">
                  <c:v>40867</c:v>
                </c:pt>
                <c:pt idx="2150">
                  <c:v>40868</c:v>
                </c:pt>
                <c:pt idx="2151">
                  <c:v>40869</c:v>
                </c:pt>
                <c:pt idx="2152">
                  <c:v>40870</c:v>
                </c:pt>
                <c:pt idx="2153">
                  <c:v>40871</c:v>
                </c:pt>
                <c:pt idx="2154">
                  <c:v>40872</c:v>
                </c:pt>
                <c:pt idx="2155">
                  <c:v>40873</c:v>
                </c:pt>
                <c:pt idx="2156">
                  <c:v>40874</c:v>
                </c:pt>
                <c:pt idx="2157">
                  <c:v>40875</c:v>
                </c:pt>
                <c:pt idx="2158">
                  <c:v>40876</c:v>
                </c:pt>
                <c:pt idx="2159">
                  <c:v>40877</c:v>
                </c:pt>
                <c:pt idx="2160">
                  <c:v>40878</c:v>
                </c:pt>
                <c:pt idx="2161">
                  <c:v>40879</c:v>
                </c:pt>
                <c:pt idx="2162">
                  <c:v>40880</c:v>
                </c:pt>
                <c:pt idx="2163">
                  <c:v>40881</c:v>
                </c:pt>
                <c:pt idx="2164">
                  <c:v>40882</c:v>
                </c:pt>
                <c:pt idx="2165">
                  <c:v>40883</c:v>
                </c:pt>
                <c:pt idx="2166">
                  <c:v>40884</c:v>
                </c:pt>
                <c:pt idx="2167">
                  <c:v>40885</c:v>
                </c:pt>
                <c:pt idx="2168">
                  <c:v>40886</c:v>
                </c:pt>
                <c:pt idx="2169">
                  <c:v>40887</c:v>
                </c:pt>
                <c:pt idx="2170">
                  <c:v>40888</c:v>
                </c:pt>
                <c:pt idx="2171">
                  <c:v>40889</c:v>
                </c:pt>
                <c:pt idx="2172">
                  <c:v>40890</c:v>
                </c:pt>
                <c:pt idx="2173">
                  <c:v>40891</c:v>
                </c:pt>
                <c:pt idx="2174">
                  <c:v>40892</c:v>
                </c:pt>
                <c:pt idx="2175">
                  <c:v>40893</c:v>
                </c:pt>
                <c:pt idx="2176">
                  <c:v>40894</c:v>
                </c:pt>
                <c:pt idx="2177">
                  <c:v>40895</c:v>
                </c:pt>
                <c:pt idx="2178">
                  <c:v>40896</c:v>
                </c:pt>
                <c:pt idx="2179">
                  <c:v>40897</c:v>
                </c:pt>
                <c:pt idx="2180">
                  <c:v>40898</c:v>
                </c:pt>
                <c:pt idx="2181">
                  <c:v>40899</c:v>
                </c:pt>
                <c:pt idx="2182">
                  <c:v>40900</c:v>
                </c:pt>
                <c:pt idx="2183">
                  <c:v>40901</c:v>
                </c:pt>
                <c:pt idx="2184">
                  <c:v>40902</c:v>
                </c:pt>
                <c:pt idx="2185">
                  <c:v>40903</c:v>
                </c:pt>
                <c:pt idx="2186">
                  <c:v>40904</c:v>
                </c:pt>
                <c:pt idx="2187">
                  <c:v>40905</c:v>
                </c:pt>
                <c:pt idx="2188">
                  <c:v>40906</c:v>
                </c:pt>
                <c:pt idx="2189">
                  <c:v>40907</c:v>
                </c:pt>
                <c:pt idx="2190">
                  <c:v>40908</c:v>
                </c:pt>
                <c:pt idx="2191">
                  <c:v>40909</c:v>
                </c:pt>
                <c:pt idx="2192">
                  <c:v>40910</c:v>
                </c:pt>
                <c:pt idx="2193">
                  <c:v>40911</c:v>
                </c:pt>
                <c:pt idx="2194">
                  <c:v>40912</c:v>
                </c:pt>
                <c:pt idx="2195">
                  <c:v>40913</c:v>
                </c:pt>
                <c:pt idx="2196">
                  <c:v>40914</c:v>
                </c:pt>
                <c:pt idx="2197">
                  <c:v>40915</c:v>
                </c:pt>
                <c:pt idx="2198">
                  <c:v>40916</c:v>
                </c:pt>
                <c:pt idx="2199">
                  <c:v>40917</c:v>
                </c:pt>
                <c:pt idx="2200">
                  <c:v>40918</c:v>
                </c:pt>
                <c:pt idx="2201">
                  <c:v>40919</c:v>
                </c:pt>
                <c:pt idx="2202">
                  <c:v>40920</c:v>
                </c:pt>
                <c:pt idx="2203">
                  <c:v>40921</c:v>
                </c:pt>
                <c:pt idx="2204">
                  <c:v>40922</c:v>
                </c:pt>
                <c:pt idx="2205">
                  <c:v>40923</c:v>
                </c:pt>
                <c:pt idx="2206">
                  <c:v>40924</c:v>
                </c:pt>
                <c:pt idx="2207">
                  <c:v>40925</c:v>
                </c:pt>
                <c:pt idx="2208">
                  <c:v>40926</c:v>
                </c:pt>
                <c:pt idx="2209">
                  <c:v>40927</c:v>
                </c:pt>
                <c:pt idx="2210">
                  <c:v>40928</c:v>
                </c:pt>
                <c:pt idx="2211">
                  <c:v>40929</c:v>
                </c:pt>
                <c:pt idx="2212">
                  <c:v>40930</c:v>
                </c:pt>
                <c:pt idx="2213">
                  <c:v>40931</c:v>
                </c:pt>
                <c:pt idx="2214">
                  <c:v>40932</c:v>
                </c:pt>
                <c:pt idx="2215">
                  <c:v>40933</c:v>
                </c:pt>
                <c:pt idx="2216">
                  <c:v>40934</c:v>
                </c:pt>
                <c:pt idx="2217">
                  <c:v>40935</c:v>
                </c:pt>
                <c:pt idx="2218">
                  <c:v>40936</c:v>
                </c:pt>
                <c:pt idx="2219">
                  <c:v>40937</c:v>
                </c:pt>
                <c:pt idx="2220">
                  <c:v>40938</c:v>
                </c:pt>
                <c:pt idx="2221">
                  <c:v>40939</c:v>
                </c:pt>
                <c:pt idx="2222">
                  <c:v>40940</c:v>
                </c:pt>
                <c:pt idx="2223">
                  <c:v>40941</c:v>
                </c:pt>
                <c:pt idx="2224">
                  <c:v>40942</c:v>
                </c:pt>
                <c:pt idx="2225">
                  <c:v>40943</c:v>
                </c:pt>
                <c:pt idx="2226">
                  <c:v>40944</c:v>
                </c:pt>
                <c:pt idx="2227">
                  <c:v>40945</c:v>
                </c:pt>
                <c:pt idx="2228">
                  <c:v>40946</c:v>
                </c:pt>
                <c:pt idx="2229">
                  <c:v>40947</c:v>
                </c:pt>
                <c:pt idx="2230">
                  <c:v>40948</c:v>
                </c:pt>
                <c:pt idx="2231">
                  <c:v>40949</c:v>
                </c:pt>
                <c:pt idx="2232">
                  <c:v>40950</c:v>
                </c:pt>
                <c:pt idx="2233">
                  <c:v>40951</c:v>
                </c:pt>
                <c:pt idx="2234">
                  <c:v>40952</c:v>
                </c:pt>
                <c:pt idx="2235">
                  <c:v>40953</c:v>
                </c:pt>
                <c:pt idx="2236">
                  <c:v>40954</c:v>
                </c:pt>
                <c:pt idx="2237">
                  <c:v>40955</c:v>
                </c:pt>
                <c:pt idx="2238">
                  <c:v>40956</c:v>
                </c:pt>
                <c:pt idx="2239">
                  <c:v>40957</c:v>
                </c:pt>
                <c:pt idx="2240">
                  <c:v>40958</c:v>
                </c:pt>
                <c:pt idx="2241">
                  <c:v>40959</c:v>
                </c:pt>
                <c:pt idx="2242">
                  <c:v>40960</c:v>
                </c:pt>
                <c:pt idx="2243">
                  <c:v>40961</c:v>
                </c:pt>
                <c:pt idx="2244">
                  <c:v>40962</c:v>
                </c:pt>
                <c:pt idx="2245">
                  <c:v>40963</c:v>
                </c:pt>
                <c:pt idx="2246">
                  <c:v>40964</c:v>
                </c:pt>
                <c:pt idx="2247">
                  <c:v>40965</c:v>
                </c:pt>
                <c:pt idx="2248">
                  <c:v>40966</c:v>
                </c:pt>
                <c:pt idx="2249">
                  <c:v>40967</c:v>
                </c:pt>
                <c:pt idx="2250">
                  <c:v>40968</c:v>
                </c:pt>
                <c:pt idx="2251">
                  <c:v>40969</c:v>
                </c:pt>
                <c:pt idx="2252">
                  <c:v>40970</c:v>
                </c:pt>
                <c:pt idx="2253">
                  <c:v>40971</c:v>
                </c:pt>
                <c:pt idx="2254">
                  <c:v>40972</c:v>
                </c:pt>
                <c:pt idx="2255">
                  <c:v>40973</c:v>
                </c:pt>
                <c:pt idx="2256">
                  <c:v>40974</c:v>
                </c:pt>
                <c:pt idx="2257">
                  <c:v>40975</c:v>
                </c:pt>
                <c:pt idx="2258">
                  <c:v>40976</c:v>
                </c:pt>
                <c:pt idx="2259">
                  <c:v>40977</c:v>
                </c:pt>
                <c:pt idx="2260">
                  <c:v>40978</c:v>
                </c:pt>
                <c:pt idx="2261">
                  <c:v>40979</c:v>
                </c:pt>
                <c:pt idx="2262">
                  <c:v>40980</c:v>
                </c:pt>
                <c:pt idx="2263">
                  <c:v>40981</c:v>
                </c:pt>
                <c:pt idx="2264">
                  <c:v>40982</c:v>
                </c:pt>
                <c:pt idx="2265">
                  <c:v>40983</c:v>
                </c:pt>
                <c:pt idx="2266">
                  <c:v>40984</c:v>
                </c:pt>
                <c:pt idx="2267">
                  <c:v>40985</c:v>
                </c:pt>
                <c:pt idx="2268">
                  <c:v>40986</c:v>
                </c:pt>
                <c:pt idx="2269">
                  <c:v>40987</c:v>
                </c:pt>
                <c:pt idx="2270">
                  <c:v>40988</c:v>
                </c:pt>
                <c:pt idx="2271">
                  <c:v>40989</c:v>
                </c:pt>
                <c:pt idx="2272">
                  <c:v>40990</c:v>
                </c:pt>
                <c:pt idx="2273">
                  <c:v>40991</c:v>
                </c:pt>
                <c:pt idx="2274">
                  <c:v>40992</c:v>
                </c:pt>
                <c:pt idx="2275">
                  <c:v>40993</c:v>
                </c:pt>
                <c:pt idx="2276">
                  <c:v>40994</c:v>
                </c:pt>
                <c:pt idx="2277">
                  <c:v>40995</c:v>
                </c:pt>
                <c:pt idx="2278">
                  <c:v>40996</c:v>
                </c:pt>
                <c:pt idx="2279">
                  <c:v>40997</c:v>
                </c:pt>
                <c:pt idx="2280">
                  <c:v>40998</c:v>
                </c:pt>
                <c:pt idx="2281">
                  <c:v>40999</c:v>
                </c:pt>
                <c:pt idx="2282">
                  <c:v>41000</c:v>
                </c:pt>
                <c:pt idx="2283">
                  <c:v>41001</c:v>
                </c:pt>
                <c:pt idx="2284">
                  <c:v>41002</c:v>
                </c:pt>
                <c:pt idx="2285">
                  <c:v>41003</c:v>
                </c:pt>
                <c:pt idx="2286">
                  <c:v>41004</c:v>
                </c:pt>
                <c:pt idx="2287">
                  <c:v>41005</c:v>
                </c:pt>
                <c:pt idx="2288">
                  <c:v>41006</c:v>
                </c:pt>
                <c:pt idx="2289">
                  <c:v>41007</c:v>
                </c:pt>
                <c:pt idx="2290">
                  <c:v>41008</c:v>
                </c:pt>
                <c:pt idx="2291">
                  <c:v>41009</c:v>
                </c:pt>
                <c:pt idx="2292">
                  <c:v>41010</c:v>
                </c:pt>
                <c:pt idx="2293">
                  <c:v>41011</c:v>
                </c:pt>
                <c:pt idx="2294">
                  <c:v>41012</c:v>
                </c:pt>
                <c:pt idx="2295">
                  <c:v>41013</c:v>
                </c:pt>
                <c:pt idx="2296">
                  <c:v>41014</c:v>
                </c:pt>
                <c:pt idx="2297">
                  <c:v>41015</c:v>
                </c:pt>
                <c:pt idx="2298">
                  <c:v>41016</c:v>
                </c:pt>
                <c:pt idx="2299">
                  <c:v>41017</c:v>
                </c:pt>
                <c:pt idx="2300">
                  <c:v>41018</c:v>
                </c:pt>
                <c:pt idx="2301">
                  <c:v>41019</c:v>
                </c:pt>
                <c:pt idx="2302">
                  <c:v>41020</c:v>
                </c:pt>
                <c:pt idx="2303">
                  <c:v>41021</c:v>
                </c:pt>
                <c:pt idx="2304">
                  <c:v>41022</c:v>
                </c:pt>
                <c:pt idx="2305">
                  <c:v>41023</c:v>
                </c:pt>
                <c:pt idx="2306">
                  <c:v>41024</c:v>
                </c:pt>
                <c:pt idx="2307">
                  <c:v>41025</c:v>
                </c:pt>
                <c:pt idx="2308">
                  <c:v>41026</c:v>
                </c:pt>
                <c:pt idx="2309">
                  <c:v>41027</c:v>
                </c:pt>
                <c:pt idx="2310">
                  <c:v>41028</c:v>
                </c:pt>
                <c:pt idx="2311">
                  <c:v>41029</c:v>
                </c:pt>
                <c:pt idx="2312">
                  <c:v>41030</c:v>
                </c:pt>
                <c:pt idx="2313">
                  <c:v>41031</c:v>
                </c:pt>
                <c:pt idx="2314">
                  <c:v>41032</c:v>
                </c:pt>
                <c:pt idx="2315">
                  <c:v>41033</c:v>
                </c:pt>
                <c:pt idx="2316">
                  <c:v>41034</c:v>
                </c:pt>
                <c:pt idx="2317">
                  <c:v>41035</c:v>
                </c:pt>
                <c:pt idx="2318">
                  <c:v>41036</c:v>
                </c:pt>
                <c:pt idx="2319">
                  <c:v>41037</c:v>
                </c:pt>
                <c:pt idx="2320">
                  <c:v>41038</c:v>
                </c:pt>
                <c:pt idx="2321">
                  <c:v>41039</c:v>
                </c:pt>
                <c:pt idx="2322">
                  <c:v>41040</c:v>
                </c:pt>
                <c:pt idx="2323">
                  <c:v>41041</c:v>
                </c:pt>
                <c:pt idx="2324">
                  <c:v>41042</c:v>
                </c:pt>
                <c:pt idx="2325">
                  <c:v>41043</c:v>
                </c:pt>
                <c:pt idx="2326">
                  <c:v>41044</c:v>
                </c:pt>
                <c:pt idx="2327">
                  <c:v>41045</c:v>
                </c:pt>
                <c:pt idx="2328">
                  <c:v>41046</c:v>
                </c:pt>
                <c:pt idx="2329">
                  <c:v>41047</c:v>
                </c:pt>
                <c:pt idx="2330">
                  <c:v>41048</c:v>
                </c:pt>
                <c:pt idx="2331">
                  <c:v>41049</c:v>
                </c:pt>
                <c:pt idx="2332">
                  <c:v>41050</c:v>
                </c:pt>
                <c:pt idx="2333">
                  <c:v>41051</c:v>
                </c:pt>
                <c:pt idx="2334">
                  <c:v>41052</c:v>
                </c:pt>
                <c:pt idx="2335">
                  <c:v>41053</c:v>
                </c:pt>
                <c:pt idx="2336">
                  <c:v>41054</c:v>
                </c:pt>
                <c:pt idx="2337">
                  <c:v>41055</c:v>
                </c:pt>
                <c:pt idx="2338">
                  <c:v>41056</c:v>
                </c:pt>
                <c:pt idx="2339">
                  <c:v>41057</c:v>
                </c:pt>
                <c:pt idx="2340">
                  <c:v>41058</c:v>
                </c:pt>
                <c:pt idx="2341">
                  <c:v>41059</c:v>
                </c:pt>
                <c:pt idx="2342">
                  <c:v>41060</c:v>
                </c:pt>
                <c:pt idx="2343">
                  <c:v>41061</c:v>
                </c:pt>
                <c:pt idx="2344">
                  <c:v>41062</c:v>
                </c:pt>
                <c:pt idx="2345">
                  <c:v>41063</c:v>
                </c:pt>
                <c:pt idx="2346">
                  <c:v>41064</c:v>
                </c:pt>
                <c:pt idx="2347">
                  <c:v>41065</c:v>
                </c:pt>
                <c:pt idx="2348">
                  <c:v>41066</c:v>
                </c:pt>
                <c:pt idx="2349">
                  <c:v>41067</c:v>
                </c:pt>
                <c:pt idx="2350">
                  <c:v>41068</c:v>
                </c:pt>
                <c:pt idx="2351">
                  <c:v>41069</c:v>
                </c:pt>
                <c:pt idx="2352">
                  <c:v>41070</c:v>
                </c:pt>
                <c:pt idx="2353">
                  <c:v>41071</c:v>
                </c:pt>
                <c:pt idx="2354">
                  <c:v>41072</c:v>
                </c:pt>
                <c:pt idx="2355">
                  <c:v>41073</c:v>
                </c:pt>
                <c:pt idx="2356">
                  <c:v>41074</c:v>
                </c:pt>
                <c:pt idx="2357">
                  <c:v>41075</c:v>
                </c:pt>
                <c:pt idx="2358">
                  <c:v>41076</c:v>
                </c:pt>
                <c:pt idx="2359">
                  <c:v>41077</c:v>
                </c:pt>
                <c:pt idx="2360">
                  <c:v>41078</c:v>
                </c:pt>
                <c:pt idx="2361">
                  <c:v>41079</c:v>
                </c:pt>
                <c:pt idx="2362">
                  <c:v>41080</c:v>
                </c:pt>
                <c:pt idx="2363">
                  <c:v>41081</c:v>
                </c:pt>
                <c:pt idx="2364">
                  <c:v>41082</c:v>
                </c:pt>
                <c:pt idx="2365">
                  <c:v>41083</c:v>
                </c:pt>
                <c:pt idx="2366">
                  <c:v>41084</c:v>
                </c:pt>
                <c:pt idx="2367">
                  <c:v>41085</c:v>
                </c:pt>
                <c:pt idx="2368">
                  <c:v>41086</c:v>
                </c:pt>
                <c:pt idx="2369">
                  <c:v>41087</c:v>
                </c:pt>
                <c:pt idx="2370">
                  <c:v>41088</c:v>
                </c:pt>
                <c:pt idx="2371">
                  <c:v>41089</c:v>
                </c:pt>
                <c:pt idx="2372">
                  <c:v>41090</c:v>
                </c:pt>
                <c:pt idx="2373">
                  <c:v>41091</c:v>
                </c:pt>
                <c:pt idx="2374">
                  <c:v>41092</c:v>
                </c:pt>
                <c:pt idx="2375">
                  <c:v>41093</c:v>
                </c:pt>
                <c:pt idx="2376">
                  <c:v>41094</c:v>
                </c:pt>
                <c:pt idx="2377">
                  <c:v>41095</c:v>
                </c:pt>
                <c:pt idx="2378">
                  <c:v>41096</c:v>
                </c:pt>
                <c:pt idx="2379">
                  <c:v>41097</c:v>
                </c:pt>
                <c:pt idx="2380">
                  <c:v>41098</c:v>
                </c:pt>
                <c:pt idx="2381">
                  <c:v>41099</c:v>
                </c:pt>
                <c:pt idx="2382">
                  <c:v>41100</c:v>
                </c:pt>
                <c:pt idx="2383">
                  <c:v>41101</c:v>
                </c:pt>
                <c:pt idx="2384">
                  <c:v>41102</c:v>
                </c:pt>
                <c:pt idx="2385">
                  <c:v>41103</c:v>
                </c:pt>
                <c:pt idx="2386">
                  <c:v>41104</c:v>
                </c:pt>
                <c:pt idx="2387">
                  <c:v>41105</c:v>
                </c:pt>
                <c:pt idx="2388">
                  <c:v>41106</c:v>
                </c:pt>
                <c:pt idx="2389">
                  <c:v>41107</c:v>
                </c:pt>
                <c:pt idx="2390">
                  <c:v>41108</c:v>
                </c:pt>
                <c:pt idx="2391">
                  <c:v>41109</c:v>
                </c:pt>
                <c:pt idx="2392">
                  <c:v>41110</c:v>
                </c:pt>
                <c:pt idx="2393">
                  <c:v>41111</c:v>
                </c:pt>
                <c:pt idx="2394">
                  <c:v>41112</c:v>
                </c:pt>
                <c:pt idx="2395">
                  <c:v>41113</c:v>
                </c:pt>
                <c:pt idx="2396">
                  <c:v>41114</c:v>
                </c:pt>
                <c:pt idx="2397">
                  <c:v>41115</c:v>
                </c:pt>
                <c:pt idx="2398">
                  <c:v>41116</c:v>
                </c:pt>
                <c:pt idx="2399">
                  <c:v>41117</c:v>
                </c:pt>
                <c:pt idx="2400">
                  <c:v>41118</c:v>
                </c:pt>
                <c:pt idx="2401">
                  <c:v>41119</c:v>
                </c:pt>
                <c:pt idx="2402">
                  <c:v>41120</c:v>
                </c:pt>
                <c:pt idx="2403">
                  <c:v>41121</c:v>
                </c:pt>
                <c:pt idx="2404">
                  <c:v>41122</c:v>
                </c:pt>
                <c:pt idx="2405">
                  <c:v>41123</c:v>
                </c:pt>
                <c:pt idx="2406">
                  <c:v>41124</c:v>
                </c:pt>
                <c:pt idx="2407">
                  <c:v>41125</c:v>
                </c:pt>
                <c:pt idx="2408">
                  <c:v>41126</c:v>
                </c:pt>
                <c:pt idx="2409">
                  <c:v>41127</c:v>
                </c:pt>
                <c:pt idx="2410">
                  <c:v>41128</c:v>
                </c:pt>
                <c:pt idx="2411">
                  <c:v>41129</c:v>
                </c:pt>
                <c:pt idx="2412">
                  <c:v>41130</c:v>
                </c:pt>
                <c:pt idx="2413">
                  <c:v>41131</c:v>
                </c:pt>
                <c:pt idx="2414">
                  <c:v>41132</c:v>
                </c:pt>
                <c:pt idx="2415">
                  <c:v>41133</c:v>
                </c:pt>
                <c:pt idx="2416">
                  <c:v>41134</c:v>
                </c:pt>
                <c:pt idx="2417">
                  <c:v>41135</c:v>
                </c:pt>
                <c:pt idx="2418">
                  <c:v>41136</c:v>
                </c:pt>
                <c:pt idx="2419">
                  <c:v>41137</c:v>
                </c:pt>
                <c:pt idx="2420">
                  <c:v>41138</c:v>
                </c:pt>
                <c:pt idx="2421">
                  <c:v>41139</c:v>
                </c:pt>
                <c:pt idx="2422">
                  <c:v>41140</c:v>
                </c:pt>
                <c:pt idx="2423">
                  <c:v>41141</c:v>
                </c:pt>
                <c:pt idx="2424">
                  <c:v>41142</c:v>
                </c:pt>
                <c:pt idx="2425">
                  <c:v>41143</c:v>
                </c:pt>
                <c:pt idx="2426">
                  <c:v>41144</c:v>
                </c:pt>
                <c:pt idx="2427">
                  <c:v>41145</c:v>
                </c:pt>
                <c:pt idx="2428">
                  <c:v>41146</c:v>
                </c:pt>
                <c:pt idx="2429">
                  <c:v>41147</c:v>
                </c:pt>
                <c:pt idx="2430">
                  <c:v>41148</c:v>
                </c:pt>
                <c:pt idx="2431">
                  <c:v>41149</c:v>
                </c:pt>
                <c:pt idx="2432">
                  <c:v>41150</c:v>
                </c:pt>
                <c:pt idx="2433">
                  <c:v>41151</c:v>
                </c:pt>
                <c:pt idx="2434">
                  <c:v>41152</c:v>
                </c:pt>
                <c:pt idx="2435">
                  <c:v>41153</c:v>
                </c:pt>
                <c:pt idx="2436">
                  <c:v>41154</c:v>
                </c:pt>
                <c:pt idx="2437">
                  <c:v>41155</c:v>
                </c:pt>
                <c:pt idx="2438">
                  <c:v>41156</c:v>
                </c:pt>
                <c:pt idx="2439">
                  <c:v>41157</c:v>
                </c:pt>
                <c:pt idx="2440">
                  <c:v>41158</c:v>
                </c:pt>
                <c:pt idx="2441">
                  <c:v>41159</c:v>
                </c:pt>
                <c:pt idx="2442">
                  <c:v>41160</c:v>
                </c:pt>
                <c:pt idx="2443">
                  <c:v>41161</c:v>
                </c:pt>
                <c:pt idx="2444">
                  <c:v>41162</c:v>
                </c:pt>
                <c:pt idx="2445">
                  <c:v>41163</c:v>
                </c:pt>
                <c:pt idx="2446">
                  <c:v>41164</c:v>
                </c:pt>
                <c:pt idx="2447">
                  <c:v>41165</c:v>
                </c:pt>
                <c:pt idx="2448">
                  <c:v>41166</c:v>
                </c:pt>
                <c:pt idx="2449">
                  <c:v>41167</c:v>
                </c:pt>
                <c:pt idx="2450">
                  <c:v>41168</c:v>
                </c:pt>
                <c:pt idx="2451">
                  <c:v>41169</c:v>
                </c:pt>
                <c:pt idx="2452">
                  <c:v>41170</c:v>
                </c:pt>
                <c:pt idx="2453">
                  <c:v>41171</c:v>
                </c:pt>
                <c:pt idx="2454">
                  <c:v>41172</c:v>
                </c:pt>
                <c:pt idx="2455">
                  <c:v>41173</c:v>
                </c:pt>
                <c:pt idx="2456">
                  <c:v>41174</c:v>
                </c:pt>
                <c:pt idx="2457">
                  <c:v>41175</c:v>
                </c:pt>
                <c:pt idx="2458">
                  <c:v>41176</c:v>
                </c:pt>
                <c:pt idx="2459">
                  <c:v>41177</c:v>
                </c:pt>
                <c:pt idx="2460">
                  <c:v>41178</c:v>
                </c:pt>
                <c:pt idx="2461">
                  <c:v>41179</c:v>
                </c:pt>
                <c:pt idx="2462">
                  <c:v>41180</c:v>
                </c:pt>
                <c:pt idx="2463">
                  <c:v>41181</c:v>
                </c:pt>
                <c:pt idx="2464">
                  <c:v>41182</c:v>
                </c:pt>
                <c:pt idx="2465">
                  <c:v>41183</c:v>
                </c:pt>
                <c:pt idx="2466">
                  <c:v>41184</c:v>
                </c:pt>
                <c:pt idx="2467">
                  <c:v>41185</c:v>
                </c:pt>
                <c:pt idx="2468">
                  <c:v>41186</c:v>
                </c:pt>
                <c:pt idx="2469">
                  <c:v>41187</c:v>
                </c:pt>
                <c:pt idx="2470">
                  <c:v>41188</c:v>
                </c:pt>
                <c:pt idx="2471">
                  <c:v>41189</c:v>
                </c:pt>
                <c:pt idx="2472">
                  <c:v>41190</c:v>
                </c:pt>
                <c:pt idx="2473">
                  <c:v>41191</c:v>
                </c:pt>
                <c:pt idx="2474">
                  <c:v>41192</c:v>
                </c:pt>
                <c:pt idx="2475">
                  <c:v>41193</c:v>
                </c:pt>
                <c:pt idx="2476">
                  <c:v>41194</c:v>
                </c:pt>
                <c:pt idx="2477">
                  <c:v>41195</c:v>
                </c:pt>
                <c:pt idx="2478">
                  <c:v>41196</c:v>
                </c:pt>
                <c:pt idx="2479">
                  <c:v>41197</c:v>
                </c:pt>
                <c:pt idx="2480">
                  <c:v>41198</c:v>
                </c:pt>
                <c:pt idx="2481">
                  <c:v>41199</c:v>
                </c:pt>
                <c:pt idx="2482">
                  <c:v>41200</c:v>
                </c:pt>
                <c:pt idx="2483">
                  <c:v>41201</c:v>
                </c:pt>
                <c:pt idx="2484">
                  <c:v>41202</c:v>
                </c:pt>
                <c:pt idx="2485">
                  <c:v>41203</c:v>
                </c:pt>
                <c:pt idx="2486">
                  <c:v>41204</c:v>
                </c:pt>
                <c:pt idx="2487">
                  <c:v>41205</c:v>
                </c:pt>
                <c:pt idx="2488">
                  <c:v>41206</c:v>
                </c:pt>
                <c:pt idx="2489">
                  <c:v>41207</c:v>
                </c:pt>
                <c:pt idx="2490">
                  <c:v>41208</c:v>
                </c:pt>
                <c:pt idx="2491">
                  <c:v>41209</c:v>
                </c:pt>
                <c:pt idx="2492">
                  <c:v>41210</c:v>
                </c:pt>
                <c:pt idx="2493">
                  <c:v>41211</c:v>
                </c:pt>
                <c:pt idx="2494">
                  <c:v>41212</c:v>
                </c:pt>
                <c:pt idx="2495">
                  <c:v>41213</c:v>
                </c:pt>
                <c:pt idx="2496">
                  <c:v>41214</c:v>
                </c:pt>
                <c:pt idx="2497">
                  <c:v>41215</c:v>
                </c:pt>
                <c:pt idx="2498">
                  <c:v>41216</c:v>
                </c:pt>
                <c:pt idx="2499">
                  <c:v>41217</c:v>
                </c:pt>
                <c:pt idx="2500">
                  <c:v>41218</c:v>
                </c:pt>
                <c:pt idx="2501">
                  <c:v>41219</c:v>
                </c:pt>
                <c:pt idx="2502">
                  <c:v>41220</c:v>
                </c:pt>
                <c:pt idx="2503">
                  <c:v>41221</c:v>
                </c:pt>
                <c:pt idx="2504">
                  <c:v>41222</c:v>
                </c:pt>
                <c:pt idx="2505">
                  <c:v>41223</c:v>
                </c:pt>
                <c:pt idx="2506">
                  <c:v>41224</c:v>
                </c:pt>
                <c:pt idx="2507">
                  <c:v>41225</c:v>
                </c:pt>
                <c:pt idx="2508">
                  <c:v>41226</c:v>
                </c:pt>
                <c:pt idx="2509">
                  <c:v>41227</c:v>
                </c:pt>
                <c:pt idx="2510">
                  <c:v>41228</c:v>
                </c:pt>
                <c:pt idx="2511">
                  <c:v>41229</c:v>
                </c:pt>
                <c:pt idx="2512">
                  <c:v>41230</c:v>
                </c:pt>
                <c:pt idx="2513">
                  <c:v>41231</c:v>
                </c:pt>
                <c:pt idx="2514">
                  <c:v>41232</c:v>
                </c:pt>
                <c:pt idx="2515">
                  <c:v>41233</c:v>
                </c:pt>
                <c:pt idx="2516">
                  <c:v>41234</c:v>
                </c:pt>
                <c:pt idx="2517">
                  <c:v>41235</c:v>
                </c:pt>
                <c:pt idx="2518">
                  <c:v>41236</c:v>
                </c:pt>
                <c:pt idx="2519">
                  <c:v>41237</c:v>
                </c:pt>
                <c:pt idx="2520">
                  <c:v>41238</c:v>
                </c:pt>
                <c:pt idx="2521">
                  <c:v>41239</c:v>
                </c:pt>
                <c:pt idx="2522">
                  <c:v>41240</c:v>
                </c:pt>
                <c:pt idx="2523">
                  <c:v>41241</c:v>
                </c:pt>
                <c:pt idx="2524">
                  <c:v>41242</c:v>
                </c:pt>
                <c:pt idx="2525">
                  <c:v>41243</c:v>
                </c:pt>
                <c:pt idx="2526">
                  <c:v>41244</c:v>
                </c:pt>
                <c:pt idx="2527">
                  <c:v>41245</c:v>
                </c:pt>
                <c:pt idx="2528">
                  <c:v>41246</c:v>
                </c:pt>
                <c:pt idx="2529">
                  <c:v>41247</c:v>
                </c:pt>
                <c:pt idx="2530">
                  <c:v>41248</c:v>
                </c:pt>
                <c:pt idx="2531">
                  <c:v>41249</c:v>
                </c:pt>
                <c:pt idx="2532">
                  <c:v>41250</c:v>
                </c:pt>
                <c:pt idx="2533">
                  <c:v>41251</c:v>
                </c:pt>
                <c:pt idx="2534">
                  <c:v>41252</c:v>
                </c:pt>
                <c:pt idx="2535">
                  <c:v>41253</c:v>
                </c:pt>
                <c:pt idx="2536">
                  <c:v>41254</c:v>
                </c:pt>
                <c:pt idx="2537">
                  <c:v>41255</c:v>
                </c:pt>
                <c:pt idx="2538">
                  <c:v>41256</c:v>
                </c:pt>
                <c:pt idx="2539">
                  <c:v>41257</c:v>
                </c:pt>
                <c:pt idx="2540">
                  <c:v>41258</c:v>
                </c:pt>
                <c:pt idx="2541">
                  <c:v>41259</c:v>
                </c:pt>
                <c:pt idx="2542">
                  <c:v>41260</c:v>
                </c:pt>
                <c:pt idx="2543">
                  <c:v>41261</c:v>
                </c:pt>
                <c:pt idx="2544">
                  <c:v>41262</c:v>
                </c:pt>
                <c:pt idx="2545">
                  <c:v>41263</c:v>
                </c:pt>
                <c:pt idx="2546">
                  <c:v>41264</c:v>
                </c:pt>
                <c:pt idx="2547">
                  <c:v>41265</c:v>
                </c:pt>
                <c:pt idx="2548">
                  <c:v>41266</c:v>
                </c:pt>
                <c:pt idx="2549">
                  <c:v>41267</c:v>
                </c:pt>
                <c:pt idx="2550">
                  <c:v>41268</c:v>
                </c:pt>
                <c:pt idx="2551">
                  <c:v>41269</c:v>
                </c:pt>
                <c:pt idx="2552">
                  <c:v>41270</c:v>
                </c:pt>
                <c:pt idx="2553">
                  <c:v>41271</c:v>
                </c:pt>
                <c:pt idx="2554">
                  <c:v>41272</c:v>
                </c:pt>
                <c:pt idx="2555">
                  <c:v>41273</c:v>
                </c:pt>
                <c:pt idx="2556">
                  <c:v>41274</c:v>
                </c:pt>
                <c:pt idx="2557">
                  <c:v>41275</c:v>
                </c:pt>
                <c:pt idx="2558">
                  <c:v>41276</c:v>
                </c:pt>
                <c:pt idx="2559">
                  <c:v>41277</c:v>
                </c:pt>
                <c:pt idx="2560">
                  <c:v>41278</c:v>
                </c:pt>
                <c:pt idx="2561">
                  <c:v>41279</c:v>
                </c:pt>
                <c:pt idx="2562">
                  <c:v>41280</c:v>
                </c:pt>
                <c:pt idx="2563">
                  <c:v>41281</c:v>
                </c:pt>
                <c:pt idx="2564">
                  <c:v>41282</c:v>
                </c:pt>
                <c:pt idx="2565">
                  <c:v>41283</c:v>
                </c:pt>
                <c:pt idx="2566">
                  <c:v>41284</c:v>
                </c:pt>
                <c:pt idx="2567">
                  <c:v>41285</c:v>
                </c:pt>
                <c:pt idx="2568">
                  <c:v>41286</c:v>
                </c:pt>
                <c:pt idx="2569">
                  <c:v>41287</c:v>
                </c:pt>
                <c:pt idx="2570">
                  <c:v>41288</c:v>
                </c:pt>
                <c:pt idx="2571">
                  <c:v>41289</c:v>
                </c:pt>
                <c:pt idx="2572">
                  <c:v>41290</c:v>
                </c:pt>
                <c:pt idx="2573">
                  <c:v>41291</c:v>
                </c:pt>
                <c:pt idx="2574">
                  <c:v>41292</c:v>
                </c:pt>
                <c:pt idx="2575">
                  <c:v>41293</c:v>
                </c:pt>
                <c:pt idx="2576">
                  <c:v>41294</c:v>
                </c:pt>
                <c:pt idx="2577">
                  <c:v>41295</c:v>
                </c:pt>
                <c:pt idx="2578">
                  <c:v>41296</c:v>
                </c:pt>
                <c:pt idx="2579">
                  <c:v>41297</c:v>
                </c:pt>
                <c:pt idx="2580">
                  <c:v>41298</c:v>
                </c:pt>
                <c:pt idx="2581">
                  <c:v>41299</c:v>
                </c:pt>
                <c:pt idx="2582">
                  <c:v>41300</c:v>
                </c:pt>
                <c:pt idx="2583">
                  <c:v>41301</c:v>
                </c:pt>
                <c:pt idx="2584">
                  <c:v>41302</c:v>
                </c:pt>
                <c:pt idx="2585">
                  <c:v>41303</c:v>
                </c:pt>
                <c:pt idx="2586">
                  <c:v>41304</c:v>
                </c:pt>
                <c:pt idx="2587">
                  <c:v>41305</c:v>
                </c:pt>
                <c:pt idx="2588">
                  <c:v>41306</c:v>
                </c:pt>
                <c:pt idx="2589">
                  <c:v>41307</c:v>
                </c:pt>
                <c:pt idx="2590">
                  <c:v>41308</c:v>
                </c:pt>
                <c:pt idx="2591">
                  <c:v>41309</c:v>
                </c:pt>
                <c:pt idx="2592">
                  <c:v>41310</c:v>
                </c:pt>
                <c:pt idx="2593">
                  <c:v>41311</c:v>
                </c:pt>
                <c:pt idx="2594">
                  <c:v>41312</c:v>
                </c:pt>
                <c:pt idx="2595">
                  <c:v>41313</c:v>
                </c:pt>
                <c:pt idx="2596">
                  <c:v>41314</c:v>
                </c:pt>
                <c:pt idx="2597">
                  <c:v>41315</c:v>
                </c:pt>
                <c:pt idx="2598">
                  <c:v>41316</c:v>
                </c:pt>
                <c:pt idx="2599">
                  <c:v>41317</c:v>
                </c:pt>
                <c:pt idx="2600">
                  <c:v>41318</c:v>
                </c:pt>
                <c:pt idx="2601">
                  <c:v>41319</c:v>
                </c:pt>
                <c:pt idx="2602">
                  <c:v>41320</c:v>
                </c:pt>
                <c:pt idx="2603">
                  <c:v>41321</c:v>
                </c:pt>
                <c:pt idx="2604">
                  <c:v>41322</c:v>
                </c:pt>
                <c:pt idx="2605">
                  <c:v>41323</c:v>
                </c:pt>
                <c:pt idx="2606">
                  <c:v>41324</c:v>
                </c:pt>
                <c:pt idx="2607">
                  <c:v>41325</c:v>
                </c:pt>
                <c:pt idx="2608">
                  <c:v>41326</c:v>
                </c:pt>
                <c:pt idx="2609">
                  <c:v>41327</c:v>
                </c:pt>
                <c:pt idx="2610">
                  <c:v>41328</c:v>
                </c:pt>
                <c:pt idx="2611">
                  <c:v>41329</c:v>
                </c:pt>
                <c:pt idx="2612">
                  <c:v>41330</c:v>
                </c:pt>
                <c:pt idx="2613">
                  <c:v>41331</c:v>
                </c:pt>
                <c:pt idx="2614">
                  <c:v>41332</c:v>
                </c:pt>
                <c:pt idx="2615">
                  <c:v>41333</c:v>
                </c:pt>
                <c:pt idx="2616">
                  <c:v>41334</c:v>
                </c:pt>
                <c:pt idx="2617">
                  <c:v>41335</c:v>
                </c:pt>
                <c:pt idx="2618">
                  <c:v>41336</c:v>
                </c:pt>
                <c:pt idx="2619">
                  <c:v>41337</c:v>
                </c:pt>
                <c:pt idx="2620">
                  <c:v>41338</c:v>
                </c:pt>
                <c:pt idx="2621">
                  <c:v>41339</c:v>
                </c:pt>
                <c:pt idx="2622">
                  <c:v>41340</c:v>
                </c:pt>
                <c:pt idx="2623">
                  <c:v>41341</c:v>
                </c:pt>
                <c:pt idx="2624">
                  <c:v>41342</c:v>
                </c:pt>
                <c:pt idx="2625">
                  <c:v>41343</c:v>
                </c:pt>
                <c:pt idx="2626">
                  <c:v>41344</c:v>
                </c:pt>
                <c:pt idx="2627">
                  <c:v>41345</c:v>
                </c:pt>
                <c:pt idx="2628">
                  <c:v>41346</c:v>
                </c:pt>
                <c:pt idx="2629">
                  <c:v>41347</c:v>
                </c:pt>
                <c:pt idx="2630">
                  <c:v>41348</c:v>
                </c:pt>
                <c:pt idx="2631">
                  <c:v>41349</c:v>
                </c:pt>
                <c:pt idx="2632">
                  <c:v>41350</c:v>
                </c:pt>
                <c:pt idx="2633">
                  <c:v>41351</c:v>
                </c:pt>
                <c:pt idx="2634">
                  <c:v>41352</c:v>
                </c:pt>
                <c:pt idx="2635">
                  <c:v>41353</c:v>
                </c:pt>
                <c:pt idx="2636">
                  <c:v>41354</c:v>
                </c:pt>
                <c:pt idx="2637">
                  <c:v>41355</c:v>
                </c:pt>
                <c:pt idx="2638">
                  <c:v>41356</c:v>
                </c:pt>
                <c:pt idx="2639">
                  <c:v>41357</c:v>
                </c:pt>
                <c:pt idx="2640">
                  <c:v>41358</c:v>
                </c:pt>
                <c:pt idx="2641">
                  <c:v>41359</c:v>
                </c:pt>
                <c:pt idx="2642">
                  <c:v>41360</c:v>
                </c:pt>
                <c:pt idx="2643">
                  <c:v>41361</c:v>
                </c:pt>
                <c:pt idx="2644">
                  <c:v>41362</c:v>
                </c:pt>
                <c:pt idx="2645">
                  <c:v>41363</c:v>
                </c:pt>
                <c:pt idx="2646">
                  <c:v>41364</c:v>
                </c:pt>
                <c:pt idx="2647">
                  <c:v>41365</c:v>
                </c:pt>
                <c:pt idx="2648">
                  <c:v>41366</c:v>
                </c:pt>
                <c:pt idx="2649">
                  <c:v>41367</c:v>
                </c:pt>
                <c:pt idx="2650">
                  <c:v>41368</c:v>
                </c:pt>
                <c:pt idx="2651">
                  <c:v>41369</c:v>
                </c:pt>
                <c:pt idx="2652">
                  <c:v>41370</c:v>
                </c:pt>
                <c:pt idx="2653">
                  <c:v>41371</c:v>
                </c:pt>
                <c:pt idx="2654">
                  <c:v>41372</c:v>
                </c:pt>
                <c:pt idx="2655">
                  <c:v>41373</c:v>
                </c:pt>
                <c:pt idx="2656">
                  <c:v>41374</c:v>
                </c:pt>
                <c:pt idx="2657">
                  <c:v>41375</c:v>
                </c:pt>
                <c:pt idx="2658">
                  <c:v>41376</c:v>
                </c:pt>
                <c:pt idx="2659">
                  <c:v>41377</c:v>
                </c:pt>
                <c:pt idx="2660">
                  <c:v>41378</c:v>
                </c:pt>
                <c:pt idx="2661">
                  <c:v>41379</c:v>
                </c:pt>
                <c:pt idx="2662">
                  <c:v>41380</c:v>
                </c:pt>
                <c:pt idx="2663">
                  <c:v>41381</c:v>
                </c:pt>
                <c:pt idx="2664">
                  <c:v>41382</c:v>
                </c:pt>
                <c:pt idx="2665">
                  <c:v>41383</c:v>
                </c:pt>
                <c:pt idx="2666">
                  <c:v>41384</c:v>
                </c:pt>
                <c:pt idx="2667">
                  <c:v>41385</c:v>
                </c:pt>
                <c:pt idx="2668">
                  <c:v>41386</c:v>
                </c:pt>
                <c:pt idx="2669">
                  <c:v>41387</c:v>
                </c:pt>
                <c:pt idx="2670">
                  <c:v>41388</c:v>
                </c:pt>
                <c:pt idx="2671">
                  <c:v>41389</c:v>
                </c:pt>
                <c:pt idx="2672">
                  <c:v>41390</c:v>
                </c:pt>
                <c:pt idx="2673">
                  <c:v>41391</c:v>
                </c:pt>
                <c:pt idx="2674">
                  <c:v>41392</c:v>
                </c:pt>
                <c:pt idx="2675">
                  <c:v>41393</c:v>
                </c:pt>
                <c:pt idx="2676">
                  <c:v>41394</c:v>
                </c:pt>
                <c:pt idx="2677">
                  <c:v>41395</c:v>
                </c:pt>
                <c:pt idx="2678">
                  <c:v>41396</c:v>
                </c:pt>
                <c:pt idx="2679">
                  <c:v>41397</c:v>
                </c:pt>
                <c:pt idx="2680">
                  <c:v>41398</c:v>
                </c:pt>
                <c:pt idx="2681">
                  <c:v>41399</c:v>
                </c:pt>
                <c:pt idx="2682">
                  <c:v>41400</c:v>
                </c:pt>
                <c:pt idx="2683">
                  <c:v>41401</c:v>
                </c:pt>
                <c:pt idx="2684">
                  <c:v>41402</c:v>
                </c:pt>
                <c:pt idx="2685">
                  <c:v>41403</c:v>
                </c:pt>
                <c:pt idx="2686">
                  <c:v>41404</c:v>
                </c:pt>
                <c:pt idx="2687">
                  <c:v>41405</c:v>
                </c:pt>
                <c:pt idx="2688">
                  <c:v>41406</c:v>
                </c:pt>
                <c:pt idx="2689">
                  <c:v>41407</c:v>
                </c:pt>
                <c:pt idx="2690">
                  <c:v>41408</c:v>
                </c:pt>
                <c:pt idx="2691">
                  <c:v>41409</c:v>
                </c:pt>
                <c:pt idx="2692">
                  <c:v>41410</c:v>
                </c:pt>
                <c:pt idx="2693">
                  <c:v>41411</c:v>
                </c:pt>
                <c:pt idx="2694">
                  <c:v>41412</c:v>
                </c:pt>
                <c:pt idx="2695">
                  <c:v>41413</c:v>
                </c:pt>
                <c:pt idx="2696">
                  <c:v>41414</c:v>
                </c:pt>
                <c:pt idx="2697">
                  <c:v>41415</c:v>
                </c:pt>
                <c:pt idx="2698">
                  <c:v>41416</c:v>
                </c:pt>
                <c:pt idx="2699">
                  <c:v>41417</c:v>
                </c:pt>
                <c:pt idx="2700">
                  <c:v>41418</c:v>
                </c:pt>
                <c:pt idx="2701">
                  <c:v>41419</c:v>
                </c:pt>
                <c:pt idx="2702">
                  <c:v>41420</c:v>
                </c:pt>
                <c:pt idx="2703">
                  <c:v>41421</c:v>
                </c:pt>
                <c:pt idx="2704">
                  <c:v>41422</c:v>
                </c:pt>
                <c:pt idx="2705">
                  <c:v>41423</c:v>
                </c:pt>
                <c:pt idx="2706">
                  <c:v>41424</c:v>
                </c:pt>
                <c:pt idx="2707">
                  <c:v>41425</c:v>
                </c:pt>
                <c:pt idx="2708">
                  <c:v>41426</c:v>
                </c:pt>
                <c:pt idx="2709">
                  <c:v>41427</c:v>
                </c:pt>
                <c:pt idx="2710">
                  <c:v>41428</c:v>
                </c:pt>
                <c:pt idx="2711">
                  <c:v>41429</c:v>
                </c:pt>
                <c:pt idx="2712">
                  <c:v>41430</c:v>
                </c:pt>
                <c:pt idx="2713">
                  <c:v>41431</c:v>
                </c:pt>
                <c:pt idx="2714">
                  <c:v>41432</c:v>
                </c:pt>
                <c:pt idx="2715">
                  <c:v>41433</c:v>
                </c:pt>
                <c:pt idx="2716">
                  <c:v>41434</c:v>
                </c:pt>
                <c:pt idx="2717">
                  <c:v>41435</c:v>
                </c:pt>
                <c:pt idx="2718">
                  <c:v>41436</c:v>
                </c:pt>
                <c:pt idx="2719">
                  <c:v>41437</c:v>
                </c:pt>
                <c:pt idx="2720">
                  <c:v>41438</c:v>
                </c:pt>
                <c:pt idx="2721">
                  <c:v>41439</c:v>
                </c:pt>
                <c:pt idx="2722">
                  <c:v>41440</c:v>
                </c:pt>
                <c:pt idx="2723">
                  <c:v>41441</c:v>
                </c:pt>
                <c:pt idx="2724">
                  <c:v>41442</c:v>
                </c:pt>
                <c:pt idx="2725">
                  <c:v>41443</c:v>
                </c:pt>
                <c:pt idx="2726">
                  <c:v>41444</c:v>
                </c:pt>
                <c:pt idx="2727">
                  <c:v>41445</c:v>
                </c:pt>
                <c:pt idx="2728">
                  <c:v>41446</c:v>
                </c:pt>
                <c:pt idx="2729">
                  <c:v>41447</c:v>
                </c:pt>
                <c:pt idx="2730">
                  <c:v>41448</c:v>
                </c:pt>
                <c:pt idx="2731">
                  <c:v>41449</c:v>
                </c:pt>
                <c:pt idx="2732">
                  <c:v>41450</c:v>
                </c:pt>
                <c:pt idx="2733">
                  <c:v>41451</c:v>
                </c:pt>
                <c:pt idx="2734">
                  <c:v>41452</c:v>
                </c:pt>
                <c:pt idx="2735">
                  <c:v>41453</c:v>
                </c:pt>
                <c:pt idx="2736">
                  <c:v>41454</c:v>
                </c:pt>
                <c:pt idx="2737">
                  <c:v>41455</c:v>
                </c:pt>
                <c:pt idx="2738">
                  <c:v>41456</c:v>
                </c:pt>
                <c:pt idx="2739">
                  <c:v>41457</c:v>
                </c:pt>
                <c:pt idx="2740">
                  <c:v>41458</c:v>
                </c:pt>
                <c:pt idx="2741">
                  <c:v>41459</c:v>
                </c:pt>
                <c:pt idx="2742">
                  <c:v>41460</c:v>
                </c:pt>
                <c:pt idx="2743">
                  <c:v>41461</c:v>
                </c:pt>
                <c:pt idx="2744">
                  <c:v>41462</c:v>
                </c:pt>
                <c:pt idx="2745">
                  <c:v>41463</c:v>
                </c:pt>
                <c:pt idx="2746">
                  <c:v>41464</c:v>
                </c:pt>
                <c:pt idx="2747">
                  <c:v>41465</c:v>
                </c:pt>
                <c:pt idx="2748">
                  <c:v>41466</c:v>
                </c:pt>
                <c:pt idx="2749">
                  <c:v>41467</c:v>
                </c:pt>
                <c:pt idx="2750">
                  <c:v>41468</c:v>
                </c:pt>
                <c:pt idx="2751">
                  <c:v>41469</c:v>
                </c:pt>
                <c:pt idx="2752">
                  <c:v>41470</c:v>
                </c:pt>
                <c:pt idx="2753">
                  <c:v>41471</c:v>
                </c:pt>
                <c:pt idx="2754">
                  <c:v>41472</c:v>
                </c:pt>
                <c:pt idx="2755">
                  <c:v>41473</c:v>
                </c:pt>
                <c:pt idx="2756">
                  <c:v>41474</c:v>
                </c:pt>
                <c:pt idx="2757">
                  <c:v>41475</c:v>
                </c:pt>
                <c:pt idx="2758">
                  <c:v>41476</c:v>
                </c:pt>
                <c:pt idx="2759">
                  <c:v>41477</c:v>
                </c:pt>
                <c:pt idx="2760">
                  <c:v>41478</c:v>
                </c:pt>
                <c:pt idx="2761">
                  <c:v>41479</c:v>
                </c:pt>
                <c:pt idx="2762">
                  <c:v>41480</c:v>
                </c:pt>
                <c:pt idx="2763">
                  <c:v>41481</c:v>
                </c:pt>
                <c:pt idx="2764">
                  <c:v>41482</c:v>
                </c:pt>
                <c:pt idx="2765">
                  <c:v>41483</c:v>
                </c:pt>
                <c:pt idx="2766">
                  <c:v>41484</c:v>
                </c:pt>
                <c:pt idx="2767">
                  <c:v>41485</c:v>
                </c:pt>
                <c:pt idx="2768">
                  <c:v>41486</c:v>
                </c:pt>
                <c:pt idx="2769">
                  <c:v>41487</c:v>
                </c:pt>
                <c:pt idx="2770">
                  <c:v>41488</c:v>
                </c:pt>
                <c:pt idx="2771">
                  <c:v>41489</c:v>
                </c:pt>
                <c:pt idx="2772">
                  <c:v>41490</c:v>
                </c:pt>
                <c:pt idx="2773">
                  <c:v>41491</c:v>
                </c:pt>
                <c:pt idx="2774">
                  <c:v>41492</c:v>
                </c:pt>
                <c:pt idx="2775">
                  <c:v>41493</c:v>
                </c:pt>
                <c:pt idx="2776">
                  <c:v>41494</c:v>
                </c:pt>
                <c:pt idx="2777">
                  <c:v>41495</c:v>
                </c:pt>
                <c:pt idx="2778">
                  <c:v>41496</c:v>
                </c:pt>
                <c:pt idx="2779">
                  <c:v>41497</c:v>
                </c:pt>
                <c:pt idx="2780">
                  <c:v>41498</c:v>
                </c:pt>
                <c:pt idx="2781">
                  <c:v>41499</c:v>
                </c:pt>
                <c:pt idx="2782">
                  <c:v>41500</c:v>
                </c:pt>
                <c:pt idx="2783">
                  <c:v>41501</c:v>
                </c:pt>
                <c:pt idx="2784">
                  <c:v>41502</c:v>
                </c:pt>
                <c:pt idx="2785">
                  <c:v>41503</c:v>
                </c:pt>
                <c:pt idx="2786">
                  <c:v>41504</c:v>
                </c:pt>
                <c:pt idx="2787">
                  <c:v>41505</c:v>
                </c:pt>
                <c:pt idx="2788">
                  <c:v>41506</c:v>
                </c:pt>
                <c:pt idx="2789">
                  <c:v>41507</c:v>
                </c:pt>
                <c:pt idx="2790">
                  <c:v>41508</c:v>
                </c:pt>
                <c:pt idx="2791">
                  <c:v>41509</c:v>
                </c:pt>
                <c:pt idx="2792">
                  <c:v>41510</c:v>
                </c:pt>
                <c:pt idx="2793">
                  <c:v>41511</c:v>
                </c:pt>
                <c:pt idx="2794">
                  <c:v>41512</c:v>
                </c:pt>
                <c:pt idx="2795">
                  <c:v>41513</c:v>
                </c:pt>
                <c:pt idx="2796">
                  <c:v>41514</c:v>
                </c:pt>
                <c:pt idx="2797">
                  <c:v>41515</c:v>
                </c:pt>
                <c:pt idx="2798">
                  <c:v>41516</c:v>
                </c:pt>
                <c:pt idx="2799">
                  <c:v>41517</c:v>
                </c:pt>
                <c:pt idx="2800">
                  <c:v>41518</c:v>
                </c:pt>
                <c:pt idx="2801">
                  <c:v>41519</c:v>
                </c:pt>
                <c:pt idx="2802">
                  <c:v>41520</c:v>
                </c:pt>
                <c:pt idx="2803">
                  <c:v>41521</c:v>
                </c:pt>
                <c:pt idx="2804">
                  <c:v>41522</c:v>
                </c:pt>
                <c:pt idx="2805">
                  <c:v>41523</c:v>
                </c:pt>
                <c:pt idx="2806">
                  <c:v>41524</c:v>
                </c:pt>
                <c:pt idx="2807">
                  <c:v>41525</c:v>
                </c:pt>
                <c:pt idx="2808">
                  <c:v>41526</c:v>
                </c:pt>
                <c:pt idx="2809">
                  <c:v>41527</c:v>
                </c:pt>
                <c:pt idx="2810">
                  <c:v>41528</c:v>
                </c:pt>
                <c:pt idx="2811">
                  <c:v>41529</c:v>
                </c:pt>
                <c:pt idx="2812">
                  <c:v>41530</c:v>
                </c:pt>
                <c:pt idx="2813">
                  <c:v>41531</c:v>
                </c:pt>
                <c:pt idx="2814">
                  <c:v>41532</c:v>
                </c:pt>
                <c:pt idx="2815">
                  <c:v>41533</c:v>
                </c:pt>
                <c:pt idx="2816">
                  <c:v>41534</c:v>
                </c:pt>
                <c:pt idx="2817">
                  <c:v>41535</c:v>
                </c:pt>
                <c:pt idx="2818">
                  <c:v>41536</c:v>
                </c:pt>
                <c:pt idx="2819">
                  <c:v>41537</c:v>
                </c:pt>
                <c:pt idx="2820">
                  <c:v>41538</c:v>
                </c:pt>
                <c:pt idx="2821">
                  <c:v>41539</c:v>
                </c:pt>
                <c:pt idx="2822">
                  <c:v>41540</c:v>
                </c:pt>
                <c:pt idx="2823">
                  <c:v>41541</c:v>
                </c:pt>
                <c:pt idx="2824">
                  <c:v>41542</c:v>
                </c:pt>
                <c:pt idx="2825">
                  <c:v>41543</c:v>
                </c:pt>
                <c:pt idx="2826">
                  <c:v>41544</c:v>
                </c:pt>
                <c:pt idx="2827">
                  <c:v>41545</c:v>
                </c:pt>
                <c:pt idx="2828">
                  <c:v>41546</c:v>
                </c:pt>
                <c:pt idx="2829">
                  <c:v>41547</c:v>
                </c:pt>
                <c:pt idx="2830">
                  <c:v>41548</c:v>
                </c:pt>
                <c:pt idx="2831">
                  <c:v>41549</c:v>
                </c:pt>
                <c:pt idx="2832">
                  <c:v>41550</c:v>
                </c:pt>
                <c:pt idx="2833">
                  <c:v>41551</c:v>
                </c:pt>
                <c:pt idx="2834">
                  <c:v>41552</c:v>
                </c:pt>
                <c:pt idx="2835">
                  <c:v>41553</c:v>
                </c:pt>
                <c:pt idx="2836">
                  <c:v>41554</c:v>
                </c:pt>
                <c:pt idx="2837">
                  <c:v>41555</c:v>
                </c:pt>
                <c:pt idx="2838">
                  <c:v>41556</c:v>
                </c:pt>
                <c:pt idx="2839">
                  <c:v>41557</c:v>
                </c:pt>
                <c:pt idx="2840">
                  <c:v>41558</c:v>
                </c:pt>
                <c:pt idx="2841">
                  <c:v>41559</c:v>
                </c:pt>
                <c:pt idx="2842">
                  <c:v>41560</c:v>
                </c:pt>
                <c:pt idx="2843">
                  <c:v>41561</c:v>
                </c:pt>
                <c:pt idx="2844">
                  <c:v>41562</c:v>
                </c:pt>
                <c:pt idx="2845">
                  <c:v>41563</c:v>
                </c:pt>
                <c:pt idx="2846">
                  <c:v>41564</c:v>
                </c:pt>
                <c:pt idx="2847">
                  <c:v>41565</c:v>
                </c:pt>
                <c:pt idx="2848">
                  <c:v>41566</c:v>
                </c:pt>
                <c:pt idx="2849">
                  <c:v>41567</c:v>
                </c:pt>
                <c:pt idx="2850">
                  <c:v>41568</c:v>
                </c:pt>
                <c:pt idx="2851">
                  <c:v>41569</c:v>
                </c:pt>
                <c:pt idx="2852">
                  <c:v>41570</c:v>
                </c:pt>
                <c:pt idx="2853">
                  <c:v>41571</c:v>
                </c:pt>
                <c:pt idx="2854">
                  <c:v>41572</c:v>
                </c:pt>
                <c:pt idx="2855">
                  <c:v>41573</c:v>
                </c:pt>
                <c:pt idx="2856">
                  <c:v>41574</c:v>
                </c:pt>
                <c:pt idx="2857">
                  <c:v>41575</c:v>
                </c:pt>
                <c:pt idx="2858">
                  <c:v>41576</c:v>
                </c:pt>
                <c:pt idx="2859">
                  <c:v>41577</c:v>
                </c:pt>
                <c:pt idx="2860">
                  <c:v>41578</c:v>
                </c:pt>
                <c:pt idx="2861">
                  <c:v>41579</c:v>
                </c:pt>
                <c:pt idx="2862">
                  <c:v>41580</c:v>
                </c:pt>
                <c:pt idx="2863">
                  <c:v>41581</c:v>
                </c:pt>
                <c:pt idx="2864">
                  <c:v>41582</c:v>
                </c:pt>
                <c:pt idx="2865">
                  <c:v>41583</c:v>
                </c:pt>
                <c:pt idx="2866">
                  <c:v>41584</c:v>
                </c:pt>
                <c:pt idx="2867">
                  <c:v>41585</c:v>
                </c:pt>
                <c:pt idx="2868">
                  <c:v>41586</c:v>
                </c:pt>
                <c:pt idx="2869">
                  <c:v>41587</c:v>
                </c:pt>
                <c:pt idx="2870">
                  <c:v>41588</c:v>
                </c:pt>
                <c:pt idx="2871">
                  <c:v>41589</c:v>
                </c:pt>
                <c:pt idx="2872">
                  <c:v>41590</c:v>
                </c:pt>
                <c:pt idx="2873">
                  <c:v>41591</c:v>
                </c:pt>
                <c:pt idx="2874">
                  <c:v>41592</c:v>
                </c:pt>
                <c:pt idx="2875">
                  <c:v>41593</c:v>
                </c:pt>
                <c:pt idx="2876">
                  <c:v>41594</c:v>
                </c:pt>
                <c:pt idx="2877">
                  <c:v>41595</c:v>
                </c:pt>
                <c:pt idx="2878">
                  <c:v>41596</c:v>
                </c:pt>
                <c:pt idx="2879">
                  <c:v>41597</c:v>
                </c:pt>
                <c:pt idx="2880">
                  <c:v>41598</c:v>
                </c:pt>
                <c:pt idx="2881">
                  <c:v>41599</c:v>
                </c:pt>
                <c:pt idx="2882">
                  <c:v>41600</c:v>
                </c:pt>
                <c:pt idx="2883">
                  <c:v>41601</c:v>
                </c:pt>
                <c:pt idx="2884">
                  <c:v>41602</c:v>
                </c:pt>
                <c:pt idx="2885">
                  <c:v>41603</c:v>
                </c:pt>
                <c:pt idx="2886">
                  <c:v>41604</c:v>
                </c:pt>
                <c:pt idx="2887">
                  <c:v>41605</c:v>
                </c:pt>
                <c:pt idx="2888">
                  <c:v>41606</c:v>
                </c:pt>
                <c:pt idx="2889">
                  <c:v>41607</c:v>
                </c:pt>
                <c:pt idx="2890">
                  <c:v>41608</c:v>
                </c:pt>
                <c:pt idx="2891">
                  <c:v>41609</c:v>
                </c:pt>
                <c:pt idx="2892">
                  <c:v>41610</c:v>
                </c:pt>
                <c:pt idx="2893">
                  <c:v>41611</c:v>
                </c:pt>
                <c:pt idx="2894">
                  <c:v>41612</c:v>
                </c:pt>
                <c:pt idx="2895">
                  <c:v>41613</c:v>
                </c:pt>
                <c:pt idx="2896">
                  <c:v>41614</c:v>
                </c:pt>
                <c:pt idx="2897">
                  <c:v>41615</c:v>
                </c:pt>
                <c:pt idx="2898">
                  <c:v>41616</c:v>
                </c:pt>
                <c:pt idx="2899">
                  <c:v>41617</c:v>
                </c:pt>
                <c:pt idx="2900">
                  <c:v>41618</c:v>
                </c:pt>
                <c:pt idx="2901">
                  <c:v>41619</c:v>
                </c:pt>
                <c:pt idx="2902">
                  <c:v>41620</c:v>
                </c:pt>
                <c:pt idx="2903">
                  <c:v>41621</c:v>
                </c:pt>
                <c:pt idx="2904">
                  <c:v>41622</c:v>
                </c:pt>
                <c:pt idx="2905">
                  <c:v>41623</c:v>
                </c:pt>
                <c:pt idx="2906">
                  <c:v>41624</c:v>
                </c:pt>
                <c:pt idx="2907">
                  <c:v>41625</c:v>
                </c:pt>
                <c:pt idx="2908">
                  <c:v>41626</c:v>
                </c:pt>
                <c:pt idx="2909">
                  <c:v>41627</c:v>
                </c:pt>
                <c:pt idx="2910">
                  <c:v>41628</c:v>
                </c:pt>
                <c:pt idx="2911">
                  <c:v>41629</c:v>
                </c:pt>
                <c:pt idx="2912">
                  <c:v>41630</c:v>
                </c:pt>
                <c:pt idx="2913">
                  <c:v>41631</c:v>
                </c:pt>
                <c:pt idx="2914">
                  <c:v>41632</c:v>
                </c:pt>
                <c:pt idx="2915">
                  <c:v>41633</c:v>
                </c:pt>
                <c:pt idx="2916">
                  <c:v>41634</c:v>
                </c:pt>
                <c:pt idx="2917">
                  <c:v>41635</c:v>
                </c:pt>
                <c:pt idx="2918">
                  <c:v>41636</c:v>
                </c:pt>
                <c:pt idx="2919">
                  <c:v>41637</c:v>
                </c:pt>
                <c:pt idx="2920">
                  <c:v>41638</c:v>
                </c:pt>
                <c:pt idx="2921">
                  <c:v>41639</c:v>
                </c:pt>
                <c:pt idx="2922">
                  <c:v>41640</c:v>
                </c:pt>
                <c:pt idx="2923">
                  <c:v>41641</c:v>
                </c:pt>
                <c:pt idx="2924">
                  <c:v>41642</c:v>
                </c:pt>
                <c:pt idx="2925">
                  <c:v>41643</c:v>
                </c:pt>
                <c:pt idx="2926">
                  <c:v>41644</c:v>
                </c:pt>
                <c:pt idx="2927">
                  <c:v>41645</c:v>
                </c:pt>
                <c:pt idx="2928">
                  <c:v>41646</c:v>
                </c:pt>
                <c:pt idx="2929">
                  <c:v>41647</c:v>
                </c:pt>
                <c:pt idx="2930">
                  <c:v>41648</c:v>
                </c:pt>
                <c:pt idx="2931">
                  <c:v>41649</c:v>
                </c:pt>
                <c:pt idx="2932">
                  <c:v>41650</c:v>
                </c:pt>
                <c:pt idx="2933">
                  <c:v>41651</c:v>
                </c:pt>
                <c:pt idx="2934">
                  <c:v>41652</c:v>
                </c:pt>
                <c:pt idx="2935">
                  <c:v>41653</c:v>
                </c:pt>
                <c:pt idx="2936">
                  <c:v>41654</c:v>
                </c:pt>
                <c:pt idx="2937">
                  <c:v>41655</c:v>
                </c:pt>
                <c:pt idx="2938">
                  <c:v>41656</c:v>
                </c:pt>
                <c:pt idx="2939">
                  <c:v>41657</c:v>
                </c:pt>
                <c:pt idx="2940">
                  <c:v>41658</c:v>
                </c:pt>
                <c:pt idx="2941">
                  <c:v>41659</c:v>
                </c:pt>
                <c:pt idx="2942">
                  <c:v>41660</c:v>
                </c:pt>
                <c:pt idx="2943">
                  <c:v>41661</c:v>
                </c:pt>
                <c:pt idx="2944">
                  <c:v>41662</c:v>
                </c:pt>
                <c:pt idx="2945">
                  <c:v>41663</c:v>
                </c:pt>
                <c:pt idx="2946">
                  <c:v>41664</c:v>
                </c:pt>
                <c:pt idx="2947">
                  <c:v>41665</c:v>
                </c:pt>
                <c:pt idx="2948">
                  <c:v>41666</c:v>
                </c:pt>
                <c:pt idx="2949">
                  <c:v>41667</c:v>
                </c:pt>
                <c:pt idx="2950">
                  <c:v>41668</c:v>
                </c:pt>
                <c:pt idx="2951">
                  <c:v>41669</c:v>
                </c:pt>
                <c:pt idx="2952">
                  <c:v>41670</c:v>
                </c:pt>
                <c:pt idx="2953">
                  <c:v>41671</c:v>
                </c:pt>
                <c:pt idx="2954">
                  <c:v>41672</c:v>
                </c:pt>
                <c:pt idx="2955">
                  <c:v>41673</c:v>
                </c:pt>
                <c:pt idx="2956">
                  <c:v>41674</c:v>
                </c:pt>
                <c:pt idx="2957">
                  <c:v>41675</c:v>
                </c:pt>
                <c:pt idx="2958">
                  <c:v>41676</c:v>
                </c:pt>
                <c:pt idx="2959">
                  <c:v>41677</c:v>
                </c:pt>
                <c:pt idx="2960">
                  <c:v>41678</c:v>
                </c:pt>
                <c:pt idx="2961">
                  <c:v>41679</c:v>
                </c:pt>
                <c:pt idx="2962">
                  <c:v>41680</c:v>
                </c:pt>
                <c:pt idx="2963">
                  <c:v>41681</c:v>
                </c:pt>
                <c:pt idx="2964">
                  <c:v>41682</c:v>
                </c:pt>
                <c:pt idx="2965">
                  <c:v>41683</c:v>
                </c:pt>
                <c:pt idx="2966">
                  <c:v>41684</c:v>
                </c:pt>
                <c:pt idx="2967">
                  <c:v>41685</c:v>
                </c:pt>
                <c:pt idx="2968">
                  <c:v>41686</c:v>
                </c:pt>
                <c:pt idx="2969">
                  <c:v>41687</c:v>
                </c:pt>
                <c:pt idx="2970">
                  <c:v>41688</c:v>
                </c:pt>
                <c:pt idx="2971">
                  <c:v>41689</c:v>
                </c:pt>
                <c:pt idx="2972">
                  <c:v>41690</c:v>
                </c:pt>
                <c:pt idx="2973">
                  <c:v>41691</c:v>
                </c:pt>
                <c:pt idx="2974">
                  <c:v>41692</c:v>
                </c:pt>
                <c:pt idx="2975">
                  <c:v>41693</c:v>
                </c:pt>
                <c:pt idx="2976">
                  <c:v>41694</c:v>
                </c:pt>
                <c:pt idx="2977">
                  <c:v>41695</c:v>
                </c:pt>
                <c:pt idx="2978">
                  <c:v>41696</c:v>
                </c:pt>
                <c:pt idx="2979">
                  <c:v>41697</c:v>
                </c:pt>
                <c:pt idx="2980">
                  <c:v>41698</c:v>
                </c:pt>
                <c:pt idx="2981">
                  <c:v>41699</c:v>
                </c:pt>
                <c:pt idx="2982">
                  <c:v>41700</c:v>
                </c:pt>
                <c:pt idx="2983">
                  <c:v>41701</c:v>
                </c:pt>
                <c:pt idx="2984">
                  <c:v>41702</c:v>
                </c:pt>
                <c:pt idx="2985">
                  <c:v>41703</c:v>
                </c:pt>
                <c:pt idx="2986">
                  <c:v>41704</c:v>
                </c:pt>
                <c:pt idx="2987">
                  <c:v>41705</c:v>
                </c:pt>
                <c:pt idx="2988">
                  <c:v>41706</c:v>
                </c:pt>
                <c:pt idx="2989">
                  <c:v>41707</c:v>
                </c:pt>
                <c:pt idx="2990">
                  <c:v>41708</c:v>
                </c:pt>
                <c:pt idx="2991">
                  <c:v>41709</c:v>
                </c:pt>
                <c:pt idx="2992">
                  <c:v>41710</c:v>
                </c:pt>
                <c:pt idx="2993">
                  <c:v>41711</c:v>
                </c:pt>
                <c:pt idx="2994">
                  <c:v>41712</c:v>
                </c:pt>
                <c:pt idx="2995">
                  <c:v>41713</c:v>
                </c:pt>
                <c:pt idx="2996">
                  <c:v>41714</c:v>
                </c:pt>
                <c:pt idx="2997">
                  <c:v>41715</c:v>
                </c:pt>
                <c:pt idx="2998">
                  <c:v>41716</c:v>
                </c:pt>
                <c:pt idx="2999">
                  <c:v>41717</c:v>
                </c:pt>
                <c:pt idx="3000">
                  <c:v>41718</c:v>
                </c:pt>
                <c:pt idx="3001">
                  <c:v>41719</c:v>
                </c:pt>
                <c:pt idx="3002">
                  <c:v>41720</c:v>
                </c:pt>
                <c:pt idx="3003">
                  <c:v>41721</c:v>
                </c:pt>
                <c:pt idx="3004">
                  <c:v>41722</c:v>
                </c:pt>
                <c:pt idx="3005">
                  <c:v>41723</c:v>
                </c:pt>
                <c:pt idx="3006">
                  <c:v>41724</c:v>
                </c:pt>
                <c:pt idx="3007">
                  <c:v>41725</c:v>
                </c:pt>
                <c:pt idx="3008">
                  <c:v>41726</c:v>
                </c:pt>
                <c:pt idx="3009">
                  <c:v>41727</c:v>
                </c:pt>
                <c:pt idx="3010">
                  <c:v>41728</c:v>
                </c:pt>
                <c:pt idx="3011">
                  <c:v>41729</c:v>
                </c:pt>
                <c:pt idx="3012">
                  <c:v>41730</c:v>
                </c:pt>
                <c:pt idx="3013">
                  <c:v>41731</c:v>
                </c:pt>
                <c:pt idx="3014">
                  <c:v>41732</c:v>
                </c:pt>
                <c:pt idx="3015">
                  <c:v>41733</c:v>
                </c:pt>
                <c:pt idx="3016">
                  <c:v>41734</c:v>
                </c:pt>
                <c:pt idx="3017">
                  <c:v>41735</c:v>
                </c:pt>
                <c:pt idx="3018">
                  <c:v>41736</c:v>
                </c:pt>
                <c:pt idx="3019">
                  <c:v>41737</c:v>
                </c:pt>
                <c:pt idx="3020">
                  <c:v>41738</c:v>
                </c:pt>
                <c:pt idx="3021">
                  <c:v>41739</c:v>
                </c:pt>
                <c:pt idx="3022">
                  <c:v>41740</c:v>
                </c:pt>
                <c:pt idx="3023">
                  <c:v>41741</c:v>
                </c:pt>
                <c:pt idx="3024">
                  <c:v>41742</c:v>
                </c:pt>
                <c:pt idx="3025">
                  <c:v>41743</c:v>
                </c:pt>
                <c:pt idx="3026">
                  <c:v>41744</c:v>
                </c:pt>
                <c:pt idx="3027">
                  <c:v>41745</c:v>
                </c:pt>
                <c:pt idx="3028">
                  <c:v>41746</c:v>
                </c:pt>
                <c:pt idx="3029">
                  <c:v>41747</c:v>
                </c:pt>
                <c:pt idx="3030">
                  <c:v>41748</c:v>
                </c:pt>
                <c:pt idx="3031">
                  <c:v>41749</c:v>
                </c:pt>
                <c:pt idx="3032">
                  <c:v>41750</c:v>
                </c:pt>
                <c:pt idx="3033">
                  <c:v>41751</c:v>
                </c:pt>
                <c:pt idx="3034">
                  <c:v>41752</c:v>
                </c:pt>
                <c:pt idx="3035">
                  <c:v>41753</c:v>
                </c:pt>
                <c:pt idx="3036">
                  <c:v>41754</c:v>
                </c:pt>
                <c:pt idx="3037">
                  <c:v>41755</c:v>
                </c:pt>
                <c:pt idx="3038">
                  <c:v>41756</c:v>
                </c:pt>
                <c:pt idx="3039">
                  <c:v>41757</c:v>
                </c:pt>
                <c:pt idx="3040">
                  <c:v>41758</c:v>
                </c:pt>
                <c:pt idx="3041">
                  <c:v>41759</c:v>
                </c:pt>
                <c:pt idx="3042">
                  <c:v>41760</c:v>
                </c:pt>
                <c:pt idx="3043">
                  <c:v>41761</c:v>
                </c:pt>
                <c:pt idx="3044">
                  <c:v>41762</c:v>
                </c:pt>
                <c:pt idx="3045">
                  <c:v>41763</c:v>
                </c:pt>
                <c:pt idx="3046">
                  <c:v>41764</c:v>
                </c:pt>
                <c:pt idx="3047">
                  <c:v>41765</c:v>
                </c:pt>
                <c:pt idx="3048">
                  <c:v>41766</c:v>
                </c:pt>
                <c:pt idx="3049">
                  <c:v>41767</c:v>
                </c:pt>
                <c:pt idx="3050">
                  <c:v>41768</c:v>
                </c:pt>
                <c:pt idx="3051">
                  <c:v>41769</c:v>
                </c:pt>
                <c:pt idx="3052">
                  <c:v>41770</c:v>
                </c:pt>
                <c:pt idx="3053">
                  <c:v>41771</c:v>
                </c:pt>
                <c:pt idx="3054">
                  <c:v>41772</c:v>
                </c:pt>
                <c:pt idx="3055">
                  <c:v>41773</c:v>
                </c:pt>
                <c:pt idx="3056">
                  <c:v>41774</c:v>
                </c:pt>
                <c:pt idx="3057">
                  <c:v>41775</c:v>
                </c:pt>
                <c:pt idx="3058">
                  <c:v>41776</c:v>
                </c:pt>
                <c:pt idx="3059">
                  <c:v>41777</c:v>
                </c:pt>
                <c:pt idx="3060">
                  <c:v>41778</c:v>
                </c:pt>
                <c:pt idx="3061">
                  <c:v>41779</c:v>
                </c:pt>
                <c:pt idx="3062">
                  <c:v>41780</c:v>
                </c:pt>
                <c:pt idx="3063">
                  <c:v>41781</c:v>
                </c:pt>
                <c:pt idx="3064">
                  <c:v>41782</c:v>
                </c:pt>
                <c:pt idx="3065">
                  <c:v>41783</c:v>
                </c:pt>
                <c:pt idx="3066">
                  <c:v>41784</c:v>
                </c:pt>
                <c:pt idx="3067">
                  <c:v>41785</c:v>
                </c:pt>
                <c:pt idx="3068">
                  <c:v>41786</c:v>
                </c:pt>
                <c:pt idx="3069">
                  <c:v>41787</c:v>
                </c:pt>
                <c:pt idx="3070">
                  <c:v>41788</c:v>
                </c:pt>
                <c:pt idx="3071">
                  <c:v>41789</c:v>
                </c:pt>
                <c:pt idx="3072">
                  <c:v>41790</c:v>
                </c:pt>
                <c:pt idx="3073">
                  <c:v>41791</c:v>
                </c:pt>
                <c:pt idx="3074">
                  <c:v>41792</c:v>
                </c:pt>
                <c:pt idx="3075">
                  <c:v>41793</c:v>
                </c:pt>
                <c:pt idx="3076">
                  <c:v>41794</c:v>
                </c:pt>
                <c:pt idx="3077">
                  <c:v>41795</c:v>
                </c:pt>
                <c:pt idx="3078">
                  <c:v>41796</c:v>
                </c:pt>
                <c:pt idx="3079">
                  <c:v>41797</c:v>
                </c:pt>
                <c:pt idx="3080">
                  <c:v>41798</c:v>
                </c:pt>
                <c:pt idx="3081">
                  <c:v>41799</c:v>
                </c:pt>
                <c:pt idx="3082">
                  <c:v>41800</c:v>
                </c:pt>
                <c:pt idx="3083">
                  <c:v>41801</c:v>
                </c:pt>
                <c:pt idx="3084">
                  <c:v>41802</c:v>
                </c:pt>
                <c:pt idx="3085">
                  <c:v>41803</c:v>
                </c:pt>
                <c:pt idx="3086">
                  <c:v>41804</c:v>
                </c:pt>
                <c:pt idx="3087">
                  <c:v>41805</c:v>
                </c:pt>
                <c:pt idx="3088">
                  <c:v>41806</c:v>
                </c:pt>
                <c:pt idx="3089">
                  <c:v>41807</c:v>
                </c:pt>
                <c:pt idx="3090">
                  <c:v>41808</c:v>
                </c:pt>
                <c:pt idx="3091">
                  <c:v>41809</c:v>
                </c:pt>
                <c:pt idx="3092">
                  <c:v>41810</c:v>
                </c:pt>
                <c:pt idx="3093">
                  <c:v>41811</c:v>
                </c:pt>
                <c:pt idx="3094">
                  <c:v>41812</c:v>
                </c:pt>
                <c:pt idx="3095">
                  <c:v>41813</c:v>
                </c:pt>
                <c:pt idx="3096">
                  <c:v>41814</c:v>
                </c:pt>
                <c:pt idx="3097">
                  <c:v>41815</c:v>
                </c:pt>
                <c:pt idx="3098">
                  <c:v>41816</c:v>
                </c:pt>
                <c:pt idx="3099">
                  <c:v>41817</c:v>
                </c:pt>
                <c:pt idx="3100">
                  <c:v>41818</c:v>
                </c:pt>
                <c:pt idx="3101">
                  <c:v>41819</c:v>
                </c:pt>
                <c:pt idx="3102">
                  <c:v>41820</c:v>
                </c:pt>
                <c:pt idx="3103">
                  <c:v>41821</c:v>
                </c:pt>
                <c:pt idx="3104">
                  <c:v>41822</c:v>
                </c:pt>
                <c:pt idx="3105">
                  <c:v>41823</c:v>
                </c:pt>
                <c:pt idx="3106">
                  <c:v>41824</c:v>
                </c:pt>
                <c:pt idx="3107">
                  <c:v>41825</c:v>
                </c:pt>
                <c:pt idx="3108">
                  <c:v>41826</c:v>
                </c:pt>
                <c:pt idx="3109">
                  <c:v>41827</c:v>
                </c:pt>
                <c:pt idx="3110">
                  <c:v>41828</c:v>
                </c:pt>
                <c:pt idx="3111">
                  <c:v>41829</c:v>
                </c:pt>
                <c:pt idx="3112">
                  <c:v>41830</c:v>
                </c:pt>
                <c:pt idx="3113">
                  <c:v>41831</c:v>
                </c:pt>
                <c:pt idx="3114">
                  <c:v>41832</c:v>
                </c:pt>
                <c:pt idx="3115">
                  <c:v>41833</c:v>
                </c:pt>
                <c:pt idx="3116">
                  <c:v>41834</c:v>
                </c:pt>
                <c:pt idx="3117">
                  <c:v>41835</c:v>
                </c:pt>
                <c:pt idx="3118">
                  <c:v>41836</c:v>
                </c:pt>
                <c:pt idx="3119">
                  <c:v>41837</c:v>
                </c:pt>
                <c:pt idx="3120">
                  <c:v>41838</c:v>
                </c:pt>
                <c:pt idx="3121">
                  <c:v>41839</c:v>
                </c:pt>
                <c:pt idx="3122">
                  <c:v>41840</c:v>
                </c:pt>
                <c:pt idx="3123">
                  <c:v>41841</c:v>
                </c:pt>
                <c:pt idx="3124">
                  <c:v>41842</c:v>
                </c:pt>
                <c:pt idx="3125">
                  <c:v>41843</c:v>
                </c:pt>
                <c:pt idx="3126">
                  <c:v>41844</c:v>
                </c:pt>
                <c:pt idx="3127">
                  <c:v>41845</c:v>
                </c:pt>
                <c:pt idx="3128">
                  <c:v>41846</c:v>
                </c:pt>
                <c:pt idx="3129">
                  <c:v>41847</c:v>
                </c:pt>
                <c:pt idx="3130">
                  <c:v>41848</c:v>
                </c:pt>
                <c:pt idx="3131">
                  <c:v>41849</c:v>
                </c:pt>
                <c:pt idx="3132">
                  <c:v>41850</c:v>
                </c:pt>
                <c:pt idx="3133">
                  <c:v>41851</c:v>
                </c:pt>
                <c:pt idx="3134">
                  <c:v>41852</c:v>
                </c:pt>
                <c:pt idx="3135">
                  <c:v>41853</c:v>
                </c:pt>
                <c:pt idx="3136">
                  <c:v>41854</c:v>
                </c:pt>
                <c:pt idx="3137">
                  <c:v>41855</c:v>
                </c:pt>
                <c:pt idx="3138">
                  <c:v>41856</c:v>
                </c:pt>
                <c:pt idx="3139">
                  <c:v>41857</c:v>
                </c:pt>
                <c:pt idx="3140">
                  <c:v>41858</c:v>
                </c:pt>
                <c:pt idx="3141">
                  <c:v>41859</c:v>
                </c:pt>
                <c:pt idx="3142">
                  <c:v>41860</c:v>
                </c:pt>
                <c:pt idx="3143">
                  <c:v>41861</c:v>
                </c:pt>
                <c:pt idx="3144">
                  <c:v>41862</c:v>
                </c:pt>
                <c:pt idx="3145">
                  <c:v>41863</c:v>
                </c:pt>
                <c:pt idx="3146">
                  <c:v>41864</c:v>
                </c:pt>
                <c:pt idx="3147">
                  <c:v>41865</c:v>
                </c:pt>
                <c:pt idx="3148">
                  <c:v>41866</c:v>
                </c:pt>
                <c:pt idx="3149">
                  <c:v>41867</c:v>
                </c:pt>
                <c:pt idx="3150">
                  <c:v>41868</c:v>
                </c:pt>
                <c:pt idx="3151">
                  <c:v>41869</c:v>
                </c:pt>
                <c:pt idx="3152">
                  <c:v>41870</c:v>
                </c:pt>
                <c:pt idx="3153">
                  <c:v>41871</c:v>
                </c:pt>
                <c:pt idx="3154">
                  <c:v>41872</c:v>
                </c:pt>
                <c:pt idx="3155">
                  <c:v>41873</c:v>
                </c:pt>
                <c:pt idx="3156">
                  <c:v>41874</c:v>
                </c:pt>
                <c:pt idx="3157">
                  <c:v>41875</c:v>
                </c:pt>
                <c:pt idx="3158">
                  <c:v>41876</c:v>
                </c:pt>
                <c:pt idx="3159">
                  <c:v>41877</c:v>
                </c:pt>
                <c:pt idx="3160">
                  <c:v>41878</c:v>
                </c:pt>
                <c:pt idx="3161">
                  <c:v>41879</c:v>
                </c:pt>
                <c:pt idx="3162">
                  <c:v>41880</c:v>
                </c:pt>
                <c:pt idx="3163">
                  <c:v>41881</c:v>
                </c:pt>
                <c:pt idx="3164">
                  <c:v>41882</c:v>
                </c:pt>
                <c:pt idx="3165">
                  <c:v>41883</c:v>
                </c:pt>
                <c:pt idx="3166">
                  <c:v>41884</c:v>
                </c:pt>
                <c:pt idx="3167">
                  <c:v>41885</c:v>
                </c:pt>
                <c:pt idx="3168">
                  <c:v>41886</c:v>
                </c:pt>
                <c:pt idx="3169">
                  <c:v>41887</c:v>
                </c:pt>
                <c:pt idx="3170">
                  <c:v>41888</c:v>
                </c:pt>
                <c:pt idx="3171">
                  <c:v>41889</c:v>
                </c:pt>
                <c:pt idx="3172">
                  <c:v>41890</c:v>
                </c:pt>
                <c:pt idx="3173">
                  <c:v>41891</c:v>
                </c:pt>
                <c:pt idx="3174">
                  <c:v>41892</c:v>
                </c:pt>
                <c:pt idx="3175">
                  <c:v>41893</c:v>
                </c:pt>
                <c:pt idx="3176">
                  <c:v>41894</c:v>
                </c:pt>
                <c:pt idx="3177">
                  <c:v>41895</c:v>
                </c:pt>
                <c:pt idx="3178">
                  <c:v>41896</c:v>
                </c:pt>
                <c:pt idx="3179">
                  <c:v>41897</c:v>
                </c:pt>
                <c:pt idx="3180">
                  <c:v>41898</c:v>
                </c:pt>
                <c:pt idx="3181">
                  <c:v>41899</c:v>
                </c:pt>
                <c:pt idx="3182">
                  <c:v>41900</c:v>
                </c:pt>
                <c:pt idx="3183">
                  <c:v>41901</c:v>
                </c:pt>
                <c:pt idx="3184">
                  <c:v>41902</c:v>
                </c:pt>
                <c:pt idx="3185">
                  <c:v>41903</c:v>
                </c:pt>
                <c:pt idx="3186">
                  <c:v>41904</c:v>
                </c:pt>
                <c:pt idx="3187">
                  <c:v>41905</c:v>
                </c:pt>
                <c:pt idx="3188">
                  <c:v>41906</c:v>
                </c:pt>
                <c:pt idx="3189">
                  <c:v>41907</c:v>
                </c:pt>
                <c:pt idx="3190">
                  <c:v>41908</c:v>
                </c:pt>
                <c:pt idx="3191">
                  <c:v>41909</c:v>
                </c:pt>
                <c:pt idx="3192">
                  <c:v>41910</c:v>
                </c:pt>
                <c:pt idx="3193">
                  <c:v>41911</c:v>
                </c:pt>
                <c:pt idx="3194">
                  <c:v>41912</c:v>
                </c:pt>
                <c:pt idx="3195">
                  <c:v>41913</c:v>
                </c:pt>
                <c:pt idx="3196">
                  <c:v>41914</c:v>
                </c:pt>
                <c:pt idx="3197">
                  <c:v>41915</c:v>
                </c:pt>
                <c:pt idx="3198">
                  <c:v>41916</c:v>
                </c:pt>
                <c:pt idx="3199">
                  <c:v>41917</c:v>
                </c:pt>
                <c:pt idx="3200">
                  <c:v>41918</c:v>
                </c:pt>
                <c:pt idx="3201">
                  <c:v>41919</c:v>
                </c:pt>
                <c:pt idx="3202">
                  <c:v>41920</c:v>
                </c:pt>
                <c:pt idx="3203">
                  <c:v>41921</c:v>
                </c:pt>
                <c:pt idx="3204">
                  <c:v>41922</c:v>
                </c:pt>
                <c:pt idx="3205">
                  <c:v>41923</c:v>
                </c:pt>
                <c:pt idx="3206">
                  <c:v>41924</c:v>
                </c:pt>
                <c:pt idx="3207">
                  <c:v>41925</c:v>
                </c:pt>
                <c:pt idx="3208">
                  <c:v>41926</c:v>
                </c:pt>
                <c:pt idx="3209">
                  <c:v>41927</c:v>
                </c:pt>
                <c:pt idx="3210">
                  <c:v>41928</c:v>
                </c:pt>
                <c:pt idx="3211">
                  <c:v>41929</c:v>
                </c:pt>
                <c:pt idx="3212">
                  <c:v>41930</c:v>
                </c:pt>
                <c:pt idx="3213">
                  <c:v>41931</c:v>
                </c:pt>
                <c:pt idx="3214">
                  <c:v>41932</c:v>
                </c:pt>
                <c:pt idx="3215">
                  <c:v>41933</c:v>
                </c:pt>
                <c:pt idx="3216">
                  <c:v>41934</c:v>
                </c:pt>
                <c:pt idx="3217">
                  <c:v>41935</c:v>
                </c:pt>
                <c:pt idx="3218">
                  <c:v>41936</c:v>
                </c:pt>
                <c:pt idx="3219">
                  <c:v>41937</c:v>
                </c:pt>
                <c:pt idx="3220">
                  <c:v>41938</c:v>
                </c:pt>
                <c:pt idx="3221">
                  <c:v>41939</c:v>
                </c:pt>
                <c:pt idx="3222">
                  <c:v>41940</c:v>
                </c:pt>
                <c:pt idx="3223">
                  <c:v>41941</c:v>
                </c:pt>
                <c:pt idx="3224">
                  <c:v>41942</c:v>
                </c:pt>
                <c:pt idx="3225">
                  <c:v>41943</c:v>
                </c:pt>
                <c:pt idx="3226">
                  <c:v>41944</c:v>
                </c:pt>
                <c:pt idx="3227">
                  <c:v>41945</c:v>
                </c:pt>
                <c:pt idx="3228">
                  <c:v>41946</c:v>
                </c:pt>
                <c:pt idx="3229">
                  <c:v>41947</c:v>
                </c:pt>
                <c:pt idx="3230">
                  <c:v>41948</c:v>
                </c:pt>
                <c:pt idx="3231">
                  <c:v>41949</c:v>
                </c:pt>
                <c:pt idx="3232">
                  <c:v>41950</c:v>
                </c:pt>
                <c:pt idx="3233">
                  <c:v>41951</c:v>
                </c:pt>
                <c:pt idx="3234">
                  <c:v>41952</c:v>
                </c:pt>
                <c:pt idx="3235">
                  <c:v>41953</c:v>
                </c:pt>
                <c:pt idx="3236">
                  <c:v>41954</c:v>
                </c:pt>
                <c:pt idx="3237">
                  <c:v>41955</c:v>
                </c:pt>
                <c:pt idx="3238">
                  <c:v>41956</c:v>
                </c:pt>
                <c:pt idx="3239">
                  <c:v>41957</c:v>
                </c:pt>
                <c:pt idx="3240">
                  <c:v>41958</c:v>
                </c:pt>
                <c:pt idx="3241">
                  <c:v>41959</c:v>
                </c:pt>
                <c:pt idx="3242">
                  <c:v>41960</c:v>
                </c:pt>
                <c:pt idx="3243">
                  <c:v>41961</c:v>
                </c:pt>
                <c:pt idx="3244">
                  <c:v>41962</c:v>
                </c:pt>
                <c:pt idx="3245">
                  <c:v>41963</c:v>
                </c:pt>
                <c:pt idx="3246">
                  <c:v>41964</c:v>
                </c:pt>
                <c:pt idx="3247">
                  <c:v>41965</c:v>
                </c:pt>
                <c:pt idx="3248">
                  <c:v>41966</c:v>
                </c:pt>
                <c:pt idx="3249">
                  <c:v>41967</c:v>
                </c:pt>
                <c:pt idx="3250">
                  <c:v>41968</c:v>
                </c:pt>
                <c:pt idx="3251">
                  <c:v>41969</c:v>
                </c:pt>
                <c:pt idx="3252">
                  <c:v>41970</c:v>
                </c:pt>
                <c:pt idx="3253">
                  <c:v>41971</c:v>
                </c:pt>
                <c:pt idx="3254">
                  <c:v>41972</c:v>
                </c:pt>
                <c:pt idx="3255">
                  <c:v>41973</c:v>
                </c:pt>
                <c:pt idx="3256">
                  <c:v>41974</c:v>
                </c:pt>
                <c:pt idx="3257">
                  <c:v>41975</c:v>
                </c:pt>
                <c:pt idx="3258">
                  <c:v>41976</c:v>
                </c:pt>
                <c:pt idx="3259">
                  <c:v>41977</c:v>
                </c:pt>
                <c:pt idx="3260">
                  <c:v>41978</c:v>
                </c:pt>
                <c:pt idx="3261">
                  <c:v>41979</c:v>
                </c:pt>
                <c:pt idx="3262">
                  <c:v>41980</c:v>
                </c:pt>
                <c:pt idx="3263">
                  <c:v>41981</c:v>
                </c:pt>
                <c:pt idx="3264">
                  <c:v>41982</c:v>
                </c:pt>
                <c:pt idx="3265">
                  <c:v>41983</c:v>
                </c:pt>
                <c:pt idx="3266">
                  <c:v>41984</c:v>
                </c:pt>
                <c:pt idx="3267">
                  <c:v>41985</c:v>
                </c:pt>
                <c:pt idx="3268">
                  <c:v>41986</c:v>
                </c:pt>
                <c:pt idx="3269">
                  <c:v>41987</c:v>
                </c:pt>
                <c:pt idx="3270">
                  <c:v>41988</c:v>
                </c:pt>
                <c:pt idx="3271">
                  <c:v>41989</c:v>
                </c:pt>
                <c:pt idx="3272">
                  <c:v>41990</c:v>
                </c:pt>
                <c:pt idx="3273">
                  <c:v>41991</c:v>
                </c:pt>
                <c:pt idx="3274">
                  <c:v>41992</c:v>
                </c:pt>
                <c:pt idx="3275">
                  <c:v>41993</c:v>
                </c:pt>
                <c:pt idx="3276">
                  <c:v>41994</c:v>
                </c:pt>
                <c:pt idx="3277">
                  <c:v>41995</c:v>
                </c:pt>
                <c:pt idx="3278">
                  <c:v>41996</c:v>
                </c:pt>
                <c:pt idx="3279">
                  <c:v>41997</c:v>
                </c:pt>
                <c:pt idx="3280">
                  <c:v>41998</c:v>
                </c:pt>
                <c:pt idx="3281">
                  <c:v>41999</c:v>
                </c:pt>
                <c:pt idx="3282">
                  <c:v>42000</c:v>
                </c:pt>
                <c:pt idx="3283">
                  <c:v>42001</c:v>
                </c:pt>
                <c:pt idx="3284">
                  <c:v>42002</c:v>
                </c:pt>
                <c:pt idx="3285">
                  <c:v>42003</c:v>
                </c:pt>
                <c:pt idx="3286">
                  <c:v>42004</c:v>
                </c:pt>
                <c:pt idx="3287">
                  <c:v>42005</c:v>
                </c:pt>
                <c:pt idx="3288">
                  <c:v>42006</c:v>
                </c:pt>
                <c:pt idx="3289">
                  <c:v>42007</c:v>
                </c:pt>
                <c:pt idx="3290">
                  <c:v>42008</c:v>
                </c:pt>
                <c:pt idx="3291">
                  <c:v>42009</c:v>
                </c:pt>
                <c:pt idx="3292">
                  <c:v>42010</c:v>
                </c:pt>
                <c:pt idx="3293">
                  <c:v>42011</c:v>
                </c:pt>
                <c:pt idx="3294">
                  <c:v>42012</c:v>
                </c:pt>
                <c:pt idx="3295">
                  <c:v>42013</c:v>
                </c:pt>
                <c:pt idx="3296">
                  <c:v>42014</c:v>
                </c:pt>
                <c:pt idx="3297">
                  <c:v>42015</c:v>
                </c:pt>
                <c:pt idx="3298">
                  <c:v>42016</c:v>
                </c:pt>
                <c:pt idx="3299">
                  <c:v>42017</c:v>
                </c:pt>
                <c:pt idx="3300">
                  <c:v>42018</c:v>
                </c:pt>
                <c:pt idx="3301">
                  <c:v>42019</c:v>
                </c:pt>
                <c:pt idx="3302">
                  <c:v>42020</c:v>
                </c:pt>
                <c:pt idx="3303">
                  <c:v>42021</c:v>
                </c:pt>
                <c:pt idx="3304">
                  <c:v>42022</c:v>
                </c:pt>
                <c:pt idx="3305">
                  <c:v>42023</c:v>
                </c:pt>
                <c:pt idx="3306">
                  <c:v>42024</c:v>
                </c:pt>
                <c:pt idx="3307">
                  <c:v>42025</c:v>
                </c:pt>
                <c:pt idx="3308">
                  <c:v>42026</c:v>
                </c:pt>
                <c:pt idx="3309">
                  <c:v>42027</c:v>
                </c:pt>
                <c:pt idx="3310">
                  <c:v>42028</c:v>
                </c:pt>
                <c:pt idx="3311">
                  <c:v>42029</c:v>
                </c:pt>
                <c:pt idx="3312">
                  <c:v>42030</c:v>
                </c:pt>
                <c:pt idx="3313">
                  <c:v>42031</c:v>
                </c:pt>
                <c:pt idx="3314">
                  <c:v>42032</c:v>
                </c:pt>
                <c:pt idx="3315">
                  <c:v>42033</c:v>
                </c:pt>
                <c:pt idx="3316">
                  <c:v>42034</c:v>
                </c:pt>
                <c:pt idx="3317">
                  <c:v>42035</c:v>
                </c:pt>
                <c:pt idx="3318">
                  <c:v>42036</c:v>
                </c:pt>
                <c:pt idx="3319">
                  <c:v>42037</c:v>
                </c:pt>
                <c:pt idx="3320">
                  <c:v>42038</c:v>
                </c:pt>
                <c:pt idx="3321">
                  <c:v>42039</c:v>
                </c:pt>
                <c:pt idx="3322">
                  <c:v>42040</c:v>
                </c:pt>
                <c:pt idx="3323">
                  <c:v>42041</c:v>
                </c:pt>
                <c:pt idx="3324">
                  <c:v>42042</c:v>
                </c:pt>
                <c:pt idx="3325">
                  <c:v>42043</c:v>
                </c:pt>
                <c:pt idx="3326">
                  <c:v>42044</c:v>
                </c:pt>
                <c:pt idx="3327">
                  <c:v>42045</c:v>
                </c:pt>
                <c:pt idx="3328">
                  <c:v>42046</c:v>
                </c:pt>
                <c:pt idx="3329">
                  <c:v>42047</c:v>
                </c:pt>
                <c:pt idx="3330">
                  <c:v>42048</c:v>
                </c:pt>
                <c:pt idx="3331">
                  <c:v>42049</c:v>
                </c:pt>
                <c:pt idx="3332">
                  <c:v>42050</c:v>
                </c:pt>
                <c:pt idx="3333">
                  <c:v>42051</c:v>
                </c:pt>
                <c:pt idx="3334">
                  <c:v>42052</c:v>
                </c:pt>
                <c:pt idx="3335">
                  <c:v>42053</c:v>
                </c:pt>
                <c:pt idx="3336">
                  <c:v>42054</c:v>
                </c:pt>
                <c:pt idx="3337">
                  <c:v>42055</c:v>
                </c:pt>
                <c:pt idx="3338">
                  <c:v>42056</c:v>
                </c:pt>
                <c:pt idx="3339">
                  <c:v>42057</c:v>
                </c:pt>
                <c:pt idx="3340">
                  <c:v>42058</c:v>
                </c:pt>
                <c:pt idx="3341">
                  <c:v>42059</c:v>
                </c:pt>
                <c:pt idx="3342">
                  <c:v>42060</c:v>
                </c:pt>
                <c:pt idx="3343">
                  <c:v>42061</c:v>
                </c:pt>
                <c:pt idx="3344">
                  <c:v>42062</c:v>
                </c:pt>
                <c:pt idx="3345">
                  <c:v>42063</c:v>
                </c:pt>
                <c:pt idx="3346">
                  <c:v>42064</c:v>
                </c:pt>
                <c:pt idx="3347">
                  <c:v>42065</c:v>
                </c:pt>
                <c:pt idx="3348">
                  <c:v>42066</c:v>
                </c:pt>
                <c:pt idx="3349">
                  <c:v>42067</c:v>
                </c:pt>
                <c:pt idx="3350">
                  <c:v>42068</c:v>
                </c:pt>
                <c:pt idx="3351">
                  <c:v>42069</c:v>
                </c:pt>
                <c:pt idx="3352">
                  <c:v>42070</c:v>
                </c:pt>
                <c:pt idx="3353">
                  <c:v>42071</c:v>
                </c:pt>
                <c:pt idx="3354">
                  <c:v>42072</c:v>
                </c:pt>
                <c:pt idx="3355">
                  <c:v>42073</c:v>
                </c:pt>
                <c:pt idx="3356">
                  <c:v>42074</c:v>
                </c:pt>
                <c:pt idx="3357">
                  <c:v>42075</c:v>
                </c:pt>
                <c:pt idx="3358">
                  <c:v>42076</c:v>
                </c:pt>
                <c:pt idx="3359">
                  <c:v>42077</c:v>
                </c:pt>
                <c:pt idx="3360">
                  <c:v>42078</c:v>
                </c:pt>
                <c:pt idx="3361">
                  <c:v>42079</c:v>
                </c:pt>
                <c:pt idx="3362">
                  <c:v>42080</c:v>
                </c:pt>
                <c:pt idx="3363">
                  <c:v>42081</c:v>
                </c:pt>
                <c:pt idx="3364">
                  <c:v>42082</c:v>
                </c:pt>
                <c:pt idx="3365">
                  <c:v>42083</c:v>
                </c:pt>
                <c:pt idx="3366">
                  <c:v>42084</c:v>
                </c:pt>
                <c:pt idx="3367">
                  <c:v>42085</c:v>
                </c:pt>
                <c:pt idx="3368">
                  <c:v>42086</c:v>
                </c:pt>
                <c:pt idx="3369">
                  <c:v>42087</c:v>
                </c:pt>
                <c:pt idx="3370">
                  <c:v>42088</c:v>
                </c:pt>
                <c:pt idx="3371">
                  <c:v>42089</c:v>
                </c:pt>
                <c:pt idx="3372">
                  <c:v>42090</c:v>
                </c:pt>
                <c:pt idx="3373">
                  <c:v>42091</c:v>
                </c:pt>
                <c:pt idx="3374">
                  <c:v>42092</c:v>
                </c:pt>
                <c:pt idx="3375">
                  <c:v>42093</c:v>
                </c:pt>
                <c:pt idx="3376">
                  <c:v>42094</c:v>
                </c:pt>
                <c:pt idx="3377">
                  <c:v>42095</c:v>
                </c:pt>
                <c:pt idx="3378">
                  <c:v>42096</c:v>
                </c:pt>
                <c:pt idx="3379">
                  <c:v>42097</c:v>
                </c:pt>
                <c:pt idx="3380">
                  <c:v>42098</c:v>
                </c:pt>
                <c:pt idx="3381">
                  <c:v>42099</c:v>
                </c:pt>
                <c:pt idx="3382">
                  <c:v>42100</c:v>
                </c:pt>
                <c:pt idx="3383">
                  <c:v>42101</c:v>
                </c:pt>
                <c:pt idx="3384">
                  <c:v>42102</c:v>
                </c:pt>
                <c:pt idx="3385">
                  <c:v>42103</c:v>
                </c:pt>
                <c:pt idx="3386">
                  <c:v>42104</c:v>
                </c:pt>
                <c:pt idx="3387">
                  <c:v>42105</c:v>
                </c:pt>
                <c:pt idx="3388">
                  <c:v>42106</c:v>
                </c:pt>
                <c:pt idx="3389">
                  <c:v>42107</c:v>
                </c:pt>
                <c:pt idx="3390">
                  <c:v>42108</c:v>
                </c:pt>
                <c:pt idx="3391">
                  <c:v>42109</c:v>
                </c:pt>
                <c:pt idx="3392">
                  <c:v>42110</c:v>
                </c:pt>
                <c:pt idx="3393">
                  <c:v>42111</c:v>
                </c:pt>
                <c:pt idx="3394">
                  <c:v>42112</c:v>
                </c:pt>
                <c:pt idx="3395">
                  <c:v>42113</c:v>
                </c:pt>
                <c:pt idx="3396">
                  <c:v>42114</c:v>
                </c:pt>
                <c:pt idx="3397">
                  <c:v>42115</c:v>
                </c:pt>
                <c:pt idx="3398">
                  <c:v>42116</c:v>
                </c:pt>
                <c:pt idx="3399">
                  <c:v>42117</c:v>
                </c:pt>
                <c:pt idx="3400">
                  <c:v>42118</c:v>
                </c:pt>
                <c:pt idx="3401">
                  <c:v>42119</c:v>
                </c:pt>
                <c:pt idx="3402">
                  <c:v>42120</c:v>
                </c:pt>
                <c:pt idx="3403">
                  <c:v>42121</c:v>
                </c:pt>
                <c:pt idx="3404">
                  <c:v>42122</c:v>
                </c:pt>
                <c:pt idx="3405">
                  <c:v>42123</c:v>
                </c:pt>
                <c:pt idx="3406">
                  <c:v>42124</c:v>
                </c:pt>
                <c:pt idx="3407">
                  <c:v>42125</c:v>
                </c:pt>
                <c:pt idx="3408">
                  <c:v>42126</c:v>
                </c:pt>
                <c:pt idx="3409">
                  <c:v>42127</c:v>
                </c:pt>
                <c:pt idx="3410">
                  <c:v>42128</c:v>
                </c:pt>
                <c:pt idx="3411">
                  <c:v>42129</c:v>
                </c:pt>
                <c:pt idx="3412">
                  <c:v>42130</c:v>
                </c:pt>
                <c:pt idx="3413">
                  <c:v>42131</c:v>
                </c:pt>
                <c:pt idx="3414">
                  <c:v>42132</c:v>
                </c:pt>
                <c:pt idx="3415">
                  <c:v>42133</c:v>
                </c:pt>
                <c:pt idx="3416">
                  <c:v>42134</c:v>
                </c:pt>
                <c:pt idx="3417">
                  <c:v>42135</c:v>
                </c:pt>
                <c:pt idx="3418">
                  <c:v>42136</c:v>
                </c:pt>
                <c:pt idx="3419">
                  <c:v>42137</c:v>
                </c:pt>
                <c:pt idx="3420">
                  <c:v>42138</c:v>
                </c:pt>
                <c:pt idx="3421">
                  <c:v>42139</c:v>
                </c:pt>
                <c:pt idx="3422">
                  <c:v>42140</c:v>
                </c:pt>
                <c:pt idx="3423">
                  <c:v>42141</c:v>
                </c:pt>
                <c:pt idx="3424">
                  <c:v>42142</c:v>
                </c:pt>
                <c:pt idx="3425">
                  <c:v>42143</c:v>
                </c:pt>
                <c:pt idx="3426">
                  <c:v>42144</c:v>
                </c:pt>
                <c:pt idx="3427">
                  <c:v>42145</c:v>
                </c:pt>
                <c:pt idx="3428">
                  <c:v>42146</c:v>
                </c:pt>
                <c:pt idx="3429">
                  <c:v>42147</c:v>
                </c:pt>
                <c:pt idx="3430">
                  <c:v>42148</c:v>
                </c:pt>
                <c:pt idx="3431">
                  <c:v>42149</c:v>
                </c:pt>
                <c:pt idx="3432">
                  <c:v>42150</c:v>
                </c:pt>
                <c:pt idx="3433">
                  <c:v>42151</c:v>
                </c:pt>
                <c:pt idx="3434">
                  <c:v>42152</c:v>
                </c:pt>
                <c:pt idx="3435">
                  <c:v>42153</c:v>
                </c:pt>
                <c:pt idx="3436">
                  <c:v>42154</c:v>
                </c:pt>
                <c:pt idx="3437">
                  <c:v>42155</c:v>
                </c:pt>
                <c:pt idx="3438">
                  <c:v>42156</c:v>
                </c:pt>
                <c:pt idx="3439">
                  <c:v>42157</c:v>
                </c:pt>
                <c:pt idx="3440">
                  <c:v>42158</c:v>
                </c:pt>
                <c:pt idx="3441">
                  <c:v>42159</c:v>
                </c:pt>
                <c:pt idx="3442">
                  <c:v>42160</c:v>
                </c:pt>
                <c:pt idx="3443">
                  <c:v>42161</c:v>
                </c:pt>
                <c:pt idx="3444">
                  <c:v>42162</c:v>
                </c:pt>
                <c:pt idx="3445">
                  <c:v>42163</c:v>
                </c:pt>
                <c:pt idx="3446">
                  <c:v>42164</c:v>
                </c:pt>
                <c:pt idx="3447">
                  <c:v>42165</c:v>
                </c:pt>
                <c:pt idx="3448">
                  <c:v>42166</c:v>
                </c:pt>
                <c:pt idx="3449">
                  <c:v>42167</c:v>
                </c:pt>
                <c:pt idx="3450">
                  <c:v>42168</c:v>
                </c:pt>
                <c:pt idx="3451">
                  <c:v>42169</c:v>
                </c:pt>
                <c:pt idx="3452">
                  <c:v>42170</c:v>
                </c:pt>
                <c:pt idx="3453">
                  <c:v>42171</c:v>
                </c:pt>
                <c:pt idx="3454">
                  <c:v>42172</c:v>
                </c:pt>
                <c:pt idx="3455">
                  <c:v>42173</c:v>
                </c:pt>
                <c:pt idx="3456">
                  <c:v>42174</c:v>
                </c:pt>
                <c:pt idx="3457">
                  <c:v>42175</c:v>
                </c:pt>
                <c:pt idx="3458">
                  <c:v>42176</c:v>
                </c:pt>
                <c:pt idx="3459">
                  <c:v>42177</c:v>
                </c:pt>
                <c:pt idx="3460">
                  <c:v>42178</c:v>
                </c:pt>
                <c:pt idx="3461">
                  <c:v>42179</c:v>
                </c:pt>
                <c:pt idx="3462">
                  <c:v>42180</c:v>
                </c:pt>
                <c:pt idx="3463">
                  <c:v>42181</c:v>
                </c:pt>
                <c:pt idx="3464">
                  <c:v>42182</c:v>
                </c:pt>
                <c:pt idx="3465">
                  <c:v>42183</c:v>
                </c:pt>
                <c:pt idx="3466">
                  <c:v>42184</c:v>
                </c:pt>
                <c:pt idx="3467">
                  <c:v>42185</c:v>
                </c:pt>
                <c:pt idx="3468">
                  <c:v>42186</c:v>
                </c:pt>
                <c:pt idx="3469">
                  <c:v>42187</c:v>
                </c:pt>
                <c:pt idx="3470">
                  <c:v>42188</c:v>
                </c:pt>
                <c:pt idx="3471">
                  <c:v>42189</c:v>
                </c:pt>
                <c:pt idx="3472">
                  <c:v>42190</c:v>
                </c:pt>
                <c:pt idx="3473">
                  <c:v>42191</c:v>
                </c:pt>
                <c:pt idx="3474">
                  <c:v>42192</c:v>
                </c:pt>
                <c:pt idx="3475">
                  <c:v>42193</c:v>
                </c:pt>
                <c:pt idx="3476">
                  <c:v>42194</c:v>
                </c:pt>
                <c:pt idx="3477">
                  <c:v>42195</c:v>
                </c:pt>
                <c:pt idx="3478">
                  <c:v>42196</c:v>
                </c:pt>
                <c:pt idx="3479">
                  <c:v>42197</c:v>
                </c:pt>
                <c:pt idx="3480">
                  <c:v>42198</c:v>
                </c:pt>
                <c:pt idx="3481">
                  <c:v>42199</c:v>
                </c:pt>
                <c:pt idx="3482">
                  <c:v>42200</c:v>
                </c:pt>
                <c:pt idx="3483">
                  <c:v>42201</c:v>
                </c:pt>
                <c:pt idx="3484">
                  <c:v>42202</c:v>
                </c:pt>
                <c:pt idx="3485">
                  <c:v>42203</c:v>
                </c:pt>
                <c:pt idx="3486">
                  <c:v>42204</c:v>
                </c:pt>
                <c:pt idx="3487">
                  <c:v>42205</c:v>
                </c:pt>
                <c:pt idx="3488">
                  <c:v>42206</c:v>
                </c:pt>
                <c:pt idx="3489">
                  <c:v>42207</c:v>
                </c:pt>
                <c:pt idx="3490">
                  <c:v>42208</c:v>
                </c:pt>
                <c:pt idx="3491">
                  <c:v>42209</c:v>
                </c:pt>
                <c:pt idx="3492">
                  <c:v>42210</c:v>
                </c:pt>
                <c:pt idx="3493">
                  <c:v>42211</c:v>
                </c:pt>
                <c:pt idx="3494">
                  <c:v>42212</c:v>
                </c:pt>
                <c:pt idx="3495">
                  <c:v>42213</c:v>
                </c:pt>
                <c:pt idx="3496">
                  <c:v>42214</c:v>
                </c:pt>
                <c:pt idx="3497">
                  <c:v>42215</c:v>
                </c:pt>
                <c:pt idx="3498">
                  <c:v>42216</c:v>
                </c:pt>
                <c:pt idx="3499">
                  <c:v>42217</c:v>
                </c:pt>
                <c:pt idx="3500">
                  <c:v>42218</c:v>
                </c:pt>
                <c:pt idx="3501">
                  <c:v>42219</c:v>
                </c:pt>
                <c:pt idx="3502">
                  <c:v>42220</c:v>
                </c:pt>
                <c:pt idx="3503">
                  <c:v>42221</c:v>
                </c:pt>
                <c:pt idx="3504">
                  <c:v>42222</c:v>
                </c:pt>
                <c:pt idx="3505">
                  <c:v>42223</c:v>
                </c:pt>
                <c:pt idx="3506">
                  <c:v>42224</c:v>
                </c:pt>
                <c:pt idx="3507">
                  <c:v>42225</c:v>
                </c:pt>
                <c:pt idx="3508">
                  <c:v>42226</c:v>
                </c:pt>
                <c:pt idx="3509">
                  <c:v>42227</c:v>
                </c:pt>
                <c:pt idx="3510">
                  <c:v>42228</c:v>
                </c:pt>
                <c:pt idx="3511">
                  <c:v>42229</c:v>
                </c:pt>
                <c:pt idx="3512">
                  <c:v>42230</c:v>
                </c:pt>
                <c:pt idx="3513">
                  <c:v>42231</c:v>
                </c:pt>
                <c:pt idx="3514">
                  <c:v>42232</c:v>
                </c:pt>
                <c:pt idx="3515">
                  <c:v>42233</c:v>
                </c:pt>
                <c:pt idx="3516">
                  <c:v>42234</c:v>
                </c:pt>
                <c:pt idx="3517">
                  <c:v>42235</c:v>
                </c:pt>
                <c:pt idx="3518">
                  <c:v>42236</c:v>
                </c:pt>
                <c:pt idx="3519">
                  <c:v>42237</c:v>
                </c:pt>
                <c:pt idx="3520">
                  <c:v>42238</c:v>
                </c:pt>
                <c:pt idx="3521">
                  <c:v>42239</c:v>
                </c:pt>
                <c:pt idx="3522">
                  <c:v>42240</c:v>
                </c:pt>
                <c:pt idx="3523">
                  <c:v>42241</c:v>
                </c:pt>
                <c:pt idx="3524">
                  <c:v>42242</c:v>
                </c:pt>
                <c:pt idx="3525">
                  <c:v>42243</c:v>
                </c:pt>
                <c:pt idx="3526">
                  <c:v>42244</c:v>
                </c:pt>
                <c:pt idx="3527">
                  <c:v>42245</c:v>
                </c:pt>
                <c:pt idx="3528">
                  <c:v>42246</c:v>
                </c:pt>
                <c:pt idx="3529">
                  <c:v>42247</c:v>
                </c:pt>
                <c:pt idx="3530">
                  <c:v>42248</c:v>
                </c:pt>
                <c:pt idx="3531">
                  <c:v>42249</c:v>
                </c:pt>
                <c:pt idx="3532">
                  <c:v>42250</c:v>
                </c:pt>
                <c:pt idx="3533">
                  <c:v>42251</c:v>
                </c:pt>
                <c:pt idx="3534">
                  <c:v>42252</c:v>
                </c:pt>
                <c:pt idx="3535">
                  <c:v>42253</c:v>
                </c:pt>
                <c:pt idx="3536">
                  <c:v>42254</c:v>
                </c:pt>
                <c:pt idx="3537">
                  <c:v>42255</c:v>
                </c:pt>
                <c:pt idx="3538">
                  <c:v>42256</c:v>
                </c:pt>
                <c:pt idx="3539">
                  <c:v>42257</c:v>
                </c:pt>
                <c:pt idx="3540">
                  <c:v>42258</c:v>
                </c:pt>
                <c:pt idx="3541">
                  <c:v>42259</c:v>
                </c:pt>
                <c:pt idx="3542">
                  <c:v>42260</c:v>
                </c:pt>
                <c:pt idx="3543">
                  <c:v>42261</c:v>
                </c:pt>
                <c:pt idx="3544">
                  <c:v>42262</c:v>
                </c:pt>
                <c:pt idx="3545">
                  <c:v>42263</c:v>
                </c:pt>
                <c:pt idx="3546">
                  <c:v>42264</c:v>
                </c:pt>
                <c:pt idx="3547">
                  <c:v>42265</c:v>
                </c:pt>
                <c:pt idx="3548">
                  <c:v>42266</c:v>
                </c:pt>
                <c:pt idx="3549">
                  <c:v>42267</c:v>
                </c:pt>
                <c:pt idx="3550">
                  <c:v>42268</c:v>
                </c:pt>
                <c:pt idx="3551">
                  <c:v>42269</c:v>
                </c:pt>
                <c:pt idx="3552">
                  <c:v>42270</c:v>
                </c:pt>
                <c:pt idx="3553">
                  <c:v>42271</c:v>
                </c:pt>
                <c:pt idx="3554">
                  <c:v>42272</c:v>
                </c:pt>
                <c:pt idx="3555">
                  <c:v>42273</c:v>
                </c:pt>
                <c:pt idx="3556">
                  <c:v>42274</c:v>
                </c:pt>
                <c:pt idx="3557">
                  <c:v>42275</c:v>
                </c:pt>
                <c:pt idx="3558">
                  <c:v>42276</c:v>
                </c:pt>
                <c:pt idx="3559">
                  <c:v>42277</c:v>
                </c:pt>
                <c:pt idx="3560">
                  <c:v>42278</c:v>
                </c:pt>
                <c:pt idx="3561">
                  <c:v>42279</c:v>
                </c:pt>
                <c:pt idx="3562">
                  <c:v>42280</c:v>
                </c:pt>
                <c:pt idx="3563">
                  <c:v>42281</c:v>
                </c:pt>
                <c:pt idx="3564">
                  <c:v>42282</c:v>
                </c:pt>
                <c:pt idx="3565">
                  <c:v>42283</c:v>
                </c:pt>
                <c:pt idx="3566">
                  <c:v>42284</c:v>
                </c:pt>
                <c:pt idx="3567">
                  <c:v>42285</c:v>
                </c:pt>
                <c:pt idx="3568">
                  <c:v>42286</c:v>
                </c:pt>
                <c:pt idx="3569">
                  <c:v>42287</c:v>
                </c:pt>
                <c:pt idx="3570">
                  <c:v>42288</c:v>
                </c:pt>
                <c:pt idx="3571">
                  <c:v>42289</c:v>
                </c:pt>
                <c:pt idx="3572">
                  <c:v>42290</c:v>
                </c:pt>
                <c:pt idx="3573">
                  <c:v>42291</c:v>
                </c:pt>
                <c:pt idx="3574">
                  <c:v>42292</c:v>
                </c:pt>
                <c:pt idx="3575">
                  <c:v>42293</c:v>
                </c:pt>
                <c:pt idx="3576">
                  <c:v>42294</c:v>
                </c:pt>
                <c:pt idx="3577">
                  <c:v>42295</c:v>
                </c:pt>
                <c:pt idx="3578">
                  <c:v>42296</c:v>
                </c:pt>
                <c:pt idx="3579">
                  <c:v>42297</c:v>
                </c:pt>
                <c:pt idx="3580">
                  <c:v>42298</c:v>
                </c:pt>
                <c:pt idx="3581">
                  <c:v>42299</c:v>
                </c:pt>
                <c:pt idx="3582">
                  <c:v>42300</c:v>
                </c:pt>
                <c:pt idx="3583">
                  <c:v>42301</c:v>
                </c:pt>
                <c:pt idx="3584">
                  <c:v>42302</c:v>
                </c:pt>
                <c:pt idx="3585">
                  <c:v>42303</c:v>
                </c:pt>
                <c:pt idx="3586">
                  <c:v>42304</c:v>
                </c:pt>
                <c:pt idx="3587">
                  <c:v>42305</c:v>
                </c:pt>
                <c:pt idx="3588">
                  <c:v>42306</c:v>
                </c:pt>
                <c:pt idx="3589">
                  <c:v>42307</c:v>
                </c:pt>
                <c:pt idx="3590">
                  <c:v>42308</c:v>
                </c:pt>
                <c:pt idx="3591">
                  <c:v>42309</c:v>
                </c:pt>
                <c:pt idx="3592">
                  <c:v>42310</c:v>
                </c:pt>
                <c:pt idx="3593">
                  <c:v>42311</c:v>
                </c:pt>
                <c:pt idx="3594">
                  <c:v>42312</c:v>
                </c:pt>
                <c:pt idx="3595">
                  <c:v>42313</c:v>
                </c:pt>
                <c:pt idx="3596">
                  <c:v>42314</c:v>
                </c:pt>
                <c:pt idx="3597">
                  <c:v>42315</c:v>
                </c:pt>
                <c:pt idx="3598">
                  <c:v>42316</c:v>
                </c:pt>
                <c:pt idx="3599">
                  <c:v>42317</c:v>
                </c:pt>
                <c:pt idx="3600">
                  <c:v>42318</c:v>
                </c:pt>
                <c:pt idx="3601">
                  <c:v>42319</c:v>
                </c:pt>
                <c:pt idx="3602">
                  <c:v>42320</c:v>
                </c:pt>
                <c:pt idx="3603">
                  <c:v>42321</c:v>
                </c:pt>
                <c:pt idx="3604">
                  <c:v>42322</c:v>
                </c:pt>
                <c:pt idx="3605">
                  <c:v>42323</c:v>
                </c:pt>
                <c:pt idx="3606">
                  <c:v>42324</c:v>
                </c:pt>
                <c:pt idx="3607">
                  <c:v>42325</c:v>
                </c:pt>
                <c:pt idx="3608">
                  <c:v>42326</c:v>
                </c:pt>
                <c:pt idx="3609">
                  <c:v>42327</c:v>
                </c:pt>
                <c:pt idx="3610">
                  <c:v>42328</c:v>
                </c:pt>
                <c:pt idx="3611">
                  <c:v>42329</c:v>
                </c:pt>
                <c:pt idx="3612">
                  <c:v>42330</c:v>
                </c:pt>
                <c:pt idx="3613">
                  <c:v>42331</c:v>
                </c:pt>
                <c:pt idx="3614">
                  <c:v>42332</c:v>
                </c:pt>
                <c:pt idx="3615">
                  <c:v>42333</c:v>
                </c:pt>
                <c:pt idx="3616">
                  <c:v>42334</c:v>
                </c:pt>
                <c:pt idx="3617">
                  <c:v>42335</c:v>
                </c:pt>
                <c:pt idx="3618">
                  <c:v>42336</c:v>
                </c:pt>
                <c:pt idx="3619">
                  <c:v>42337</c:v>
                </c:pt>
                <c:pt idx="3620">
                  <c:v>42338</c:v>
                </c:pt>
                <c:pt idx="3621">
                  <c:v>42339</c:v>
                </c:pt>
                <c:pt idx="3622">
                  <c:v>42340</c:v>
                </c:pt>
                <c:pt idx="3623">
                  <c:v>42341</c:v>
                </c:pt>
                <c:pt idx="3624">
                  <c:v>42342</c:v>
                </c:pt>
                <c:pt idx="3625">
                  <c:v>42343</c:v>
                </c:pt>
                <c:pt idx="3626">
                  <c:v>42344</c:v>
                </c:pt>
                <c:pt idx="3627">
                  <c:v>42345</c:v>
                </c:pt>
                <c:pt idx="3628">
                  <c:v>42346</c:v>
                </c:pt>
                <c:pt idx="3629">
                  <c:v>42347</c:v>
                </c:pt>
                <c:pt idx="3630">
                  <c:v>42348</c:v>
                </c:pt>
                <c:pt idx="3631">
                  <c:v>42349</c:v>
                </c:pt>
                <c:pt idx="3632">
                  <c:v>42350</c:v>
                </c:pt>
                <c:pt idx="3633">
                  <c:v>42351</c:v>
                </c:pt>
                <c:pt idx="3634">
                  <c:v>42352</c:v>
                </c:pt>
                <c:pt idx="3635">
                  <c:v>42353</c:v>
                </c:pt>
                <c:pt idx="3636">
                  <c:v>42354</c:v>
                </c:pt>
                <c:pt idx="3637">
                  <c:v>42355</c:v>
                </c:pt>
                <c:pt idx="3638">
                  <c:v>42356</c:v>
                </c:pt>
                <c:pt idx="3639">
                  <c:v>42357</c:v>
                </c:pt>
                <c:pt idx="3640">
                  <c:v>42358</c:v>
                </c:pt>
                <c:pt idx="3641">
                  <c:v>42359</c:v>
                </c:pt>
                <c:pt idx="3642">
                  <c:v>42360</c:v>
                </c:pt>
                <c:pt idx="3643">
                  <c:v>42361</c:v>
                </c:pt>
                <c:pt idx="3644">
                  <c:v>42362</c:v>
                </c:pt>
                <c:pt idx="3645">
                  <c:v>42363</c:v>
                </c:pt>
                <c:pt idx="3646">
                  <c:v>42364</c:v>
                </c:pt>
                <c:pt idx="3647">
                  <c:v>42365</c:v>
                </c:pt>
                <c:pt idx="3648">
                  <c:v>42366</c:v>
                </c:pt>
                <c:pt idx="3649">
                  <c:v>42367</c:v>
                </c:pt>
                <c:pt idx="3650">
                  <c:v>42368</c:v>
                </c:pt>
                <c:pt idx="3651">
                  <c:v>42369</c:v>
                </c:pt>
                <c:pt idx="3652">
                  <c:v>42370</c:v>
                </c:pt>
                <c:pt idx="3653">
                  <c:v>42371</c:v>
                </c:pt>
                <c:pt idx="3654">
                  <c:v>42372</c:v>
                </c:pt>
                <c:pt idx="3655">
                  <c:v>42373</c:v>
                </c:pt>
                <c:pt idx="3656">
                  <c:v>42374</c:v>
                </c:pt>
                <c:pt idx="3657">
                  <c:v>42375</c:v>
                </c:pt>
                <c:pt idx="3658">
                  <c:v>42376</c:v>
                </c:pt>
                <c:pt idx="3659">
                  <c:v>42377</c:v>
                </c:pt>
                <c:pt idx="3660">
                  <c:v>42378</c:v>
                </c:pt>
                <c:pt idx="3661">
                  <c:v>42379</c:v>
                </c:pt>
                <c:pt idx="3662">
                  <c:v>42380</c:v>
                </c:pt>
                <c:pt idx="3663">
                  <c:v>42381</c:v>
                </c:pt>
                <c:pt idx="3664">
                  <c:v>42382</c:v>
                </c:pt>
                <c:pt idx="3665">
                  <c:v>42383</c:v>
                </c:pt>
                <c:pt idx="3666">
                  <c:v>42384</c:v>
                </c:pt>
                <c:pt idx="3667">
                  <c:v>42385</c:v>
                </c:pt>
                <c:pt idx="3668">
                  <c:v>42386</c:v>
                </c:pt>
                <c:pt idx="3669">
                  <c:v>42387</c:v>
                </c:pt>
                <c:pt idx="3670">
                  <c:v>42388</c:v>
                </c:pt>
                <c:pt idx="3671">
                  <c:v>42389</c:v>
                </c:pt>
                <c:pt idx="3672">
                  <c:v>42390</c:v>
                </c:pt>
                <c:pt idx="3673">
                  <c:v>42391</c:v>
                </c:pt>
                <c:pt idx="3674">
                  <c:v>42392</c:v>
                </c:pt>
                <c:pt idx="3675">
                  <c:v>42393</c:v>
                </c:pt>
                <c:pt idx="3676">
                  <c:v>42394</c:v>
                </c:pt>
                <c:pt idx="3677">
                  <c:v>42395</c:v>
                </c:pt>
                <c:pt idx="3678">
                  <c:v>42396</c:v>
                </c:pt>
                <c:pt idx="3679">
                  <c:v>42397</c:v>
                </c:pt>
                <c:pt idx="3680">
                  <c:v>42398</c:v>
                </c:pt>
                <c:pt idx="3681">
                  <c:v>42399</c:v>
                </c:pt>
                <c:pt idx="3682">
                  <c:v>42400</c:v>
                </c:pt>
                <c:pt idx="3683">
                  <c:v>42401</c:v>
                </c:pt>
                <c:pt idx="3684">
                  <c:v>42402</c:v>
                </c:pt>
                <c:pt idx="3685">
                  <c:v>42403</c:v>
                </c:pt>
                <c:pt idx="3686">
                  <c:v>42404</c:v>
                </c:pt>
                <c:pt idx="3687">
                  <c:v>42405</c:v>
                </c:pt>
                <c:pt idx="3688">
                  <c:v>42406</c:v>
                </c:pt>
                <c:pt idx="3689">
                  <c:v>42407</c:v>
                </c:pt>
                <c:pt idx="3690">
                  <c:v>42408</c:v>
                </c:pt>
                <c:pt idx="3691">
                  <c:v>42409</c:v>
                </c:pt>
                <c:pt idx="3692">
                  <c:v>42410</c:v>
                </c:pt>
                <c:pt idx="3693">
                  <c:v>42411</c:v>
                </c:pt>
                <c:pt idx="3694">
                  <c:v>42412</c:v>
                </c:pt>
                <c:pt idx="3695">
                  <c:v>42413</c:v>
                </c:pt>
                <c:pt idx="3696">
                  <c:v>42414</c:v>
                </c:pt>
                <c:pt idx="3697">
                  <c:v>42415</c:v>
                </c:pt>
                <c:pt idx="3698">
                  <c:v>42416</c:v>
                </c:pt>
                <c:pt idx="3699">
                  <c:v>42417</c:v>
                </c:pt>
                <c:pt idx="3700">
                  <c:v>42418</c:v>
                </c:pt>
                <c:pt idx="3701">
                  <c:v>42419</c:v>
                </c:pt>
                <c:pt idx="3702">
                  <c:v>42420</c:v>
                </c:pt>
                <c:pt idx="3703">
                  <c:v>42421</c:v>
                </c:pt>
                <c:pt idx="3704">
                  <c:v>42422</c:v>
                </c:pt>
                <c:pt idx="3705">
                  <c:v>42423</c:v>
                </c:pt>
                <c:pt idx="3706">
                  <c:v>42424</c:v>
                </c:pt>
                <c:pt idx="3707">
                  <c:v>42425</c:v>
                </c:pt>
                <c:pt idx="3708">
                  <c:v>42426</c:v>
                </c:pt>
                <c:pt idx="3709">
                  <c:v>42427</c:v>
                </c:pt>
                <c:pt idx="3710">
                  <c:v>42428</c:v>
                </c:pt>
                <c:pt idx="3711">
                  <c:v>42429</c:v>
                </c:pt>
                <c:pt idx="3712">
                  <c:v>42430</c:v>
                </c:pt>
                <c:pt idx="3713">
                  <c:v>42431</c:v>
                </c:pt>
                <c:pt idx="3714">
                  <c:v>42432</c:v>
                </c:pt>
                <c:pt idx="3715">
                  <c:v>42433</c:v>
                </c:pt>
                <c:pt idx="3716">
                  <c:v>42434</c:v>
                </c:pt>
                <c:pt idx="3717">
                  <c:v>42435</c:v>
                </c:pt>
                <c:pt idx="3718">
                  <c:v>42436</c:v>
                </c:pt>
                <c:pt idx="3719">
                  <c:v>42437</c:v>
                </c:pt>
                <c:pt idx="3720">
                  <c:v>42438</c:v>
                </c:pt>
                <c:pt idx="3721">
                  <c:v>42439</c:v>
                </c:pt>
                <c:pt idx="3722">
                  <c:v>42440</c:v>
                </c:pt>
                <c:pt idx="3723">
                  <c:v>42441</c:v>
                </c:pt>
                <c:pt idx="3724">
                  <c:v>42442</c:v>
                </c:pt>
                <c:pt idx="3725">
                  <c:v>42443</c:v>
                </c:pt>
                <c:pt idx="3726">
                  <c:v>42444</c:v>
                </c:pt>
                <c:pt idx="3727">
                  <c:v>42445</c:v>
                </c:pt>
                <c:pt idx="3728">
                  <c:v>42446</c:v>
                </c:pt>
                <c:pt idx="3729">
                  <c:v>42447</c:v>
                </c:pt>
                <c:pt idx="3730">
                  <c:v>42448</c:v>
                </c:pt>
                <c:pt idx="3731">
                  <c:v>42449</c:v>
                </c:pt>
                <c:pt idx="3732">
                  <c:v>42450</c:v>
                </c:pt>
                <c:pt idx="3733">
                  <c:v>42451</c:v>
                </c:pt>
                <c:pt idx="3734">
                  <c:v>42452</c:v>
                </c:pt>
                <c:pt idx="3735">
                  <c:v>42453</c:v>
                </c:pt>
                <c:pt idx="3736">
                  <c:v>42454</c:v>
                </c:pt>
                <c:pt idx="3737">
                  <c:v>42455</c:v>
                </c:pt>
                <c:pt idx="3738">
                  <c:v>42456</c:v>
                </c:pt>
                <c:pt idx="3739">
                  <c:v>42457</c:v>
                </c:pt>
                <c:pt idx="3740">
                  <c:v>42458</c:v>
                </c:pt>
                <c:pt idx="3741">
                  <c:v>42459</c:v>
                </c:pt>
                <c:pt idx="3742">
                  <c:v>42460</c:v>
                </c:pt>
                <c:pt idx="3743">
                  <c:v>42461</c:v>
                </c:pt>
                <c:pt idx="3744">
                  <c:v>42462</c:v>
                </c:pt>
                <c:pt idx="3745">
                  <c:v>42463</c:v>
                </c:pt>
                <c:pt idx="3746">
                  <c:v>42464</c:v>
                </c:pt>
                <c:pt idx="3747">
                  <c:v>42465</c:v>
                </c:pt>
                <c:pt idx="3748">
                  <c:v>42466</c:v>
                </c:pt>
                <c:pt idx="3749">
                  <c:v>42467</c:v>
                </c:pt>
                <c:pt idx="3750">
                  <c:v>42468</c:v>
                </c:pt>
                <c:pt idx="3751">
                  <c:v>42469</c:v>
                </c:pt>
                <c:pt idx="3752">
                  <c:v>42470</c:v>
                </c:pt>
                <c:pt idx="3753">
                  <c:v>42471</c:v>
                </c:pt>
                <c:pt idx="3754">
                  <c:v>42472</c:v>
                </c:pt>
                <c:pt idx="3755">
                  <c:v>42473</c:v>
                </c:pt>
                <c:pt idx="3756">
                  <c:v>42474</c:v>
                </c:pt>
                <c:pt idx="3757">
                  <c:v>42475</c:v>
                </c:pt>
                <c:pt idx="3758">
                  <c:v>42476</c:v>
                </c:pt>
                <c:pt idx="3759">
                  <c:v>42477</c:v>
                </c:pt>
                <c:pt idx="3760">
                  <c:v>42478</c:v>
                </c:pt>
                <c:pt idx="3761">
                  <c:v>42479</c:v>
                </c:pt>
                <c:pt idx="3762">
                  <c:v>42480</c:v>
                </c:pt>
                <c:pt idx="3763">
                  <c:v>42481</c:v>
                </c:pt>
                <c:pt idx="3764">
                  <c:v>42482</c:v>
                </c:pt>
                <c:pt idx="3765">
                  <c:v>42483</c:v>
                </c:pt>
                <c:pt idx="3766">
                  <c:v>42484</c:v>
                </c:pt>
                <c:pt idx="3767">
                  <c:v>42485</c:v>
                </c:pt>
                <c:pt idx="3768">
                  <c:v>42486</c:v>
                </c:pt>
                <c:pt idx="3769">
                  <c:v>42487</c:v>
                </c:pt>
                <c:pt idx="3770">
                  <c:v>42488</c:v>
                </c:pt>
                <c:pt idx="3771">
                  <c:v>42489</c:v>
                </c:pt>
                <c:pt idx="3772">
                  <c:v>42490</c:v>
                </c:pt>
                <c:pt idx="3773">
                  <c:v>42491</c:v>
                </c:pt>
                <c:pt idx="3774">
                  <c:v>42492</c:v>
                </c:pt>
                <c:pt idx="3775">
                  <c:v>42493</c:v>
                </c:pt>
                <c:pt idx="3776">
                  <c:v>42494</c:v>
                </c:pt>
                <c:pt idx="3777">
                  <c:v>42495</c:v>
                </c:pt>
                <c:pt idx="3778">
                  <c:v>42496</c:v>
                </c:pt>
                <c:pt idx="3779">
                  <c:v>42497</c:v>
                </c:pt>
                <c:pt idx="3780">
                  <c:v>42498</c:v>
                </c:pt>
                <c:pt idx="3781">
                  <c:v>42499</c:v>
                </c:pt>
                <c:pt idx="3782">
                  <c:v>42500</c:v>
                </c:pt>
                <c:pt idx="3783">
                  <c:v>42501</c:v>
                </c:pt>
                <c:pt idx="3784">
                  <c:v>42502</c:v>
                </c:pt>
                <c:pt idx="3785">
                  <c:v>42503</c:v>
                </c:pt>
                <c:pt idx="3786">
                  <c:v>42504</c:v>
                </c:pt>
                <c:pt idx="3787">
                  <c:v>42505</c:v>
                </c:pt>
                <c:pt idx="3788">
                  <c:v>42506</c:v>
                </c:pt>
                <c:pt idx="3789">
                  <c:v>42507</c:v>
                </c:pt>
                <c:pt idx="3790">
                  <c:v>42508</c:v>
                </c:pt>
                <c:pt idx="3791">
                  <c:v>42509</c:v>
                </c:pt>
                <c:pt idx="3792">
                  <c:v>42510</c:v>
                </c:pt>
                <c:pt idx="3793">
                  <c:v>42511</c:v>
                </c:pt>
                <c:pt idx="3794">
                  <c:v>42512</c:v>
                </c:pt>
                <c:pt idx="3795">
                  <c:v>42513</c:v>
                </c:pt>
                <c:pt idx="3796">
                  <c:v>42514</c:v>
                </c:pt>
                <c:pt idx="3797">
                  <c:v>42515</c:v>
                </c:pt>
                <c:pt idx="3798">
                  <c:v>42516</c:v>
                </c:pt>
                <c:pt idx="3799">
                  <c:v>42517</c:v>
                </c:pt>
                <c:pt idx="3800">
                  <c:v>42518</c:v>
                </c:pt>
                <c:pt idx="3801">
                  <c:v>42519</c:v>
                </c:pt>
                <c:pt idx="3802">
                  <c:v>42520</c:v>
                </c:pt>
                <c:pt idx="3803">
                  <c:v>42521</c:v>
                </c:pt>
                <c:pt idx="3804">
                  <c:v>42522</c:v>
                </c:pt>
                <c:pt idx="3805">
                  <c:v>42523</c:v>
                </c:pt>
                <c:pt idx="3806">
                  <c:v>42524</c:v>
                </c:pt>
                <c:pt idx="3807">
                  <c:v>42525</c:v>
                </c:pt>
                <c:pt idx="3808">
                  <c:v>42526</c:v>
                </c:pt>
                <c:pt idx="3809">
                  <c:v>42527</c:v>
                </c:pt>
                <c:pt idx="3810">
                  <c:v>42528</c:v>
                </c:pt>
                <c:pt idx="3811">
                  <c:v>42529</c:v>
                </c:pt>
                <c:pt idx="3812">
                  <c:v>42530</c:v>
                </c:pt>
                <c:pt idx="3813">
                  <c:v>42531</c:v>
                </c:pt>
                <c:pt idx="3814">
                  <c:v>42532</c:v>
                </c:pt>
                <c:pt idx="3815">
                  <c:v>42533</c:v>
                </c:pt>
                <c:pt idx="3816">
                  <c:v>42534</c:v>
                </c:pt>
                <c:pt idx="3817">
                  <c:v>42535</c:v>
                </c:pt>
                <c:pt idx="3818">
                  <c:v>42536</c:v>
                </c:pt>
                <c:pt idx="3819">
                  <c:v>42537</c:v>
                </c:pt>
                <c:pt idx="3820">
                  <c:v>42538</c:v>
                </c:pt>
                <c:pt idx="3821">
                  <c:v>42539</c:v>
                </c:pt>
                <c:pt idx="3822">
                  <c:v>42540</c:v>
                </c:pt>
                <c:pt idx="3823">
                  <c:v>42541</c:v>
                </c:pt>
                <c:pt idx="3824">
                  <c:v>42542</c:v>
                </c:pt>
                <c:pt idx="3825">
                  <c:v>42543</c:v>
                </c:pt>
                <c:pt idx="3826">
                  <c:v>42544</c:v>
                </c:pt>
                <c:pt idx="3827">
                  <c:v>42545</c:v>
                </c:pt>
                <c:pt idx="3828">
                  <c:v>42546</c:v>
                </c:pt>
                <c:pt idx="3829">
                  <c:v>42547</c:v>
                </c:pt>
                <c:pt idx="3830">
                  <c:v>42548</c:v>
                </c:pt>
                <c:pt idx="3831">
                  <c:v>42549</c:v>
                </c:pt>
                <c:pt idx="3832">
                  <c:v>42550</c:v>
                </c:pt>
                <c:pt idx="3833">
                  <c:v>42551</c:v>
                </c:pt>
                <c:pt idx="3834">
                  <c:v>42552</c:v>
                </c:pt>
                <c:pt idx="3835">
                  <c:v>42553</c:v>
                </c:pt>
                <c:pt idx="3836">
                  <c:v>42554</c:v>
                </c:pt>
                <c:pt idx="3837">
                  <c:v>42555</c:v>
                </c:pt>
                <c:pt idx="3838">
                  <c:v>42556</c:v>
                </c:pt>
                <c:pt idx="3839">
                  <c:v>42557</c:v>
                </c:pt>
                <c:pt idx="3840">
                  <c:v>42558</c:v>
                </c:pt>
                <c:pt idx="3841">
                  <c:v>42559</c:v>
                </c:pt>
                <c:pt idx="3842">
                  <c:v>42560</c:v>
                </c:pt>
                <c:pt idx="3843">
                  <c:v>42561</c:v>
                </c:pt>
                <c:pt idx="3844">
                  <c:v>42562</c:v>
                </c:pt>
                <c:pt idx="3845">
                  <c:v>42563</c:v>
                </c:pt>
                <c:pt idx="3846">
                  <c:v>42564</c:v>
                </c:pt>
                <c:pt idx="3847">
                  <c:v>42565</c:v>
                </c:pt>
                <c:pt idx="3848">
                  <c:v>42566</c:v>
                </c:pt>
                <c:pt idx="3849">
                  <c:v>42567</c:v>
                </c:pt>
                <c:pt idx="3850">
                  <c:v>42568</c:v>
                </c:pt>
                <c:pt idx="3851">
                  <c:v>42569</c:v>
                </c:pt>
                <c:pt idx="3852">
                  <c:v>42570</c:v>
                </c:pt>
                <c:pt idx="3853">
                  <c:v>42571</c:v>
                </c:pt>
                <c:pt idx="3854">
                  <c:v>42572</c:v>
                </c:pt>
                <c:pt idx="3855">
                  <c:v>42573</c:v>
                </c:pt>
                <c:pt idx="3856">
                  <c:v>42574</c:v>
                </c:pt>
                <c:pt idx="3857">
                  <c:v>42575</c:v>
                </c:pt>
                <c:pt idx="3858">
                  <c:v>42576</c:v>
                </c:pt>
                <c:pt idx="3859">
                  <c:v>42577</c:v>
                </c:pt>
                <c:pt idx="3860">
                  <c:v>42578</c:v>
                </c:pt>
                <c:pt idx="3861">
                  <c:v>42579</c:v>
                </c:pt>
                <c:pt idx="3862">
                  <c:v>42580</c:v>
                </c:pt>
                <c:pt idx="3863">
                  <c:v>42581</c:v>
                </c:pt>
                <c:pt idx="3864">
                  <c:v>42582</c:v>
                </c:pt>
                <c:pt idx="3865">
                  <c:v>42583</c:v>
                </c:pt>
                <c:pt idx="3866">
                  <c:v>42584</c:v>
                </c:pt>
                <c:pt idx="3867">
                  <c:v>42585</c:v>
                </c:pt>
                <c:pt idx="3868">
                  <c:v>42586</c:v>
                </c:pt>
                <c:pt idx="3869">
                  <c:v>42587</c:v>
                </c:pt>
                <c:pt idx="3870">
                  <c:v>42588</c:v>
                </c:pt>
                <c:pt idx="3871">
                  <c:v>42589</c:v>
                </c:pt>
                <c:pt idx="3872">
                  <c:v>42590</c:v>
                </c:pt>
                <c:pt idx="3873">
                  <c:v>42591</c:v>
                </c:pt>
                <c:pt idx="3874">
                  <c:v>42592</c:v>
                </c:pt>
                <c:pt idx="3875">
                  <c:v>42593</c:v>
                </c:pt>
                <c:pt idx="3876">
                  <c:v>42594</c:v>
                </c:pt>
                <c:pt idx="3877">
                  <c:v>42595</c:v>
                </c:pt>
                <c:pt idx="3878">
                  <c:v>42596</c:v>
                </c:pt>
                <c:pt idx="3879">
                  <c:v>42597</c:v>
                </c:pt>
                <c:pt idx="3880">
                  <c:v>42598</c:v>
                </c:pt>
                <c:pt idx="3881">
                  <c:v>42599</c:v>
                </c:pt>
                <c:pt idx="3882">
                  <c:v>42600</c:v>
                </c:pt>
                <c:pt idx="3883">
                  <c:v>42601</c:v>
                </c:pt>
                <c:pt idx="3884">
                  <c:v>42602</c:v>
                </c:pt>
                <c:pt idx="3885">
                  <c:v>42603</c:v>
                </c:pt>
                <c:pt idx="3886">
                  <c:v>42604</c:v>
                </c:pt>
                <c:pt idx="3887">
                  <c:v>42605</c:v>
                </c:pt>
                <c:pt idx="3888">
                  <c:v>42606</c:v>
                </c:pt>
                <c:pt idx="3889">
                  <c:v>42607</c:v>
                </c:pt>
                <c:pt idx="3890">
                  <c:v>42608</c:v>
                </c:pt>
                <c:pt idx="3891">
                  <c:v>42609</c:v>
                </c:pt>
                <c:pt idx="3892">
                  <c:v>42610</c:v>
                </c:pt>
                <c:pt idx="3893">
                  <c:v>42611</c:v>
                </c:pt>
                <c:pt idx="3894">
                  <c:v>42612</c:v>
                </c:pt>
                <c:pt idx="3895">
                  <c:v>42613</c:v>
                </c:pt>
                <c:pt idx="3896">
                  <c:v>42614</c:v>
                </c:pt>
                <c:pt idx="3897">
                  <c:v>42615</c:v>
                </c:pt>
                <c:pt idx="3898">
                  <c:v>42616</c:v>
                </c:pt>
                <c:pt idx="3899">
                  <c:v>42617</c:v>
                </c:pt>
                <c:pt idx="3900">
                  <c:v>42618</c:v>
                </c:pt>
                <c:pt idx="3901">
                  <c:v>42619</c:v>
                </c:pt>
                <c:pt idx="3902">
                  <c:v>42620</c:v>
                </c:pt>
                <c:pt idx="3903">
                  <c:v>42621</c:v>
                </c:pt>
                <c:pt idx="3904">
                  <c:v>42622</c:v>
                </c:pt>
                <c:pt idx="3905">
                  <c:v>42623</c:v>
                </c:pt>
                <c:pt idx="3906">
                  <c:v>42624</c:v>
                </c:pt>
                <c:pt idx="3907">
                  <c:v>42625</c:v>
                </c:pt>
                <c:pt idx="3908">
                  <c:v>42626</c:v>
                </c:pt>
                <c:pt idx="3909">
                  <c:v>42627</c:v>
                </c:pt>
                <c:pt idx="3910">
                  <c:v>42628</c:v>
                </c:pt>
                <c:pt idx="3911">
                  <c:v>42629</c:v>
                </c:pt>
                <c:pt idx="3912">
                  <c:v>42630</c:v>
                </c:pt>
                <c:pt idx="3913">
                  <c:v>42631</c:v>
                </c:pt>
                <c:pt idx="3914">
                  <c:v>42632</c:v>
                </c:pt>
                <c:pt idx="3915">
                  <c:v>42633</c:v>
                </c:pt>
                <c:pt idx="3916">
                  <c:v>42634</c:v>
                </c:pt>
                <c:pt idx="3917">
                  <c:v>42635</c:v>
                </c:pt>
                <c:pt idx="3918">
                  <c:v>42636</c:v>
                </c:pt>
                <c:pt idx="3919">
                  <c:v>42637</c:v>
                </c:pt>
                <c:pt idx="3920">
                  <c:v>42638</c:v>
                </c:pt>
                <c:pt idx="3921">
                  <c:v>42639</c:v>
                </c:pt>
                <c:pt idx="3922">
                  <c:v>42640</c:v>
                </c:pt>
                <c:pt idx="3923">
                  <c:v>42641</c:v>
                </c:pt>
                <c:pt idx="3924">
                  <c:v>42642</c:v>
                </c:pt>
                <c:pt idx="3925">
                  <c:v>42643</c:v>
                </c:pt>
                <c:pt idx="3926">
                  <c:v>42644</c:v>
                </c:pt>
                <c:pt idx="3927">
                  <c:v>42645</c:v>
                </c:pt>
                <c:pt idx="3928">
                  <c:v>42646</c:v>
                </c:pt>
                <c:pt idx="3929">
                  <c:v>42647</c:v>
                </c:pt>
                <c:pt idx="3930">
                  <c:v>42648</c:v>
                </c:pt>
                <c:pt idx="3931">
                  <c:v>42649</c:v>
                </c:pt>
                <c:pt idx="3932">
                  <c:v>42650</c:v>
                </c:pt>
                <c:pt idx="3933">
                  <c:v>42651</c:v>
                </c:pt>
                <c:pt idx="3934">
                  <c:v>42652</c:v>
                </c:pt>
                <c:pt idx="3935">
                  <c:v>42653</c:v>
                </c:pt>
                <c:pt idx="3936">
                  <c:v>42654</c:v>
                </c:pt>
                <c:pt idx="3937">
                  <c:v>42655</c:v>
                </c:pt>
                <c:pt idx="3938">
                  <c:v>42656</c:v>
                </c:pt>
                <c:pt idx="3939">
                  <c:v>42657</c:v>
                </c:pt>
                <c:pt idx="3940">
                  <c:v>42658</c:v>
                </c:pt>
                <c:pt idx="3941">
                  <c:v>42659</c:v>
                </c:pt>
                <c:pt idx="3942">
                  <c:v>42660</c:v>
                </c:pt>
                <c:pt idx="3943">
                  <c:v>42661</c:v>
                </c:pt>
                <c:pt idx="3944">
                  <c:v>42662</c:v>
                </c:pt>
                <c:pt idx="3945">
                  <c:v>42663</c:v>
                </c:pt>
                <c:pt idx="3946">
                  <c:v>42664</c:v>
                </c:pt>
                <c:pt idx="3947">
                  <c:v>42665</c:v>
                </c:pt>
                <c:pt idx="3948">
                  <c:v>42666</c:v>
                </c:pt>
                <c:pt idx="3949">
                  <c:v>42667</c:v>
                </c:pt>
                <c:pt idx="3950">
                  <c:v>42668</c:v>
                </c:pt>
                <c:pt idx="3951">
                  <c:v>42669</c:v>
                </c:pt>
                <c:pt idx="3952">
                  <c:v>42670</c:v>
                </c:pt>
                <c:pt idx="3953">
                  <c:v>42671</c:v>
                </c:pt>
                <c:pt idx="3954">
                  <c:v>42672</c:v>
                </c:pt>
                <c:pt idx="3955">
                  <c:v>42673</c:v>
                </c:pt>
                <c:pt idx="3956">
                  <c:v>42674</c:v>
                </c:pt>
                <c:pt idx="3957">
                  <c:v>42675</c:v>
                </c:pt>
                <c:pt idx="3958">
                  <c:v>42676</c:v>
                </c:pt>
                <c:pt idx="3959">
                  <c:v>42677</c:v>
                </c:pt>
                <c:pt idx="3960">
                  <c:v>42678</c:v>
                </c:pt>
                <c:pt idx="3961">
                  <c:v>42679</c:v>
                </c:pt>
                <c:pt idx="3962">
                  <c:v>42680</c:v>
                </c:pt>
                <c:pt idx="3963">
                  <c:v>42681</c:v>
                </c:pt>
                <c:pt idx="3964">
                  <c:v>42682</c:v>
                </c:pt>
                <c:pt idx="3965">
                  <c:v>42683</c:v>
                </c:pt>
                <c:pt idx="3966">
                  <c:v>42684</c:v>
                </c:pt>
                <c:pt idx="3967">
                  <c:v>42685</c:v>
                </c:pt>
                <c:pt idx="3968">
                  <c:v>42686</c:v>
                </c:pt>
                <c:pt idx="3969">
                  <c:v>42687</c:v>
                </c:pt>
                <c:pt idx="3970">
                  <c:v>42688</c:v>
                </c:pt>
                <c:pt idx="3971">
                  <c:v>42689</c:v>
                </c:pt>
                <c:pt idx="3972">
                  <c:v>42690</c:v>
                </c:pt>
                <c:pt idx="3973">
                  <c:v>42691</c:v>
                </c:pt>
                <c:pt idx="3974">
                  <c:v>42692</c:v>
                </c:pt>
                <c:pt idx="3975">
                  <c:v>42693</c:v>
                </c:pt>
                <c:pt idx="3976">
                  <c:v>42694</c:v>
                </c:pt>
                <c:pt idx="3977">
                  <c:v>42695</c:v>
                </c:pt>
                <c:pt idx="3978">
                  <c:v>42696</c:v>
                </c:pt>
                <c:pt idx="3979">
                  <c:v>42697</c:v>
                </c:pt>
                <c:pt idx="3980">
                  <c:v>42698</c:v>
                </c:pt>
                <c:pt idx="3981">
                  <c:v>42699</c:v>
                </c:pt>
                <c:pt idx="3982">
                  <c:v>42700</c:v>
                </c:pt>
                <c:pt idx="3983">
                  <c:v>42701</c:v>
                </c:pt>
                <c:pt idx="3984">
                  <c:v>42702</c:v>
                </c:pt>
                <c:pt idx="3985">
                  <c:v>42703</c:v>
                </c:pt>
                <c:pt idx="3986">
                  <c:v>42704</c:v>
                </c:pt>
                <c:pt idx="3987">
                  <c:v>42705</c:v>
                </c:pt>
                <c:pt idx="3988">
                  <c:v>42706</c:v>
                </c:pt>
                <c:pt idx="3989">
                  <c:v>42707</c:v>
                </c:pt>
                <c:pt idx="3990">
                  <c:v>42708</c:v>
                </c:pt>
                <c:pt idx="3991">
                  <c:v>42709</c:v>
                </c:pt>
                <c:pt idx="3992">
                  <c:v>42710</c:v>
                </c:pt>
                <c:pt idx="3993">
                  <c:v>42711</c:v>
                </c:pt>
                <c:pt idx="3994">
                  <c:v>42712</c:v>
                </c:pt>
                <c:pt idx="3995">
                  <c:v>42713</c:v>
                </c:pt>
                <c:pt idx="3996">
                  <c:v>42714</c:v>
                </c:pt>
                <c:pt idx="3997">
                  <c:v>42715</c:v>
                </c:pt>
                <c:pt idx="3998">
                  <c:v>42716</c:v>
                </c:pt>
                <c:pt idx="3999">
                  <c:v>42717</c:v>
                </c:pt>
                <c:pt idx="4000">
                  <c:v>42718</c:v>
                </c:pt>
                <c:pt idx="4001">
                  <c:v>42719</c:v>
                </c:pt>
                <c:pt idx="4002">
                  <c:v>42720</c:v>
                </c:pt>
                <c:pt idx="4003">
                  <c:v>42721</c:v>
                </c:pt>
                <c:pt idx="4004">
                  <c:v>42722</c:v>
                </c:pt>
                <c:pt idx="4005">
                  <c:v>42723</c:v>
                </c:pt>
                <c:pt idx="4006">
                  <c:v>42724</c:v>
                </c:pt>
                <c:pt idx="4007">
                  <c:v>42725</c:v>
                </c:pt>
                <c:pt idx="4008">
                  <c:v>42726</c:v>
                </c:pt>
                <c:pt idx="4009">
                  <c:v>42727</c:v>
                </c:pt>
                <c:pt idx="4010">
                  <c:v>42728</c:v>
                </c:pt>
                <c:pt idx="4011">
                  <c:v>42729</c:v>
                </c:pt>
                <c:pt idx="4012">
                  <c:v>42730</c:v>
                </c:pt>
                <c:pt idx="4013">
                  <c:v>42731</c:v>
                </c:pt>
                <c:pt idx="4014">
                  <c:v>42732</c:v>
                </c:pt>
                <c:pt idx="4015">
                  <c:v>42733</c:v>
                </c:pt>
                <c:pt idx="4016">
                  <c:v>42734</c:v>
                </c:pt>
                <c:pt idx="4017">
                  <c:v>42735</c:v>
                </c:pt>
                <c:pt idx="4018">
                  <c:v>42736</c:v>
                </c:pt>
                <c:pt idx="4019">
                  <c:v>42737</c:v>
                </c:pt>
                <c:pt idx="4020">
                  <c:v>42738</c:v>
                </c:pt>
                <c:pt idx="4021">
                  <c:v>42739</c:v>
                </c:pt>
                <c:pt idx="4022">
                  <c:v>42740</c:v>
                </c:pt>
                <c:pt idx="4023">
                  <c:v>42741</c:v>
                </c:pt>
                <c:pt idx="4024">
                  <c:v>42742</c:v>
                </c:pt>
                <c:pt idx="4025">
                  <c:v>42743</c:v>
                </c:pt>
                <c:pt idx="4026">
                  <c:v>42744</c:v>
                </c:pt>
                <c:pt idx="4027">
                  <c:v>42745</c:v>
                </c:pt>
                <c:pt idx="4028">
                  <c:v>42746</c:v>
                </c:pt>
                <c:pt idx="4029">
                  <c:v>42747</c:v>
                </c:pt>
                <c:pt idx="4030">
                  <c:v>42748</c:v>
                </c:pt>
                <c:pt idx="4031">
                  <c:v>42749</c:v>
                </c:pt>
                <c:pt idx="4032">
                  <c:v>42750</c:v>
                </c:pt>
                <c:pt idx="4033">
                  <c:v>42751</c:v>
                </c:pt>
                <c:pt idx="4034">
                  <c:v>42752</c:v>
                </c:pt>
                <c:pt idx="4035">
                  <c:v>42753</c:v>
                </c:pt>
                <c:pt idx="4036">
                  <c:v>42754</c:v>
                </c:pt>
                <c:pt idx="4037">
                  <c:v>42755</c:v>
                </c:pt>
                <c:pt idx="4038">
                  <c:v>42756</c:v>
                </c:pt>
                <c:pt idx="4039">
                  <c:v>42757</c:v>
                </c:pt>
                <c:pt idx="4040">
                  <c:v>42758</c:v>
                </c:pt>
                <c:pt idx="4041">
                  <c:v>42759</c:v>
                </c:pt>
                <c:pt idx="4042">
                  <c:v>42760</c:v>
                </c:pt>
                <c:pt idx="4043">
                  <c:v>42761</c:v>
                </c:pt>
                <c:pt idx="4044">
                  <c:v>42762</c:v>
                </c:pt>
                <c:pt idx="4045">
                  <c:v>42763</c:v>
                </c:pt>
                <c:pt idx="4046">
                  <c:v>42764</c:v>
                </c:pt>
                <c:pt idx="4047">
                  <c:v>42765</c:v>
                </c:pt>
                <c:pt idx="4048">
                  <c:v>42766</c:v>
                </c:pt>
                <c:pt idx="4049">
                  <c:v>42767</c:v>
                </c:pt>
                <c:pt idx="4050">
                  <c:v>42768</c:v>
                </c:pt>
                <c:pt idx="4051">
                  <c:v>42769</c:v>
                </c:pt>
                <c:pt idx="4052">
                  <c:v>42770</c:v>
                </c:pt>
                <c:pt idx="4053">
                  <c:v>42771</c:v>
                </c:pt>
                <c:pt idx="4054">
                  <c:v>42772</c:v>
                </c:pt>
                <c:pt idx="4055">
                  <c:v>42773</c:v>
                </c:pt>
                <c:pt idx="4056">
                  <c:v>42774</c:v>
                </c:pt>
                <c:pt idx="4057">
                  <c:v>42775</c:v>
                </c:pt>
                <c:pt idx="4058">
                  <c:v>42776</c:v>
                </c:pt>
                <c:pt idx="4059">
                  <c:v>42777</c:v>
                </c:pt>
                <c:pt idx="4060">
                  <c:v>42778</c:v>
                </c:pt>
                <c:pt idx="4061">
                  <c:v>42779</c:v>
                </c:pt>
                <c:pt idx="4062">
                  <c:v>42780</c:v>
                </c:pt>
                <c:pt idx="4063">
                  <c:v>42781</c:v>
                </c:pt>
                <c:pt idx="4064">
                  <c:v>42782</c:v>
                </c:pt>
                <c:pt idx="4065">
                  <c:v>42783</c:v>
                </c:pt>
                <c:pt idx="4066">
                  <c:v>42784</c:v>
                </c:pt>
                <c:pt idx="4067">
                  <c:v>42785</c:v>
                </c:pt>
                <c:pt idx="4068">
                  <c:v>42786</c:v>
                </c:pt>
                <c:pt idx="4069">
                  <c:v>42787</c:v>
                </c:pt>
                <c:pt idx="4070">
                  <c:v>42788</c:v>
                </c:pt>
                <c:pt idx="4071">
                  <c:v>42789</c:v>
                </c:pt>
                <c:pt idx="4072">
                  <c:v>42790</c:v>
                </c:pt>
                <c:pt idx="4073">
                  <c:v>42791</c:v>
                </c:pt>
                <c:pt idx="4074">
                  <c:v>42792</c:v>
                </c:pt>
                <c:pt idx="4075">
                  <c:v>42793</c:v>
                </c:pt>
                <c:pt idx="4076">
                  <c:v>42794</c:v>
                </c:pt>
                <c:pt idx="4077">
                  <c:v>42795</c:v>
                </c:pt>
                <c:pt idx="4078">
                  <c:v>42796</c:v>
                </c:pt>
                <c:pt idx="4079">
                  <c:v>42797</c:v>
                </c:pt>
                <c:pt idx="4080">
                  <c:v>42798</c:v>
                </c:pt>
                <c:pt idx="4081">
                  <c:v>42799</c:v>
                </c:pt>
                <c:pt idx="4082">
                  <c:v>42800</c:v>
                </c:pt>
                <c:pt idx="4083">
                  <c:v>42801</c:v>
                </c:pt>
                <c:pt idx="4084">
                  <c:v>42802</c:v>
                </c:pt>
                <c:pt idx="4085">
                  <c:v>42803</c:v>
                </c:pt>
                <c:pt idx="4086">
                  <c:v>42804</c:v>
                </c:pt>
                <c:pt idx="4087">
                  <c:v>42805</c:v>
                </c:pt>
                <c:pt idx="4088">
                  <c:v>42806</c:v>
                </c:pt>
                <c:pt idx="4089">
                  <c:v>42807</c:v>
                </c:pt>
                <c:pt idx="4090">
                  <c:v>42808</c:v>
                </c:pt>
                <c:pt idx="4091">
                  <c:v>42809</c:v>
                </c:pt>
                <c:pt idx="4092">
                  <c:v>42810</c:v>
                </c:pt>
                <c:pt idx="4093">
                  <c:v>42811</c:v>
                </c:pt>
                <c:pt idx="4094">
                  <c:v>42812</c:v>
                </c:pt>
                <c:pt idx="4095">
                  <c:v>42813</c:v>
                </c:pt>
                <c:pt idx="4096">
                  <c:v>42814</c:v>
                </c:pt>
                <c:pt idx="4097">
                  <c:v>42815</c:v>
                </c:pt>
                <c:pt idx="4098">
                  <c:v>42816</c:v>
                </c:pt>
                <c:pt idx="4099">
                  <c:v>42817</c:v>
                </c:pt>
                <c:pt idx="4100">
                  <c:v>42818</c:v>
                </c:pt>
                <c:pt idx="4101">
                  <c:v>42819</c:v>
                </c:pt>
                <c:pt idx="4102">
                  <c:v>42820</c:v>
                </c:pt>
                <c:pt idx="4103">
                  <c:v>42821</c:v>
                </c:pt>
                <c:pt idx="4104">
                  <c:v>42822</c:v>
                </c:pt>
                <c:pt idx="4105">
                  <c:v>42823</c:v>
                </c:pt>
                <c:pt idx="4106">
                  <c:v>42824</c:v>
                </c:pt>
                <c:pt idx="4107">
                  <c:v>42825</c:v>
                </c:pt>
                <c:pt idx="4108">
                  <c:v>42826</c:v>
                </c:pt>
                <c:pt idx="4109">
                  <c:v>42827</c:v>
                </c:pt>
                <c:pt idx="4110">
                  <c:v>42828</c:v>
                </c:pt>
                <c:pt idx="4111">
                  <c:v>42829</c:v>
                </c:pt>
                <c:pt idx="4112">
                  <c:v>42830</c:v>
                </c:pt>
                <c:pt idx="4113">
                  <c:v>42831</c:v>
                </c:pt>
                <c:pt idx="4114">
                  <c:v>42832</c:v>
                </c:pt>
                <c:pt idx="4115">
                  <c:v>42833</c:v>
                </c:pt>
                <c:pt idx="4116">
                  <c:v>42834</c:v>
                </c:pt>
                <c:pt idx="4117">
                  <c:v>42835</c:v>
                </c:pt>
                <c:pt idx="4118">
                  <c:v>42836</c:v>
                </c:pt>
                <c:pt idx="4119">
                  <c:v>42837</c:v>
                </c:pt>
                <c:pt idx="4120">
                  <c:v>42838</c:v>
                </c:pt>
                <c:pt idx="4121">
                  <c:v>42839</c:v>
                </c:pt>
                <c:pt idx="4122">
                  <c:v>42840</c:v>
                </c:pt>
                <c:pt idx="4123">
                  <c:v>42841</c:v>
                </c:pt>
                <c:pt idx="4124">
                  <c:v>42842</c:v>
                </c:pt>
                <c:pt idx="4125">
                  <c:v>42843</c:v>
                </c:pt>
                <c:pt idx="4126">
                  <c:v>42844</c:v>
                </c:pt>
                <c:pt idx="4127">
                  <c:v>42845</c:v>
                </c:pt>
                <c:pt idx="4128">
                  <c:v>42846</c:v>
                </c:pt>
                <c:pt idx="4129">
                  <c:v>42847</c:v>
                </c:pt>
                <c:pt idx="4130">
                  <c:v>42848</c:v>
                </c:pt>
                <c:pt idx="4131">
                  <c:v>42849</c:v>
                </c:pt>
                <c:pt idx="4132">
                  <c:v>42850</c:v>
                </c:pt>
                <c:pt idx="4133">
                  <c:v>42851</c:v>
                </c:pt>
                <c:pt idx="4134">
                  <c:v>42852</c:v>
                </c:pt>
                <c:pt idx="4135">
                  <c:v>42853</c:v>
                </c:pt>
                <c:pt idx="4136">
                  <c:v>42854</c:v>
                </c:pt>
                <c:pt idx="4137">
                  <c:v>42855</c:v>
                </c:pt>
                <c:pt idx="4138">
                  <c:v>42856</c:v>
                </c:pt>
                <c:pt idx="4139">
                  <c:v>42857</c:v>
                </c:pt>
                <c:pt idx="4140">
                  <c:v>42858</c:v>
                </c:pt>
                <c:pt idx="4141">
                  <c:v>42859</c:v>
                </c:pt>
                <c:pt idx="4142">
                  <c:v>42860</c:v>
                </c:pt>
                <c:pt idx="4143">
                  <c:v>42861</c:v>
                </c:pt>
                <c:pt idx="4144">
                  <c:v>42862</c:v>
                </c:pt>
                <c:pt idx="4145">
                  <c:v>42863</c:v>
                </c:pt>
                <c:pt idx="4146">
                  <c:v>42864</c:v>
                </c:pt>
                <c:pt idx="4147">
                  <c:v>42865</c:v>
                </c:pt>
                <c:pt idx="4148">
                  <c:v>42866</c:v>
                </c:pt>
                <c:pt idx="4149">
                  <c:v>42867</c:v>
                </c:pt>
                <c:pt idx="4150">
                  <c:v>42868</c:v>
                </c:pt>
                <c:pt idx="4151">
                  <c:v>42869</c:v>
                </c:pt>
                <c:pt idx="4152">
                  <c:v>42870</c:v>
                </c:pt>
                <c:pt idx="4153">
                  <c:v>42871</c:v>
                </c:pt>
                <c:pt idx="4154">
                  <c:v>42872</c:v>
                </c:pt>
                <c:pt idx="4155">
                  <c:v>42873</c:v>
                </c:pt>
                <c:pt idx="4156">
                  <c:v>42874</c:v>
                </c:pt>
                <c:pt idx="4157">
                  <c:v>42875</c:v>
                </c:pt>
                <c:pt idx="4158">
                  <c:v>42876</c:v>
                </c:pt>
                <c:pt idx="4159">
                  <c:v>42877</c:v>
                </c:pt>
                <c:pt idx="4160">
                  <c:v>42878</c:v>
                </c:pt>
                <c:pt idx="4161">
                  <c:v>42879</c:v>
                </c:pt>
                <c:pt idx="4162">
                  <c:v>42880</c:v>
                </c:pt>
                <c:pt idx="4163">
                  <c:v>42881</c:v>
                </c:pt>
                <c:pt idx="4164">
                  <c:v>42882</c:v>
                </c:pt>
                <c:pt idx="4165">
                  <c:v>42883</c:v>
                </c:pt>
                <c:pt idx="4166">
                  <c:v>42884</c:v>
                </c:pt>
                <c:pt idx="4167">
                  <c:v>42885</c:v>
                </c:pt>
                <c:pt idx="4168">
                  <c:v>42886</c:v>
                </c:pt>
                <c:pt idx="4169">
                  <c:v>42887</c:v>
                </c:pt>
                <c:pt idx="4170">
                  <c:v>42888</c:v>
                </c:pt>
                <c:pt idx="4171">
                  <c:v>42889</c:v>
                </c:pt>
                <c:pt idx="4172">
                  <c:v>42890</c:v>
                </c:pt>
                <c:pt idx="4173">
                  <c:v>42891</c:v>
                </c:pt>
                <c:pt idx="4174">
                  <c:v>42892</c:v>
                </c:pt>
                <c:pt idx="4175">
                  <c:v>42893</c:v>
                </c:pt>
                <c:pt idx="4176">
                  <c:v>42894</c:v>
                </c:pt>
                <c:pt idx="4177">
                  <c:v>42895</c:v>
                </c:pt>
                <c:pt idx="4178">
                  <c:v>42896</c:v>
                </c:pt>
                <c:pt idx="4179">
                  <c:v>42897</c:v>
                </c:pt>
                <c:pt idx="4180">
                  <c:v>42898</c:v>
                </c:pt>
                <c:pt idx="4181">
                  <c:v>42899</c:v>
                </c:pt>
                <c:pt idx="4182">
                  <c:v>42900</c:v>
                </c:pt>
                <c:pt idx="4183">
                  <c:v>42901</c:v>
                </c:pt>
                <c:pt idx="4184">
                  <c:v>42902</c:v>
                </c:pt>
                <c:pt idx="4185">
                  <c:v>42903</c:v>
                </c:pt>
                <c:pt idx="4186">
                  <c:v>42904</c:v>
                </c:pt>
                <c:pt idx="4187">
                  <c:v>42905</c:v>
                </c:pt>
                <c:pt idx="4188">
                  <c:v>42906</c:v>
                </c:pt>
                <c:pt idx="4189">
                  <c:v>42907</c:v>
                </c:pt>
                <c:pt idx="4190">
                  <c:v>42908</c:v>
                </c:pt>
                <c:pt idx="4191">
                  <c:v>42909</c:v>
                </c:pt>
                <c:pt idx="4192">
                  <c:v>42910</c:v>
                </c:pt>
                <c:pt idx="4193">
                  <c:v>42911</c:v>
                </c:pt>
                <c:pt idx="4194">
                  <c:v>42912</c:v>
                </c:pt>
                <c:pt idx="4195">
                  <c:v>42913</c:v>
                </c:pt>
                <c:pt idx="4196">
                  <c:v>42914</c:v>
                </c:pt>
                <c:pt idx="4197">
                  <c:v>42915</c:v>
                </c:pt>
                <c:pt idx="4198">
                  <c:v>42916</c:v>
                </c:pt>
                <c:pt idx="4199">
                  <c:v>42917</c:v>
                </c:pt>
                <c:pt idx="4200">
                  <c:v>42918</c:v>
                </c:pt>
                <c:pt idx="4201">
                  <c:v>42919</c:v>
                </c:pt>
                <c:pt idx="4202">
                  <c:v>42920</c:v>
                </c:pt>
                <c:pt idx="4203">
                  <c:v>42921</c:v>
                </c:pt>
                <c:pt idx="4204">
                  <c:v>42922</c:v>
                </c:pt>
                <c:pt idx="4205">
                  <c:v>42923</c:v>
                </c:pt>
                <c:pt idx="4206">
                  <c:v>42924</c:v>
                </c:pt>
                <c:pt idx="4207">
                  <c:v>42925</c:v>
                </c:pt>
                <c:pt idx="4208">
                  <c:v>42926</c:v>
                </c:pt>
                <c:pt idx="4209">
                  <c:v>42927</c:v>
                </c:pt>
                <c:pt idx="4210">
                  <c:v>42928</c:v>
                </c:pt>
                <c:pt idx="4211">
                  <c:v>42929</c:v>
                </c:pt>
                <c:pt idx="4212">
                  <c:v>42930</c:v>
                </c:pt>
                <c:pt idx="4213">
                  <c:v>42931</c:v>
                </c:pt>
                <c:pt idx="4214">
                  <c:v>42932</c:v>
                </c:pt>
                <c:pt idx="4215">
                  <c:v>42933</c:v>
                </c:pt>
                <c:pt idx="4216">
                  <c:v>42934</c:v>
                </c:pt>
                <c:pt idx="4217">
                  <c:v>42935</c:v>
                </c:pt>
                <c:pt idx="4218">
                  <c:v>42936</c:v>
                </c:pt>
                <c:pt idx="4219">
                  <c:v>42937</c:v>
                </c:pt>
                <c:pt idx="4220">
                  <c:v>42938</c:v>
                </c:pt>
                <c:pt idx="4221">
                  <c:v>42939</c:v>
                </c:pt>
                <c:pt idx="4222">
                  <c:v>42940</c:v>
                </c:pt>
                <c:pt idx="4223">
                  <c:v>42941</c:v>
                </c:pt>
                <c:pt idx="4224">
                  <c:v>42942</c:v>
                </c:pt>
                <c:pt idx="4225">
                  <c:v>42943</c:v>
                </c:pt>
                <c:pt idx="4226">
                  <c:v>42944</c:v>
                </c:pt>
                <c:pt idx="4227">
                  <c:v>42945</c:v>
                </c:pt>
                <c:pt idx="4228">
                  <c:v>42946</c:v>
                </c:pt>
                <c:pt idx="4229">
                  <c:v>42947</c:v>
                </c:pt>
                <c:pt idx="4230">
                  <c:v>42948</c:v>
                </c:pt>
                <c:pt idx="4231">
                  <c:v>42949</c:v>
                </c:pt>
                <c:pt idx="4232">
                  <c:v>42950</c:v>
                </c:pt>
                <c:pt idx="4233">
                  <c:v>42951</c:v>
                </c:pt>
                <c:pt idx="4234">
                  <c:v>42952</c:v>
                </c:pt>
                <c:pt idx="4235">
                  <c:v>42953</c:v>
                </c:pt>
                <c:pt idx="4236">
                  <c:v>42954</c:v>
                </c:pt>
                <c:pt idx="4237">
                  <c:v>42955</c:v>
                </c:pt>
                <c:pt idx="4238">
                  <c:v>42956</c:v>
                </c:pt>
                <c:pt idx="4239">
                  <c:v>42957</c:v>
                </c:pt>
                <c:pt idx="4240">
                  <c:v>42958</c:v>
                </c:pt>
                <c:pt idx="4241">
                  <c:v>42959</c:v>
                </c:pt>
                <c:pt idx="4242">
                  <c:v>42960</c:v>
                </c:pt>
                <c:pt idx="4243">
                  <c:v>42961</c:v>
                </c:pt>
                <c:pt idx="4244">
                  <c:v>42962</c:v>
                </c:pt>
                <c:pt idx="4245">
                  <c:v>42963</c:v>
                </c:pt>
                <c:pt idx="4246">
                  <c:v>42964</c:v>
                </c:pt>
                <c:pt idx="4247">
                  <c:v>42965</c:v>
                </c:pt>
                <c:pt idx="4248">
                  <c:v>42966</c:v>
                </c:pt>
                <c:pt idx="4249">
                  <c:v>42967</c:v>
                </c:pt>
                <c:pt idx="4250">
                  <c:v>42968</c:v>
                </c:pt>
                <c:pt idx="4251">
                  <c:v>42969</c:v>
                </c:pt>
                <c:pt idx="4252">
                  <c:v>42970</c:v>
                </c:pt>
                <c:pt idx="4253">
                  <c:v>42971</c:v>
                </c:pt>
                <c:pt idx="4254">
                  <c:v>42972</c:v>
                </c:pt>
                <c:pt idx="4255">
                  <c:v>42973</c:v>
                </c:pt>
                <c:pt idx="4256">
                  <c:v>42974</c:v>
                </c:pt>
                <c:pt idx="4257">
                  <c:v>42975</c:v>
                </c:pt>
                <c:pt idx="4258">
                  <c:v>42976</c:v>
                </c:pt>
                <c:pt idx="4259">
                  <c:v>42977</c:v>
                </c:pt>
                <c:pt idx="4260">
                  <c:v>42978</c:v>
                </c:pt>
                <c:pt idx="4261">
                  <c:v>42979</c:v>
                </c:pt>
                <c:pt idx="4262">
                  <c:v>42980</c:v>
                </c:pt>
                <c:pt idx="4263">
                  <c:v>42981</c:v>
                </c:pt>
                <c:pt idx="4264">
                  <c:v>42982</c:v>
                </c:pt>
                <c:pt idx="4265">
                  <c:v>42983</c:v>
                </c:pt>
                <c:pt idx="4266">
                  <c:v>42984</c:v>
                </c:pt>
                <c:pt idx="4267">
                  <c:v>42985</c:v>
                </c:pt>
                <c:pt idx="4268">
                  <c:v>42986</c:v>
                </c:pt>
                <c:pt idx="4269">
                  <c:v>42987</c:v>
                </c:pt>
                <c:pt idx="4270">
                  <c:v>42988</c:v>
                </c:pt>
                <c:pt idx="4271">
                  <c:v>42989</c:v>
                </c:pt>
                <c:pt idx="4272">
                  <c:v>42990</c:v>
                </c:pt>
                <c:pt idx="4273">
                  <c:v>42991</c:v>
                </c:pt>
                <c:pt idx="4274">
                  <c:v>42992</c:v>
                </c:pt>
                <c:pt idx="4275">
                  <c:v>42993</c:v>
                </c:pt>
                <c:pt idx="4276">
                  <c:v>42994</c:v>
                </c:pt>
                <c:pt idx="4277">
                  <c:v>42995</c:v>
                </c:pt>
                <c:pt idx="4278">
                  <c:v>42996</c:v>
                </c:pt>
                <c:pt idx="4279">
                  <c:v>42997</c:v>
                </c:pt>
                <c:pt idx="4280">
                  <c:v>42998</c:v>
                </c:pt>
                <c:pt idx="4281">
                  <c:v>42999</c:v>
                </c:pt>
                <c:pt idx="4282">
                  <c:v>43000</c:v>
                </c:pt>
                <c:pt idx="4283">
                  <c:v>43001</c:v>
                </c:pt>
                <c:pt idx="4284">
                  <c:v>43002</c:v>
                </c:pt>
                <c:pt idx="4285">
                  <c:v>43003</c:v>
                </c:pt>
                <c:pt idx="4286">
                  <c:v>43004</c:v>
                </c:pt>
                <c:pt idx="4287">
                  <c:v>43005</c:v>
                </c:pt>
                <c:pt idx="4288">
                  <c:v>43006</c:v>
                </c:pt>
                <c:pt idx="4289">
                  <c:v>43007</c:v>
                </c:pt>
                <c:pt idx="4290">
                  <c:v>43008</c:v>
                </c:pt>
                <c:pt idx="4291">
                  <c:v>43009</c:v>
                </c:pt>
                <c:pt idx="4292">
                  <c:v>43010</c:v>
                </c:pt>
                <c:pt idx="4293">
                  <c:v>43011</c:v>
                </c:pt>
                <c:pt idx="4294">
                  <c:v>43012</c:v>
                </c:pt>
                <c:pt idx="4295">
                  <c:v>43013</c:v>
                </c:pt>
                <c:pt idx="4296">
                  <c:v>43014</c:v>
                </c:pt>
                <c:pt idx="4297">
                  <c:v>43015</c:v>
                </c:pt>
                <c:pt idx="4298">
                  <c:v>43016</c:v>
                </c:pt>
                <c:pt idx="4299">
                  <c:v>43017</c:v>
                </c:pt>
                <c:pt idx="4300">
                  <c:v>43018</c:v>
                </c:pt>
                <c:pt idx="4301">
                  <c:v>43019</c:v>
                </c:pt>
                <c:pt idx="4302">
                  <c:v>43020</c:v>
                </c:pt>
                <c:pt idx="4303">
                  <c:v>43021</c:v>
                </c:pt>
                <c:pt idx="4304">
                  <c:v>43022</c:v>
                </c:pt>
                <c:pt idx="4305">
                  <c:v>43023</c:v>
                </c:pt>
                <c:pt idx="4306">
                  <c:v>43024</c:v>
                </c:pt>
                <c:pt idx="4307">
                  <c:v>43025</c:v>
                </c:pt>
                <c:pt idx="4308">
                  <c:v>43026</c:v>
                </c:pt>
                <c:pt idx="4309">
                  <c:v>43027</c:v>
                </c:pt>
                <c:pt idx="4310">
                  <c:v>43028</c:v>
                </c:pt>
                <c:pt idx="4311">
                  <c:v>43029</c:v>
                </c:pt>
                <c:pt idx="4312">
                  <c:v>43030</c:v>
                </c:pt>
                <c:pt idx="4313">
                  <c:v>43031</c:v>
                </c:pt>
                <c:pt idx="4314">
                  <c:v>43032</c:v>
                </c:pt>
                <c:pt idx="4315">
                  <c:v>43033</c:v>
                </c:pt>
                <c:pt idx="4316">
                  <c:v>43034</c:v>
                </c:pt>
                <c:pt idx="4317">
                  <c:v>43035</c:v>
                </c:pt>
                <c:pt idx="4318">
                  <c:v>43036</c:v>
                </c:pt>
                <c:pt idx="4319">
                  <c:v>43037</c:v>
                </c:pt>
                <c:pt idx="4320">
                  <c:v>43038</c:v>
                </c:pt>
                <c:pt idx="4321">
                  <c:v>43039</c:v>
                </c:pt>
                <c:pt idx="4322">
                  <c:v>43040</c:v>
                </c:pt>
                <c:pt idx="4323">
                  <c:v>43041</c:v>
                </c:pt>
                <c:pt idx="4324">
                  <c:v>43042</c:v>
                </c:pt>
                <c:pt idx="4325">
                  <c:v>43043</c:v>
                </c:pt>
                <c:pt idx="4326">
                  <c:v>43044</c:v>
                </c:pt>
                <c:pt idx="4327">
                  <c:v>43045</c:v>
                </c:pt>
                <c:pt idx="4328">
                  <c:v>43046</c:v>
                </c:pt>
                <c:pt idx="4329">
                  <c:v>43047</c:v>
                </c:pt>
                <c:pt idx="4330">
                  <c:v>43048</c:v>
                </c:pt>
                <c:pt idx="4331">
                  <c:v>43049</c:v>
                </c:pt>
                <c:pt idx="4332">
                  <c:v>43050</c:v>
                </c:pt>
                <c:pt idx="4333">
                  <c:v>43051</c:v>
                </c:pt>
                <c:pt idx="4334">
                  <c:v>43052</c:v>
                </c:pt>
                <c:pt idx="4335">
                  <c:v>43053</c:v>
                </c:pt>
                <c:pt idx="4336">
                  <c:v>43054</c:v>
                </c:pt>
                <c:pt idx="4337">
                  <c:v>43055</c:v>
                </c:pt>
                <c:pt idx="4338">
                  <c:v>43056</c:v>
                </c:pt>
                <c:pt idx="4339">
                  <c:v>43057</c:v>
                </c:pt>
                <c:pt idx="4340">
                  <c:v>43058</c:v>
                </c:pt>
                <c:pt idx="4341">
                  <c:v>43059</c:v>
                </c:pt>
                <c:pt idx="4342">
                  <c:v>43060</c:v>
                </c:pt>
                <c:pt idx="4343">
                  <c:v>43061</c:v>
                </c:pt>
                <c:pt idx="4344">
                  <c:v>43062</c:v>
                </c:pt>
                <c:pt idx="4345">
                  <c:v>43063</c:v>
                </c:pt>
                <c:pt idx="4346">
                  <c:v>43064</c:v>
                </c:pt>
                <c:pt idx="4347">
                  <c:v>43065</c:v>
                </c:pt>
                <c:pt idx="4348">
                  <c:v>43066</c:v>
                </c:pt>
                <c:pt idx="4349">
                  <c:v>43067</c:v>
                </c:pt>
                <c:pt idx="4350">
                  <c:v>43068</c:v>
                </c:pt>
                <c:pt idx="4351">
                  <c:v>43069</c:v>
                </c:pt>
                <c:pt idx="4352">
                  <c:v>43070</c:v>
                </c:pt>
                <c:pt idx="4353">
                  <c:v>43071</c:v>
                </c:pt>
                <c:pt idx="4354">
                  <c:v>43072</c:v>
                </c:pt>
                <c:pt idx="4355">
                  <c:v>43073</c:v>
                </c:pt>
                <c:pt idx="4356">
                  <c:v>43074</c:v>
                </c:pt>
                <c:pt idx="4357">
                  <c:v>43075</c:v>
                </c:pt>
                <c:pt idx="4358">
                  <c:v>43076</c:v>
                </c:pt>
                <c:pt idx="4359">
                  <c:v>43077</c:v>
                </c:pt>
                <c:pt idx="4360">
                  <c:v>43078</c:v>
                </c:pt>
                <c:pt idx="4361">
                  <c:v>43079</c:v>
                </c:pt>
                <c:pt idx="4362">
                  <c:v>43080</c:v>
                </c:pt>
                <c:pt idx="4363">
                  <c:v>43081</c:v>
                </c:pt>
                <c:pt idx="4364">
                  <c:v>43082</c:v>
                </c:pt>
                <c:pt idx="4365">
                  <c:v>43083</c:v>
                </c:pt>
                <c:pt idx="4366">
                  <c:v>43084</c:v>
                </c:pt>
                <c:pt idx="4367">
                  <c:v>43085</c:v>
                </c:pt>
                <c:pt idx="4368">
                  <c:v>43086</c:v>
                </c:pt>
                <c:pt idx="4369">
                  <c:v>43087</c:v>
                </c:pt>
                <c:pt idx="4370">
                  <c:v>43088</c:v>
                </c:pt>
                <c:pt idx="4371">
                  <c:v>43089</c:v>
                </c:pt>
                <c:pt idx="4372">
                  <c:v>43090</c:v>
                </c:pt>
                <c:pt idx="4373">
                  <c:v>43091</c:v>
                </c:pt>
                <c:pt idx="4374">
                  <c:v>43092</c:v>
                </c:pt>
                <c:pt idx="4375">
                  <c:v>43093</c:v>
                </c:pt>
                <c:pt idx="4376">
                  <c:v>43094</c:v>
                </c:pt>
                <c:pt idx="4377">
                  <c:v>43095</c:v>
                </c:pt>
                <c:pt idx="4378">
                  <c:v>43096</c:v>
                </c:pt>
                <c:pt idx="4379">
                  <c:v>43097</c:v>
                </c:pt>
                <c:pt idx="4380">
                  <c:v>43098</c:v>
                </c:pt>
                <c:pt idx="4381">
                  <c:v>43099</c:v>
                </c:pt>
                <c:pt idx="4382">
                  <c:v>43100</c:v>
                </c:pt>
                <c:pt idx="4383">
                  <c:v>43101</c:v>
                </c:pt>
                <c:pt idx="4384">
                  <c:v>43102</c:v>
                </c:pt>
                <c:pt idx="4385">
                  <c:v>43103</c:v>
                </c:pt>
                <c:pt idx="4386">
                  <c:v>43104</c:v>
                </c:pt>
                <c:pt idx="4387">
                  <c:v>43105</c:v>
                </c:pt>
                <c:pt idx="4388">
                  <c:v>43106</c:v>
                </c:pt>
                <c:pt idx="4389">
                  <c:v>43107</c:v>
                </c:pt>
                <c:pt idx="4390">
                  <c:v>43108</c:v>
                </c:pt>
                <c:pt idx="4391">
                  <c:v>43109</c:v>
                </c:pt>
                <c:pt idx="4392">
                  <c:v>43110</c:v>
                </c:pt>
                <c:pt idx="4393">
                  <c:v>43111</c:v>
                </c:pt>
                <c:pt idx="4394">
                  <c:v>43112</c:v>
                </c:pt>
                <c:pt idx="4395">
                  <c:v>43113</c:v>
                </c:pt>
                <c:pt idx="4396">
                  <c:v>43114</c:v>
                </c:pt>
                <c:pt idx="4397">
                  <c:v>43115</c:v>
                </c:pt>
                <c:pt idx="4398">
                  <c:v>43116</c:v>
                </c:pt>
                <c:pt idx="4399">
                  <c:v>43117</c:v>
                </c:pt>
                <c:pt idx="4400">
                  <c:v>43118</c:v>
                </c:pt>
                <c:pt idx="4401">
                  <c:v>43119</c:v>
                </c:pt>
                <c:pt idx="4402">
                  <c:v>43120</c:v>
                </c:pt>
                <c:pt idx="4403">
                  <c:v>43121</c:v>
                </c:pt>
                <c:pt idx="4404">
                  <c:v>43122</c:v>
                </c:pt>
                <c:pt idx="4405">
                  <c:v>43123</c:v>
                </c:pt>
                <c:pt idx="4406">
                  <c:v>43124</c:v>
                </c:pt>
                <c:pt idx="4407">
                  <c:v>43125</c:v>
                </c:pt>
                <c:pt idx="4408">
                  <c:v>43126</c:v>
                </c:pt>
                <c:pt idx="4409">
                  <c:v>43127</c:v>
                </c:pt>
                <c:pt idx="4410">
                  <c:v>43128</c:v>
                </c:pt>
                <c:pt idx="4411">
                  <c:v>43129</c:v>
                </c:pt>
                <c:pt idx="4412">
                  <c:v>43130</c:v>
                </c:pt>
                <c:pt idx="4413">
                  <c:v>43131</c:v>
                </c:pt>
                <c:pt idx="4414">
                  <c:v>43132</c:v>
                </c:pt>
                <c:pt idx="4415">
                  <c:v>43133</c:v>
                </c:pt>
                <c:pt idx="4416">
                  <c:v>43134</c:v>
                </c:pt>
                <c:pt idx="4417">
                  <c:v>43135</c:v>
                </c:pt>
                <c:pt idx="4418">
                  <c:v>43136</c:v>
                </c:pt>
                <c:pt idx="4419">
                  <c:v>43137</c:v>
                </c:pt>
                <c:pt idx="4420">
                  <c:v>43138</c:v>
                </c:pt>
                <c:pt idx="4421">
                  <c:v>43139</c:v>
                </c:pt>
                <c:pt idx="4422">
                  <c:v>43140</c:v>
                </c:pt>
                <c:pt idx="4423">
                  <c:v>43141</c:v>
                </c:pt>
                <c:pt idx="4424">
                  <c:v>43142</c:v>
                </c:pt>
                <c:pt idx="4425">
                  <c:v>43143</c:v>
                </c:pt>
                <c:pt idx="4426">
                  <c:v>43144</c:v>
                </c:pt>
                <c:pt idx="4427">
                  <c:v>43145</c:v>
                </c:pt>
                <c:pt idx="4428">
                  <c:v>43146</c:v>
                </c:pt>
                <c:pt idx="4429">
                  <c:v>43147</c:v>
                </c:pt>
                <c:pt idx="4430">
                  <c:v>43148</c:v>
                </c:pt>
                <c:pt idx="4431">
                  <c:v>43149</c:v>
                </c:pt>
                <c:pt idx="4432">
                  <c:v>43150</c:v>
                </c:pt>
                <c:pt idx="4433">
                  <c:v>43151</c:v>
                </c:pt>
                <c:pt idx="4434">
                  <c:v>43152</c:v>
                </c:pt>
                <c:pt idx="4435">
                  <c:v>43153</c:v>
                </c:pt>
                <c:pt idx="4436">
                  <c:v>43154</c:v>
                </c:pt>
                <c:pt idx="4437">
                  <c:v>43155</c:v>
                </c:pt>
                <c:pt idx="4438">
                  <c:v>43156</c:v>
                </c:pt>
                <c:pt idx="4439">
                  <c:v>43157</c:v>
                </c:pt>
                <c:pt idx="4440">
                  <c:v>43158</c:v>
                </c:pt>
                <c:pt idx="4441">
                  <c:v>43159</c:v>
                </c:pt>
                <c:pt idx="4442">
                  <c:v>43160</c:v>
                </c:pt>
                <c:pt idx="4443">
                  <c:v>43161</c:v>
                </c:pt>
                <c:pt idx="4444">
                  <c:v>43162</c:v>
                </c:pt>
                <c:pt idx="4445">
                  <c:v>43163</c:v>
                </c:pt>
                <c:pt idx="4446">
                  <c:v>43164</c:v>
                </c:pt>
                <c:pt idx="4447">
                  <c:v>43165</c:v>
                </c:pt>
                <c:pt idx="4448">
                  <c:v>43166</c:v>
                </c:pt>
                <c:pt idx="4449">
                  <c:v>43167</c:v>
                </c:pt>
                <c:pt idx="4450">
                  <c:v>43168</c:v>
                </c:pt>
                <c:pt idx="4451">
                  <c:v>43169</c:v>
                </c:pt>
                <c:pt idx="4452">
                  <c:v>43170</c:v>
                </c:pt>
                <c:pt idx="4453">
                  <c:v>43171</c:v>
                </c:pt>
                <c:pt idx="4454">
                  <c:v>43172</c:v>
                </c:pt>
                <c:pt idx="4455">
                  <c:v>43173</c:v>
                </c:pt>
                <c:pt idx="4456">
                  <c:v>43174</c:v>
                </c:pt>
                <c:pt idx="4457">
                  <c:v>43175</c:v>
                </c:pt>
                <c:pt idx="4458">
                  <c:v>43176</c:v>
                </c:pt>
                <c:pt idx="4459">
                  <c:v>43177</c:v>
                </c:pt>
                <c:pt idx="4460">
                  <c:v>43178</c:v>
                </c:pt>
                <c:pt idx="4461">
                  <c:v>43179</c:v>
                </c:pt>
                <c:pt idx="4462">
                  <c:v>43180</c:v>
                </c:pt>
                <c:pt idx="4463">
                  <c:v>43181</c:v>
                </c:pt>
                <c:pt idx="4464">
                  <c:v>43182</c:v>
                </c:pt>
                <c:pt idx="4465">
                  <c:v>43183</c:v>
                </c:pt>
                <c:pt idx="4466">
                  <c:v>43184</c:v>
                </c:pt>
                <c:pt idx="4467">
                  <c:v>43185</c:v>
                </c:pt>
                <c:pt idx="4468">
                  <c:v>43186</c:v>
                </c:pt>
                <c:pt idx="4469">
                  <c:v>43187</c:v>
                </c:pt>
                <c:pt idx="4470">
                  <c:v>43188</c:v>
                </c:pt>
                <c:pt idx="4471">
                  <c:v>43189</c:v>
                </c:pt>
                <c:pt idx="4472">
                  <c:v>43190</c:v>
                </c:pt>
                <c:pt idx="4473">
                  <c:v>43191</c:v>
                </c:pt>
                <c:pt idx="4474">
                  <c:v>43192</c:v>
                </c:pt>
                <c:pt idx="4475">
                  <c:v>43193</c:v>
                </c:pt>
                <c:pt idx="4476">
                  <c:v>43194</c:v>
                </c:pt>
                <c:pt idx="4477">
                  <c:v>43195</c:v>
                </c:pt>
                <c:pt idx="4478">
                  <c:v>43196</c:v>
                </c:pt>
                <c:pt idx="4479">
                  <c:v>43197</c:v>
                </c:pt>
                <c:pt idx="4480">
                  <c:v>43198</c:v>
                </c:pt>
                <c:pt idx="4481">
                  <c:v>43199</c:v>
                </c:pt>
                <c:pt idx="4482">
                  <c:v>43200</c:v>
                </c:pt>
                <c:pt idx="4483">
                  <c:v>43201</c:v>
                </c:pt>
                <c:pt idx="4484">
                  <c:v>43202</c:v>
                </c:pt>
                <c:pt idx="4485">
                  <c:v>43203</c:v>
                </c:pt>
                <c:pt idx="4486">
                  <c:v>43204</c:v>
                </c:pt>
                <c:pt idx="4487">
                  <c:v>43205</c:v>
                </c:pt>
                <c:pt idx="4488">
                  <c:v>43206</c:v>
                </c:pt>
                <c:pt idx="4489">
                  <c:v>43207</c:v>
                </c:pt>
                <c:pt idx="4490">
                  <c:v>43208</c:v>
                </c:pt>
                <c:pt idx="4491">
                  <c:v>43209</c:v>
                </c:pt>
                <c:pt idx="4492">
                  <c:v>43210</c:v>
                </c:pt>
                <c:pt idx="4493">
                  <c:v>43211</c:v>
                </c:pt>
                <c:pt idx="4494">
                  <c:v>43212</c:v>
                </c:pt>
                <c:pt idx="4495">
                  <c:v>43213</c:v>
                </c:pt>
                <c:pt idx="4496">
                  <c:v>43214</c:v>
                </c:pt>
                <c:pt idx="4497">
                  <c:v>43215</c:v>
                </c:pt>
                <c:pt idx="4498">
                  <c:v>43216</c:v>
                </c:pt>
                <c:pt idx="4499">
                  <c:v>43217</c:v>
                </c:pt>
                <c:pt idx="4500">
                  <c:v>43218</c:v>
                </c:pt>
                <c:pt idx="4501">
                  <c:v>43219</c:v>
                </c:pt>
                <c:pt idx="4502">
                  <c:v>43220</c:v>
                </c:pt>
                <c:pt idx="4503">
                  <c:v>43221</c:v>
                </c:pt>
                <c:pt idx="4504">
                  <c:v>43222</c:v>
                </c:pt>
                <c:pt idx="4505">
                  <c:v>43223</c:v>
                </c:pt>
                <c:pt idx="4506">
                  <c:v>43224</c:v>
                </c:pt>
                <c:pt idx="4507">
                  <c:v>43225</c:v>
                </c:pt>
                <c:pt idx="4508">
                  <c:v>43226</c:v>
                </c:pt>
                <c:pt idx="4509">
                  <c:v>43227</c:v>
                </c:pt>
                <c:pt idx="4510">
                  <c:v>43228</c:v>
                </c:pt>
                <c:pt idx="4511">
                  <c:v>43229</c:v>
                </c:pt>
                <c:pt idx="4512">
                  <c:v>43230</c:v>
                </c:pt>
                <c:pt idx="4513">
                  <c:v>43231</c:v>
                </c:pt>
                <c:pt idx="4514">
                  <c:v>43232</c:v>
                </c:pt>
                <c:pt idx="4515">
                  <c:v>43233</c:v>
                </c:pt>
                <c:pt idx="4516">
                  <c:v>43234</c:v>
                </c:pt>
                <c:pt idx="4517">
                  <c:v>43235</c:v>
                </c:pt>
                <c:pt idx="4518">
                  <c:v>43236</c:v>
                </c:pt>
                <c:pt idx="4519">
                  <c:v>43237</c:v>
                </c:pt>
                <c:pt idx="4520">
                  <c:v>43238</c:v>
                </c:pt>
                <c:pt idx="4521">
                  <c:v>43239</c:v>
                </c:pt>
                <c:pt idx="4522">
                  <c:v>43240</c:v>
                </c:pt>
                <c:pt idx="4523">
                  <c:v>43241</c:v>
                </c:pt>
                <c:pt idx="4524">
                  <c:v>43242</c:v>
                </c:pt>
                <c:pt idx="4525">
                  <c:v>43243</c:v>
                </c:pt>
                <c:pt idx="4526">
                  <c:v>43244</c:v>
                </c:pt>
                <c:pt idx="4527">
                  <c:v>43245</c:v>
                </c:pt>
                <c:pt idx="4528">
                  <c:v>43246</c:v>
                </c:pt>
                <c:pt idx="4529">
                  <c:v>43247</c:v>
                </c:pt>
                <c:pt idx="4530">
                  <c:v>43248</c:v>
                </c:pt>
                <c:pt idx="4531">
                  <c:v>43249</c:v>
                </c:pt>
                <c:pt idx="4532">
                  <c:v>43250</c:v>
                </c:pt>
                <c:pt idx="4533">
                  <c:v>43251</c:v>
                </c:pt>
                <c:pt idx="4534">
                  <c:v>43252</c:v>
                </c:pt>
                <c:pt idx="4535">
                  <c:v>43253</c:v>
                </c:pt>
                <c:pt idx="4536">
                  <c:v>43254</c:v>
                </c:pt>
                <c:pt idx="4537">
                  <c:v>43255</c:v>
                </c:pt>
                <c:pt idx="4538">
                  <c:v>43256</c:v>
                </c:pt>
                <c:pt idx="4539">
                  <c:v>43257</c:v>
                </c:pt>
                <c:pt idx="4540">
                  <c:v>43258</c:v>
                </c:pt>
                <c:pt idx="4541">
                  <c:v>43259</c:v>
                </c:pt>
                <c:pt idx="4542">
                  <c:v>43260</c:v>
                </c:pt>
                <c:pt idx="4543">
                  <c:v>43261</c:v>
                </c:pt>
                <c:pt idx="4544">
                  <c:v>43262</c:v>
                </c:pt>
                <c:pt idx="4545">
                  <c:v>43263</c:v>
                </c:pt>
                <c:pt idx="4546">
                  <c:v>43264</c:v>
                </c:pt>
                <c:pt idx="4547">
                  <c:v>43265</c:v>
                </c:pt>
                <c:pt idx="4548">
                  <c:v>43266</c:v>
                </c:pt>
                <c:pt idx="4549">
                  <c:v>43267</c:v>
                </c:pt>
                <c:pt idx="4550">
                  <c:v>43268</c:v>
                </c:pt>
                <c:pt idx="4551">
                  <c:v>43269</c:v>
                </c:pt>
                <c:pt idx="4552">
                  <c:v>43270</c:v>
                </c:pt>
                <c:pt idx="4553">
                  <c:v>43271</c:v>
                </c:pt>
                <c:pt idx="4554">
                  <c:v>43272</c:v>
                </c:pt>
                <c:pt idx="4555">
                  <c:v>43273</c:v>
                </c:pt>
                <c:pt idx="4556">
                  <c:v>43274</c:v>
                </c:pt>
                <c:pt idx="4557">
                  <c:v>43275</c:v>
                </c:pt>
                <c:pt idx="4558">
                  <c:v>43276</c:v>
                </c:pt>
                <c:pt idx="4559">
                  <c:v>43277</c:v>
                </c:pt>
                <c:pt idx="4560">
                  <c:v>43278</c:v>
                </c:pt>
                <c:pt idx="4561">
                  <c:v>43279</c:v>
                </c:pt>
                <c:pt idx="4562">
                  <c:v>43280</c:v>
                </c:pt>
                <c:pt idx="4563">
                  <c:v>43281</c:v>
                </c:pt>
                <c:pt idx="4564">
                  <c:v>43282</c:v>
                </c:pt>
                <c:pt idx="4565">
                  <c:v>43283</c:v>
                </c:pt>
                <c:pt idx="4566">
                  <c:v>43284</c:v>
                </c:pt>
                <c:pt idx="4567">
                  <c:v>43285</c:v>
                </c:pt>
                <c:pt idx="4568">
                  <c:v>43286</c:v>
                </c:pt>
                <c:pt idx="4569">
                  <c:v>43287</c:v>
                </c:pt>
                <c:pt idx="4570">
                  <c:v>43288</c:v>
                </c:pt>
                <c:pt idx="4571">
                  <c:v>43289</c:v>
                </c:pt>
                <c:pt idx="4572">
                  <c:v>43290</c:v>
                </c:pt>
                <c:pt idx="4573">
                  <c:v>43291</c:v>
                </c:pt>
                <c:pt idx="4574">
                  <c:v>43292</c:v>
                </c:pt>
                <c:pt idx="4575">
                  <c:v>43293</c:v>
                </c:pt>
                <c:pt idx="4576">
                  <c:v>43294</c:v>
                </c:pt>
                <c:pt idx="4577">
                  <c:v>43295</c:v>
                </c:pt>
                <c:pt idx="4578">
                  <c:v>43296</c:v>
                </c:pt>
                <c:pt idx="4579">
                  <c:v>43297</c:v>
                </c:pt>
                <c:pt idx="4580">
                  <c:v>43298</c:v>
                </c:pt>
                <c:pt idx="4581">
                  <c:v>43299</c:v>
                </c:pt>
                <c:pt idx="4582">
                  <c:v>43300</c:v>
                </c:pt>
                <c:pt idx="4583">
                  <c:v>43301</c:v>
                </c:pt>
                <c:pt idx="4584">
                  <c:v>43302</c:v>
                </c:pt>
                <c:pt idx="4585">
                  <c:v>43303</c:v>
                </c:pt>
                <c:pt idx="4586">
                  <c:v>43304</c:v>
                </c:pt>
                <c:pt idx="4587">
                  <c:v>43305</c:v>
                </c:pt>
                <c:pt idx="4588">
                  <c:v>43306</c:v>
                </c:pt>
                <c:pt idx="4589">
                  <c:v>43307</c:v>
                </c:pt>
                <c:pt idx="4590">
                  <c:v>43308</c:v>
                </c:pt>
                <c:pt idx="4591">
                  <c:v>43309</c:v>
                </c:pt>
                <c:pt idx="4592">
                  <c:v>43310</c:v>
                </c:pt>
                <c:pt idx="4593">
                  <c:v>43311</c:v>
                </c:pt>
                <c:pt idx="4594">
                  <c:v>43312</c:v>
                </c:pt>
                <c:pt idx="4595">
                  <c:v>43313</c:v>
                </c:pt>
                <c:pt idx="4596">
                  <c:v>43314</c:v>
                </c:pt>
                <c:pt idx="4597">
                  <c:v>43315</c:v>
                </c:pt>
                <c:pt idx="4598">
                  <c:v>43316</c:v>
                </c:pt>
                <c:pt idx="4599">
                  <c:v>43317</c:v>
                </c:pt>
                <c:pt idx="4600">
                  <c:v>43318</c:v>
                </c:pt>
                <c:pt idx="4601">
                  <c:v>43319</c:v>
                </c:pt>
                <c:pt idx="4602">
                  <c:v>43320</c:v>
                </c:pt>
                <c:pt idx="4603">
                  <c:v>43321</c:v>
                </c:pt>
                <c:pt idx="4604">
                  <c:v>43322</c:v>
                </c:pt>
                <c:pt idx="4605">
                  <c:v>43323</c:v>
                </c:pt>
                <c:pt idx="4606">
                  <c:v>43324</c:v>
                </c:pt>
                <c:pt idx="4607">
                  <c:v>43325</c:v>
                </c:pt>
                <c:pt idx="4608">
                  <c:v>43326</c:v>
                </c:pt>
                <c:pt idx="4609">
                  <c:v>43327</c:v>
                </c:pt>
                <c:pt idx="4610">
                  <c:v>43328</c:v>
                </c:pt>
                <c:pt idx="4611">
                  <c:v>43329</c:v>
                </c:pt>
                <c:pt idx="4612">
                  <c:v>43330</c:v>
                </c:pt>
                <c:pt idx="4613">
                  <c:v>43331</c:v>
                </c:pt>
                <c:pt idx="4614">
                  <c:v>43332</c:v>
                </c:pt>
                <c:pt idx="4615">
                  <c:v>43333</c:v>
                </c:pt>
                <c:pt idx="4616">
                  <c:v>43334</c:v>
                </c:pt>
                <c:pt idx="4617">
                  <c:v>43335</c:v>
                </c:pt>
                <c:pt idx="4618">
                  <c:v>43336</c:v>
                </c:pt>
                <c:pt idx="4619">
                  <c:v>43337</c:v>
                </c:pt>
                <c:pt idx="4620">
                  <c:v>43338</c:v>
                </c:pt>
                <c:pt idx="4621">
                  <c:v>43339</c:v>
                </c:pt>
                <c:pt idx="4622">
                  <c:v>43340</c:v>
                </c:pt>
                <c:pt idx="4623">
                  <c:v>43341</c:v>
                </c:pt>
                <c:pt idx="4624">
                  <c:v>43342</c:v>
                </c:pt>
                <c:pt idx="4625">
                  <c:v>43343</c:v>
                </c:pt>
                <c:pt idx="4626">
                  <c:v>43344</c:v>
                </c:pt>
                <c:pt idx="4627">
                  <c:v>43345</c:v>
                </c:pt>
                <c:pt idx="4628">
                  <c:v>43346</c:v>
                </c:pt>
                <c:pt idx="4629">
                  <c:v>43347</c:v>
                </c:pt>
                <c:pt idx="4630">
                  <c:v>43348</c:v>
                </c:pt>
                <c:pt idx="4631">
                  <c:v>43349</c:v>
                </c:pt>
                <c:pt idx="4632">
                  <c:v>43350</c:v>
                </c:pt>
                <c:pt idx="4633">
                  <c:v>43351</c:v>
                </c:pt>
                <c:pt idx="4634">
                  <c:v>43352</c:v>
                </c:pt>
                <c:pt idx="4635">
                  <c:v>43353</c:v>
                </c:pt>
                <c:pt idx="4636">
                  <c:v>43354</c:v>
                </c:pt>
                <c:pt idx="4637">
                  <c:v>43355</c:v>
                </c:pt>
                <c:pt idx="4638">
                  <c:v>43356</c:v>
                </c:pt>
                <c:pt idx="4639">
                  <c:v>43357</c:v>
                </c:pt>
                <c:pt idx="4640">
                  <c:v>43358</c:v>
                </c:pt>
                <c:pt idx="4641">
                  <c:v>43359</c:v>
                </c:pt>
                <c:pt idx="4642">
                  <c:v>43360</c:v>
                </c:pt>
                <c:pt idx="4643">
                  <c:v>43361</c:v>
                </c:pt>
                <c:pt idx="4644">
                  <c:v>43362</c:v>
                </c:pt>
                <c:pt idx="4645">
                  <c:v>43363</c:v>
                </c:pt>
                <c:pt idx="4646">
                  <c:v>43364</c:v>
                </c:pt>
                <c:pt idx="4647">
                  <c:v>43365</c:v>
                </c:pt>
                <c:pt idx="4648">
                  <c:v>43366</c:v>
                </c:pt>
                <c:pt idx="4649">
                  <c:v>43367</c:v>
                </c:pt>
                <c:pt idx="4650">
                  <c:v>43368</c:v>
                </c:pt>
                <c:pt idx="4651">
                  <c:v>43369</c:v>
                </c:pt>
                <c:pt idx="4652">
                  <c:v>43370</c:v>
                </c:pt>
                <c:pt idx="4653">
                  <c:v>43371</c:v>
                </c:pt>
                <c:pt idx="4654">
                  <c:v>43372</c:v>
                </c:pt>
                <c:pt idx="4655">
                  <c:v>43373</c:v>
                </c:pt>
                <c:pt idx="4656">
                  <c:v>43374</c:v>
                </c:pt>
                <c:pt idx="4657">
                  <c:v>43375</c:v>
                </c:pt>
                <c:pt idx="4658">
                  <c:v>43376</c:v>
                </c:pt>
                <c:pt idx="4659">
                  <c:v>43377</c:v>
                </c:pt>
                <c:pt idx="4660">
                  <c:v>43378</c:v>
                </c:pt>
                <c:pt idx="4661">
                  <c:v>43379</c:v>
                </c:pt>
                <c:pt idx="4662">
                  <c:v>43380</c:v>
                </c:pt>
                <c:pt idx="4663">
                  <c:v>43381</c:v>
                </c:pt>
                <c:pt idx="4664">
                  <c:v>43382</c:v>
                </c:pt>
                <c:pt idx="4665">
                  <c:v>43383</c:v>
                </c:pt>
                <c:pt idx="4666">
                  <c:v>43384</c:v>
                </c:pt>
                <c:pt idx="4667">
                  <c:v>43385</c:v>
                </c:pt>
                <c:pt idx="4668">
                  <c:v>43386</c:v>
                </c:pt>
                <c:pt idx="4669">
                  <c:v>43387</c:v>
                </c:pt>
                <c:pt idx="4670">
                  <c:v>43388</c:v>
                </c:pt>
                <c:pt idx="4671">
                  <c:v>43389</c:v>
                </c:pt>
                <c:pt idx="4672">
                  <c:v>43390</c:v>
                </c:pt>
                <c:pt idx="4673">
                  <c:v>43391</c:v>
                </c:pt>
                <c:pt idx="4674">
                  <c:v>43392</c:v>
                </c:pt>
                <c:pt idx="4675">
                  <c:v>43393</c:v>
                </c:pt>
                <c:pt idx="4676">
                  <c:v>43394</c:v>
                </c:pt>
                <c:pt idx="4677">
                  <c:v>43395</c:v>
                </c:pt>
                <c:pt idx="4678">
                  <c:v>43396</c:v>
                </c:pt>
                <c:pt idx="4679">
                  <c:v>43397</c:v>
                </c:pt>
                <c:pt idx="4680">
                  <c:v>43398</c:v>
                </c:pt>
                <c:pt idx="4681">
                  <c:v>43399</c:v>
                </c:pt>
                <c:pt idx="4682">
                  <c:v>43400</c:v>
                </c:pt>
                <c:pt idx="4683">
                  <c:v>43401</c:v>
                </c:pt>
                <c:pt idx="4684">
                  <c:v>43402</c:v>
                </c:pt>
                <c:pt idx="4685">
                  <c:v>43403</c:v>
                </c:pt>
                <c:pt idx="4686">
                  <c:v>43404</c:v>
                </c:pt>
                <c:pt idx="4687">
                  <c:v>43405</c:v>
                </c:pt>
                <c:pt idx="4688">
                  <c:v>43406</c:v>
                </c:pt>
                <c:pt idx="4689">
                  <c:v>43407</c:v>
                </c:pt>
                <c:pt idx="4690">
                  <c:v>43408</c:v>
                </c:pt>
                <c:pt idx="4691">
                  <c:v>43409</c:v>
                </c:pt>
                <c:pt idx="4692">
                  <c:v>43410</c:v>
                </c:pt>
                <c:pt idx="4693">
                  <c:v>43411</c:v>
                </c:pt>
                <c:pt idx="4694">
                  <c:v>43412</c:v>
                </c:pt>
                <c:pt idx="4695">
                  <c:v>43413</c:v>
                </c:pt>
                <c:pt idx="4696">
                  <c:v>43414</c:v>
                </c:pt>
                <c:pt idx="4697">
                  <c:v>43415</c:v>
                </c:pt>
                <c:pt idx="4698">
                  <c:v>43416</c:v>
                </c:pt>
                <c:pt idx="4699">
                  <c:v>43417</c:v>
                </c:pt>
                <c:pt idx="4700">
                  <c:v>43418</c:v>
                </c:pt>
                <c:pt idx="4701">
                  <c:v>43419</c:v>
                </c:pt>
                <c:pt idx="4702">
                  <c:v>43420</c:v>
                </c:pt>
                <c:pt idx="4703">
                  <c:v>43421</c:v>
                </c:pt>
                <c:pt idx="4704">
                  <c:v>43422</c:v>
                </c:pt>
                <c:pt idx="4705">
                  <c:v>43423</c:v>
                </c:pt>
                <c:pt idx="4706">
                  <c:v>43424</c:v>
                </c:pt>
                <c:pt idx="4707">
                  <c:v>43425</c:v>
                </c:pt>
                <c:pt idx="4708">
                  <c:v>43426</c:v>
                </c:pt>
                <c:pt idx="4709">
                  <c:v>43427</c:v>
                </c:pt>
                <c:pt idx="4710">
                  <c:v>43428</c:v>
                </c:pt>
                <c:pt idx="4711">
                  <c:v>43429</c:v>
                </c:pt>
                <c:pt idx="4712">
                  <c:v>43430</c:v>
                </c:pt>
                <c:pt idx="4713">
                  <c:v>43431</c:v>
                </c:pt>
                <c:pt idx="4714">
                  <c:v>43432</c:v>
                </c:pt>
                <c:pt idx="4715">
                  <c:v>43433</c:v>
                </c:pt>
                <c:pt idx="4716">
                  <c:v>43434</c:v>
                </c:pt>
                <c:pt idx="4717">
                  <c:v>43435</c:v>
                </c:pt>
                <c:pt idx="4718">
                  <c:v>43436</c:v>
                </c:pt>
                <c:pt idx="4719">
                  <c:v>43437</c:v>
                </c:pt>
                <c:pt idx="4720">
                  <c:v>43438</c:v>
                </c:pt>
                <c:pt idx="4721">
                  <c:v>43439</c:v>
                </c:pt>
                <c:pt idx="4722">
                  <c:v>43440</c:v>
                </c:pt>
                <c:pt idx="4723">
                  <c:v>43441</c:v>
                </c:pt>
                <c:pt idx="4724">
                  <c:v>43442</c:v>
                </c:pt>
                <c:pt idx="4725">
                  <c:v>43443</c:v>
                </c:pt>
                <c:pt idx="4726">
                  <c:v>43444</c:v>
                </c:pt>
                <c:pt idx="4727">
                  <c:v>43445</c:v>
                </c:pt>
                <c:pt idx="4728">
                  <c:v>43446</c:v>
                </c:pt>
                <c:pt idx="4729">
                  <c:v>43447</c:v>
                </c:pt>
                <c:pt idx="4730">
                  <c:v>43448</c:v>
                </c:pt>
                <c:pt idx="4731">
                  <c:v>43449</c:v>
                </c:pt>
                <c:pt idx="4732">
                  <c:v>43450</c:v>
                </c:pt>
                <c:pt idx="4733">
                  <c:v>43451</c:v>
                </c:pt>
                <c:pt idx="4734">
                  <c:v>43452</c:v>
                </c:pt>
                <c:pt idx="4735">
                  <c:v>43453</c:v>
                </c:pt>
                <c:pt idx="4736">
                  <c:v>43454</c:v>
                </c:pt>
                <c:pt idx="4737">
                  <c:v>43455</c:v>
                </c:pt>
                <c:pt idx="4738">
                  <c:v>43456</c:v>
                </c:pt>
                <c:pt idx="4739">
                  <c:v>43457</c:v>
                </c:pt>
                <c:pt idx="4740">
                  <c:v>43458</c:v>
                </c:pt>
                <c:pt idx="4741">
                  <c:v>43459</c:v>
                </c:pt>
                <c:pt idx="4742">
                  <c:v>43460</c:v>
                </c:pt>
                <c:pt idx="4743">
                  <c:v>43461</c:v>
                </c:pt>
                <c:pt idx="4744">
                  <c:v>43462</c:v>
                </c:pt>
                <c:pt idx="4745">
                  <c:v>43463</c:v>
                </c:pt>
                <c:pt idx="4746">
                  <c:v>43464</c:v>
                </c:pt>
                <c:pt idx="4747">
                  <c:v>43465</c:v>
                </c:pt>
                <c:pt idx="4748">
                  <c:v>43466</c:v>
                </c:pt>
                <c:pt idx="4749">
                  <c:v>43467</c:v>
                </c:pt>
                <c:pt idx="4750">
                  <c:v>43468</c:v>
                </c:pt>
                <c:pt idx="4751">
                  <c:v>43469</c:v>
                </c:pt>
                <c:pt idx="4752">
                  <c:v>43470</c:v>
                </c:pt>
                <c:pt idx="4753">
                  <c:v>43471</c:v>
                </c:pt>
                <c:pt idx="4754">
                  <c:v>43472</c:v>
                </c:pt>
                <c:pt idx="4755">
                  <c:v>43473</c:v>
                </c:pt>
                <c:pt idx="4756">
                  <c:v>43474</c:v>
                </c:pt>
                <c:pt idx="4757">
                  <c:v>43475</c:v>
                </c:pt>
                <c:pt idx="4758">
                  <c:v>43476</c:v>
                </c:pt>
                <c:pt idx="4759">
                  <c:v>43477</c:v>
                </c:pt>
                <c:pt idx="4760">
                  <c:v>43478</c:v>
                </c:pt>
                <c:pt idx="4761">
                  <c:v>43479</c:v>
                </c:pt>
                <c:pt idx="4762">
                  <c:v>43480</c:v>
                </c:pt>
                <c:pt idx="4763">
                  <c:v>43481</c:v>
                </c:pt>
                <c:pt idx="4764">
                  <c:v>43482</c:v>
                </c:pt>
                <c:pt idx="4765">
                  <c:v>43483</c:v>
                </c:pt>
                <c:pt idx="4766">
                  <c:v>43484</c:v>
                </c:pt>
                <c:pt idx="4767">
                  <c:v>43485</c:v>
                </c:pt>
                <c:pt idx="4768">
                  <c:v>43486</c:v>
                </c:pt>
                <c:pt idx="4769">
                  <c:v>43487</c:v>
                </c:pt>
                <c:pt idx="4770">
                  <c:v>43488</c:v>
                </c:pt>
                <c:pt idx="4771">
                  <c:v>43489</c:v>
                </c:pt>
                <c:pt idx="4772">
                  <c:v>43490</c:v>
                </c:pt>
                <c:pt idx="4773">
                  <c:v>43491</c:v>
                </c:pt>
                <c:pt idx="4774">
                  <c:v>43492</c:v>
                </c:pt>
                <c:pt idx="4775">
                  <c:v>43493</c:v>
                </c:pt>
                <c:pt idx="4776">
                  <c:v>43494</c:v>
                </c:pt>
                <c:pt idx="4777">
                  <c:v>43495</c:v>
                </c:pt>
                <c:pt idx="4778">
                  <c:v>43496</c:v>
                </c:pt>
                <c:pt idx="4779">
                  <c:v>43497</c:v>
                </c:pt>
                <c:pt idx="4780">
                  <c:v>43498</c:v>
                </c:pt>
                <c:pt idx="4781">
                  <c:v>43499</c:v>
                </c:pt>
                <c:pt idx="4782">
                  <c:v>43500</c:v>
                </c:pt>
                <c:pt idx="4783">
                  <c:v>43501</c:v>
                </c:pt>
                <c:pt idx="4784">
                  <c:v>43502</c:v>
                </c:pt>
                <c:pt idx="4785">
                  <c:v>43503</c:v>
                </c:pt>
                <c:pt idx="4786">
                  <c:v>43504</c:v>
                </c:pt>
                <c:pt idx="4787">
                  <c:v>43505</c:v>
                </c:pt>
                <c:pt idx="4788">
                  <c:v>43506</c:v>
                </c:pt>
                <c:pt idx="4789">
                  <c:v>43507</c:v>
                </c:pt>
                <c:pt idx="4790">
                  <c:v>43508</c:v>
                </c:pt>
                <c:pt idx="4791">
                  <c:v>43509</c:v>
                </c:pt>
                <c:pt idx="4792">
                  <c:v>43510</c:v>
                </c:pt>
                <c:pt idx="4793">
                  <c:v>43511</c:v>
                </c:pt>
                <c:pt idx="4794">
                  <c:v>43512</c:v>
                </c:pt>
                <c:pt idx="4795">
                  <c:v>43513</c:v>
                </c:pt>
                <c:pt idx="4796">
                  <c:v>43514</c:v>
                </c:pt>
                <c:pt idx="4797">
                  <c:v>43515</c:v>
                </c:pt>
                <c:pt idx="4798">
                  <c:v>43516</c:v>
                </c:pt>
                <c:pt idx="4799">
                  <c:v>43517</c:v>
                </c:pt>
                <c:pt idx="4800">
                  <c:v>43518</c:v>
                </c:pt>
                <c:pt idx="4801">
                  <c:v>43519</c:v>
                </c:pt>
                <c:pt idx="4802">
                  <c:v>43520</c:v>
                </c:pt>
                <c:pt idx="4803">
                  <c:v>43521</c:v>
                </c:pt>
                <c:pt idx="4804">
                  <c:v>43522</c:v>
                </c:pt>
                <c:pt idx="4805">
                  <c:v>43523</c:v>
                </c:pt>
                <c:pt idx="4806">
                  <c:v>43524</c:v>
                </c:pt>
                <c:pt idx="4807">
                  <c:v>43525</c:v>
                </c:pt>
                <c:pt idx="4808">
                  <c:v>43526</c:v>
                </c:pt>
                <c:pt idx="4809">
                  <c:v>43527</c:v>
                </c:pt>
                <c:pt idx="4810">
                  <c:v>43528</c:v>
                </c:pt>
                <c:pt idx="4811">
                  <c:v>43529</c:v>
                </c:pt>
                <c:pt idx="4812">
                  <c:v>43530</c:v>
                </c:pt>
                <c:pt idx="4813">
                  <c:v>43531</c:v>
                </c:pt>
                <c:pt idx="4814">
                  <c:v>43532</c:v>
                </c:pt>
                <c:pt idx="4815">
                  <c:v>43533</c:v>
                </c:pt>
                <c:pt idx="4816">
                  <c:v>43534</c:v>
                </c:pt>
                <c:pt idx="4817">
                  <c:v>43535</c:v>
                </c:pt>
                <c:pt idx="4818">
                  <c:v>43536</c:v>
                </c:pt>
                <c:pt idx="4819">
                  <c:v>43537</c:v>
                </c:pt>
                <c:pt idx="4820">
                  <c:v>43538</c:v>
                </c:pt>
                <c:pt idx="4821">
                  <c:v>43539</c:v>
                </c:pt>
                <c:pt idx="4822">
                  <c:v>43540</c:v>
                </c:pt>
                <c:pt idx="4823">
                  <c:v>43541</c:v>
                </c:pt>
                <c:pt idx="4824">
                  <c:v>43542</c:v>
                </c:pt>
                <c:pt idx="4825">
                  <c:v>43543</c:v>
                </c:pt>
                <c:pt idx="4826">
                  <c:v>43544</c:v>
                </c:pt>
                <c:pt idx="4827">
                  <c:v>43545</c:v>
                </c:pt>
                <c:pt idx="4828">
                  <c:v>43546</c:v>
                </c:pt>
                <c:pt idx="4829">
                  <c:v>43547</c:v>
                </c:pt>
                <c:pt idx="4830">
                  <c:v>43548</c:v>
                </c:pt>
                <c:pt idx="4831">
                  <c:v>43549</c:v>
                </c:pt>
                <c:pt idx="4832">
                  <c:v>43550</c:v>
                </c:pt>
                <c:pt idx="4833">
                  <c:v>43551</c:v>
                </c:pt>
                <c:pt idx="4834">
                  <c:v>43552</c:v>
                </c:pt>
                <c:pt idx="4835">
                  <c:v>43553</c:v>
                </c:pt>
                <c:pt idx="4836">
                  <c:v>43554</c:v>
                </c:pt>
                <c:pt idx="4837">
                  <c:v>43555</c:v>
                </c:pt>
                <c:pt idx="4838">
                  <c:v>43556</c:v>
                </c:pt>
                <c:pt idx="4839">
                  <c:v>43557</c:v>
                </c:pt>
                <c:pt idx="4840">
                  <c:v>43558</c:v>
                </c:pt>
                <c:pt idx="4841">
                  <c:v>43559</c:v>
                </c:pt>
                <c:pt idx="4842">
                  <c:v>43560</c:v>
                </c:pt>
                <c:pt idx="4843">
                  <c:v>43561</c:v>
                </c:pt>
                <c:pt idx="4844">
                  <c:v>43562</c:v>
                </c:pt>
                <c:pt idx="4845">
                  <c:v>43563</c:v>
                </c:pt>
                <c:pt idx="4846">
                  <c:v>43564</c:v>
                </c:pt>
                <c:pt idx="4847">
                  <c:v>43565</c:v>
                </c:pt>
                <c:pt idx="4848">
                  <c:v>43566</c:v>
                </c:pt>
                <c:pt idx="4849">
                  <c:v>43567</c:v>
                </c:pt>
                <c:pt idx="4850">
                  <c:v>43568</c:v>
                </c:pt>
                <c:pt idx="4851">
                  <c:v>43569</c:v>
                </c:pt>
                <c:pt idx="4852">
                  <c:v>43570</c:v>
                </c:pt>
                <c:pt idx="4853">
                  <c:v>43571</c:v>
                </c:pt>
                <c:pt idx="4854">
                  <c:v>43572</c:v>
                </c:pt>
                <c:pt idx="4855">
                  <c:v>43573</c:v>
                </c:pt>
                <c:pt idx="4856">
                  <c:v>43574</c:v>
                </c:pt>
                <c:pt idx="4857">
                  <c:v>43575</c:v>
                </c:pt>
                <c:pt idx="4858">
                  <c:v>43576</c:v>
                </c:pt>
                <c:pt idx="4859">
                  <c:v>43577</c:v>
                </c:pt>
                <c:pt idx="4860">
                  <c:v>43578</c:v>
                </c:pt>
                <c:pt idx="4861">
                  <c:v>43579</c:v>
                </c:pt>
                <c:pt idx="4862">
                  <c:v>43580</c:v>
                </c:pt>
                <c:pt idx="4863">
                  <c:v>43581</c:v>
                </c:pt>
                <c:pt idx="4864">
                  <c:v>43582</c:v>
                </c:pt>
                <c:pt idx="4865">
                  <c:v>43583</c:v>
                </c:pt>
                <c:pt idx="4866">
                  <c:v>43584</c:v>
                </c:pt>
                <c:pt idx="4867">
                  <c:v>43585</c:v>
                </c:pt>
                <c:pt idx="4868">
                  <c:v>43586</c:v>
                </c:pt>
                <c:pt idx="4869">
                  <c:v>43587</c:v>
                </c:pt>
                <c:pt idx="4870">
                  <c:v>43588</c:v>
                </c:pt>
                <c:pt idx="4871">
                  <c:v>43589</c:v>
                </c:pt>
                <c:pt idx="4872">
                  <c:v>43590</c:v>
                </c:pt>
                <c:pt idx="4873">
                  <c:v>43591</c:v>
                </c:pt>
                <c:pt idx="4874">
                  <c:v>43592</c:v>
                </c:pt>
                <c:pt idx="4875">
                  <c:v>43593</c:v>
                </c:pt>
                <c:pt idx="4876">
                  <c:v>43594</c:v>
                </c:pt>
                <c:pt idx="4877">
                  <c:v>43595</c:v>
                </c:pt>
                <c:pt idx="4878">
                  <c:v>43596</c:v>
                </c:pt>
                <c:pt idx="4879">
                  <c:v>43597</c:v>
                </c:pt>
                <c:pt idx="4880">
                  <c:v>43598</c:v>
                </c:pt>
                <c:pt idx="4881">
                  <c:v>43599</c:v>
                </c:pt>
                <c:pt idx="4882">
                  <c:v>43600</c:v>
                </c:pt>
                <c:pt idx="4883">
                  <c:v>43601</c:v>
                </c:pt>
                <c:pt idx="4884">
                  <c:v>43602</c:v>
                </c:pt>
                <c:pt idx="4885">
                  <c:v>43603</c:v>
                </c:pt>
                <c:pt idx="4886">
                  <c:v>43604</c:v>
                </c:pt>
                <c:pt idx="4887">
                  <c:v>43605</c:v>
                </c:pt>
                <c:pt idx="4888">
                  <c:v>43606</c:v>
                </c:pt>
                <c:pt idx="4889">
                  <c:v>43607</c:v>
                </c:pt>
                <c:pt idx="4890">
                  <c:v>43608</c:v>
                </c:pt>
                <c:pt idx="4891">
                  <c:v>43609</c:v>
                </c:pt>
                <c:pt idx="4892">
                  <c:v>43610</c:v>
                </c:pt>
                <c:pt idx="4893">
                  <c:v>43611</c:v>
                </c:pt>
                <c:pt idx="4894">
                  <c:v>43612</c:v>
                </c:pt>
                <c:pt idx="4895">
                  <c:v>43613</c:v>
                </c:pt>
                <c:pt idx="4896">
                  <c:v>43614</c:v>
                </c:pt>
                <c:pt idx="4897">
                  <c:v>43615</c:v>
                </c:pt>
                <c:pt idx="4898">
                  <c:v>43616</c:v>
                </c:pt>
                <c:pt idx="4899">
                  <c:v>43617</c:v>
                </c:pt>
                <c:pt idx="4900">
                  <c:v>43618</c:v>
                </c:pt>
                <c:pt idx="4901">
                  <c:v>43619</c:v>
                </c:pt>
                <c:pt idx="4902">
                  <c:v>43620</c:v>
                </c:pt>
                <c:pt idx="4903">
                  <c:v>43621</c:v>
                </c:pt>
                <c:pt idx="4904">
                  <c:v>43622</c:v>
                </c:pt>
                <c:pt idx="4905">
                  <c:v>43623</c:v>
                </c:pt>
                <c:pt idx="4906">
                  <c:v>43624</c:v>
                </c:pt>
                <c:pt idx="4907">
                  <c:v>43625</c:v>
                </c:pt>
                <c:pt idx="4908">
                  <c:v>43626</c:v>
                </c:pt>
                <c:pt idx="4909">
                  <c:v>43627</c:v>
                </c:pt>
                <c:pt idx="4910">
                  <c:v>43628</c:v>
                </c:pt>
                <c:pt idx="4911">
                  <c:v>43629</c:v>
                </c:pt>
                <c:pt idx="4912">
                  <c:v>43630</c:v>
                </c:pt>
                <c:pt idx="4913">
                  <c:v>43631</c:v>
                </c:pt>
                <c:pt idx="4914">
                  <c:v>43632</c:v>
                </c:pt>
                <c:pt idx="4915">
                  <c:v>43633</c:v>
                </c:pt>
                <c:pt idx="4916">
                  <c:v>43634</c:v>
                </c:pt>
                <c:pt idx="4917">
                  <c:v>43635</c:v>
                </c:pt>
                <c:pt idx="4918">
                  <c:v>43636</c:v>
                </c:pt>
                <c:pt idx="4919">
                  <c:v>43637</c:v>
                </c:pt>
                <c:pt idx="4920">
                  <c:v>43638</c:v>
                </c:pt>
                <c:pt idx="4921">
                  <c:v>43639</c:v>
                </c:pt>
                <c:pt idx="4922">
                  <c:v>43640</c:v>
                </c:pt>
                <c:pt idx="4923">
                  <c:v>43641</c:v>
                </c:pt>
                <c:pt idx="4924">
                  <c:v>43642</c:v>
                </c:pt>
                <c:pt idx="4925">
                  <c:v>43643</c:v>
                </c:pt>
                <c:pt idx="4926">
                  <c:v>43644</c:v>
                </c:pt>
                <c:pt idx="4927">
                  <c:v>43645</c:v>
                </c:pt>
                <c:pt idx="4928">
                  <c:v>43646</c:v>
                </c:pt>
                <c:pt idx="4929">
                  <c:v>43647</c:v>
                </c:pt>
                <c:pt idx="4930">
                  <c:v>43648</c:v>
                </c:pt>
                <c:pt idx="4931">
                  <c:v>43649</c:v>
                </c:pt>
                <c:pt idx="4932">
                  <c:v>43650</c:v>
                </c:pt>
                <c:pt idx="4933">
                  <c:v>43651</c:v>
                </c:pt>
                <c:pt idx="4934">
                  <c:v>43652</c:v>
                </c:pt>
                <c:pt idx="4935">
                  <c:v>43653</c:v>
                </c:pt>
                <c:pt idx="4936">
                  <c:v>43654</c:v>
                </c:pt>
                <c:pt idx="4937">
                  <c:v>43655</c:v>
                </c:pt>
                <c:pt idx="4938">
                  <c:v>43656</c:v>
                </c:pt>
                <c:pt idx="4939">
                  <c:v>43657</c:v>
                </c:pt>
                <c:pt idx="4940">
                  <c:v>43658</c:v>
                </c:pt>
                <c:pt idx="4941">
                  <c:v>43659</c:v>
                </c:pt>
                <c:pt idx="4942">
                  <c:v>43660</c:v>
                </c:pt>
                <c:pt idx="4943">
                  <c:v>43661</c:v>
                </c:pt>
                <c:pt idx="4944">
                  <c:v>43662</c:v>
                </c:pt>
                <c:pt idx="4945">
                  <c:v>43663</c:v>
                </c:pt>
                <c:pt idx="4946">
                  <c:v>43664</c:v>
                </c:pt>
                <c:pt idx="4947">
                  <c:v>43665</c:v>
                </c:pt>
                <c:pt idx="4948">
                  <c:v>43666</c:v>
                </c:pt>
                <c:pt idx="4949">
                  <c:v>43667</c:v>
                </c:pt>
                <c:pt idx="4950">
                  <c:v>43668</c:v>
                </c:pt>
                <c:pt idx="4951">
                  <c:v>43669</c:v>
                </c:pt>
                <c:pt idx="4952">
                  <c:v>43670</c:v>
                </c:pt>
                <c:pt idx="4953">
                  <c:v>43671</c:v>
                </c:pt>
                <c:pt idx="4954">
                  <c:v>43672</c:v>
                </c:pt>
                <c:pt idx="4955">
                  <c:v>43673</c:v>
                </c:pt>
                <c:pt idx="4956">
                  <c:v>43674</c:v>
                </c:pt>
                <c:pt idx="4957">
                  <c:v>43675</c:v>
                </c:pt>
                <c:pt idx="4958">
                  <c:v>43676</c:v>
                </c:pt>
                <c:pt idx="4959">
                  <c:v>43677</c:v>
                </c:pt>
                <c:pt idx="4960">
                  <c:v>43678</c:v>
                </c:pt>
                <c:pt idx="4961">
                  <c:v>43679</c:v>
                </c:pt>
                <c:pt idx="4962">
                  <c:v>43680</c:v>
                </c:pt>
                <c:pt idx="4963">
                  <c:v>43681</c:v>
                </c:pt>
                <c:pt idx="4964">
                  <c:v>43682</c:v>
                </c:pt>
                <c:pt idx="4965">
                  <c:v>43683</c:v>
                </c:pt>
                <c:pt idx="4966">
                  <c:v>43684</c:v>
                </c:pt>
                <c:pt idx="4967">
                  <c:v>43685</c:v>
                </c:pt>
                <c:pt idx="4968">
                  <c:v>43686</c:v>
                </c:pt>
                <c:pt idx="4969">
                  <c:v>43687</c:v>
                </c:pt>
                <c:pt idx="4970">
                  <c:v>43688</c:v>
                </c:pt>
                <c:pt idx="4971">
                  <c:v>43689</c:v>
                </c:pt>
                <c:pt idx="4972">
                  <c:v>43690</c:v>
                </c:pt>
                <c:pt idx="4973">
                  <c:v>43691</c:v>
                </c:pt>
                <c:pt idx="4974">
                  <c:v>43692</c:v>
                </c:pt>
                <c:pt idx="4975">
                  <c:v>43693</c:v>
                </c:pt>
                <c:pt idx="4976">
                  <c:v>43694</c:v>
                </c:pt>
                <c:pt idx="4977">
                  <c:v>43695</c:v>
                </c:pt>
                <c:pt idx="4978">
                  <c:v>43696</c:v>
                </c:pt>
                <c:pt idx="4979">
                  <c:v>43697</c:v>
                </c:pt>
                <c:pt idx="4980">
                  <c:v>43698</c:v>
                </c:pt>
                <c:pt idx="4981">
                  <c:v>43699</c:v>
                </c:pt>
                <c:pt idx="4982">
                  <c:v>43700</c:v>
                </c:pt>
                <c:pt idx="4983">
                  <c:v>43701</c:v>
                </c:pt>
                <c:pt idx="4984">
                  <c:v>43702</c:v>
                </c:pt>
                <c:pt idx="4985">
                  <c:v>43703</c:v>
                </c:pt>
                <c:pt idx="4986">
                  <c:v>43704</c:v>
                </c:pt>
                <c:pt idx="4987">
                  <c:v>43705</c:v>
                </c:pt>
                <c:pt idx="4988">
                  <c:v>43706</c:v>
                </c:pt>
                <c:pt idx="4989">
                  <c:v>43707</c:v>
                </c:pt>
                <c:pt idx="4990">
                  <c:v>43708</c:v>
                </c:pt>
                <c:pt idx="4991">
                  <c:v>43709</c:v>
                </c:pt>
                <c:pt idx="4992">
                  <c:v>43710</c:v>
                </c:pt>
                <c:pt idx="4993">
                  <c:v>43711</c:v>
                </c:pt>
                <c:pt idx="4994">
                  <c:v>43712</c:v>
                </c:pt>
                <c:pt idx="4995">
                  <c:v>43713</c:v>
                </c:pt>
                <c:pt idx="4996">
                  <c:v>43714</c:v>
                </c:pt>
                <c:pt idx="4997">
                  <c:v>43715</c:v>
                </c:pt>
                <c:pt idx="4998">
                  <c:v>43716</c:v>
                </c:pt>
                <c:pt idx="4999">
                  <c:v>43717</c:v>
                </c:pt>
                <c:pt idx="5000">
                  <c:v>43718</c:v>
                </c:pt>
                <c:pt idx="5001">
                  <c:v>43719</c:v>
                </c:pt>
                <c:pt idx="5002">
                  <c:v>43720</c:v>
                </c:pt>
                <c:pt idx="5003">
                  <c:v>43721</c:v>
                </c:pt>
                <c:pt idx="5004">
                  <c:v>43722</c:v>
                </c:pt>
                <c:pt idx="5005">
                  <c:v>43723</c:v>
                </c:pt>
                <c:pt idx="5006">
                  <c:v>43724</c:v>
                </c:pt>
                <c:pt idx="5007">
                  <c:v>43725</c:v>
                </c:pt>
                <c:pt idx="5008">
                  <c:v>43726</c:v>
                </c:pt>
                <c:pt idx="5009">
                  <c:v>43727</c:v>
                </c:pt>
                <c:pt idx="5010">
                  <c:v>43728</c:v>
                </c:pt>
                <c:pt idx="5011">
                  <c:v>43729</c:v>
                </c:pt>
                <c:pt idx="5012">
                  <c:v>43730</c:v>
                </c:pt>
                <c:pt idx="5013">
                  <c:v>43731</c:v>
                </c:pt>
                <c:pt idx="5014">
                  <c:v>43732</c:v>
                </c:pt>
                <c:pt idx="5015">
                  <c:v>43733</c:v>
                </c:pt>
                <c:pt idx="5016">
                  <c:v>43734</c:v>
                </c:pt>
                <c:pt idx="5017">
                  <c:v>43735</c:v>
                </c:pt>
                <c:pt idx="5018">
                  <c:v>43736</c:v>
                </c:pt>
                <c:pt idx="5019">
                  <c:v>43737</c:v>
                </c:pt>
                <c:pt idx="5020">
                  <c:v>43738</c:v>
                </c:pt>
                <c:pt idx="5021">
                  <c:v>43739</c:v>
                </c:pt>
                <c:pt idx="5022">
                  <c:v>43740</c:v>
                </c:pt>
                <c:pt idx="5023">
                  <c:v>43741</c:v>
                </c:pt>
                <c:pt idx="5024">
                  <c:v>43742</c:v>
                </c:pt>
                <c:pt idx="5025">
                  <c:v>43743</c:v>
                </c:pt>
                <c:pt idx="5026">
                  <c:v>43744</c:v>
                </c:pt>
                <c:pt idx="5027">
                  <c:v>43745</c:v>
                </c:pt>
                <c:pt idx="5028">
                  <c:v>43746</c:v>
                </c:pt>
                <c:pt idx="5029">
                  <c:v>43747</c:v>
                </c:pt>
                <c:pt idx="5030">
                  <c:v>43748</c:v>
                </c:pt>
                <c:pt idx="5031">
                  <c:v>43749</c:v>
                </c:pt>
                <c:pt idx="5032">
                  <c:v>43750</c:v>
                </c:pt>
                <c:pt idx="5033">
                  <c:v>43751</c:v>
                </c:pt>
                <c:pt idx="5034">
                  <c:v>43752</c:v>
                </c:pt>
                <c:pt idx="5035">
                  <c:v>43753</c:v>
                </c:pt>
                <c:pt idx="5036">
                  <c:v>43754</c:v>
                </c:pt>
                <c:pt idx="5037">
                  <c:v>43755</c:v>
                </c:pt>
                <c:pt idx="5038">
                  <c:v>43756</c:v>
                </c:pt>
                <c:pt idx="5039">
                  <c:v>43757</c:v>
                </c:pt>
                <c:pt idx="5040">
                  <c:v>43758</c:v>
                </c:pt>
                <c:pt idx="5041">
                  <c:v>43759</c:v>
                </c:pt>
                <c:pt idx="5042">
                  <c:v>43760</c:v>
                </c:pt>
                <c:pt idx="5043">
                  <c:v>43761</c:v>
                </c:pt>
                <c:pt idx="5044">
                  <c:v>43762</c:v>
                </c:pt>
                <c:pt idx="5045">
                  <c:v>43763</c:v>
                </c:pt>
                <c:pt idx="5046">
                  <c:v>43764</c:v>
                </c:pt>
                <c:pt idx="5047">
                  <c:v>43765</c:v>
                </c:pt>
                <c:pt idx="5048">
                  <c:v>43766</c:v>
                </c:pt>
                <c:pt idx="5049">
                  <c:v>43767</c:v>
                </c:pt>
                <c:pt idx="5050">
                  <c:v>43768</c:v>
                </c:pt>
                <c:pt idx="5051">
                  <c:v>43769</c:v>
                </c:pt>
                <c:pt idx="5052">
                  <c:v>43770</c:v>
                </c:pt>
                <c:pt idx="5053">
                  <c:v>43771</c:v>
                </c:pt>
                <c:pt idx="5054">
                  <c:v>43772</c:v>
                </c:pt>
                <c:pt idx="5055">
                  <c:v>43773</c:v>
                </c:pt>
                <c:pt idx="5056">
                  <c:v>43774</c:v>
                </c:pt>
                <c:pt idx="5057">
                  <c:v>43775</c:v>
                </c:pt>
                <c:pt idx="5058">
                  <c:v>43776</c:v>
                </c:pt>
                <c:pt idx="5059">
                  <c:v>43777</c:v>
                </c:pt>
                <c:pt idx="5060">
                  <c:v>43778</c:v>
                </c:pt>
                <c:pt idx="5061">
                  <c:v>43779</c:v>
                </c:pt>
                <c:pt idx="5062">
                  <c:v>43780</c:v>
                </c:pt>
                <c:pt idx="5063">
                  <c:v>43781</c:v>
                </c:pt>
                <c:pt idx="5064">
                  <c:v>43782</c:v>
                </c:pt>
                <c:pt idx="5065">
                  <c:v>43783</c:v>
                </c:pt>
                <c:pt idx="5066">
                  <c:v>43784</c:v>
                </c:pt>
                <c:pt idx="5067">
                  <c:v>43785</c:v>
                </c:pt>
                <c:pt idx="5068">
                  <c:v>43786</c:v>
                </c:pt>
                <c:pt idx="5069">
                  <c:v>43787</c:v>
                </c:pt>
                <c:pt idx="5070">
                  <c:v>43788</c:v>
                </c:pt>
                <c:pt idx="5071">
                  <c:v>43789</c:v>
                </c:pt>
                <c:pt idx="5072">
                  <c:v>43790</c:v>
                </c:pt>
                <c:pt idx="5073">
                  <c:v>43791</c:v>
                </c:pt>
                <c:pt idx="5074">
                  <c:v>43792</c:v>
                </c:pt>
                <c:pt idx="5075">
                  <c:v>43793</c:v>
                </c:pt>
                <c:pt idx="5076">
                  <c:v>43794</c:v>
                </c:pt>
                <c:pt idx="5077">
                  <c:v>43795</c:v>
                </c:pt>
                <c:pt idx="5078">
                  <c:v>43796</c:v>
                </c:pt>
                <c:pt idx="5079">
                  <c:v>43797</c:v>
                </c:pt>
                <c:pt idx="5080">
                  <c:v>43798</c:v>
                </c:pt>
                <c:pt idx="5081">
                  <c:v>43799</c:v>
                </c:pt>
                <c:pt idx="5082">
                  <c:v>43800</c:v>
                </c:pt>
                <c:pt idx="5083">
                  <c:v>43801</c:v>
                </c:pt>
                <c:pt idx="5084">
                  <c:v>43802</c:v>
                </c:pt>
                <c:pt idx="5085">
                  <c:v>43803</c:v>
                </c:pt>
                <c:pt idx="5086">
                  <c:v>43804</c:v>
                </c:pt>
                <c:pt idx="5087">
                  <c:v>43805</c:v>
                </c:pt>
                <c:pt idx="5088">
                  <c:v>43806</c:v>
                </c:pt>
                <c:pt idx="5089">
                  <c:v>43807</c:v>
                </c:pt>
                <c:pt idx="5090">
                  <c:v>43808</c:v>
                </c:pt>
                <c:pt idx="5091">
                  <c:v>43809</c:v>
                </c:pt>
                <c:pt idx="5092">
                  <c:v>43810</c:v>
                </c:pt>
                <c:pt idx="5093">
                  <c:v>43811</c:v>
                </c:pt>
                <c:pt idx="5094">
                  <c:v>43812</c:v>
                </c:pt>
                <c:pt idx="5095">
                  <c:v>43813</c:v>
                </c:pt>
                <c:pt idx="5096">
                  <c:v>43814</c:v>
                </c:pt>
                <c:pt idx="5097">
                  <c:v>43815</c:v>
                </c:pt>
                <c:pt idx="5098">
                  <c:v>43816</c:v>
                </c:pt>
                <c:pt idx="5099">
                  <c:v>43817</c:v>
                </c:pt>
                <c:pt idx="5100">
                  <c:v>43818</c:v>
                </c:pt>
                <c:pt idx="5101">
                  <c:v>43819</c:v>
                </c:pt>
                <c:pt idx="5102">
                  <c:v>43820</c:v>
                </c:pt>
                <c:pt idx="5103">
                  <c:v>43821</c:v>
                </c:pt>
                <c:pt idx="5104">
                  <c:v>43822</c:v>
                </c:pt>
                <c:pt idx="5105">
                  <c:v>43823</c:v>
                </c:pt>
                <c:pt idx="5106">
                  <c:v>43824</c:v>
                </c:pt>
                <c:pt idx="5107">
                  <c:v>43825</c:v>
                </c:pt>
                <c:pt idx="5108">
                  <c:v>43826</c:v>
                </c:pt>
                <c:pt idx="5109">
                  <c:v>43827</c:v>
                </c:pt>
                <c:pt idx="5110">
                  <c:v>43828</c:v>
                </c:pt>
                <c:pt idx="5111">
                  <c:v>43829</c:v>
                </c:pt>
                <c:pt idx="5112">
                  <c:v>43830</c:v>
                </c:pt>
                <c:pt idx="5113">
                  <c:v>43831</c:v>
                </c:pt>
                <c:pt idx="5114">
                  <c:v>43832</c:v>
                </c:pt>
                <c:pt idx="5115">
                  <c:v>43833</c:v>
                </c:pt>
                <c:pt idx="5116">
                  <c:v>43834</c:v>
                </c:pt>
                <c:pt idx="5117">
                  <c:v>43835</c:v>
                </c:pt>
                <c:pt idx="5118">
                  <c:v>43836</c:v>
                </c:pt>
                <c:pt idx="5119">
                  <c:v>43837</c:v>
                </c:pt>
                <c:pt idx="5120">
                  <c:v>43838</c:v>
                </c:pt>
                <c:pt idx="5121">
                  <c:v>43839</c:v>
                </c:pt>
                <c:pt idx="5122">
                  <c:v>43840</c:v>
                </c:pt>
                <c:pt idx="5123">
                  <c:v>43841</c:v>
                </c:pt>
                <c:pt idx="5124">
                  <c:v>43842</c:v>
                </c:pt>
                <c:pt idx="5125">
                  <c:v>43843</c:v>
                </c:pt>
                <c:pt idx="5126">
                  <c:v>43844</c:v>
                </c:pt>
                <c:pt idx="5127">
                  <c:v>43845</c:v>
                </c:pt>
                <c:pt idx="5128">
                  <c:v>43846</c:v>
                </c:pt>
                <c:pt idx="5129">
                  <c:v>43847</c:v>
                </c:pt>
                <c:pt idx="5130">
                  <c:v>43848</c:v>
                </c:pt>
                <c:pt idx="5131">
                  <c:v>43849</c:v>
                </c:pt>
                <c:pt idx="5132">
                  <c:v>43850</c:v>
                </c:pt>
                <c:pt idx="5133">
                  <c:v>43851</c:v>
                </c:pt>
                <c:pt idx="5134">
                  <c:v>43852</c:v>
                </c:pt>
                <c:pt idx="5135">
                  <c:v>43853</c:v>
                </c:pt>
                <c:pt idx="5136">
                  <c:v>43854</c:v>
                </c:pt>
                <c:pt idx="5137">
                  <c:v>43855</c:v>
                </c:pt>
                <c:pt idx="5138">
                  <c:v>43856</c:v>
                </c:pt>
                <c:pt idx="5139">
                  <c:v>43857</c:v>
                </c:pt>
                <c:pt idx="5140">
                  <c:v>43858</c:v>
                </c:pt>
                <c:pt idx="5141">
                  <c:v>43859</c:v>
                </c:pt>
                <c:pt idx="5142">
                  <c:v>43860</c:v>
                </c:pt>
                <c:pt idx="5143">
                  <c:v>43861</c:v>
                </c:pt>
                <c:pt idx="5144">
                  <c:v>43862</c:v>
                </c:pt>
                <c:pt idx="5145">
                  <c:v>43863</c:v>
                </c:pt>
                <c:pt idx="5146">
                  <c:v>43864</c:v>
                </c:pt>
                <c:pt idx="5147">
                  <c:v>43865</c:v>
                </c:pt>
                <c:pt idx="5148">
                  <c:v>43866</c:v>
                </c:pt>
                <c:pt idx="5149">
                  <c:v>43867</c:v>
                </c:pt>
                <c:pt idx="5150">
                  <c:v>43868</c:v>
                </c:pt>
                <c:pt idx="5151">
                  <c:v>43869</c:v>
                </c:pt>
                <c:pt idx="5152">
                  <c:v>43870</c:v>
                </c:pt>
                <c:pt idx="5153">
                  <c:v>43871</c:v>
                </c:pt>
                <c:pt idx="5154">
                  <c:v>43872</c:v>
                </c:pt>
                <c:pt idx="5155">
                  <c:v>43873</c:v>
                </c:pt>
                <c:pt idx="5156">
                  <c:v>43874</c:v>
                </c:pt>
                <c:pt idx="5157">
                  <c:v>43875</c:v>
                </c:pt>
                <c:pt idx="5158">
                  <c:v>43876</c:v>
                </c:pt>
                <c:pt idx="5159">
                  <c:v>43877</c:v>
                </c:pt>
                <c:pt idx="5160">
                  <c:v>43878</c:v>
                </c:pt>
                <c:pt idx="5161">
                  <c:v>43879</c:v>
                </c:pt>
                <c:pt idx="5162">
                  <c:v>43880</c:v>
                </c:pt>
                <c:pt idx="5163">
                  <c:v>43881</c:v>
                </c:pt>
                <c:pt idx="5164">
                  <c:v>43882</c:v>
                </c:pt>
                <c:pt idx="5165">
                  <c:v>43883</c:v>
                </c:pt>
                <c:pt idx="5166">
                  <c:v>43884</c:v>
                </c:pt>
                <c:pt idx="5167">
                  <c:v>43885</c:v>
                </c:pt>
                <c:pt idx="5168">
                  <c:v>43886</c:v>
                </c:pt>
                <c:pt idx="5169">
                  <c:v>43887</c:v>
                </c:pt>
                <c:pt idx="5170">
                  <c:v>43888</c:v>
                </c:pt>
                <c:pt idx="5171">
                  <c:v>43889</c:v>
                </c:pt>
                <c:pt idx="5172">
                  <c:v>43890</c:v>
                </c:pt>
                <c:pt idx="5173">
                  <c:v>43891</c:v>
                </c:pt>
                <c:pt idx="5174">
                  <c:v>43892</c:v>
                </c:pt>
                <c:pt idx="5175">
                  <c:v>43893</c:v>
                </c:pt>
                <c:pt idx="5176">
                  <c:v>43894</c:v>
                </c:pt>
                <c:pt idx="5177">
                  <c:v>43895</c:v>
                </c:pt>
                <c:pt idx="5178">
                  <c:v>43896</c:v>
                </c:pt>
                <c:pt idx="5179">
                  <c:v>43897</c:v>
                </c:pt>
                <c:pt idx="5180">
                  <c:v>43898</c:v>
                </c:pt>
                <c:pt idx="5181">
                  <c:v>43899</c:v>
                </c:pt>
                <c:pt idx="5182">
                  <c:v>43900</c:v>
                </c:pt>
                <c:pt idx="5183">
                  <c:v>43901</c:v>
                </c:pt>
                <c:pt idx="5184">
                  <c:v>43902</c:v>
                </c:pt>
                <c:pt idx="5185">
                  <c:v>43903</c:v>
                </c:pt>
                <c:pt idx="5186">
                  <c:v>43904</c:v>
                </c:pt>
                <c:pt idx="5187">
                  <c:v>43905</c:v>
                </c:pt>
                <c:pt idx="5188">
                  <c:v>43906</c:v>
                </c:pt>
                <c:pt idx="5189">
                  <c:v>43907</c:v>
                </c:pt>
                <c:pt idx="5190">
                  <c:v>43908</c:v>
                </c:pt>
                <c:pt idx="5191">
                  <c:v>43909</c:v>
                </c:pt>
                <c:pt idx="5192">
                  <c:v>43910</c:v>
                </c:pt>
                <c:pt idx="5193">
                  <c:v>43911</c:v>
                </c:pt>
                <c:pt idx="5194">
                  <c:v>43912</c:v>
                </c:pt>
                <c:pt idx="5195">
                  <c:v>43913</c:v>
                </c:pt>
                <c:pt idx="5196">
                  <c:v>43914</c:v>
                </c:pt>
                <c:pt idx="5197">
                  <c:v>43915</c:v>
                </c:pt>
                <c:pt idx="5198">
                  <c:v>43916</c:v>
                </c:pt>
                <c:pt idx="5199">
                  <c:v>43917</c:v>
                </c:pt>
                <c:pt idx="5200">
                  <c:v>43918</c:v>
                </c:pt>
                <c:pt idx="5201">
                  <c:v>43919</c:v>
                </c:pt>
                <c:pt idx="5202">
                  <c:v>43920</c:v>
                </c:pt>
                <c:pt idx="5203">
                  <c:v>43921</c:v>
                </c:pt>
                <c:pt idx="5204">
                  <c:v>43922</c:v>
                </c:pt>
                <c:pt idx="5205">
                  <c:v>43923</c:v>
                </c:pt>
                <c:pt idx="5206">
                  <c:v>43924</c:v>
                </c:pt>
                <c:pt idx="5207">
                  <c:v>43925</c:v>
                </c:pt>
                <c:pt idx="5208">
                  <c:v>43926</c:v>
                </c:pt>
                <c:pt idx="5209">
                  <c:v>43927</c:v>
                </c:pt>
                <c:pt idx="5210">
                  <c:v>43928</c:v>
                </c:pt>
                <c:pt idx="5211">
                  <c:v>43929</c:v>
                </c:pt>
                <c:pt idx="5212">
                  <c:v>43930</c:v>
                </c:pt>
                <c:pt idx="5213">
                  <c:v>43931</c:v>
                </c:pt>
                <c:pt idx="5214">
                  <c:v>43932</c:v>
                </c:pt>
                <c:pt idx="5215">
                  <c:v>43933</c:v>
                </c:pt>
                <c:pt idx="5216">
                  <c:v>43934</c:v>
                </c:pt>
                <c:pt idx="5217">
                  <c:v>43935</c:v>
                </c:pt>
                <c:pt idx="5218">
                  <c:v>43936</c:v>
                </c:pt>
                <c:pt idx="5219">
                  <c:v>43937</c:v>
                </c:pt>
                <c:pt idx="5220">
                  <c:v>43938</c:v>
                </c:pt>
                <c:pt idx="5221">
                  <c:v>43939</c:v>
                </c:pt>
                <c:pt idx="5222">
                  <c:v>43940</c:v>
                </c:pt>
                <c:pt idx="5223">
                  <c:v>43941</c:v>
                </c:pt>
                <c:pt idx="5224">
                  <c:v>43942</c:v>
                </c:pt>
                <c:pt idx="5225">
                  <c:v>43943</c:v>
                </c:pt>
                <c:pt idx="5226">
                  <c:v>43944</c:v>
                </c:pt>
                <c:pt idx="5227">
                  <c:v>43945</c:v>
                </c:pt>
                <c:pt idx="5228">
                  <c:v>43946</c:v>
                </c:pt>
                <c:pt idx="5229">
                  <c:v>43947</c:v>
                </c:pt>
                <c:pt idx="5230">
                  <c:v>43948</c:v>
                </c:pt>
                <c:pt idx="5231">
                  <c:v>43949</c:v>
                </c:pt>
                <c:pt idx="5232">
                  <c:v>43950</c:v>
                </c:pt>
                <c:pt idx="5233">
                  <c:v>43951</c:v>
                </c:pt>
                <c:pt idx="5234">
                  <c:v>43952</c:v>
                </c:pt>
                <c:pt idx="5235">
                  <c:v>43953</c:v>
                </c:pt>
                <c:pt idx="5236">
                  <c:v>43954</c:v>
                </c:pt>
                <c:pt idx="5237">
                  <c:v>43955</c:v>
                </c:pt>
                <c:pt idx="5238">
                  <c:v>43956</c:v>
                </c:pt>
                <c:pt idx="5239">
                  <c:v>43957</c:v>
                </c:pt>
                <c:pt idx="5240">
                  <c:v>43958</c:v>
                </c:pt>
                <c:pt idx="5241">
                  <c:v>43959</c:v>
                </c:pt>
                <c:pt idx="5242">
                  <c:v>43960</c:v>
                </c:pt>
                <c:pt idx="5243">
                  <c:v>43961</c:v>
                </c:pt>
                <c:pt idx="5244">
                  <c:v>43962</c:v>
                </c:pt>
                <c:pt idx="5245">
                  <c:v>43963</c:v>
                </c:pt>
                <c:pt idx="5246">
                  <c:v>43964</c:v>
                </c:pt>
                <c:pt idx="5247">
                  <c:v>43965</c:v>
                </c:pt>
                <c:pt idx="5248">
                  <c:v>43966</c:v>
                </c:pt>
                <c:pt idx="5249">
                  <c:v>43967</c:v>
                </c:pt>
                <c:pt idx="5250">
                  <c:v>43968</c:v>
                </c:pt>
                <c:pt idx="5251">
                  <c:v>43969</c:v>
                </c:pt>
                <c:pt idx="5252">
                  <c:v>43970</c:v>
                </c:pt>
                <c:pt idx="5253">
                  <c:v>43971</c:v>
                </c:pt>
                <c:pt idx="5254">
                  <c:v>43972</c:v>
                </c:pt>
                <c:pt idx="5255">
                  <c:v>43973</c:v>
                </c:pt>
                <c:pt idx="5256">
                  <c:v>43974</c:v>
                </c:pt>
                <c:pt idx="5257">
                  <c:v>43975</c:v>
                </c:pt>
                <c:pt idx="5258">
                  <c:v>43976</c:v>
                </c:pt>
                <c:pt idx="5259">
                  <c:v>43977</c:v>
                </c:pt>
                <c:pt idx="5260">
                  <c:v>43978</c:v>
                </c:pt>
                <c:pt idx="5261">
                  <c:v>43979</c:v>
                </c:pt>
                <c:pt idx="5262">
                  <c:v>43980</c:v>
                </c:pt>
                <c:pt idx="5263">
                  <c:v>43981</c:v>
                </c:pt>
                <c:pt idx="5264">
                  <c:v>43982</c:v>
                </c:pt>
                <c:pt idx="5265">
                  <c:v>43983</c:v>
                </c:pt>
                <c:pt idx="5266">
                  <c:v>43984</c:v>
                </c:pt>
                <c:pt idx="5267">
                  <c:v>43985</c:v>
                </c:pt>
                <c:pt idx="5268">
                  <c:v>43986</c:v>
                </c:pt>
                <c:pt idx="5269">
                  <c:v>43987</c:v>
                </c:pt>
                <c:pt idx="5270">
                  <c:v>43988</c:v>
                </c:pt>
                <c:pt idx="5271">
                  <c:v>43989</c:v>
                </c:pt>
                <c:pt idx="5272">
                  <c:v>43990</c:v>
                </c:pt>
                <c:pt idx="5273">
                  <c:v>43991</c:v>
                </c:pt>
                <c:pt idx="5274">
                  <c:v>43992</c:v>
                </c:pt>
                <c:pt idx="5275">
                  <c:v>43993</c:v>
                </c:pt>
                <c:pt idx="5276">
                  <c:v>43994</c:v>
                </c:pt>
                <c:pt idx="5277">
                  <c:v>43995</c:v>
                </c:pt>
                <c:pt idx="5278">
                  <c:v>43996</c:v>
                </c:pt>
                <c:pt idx="5279">
                  <c:v>43997</c:v>
                </c:pt>
                <c:pt idx="5280">
                  <c:v>43998</c:v>
                </c:pt>
                <c:pt idx="5281">
                  <c:v>43999</c:v>
                </c:pt>
                <c:pt idx="5282">
                  <c:v>44000</c:v>
                </c:pt>
                <c:pt idx="5283">
                  <c:v>44001</c:v>
                </c:pt>
                <c:pt idx="5284">
                  <c:v>44002</c:v>
                </c:pt>
                <c:pt idx="5285">
                  <c:v>44003</c:v>
                </c:pt>
                <c:pt idx="5286">
                  <c:v>44004</c:v>
                </c:pt>
                <c:pt idx="5287">
                  <c:v>44005</c:v>
                </c:pt>
                <c:pt idx="5288">
                  <c:v>44006</c:v>
                </c:pt>
                <c:pt idx="5289">
                  <c:v>44007</c:v>
                </c:pt>
                <c:pt idx="5290">
                  <c:v>44008</c:v>
                </c:pt>
                <c:pt idx="5291">
                  <c:v>44009</c:v>
                </c:pt>
                <c:pt idx="5292">
                  <c:v>44010</c:v>
                </c:pt>
                <c:pt idx="5293">
                  <c:v>44011</c:v>
                </c:pt>
                <c:pt idx="5294">
                  <c:v>44012</c:v>
                </c:pt>
                <c:pt idx="5295">
                  <c:v>44013</c:v>
                </c:pt>
                <c:pt idx="5296">
                  <c:v>44014</c:v>
                </c:pt>
                <c:pt idx="5297">
                  <c:v>44015</c:v>
                </c:pt>
                <c:pt idx="5298">
                  <c:v>44016</c:v>
                </c:pt>
                <c:pt idx="5299">
                  <c:v>44017</c:v>
                </c:pt>
                <c:pt idx="5300">
                  <c:v>44018</c:v>
                </c:pt>
                <c:pt idx="5301">
                  <c:v>44019</c:v>
                </c:pt>
                <c:pt idx="5302">
                  <c:v>44020</c:v>
                </c:pt>
                <c:pt idx="5303">
                  <c:v>44021</c:v>
                </c:pt>
                <c:pt idx="5304">
                  <c:v>44022</c:v>
                </c:pt>
                <c:pt idx="5305">
                  <c:v>44023</c:v>
                </c:pt>
                <c:pt idx="5306">
                  <c:v>44024</c:v>
                </c:pt>
                <c:pt idx="5307">
                  <c:v>44025</c:v>
                </c:pt>
                <c:pt idx="5308">
                  <c:v>44026</c:v>
                </c:pt>
                <c:pt idx="5309">
                  <c:v>44027</c:v>
                </c:pt>
                <c:pt idx="5310">
                  <c:v>44028</c:v>
                </c:pt>
                <c:pt idx="5311">
                  <c:v>44029</c:v>
                </c:pt>
                <c:pt idx="5312">
                  <c:v>44030</c:v>
                </c:pt>
                <c:pt idx="5313">
                  <c:v>44031</c:v>
                </c:pt>
                <c:pt idx="5314">
                  <c:v>44032</c:v>
                </c:pt>
                <c:pt idx="5315">
                  <c:v>44033</c:v>
                </c:pt>
                <c:pt idx="5316">
                  <c:v>44034</c:v>
                </c:pt>
                <c:pt idx="5317">
                  <c:v>44035</c:v>
                </c:pt>
                <c:pt idx="5318">
                  <c:v>44036</c:v>
                </c:pt>
                <c:pt idx="5319">
                  <c:v>44037</c:v>
                </c:pt>
                <c:pt idx="5320">
                  <c:v>44038</c:v>
                </c:pt>
                <c:pt idx="5321">
                  <c:v>44039</c:v>
                </c:pt>
                <c:pt idx="5322">
                  <c:v>44040</c:v>
                </c:pt>
                <c:pt idx="5323">
                  <c:v>44041</c:v>
                </c:pt>
                <c:pt idx="5324">
                  <c:v>44042</c:v>
                </c:pt>
                <c:pt idx="5325">
                  <c:v>44043</c:v>
                </c:pt>
                <c:pt idx="5326">
                  <c:v>44044</c:v>
                </c:pt>
                <c:pt idx="5327">
                  <c:v>44045</c:v>
                </c:pt>
                <c:pt idx="5328">
                  <c:v>44046</c:v>
                </c:pt>
                <c:pt idx="5329">
                  <c:v>44047</c:v>
                </c:pt>
                <c:pt idx="5330">
                  <c:v>44048</c:v>
                </c:pt>
                <c:pt idx="5331">
                  <c:v>44049</c:v>
                </c:pt>
                <c:pt idx="5332">
                  <c:v>44050</c:v>
                </c:pt>
                <c:pt idx="5333">
                  <c:v>44051</c:v>
                </c:pt>
                <c:pt idx="5334">
                  <c:v>44052</c:v>
                </c:pt>
                <c:pt idx="5335">
                  <c:v>44053</c:v>
                </c:pt>
                <c:pt idx="5336">
                  <c:v>44054</c:v>
                </c:pt>
                <c:pt idx="5337">
                  <c:v>44055</c:v>
                </c:pt>
                <c:pt idx="5338">
                  <c:v>44056</c:v>
                </c:pt>
                <c:pt idx="5339">
                  <c:v>44057</c:v>
                </c:pt>
                <c:pt idx="5340">
                  <c:v>44058</c:v>
                </c:pt>
                <c:pt idx="5341">
                  <c:v>44059</c:v>
                </c:pt>
                <c:pt idx="5342">
                  <c:v>44060</c:v>
                </c:pt>
                <c:pt idx="5343">
                  <c:v>44061</c:v>
                </c:pt>
                <c:pt idx="5344">
                  <c:v>44062</c:v>
                </c:pt>
                <c:pt idx="5345">
                  <c:v>44063</c:v>
                </c:pt>
                <c:pt idx="5346">
                  <c:v>44064</c:v>
                </c:pt>
                <c:pt idx="5347">
                  <c:v>44065</c:v>
                </c:pt>
                <c:pt idx="5348">
                  <c:v>44066</c:v>
                </c:pt>
                <c:pt idx="5349">
                  <c:v>44067</c:v>
                </c:pt>
                <c:pt idx="5350">
                  <c:v>44068</c:v>
                </c:pt>
                <c:pt idx="5351">
                  <c:v>44069</c:v>
                </c:pt>
                <c:pt idx="5352">
                  <c:v>44070</c:v>
                </c:pt>
                <c:pt idx="5353">
                  <c:v>44071</c:v>
                </c:pt>
                <c:pt idx="5354">
                  <c:v>44072</c:v>
                </c:pt>
                <c:pt idx="5355">
                  <c:v>44073</c:v>
                </c:pt>
                <c:pt idx="5356">
                  <c:v>44074</c:v>
                </c:pt>
                <c:pt idx="5357">
                  <c:v>44075</c:v>
                </c:pt>
                <c:pt idx="5358">
                  <c:v>44076</c:v>
                </c:pt>
                <c:pt idx="5359">
                  <c:v>44077</c:v>
                </c:pt>
                <c:pt idx="5360">
                  <c:v>44078</c:v>
                </c:pt>
                <c:pt idx="5361">
                  <c:v>44079</c:v>
                </c:pt>
                <c:pt idx="5362">
                  <c:v>44080</c:v>
                </c:pt>
                <c:pt idx="5363">
                  <c:v>44081</c:v>
                </c:pt>
                <c:pt idx="5364">
                  <c:v>44082</c:v>
                </c:pt>
                <c:pt idx="5365">
                  <c:v>44083</c:v>
                </c:pt>
                <c:pt idx="5366">
                  <c:v>44084</c:v>
                </c:pt>
                <c:pt idx="5367">
                  <c:v>44085</c:v>
                </c:pt>
                <c:pt idx="5368">
                  <c:v>44086</c:v>
                </c:pt>
                <c:pt idx="5369">
                  <c:v>44087</c:v>
                </c:pt>
                <c:pt idx="5370">
                  <c:v>44088</c:v>
                </c:pt>
                <c:pt idx="5371">
                  <c:v>44089</c:v>
                </c:pt>
                <c:pt idx="5372">
                  <c:v>44090</c:v>
                </c:pt>
                <c:pt idx="5373">
                  <c:v>44091</c:v>
                </c:pt>
                <c:pt idx="5374">
                  <c:v>44092</c:v>
                </c:pt>
                <c:pt idx="5375">
                  <c:v>44093</c:v>
                </c:pt>
                <c:pt idx="5376">
                  <c:v>44094</c:v>
                </c:pt>
                <c:pt idx="5377">
                  <c:v>44095</c:v>
                </c:pt>
                <c:pt idx="5378">
                  <c:v>44096</c:v>
                </c:pt>
                <c:pt idx="5379">
                  <c:v>44097</c:v>
                </c:pt>
                <c:pt idx="5380">
                  <c:v>44098</c:v>
                </c:pt>
                <c:pt idx="5381">
                  <c:v>44099</c:v>
                </c:pt>
                <c:pt idx="5382">
                  <c:v>44100</c:v>
                </c:pt>
                <c:pt idx="5383">
                  <c:v>44101</c:v>
                </c:pt>
                <c:pt idx="5384">
                  <c:v>44102</c:v>
                </c:pt>
                <c:pt idx="5385">
                  <c:v>44103</c:v>
                </c:pt>
                <c:pt idx="5386">
                  <c:v>44104</c:v>
                </c:pt>
                <c:pt idx="5387">
                  <c:v>44105</c:v>
                </c:pt>
                <c:pt idx="5388">
                  <c:v>44106</c:v>
                </c:pt>
                <c:pt idx="5389">
                  <c:v>44107</c:v>
                </c:pt>
                <c:pt idx="5390">
                  <c:v>44108</c:v>
                </c:pt>
                <c:pt idx="5391">
                  <c:v>44109</c:v>
                </c:pt>
                <c:pt idx="5392">
                  <c:v>44110</c:v>
                </c:pt>
                <c:pt idx="5393">
                  <c:v>44111</c:v>
                </c:pt>
                <c:pt idx="5394">
                  <c:v>44112</c:v>
                </c:pt>
                <c:pt idx="5395">
                  <c:v>44113</c:v>
                </c:pt>
                <c:pt idx="5396">
                  <c:v>44114</c:v>
                </c:pt>
                <c:pt idx="5397">
                  <c:v>44115</c:v>
                </c:pt>
                <c:pt idx="5398">
                  <c:v>44116</c:v>
                </c:pt>
                <c:pt idx="5399">
                  <c:v>44117</c:v>
                </c:pt>
                <c:pt idx="5400">
                  <c:v>44118</c:v>
                </c:pt>
                <c:pt idx="5401">
                  <c:v>44119</c:v>
                </c:pt>
                <c:pt idx="5402">
                  <c:v>44120</c:v>
                </c:pt>
                <c:pt idx="5403">
                  <c:v>44121</c:v>
                </c:pt>
                <c:pt idx="5404">
                  <c:v>44122</c:v>
                </c:pt>
                <c:pt idx="5405">
                  <c:v>44123</c:v>
                </c:pt>
                <c:pt idx="5406">
                  <c:v>44124</c:v>
                </c:pt>
                <c:pt idx="5407">
                  <c:v>44125</c:v>
                </c:pt>
                <c:pt idx="5408">
                  <c:v>44126</c:v>
                </c:pt>
                <c:pt idx="5409">
                  <c:v>44127</c:v>
                </c:pt>
                <c:pt idx="5410">
                  <c:v>44128</c:v>
                </c:pt>
                <c:pt idx="5411">
                  <c:v>44129</c:v>
                </c:pt>
                <c:pt idx="5412">
                  <c:v>44130</c:v>
                </c:pt>
                <c:pt idx="5413">
                  <c:v>44131</c:v>
                </c:pt>
                <c:pt idx="5414">
                  <c:v>44132</c:v>
                </c:pt>
                <c:pt idx="5415">
                  <c:v>44133</c:v>
                </c:pt>
                <c:pt idx="5416">
                  <c:v>44134</c:v>
                </c:pt>
                <c:pt idx="5417">
                  <c:v>44135</c:v>
                </c:pt>
                <c:pt idx="5418">
                  <c:v>44136</c:v>
                </c:pt>
                <c:pt idx="5419">
                  <c:v>44137</c:v>
                </c:pt>
                <c:pt idx="5420">
                  <c:v>44138</c:v>
                </c:pt>
                <c:pt idx="5421">
                  <c:v>44139</c:v>
                </c:pt>
                <c:pt idx="5422">
                  <c:v>44140</c:v>
                </c:pt>
                <c:pt idx="5423">
                  <c:v>44141</c:v>
                </c:pt>
                <c:pt idx="5424">
                  <c:v>44142</c:v>
                </c:pt>
                <c:pt idx="5425">
                  <c:v>44143</c:v>
                </c:pt>
                <c:pt idx="5426">
                  <c:v>44144</c:v>
                </c:pt>
                <c:pt idx="5427">
                  <c:v>44145</c:v>
                </c:pt>
                <c:pt idx="5428">
                  <c:v>44146</c:v>
                </c:pt>
                <c:pt idx="5429">
                  <c:v>44147</c:v>
                </c:pt>
                <c:pt idx="5430">
                  <c:v>44148</c:v>
                </c:pt>
                <c:pt idx="5431">
                  <c:v>44149</c:v>
                </c:pt>
                <c:pt idx="5432">
                  <c:v>44150</c:v>
                </c:pt>
                <c:pt idx="5433">
                  <c:v>44151</c:v>
                </c:pt>
                <c:pt idx="5434">
                  <c:v>44152</c:v>
                </c:pt>
                <c:pt idx="5435">
                  <c:v>44153</c:v>
                </c:pt>
                <c:pt idx="5436">
                  <c:v>44154</c:v>
                </c:pt>
                <c:pt idx="5437">
                  <c:v>44155</c:v>
                </c:pt>
                <c:pt idx="5438">
                  <c:v>44156</c:v>
                </c:pt>
                <c:pt idx="5439">
                  <c:v>44157</c:v>
                </c:pt>
                <c:pt idx="5440">
                  <c:v>44158</c:v>
                </c:pt>
                <c:pt idx="5441">
                  <c:v>44159</c:v>
                </c:pt>
                <c:pt idx="5442">
                  <c:v>44160</c:v>
                </c:pt>
                <c:pt idx="5443">
                  <c:v>44161</c:v>
                </c:pt>
                <c:pt idx="5444">
                  <c:v>44162</c:v>
                </c:pt>
                <c:pt idx="5445">
                  <c:v>44163</c:v>
                </c:pt>
                <c:pt idx="5446">
                  <c:v>44164</c:v>
                </c:pt>
                <c:pt idx="5447">
                  <c:v>44165</c:v>
                </c:pt>
                <c:pt idx="5448">
                  <c:v>44166</c:v>
                </c:pt>
                <c:pt idx="5449">
                  <c:v>44167</c:v>
                </c:pt>
                <c:pt idx="5450">
                  <c:v>44168</c:v>
                </c:pt>
                <c:pt idx="5451">
                  <c:v>44169</c:v>
                </c:pt>
                <c:pt idx="5452">
                  <c:v>44170</c:v>
                </c:pt>
                <c:pt idx="5453">
                  <c:v>44171</c:v>
                </c:pt>
                <c:pt idx="5454">
                  <c:v>44172</c:v>
                </c:pt>
                <c:pt idx="5455">
                  <c:v>44173</c:v>
                </c:pt>
                <c:pt idx="5456">
                  <c:v>44174</c:v>
                </c:pt>
                <c:pt idx="5457">
                  <c:v>44175</c:v>
                </c:pt>
                <c:pt idx="5458">
                  <c:v>44176</c:v>
                </c:pt>
                <c:pt idx="5459">
                  <c:v>44177</c:v>
                </c:pt>
                <c:pt idx="5460">
                  <c:v>44178</c:v>
                </c:pt>
                <c:pt idx="5461">
                  <c:v>44179</c:v>
                </c:pt>
                <c:pt idx="5462">
                  <c:v>44180</c:v>
                </c:pt>
                <c:pt idx="5463">
                  <c:v>44181</c:v>
                </c:pt>
                <c:pt idx="5464">
                  <c:v>44182</c:v>
                </c:pt>
                <c:pt idx="5465">
                  <c:v>44183</c:v>
                </c:pt>
                <c:pt idx="5466">
                  <c:v>44184</c:v>
                </c:pt>
                <c:pt idx="5467">
                  <c:v>44185</c:v>
                </c:pt>
                <c:pt idx="5468">
                  <c:v>44186</c:v>
                </c:pt>
                <c:pt idx="5469">
                  <c:v>44187</c:v>
                </c:pt>
                <c:pt idx="5470">
                  <c:v>44188</c:v>
                </c:pt>
                <c:pt idx="5471">
                  <c:v>44189</c:v>
                </c:pt>
                <c:pt idx="5472">
                  <c:v>44190</c:v>
                </c:pt>
                <c:pt idx="5473">
                  <c:v>44191</c:v>
                </c:pt>
                <c:pt idx="5474">
                  <c:v>44192</c:v>
                </c:pt>
                <c:pt idx="5475">
                  <c:v>44193</c:v>
                </c:pt>
                <c:pt idx="5476">
                  <c:v>44194</c:v>
                </c:pt>
                <c:pt idx="5477">
                  <c:v>44195</c:v>
                </c:pt>
                <c:pt idx="5478">
                  <c:v>44196</c:v>
                </c:pt>
                <c:pt idx="5479">
                  <c:v>44197</c:v>
                </c:pt>
                <c:pt idx="5480">
                  <c:v>44198</c:v>
                </c:pt>
                <c:pt idx="5481">
                  <c:v>44199</c:v>
                </c:pt>
                <c:pt idx="5482">
                  <c:v>44200</c:v>
                </c:pt>
                <c:pt idx="5483">
                  <c:v>44201</c:v>
                </c:pt>
                <c:pt idx="5484">
                  <c:v>44202</c:v>
                </c:pt>
                <c:pt idx="5485">
                  <c:v>44203</c:v>
                </c:pt>
                <c:pt idx="5486">
                  <c:v>44204</c:v>
                </c:pt>
                <c:pt idx="5487">
                  <c:v>44205</c:v>
                </c:pt>
                <c:pt idx="5488">
                  <c:v>44206</c:v>
                </c:pt>
                <c:pt idx="5489">
                  <c:v>44207</c:v>
                </c:pt>
                <c:pt idx="5490">
                  <c:v>44208</c:v>
                </c:pt>
                <c:pt idx="5491">
                  <c:v>44209</c:v>
                </c:pt>
                <c:pt idx="5492">
                  <c:v>44210</c:v>
                </c:pt>
                <c:pt idx="5493">
                  <c:v>44211</c:v>
                </c:pt>
                <c:pt idx="5494">
                  <c:v>44212</c:v>
                </c:pt>
                <c:pt idx="5495">
                  <c:v>44213</c:v>
                </c:pt>
                <c:pt idx="5496">
                  <c:v>44214</c:v>
                </c:pt>
                <c:pt idx="5497">
                  <c:v>44215</c:v>
                </c:pt>
                <c:pt idx="5498">
                  <c:v>44216</c:v>
                </c:pt>
                <c:pt idx="5499">
                  <c:v>44217</c:v>
                </c:pt>
                <c:pt idx="5500">
                  <c:v>44218</c:v>
                </c:pt>
                <c:pt idx="5501">
                  <c:v>44219</c:v>
                </c:pt>
                <c:pt idx="5502">
                  <c:v>44220</c:v>
                </c:pt>
                <c:pt idx="5503">
                  <c:v>44221</c:v>
                </c:pt>
                <c:pt idx="5504">
                  <c:v>44222</c:v>
                </c:pt>
                <c:pt idx="5505">
                  <c:v>44223</c:v>
                </c:pt>
                <c:pt idx="5506">
                  <c:v>44224</c:v>
                </c:pt>
                <c:pt idx="5507">
                  <c:v>44225</c:v>
                </c:pt>
                <c:pt idx="5508">
                  <c:v>44226</c:v>
                </c:pt>
                <c:pt idx="5509">
                  <c:v>44227</c:v>
                </c:pt>
                <c:pt idx="5510">
                  <c:v>44228</c:v>
                </c:pt>
                <c:pt idx="5511">
                  <c:v>44229</c:v>
                </c:pt>
                <c:pt idx="5512">
                  <c:v>44230</c:v>
                </c:pt>
                <c:pt idx="5513">
                  <c:v>44231</c:v>
                </c:pt>
                <c:pt idx="5514">
                  <c:v>44232</c:v>
                </c:pt>
                <c:pt idx="5515">
                  <c:v>44233</c:v>
                </c:pt>
                <c:pt idx="5516">
                  <c:v>44234</c:v>
                </c:pt>
                <c:pt idx="5517">
                  <c:v>44235</c:v>
                </c:pt>
                <c:pt idx="5518">
                  <c:v>44236</c:v>
                </c:pt>
                <c:pt idx="5519">
                  <c:v>44237</c:v>
                </c:pt>
                <c:pt idx="5520">
                  <c:v>44238</c:v>
                </c:pt>
                <c:pt idx="5521">
                  <c:v>44239</c:v>
                </c:pt>
                <c:pt idx="5522">
                  <c:v>44240</c:v>
                </c:pt>
                <c:pt idx="5523">
                  <c:v>44241</c:v>
                </c:pt>
                <c:pt idx="5524">
                  <c:v>44242</c:v>
                </c:pt>
                <c:pt idx="5525">
                  <c:v>44243</c:v>
                </c:pt>
                <c:pt idx="5526">
                  <c:v>44244</c:v>
                </c:pt>
                <c:pt idx="5527">
                  <c:v>44245</c:v>
                </c:pt>
                <c:pt idx="5528">
                  <c:v>44246</c:v>
                </c:pt>
                <c:pt idx="5529">
                  <c:v>44247</c:v>
                </c:pt>
                <c:pt idx="5530">
                  <c:v>44248</c:v>
                </c:pt>
                <c:pt idx="5531">
                  <c:v>44249</c:v>
                </c:pt>
                <c:pt idx="5532">
                  <c:v>44250</c:v>
                </c:pt>
                <c:pt idx="5533">
                  <c:v>44251</c:v>
                </c:pt>
                <c:pt idx="5534">
                  <c:v>44252</c:v>
                </c:pt>
                <c:pt idx="5535">
                  <c:v>44253</c:v>
                </c:pt>
                <c:pt idx="5536">
                  <c:v>44254</c:v>
                </c:pt>
                <c:pt idx="5537">
                  <c:v>44255</c:v>
                </c:pt>
                <c:pt idx="5538">
                  <c:v>44256</c:v>
                </c:pt>
                <c:pt idx="5539">
                  <c:v>44257</c:v>
                </c:pt>
                <c:pt idx="5540">
                  <c:v>44258</c:v>
                </c:pt>
                <c:pt idx="5541">
                  <c:v>44259</c:v>
                </c:pt>
                <c:pt idx="5542">
                  <c:v>44260</c:v>
                </c:pt>
                <c:pt idx="5543">
                  <c:v>44261</c:v>
                </c:pt>
                <c:pt idx="5544">
                  <c:v>44262</c:v>
                </c:pt>
                <c:pt idx="5545">
                  <c:v>44263</c:v>
                </c:pt>
                <c:pt idx="5546">
                  <c:v>44264</c:v>
                </c:pt>
                <c:pt idx="5547">
                  <c:v>44265</c:v>
                </c:pt>
                <c:pt idx="5548">
                  <c:v>44266</c:v>
                </c:pt>
                <c:pt idx="5549">
                  <c:v>44267</c:v>
                </c:pt>
                <c:pt idx="5550">
                  <c:v>44268</c:v>
                </c:pt>
                <c:pt idx="5551">
                  <c:v>44269</c:v>
                </c:pt>
                <c:pt idx="5552">
                  <c:v>44270</c:v>
                </c:pt>
                <c:pt idx="5553">
                  <c:v>44271</c:v>
                </c:pt>
                <c:pt idx="5554">
                  <c:v>44272</c:v>
                </c:pt>
                <c:pt idx="5555">
                  <c:v>44273</c:v>
                </c:pt>
                <c:pt idx="5556">
                  <c:v>44274</c:v>
                </c:pt>
                <c:pt idx="5557">
                  <c:v>44275</c:v>
                </c:pt>
                <c:pt idx="5558">
                  <c:v>44276</c:v>
                </c:pt>
                <c:pt idx="5559">
                  <c:v>44277</c:v>
                </c:pt>
                <c:pt idx="5560">
                  <c:v>44278</c:v>
                </c:pt>
                <c:pt idx="5561">
                  <c:v>44279</c:v>
                </c:pt>
                <c:pt idx="5562">
                  <c:v>44280</c:v>
                </c:pt>
                <c:pt idx="5563">
                  <c:v>44281</c:v>
                </c:pt>
                <c:pt idx="5564">
                  <c:v>44282</c:v>
                </c:pt>
                <c:pt idx="5565">
                  <c:v>44283</c:v>
                </c:pt>
                <c:pt idx="5566">
                  <c:v>44284</c:v>
                </c:pt>
                <c:pt idx="5567">
                  <c:v>44285</c:v>
                </c:pt>
                <c:pt idx="5568">
                  <c:v>44286</c:v>
                </c:pt>
                <c:pt idx="5569">
                  <c:v>44287</c:v>
                </c:pt>
                <c:pt idx="5570">
                  <c:v>44288</c:v>
                </c:pt>
                <c:pt idx="5571">
                  <c:v>44289</c:v>
                </c:pt>
                <c:pt idx="5572">
                  <c:v>44290</c:v>
                </c:pt>
                <c:pt idx="5573">
                  <c:v>44291</c:v>
                </c:pt>
                <c:pt idx="5574">
                  <c:v>44292</c:v>
                </c:pt>
                <c:pt idx="5575">
                  <c:v>44293</c:v>
                </c:pt>
                <c:pt idx="5576">
                  <c:v>44294</c:v>
                </c:pt>
                <c:pt idx="5577">
                  <c:v>44295</c:v>
                </c:pt>
                <c:pt idx="5578">
                  <c:v>44296</c:v>
                </c:pt>
                <c:pt idx="5579">
                  <c:v>44297</c:v>
                </c:pt>
                <c:pt idx="5580">
                  <c:v>44298</c:v>
                </c:pt>
                <c:pt idx="5581">
                  <c:v>44299</c:v>
                </c:pt>
                <c:pt idx="5582">
                  <c:v>44300</c:v>
                </c:pt>
                <c:pt idx="5583">
                  <c:v>44301</c:v>
                </c:pt>
                <c:pt idx="5584">
                  <c:v>44302</c:v>
                </c:pt>
                <c:pt idx="5585">
                  <c:v>44303</c:v>
                </c:pt>
                <c:pt idx="5586">
                  <c:v>44304</c:v>
                </c:pt>
                <c:pt idx="5587">
                  <c:v>44305</c:v>
                </c:pt>
                <c:pt idx="5588">
                  <c:v>44306</c:v>
                </c:pt>
                <c:pt idx="5589">
                  <c:v>44307</c:v>
                </c:pt>
                <c:pt idx="5590">
                  <c:v>44308</c:v>
                </c:pt>
                <c:pt idx="5591">
                  <c:v>44309</c:v>
                </c:pt>
                <c:pt idx="5592">
                  <c:v>44310</c:v>
                </c:pt>
                <c:pt idx="5593">
                  <c:v>44311</c:v>
                </c:pt>
                <c:pt idx="5594">
                  <c:v>44312</c:v>
                </c:pt>
                <c:pt idx="5595">
                  <c:v>44313</c:v>
                </c:pt>
                <c:pt idx="5596">
                  <c:v>44314</c:v>
                </c:pt>
                <c:pt idx="5597">
                  <c:v>44315</c:v>
                </c:pt>
                <c:pt idx="5598">
                  <c:v>44316</c:v>
                </c:pt>
                <c:pt idx="5599">
                  <c:v>44317</c:v>
                </c:pt>
                <c:pt idx="5600">
                  <c:v>44318</c:v>
                </c:pt>
                <c:pt idx="5601">
                  <c:v>44319</c:v>
                </c:pt>
                <c:pt idx="5602">
                  <c:v>44320</c:v>
                </c:pt>
                <c:pt idx="5603">
                  <c:v>44321</c:v>
                </c:pt>
                <c:pt idx="5604">
                  <c:v>44322</c:v>
                </c:pt>
                <c:pt idx="5605">
                  <c:v>44323</c:v>
                </c:pt>
                <c:pt idx="5606">
                  <c:v>44324</c:v>
                </c:pt>
                <c:pt idx="5607">
                  <c:v>44325</c:v>
                </c:pt>
                <c:pt idx="5608">
                  <c:v>44326</c:v>
                </c:pt>
                <c:pt idx="5609">
                  <c:v>44327</c:v>
                </c:pt>
                <c:pt idx="5610">
                  <c:v>44328</c:v>
                </c:pt>
                <c:pt idx="5611">
                  <c:v>44329</c:v>
                </c:pt>
                <c:pt idx="5612">
                  <c:v>44330</c:v>
                </c:pt>
                <c:pt idx="5613">
                  <c:v>44331</c:v>
                </c:pt>
                <c:pt idx="5614">
                  <c:v>44332</c:v>
                </c:pt>
                <c:pt idx="5615">
                  <c:v>44333</c:v>
                </c:pt>
                <c:pt idx="5616">
                  <c:v>44334</c:v>
                </c:pt>
                <c:pt idx="5617">
                  <c:v>44335</c:v>
                </c:pt>
                <c:pt idx="5618">
                  <c:v>44336</c:v>
                </c:pt>
                <c:pt idx="5619">
                  <c:v>44337</c:v>
                </c:pt>
                <c:pt idx="5620">
                  <c:v>44338</c:v>
                </c:pt>
                <c:pt idx="5621">
                  <c:v>44339</c:v>
                </c:pt>
                <c:pt idx="5622">
                  <c:v>44340</c:v>
                </c:pt>
                <c:pt idx="5623">
                  <c:v>44341</c:v>
                </c:pt>
                <c:pt idx="5624">
                  <c:v>44342</c:v>
                </c:pt>
                <c:pt idx="5625">
                  <c:v>44343</c:v>
                </c:pt>
                <c:pt idx="5626">
                  <c:v>44344</c:v>
                </c:pt>
                <c:pt idx="5627">
                  <c:v>44345</c:v>
                </c:pt>
                <c:pt idx="5628">
                  <c:v>44346</c:v>
                </c:pt>
                <c:pt idx="5629">
                  <c:v>44347</c:v>
                </c:pt>
                <c:pt idx="5630">
                  <c:v>44348</c:v>
                </c:pt>
                <c:pt idx="5631">
                  <c:v>44349</c:v>
                </c:pt>
                <c:pt idx="5632">
                  <c:v>44350</c:v>
                </c:pt>
                <c:pt idx="5633">
                  <c:v>44351</c:v>
                </c:pt>
                <c:pt idx="5634">
                  <c:v>44352</c:v>
                </c:pt>
                <c:pt idx="5635">
                  <c:v>44353</c:v>
                </c:pt>
                <c:pt idx="5636">
                  <c:v>44354</c:v>
                </c:pt>
                <c:pt idx="5637">
                  <c:v>44355</c:v>
                </c:pt>
                <c:pt idx="5638">
                  <c:v>44356</c:v>
                </c:pt>
                <c:pt idx="5639">
                  <c:v>44357</c:v>
                </c:pt>
                <c:pt idx="5640">
                  <c:v>44358</c:v>
                </c:pt>
                <c:pt idx="5641">
                  <c:v>44359</c:v>
                </c:pt>
                <c:pt idx="5642">
                  <c:v>44360</c:v>
                </c:pt>
                <c:pt idx="5643">
                  <c:v>44361</c:v>
                </c:pt>
                <c:pt idx="5644">
                  <c:v>44362</c:v>
                </c:pt>
                <c:pt idx="5645">
                  <c:v>44363</c:v>
                </c:pt>
                <c:pt idx="5646">
                  <c:v>44364</c:v>
                </c:pt>
                <c:pt idx="5647">
                  <c:v>44365</c:v>
                </c:pt>
                <c:pt idx="5648">
                  <c:v>44366</c:v>
                </c:pt>
                <c:pt idx="5649">
                  <c:v>44367</c:v>
                </c:pt>
                <c:pt idx="5650">
                  <c:v>44368</c:v>
                </c:pt>
                <c:pt idx="5651">
                  <c:v>44369</c:v>
                </c:pt>
                <c:pt idx="5652">
                  <c:v>44370</c:v>
                </c:pt>
                <c:pt idx="5653">
                  <c:v>44371</c:v>
                </c:pt>
                <c:pt idx="5654">
                  <c:v>44372</c:v>
                </c:pt>
                <c:pt idx="5655">
                  <c:v>44373</c:v>
                </c:pt>
                <c:pt idx="5656">
                  <c:v>44374</c:v>
                </c:pt>
                <c:pt idx="5657">
                  <c:v>44375</c:v>
                </c:pt>
                <c:pt idx="5658">
                  <c:v>44376</c:v>
                </c:pt>
                <c:pt idx="5659">
                  <c:v>44377</c:v>
                </c:pt>
                <c:pt idx="5660">
                  <c:v>44378</c:v>
                </c:pt>
                <c:pt idx="5661">
                  <c:v>44379</c:v>
                </c:pt>
                <c:pt idx="5662">
                  <c:v>44380</c:v>
                </c:pt>
                <c:pt idx="5663">
                  <c:v>44381</c:v>
                </c:pt>
                <c:pt idx="5664">
                  <c:v>44382</c:v>
                </c:pt>
                <c:pt idx="5665">
                  <c:v>44383</c:v>
                </c:pt>
                <c:pt idx="5666">
                  <c:v>44384</c:v>
                </c:pt>
                <c:pt idx="5667">
                  <c:v>44385</c:v>
                </c:pt>
                <c:pt idx="5668">
                  <c:v>44386</c:v>
                </c:pt>
                <c:pt idx="5669">
                  <c:v>44387</c:v>
                </c:pt>
                <c:pt idx="5670">
                  <c:v>44388</c:v>
                </c:pt>
                <c:pt idx="5671">
                  <c:v>44389</c:v>
                </c:pt>
                <c:pt idx="5672">
                  <c:v>44390</c:v>
                </c:pt>
                <c:pt idx="5673">
                  <c:v>44391</c:v>
                </c:pt>
                <c:pt idx="5674">
                  <c:v>44392</c:v>
                </c:pt>
                <c:pt idx="5675">
                  <c:v>44393</c:v>
                </c:pt>
                <c:pt idx="5676">
                  <c:v>44394</c:v>
                </c:pt>
                <c:pt idx="5677">
                  <c:v>44395</c:v>
                </c:pt>
                <c:pt idx="5678">
                  <c:v>44396</c:v>
                </c:pt>
                <c:pt idx="5679">
                  <c:v>44397</c:v>
                </c:pt>
                <c:pt idx="5680">
                  <c:v>44398</c:v>
                </c:pt>
                <c:pt idx="5681">
                  <c:v>44399</c:v>
                </c:pt>
                <c:pt idx="5682">
                  <c:v>44400</c:v>
                </c:pt>
                <c:pt idx="5683">
                  <c:v>44401</c:v>
                </c:pt>
                <c:pt idx="5684">
                  <c:v>44402</c:v>
                </c:pt>
                <c:pt idx="5685">
                  <c:v>44403</c:v>
                </c:pt>
                <c:pt idx="5686">
                  <c:v>44404</c:v>
                </c:pt>
                <c:pt idx="5687">
                  <c:v>44405</c:v>
                </c:pt>
                <c:pt idx="5688">
                  <c:v>44406</c:v>
                </c:pt>
                <c:pt idx="5689">
                  <c:v>44407</c:v>
                </c:pt>
                <c:pt idx="5690">
                  <c:v>44408</c:v>
                </c:pt>
                <c:pt idx="5691">
                  <c:v>44409</c:v>
                </c:pt>
                <c:pt idx="5692">
                  <c:v>44410</c:v>
                </c:pt>
                <c:pt idx="5693">
                  <c:v>44411</c:v>
                </c:pt>
                <c:pt idx="5694">
                  <c:v>44412</c:v>
                </c:pt>
                <c:pt idx="5695">
                  <c:v>44413</c:v>
                </c:pt>
                <c:pt idx="5696">
                  <c:v>44414</c:v>
                </c:pt>
                <c:pt idx="5697">
                  <c:v>44415</c:v>
                </c:pt>
                <c:pt idx="5698">
                  <c:v>44416</c:v>
                </c:pt>
                <c:pt idx="5699">
                  <c:v>44417</c:v>
                </c:pt>
                <c:pt idx="5700">
                  <c:v>44418</c:v>
                </c:pt>
                <c:pt idx="5701">
                  <c:v>44419</c:v>
                </c:pt>
                <c:pt idx="5702">
                  <c:v>44420</c:v>
                </c:pt>
                <c:pt idx="5703">
                  <c:v>44421</c:v>
                </c:pt>
                <c:pt idx="5704">
                  <c:v>44422</c:v>
                </c:pt>
                <c:pt idx="5705">
                  <c:v>44423</c:v>
                </c:pt>
                <c:pt idx="5706">
                  <c:v>44424</c:v>
                </c:pt>
                <c:pt idx="5707">
                  <c:v>44425</c:v>
                </c:pt>
                <c:pt idx="5708">
                  <c:v>44426</c:v>
                </c:pt>
                <c:pt idx="5709">
                  <c:v>44427</c:v>
                </c:pt>
                <c:pt idx="5710">
                  <c:v>44428</c:v>
                </c:pt>
                <c:pt idx="5711">
                  <c:v>44429</c:v>
                </c:pt>
                <c:pt idx="5712">
                  <c:v>44430</c:v>
                </c:pt>
                <c:pt idx="5713">
                  <c:v>44431</c:v>
                </c:pt>
                <c:pt idx="5714">
                  <c:v>44432</c:v>
                </c:pt>
                <c:pt idx="5715">
                  <c:v>44433</c:v>
                </c:pt>
                <c:pt idx="5716">
                  <c:v>44434</c:v>
                </c:pt>
                <c:pt idx="5717">
                  <c:v>44435</c:v>
                </c:pt>
                <c:pt idx="5718">
                  <c:v>44436</c:v>
                </c:pt>
                <c:pt idx="5719">
                  <c:v>44437</c:v>
                </c:pt>
                <c:pt idx="5720">
                  <c:v>44438</c:v>
                </c:pt>
                <c:pt idx="5721">
                  <c:v>44439</c:v>
                </c:pt>
                <c:pt idx="5722">
                  <c:v>44440</c:v>
                </c:pt>
                <c:pt idx="5723">
                  <c:v>44441</c:v>
                </c:pt>
                <c:pt idx="5724">
                  <c:v>44442</c:v>
                </c:pt>
                <c:pt idx="5725">
                  <c:v>44443</c:v>
                </c:pt>
                <c:pt idx="5726">
                  <c:v>44444</c:v>
                </c:pt>
                <c:pt idx="5727">
                  <c:v>44445</c:v>
                </c:pt>
                <c:pt idx="5728">
                  <c:v>44446</c:v>
                </c:pt>
                <c:pt idx="5729">
                  <c:v>44447</c:v>
                </c:pt>
                <c:pt idx="5730">
                  <c:v>44448</c:v>
                </c:pt>
                <c:pt idx="5731">
                  <c:v>44449</c:v>
                </c:pt>
                <c:pt idx="5732">
                  <c:v>44450</c:v>
                </c:pt>
                <c:pt idx="5733">
                  <c:v>44451</c:v>
                </c:pt>
                <c:pt idx="5734">
                  <c:v>44452</c:v>
                </c:pt>
                <c:pt idx="5735">
                  <c:v>44453</c:v>
                </c:pt>
                <c:pt idx="5736">
                  <c:v>44454</c:v>
                </c:pt>
                <c:pt idx="5737">
                  <c:v>44455</c:v>
                </c:pt>
                <c:pt idx="5738">
                  <c:v>44456</c:v>
                </c:pt>
                <c:pt idx="5739">
                  <c:v>44457</c:v>
                </c:pt>
                <c:pt idx="5740">
                  <c:v>44458</c:v>
                </c:pt>
                <c:pt idx="5741">
                  <c:v>44459</c:v>
                </c:pt>
                <c:pt idx="5742">
                  <c:v>44460</c:v>
                </c:pt>
                <c:pt idx="5743">
                  <c:v>44461</c:v>
                </c:pt>
                <c:pt idx="5744">
                  <c:v>44462</c:v>
                </c:pt>
                <c:pt idx="5745">
                  <c:v>44463</c:v>
                </c:pt>
                <c:pt idx="5746">
                  <c:v>44464</c:v>
                </c:pt>
                <c:pt idx="5747">
                  <c:v>44465</c:v>
                </c:pt>
                <c:pt idx="5748">
                  <c:v>44466</c:v>
                </c:pt>
                <c:pt idx="5749">
                  <c:v>44467</c:v>
                </c:pt>
                <c:pt idx="5750">
                  <c:v>44468</c:v>
                </c:pt>
                <c:pt idx="5751">
                  <c:v>44469</c:v>
                </c:pt>
                <c:pt idx="5752">
                  <c:v>44470</c:v>
                </c:pt>
                <c:pt idx="5753">
                  <c:v>44471</c:v>
                </c:pt>
                <c:pt idx="5754">
                  <c:v>44472</c:v>
                </c:pt>
                <c:pt idx="5755">
                  <c:v>44473</c:v>
                </c:pt>
                <c:pt idx="5756">
                  <c:v>44474</c:v>
                </c:pt>
                <c:pt idx="5757">
                  <c:v>44475</c:v>
                </c:pt>
                <c:pt idx="5758">
                  <c:v>44476</c:v>
                </c:pt>
                <c:pt idx="5759">
                  <c:v>44477</c:v>
                </c:pt>
                <c:pt idx="5760">
                  <c:v>44478</c:v>
                </c:pt>
                <c:pt idx="5761">
                  <c:v>44479</c:v>
                </c:pt>
                <c:pt idx="5762">
                  <c:v>44480</c:v>
                </c:pt>
                <c:pt idx="5763">
                  <c:v>44481</c:v>
                </c:pt>
                <c:pt idx="5764">
                  <c:v>44482</c:v>
                </c:pt>
                <c:pt idx="5765">
                  <c:v>44483</c:v>
                </c:pt>
                <c:pt idx="5766">
                  <c:v>44484</c:v>
                </c:pt>
                <c:pt idx="5767">
                  <c:v>44485</c:v>
                </c:pt>
                <c:pt idx="5768">
                  <c:v>44486</c:v>
                </c:pt>
                <c:pt idx="5769">
                  <c:v>44487</c:v>
                </c:pt>
                <c:pt idx="5770">
                  <c:v>44488</c:v>
                </c:pt>
                <c:pt idx="5771">
                  <c:v>44489</c:v>
                </c:pt>
                <c:pt idx="5772">
                  <c:v>44490</c:v>
                </c:pt>
                <c:pt idx="5773">
                  <c:v>44491</c:v>
                </c:pt>
                <c:pt idx="5774">
                  <c:v>44492</c:v>
                </c:pt>
                <c:pt idx="5775">
                  <c:v>44493</c:v>
                </c:pt>
                <c:pt idx="5776">
                  <c:v>44494</c:v>
                </c:pt>
                <c:pt idx="5777">
                  <c:v>44495</c:v>
                </c:pt>
                <c:pt idx="5778">
                  <c:v>44496</c:v>
                </c:pt>
                <c:pt idx="5779">
                  <c:v>44497</c:v>
                </c:pt>
                <c:pt idx="5780">
                  <c:v>44498</c:v>
                </c:pt>
                <c:pt idx="5781">
                  <c:v>44499</c:v>
                </c:pt>
                <c:pt idx="5782">
                  <c:v>44500</c:v>
                </c:pt>
                <c:pt idx="5783">
                  <c:v>44501</c:v>
                </c:pt>
                <c:pt idx="5784">
                  <c:v>44502</c:v>
                </c:pt>
                <c:pt idx="5785">
                  <c:v>44503</c:v>
                </c:pt>
                <c:pt idx="5786">
                  <c:v>44504</c:v>
                </c:pt>
                <c:pt idx="5787">
                  <c:v>44505</c:v>
                </c:pt>
                <c:pt idx="5788">
                  <c:v>44506</c:v>
                </c:pt>
                <c:pt idx="5789">
                  <c:v>44507</c:v>
                </c:pt>
                <c:pt idx="5790">
                  <c:v>44508</c:v>
                </c:pt>
                <c:pt idx="5791">
                  <c:v>44509</c:v>
                </c:pt>
                <c:pt idx="5792">
                  <c:v>44510</c:v>
                </c:pt>
                <c:pt idx="5793">
                  <c:v>44511</c:v>
                </c:pt>
                <c:pt idx="5794">
                  <c:v>44512</c:v>
                </c:pt>
                <c:pt idx="5795">
                  <c:v>44513</c:v>
                </c:pt>
                <c:pt idx="5796">
                  <c:v>44514</c:v>
                </c:pt>
                <c:pt idx="5797">
                  <c:v>44515</c:v>
                </c:pt>
                <c:pt idx="5798">
                  <c:v>44516</c:v>
                </c:pt>
                <c:pt idx="5799">
                  <c:v>44517</c:v>
                </c:pt>
                <c:pt idx="5800">
                  <c:v>44518</c:v>
                </c:pt>
                <c:pt idx="5801">
                  <c:v>44519</c:v>
                </c:pt>
                <c:pt idx="5802">
                  <c:v>44520</c:v>
                </c:pt>
                <c:pt idx="5803">
                  <c:v>44521</c:v>
                </c:pt>
                <c:pt idx="5804">
                  <c:v>44522</c:v>
                </c:pt>
                <c:pt idx="5805">
                  <c:v>44523</c:v>
                </c:pt>
                <c:pt idx="5806">
                  <c:v>44524</c:v>
                </c:pt>
                <c:pt idx="5807">
                  <c:v>44525</c:v>
                </c:pt>
                <c:pt idx="5808">
                  <c:v>44526</c:v>
                </c:pt>
                <c:pt idx="5809">
                  <c:v>44527</c:v>
                </c:pt>
                <c:pt idx="5810">
                  <c:v>44528</c:v>
                </c:pt>
                <c:pt idx="5811">
                  <c:v>44529</c:v>
                </c:pt>
                <c:pt idx="5812">
                  <c:v>44530</c:v>
                </c:pt>
                <c:pt idx="5813">
                  <c:v>44531</c:v>
                </c:pt>
                <c:pt idx="5814">
                  <c:v>44532</c:v>
                </c:pt>
                <c:pt idx="5815">
                  <c:v>44533</c:v>
                </c:pt>
                <c:pt idx="5816">
                  <c:v>44534</c:v>
                </c:pt>
                <c:pt idx="5817">
                  <c:v>44535</c:v>
                </c:pt>
                <c:pt idx="5818">
                  <c:v>44536</c:v>
                </c:pt>
                <c:pt idx="5819">
                  <c:v>44537</c:v>
                </c:pt>
                <c:pt idx="5820">
                  <c:v>44538</c:v>
                </c:pt>
                <c:pt idx="5821">
                  <c:v>44539</c:v>
                </c:pt>
                <c:pt idx="5822">
                  <c:v>44540</c:v>
                </c:pt>
                <c:pt idx="5823">
                  <c:v>44541</c:v>
                </c:pt>
                <c:pt idx="5824">
                  <c:v>44542</c:v>
                </c:pt>
                <c:pt idx="5825">
                  <c:v>44543</c:v>
                </c:pt>
                <c:pt idx="5826">
                  <c:v>44544</c:v>
                </c:pt>
                <c:pt idx="5827">
                  <c:v>44545</c:v>
                </c:pt>
                <c:pt idx="5828">
                  <c:v>44546</c:v>
                </c:pt>
                <c:pt idx="5829">
                  <c:v>44547</c:v>
                </c:pt>
                <c:pt idx="5830">
                  <c:v>44548</c:v>
                </c:pt>
                <c:pt idx="5831">
                  <c:v>44549</c:v>
                </c:pt>
                <c:pt idx="5832">
                  <c:v>44550</c:v>
                </c:pt>
                <c:pt idx="5833">
                  <c:v>44551</c:v>
                </c:pt>
                <c:pt idx="5834">
                  <c:v>44552</c:v>
                </c:pt>
                <c:pt idx="5835">
                  <c:v>44553</c:v>
                </c:pt>
                <c:pt idx="5836">
                  <c:v>44554</c:v>
                </c:pt>
                <c:pt idx="5837">
                  <c:v>44555</c:v>
                </c:pt>
                <c:pt idx="5838">
                  <c:v>44556</c:v>
                </c:pt>
                <c:pt idx="5839">
                  <c:v>44557</c:v>
                </c:pt>
                <c:pt idx="5840">
                  <c:v>44558</c:v>
                </c:pt>
                <c:pt idx="5841">
                  <c:v>44559</c:v>
                </c:pt>
                <c:pt idx="5842">
                  <c:v>44560</c:v>
                </c:pt>
                <c:pt idx="5843">
                  <c:v>44561</c:v>
                </c:pt>
                <c:pt idx="5844">
                  <c:v>44562</c:v>
                </c:pt>
                <c:pt idx="5845">
                  <c:v>44563</c:v>
                </c:pt>
                <c:pt idx="5846">
                  <c:v>44564</c:v>
                </c:pt>
                <c:pt idx="5847">
                  <c:v>44565</c:v>
                </c:pt>
                <c:pt idx="5848">
                  <c:v>44566</c:v>
                </c:pt>
                <c:pt idx="5849">
                  <c:v>44567</c:v>
                </c:pt>
                <c:pt idx="5850">
                  <c:v>44568</c:v>
                </c:pt>
                <c:pt idx="5851">
                  <c:v>44569</c:v>
                </c:pt>
                <c:pt idx="5852">
                  <c:v>44570</c:v>
                </c:pt>
                <c:pt idx="5853">
                  <c:v>44571</c:v>
                </c:pt>
                <c:pt idx="5854">
                  <c:v>44572</c:v>
                </c:pt>
                <c:pt idx="5855">
                  <c:v>44573</c:v>
                </c:pt>
                <c:pt idx="5856">
                  <c:v>44574</c:v>
                </c:pt>
                <c:pt idx="5857">
                  <c:v>44575</c:v>
                </c:pt>
                <c:pt idx="5858">
                  <c:v>44576</c:v>
                </c:pt>
                <c:pt idx="5859">
                  <c:v>44577</c:v>
                </c:pt>
                <c:pt idx="5860">
                  <c:v>44578</c:v>
                </c:pt>
                <c:pt idx="5861">
                  <c:v>44579</c:v>
                </c:pt>
                <c:pt idx="5862">
                  <c:v>44580</c:v>
                </c:pt>
                <c:pt idx="5863">
                  <c:v>44581</c:v>
                </c:pt>
                <c:pt idx="5864">
                  <c:v>44582</c:v>
                </c:pt>
                <c:pt idx="5865">
                  <c:v>44583</c:v>
                </c:pt>
                <c:pt idx="5866">
                  <c:v>44584</c:v>
                </c:pt>
                <c:pt idx="5867">
                  <c:v>44585</c:v>
                </c:pt>
                <c:pt idx="5868">
                  <c:v>44586</c:v>
                </c:pt>
                <c:pt idx="5869">
                  <c:v>44587</c:v>
                </c:pt>
                <c:pt idx="5870">
                  <c:v>44588</c:v>
                </c:pt>
                <c:pt idx="5871">
                  <c:v>44589</c:v>
                </c:pt>
                <c:pt idx="5872">
                  <c:v>44590</c:v>
                </c:pt>
                <c:pt idx="5873">
                  <c:v>44591</c:v>
                </c:pt>
                <c:pt idx="5874">
                  <c:v>44592</c:v>
                </c:pt>
                <c:pt idx="5875">
                  <c:v>44593</c:v>
                </c:pt>
                <c:pt idx="5876">
                  <c:v>44594</c:v>
                </c:pt>
                <c:pt idx="5877">
                  <c:v>44595</c:v>
                </c:pt>
                <c:pt idx="5878">
                  <c:v>44596</c:v>
                </c:pt>
                <c:pt idx="5879">
                  <c:v>44597</c:v>
                </c:pt>
                <c:pt idx="5880">
                  <c:v>44598</c:v>
                </c:pt>
                <c:pt idx="5881">
                  <c:v>44599</c:v>
                </c:pt>
                <c:pt idx="5882">
                  <c:v>44600</c:v>
                </c:pt>
                <c:pt idx="5883">
                  <c:v>44601</c:v>
                </c:pt>
                <c:pt idx="5884">
                  <c:v>44602</c:v>
                </c:pt>
                <c:pt idx="5885">
                  <c:v>44603</c:v>
                </c:pt>
                <c:pt idx="5886">
                  <c:v>44604</c:v>
                </c:pt>
                <c:pt idx="5887">
                  <c:v>44605</c:v>
                </c:pt>
                <c:pt idx="5888">
                  <c:v>44606</c:v>
                </c:pt>
                <c:pt idx="5889">
                  <c:v>44607</c:v>
                </c:pt>
                <c:pt idx="5890">
                  <c:v>44608</c:v>
                </c:pt>
                <c:pt idx="5891">
                  <c:v>44609</c:v>
                </c:pt>
                <c:pt idx="5892">
                  <c:v>44610</c:v>
                </c:pt>
                <c:pt idx="5893">
                  <c:v>44611</c:v>
                </c:pt>
                <c:pt idx="5894">
                  <c:v>44612</c:v>
                </c:pt>
                <c:pt idx="5895">
                  <c:v>44613</c:v>
                </c:pt>
                <c:pt idx="5896">
                  <c:v>44614</c:v>
                </c:pt>
                <c:pt idx="5897">
                  <c:v>44615</c:v>
                </c:pt>
                <c:pt idx="5898">
                  <c:v>44616</c:v>
                </c:pt>
                <c:pt idx="5899">
                  <c:v>44617</c:v>
                </c:pt>
                <c:pt idx="5900">
                  <c:v>44618</c:v>
                </c:pt>
                <c:pt idx="5901">
                  <c:v>44619</c:v>
                </c:pt>
                <c:pt idx="5902">
                  <c:v>44620</c:v>
                </c:pt>
                <c:pt idx="5903">
                  <c:v>44621</c:v>
                </c:pt>
                <c:pt idx="5904">
                  <c:v>44622</c:v>
                </c:pt>
                <c:pt idx="5905">
                  <c:v>44623</c:v>
                </c:pt>
                <c:pt idx="5906">
                  <c:v>44624</c:v>
                </c:pt>
                <c:pt idx="5907">
                  <c:v>44625</c:v>
                </c:pt>
                <c:pt idx="5908">
                  <c:v>44626</c:v>
                </c:pt>
                <c:pt idx="5909">
                  <c:v>44627</c:v>
                </c:pt>
                <c:pt idx="5910">
                  <c:v>44628</c:v>
                </c:pt>
                <c:pt idx="5911">
                  <c:v>44629</c:v>
                </c:pt>
                <c:pt idx="5912">
                  <c:v>44630</c:v>
                </c:pt>
                <c:pt idx="5913">
                  <c:v>44631</c:v>
                </c:pt>
                <c:pt idx="5914">
                  <c:v>44632</c:v>
                </c:pt>
                <c:pt idx="5915">
                  <c:v>44633</c:v>
                </c:pt>
                <c:pt idx="5916">
                  <c:v>44634</c:v>
                </c:pt>
                <c:pt idx="5917">
                  <c:v>44635</c:v>
                </c:pt>
                <c:pt idx="5918">
                  <c:v>44636</c:v>
                </c:pt>
                <c:pt idx="5919">
                  <c:v>44637</c:v>
                </c:pt>
                <c:pt idx="5920">
                  <c:v>44638</c:v>
                </c:pt>
                <c:pt idx="5921">
                  <c:v>44639</c:v>
                </c:pt>
                <c:pt idx="5922">
                  <c:v>44640</c:v>
                </c:pt>
                <c:pt idx="5923">
                  <c:v>44641</c:v>
                </c:pt>
                <c:pt idx="5924">
                  <c:v>44642</c:v>
                </c:pt>
                <c:pt idx="5925">
                  <c:v>44643</c:v>
                </c:pt>
                <c:pt idx="5926">
                  <c:v>44644</c:v>
                </c:pt>
                <c:pt idx="5927">
                  <c:v>44645</c:v>
                </c:pt>
                <c:pt idx="5928">
                  <c:v>44646</c:v>
                </c:pt>
                <c:pt idx="5929">
                  <c:v>44647</c:v>
                </c:pt>
                <c:pt idx="5930">
                  <c:v>44648</c:v>
                </c:pt>
                <c:pt idx="5931">
                  <c:v>44649</c:v>
                </c:pt>
                <c:pt idx="5932">
                  <c:v>44650</c:v>
                </c:pt>
                <c:pt idx="5933">
                  <c:v>44651</c:v>
                </c:pt>
                <c:pt idx="5934">
                  <c:v>44652</c:v>
                </c:pt>
                <c:pt idx="5935">
                  <c:v>44653</c:v>
                </c:pt>
                <c:pt idx="5936">
                  <c:v>44654</c:v>
                </c:pt>
                <c:pt idx="5937">
                  <c:v>44655</c:v>
                </c:pt>
                <c:pt idx="5938">
                  <c:v>44656</c:v>
                </c:pt>
                <c:pt idx="5939">
                  <c:v>44657</c:v>
                </c:pt>
                <c:pt idx="5940">
                  <c:v>44658</c:v>
                </c:pt>
                <c:pt idx="5941">
                  <c:v>44659</c:v>
                </c:pt>
                <c:pt idx="5942">
                  <c:v>44660</c:v>
                </c:pt>
                <c:pt idx="5943">
                  <c:v>44661</c:v>
                </c:pt>
                <c:pt idx="5944">
                  <c:v>44662</c:v>
                </c:pt>
                <c:pt idx="5945">
                  <c:v>44663</c:v>
                </c:pt>
                <c:pt idx="5946">
                  <c:v>44664</c:v>
                </c:pt>
                <c:pt idx="5947">
                  <c:v>44665</c:v>
                </c:pt>
                <c:pt idx="5948">
                  <c:v>44666</c:v>
                </c:pt>
                <c:pt idx="5949">
                  <c:v>44667</c:v>
                </c:pt>
                <c:pt idx="5950">
                  <c:v>44668</c:v>
                </c:pt>
                <c:pt idx="5951">
                  <c:v>44669</c:v>
                </c:pt>
                <c:pt idx="5952">
                  <c:v>44670</c:v>
                </c:pt>
                <c:pt idx="5953">
                  <c:v>44671</c:v>
                </c:pt>
                <c:pt idx="5954">
                  <c:v>44672</c:v>
                </c:pt>
                <c:pt idx="5955">
                  <c:v>44673</c:v>
                </c:pt>
                <c:pt idx="5956">
                  <c:v>44674</c:v>
                </c:pt>
                <c:pt idx="5957">
                  <c:v>44675</c:v>
                </c:pt>
                <c:pt idx="5958">
                  <c:v>44676</c:v>
                </c:pt>
                <c:pt idx="5959">
                  <c:v>44677</c:v>
                </c:pt>
                <c:pt idx="5960">
                  <c:v>44678</c:v>
                </c:pt>
                <c:pt idx="5961">
                  <c:v>44679</c:v>
                </c:pt>
                <c:pt idx="5962">
                  <c:v>44680</c:v>
                </c:pt>
                <c:pt idx="5963">
                  <c:v>44681</c:v>
                </c:pt>
                <c:pt idx="5964">
                  <c:v>44682</c:v>
                </c:pt>
                <c:pt idx="5965">
                  <c:v>44683</c:v>
                </c:pt>
                <c:pt idx="5966">
                  <c:v>44684</c:v>
                </c:pt>
                <c:pt idx="5967">
                  <c:v>44685</c:v>
                </c:pt>
                <c:pt idx="5968">
                  <c:v>44686</c:v>
                </c:pt>
                <c:pt idx="5969">
                  <c:v>44687</c:v>
                </c:pt>
                <c:pt idx="5970">
                  <c:v>44688</c:v>
                </c:pt>
                <c:pt idx="5971">
                  <c:v>44689</c:v>
                </c:pt>
                <c:pt idx="5972">
                  <c:v>44690</c:v>
                </c:pt>
                <c:pt idx="5973">
                  <c:v>44691</c:v>
                </c:pt>
                <c:pt idx="5974">
                  <c:v>44692</c:v>
                </c:pt>
                <c:pt idx="5975">
                  <c:v>44693</c:v>
                </c:pt>
                <c:pt idx="5976">
                  <c:v>44694</c:v>
                </c:pt>
                <c:pt idx="5977">
                  <c:v>44695</c:v>
                </c:pt>
                <c:pt idx="5978">
                  <c:v>44696</c:v>
                </c:pt>
                <c:pt idx="5979">
                  <c:v>44697</c:v>
                </c:pt>
                <c:pt idx="5980">
                  <c:v>44698</c:v>
                </c:pt>
                <c:pt idx="5981">
                  <c:v>44699</c:v>
                </c:pt>
                <c:pt idx="5982">
                  <c:v>44700</c:v>
                </c:pt>
                <c:pt idx="5983">
                  <c:v>44701</c:v>
                </c:pt>
                <c:pt idx="5984">
                  <c:v>44702</c:v>
                </c:pt>
                <c:pt idx="5985">
                  <c:v>44703</c:v>
                </c:pt>
                <c:pt idx="5986">
                  <c:v>44704</c:v>
                </c:pt>
                <c:pt idx="5987">
                  <c:v>44705</c:v>
                </c:pt>
                <c:pt idx="5988">
                  <c:v>44706</c:v>
                </c:pt>
                <c:pt idx="5989">
                  <c:v>44707</c:v>
                </c:pt>
                <c:pt idx="5990">
                  <c:v>44708</c:v>
                </c:pt>
                <c:pt idx="5991">
                  <c:v>44709</c:v>
                </c:pt>
                <c:pt idx="5992">
                  <c:v>44710</c:v>
                </c:pt>
                <c:pt idx="5993">
                  <c:v>44711</c:v>
                </c:pt>
                <c:pt idx="5994">
                  <c:v>44712</c:v>
                </c:pt>
                <c:pt idx="5995">
                  <c:v>44713</c:v>
                </c:pt>
                <c:pt idx="5996">
                  <c:v>44714</c:v>
                </c:pt>
                <c:pt idx="5997">
                  <c:v>44715</c:v>
                </c:pt>
                <c:pt idx="5998">
                  <c:v>44716</c:v>
                </c:pt>
                <c:pt idx="5999">
                  <c:v>44717</c:v>
                </c:pt>
                <c:pt idx="6000">
                  <c:v>44718</c:v>
                </c:pt>
                <c:pt idx="6001">
                  <c:v>44719</c:v>
                </c:pt>
                <c:pt idx="6002">
                  <c:v>44720</c:v>
                </c:pt>
                <c:pt idx="6003">
                  <c:v>44721</c:v>
                </c:pt>
                <c:pt idx="6004">
                  <c:v>44722</c:v>
                </c:pt>
                <c:pt idx="6005">
                  <c:v>44723</c:v>
                </c:pt>
                <c:pt idx="6006">
                  <c:v>44724</c:v>
                </c:pt>
                <c:pt idx="6007">
                  <c:v>44725</c:v>
                </c:pt>
                <c:pt idx="6008">
                  <c:v>44726</c:v>
                </c:pt>
                <c:pt idx="6009">
                  <c:v>44727</c:v>
                </c:pt>
                <c:pt idx="6010">
                  <c:v>44728</c:v>
                </c:pt>
                <c:pt idx="6011">
                  <c:v>44729</c:v>
                </c:pt>
                <c:pt idx="6012">
                  <c:v>44730</c:v>
                </c:pt>
                <c:pt idx="6013">
                  <c:v>44731</c:v>
                </c:pt>
                <c:pt idx="6014">
                  <c:v>44732</c:v>
                </c:pt>
                <c:pt idx="6015">
                  <c:v>44733</c:v>
                </c:pt>
                <c:pt idx="6016">
                  <c:v>44734</c:v>
                </c:pt>
                <c:pt idx="6017">
                  <c:v>44735</c:v>
                </c:pt>
                <c:pt idx="6018">
                  <c:v>44736</c:v>
                </c:pt>
                <c:pt idx="6019">
                  <c:v>44737</c:v>
                </c:pt>
                <c:pt idx="6020">
                  <c:v>44738</c:v>
                </c:pt>
                <c:pt idx="6021">
                  <c:v>44739</c:v>
                </c:pt>
                <c:pt idx="6022">
                  <c:v>44740</c:v>
                </c:pt>
                <c:pt idx="6023">
                  <c:v>44741</c:v>
                </c:pt>
                <c:pt idx="6024">
                  <c:v>44742</c:v>
                </c:pt>
                <c:pt idx="6025">
                  <c:v>44743</c:v>
                </c:pt>
                <c:pt idx="6026">
                  <c:v>44744</c:v>
                </c:pt>
                <c:pt idx="6027">
                  <c:v>44745</c:v>
                </c:pt>
                <c:pt idx="6028">
                  <c:v>44746</c:v>
                </c:pt>
                <c:pt idx="6029">
                  <c:v>44747</c:v>
                </c:pt>
                <c:pt idx="6030">
                  <c:v>44748</c:v>
                </c:pt>
                <c:pt idx="6031">
                  <c:v>44749</c:v>
                </c:pt>
                <c:pt idx="6032">
                  <c:v>44750</c:v>
                </c:pt>
                <c:pt idx="6033">
                  <c:v>44751</c:v>
                </c:pt>
                <c:pt idx="6034">
                  <c:v>44752</c:v>
                </c:pt>
                <c:pt idx="6035">
                  <c:v>44753</c:v>
                </c:pt>
                <c:pt idx="6036">
                  <c:v>44754</c:v>
                </c:pt>
                <c:pt idx="6037">
                  <c:v>44755</c:v>
                </c:pt>
                <c:pt idx="6038">
                  <c:v>44756</c:v>
                </c:pt>
                <c:pt idx="6039">
                  <c:v>44757</c:v>
                </c:pt>
                <c:pt idx="6040">
                  <c:v>44758</c:v>
                </c:pt>
                <c:pt idx="6041">
                  <c:v>44759</c:v>
                </c:pt>
                <c:pt idx="6042">
                  <c:v>44760</c:v>
                </c:pt>
                <c:pt idx="6043">
                  <c:v>44761</c:v>
                </c:pt>
                <c:pt idx="6044">
                  <c:v>44762</c:v>
                </c:pt>
                <c:pt idx="6045">
                  <c:v>44763</c:v>
                </c:pt>
                <c:pt idx="6046">
                  <c:v>44764</c:v>
                </c:pt>
                <c:pt idx="6047">
                  <c:v>44765</c:v>
                </c:pt>
                <c:pt idx="6048">
                  <c:v>44766</c:v>
                </c:pt>
                <c:pt idx="6049">
                  <c:v>44767</c:v>
                </c:pt>
                <c:pt idx="6050">
                  <c:v>44768</c:v>
                </c:pt>
                <c:pt idx="6051">
                  <c:v>44769</c:v>
                </c:pt>
                <c:pt idx="6052">
                  <c:v>44770</c:v>
                </c:pt>
                <c:pt idx="6053">
                  <c:v>44771</c:v>
                </c:pt>
                <c:pt idx="6054">
                  <c:v>44772</c:v>
                </c:pt>
                <c:pt idx="6055">
                  <c:v>44773</c:v>
                </c:pt>
                <c:pt idx="6056">
                  <c:v>44774</c:v>
                </c:pt>
                <c:pt idx="6057">
                  <c:v>44775</c:v>
                </c:pt>
                <c:pt idx="6058">
                  <c:v>44776</c:v>
                </c:pt>
                <c:pt idx="6059">
                  <c:v>44777</c:v>
                </c:pt>
                <c:pt idx="6060">
                  <c:v>44778</c:v>
                </c:pt>
                <c:pt idx="6061">
                  <c:v>44779</c:v>
                </c:pt>
                <c:pt idx="6062">
                  <c:v>44780</c:v>
                </c:pt>
                <c:pt idx="6063">
                  <c:v>44781</c:v>
                </c:pt>
                <c:pt idx="6064">
                  <c:v>44782</c:v>
                </c:pt>
                <c:pt idx="6065">
                  <c:v>44783</c:v>
                </c:pt>
                <c:pt idx="6066">
                  <c:v>44784</c:v>
                </c:pt>
                <c:pt idx="6067">
                  <c:v>44785</c:v>
                </c:pt>
                <c:pt idx="6068">
                  <c:v>44786</c:v>
                </c:pt>
                <c:pt idx="6069">
                  <c:v>44787</c:v>
                </c:pt>
                <c:pt idx="6070">
                  <c:v>44788</c:v>
                </c:pt>
                <c:pt idx="6071">
                  <c:v>44789</c:v>
                </c:pt>
                <c:pt idx="6072">
                  <c:v>44790</c:v>
                </c:pt>
                <c:pt idx="6073">
                  <c:v>44791</c:v>
                </c:pt>
                <c:pt idx="6074">
                  <c:v>44792</c:v>
                </c:pt>
                <c:pt idx="6075">
                  <c:v>44793</c:v>
                </c:pt>
                <c:pt idx="6076">
                  <c:v>44794</c:v>
                </c:pt>
                <c:pt idx="6077">
                  <c:v>44795</c:v>
                </c:pt>
                <c:pt idx="6078">
                  <c:v>44796</c:v>
                </c:pt>
                <c:pt idx="6079">
                  <c:v>44797</c:v>
                </c:pt>
                <c:pt idx="6080">
                  <c:v>44798</c:v>
                </c:pt>
                <c:pt idx="6081">
                  <c:v>44799</c:v>
                </c:pt>
                <c:pt idx="6082">
                  <c:v>44800</c:v>
                </c:pt>
                <c:pt idx="6083">
                  <c:v>44801</c:v>
                </c:pt>
                <c:pt idx="6084">
                  <c:v>44802</c:v>
                </c:pt>
                <c:pt idx="6085">
                  <c:v>44803</c:v>
                </c:pt>
                <c:pt idx="6086">
                  <c:v>44804</c:v>
                </c:pt>
                <c:pt idx="6087">
                  <c:v>44805</c:v>
                </c:pt>
                <c:pt idx="6088">
                  <c:v>44806</c:v>
                </c:pt>
                <c:pt idx="6089">
                  <c:v>44807</c:v>
                </c:pt>
                <c:pt idx="6090">
                  <c:v>44808</c:v>
                </c:pt>
                <c:pt idx="6091">
                  <c:v>44809</c:v>
                </c:pt>
                <c:pt idx="6092">
                  <c:v>44810</c:v>
                </c:pt>
                <c:pt idx="6093">
                  <c:v>44811</c:v>
                </c:pt>
                <c:pt idx="6094">
                  <c:v>44812</c:v>
                </c:pt>
                <c:pt idx="6095">
                  <c:v>44813</c:v>
                </c:pt>
                <c:pt idx="6096">
                  <c:v>44814</c:v>
                </c:pt>
                <c:pt idx="6097">
                  <c:v>44815</c:v>
                </c:pt>
                <c:pt idx="6098">
                  <c:v>44816</c:v>
                </c:pt>
                <c:pt idx="6099">
                  <c:v>44817</c:v>
                </c:pt>
                <c:pt idx="6100">
                  <c:v>44818</c:v>
                </c:pt>
                <c:pt idx="6101">
                  <c:v>44819</c:v>
                </c:pt>
                <c:pt idx="6102">
                  <c:v>44820</c:v>
                </c:pt>
                <c:pt idx="6103">
                  <c:v>44821</c:v>
                </c:pt>
                <c:pt idx="6104">
                  <c:v>44822</c:v>
                </c:pt>
                <c:pt idx="6105">
                  <c:v>44823</c:v>
                </c:pt>
                <c:pt idx="6106">
                  <c:v>44824</c:v>
                </c:pt>
                <c:pt idx="6107">
                  <c:v>44825</c:v>
                </c:pt>
                <c:pt idx="6108">
                  <c:v>44826</c:v>
                </c:pt>
                <c:pt idx="6109">
                  <c:v>44827</c:v>
                </c:pt>
                <c:pt idx="6110">
                  <c:v>44828</c:v>
                </c:pt>
                <c:pt idx="6111">
                  <c:v>44829</c:v>
                </c:pt>
                <c:pt idx="6112">
                  <c:v>44830</c:v>
                </c:pt>
                <c:pt idx="6113">
                  <c:v>44831</c:v>
                </c:pt>
                <c:pt idx="6114">
                  <c:v>44832</c:v>
                </c:pt>
                <c:pt idx="6115">
                  <c:v>44833</c:v>
                </c:pt>
                <c:pt idx="6116">
                  <c:v>44834</c:v>
                </c:pt>
                <c:pt idx="6117">
                  <c:v>44835</c:v>
                </c:pt>
                <c:pt idx="6118">
                  <c:v>44836</c:v>
                </c:pt>
                <c:pt idx="6119">
                  <c:v>44837</c:v>
                </c:pt>
                <c:pt idx="6120">
                  <c:v>44838</c:v>
                </c:pt>
                <c:pt idx="6121">
                  <c:v>44839</c:v>
                </c:pt>
                <c:pt idx="6122">
                  <c:v>44840</c:v>
                </c:pt>
                <c:pt idx="6123">
                  <c:v>44841</c:v>
                </c:pt>
                <c:pt idx="6124">
                  <c:v>44842</c:v>
                </c:pt>
                <c:pt idx="6125">
                  <c:v>44843</c:v>
                </c:pt>
                <c:pt idx="6126">
                  <c:v>44844</c:v>
                </c:pt>
                <c:pt idx="6127">
                  <c:v>44845</c:v>
                </c:pt>
                <c:pt idx="6128">
                  <c:v>44846</c:v>
                </c:pt>
                <c:pt idx="6129">
                  <c:v>44847</c:v>
                </c:pt>
                <c:pt idx="6130">
                  <c:v>44848</c:v>
                </c:pt>
                <c:pt idx="6131">
                  <c:v>44849</c:v>
                </c:pt>
                <c:pt idx="6132">
                  <c:v>44850</c:v>
                </c:pt>
                <c:pt idx="6133">
                  <c:v>44851</c:v>
                </c:pt>
                <c:pt idx="6134">
                  <c:v>44852</c:v>
                </c:pt>
                <c:pt idx="6135">
                  <c:v>44853</c:v>
                </c:pt>
                <c:pt idx="6136">
                  <c:v>44854</c:v>
                </c:pt>
                <c:pt idx="6137">
                  <c:v>44855</c:v>
                </c:pt>
                <c:pt idx="6138">
                  <c:v>44856</c:v>
                </c:pt>
                <c:pt idx="6139">
                  <c:v>44857</c:v>
                </c:pt>
                <c:pt idx="6140">
                  <c:v>44858</c:v>
                </c:pt>
                <c:pt idx="6141">
                  <c:v>44859</c:v>
                </c:pt>
                <c:pt idx="6142">
                  <c:v>44860</c:v>
                </c:pt>
                <c:pt idx="6143">
                  <c:v>44861</c:v>
                </c:pt>
                <c:pt idx="6144">
                  <c:v>44862</c:v>
                </c:pt>
                <c:pt idx="6145">
                  <c:v>44863</c:v>
                </c:pt>
                <c:pt idx="6146">
                  <c:v>44864</c:v>
                </c:pt>
                <c:pt idx="6147">
                  <c:v>44865</c:v>
                </c:pt>
                <c:pt idx="6148">
                  <c:v>44866</c:v>
                </c:pt>
                <c:pt idx="6149">
                  <c:v>44867</c:v>
                </c:pt>
                <c:pt idx="6150">
                  <c:v>44868</c:v>
                </c:pt>
                <c:pt idx="6151">
                  <c:v>44869</c:v>
                </c:pt>
                <c:pt idx="6152">
                  <c:v>44870</c:v>
                </c:pt>
                <c:pt idx="6153">
                  <c:v>44871</c:v>
                </c:pt>
                <c:pt idx="6154">
                  <c:v>44872</c:v>
                </c:pt>
                <c:pt idx="6155">
                  <c:v>44873</c:v>
                </c:pt>
                <c:pt idx="6156">
                  <c:v>44874</c:v>
                </c:pt>
                <c:pt idx="6157">
                  <c:v>44875</c:v>
                </c:pt>
                <c:pt idx="6158">
                  <c:v>44876</c:v>
                </c:pt>
                <c:pt idx="6159">
                  <c:v>44877</c:v>
                </c:pt>
                <c:pt idx="6160">
                  <c:v>44878</c:v>
                </c:pt>
                <c:pt idx="6161">
                  <c:v>44879</c:v>
                </c:pt>
                <c:pt idx="6162">
                  <c:v>44880</c:v>
                </c:pt>
                <c:pt idx="6163">
                  <c:v>44881</c:v>
                </c:pt>
                <c:pt idx="6164">
                  <c:v>44882</c:v>
                </c:pt>
                <c:pt idx="6165">
                  <c:v>44883</c:v>
                </c:pt>
                <c:pt idx="6166">
                  <c:v>44884</c:v>
                </c:pt>
                <c:pt idx="6167">
                  <c:v>44885</c:v>
                </c:pt>
                <c:pt idx="6168">
                  <c:v>44886</c:v>
                </c:pt>
                <c:pt idx="6169">
                  <c:v>44887</c:v>
                </c:pt>
                <c:pt idx="6170">
                  <c:v>44888</c:v>
                </c:pt>
                <c:pt idx="6171">
                  <c:v>44889</c:v>
                </c:pt>
                <c:pt idx="6172">
                  <c:v>44890</c:v>
                </c:pt>
                <c:pt idx="6173">
                  <c:v>44891</c:v>
                </c:pt>
                <c:pt idx="6174">
                  <c:v>44892</c:v>
                </c:pt>
                <c:pt idx="6175">
                  <c:v>44893</c:v>
                </c:pt>
                <c:pt idx="6176">
                  <c:v>44894</c:v>
                </c:pt>
                <c:pt idx="6177">
                  <c:v>44895</c:v>
                </c:pt>
                <c:pt idx="6178">
                  <c:v>44896</c:v>
                </c:pt>
                <c:pt idx="6179">
                  <c:v>44897</c:v>
                </c:pt>
                <c:pt idx="6180">
                  <c:v>44898</c:v>
                </c:pt>
                <c:pt idx="6181">
                  <c:v>44899</c:v>
                </c:pt>
                <c:pt idx="6182">
                  <c:v>44900</c:v>
                </c:pt>
                <c:pt idx="6183">
                  <c:v>44901</c:v>
                </c:pt>
                <c:pt idx="6184">
                  <c:v>44902</c:v>
                </c:pt>
                <c:pt idx="6185">
                  <c:v>44903</c:v>
                </c:pt>
                <c:pt idx="6186">
                  <c:v>44904</c:v>
                </c:pt>
                <c:pt idx="6187">
                  <c:v>44905</c:v>
                </c:pt>
                <c:pt idx="6188">
                  <c:v>44906</c:v>
                </c:pt>
                <c:pt idx="6189">
                  <c:v>44907</c:v>
                </c:pt>
                <c:pt idx="6190">
                  <c:v>44908</c:v>
                </c:pt>
                <c:pt idx="6191">
                  <c:v>44909</c:v>
                </c:pt>
                <c:pt idx="6192">
                  <c:v>44910</c:v>
                </c:pt>
                <c:pt idx="6193">
                  <c:v>44911</c:v>
                </c:pt>
                <c:pt idx="6194">
                  <c:v>44912</c:v>
                </c:pt>
                <c:pt idx="6195">
                  <c:v>44913</c:v>
                </c:pt>
                <c:pt idx="6196">
                  <c:v>44914</c:v>
                </c:pt>
                <c:pt idx="6197">
                  <c:v>44915</c:v>
                </c:pt>
                <c:pt idx="6198">
                  <c:v>44916</c:v>
                </c:pt>
                <c:pt idx="6199">
                  <c:v>44917</c:v>
                </c:pt>
                <c:pt idx="6200">
                  <c:v>44918</c:v>
                </c:pt>
                <c:pt idx="6201">
                  <c:v>44919</c:v>
                </c:pt>
                <c:pt idx="6202">
                  <c:v>44920</c:v>
                </c:pt>
                <c:pt idx="6203">
                  <c:v>44921</c:v>
                </c:pt>
                <c:pt idx="6204">
                  <c:v>44922</c:v>
                </c:pt>
                <c:pt idx="6205">
                  <c:v>44923</c:v>
                </c:pt>
                <c:pt idx="6206">
                  <c:v>44924</c:v>
                </c:pt>
                <c:pt idx="6207">
                  <c:v>44925</c:v>
                </c:pt>
                <c:pt idx="6208">
                  <c:v>44926</c:v>
                </c:pt>
                <c:pt idx="6209">
                  <c:v>44927</c:v>
                </c:pt>
                <c:pt idx="6210">
                  <c:v>44928</c:v>
                </c:pt>
                <c:pt idx="6211">
                  <c:v>44929</c:v>
                </c:pt>
                <c:pt idx="6212">
                  <c:v>44930</c:v>
                </c:pt>
                <c:pt idx="6213">
                  <c:v>44931</c:v>
                </c:pt>
                <c:pt idx="6214">
                  <c:v>44932</c:v>
                </c:pt>
                <c:pt idx="6215">
                  <c:v>44933</c:v>
                </c:pt>
                <c:pt idx="6216">
                  <c:v>44934</c:v>
                </c:pt>
                <c:pt idx="6217">
                  <c:v>44935</c:v>
                </c:pt>
                <c:pt idx="6218">
                  <c:v>44936</c:v>
                </c:pt>
                <c:pt idx="6219">
                  <c:v>44937</c:v>
                </c:pt>
                <c:pt idx="6220">
                  <c:v>44938</c:v>
                </c:pt>
                <c:pt idx="6221">
                  <c:v>44939</c:v>
                </c:pt>
                <c:pt idx="6222">
                  <c:v>44940</c:v>
                </c:pt>
                <c:pt idx="6223">
                  <c:v>44941</c:v>
                </c:pt>
                <c:pt idx="6224">
                  <c:v>44942</c:v>
                </c:pt>
                <c:pt idx="6225">
                  <c:v>44943</c:v>
                </c:pt>
                <c:pt idx="6226">
                  <c:v>44944</c:v>
                </c:pt>
                <c:pt idx="6227">
                  <c:v>44945</c:v>
                </c:pt>
                <c:pt idx="6228">
                  <c:v>44946</c:v>
                </c:pt>
                <c:pt idx="6229">
                  <c:v>44947</c:v>
                </c:pt>
                <c:pt idx="6230">
                  <c:v>44948</c:v>
                </c:pt>
                <c:pt idx="6231">
                  <c:v>44949</c:v>
                </c:pt>
                <c:pt idx="6232">
                  <c:v>44950</c:v>
                </c:pt>
                <c:pt idx="6233">
                  <c:v>44951</c:v>
                </c:pt>
                <c:pt idx="6234">
                  <c:v>44952</c:v>
                </c:pt>
                <c:pt idx="6235">
                  <c:v>44953</c:v>
                </c:pt>
                <c:pt idx="6236">
                  <c:v>44954</c:v>
                </c:pt>
                <c:pt idx="6237">
                  <c:v>44955</c:v>
                </c:pt>
                <c:pt idx="6238">
                  <c:v>44956</c:v>
                </c:pt>
                <c:pt idx="6239">
                  <c:v>44957</c:v>
                </c:pt>
                <c:pt idx="6240">
                  <c:v>44958</c:v>
                </c:pt>
                <c:pt idx="6241">
                  <c:v>44959</c:v>
                </c:pt>
                <c:pt idx="6242">
                  <c:v>44960</c:v>
                </c:pt>
                <c:pt idx="6243">
                  <c:v>44961</c:v>
                </c:pt>
                <c:pt idx="6244">
                  <c:v>44962</c:v>
                </c:pt>
                <c:pt idx="6245">
                  <c:v>44963</c:v>
                </c:pt>
                <c:pt idx="6246">
                  <c:v>44964</c:v>
                </c:pt>
                <c:pt idx="6247">
                  <c:v>44965</c:v>
                </c:pt>
                <c:pt idx="6248">
                  <c:v>44966</c:v>
                </c:pt>
                <c:pt idx="6249">
                  <c:v>44967</c:v>
                </c:pt>
                <c:pt idx="6250">
                  <c:v>44968</c:v>
                </c:pt>
                <c:pt idx="6251">
                  <c:v>44969</c:v>
                </c:pt>
                <c:pt idx="6252">
                  <c:v>44970</c:v>
                </c:pt>
                <c:pt idx="6253">
                  <c:v>44971</c:v>
                </c:pt>
                <c:pt idx="6254">
                  <c:v>44972</c:v>
                </c:pt>
                <c:pt idx="6255">
                  <c:v>44973</c:v>
                </c:pt>
                <c:pt idx="6256">
                  <c:v>44974</c:v>
                </c:pt>
                <c:pt idx="6257">
                  <c:v>44975</c:v>
                </c:pt>
                <c:pt idx="6258">
                  <c:v>44976</c:v>
                </c:pt>
                <c:pt idx="6259">
                  <c:v>44977</c:v>
                </c:pt>
                <c:pt idx="6260">
                  <c:v>44978</c:v>
                </c:pt>
                <c:pt idx="6261">
                  <c:v>44979</c:v>
                </c:pt>
                <c:pt idx="6262">
                  <c:v>44980</c:v>
                </c:pt>
                <c:pt idx="6263">
                  <c:v>44981</c:v>
                </c:pt>
                <c:pt idx="6264">
                  <c:v>44982</c:v>
                </c:pt>
                <c:pt idx="6265">
                  <c:v>44983</c:v>
                </c:pt>
                <c:pt idx="6266">
                  <c:v>44984</c:v>
                </c:pt>
                <c:pt idx="6267">
                  <c:v>44985</c:v>
                </c:pt>
                <c:pt idx="6268">
                  <c:v>44986</c:v>
                </c:pt>
                <c:pt idx="6269">
                  <c:v>44987</c:v>
                </c:pt>
                <c:pt idx="6270">
                  <c:v>44988</c:v>
                </c:pt>
                <c:pt idx="6271">
                  <c:v>44989</c:v>
                </c:pt>
                <c:pt idx="6272">
                  <c:v>44990</c:v>
                </c:pt>
                <c:pt idx="6273">
                  <c:v>44991</c:v>
                </c:pt>
                <c:pt idx="6274">
                  <c:v>44992</c:v>
                </c:pt>
                <c:pt idx="6275">
                  <c:v>44993</c:v>
                </c:pt>
                <c:pt idx="6276">
                  <c:v>44994</c:v>
                </c:pt>
                <c:pt idx="6277">
                  <c:v>44995</c:v>
                </c:pt>
                <c:pt idx="6278">
                  <c:v>44996</c:v>
                </c:pt>
                <c:pt idx="6279">
                  <c:v>44997</c:v>
                </c:pt>
                <c:pt idx="6280">
                  <c:v>44998</c:v>
                </c:pt>
                <c:pt idx="6281">
                  <c:v>44999</c:v>
                </c:pt>
                <c:pt idx="6282">
                  <c:v>45000</c:v>
                </c:pt>
                <c:pt idx="6283">
                  <c:v>45001</c:v>
                </c:pt>
                <c:pt idx="6284">
                  <c:v>45002</c:v>
                </c:pt>
                <c:pt idx="6285">
                  <c:v>45003</c:v>
                </c:pt>
                <c:pt idx="6286">
                  <c:v>45004</c:v>
                </c:pt>
                <c:pt idx="6287">
                  <c:v>45005</c:v>
                </c:pt>
                <c:pt idx="6288">
                  <c:v>45006</c:v>
                </c:pt>
                <c:pt idx="6289">
                  <c:v>45007</c:v>
                </c:pt>
                <c:pt idx="6290">
                  <c:v>45008</c:v>
                </c:pt>
                <c:pt idx="6291">
                  <c:v>45009</c:v>
                </c:pt>
                <c:pt idx="6292">
                  <c:v>45010</c:v>
                </c:pt>
                <c:pt idx="6293">
                  <c:v>45011</c:v>
                </c:pt>
                <c:pt idx="6294">
                  <c:v>45012</c:v>
                </c:pt>
                <c:pt idx="6295">
                  <c:v>45013</c:v>
                </c:pt>
                <c:pt idx="6296">
                  <c:v>45014</c:v>
                </c:pt>
                <c:pt idx="6297">
                  <c:v>45015</c:v>
                </c:pt>
                <c:pt idx="6298">
                  <c:v>45016</c:v>
                </c:pt>
                <c:pt idx="6299">
                  <c:v>45017</c:v>
                </c:pt>
                <c:pt idx="6300">
                  <c:v>45018</c:v>
                </c:pt>
                <c:pt idx="6301">
                  <c:v>45019</c:v>
                </c:pt>
                <c:pt idx="6302">
                  <c:v>45020</c:v>
                </c:pt>
                <c:pt idx="6303">
                  <c:v>45021</c:v>
                </c:pt>
                <c:pt idx="6304">
                  <c:v>45022</c:v>
                </c:pt>
                <c:pt idx="6305">
                  <c:v>45023</c:v>
                </c:pt>
                <c:pt idx="6306">
                  <c:v>45024</c:v>
                </c:pt>
                <c:pt idx="6307">
                  <c:v>45025</c:v>
                </c:pt>
                <c:pt idx="6308">
                  <c:v>45026</c:v>
                </c:pt>
                <c:pt idx="6309">
                  <c:v>45027</c:v>
                </c:pt>
                <c:pt idx="6310">
                  <c:v>45028</c:v>
                </c:pt>
                <c:pt idx="6311">
                  <c:v>45029</c:v>
                </c:pt>
                <c:pt idx="6312">
                  <c:v>45030</c:v>
                </c:pt>
                <c:pt idx="6313">
                  <c:v>45031</c:v>
                </c:pt>
                <c:pt idx="6314">
                  <c:v>45032</c:v>
                </c:pt>
                <c:pt idx="6315">
                  <c:v>45033</c:v>
                </c:pt>
                <c:pt idx="6316">
                  <c:v>45034</c:v>
                </c:pt>
                <c:pt idx="6317">
                  <c:v>45035</c:v>
                </c:pt>
                <c:pt idx="6318">
                  <c:v>45036</c:v>
                </c:pt>
                <c:pt idx="6319">
                  <c:v>45037</c:v>
                </c:pt>
                <c:pt idx="6320">
                  <c:v>45038</c:v>
                </c:pt>
                <c:pt idx="6321">
                  <c:v>45039</c:v>
                </c:pt>
                <c:pt idx="6322">
                  <c:v>45040</c:v>
                </c:pt>
                <c:pt idx="6323">
                  <c:v>45041</c:v>
                </c:pt>
                <c:pt idx="6324">
                  <c:v>45042</c:v>
                </c:pt>
                <c:pt idx="6325">
                  <c:v>45043</c:v>
                </c:pt>
                <c:pt idx="6326">
                  <c:v>45044</c:v>
                </c:pt>
                <c:pt idx="6327">
                  <c:v>45045</c:v>
                </c:pt>
                <c:pt idx="6328">
                  <c:v>45046</c:v>
                </c:pt>
                <c:pt idx="6329">
                  <c:v>45047</c:v>
                </c:pt>
                <c:pt idx="6330">
                  <c:v>45048</c:v>
                </c:pt>
                <c:pt idx="6331">
                  <c:v>45049</c:v>
                </c:pt>
                <c:pt idx="6332">
                  <c:v>45050</c:v>
                </c:pt>
                <c:pt idx="6333">
                  <c:v>45051</c:v>
                </c:pt>
                <c:pt idx="6334">
                  <c:v>45052</c:v>
                </c:pt>
                <c:pt idx="6335">
                  <c:v>45053</c:v>
                </c:pt>
                <c:pt idx="6336">
                  <c:v>45054</c:v>
                </c:pt>
                <c:pt idx="6337">
                  <c:v>45055</c:v>
                </c:pt>
                <c:pt idx="6338">
                  <c:v>45056</c:v>
                </c:pt>
                <c:pt idx="6339">
                  <c:v>45057</c:v>
                </c:pt>
                <c:pt idx="6340">
                  <c:v>45058</c:v>
                </c:pt>
                <c:pt idx="6341">
                  <c:v>45059</c:v>
                </c:pt>
                <c:pt idx="6342">
                  <c:v>45060</c:v>
                </c:pt>
                <c:pt idx="6343">
                  <c:v>45061</c:v>
                </c:pt>
                <c:pt idx="6344">
                  <c:v>45062</c:v>
                </c:pt>
                <c:pt idx="6345">
                  <c:v>45063</c:v>
                </c:pt>
                <c:pt idx="6346">
                  <c:v>45064</c:v>
                </c:pt>
                <c:pt idx="6347">
                  <c:v>45065</c:v>
                </c:pt>
                <c:pt idx="6348">
                  <c:v>45066</c:v>
                </c:pt>
                <c:pt idx="6349">
                  <c:v>45067</c:v>
                </c:pt>
                <c:pt idx="6350">
                  <c:v>45068</c:v>
                </c:pt>
                <c:pt idx="6351">
                  <c:v>45069</c:v>
                </c:pt>
                <c:pt idx="6352">
                  <c:v>45070</c:v>
                </c:pt>
                <c:pt idx="6353">
                  <c:v>45071</c:v>
                </c:pt>
                <c:pt idx="6354">
                  <c:v>45072</c:v>
                </c:pt>
                <c:pt idx="6355">
                  <c:v>45073</c:v>
                </c:pt>
                <c:pt idx="6356">
                  <c:v>45074</c:v>
                </c:pt>
                <c:pt idx="6357">
                  <c:v>45075</c:v>
                </c:pt>
                <c:pt idx="6358">
                  <c:v>45076</c:v>
                </c:pt>
                <c:pt idx="6359">
                  <c:v>45077</c:v>
                </c:pt>
                <c:pt idx="6360">
                  <c:v>45078</c:v>
                </c:pt>
                <c:pt idx="6361">
                  <c:v>45079</c:v>
                </c:pt>
                <c:pt idx="6362">
                  <c:v>45080</c:v>
                </c:pt>
                <c:pt idx="6363">
                  <c:v>45081</c:v>
                </c:pt>
                <c:pt idx="6364">
                  <c:v>45082</c:v>
                </c:pt>
                <c:pt idx="6365">
                  <c:v>45083</c:v>
                </c:pt>
                <c:pt idx="6366">
                  <c:v>45084</c:v>
                </c:pt>
                <c:pt idx="6367">
                  <c:v>45085</c:v>
                </c:pt>
                <c:pt idx="6368">
                  <c:v>45086</c:v>
                </c:pt>
                <c:pt idx="6369">
                  <c:v>45087</c:v>
                </c:pt>
                <c:pt idx="6370">
                  <c:v>45088</c:v>
                </c:pt>
                <c:pt idx="6371">
                  <c:v>45089</c:v>
                </c:pt>
                <c:pt idx="6372">
                  <c:v>45090</c:v>
                </c:pt>
                <c:pt idx="6373">
                  <c:v>45091</c:v>
                </c:pt>
                <c:pt idx="6374">
                  <c:v>45092</c:v>
                </c:pt>
                <c:pt idx="6375">
                  <c:v>45093</c:v>
                </c:pt>
                <c:pt idx="6376">
                  <c:v>45094</c:v>
                </c:pt>
                <c:pt idx="6377">
                  <c:v>45095</c:v>
                </c:pt>
                <c:pt idx="6378">
                  <c:v>45096</c:v>
                </c:pt>
                <c:pt idx="6379">
                  <c:v>45097</c:v>
                </c:pt>
                <c:pt idx="6380">
                  <c:v>45098</c:v>
                </c:pt>
                <c:pt idx="6381">
                  <c:v>45099</c:v>
                </c:pt>
                <c:pt idx="6382">
                  <c:v>45100</c:v>
                </c:pt>
                <c:pt idx="6383">
                  <c:v>45101</c:v>
                </c:pt>
                <c:pt idx="6384">
                  <c:v>45102</c:v>
                </c:pt>
                <c:pt idx="6385">
                  <c:v>45103</c:v>
                </c:pt>
                <c:pt idx="6386">
                  <c:v>45104</c:v>
                </c:pt>
                <c:pt idx="6387">
                  <c:v>45105</c:v>
                </c:pt>
                <c:pt idx="6388">
                  <c:v>45106</c:v>
                </c:pt>
                <c:pt idx="6389">
                  <c:v>45107</c:v>
                </c:pt>
                <c:pt idx="6390">
                  <c:v>45108</c:v>
                </c:pt>
                <c:pt idx="6391">
                  <c:v>45109</c:v>
                </c:pt>
                <c:pt idx="6392">
                  <c:v>45110</c:v>
                </c:pt>
                <c:pt idx="6393">
                  <c:v>45111</c:v>
                </c:pt>
                <c:pt idx="6394">
                  <c:v>45112</c:v>
                </c:pt>
                <c:pt idx="6395">
                  <c:v>45113</c:v>
                </c:pt>
                <c:pt idx="6396">
                  <c:v>45114</c:v>
                </c:pt>
                <c:pt idx="6397">
                  <c:v>45115</c:v>
                </c:pt>
                <c:pt idx="6398">
                  <c:v>45116</c:v>
                </c:pt>
                <c:pt idx="6399">
                  <c:v>45117</c:v>
                </c:pt>
                <c:pt idx="6400">
                  <c:v>45118</c:v>
                </c:pt>
                <c:pt idx="6401">
                  <c:v>45119</c:v>
                </c:pt>
                <c:pt idx="6402">
                  <c:v>45120</c:v>
                </c:pt>
                <c:pt idx="6403">
                  <c:v>45121</c:v>
                </c:pt>
                <c:pt idx="6404">
                  <c:v>45122</c:v>
                </c:pt>
                <c:pt idx="6405">
                  <c:v>45123</c:v>
                </c:pt>
                <c:pt idx="6406">
                  <c:v>45124</c:v>
                </c:pt>
                <c:pt idx="6407">
                  <c:v>45125</c:v>
                </c:pt>
                <c:pt idx="6408">
                  <c:v>45126</c:v>
                </c:pt>
                <c:pt idx="6409">
                  <c:v>45127</c:v>
                </c:pt>
                <c:pt idx="6410">
                  <c:v>45128</c:v>
                </c:pt>
                <c:pt idx="6411">
                  <c:v>45129</c:v>
                </c:pt>
                <c:pt idx="6412">
                  <c:v>45130</c:v>
                </c:pt>
                <c:pt idx="6413">
                  <c:v>45131</c:v>
                </c:pt>
                <c:pt idx="6414">
                  <c:v>45132</c:v>
                </c:pt>
                <c:pt idx="6415">
                  <c:v>45133</c:v>
                </c:pt>
                <c:pt idx="6416">
                  <c:v>45134</c:v>
                </c:pt>
                <c:pt idx="6417">
                  <c:v>45135</c:v>
                </c:pt>
                <c:pt idx="6418">
                  <c:v>45136</c:v>
                </c:pt>
                <c:pt idx="6419">
                  <c:v>45137</c:v>
                </c:pt>
                <c:pt idx="6420">
                  <c:v>45138</c:v>
                </c:pt>
                <c:pt idx="6421">
                  <c:v>45139</c:v>
                </c:pt>
                <c:pt idx="6422">
                  <c:v>45140</c:v>
                </c:pt>
                <c:pt idx="6423">
                  <c:v>45141</c:v>
                </c:pt>
                <c:pt idx="6424">
                  <c:v>45142</c:v>
                </c:pt>
                <c:pt idx="6425">
                  <c:v>45143</c:v>
                </c:pt>
                <c:pt idx="6426">
                  <c:v>45144</c:v>
                </c:pt>
                <c:pt idx="6427">
                  <c:v>45145</c:v>
                </c:pt>
                <c:pt idx="6428">
                  <c:v>45146</c:v>
                </c:pt>
                <c:pt idx="6429">
                  <c:v>45147</c:v>
                </c:pt>
                <c:pt idx="6430">
                  <c:v>45148</c:v>
                </c:pt>
                <c:pt idx="6431">
                  <c:v>45149</c:v>
                </c:pt>
                <c:pt idx="6432">
                  <c:v>45150</c:v>
                </c:pt>
                <c:pt idx="6433">
                  <c:v>45151</c:v>
                </c:pt>
                <c:pt idx="6434">
                  <c:v>45152</c:v>
                </c:pt>
                <c:pt idx="6435">
                  <c:v>45153</c:v>
                </c:pt>
                <c:pt idx="6436">
                  <c:v>45154</c:v>
                </c:pt>
                <c:pt idx="6437">
                  <c:v>45155</c:v>
                </c:pt>
                <c:pt idx="6438">
                  <c:v>45156</c:v>
                </c:pt>
                <c:pt idx="6439">
                  <c:v>45157</c:v>
                </c:pt>
                <c:pt idx="6440">
                  <c:v>45158</c:v>
                </c:pt>
                <c:pt idx="6441">
                  <c:v>45159</c:v>
                </c:pt>
                <c:pt idx="6442">
                  <c:v>45160</c:v>
                </c:pt>
                <c:pt idx="6443">
                  <c:v>45161</c:v>
                </c:pt>
                <c:pt idx="6444">
                  <c:v>45162</c:v>
                </c:pt>
                <c:pt idx="6445">
                  <c:v>45163</c:v>
                </c:pt>
                <c:pt idx="6446">
                  <c:v>45164</c:v>
                </c:pt>
                <c:pt idx="6447">
                  <c:v>45165</c:v>
                </c:pt>
                <c:pt idx="6448">
                  <c:v>45166</c:v>
                </c:pt>
                <c:pt idx="6449">
                  <c:v>45167</c:v>
                </c:pt>
                <c:pt idx="6450">
                  <c:v>45168</c:v>
                </c:pt>
                <c:pt idx="6451">
                  <c:v>45169</c:v>
                </c:pt>
                <c:pt idx="6452">
                  <c:v>45170</c:v>
                </c:pt>
                <c:pt idx="6453">
                  <c:v>45171</c:v>
                </c:pt>
                <c:pt idx="6454">
                  <c:v>45172</c:v>
                </c:pt>
                <c:pt idx="6455">
                  <c:v>45173</c:v>
                </c:pt>
                <c:pt idx="6456">
                  <c:v>45174</c:v>
                </c:pt>
                <c:pt idx="6457">
                  <c:v>45175</c:v>
                </c:pt>
                <c:pt idx="6458">
                  <c:v>45176</c:v>
                </c:pt>
                <c:pt idx="6459">
                  <c:v>45177</c:v>
                </c:pt>
                <c:pt idx="6460">
                  <c:v>45178</c:v>
                </c:pt>
                <c:pt idx="6461">
                  <c:v>45179</c:v>
                </c:pt>
                <c:pt idx="6462">
                  <c:v>45180</c:v>
                </c:pt>
                <c:pt idx="6463">
                  <c:v>45181</c:v>
                </c:pt>
                <c:pt idx="6464">
                  <c:v>45182</c:v>
                </c:pt>
                <c:pt idx="6465">
                  <c:v>45183</c:v>
                </c:pt>
                <c:pt idx="6466">
                  <c:v>45184</c:v>
                </c:pt>
                <c:pt idx="6467">
                  <c:v>45185</c:v>
                </c:pt>
                <c:pt idx="6468">
                  <c:v>45186</c:v>
                </c:pt>
                <c:pt idx="6469">
                  <c:v>45187</c:v>
                </c:pt>
                <c:pt idx="6470">
                  <c:v>45188</c:v>
                </c:pt>
                <c:pt idx="6471">
                  <c:v>45189</c:v>
                </c:pt>
                <c:pt idx="6472">
                  <c:v>45190</c:v>
                </c:pt>
                <c:pt idx="6473">
                  <c:v>45191</c:v>
                </c:pt>
                <c:pt idx="6474">
                  <c:v>45192</c:v>
                </c:pt>
                <c:pt idx="6475">
                  <c:v>45193</c:v>
                </c:pt>
                <c:pt idx="6476">
                  <c:v>45194</c:v>
                </c:pt>
                <c:pt idx="6477">
                  <c:v>45195</c:v>
                </c:pt>
                <c:pt idx="6478">
                  <c:v>45196</c:v>
                </c:pt>
                <c:pt idx="6479">
                  <c:v>45197</c:v>
                </c:pt>
                <c:pt idx="6480">
                  <c:v>45198</c:v>
                </c:pt>
                <c:pt idx="6481">
                  <c:v>45199</c:v>
                </c:pt>
                <c:pt idx="6482">
                  <c:v>45200</c:v>
                </c:pt>
                <c:pt idx="6483">
                  <c:v>45201</c:v>
                </c:pt>
                <c:pt idx="6484">
                  <c:v>45202</c:v>
                </c:pt>
                <c:pt idx="6485">
                  <c:v>45203</c:v>
                </c:pt>
                <c:pt idx="6486">
                  <c:v>45204</c:v>
                </c:pt>
                <c:pt idx="6487">
                  <c:v>45205</c:v>
                </c:pt>
                <c:pt idx="6488">
                  <c:v>45206</c:v>
                </c:pt>
                <c:pt idx="6489">
                  <c:v>45207</c:v>
                </c:pt>
                <c:pt idx="6490">
                  <c:v>45208</c:v>
                </c:pt>
                <c:pt idx="6491">
                  <c:v>45209</c:v>
                </c:pt>
                <c:pt idx="6492">
                  <c:v>45210</c:v>
                </c:pt>
                <c:pt idx="6493">
                  <c:v>45211</c:v>
                </c:pt>
                <c:pt idx="6494">
                  <c:v>45212</c:v>
                </c:pt>
                <c:pt idx="6495">
                  <c:v>45213</c:v>
                </c:pt>
                <c:pt idx="6496">
                  <c:v>45214</c:v>
                </c:pt>
                <c:pt idx="6497">
                  <c:v>45215</c:v>
                </c:pt>
                <c:pt idx="6498">
                  <c:v>45216</c:v>
                </c:pt>
                <c:pt idx="6499">
                  <c:v>45217</c:v>
                </c:pt>
                <c:pt idx="6500">
                  <c:v>45218</c:v>
                </c:pt>
                <c:pt idx="6501">
                  <c:v>45219</c:v>
                </c:pt>
                <c:pt idx="6502">
                  <c:v>45220</c:v>
                </c:pt>
                <c:pt idx="6503">
                  <c:v>45221</c:v>
                </c:pt>
                <c:pt idx="6504">
                  <c:v>45222</c:v>
                </c:pt>
                <c:pt idx="6505">
                  <c:v>45223</c:v>
                </c:pt>
                <c:pt idx="6506">
                  <c:v>45224</c:v>
                </c:pt>
                <c:pt idx="6507">
                  <c:v>45225</c:v>
                </c:pt>
                <c:pt idx="6508">
                  <c:v>45226</c:v>
                </c:pt>
                <c:pt idx="6509">
                  <c:v>45227</c:v>
                </c:pt>
                <c:pt idx="6510">
                  <c:v>45228</c:v>
                </c:pt>
                <c:pt idx="6511">
                  <c:v>45229</c:v>
                </c:pt>
                <c:pt idx="6512">
                  <c:v>45230</c:v>
                </c:pt>
                <c:pt idx="6513">
                  <c:v>45231</c:v>
                </c:pt>
                <c:pt idx="6514">
                  <c:v>45232</c:v>
                </c:pt>
                <c:pt idx="6515">
                  <c:v>45233</c:v>
                </c:pt>
                <c:pt idx="6516">
                  <c:v>45234</c:v>
                </c:pt>
                <c:pt idx="6517">
                  <c:v>45235</c:v>
                </c:pt>
                <c:pt idx="6518">
                  <c:v>45236</c:v>
                </c:pt>
                <c:pt idx="6519">
                  <c:v>45237</c:v>
                </c:pt>
                <c:pt idx="6520">
                  <c:v>45238</c:v>
                </c:pt>
                <c:pt idx="6521">
                  <c:v>45239</c:v>
                </c:pt>
                <c:pt idx="6522">
                  <c:v>45240</c:v>
                </c:pt>
                <c:pt idx="6523">
                  <c:v>45241</c:v>
                </c:pt>
                <c:pt idx="6524">
                  <c:v>45242</c:v>
                </c:pt>
                <c:pt idx="6525">
                  <c:v>45243</c:v>
                </c:pt>
                <c:pt idx="6526">
                  <c:v>45244</c:v>
                </c:pt>
                <c:pt idx="6527">
                  <c:v>45245</c:v>
                </c:pt>
                <c:pt idx="6528">
                  <c:v>45246</c:v>
                </c:pt>
                <c:pt idx="6529">
                  <c:v>45247</c:v>
                </c:pt>
                <c:pt idx="6530">
                  <c:v>45248</c:v>
                </c:pt>
                <c:pt idx="6531">
                  <c:v>45249</c:v>
                </c:pt>
                <c:pt idx="6532">
                  <c:v>45250</c:v>
                </c:pt>
                <c:pt idx="6533">
                  <c:v>45251</c:v>
                </c:pt>
                <c:pt idx="6534">
                  <c:v>45252</c:v>
                </c:pt>
                <c:pt idx="6535">
                  <c:v>45253</c:v>
                </c:pt>
                <c:pt idx="6536">
                  <c:v>45254</c:v>
                </c:pt>
                <c:pt idx="6537">
                  <c:v>45255</c:v>
                </c:pt>
                <c:pt idx="6538">
                  <c:v>45256</c:v>
                </c:pt>
                <c:pt idx="6539">
                  <c:v>45257</c:v>
                </c:pt>
                <c:pt idx="6540">
                  <c:v>45258</c:v>
                </c:pt>
                <c:pt idx="6541">
                  <c:v>45259</c:v>
                </c:pt>
                <c:pt idx="6542">
                  <c:v>45260</c:v>
                </c:pt>
                <c:pt idx="6543">
                  <c:v>45261</c:v>
                </c:pt>
                <c:pt idx="6544">
                  <c:v>45262</c:v>
                </c:pt>
                <c:pt idx="6545">
                  <c:v>45263</c:v>
                </c:pt>
                <c:pt idx="6546">
                  <c:v>45264</c:v>
                </c:pt>
                <c:pt idx="6547">
                  <c:v>45265</c:v>
                </c:pt>
                <c:pt idx="6548">
                  <c:v>45266</c:v>
                </c:pt>
                <c:pt idx="6549">
                  <c:v>45267</c:v>
                </c:pt>
                <c:pt idx="6550">
                  <c:v>45268</c:v>
                </c:pt>
                <c:pt idx="6551">
                  <c:v>45269</c:v>
                </c:pt>
                <c:pt idx="6552">
                  <c:v>45270</c:v>
                </c:pt>
                <c:pt idx="6553">
                  <c:v>45271</c:v>
                </c:pt>
                <c:pt idx="6554">
                  <c:v>45272</c:v>
                </c:pt>
                <c:pt idx="6555">
                  <c:v>45273</c:v>
                </c:pt>
                <c:pt idx="6556">
                  <c:v>45274</c:v>
                </c:pt>
                <c:pt idx="6557">
                  <c:v>45275</c:v>
                </c:pt>
                <c:pt idx="6558">
                  <c:v>45276</c:v>
                </c:pt>
                <c:pt idx="6559">
                  <c:v>45277</c:v>
                </c:pt>
                <c:pt idx="6560">
                  <c:v>45278</c:v>
                </c:pt>
                <c:pt idx="6561">
                  <c:v>45279</c:v>
                </c:pt>
                <c:pt idx="6562">
                  <c:v>45280</c:v>
                </c:pt>
                <c:pt idx="6563">
                  <c:v>45281</c:v>
                </c:pt>
                <c:pt idx="6564">
                  <c:v>45282</c:v>
                </c:pt>
                <c:pt idx="6565">
                  <c:v>45283</c:v>
                </c:pt>
                <c:pt idx="6566">
                  <c:v>45284</c:v>
                </c:pt>
                <c:pt idx="6567">
                  <c:v>45285</c:v>
                </c:pt>
                <c:pt idx="6568">
                  <c:v>45286</c:v>
                </c:pt>
                <c:pt idx="6569">
                  <c:v>45287</c:v>
                </c:pt>
                <c:pt idx="6570">
                  <c:v>45288</c:v>
                </c:pt>
                <c:pt idx="6571">
                  <c:v>45289</c:v>
                </c:pt>
                <c:pt idx="6572">
                  <c:v>45290</c:v>
                </c:pt>
                <c:pt idx="6573">
                  <c:v>45291</c:v>
                </c:pt>
                <c:pt idx="6574">
                  <c:v>45292</c:v>
                </c:pt>
                <c:pt idx="6575">
                  <c:v>45293</c:v>
                </c:pt>
                <c:pt idx="6576">
                  <c:v>45294</c:v>
                </c:pt>
                <c:pt idx="6577">
                  <c:v>45295</c:v>
                </c:pt>
                <c:pt idx="6578">
                  <c:v>45296</c:v>
                </c:pt>
                <c:pt idx="6579">
                  <c:v>45297</c:v>
                </c:pt>
                <c:pt idx="6580">
                  <c:v>45298</c:v>
                </c:pt>
                <c:pt idx="6581">
                  <c:v>45299</c:v>
                </c:pt>
                <c:pt idx="6582">
                  <c:v>45300</c:v>
                </c:pt>
                <c:pt idx="6583">
                  <c:v>45301</c:v>
                </c:pt>
                <c:pt idx="6584">
                  <c:v>45302</c:v>
                </c:pt>
                <c:pt idx="6585">
                  <c:v>45303</c:v>
                </c:pt>
                <c:pt idx="6586">
                  <c:v>45304</c:v>
                </c:pt>
                <c:pt idx="6587">
                  <c:v>45305</c:v>
                </c:pt>
                <c:pt idx="6588">
                  <c:v>45306</c:v>
                </c:pt>
                <c:pt idx="6589">
                  <c:v>45307</c:v>
                </c:pt>
                <c:pt idx="6590">
                  <c:v>45308</c:v>
                </c:pt>
                <c:pt idx="6591">
                  <c:v>45309</c:v>
                </c:pt>
                <c:pt idx="6592">
                  <c:v>45310</c:v>
                </c:pt>
                <c:pt idx="6593">
                  <c:v>45311</c:v>
                </c:pt>
                <c:pt idx="6594">
                  <c:v>45312</c:v>
                </c:pt>
                <c:pt idx="6595">
                  <c:v>45313</c:v>
                </c:pt>
                <c:pt idx="6596">
                  <c:v>45314</c:v>
                </c:pt>
                <c:pt idx="6597">
                  <c:v>45315</c:v>
                </c:pt>
                <c:pt idx="6598">
                  <c:v>45316</c:v>
                </c:pt>
                <c:pt idx="6599">
                  <c:v>45317</c:v>
                </c:pt>
                <c:pt idx="6600">
                  <c:v>45318</c:v>
                </c:pt>
                <c:pt idx="6601">
                  <c:v>45319</c:v>
                </c:pt>
                <c:pt idx="6602">
                  <c:v>45320</c:v>
                </c:pt>
                <c:pt idx="6603">
                  <c:v>45321</c:v>
                </c:pt>
                <c:pt idx="6604">
                  <c:v>45322</c:v>
                </c:pt>
                <c:pt idx="6605">
                  <c:v>45323</c:v>
                </c:pt>
                <c:pt idx="6606">
                  <c:v>45324</c:v>
                </c:pt>
                <c:pt idx="6607">
                  <c:v>45325</c:v>
                </c:pt>
                <c:pt idx="6608">
                  <c:v>45326</c:v>
                </c:pt>
                <c:pt idx="6609">
                  <c:v>45327</c:v>
                </c:pt>
                <c:pt idx="6610">
                  <c:v>45328</c:v>
                </c:pt>
                <c:pt idx="6611">
                  <c:v>45329</c:v>
                </c:pt>
                <c:pt idx="6612">
                  <c:v>45330</c:v>
                </c:pt>
                <c:pt idx="6613">
                  <c:v>45331</c:v>
                </c:pt>
                <c:pt idx="6614">
                  <c:v>45332</c:v>
                </c:pt>
                <c:pt idx="6615">
                  <c:v>45333</c:v>
                </c:pt>
                <c:pt idx="6616">
                  <c:v>45334</c:v>
                </c:pt>
                <c:pt idx="6617">
                  <c:v>45335</c:v>
                </c:pt>
                <c:pt idx="6618">
                  <c:v>45336</c:v>
                </c:pt>
                <c:pt idx="6619">
                  <c:v>45337</c:v>
                </c:pt>
                <c:pt idx="6620">
                  <c:v>45338</c:v>
                </c:pt>
                <c:pt idx="6621">
                  <c:v>45339</c:v>
                </c:pt>
                <c:pt idx="6622">
                  <c:v>45340</c:v>
                </c:pt>
                <c:pt idx="6623">
                  <c:v>45341</c:v>
                </c:pt>
                <c:pt idx="6624">
                  <c:v>45342</c:v>
                </c:pt>
                <c:pt idx="6625">
                  <c:v>45343</c:v>
                </c:pt>
                <c:pt idx="6626">
                  <c:v>45344</c:v>
                </c:pt>
                <c:pt idx="6627">
                  <c:v>45345</c:v>
                </c:pt>
                <c:pt idx="6628">
                  <c:v>45346</c:v>
                </c:pt>
                <c:pt idx="6629">
                  <c:v>45347</c:v>
                </c:pt>
                <c:pt idx="6630">
                  <c:v>45348</c:v>
                </c:pt>
                <c:pt idx="6631">
                  <c:v>45349</c:v>
                </c:pt>
                <c:pt idx="6632">
                  <c:v>45350</c:v>
                </c:pt>
                <c:pt idx="6633">
                  <c:v>45351</c:v>
                </c:pt>
                <c:pt idx="6634">
                  <c:v>45352</c:v>
                </c:pt>
                <c:pt idx="6635">
                  <c:v>45353</c:v>
                </c:pt>
                <c:pt idx="6636">
                  <c:v>45354</c:v>
                </c:pt>
              </c:numCache>
            </c:numRef>
          </c:cat>
          <c:val>
            <c:numRef>
              <c:f>价差走势表!$AR$2:$AR$6638</c:f>
              <c:numCache>
                <c:formatCode>0_);[Red]\(0\)</c:formatCode>
                <c:ptCount val="6637"/>
                <c:pt idx="0">
                  <c:v>16000</c:v>
                </c:pt>
                <c:pt idx="1">
                  <c:v>16000</c:v>
                </c:pt>
                <c:pt idx="2">
                  <c:v>16000</c:v>
                </c:pt>
                <c:pt idx="3">
                  <c:v>16000</c:v>
                </c:pt>
                <c:pt idx="4">
                  <c:v>16000</c:v>
                </c:pt>
                <c:pt idx="5">
                  <c:v>16000</c:v>
                </c:pt>
                <c:pt idx="6">
                  <c:v>16000</c:v>
                </c:pt>
                <c:pt idx="7">
                  <c:v>16000</c:v>
                </c:pt>
                <c:pt idx="8">
                  <c:v>16000</c:v>
                </c:pt>
                <c:pt idx="9">
                  <c:v>16000</c:v>
                </c:pt>
                <c:pt idx="10">
                  <c:v>16000</c:v>
                </c:pt>
                <c:pt idx="11">
                  <c:v>16000</c:v>
                </c:pt>
                <c:pt idx="12">
                  <c:v>16000</c:v>
                </c:pt>
                <c:pt idx="13">
                  <c:v>16000</c:v>
                </c:pt>
                <c:pt idx="14">
                  <c:v>16000</c:v>
                </c:pt>
                <c:pt idx="15">
                  <c:v>16000</c:v>
                </c:pt>
                <c:pt idx="16">
                  <c:v>16000</c:v>
                </c:pt>
                <c:pt idx="17">
                  <c:v>16000</c:v>
                </c:pt>
                <c:pt idx="18">
                  <c:v>16000</c:v>
                </c:pt>
                <c:pt idx="19">
                  <c:v>16000</c:v>
                </c:pt>
                <c:pt idx="20">
                  <c:v>16000</c:v>
                </c:pt>
                <c:pt idx="21">
                  <c:v>16000</c:v>
                </c:pt>
                <c:pt idx="22">
                  <c:v>16000</c:v>
                </c:pt>
                <c:pt idx="23">
                  <c:v>16000</c:v>
                </c:pt>
                <c:pt idx="24">
                  <c:v>16000</c:v>
                </c:pt>
                <c:pt idx="25">
                  <c:v>16000</c:v>
                </c:pt>
                <c:pt idx="26">
                  <c:v>16000</c:v>
                </c:pt>
                <c:pt idx="27">
                  <c:v>16000</c:v>
                </c:pt>
                <c:pt idx="28">
                  <c:v>16000</c:v>
                </c:pt>
                <c:pt idx="29">
                  <c:v>16000</c:v>
                </c:pt>
                <c:pt idx="30">
                  <c:v>16000</c:v>
                </c:pt>
                <c:pt idx="31">
                  <c:v>16000</c:v>
                </c:pt>
                <c:pt idx="32">
                  <c:v>16000</c:v>
                </c:pt>
                <c:pt idx="33">
                  <c:v>16000</c:v>
                </c:pt>
                <c:pt idx="34">
                  <c:v>16000</c:v>
                </c:pt>
                <c:pt idx="35">
                  <c:v>16000</c:v>
                </c:pt>
                <c:pt idx="36">
                  <c:v>16000</c:v>
                </c:pt>
                <c:pt idx="37">
                  <c:v>16000</c:v>
                </c:pt>
                <c:pt idx="38">
                  <c:v>16000</c:v>
                </c:pt>
                <c:pt idx="39">
                  <c:v>16000</c:v>
                </c:pt>
                <c:pt idx="40">
                  <c:v>16000</c:v>
                </c:pt>
                <c:pt idx="41">
                  <c:v>16000</c:v>
                </c:pt>
                <c:pt idx="42">
                  <c:v>16000</c:v>
                </c:pt>
                <c:pt idx="43">
                  <c:v>16000</c:v>
                </c:pt>
                <c:pt idx="44">
                  <c:v>16000</c:v>
                </c:pt>
                <c:pt idx="45">
                  <c:v>16000</c:v>
                </c:pt>
                <c:pt idx="46">
                  <c:v>16000</c:v>
                </c:pt>
                <c:pt idx="47">
                  <c:v>16000</c:v>
                </c:pt>
                <c:pt idx="48">
                  <c:v>16000</c:v>
                </c:pt>
                <c:pt idx="49">
                  <c:v>16000</c:v>
                </c:pt>
                <c:pt idx="50">
                  <c:v>16000</c:v>
                </c:pt>
                <c:pt idx="51">
                  <c:v>16000</c:v>
                </c:pt>
                <c:pt idx="52">
                  <c:v>16000</c:v>
                </c:pt>
                <c:pt idx="53">
                  <c:v>16000</c:v>
                </c:pt>
                <c:pt idx="54">
                  <c:v>16000</c:v>
                </c:pt>
                <c:pt idx="55">
                  <c:v>16000</c:v>
                </c:pt>
                <c:pt idx="56">
                  <c:v>16000</c:v>
                </c:pt>
                <c:pt idx="57">
                  <c:v>16000</c:v>
                </c:pt>
                <c:pt idx="58">
                  <c:v>16000</c:v>
                </c:pt>
                <c:pt idx="59">
                  <c:v>15000</c:v>
                </c:pt>
                <c:pt idx="60">
                  <c:v>15000</c:v>
                </c:pt>
                <c:pt idx="61">
                  <c:v>15000</c:v>
                </c:pt>
                <c:pt idx="62">
                  <c:v>15000</c:v>
                </c:pt>
                <c:pt idx="63">
                  <c:v>15000</c:v>
                </c:pt>
                <c:pt idx="64">
                  <c:v>15000</c:v>
                </c:pt>
                <c:pt idx="65">
                  <c:v>15000</c:v>
                </c:pt>
                <c:pt idx="66">
                  <c:v>15000</c:v>
                </c:pt>
                <c:pt idx="67">
                  <c:v>15000</c:v>
                </c:pt>
                <c:pt idx="68">
                  <c:v>15000</c:v>
                </c:pt>
                <c:pt idx="69">
                  <c:v>15000</c:v>
                </c:pt>
                <c:pt idx="70">
                  <c:v>15000</c:v>
                </c:pt>
                <c:pt idx="71">
                  <c:v>15000</c:v>
                </c:pt>
                <c:pt idx="72">
                  <c:v>15000</c:v>
                </c:pt>
                <c:pt idx="73">
                  <c:v>15000</c:v>
                </c:pt>
                <c:pt idx="74">
                  <c:v>15000</c:v>
                </c:pt>
                <c:pt idx="75">
                  <c:v>15000</c:v>
                </c:pt>
                <c:pt idx="76">
                  <c:v>15000</c:v>
                </c:pt>
                <c:pt idx="77">
                  <c:v>15000</c:v>
                </c:pt>
                <c:pt idx="78">
                  <c:v>15000</c:v>
                </c:pt>
                <c:pt idx="79">
                  <c:v>15000</c:v>
                </c:pt>
                <c:pt idx="80">
                  <c:v>15000</c:v>
                </c:pt>
                <c:pt idx="81">
                  <c:v>15000</c:v>
                </c:pt>
                <c:pt idx="82">
                  <c:v>15000</c:v>
                </c:pt>
                <c:pt idx="83">
                  <c:v>15000</c:v>
                </c:pt>
                <c:pt idx="84">
                  <c:v>15000</c:v>
                </c:pt>
                <c:pt idx="85">
                  <c:v>15000</c:v>
                </c:pt>
                <c:pt idx="86">
                  <c:v>15000</c:v>
                </c:pt>
                <c:pt idx="87">
                  <c:v>15000</c:v>
                </c:pt>
                <c:pt idx="88">
                  <c:v>15000</c:v>
                </c:pt>
                <c:pt idx="89">
                  <c:v>15000</c:v>
                </c:pt>
                <c:pt idx="90">
                  <c:v>14000</c:v>
                </c:pt>
                <c:pt idx="91">
                  <c:v>14000</c:v>
                </c:pt>
                <c:pt idx="92">
                  <c:v>14000</c:v>
                </c:pt>
                <c:pt idx="93">
                  <c:v>14000</c:v>
                </c:pt>
                <c:pt idx="94">
                  <c:v>14000</c:v>
                </c:pt>
                <c:pt idx="95">
                  <c:v>14000</c:v>
                </c:pt>
                <c:pt idx="96">
                  <c:v>14000</c:v>
                </c:pt>
                <c:pt idx="97">
                  <c:v>14000</c:v>
                </c:pt>
                <c:pt idx="98">
                  <c:v>14000</c:v>
                </c:pt>
                <c:pt idx="99">
                  <c:v>14000</c:v>
                </c:pt>
                <c:pt idx="100">
                  <c:v>14000</c:v>
                </c:pt>
                <c:pt idx="101">
                  <c:v>14000</c:v>
                </c:pt>
                <c:pt idx="102">
                  <c:v>14000</c:v>
                </c:pt>
                <c:pt idx="103">
                  <c:v>14000</c:v>
                </c:pt>
                <c:pt idx="104">
                  <c:v>14000</c:v>
                </c:pt>
                <c:pt idx="105">
                  <c:v>14000</c:v>
                </c:pt>
                <c:pt idx="106">
                  <c:v>14000</c:v>
                </c:pt>
                <c:pt idx="107">
                  <c:v>14000</c:v>
                </c:pt>
                <c:pt idx="108">
                  <c:v>14000</c:v>
                </c:pt>
                <c:pt idx="109">
                  <c:v>14000</c:v>
                </c:pt>
                <c:pt idx="110">
                  <c:v>14000</c:v>
                </c:pt>
                <c:pt idx="111">
                  <c:v>14000</c:v>
                </c:pt>
                <c:pt idx="112">
                  <c:v>14000</c:v>
                </c:pt>
                <c:pt idx="113">
                  <c:v>14000</c:v>
                </c:pt>
                <c:pt idx="114">
                  <c:v>14000</c:v>
                </c:pt>
                <c:pt idx="115">
                  <c:v>14000</c:v>
                </c:pt>
                <c:pt idx="116">
                  <c:v>14000</c:v>
                </c:pt>
                <c:pt idx="117">
                  <c:v>14000</c:v>
                </c:pt>
                <c:pt idx="118">
                  <c:v>14000</c:v>
                </c:pt>
                <c:pt idx="119">
                  <c:v>14000</c:v>
                </c:pt>
                <c:pt idx="120">
                  <c:v>11000</c:v>
                </c:pt>
                <c:pt idx="121">
                  <c:v>11000</c:v>
                </c:pt>
                <c:pt idx="122">
                  <c:v>11000</c:v>
                </c:pt>
                <c:pt idx="123">
                  <c:v>11000</c:v>
                </c:pt>
                <c:pt idx="124">
                  <c:v>11000</c:v>
                </c:pt>
                <c:pt idx="125">
                  <c:v>11000</c:v>
                </c:pt>
                <c:pt idx="126">
                  <c:v>11000</c:v>
                </c:pt>
                <c:pt idx="127">
                  <c:v>11000</c:v>
                </c:pt>
                <c:pt idx="128">
                  <c:v>11000</c:v>
                </c:pt>
                <c:pt idx="129">
                  <c:v>11000</c:v>
                </c:pt>
                <c:pt idx="130">
                  <c:v>11000</c:v>
                </c:pt>
                <c:pt idx="131">
                  <c:v>11000</c:v>
                </c:pt>
                <c:pt idx="132">
                  <c:v>11000</c:v>
                </c:pt>
                <c:pt idx="133">
                  <c:v>11000</c:v>
                </c:pt>
                <c:pt idx="134">
                  <c:v>11000</c:v>
                </c:pt>
                <c:pt idx="135">
                  <c:v>11000</c:v>
                </c:pt>
                <c:pt idx="136">
                  <c:v>11000</c:v>
                </c:pt>
                <c:pt idx="137">
                  <c:v>11000</c:v>
                </c:pt>
                <c:pt idx="138">
                  <c:v>11000</c:v>
                </c:pt>
                <c:pt idx="139">
                  <c:v>11000</c:v>
                </c:pt>
                <c:pt idx="140">
                  <c:v>11000</c:v>
                </c:pt>
                <c:pt idx="141">
                  <c:v>11000</c:v>
                </c:pt>
                <c:pt idx="142">
                  <c:v>11000</c:v>
                </c:pt>
                <c:pt idx="143">
                  <c:v>11000</c:v>
                </c:pt>
                <c:pt idx="144">
                  <c:v>11000</c:v>
                </c:pt>
                <c:pt idx="145">
                  <c:v>11000</c:v>
                </c:pt>
                <c:pt idx="146">
                  <c:v>11000</c:v>
                </c:pt>
                <c:pt idx="147">
                  <c:v>11000</c:v>
                </c:pt>
                <c:pt idx="148">
                  <c:v>11000</c:v>
                </c:pt>
                <c:pt idx="149">
                  <c:v>11000</c:v>
                </c:pt>
                <c:pt idx="150">
                  <c:v>11000</c:v>
                </c:pt>
                <c:pt idx="151">
                  <c:v>11000</c:v>
                </c:pt>
                <c:pt idx="152">
                  <c:v>11000</c:v>
                </c:pt>
                <c:pt idx="153">
                  <c:v>11000</c:v>
                </c:pt>
                <c:pt idx="154">
                  <c:v>11000</c:v>
                </c:pt>
                <c:pt idx="155">
                  <c:v>11000</c:v>
                </c:pt>
                <c:pt idx="156">
                  <c:v>11000</c:v>
                </c:pt>
                <c:pt idx="157">
                  <c:v>11000</c:v>
                </c:pt>
                <c:pt idx="158">
                  <c:v>11000</c:v>
                </c:pt>
                <c:pt idx="159">
                  <c:v>11000</c:v>
                </c:pt>
                <c:pt idx="160">
                  <c:v>11000</c:v>
                </c:pt>
                <c:pt idx="161">
                  <c:v>11000</c:v>
                </c:pt>
                <c:pt idx="162">
                  <c:v>11000</c:v>
                </c:pt>
                <c:pt idx="163">
                  <c:v>11000</c:v>
                </c:pt>
                <c:pt idx="164">
                  <c:v>11000</c:v>
                </c:pt>
                <c:pt idx="165">
                  <c:v>11000</c:v>
                </c:pt>
                <c:pt idx="166">
                  <c:v>11000</c:v>
                </c:pt>
                <c:pt idx="167">
                  <c:v>11000</c:v>
                </c:pt>
                <c:pt idx="168">
                  <c:v>11000</c:v>
                </c:pt>
                <c:pt idx="169">
                  <c:v>11000</c:v>
                </c:pt>
                <c:pt idx="170">
                  <c:v>11000</c:v>
                </c:pt>
                <c:pt idx="171">
                  <c:v>11000</c:v>
                </c:pt>
                <c:pt idx="172">
                  <c:v>11000</c:v>
                </c:pt>
                <c:pt idx="173">
                  <c:v>11000</c:v>
                </c:pt>
                <c:pt idx="174">
                  <c:v>11000</c:v>
                </c:pt>
                <c:pt idx="175">
                  <c:v>11000</c:v>
                </c:pt>
                <c:pt idx="176">
                  <c:v>11000</c:v>
                </c:pt>
                <c:pt idx="177">
                  <c:v>11000</c:v>
                </c:pt>
                <c:pt idx="178">
                  <c:v>11000</c:v>
                </c:pt>
                <c:pt idx="179">
                  <c:v>11000</c:v>
                </c:pt>
                <c:pt idx="180">
                  <c:v>11000</c:v>
                </c:pt>
                <c:pt idx="181">
                  <c:v>11000</c:v>
                </c:pt>
                <c:pt idx="182">
                  <c:v>11000</c:v>
                </c:pt>
                <c:pt idx="183">
                  <c:v>11000</c:v>
                </c:pt>
                <c:pt idx="184">
                  <c:v>11000</c:v>
                </c:pt>
                <c:pt idx="185">
                  <c:v>11000</c:v>
                </c:pt>
                <c:pt idx="186">
                  <c:v>11000</c:v>
                </c:pt>
                <c:pt idx="187">
                  <c:v>11000</c:v>
                </c:pt>
                <c:pt idx="188">
                  <c:v>11000</c:v>
                </c:pt>
                <c:pt idx="189">
                  <c:v>11000</c:v>
                </c:pt>
                <c:pt idx="190">
                  <c:v>11000</c:v>
                </c:pt>
                <c:pt idx="191">
                  <c:v>11000</c:v>
                </c:pt>
                <c:pt idx="192">
                  <c:v>11000</c:v>
                </c:pt>
                <c:pt idx="193">
                  <c:v>11000</c:v>
                </c:pt>
                <c:pt idx="194">
                  <c:v>11000</c:v>
                </c:pt>
                <c:pt idx="195">
                  <c:v>11000</c:v>
                </c:pt>
                <c:pt idx="196">
                  <c:v>11000</c:v>
                </c:pt>
                <c:pt idx="197">
                  <c:v>11000</c:v>
                </c:pt>
                <c:pt idx="198">
                  <c:v>11000</c:v>
                </c:pt>
                <c:pt idx="199">
                  <c:v>11000</c:v>
                </c:pt>
                <c:pt idx="200">
                  <c:v>11000</c:v>
                </c:pt>
                <c:pt idx="201">
                  <c:v>11000</c:v>
                </c:pt>
                <c:pt idx="202">
                  <c:v>11000</c:v>
                </c:pt>
                <c:pt idx="203">
                  <c:v>11000</c:v>
                </c:pt>
                <c:pt idx="204">
                  <c:v>11000</c:v>
                </c:pt>
                <c:pt idx="205">
                  <c:v>11000</c:v>
                </c:pt>
                <c:pt idx="206">
                  <c:v>11000</c:v>
                </c:pt>
                <c:pt idx="207">
                  <c:v>11000</c:v>
                </c:pt>
                <c:pt idx="208">
                  <c:v>11000</c:v>
                </c:pt>
                <c:pt idx="209">
                  <c:v>11000</c:v>
                </c:pt>
                <c:pt idx="210">
                  <c:v>11000</c:v>
                </c:pt>
                <c:pt idx="211">
                  <c:v>11000</c:v>
                </c:pt>
                <c:pt idx="212">
                  <c:v>11000</c:v>
                </c:pt>
                <c:pt idx="213">
                  <c:v>11000</c:v>
                </c:pt>
                <c:pt idx="214">
                  <c:v>11000</c:v>
                </c:pt>
                <c:pt idx="215">
                  <c:v>11000</c:v>
                </c:pt>
                <c:pt idx="216">
                  <c:v>11000</c:v>
                </c:pt>
                <c:pt idx="217">
                  <c:v>11000</c:v>
                </c:pt>
                <c:pt idx="218">
                  <c:v>11000</c:v>
                </c:pt>
                <c:pt idx="219">
                  <c:v>11000</c:v>
                </c:pt>
                <c:pt idx="220">
                  <c:v>11000</c:v>
                </c:pt>
                <c:pt idx="221">
                  <c:v>11000</c:v>
                </c:pt>
                <c:pt idx="222">
                  <c:v>11000</c:v>
                </c:pt>
                <c:pt idx="223">
                  <c:v>11000</c:v>
                </c:pt>
                <c:pt idx="224">
                  <c:v>11000</c:v>
                </c:pt>
                <c:pt idx="225">
                  <c:v>11000</c:v>
                </c:pt>
                <c:pt idx="226">
                  <c:v>11000</c:v>
                </c:pt>
                <c:pt idx="227">
                  <c:v>11000</c:v>
                </c:pt>
                <c:pt idx="228">
                  <c:v>11000</c:v>
                </c:pt>
                <c:pt idx="229">
                  <c:v>11000</c:v>
                </c:pt>
                <c:pt idx="230">
                  <c:v>11000</c:v>
                </c:pt>
                <c:pt idx="231">
                  <c:v>11000</c:v>
                </c:pt>
                <c:pt idx="232">
                  <c:v>11000</c:v>
                </c:pt>
                <c:pt idx="233">
                  <c:v>11000</c:v>
                </c:pt>
                <c:pt idx="234">
                  <c:v>11000</c:v>
                </c:pt>
                <c:pt idx="235">
                  <c:v>11000</c:v>
                </c:pt>
                <c:pt idx="236">
                  <c:v>11000</c:v>
                </c:pt>
                <c:pt idx="237">
                  <c:v>11000</c:v>
                </c:pt>
                <c:pt idx="238">
                  <c:v>11000</c:v>
                </c:pt>
                <c:pt idx="239">
                  <c:v>11000</c:v>
                </c:pt>
                <c:pt idx="240">
                  <c:v>11000</c:v>
                </c:pt>
                <c:pt idx="241">
                  <c:v>11000</c:v>
                </c:pt>
                <c:pt idx="242">
                  <c:v>11000</c:v>
                </c:pt>
                <c:pt idx="243">
                  <c:v>12000</c:v>
                </c:pt>
                <c:pt idx="244">
                  <c:v>12000</c:v>
                </c:pt>
                <c:pt idx="245">
                  <c:v>12000</c:v>
                </c:pt>
                <c:pt idx="246">
                  <c:v>12000</c:v>
                </c:pt>
                <c:pt idx="247">
                  <c:v>12000</c:v>
                </c:pt>
                <c:pt idx="248">
                  <c:v>12000</c:v>
                </c:pt>
                <c:pt idx="249">
                  <c:v>12000</c:v>
                </c:pt>
                <c:pt idx="250">
                  <c:v>12000</c:v>
                </c:pt>
                <c:pt idx="251">
                  <c:v>12000</c:v>
                </c:pt>
                <c:pt idx="252">
                  <c:v>12000</c:v>
                </c:pt>
                <c:pt idx="253">
                  <c:v>12000</c:v>
                </c:pt>
                <c:pt idx="254">
                  <c:v>12000</c:v>
                </c:pt>
                <c:pt idx="255">
                  <c:v>12000</c:v>
                </c:pt>
                <c:pt idx="256">
                  <c:v>12000</c:v>
                </c:pt>
                <c:pt idx="257">
                  <c:v>12000</c:v>
                </c:pt>
                <c:pt idx="258">
                  <c:v>12000</c:v>
                </c:pt>
                <c:pt idx="259">
                  <c:v>12000</c:v>
                </c:pt>
                <c:pt idx="260">
                  <c:v>12000</c:v>
                </c:pt>
                <c:pt idx="261">
                  <c:v>12000</c:v>
                </c:pt>
                <c:pt idx="262">
                  <c:v>12000</c:v>
                </c:pt>
                <c:pt idx="263">
                  <c:v>12000</c:v>
                </c:pt>
                <c:pt idx="264">
                  <c:v>12000</c:v>
                </c:pt>
                <c:pt idx="265">
                  <c:v>12000</c:v>
                </c:pt>
                <c:pt idx="266">
                  <c:v>12000</c:v>
                </c:pt>
                <c:pt idx="267">
                  <c:v>12000</c:v>
                </c:pt>
                <c:pt idx="268">
                  <c:v>12000</c:v>
                </c:pt>
                <c:pt idx="269">
                  <c:v>12000</c:v>
                </c:pt>
                <c:pt idx="270">
                  <c:v>12000</c:v>
                </c:pt>
                <c:pt idx="271">
                  <c:v>12000</c:v>
                </c:pt>
                <c:pt idx="272">
                  <c:v>12000</c:v>
                </c:pt>
                <c:pt idx="273">
                  <c:v>14000</c:v>
                </c:pt>
                <c:pt idx="274">
                  <c:v>14000</c:v>
                </c:pt>
                <c:pt idx="275">
                  <c:v>14000</c:v>
                </c:pt>
                <c:pt idx="276">
                  <c:v>14000</c:v>
                </c:pt>
                <c:pt idx="277">
                  <c:v>14000</c:v>
                </c:pt>
                <c:pt idx="278">
                  <c:v>14000</c:v>
                </c:pt>
                <c:pt idx="279">
                  <c:v>14000</c:v>
                </c:pt>
                <c:pt idx="280">
                  <c:v>14000</c:v>
                </c:pt>
                <c:pt idx="281">
                  <c:v>14000</c:v>
                </c:pt>
                <c:pt idx="282">
                  <c:v>14000</c:v>
                </c:pt>
                <c:pt idx="283">
                  <c:v>14000</c:v>
                </c:pt>
                <c:pt idx="284">
                  <c:v>14000</c:v>
                </c:pt>
                <c:pt idx="285">
                  <c:v>14000</c:v>
                </c:pt>
                <c:pt idx="286">
                  <c:v>14000</c:v>
                </c:pt>
                <c:pt idx="287">
                  <c:v>14000</c:v>
                </c:pt>
                <c:pt idx="288">
                  <c:v>14000</c:v>
                </c:pt>
                <c:pt idx="289">
                  <c:v>14000</c:v>
                </c:pt>
                <c:pt idx="290">
                  <c:v>14000</c:v>
                </c:pt>
                <c:pt idx="291">
                  <c:v>14000</c:v>
                </c:pt>
                <c:pt idx="292">
                  <c:v>14000</c:v>
                </c:pt>
                <c:pt idx="293">
                  <c:v>14000</c:v>
                </c:pt>
                <c:pt idx="294">
                  <c:v>14000</c:v>
                </c:pt>
                <c:pt idx="295">
                  <c:v>14000</c:v>
                </c:pt>
                <c:pt idx="296">
                  <c:v>14000</c:v>
                </c:pt>
                <c:pt idx="297">
                  <c:v>14000</c:v>
                </c:pt>
                <c:pt idx="298">
                  <c:v>14000</c:v>
                </c:pt>
                <c:pt idx="299">
                  <c:v>14000</c:v>
                </c:pt>
                <c:pt idx="300">
                  <c:v>14000</c:v>
                </c:pt>
                <c:pt idx="301">
                  <c:v>14000</c:v>
                </c:pt>
                <c:pt idx="302">
                  <c:v>14000</c:v>
                </c:pt>
                <c:pt idx="303">
                  <c:v>14000</c:v>
                </c:pt>
                <c:pt idx="304">
                  <c:v>14000</c:v>
                </c:pt>
                <c:pt idx="305">
                  <c:v>14000</c:v>
                </c:pt>
                <c:pt idx="306">
                  <c:v>14000</c:v>
                </c:pt>
                <c:pt idx="307">
                  <c:v>14000</c:v>
                </c:pt>
                <c:pt idx="308">
                  <c:v>14000</c:v>
                </c:pt>
                <c:pt idx="309">
                  <c:v>14000</c:v>
                </c:pt>
                <c:pt idx="310">
                  <c:v>14000</c:v>
                </c:pt>
                <c:pt idx="311">
                  <c:v>14000</c:v>
                </c:pt>
                <c:pt idx="312">
                  <c:v>14000</c:v>
                </c:pt>
                <c:pt idx="313">
                  <c:v>14000</c:v>
                </c:pt>
                <c:pt idx="314">
                  <c:v>14000</c:v>
                </c:pt>
                <c:pt idx="315">
                  <c:v>14000</c:v>
                </c:pt>
                <c:pt idx="316">
                  <c:v>14000</c:v>
                </c:pt>
                <c:pt idx="317">
                  <c:v>14000</c:v>
                </c:pt>
                <c:pt idx="318">
                  <c:v>14000</c:v>
                </c:pt>
                <c:pt idx="319">
                  <c:v>14000</c:v>
                </c:pt>
                <c:pt idx="320">
                  <c:v>14000</c:v>
                </c:pt>
                <c:pt idx="321">
                  <c:v>14000</c:v>
                </c:pt>
                <c:pt idx="322">
                  <c:v>14000</c:v>
                </c:pt>
                <c:pt idx="323">
                  <c:v>14000</c:v>
                </c:pt>
                <c:pt idx="324">
                  <c:v>14000</c:v>
                </c:pt>
                <c:pt idx="325">
                  <c:v>14000</c:v>
                </c:pt>
                <c:pt idx="326">
                  <c:v>14000</c:v>
                </c:pt>
                <c:pt idx="327">
                  <c:v>14000</c:v>
                </c:pt>
                <c:pt idx="328">
                  <c:v>14000</c:v>
                </c:pt>
                <c:pt idx="329">
                  <c:v>14000</c:v>
                </c:pt>
                <c:pt idx="330">
                  <c:v>14000</c:v>
                </c:pt>
                <c:pt idx="331">
                  <c:v>14000</c:v>
                </c:pt>
                <c:pt idx="332">
                  <c:v>14000</c:v>
                </c:pt>
                <c:pt idx="333">
                  <c:v>14000</c:v>
                </c:pt>
                <c:pt idx="334">
                  <c:v>14000</c:v>
                </c:pt>
                <c:pt idx="335">
                  <c:v>14000</c:v>
                </c:pt>
                <c:pt idx="336">
                  <c:v>14000</c:v>
                </c:pt>
                <c:pt idx="337">
                  <c:v>14000</c:v>
                </c:pt>
                <c:pt idx="338">
                  <c:v>14000</c:v>
                </c:pt>
                <c:pt idx="339">
                  <c:v>14000</c:v>
                </c:pt>
                <c:pt idx="340">
                  <c:v>14000</c:v>
                </c:pt>
                <c:pt idx="341">
                  <c:v>14000</c:v>
                </c:pt>
                <c:pt idx="342">
                  <c:v>14000</c:v>
                </c:pt>
                <c:pt idx="343">
                  <c:v>14000</c:v>
                </c:pt>
                <c:pt idx="344">
                  <c:v>14000</c:v>
                </c:pt>
                <c:pt idx="345">
                  <c:v>14000</c:v>
                </c:pt>
                <c:pt idx="346">
                  <c:v>14000</c:v>
                </c:pt>
                <c:pt idx="347">
                  <c:v>14000</c:v>
                </c:pt>
                <c:pt idx="348">
                  <c:v>14000</c:v>
                </c:pt>
                <c:pt idx="349">
                  <c:v>14000</c:v>
                </c:pt>
                <c:pt idx="350">
                  <c:v>14000</c:v>
                </c:pt>
                <c:pt idx="351">
                  <c:v>14000</c:v>
                </c:pt>
                <c:pt idx="352">
                  <c:v>14000</c:v>
                </c:pt>
                <c:pt idx="353">
                  <c:v>14000</c:v>
                </c:pt>
                <c:pt idx="354">
                  <c:v>14000</c:v>
                </c:pt>
                <c:pt idx="355">
                  <c:v>14000</c:v>
                </c:pt>
                <c:pt idx="356">
                  <c:v>14000</c:v>
                </c:pt>
                <c:pt idx="357">
                  <c:v>14000</c:v>
                </c:pt>
                <c:pt idx="358">
                  <c:v>14000</c:v>
                </c:pt>
                <c:pt idx="359">
                  <c:v>14000</c:v>
                </c:pt>
                <c:pt idx="360">
                  <c:v>14000</c:v>
                </c:pt>
                <c:pt idx="361">
                  <c:v>14000</c:v>
                </c:pt>
                <c:pt idx="362">
                  <c:v>14000</c:v>
                </c:pt>
                <c:pt idx="363">
                  <c:v>14000</c:v>
                </c:pt>
                <c:pt idx="364">
                  <c:v>14000</c:v>
                </c:pt>
                <c:pt idx="365">
                  <c:v>10800</c:v>
                </c:pt>
                <c:pt idx="366">
                  <c:v>10800</c:v>
                </c:pt>
                <c:pt idx="367">
                  <c:v>10800</c:v>
                </c:pt>
                <c:pt idx="368">
                  <c:v>10800</c:v>
                </c:pt>
                <c:pt idx="369">
                  <c:v>10800</c:v>
                </c:pt>
                <c:pt idx="370">
                  <c:v>10800</c:v>
                </c:pt>
                <c:pt idx="371">
                  <c:v>10800</c:v>
                </c:pt>
                <c:pt idx="372">
                  <c:v>10800</c:v>
                </c:pt>
                <c:pt idx="373">
                  <c:v>10800</c:v>
                </c:pt>
                <c:pt idx="374">
                  <c:v>10800</c:v>
                </c:pt>
                <c:pt idx="375">
                  <c:v>10800</c:v>
                </c:pt>
                <c:pt idx="376">
                  <c:v>10800</c:v>
                </c:pt>
                <c:pt idx="377">
                  <c:v>10800</c:v>
                </c:pt>
                <c:pt idx="378">
                  <c:v>10800</c:v>
                </c:pt>
                <c:pt idx="379">
                  <c:v>10800</c:v>
                </c:pt>
                <c:pt idx="380">
                  <c:v>10800</c:v>
                </c:pt>
                <c:pt idx="381">
                  <c:v>10800</c:v>
                </c:pt>
                <c:pt idx="382">
                  <c:v>10800</c:v>
                </c:pt>
                <c:pt idx="383">
                  <c:v>10800</c:v>
                </c:pt>
                <c:pt idx="384">
                  <c:v>10800</c:v>
                </c:pt>
                <c:pt idx="385">
                  <c:v>10800</c:v>
                </c:pt>
                <c:pt idx="386">
                  <c:v>10800</c:v>
                </c:pt>
                <c:pt idx="387">
                  <c:v>10800</c:v>
                </c:pt>
                <c:pt idx="388">
                  <c:v>10800</c:v>
                </c:pt>
                <c:pt idx="389">
                  <c:v>10800</c:v>
                </c:pt>
                <c:pt idx="390">
                  <c:v>10800</c:v>
                </c:pt>
                <c:pt idx="391">
                  <c:v>10800</c:v>
                </c:pt>
                <c:pt idx="392">
                  <c:v>10800</c:v>
                </c:pt>
                <c:pt idx="393">
                  <c:v>10800</c:v>
                </c:pt>
                <c:pt idx="394">
                  <c:v>10800</c:v>
                </c:pt>
                <c:pt idx="395">
                  <c:v>10800</c:v>
                </c:pt>
                <c:pt idx="396">
                  <c:v>11000</c:v>
                </c:pt>
                <c:pt idx="397">
                  <c:v>11000</c:v>
                </c:pt>
                <c:pt idx="398">
                  <c:v>11000</c:v>
                </c:pt>
                <c:pt idx="399">
                  <c:v>11000</c:v>
                </c:pt>
                <c:pt idx="400">
                  <c:v>11000</c:v>
                </c:pt>
                <c:pt idx="401">
                  <c:v>11000</c:v>
                </c:pt>
                <c:pt idx="402">
                  <c:v>11000</c:v>
                </c:pt>
                <c:pt idx="403">
                  <c:v>11000</c:v>
                </c:pt>
                <c:pt idx="404">
                  <c:v>11000</c:v>
                </c:pt>
                <c:pt idx="405">
                  <c:v>11000</c:v>
                </c:pt>
                <c:pt idx="406">
                  <c:v>11000</c:v>
                </c:pt>
                <c:pt idx="407">
                  <c:v>11000</c:v>
                </c:pt>
                <c:pt idx="408">
                  <c:v>11000</c:v>
                </c:pt>
                <c:pt idx="409">
                  <c:v>11000</c:v>
                </c:pt>
                <c:pt idx="410">
                  <c:v>11000</c:v>
                </c:pt>
                <c:pt idx="411">
                  <c:v>11000</c:v>
                </c:pt>
                <c:pt idx="412">
                  <c:v>11000</c:v>
                </c:pt>
                <c:pt idx="413">
                  <c:v>11000</c:v>
                </c:pt>
                <c:pt idx="414">
                  <c:v>11000</c:v>
                </c:pt>
                <c:pt idx="415">
                  <c:v>11000</c:v>
                </c:pt>
                <c:pt idx="416">
                  <c:v>11000</c:v>
                </c:pt>
                <c:pt idx="417">
                  <c:v>11000</c:v>
                </c:pt>
                <c:pt idx="418">
                  <c:v>11000</c:v>
                </c:pt>
                <c:pt idx="419">
                  <c:v>11000</c:v>
                </c:pt>
                <c:pt idx="420">
                  <c:v>11000</c:v>
                </c:pt>
                <c:pt idx="421">
                  <c:v>11000</c:v>
                </c:pt>
                <c:pt idx="422">
                  <c:v>11000</c:v>
                </c:pt>
                <c:pt idx="423">
                  <c:v>11000</c:v>
                </c:pt>
                <c:pt idx="424">
                  <c:v>11000</c:v>
                </c:pt>
                <c:pt idx="425">
                  <c:v>11000</c:v>
                </c:pt>
                <c:pt idx="426">
                  <c:v>11000</c:v>
                </c:pt>
                <c:pt idx="427">
                  <c:v>11000</c:v>
                </c:pt>
                <c:pt idx="428">
                  <c:v>11000</c:v>
                </c:pt>
                <c:pt idx="429">
                  <c:v>11000</c:v>
                </c:pt>
                <c:pt idx="430">
                  <c:v>11000</c:v>
                </c:pt>
                <c:pt idx="431">
                  <c:v>11000</c:v>
                </c:pt>
                <c:pt idx="432">
                  <c:v>11000</c:v>
                </c:pt>
                <c:pt idx="433">
                  <c:v>11000</c:v>
                </c:pt>
                <c:pt idx="434">
                  <c:v>11000</c:v>
                </c:pt>
                <c:pt idx="435">
                  <c:v>11000</c:v>
                </c:pt>
                <c:pt idx="436">
                  <c:v>11000</c:v>
                </c:pt>
                <c:pt idx="437">
                  <c:v>11000</c:v>
                </c:pt>
                <c:pt idx="438">
                  <c:v>11000</c:v>
                </c:pt>
                <c:pt idx="439">
                  <c:v>11000</c:v>
                </c:pt>
                <c:pt idx="440">
                  <c:v>11000</c:v>
                </c:pt>
                <c:pt idx="441">
                  <c:v>11000</c:v>
                </c:pt>
                <c:pt idx="442">
                  <c:v>11000</c:v>
                </c:pt>
                <c:pt idx="443">
                  <c:v>11000</c:v>
                </c:pt>
                <c:pt idx="444">
                  <c:v>11000</c:v>
                </c:pt>
                <c:pt idx="445">
                  <c:v>11000</c:v>
                </c:pt>
                <c:pt idx="446">
                  <c:v>11000</c:v>
                </c:pt>
                <c:pt idx="447">
                  <c:v>11000</c:v>
                </c:pt>
                <c:pt idx="448">
                  <c:v>11000</c:v>
                </c:pt>
                <c:pt idx="449">
                  <c:v>11000</c:v>
                </c:pt>
                <c:pt idx="450">
                  <c:v>11000</c:v>
                </c:pt>
                <c:pt idx="451">
                  <c:v>11000</c:v>
                </c:pt>
                <c:pt idx="452">
                  <c:v>11000</c:v>
                </c:pt>
                <c:pt idx="453">
                  <c:v>11000</c:v>
                </c:pt>
                <c:pt idx="454">
                  <c:v>11000</c:v>
                </c:pt>
                <c:pt idx="455">
                  <c:v>10800</c:v>
                </c:pt>
                <c:pt idx="456">
                  <c:v>10800</c:v>
                </c:pt>
                <c:pt idx="457">
                  <c:v>10800</c:v>
                </c:pt>
                <c:pt idx="458">
                  <c:v>10800</c:v>
                </c:pt>
                <c:pt idx="459">
                  <c:v>10800</c:v>
                </c:pt>
                <c:pt idx="460">
                  <c:v>10800</c:v>
                </c:pt>
                <c:pt idx="461">
                  <c:v>10800</c:v>
                </c:pt>
                <c:pt idx="462">
                  <c:v>10800</c:v>
                </c:pt>
                <c:pt idx="463">
                  <c:v>10800</c:v>
                </c:pt>
                <c:pt idx="464">
                  <c:v>10800</c:v>
                </c:pt>
                <c:pt idx="465">
                  <c:v>10800</c:v>
                </c:pt>
                <c:pt idx="466">
                  <c:v>10800</c:v>
                </c:pt>
                <c:pt idx="467">
                  <c:v>10800</c:v>
                </c:pt>
                <c:pt idx="468">
                  <c:v>10800</c:v>
                </c:pt>
                <c:pt idx="469">
                  <c:v>10800</c:v>
                </c:pt>
                <c:pt idx="470">
                  <c:v>10800</c:v>
                </c:pt>
                <c:pt idx="471">
                  <c:v>10800</c:v>
                </c:pt>
                <c:pt idx="472">
                  <c:v>10800</c:v>
                </c:pt>
                <c:pt idx="473">
                  <c:v>10800</c:v>
                </c:pt>
                <c:pt idx="474">
                  <c:v>10800</c:v>
                </c:pt>
                <c:pt idx="475">
                  <c:v>10800</c:v>
                </c:pt>
                <c:pt idx="476">
                  <c:v>10800</c:v>
                </c:pt>
                <c:pt idx="477">
                  <c:v>10800</c:v>
                </c:pt>
                <c:pt idx="478">
                  <c:v>10800</c:v>
                </c:pt>
                <c:pt idx="479">
                  <c:v>10800</c:v>
                </c:pt>
                <c:pt idx="480">
                  <c:v>10800</c:v>
                </c:pt>
                <c:pt idx="481">
                  <c:v>10800</c:v>
                </c:pt>
                <c:pt idx="482">
                  <c:v>10800</c:v>
                </c:pt>
                <c:pt idx="483">
                  <c:v>10800</c:v>
                </c:pt>
                <c:pt idx="484">
                  <c:v>10800</c:v>
                </c:pt>
                <c:pt idx="485">
                  <c:v>10400</c:v>
                </c:pt>
                <c:pt idx="486">
                  <c:v>10400</c:v>
                </c:pt>
                <c:pt idx="487">
                  <c:v>10400</c:v>
                </c:pt>
                <c:pt idx="488">
                  <c:v>10400</c:v>
                </c:pt>
                <c:pt idx="489">
                  <c:v>10400</c:v>
                </c:pt>
                <c:pt idx="490">
                  <c:v>10400</c:v>
                </c:pt>
                <c:pt idx="491">
                  <c:v>10400</c:v>
                </c:pt>
                <c:pt idx="492">
                  <c:v>10400</c:v>
                </c:pt>
                <c:pt idx="493">
                  <c:v>10400</c:v>
                </c:pt>
                <c:pt idx="494">
                  <c:v>10400</c:v>
                </c:pt>
                <c:pt idx="495">
                  <c:v>10400</c:v>
                </c:pt>
                <c:pt idx="496">
                  <c:v>10400</c:v>
                </c:pt>
                <c:pt idx="497">
                  <c:v>10400</c:v>
                </c:pt>
                <c:pt idx="498">
                  <c:v>10400</c:v>
                </c:pt>
                <c:pt idx="499">
                  <c:v>10400</c:v>
                </c:pt>
                <c:pt idx="500">
                  <c:v>10400</c:v>
                </c:pt>
                <c:pt idx="501">
                  <c:v>10400</c:v>
                </c:pt>
                <c:pt idx="502">
                  <c:v>10400</c:v>
                </c:pt>
                <c:pt idx="503">
                  <c:v>10400</c:v>
                </c:pt>
                <c:pt idx="504">
                  <c:v>10400</c:v>
                </c:pt>
                <c:pt idx="505">
                  <c:v>10400</c:v>
                </c:pt>
                <c:pt idx="506">
                  <c:v>10400</c:v>
                </c:pt>
                <c:pt idx="507">
                  <c:v>10400</c:v>
                </c:pt>
                <c:pt idx="508">
                  <c:v>10400</c:v>
                </c:pt>
                <c:pt idx="509">
                  <c:v>10400</c:v>
                </c:pt>
                <c:pt idx="510">
                  <c:v>10400</c:v>
                </c:pt>
                <c:pt idx="511">
                  <c:v>10400</c:v>
                </c:pt>
                <c:pt idx="512">
                  <c:v>10400</c:v>
                </c:pt>
                <c:pt idx="513">
                  <c:v>10400</c:v>
                </c:pt>
                <c:pt idx="514">
                  <c:v>10400</c:v>
                </c:pt>
                <c:pt idx="515">
                  <c:v>10400</c:v>
                </c:pt>
                <c:pt idx="516">
                  <c:v>10400</c:v>
                </c:pt>
                <c:pt idx="517">
                  <c:v>10400</c:v>
                </c:pt>
                <c:pt idx="518">
                  <c:v>10400</c:v>
                </c:pt>
                <c:pt idx="519">
                  <c:v>10400</c:v>
                </c:pt>
                <c:pt idx="520">
                  <c:v>10400</c:v>
                </c:pt>
                <c:pt idx="521">
                  <c:v>10400</c:v>
                </c:pt>
                <c:pt idx="522">
                  <c:v>10400</c:v>
                </c:pt>
                <c:pt idx="523">
                  <c:v>10400</c:v>
                </c:pt>
                <c:pt idx="524">
                  <c:v>10400</c:v>
                </c:pt>
                <c:pt idx="525">
                  <c:v>10400</c:v>
                </c:pt>
                <c:pt idx="526">
                  <c:v>10400</c:v>
                </c:pt>
                <c:pt idx="527">
                  <c:v>10400</c:v>
                </c:pt>
                <c:pt idx="528">
                  <c:v>10400</c:v>
                </c:pt>
                <c:pt idx="529">
                  <c:v>10400</c:v>
                </c:pt>
                <c:pt idx="530">
                  <c:v>10400</c:v>
                </c:pt>
                <c:pt idx="531">
                  <c:v>10400</c:v>
                </c:pt>
                <c:pt idx="532">
                  <c:v>10400</c:v>
                </c:pt>
                <c:pt idx="533">
                  <c:v>10400</c:v>
                </c:pt>
                <c:pt idx="534">
                  <c:v>10400</c:v>
                </c:pt>
                <c:pt idx="535">
                  <c:v>10400</c:v>
                </c:pt>
                <c:pt idx="536">
                  <c:v>10400</c:v>
                </c:pt>
                <c:pt idx="537">
                  <c:v>10400</c:v>
                </c:pt>
                <c:pt idx="538">
                  <c:v>10400</c:v>
                </c:pt>
                <c:pt idx="539">
                  <c:v>10400</c:v>
                </c:pt>
                <c:pt idx="540">
                  <c:v>10400</c:v>
                </c:pt>
                <c:pt idx="541">
                  <c:v>10400</c:v>
                </c:pt>
                <c:pt idx="542">
                  <c:v>10400</c:v>
                </c:pt>
                <c:pt idx="543">
                  <c:v>10400</c:v>
                </c:pt>
                <c:pt idx="544">
                  <c:v>10400</c:v>
                </c:pt>
                <c:pt idx="545">
                  <c:v>10400</c:v>
                </c:pt>
                <c:pt idx="546">
                  <c:v>10400</c:v>
                </c:pt>
                <c:pt idx="547">
                  <c:v>10400</c:v>
                </c:pt>
                <c:pt idx="548">
                  <c:v>10400</c:v>
                </c:pt>
                <c:pt idx="549">
                  <c:v>10400</c:v>
                </c:pt>
                <c:pt idx="550">
                  <c:v>10400</c:v>
                </c:pt>
                <c:pt idx="551">
                  <c:v>10400</c:v>
                </c:pt>
                <c:pt idx="552">
                  <c:v>10400</c:v>
                </c:pt>
                <c:pt idx="553">
                  <c:v>10400</c:v>
                </c:pt>
                <c:pt idx="554">
                  <c:v>10400</c:v>
                </c:pt>
                <c:pt idx="555">
                  <c:v>10400</c:v>
                </c:pt>
                <c:pt idx="556">
                  <c:v>10400</c:v>
                </c:pt>
                <c:pt idx="557">
                  <c:v>10400</c:v>
                </c:pt>
                <c:pt idx="558">
                  <c:v>10400</c:v>
                </c:pt>
                <c:pt idx="559">
                  <c:v>10400</c:v>
                </c:pt>
                <c:pt idx="560">
                  <c:v>10400</c:v>
                </c:pt>
                <c:pt idx="561">
                  <c:v>10400</c:v>
                </c:pt>
                <c:pt idx="562">
                  <c:v>10400</c:v>
                </c:pt>
                <c:pt idx="563">
                  <c:v>10400</c:v>
                </c:pt>
                <c:pt idx="564">
                  <c:v>10400</c:v>
                </c:pt>
                <c:pt idx="565">
                  <c:v>10400</c:v>
                </c:pt>
                <c:pt idx="566">
                  <c:v>10400</c:v>
                </c:pt>
                <c:pt idx="567">
                  <c:v>10400</c:v>
                </c:pt>
                <c:pt idx="568">
                  <c:v>10400</c:v>
                </c:pt>
                <c:pt idx="569">
                  <c:v>10400</c:v>
                </c:pt>
                <c:pt idx="570">
                  <c:v>10400</c:v>
                </c:pt>
                <c:pt idx="571">
                  <c:v>10400</c:v>
                </c:pt>
                <c:pt idx="572">
                  <c:v>10400</c:v>
                </c:pt>
                <c:pt idx="573">
                  <c:v>10400</c:v>
                </c:pt>
                <c:pt idx="574">
                  <c:v>10400</c:v>
                </c:pt>
                <c:pt idx="575">
                  <c:v>10400</c:v>
                </c:pt>
                <c:pt idx="576">
                  <c:v>10400</c:v>
                </c:pt>
                <c:pt idx="577">
                  <c:v>10400</c:v>
                </c:pt>
                <c:pt idx="578">
                  <c:v>10400</c:v>
                </c:pt>
                <c:pt idx="579">
                  <c:v>10400</c:v>
                </c:pt>
                <c:pt idx="580">
                  <c:v>10400</c:v>
                </c:pt>
                <c:pt idx="581">
                  <c:v>10400</c:v>
                </c:pt>
                <c:pt idx="582">
                  <c:v>10400</c:v>
                </c:pt>
                <c:pt idx="583">
                  <c:v>10400</c:v>
                </c:pt>
                <c:pt idx="584">
                  <c:v>10400</c:v>
                </c:pt>
                <c:pt idx="585">
                  <c:v>10400</c:v>
                </c:pt>
                <c:pt idx="586">
                  <c:v>10400</c:v>
                </c:pt>
                <c:pt idx="587">
                  <c:v>10400</c:v>
                </c:pt>
                <c:pt idx="588">
                  <c:v>10400</c:v>
                </c:pt>
                <c:pt idx="589">
                  <c:v>10400</c:v>
                </c:pt>
                <c:pt idx="590">
                  <c:v>10400</c:v>
                </c:pt>
                <c:pt idx="591">
                  <c:v>10400</c:v>
                </c:pt>
                <c:pt idx="592">
                  <c:v>10400</c:v>
                </c:pt>
                <c:pt idx="593">
                  <c:v>10400</c:v>
                </c:pt>
                <c:pt idx="594">
                  <c:v>10400</c:v>
                </c:pt>
                <c:pt idx="595">
                  <c:v>10400</c:v>
                </c:pt>
                <c:pt idx="596">
                  <c:v>10400</c:v>
                </c:pt>
                <c:pt idx="597">
                  <c:v>10400</c:v>
                </c:pt>
                <c:pt idx="598">
                  <c:v>10400</c:v>
                </c:pt>
                <c:pt idx="599">
                  <c:v>10400</c:v>
                </c:pt>
                <c:pt idx="600">
                  <c:v>10400</c:v>
                </c:pt>
                <c:pt idx="601">
                  <c:v>10400</c:v>
                </c:pt>
                <c:pt idx="602">
                  <c:v>10400</c:v>
                </c:pt>
                <c:pt idx="603">
                  <c:v>10400</c:v>
                </c:pt>
                <c:pt idx="604">
                  <c:v>10400</c:v>
                </c:pt>
                <c:pt idx="605">
                  <c:v>10400</c:v>
                </c:pt>
                <c:pt idx="606">
                  <c:v>10400</c:v>
                </c:pt>
                <c:pt idx="607">
                  <c:v>10400</c:v>
                </c:pt>
                <c:pt idx="608">
                  <c:v>10600</c:v>
                </c:pt>
                <c:pt idx="609">
                  <c:v>10600</c:v>
                </c:pt>
                <c:pt idx="610">
                  <c:v>10600</c:v>
                </c:pt>
                <c:pt idx="611">
                  <c:v>10600</c:v>
                </c:pt>
                <c:pt idx="612">
                  <c:v>10600</c:v>
                </c:pt>
                <c:pt idx="613">
                  <c:v>10600</c:v>
                </c:pt>
                <c:pt idx="614">
                  <c:v>10600</c:v>
                </c:pt>
                <c:pt idx="615">
                  <c:v>10600</c:v>
                </c:pt>
                <c:pt idx="616">
                  <c:v>10600</c:v>
                </c:pt>
                <c:pt idx="617">
                  <c:v>10600</c:v>
                </c:pt>
                <c:pt idx="618">
                  <c:v>10600</c:v>
                </c:pt>
                <c:pt idx="619">
                  <c:v>10600</c:v>
                </c:pt>
                <c:pt idx="620">
                  <c:v>10600</c:v>
                </c:pt>
                <c:pt idx="621">
                  <c:v>10600</c:v>
                </c:pt>
                <c:pt idx="622">
                  <c:v>10600</c:v>
                </c:pt>
                <c:pt idx="623">
                  <c:v>10600</c:v>
                </c:pt>
                <c:pt idx="624">
                  <c:v>10600</c:v>
                </c:pt>
                <c:pt idx="625">
                  <c:v>10600</c:v>
                </c:pt>
                <c:pt idx="626">
                  <c:v>10600</c:v>
                </c:pt>
                <c:pt idx="627">
                  <c:v>10600</c:v>
                </c:pt>
                <c:pt idx="628">
                  <c:v>10600</c:v>
                </c:pt>
                <c:pt idx="629">
                  <c:v>10600</c:v>
                </c:pt>
                <c:pt idx="630">
                  <c:v>10600</c:v>
                </c:pt>
                <c:pt idx="631">
                  <c:v>10600</c:v>
                </c:pt>
                <c:pt idx="632">
                  <c:v>10600</c:v>
                </c:pt>
                <c:pt idx="633">
                  <c:v>10600</c:v>
                </c:pt>
                <c:pt idx="634">
                  <c:v>10600</c:v>
                </c:pt>
                <c:pt idx="635">
                  <c:v>10600</c:v>
                </c:pt>
                <c:pt idx="636">
                  <c:v>10600</c:v>
                </c:pt>
                <c:pt idx="637">
                  <c:v>10600</c:v>
                </c:pt>
                <c:pt idx="638">
                  <c:v>10800</c:v>
                </c:pt>
                <c:pt idx="639">
                  <c:v>10800</c:v>
                </c:pt>
                <c:pt idx="640">
                  <c:v>10800</c:v>
                </c:pt>
                <c:pt idx="641">
                  <c:v>10800</c:v>
                </c:pt>
                <c:pt idx="642">
                  <c:v>10800</c:v>
                </c:pt>
                <c:pt idx="643">
                  <c:v>10800</c:v>
                </c:pt>
                <c:pt idx="644">
                  <c:v>10800</c:v>
                </c:pt>
                <c:pt idx="645">
                  <c:v>10800</c:v>
                </c:pt>
                <c:pt idx="646">
                  <c:v>10800</c:v>
                </c:pt>
                <c:pt idx="647">
                  <c:v>10800</c:v>
                </c:pt>
                <c:pt idx="648">
                  <c:v>10800</c:v>
                </c:pt>
                <c:pt idx="649">
                  <c:v>10800</c:v>
                </c:pt>
                <c:pt idx="650">
                  <c:v>10800</c:v>
                </c:pt>
                <c:pt idx="651">
                  <c:v>10800</c:v>
                </c:pt>
                <c:pt idx="652">
                  <c:v>10800</c:v>
                </c:pt>
                <c:pt idx="653">
                  <c:v>10800</c:v>
                </c:pt>
                <c:pt idx="654">
                  <c:v>10800</c:v>
                </c:pt>
                <c:pt idx="655">
                  <c:v>10800</c:v>
                </c:pt>
                <c:pt idx="656">
                  <c:v>10800</c:v>
                </c:pt>
                <c:pt idx="657">
                  <c:v>10800</c:v>
                </c:pt>
                <c:pt idx="658">
                  <c:v>10800</c:v>
                </c:pt>
                <c:pt idx="659">
                  <c:v>10800</c:v>
                </c:pt>
                <c:pt idx="660">
                  <c:v>10800</c:v>
                </c:pt>
                <c:pt idx="661">
                  <c:v>10800</c:v>
                </c:pt>
                <c:pt idx="662">
                  <c:v>10800</c:v>
                </c:pt>
                <c:pt idx="663">
                  <c:v>10800</c:v>
                </c:pt>
                <c:pt idx="664">
                  <c:v>10800</c:v>
                </c:pt>
                <c:pt idx="665">
                  <c:v>10800</c:v>
                </c:pt>
                <c:pt idx="666">
                  <c:v>10800</c:v>
                </c:pt>
                <c:pt idx="667">
                  <c:v>10800</c:v>
                </c:pt>
                <c:pt idx="668">
                  <c:v>10800</c:v>
                </c:pt>
                <c:pt idx="669">
                  <c:v>15000</c:v>
                </c:pt>
                <c:pt idx="670">
                  <c:v>15000</c:v>
                </c:pt>
                <c:pt idx="671">
                  <c:v>15000</c:v>
                </c:pt>
                <c:pt idx="672">
                  <c:v>15000</c:v>
                </c:pt>
                <c:pt idx="673">
                  <c:v>15000</c:v>
                </c:pt>
                <c:pt idx="674">
                  <c:v>15000</c:v>
                </c:pt>
                <c:pt idx="675">
                  <c:v>15000</c:v>
                </c:pt>
                <c:pt idx="676">
                  <c:v>15000</c:v>
                </c:pt>
                <c:pt idx="677">
                  <c:v>15000</c:v>
                </c:pt>
                <c:pt idx="678">
                  <c:v>15000</c:v>
                </c:pt>
                <c:pt idx="679">
                  <c:v>15000</c:v>
                </c:pt>
                <c:pt idx="680">
                  <c:v>15000</c:v>
                </c:pt>
                <c:pt idx="681">
                  <c:v>15000</c:v>
                </c:pt>
                <c:pt idx="682">
                  <c:v>15000</c:v>
                </c:pt>
                <c:pt idx="683">
                  <c:v>15000</c:v>
                </c:pt>
                <c:pt idx="684">
                  <c:v>15000</c:v>
                </c:pt>
                <c:pt idx="685">
                  <c:v>15000</c:v>
                </c:pt>
                <c:pt idx="686">
                  <c:v>15000</c:v>
                </c:pt>
                <c:pt idx="687">
                  <c:v>15000</c:v>
                </c:pt>
                <c:pt idx="688">
                  <c:v>15000</c:v>
                </c:pt>
                <c:pt idx="689">
                  <c:v>15000</c:v>
                </c:pt>
                <c:pt idx="690">
                  <c:v>15000</c:v>
                </c:pt>
                <c:pt idx="691">
                  <c:v>15000</c:v>
                </c:pt>
                <c:pt idx="692">
                  <c:v>15000</c:v>
                </c:pt>
                <c:pt idx="693">
                  <c:v>15000</c:v>
                </c:pt>
                <c:pt idx="694">
                  <c:v>15000</c:v>
                </c:pt>
                <c:pt idx="695">
                  <c:v>15000</c:v>
                </c:pt>
                <c:pt idx="696">
                  <c:v>15000</c:v>
                </c:pt>
                <c:pt idx="697">
                  <c:v>15000</c:v>
                </c:pt>
                <c:pt idx="698">
                  <c:v>15000</c:v>
                </c:pt>
                <c:pt idx="699">
                  <c:v>14200</c:v>
                </c:pt>
                <c:pt idx="700">
                  <c:v>14200</c:v>
                </c:pt>
                <c:pt idx="701">
                  <c:v>14200</c:v>
                </c:pt>
                <c:pt idx="702">
                  <c:v>14200</c:v>
                </c:pt>
                <c:pt idx="703">
                  <c:v>14200</c:v>
                </c:pt>
                <c:pt idx="704">
                  <c:v>14200</c:v>
                </c:pt>
                <c:pt idx="705">
                  <c:v>14200</c:v>
                </c:pt>
                <c:pt idx="706">
                  <c:v>14200</c:v>
                </c:pt>
                <c:pt idx="707">
                  <c:v>14200</c:v>
                </c:pt>
                <c:pt idx="708">
                  <c:v>14200</c:v>
                </c:pt>
                <c:pt idx="709">
                  <c:v>14200</c:v>
                </c:pt>
                <c:pt idx="710">
                  <c:v>14200</c:v>
                </c:pt>
                <c:pt idx="711">
                  <c:v>14200</c:v>
                </c:pt>
                <c:pt idx="712">
                  <c:v>14200</c:v>
                </c:pt>
                <c:pt idx="713">
                  <c:v>14200</c:v>
                </c:pt>
                <c:pt idx="714">
                  <c:v>14200</c:v>
                </c:pt>
                <c:pt idx="715">
                  <c:v>14200</c:v>
                </c:pt>
                <c:pt idx="716">
                  <c:v>14200</c:v>
                </c:pt>
                <c:pt idx="717">
                  <c:v>14200</c:v>
                </c:pt>
                <c:pt idx="718">
                  <c:v>14200</c:v>
                </c:pt>
                <c:pt idx="719">
                  <c:v>14200</c:v>
                </c:pt>
                <c:pt idx="720">
                  <c:v>14200</c:v>
                </c:pt>
                <c:pt idx="721">
                  <c:v>14200</c:v>
                </c:pt>
                <c:pt idx="722">
                  <c:v>14200</c:v>
                </c:pt>
                <c:pt idx="723">
                  <c:v>14200</c:v>
                </c:pt>
                <c:pt idx="724">
                  <c:v>14200</c:v>
                </c:pt>
                <c:pt idx="725">
                  <c:v>14200</c:v>
                </c:pt>
                <c:pt idx="726">
                  <c:v>14200</c:v>
                </c:pt>
                <c:pt idx="727">
                  <c:v>14200</c:v>
                </c:pt>
                <c:pt idx="728">
                  <c:v>14200</c:v>
                </c:pt>
                <c:pt idx="729">
                  <c:v>14200</c:v>
                </c:pt>
                <c:pt idx="730">
                  <c:v>15100</c:v>
                </c:pt>
                <c:pt idx="731">
                  <c:v>15100</c:v>
                </c:pt>
                <c:pt idx="732">
                  <c:v>15100</c:v>
                </c:pt>
                <c:pt idx="733">
                  <c:v>15100</c:v>
                </c:pt>
                <c:pt idx="734">
                  <c:v>15100</c:v>
                </c:pt>
                <c:pt idx="735">
                  <c:v>15100</c:v>
                </c:pt>
                <c:pt idx="736">
                  <c:v>15100</c:v>
                </c:pt>
                <c:pt idx="737">
                  <c:v>15100</c:v>
                </c:pt>
                <c:pt idx="738">
                  <c:v>15100</c:v>
                </c:pt>
                <c:pt idx="739">
                  <c:v>15100</c:v>
                </c:pt>
                <c:pt idx="740">
                  <c:v>15100</c:v>
                </c:pt>
                <c:pt idx="741">
                  <c:v>15100</c:v>
                </c:pt>
                <c:pt idx="742">
                  <c:v>15100</c:v>
                </c:pt>
                <c:pt idx="743">
                  <c:v>15100</c:v>
                </c:pt>
                <c:pt idx="744">
                  <c:v>15100</c:v>
                </c:pt>
                <c:pt idx="745">
                  <c:v>15100</c:v>
                </c:pt>
                <c:pt idx="746">
                  <c:v>15100</c:v>
                </c:pt>
                <c:pt idx="747">
                  <c:v>15100</c:v>
                </c:pt>
                <c:pt idx="748">
                  <c:v>15100</c:v>
                </c:pt>
                <c:pt idx="749">
                  <c:v>15100</c:v>
                </c:pt>
                <c:pt idx="750">
                  <c:v>15100</c:v>
                </c:pt>
                <c:pt idx="751">
                  <c:v>15100</c:v>
                </c:pt>
                <c:pt idx="752">
                  <c:v>15100</c:v>
                </c:pt>
                <c:pt idx="753">
                  <c:v>15100</c:v>
                </c:pt>
                <c:pt idx="754">
                  <c:v>15100</c:v>
                </c:pt>
                <c:pt idx="755">
                  <c:v>15100</c:v>
                </c:pt>
                <c:pt idx="756">
                  <c:v>15100</c:v>
                </c:pt>
                <c:pt idx="757">
                  <c:v>15100</c:v>
                </c:pt>
                <c:pt idx="758">
                  <c:v>15100</c:v>
                </c:pt>
                <c:pt idx="759">
                  <c:v>15100</c:v>
                </c:pt>
                <c:pt idx="760">
                  <c:v>15100</c:v>
                </c:pt>
                <c:pt idx="761">
                  <c:v>16000</c:v>
                </c:pt>
                <c:pt idx="762">
                  <c:v>16000</c:v>
                </c:pt>
                <c:pt idx="763">
                  <c:v>16000</c:v>
                </c:pt>
                <c:pt idx="764">
                  <c:v>16000</c:v>
                </c:pt>
                <c:pt idx="765">
                  <c:v>16000</c:v>
                </c:pt>
                <c:pt idx="766">
                  <c:v>16000</c:v>
                </c:pt>
                <c:pt idx="767">
                  <c:v>16000</c:v>
                </c:pt>
                <c:pt idx="768">
                  <c:v>16000</c:v>
                </c:pt>
                <c:pt idx="769">
                  <c:v>16000</c:v>
                </c:pt>
                <c:pt idx="770">
                  <c:v>16000</c:v>
                </c:pt>
                <c:pt idx="771">
                  <c:v>16000</c:v>
                </c:pt>
                <c:pt idx="772">
                  <c:v>16000</c:v>
                </c:pt>
                <c:pt idx="773">
                  <c:v>16000</c:v>
                </c:pt>
                <c:pt idx="774">
                  <c:v>16000</c:v>
                </c:pt>
                <c:pt idx="775">
                  <c:v>16000</c:v>
                </c:pt>
                <c:pt idx="776">
                  <c:v>16000</c:v>
                </c:pt>
                <c:pt idx="777">
                  <c:v>16000</c:v>
                </c:pt>
                <c:pt idx="778">
                  <c:v>16000</c:v>
                </c:pt>
                <c:pt idx="779">
                  <c:v>16000</c:v>
                </c:pt>
                <c:pt idx="780">
                  <c:v>16000</c:v>
                </c:pt>
                <c:pt idx="781">
                  <c:v>16000</c:v>
                </c:pt>
                <c:pt idx="782">
                  <c:v>16000</c:v>
                </c:pt>
                <c:pt idx="783">
                  <c:v>16000</c:v>
                </c:pt>
                <c:pt idx="784">
                  <c:v>16000</c:v>
                </c:pt>
                <c:pt idx="785">
                  <c:v>16000</c:v>
                </c:pt>
                <c:pt idx="786">
                  <c:v>16000</c:v>
                </c:pt>
                <c:pt idx="787">
                  <c:v>16000</c:v>
                </c:pt>
                <c:pt idx="788">
                  <c:v>16000</c:v>
                </c:pt>
                <c:pt idx="789">
                  <c:v>16000</c:v>
                </c:pt>
                <c:pt idx="790">
                  <c:v>16500</c:v>
                </c:pt>
                <c:pt idx="791">
                  <c:v>16500</c:v>
                </c:pt>
                <c:pt idx="792">
                  <c:v>16500</c:v>
                </c:pt>
                <c:pt idx="793">
                  <c:v>16500</c:v>
                </c:pt>
                <c:pt idx="794">
                  <c:v>16500</c:v>
                </c:pt>
                <c:pt idx="795">
                  <c:v>16500</c:v>
                </c:pt>
                <c:pt idx="796">
                  <c:v>16500</c:v>
                </c:pt>
                <c:pt idx="797">
                  <c:v>16500</c:v>
                </c:pt>
                <c:pt idx="798">
                  <c:v>16500</c:v>
                </c:pt>
                <c:pt idx="799">
                  <c:v>16500</c:v>
                </c:pt>
                <c:pt idx="800">
                  <c:v>16500</c:v>
                </c:pt>
                <c:pt idx="801">
                  <c:v>16500</c:v>
                </c:pt>
                <c:pt idx="802">
                  <c:v>16500</c:v>
                </c:pt>
                <c:pt idx="803">
                  <c:v>16500</c:v>
                </c:pt>
                <c:pt idx="804">
                  <c:v>16500</c:v>
                </c:pt>
                <c:pt idx="805">
                  <c:v>16500</c:v>
                </c:pt>
                <c:pt idx="806">
                  <c:v>16500</c:v>
                </c:pt>
                <c:pt idx="807">
                  <c:v>16500</c:v>
                </c:pt>
                <c:pt idx="808">
                  <c:v>16500</c:v>
                </c:pt>
                <c:pt idx="809">
                  <c:v>16500</c:v>
                </c:pt>
                <c:pt idx="810">
                  <c:v>16500</c:v>
                </c:pt>
                <c:pt idx="811">
                  <c:v>16500</c:v>
                </c:pt>
                <c:pt idx="812">
                  <c:v>16500</c:v>
                </c:pt>
                <c:pt idx="813">
                  <c:v>16500</c:v>
                </c:pt>
                <c:pt idx="814">
                  <c:v>16500</c:v>
                </c:pt>
                <c:pt idx="815">
                  <c:v>16500</c:v>
                </c:pt>
                <c:pt idx="816">
                  <c:v>16500</c:v>
                </c:pt>
                <c:pt idx="817">
                  <c:v>16500</c:v>
                </c:pt>
                <c:pt idx="818">
                  <c:v>16500</c:v>
                </c:pt>
                <c:pt idx="819">
                  <c:v>16500</c:v>
                </c:pt>
                <c:pt idx="820">
                  <c:v>16500</c:v>
                </c:pt>
                <c:pt idx="821">
                  <c:v>17000</c:v>
                </c:pt>
                <c:pt idx="822">
                  <c:v>17000</c:v>
                </c:pt>
                <c:pt idx="823">
                  <c:v>17000</c:v>
                </c:pt>
                <c:pt idx="824">
                  <c:v>17000</c:v>
                </c:pt>
                <c:pt idx="825">
                  <c:v>17000</c:v>
                </c:pt>
                <c:pt idx="826">
                  <c:v>17000</c:v>
                </c:pt>
                <c:pt idx="827">
                  <c:v>17000</c:v>
                </c:pt>
                <c:pt idx="828">
                  <c:v>17000</c:v>
                </c:pt>
                <c:pt idx="829">
                  <c:v>17000</c:v>
                </c:pt>
                <c:pt idx="830">
                  <c:v>17000</c:v>
                </c:pt>
                <c:pt idx="831">
                  <c:v>17000</c:v>
                </c:pt>
                <c:pt idx="832">
                  <c:v>17000</c:v>
                </c:pt>
                <c:pt idx="833">
                  <c:v>17000</c:v>
                </c:pt>
                <c:pt idx="834">
                  <c:v>17000</c:v>
                </c:pt>
                <c:pt idx="835">
                  <c:v>17000</c:v>
                </c:pt>
                <c:pt idx="836">
                  <c:v>17000</c:v>
                </c:pt>
                <c:pt idx="837">
                  <c:v>17000</c:v>
                </c:pt>
                <c:pt idx="838">
                  <c:v>17000</c:v>
                </c:pt>
                <c:pt idx="839">
                  <c:v>17000</c:v>
                </c:pt>
                <c:pt idx="840">
                  <c:v>17000</c:v>
                </c:pt>
                <c:pt idx="841">
                  <c:v>17000</c:v>
                </c:pt>
                <c:pt idx="842">
                  <c:v>17000</c:v>
                </c:pt>
                <c:pt idx="843">
                  <c:v>17000</c:v>
                </c:pt>
                <c:pt idx="844">
                  <c:v>17000</c:v>
                </c:pt>
                <c:pt idx="845">
                  <c:v>17000</c:v>
                </c:pt>
                <c:pt idx="846">
                  <c:v>17000</c:v>
                </c:pt>
                <c:pt idx="847">
                  <c:v>17000</c:v>
                </c:pt>
                <c:pt idx="848">
                  <c:v>17000</c:v>
                </c:pt>
                <c:pt idx="849">
                  <c:v>17000</c:v>
                </c:pt>
                <c:pt idx="850">
                  <c:v>17000</c:v>
                </c:pt>
                <c:pt idx="851">
                  <c:v>19000</c:v>
                </c:pt>
                <c:pt idx="852">
                  <c:v>19000</c:v>
                </c:pt>
                <c:pt idx="853">
                  <c:v>19000</c:v>
                </c:pt>
                <c:pt idx="854">
                  <c:v>19000</c:v>
                </c:pt>
                <c:pt idx="855">
                  <c:v>19000</c:v>
                </c:pt>
                <c:pt idx="856">
                  <c:v>19000</c:v>
                </c:pt>
                <c:pt idx="857">
                  <c:v>19000</c:v>
                </c:pt>
                <c:pt idx="858">
                  <c:v>19000</c:v>
                </c:pt>
                <c:pt idx="859">
                  <c:v>19000</c:v>
                </c:pt>
                <c:pt idx="860">
                  <c:v>19000</c:v>
                </c:pt>
                <c:pt idx="861">
                  <c:v>19000</c:v>
                </c:pt>
                <c:pt idx="862">
                  <c:v>19000</c:v>
                </c:pt>
                <c:pt idx="863">
                  <c:v>19000</c:v>
                </c:pt>
                <c:pt idx="864">
                  <c:v>19000</c:v>
                </c:pt>
                <c:pt idx="865">
                  <c:v>19000</c:v>
                </c:pt>
                <c:pt idx="866">
                  <c:v>19000</c:v>
                </c:pt>
                <c:pt idx="867">
                  <c:v>19000</c:v>
                </c:pt>
                <c:pt idx="868">
                  <c:v>19000</c:v>
                </c:pt>
                <c:pt idx="869">
                  <c:v>19000</c:v>
                </c:pt>
                <c:pt idx="870">
                  <c:v>19000</c:v>
                </c:pt>
                <c:pt idx="871">
                  <c:v>19000</c:v>
                </c:pt>
                <c:pt idx="872">
                  <c:v>19000</c:v>
                </c:pt>
                <c:pt idx="873">
                  <c:v>19000</c:v>
                </c:pt>
                <c:pt idx="874">
                  <c:v>19000</c:v>
                </c:pt>
                <c:pt idx="875">
                  <c:v>19000</c:v>
                </c:pt>
                <c:pt idx="876">
                  <c:v>19000</c:v>
                </c:pt>
                <c:pt idx="877">
                  <c:v>19000</c:v>
                </c:pt>
                <c:pt idx="878">
                  <c:v>19000</c:v>
                </c:pt>
                <c:pt idx="879">
                  <c:v>19000</c:v>
                </c:pt>
                <c:pt idx="880">
                  <c:v>19000</c:v>
                </c:pt>
                <c:pt idx="881">
                  <c:v>19000</c:v>
                </c:pt>
                <c:pt idx="882">
                  <c:v>20800</c:v>
                </c:pt>
                <c:pt idx="883">
                  <c:v>20800</c:v>
                </c:pt>
                <c:pt idx="884">
                  <c:v>20800</c:v>
                </c:pt>
                <c:pt idx="885">
                  <c:v>20800</c:v>
                </c:pt>
                <c:pt idx="886">
                  <c:v>20800</c:v>
                </c:pt>
                <c:pt idx="887">
                  <c:v>20800</c:v>
                </c:pt>
                <c:pt idx="888">
                  <c:v>20800</c:v>
                </c:pt>
                <c:pt idx="889">
                  <c:v>20800</c:v>
                </c:pt>
                <c:pt idx="890">
                  <c:v>20800</c:v>
                </c:pt>
                <c:pt idx="891">
                  <c:v>20800</c:v>
                </c:pt>
                <c:pt idx="892">
                  <c:v>20800</c:v>
                </c:pt>
                <c:pt idx="893">
                  <c:v>20800</c:v>
                </c:pt>
                <c:pt idx="894">
                  <c:v>20800</c:v>
                </c:pt>
                <c:pt idx="895">
                  <c:v>20800</c:v>
                </c:pt>
                <c:pt idx="896">
                  <c:v>20800</c:v>
                </c:pt>
                <c:pt idx="897">
                  <c:v>20800</c:v>
                </c:pt>
                <c:pt idx="898">
                  <c:v>20800</c:v>
                </c:pt>
                <c:pt idx="899">
                  <c:v>20800</c:v>
                </c:pt>
                <c:pt idx="900">
                  <c:v>20800</c:v>
                </c:pt>
                <c:pt idx="901">
                  <c:v>20800</c:v>
                </c:pt>
                <c:pt idx="902">
                  <c:v>20800</c:v>
                </c:pt>
                <c:pt idx="903">
                  <c:v>20800</c:v>
                </c:pt>
                <c:pt idx="904">
                  <c:v>20800</c:v>
                </c:pt>
                <c:pt idx="905">
                  <c:v>20800</c:v>
                </c:pt>
                <c:pt idx="906">
                  <c:v>20800</c:v>
                </c:pt>
                <c:pt idx="907">
                  <c:v>20800</c:v>
                </c:pt>
                <c:pt idx="908">
                  <c:v>20800</c:v>
                </c:pt>
                <c:pt idx="909">
                  <c:v>20800</c:v>
                </c:pt>
                <c:pt idx="910">
                  <c:v>20800</c:v>
                </c:pt>
                <c:pt idx="911">
                  <c:v>20800</c:v>
                </c:pt>
                <c:pt idx="912">
                  <c:v>22500</c:v>
                </c:pt>
                <c:pt idx="913">
                  <c:v>22500</c:v>
                </c:pt>
                <c:pt idx="914">
                  <c:v>22500</c:v>
                </c:pt>
                <c:pt idx="915">
                  <c:v>22500</c:v>
                </c:pt>
                <c:pt idx="916">
                  <c:v>22500</c:v>
                </c:pt>
                <c:pt idx="917">
                  <c:v>22500</c:v>
                </c:pt>
                <c:pt idx="918">
                  <c:v>22500</c:v>
                </c:pt>
                <c:pt idx="919">
                  <c:v>22500</c:v>
                </c:pt>
                <c:pt idx="920">
                  <c:v>22500</c:v>
                </c:pt>
                <c:pt idx="921">
                  <c:v>22500</c:v>
                </c:pt>
                <c:pt idx="922">
                  <c:v>22500</c:v>
                </c:pt>
                <c:pt idx="923">
                  <c:v>22500</c:v>
                </c:pt>
                <c:pt idx="924">
                  <c:v>22500</c:v>
                </c:pt>
                <c:pt idx="925">
                  <c:v>22500</c:v>
                </c:pt>
                <c:pt idx="926">
                  <c:v>22500</c:v>
                </c:pt>
                <c:pt idx="927">
                  <c:v>22500</c:v>
                </c:pt>
                <c:pt idx="928">
                  <c:v>22660</c:v>
                </c:pt>
                <c:pt idx="929">
                  <c:v>22660</c:v>
                </c:pt>
                <c:pt idx="930">
                  <c:v>22660</c:v>
                </c:pt>
                <c:pt idx="931">
                  <c:v>22660</c:v>
                </c:pt>
                <c:pt idx="932">
                  <c:v>22660</c:v>
                </c:pt>
                <c:pt idx="933">
                  <c:v>22660</c:v>
                </c:pt>
                <c:pt idx="934">
                  <c:v>22660</c:v>
                </c:pt>
                <c:pt idx="935">
                  <c:v>22660</c:v>
                </c:pt>
                <c:pt idx="936">
                  <c:v>22660</c:v>
                </c:pt>
                <c:pt idx="937">
                  <c:v>22660</c:v>
                </c:pt>
                <c:pt idx="938">
                  <c:v>22660</c:v>
                </c:pt>
                <c:pt idx="939">
                  <c:v>22660</c:v>
                </c:pt>
                <c:pt idx="940">
                  <c:v>22660</c:v>
                </c:pt>
                <c:pt idx="941">
                  <c:v>22660</c:v>
                </c:pt>
                <c:pt idx="942">
                  <c:v>24300</c:v>
                </c:pt>
                <c:pt idx="943">
                  <c:v>24300</c:v>
                </c:pt>
                <c:pt idx="944">
                  <c:v>24300</c:v>
                </c:pt>
                <c:pt idx="945">
                  <c:v>24300</c:v>
                </c:pt>
                <c:pt idx="946">
                  <c:v>24300</c:v>
                </c:pt>
                <c:pt idx="947">
                  <c:v>24300</c:v>
                </c:pt>
                <c:pt idx="948">
                  <c:v>24300</c:v>
                </c:pt>
                <c:pt idx="949">
                  <c:v>24300</c:v>
                </c:pt>
                <c:pt idx="950">
                  <c:v>24300</c:v>
                </c:pt>
                <c:pt idx="951">
                  <c:v>24300</c:v>
                </c:pt>
                <c:pt idx="952">
                  <c:v>24300</c:v>
                </c:pt>
                <c:pt idx="953">
                  <c:v>24300</c:v>
                </c:pt>
                <c:pt idx="954">
                  <c:v>24300</c:v>
                </c:pt>
                <c:pt idx="955">
                  <c:v>24300</c:v>
                </c:pt>
                <c:pt idx="956">
                  <c:v>24300</c:v>
                </c:pt>
                <c:pt idx="957">
                  <c:v>24300</c:v>
                </c:pt>
                <c:pt idx="958">
                  <c:v>24300</c:v>
                </c:pt>
                <c:pt idx="959">
                  <c:v>24300</c:v>
                </c:pt>
                <c:pt idx="960">
                  <c:v>24300</c:v>
                </c:pt>
                <c:pt idx="961">
                  <c:v>24300</c:v>
                </c:pt>
                <c:pt idx="962">
                  <c:v>24300</c:v>
                </c:pt>
                <c:pt idx="963">
                  <c:v>24300</c:v>
                </c:pt>
                <c:pt idx="964">
                  <c:v>24300</c:v>
                </c:pt>
                <c:pt idx="965">
                  <c:v>24300</c:v>
                </c:pt>
                <c:pt idx="966">
                  <c:v>24300</c:v>
                </c:pt>
                <c:pt idx="967">
                  <c:v>24300</c:v>
                </c:pt>
                <c:pt idx="968">
                  <c:v>24300</c:v>
                </c:pt>
                <c:pt idx="969">
                  <c:v>24300</c:v>
                </c:pt>
                <c:pt idx="970">
                  <c:v>24300</c:v>
                </c:pt>
                <c:pt idx="971">
                  <c:v>24300</c:v>
                </c:pt>
                <c:pt idx="972">
                  <c:v>24300</c:v>
                </c:pt>
                <c:pt idx="973">
                  <c:v>24300</c:v>
                </c:pt>
                <c:pt idx="974">
                  <c:v>24300</c:v>
                </c:pt>
                <c:pt idx="975">
                  <c:v>24300</c:v>
                </c:pt>
                <c:pt idx="976">
                  <c:v>24300</c:v>
                </c:pt>
                <c:pt idx="977">
                  <c:v>24300</c:v>
                </c:pt>
                <c:pt idx="978">
                  <c:v>24300</c:v>
                </c:pt>
                <c:pt idx="979">
                  <c:v>24300</c:v>
                </c:pt>
                <c:pt idx="980">
                  <c:v>24300</c:v>
                </c:pt>
                <c:pt idx="981">
                  <c:v>24300</c:v>
                </c:pt>
                <c:pt idx="982">
                  <c:v>20500</c:v>
                </c:pt>
                <c:pt idx="983">
                  <c:v>20500</c:v>
                </c:pt>
                <c:pt idx="984">
                  <c:v>20500</c:v>
                </c:pt>
                <c:pt idx="985">
                  <c:v>20500</c:v>
                </c:pt>
                <c:pt idx="986">
                  <c:v>20500</c:v>
                </c:pt>
                <c:pt idx="987">
                  <c:v>20500</c:v>
                </c:pt>
                <c:pt idx="988">
                  <c:v>20500</c:v>
                </c:pt>
                <c:pt idx="989">
                  <c:v>20500</c:v>
                </c:pt>
                <c:pt idx="990">
                  <c:v>20500</c:v>
                </c:pt>
                <c:pt idx="991">
                  <c:v>20500</c:v>
                </c:pt>
                <c:pt idx="992">
                  <c:v>20500</c:v>
                </c:pt>
                <c:pt idx="993">
                  <c:v>20500</c:v>
                </c:pt>
                <c:pt idx="994">
                  <c:v>20500</c:v>
                </c:pt>
                <c:pt idx="995">
                  <c:v>20500</c:v>
                </c:pt>
                <c:pt idx="996">
                  <c:v>20500</c:v>
                </c:pt>
                <c:pt idx="997">
                  <c:v>20500</c:v>
                </c:pt>
                <c:pt idx="998">
                  <c:v>20500</c:v>
                </c:pt>
                <c:pt idx="999">
                  <c:v>20500</c:v>
                </c:pt>
                <c:pt idx="1000">
                  <c:v>20500</c:v>
                </c:pt>
                <c:pt idx="1001">
                  <c:v>20000</c:v>
                </c:pt>
                <c:pt idx="1002">
                  <c:v>20000</c:v>
                </c:pt>
                <c:pt idx="1003">
                  <c:v>20000</c:v>
                </c:pt>
                <c:pt idx="1004">
                  <c:v>20000</c:v>
                </c:pt>
                <c:pt idx="1005">
                  <c:v>20000</c:v>
                </c:pt>
                <c:pt idx="1006">
                  <c:v>20000</c:v>
                </c:pt>
                <c:pt idx="1007">
                  <c:v>20000</c:v>
                </c:pt>
                <c:pt idx="1008">
                  <c:v>20000</c:v>
                </c:pt>
                <c:pt idx="1009">
                  <c:v>20000</c:v>
                </c:pt>
                <c:pt idx="1010">
                  <c:v>20000</c:v>
                </c:pt>
                <c:pt idx="1011">
                  <c:v>20000</c:v>
                </c:pt>
                <c:pt idx="1012">
                  <c:v>20000</c:v>
                </c:pt>
                <c:pt idx="1013">
                  <c:v>20000</c:v>
                </c:pt>
                <c:pt idx="1014">
                  <c:v>20000</c:v>
                </c:pt>
                <c:pt idx="1015">
                  <c:v>20000</c:v>
                </c:pt>
                <c:pt idx="1016">
                  <c:v>16000</c:v>
                </c:pt>
                <c:pt idx="1017">
                  <c:v>16000</c:v>
                </c:pt>
                <c:pt idx="1018">
                  <c:v>16000</c:v>
                </c:pt>
                <c:pt idx="1019">
                  <c:v>16000</c:v>
                </c:pt>
                <c:pt idx="1020">
                  <c:v>16000</c:v>
                </c:pt>
                <c:pt idx="1021">
                  <c:v>16000</c:v>
                </c:pt>
                <c:pt idx="1022">
                  <c:v>16000</c:v>
                </c:pt>
                <c:pt idx="1023">
                  <c:v>16000</c:v>
                </c:pt>
                <c:pt idx="1024">
                  <c:v>16000</c:v>
                </c:pt>
                <c:pt idx="1025">
                  <c:v>16000</c:v>
                </c:pt>
                <c:pt idx="1026">
                  <c:v>16000</c:v>
                </c:pt>
                <c:pt idx="1027">
                  <c:v>16000</c:v>
                </c:pt>
                <c:pt idx="1028">
                  <c:v>16000</c:v>
                </c:pt>
                <c:pt idx="1029">
                  <c:v>16000</c:v>
                </c:pt>
                <c:pt idx="1030">
                  <c:v>16000</c:v>
                </c:pt>
                <c:pt idx="1031">
                  <c:v>16000</c:v>
                </c:pt>
                <c:pt idx="1032">
                  <c:v>16000</c:v>
                </c:pt>
                <c:pt idx="1033">
                  <c:v>16000</c:v>
                </c:pt>
                <c:pt idx="1034">
                  <c:v>16000</c:v>
                </c:pt>
                <c:pt idx="1035">
                  <c:v>16000</c:v>
                </c:pt>
                <c:pt idx="1036">
                  <c:v>16000</c:v>
                </c:pt>
                <c:pt idx="1037">
                  <c:v>14000</c:v>
                </c:pt>
                <c:pt idx="1038">
                  <c:v>14000</c:v>
                </c:pt>
                <c:pt idx="1039">
                  <c:v>14000</c:v>
                </c:pt>
                <c:pt idx="1040">
                  <c:v>13600</c:v>
                </c:pt>
                <c:pt idx="1041">
                  <c:v>13600</c:v>
                </c:pt>
                <c:pt idx="1042">
                  <c:v>13600</c:v>
                </c:pt>
                <c:pt idx="1043">
                  <c:v>13600</c:v>
                </c:pt>
                <c:pt idx="1044">
                  <c:v>13600</c:v>
                </c:pt>
                <c:pt idx="1045">
                  <c:v>13600</c:v>
                </c:pt>
                <c:pt idx="1046">
                  <c:v>13600</c:v>
                </c:pt>
                <c:pt idx="1047">
                  <c:v>13600</c:v>
                </c:pt>
                <c:pt idx="1048">
                  <c:v>13600</c:v>
                </c:pt>
                <c:pt idx="1049">
                  <c:v>13600</c:v>
                </c:pt>
                <c:pt idx="1050">
                  <c:v>13600</c:v>
                </c:pt>
                <c:pt idx="1051">
                  <c:v>13600</c:v>
                </c:pt>
                <c:pt idx="1052">
                  <c:v>13600</c:v>
                </c:pt>
                <c:pt idx="1053">
                  <c:v>13600</c:v>
                </c:pt>
                <c:pt idx="1054">
                  <c:v>12500</c:v>
                </c:pt>
                <c:pt idx="1055">
                  <c:v>12500</c:v>
                </c:pt>
                <c:pt idx="1056">
                  <c:v>12500</c:v>
                </c:pt>
                <c:pt idx="1057">
                  <c:v>12500</c:v>
                </c:pt>
                <c:pt idx="1058">
                  <c:v>12500</c:v>
                </c:pt>
                <c:pt idx="1059">
                  <c:v>12500</c:v>
                </c:pt>
                <c:pt idx="1060">
                  <c:v>12500</c:v>
                </c:pt>
                <c:pt idx="1061">
                  <c:v>12500</c:v>
                </c:pt>
                <c:pt idx="1062">
                  <c:v>12500</c:v>
                </c:pt>
                <c:pt idx="1063">
                  <c:v>12500</c:v>
                </c:pt>
                <c:pt idx="1064">
                  <c:v>12500</c:v>
                </c:pt>
                <c:pt idx="1065">
                  <c:v>12500</c:v>
                </c:pt>
                <c:pt idx="1066">
                  <c:v>12500</c:v>
                </c:pt>
                <c:pt idx="1067">
                  <c:v>12500</c:v>
                </c:pt>
                <c:pt idx="1068">
                  <c:v>11500</c:v>
                </c:pt>
                <c:pt idx="1069">
                  <c:v>11500</c:v>
                </c:pt>
                <c:pt idx="1070">
                  <c:v>11500</c:v>
                </c:pt>
                <c:pt idx="1071">
                  <c:v>11500</c:v>
                </c:pt>
                <c:pt idx="1072">
                  <c:v>11500</c:v>
                </c:pt>
                <c:pt idx="1073">
                  <c:v>11500</c:v>
                </c:pt>
                <c:pt idx="1074">
                  <c:v>11500</c:v>
                </c:pt>
                <c:pt idx="1075">
                  <c:v>11500</c:v>
                </c:pt>
                <c:pt idx="1076">
                  <c:v>11500</c:v>
                </c:pt>
                <c:pt idx="1077">
                  <c:v>11500</c:v>
                </c:pt>
                <c:pt idx="1078">
                  <c:v>11500</c:v>
                </c:pt>
                <c:pt idx="1079">
                  <c:v>11500</c:v>
                </c:pt>
                <c:pt idx="1080">
                  <c:v>11500</c:v>
                </c:pt>
                <c:pt idx="1081">
                  <c:v>11500</c:v>
                </c:pt>
                <c:pt idx="1082">
                  <c:v>11500</c:v>
                </c:pt>
                <c:pt idx="1083">
                  <c:v>11500</c:v>
                </c:pt>
                <c:pt idx="1084">
                  <c:v>11500</c:v>
                </c:pt>
                <c:pt idx="1085">
                  <c:v>11500</c:v>
                </c:pt>
                <c:pt idx="1086">
                  <c:v>11500</c:v>
                </c:pt>
                <c:pt idx="1087">
                  <c:v>11500</c:v>
                </c:pt>
                <c:pt idx="1088">
                  <c:v>11500</c:v>
                </c:pt>
                <c:pt idx="1089">
                  <c:v>11500</c:v>
                </c:pt>
                <c:pt idx="1090">
                  <c:v>11500</c:v>
                </c:pt>
                <c:pt idx="1091">
                  <c:v>11500</c:v>
                </c:pt>
                <c:pt idx="1092">
                  <c:v>11500</c:v>
                </c:pt>
                <c:pt idx="1093">
                  <c:v>11500</c:v>
                </c:pt>
                <c:pt idx="1094">
                  <c:v>11500</c:v>
                </c:pt>
                <c:pt idx="1095">
                  <c:v>11500</c:v>
                </c:pt>
                <c:pt idx="1096">
                  <c:v>11500</c:v>
                </c:pt>
                <c:pt idx="1097">
                  <c:v>11500</c:v>
                </c:pt>
                <c:pt idx="1098">
                  <c:v>11500</c:v>
                </c:pt>
                <c:pt idx="1099">
                  <c:v>11500</c:v>
                </c:pt>
                <c:pt idx="1100">
                  <c:v>11500</c:v>
                </c:pt>
                <c:pt idx="1101">
                  <c:v>11500</c:v>
                </c:pt>
                <c:pt idx="1102">
                  <c:v>11500</c:v>
                </c:pt>
                <c:pt idx="1103">
                  <c:v>11500</c:v>
                </c:pt>
                <c:pt idx="1104">
                  <c:v>11500</c:v>
                </c:pt>
                <c:pt idx="1105">
                  <c:v>11500</c:v>
                </c:pt>
                <c:pt idx="1106">
                  <c:v>11500</c:v>
                </c:pt>
                <c:pt idx="1107">
                  <c:v>11500</c:v>
                </c:pt>
                <c:pt idx="1108">
                  <c:v>11500</c:v>
                </c:pt>
                <c:pt idx="1109">
                  <c:v>11500</c:v>
                </c:pt>
                <c:pt idx="1110">
                  <c:v>11500</c:v>
                </c:pt>
                <c:pt idx="1111">
                  <c:v>11500</c:v>
                </c:pt>
                <c:pt idx="1112">
                  <c:v>11500</c:v>
                </c:pt>
                <c:pt idx="1113">
                  <c:v>11500</c:v>
                </c:pt>
                <c:pt idx="1114">
                  <c:v>11500</c:v>
                </c:pt>
                <c:pt idx="1115">
                  <c:v>11500</c:v>
                </c:pt>
                <c:pt idx="1116">
                  <c:v>11500</c:v>
                </c:pt>
                <c:pt idx="1117">
                  <c:v>11500</c:v>
                </c:pt>
                <c:pt idx="1118">
                  <c:v>11500</c:v>
                </c:pt>
                <c:pt idx="1119">
                  <c:v>11500</c:v>
                </c:pt>
                <c:pt idx="1120">
                  <c:v>11500</c:v>
                </c:pt>
                <c:pt idx="1121">
                  <c:v>11500</c:v>
                </c:pt>
                <c:pt idx="1122">
                  <c:v>11500</c:v>
                </c:pt>
                <c:pt idx="1123">
                  <c:v>11500</c:v>
                </c:pt>
                <c:pt idx="1124">
                  <c:v>11500</c:v>
                </c:pt>
                <c:pt idx="1125">
                  <c:v>11500</c:v>
                </c:pt>
                <c:pt idx="1126">
                  <c:v>11500</c:v>
                </c:pt>
                <c:pt idx="1127">
                  <c:v>11500</c:v>
                </c:pt>
                <c:pt idx="1128">
                  <c:v>11500</c:v>
                </c:pt>
                <c:pt idx="1129">
                  <c:v>11500</c:v>
                </c:pt>
                <c:pt idx="1130">
                  <c:v>11500</c:v>
                </c:pt>
                <c:pt idx="1131">
                  <c:v>12600</c:v>
                </c:pt>
                <c:pt idx="1132">
                  <c:v>12600</c:v>
                </c:pt>
                <c:pt idx="1133">
                  <c:v>12600</c:v>
                </c:pt>
                <c:pt idx="1134">
                  <c:v>12600</c:v>
                </c:pt>
                <c:pt idx="1135">
                  <c:v>12600</c:v>
                </c:pt>
                <c:pt idx="1136">
                  <c:v>12600</c:v>
                </c:pt>
                <c:pt idx="1137">
                  <c:v>12600</c:v>
                </c:pt>
                <c:pt idx="1138">
                  <c:v>12600</c:v>
                </c:pt>
                <c:pt idx="1139">
                  <c:v>12600</c:v>
                </c:pt>
                <c:pt idx="1140">
                  <c:v>12600</c:v>
                </c:pt>
                <c:pt idx="1141">
                  <c:v>12600</c:v>
                </c:pt>
                <c:pt idx="1142">
                  <c:v>12600</c:v>
                </c:pt>
                <c:pt idx="1143">
                  <c:v>12600</c:v>
                </c:pt>
                <c:pt idx="1144">
                  <c:v>12600</c:v>
                </c:pt>
                <c:pt idx="1145">
                  <c:v>12600</c:v>
                </c:pt>
                <c:pt idx="1146">
                  <c:v>12600</c:v>
                </c:pt>
                <c:pt idx="1147">
                  <c:v>12600</c:v>
                </c:pt>
                <c:pt idx="1148">
                  <c:v>12600</c:v>
                </c:pt>
                <c:pt idx="1149">
                  <c:v>12600</c:v>
                </c:pt>
                <c:pt idx="1150">
                  <c:v>12600</c:v>
                </c:pt>
                <c:pt idx="1151">
                  <c:v>12600</c:v>
                </c:pt>
                <c:pt idx="1152">
                  <c:v>12600</c:v>
                </c:pt>
                <c:pt idx="1153">
                  <c:v>12600</c:v>
                </c:pt>
                <c:pt idx="1154">
                  <c:v>12600</c:v>
                </c:pt>
                <c:pt idx="1155">
                  <c:v>12600</c:v>
                </c:pt>
                <c:pt idx="1156">
                  <c:v>12600</c:v>
                </c:pt>
                <c:pt idx="1157">
                  <c:v>12600</c:v>
                </c:pt>
                <c:pt idx="1158">
                  <c:v>12600</c:v>
                </c:pt>
                <c:pt idx="1159">
                  <c:v>12600</c:v>
                </c:pt>
                <c:pt idx="1160">
                  <c:v>12600</c:v>
                </c:pt>
                <c:pt idx="1161">
                  <c:v>12600</c:v>
                </c:pt>
                <c:pt idx="1162">
                  <c:v>12600</c:v>
                </c:pt>
                <c:pt idx="1163">
                  <c:v>12600</c:v>
                </c:pt>
                <c:pt idx="1164">
                  <c:v>12600</c:v>
                </c:pt>
                <c:pt idx="1165">
                  <c:v>12500</c:v>
                </c:pt>
                <c:pt idx="1166">
                  <c:v>12500</c:v>
                </c:pt>
                <c:pt idx="1167">
                  <c:v>12500</c:v>
                </c:pt>
                <c:pt idx="1168">
                  <c:v>12500</c:v>
                </c:pt>
                <c:pt idx="1169">
                  <c:v>12500</c:v>
                </c:pt>
                <c:pt idx="1170">
                  <c:v>13500</c:v>
                </c:pt>
                <c:pt idx="1171">
                  <c:v>13500</c:v>
                </c:pt>
                <c:pt idx="1172">
                  <c:v>13500</c:v>
                </c:pt>
                <c:pt idx="1173">
                  <c:v>13500</c:v>
                </c:pt>
                <c:pt idx="1174">
                  <c:v>13500</c:v>
                </c:pt>
                <c:pt idx="1175">
                  <c:v>13500</c:v>
                </c:pt>
                <c:pt idx="1176">
                  <c:v>13500</c:v>
                </c:pt>
                <c:pt idx="1177">
                  <c:v>13500</c:v>
                </c:pt>
                <c:pt idx="1178">
                  <c:v>13500</c:v>
                </c:pt>
                <c:pt idx="1179">
                  <c:v>13500</c:v>
                </c:pt>
                <c:pt idx="1180">
                  <c:v>13500</c:v>
                </c:pt>
                <c:pt idx="1181">
                  <c:v>13500</c:v>
                </c:pt>
                <c:pt idx="1182">
                  <c:v>13500</c:v>
                </c:pt>
                <c:pt idx="1183">
                  <c:v>13500</c:v>
                </c:pt>
                <c:pt idx="1184">
                  <c:v>13500</c:v>
                </c:pt>
                <c:pt idx="1185">
                  <c:v>13500</c:v>
                </c:pt>
                <c:pt idx="1186">
                  <c:v>13500</c:v>
                </c:pt>
                <c:pt idx="1187">
                  <c:v>13500</c:v>
                </c:pt>
                <c:pt idx="1188">
                  <c:v>13500</c:v>
                </c:pt>
                <c:pt idx="1189">
                  <c:v>13500</c:v>
                </c:pt>
                <c:pt idx="1190">
                  <c:v>13500</c:v>
                </c:pt>
                <c:pt idx="1191">
                  <c:v>13500</c:v>
                </c:pt>
                <c:pt idx="1192">
                  <c:v>13200</c:v>
                </c:pt>
                <c:pt idx="1193">
                  <c:v>13200</c:v>
                </c:pt>
                <c:pt idx="1194">
                  <c:v>13200</c:v>
                </c:pt>
                <c:pt idx="1195">
                  <c:v>13200</c:v>
                </c:pt>
                <c:pt idx="1196">
                  <c:v>13200</c:v>
                </c:pt>
                <c:pt idx="1197">
                  <c:v>13200</c:v>
                </c:pt>
                <c:pt idx="1198">
                  <c:v>13200</c:v>
                </c:pt>
                <c:pt idx="1199">
                  <c:v>13200</c:v>
                </c:pt>
                <c:pt idx="1200">
                  <c:v>13200</c:v>
                </c:pt>
                <c:pt idx="1201">
                  <c:v>13200</c:v>
                </c:pt>
                <c:pt idx="1202">
                  <c:v>13200</c:v>
                </c:pt>
                <c:pt idx="1203">
                  <c:v>13200</c:v>
                </c:pt>
                <c:pt idx="1204">
                  <c:v>13200</c:v>
                </c:pt>
                <c:pt idx="1205">
                  <c:v>13200</c:v>
                </c:pt>
                <c:pt idx="1206">
                  <c:v>13200</c:v>
                </c:pt>
                <c:pt idx="1207">
                  <c:v>13200</c:v>
                </c:pt>
                <c:pt idx="1208">
                  <c:v>13200</c:v>
                </c:pt>
                <c:pt idx="1209">
                  <c:v>13200</c:v>
                </c:pt>
                <c:pt idx="1210">
                  <c:v>13200</c:v>
                </c:pt>
                <c:pt idx="1211">
                  <c:v>13200</c:v>
                </c:pt>
                <c:pt idx="1212">
                  <c:v>13200</c:v>
                </c:pt>
                <c:pt idx="1213">
                  <c:v>13200</c:v>
                </c:pt>
                <c:pt idx="1214">
                  <c:v>13200</c:v>
                </c:pt>
                <c:pt idx="1215">
                  <c:v>13200</c:v>
                </c:pt>
                <c:pt idx="1216">
                  <c:v>13200</c:v>
                </c:pt>
                <c:pt idx="1217">
                  <c:v>13200</c:v>
                </c:pt>
                <c:pt idx="1218">
                  <c:v>13200</c:v>
                </c:pt>
                <c:pt idx="1219">
                  <c:v>13200</c:v>
                </c:pt>
                <c:pt idx="1220">
                  <c:v>13200</c:v>
                </c:pt>
                <c:pt idx="1221">
                  <c:v>11300</c:v>
                </c:pt>
                <c:pt idx="1222">
                  <c:v>11300</c:v>
                </c:pt>
                <c:pt idx="1223">
                  <c:v>11300</c:v>
                </c:pt>
                <c:pt idx="1224">
                  <c:v>11300</c:v>
                </c:pt>
                <c:pt idx="1225">
                  <c:v>11300</c:v>
                </c:pt>
                <c:pt idx="1226">
                  <c:v>11300</c:v>
                </c:pt>
                <c:pt idx="1227">
                  <c:v>11300</c:v>
                </c:pt>
                <c:pt idx="1228">
                  <c:v>11000</c:v>
                </c:pt>
                <c:pt idx="1229">
                  <c:v>11000</c:v>
                </c:pt>
                <c:pt idx="1230">
                  <c:v>11000</c:v>
                </c:pt>
                <c:pt idx="1231">
                  <c:v>11000</c:v>
                </c:pt>
                <c:pt idx="1232">
                  <c:v>11000</c:v>
                </c:pt>
                <c:pt idx="1233">
                  <c:v>11000</c:v>
                </c:pt>
                <c:pt idx="1234">
                  <c:v>11000</c:v>
                </c:pt>
                <c:pt idx="1235">
                  <c:v>11000</c:v>
                </c:pt>
                <c:pt idx="1236">
                  <c:v>11000</c:v>
                </c:pt>
                <c:pt idx="1237">
                  <c:v>11000</c:v>
                </c:pt>
                <c:pt idx="1238">
                  <c:v>11000</c:v>
                </c:pt>
                <c:pt idx="1239">
                  <c:v>11000</c:v>
                </c:pt>
                <c:pt idx="1240">
                  <c:v>11000</c:v>
                </c:pt>
                <c:pt idx="1241">
                  <c:v>11000</c:v>
                </c:pt>
                <c:pt idx="1242">
                  <c:v>11000</c:v>
                </c:pt>
                <c:pt idx="1243">
                  <c:v>11000</c:v>
                </c:pt>
                <c:pt idx="1244">
                  <c:v>11000</c:v>
                </c:pt>
                <c:pt idx="1245">
                  <c:v>11000</c:v>
                </c:pt>
                <c:pt idx="1246">
                  <c:v>11000</c:v>
                </c:pt>
                <c:pt idx="1247">
                  <c:v>11000</c:v>
                </c:pt>
                <c:pt idx="1248">
                  <c:v>11000</c:v>
                </c:pt>
                <c:pt idx="1249">
                  <c:v>11000</c:v>
                </c:pt>
                <c:pt idx="1250">
                  <c:v>11000</c:v>
                </c:pt>
                <c:pt idx="1251">
                  <c:v>11000</c:v>
                </c:pt>
                <c:pt idx="1252">
                  <c:v>11000</c:v>
                </c:pt>
                <c:pt idx="1253">
                  <c:v>11000</c:v>
                </c:pt>
                <c:pt idx="1254">
                  <c:v>11000</c:v>
                </c:pt>
                <c:pt idx="1255">
                  <c:v>11000</c:v>
                </c:pt>
                <c:pt idx="1256">
                  <c:v>11000</c:v>
                </c:pt>
                <c:pt idx="1257">
                  <c:v>11000</c:v>
                </c:pt>
                <c:pt idx="1258">
                  <c:v>11000</c:v>
                </c:pt>
                <c:pt idx="1259">
                  <c:v>11000</c:v>
                </c:pt>
                <c:pt idx="1260">
                  <c:v>11000</c:v>
                </c:pt>
                <c:pt idx="1261">
                  <c:v>11100</c:v>
                </c:pt>
                <c:pt idx="1262">
                  <c:v>11100</c:v>
                </c:pt>
                <c:pt idx="1263">
                  <c:v>11100</c:v>
                </c:pt>
                <c:pt idx="1264">
                  <c:v>11100</c:v>
                </c:pt>
                <c:pt idx="1265">
                  <c:v>11100</c:v>
                </c:pt>
                <c:pt idx="1266">
                  <c:v>11100</c:v>
                </c:pt>
                <c:pt idx="1267">
                  <c:v>11100</c:v>
                </c:pt>
                <c:pt idx="1268">
                  <c:v>11100</c:v>
                </c:pt>
                <c:pt idx="1269">
                  <c:v>11100</c:v>
                </c:pt>
                <c:pt idx="1270">
                  <c:v>11100</c:v>
                </c:pt>
                <c:pt idx="1271">
                  <c:v>11100</c:v>
                </c:pt>
                <c:pt idx="1272">
                  <c:v>11100</c:v>
                </c:pt>
                <c:pt idx="1273">
                  <c:v>11100</c:v>
                </c:pt>
                <c:pt idx="1274">
                  <c:v>11100</c:v>
                </c:pt>
                <c:pt idx="1275">
                  <c:v>11100</c:v>
                </c:pt>
                <c:pt idx="1276">
                  <c:v>11100</c:v>
                </c:pt>
                <c:pt idx="1277">
                  <c:v>11100</c:v>
                </c:pt>
                <c:pt idx="1278">
                  <c:v>11100</c:v>
                </c:pt>
                <c:pt idx="1279">
                  <c:v>11100</c:v>
                </c:pt>
                <c:pt idx="1280">
                  <c:v>11100</c:v>
                </c:pt>
                <c:pt idx="1281">
                  <c:v>11100</c:v>
                </c:pt>
                <c:pt idx="1282">
                  <c:v>11100</c:v>
                </c:pt>
                <c:pt idx="1283">
                  <c:v>11100</c:v>
                </c:pt>
                <c:pt idx="1284">
                  <c:v>11100</c:v>
                </c:pt>
                <c:pt idx="1285">
                  <c:v>11100</c:v>
                </c:pt>
                <c:pt idx="1286">
                  <c:v>11100</c:v>
                </c:pt>
                <c:pt idx="1287">
                  <c:v>11100</c:v>
                </c:pt>
                <c:pt idx="1288">
                  <c:v>11100</c:v>
                </c:pt>
                <c:pt idx="1289">
                  <c:v>11100</c:v>
                </c:pt>
                <c:pt idx="1290">
                  <c:v>11100</c:v>
                </c:pt>
                <c:pt idx="1291">
                  <c:v>11100</c:v>
                </c:pt>
                <c:pt idx="1292">
                  <c:v>11100</c:v>
                </c:pt>
                <c:pt idx="1293">
                  <c:v>11100</c:v>
                </c:pt>
                <c:pt idx="1294">
                  <c:v>11100</c:v>
                </c:pt>
                <c:pt idx="1295">
                  <c:v>11100</c:v>
                </c:pt>
                <c:pt idx="1296">
                  <c:v>11100</c:v>
                </c:pt>
                <c:pt idx="1297">
                  <c:v>11100</c:v>
                </c:pt>
                <c:pt idx="1298">
                  <c:v>11100</c:v>
                </c:pt>
                <c:pt idx="1299">
                  <c:v>11100</c:v>
                </c:pt>
                <c:pt idx="1300">
                  <c:v>11100</c:v>
                </c:pt>
                <c:pt idx="1301">
                  <c:v>11100</c:v>
                </c:pt>
                <c:pt idx="1302">
                  <c:v>11100</c:v>
                </c:pt>
                <c:pt idx="1303">
                  <c:v>11100</c:v>
                </c:pt>
                <c:pt idx="1304">
                  <c:v>11100</c:v>
                </c:pt>
                <c:pt idx="1305">
                  <c:v>11100</c:v>
                </c:pt>
                <c:pt idx="1306">
                  <c:v>11100</c:v>
                </c:pt>
                <c:pt idx="1307">
                  <c:v>11100</c:v>
                </c:pt>
                <c:pt idx="1308">
                  <c:v>11100</c:v>
                </c:pt>
                <c:pt idx="1309">
                  <c:v>11100</c:v>
                </c:pt>
                <c:pt idx="1310">
                  <c:v>11100</c:v>
                </c:pt>
                <c:pt idx="1311">
                  <c:v>11100</c:v>
                </c:pt>
                <c:pt idx="1312">
                  <c:v>11100</c:v>
                </c:pt>
                <c:pt idx="1313">
                  <c:v>11100</c:v>
                </c:pt>
                <c:pt idx="1314">
                  <c:v>11100</c:v>
                </c:pt>
                <c:pt idx="1315">
                  <c:v>11100</c:v>
                </c:pt>
                <c:pt idx="1316">
                  <c:v>11100</c:v>
                </c:pt>
                <c:pt idx="1317">
                  <c:v>11100</c:v>
                </c:pt>
                <c:pt idx="1318">
                  <c:v>11100</c:v>
                </c:pt>
                <c:pt idx="1319">
                  <c:v>11100</c:v>
                </c:pt>
                <c:pt idx="1320">
                  <c:v>11100</c:v>
                </c:pt>
                <c:pt idx="1321">
                  <c:v>11100</c:v>
                </c:pt>
                <c:pt idx="1322">
                  <c:v>11100</c:v>
                </c:pt>
                <c:pt idx="1323">
                  <c:v>11100</c:v>
                </c:pt>
                <c:pt idx="1324">
                  <c:v>11100</c:v>
                </c:pt>
                <c:pt idx="1325">
                  <c:v>11100</c:v>
                </c:pt>
                <c:pt idx="1326">
                  <c:v>11100</c:v>
                </c:pt>
                <c:pt idx="1327">
                  <c:v>11100</c:v>
                </c:pt>
                <c:pt idx="1328">
                  <c:v>11100</c:v>
                </c:pt>
                <c:pt idx="1329">
                  <c:v>11100</c:v>
                </c:pt>
                <c:pt idx="1330">
                  <c:v>11100</c:v>
                </c:pt>
                <c:pt idx="1331">
                  <c:v>11100</c:v>
                </c:pt>
                <c:pt idx="1332">
                  <c:v>11100</c:v>
                </c:pt>
                <c:pt idx="1333">
                  <c:v>11100</c:v>
                </c:pt>
                <c:pt idx="1334">
                  <c:v>11100</c:v>
                </c:pt>
                <c:pt idx="1335">
                  <c:v>11100</c:v>
                </c:pt>
                <c:pt idx="1336">
                  <c:v>11100</c:v>
                </c:pt>
                <c:pt idx="1337">
                  <c:v>11100</c:v>
                </c:pt>
                <c:pt idx="1338">
                  <c:v>11100</c:v>
                </c:pt>
                <c:pt idx="1339">
                  <c:v>11100</c:v>
                </c:pt>
                <c:pt idx="1340">
                  <c:v>11100</c:v>
                </c:pt>
                <c:pt idx="1341">
                  <c:v>11100</c:v>
                </c:pt>
                <c:pt idx="1342">
                  <c:v>11100</c:v>
                </c:pt>
                <c:pt idx="1343">
                  <c:v>11100</c:v>
                </c:pt>
                <c:pt idx="1344">
                  <c:v>11100</c:v>
                </c:pt>
                <c:pt idx="1345">
                  <c:v>11100</c:v>
                </c:pt>
                <c:pt idx="1346">
                  <c:v>11100</c:v>
                </c:pt>
                <c:pt idx="1347">
                  <c:v>11100</c:v>
                </c:pt>
                <c:pt idx="1348">
                  <c:v>11100</c:v>
                </c:pt>
                <c:pt idx="1349">
                  <c:v>11100</c:v>
                </c:pt>
                <c:pt idx="1350">
                  <c:v>11100</c:v>
                </c:pt>
                <c:pt idx="1351">
                  <c:v>11100</c:v>
                </c:pt>
                <c:pt idx="1352">
                  <c:v>11100</c:v>
                </c:pt>
                <c:pt idx="1353">
                  <c:v>11100</c:v>
                </c:pt>
                <c:pt idx="1354">
                  <c:v>11100</c:v>
                </c:pt>
                <c:pt idx="1355">
                  <c:v>11100</c:v>
                </c:pt>
                <c:pt idx="1356">
                  <c:v>11100</c:v>
                </c:pt>
                <c:pt idx="1357">
                  <c:v>11100</c:v>
                </c:pt>
                <c:pt idx="1358">
                  <c:v>11100</c:v>
                </c:pt>
                <c:pt idx="1359">
                  <c:v>11100</c:v>
                </c:pt>
                <c:pt idx="1360">
                  <c:v>11100</c:v>
                </c:pt>
                <c:pt idx="1361">
                  <c:v>11100</c:v>
                </c:pt>
                <c:pt idx="1362">
                  <c:v>11100</c:v>
                </c:pt>
                <c:pt idx="1363">
                  <c:v>11100</c:v>
                </c:pt>
                <c:pt idx="1364">
                  <c:v>11100</c:v>
                </c:pt>
                <c:pt idx="1365">
                  <c:v>11100</c:v>
                </c:pt>
                <c:pt idx="1366">
                  <c:v>11100</c:v>
                </c:pt>
                <c:pt idx="1367">
                  <c:v>11100</c:v>
                </c:pt>
                <c:pt idx="1368">
                  <c:v>11100</c:v>
                </c:pt>
                <c:pt idx="1369">
                  <c:v>11100</c:v>
                </c:pt>
                <c:pt idx="1370">
                  <c:v>11100</c:v>
                </c:pt>
                <c:pt idx="1371">
                  <c:v>11100</c:v>
                </c:pt>
                <c:pt idx="1372">
                  <c:v>11100</c:v>
                </c:pt>
                <c:pt idx="1373">
                  <c:v>11100</c:v>
                </c:pt>
                <c:pt idx="1374">
                  <c:v>11100</c:v>
                </c:pt>
                <c:pt idx="1375">
                  <c:v>11100</c:v>
                </c:pt>
                <c:pt idx="1376">
                  <c:v>11100</c:v>
                </c:pt>
                <c:pt idx="1377">
                  <c:v>11100</c:v>
                </c:pt>
                <c:pt idx="1378">
                  <c:v>11100</c:v>
                </c:pt>
                <c:pt idx="1379">
                  <c:v>11100</c:v>
                </c:pt>
                <c:pt idx="1380">
                  <c:v>11100</c:v>
                </c:pt>
                <c:pt idx="1381">
                  <c:v>11100</c:v>
                </c:pt>
                <c:pt idx="1382">
                  <c:v>11100</c:v>
                </c:pt>
                <c:pt idx="1383">
                  <c:v>11100</c:v>
                </c:pt>
                <c:pt idx="1384">
                  <c:v>11100</c:v>
                </c:pt>
                <c:pt idx="1385">
                  <c:v>11100</c:v>
                </c:pt>
                <c:pt idx="1386">
                  <c:v>11100</c:v>
                </c:pt>
                <c:pt idx="1387">
                  <c:v>11100</c:v>
                </c:pt>
                <c:pt idx="1388">
                  <c:v>11100</c:v>
                </c:pt>
                <c:pt idx="1389">
                  <c:v>11100</c:v>
                </c:pt>
                <c:pt idx="1390">
                  <c:v>11100</c:v>
                </c:pt>
                <c:pt idx="1391">
                  <c:v>11100</c:v>
                </c:pt>
                <c:pt idx="1392">
                  <c:v>11100</c:v>
                </c:pt>
                <c:pt idx="1393">
                  <c:v>11100</c:v>
                </c:pt>
                <c:pt idx="1394">
                  <c:v>11500</c:v>
                </c:pt>
                <c:pt idx="1395">
                  <c:v>11500</c:v>
                </c:pt>
                <c:pt idx="1396">
                  <c:v>11500</c:v>
                </c:pt>
                <c:pt idx="1397">
                  <c:v>11800</c:v>
                </c:pt>
                <c:pt idx="1398">
                  <c:v>11800</c:v>
                </c:pt>
                <c:pt idx="1399">
                  <c:v>11800</c:v>
                </c:pt>
                <c:pt idx="1400">
                  <c:v>11800</c:v>
                </c:pt>
                <c:pt idx="1401">
                  <c:v>11800</c:v>
                </c:pt>
                <c:pt idx="1402">
                  <c:v>11800</c:v>
                </c:pt>
                <c:pt idx="1403">
                  <c:v>11800</c:v>
                </c:pt>
                <c:pt idx="1404">
                  <c:v>11800</c:v>
                </c:pt>
                <c:pt idx="1405">
                  <c:v>11800</c:v>
                </c:pt>
                <c:pt idx="1406">
                  <c:v>11800</c:v>
                </c:pt>
                <c:pt idx="1407">
                  <c:v>11800</c:v>
                </c:pt>
                <c:pt idx="1408">
                  <c:v>12000</c:v>
                </c:pt>
                <c:pt idx="1409">
                  <c:v>12000</c:v>
                </c:pt>
                <c:pt idx="1410">
                  <c:v>12000</c:v>
                </c:pt>
                <c:pt idx="1411">
                  <c:v>12000</c:v>
                </c:pt>
                <c:pt idx="1412">
                  <c:v>12000</c:v>
                </c:pt>
                <c:pt idx="1413">
                  <c:v>12000</c:v>
                </c:pt>
                <c:pt idx="1414">
                  <c:v>12000</c:v>
                </c:pt>
                <c:pt idx="1415">
                  <c:v>12000</c:v>
                </c:pt>
                <c:pt idx="1416">
                  <c:v>12500</c:v>
                </c:pt>
                <c:pt idx="1417">
                  <c:v>13200</c:v>
                </c:pt>
                <c:pt idx="1418">
                  <c:v>13200</c:v>
                </c:pt>
                <c:pt idx="1419">
                  <c:v>13200</c:v>
                </c:pt>
                <c:pt idx="1420">
                  <c:v>13200</c:v>
                </c:pt>
                <c:pt idx="1421">
                  <c:v>13200</c:v>
                </c:pt>
                <c:pt idx="1422">
                  <c:v>13200</c:v>
                </c:pt>
                <c:pt idx="1423">
                  <c:v>13200</c:v>
                </c:pt>
                <c:pt idx="1424">
                  <c:v>14000</c:v>
                </c:pt>
                <c:pt idx="1425">
                  <c:v>14000</c:v>
                </c:pt>
                <c:pt idx="1426">
                  <c:v>14000</c:v>
                </c:pt>
                <c:pt idx="1427">
                  <c:v>14000</c:v>
                </c:pt>
                <c:pt idx="1428">
                  <c:v>14000</c:v>
                </c:pt>
                <c:pt idx="1429">
                  <c:v>14000</c:v>
                </c:pt>
                <c:pt idx="1430">
                  <c:v>14000</c:v>
                </c:pt>
                <c:pt idx="1431">
                  <c:v>14000</c:v>
                </c:pt>
                <c:pt idx="1432">
                  <c:v>14000</c:v>
                </c:pt>
                <c:pt idx="1433">
                  <c:v>14000</c:v>
                </c:pt>
                <c:pt idx="1434">
                  <c:v>14000</c:v>
                </c:pt>
                <c:pt idx="1435">
                  <c:v>14000</c:v>
                </c:pt>
                <c:pt idx="1436">
                  <c:v>14600</c:v>
                </c:pt>
                <c:pt idx="1437">
                  <c:v>14600</c:v>
                </c:pt>
                <c:pt idx="1438">
                  <c:v>14600</c:v>
                </c:pt>
                <c:pt idx="1439">
                  <c:v>14600</c:v>
                </c:pt>
                <c:pt idx="1440">
                  <c:v>14600</c:v>
                </c:pt>
                <c:pt idx="1441">
                  <c:v>14600</c:v>
                </c:pt>
                <c:pt idx="1442">
                  <c:v>14600</c:v>
                </c:pt>
                <c:pt idx="1443">
                  <c:v>14600</c:v>
                </c:pt>
                <c:pt idx="1444">
                  <c:v>14600</c:v>
                </c:pt>
                <c:pt idx="1445">
                  <c:v>14600</c:v>
                </c:pt>
                <c:pt idx="1446">
                  <c:v>15200</c:v>
                </c:pt>
                <c:pt idx="1447">
                  <c:v>15200</c:v>
                </c:pt>
                <c:pt idx="1448">
                  <c:v>15200</c:v>
                </c:pt>
                <c:pt idx="1449">
                  <c:v>15200</c:v>
                </c:pt>
                <c:pt idx="1450">
                  <c:v>15200</c:v>
                </c:pt>
                <c:pt idx="1451">
                  <c:v>15200</c:v>
                </c:pt>
                <c:pt idx="1452">
                  <c:v>15200</c:v>
                </c:pt>
                <c:pt idx="1453">
                  <c:v>15000</c:v>
                </c:pt>
                <c:pt idx="1454">
                  <c:v>15000</c:v>
                </c:pt>
                <c:pt idx="1455">
                  <c:v>15000</c:v>
                </c:pt>
                <c:pt idx="1456">
                  <c:v>15000</c:v>
                </c:pt>
                <c:pt idx="1457">
                  <c:v>15000</c:v>
                </c:pt>
                <c:pt idx="1458">
                  <c:v>15000</c:v>
                </c:pt>
                <c:pt idx="1459">
                  <c:v>15000</c:v>
                </c:pt>
                <c:pt idx="1460">
                  <c:v>15000</c:v>
                </c:pt>
                <c:pt idx="1461">
                  <c:v>15000</c:v>
                </c:pt>
                <c:pt idx="1462">
                  <c:v>15000</c:v>
                </c:pt>
                <c:pt idx="1463">
                  <c:v>15000</c:v>
                </c:pt>
                <c:pt idx="1464">
                  <c:v>15000</c:v>
                </c:pt>
                <c:pt idx="1465">
                  <c:v>16200</c:v>
                </c:pt>
                <c:pt idx="1466">
                  <c:v>16200</c:v>
                </c:pt>
                <c:pt idx="1467">
                  <c:v>16200</c:v>
                </c:pt>
                <c:pt idx="1468">
                  <c:v>16200</c:v>
                </c:pt>
                <c:pt idx="1469">
                  <c:v>16200</c:v>
                </c:pt>
                <c:pt idx="1470">
                  <c:v>16200</c:v>
                </c:pt>
                <c:pt idx="1471">
                  <c:v>16200</c:v>
                </c:pt>
                <c:pt idx="1472">
                  <c:v>16200</c:v>
                </c:pt>
                <c:pt idx="1473">
                  <c:v>16200</c:v>
                </c:pt>
                <c:pt idx="1474">
                  <c:v>16200</c:v>
                </c:pt>
                <c:pt idx="1475">
                  <c:v>16200</c:v>
                </c:pt>
                <c:pt idx="1476">
                  <c:v>16200</c:v>
                </c:pt>
                <c:pt idx="1477">
                  <c:v>16200</c:v>
                </c:pt>
                <c:pt idx="1478">
                  <c:v>16200</c:v>
                </c:pt>
                <c:pt idx="1479">
                  <c:v>16200</c:v>
                </c:pt>
                <c:pt idx="1480">
                  <c:v>16200</c:v>
                </c:pt>
                <c:pt idx="1481">
                  <c:v>16200</c:v>
                </c:pt>
                <c:pt idx="1482">
                  <c:v>16200</c:v>
                </c:pt>
                <c:pt idx="1483">
                  <c:v>16200</c:v>
                </c:pt>
                <c:pt idx="1484">
                  <c:v>16200</c:v>
                </c:pt>
                <c:pt idx="1485">
                  <c:v>16200</c:v>
                </c:pt>
                <c:pt idx="1486">
                  <c:v>16200</c:v>
                </c:pt>
                <c:pt idx="1487">
                  <c:v>16200</c:v>
                </c:pt>
                <c:pt idx="1488">
                  <c:v>15500</c:v>
                </c:pt>
                <c:pt idx="1489">
                  <c:v>15500</c:v>
                </c:pt>
                <c:pt idx="1490">
                  <c:v>15500</c:v>
                </c:pt>
                <c:pt idx="1491">
                  <c:v>15500</c:v>
                </c:pt>
                <c:pt idx="1492">
                  <c:v>15500</c:v>
                </c:pt>
                <c:pt idx="1493">
                  <c:v>15500</c:v>
                </c:pt>
                <c:pt idx="1494">
                  <c:v>15500</c:v>
                </c:pt>
                <c:pt idx="1495">
                  <c:v>15500</c:v>
                </c:pt>
                <c:pt idx="1496">
                  <c:v>15500</c:v>
                </c:pt>
                <c:pt idx="1497">
                  <c:v>15500</c:v>
                </c:pt>
                <c:pt idx="1498">
                  <c:v>15500</c:v>
                </c:pt>
                <c:pt idx="1499">
                  <c:v>15500</c:v>
                </c:pt>
                <c:pt idx="1500">
                  <c:v>15500</c:v>
                </c:pt>
                <c:pt idx="1501">
                  <c:v>15500</c:v>
                </c:pt>
                <c:pt idx="1502">
                  <c:v>15500</c:v>
                </c:pt>
                <c:pt idx="1503">
                  <c:v>15500</c:v>
                </c:pt>
                <c:pt idx="1504">
                  <c:v>15500</c:v>
                </c:pt>
                <c:pt idx="1505">
                  <c:v>15500</c:v>
                </c:pt>
                <c:pt idx="1506">
                  <c:v>15500</c:v>
                </c:pt>
                <c:pt idx="1507">
                  <c:v>15500</c:v>
                </c:pt>
                <c:pt idx="1508">
                  <c:v>15500</c:v>
                </c:pt>
                <c:pt idx="1509">
                  <c:v>15500</c:v>
                </c:pt>
                <c:pt idx="1510">
                  <c:v>15500</c:v>
                </c:pt>
                <c:pt idx="1511">
                  <c:v>15500</c:v>
                </c:pt>
                <c:pt idx="1512">
                  <c:v>15500</c:v>
                </c:pt>
                <c:pt idx="1513">
                  <c:v>15500</c:v>
                </c:pt>
                <c:pt idx="1514">
                  <c:v>15500</c:v>
                </c:pt>
                <c:pt idx="1515">
                  <c:v>15500</c:v>
                </c:pt>
                <c:pt idx="1516">
                  <c:v>15500</c:v>
                </c:pt>
                <c:pt idx="1517">
                  <c:v>15500</c:v>
                </c:pt>
                <c:pt idx="1518">
                  <c:v>15500</c:v>
                </c:pt>
                <c:pt idx="1519">
                  <c:v>15500</c:v>
                </c:pt>
                <c:pt idx="1520">
                  <c:v>15500</c:v>
                </c:pt>
                <c:pt idx="1521">
                  <c:v>15500</c:v>
                </c:pt>
                <c:pt idx="1522">
                  <c:v>15500</c:v>
                </c:pt>
                <c:pt idx="1523">
                  <c:v>15500</c:v>
                </c:pt>
                <c:pt idx="1524">
                  <c:v>15500</c:v>
                </c:pt>
                <c:pt idx="1525">
                  <c:v>15500</c:v>
                </c:pt>
                <c:pt idx="1526">
                  <c:v>15500</c:v>
                </c:pt>
                <c:pt idx="1527">
                  <c:v>15500</c:v>
                </c:pt>
                <c:pt idx="1528">
                  <c:v>15500</c:v>
                </c:pt>
                <c:pt idx="1529">
                  <c:v>15500</c:v>
                </c:pt>
                <c:pt idx="1530">
                  <c:v>15500</c:v>
                </c:pt>
                <c:pt idx="1531">
                  <c:v>15500</c:v>
                </c:pt>
                <c:pt idx="1532">
                  <c:v>15500</c:v>
                </c:pt>
                <c:pt idx="1533">
                  <c:v>15500</c:v>
                </c:pt>
                <c:pt idx="1534">
                  <c:v>15500</c:v>
                </c:pt>
                <c:pt idx="1535">
                  <c:v>15500</c:v>
                </c:pt>
                <c:pt idx="1536">
                  <c:v>15500</c:v>
                </c:pt>
                <c:pt idx="1537">
                  <c:v>15500</c:v>
                </c:pt>
                <c:pt idx="1538">
                  <c:v>15500</c:v>
                </c:pt>
                <c:pt idx="1539">
                  <c:v>15500</c:v>
                </c:pt>
                <c:pt idx="1540">
                  <c:v>15500</c:v>
                </c:pt>
                <c:pt idx="1541">
                  <c:v>15500</c:v>
                </c:pt>
                <c:pt idx="1542">
                  <c:v>15500</c:v>
                </c:pt>
                <c:pt idx="1543">
                  <c:v>15500</c:v>
                </c:pt>
                <c:pt idx="1544">
                  <c:v>15500</c:v>
                </c:pt>
                <c:pt idx="1545">
                  <c:v>15500</c:v>
                </c:pt>
                <c:pt idx="1546">
                  <c:v>15500</c:v>
                </c:pt>
                <c:pt idx="1547">
                  <c:v>15500</c:v>
                </c:pt>
                <c:pt idx="1548">
                  <c:v>15500</c:v>
                </c:pt>
                <c:pt idx="1549">
                  <c:v>15500</c:v>
                </c:pt>
                <c:pt idx="1550">
                  <c:v>15200</c:v>
                </c:pt>
                <c:pt idx="1551">
                  <c:v>15200</c:v>
                </c:pt>
                <c:pt idx="1552">
                  <c:v>15200</c:v>
                </c:pt>
                <c:pt idx="1553">
                  <c:v>15200</c:v>
                </c:pt>
                <c:pt idx="1554">
                  <c:v>15200</c:v>
                </c:pt>
                <c:pt idx="1555">
                  <c:v>15200</c:v>
                </c:pt>
                <c:pt idx="1556">
                  <c:v>14400</c:v>
                </c:pt>
                <c:pt idx="1557">
                  <c:v>14400</c:v>
                </c:pt>
                <c:pt idx="1558">
                  <c:v>14400</c:v>
                </c:pt>
                <c:pt idx="1559">
                  <c:v>14400</c:v>
                </c:pt>
                <c:pt idx="1560">
                  <c:v>14400</c:v>
                </c:pt>
                <c:pt idx="1561">
                  <c:v>14400</c:v>
                </c:pt>
                <c:pt idx="1562">
                  <c:v>14000</c:v>
                </c:pt>
                <c:pt idx="1563">
                  <c:v>14000</c:v>
                </c:pt>
                <c:pt idx="1564">
                  <c:v>14000</c:v>
                </c:pt>
                <c:pt idx="1565">
                  <c:v>14000</c:v>
                </c:pt>
                <c:pt idx="1566">
                  <c:v>14000</c:v>
                </c:pt>
                <c:pt idx="1567">
                  <c:v>14000</c:v>
                </c:pt>
                <c:pt idx="1568">
                  <c:v>14000</c:v>
                </c:pt>
                <c:pt idx="1569">
                  <c:v>14000</c:v>
                </c:pt>
                <c:pt idx="1570">
                  <c:v>14000</c:v>
                </c:pt>
                <c:pt idx="1571">
                  <c:v>14000</c:v>
                </c:pt>
                <c:pt idx="1572">
                  <c:v>14000</c:v>
                </c:pt>
                <c:pt idx="1573">
                  <c:v>14000</c:v>
                </c:pt>
                <c:pt idx="1574">
                  <c:v>14000</c:v>
                </c:pt>
                <c:pt idx="1575">
                  <c:v>14000</c:v>
                </c:pt>
                <c:pt idx="1576">
                  <c:v>14000</c:v>
                </c:pt>
                <c:pt idx="1577">
                  <c:v>13400</c:v>
                </c:pt>
                <c:pt idx="1578">
                  <c:v>13400</c:v>
                </c:pt>
                <c:pt idx="1579">
                  <c:v>13400</c:v>
                </c:pt>
                <c:pt idx="1580">
                  <c:v>13400</c:v>
                </c:pt>
                <c:pt idx="1581">
                  <c:v>13400</c:v>
                </c:pt>
                <c:pt idx="1582">
                  <c:v>13400</c:v>
                </c:pt>
                <c:pt idx="1583">
                  <c:v>13400</c:v>
                </c:pt>
                <c:pt idx="1584">
                  <c:v>13400</c:v>
                </c:pt>
                <c:pt idx="1585">
                  <c:v>13400</c:v>
                </c:pt>
                <c:pt idx="1586">
                  <c:v>13400</c:v>
                </c:pt>
                <c:pt idx="1587">
                  <c:v>13000</c:v>
                </c:pt>
                <c:pt idx="1588">
                  <c:v>13000</c:v>
                </c:pt>
                <c:pt idx="1589">
                  <c:v>13000</c:v>
                </c:pt>
                <c:pt idx="1590">
                  <c:v>13000</c:v>
                </c:pt>
                <c:pt idx="1591">
                  <c:v>13000</c:v>
                </c:pt>
                <c:pt idx="1592">
                  <c:v>13000</c:v>
                </c:pt>
                <c:pt idx="1593">
                  <c:v>13000</c:v>
                </c:pt>
                <c:pt idx="1594">
                  <c:v>13000</c:v>
                </c:pt>
                <c:pt idx="1595">
                  <c:v>13000</c:v>
                </c:pt>
                <c:pt idx="1596">
                  <c:v>13000</c:v>
                </c:pt>
                <c:pt idx="1597">
                  <c:v>13000</c:v>
                </c:pt>
                <c:pt idx="1598">
                  <c:v>13000</c:v>
                </c:pt>
                <c:pt idx="1599">
                  <c:v>13000</c:v>
                </c:pt>
                <c:pt idx="1600">
                  <c:v>12200</c:v>
                </c:pt>
                <c:pt idx="1601">
                  <c:v>12200</c:v>
                </c:pt>
                <c:pt idx="1602">
                  <c:v>12200</c:v>
                </c:pt>
                <c:pt idx="1603">
                  <c:v>12200</c:v>
                </c:pt>
                <c:pt idx="1604">
                  <c:v>12200</c:v>
                </c:pt>
                <c:pt idx="1605">
                  <c:v>12200</c:v>
                </c:pt>
                <c:pt idx="1606">
                  <c:v>12200</c:v>
                </c:pt>
                <c:pt idx="1607">
                  <c:v>12200</c:v>
                </c:pt>
                <c:pt idx="1608">
                  <c:v>12200</c:v>
                </c:pt>
                <c:pt idx="1609">
                  <c:v>12200</c:v>
                </c:pt>
                <c:pt idx="1610">
                  <c:v>12200</c:v>
                </c:pt>
                <c:pt idx="1611">
                  <c:v>12200</c:v>
                </c:pt>
                <c:pt idx="1612">
                  <c:v>12200</c:v>
                </c:pt>
                <c:pt idx="1613">
                  <c:v>12200</c:v>
                </c:pt>
                <c:pt idx="1614">
                  <c:v>12200</c:v>
                </c:pt>
                <c:pt idx="1615">
                  <c:v>12200</c:v>
                </c:pt>
                <c:pt idx="1616">
                  <c:v>12200</c:v>
                </c:pt>
                <c:pt idx="1617">
                  <c:v>12200</c:v>
                </c:pt>
                <c:pt idx="1618">
                  <c:v>12200</c:v>
                </c:pt>
                <c:pt idx="1619">
                  <c:v>12200</c:v>
                </c:pt>
                <c:pt idx="1620">
                  <c:v>12200</c:v>
                </c:pt>
                <c:pt idx="1621">
                  <c:v>12200</c:v>
                </c:pt>
                <c:pt idx="1622">
                  <c:v>12200</c:v>
                </c:pt>
                <c:pt idx="1623">
                  <c:v>12200</c:v>
                </c:pt>
                <c:pt idx="1624">
                  <c:v>12200</c:v>
                </c:pt>
                <c:pt idx="1625">
                  <c:v>12200</c:v>
                </c:pt>
                <c:pt idx="1626">
                  <c:v>12200</c:v>
                </c:pt>
                <c:pt idx="1627">
                  <c:v>12200</c:v>
                </c:pt>
                <c:pt idx="1628">
                  <c:v>12200</c:v>
                </c:pt>
                <c:pt idx="1629">
                  <c:v>12200</c:v>
                </c:pt>
                <c:pt idx="1630">
                  <c:v>12200</c:v>
                </c:pt>
                <c:pt idx="1631">
                  <c:v>12200</c:v>
                </c:pt>
                <c:pt idx="1632">
                  <c:v>12200</c:v>
                </c:pt>
                <c:pt idx="1633">
                  <c:v>12200</c:v>
                </c:pt>
                <c:pt idx="1634">
                  <c:v>12200</c:v>
                </c:pt>
                <c:pt idx="1635">
                  <c:v>12200</c:v>
                </c:pt>
                <c:pt idx="1636">
                  <c:v>12200</c:v>
                </c:pt>
                <c:pt idx="1637">
                  <c:v>12200</c:v>
                </c:pt>
                <c:pt idx="1638">
                  <c:v>12200</c:v>
                </c:pt>
                <c:pt idx="1639">
                  <c:v>12200</c:v>
                </c:pt>
                <c:pt idx="1640">
                  <c:v>12200</c:v>
                </c:pt>
                <c:pt idx="1641">
                  <c:v>12200</c:v>
                </c:pt>
                <c:pt idx="1642">
                  <c:v>12200</c:v>
                </c:pt>
                <c:pt idx="1643">
                  <c:v>12200</c:v>
                </c:pt>
                <c:pt idx="1644">
                  <c:v>12200</c:v>
                </c:pt>
                <c:pt idx="1645">
                  <c:v>12200</c:v>
                </c:pt>
                <c:pt idx="1646">
                  <c:v>12200</c:v>
                </c:pt>
                <c:pt idx="1647">
                  <c:v>12200</c:v>
                </c:pt>
                <c:pt idx="1648">
                  <c:v>12200</c:v>
                </c:pt>
                <c:pt idx="1649">
                  <c:v>12200</c:v>
                </c:pt>
                <c:pt idx="1650">
                  <c:v>12200</c:v>
                </c:pt>
                <c:pt idx="1651">
                  <c:v>12200</c:v>
                </c:pt>
                <c:pt idx="1652">
                  <c:v>12200</c:v>
                </c:pt>
                <c:pt idx="1653">
                  <c:v>12200</c:v>
                </c:pt>
                <c:pt idx="1654">
                  <c:v>12200</c:v>
                </c:pt>
                <c:pt idx="1655">
                  <c:v>12200</c:v>
                </c:pt>
                <c:pt idx="1656">
                  <c:v>12200</c:v>
                </c:pt>
                <c:pt idx="1657">
                  <c:v>12200</c:v>
                </c:pt>
                <c:pt idx="1658">
                  <c:v>12200</c:v>
                </c:pt>
                <c:pt idx="1659">
                  <c:v>12200</c:v>
                </c:pt>
                <c:pt idx="1660">
                  <c:v>12200</c:v>
                </c:pt>
                <c:pt idx="1661">
                  <c:v>12200</c:v>
                </c:pt>
                <c:pt idx="1662">
                  <c:v>12200</c:v>
                </c:pt>
                <c:pt idx="1663">
                  <c:v>12200</c:v>
                </c:pt>
                <c:pt idx="1664">
                  <c:v>12200</c:v>
                </c:pt>
                <c:pt idx="1665">
                  <c:v>12200</c:v>
                </c:pt>
                <c:pt idx="1666">
                  <c:v>12200</c:v>
                </c:pt>
                <c:pt idx="1667">
                  <c:v>13100</c:v>
                </c:pt>
                <c:pt idx="1668">
                  <c:v>13100</c:v>
                </c:pt>
                <c:pt idx="1669">
                  <c:v>14000</c:v>
                </c:pt>
                <c:pt idx="1670">
                  <c:v>14000</c:v>
                </c:pt>
                <c:pt idx="1671">
                  <c:v>14000</c:v>
                </c:pt>
                <c:pt idx="1672">
                  <c:v>14000</c:v>
                </c:pt>
                <c:pt idx="1673">
                  <c:v>14000</c:v>
                </c:pt>
                <c:pt idx="1674">
                  <c:v>14000</c:v>
                </c:pt>
                <c:pt idx="1675">
                  <c:v>14000</c:v>
                </c:pt>
                <c:pt idx="1676">
                  <c:v>14000</c:v>
                </c:pt>
                <c:pt idx="1677">
                  <c:v>14500</c:v>
                </c:pt>
                <c:pt idx="1678">
                  <c:v>14500</c:v>
                </c:pt>
                <c:pt idx="1679">
                  <c:v>14500</c:v>
                </c:pt>
                <c:pt idx="1680">
                  <c:v>14500</c:v>
                </c:pt>
                <c:pt idx="1681">
                  <c:v>14500</c:v>
                </c:pt>
                <c:pt idx="1682">
                  <c:v>14500</c:v>
                </c:pt>
                <c:pt idx="1683">
                  <c:v>14500</c:v>
                </c:pt>
                <c:pt idx="1684">
                  <c:v>14500</c:v>
                </c:pt>
                <c:pt idx="1685">
                  <c:v>14500</c:v>
                </c:pt>
                <c:pt idx="1686">
                  <c:v>14500</c:v>
                </c:pt>
                <c:pt idx="1687">
                  <c:v>14500</c:v>
                </c:pt>
                <c:pt idx="1688">
                  <c:v>14500</c:v>
                </c:pt>
                <c:pt idx="1689">
                  <c:v>14500</c:v>
                </c:pt>
                <c:pt idx="1690">
                  <c:v>14500</c:v>
                </c:pt>
                <c:pt idx="1691">
                  <c:v>14000</c:v>
                </c:pt>
                <c:pt idx="1692">
                  <c:v>14000</c:v>
                </c:pt>
                <c:pt idx="1693">
                  <c:v>14000</c:v>
                </c:pt>
                <c:pt idx="1694">
                  <c:v>14000</c:v>
                </c:pt>
                <c:pt idx="1695">
                  <c:v>14000</c:v>
                </c:pt>
                <c:pt idx="1696">
                  <c:v>14000</c:v>
                </c:pt>
                <c:pt idx="1697">
                  <c:v>14000</c:v>
                </c:pt>
                <c:pt idx="1698">
                  <c:v>14000</c:v>
                </c:pt>
                <c:pt idx="1699">
                  <c:v>14000</c:v>
                </c:pt>
                <c:pt idx="1700">
                  <c:v>14000</c:v>
                </c:pt>
                <c:pt idx="1701">
                  <c:v>14000</c:v>
                </c:pt>
                <c:pt idx="1702">
                  <c:v>14000</c:v>
                </c:pt>
                <c:pt idx="1703">
                  <c:v>14000</c:v>
                </c:pt>
                <c:pt idx="1704">
                  <c:v>14000</c:v>
                </c:pt>
                <c:pt idx="1705">
                  <c:v>14700</c:v>
                </c:pt>
                <c:pt idx="1706">
                  <c:v>14700</c:v>
                </c:pt>
                <c:pt idx="1707">
                  <c:v>14700</c:v>
                </c:pt>
                <c:pt idx="1708">
                  <c:v>14700</c:v>
                </c:pt>
                <c:pt idx="1709">
                  <c:v>15100</c:v>
                </c:pt>
                <c:pt idx="1710">
                  <c:v>15100</c:v>
                </c:pt>
                <c:pt idx="1711">
                  <c:v>15100</c:v>
                </c:pt>
                <c:pt idx="1712">
                  <c:v>15100</c:v>
                </c:pt>
                <c:pt idx="1713">
                  <c:v>15100</c:v>
                </c:pt>
                <c:pt idx="1714">
                  <c:v>15100</c:v>
                </c:pt>
                <c:pt idx="1715">
                  <c:v>15100</c:v>
                </c:pt>
                <c:pt idx="1716">
                  <c:v>15550</c:v>
                </c:pt>
                <c:pt idx="1717">
                  <c:v>15550</c:v>
                </c:pt>
                <c:pt idx="1718">
                  <c:v>15550</c:v>
                </c:pt>
                <c:pt idx="1719">
                  <c:v>15550</c:v>
                </c:pt>
                <c:pt idx="1720">
                  <c:v>15550</c:v>
                </c:pt>
                <c:pt idx="1721">
                  <c:v>15550</c:v>
                </c:pt>
                <c:pt idx="1722">
                  <c:v>15550</c:v>
                </c:pt>
                <c:pt idx="1723">
                  <c:v>15550</c:v>
                </c:pt>
                <c:pt idx="1724">
                  <c:v>15550</c:v>
                </c:pt>
                <c:pt idx="1725">
                  <c:v>15550</c:v>
                </c:pt>
                <c:pt idx="1726">
                  <c:v>15550</c:v>
                </c:pt>
                <c:pt idx="1727">
                  <c:v>15550</c:v>
                </c:pt>
                <c:pt idx="1728">
                  <c:v>15550</c:v>
                </c:pt>
                <c:pt idx="1729">
                  <c:v>15550</c:v>
                </c:pt>
                <c:pt idx="1730">
                  <c:v>16000</c:v>
                </c:pt>
                <c:pt idx="1731">
                  <c:v>16000</c:v>
                </c:pt>
                <c:pt idx="1732">
                  <c:v>16000</c:v>
                </c:pt>
                <c:pt idx="1733">
                  <c:v>16000</c:v>
                </c:pt>
                <c:pt idx="1734">
                  <c:v>16000</c:v>
                </c:pt>
                <c:pt idx="1735">
                  <c:v>16000</c:v>
                </c:pt>
                <c:pt idx="1736">
                  <c:v>16000</c:v>
                </c:pt>
                <c:pt idx="1737">
                  <c:v>16000</c:v>
                </c:pt>
                <c:pt idx="1738">
                  <c:v>16000</c:v>
                </c:pt>
                <c:pt idx="1739">
                  <c:v>16000</c:v>
                </c:pt>
                <c:pt idx="1740">
                  <c:v>16000</c:v>
                </c:pt>
                <c:pt idx="1741">
                  <c:v>16000</c:v>
                </c:pt>
                <c:pt idx="1742">
                  <c:v>16000</c:v>
                </c:pt>
                <c:pt idx="1743">
                  <c:v>16000</c:v>
                </c:pt>
                <c:pt idx="1744">
                  <c:v>16000</c:v>
                </c:pt>
                <c:pt idx="1745">
                  <c:v>16000</c:v>
                </c:pt>
                <c:pt idx="1746">
                  <c:v>16000</c:v>
                </c:pt>
                <c:pt idx="1747">
                  <c:v>16000</c:v>
                </c:pt>
                <c:pt idx="1748">
                  <c:v>16000</c:v>
                </c:pt>
                <c:pt idx="1749">
                  <c:v>16000</c:v>
                </c:pt>
                <c:pt idx="1750">
                  <c:v>16000</c:v>
                </c:pt>
                <c:pt idx="1751">
                  <c:v>16000</c:v>
                </c:pt>
                <c:pt idx="1752">
                  <c:v>16000</c:v>
                </c:pt>
                <c:pt idx="1753">
                  <c:v>16000</c:v>
                </c:pt>
                <c:pt idx="1754">
                  <c:v>16000</c:v>
                </c:pt>
                <c:pt idx="1755">
                  <c:v>16000</c:v>
                </c:pt>
                <c:pt idx="1756">
                  <c:v>16000</c:v>
                </c:pt>
                <c:pt idx="1757">
                  <c:v>16000</c:v>
                </c:pt>
                <c:pt idx="1758">
                  <c:v>16000</c:v>
                </c:pt>
                <c:pt idx="1759">
                  <c:v>16000</c:v>
                </c:pt>
                <c:pt idx="1760">
                  <c:v>16000</c:v>
                </c:pt>
                <c:pt idx="1761">
                  <c:v>16000</c:v>
                </c:pt>
                <c:pt idx="1762">
                  <c:v>16000</c:v>
                </c:pt>
                <c:pt idx="1763">
                  <c:v>16000</c:v>
                </c:pt>
                <c:pt idx="1764">
                  <c:v>16000</c:v>
                </c:pt>
                <c:pt idx="1765">
                  <c:v>15000</c:v>
                </c:pt>
                <c:pt idx="1766">
                  <c:v>15000</c:v>
                </c:pt>
                <c:pt idx="1767">
                  <c:v>15000</c:v>
                </c:pt>
                <c:pt idx="1768">
                  <c:v>15000</c:v>
                </c:pt>
                <c:pt idx="1769">
                  <c:v>15000</c:v>
                </c:pt>
                <c:pt idx="1770">
                  <c:v>15000</c:v>
                </c:pt>
                <c:pt idx="1771">
                  <c:v>15000</c:v>
                </c:pt>
                <c:pt idx="1772">
                  <c:v>15000</c:v>
                </c:pt>
                <c:pt idx="1773">
                  <c:v>16500</c:v>
                </c:pt>
                <c:pt idx="1774">
                  <c:v>16500</c:v>
                </c:pt>
                <c:pt idx="1775">
                  <c:v>16500</c:v>
                </c:pt>
                <c:pt idx="1776">
                  <c:v>16500</c:v>
                </c:pt>
                <c:pt idx="1777">
                  <c:v>16500</c:v>
                </c:pt>
                <c:pt idx="1778">
                  <c:v>16500</c:v>
                </c:pt>
                <c:pt idx="1779">
                  <c:v>16500</c:v>
                </c:pt>
                <c:pt idx="1780">
                  <c:v>16500</c:v>
                </c:pt>
                <c:pt idx="1781">
                  <c:v>14650</c:v>
                </c:pt>
                <c:pt idx="1782">
                  <c:v>14650</c:v>
                </c:pt>
                <c:pt idx="1783">
                  <c:v>14650</c:v>
                </c:pt>
                <c:pt idx="1784">
                  <c:v>14650</c:v>
                </c:pt>
                <c:pt idx="1785">
                  <c:v>14650</c:v>
                </c:pt>
                <c:pt idx="1786">
                  <c:v>14650</c:v>
                </c:pt>
                <c:pt idx="1787">
                  <c:v>14700</c:v>
                </c:pt>
                <c:pt idx="1788">
                  <c:v>14700</c:v>
                </c:pt>
                <c:pt idx="1789">
                  <c:v>14800</c:v>
                </c:pt>
                <c:pt idx="1790">
                  <c:v>14800</c:v>
                </c:pt>
                <c:pt idx="1791">
                  <c:v>14800</c:v>
                </c:pt>
                <c:pt idx="1792">
                  <c:v>14800</c:v>
                </c:pt>
                <c:pt idx="1793">
                  <c:v>14800</c:v>
                </c:pt>
                <c:pt idx="1794">
                  <c:v>14800</c:v>
                </c:pt>
                <c:pt idx="1795">
                  <c:v>14800</c:v>
                </c:pt>
                <c:pt idx="1796">
                  <c:v>14800</c:v>
                </c:pt>
                <c:pt idx="1797">
                  <c:v>14800</c:v>
                </c:pt>
                <c:pt idx="1798">
                  <c:v>14800</c:v>
                </c:pt>
                <c:pt idx="1799">
                  <c:v>14800</c:v>
                </c:pt>
                <c:pt idx="1800">
                  <c:v>14800</c:v>
                </c:pt>
                <c:pt idx="1801">
                  <c:v>14800</c:v>
                </c:pt>
                <c:pt idx="1802">
                  <c:v>14900</c:v>
                </c:pt>
                <c:pt idx="1803">
                  <c:v>14900</c:v>
                </c:pt>
                <c:pt idx="1804">
                  <c:v>14900</c:v>
                </c:pt>
                <c:pt idx="1805">
                  <c:v>14900</c:v>
                </c:pt>
                <c:pt idx="1806">
                  <c:v>14900</c:v>
                </c:pt>
                <c:pt idx="1807">
                  <c:v>14900</c:v>
                </c:pt>
                <c:pt idx="1808">
                  <c:v>14900</c:v>
                </c:pt>
                <c:pt idx="1809">
                  <c:v>14900</c:v>
                </c:pt>
                <c:pt idx="1810">
                  <c:v>14900</c:v>
                </c:pt>
                <c:pt idx="1811">
                  <c:v>14900</c:v>
                </c:pt>
                <c:pt idx="1812">
                  <c:v>14900</c:v>
                </c:pt>
                <c:pt idx="1813">
                  <c:v>14900</c:v>
                </c:pt>
                <c:pt idx="1814">
                  <c:v>14900</c:v>
                </c:pt>
                <c:pt idx="1815">
                  <c:v>14900</c:v>
                </c:pt>
                <c:pt idx="1816">
                  <c:v>14900</c:v>
                </c:pt>
                <c:pt idx="1817">
                  <c:v>14900</c:v>
                </c:pt>
                <c:pt idx="1818">
                  <c:v>14850</c:v>
                </c:pt>
                <c:pt idx="1819">
                  <c:v>14850</c:v>
                </c:pt>
                <c:pt idx="1820">
                  <c:v>14850</c:v>
                </c:pt>
                <c:pt idx="1821">
                  <c:v>14850</c:v>
                </c:pt>
                <c:pt idx="1822">
                  <c:v>14700</c:v>
                </c:pt>
                <c:pt idx="1823">
                  <c:v>14700</c:v>
                </c:pt>
                <c:pt idx="1824">
                  <c:v>14700</c:v>
                </c:pt>
                <c:pt idx="1825">
                  <c:v>14700</c:v>
                </c:pt>
                <c:pt idx="1826">
                  <c:v>14700</c:v>
                </c:pt>
                <c:pt idx="1827">
                  <c:v>14700</c:v>
                </c:pt>
                <c:pt idx="1828">
                  <c:v>14700</c:v>
                </c:pt>
                <c:pt idx="1829">
                  <c:v>14700</c:v>
                </c:pt>
                <c:pt idx="1830">
                  <c:v>14700</c:v>
                </c:pt>
                <c:pt idx="1831">
                  <c:v>14600</c:v>
                </c:pt>
                <c:pt idx="1832">
                  <c:v>14600</c:v>
                </c:pt>
                <c:pt idx="1833">
                  <c:v>14600</c:v>
                </c:pt>
                <c:pt idx="1834">
                  <c:v>14600</c:v>
                </c:pt>
                <c:pt idx="1835">
                  <c:v>14600</c:v>
                </c:pt>
                <c:pt idx="1836">
                  <c:v>14600</c:v>
                </c:pt>
                <c:pt idx="1837">
                  <c:v>14600</c:v>
                </c:pt>
                <c:pt idx="1838">
                  <c:v>14600</c:v>
                </c:pt>
                <c:pt idx="1839">
                  <c:v>14500</c:v>
                </c:pt>
                <c:pt idx="1840">
                  <c:v>14500</c:v>
                </c:pt>
                <c:pt idx="1841">
                  <c:v>14500</c:v>
                </c:pt>
                <c:pt idx="1842">
                  <c:v>14500</c:v>
                </c:pt>
                <c:pt idx="1843">
                  <c:v>14500</c:v>
                </c:pt>
                <c:pt idx="1844">
                  <c:v>14550</c:v>
                </c:pt>
                <c:pt idx="1845">
                  <c:v>14550</c:v>
                </c:pt>
                <c:pt idx="1846">
                  <c:v>14550</c:v>
                </c:pt>
                <c:pt idx="1847">
                  <c:v>14550</c:v>
                </c:pt>
                <c:pt idx="1848">
                  <c:v>14550</c:v>
                </c:pt>
                <c:pt idx="1849">
                  <c:v>14550</c:v>
                </c:pt>
                <c:pt idx="1850">
                  <c:v>14550</c:v>
                </c:pt>
                <c:pt idx="1851">
                  <c:v>14550</c:v>
                </c:pt>
                <c:pt idx="1852">
                  <c:v>14550</c:v>
                </c:pt>
                <c:pt idx="1853">
                  <c:v>14550</c:v>
                </c:pt>
                <c:pt idx="1854">
                  <c:v>14550</c:v>
                </c:pt>
                <c:pt idx="1855">
                  <c:v>14550</c:v>
                </c:pt>
                <c:pt idx="1856">
                  <c:v>14550</c:v>
                </c:pt>
                <c:pt idx="1857">
                  <c:v>14550</c:v>
                </c:pt>
                <c:pt idx="1858">
                  <c:v>14550</c:v>
                </c:pt>
                <c:pt idx="1859">
                  <c:v>14550</c:v>
                </c:pt>
                <c:pt idx="1860">
                  <c:v>14550</c:v>
                </c:pt>
                <c:pt idx="1861">
                  <c:v>14550</c:v>
                </c:pt>
                <c:pt idx="1862">
                  <c:v>14550</c:v>
                </c:pt>
                <c:pt idx="1863">
                  <c:v>14550</c:v>
                </c:pt>
                <c:pt idx="1864">
                  <c:v>14550</c:v>
                </c:pt>
                <c:pt idx="1865">
                  <c:v>14550</c:v>
                </c:pt>
                <c:pt idx="1866">
                  <c:v>14550</c:v>
                </c:pt>
                <c:pt idx="1867">
                  <c:v>14550</c:v>
                </c:pt>
                <c:pt idx="1868">
                  <c:v>14550</c:v>
                </c:pt>
                <c:pt idx="1869">
                  <c:v>14550</c:v>
                </c:pt>
                <c:pt idx="1870">
                  <c:v>14550</c:v>
                </c:pt>
                <c:pt idx="1871">
                  <c:v>14650</c:v>
                </c:pt>
                <c:pt idx="1872">
                  <c:v>14650</c:v>
                </c:pt>
                <c:pt idx="1873">
                  <c:v>14650</c:v>
                </c:pt>
                <c:pt idx="1874">
                  <c:v>14900</c:v>
                </c:pt>
                <c:pt idx="1875">
                  <c:v>14900</c:v>
                </c:pt>
                <c:pt idx="1876">
                  <c:v>14900</c:v>
                </c:pt>
                <c:pt idx="1877">
                  <c:v>14900</c:v>
                </c:pt>
                <c:pt idx="1878">
                  <c:v>15300</c:v>
                </c:pt>
                <c:pt idx="1879">
                  <c:v>15300</c:v>
                </c:pt>
                <c:pt idx="1880">
                  <c:v>15300</c:v>
                </c:pt>
                <c:pt idx="1881">
                  <c:v>15300</c:v>
                </c:pt>
                <c:pt idx="1882">
                  <c:v>15300</c:v>
                </c:pt>
                <c:pt idx="1883">
                  <c:v>15300</c:v>
                </c:pt>
                <c:pt idx="1884">
                  <c:v>15200</c:v>
                </c:pt>
                <c:pt idx="1885">
                  <c:v>15200</c:v>
                </c:pt>
                <c:pt idx="1886">
                  <c:v>15200</c:v>
                </c:pt>
                <c:pt idx="1887">
                  <c:v>15200</c:v>
                </c:pt>
                <c:pt idx="1888">
                  <c:v>15200</c:v>
                </c:pt>
                <c:pt idx="1889">
                  <c:v>15200</c:v>
                </c:pt>
                <c:pt idx="1890">
                  <c:v>15200</c:v>
                </c:pt>
                <c:pt idx="1891">
                  <c:v>15200</c:v>
                </c:pt>
                <c:pt idx="1892">
                  <c:v>15200</c:v>
                </c:pt>
                <c:pt idx="1893">
                  <c:v>15200</c:v>
                </c:pt>
                <c:pt idx="1894">
                  <c:v>15200</c:v>
                </c:pt>
                <c:pt idx="1895">
                  <c:v>15200</c:v>
                </c:pt>
                <c:pt idx="1896">
                  <c:v>15200</c:v>
                </c:pt>
                <c:pt idx="1897">
                  <c:v>15200</c:v>
                </c:pt>
                <c:pt idx="1898">
                  <c:v>15650</c:v>
                </c:pt>
                <c:pt idx="1899">
                  <c:v>15650</c:v>
                </c:pt>
                <c:pt idx="1900">
                  <c:v>15650</c:v>
                </c:pt>
                <c:pt idx="1901">
                  <c:v>15650</c:v>
                </c:pt>
                <c:pt idx="1902">
                  <c:v>15650</c:v>
                </c:pt>
                <c:pt idx="1903">
                  <c:v>15650</c:v>
                </c:pt>
                <c:pt idx="1904">
                  <c:v>15650</c:v>
                </c:pt>
                <c:pt idx="1905">
                  <c:v>15650</c:v>
                </c:pt>
                <c:pt idx="1906">
                  <c:v>15650</c:v>
                </c:pt>
                <c:pt idx="1907">
                  <c:v>15650</c:v>
                </c:pt>
                <c:pt idx="1908">
                  <c:v>15650</c:v>
                </c:pt>
                <c:pt idx="1909">
                  <c:v>15650</c:v>
                </c:pt>
                <c:pt idx="1910">
                  <c:v>15650</c:v>
                </c:pt>
                <c:pt idx="1911">
                  <c:v>15650</c:v>
                </c:pt>
                <c:pt idx="1912">
                  <c:v>15650</c:v>
                </c:pt>
                <c:pt idx="1913">
                  <c:v>15650</c:v>
                </c:pt>
                <c:pt idx="1914">
                  <c:v>15650</c:v>
                </c:pt>
                <c:pt idx="1915">
                  <c:v>15650</c:v>
                </c:pt>
                <c:pt idx="1916">
                  <c:v>15650</c:v>
                </c:pt>
                <c:pt idx="1917">
                  <c:v>15650</c:v>
                </c:pt>
                <c:pt idx="1918">
                  <c:v>15650</c:v>
                </c:pt>
                <c:pt idx="1919">
                  <c:v>15650</c:v>
                </c:pt>
                <c:pt idx="1920">
                  <c:v>15650</c:v>
                </c:pt>
                <c:pt idx="1921">
                  <c:v>15650</c:v>
                </c:pt>
                <c:pt idx="1922">
                  <c:v>15600</c:v>
                </c:pt>
                <c:pt idx="1923">
                  <c:v>15600</c:v>
                </c:pt>
                <c:pt idx="1924">
                  <c:v>15600</c:v>
                </c:pt>
                <c:pt idx="1925">
                  <c:v>15600</c:v>
                </c:pt>
                <c:pt idx="1926">
                  <c:v>15300</c:v>
                </c:pt>
                <c:pt idx="1927">
                  <c:v>15300</c:v>
                </c:pt>
                <c:pt idx="1928">
                  <c:v>15300</c:v>
                </c:pt>
                <c:pt idx="1929">
                  <c:v>15300</c:v>
                </c:pt>
                <c:pt idx="1930">
                  <c:v>15300</c:v>
                </c:pt>
                <c:pt idx="1931">
                  <c:v>15300</c:v>
                </c:pt>
                <c:pt idx="1932">
                  <c:v>15300</c:v>
                </c:pt>
                <c:pt idx="1933">
                  <c:v>15300</c:v>
                </c:pt>
                <c:pt idx="1934">
                  <c:v>15300</c:v>
                </c:pt>
                <c:pt idx="1935">
                  <c:v>15300</c:v>
                </c:pt>
                <c:pt idx="1936">
                  <c:v>15300</c:v>
                </c:pt>
                <c:pt idx="1937">
                  <c:v>15300</c:v>
                </c:pt>
                <c:pt idx="1938">
                  <c:v>15300</c:v>
                </c:pt>
                <c:pt idx="1939">
                  <c:v>15300</c:v>
                </c:pt>
                <c:pt idx="1940">
                  <c:v>15050</c:v>
                </c:pt>
                <c:pt idx="1941">
                  <c:v>15050</c:v>
                </c:pt>
                <c:pt idx="1942">
                  <c:v>15050</c:v>
                </c:pt>
                <c:pt idx="1943">
                  <c:v>15050</c:v>
                </c:pt>
                <c:pt idx="1944">
                  <c:v>15050</c:v>
                </c:pt>
                <c:pt idx="1945">
                  <c:v>15050</c:v>
                </c:pt>
                <c:pt idx="1946">
                  <c:v>15050</c:v>
                </c:pt>
                <c:pt idx="1947">
                  <c:v>15050</c:v>
                </c:pt>
                <c:pt idx="1948">
                  <c:v>14900</c:v>
                </c:pt>
                <c:pt idx="1949">
                  <c:v>14900</c:v>
                </c:pt>
                <c:pt idx="1950">
                  <c:v>14900</c:v>
                </c:pt>
                <c:pt idx="1951">
                  <c:v>14900</c:v>
                </c:pt>
                <c:pt idx="1952">
                  <c:v>14900</c:v>
                </c:pt>
                <c:pt idx="1953">
                  <c:v>14900</c:v>
                </c:pt>
                <c:pt idx="1954">
                  <c:v>14900</c:v>
                </c:pt>
                <c:pt idx="1955">
                  <c:v>14900</c:v>
                </c:pt>
                <c:pt idx="1956">
                  <c:v>14900</c:v>
                </c:pt>
                <c:pt idx="1957">
                  <c:v>14900</c:v>
                </c:pt>
                <c:pt idx="1958">
                  <c:v>14900</c:v>
                </c:pt>
                <c:pt idx="1959">
                  <c:v>14900</c:v>
                </c:pt>
                <c:pt idx="1960">
                  <c:v>14900</c:v>
                </c:pt>
                <c:pt idx="1961">
                  <c:v>14900</c:v>
                </c:pt>
                <c:pt idx="1962">
                  <c:v>14900</c:v>
                </c:pt>
                <c:pt idx="1963">
                  <c:v>14900</c:v>
                </c:pt>
                <c:pt idx="1964">
                  <c:v>14650</c:v>
                </c:pt>
                <c:pt idx="1965">
                  <c:v>14650</c:v>
                </c:pt>
                <c:pt idx="1966">
                  <c:v>14650</c:v>
                </c:pt>
                <c:pt idx="1967">
                  <c:v>14650</c:v>
                </c:pt>
                <c:pt idx="1968">
                  <c:v>14650</c:v>
                </c:pt>
                <c:pt idx="1969">
                  <c:v>14650</c:v>
                </c:pt>
                <c:pt idx="1970">
                  <c:v>14650</c:v>
                </c:pt>
                <c:pt idx="1971">
                  <c:v>14650</c:v>
                </c:pt>
                <c:pt idx="1972">
                  <c:v>14650</c:v>
                </c:pt>
                <c:pt idx="1973">
                  <c:v>14650</c:v>
                </c:pt>
                <c:pt idx="1974">
                  <c:v>14650</c:v>
                </c:pt>
                <c:pt idx="1975">
                  <c:v>14650</c:v>
                </c:pt>
                <c:pt idx="1976">
                  <c:v>14650</c:v>
                </c:pt>
                <c:pt idx="1977">
                  <c:v>14650</c:v>
                </c:pt>
                <c:pt idx="1978">
                  <c:v>14650</c:v>
                </c:pt>
                <c:pt idx="1979">
                  <c:v>14650</c:v>
                </c:pt>
                <c:pt idx="1980">
                  <c:v>14650</c:v>
                </c:pt>
                <c:pt idx="1981">
                  <c:v>14650</c:v>
                </c:pt>
                <c:pt idx="1982">
                  <c:v>14650</c:v>
                </c:pt>
                <c:pt idx="1983">
                  <c:v>14650</c:v>
                </c:pt>
                <c:pt idx="1984">
                  <c:v>14650</c:v>
                </c:pt>
                <c:pt idx="1985">
                  <c:v>14900</c:v>
                </c:pt>
                <c:pt idx="1986">
                  <c:v>14900</c:v>
                </c:pt>
                <c:pt idx="1987">
                  <c:v>14900</c:v>
                </c:pt>
                <c:pt idx="1988">
                  <c:v>14900</c:v>
                </c:pt>
                <c:pt idx="1989">
                  <c:v>14900</c:v>
                </c:pt>
                <c:pt idx="1990">
                  <c:v>15250</c:v>
                </c:pt>
                <c:pt idx="1991">
                  <c:v>15250</c:v>
                </c:pt>
                <c:pt idx="1992">
                  <c:v>15250</c:v>
                </c:pt>
                <c:pt idx="1993">
                  <c:v>15250</c:v>
                </c:pt>
                <c:pt idx="1994">
                  <c:v>15250</c:v>
                </c:pt>
                <c:pt idx="1995">
                  <c:v>15250</c:v>
                </c:pt>
                <c:pt idx="1996">
                  <c:v>15250</c:v>
                </c:pt>
                <c:pt idx="1997">
                  <c:v>15250</c:v>
                </c:pt>
                <c:pt idx="1998">
                  <c:v>15250</c:v>
                </c:pt>
                <c:pt idx="1999">
                  <c:v>15250</c:v>
                </c:pt>
                <c:pt idx="2000">
                  <c:v>15250</c:v>
                </c:pt>
                <c:pt idx="2001">
                  <c:v>15250</c:v>
                </c:pt>
                <c:pt idx="2002">
                  <c:v>15250</c:v>
                </c:pt>
                <c:pt idx="2003">
                  <c:v>15250</c:v>
                </c:pt>
                <c:pt idx="2004">
                  <c:v>15250</c:v>
                </c:pt>
                <c:pt idx="2005">
                  <c:v>15250</c:v>
                </c:pt>
                <c:pt idx="2006">
                  <c:v>15250</c:v>
                </c:pt>
                <c:pt idx="2007">
                  <c:v>15250</c:v>
                </c:pt>
                <c:pt idx="2008">
                  <c:v>15250</c:v>
                </c:pt>
                <c:pt idx="2009">
                  <c:v>15250</c:v>
                </c:pt>
                <c:pt idx="2010">
                  <c:v>15250</c:v>
                </c:pt>
                <c:pt idx="2011">
                  <c:v>15250</c:v>
                </c:pt>
                <c:pt idx="2012">
                  <c:v>15250</c:v>
                </c:pt>
                <c:pt idx="2013">
                  <c:v>15250</c:v>
                </c:pt>
                <c:pt idx="2014">
                  <c:v>15250</c:v>
                </c:pt>
                <c:pt idx="2015">
                  <c:v>15250</c:v>
                </c:pt>
                <c:pt idx="2016">
                  <c:v>15250</c:v>
                </c:pt>
                <c:pt idx="2017">
                  <c:v>15250</c:v>
                </c:pt>
                <c:pt idx="2018">
                  <c:v>15100</c:v>
                </c:pt>
                <c:pt idx="2019">
                  <c:v>15100</c:v>
                </c:pt>
                <c:pt idx="2020">
                  <c:v>15100</c:v>
                </c:pt>
                <c:pt idx="2021">
                  <c:v>15100</c:v>
                </c:pt>
                <c:pt idx="2022">
                  <c:v>15100</c:v>
                </c:pt>
                <c:pt idx="2023">
                  <c:v>15100</c:v>
                </c:pt>
                <c:pt idx="2024">
                  <c:v>15100</c:v>
                </c:pt>
                <c:pt idx="2025">
                  <c:v>14800</c:v>
                </c:pt>
                <c:pt idx="2026">
                  <c:v>14800</c:v>
                </c:pt>
                <c:pt idx="2027">
                  <c:v>14800</c:v>
                </c:pt>
                <c:pt idx="2028">
                  <c:v>14800</c:v>
                </c:pt>
                <c:pt idx="2029">
                  <c:v>14800</c:v>
                </c:pt>
                <c:pt idx="2030">
                  <c:v>14800</c:v>
                </c:pt>
                <c:pt idx="2031">
                  <c:v>14800</c:v>
                </c:pt>
                <c:pt idx="2032">
                  <c:v>14800</c:v>
                </c:pt>
                <c:pt idx="2033">
                  <c:v>14800</c:v>
                </c:pt>
                <c:pt idx="2034">
                  <c:v>14800</c:v>
                </c:pt>
                <c:pt idx="2035">
                  <c:v>14800</c:v>
                </c:pt>
                <c:pt idx="2036">
                  <c:v>14800</c:v>
                </c:pt>
                <c:pt idx="2037">
                  <c:v>14800</c:v>
                </c:pt>
                <c:pt idx="2038">
                  <c:v>14600</c:v>
                </c:pt>
                <c:pt idx="2039">
                  <c:v>14600</c:v>
                </c:pt>
                <c:pt idx="2040">
                  <c:v>14600</c:v>
                </c:pt>
                <c:pt idx="2041">
                  <c:v>14600</c:v>
                </c:pt>
                <c:pt idx="2042">
                  <c:v>14400</c:v>
                </c:pt>
                <c:pt idx="2043">
                  <c:v>14400</c:v>
                </c:pt>
                <c:pt idx="2044">
                  <c:v>14400</c:v>
                </c:pt>
                <c:pt idx="2045">
                  <c:v>14400</c:v>
                </c:pt>
                <c:pt idx="2046">
                  <c:v>14400</c:v>
                </c:pt>
                <c:pt idx="2047">
                  <c:v>14400</c:v>
                </c:pt>
                <c:pt idx="2048">
                  <c:v>14400</c:v>
                </c:pt>
                <c:pt idx="2049">
                  <c:v>14400</c:v>
                </c:pt>
                <c:pt idx="2050">
                  <c:v>14400</c:v>
                </c:pt>
                <c:pt idx="2051">
                  <c:v>14400</c:v>
                </c:pt>
                <c:pt idx="2052">
                  <c:v>14400</c:v>
                </c:pt>
                <c:pt idx="2053">
                  <c:v>14850</c:v>
                </c:pt>
                <c:pt idx="2054">
                  <c:v>15050</c:v>
                </c:pt>
                <c:pt idx="2055">
                  <c:v>15050</c:v>
                </c:pt>
                <c:pt idx="2056">
                  <c:v>15050</c:v>
                </c:pt>
                <c:pt idx="2057">
                  <c:v>15050</c:v>
                </c:pt>
                <c:pt idx="2058">
                  <c:v>15050</c:v>
                </c:pt>
                <c:pt idx="2059">
                  <c:v>15050</c:v>
                </c:pt>
                <c:pt idx="2060">
                  <c:v>15050</c:v>
                </c:pt>
                <c:pt idx="2061">
                  <c:v>15150</c:v>
                </c:pt>
                <c:pt idx="2062">
                  <c:v>15150</c:v>
                </c:pt>
                <c:pt idx="2063">
                  <c:v>15150</c:v>
                </c:pt>
                <c:pt idx="2064">
                  <c:v>15150</c:v>
                </c:pt>
                <c:pt idx="2065">
                  <c:v>15150</c:v>
                </c:pt>
                <c:pt idx="2066">
                  <c:v>15150</c:v>
                </c:pt>
                <c:pt idx="2067">
                  <c:v>15150</c:v>
                </c:pt>
                <c:pt idx="2068">
                  <c:v>15150</c:v>
                </c:pt>
                <c:pt idx="2069">
                  <c:v>15150</c:v>
                </c:pt>
                <c:pt idx="2070">
                  <c:v>15150</c:v>
                </c:pt>
                <c:pt idx="2071">
                  <c:v>15150</c:v>
                </c:pt>
                <c:pt idx="2072">
                  <c:v>15150</c:v>
                </c:pt>
                <c:pt idx="2073">
                  <c:v>15300</c:v>
                </c:pt>
                <c:pt idx="2074">
                  <c:v>15300</c:v>
                </c:pt>
                <c:pt idx="2075">
                  <c:v>15300</c:v>
                </c:pt>
                <c:pt idx="2076">
                  <c:v>15400</c:v>
                </c:pt>
                <c:pt idx="2077">
                  <c:v>15600</c:v>
                </c:pt>
                <c:pt idx="2078">
                  <c:v>15600</c:v>
                </c:pt>
                <c:pt idx="2079">
                  <c:v>15600</c:v>
                </c:pt>
                <c:pt idx="2080">
                  <c:v>15600</c:v>
                </c:pt>
                <c:pt idx="2081">
                  <c:v>15600</c:v>
                </c:pt>
                <c:pt idx="2082">
                  <c:v>16900</c:v>
                </c:pt>
                <c:pt idx="2083">
                  <c:v>16900</c:v>
                </c:pt>
                <c:pt idx="2084">
                  <c:v>16900</c:v>
                </c:pt>
                <c:pt idx="2085">
                  <c:v>16900</c:v>
                </c:pt>
                <c:pt idx="2086">
                  <c:v>16900</c:v>
                </c:pt>
                <c:pt idx="2087">
                  <c:v>16900</c:v>
                </c:pt>
                <c:pt idx="2088">
                  <c:v>17750</c:v>
                </c:pt>
                <c:pt idx="2089">
                  <c:v>18250</c:v>
                </c:pt>
                <c:pt idx="2090">
                  <c:v>20000</c:v>
                </c:pt>
                <c:pt idx="2091">
                  <c:v>20000</c:v>
                </c:pt>
                <c:pt idx="2092">
                  <c:v>20000</c:v>
                </c:pt>
                <c:pt idx="2093">
                  <c:v>20000</c:v>
                </c:pt>
                <c:pt idx="2094">
                  <c:v>20000</c:v>
                </c:pt>
                <c:pt idx="2095">
                  <c:v>20000</c:v>
                </c:pt>
                <c:pt idx="2096">
                  <c:v>20000</c:v>
                </c:pt>
                <c:pt idx="2097">
                  <c:v>20000</c:v>
                </c:pt>
                <c:pt idx="2098">
                  <c:v>20000</c:v>
                </c:pt>
                <c:pt idx="2099">
                  <c:v>20000</c:v>
                </c:pt>
                <c:pt idx="2100">
                  <c:v>20000</c:v>
                </c:pt>
                <c:pt idx="2101">
                  <c:v>20000</c:v>
                </c:pt>
                <c:pt idx="2102">
                  <c:v>20000</c:v>
                </c:pt>
                <c:pt idx="2103">
                  <c:v>20000</c:v>
                </c:pt>
                <c:pt idx="2104">
                  <c:v>20000</c:v>
                </c:pt>
                <c:pt idx="2105">
                  <c:v>20000</c:v>
                </c:pt>
                <c:pt idx="2106">
                  <c:v>20000</c:v>
                </c:pt>
                <c:pt idx="2107">
                  <c:v>20000</c:v>
                </c:pt>
                <c:pt idx="2108">
                  <c:v>20000</c:v>
                </c:pt>
                <c:pt idx="2109">
                  <c:v>20000</c:v>
                </c:pt>
                <c:pt idx="2110">
                  <c:v>20000</c:v>
                </c:pt>
                <c:pt idx="2111">
                  <c:v>20000</c:v>
                </c:pt>
                <c:pt idx="2112">
                  <c:v>17750</c:v>
                </c:pt>
                <c:pt idx="2113">
                  <c:v>17750</c:v>
                </c:pt>
                <c:pt idx="2114">
                  <c:v>17750</c:v>
                </c:pt>
                <c:pt idx="2115">
                  <c:v>17750</c:v>
                </c:pt>
                <c:pt idx="2116">
                  <c:v>17750</c:v>
                </c:pt>
                <c:pt idx="2117">
                  <c:v>17750</c:v>
                </c:pt>
                <c:pt idx="2118">
                  <c:v>17750</c:v>
                </c:pt>
                <c:pt idx="2119">
                  <c:v>17750</c:v>
                </c:pt>
                <c:pt idx="2120">
                  <c:v>17750</c:v>
                </c:pt>
                <c:pt idx="2121">
                  <c:v>17750</c:v>
                </c:pt>
                <c:pt idx="2122">
                  <c:v>17750</c:v>
                </c:pt>
                <c:pt idx="2123">
                  <c:v>17750</c:v>
                </c:pt>
                <c:pt idx="2124">
                  <c:v>17750</c:v>
                </c:pt>
                <c:pt idx="2125">
                  <c:v>17750</c:v>
                </c:pt>
                <c:pt idx="2126">
                  <c:v>17750</c:v>
                </c:pt>
                <c:pt idx="2127">
                  <c:v>17750</c:v>
                </c:pt>
                <c:pt idx="2128">
                  <c:v>17750</c:v>
                </c:pt>
                <c:pt idx="2129">
                  <c:v>17750</c:v>
                </c:pt>
                <c:pt idx="2130">
                  <c:v>17750</c:v>
                </c:pt>
                <c:pt idx="2131">
                  <c:v>17750</c:v>
                </c:pt>
                <c:pt idx="2132">
                  <c:v>17750</c:v>
                </c:pt>
                <c:pt idx="2133">
                  <c:v>17750</c:v>
                </c:pt>
                <c:pt idx="2134">
                  <c:v>17750</c:v>
                </c:pt>
                <c:pt idx="2135">
                  <c:v>17750</c:v>
                </c:pt>
                <c:pt idx="2136">
                  <c:v>17750</c:v>
                </c:pt>
                <c:pt idx="2137">
                  <c:v>17100</c:v>
                </c:pt>
                <c:pt idx="2138">
                  <c:v>16600</c:v>
                </c:pt>
                <c:pt idx="2139">
                  <c:v>16600</c:v>
                </c:pt>
                <c:pt idx="2140">
                  <c:v>16600</c:v>
                </c:pt>
                <c:pt idx="2141">
                  <c:v>16600</c:v>
                </c:pt>
                <c:pt idx="2142">
                  <c:v>16600</c:v>
                </c:pt>
                <c:pt idx="2143">
                  <c:v>16600</c:v>
                </c:pt>
                <c:pt idx="2144">
                  <c:v>16600</c:v>
                </c:pt>
                <c:pt idx="2145">
                  <c:v>16600</c:v>
                </c:pt>
                <c:pt idx="2146">
                  <c:v>16600</c:v>
                </c:pt>
                <c:pt idx="2147">
                  <c:v>16600</c:v>
                </c:pt>
                <c:pt idx="2148">
                  <c:v>16600</c:v>
                </c:pt>
                <c:pt idx="2149">
                  <c:v>16600</c:v>
                </c:pt>
                <c:pt idx="2150">
                  <c:v>16600</c:v>
                </c:pt>
                <c:pt idx="2151">
                  <c:v>16600</c:v>
                </c:pt>
                <c:pt idx="2152">
                  <c:v>16600</c:v>
                </c:pt>
                <c:pt idx="2153">
                  <c:v>16600</c:v>
                </c:pt>
                <c:pt idx="2154">
                  <c:v>16600</c:v>
                </c:pt>
                <c:pt idx="2155">
                  <c:v>16600</c:v>
                </c:pt>
                <c:pt idx="2156">
                  <c:v>16600</c:v>
                </c:pt>
                <c:pt idx="2157">
                  <c:v>16600</c:v>
                </c:pt>
                <c:pt idx="2158">
                  <c:v>16600</c:v>
                </c:pt>
                <c:pt idx="2159">
                  <c:v>16600</c:v>
                </c:pt>
                <c:pt idx="2160">
                  <c:v>16600</c:v>
                </c:pt>
                <c:pt idx="2161">
                  <c:v>16800</c:v>
                </c:pt>
                <c:pt idx="2162">
                  <c:v>16800</c:v>
                </c:pt>
                <c:pt idx="2163">
                  <c:v>16800</c:v>
                </c:pt>
                <c:pt idx="2164">
                  <c:v>16950</c:v>
                </c:pt>
                <c:pt idx="2165">
                  <c:v>16950</c:v>
                </c:pt>
                <c:pt idx="2166">
                  <c:v>16950</c:v>
                </c:pt>
                <c:pt idx="2167">
                  <c:v>16950</c:v>
                </c:pt>
                <c:pt idx="2168">
                  <c:v>16950</c:v>
                </c:pt>
                <c:pt idx="2169">
                  <c:v>16950</c:v>
                </c:pt>
                <c:pt idx="2170">
                  <c:v>16950</c:v>
                </c:pt>
                <c:pt idx="2171">
                  <c:v>16950</c:v>
                </c:pt>
                <c:pt idx="2172">
                  <c:v>16950</c:v>
                </c:pt>
                <c:pt idx="2173">
                  <c:v>16950</c:v>
                </c:pt>
                <c:pt idx="2174">
                  <c:v>16850</c:v>
                </c:pt>
                <c:pt idx="2175">
                  <c:v>16850</c:v>
                </c:pt>
                <c:pt idx="2176">
                  <c:v>16850</c:v>
                </c:pt>
                <c:pt idx="2177">
                  <c:v>16850</c:v>
                </c:pt>
                <c:pt idx="2178">
                  <c:v>16750</c:v>
                </c:pt>
                <c:pt idx="2179">
                  <c:v>16750</c:v>
                </c:pt>
                <c:pt idx="2180">
                  <c:v>16750</c:v>
                </c:pt>
                <c:pt idx="2181">
                  <c:v>16550</c:v>
                </c:pt>
                <c:pt idx="2182">
                  <c:v>16550</c:v>
                </c:pt>
                <c:pt idx="2183">
                  <c:v>16550</c:v>
                </c:pt>
                <c:pt idx="2184">
                  <c:v>16550</c:v>
                </c:pt>
                <c:pt idx="2185">
                  <c:v>16550</c:v>
                </c:pt>
                <c:pt idx="2186">
                  <c:v>16550</c:v>
                </c:pt>
                <c:pt idx="2187">
                  <c:v>16550</c:v>
                </c:pt>
                <c:pt idx="2188">
                  <c:v>16550</c:v>
                </c:pt>
                <c:pt idx="2189">
                  <c:v>16550</c:v>
                </c:pt>
                <c:pt idx="2190">
                  <c:v>16550</c:v>
                </c:pt>
                <c:pt idx="2191">
                  <c:v>16550</c:v>
                </c:pt>
                <c:pt idx="2192">
                  <c:v>16550</c:v>
                </c:pt>
                <c:pt idx="2193">
                  <c:v>16550</c:v>
                </c:pt>
                <c:pt idx="2194">
                  <c:v>16550</c:v>
                </c:pt>
                <c:pt idx="2195">
                  <c:v>16550</c:v>
                </c:pt>
                <c:pt idx="2196">
                  <c:v>16550</c:v>
                </c:pt>
                <c:pt idx="2197">
                  <c:v>16550</c:v>
                </c:pt>
                <c:pt idx="2198">
                  <c:v>16550</c:v>
                </c:pt>
                <c:pt idx="2199">
                  <c:v>16550</c:v>
                </c:pt>
                <c:pt idx="2200">
                  <c:v>16550</c:v>
                </c:pt>
                <c:pt idx="2201">
                  <c:v>16550</c:v>
                </c:pt>
                <c:pt idx="2202">
                  <c:v>16550</c:v>
                </c:pt>
                <c:pt idx="2203">
                  <c:v>16550</c:v>
                </c:pt>
                <c:pt idx="2204">
                  <c:v>16550</c:v>
                </c:pt>
                <c:pt idx="2205">
                  <c:v>16550</c:v>
                </c:pt>
                <c:pt idx="2206">
                  <c:v>16550</c:v>
                </c:pt>
                <c:pt idx="2207">
                  <c:v>16550</c:v>
                </c:pt>
                <c:pt idx="2208">
                  <c:v>16550</c:v>
                </c:pt>
                <c:pt idx="2209">
                  <c:v>16550</c:v>
                </c:pt>
                <c:pt idx="2210">
                  <c:v>16550</c:v>
                </c:pt>
                <c:pt idx="2211">
                  <c:v>16550</c:v>
                </c:pt>
                <c:pt idx="2212">
                  <c:v>16550</c:v>
                </c:pt>
                <c:pt idx="2213">
                  <c:v>16550</c:v>
                </c:pt>
                <c:pt idx="2214">
                  <c:v>16550</c:v>
                </c:pt>
                <c:pt idx="2215">
                  <c:v>16550</c:v>
                </c:pt>
                <c:pt idx="2216">
                  <c:v>16550</c:v>
                </c:pt>
                <c:pt idx="2217">
                  <c:v>16550</c:v>
                </c:pt>
                <c:pt idx="2218">
                  <c:v>16550</c:v>
                </c:pt>
                <c:pt idx="2219">
                  <c:v>16550</c:v>
                </c:pt>
                <c:pt idx="2220">
                  <c:v>16550</c:v>
                </c:pt>
                <c:pt idx="2221">
                  <c:v>16550</c:v>
                </c:pt>
                <c:pt idx="2222">
                  <c:v>16550</c:v>
                </c:pt>
                <c:pt idx="2223">
                  <c:v>16650</c:v>
                </c:pt>
                <c:pt idx="2224">
                  <c:v>16650</c:v>
                </c:pt>
                <c:pt idx="2225">
                  <c:v>16650</c:v>
                </c:pt>
                <c:pt idx="2226">
                  <c:v>16650</c:v>
                </c:pt>
                <c:pt idx="2227">
                  <c:v>16650</c:v>
                </c:pt>
                <c:pt idx="2228">
                  <c:v>16650</c:v>
                </c:pt>
                <c:pt idx="2229">
                  <c:v>16650</c:v>
                </c:pt>
                <c:pt idx="2230">
                  <c:v>16650</c:v>
                </c:pt>
                <c:pt idx="2231">
                  <c:v>16650</c:v>
                </c:pt>
                <c:pt idx="2232">
                  <c:v>16650</c:v>
                </c:pt>
                <c:pt idx="2233">
                  <c:v>16650</c:v>
                </c:pt>
                <c:pt idx="2234">
                  <c:v>16650</c:v>
                </c:pt>
                <c:pt idx="2235">
                  <c:v>16950</c:v>
                </c:pt>
                <c:pt idx="2236">
                  <c:v>16950</c:v>
                </c:pt>
                <c:pt idx="2237">
                  <c:v>16950</c:v>
                </c:pt>
                <c:pt idx="2238">
                  <c:v>16950</c:v>
                </c:pt>
                <c:pt idx="2239">
                  <c:v>16950</c:v>
                </c:pt>
                <c:pt idx="2240">
                  <c:v>16950</c:v>
                </c:pt>
                <c:pt idx="2241">
                  <c:v>16950</c:v>
                </c:pt>
                <c:pt idx="2242">
                  <c:v>16950</c:v>
                </c:pt>
                <c:pt idx="2243">
                  <c:v>16950</c:v>
                </c:pt>
                <c:pt idx="2244">
                  <c:v>17100</c:v>
                </c:pt>
                <c:pt idx="2245">
                  <c:v>17100</c:v>
                </c:pt>
                <c:pt idx="2246">
                  <c:v>17100</c:v>
                </c:pt>
                <c:pt idx="2247">
                  <c:v>17100</c:v>
                </c:pt>
                <c:pt idx="2248">
                  <c:v>17100</c:v>
                </c:pt>
                <c:pt idx="2249">
                  <c:v>17100</c:v>
                </c:pt>
                <c:pt idx="2250">
                  <c:v>17100</c:v>
                </c:pt>
                <c:pt idx="2251">
                  <c:v>17100</c:v>
                </c:pt>
                <c:pt idx="2252">
                  <c:v>17100</c:v>
                </c:pt>
                <c:pt idx="2253">
                  <c:v>17100</c:v>
                </c:pt>
                <c:pt idx="2254">
                  <c:v>17100</c:v>
                </c:pt>
                <c:pt idx="2255">
                  <c:v>17100</c:v>
                </c:pt>
                <c:pt idx="2256">
                  <c:v>17350</c:v>
                </c:pt>
                <c:pt idx="2257">
                  <c:v>17350</c:v>
                </c:pt>
                <c:pt idx="2258">
                  <c:v>17400</c:v>
                </c:pt>
                <c:pt idx="2259">
                  <c:v>17400</c:v>
                </c:pt>
                <c:pt idx="2260">
                  <c:v>17400</c:v>
                </c:pt>
                <c:pt idx="2261">
                  <c:v>17400</c:v>
                </c:pt>
                <c:pt idx="2262">
                  <c:v>17400</c:v>
                </c:pt>
                <c:pt idx="2263">
                  <c:v>17400</c:v>
                </c:pt>
                <c:pt idx="2264">
                  <c:v>17400</c:v>
                </c:pt>
                <c:pt idx="2265">
                  <c:v>17400</c:v>
                </c:pt>
                <c:pt idx="2266">
                  <c:v>17400</c:v>
                </c:pt>
                <c:pt idx="2267">
                  <c:v>17400</c:v>
                </c:pt>
                <c:pt idx="2268">
                  <c:v>17400</c:v>
                </c:pt>
                <c:pt idx="2269">
                  <c:v>17400</c:v>
                </c:pt>
                <c:pt idx="2270">
                  <c:v>17400</c:v>
                </c:pt>
                <c:pt idx="2271">
                  <c:v>17400</c:v>
                </c:pt>
                <c:pt idx="2272">
                  <c:v>17400</c:v>
                </c:pt>
                <c:pt idx="2273">
                  <c:v>17400</c:v>
                </c:pt>
                <c:pt idx="2274">
                  <c:v>17400</c:v>
                </c:pt>
                <c:pt idx="2275">
                  <c:v>17400</c:v>
                </c:pt>
                <c:pt idx="2276">
                  <c:v>17400</c:v>
                </c:pt>
                <c:pt idx="2277">
                  <c:v>17400</c:v>
                </c:pt>
                <c:pt idx="2278">
                  <c:v>17400</c:v>
                </c:pt>
                <c:pt idx="2279">
                  <c:v>17400</c:v>
                </c:pt>
                <c:pt idx="2280">
                  <c:v>17400</c:v>
                </c:pt>
                <c:pt idx="2281">
                  <c:v>17400</c:v>
                </c:pt>
                <c:pt idx="2282">
                  <c:v>17400</c:v>
                </c:pt>
                <c:pt idx="2283">
                  <c:v>17400</c:v>
                </c:pt>
                <c:pt idx="2284">
                  <c:v>17400</c:v>
                </c:pt>
                <c:pt idx="2285">
                  <c:v>17400</c:v>
                </c:pt>
                <c:pt idx="2286">
                  <c:v>17300</c:v>
                </c:pt>
                <c:pt idx="2287">
                  <c:v>17300</c:v>
                </c:pt>
                <c:pt idx="2288">
                  <c:v>17300</c:v>
                </c:pt>
                <c:pt idx="2289">
                  <c:v>17300</c:v>
                </c:pt>
                <c:pt idx="2290">
                  <c:v>17300</c:v>
                </c:pt>
                <c:pt idx="2291">
                  <c:v>17300</c:v>
                </c:pt>
                <c:pt idx="2292">
                  <c:v>17300</c:v>
                </c:pt>
                <c:pt idx="2293">
                  <c:v>17300</c:v>
                </c:pt>
                <c:pt idx="2294">
                  <c:v>17100</c:v>
                </c:pt>
                <c:pt idx="2295">
                  <c:v>17100</c:v>
                </c:pt>
                <c:pt idx="2296">
                  <c:v>17100</c:v>
                </c:pt>
                <c:pt idx="2297">
                  <c:v>17100</c:v>
                </c:pt>
                <c:pt idx="2298">
                  <c:v>17100</c:v>
                </c:pt>
                <c:pt idx="2299">
                  <c:v>17100</c:v>
                </c:pt>
                <c:pt idx="2300">
                  <c:v>17100</c:v>
                </c:pt>
                <c:pt idx="2301">
                  <c:v>17100</c:v>
                </c:pt>
                <c:pt idx="2302">
                  <c:v>17100</c:v>
                </c:pt>
                <c:pt idx="2303">
                  <c:v>17100</c:v>
                </c:pt>
                <c:pt idx="2304">
                  <c:v>17100</c:v>
                </c:pt>
                <c:pt idx="2305">
                  <c:v>17100</c:v>
                </c:pt>
                <c:pt idx="2306">
                  <c:v>17000</c:v>
                </c:pt>
                <c:pt idx="2307">
                  <c:v>17000</c:v>
                </c:pt>
                <c:pt idx="2308">
                  <c:v>17000</c:v>
                </c:pt>
                <c:pt idx="2309">
                  <c:v>17000</c:v>
                </c:pt>
                <c:pt idx="2310">
                  <c:v>17000</c:v>
                </c:pt>
                <c:pt idx="2311">
                  <c:v>17000</c:v>
                </c:pt>
                <c:pt idx="2312">
                  <c:v>17000</c:v>
                </c:pt>
                <c:pt idx="2313">
                  <c:v>17000</c:v>
                </c:pt>
                <c:pt idx="2314">
                  <c:v>16800</c:v>
                </c:pt>
                <c:pt idx="2315">
                  <c:v>16800</c:v>
                </c:pt>
                <c:pt idx="2316">
                  <c:v>16800</c:v>
                </c:pt>
                <c:pt idx="2317">
                  <c:v>16800</c:v>
                </c:pt>
                <c:pt idx="2318">
                  <c:v>16700</c:v>
                </c:pt>
                <c:pt idx="2319">
                  <c:v>16700</c:v>
                </c:pt>
                <c:pt idx="2320">
                  <c:v>16700</c:v>
                </c:pt>
                <c:pt idx="2321">
                  <c:v>16700</c:v>
                </c:pt>
                <c:pt idx="2322">
                  <c:v>16200</c:v>
                </c:pt>
                <c:pt idx="2323">
                  <c:v>16200</c:v>
                </c:pt>
                <c:pt idx="2324">
                  <c:v>16200</c:v>
                </c:pt>
                <c:pt idx="2325">
                  <c:v>16200</c:v>
                </c:pt>
                <c:pt idx="2326">
                  <c:v>16200</c:v>
                </c:pt>
                <c:pt idx="2327">
                  <c:v>16200</c:v>
                </c:pt>
                <c:pt idx="2328">
                  <c:v>16200</c:v>
                </c:pt>
                <c:pt idx="2329">
                  <c:v>16200</c:v>
                </c:pt>
                <c:pt idx="2330">
                  <c:v>16200</c:v>
                </c:pt>
                <c:pt idx="2331">
                  <c:v>16200</c:v>
                </c:pt>
                <c:pt idx="2332">
                  <c:v>16200</c:v>
                </c:pt>
                <c:pt idx="2333">
                  <c:v>16200</c:v>
                </c:pt>
                <c:pt idx="2334">
                  <c:v>16200</c:v>
                </c:pt>
                <c:pt idx="2335">
                  <c:v>16200</c:v>
                </c:pt>
                <c:pt idx="2336">
                  <c:v>16200</c:v>
                </c:pt>
                <c:pt idx="2337">
                  <c:v>16200</c:v>
                </c:pt>
                <c:pt idx="2338">
                  <c:v>16200</c:v>
                </c:pt>
                <c:pt idx="2339">
                  <c:v>16100</c:v>
                </c:pt>
                <c:pt idx="2340">
                  <c:v>16100</c:v>
                </c:pt>
                <c:pt idx="2341">
                  <c:v>15900</c:v>
                </c:pt>
                <c:pt idx="2342">
                  <c:v>15900</c:v>
                </c:pt>
                <c:pt idx="2343">
                  <c:v>15900</c:v>
                </c:pt>
                <c:pt idx="2344">
                  <c:v>15900</c:v>
                </c:pt>
                <c:pt idx="2345">
                  <c:v>15900</c:v>
                </c:pt>
                <c:pt idx="2346">
                  <c:v>15700</c:v>
                </c:pt>
                <c:pt idx="2347">
                  <c:v>15700</c:v>
                </c:pt>
                <c:pt idx="2348">
                  <c:v>15700</c:v>
                </c:pt>
                <c:pt idx="2349">
                  <c:v>15700</c:v>
                </c:pt>
                <c:pt idx="2350">
                  <c:v>15700</c:v>
                </c:pt>
                <c:pt idx="2351">
                  <c:v>15700</c:v>
                </c:pt>
                <c:pt idx="2352">
                  <c:v>15700</c:v>
                </c:pt>
                <c:pt idx="2353">
                  <c:v>15700</c:v>
                </c:pt>
                <c:pt idx="2354">
                  <c:v>15700</c:v>
                </c:pt>
                <c:pt idx="2355">
                  <c:v>15700</c:v>
                </c:pt>
                <c:pt idx="2356">
                  <c:v>15400</c:v>
                </c:pt>
                <c:pt idx="2357">
                  <c:v>15400</c:v>
                </c:pt>
                <c:pt idx="2358">
                  <c:v>15400</c:v>
                </c:pt>
                <c:pt idx="2359">
                  <c:v>15400</c:v>
                </c:pt>
                <c:pt idx="2360">
                  <c:v>15400</c:v>
                </c:pt>
                <c:pt idx="2361">
                  <c:v>15400</c:v>
                </c:pt>
                <c:pt idx="2362">
                  <c:v>15400</c:v>
                </c:pt>
                <c:pt idx="2363">
                  <c:v>15400</c:v>
                </c:pt>
                <c:pt idx="2364">
                  <c:v>15400</c:v>
                </c:pt>
                <c:pt idx="2365">
                  <c:v>15400</c:v>
                </c:pt>
                <c:pt idx="2366">
                  <c:v>15400</c:v>
                </c:pt>
                <c:pt idx="2367">
                  <c:v>15400</c:v>
                </c:pt>
                <c:pt idx="2368">
                  <c:v>15400</c:v>
                </c:pt>
                <c:pt idx="2369">
                  <c:v>15250</c:v>
                </c:pt>
                <c:pt idx="2370">
                  <c:v>15250</c:v>
                </c:pt>
                <c:pt idx="2371">
                  <c:v>15250</c:v>
                </c:pt>
                <c:pt idx="2372">
                  <c:v>15250</c:v>
                </c:pt>
                <c:pt idx="2373">
                  <c:v>15250</c:v>
                </c:pt>
                <c:pt idx="2374">
                  <c:v>15250</c:v>
                </c:pt>
                <c:pt idx="2375">
                  <c:v>15250</c:v>
                </c:pt>
                <c:pt idx="2376">
                  <c:v>15250</c:v>
                </c:pt>
                <c:pt idx="2377">
                  <c:v>15250</c:v>
                </c:pt>
                <c:pt idx="2378">
                  <c:v>15100</c:v>
                </c:pt>
                <c:pt idx="2379">
                  <c:v>15100</c:v>
                </c:pt>
                <c:pt idx="2380">
                  <c:v>15100</c:v>
                </c:pt>
                <c:pt idx="2381">
                  <c:v>15100</c:v>
                </c:pt>
                <c:pt idx="2382">
                  <c:v>15100</c:v>
                </c:pt>
                <c:pt idx="2383">
                  <c:v>15100</c:v>
                </c:pt>
                <c:pt idx="2384">
                  <c:v>15100</c:v>
                </c:pt>
                <c:pt idx="2385">
                  <c:v>15000</c:v>
                </c:pt>
                <c:pt idx="2386">
                  <c:v>15000</c:v>
                </c:pt>
                <c:pt idx="2387">
                  <c:v>15000</c:v>
                </c:pt>
                <c:pt idx="2388">
                  <c:v>15000</c:v>
                </c:pt>
                <c:pt idx="2389">
                  <c:v>15000</c:v>
                </c:pt>
                <c:pt idx="2390">
                  <c:v>15000</c:v>
                </c:pt>
                <c:pt idx="2391">
                  <c:v>15000</c:v>
                </c:pt>
                <c:pt idx="2392">
                  <c:v>15000</c:v>
                </c:pt>
                <c:pt idx="2393">
                  <c:v>15000</c:v>
                </c:pt>
                <c:pt idx="2394">
                  <c:v>15000</c:v>
                </c:pt>
                <c:pt idx="2395">
                  <c:v>15000</c:v>
                </c:pt>
                <c:pt idx="2396">
                  <c:v>15000</c:v>
                </c:pt>
                <c:pt idx="2397">
                  <c:v>15000</c:v>
                </c:pt>
                <c:pt idx="2398">
                  <c:v>15000</c:v>
                </c:pt>
                <c:pt idx="2399">
                  <c:v>15000</c:v>
                </c:pt>
                <c:pt idx="2400">
                  <c:v>15000</c:v>
                </c:pt>
                <c:pt idx="2401">
                  <c:v>15000</c:v>
                </c:pt>
                <c:pt idx="2402">
                  <c:v>14900</c:v>
                </c:pt>
                <c:pt idx="2403">
                  <c:v>14900</c:v>
                </c:pt>
                <c:pt idx="2404">
                  <c:v>14900</c:v>
                </c:pt>
                <c:pt idx="2405">
                  <c:v>14900</c:v>
                </c:pt>
                <c:pt idx="2406">
                  <c:v>14900</c:v>
                </c:pt>
                <c:pt idx="2407">
                  <c:v>14900</c:v>
                </c:pt>
                <c:pt idx="2408">
                  <c:v>14900</c:v>
                </c:pt>
                <c:pt idx="2409">
                  <c:v>15100</c:v>
                </c:pt>
                <c:pt idx="2410">
                  <c:v>15100</c:v>
                </c:pt>
                <c:pt idx="2411">
                  <c:v>15100</c:v>
                </c:pt>
                <c:pt idx="2412">
                  <c:v>15100</c:v>
                </c:pt>
                <c:pt idx="2413">
                  <c:v>15100</c:v>
                </c:pt>
                <c:pt idx="2414">
                  <c:v>15100</c:v>
                </c:pt>
                <c:pt idx="2415">
                  <c:v>15100</c:v>
                </c:pt>
                <c:pt idx="2416">
                  <c:v>15100</c:v>
                </c:pt>
                <c:pt idx="2417">
                  <c:v>15150</c:v>
                </c:pt>
                <c:pt idx="2418">
                  <c:v>15150</c:v>
                </c:pt>
                <c:pt idx="2419">
                  <c:v>15150</c:v>
                </c:pt>
                <c:pt idx="2420">
                  <c:v>15150</c:v>
                </c:pt>
                <c:pt idx="2421">
                  <c:v>15150</c:v>
                </c:pt>
                <c:pt idx="2422">
                  <c:v>15150</c:v>
                </c:pt>
                <c:pt idx="2423">
                  <c:v>15150</c:v>
                </c:pt>
                <c:pt idx="2424">
                  <c:v>15300</c:v>
                </c:pt>
                <c:pt idx="2425">
                  <c:v>15300</c:v>
                </c:pt>
                <c:pt idx="2426">
                  <c:v>15300</c:v>
                </c:pt>
                <c:pt idx="2427">
                  <c:v>15300</c:v>
                </c:pt>
                <c:pt idx="2428">
                  <c:v>15300</c:v>
                </c:pt>
                <c:pt idx="2429">
                  <c:v>15300</c:v>
                </c:pt>
                <c:pt idx="2430">
                  <c:v>15300</c:v>
                </c:pt>
                <c:pt idx="2431">
                  <c:v>15600</c:v>
                </c:pt>
                <c:pt idx="2432">
                  <c:v>15700</c:v>
                </c:pt>
                <c:pt idx="2433">
                  <c:v>15700</c:v>
                </c:pt>
                <c:pt idx="2434">
                  <c:v>15700</c:v>
                </c:pt>
                <c:pt idx="2435">
                  <c:v>15700</c:v>
                </c:pt>
                <c:pt idx="2436">
                  <c:v>15700</c:v>
                </c:pt>
                <c:pt idx="2437">
                  <c:v>15700</c:v>
                </c:pt>
                <c:pt idx="2438">
                  <c:v>15700</c:v>
                </c:pt>
                <c:pt idx="2439">
                  <c:v>15700</c:v>
                </c:pt>
                <c:pt idx="2440">
                  <c:v>15900</c:v>
                </c:pt>
                <c:pt idx="2441">
                  <c:v>15900</c:v>
                </c:pt>
                <c:pt idx="2442">
                  <c:v>15900</c:v>
                </c:pt>
                <c:pt idx="2443">
                  <c:v>15900</c:v>
                </c:pt>
                <c:pt idx="2444">
                  <c:v>15900</c:v>
                </c:pt>
                <c:pt idx="2445">
                  <c:v>15900</c:v>
                </c:pt>
                <c:pt idx="2446">
                  <c:v>16050</c:v>
                </c:pt>
                <c:pt idx="2447">
                  <c:v>16050</c:v>
                </c:pt>
                <c:pt idx="2448">
                  <c:v>16050</c:v>
                </c:pt>
                <c:pt idx="2449">
                  <c:v>16050</c:v>
                </c:pt>
                <c:pt idx="2450">
                  <c:v>16050</c:v>
                </c:pt>
                <c:pt idx="2451">
                  <c:v>16050</c:v>
                </c:pt>
                <c:pt idx="2452">
                  <c:v>16050</c:v>
                </c:pt>
                <c:pt idx="2453">
                  <c:v>15950</c:v>
                </c:pt>
                <c:pt idx="2454">
                  <c:v>15950</c:v>
                </c:pt>
                <c:pt idx="2455">
                  <c:v>15950</c:v>
                </c:pt>
                <c:pt idx="2456">
                  <c:v>15950</c:v>
                </c:pt>
                <c:pt idx="2457">
                  <c:v>15950</c:v>
                </c:pt>
                <c:pt idx="2458">
                  <c:v>15950</c:v>
                </c:pt>
                <c:pt idx="2459">
                  <c:v>15950</c:v>
                </c:pt>
                <c:pt idx="2460">
                  <c:v>15950</c:v>
                </c:pt>
                <c:pt idx="2461">
                  <c:v>15950</c:v>
                </c:pt>
                <c:pt idx="2462">
                  <c:v>15950</c:v>
                </c:pt>
                <c:pt idx="2463">
                  <c:v>15950</c:v>
                </c:pt>
                <c:pt idx="2464">
                  <c:v>15950</c:v>
                </c:pt>
                <c:pt idx="2465">
                  <c:v>15950</c:v>
                </c:pt>
                <c:pt idx="2466">
                  <c:v>15950</c:v>
                </c:pt>
                <c:pt idx="2467">
                  <c:v>15950</c:v>
                </c:pt>
                <c:pt idx="2468">
                  <c:v>15950</c:v>
                </c:pt>
                <c:pt idx="2469">
                  <c:v>15950</c:v>
                </c:pt>
                <c:pt idx="2470">
                  <c:v>15950</c:v>
                </c:pt>
                <c:pt idx="2471">
                  <c:v>15950</c:v>
                </c:pt>
                <c:pt idx="2472">
                  <c:v>15950</c:v>
                </c:pt>
                <c:pt idx="2473">
                  <c:v>15950</c:v>
                </c:pt>
                <c:pt idx="2474">
                  <c:v>15950</c:v>
                </c:pt>
                <c:pt idx="2475">
                  <c:v>15950</c:v>
                </c:pt>
                <c:pt idx="2476">
                  <c:v>15950</c:v>
                </c:pt>
                <c:pt idx="2477">
                  <c:v>15950</c:v>
                </c:pt>
                <c:pt idx="2478">
                  <c:v>15950</c:v>
                </c:pt>
                <c:pt idx="2479">
                  <c:v>15950</c:v>
                </c:pt>
                <c:pt idx="2480">
                  <c:v>15950</c:v>
                </c:pt>
                <c:pt idx="2481">
                  <c:v>15950</c:v>
                </c:pt>
                <c:pt idx="2482">
                  <c:v>15950</c:v>
                </c:pt>
                <c:pt idx="2483">
                  <c:v>15950</c:v>
                </c:pt>
                <c:pt idx="2484">
                  <c:v>15950</c:v>
                </c:pt>
                <c:pt idx="2485">
                  <c:v>15950</c:v>
                </c:pt>
                <c:pt idx="2486">
                  <c:v>15950</c:v>
                </c:pt>
                <c:pt idx="2487">
                  <c:v>15950</c:v>
                </c:pt>
                <c:pt idx="2488">
                  <c:v>15950</c:v>
                </c:pt>
                <c:pt idx="2489">
                  <c:v>15950</c:v>
                </c:pt>
                <c:pt idx="2490">
                  <c:v>15950</c:v>
                </c:pt>
                <c:pt idx="2491">
                  <c:v>15950</c:v>
                </c:pt>
                <c:pt idx="2492">
                  <c:v>15950</c:v>
                </c:pt>
                <c:pt idx="2493">
                  <c:v>15950</c:v>
                </c:pt>
                <c:pt idx="2494">
                  <c:v>16150</c:v>
                </c:pt>
                <c:pt idx="2495">
                  <c:v>16150</c:v>
                </c:pt>
                <c:pt idx="2496">
                  <c:v>16150</c:v>
                </c:pt>
                <c:pt idx="2497">
                  <c:v>16150</c:v>
                </c:pt>
                <c:pt idx="2498">
                  <c:v>16150</c:v>
                </c:pt>
                <c:pt idx="2499">
                  <c:v>16150</c:v>
                </c:pt>
                <c:pt idx="2500">
                  <c:v>16150</c:v>
                </c:pt>
                <c:pt idx="2501">
                  <c:v>16150</c:v>
                </c:pt>
                <c:pt idx="2502">
                  <c:v>16150</c:v>
                </c:pt>
                <c:pt idx="2503">
                  <c:v>16150</c:v>
                </c:pt>
                <c:pt idx="2504">
                  <c:v>16150</c:v>
                </c:pt>
                <c:pt idx="2505">
                  <c:v>16150</c:v>
                </c:pt>
                <c:pt idx="2506">
                  <c:v>16150</c:v>
                </c:pt>
                <c:pt idx="2507">
                  <c:v>16150</c:v>
                </c:pt>
                <c:pt idx="2508">
                  <c:v>16150</c:v>
                </c:pt>
                <c:pt idx="2509">
                  <c:v>16150</c:v>
                </c:pt>
                <c:pt idx="2510">
                  <c:v>16150</c:v>
                </c:pt>
                <c:pt idx="2511">
                  <c:v>16150</c:v>
                </c:pt>
                <c:pt idx="2512">
                  <c:v>16150</c:v>
                </c:pt>
                <c:pt idx="2513">
                  <c:v>16150</c:v>
                </c:pt>
                <c:pt idx="2514">
                  <c:v>16150</c:v>
                </c:pt>
                <c:pt idx="2515">
                  <c:v>16150</c:v>
                </c:pt>
                <c:pt idx="2516">
                  <c:v>16150</c:v>
                </c:pt>
                <c:pt idx="2517">
                  <c:v>16150</c:v>
                </c:pt>
                <c:pt idx="2518">
                  <c:v>16150</c:v>
                </c:pt>
                <c:pt idx="2519">
                  <c:v>16150</c:v>
                </c:pt>
                <c:pt idx="2520">
                  <c:v>16150</c:v>
                </c:pt>
                <c:pt idx="2521">
                  <c:v>16150</c:v>
                </c:pt>
                <c:pt idx="2522">
                  <c:v>16150</c:v>
                </c:pt>
                <c:pt idx="2523">
                  <c:v>16150</c:v>
                </c:pt>
                <c:pt idx="2524">
                  <c:v>16150</c:v>
                </c:pt>
                <c:pt idx="2525">
                  <c:v>16150</c:v>
                </c:pt>
                <c:pt idx="2526">
                  <c:v>16150</c:v>
                </c:pt>
                <c:pt idx="2527">
                  <c:v>16150</c:v>
                </c:pt>
                <c:pt idx="2528">
                  <c:v>16150</c:v>
                </c:pt>
                <c:pt idx="2529">
                  <c:v>16150</c:v>
                </c:pt>
                <c:pt idx="2530">
                  <c:v>16300</c:v>
                </c:pt>
                <c:pt idx="2531">
                  <c:v>16300</c:v>
                </c:pt>
                <c:pt idx="2532">
                  <c:v>16300</c:v>
                </c:pt>
                <c:pt idx="2533">
                  <c:v>16300</c:v>
                </c:pt>
                <c:pt idx="2534">
                  <c:v>16300</c:v>
                </c:pt>
                <c:pt idx="2535">
                  <c:v>16300</c:v>
                </c:pt>
                <c:pt idx="2536">
                  <c:v>16300</c:v>
                </c:pt>
                <c:pt idx="2537">
                  <c:v>16300</c:v>
                </c:pt>
                <c:pt idx="2538">
                  <c:v>16300</c:v>
                </c:pt>
                <c:pt idx="2539">
                  <c:v>16300</c:v>
                </c:pt>
                <c:pt idx="2540">
                  <c:v>16300</c:v>
                </c:pt>
                <c:pt idx="2541">
                  <c:v>16300</c:v>
                </c:pt>
                <c:pt idx="2542">
                  <c:v>16300</c:v>
                </c:pt>
                <c:pt idx="2543">
                  <c:v>16300</c:v>
                </c:pt>
                <c:pt idx="2544">
                  <c:v>16300</c:v>
                </c:pt>
                <c:pt idx="2545">
                  <c:v>16300</c:v>
                </c:pt>
                <c:pt idx="2546">
                  <c:v>16300</c:v>
                </c:pt>
                <c:pt idx="2547">
                  <c:v>16300</c:v>
                </c:pt>
                <c:pt idx="2548">
                  <c:v>16300</c:v>
                </c:pt>
                <c:pt idx="2549">
                  <c:v>16300</c:v>
                </c:pt>
                <c:pt idx="2550">
                  <c:v>16300</c:v>
                </c:pt>
                <c:pt idx="2551">
                  <c:v>16300</c:v>
                </c:pt>
                <c:pt idx="2552">
                  <c:v>16300</c:v>
                </c:pt>
                <c:pt idx="2553">
                  <c:v>16300</c:v>
                </c:pt>
                <c:pt idx="2554">
                  <c:v>16300</c:v>
                </c:pt>
                <c:pt idx="2555">
                  <c:v>16300</c:v>
                </c:pt>
                <c:pt idx="2556">
                  <c:v>16300</c:v>
                </c:pt>
                <c:pt idx="2557">
                  <c:v>16300</c:v>
                </c:pt>
                <c:pt idx="2558">
                  <c:v>16300</c:v>
                </c:pt>
                <c:pt idx="2559">
                  <c:v>16300</c:v>
                </c:pt>
                <c:pt idx="2560">
                  <c:v>16300</c:v>
                </c:pt>
                <c:pt idx="2561">
                  <c:v>16300</c:v>
                </c:pt>
                <c:pt idx="2562">
                  <c:v>16300</c:v>
                </c:pt>
                <c:pt idx="2563">
                  <c:v>16300</c:v>
                </c:pt>
                <c:pt idx="2564">
                  <c:v>16300</c:v>
                </c:pt>
                <c:pt idx="2565">
                  <c:v>16300</c:v>
                </c:pt>
                <c:pt idx="2566">
                  <c:v>16300</c:v>
                </c:pt>
                <c:pt idx="2567">
                  <c:v>16300</c:v>
                </c:pt>
                <c:pt idx="2568">
                  <c:v>16300</c:v>
                </c:pt>
                <c:pt idx="2569">
                  <c:v>16300</c:v>
                </c:pt>
                <c:pt idx="2570">
                  <c:v>16300</c:v>
                </c:pt>
                <c:pt idx="2571">
                  <c:v>16300</c:v>
                </c:pt>
                <c:pt idx="2572">
                  <c:v>16300</c:v>
                </c:pt>
                <c:pt idx="2573">
                  <c:v>16300</c:v>
                </c:pt>
                <c:pt idx="2574">
                  <c:v>16300</c:v>
                </c:pt>
                <c:pt idx="2575">
                  <c:v>16300</c:v>
                </c:pt>
                <c:pt idx="2576">
                  <c:v>16300</c:v>
                </c:pt>
                <c:pt idx="2577">
                  <c:v>16300</c:v>
                </c:pt>
                <c:pt idx="2578">
                  <c:v>16300</c:v>
                </c:pt>
                <c:pt idx="2579">
                  <c:v>16300</c:v>
                </c:pt>
                <c:pt idx="2580">
                  <c:v>16300</c:v>
                </c:pt>
                <c:pt idx="2581">
                  <c:v>16300</c:v>
                </c:pt>
                <c:pt idx="2582">
                  <c:v>16300</c:v>
                </c:pt>
                <c:pt idx="2583">
                  <c:v>16300</c:v>
                </c:pt>
                <c:pt idx="2584">
                  <c:v>16300</c:v>
                </c:pt>
                <c:pt idx="2585">
                  <c:v>16300</c:v>
                </c:pt>
                <c:pt idx="2586">
                  <c:v>16300</c:v>
                </c:pt>
                <c:pt idx="2587">
                  <c:v>16300</c:v>
                </c:pt>
                <c:pt idx="2588">
                  <c:v>16300</c:v>
                </c:pt>
                <c:pt idx="2589">
                  <c:v>16300</c:v>
                </c:pt>
                <c:pt idx="2590">
                  <c:v>16300</c:v>
                </c:pt>
                <c:pt idx="2591">
                  <c:v>16300</c:v>
                </c:pt>
                <c:pt idx="2592">
                  <c:v>16300</c:v>
                </c:pt>
                <c:pt idx="2593">
                  <c:v>16300</c:v>
                </c:pt>
                <c:pt idx="2594">
                  <c:v>16300</c:v>
                </c:pt>
                <c:pt idx="2595">
                  <c:v>16300</c:v>
                </c:pt>
                <c:pt idx="2596">
                  <c:v>16300</c:v>
                </c:pt>
                <c:pt idx="2597">
                  <c:v>16300</c:v>
                </c:pt>
                <c:pt idx="2598">
                  <c:v>16300</c:v>
                </c:pt>
                <c:pt idx="2599">
                  <c:v>16300</c:v>
                </c:pt>
                <c:pt idx="2600">
                  <c:v>16300</c:v>
                </c:pt>
                <c:pt idx="2601">
                  <c:v>16300</c:v>
                </c:pt>
                <c:pt idx="2602">
                  <c:v>16300</c:v>
                </c:pt>
                <c:pt idx="2603">
                  <c:v>16300</c:v>
                </c:pt>
                <c:pt idx="2604">
                  <c:v>16300</c:v>
                </c:pt>
                <c:pt idx="2605">
                  <c:v>16300</c:v>
                </c:pt>
                <c:pt idx="2606">
                  <c:v>16300</c:v>
                </c:pt>
                <c:pt idx="2607">
                  <c:v>16300</c:v>
                </c:pt>
                <c:pt idx="2608">
                  <c:v>16300</c:v>
                </c:pt>
                <c:pt idx="2609">
                  <c:v>16300</c:v>
                </c:pt>
                <c:pt idx="2610">
                  <c:v>16300</c:v>
                </c:pt>
                <c:pt idx="2611">
                  <c:v>16300</c:v>
                </c:pt>
                <c:pt idx="2612">
                  <c:v>16300</c:v>
                </c:pt>
                <c:pt idx="2613">
                  <c:v>16300</c:v>
                </c:pt>
                <c:pt idx="2614">
                  <c:v>16300</c:v>
                </c:pt>
                <c:pt idx="2615">
                  <c:v>16300</c:v>
                </c:pt>
                <c:pt idx="2616">
                  <c:v>16300</c:v>
                </c:pt>
                <c:pt idx="2617">
                  <c:v>16300</c:v>
                </c:pt>
                <c:pt idx="2618">
                  <c:v>16300</c:v>
                </c:pt>
                <c:pt idx="2619">
                  <c:v>16300</c:v>
                </c:pt>
                <c:pt idx="2620">
                  <c:v>16300</c:v>
                </c:pt>
                <c:pt idx="2621">
                  <c:v>16300</c:v>
                </c:pt>
                <c:pt idx="2622">
                  <c:v>16300</c:v>
                </c:pt>
                <c:pt idx="2623">
                  <c:v>16300</c:v>
                </c:pt>
                <c:pt idx="2624">
                  <c:v>16300</c:v>
                </c:pt>
                <c:pt idx="2625">
                  <c:v>16300</c:v>
                </c:pt>
                <c:pt idx="2626">
                  <c:v>16300</c:v>
                </c:pt>
                <c:pt idx="2627">
                  <c:v>16300</c:v>
                </c:pt>
                <c:pt idx="2628">
                  <c:v>16300</c:v>
                </c:pt>
                <c:pt idx="2629">
                  <c:v>16300</c:v>
                </c:pt>
                <c:pt idx="2630">
                  <c:v>16300</c:v>
                </c:pt>
                <c:pt idx="2631">
                  <c:v>16300</c:v>
                </c:pt>
                <c:pt idx="2632">
                  <c:v>16300</c:v>
                </c:pt>
                <c:pt idx="2633">
                  <c:v>16300</c:v>
                </c:pt>
                <c:pt idx="2634">
                  <c:v>16300</c:v>
                </c:pt>
                <c:pt idx="2635">
                  <c:v>16300</c:v>
                </c:pt>
                <c:pt idx="2636">
                  <c:v>16300</c:v>
                </c:pt>
                <c:pt idx="2637">
                  <c:v>16300</c:v>
                </c:pt>
                <c:pt idx="2638">
                  <c:v>16300</c:v>
                </c:pt>
                <c:pt idx="2639">
                  <c:v>16300</c:v>
                </c:pt>
                <c:pt idx="2640">
                  <c:v>16300</c:v>
                </c:pt>
                <c:pt idx="2641">
                  <c:v>16300</c:v>
                </c:pt>
                <c:pt idx="2642">
                  <c:v>16300</c:v>
                </c:pt>
                <c:pt idx="2643">
                  <c:v>16300</c:v>
                </c:pt>
                <c:pt idx="2644">
                  <c:v>16300</c:v>
                </c:pt>
                <c:pt idx="2645">
                  <c:v>16300</c:v>
                </c:pt>
                <c:pt idx="2646">
                  <c:v>16300</c:v>
                </c:pt>
                <c:pt idx="2647">
                  <c:v>16250</c:v>
                </c:pt>
                <c:pt idx="2648">
                  <c:v>16250</c:v>
                </c:pt>
                <c:pt idx="2649">
                  <c:v>16250</c:v>
                </c:pt>
                <c:pt idx="2650">
                  <c:v>16250</c:v>
                </c:pt>
                <c:pt idx="2651">
                  <c:v>16250</c:v>
                </c:pt>
                <c:pt idx="2652">
                  <c:v>16250</c:v>
                </c:pt>
                <c:pt idx="2653">
                  <c:v>16250</c:v>
                </c:pt>
                <c:pt idx="2654">
                  <c:v>16250</c:v>
                </c:pt>
                <c:pt idx="2655">
                  <c:v>16250</c:v>
                </c:pt>
                <c:pt idx="2656">
                  <c:v>16250</c:v>
                </c:pt>
                <c:pt idx="2657">
                  <c:v>16250</c:v>
                </c:pt>
                <c:pt idx="2658">
                  <c:v>16250</c:v>
                </c:pt>
                <c:pt idx="2659">
                  <c:v>16250</c:v>
                </c:pt>
                <c:pt idx="2660">
                  <c:v>16250</c:v>
                </c:pt>
                <c:pt idx="2661">
                  <c:v>16250</c:v>
                </c:pt>
                <c:pt idx="2662">
                  <c:v>16250</c:v>
                </c:pt>
                <c:pt idx="2663">
                  <c:v>16250</c:v>
                </c:pt>
                <c:pt idx="2664">
                  <c:v>16250</c:v>
                </c:pt>
                <c:pt idx="2665">
                  <c:v>16250</c:v>
                </c:pt>
                <c:pt idx="2666">
                  <c:v>16250</c:v>
                </c:pt>
                <c:pt idx="2667">
                  <c:v>16250</c:v>
                </c:pt>
                <c:pt idx="2668">
                  <c:v>16150</c:v>
                </c:pt>
                <c:pt idx="2669">
                  <c:v>16150</c:v>
                </c:pt>
                <c:pt idx="2670">
                  <c:v>16150</c:v>
                </c:pt>
                <c:pt idx="2671">
                  <c:v>16150</c:v>
                </c:pt>
                <c:pt idx="2672">
                  <c:v>16150</c:v>
                </c:pt>
                <c:pt idx="2673">
                  <c:v>16150</c:v>
                </c:pt>
                <c:pt idx="2674">
                  <c:v>16150</c:v>
                </c:pt>
                <c:pt idx="2675">
                  <c:v>16150</c:v>
                </c:pt>
                <c:pt idx="2676">
                  <c:v>16150</c:v>
                </c:pt>
                <c:pt idx="2677">
                  <c:v>16150</c:v>
                </c:pt>
                <c:pt idx="2678">
                  <c:v>16150</c:v>
                </c:pt>
                <c:pt idx="2679">
                  <c:v>16150</c:v>
                </c:pt>
                <c:pt idx="2680">
                  <c:v>16150</c:v>
                </c:pt>
                <c:pt idx="2681">
                  <c:v>16150</c:v>
                </c:pt>
                <c:pt idx="2682">
                  <c:v>16150</c:v>
                </c:pt>
                <c:pt idx="2683">
                  <c:v>16150</c:v>
                </c:pt>
                <c:pt idx="2684">
                  <c:v>16150</c:v>
                </c:pt>
                <c:pt idx="2685">
                  <c:v>16150</c:v>
                </c:pt>
                <c:pt idx="2686">
                  <c:v>16150</c:v>
                </c:pt>
                <c:pt idx="2687">
                  <c:v>16150</c:v>
                </c:pt>
                <c:pt idx="2688">
                  <c:v>16150</c:v>
                </c:pt>
                <c:pt idx="2689">
                  <c:v>16150</c:v>
                </c:pt>
                <c:pt idx="2690">
                  <c:v>16150</c:v>
                </c:pt>
                <c:pt idx="2691">
                  <c:v>16150</c:v>
                </c:pt>
                <c:pt idx="2692">
                  <c:v>16150</c:v>
                </c:pt>
                <c:pt idx="2693">
                  <c:v>16150</c:v>
                </c:pt>
                <c:pt idx="2694">
                  <c:v>16150</c:v>
                </c:pt>
                <c:pt idx="2695">
                  <c:v>16150</c:v>
                </c:pt>
                <c:pt idx="2696">
                  <c:v>16150</c:v>
                </c:pt>
                <c:pt idx="2697">
                  <c:v>16150</c:v>
                </c:pt>
                <c:pt idx="2698">
                  <c:v>16150</c:v>
                </c:pt>
                <c:pt idx="2699">
                  <c:v>16150</c:v>
                </c:pt>
                <c:pt idx="2700">
                  <c:v>16150</c:v>
                </c:pt>
                <c:pt idx="2701">
                  <c:v>16150</c:v>
                </c:pt>
                <c:pt idx="2702">
                  <c:v>16150</c:v>
                </c:pt>
                <c:pt idx="2703">
                  <c:v>16100</c:v>
                </c:pt>
                <c:pt idx="2704">
                  <c:v>16100</c:v>
                </c:pt>
                <c:pt idx="2705">
                  <c:v>16100</c:v>
                </c:pt>
                <c:pt idx="2706">
                  <c:v>16100</c:v>
                </c:pt>
                <c:pt idx="2707">
                  <c:v>16100</c:v>
                </c:pt>
                <c:pt idx="2708">
                  <c:v>16100</c:v>
                </c:pt>
                <c:pt idx="2709">
                  <c:v>16100</c:v>
                </c:pt>
                <c:pt idx="2710">
                  <c:v>16100</c:v>
                </c:pt>
                <c:pt idx="2711">
                  <c:v>16100</c:v>
                </c:pt>
                <c:pt idx="2712">
                  <c:v>16100</c:v>
                </c:pt>
                <c:pt idx="2713">
                  <c:v>16100</c:v>
                </c:pt>
                <c:pt idx="2714">
                  <c:v>16100</c:v>
                </c:pt>
                <c:pt idx="2715">
                  <c:v>16100</c:v>
                </c:pt>
                <c:pt idx="2716">
                  <c:v>16100</c:v>
                </c:pt>
                <c:pt idx="2717">
                  <c:v>16100</c:v>
                </c:pt>
                <c:pt idx="2718">
                  <c:v>16100</c:v>
                </c:pt>
                <c:pt idx="2719">
                  <c:v>16100</c:v>
                </c:pt>
                <c:pt idx="2720">
                  <c:v>16100</c:v>
                </c:pt>
                <c:pt idx="2721">
                  <c:v>16100</c:v>
                </c:pt>
                <c:pt idx="2722">
                  <c:v>16100</c:v>
                </c:pt>
                <c:pt idx="2723">
                  <c:v>16100</c:v>
                </c:pt>
                <c:pt idx="2724">
                  <c:v>15900</c:v>
                </c:pt>
                <c:pt idx="2725">
                  <c:v>15900</c:v>
                </c:pt>
                <c:pt idx="2726">
                  <c:v>15600</c:v>
                </c:pt>
                <c:pt idx="2727">
                  <c:v>15600</c:v>
                </c:pt>
                <c:pt idx="2728">
                  <c:v>15500</c:v>
                </c:pt>
                <c:pt idx="2729">
                  <c:v>15500</c:v>
                </c:pt>
                <c:pt idx="2730">
                  <c:v>15500</c:v>
                </c:pt>
                <c:pt idx="2731">
                  <c:v>15300</c:v>
                </c:pt>
                <c:pt idx="2732">
                  <c:v>15300</c:v>
                </c:pt>
                <c:pt idx="2733">
                  <c:v>15200</c:v>
                </c:pt>
                <c:pt idx="2734">
                  <c:v>15200</c:v>
                </c:pt>
                <c:pt idx="2735">
                  <c:v>15200</c:v>
                </c:pt>
                <c:pt idx="2736">
                  <c:v>15200</c:v>
                </c:pt>
                <c:pt idx="2737">
                  <c:v>15200</c:v>
                </c:pt>
                <c:pt idx="2738">
                  <c:v>15200</c:v>
                </c:pt>
                <c:pt idx="2739">
                  <c:v>15200</c:v>
                </c:pt>
                <c:pt idx="2740">
                  <c:v>15000</c:v>
                </c:pt>
                <c:pt idx="2741">
                  <c:v>15000</c:v>
                </c:pt>
                <c:pt idx="2742">
                  <c:v>15000</c:v>
                </c:pt>
                <c:pt idx="2743">
                  <c:v>15000</c:v>
                </c:pt>
                <c:pt idx="2744">
                  <c:v>15000</c:v>
                </c:pt>
                <c:pt idx="2745">
                  <c:v>15000</c:v>
                </c:pt>
                <c:pt idx="2746">
                  <c:v>15000</c:v>
                </c:pt>
                <c:pt idx="2747">
                  <c:v>15000</c:v>
                </c:pt>
                <c:pt idx="2748">
                  <c:v>15000</c:v>
                </c:pt>
                <c:pt idx="2749">
                  <c:v>15000</c:v>
                </c:pt>
                <c:pt idx="2750">
                  <c:v>15000</c:v>
                </c:pt>
                <c:pt idx="2751">
                  <c:v>15000</c:v>
                </c:pt>
                <c:pt idx="2752">
                  <c:v>14900</c:v>
                </c:pt>
                <c:pt idx="2753">
                  <c:v>14900</c:v>
                </c:pt>
                <c:pt idx="2754">
                  <c:v>14900</c:v>
                </c:pt>
                <c:pt idx="2755">
                  <c:v>14900</c:v>
                </c:pt>
                <c:pt idx="2756">
                  <c:v>14900</c:v>
                </c:pt>
                <c:pt idx="2757">
                  <c:v>14900</c:v>
                </c:pt>
                <c:pt idx="2758">
                  <c:v>14900</c:v>
                </c:pt>
                <c:pt idx="2759">
                  <c:v>14600</c:v>
                </c:pt>
                <c:pt idx="2760">
                  <c:v>14600</c:v>
                </c:pt>
                <c:pt idx="2761">
                  <c:v>14600</c:v>
                </c:pt>
                <c:pt idx="2762">
                  <c:v>14600</c:v>
                </c:pt>
                <c:pt idx="2763">
                  <c:v>14600</c:v>
                </c:pt>
                <c:pt idx="2764">
                  <c:v>14600</c:v>
                </c:pt>
                <c:pt idx="2765">
                  <c:v>14600</c:v>
                </c:pt>
                <c:pt idx="2766">
                  <c:v>14600</c:v>
                </c:pt>
                <c:pt idx="2767">
                  <c:v>14800</c:v>
                </c:pt>
                <c:pt idx="2768">
                  <c:v>14800</c:v>
                </c:pt>
                <c:pt idx="2769">
                  <c:v>14800</c:v>
                </c:pt>
                <c:pt idx="2770">
                  <c:v>14800</c:v>
                </c:pt>
                <c:pt idx="2771">
                  <c:v>14800</c:v>
                </c:pt>
                <c:pt idx="2772">
                  <c:v>14800</c:v>
                </c:pt>
                <c:pt idx="2773">
                  <c:v>14800</c:v>
                </c:pt>
                <c:pt idx="2774">
                  <c:v>14800</c:v>
                </c:pt>
                <c:pt idx="2775">
                  <c:v>14800</c:v>
                </c:pt>
                <c:pt idx="2776">
                  <c:v>14800</c:v>
                </c:pt>
                <c:pt idx="2777">
                  <c:v>14700</c:v>
                </c:pt>
                <c:pt idx="2778">
                  <c:v>14700</c:v>
                </c:pt>
                <c:pt idx="2779">
                  <c:v>14700</c:v>
                </c:pt>
                <c:pt idx="2780">
                  <c:v>14700</c:v>
                </c:pt>
                <c:pt idx="2781">
                  <c:v>14700</c:v>
                </c:pt>
                <c:pt idx="2782">
                  <c:v>14700</c:v>
                </c:pt>
                <c:pt idx="2783">
                  <c:v>14700</c:v>
                </c:pt>
                <c:pt idx="2784">
                  <c:v>14700</c:v>
                </c:pt>
                <c:pt idx="2785">
                  <c:v>14700</c:v>
                </c:pt>
                <c:pt idx="2786">
                  <c:v>14700</c:v>
                </c:pt>
                <c:pt idx="2787">
                  <c:v>14700</c:v>
                </c:pt>
                <c:pt idx="2788">
                  <c:v>14700</c:v>
                </c:pt>
                <c:pt idx="2789">
                  <c:v>14700</c:v>
                </c:pt>
                <c:pt idx="2790">
                  <c:v>14700</c:v>
                </c:pt>
                <c:pt idx="2791">
                  <c:v>14700</c:v>
                </c:pt>
                <c:pt idx="2792">
                  <c:v>14700</c:v>
                </c:pt>
                <c:pt idx="2793">
                  <c:v>14700</c:v>
                </c:pt>
                <c:pt idx="2794">
                  <c:v>14700</c:v>
                </c:pt>
                <c:pt idx="2795">
                  <c:v>14700</c:v>
                </c:pt>
                <c:pt idx="2796">
                  <c:v>14700</c:v>
                </c:pt>
                <c:pt idx="2797">
                  <c:v>14850</c:v>
                </c:pt>
                <c:pt idx="2798">
                  <c:v>14900</c:v>
                </c:pt>
                <c:pt idx="2799">
                  <c:v>14900</c:v>
                </c:pt>
                <c:pt idx="2800">
                  <c:v>14900</c:v>
                </c:pt>
                <c:pt idx="2801">
                  <c:v>14900</c:v>
                </c:pt>
                <c:pt idx="2802">
                  <c:v>14900</c:v>
                </c:pt>
                <c:pt idx="2803">
                  <c:v>14900</c:v>
                </c:pt>
                <c:pt idx="2804">
                  <c:v>14900</c:v>
                </c:pt>
                <c:pt idx="2805">
                  <c:v>14900</c:v>
                </c:pt>
                <c:pt idx="2806">
                  <c:v>14900</c:v>
                </c:pt>
                <c:pt idx="2807">
                  <c:v>14900</c:v>
                </c:pt>
                <c:pt idx="2808">
                  <c:v>14900</c:v>
                </c:pt>
                <c:pt idx="2809">
                  <c:v>14900</c:v>
                </c:pt>
                <c:pt idx="2810">
                  <c:v>14900</c:v>
                </c:pt>
                <c:pt idx="2811">
                  <c:v>15000</c:v>
                </c:pt>
                <c:pt idx="2812">
                  <c:v>15000</c:v>
                </c:pt>
                <c:pt idx="2813">
                  <c:v>15000</c:v>
                </c:pt>
                <c:pt idx="2814">
                  <c:v>15000</c:v>
                </c:pt>
                <c:pt idx="2815">
                  <c:v>15000</c:v>
                </c:pt>
                <c:pt idx="2816">
                  <c:v>15000</c:v>
                </c:pt>
                <c:pt idx="2817">
                  <c:v>15000</c:v>
                </c:pt>
                <c:pt idx="2818">
                  <c:v>15000</c:v>
                </c:pt>
                <c:pt idx="2819">
                  <c:v>15000</c:v>
                </c:pt>
                <c:pt idx="2820">
                  <c:v>15000</c:v>
                </c:pt>
                <c:pt idx="2821">
                  <c:v>15000</c:v>
                </c:pt>
                <c:pt idx="2822">
                  <c:v>15000</c:v>
                </c:pt>
                <c:pt idx="2823">
                  <c:v>15000</c:v>
                </c:pt>
                <c:pt idx="2824">
                  <c:v>15250</c:v>
                </c:pt>
                <c:pt idx="2825">
                  <c:v>15250</c:v>
                </c:pt>
                <c:pt idx="2826">
                  <c:v>15250</c:v>
                </c:pt>
                <c:pt idx="2827">
                  <c:v>15250</c:v>
                </c:pt>
                <c:pt idx="2828">
                  <c:v>15250</c:v>
                </c:pt>
                <c:pt idx="2829">
                  <c:v>15250</c:v>
                </c:pt>
                <c:pt idx="2830">
                  <c:v>15250</c:v>
                </c:pt>
                <c:pt idx="2831">
                  <c:v>15250</c:v>
                </c:pt>
                <c:pt idx="2832">
                  <c:v>15250</c:v>
                </c:pt>
                <c:pt idx="2833">
                  <c:v>15250</c:v>
                </c:pt>
                <c:pt idx="2834">
                  <c:v>15250</c:v>
                </c:pt>
                <c:pt idx="2835">
                  <c:v>15250</c:v>
                </c:pt>
                <c:pt idx="2836">
                  <c:v>15250</c:v>
                </c:pt>
                <c:pt idx="2837">
                  <c:v>15250</c:v>
                </c:pt>
                <c:pt idx="2838">
                  <c:v>15250</c:v>
                </c:pt>
                <c:pt idx="2839">
                  <c:v>15350</c:v>
                </c:pt>
                <c:pt idx="2840">
                  <c:v>15350</c:v>
                </c:pt>
                <c:pt idx="2841">
                  <c:v>15350</c:v>
                </c:pt>
                <c:pt idx="2842">
                  <c:v>15350</c:v>
                </c:pt>
                <c:pt idx="2843">
                  <c:v>15350</c:v>
                </c:pt>
                <c:pt idx="2844">
                  <c:v>15650</c:v>
                </c:pt>
                <c:pt idx="2845">
                  <c:v>15650</c:v>
                </c:pt>
                <c:pt idx="2846">
                  <c:v>15650</c:v>
                </c:pt>
                <c:pt idx="2847">
                  <c:v>15650</c:v>
                </c:pt>
                <c:pt idx="2848">
                  <c:v>15650</c:v>
                </c:pt>
                <c:pt idx="2849">
                  <c:v>15650</c:v>
                </c:pt>
                <c:pt idx="2850">
                  <c:v>15650</c:v>
                </c:pt>
                <c:pt idx="2851">
                  <c:v>15450</c:v>
                </c:pt>
                <c:pt idx="2852">
                  <c:v>15450</c:v>
                </c:pt>
                <c:pt idx="2853">
                  <c:v>15450</c:v>
                </c:pt>
                <c:pt idx="2854">
                  <c:v>15450</c:v>
                </c:pt>
                <c:pt idx="2855">
                  <c:v>15450</c:v>
                </c:pt>
                <c:pt idx="2856">
                  <c:v>15450</c:v>
                </c:pt>
                <c:pt idx="2857">
                  <c:v>15450</c:v>
                </c:pt>
                <c:pt idx="2858">
                  <c:v>15450</c:v>
                </c:pt>
                <c:pt idx="2859">
                  <c:v>15450</c:v>
                </c:pt>
                <c:pt idx="2860">
                  <c:v>15450</c:v>
                </c:pt>
                <c:pt idx="2861">
                  <c:v>15450</c:v>
                </c:pt>
                <c:pt idx="2862">
                  <c:v>15450</c:v>
                </c:pt>
                <c:pt idx="2863">
                  <c:v>15450</c:v>
                </c:pt>
                <c:pt idx="2864">
                  <c:v>15450</c:v>
                </c:pt>
                <c:pt idx="2865">
                  <c:v>15450</c:v>
                </c:pt>
                <c:pt idx="2866">
                  <c:v>15450</c:v>
                </c:pt>
                <c:pt idx="2867">
                  <c:v>15450</c:v>
                </c:pt>
                <c:pt idx="2868">
                  <c:v>15450</c:v>
                </c:pt>
                <c:pt idx="2869">
                  <c:v>15450</c:v>
                </c:pt>
                <c:pt idx="2870">
                  <c:v>15450</c:v>
                </c:pt>
                <c:pt idx="2871">
                  <c:v>15450</c:v>
                </c:pt>
                <c:pt idx="2872">
                  <c:v>15450</c:v>
                </c:pt>
                <c:pt idx="2873">
                  <c:v>15450</c:v>
                </c:pt>
                <c:pt idx="2874">
                  <c:v>15450</c:v>
                </c:pt>
                <c:pt idx="2875">
                  <c:v>15450</c:v>
                </c:pt>
                <c:pt idx="2876">
                  <c:v>15450</c:v>
                </c:pt>
                <c:pt idx="2877">
                  <c:v>15450</c:v>
                </c:pt>
                <c:pt idx="2878">
                  <c:v>15450</c:v>
                </c:pt>
                <c:pt idx="2879">
                  <c:v>15450</c:v>
                </c:pt>
                <c:pt idx="2880">
                  <c:v>15450</c:v>
                </c:pt>
                <c:pt idx="2881">
                  <c:v>15450</c:v>
                </c:pt>
                <c:pt idx="2882">
                  <c:v>15450</c:v>
                </c:pt>
                <c:pt idx="2883">
                  <c:v>15450</c:v>
                </c:pt>
                <c:pt idx="2884">
                  <c:v>15450</c:v>
                </c:pt>
                <c:pt idx="2885">
                  <c:v>15350</c:v>
                </c:pt>
                <c:pt idx="2886">
                  <c:v>15350</c:v>
                </c:pt>
                <c:pt idx="2887">
                  <c:v>15350</c:v>
                </c:pt>
                <c:pt idx="2888">
                  <c:v>15350</c:v>
                </c:pt>
                <c:pt idx="2889">
                  <c:v>15350</c:v>
                </c:pt>
                <c:pt idx="2890">
                  <c:v>15350</c:v>
                </c:pt>
                <c:pt idx="2891">
                  <c:v>15350</c:v>
                </c:pt>
                <c:pt idx="2892">
                  <c:v>15350</c:v>
                </c:pt>
                <c:pt idx="2893">
                  <c:v>15350</c:v>
                </c:pt>
                <c:pt idx="2894">
                  <c:v>15350</c:v>
                </c:pt>
                <c:pt idx="2895">
                  <c:v>15350</c:v>
                </c:pt>
                <c:pt idx="2896">
                  <c:v>15350</c:v>
                </c:pt>
                <c:pt idx="2897">
                  <c:v>15350</c:v>
                </c:pt>
                <c:pt idx="2898">
                  <c:v>15350</c:v>
                </c:pt>
                <c:pt idx="2899">
                  <c:v>15350</c:v>
                </c:pt>
                <c:pt idx="2900">
                  <c:v>15350</c:v>
                </c:pt>
                <c:pt idx="2901">
                  <c:v>15350</c:v>
                </c:pt>
                <c:pt idx="2902">
                  <c:v>15350</c:v>
                </c:pt>
                <c:pt idx="2903">
                  <c:v>15350</c:v>
                </c:pt>
                <c:pt idx="2904">
                  <c:v>15350</c:v>
                </c:pt>
                <c:pt idx="2905">
                  <c:v>15350</c:v>
                </c:pt>
                <c:pt idx="2906">
                  <c:v>15350</c:v>
                </c:pt>
                <c:pt idx="2907">
                  <c:v>15350</c:v>
                </c:pt>
                <c:pt idx="2908">
                  <c:v>15350</c:v>
                </c:pt>
                <c:pt idx="2909">
                  <c:v>15350</c:v>
                </c:pt>
                <c:pt idx="2910">
                  <c:v>15350</c:v>
                </c:pt>
                <c:pt idx="2911">
                  <c:v>15350</c:v>
                </c:pt>
                <c:pt idx="2912">
                  <c:v>15350</c:v>
                </c:pt>
                <c:pt idx="2913">
                  <c:v>15350</c:v>
                </c:pt>
                <c:pt idx="2914">
                  <c:v>15350</c:v>
                </c:pt>
                <c:pt idx="2915">
                  <c:v>15350</c:v>
                </c:pt>
                <c:pt idx="2916">
                  <c:v>15350</c:v>
                </c:pt>
                <c:pt idx="2917">
                  <c:v>15350</c:v>
                </c:pt>
                <c:pt idx="2918">
                  <c:v>15350</c:v>
                </c:pt>
                <c:pt idx="2919">
                  <c:v>15350</c:v>
                </c:pt>
                <c:pt idx="2920">
                  <c:v>15350</c:v>
                </c:pt>
                <c:pt idx="2921">
                  <c:v>15350</c:v>
                </c:pt>
                <c:pt idx="2922">
                  <c:v>15350</c:v>
                </c:pt>
                <c:pt idx="2923">
                  <c:v>15350</c:v>
                </c:pt>
                <c:pt idx="2924">
                  <c:v>15350</c:v>
                </c:pt>
                <c:pt idx="2925">
                  <c:v>15350</c:v>
                </c:pt>
                <c:pt idx="2926">
                  <c:v>15350</c:v>
                </c:pt>
                <c:pt idx="2927">
                  <c:v>15350</c:v>
                </c:pt>
                <c:pt idx="2928">
                  <c:v>15350</c:v>
                </c:pt>
                <c:pt idx="2929">
                  <c:v>15350</c:v>
                </c:pt>
                <c:pt idx="2930">
                  <c:v>15350</c:v>
                </c:pt>
                <c:pt idx="2931">
                  <c:v>15350</c:v>
                </c:pt>
                <c:pt idx="2932">
                  <c:v>15350</c:v>
                </c:pt>
                <c:pt idx="2933">
                  <c:v>15350</c:v>
                </c:pt>
                <c:pt idx="2934">
                  <c:v>15350</c:v>
                </c:pt>
                <c:pt idx="2935">
                  <c:v>15350</c:v>
                </c:pt>
                <c:pt idx="2936">
                  <c:v>15350</c:v>
                </c:pt>
                <c:pt idx="2937">
                  <c:v>15350</c:v>
                </c:pt>
                <c:pt idx="2938">
                  <c:v>15350</c:v>
                </c:pt>
                <c:pt idx="2939">
                  <c:v>15350</c:v>
                </c:pt>
                <c:pt idx="2940">
                  <c:v>15350</c:v>
                </c:pt>
                <c:pt idx="2941">
                  <c:v>15350</c:v>
                </c:pt>
                <c:pt idx="2942">
                  <c:v>15350</c:v>
                </c:pt>
                <c:pt idx="2943">
                  <c:v>15350</c:v>
                </c:pt>
                <c:pt idx="2944">
                  <c:v>15350</c:v>
                </c:pt>
                <c:pt idx="2945">
                  <c:v>15350</c:v>
                </c:pt>
                <c:pt idx="2946">
                  <c:v>15350</c:v>
                </c:pt>
                <c:pt idx="2947">
                  <c:v>15350</c:v>
                </c:pt>
                <c:pt idx="2948">
                  <c:v>15350</c:v>
                </c:pt>
                <c:pt idx="2949">
                  <c:v>15350</c:v>
                </c:pt>
                <c:pt idx="2950">
                  <c:v>15350</c:v>
                </c:pt>
                <c:pt idx="2951">
                  <c:v>15350</c:v>
                </c:pt>
                <c:pt idx="2952">
                  <c:v>15350</c:v>
                </c:pt>
                <c:pt idx="2953">
                  <c:v>15350</c:v>
                </c:pt>
                <c:pt idx="2954">
                  <c:v>15350</c:v>
                </c:pt>
                <c:pt idx="2955">
                  <c:v>15350</c:v>
                </c:pt>
                <c:pt idx="2956">
                  <c:v>15350</c:v>
                </c:pt>
                <c:pt idx="2957">
                  <c:v>15350</c:v>
                </c:pt>
                <c:pt idx="2958">
                  <c:v>15350</c:v>
                </c:pt>
                <c:pt idx="2959">
                  <c:v>15350</c:v>
                </c:pt>
                <c:pt idx="2960">
                  <c:v>15350</c:v>
                </c:pt>
                <c:pt idx="2961">
                  <c:v>15350</c:v>
                </c:pt>
                <c:pt idx="2962">
                  <c:v>15350</c:v>
                </c:pt>
                <c:pt idx="2963">
                  <c:v>15350</c:v>
                </c:pt>
                <c:pt idx="2964">
                  <c:v>15350</c:v>
                </c:pt>
                <c:pt idx="2965">
                  <c:v>15350</c:v>
                </c:pt>
                <c:pt idx="2966">
                  <c:v>15350</c:v>
                </c:pt>
                <c:pt idx="2967">
                  <c:v>15350</c:v>
                </c:pt>
                <c:pt idx="2968">
                  <c:v>15350</c:v>
                </c:pt>
                <c:pt idx="2969">
                  <c:v>15350</c:v>
                </c:pt>
                <c:pt idx="2970">
                  <c:v>15350</c:v>
                </c:pt>
                <c:pt idx="2971">
                  <c:v>15350</c:v>
                </c:pt>
                <c:pt idx="2972">
                  <c:v>15350</c:v>
                </c:pt>
                <c:pt idx="2973">
                  <c:v>15350</c:v>
                </c:pt>
                <c:pt idx="2974">
                  <c:v>15350</c:v>
                </c:pt>
                <c:pt idx="2975">
                  <c:v>15350</c:v>
                </c:pt>
                <c:pt idx="2976">
                  <c:v>15350</c:v>
                </c:pt>
                <c:pt idx="2977">
                  <c:v>15350</c:v>
                </c:pt>
                <c:pt idx="2978">
                  <c:v>15350</c:v>
                </c:pt>
                <c:pt idx="2979">
                  <c:v>15350</c:v>
                </c:pt>
                <c:pt idx="2980">
                  <c:v>15350</c:v>
                </c:pt>
                <c:pt idx="2981">
                  <c:v>15350</c:v>
                </c:pt>
                <c:pt idx="2982">
                  <c:v>15350</c:v>
                </c:pt>
                <c:pt idx="2983">
                  <c:v>15350</c:v>
                </c:pt>
                <c:pt idx="2984">
                  <c:v>15400</c:v>
                </c:pt>
                <c:pt idx="2985">
                  <c:v>15400</c:v>
                </c:pt>
                <c:pt idx="2986">
                  <c:v>15400</c:v>
                </c:pt>
                <c:pt idx="2987">
                  <c:v>15400</c:v>
                </c:pt>
                <c:pt idx="2988">
                  <c:v>15400</c:v>
                </c:pt>
                <c:pt idx="2989">
                  <c:v>15400</c:v>
                </c:pt>
                <c:pt idx="2990">
                  <c:v>15450</c:v>
                </c:pt>
                <c:pt idx="2991">
                  <c:v>15450</c:v>
                </c:pt>
                <c:pt idx="2992">
                  <c:v>15450</c:v>
                </c:pt>
                <c:pt idx="2993">
                  <c:v>15450</c:v>
                </c:pt>
                <c:pt idx="2994">
                  <c:v>15550</c:v>
                </c:pt>
                <c:pt idx="2995">
                  <c:v>15550</c:v>
                </c:pt>
                <c:pt idx="2996">
                  <c:v>15550</c:v>
                </c:pt>
                <c:pt idx="2997">
                  <c:v>15550</c:v>
                </c:pt>
                <c:pt idx="2998">
                  <c:v>15550</c:v>
                </c:pt>
                <c:pt idx="2999">
                  <c:v>15650</c:v>
                </c:pt>
                <c:pt idx="3000">
                  <c:v>15650</c:v>
                </c:pt>
                <c:pt idx="3001">
                  <c:v>15650</c:v>
                </c:pt>
                <c:pt idx="3002">
                  <c:v>15650</c:v>
                </c:pt>
                <c:pt idx="3003">
                  <c:v>15650</c:v>
                </c:pt>
                <c:pt idx="3004">
                  <c:v>15650</c:v>
                </c:pt>
                <c:pt idx="3005">
                  <c:v>15650</c:v>
                </c:pt>
                <c:pt idx="3006">
                  <c:v>15800</c:v>
                </c:pt>
                <c:pt idx="3007">
                  <c:v>15800</c:v>
                </c:pt>
                <c:pt idx="3008">
                  <c:v>15800</c:v>
                </c:pt>
                <c:pt idx="3009">
                  <c:v>15800</c:v>
                </c:pt>
                <c:pt idx="3010">
                  <c:v>15800</c:v>
                </c:pt>
                <c:pt idx="3011">
                  <c:v>15800</c:v>
                </c:pt>
                <c:pt idx="3012">
                  <c:v>15800</c:v>
                </c:pt>
                <c:pt idx="3013">
                  <c:v>15800</c:v>
                </c:pt>
                <c:pt idx="3014">
                  <c:v>15800</c:v>
                </c:pt>
                <c:pt idx="3015">
                  <c:v>15800</c:v>
                </c:pt>
                <c:pt idx="3016">
                  <c:v>15800</c:v>
                </c:pt>
                <c:pt idx="3017">
                  <c:v>15800</c:v>
                </c:pt>
                <c:pt idx="3018">
                  <c:v>15800</c:v>
                </c:pt>
                <c:pt idx="3019">
                  <c:v>15800</c:v>
                </c:pt>
                <c:pt idx="3020">
                  <c:v>15800</c:v>
                </c:pt>
                <c:pt idx="3021">
                  <c:v>15800</c:v>
                </c:pt>
                <c:pt idx="3022">
                  <c:v>15800</c:v>
                </c:pt>
                <c:pt idx="3023">
                  <c:v>15800</c:v>
                </c:pt>
                <c:pt idx="3024">
                  <c:v>15800</c:v>
                </c:pt>
                <c:pt idx="3025">
                  <c:v>15800</c:v>
                </c:pt>
                <c:pt idx="3026">
                  <c:v>15800</c:v>
                </c:pt>
                <c:pt idx="3027">
                  <c:v>15800</c:v>
                </c:pt>
                <c:pt idx="3028">
                  <c:v>15800</c:v>
                </c:pt>
                <c:pt idx="3029">
                  <c:v>15800</c:v>
                </c:pt>
                <c:pt idx="3030">
                  <c:v>15800</c:v>
                </c:pt>
                <c:pt idx="3031">
                  <c:v>15800</c:v>
                </c:pt>
                <c:pt idx="3032">
                  <c:v>15800</c:v>
                </c:pt>
                <c:pt idx="3033">
                  <c:v>15650</c:v>
                </c:pt>
                <c:pt idx="3034">
                  <c:v>15650</c:v>
                </c:pt>
                <c:pt idx="3035">
                  <c:v>15650</c:v>
                </c:pt>
                <c:pt idx="3036">
                  <c:v>15650</c:v>
                </c:pt>
                <c:pt idx="3037">
                  <c:v>15650</c:v>
                </c:pt>
                <c:pt idx="3038">
                  <c:v>15650</c:v>
                </c:pt>
                <c:pt idx="3039">
                  <c:v>15650</c:v>
                </c:pt>
                <c:pt idx="3040">
                  <c:v>15650</c:v>
                </c:pt>
                <c:pt idx="3041">
                  <c:v>15650</c:v>
                </c:pt>
                <c:pt idx="3042">
                  <c:v>15650</c:v>
                </c:pt>
                <c:pt idx="3043">
                  <c:v>15650</c:v>
                </c:pt>
                <c:pt idx="3044">
                  <c:v>15650</c:v>
                </c:pt>
                <c:pt idx="3045">
                  <c:v>15650</c:v>
                </c:pt>
                <c:pt idx="3046">
                  <c:v>15650</c:v>
                </c:pt>
                <c:pt idx="3047">
                  <c:v>15650</c:v>
                </c:pt>
                <c:pt idx="3048">
                  <c:v>15650</c:v>
                </c:pt>
                <c:pt idx="3049">
                  <c:v>15650</c:v>
                </c:pt>
                <c:pt idx="3050">
                  <c:v>15550</c:v>
                </c:pt>
                <c:pt idx="3051">
                  <c:v>15550</c:v>
                </c:pt>
                <c:pt idx="3052">
                  <c:v>15550</c:v>
                </c:pt>
                <c:pt idx="3053">
                  <c:v>15550</c:v>
                </c:pt>
                <c:pt idx="3054">
                  <c:v>15550</c:v>
                </c:pt>
                <c:pt idx="3055">
                  <c:v>15550</c:v>
                </c:pt>
                <c:pt idx="3056">
                  <c:v>15550</c:v>
                </c:pt>
                <c:pt idx="3057">
                  <c:v>15550</c:v>
                </c:pt>
                <c:pt idx="3058">
                  <c:v>15550</c:v>
                </c:pt>
                <c:pt idx="3059">
                  <c:v>15550</c:v>
                </c:pt>
                <c:pt idx="3060">
                  <c:v>15550</c:v>
                </c:pt>
                <c:pt idx="3061">
                  <c:v>15450</c:v>
                </c:pt>
                <c:pt idx="3062">
                  <c:v>15450</c:v>
                </c:pt>
                <c:pt idx="3063">
                  <c:v>15450</c:v>
                </c:pt>
                <c:pt idx="3064">
                  <c:v>15450</c:v>
                </c:pt>
                <c:pt idx="3065">
                  <c:v>15450</c:v>
                </c:pt>
                <c:pt idx="3066">
                  <c:v>15450</c:v>
                </c:pt>
                <c:pt idx="3067">
                  <c:v>15400</c:v>
                </c:pt>
                <c:pt idx="3068">
                  <c:v>15400</c:v>
                </c:pt>
                <c:pt idx="3069">
                  <c:v>15400</c:v>
                </c:pt>
                <c:pt idx="3070">
                  <c:v>15400</c:v>
                </c:pt>
                <c:pt idx="3071">
                  <c:v>15400</c:v>
                </c:pt>
                <c:pt idx="3072">
                  <c:v>15400</c:v>
                </c:pt>
                <c:pt idx="3073">
                  <c:v>15400</c:v>
                </c:pt>
                <c:pt idx="3074">
                  <c:v>15400</c:v>
                </c:pt>
                <c:pt idx="3075">
                  <c:v>15200</c:v>
                </c:pt>
                <c:pt idx="3076">
                  <c:v>15200</c:v>
                </c:pt>
                <c:pt idx="3077">
                  <c:v>15200</c:v>
                </c:pt>
                <c:pt idx="3078">
                  <c:v>15200</c:v>
                </c:pt>
                <c:pt idx="3079">
                  <c:v>15200</c:v>
                </c:pt>
                <c:pt idx="3080">
                  <c:v>15200</c:v>
                </c:pt>
                <c:pt idx="3081">
                  <c:v>15200</c:v>
                </c:pt>
                <c:pt idx="3082">
                  <c:v>15050</c:v>
                </c:pt>
                <c:pt idx="3083">
                  <c:v>15050</c:v>
                </c:pt>
                <c:pt idx="3084">
                  <c:v>15050</c:v>
                </c:pt>
                <c:pt idx="3085">
                  <c:v>15050</c:v>
                </c:pt>
                <c:pt idx="3086">
                  <c:v>15050</c:v>
                </c:pt>
                <c:pt idx="3087">
                  <c:v>15050</c:v>
                </c:pt>
                <c:pt idx="3088">
                  <c:v>15050</c:v>
                </c:pt>
                <c:pt idx="3089">
                  <c:v>15050</c:v>
                </c:pt>
                <c:pt idx="3090">
                  <c:v>15050</c:v>
                </c:pt>
                <c:pt idx="3091">
                  <c:v>15050</c:v>
                </c:pt>
                <c:pt idx="3092">
                  <c:v>15050</c:v>
                </c:pt>
                <c:pt idx="3093">
                  <c:v>15050</c:v>
                </c:pt>
                <c:pt idx="3094">
                  <c:v>15050</c:v>
                </c:pt>
                <c:pt idx="3095">
                  <c:v>15050</c:v>
                </c:pt>
                <c:pt idx="3096">
                  <c:v>15050</c:v>
                </c:pt>
                <c:pt idx="3097">
                  <c:v>15050</c:v>
                </c:pt>
                <c:pt idx="3098">
                  <c:v>15050</c:v>
                </c:pt>
                <c:pt idx="3099">
                  <c:v>15050</c:v>
                </c:pt>
                <c:pt idx="3100">
                  <c:v>15050</c:v>
                </c:pt>
                <c:pt idx="3101">
                  <c:v>15050</c:v>
                </c:pt>
                <c:pt idx="3102">
                  <c:v>14700</c:v>
                </c:pt>
                <c:pt idx="3103">
                  <c:v>14550</c:v>
                </c:pt>
                <c:pt idx="3104">
                  <c:v>14550</c:v>
                </c:pt>
                <c:pt idx="3105">
                  <c:v>14550</c:v>
                </c:pt>
                <c:pt idx="3106">
                  <c:v>14550</c:v>
                </c:pt>
                <c:pt idx="3107">
                  <c:v>14550</c:v>
                </c:pt>
                <c:pt idx="3108">
                  <c:v>14550</c:v>
                </c:pt>
                <c:pt idx="3109">
                  <c:v>14550</c:v>
                </c:pt>
                <c:pt idx="3110">
                  <c:v>14500</c:v>
                </c:pt>
                <c:pt idx="3111">
                  <c:v>14450</c:v>
                </c:pt>
                <c:pt idx="3112">
                  <c:v>14450</c:v>
                </c:pt>
                <c:pt idx="3113">
                  <c:v>14450</c:v>
                </c:pt>
                <c:pt idx="3114">
                  <c:v>14450</c:v>
                </c:pt>
                <c:pt idx="3115">
                  <c:v>14450</c:v>
                </c:pt>
                <c:pt idx="3116">
                  <c:v>14450</c:v>
                </c:pt>
                <c:pt idx="3117">
                  <c:v>14350</c:v>
                </c:pt>
                <c:pt idx="3118">
                  <c:v>14350</c:v>
                </c:pt>
                <c:pt idx="3119">
                  <c:v>14300</c:v>
                </c:pt>
                <c:pt idx="3120">
                  <c:v>14300</c:v>
                </c:pt>
                <c:pt idx="3121">
                  <c:v>14300</c:v>
                </c:pt>
                <c:pt idx="3122">
                  <c:v>14300</c:v>
                </c:pt>
                <c:pt idx="3123">
                  <c:v>14300</c:v>
                </c:pt>
                <c:pt idx="3124">
                  <c:v>14300</c:v>
                </c:pt>
                <c:pt idx="3125">
                  <c:v>14300</c:v>
                </c:pt>
                <c:pt idx="3126">
                  <c:v>14200</c:v>
                </c:pt>
                <c:pt idx="3127">
                  <c:v>14200</c:v>
                </c:pt>
                <c:pt idx="3128">
                  <c:v>14200</c:v>
                </c:pt>
                <c:pt idx="3129">
                  <c:v>14200</c:v>
                </c:pt>
                <c:pt idx="3130">
                  <c:v>14200</c:v>
                </c:pt>
                <c:pt idx="3131">
                  <c:v>14200</c:v>
                </c:pt>
                <c:pt idx="3132">
                  <c:v>14150</c:v>
                </c:pt>
                <c:pt idx="3133">
                  <c:v>14150</c:v>
                </c:pt>
                <c:pt idx="3134">
                  <c:v>14150</c:v>
                </c:pt>
                <c:pt idx="3135">
                  <c:v>14150</c:v>
                </c:pt>
                <c:pt idx="3136">
                  <c:v>14150</c:v>
                </c:pt>
                <c:pt idx="3137">
                  <c:v>14150</c:v>
                </c:pt>
                <c:pt idx="3138">
                  <c:v>14150</c:v>
                </c:pt>
                <c:pt idx="3139">
                  <c:v>14050</c:v>
                </c:pt>
                <c:pt idx="3140">
                  <c:v>14050</c:v>
                </c:pt>
                <c:pt idx="3141">
                  <c:v>14050</c:v>
                </c:pt>
                <c:pt idx="3142">
                  <c:v>14050</c:v>
                </c:pt>
                <c:pt idx="3143">
                  <c:v>14050</c:v>
                </c:pt>
                <c:pt idx="3144">
                  <c:v>13900</c:v>
                </c:pt>
                <c:pt idx="3145">
                  <c:v>13900</c:v>
                </c:pt>
                <c:pt idx="3146">
                  <c:v>13900</c:v>
                </c:pt>
                <c:pt idx="3147">
                  <c:v>13900</c:v>
                </c:pt>
                <c:pt idx="3148">
                  <c:v>13900</c:v>
                </c:pt>
                <c:pt idx="3149">
                  <c:v>13900</c:v>
                </c:pt>
                <c:pt idx="3150">
                  <c:v>13900</c:v>
                </c:pt>
                <c:pt idx="3151">
                  <c:v>13900</c:v>
                </c:pt>
                <c:pt idx="3152">
                  <c:v>13800</c:v>
                </c:pt>
                <c:pt idx="3153">
                  <c:v>13800</c:v>
                </c:pt>
                <c:pt idx="3154">
                  <c:v>13800</c:v>
                </c:pt>
                <c:pt idx="3155">
                  <c:v>13800</c:v>
                </c:pt>
                <c:pt idx="3156">
                  <c:v>13800</c:v>
                </c:pt>
                <c:pt idx="3157">
                  <c:v>13800</c:v>
                </c:pt>
                <c:pt idx="3158">
                  <c:v>13800</c:v>
                </c:pt>
                <c:pt idx="3159">
                  <c:v>13800</c:v>
                </c:pt>
                <c:pt idx="3160">
                  <c:v>13800</c:v>
                </c:pt>
                <c:pt idx="3161">
                  <c:v>13800</c:v>
                </c:pt>
                <c:pt idx="3162">
                  <c:v>13800</c:v>
                </c:pt>
                <c:pt idx="3163">
                  <c:v>13800</c:v>
                </c:pt>
                <c:pt idx="3164">
                  <c:v>13800</c:v>
                </c:pt>
                <c:pt idx="3165">
                  <c:v>13800</c:v>
                </c:pt>
                <c:pt idx="3166">
                  <c:v>13750</c:v>
                </c:pt>
                <c:pt idx="3167">
                  <c:v>13750</c:v>
                </c:pt>
                <c:pt idx="3168">
                  <c:v>13750</c:v>
                </c:pt>
                <c:pt idx="3169">
                  <c:v>13750</c:v>
                </c:pt>
                <c:pt idx="3170">
                  <c:v>13750</c:v>
                </c:pt>
                <c:pt idx="3171">
                  <c:v>13750</c:v>
                </c:pt>
                <c:pt idx="3172">
                  <c:v>13750</c:v>
                </c:pt>
                <c:pt idx="3173">
                  <c:v>13750</c:v>
                </c:pt>
                <c:pt idx="3174">
                  <c:v>13750</c:v>
                </c:pt>
                <c:pt idx="3175">
                  <c:v>13750</c:v>
                </c:pt>
                <c:pt idx="3176">
                  <c:v>13750</c:v>
                </c:pt>
                <c:pt idx="3177">
                  <c:v>13750</c:v>
                </c:pt>
                <c:pt idx="3178">
                  <c:v>13750</c:v>
                </c:pt>
                <c:pt idx="3179">
                  <c:v>13750</c:v>
                </c:pt>
                <c:pt idx="3180">
                  <c:v>13750</c:v>
                </c:pt>
                <c:pt idx="3181">
                  <c:v>13750</c:v>
                </c:pt>
                <c:pt idx="3182">
                  <c:v>13750</c:v>
                </c:pt>
                <c:pt idx="3183">
                  <c:v>13750</c:v>
                </c:pt>
                <c:pt idx="3184">
                  <c:v>13750</c:v>
                </c:pt>
                <c:pt idx="3185">
                  <c:v>13750</c:v>
                </c:pt>
                <c:pt idx="3186">
                  <c:v>13750</c:v>
                </c:pt>
                <c:pt idx="3187">
                  <c:v>13750</c:v>
                </c:pt>
                <c:pt idx="3188">
                  <c:v>13750</c:v>
                </c:pt>
                <c:pt idx="3189">
                  <c:v>13750</c:v>
                </c:pt>
                <c:pt idx="3190">
                  <c:v>13750</c:v>
                </c:pt>
                <c:pt idx="3191">
                  <c:v>13800</c:v>
                </c:pt>
                <c:pt idx="3192">
                  <c:v>13800</c:v>
                </c:pt>
                <c:pt idx="3193">
                  <c:v>13800</c:v>
                </c:pt>
                <c:pt idx="3194">
                  <c:v>13800</c:v>
                </c:pt>
                <c:pt idx="3195">
                  <c:v>13800</c:v>
                </c:pt>
                <c:pt idx="3196">
                  <c:v>13800</c:v>
                </c:pt>
                <c:pt idx="3197">
                  <c:v>13800</c:v>
                </c:pt>
                <c:pt idx="3198">
                  <c:v>13800</c:v>
                </c:pt>
                <c:pt idx="3199">
                  <c:v>13800</c:v>
                </c:pt>
                <c:pt idx="3200">
                  <c:v>13800</c:v>
                </c:pt>
                <c:pt idx="3201">
                  <c:v>13800</c:v>
                </c:pt>
                <c:pt idx="3202">
                  <c:v>13800</c:v>
                </c:pt>
                <c:pt idx="3203">
                  <c:v>13900</c:v>
                </c:pt>
                <c:pt idx="3204">
                  <c:v>13900</c:v>
                </c:pt>
                <c:pt idx="3205">
                  <c:v>13900</c:v>
                </c:pt>
                <c:pt idx="3206">
                  <c:v>13900</c:v>
                </c:pt>
                <c:pt idx="3207">
                  <c:v>13950</c:v>
                </c:pt>
                <c:pt idx="3208">
                  <c:v>13950</c:v>
                </c:pt>
                <c:pt idx="3209">
                  <c:v>13950</c:v>
                </c:pt>
                <c:pt idx="3210">
                  <c:v>13950</c:v>
                </c:pt>
                <c:pt idx="3211">
                  <c:v>13950</c:v>
                </c:pt>
                <c:pt idx="3212">
                  <c:v>13950</c:v>
                </c:pt>
                <c:pt idx="3213">
                  <c:v>13950</c:v>
                </c:pt>
                <c:pt idx="3214">
                  <c:v>13950</c:v>
                </c:pt>
                <c:pt idx="3215">
                  <c:v>13950</c:v>
                </c:pt>
                <c:pt idx="3216">
                  <c:v>13950</c:v>
                </c:pt>
                <c:pt idx="3217">
                  <c:v>13950</c:v>
                </c:pt>
                <c:pt idx="3218">
                  <c:v>13950</c:v>
                </c:pt>
                <c:pt idx="3219">
                  <c:v>13950</c:v>
                </c:pt>
                <c:pt idx="3220">
                  <c:v>13950</c:v>
                </c:pt>
                <c:pt idx="3221">
                  <c:v>13950</c:v>
                </c:pt>
                <c:pt idx="3222">
                  <c:v>13950</c:v>
                </c:pt>
                <c:pt idx="3223">
                  <c:v>13950</c:v>
                </c:pt>
                <c:pt idx="3224">
                  <c:v>14000</c:v>
                </c:pt>
                <c:pt idx="3225">
                  <c:v>14000</c:v>
                </c:pt>
                <c:pt idx="3226">
                  <c:v>14000</c:v>
                </c:pt>
                <c:pt idx="3227">
                  <c:v>14000</c:v>
                </c:pt>
                <c:pt idx="3228">
                  <c:v>14000</c:v>
                </c:pt>
                <c:pt idx="3229">
                  <c:v>14000</c:v>
                </c:pt>
                <c:pt idx="3230">
                  <c:v>14000</c:v>
                </c:pt>
                <c:pt idx="3231">
                  <c:v>14000</c:v>
                </c:pt>
                <c:pt idx="3232">
                  <c:v>14000</c:v>
                </c:pt>
                <c:pt idx="3233">
                  <c:v>14000</c:v>
                </c:pt>
                <c:pt idx="3234">
                  <c:v>14000</c:v>
                </c:pt>
                <c:pt idx="3235">
                  <c:v>14000</c:v>
                </c:pt>
                <c:pt idx="3236">
                  <c:v>14000</c:v>
                </c:pt>
                <c:pt idx="3237">
                  <c:v>14000</c:v>
                </c:pt>
                <c:pt idx="3238">
                  <c:v>14000</c:v>
                </c:pt>
                <c:pt idx="3239">
                  <c:v>14000</c:v>
                </c:pt>
                <c:pt idx="3240">
                  <c:v>14000</c:v>
                </c:pt>
                <c:pt idx="3241">
                  <c:v>14000</c:v>
                </c:pt>
                <c:pt idx="3242">
                  <c:v>14000</c:v>
                </c:pt>
                <c:pt idx="3243">
                  <c:v>14000</c:v>
                </c:pt>
                <c:pt idx="3244">
                  <c:v>14000</c:v>
                </c:pt>
                <c:pt idx="3245">
                  <c:v>14000</c:v>
                </c:pt>
                <c:pt idx="3246">
                  <c:v>14000</c:v>
                </c:pt>
                <c:pt idx="3247">
                  <c:v>14000</c:v>
                </c:pt>
                <c:pt idx="3248">
                  <c:v>14000</c:v>
                </c:pt>
                <c:pt idx="3249">
                  <c:v>14000</c:v>
                </c:pt>
                <c:pt idx="3250">
                  <c:v>14000</c:v>
                </c:pt>
                <c:pt idx="3251">
                  <c:v>14000</c:v>
                </c:pt>
                <c:pt idx="3252">
                  <c:v>14000</c:v>
                </c:pt>
                <c:pt idx="3253">
                  <c:v>14000</c:v>
                </c:pt>
                <c:pt idx="3254">
                  <c:v>14000</c:v>
                </c:pt>
                <c:pt idx="3255">
                  <c:v>14000</c:v>
                </c:pt>
                <c:pt idx="3256">
                  <c:v>14000</c:v>
                </c:pt>
                <c:pt idx="3257">
                  <c:v>14150</c:v>
                </c:pt>
                <c:pt idx="3258">
                  <c:v>14150</c:v>
                </c:pt>
                <c:pt idx="3259">
                  <c:v>14250</c:v>
                </c:pt>
                <c:pt idx="3260">
                  <c:v>14250</c:v>
                </c:pt>
                <c:pt idx="3261">
                  <c:v>14250</c:v>
                </c:pt>
                <c:pt idx="3262">
                  <c:v>14250</c:v>
                </c:pt>
                <c:pt idx="3263">
                  <c:v>14250</c:v>
                </c:pt>
                <c:pt idx="3264">
                  <c:v>14300</c:v>
                </c:pt>
                <c:pt idx="3265">
                  <c:v>14300</c:v>
                </c:pt>
                <c:pt idx="3266">
                  <c:v>14300</c:v>
                </c:pt>
                <c:pt idx="3267">
                  <c:v>14300</c:v>
                </c:pt>
                <c:pt idx="3268">
                  <c:v>14300</c:v>
                </c:pt>
                <c:pt idx="3269">
                  <c:v>14300</c:v>
                </c:pt>
                <c:pt idx="3270">
                  <c:v>14300</c:v>
                </c:pt>
                <c:pt idx="3271">
                  <c:v>14400</c:v>
                </c:pt>
                <c:pt idx="3272">
                  <c:v>14400</c:v>
                </c:pt>
                <c:pt idx="3273">
                  <c:v>14400</c:v>
                </c:pt>
                <c:pt idx="3274">
                  <c:v>14400</c:v>
                </c:pt>
                <c:pt idx="3275">
                  <c:v>14400</c:v>
                </c:pt>
                <c:pt idx="3276">
                  <c:v>14400</c:v>
                </c:pt>
                <c:pt idx="3277">
                  <c:v>14400</c:v>
                </c:pt>
                <c:pt idx="3278">
                  <c:v>14400</c:v>
                </c:pt>
                <c:pt idx="3279">
                  <c:v>14400</c:v>
                </c:pt>
                <c:pt idx="3280">
                  <c:v>14400</c:v>
                </c:pt>
                <c:pt idx="3281">
                  <c:v>14400</c:v>
                </c:pt>
                <c:pt idx="3282">
                  <c:v>14400</c:v>
                </c:pt>
                <c:pt idx="3283">
                  <c:v>14400</c:v>
                </c:pt>
                <c:pt idx="3284">
                  <c:v>14650</c:v>
                </c:pt>
                <c:pt idx="3285">
                  <c:v>14650</c:v>
                </c:pt>
                <c:pt idx="3286">
                  <c:v>14650</c:v>
                </c:pt>
                <c:pt idx="3287">
                  <c:v>14650</c:v>
                </c:pt>
                <c:pt idx="3288">
                  <c:v>14650</c:v>
                </c:pt>
                <c:pt idx="3289">
                  <c:v>14650</c:v>
                </c:pt>
                <c:pt idx="3290">
                  <c:v>14650</c:v>
                </c:pt>
                <c:pt idx="3291">
                  <c:v>14700</c:v>
                </c:pt>
                <c:pt idx="3292">
                  <c:v>14700</c:v>
                </c:pt>
                <c:pt idx="3293">
                  <c:v>14700</c:v>
                </c:pt>
                <c:pt idx="3294">
                  <c:v>14700</c:v>
                </c:pt>
                <c:pt idx="3295">
                  <c:v>14700</c:v>
                </c:pt>
                <c:pt idx="3296">
                  <c:v>14700</c:v>
                </c:pt>
                <c:pt idx="3297">
                  <c:v>14700</c:v>
                </c:pt>
                <c:pt idx="3298">
                  <c:v>14700</c:v>
                </c:pt>
                <c:pt idx="3299">
                  <c:v>14700</c:v>
                </c:pt>
                <c:pt idx="3300">
                  <c:v>14700</c:v>
                </c:pt>
                <c:pt idx="3301">
                  <c:v>14700</c:v>
                </c:pt>
                <c:pt idx="3302">
                  <c:v>14700</c:v>
                </c:pt>
                <c:pt idx="3303">
                  <c:v>14700</c:v>
                </c:pt>
                <c:pt idx="3304">
                  <c:v>14700</c:v>
                </c:pt>
                <c:pt idx="3305">
                  <c:v>14700</c:v>
                </c:pt>
                <c:pt idx="3306">
                  <c:v>14700</c:v>
                </c:pt>
                <c:pt idx="3307">
                  <c:v>14700</c:v>
                </c:pt>
                <c:pt idx="3308">
                  <c:v>14700</c:v>
                </c:pt>
                <c:pt idx="3309">
                  <c:v>14700</c:v>
                </c:pt>
                <c:pt idx="3310">
                  <c:v>14700</c:v>
                </c:pt>
                <c:pt idx="3311">
                  <c:v>14700</c:v>
                </c:pt>
                <c:pt idx="3312">
                  <c:v>14700</c:v>
                </c:pt>
                <c:pt idx="3313">
                  <c:v>14700</c:v>
                </c:pt>
                <c:pt idx="3314">
                  <c:v>14700</c:v>
                </c:pt>
                <c:pt idx="3315">
                  <c:v>14700</c:v>
                </c:pt>
                <c:pt idx="3316">
                  <c:v>14700</c:v>
                </c:pt>
                <c:pt idx="3317">
                  <c:v>14700</c:v>
                </c:pt>
                <c:pt idx="3318">
                  <c:v>14700</c:v>
                </c:pt>
                <c:pt idx="3319">
                  <c:v>14700</c:v>
                </c:pt>
                <c:pt idx="3320">
                  <c:v>14800</c:v>
                </c:pt>
                <c:pt idx="3321">
                  <c:v>14800</c:v>
                </c:pt>
                <c:pt idx="3322">
                  <c:v>14800</c:v>
                </c:pt>
                <c:pt idx="3323">
                  <c:v>14800</c:v>
                </c:pt>
                <c:pt idx="3324">
                  <c:v>14800</c:v>
                </c:pt>
                <c:pt idx="3325">
                  <c:v>14800</c:v>
                </c:pt>
                <c:pt idx="3326">
                  <c:v>14800</c:v>
                </c:pt>
                <c:pt idx="3327">
                  <c:v>14800</c:v>
                </c:pt>
                <c:pt idx="3328">
                  <c:v>14800</c:v>
                </c:pt>
                <c:pt idx="3329">
                  <c:v>14800</c:v>
                </c:pt>
                <c:pt idx="3330">
                  <c:v>14800</c:v>
                </c:pt>
                <c:pt idx="3331">
                  <c:v>14800</c:v>
                </c:pt>
                <c:pt idx="3332">
                  <c:v>14800</c:v>
                </c:pt>
                <c:pt idx="3333">
                  <c:v>14800</c:v>
                </c:pt>
                <c:pt idx="3334">
                  <c:v>14800</c:v>
                </c:pt>
                <c:pt idx="3335">
                  <c:v>14800</c:v>
                </c:pt>
                <c:pt idx="3336">
                  <c:v>14800</c:v>
                </c:pt>
                <c:pt idx="3337">
                  <c:v>14800</c:v>
                </c:pt>
                <c:pt idx="3338">
                  <c:v>14800</c:v>
                </c:pt>
                <c:pt idx="3339">
                  <c:v>14800</c:v>
                </c:pt>
                <c:pt idx="3340">
                  <c:v>14800</c:v>
                </c:pt>
                <c:pt idx="3341">
                  <c:v>14800</c:v>
                </c:pt>
                <c:pt idx="3342">
                  <c:v>14800</c:v>
                </c:pt>
                <c:pt idx="3343">
                  <c:v>14800</c:v>
                </c:pt>
                <c:pt idx="3344">
                  <c:v>14800</c:v>
                </c:pt>
                <c:pt idx="3345">
                  <c:v>14800</c:v>
                </c:pt>
                <c:pt idx="3346">
                  <c:v>14800</c:v>
                </c:pt>
                <c:pt idx="3347">
                  <c:v>14800</c:v>
                </c:pt>
                <c:pt idx="3348">
                  <c:v>14800</c:v>
                </c:pt>
                <c:pt idx="3349">
                  <c:v>14800</c:v>
                </c:pt>
                <c:pt idx="3350">
                  <c:v>14800</c:v>
                </c:pt>
                <c:pt idx="3351">
                  <c:v>14800</c:v>
                </c:pt>
                <c:pt idx="3352">
                  <c:v>14800</c:v>
                </c:pt>
                <c:pt idx="3353">
                  <c:v>14800</c:v>
                </c:pt>
                <c:pt idx="3354">
                  <c:v>14800</c:v>
                </c:pt>
                <c:pt idx="3355">
                  <c:v>14700</c:v>
                </c:pt>
                <c:pt idx="3356">
                  <c:v>14700</c:v>
                </c:pt>
                <c:pt idx="3357">
                  <c:v>14700</c:v>
                </c:pt>
                <c:pt idx="3358">
                  <c:v>14700</c:v>
                </c:pt>
                <c:pt idx="3359">
                  <c:v>14700</c:v>
                </c:pt>
                <c:pt idx="3360">
                  <c:v>14700</c:v>
                </c:pt>
                <c:pt idx="3361">
                  <c:v>14700</c:v>
                </c:pt>
                <c:pt idx="3362">
                  <c:v>14650</c:v>
                </c:pt>
                <c:pt idx="3363">
                  <c:v>14600</c:v>
                </c:pt>
                <c:pt idx="3364">
                  <c:v>14600</c:v>
                </c:pt>
                <c:pt idx="3365">
                  <c:v>14600</c:v>
                </c:pt>
                <c:pt idx="3366">
                  <c:v>14600</c:v>
                </c:pt>
                <c:pt idx="3367">
                  <c:v>14600</c:v>
                </c:pt>
                <c:pt idx="3368">
                  <c:v>14600</c:v>
                </c:pt>
                <c:pt idx="3369">
                  <c:v>14600</c:v>
                </c:pt>
                <c:pt idx="3370">
                  <c:v>14600</c:v>
                </c:pt>
                <c:pt idx="3371">
                  <c:v>14550</c:v>
                </c:pt>
                <c:pt idx="3372">
                  <c:v>14550</c:v>
                </c:pt>
                <c:pt idx="3373">
                  <c:v>14550</c:v>
                </c:pt>
                <c:pt idx="3374">
                  <c:v>14550</c:v>
                </c:pt>
                <c:pt idx="3375">
                  <c:v>14550</c:v>
                </c:pt>
                <c:pt idx="3376">
                  <c:v>14550</c:v>
                </c:pt>
                <c:pt idx="3377">
                  <c:v>14550</c:v>
                </c:pt>
                <c:pt idx="3378">
                  <c:v>14550</c:v>
                </c:pt>
                <c:pt idx="3379">
                  <c:v>14550</c:v>
                </c:pt>
                <c:pt idx="3380">
                  <c:v>14550</c:v>
                </c:pt>
                <c:pt idx="3381">
                  <c:v>14550</c:v>
                </c:pt>
                <c:pt idx="3382">
                  <c:v>14550</c:v>
                </c:pt>
                <c:pt idx="3383">
                  <c:v>14550</c:v>
                </c:pt>
                <c:pt idx="3384">
                  <c:v>14550</c:v>
                </c:pt>
                <c:pt idx="3385">
                  <c:v>14450</c:v>
                </c:pt>
                <c:pt idx="3386">
                  <c:v>14450</c:v>
                </c:pt>
                <c:pt idx="3387">
                  <c:v>14450</c:v>
                </c:pt>
                <c:pt idx="3388">
                  <c:v>14450</c:v>
                </c:pt>
                <c:pt idx="3389">
                  <c:v>14450</c:v>
                </c:pt>
                <c:pt idx="3390">
                  <c:v>14400</c:v>
                </c:pt>
                <c:pt idx="3391">
                  <c:v>14400</c:v>
                </c:pt>
                <c:pt idx="3392">
                  <c:v>14400</c:v>
                </c:pt>
                <c:pt idx="3393">
                  <c:v>14400</c:v>
                </c:pt>
                <c:pt idx="3394">
                  <c:v>14400</c:v>
                </c:pt>
                <c:pt idx="3395">
                  <c:v>14400</c:v>
                </c:pt>
                <c:pt idx="3396">
                  <c:v>14250</c:v>
                </c:pt>
                <c:pt idx="3397">
                  <c:v>14250</c:v>
                </c:pt>
                <c:pt idx="3398">
                  <c:v>14250</c:v>
                </c:pt>
                <c:pt idx="3399">
                  <c:v>14250</c:v>
                </c:pt>
                <c:pt idx="3400">
                  <c:v>14250</c:v>
                </c:pt>
                <c:pt idx="3401">
                  <c:v>14250</c:v>
                </c:pt>
                <c:pt idx="3402">
                  <c:v>14250</c:v>
                </c:pt>
                <c:pt idx="3403">
                  <c:v>14200</c:v>
                </c:pt>
                <c:pt idx="3404">
                  <c:v>14200</c:v>
                </c:pt>
                <c:pt idx="3405">
                  <c:v>14200</c:v>
                </c:pt>
                <c:pt idx="3406">
                  <c:v>14200</c:v>
                </c:pt>
                <c:pt idx="3407">
                  <c:v>14200</c:v>
                </c:pt>
                <c:pt idx="3408">
                  <c:v>14200</c:v>
                </c:pt>
                <c:pt idx="3409">
                  <c:v>14200</c:v>
                </c:pt>
                <c:pt idx="3410">
                  <c:v>14200</c:v>
                </c:pt>
                <c:pt idx="3411">
                  <c:v>14200</c:v>
                </c:pt>
                <c:pt idx="3412">
                  <c:v>14100</c:v>
                </c:pt>
                <c:pt idx="3413">
                  <c:v>14100</c:v>
                </c:pt>
                <c:pt idx="3414">
                  <c:v>14100</c:v>
                </c:pt>
                <c:pt idx="3415">
                  <c:v>14100</c:v>
                </c:pt>
                <c:pt idx="3416">
                  <c:v>14100</c:v>
                </c:pt>
                <c:pt idx="3417">
                  <c:v>14000</c:v>
                </c:pt>
                <c:pt idx="3418">
                  <c:v>13900</c:v>
                </c:pt>
                <c:pt idx="3419">
                  <c:v>13900</c:v>
                </c:pt>
                <c:pt idx="3420">
                  <c:v>13850</c:v>
                </c:pt>
                <c:pt idx="3421">
                  <c:v>13850</c:v>
                </c:pt>
                <c:pt idx="3422">
                  <c:v>13850</c:v>
                </c:pt>
                <c:pt idx="3423">
                  <c:v>13850</c:v>
                </c:pt>
                <c:pt idx="3424">
                  <c:v>13650</c:v>
                </c:pt>
                <c:pt idx="3425">
                  <c:v>13650</c:v>
                </c:pt>
                <c:pt idx="3426">
                  <c:v>13500</c:v>
                </c:pt>
                <c:pt idx="3427">
                  <c:v>13400</c:v>
                </c:pt>
                <c:pt idx="3428">
                  <c:v>13400</c:v>
                </c:pt>
                <c:pt idx="3429">
                  <c:v>13400</c:v>
                </c:pt>
                <c:pt idx="3430">
                  <c:v>13400</c:v>
                </c:pt>
                <c:pt idx="3431">
                  <c:v>13400</c:v>
                </c:pt>
                <c:pt idx="3432">
                  <c:v>13300</c:v>
                </c:pt>
                <c:pt idx="3433">
                  <c:v>13300</c:v>
                </c:pt>
                <c:pt idx="3434">
                  <c:v>13300</c:v>
                </c:pt>
                <c:pt idx="3435">
                  <c:v>13300</c:v>
                </c:pt>
                <c:pt idx="3436">
                  <c:v>13300</c:v>
                </c:pt>
                <c:pt idx="3437">
                  <c:v>13300</c:v>
                </c:pt>
                <c:pt idx="3438">
                  <c:v>13300</c:v>
                </c:pt>
                <c:pt idx="3439">
                  <c:v>13300</c:v>
                </c:pt>
                <c:pt idx="3440">
                  <c:v>13300</c:v>
                </c:pt>
                <c:pt idx="3441">
                  <c:v>13300</c:v>
                </c:pt>
                <c:pt idx="3442">
                  <c:v>13300</c:v>
                </c:pt>
                <c:pt idx="3443">
                  <c:v>13300</c:v>
                </c:pt>
                <c:pt idx="3444">
                  <c:v>13300</c:v>
                </c:pt>
                <c:pt idx="3445">
                  <c:v>13100</c:v>
                </c:pt>
                <c:pt idx="3446">
                  <c:v>13100</c:v>
                </c:pt>
                <c:pt idx="3447">
                  <c:v>13100</c:v>
                </c:pt>
                <c:pt idx="3448">
                  <c:v>13050</c:v>
                </c:pt>
                <c:pt idx="3449">
                  <c:v>13050</c:v>
                </c:pt>
                <c:pt idx="3450">
                  <c:v>13050</c:v>
                </c:pt>
                <c:pt idx="3451">
                  <c:v>13050</c:v>
                </c:pt>
                <c:pt idx="3452">
                  <c:v>12950</c:v>
                </c:pt>
                <c:pt idx="3453">
                  <c:v>12950</c:v>
                </c:pt>
                <c:pt idx="3454">
                  <c:v>12950</c:v>
                </c:pt>
                <c:pt idx="3455">
                  <c:v>12950</c:v>
                </c:pt>
                <c:pt idx="3456">
                  <c:v>12950</c:v>
                </c:pt>
                <c:pt idx="3457">
                  <c:v>12950</c:v>
                </c:pt>
                <c:pt idx="3458">
                  <c:v>12950</c:v>
                </c:pt>
                <c:pt idx="3459">
                  <c:v>12950</c:v>
                </c:pt>
                <c:pt idx="3460">
                  <c:v>12950</c:v>
                </c:pt>
                <c:pt idx="3461">
                  <c:v>12950</c:v>
                </c:pt>
                <c:pt idx="3462">
                  <c:v>12950</c:v>
                </c:pt>
                <c:pt idx="3463">
                  <c:v>12950</c:v>
                </c:pt>
                <c:pt idx="3464">
                  <c:v>12950</c:v>
                </c:pt>
                <c:pt idx="3465">
                  <c:v>12950</c:v>
                </c:pt>
                <c:pt idx="3466">
                  <c:v>12950</c:v>
                </c:pt>
                <c:pt idx="3467">
                  <c:v>12900</c:v>
                </c:pt>
                <c:pt idx="3468">
                  <c:v>12900</c:v>
                </c:pt>
                <c:pt idx="3469">
                  <c:v>12850</c:v>
                </c:pt>
                <c:pt idx="3470">
                  <c:v>12850</c:v>
                </c:pt>
                <c:pt idx="3471">
                  <c:v>12850</c:v>
                </c:pt>
                <c:pt idx="3472">
                  <c:v>12850</c:v>
                </c:pt>
                <c:pt idx="3473">
                  <c:v>12800</c:v>
                </c:pt>
                <c:pt idx="3474">
                  <c:v>12800</c:v>
                </c:pt>
                <c:pt idx="3475">
                  <c:v>12750</c:v>
                </c:pt>
                <c:pt idx="3476">
                  <c:v>12700</c:v>
                </c:pt>
                <c:pt idx="3477">
                  <c:v>12700</c:v>
                </c:pt>
                <c:pt idx="3478">
                  <c:v>12700</c:v>
                </c:pt>
                <c:pt idx="3479">
                  <c:v>12700</c:v>
                </c:pt>
                <c:pt idx="3480">
                  <c:v>12700</c:v>
                </c:pt>
                <c:pt idx="3481">
                  <c:v>12650</c:v>
                </c:pt>
                <c:pt idx="3482">
                  <c:v>12650</c:v>
                </c:pt>
                <c:pt idx="3483">
                  <c:v>12650</c:v>
                </c:pt>
                <c:pt idx="3484">
                  <c:v>12650</c:v>
                </c:pt>
                <c:pt idx="3485">
                  <c:v>12650</c:v>
                </c:pt>
                <c:pt idx="3486">
                  <c:v>12650</c:v>
                </c:pt>
                <c:pt idx="3487">
                  <c:v>12650</c:v>
                </c:pt>
                <c:pt idx="3488">
                  <c:v>12650</c:v>
                </c:pt>
                <c:pt idx="3489">
                  <c:v>12650</c:v>
                </c:pt>
                <c:pt idx="3490">
                  <c:v>12650</c:v>
                </c:pt>
                <c:pt idx="3491">
                  <c:v>12650</c:v>
                </c:pt>
                <c:pt idx="3492">
                  <c:v>12650</c:v>
                </c:pt>
                <c:pt idx="3493">
                  <c:v>12650</c:v>
                </c:pt>
                <c:pt idx="3494">
                  <c:v>12650</c:v>
                </c:pt>
                <c:pt idx="3495">
                  <c:v>12650</c:v>
                </c:pt>
                <c:pt idx="3496">
                  <c:v>12650</c:v>
                </c:pt>
                <c:pt idx="3497">
                  <c:v>12650</c:v>
                </c:pt>
                <c:pt idx="3498">
                  <c:v>12650</c:v>
                </c:pt>
                <c:pt idx="3499">
                  <c:v>12650</c:v>
                </c:pt>
                <c:pt idx="3500">
                  <c:v>12650</c:v>
                </c:pt>
                <c:pt idx="3501">
                  <c:v>12650</c:v>
                </c:pt>
                <c:pt idx="3502">
                  <c:v>12650</c:v>
                </c:pt>
                <c:pt idx="3503">
                  <c:v>12650</c:v>
                </c:pt>
                <c:pt idx="3504">
                  <c:v>12650</c:v>
                </c:pt>
                <c:pt idx="3505">
                  <c:v>12650</c:v>
                </c:pt>
                <c:pt idx="3506">
                  <c:v>12650</c:v>
                </c:pt>
                <c:pt idx="3507">
                  <c:v>12650</c:v>
                </c:pt>
                <c:pt idx="3508">
                  <c:v>12650</c:v>
                </c:pt>
                <c:pt idx="3509">
                  <c:v>12650</c:v>
                </c:pt>
                <c:pt idx="3510">
                  <c:v>12650</c:v>
                </c:pt>
                <c:pt idx="3511">
                  <c:v>12650</c:v>
                </c:pt>
                <c:pt idx="3512">
                  <c:v>12650</c:v>
                </c:pt>
                <c:pt idx="3513">
                  <c:v>12650</c:v>
                </c:pt>
                <c:pt idx="3514">
                  <c:v>12650</c:v>
                </c:pt>
                <c:pt idx="3515">
                  <c:v>12650</c:v>
                </c:pt>
                <c:pt idx="3516">
                  <c:v>12650</c:v>
                </c:pt>
                <c:pt idx="3517">
                  <c:v>12650</c:v>
                </c:pt>
                <c:pt idx="3518">
                  <c:v>12650</c:v>
                </c:pt>
                <c:pt idx="3519">
                  <c:v>12650</c:v>
                </c:pt>
                <c:pt idx="3520">
                  <c:v>12650</c:v>
                </c:pt>
                <c:pt idx="3521">
                  <c:v>12650</c:v>
                </c:pt>
                <c:pt idx="3522">
                  <c:v>12650</c:v>
                </c:pt>
                <c:pt idx="3523">
                  <c:v>12650</c:v>
                </c:pt>
                <c:pt idx="3524">
                  <c:v>12650</c:v>
                </c:pt>
                <c:pt idx="3525">
                  <c:v>12650</c:v>
                </c:pt>
                <c:pt idx="3526">
                  <c:v>12650</c:v>
                </c:pt>
                <c:pt idx="3527">
                  <c:v>12650</c:v>
                </c:pt>
                <c:pt idx="3528">
                  <c:v>12650</c:v>
                </c:pt>
                <c:pt idx="3529">
                  <c:v>12650</c:v>
                </c:pt>
                <c:pt idx="3530">
                  <c:v>12650</c:v>
                </c:pt>
                <c:pt idx="3531">
                  <c:v>12650</c:v>
                </c:pt>
                <c:pt idx="3532">
                  <c:v>12650</c:v>
                </c:pt>
                <c:pt idx="3533">
                  <c:v>12650</c:v>
                </c:pt>
                <c:pt idx="3534">
                  <c:v>12650</c:v>
                </c:pt>
                <c:pt idx="3535">
                  <c:v>12650</c:v>
                </c:pt>
                <c:pt idx="3536">
                  <c:v>12650</c:v>
                </c:pt>
                <c:pt idx="3537">
                  <c:v>12650</c:v>
                </c:pt>
                <c:pt idx="3538">
                  <c:v>12650</c:v>
                </c:pt>
                <c:pt idx="3539">
                  <c:v>12650</c:v>
                </c:pt>
                <c:pt idx="3540">
                  <c:v>12650</c:v>
                </c:pt>
                <c:pt idx="3541">
                  <c:v>12650</c:v>
                </c:pt>
                <c:pt idx="3542">
                  <c:v>12650</c:v>
                </c:pt>
                <c:pt idx="3543">
                  <c:v>12650</c:v>
                </c:pt>
                <c:pt idx="3544">
                  <c:v>12650</c:v>
                </c:pt>
                <c:pt idx="3545">
                  <c:v>12650</c:v>
                </c:pt>
                <c:pt idx="3546">
                  <c:v>12650</c:v>
                </c:pt>
                <c:pt idx="3547">
                  <c:v>12650</c:v>
                </c:pt>
                <c:pt idx="3548">
                  <c:v>12650</c:v>
                </c:pt>
                <c:pt idx="3549">
                  <c:v>12650</c:v>
                </c:pt>
                <c:pt idx="3550">
                  <c:v>12650</c:v>
                </c:pt>
                <c:pt idx="3551">
                  <c:v>12400</c:v>
                </c:pt>
                <c:pt idx="3552">
                  <c:v>12400</c:v>
                </c:pt>
                <c:pt idx="3553">
                  <c:v>12400</c:v>
                </c:pt>
                <c:pt idx="3554">
                  <c:v>12400</c:v>
                </c:pt>
                <c:pt idx="3555">
                  <c:v>12400</c:v>
                </c:pt>
                <c:pt idx="3556">
                  <c:v>12400</c:v>
                </c:pt>
                <c:pt idx="3557">
                  <c:v>12400</c:v>
                </c:pt>
                <c:pt idx="3558">
                  <c:v>12400</c:v>
                </c:pt>
                <c:pt idx="3559">
                  <c:v>12400</c:v>
                </c:pt>
                <c:pt idx="3560">
                  <c:v>12400</c:v>
                </c:pt>
                <c:pt idx="3561">
                  <c:v>12400</c:v>
                </c:pt>
                <c:pt idx="3562">
                  <c:v>12400</c:v>
                </c:pt>
                <c:pt idx="3563">
                  <c:v>12400</c:v>
                </c:pt>
                <c:pt idx="3564">
                  <c:v>12400</c:v>
                </c:pt>
                <c:pt idx="3565">
                  <c:v>12400</c:v>
                </c:pt>
                <c:pt idx="3566">
                  <c:v>12400</c:v>
                </c:pt>
                <c:pt idx="3567">
                  <c:v>12400</c:v>
                </c:pt>
                <c:pt idx="3568">
                  <c:v>12400</c:v>
                </c:pt>
                <c:pt idx="3569">
                  <c:v>12400</c:v>
                </c:pt>
                <c:pt idx="3570">
                  <c:v>12400</c:v>
                </c:pt>
                <c:pt idx="3571">
                  <c:v>12400</c:v>
                </c:pt>
                <c:pt idx="3572">
                  <c:v>12400</c:v>
                </c:pt>
                <c:pt idx="3573">
                  <c:v>12400</c:v>
                </c:pt>
                <c:pt idx="3574">
                  <c:v>12400</c:v>
                </c:pt>
                <c:pt idx="3575">
                  <c:v>12400</c:v>
                </c:pt>
                <c:pt idx="3576">
                  <c:v>12400</c:v>
                </c:pt>
                <c:pt idx="3577">
                  <c:v>12400</c:v>
                </c:pt>
                <c:pt idx="3578">
                  <c:v>12400</c:v>
                </c:pt>
                <c:pt idx="3579">
                  <c:v>12400</c:v>
                </c:pt>
                <c:pt idx="3580">
                  <c:v>12400</c:v>
                </c:pt>
                <c:pt idx="3581">
                  <c:v>12400</c:v>
                </c:pt>
                <c:pt idx="3582">
                  <c:v>12400</c:v>
                </c:pt>
                <c:pt idx="3583">
                  <c:v>12400</c:v>
                </c:pt>
                <c:pt idx="3584">
                  <c:v>12400</c:v>
                </c:pt>
                <c:pt idx="3585">
                  <c:v>12400</c:v>
                </c:pt>
                <c:pt idx="3586">
                  <c:v>12400</c:v>
                </c:pt>
                <c:pt idx="3587">
                  <c:v>12400</c:v>
                </c:pt>
                <c:pt idx="3588">
                  <c:v>12400</c:v>
                </c:pt>
                <c:pt idx="3589">
                  <c:v>12400</c:v>
                </c:pt>
                <c:pt idx="3590">
                  <c:v>12400</c:v>
                </c:pt>
                <c:pt idx="3591">
                  <c:v>12400</c:v>
                </c:pt>
                <c:pt idx="3592">
                  <c:v>12400</c:v>
                </c:pt>
                <c:pt idx="3593">
                  <c:v>12400</c:v>
                </c:pt>
                <c:pt idx="3594">
                  <c:v>12400</c:v>
                </c:pt>
                <c:pt idx="3595">
                  <c:v>12400</c:v>
                </c:pt>
                <c:pt idx="3596">
                  <c:v>12400</c:v>
                </c:pt>
                <c:pt idx="3597">
                  <c:v>12400</c:v>
                </c:pt>
                <c:pt idx="3598">
                  <c:v>12400</c:v>
                </c:pt>
                <c:pt idx="3599">
                  <c:v>12400</c:v>
                </c:pt>
                <c:pt idx="3600">
                  <c:v>12400</c:v>
                </c:pt>
                <c:pt idx="3601">
                  <c:v>12400</c:v>
                </c:pt>
                <c:pt idx="3602">
                  <c:v>12400</c:v>
                </c:pt>
                <c:pt idx="3603">
                  <c:v>12400</c:v>
                </c:pt>
                <c:pt idx="3604">
                  <c:v>12400</c:v>
                </c:pt>
                <c:pt idx="3605">
                  <c:v>12400</c:v>
                </c:pt>
                <c:pt idx="3606">
                  <c:v>12400</c:v>
                </c:pt>
                <c:pt idx="3607">
                  <c:v>12400</c:v>
                </c:pt>
                <c:pt idx="3608">
                  <c:v>12400</c:v>
                </c:pt>
                <c:pt idx="3609">
                  <c:v>12400</c:v>
                </c:pt>
                <c:pt idx="3610">
                  <c:v>12400</c:v>
                </c:pt>
                <c:pt idx="3611">
                  <c:v>12400</c:v>
                </c:pt>
                <c:pt idx="3612">
                  <c:v>12400</c:v>
                </c:pt>
                <c:pt idx="3613">
                  <c:v>12400</c:v>
                </c:pt>
                <c:pt idx="3614">
                  <c:v>12400</c:v>
                </c:pt>
                <c:pt idx="3615">
                  <c:v>12400</c:v>
                </c:pt>
                <c:pt idx="3616">
                  <c:v>12400</c:v>
                </c:pt>
                <c:pt idx="3617">
                  <c:v>12400</c:v>
                </c:pt>
                <c:pt idx="3618">
                  <c:v>12400</c:v>
                </c:pt>
                <c:pt idx="3619">
                  <c:v>12400</c:v>
                </c:pt>
                <c:pt idx="3620">
                  <c:v>12400</c:v>
                </c:pt>
                <c:pt idx="3621">
                  <c:v>12400</c:v>
                </c:pt>
                <c:pt idx="3622">
                  <c:v>12400</c:v>
                </c:pt>
                <c:pt idx="3623">
                  <c:v>12400</c:v>
                </c:pt>
                <c:pt idx="3624">
                  <c:v>12400</c:v>
                </c:pt>
                <c:pt idx="3625">
                  <c:v>12400</c:v>
                </c:pt>
                <c:pt idx="3626">
                  <c:v>12400</c:v>
                </c:pt>
                <c:pt idx="3627">
                  <c:v>12400</c:v>
                </c:pt>
                <c:pt idx="3628">
                  <c:v>12400</c:v>
                </c:pt>
                <c:pt idx="3629">
                  <c:v>12400</c:v>
                </c:pt>
                <c:pt idx="3630">
                  <c:v>12400</c:v>
                </c:pt>
                <c:pt idx="3631">
                  <c:v>12400</c:v>
                </c:pt>
                <c:pt idx="3632">
                  <c:v>12400</c:v>
                </c:pt>
                <c:pt idx="3633">
                  <c:v>12400</c:v>
                </c:pt>
                <c:pt idx="3634">
                  <c:v>12400</c:v>
                </c:pt>
                <c:pt idx="3635">
                  <c:v>12400</c:v>
                </c:pt>
                <c:pt idx="3636">
                  <c:v>12400</c:v>
                </c:pt>
                <c:pt idx="3637">
                  <c:v>12400</c:v>
                </c:pt>
                <c:pt idx="3638">
                  <c:v>12400</c:v>
                </c:pt>
                <c:pt idx="3639">
                  <c:v>12400</c:v>
                </c:pt>
                <c:pt idx="3640">
                  <c:v>12400</c:v>
                </c:pt>
                <c:pt idx="3641">
                  <c:v>12400</c:v>
                </c:pt>
                <c:pt idx="3642">
                  <c:v>12400</c:v>
                </c:pt>
                <c:pt idx="3643">
                  <c:v>12400</c:v>
                </c:pt>
                <c:pt idx="3644">
                  <c:v>12400</c:v>
                </c:pt>
                <c:pt idx="3645">
                  <c:v>12400</c:v>
                </c:pt>
                <c:pt idx="3646">
                  <c:v>12400</c:v>
                </c:pt>
                <c:pt idx="3647">
                  <c:v>12400</c:v>
                </c:pt>
                <c:pt idx="3648">
                  <c:v>12400</c:v>
                </c:pt>
                <c:pt idx="3649">
                  <c:v>12400</c:v>
                </c:pt>
                <c:pt idx="3650">
                  <c:v>12400</c:v>
                </c:pt>
                <c:pt idx="3651">
                  <c:v>12400</c:v>
                </c:pt>
                <c:pt idx="3652">
                  <c:v>12400</c:v>
                </c:pt>
                <c:pt idx="3653">
                  <c:v>12400</c:v>
                </c:pt>
                <c:pt idx="3654">
                  <c:v>12400</c:v>
                </c:pt>
                <c:pt idx="3655">
                  <c:v>12400</c:v>
                </c:pt>
                <c:pt idx="3656">
                  <c:v>12400</c:v>
                </c:pt>
                <c:pt idx="3657">
                  <c:v>12400</c:v>
                </c:pt>
                <c:pt idx="3658">
                  <c:v>12400</c:v>
                </c:pt>
                <c:pt idx="3659">
                  <c:v>12400</c:v>
                </c:pt>
                <c:pt idx="3660">
                  <c:v>12400</c:v>
                </c:pt>
                <c:pt idx="3661">
                  <c:v>12400</c:v>
                </c:pt>
                <c:pt idx="3662">
                  <c:v>12400</c:v>
                </c:pt>
                <c:pt idx="3663">
                  <c:v>12400</c:v>
                </c:pt>
                <c:pt idx="3664">
                  <c:v>12400</c:v>
                </c:pt>
                <c:pt idx="3665">
                  <c:v>12450</c:v>
                </c:pt>
                <c:pt idx="3666">
                  <c:v>12450</c:v>
                </c:pt>
                <c:pt idx="3667">
                  <c:v>12450</c:v>
                </c:pt>
                <c:pt idx="3668">
                  <c:v>12450</c:v>
                </c:pt>
                <c:pt idx="3669">
                  <c:v>12450</c:v>
                </c:pt>
                <c:pt idx="3670">
                  <c:v>12450</c:v>
                </c:pt>
                <c:pt idx="3671">
                  <c:v>12500</c:v>
                </c:pt>
                <c:pt idx="3672">
                  <c:v>12500</c:v>
                </c:pt>
                <c:pt idx="3673">
                  <c:v>12500</c:v>
                </c:pt>
                <c:pt idx="3674">
                  <c:v>12500</c:v>
                </c:pt>
                <c:pt idx="3675">
                  <c:v>12500</c:v>
                </c:pt>
                <c:pt idx="3676">
                  <c:v>12500</c:v>
                </c:pt>
                <c:pt idx="3677">
                  <c:v>12500</c:v>
                </c:pt>
                <c:pt idx="3678">
                  <c:v>12500</c:v>
                </c:pt>
                <c:pt idx="3679">
                  <c:v>12500</c:v>
                </c:pt>
                <c:pt idx="3680">
                  <c:v>12500</c:v>
                </c:pt>
                <c:pt idx="3681">
                  <c:v>12500</c:v>
                </c:pt>
                <c:pt idx="3682">
                  <c:v>12500</c:v>
                </c:pt>
                <c:pt idx="3683">
                  <c:v>12500</c:v>
                </c:pt>
                <c:pt idx="3684">
                  <c:v>12500</c:v>
                </c:pt>
                <c:pt idx="3685">
                  <c:v>12500</c:v>
                </c:pt>
                <c:pt idx="3686">
                  <c:v>12500</c:v>
                </c:pt>
                <c:pt idx="3687">
                  <c:v>12500</c:v>
                </c:pt>
                <c:pt idx="3688">
                  <c:v>12500</c:v>
                </c:pt>
                <c:pt idx="3689">
                  <c:v>12500</c:v>
                </c:pt>
                <c:pt idx="3690">
                  <c:v>12500</c:v>
                </c:pt>
                <c:pt idx="3691">
                  <c:v>12500</c:v>
                </c:pt>
                <c:pt idx="3692">
                  <c:v>12500</c:v>
                </c:pt>
                <c:pt idx="3693">
                  <c:v>12500</c:v>
                </c:pt>
                <c:pt idx="3694">
                  <c:v>12500</c:v>
                </c:pt>
                <c:pt idx="3695">
                  <c:v>12500</c:v>
                </c:pt>
                <c:pt idx="3696">
                  <c:v>12500</c:v>
                </c:pt>
                <c:pt idx="3697">
                  <c:v>12500</c:v>
                </c:pt>
                <c:pt idx="3698">
                  <c:v>12500</c:v>
                </c:pt>
                <c:pt idx="3699">
                  <c:v>12500</c:v>
                </c:pt>
                <c:pt idx="3700">
                  <c:v>12500</c:v>
                </c:pt>
                <c:pt idx="3701">
                  <c:v>12500</c:v>
                </c:pt>
                <c:pt idx="3702">
                  <c:v>12500</c:v>
                </c:pt>
                <c:pt idx="3703">
                  <c:v>12500</c:v>
                </c:pt>
                <c:pt idx="3704">
                  <c:v>12500</c:v>
                </c:pt>
                <c:pt idx="3705">
                  <c:v>12500</c:v>
                </c:pt>
                <c:pt idx="3706">
                  <c:v>12500</c:v>
                </c:pt>
                <c:pt idx="3707">
                  <c:v>12500</c:v>
                </c:pt>
                <c:pt idx="3708">
                  <c:v>12500</c:v>
                </c:pt>
                <c:pt idx="3709">
                  <c:v>12500</c:v>
                </c:pt>
                <c:pt idx="3710">
                  <c:v>12500</c:v>
                </c:pt>
                <c:pt idx="3711">
                  <c:v>12500</c:v>
                </c:pt>
                <c:pt idx="3712">
                  <c:v>12500</c:v>
                </c:pt>
                <c:pt idx="3713">
                  <c:v>12500</c:v>
                </c:pt>
                <c:pt idx="3714">
                  <c:v>12500</c:v>
                </c:pt>
                <c:pt idx="3715">
                  <c:v>12500</c:v>
                </c:pt>
                <c:pt idx="3716">
                  <c:v>12500</c:v>
                </c:pt>
                <c:pt idx="3717">
                  <c:v>12500</c:v>
                </c:pt>
                <c:pt idx="3718">
                  <c:v>12500</c:v>
                </c:pt>
                <c:pt idx="3719">
                  <c:v>12500</c:v>
                </c:pt>
                <c:pt idx="3720">
                  <c:v>12500</c:v>
                </c:pt>
                <c:pt idx="3721">
                  <c:v>12450</c:v>
                </c:pt>
                <c:pt idx="3722">
                  <c:v>12450</c:v>
                </c:pt>
                <c:pt idx="3723">
                  <c:v>12450</c:v>
                </c:pt>
                <c:pt idx="3724">
                  <c:v>12450</c:v>
                </c:pt>
                <c:pt idx="3725">
                  <c:v>12450</c:v>
                </c:pt>
                <c:pt idx="3726">
                  <c:v>12400</c:v>
                </c:pt>
                <c:pt idx="3727">
                  <c:v>12400</c:v>
                </c:pt>
                <c:pt idx="3728">
                  <c:v>12400</c:v>
                </c:pt>
                <c:pt idx="3729">
                  <c:v>12400</c:v>
                </c:pt>
                <c:pt idx="3730">
                  <c:v>12400</c:v>
                </c:pt>
                <c:pt idx="3731">
                  <c:v>12400</c:v>
                </c:pt>
                <c:pt idx="3732">
                  <c:v>12400</c:v>
                </c:pt>
                <c:pt idx="3733">
                  <c:v>12350</c:v>
                </c:pt>
                <c:pt idx="3734">
                  <c:v>12350</c:v>
                </c:pt>
                <c:pt idx="3735">
                  <c:v>12350</c:v>
                </c:pt>
                <c:pt idx="3736">
                  <c:v>12300</c:v>
                </c:pt>
                <c:pt idx="3737">
                  <c:v>12300</c:v>
                </c:pt>
                <c:pt idx="3738">
                  <c:v>12300</c:v>
                </c:pt>
                <c:pt idx="3739">
                  <c:v>12300</c:v>
                </c:pt>
                <c:pt idx="3740">
                  <c:v>12300</c:v>
                </c:pt>
                <c:pt idx="3741">
                  <c:v>12300</c:v>
                </c:pt>
                <c:pt idx="3742">
                  <c:v>12300</c:v>
                </c:pt>
                <c:pt idx="3743">
                  <c:v>12300</c:v>
                </c:pt>
                <c:pt idx="3744">
                  <c:v>12300</c:v>
                </c:pt>
                <c:pt idx="3745">
                  <c:v>12300</c:v>
                </c:pt>
                <c:pt idx="3746">
                  <c:v>12300</c:v>
                </c:pt>
                <c:pt idx="3747">
                  <c:v>12300</c:v>
                </c:pt>
                <c:pt idx="3748">
                  <c:v>12300</c:v>
                </c:pt>
                <c:pt idx="3749">
                  <c:v>12300</c:v>
                </c:pt>
                <c:pt idx="3750">
                  <c:v>12300</c:v>
                </c:pt>
                <c:pt idx="3751">
                  <c:v>12300</c:v>
                </c:pt>
                <c:pt idx="3752">
                  <c:v>12300</c:v>
                </c:pt>
                <c:pt idx="3753">
                  <c:v>12300</c:v>
                </c:pt>
                <c:pt idx="3754">
                  <c:v>12300</c:v>
                </c:pt>
                <c:pt idx="3755">
                  <c:v>12300</c:v>
                </c:pt>
                <c:pt idx="3756">
                  <c:v>12400</c:v>
                </c:pt>
                <c:pt idx="3757">
                  <c:v>12400</c:v>
                </c:pt>
                <c:pt idx="3758">
                  <c:v>12400</c:v>
                </c:pt>
                <c:pt idx="3759">
                  <c:v>12400</c:v>
                </c:pt>
                <c:pt idx="3760">
                  <c:v>12400</c:v>
                </c:pt>
                <c:pt idx="3761">
                  <c:v>12400</c:v>
                </c:pt>
                <c:pt idx="3762">
                  <c:v>12400</c:v>
                </c:pt>
                <c:pt idx="3763">
                  <c:v>12400</c:v>
                </c:pt>
                <c:pt idx="3764">
                  <c:v>12400</c:v>
                </c:pt>
                <c:pt idx="3765">
                  <c:v>12400</c:v>
                </c:pt>
                <c:pt idx="3766">
                  <c:v>12400</c:v>
                </c:pt>
                <c:pt idx="3767">
                  <c:v>12400</c:v>
                </c:pt>
                <c:pt idx="3768">
                  <c:v>12400</c:v>
                </c:pt>
                <c:pt idx="3769">
                  <c:v>12400</c:v>
                </c:pt>
                <c:pt idx="3770">
                  <c:v>12400</c:v>
                </c:pt>
                <c:pt idx="3771">
                  <c:v>12400</c:v>
                </c:pt>
                <c:pt idx="3772">
                  <c:v>12400</c:v>
                </c:pt>
                <c:pt idx="3773">
                  <c:v>12400</c:v>
                </c:pt>
                <c:pt idx="3774">
                  <c:v>12400</c:v>
                </c:pt>
                <c:pt idx="3775">
                  <c:v>12400</c:v>
                </c:pt>
                <c:pt idx="3776">
                  <c:v>12400</c:v>
                </c:pt>
                <c:pt idx="3777">
                  <c:v>12400</c:v>
                </c:pt>
                <c:pt idx="3778">
                  <c:v>12400</c:v>
                </c:pt>
                <c:pt idx="3779">
                  <c:v>12400</c:v>
                </c:pt>
                <c:pt idx="3780">
                  <c:v>12400</c:v>
                </c:pt>
                <c:pt idx="3781">
                  <c:v>12400</c:v>
                </c:pt>
                <c:pt idx="3782">
                  <c:v>12400</c:v>
                </c:pt>
                <c:pt idx="3783">
                  <c:v>12400</c:v>
                </c:pt>
                <c:pt idx="3784">
                  <c:v>12400</c:v>
                </c:pt>
                <c:pt idx="3785">
                  <c:v>12400</c:v>
                </c:pt>
                <c:pt idx="3786">
                  <c:v>12400</c:v>
                </c:pt>
                <c:pt idx="3787">
                  <c:v>12400</c:v>
                </c:pt>
                <c:pt idx="3788">
                  <c:v>12400</c:v>
                </c:pt>
                <c:pt idx="3789">
                  <c:v>12400</c:v>
                </c:pt>
                <c:pt idx="3790">
                  <c:v>12400</c:v>
                </c:pt>
                <c:pt idx="3791">
                  <c:v>12400</c:v>
                </c:pt>
                <c:pt idx="3792">
                  <c:v>12400</c:v>
                </c:pt>
                <c:pt idx="3793">
                  <c:v>12400</c:v>
                </c:pt>
                <c:pt idx="3794">
                  <c:v>12400</c:v>
                </c:pt>
                <c:pt idx="3795">
                  <c:v>12400</c:v>
                </c:pt>
                <c:pt idx="3796">
                  <c:v>12350</c:v>
                </c:pt>
                <c:pt idx="3797">
                  <c:v>12350</c:v>
                </c:pt>
                <c:pt idx="3798">
                  <c:v>12350</c:v>
                </c:pt>
                <c:pt idx="3799">
                  <c:v>12350</c:v>
                </c:pt>
                <c:pt idx="3800">
                  <c:v>12350</c:v>
                </c:pt>
                <c:pt idx="3801">
                  <c:v>12350</c:v>
                </c:pt>
                <c:pt idx="3802">
                  <c:v>12350</c:v>
                </c:pt>
                <c:pt idx="3803">
                  <c:v>12350</c:v>
                </c:pt>
                <c:pt idx="3804">
                  <c:v>12350</c:v>
                </c:pt>
                <c:pt idx="3805">
                  <c:v>12350</c:v>
                </c:pt>
                <c:pt idx="3806">
                  <c:v>12350</c:v>
                </c:pt>
                <c:pt idx="3807">
                  <c:v>12350</c:v>
                </c:pt>
                <c:pt idx="3808">
                  <c:v>12350</c:v>
                </c:pt>
                <c:pt idx="3809">
                  <c:v>12350</c:v>
                </c:pt>
                <c:pt idx="3810">
                  <c:v>12350</c:v>
                </c:pt>
                <c:pt idx="3811">
                  <c:v>12350</c:v>
                </c:pt>
                <c:pt idx="3812">
                  <c:v>12350</c:v>
                </c:pt>
                <c:pt idx="3813">
                  <c:v>12350</c:v>
                </c:pt>
                <c:pt idx="3814">
                  <c:v>12350</c:v>
                </c:pt>
                <c:pt idx="3815">
                  <c:v>12350</c:v>
                </c:pt>
                <c:pt idx="3816">
                  <c:v>12350</c:v>
                </c:pt>
                <c:pt idx="3817">
                  <c:v>12350</c:v>
                </c:pt>
                <c:pt idx="3818">
                  <c:v>12300</c:v>
                </c:pt>
                <c:pt idx="3819">
                  <c:v>12300</c:v>
                </c:pt>
                <c:pt idx="3820">
                  <c:v>12300</c:v>
                </c:pt>
                <c:pt idx="3821">
                  <c:v>12300</c:v>
                </c:pt>
                <c:pt idx="3822">
                  <c:v>12300</c:v>
                </c:pt>
                <c:pt idx="3823">
                  <c:v>12300</c:v>
                </c:pt>
                <c:pt idx="3824">
                  <c:v>12200</c:v>
                </c:pt>
                <c:pt idx="3825">
                  <c:v>12200</c:v>
                </c:pt>
                <c:pt idx="3826">
                  <c:v>12200</c:v>
                </c:pt>
                <c:pt idx="3827">
                  <c:v>12200</c:v>
                </c:pt>
                <c:pt idx="3828">
                  <c:v>12200</c:v>
                </c:pt>
                <c:pt idx="3829">
                  <c:v>12200</c:v>
                </c:pt>
                <c:pt idx="3830">
                  <c:v>12200</c:v>
                </c:pt>
                <c:pt idx="3831">
                  <c:v>12100</c:v>
                </c:pt>
                <c:pt idx="3832">
                  <c:v>12100</c:v>
                </c:pt>
                <c:pt idx="3833">
                  <c:v>12100</c:v>
                </c:pt>
                <c:pt idx="3834">
                  <c:v>12100</c:v>
                </c:pt>
                <c:pt idx="3835">
                  <c:v>12100</c:v>
                </c:pt>
                <c:pt idx="3836">
                  <c:v>12100</c:v>
                </c:pt>
                <c:pt idx="3837">
                  <c:v>12100</c:v>
                </c:pt>
                <c:pt idx="3838">
                  <c:v>12050</c:v>
                </c:pt>
                <c:pt idx="3839">
                  <c:v>12050</c:v>
                </c:pt>
                <c:pt idx="3840">
                  <c:v>12050</c:v>
                </c:pt>
                <c:pt idx="3841">
                  <c:v>12050</c:v>
                </c:pt>
                <c:pt idx="3842">
                  <c:v>12050</c:v>
                </c:pt>
                <c:pt idx="3843">
                  <c:v>12050</c:v>
                </c:pt>
                <c:pt idx="3844">
                  <c:v>11900</c:v>
                </c:pt>
                <c:pt idx="3845">
                  <c:v>11900</c:v>
                </c:pt>
                <c:pt idx="3846">
                  <c:v>11900</c:v>
                </c:pt>
                <c:pt idx="3847">
                  <c:v>11900</c:v>
                </c:pt>
                <c:pt idx="3848">
                  <c:v>11900</c:v>
                </c:pt>
                <c:pt idx="3849">
                  <c:v>11900</c:v>
                </c:pt>
                <c:pt idx="3850">
                  <c:v>11900</c:v>
                </c:pt>
                <c:pt idx="3851">
                  <c:v>11900</c:v>
                </c:pt>
                <c:pt idx="3852">
                  <c:v>11700</c:v>
                </c:pt>
                <c:pt idx="3853">
                  <c:v>11700</c:v>
                </c:pt>
                <c:pt idx="3854">
                  <c:v>11700</c:v>
                </c:pt>
                <c:pt idx="3855">
                  <c:v>11700</c:v>
                </c:pt>
                <c:pt idx="3856">
                  <c:v>11700</c:v>
                </c:pt>
                <c:pt idx="3857">
                  <c:v>11700</c:v>
                </c:pt>
                <c:pt idx="3858">
                  <c:v>11700</c:v>
                </c:pt>
                <c:pt idx="3859">
                  <c:v>11600</c:v>
                </c:pt>
                <c:pt idx="3860">
                  <c:v>11600</c:v>
                </c:pt>
                <c:pt idx="3861">
                  <c:v>11600</c:v>
                </c:pt>
                <c:pt idx="3862">
                  <c:v>11600</c:v>
                </c:pt>
                <c:pt idx="3863">
                  <c:v>11600</c:v>
                </c:pt>
                <c:pt idx="3864">
                  <c:v>11600</c:v>
                </c:pt>
                <c:pt idx="3865">
                  <c:v>11600</c:v>
                </c:pt>
                <c:pt idx="3866">
                  <c:v>11450</c:v>
                </c:pt>
                <c:pt idx="3867">
                  <c:v>11450</c:v>
                </c:pt>
                <c:pt idx="3868">
                  <c:v>11400</c:v>
                </c:pt>
                <c:pt idx="3869">
                  <c:v>11400</c:v>
                </c:pt>
                <c:pt idx="3870">
                  <c:v>11400</c:v>
                </c:pt>
                <c:pt idx="3871">
                  <c:v>11400</c:v>
                </c:pt>
                <c:pt idx="3872">
                  <c:v>11200</c:v>
                </c:pt>
                <c:pt idx="3873">
                  <c:v>11200</c:v>
                </c:pt>
                <c:pt idx="3874">
                  <c:v>11200</c:v>
                </c:pt>
                <c:pt idx="3875">
                  <c:v>11200</c:v>
                </c:pt>
                <c:pt idx="3876">
                  <c:v>11200</c:v>
                </c:pt>
                <c:pt idx="3877">
                  <c:v>11200</c:v>
                </c:pt>
                <c:pt idx="3878">
                  <c:v>11200</c:v>
                </c:pt>
                <c:pt idx="3879">
                  <c:v>11200</c:v>
                </c:pt>
                <c:pt idx="3880">
                  <c:v>11200</c:v>
                </c:pt>
                <c:pt idx="3881">
                  <c:v>11200</c:v>
                </c:pt>
                <c:pt idx="3882">
                  <c:v>10900</c:v>
                </c:pt>
                <c:pt idx="3883">
                  <c:v>10900</c:v>
                </c:pt>
                <c:pt idx="3884">
                  <c:v>10900</c:v>
                </c:pt>
                <c:pt idx="3885">
                  <c:v>10900</c:v>
                </c:pt>
                <c:pt idx="3886">
                  <c:v>10900</c:v>
                </c:pt>
                <c:pt idx="3887">
                  <c:v>10900</c:v>
                </c:pt>
                <c:pt idx="3888">
                  <c:v>10900</c:v>
                </c:pt>
                <c:pt idx="3889">
                  <c:v>10900</c:v>
                </c:pt>
                <c:pt idx="3890">
                  <c:v>10900</c:v>
                </c:pt>
                <c:pt idx="3891">
                  <c:v>10900</c:v>
                </c:pt>
                <c:pt idx="3892">
                  <c:v>10900</c:v>
                </c:pt>
                <c:pt idx="3893">
                  <c:v>10800</c:v>
                </c:pt>
                <c:pt idx="3894">
                  <c:v>10800</c:v>
                </c:pt>
                <c:pt idx="3895">
                  <c:v>10800</c:v>
                </c:pt>
                <c:pt idx="3896">
                  <c:v>10800</c:v>
                </c:pt>
                <c:pt idx="3897">
                  <c:v>10800</c:v>
                </c:pt>
                <c:pt idx="3898">
                  <c:v>10800</c:v>
                </c:pt>
                <c:pt idx="3899">
                  <c:v>10800</c:v>
                </c:pt>
                <c:pt idx="3900">
                  <c:v>10800</c:v>
                </c:pt>
                <c:pt idx="3901">
                  <c:v>10800</c:v>
                </c:pt>
                <c:pt idx="3902">
                  <c:v>10800</c:v>
                </c:pt>
                <c:pt idx="3903">
                  <c:v>10800</c:v>
                </c:pt>
                <c:pt idx="3904">
                  <c:v>10800</c:v>
                </c:pt>
                <c:pt idx="3905">
                  <c:v>10800</c:v>
                </c:pt>
                <c:pt idx="3906">
                  <c:v>10800</c:v>
                </c:pt>
                <c:pt idx="3907">
                  <c:v>10800</c:v>
                </c:pt>
                <c:pt idx="3908">
                  <c:v>10800</c:v>
                </c:pt>
                <c:pt idx="3909">
                  <c:v>10800</c:v>
                </c:pt>
                <c:pt idx="3910">
                  <c:v>10800</c:v>
                </c:pt>
                <c:pt idx="3911">
                  <c:v>10800</c:v>
                </c:pt>
                <c:pt idx="3912">
                  <c:v>10800</c:v>
                </c:pt>
                <c:pt idx="3913">
                  <c:v>10800</c:v>
                </c:pt>
                <c:pt idx="3914">
                  <c:v>10800</c:v>
                </c:pt>
                <c:pt idx="3915">
                  <c:v>10800</c:v>
                </c:pt>
                <c:pt idx="3916">
                  <c:v>10800</c:v>
                </c:pt>
                <c:pt idx="3917">
                  <c:v>10800</c:v>
                </c:pt>
                <c:pt idx="3918">
                  <c:v>10800</c:v>
                </c:pt>
                <c:pt idx="3919">
                  <c:v>10800</c:v>
                </c:pt>
                <c:pt idx="3920">
                  <c:v>10800</c:v>
                </c:pt>
                <c:pt idx="3921">
                  <c:v>10800</c:v>
                </c:pt>
                <c:pt idx="3922">
                  <c:v>10800</c:v>
                </c:pt>
                <c:pt idx="3923">
                  <c:v>10900</c:v>
                </c:pt>
                <c:pt idx="3924">
                  <c:v>11000</c:v>
                </c:pt>
                <c:pt idx="3925">
                  <c:v>11000</c:v>
                </c:pt>
                <c:pt idx="3926">
                  <c:v>11000</c:v>
                </c:pt>
                <c:pt idx="3927">
                  <c:v>11000</c:v>
                </c:pt>
                <c:pt idx="3928">
                  <c:v>11000</c:v>
                </c:pt>
                <c:pt idx="3929">
                  <c:v>11000</c:v>
                </c:pt>
                <c:pt idx="3930">
                  <c:v>11000</c:v>
                </c:pt>
                <c:pt idx="3931">
                  <c:v>11000</c:v>
                </c:pt>
                <c:pt idx="3932">
                  <c:v>11000</c:v>
                </c:pt>
                <c:pt idx="3933">
                  <c:v>11000</c:v>
                </c:pt>
                <c:pt idx="3934">
                  <c:v>11350</c:v>
                </c:pt>
                <c:pt idx="3935">
                  <c:v>11350</c:v>
                </c:pt>
                <c:pt idx="3936">
                  <c:v>11350</c:v>
                </c:pt>
                <c:pt idx="3937">
                  <c:v>11350</c:v>
                </c:pt>
                <c:pt idx="3938">
                  <c:v>11350</c:v>
                </c:pt>
                <c:pt idx="3939">
                  <c:v>11350</c:v>
                </c:pt>
                <c:pt idx="3940">
                  <c:v>11350</c:v>
                </c:pt>
                <c:pt idx="3941">
                  <c:v>11350</c:v>
                </c:pt>
                <c:pt idx="3942">
                  <c:v>11350</c:v>
                </c:pt>
                <c:pt idx="3943">
                  <c:v>11350</c:v>
                </c:pt>
                <c:pt idx="3944">
                  <c:v>11900</c:v>
                </c:pt>
                <c:pt idx="3945">
                  <c:v>11900</c:v>
                </c:pt>
                <c:pt idx="3946">
                  <c:v>11900</c:v>
                </c:pt>
                <c:pt idx="3947">
                  <c:v>11900</c:v>
                </c:pt>
                <c:pt idx="3948">
                  <c:v>11900</c:v>
                </c:pt>
                <c:pt idx="3949">
                  <c:v>11900</c:v>
                </c:pt>
                <c:pt idx="3950">
                  <c:v>12600</c:v>
                </c:pt>
                <c:pt idx="3951">
                  <c:v>12600</c:v>
                </c:pt>
                <c:pt idx="3952">
                  <c:v>12600</c:v>
                </c:pt>
                <c:pt idx="3953">
                  <c:v>12600</c:v>
                </c:pt>
                <c:pt idx="3954">
                  <c:v>12600</c:v>
                </c:pt>
                <c:pt idx="3955">
                  <c:v>12600</c:v>
                </c:pt>
                <c:pt idx="3956">
                  <c:v>13200</c:v>
                </c:pt>
                <c:pt idx="3957">
                  <c:v>13200</c:v>
                </c:pt>
                <c:pt idx="3958">
                  <c:v>13300</c:v>
                </c:pt>
                <c:pt idx="3959">
                  <c:v>13300</c:v>
                </c:pt>
                <c:pt idx="3960">
                  <c:v>13750</c:v>
                </c:pt>
                <c:pt idx="3961">
                  <c:v>13750</c:v>
                </c:pt>
                <c:pt idx="3962">
                  <c:v>13750</c:v>
                </c:pt>
                <c:pt idx="3963">
                  <c:v>13750</c:v>
                </c:pt>
                <c:pt idx="3964">
                  <c:v>13750</c:v>
                </c:pt>
                <c:pt idx="3965">
                  <c:v>14000</c:v>
                </c:pt>
                <c:pt idx="3966">
                  <c:v>14000</c:v>
                </c:pt>
                <c:pt idx="3967">
                  <c:v>14000</c:v>
                </c:pt>
                <c:pt idx="3968">
                  <c:v>14000</c:v>
                </c:pt>
                <c:pt idx="3969">
                  <c:v>14000</c:v>
                </c:pt>
                <c:pt idx="3970">
                  <c:v>14000</c:v>
                </c:pt>
                <c:pt idx="3971">
                  <c:v>14400</c:v>
                </c:pt>
                <c:pt idx="3972">
                  <c:v>14400</c:v>
                </c:pt>
                <c:pt idx="3973">
                  <c:v>14400</c:v>
                </c:pt>
                <c:pt idx="3974">
                  <c:v>14400</c:v>
                </c:pt>
                <c:pt idx="3975">
                  <c:v>14400</c:v>
                </c:pt>
                <c:pt idx="3976">
                  <c:v>14400</c:v>
                </c:pt>
                <c:pt idx="3977">
                  <c:v>14400</c:v>
                </c:pt>
                <c:pt idx="3978">
                  <c:v>14400</c:v>
                </c:pt>
                <c:pt idx="3979">
                  <c:v>14600</c:v>
                </c:pt>
                <c:pt idx="3980">
                  <c:v>14600</c:v>
                </c:pt>
                <c:pt idx="3981">
                  <c:v>14600</c:v>
                </c:pt>
                <c:pt idx="3982">
                  <c:v>14600</c:v>
                </c:pt>
                <c:pt idx="3983">
                  <c:v>14600</c:v>
                </c:pt>
                <c:pt idx="3984">
                  <c:v>14600</c:v>
                </c:pt>
                <c:pt idx="3985">
                  <c:v>14600</c:v>
                </c:pt>
                <c:pt idx="3986">
                  <c:v>14600</c:v>
                </c:pt>
                <c:pt idx="3987">
                  <c:v>14600</c:v>
                </c:pt>
                <c:pt idx="3988">
                  <c:v>14600</c:v>
                </c:pt>
                <c:pt idx="3989">
                  <c:v>14600</c:v>
                </c:pt>
                <c:pt idx="3990">
                  <c:v>14600</c:v>
                </c:pt>
                <c:pt idx="3991">
                  <c:v>14600</c:v>
                </c:pt>
                <c:pt idx="3992">
                  <c:v>14600</c:v>
                </c:pt>
                <c:pt idx="3993">
                  <c:v>14600</c:v>
                </c:pt>
                <c:pt idx="3994">
                  <c:v>14600</c:v>
                </c:pt>
                <c:pt idx="3995">
                  <c:v>14600</c:v>
                </c:pt>
                <c:pt idx="3996">
                  <c:v>14600</c:v>
                </c:pt>
                <c:pt idx="3997">
                  <c:v>14600</c:v>
                </c:pt>
                <c:pt idx="3998">
                  <c:v>14600</c:v>
                </c:pt>
                <c:pt idx="3999">
                  <c:v>14600</c:v>
                </c:pt>
                <c:pt idx="4000">
                  <c:v>14600</c:v>
                </c:pt>
                <c:pt idx="4001">
                  <c:v>14600</c:v>
                </c:pt>
                <c:pt idx="4002">
                  <c:v>14600</c:v>
                </c:pt>
                <c:pt idx="4003">
                  <c:v>14600</c:v>
                </c:pt>
                <c:pt idx="4004">
                  <c:v>14600</c:v>
                </c:pt>
                <c:pt idx="4005">
                  <c:v>14600</c:v>
                </c:pt>
                <c:pt idx="4006">
                  <c:v>14500</c:v>
                </c:pt>
                <c:pt idx="4007">
                  <c:v>14500</c:v>
                </c:pt>
                <c:pt idx="4008">
                  <c:v>14500</c:v>
                </c:pt>
                <c:pt idx="4009">
                  <c:v>14500</c:v>
                </c:pt>
                <c:pt idx="4010">
                  <c:v>14500</c:v>
                </c:pt>
                <c:pt idx="4011">
                  <c:v>14500</c:v>
                </c:pt>
                <c:pt idx="4012">
                  <c:v>14500</c:v>
                </c:pt>
                <c:pt idx="4013">
                  <c:v>14300</c:v>
                </c:pt>
                <c:pt idx="4014">
                  <c:v>14300</c:v>
                </c:pt>
                <c:pt idx="4015">
                  <c:v>14300</c:v>
                </c:pt>
                <c:pt idx="4016">
                  <c:v>14300</c:v>
                </c:pt>
                <c:pt idx="4017">
                  <c:v>14300</c:v>
                </c:pt>
                <c:pt idx="4018">
                  <c:v>14300</c:v>
                </c:pt>
                <c:pt idx="4019">
                  <c:v>14300</c:v>
                </c:pt>
                <c:pt idx="4020">
                  <c:v>14300</c:v>
                </c:pt>
                <c:pt idx="4021">
                  <c:v>14300</c:v>
                </c:pt>
                <c:pt idx="4022">
                  <c:v>14300</c:v>
                </c:pt>
                <c:pt idx="4023">
                  <c:v>14300</c:v>
                </c:pt>
                <c:pt idx="4024">
                  <c:v>14300</c:v>
                </c:pt>
                <c:pt idx="4025">
                  <c:v>14300</c:v>
                </c:pt>
                <c:pt idx="4026">
                  <c:v>14300</c:v>
                </c:pt>
                <c:pt idx="4027">
                  <c:v>14300</c:v>
                </c:pt>
                <c:pt idx="4028">
                  <c:v>14300</c:v>
                </c:pt>
                <c:pt idx="4029">
                  <c:v>14300</c:v>
                </c:pt>
                <c:pt idx="4030">
                  <c:v>14300</c:v>
                </c:pt>
                <c:pt idx="4031">
                  <c:v>14300</c:v>
                </c:pt>
                <c:pt idx="4032">
                  <c:v>14300</c:v>
                </c:pt>
                <c:pt idx="4033">
                  <c:v>14300</c:v>
                </c:pt>
                <c:pt idx="4034">
                  <c:v>14300</c:v>
                </c:pt>
                <c:pt idx="4035">
                  <c:v>14000</c:v>
                </c:pt>
                <c:pt idx="4036">
                  <c:v>14000</c:v>
                </c:pt>
                <c:pt idx="4037">
                  <c:v>14000</c:v>
                </c:pt>
                <c:pt idx="4038">
                  <c:v>14000</c:v>
                </c:pt>
                <c:pt idx="4039">
                  <c:v>14000</c:v>
                </c:pt>
                <c:pt idx="4040">
                  <c:v>14000</c:v>
                </c:pt>
                <c:pt idx="4041">
                  <c:v>14000</c:v>
                </c:pt>
                <c:pt idx="4042">
                  <c:v>14000</c:v>
                </c:pt>
                <c:pt idx="4043">
                  <c:v>14000</c:v>
                </c:pt>
                <c:pt idx="4044">
                  <c:v>14000</c:v>
                </c:pt>
                <c:pt idx="4045">
                  <c:v>14000</c:v>
                </c:pt>
                <c:pt idx="4046">
                  <c:v>14000</c:v>
                </c:pt>
                <c:pt idx="4047">
                  <c:v>14000</c:v>
                </c:pt>
                <c:pt idx="4048">
                  <c:v>14000</c:v>
                </c:pt>
                <c:pt idx="4049">
                  <c:v>14000</c:v>
                </c:pt>
                <c:pt idx="4050">
                  <c:v>14000</c:v>
                </c:pt>
                <c:pt idx="4051">
                  <c:v>14000</c:v>
                </c:pt>
                <c:pt idx="4052">
                  <c:v>14000</c:v>
                </c:pt>
                <c:pt idx="4053">
                  <c:v>14000</c:v>
                </c:pt>
                <c:pt idx="4054">
                  <c:v>14000</c:v>
                </c:pt>
                <c:pt idx="4055">
                  <c:v>14000</c:v>
                </c:pt>
                <c:pt idx="4056">
                  <c:v>14000</c:v>
                </c:pt>
                <c:pt idx="4057">
                  <c:v>14000</c:v>
                </c:pt>
                <c:pt idx="4058">
                  <c:v>14000</c:v>
                </c:pt>
                <c:pt idx="4059">
                  <c:v>14000</c:v>
                </c:pt>
                <c:pt idx="4060">
                  <c:v>14000</c:v>
                </c:pt>
                <c:pt idx="4061">
                  <c:v>14000</c:v>
                </c:pt>
                <c:pt idx="4062">
                  <c:v>14000</c:v>
                </c:pt>
                <c:pt idx="4063">
                  <c:v>14000</c:v>
                </c:pt>
                <c:pt idx="4064">
                  <c:v>14000</c:v>
                </c:pt>
                <c:pt idx="4065">
                  <c:v>14000</c:v>
                </c:pt>
                <c:pt idx="4066">
                  <c:v>14000</c:v>
                </c:pt>
                <c:pt idx="4067">
                  <c:v>14000</c:v>
                </c:pt>
                <c:pt idx="4068">
                  <c:v>14000</c:v>
                </c:pt>
                <c:pt idx="4069">
                  <c:v>14000</c:v>
                </c:pt>
                <c:pt idx="4070">
                  <c:v>14000</c:v>
                </c:pt>
                <c:pt idx="4071">
                  <c:v>14000</c:v>
                </c:pt>
                <c:pt idx="4072">
                  <c:v>14000</c:v>
                </c:pt>
                <c:pt idx="4073">
                  <c:v>14000</c:v>
                </c:pt>
                <c:pt idx="4074">
                  <c:v>14000</c:v>
                </c:pt>
                <c:pt idx="4075">
                  <c:v>14000</c:v>
                </c:pt>
                <c:pt idx="4076">
                  <c:v>14000</c:v>
                </c:pt>
                <c:pt idx="4077">
                  <c:v>14000</c:v>
                </c:pt>
                <c:pt idx="4078">
                  <c:v>14000</c:v>
                </c:pt>
                <c:pt idx="4079">
                  <c:v>14000</c:v>
                </c:pt>
                <c:pt idx="4080">
                  <c:v>14000</c:v>
                </c:pt>
                <c:pt idx="4081">
                  <c:v>14000</c:v>
                </c:pt>
                <c:pt idx="4082">
                  <c:v>14000</c:v>
                </c:pt>
                <c:pt idx="4083">
                  <c:v>14000</c:v>
                </c:pt>
                <c:pt idx="4084">
                  <c:v>14000</c:v>
                </c:pt>
                <c:pt idx="4085">
                  <c:v>14000</c:v>
                </c:pt>
                <c:pt idx="4086">
                  <c:v>14000</c:v>
                </c:pt>
                <c:pt idx="4087">
                  <c:v>14000</c:v>
                </c:pt>
                <c:pt idx="4088">
                  <c:v>14000</c:v>
                </c:pt>
                <c:pt idx="4089">
                  <c:v>14000</c:v>
                </c:pt>
                <c:pt idx="4090">
                  <c:v>14000</c:v>
                </c:pt>
                <c:pt idx="4091">
                  <c:v>14000</c:v>
                </c:pt>
                <c:pt idx="4092">
                  <c:v>14000</c:v>
                </c:pt>
                <c:pt idx="4093">
                  <c:v>14000</c:v>
                </c:pt>
                <c:pt idx="4094">
                  <c:v>14000</c:v>
                </c:pt>
                <c:pt idx="4095">
                  <c:v>14000</c:v>
                </c:pt>
                <c:pt idx="4096">
                  <c:v>14500</c:v>
                </c:pt>
                <c:pt idx="4097">
                  <c:v>14500</c:v>
                </c:pt>
                <c:pt idx="4098">
                  <c:v>14500</c:v>
                </c:pt>
                <c:pt idx="4099">
                  <c:v>14600</c:v>
                </c:pt>
                <c:pt idx="4100">
                  <c:v>14600</c:v>
                </c:pt>
                <c:pt idx="4101">
                  <c:v>14600</c:v>
                </c:pt>
                <c:pt idx="4102">
                  <c:v>14600</c:v>
                </c:pt>
                <c:pt idx="4103">
                  <c:v>15200</c:v>
                </c:pt>
                <c:pt idx="4104">
                  <c:v>15200</c:v>
                </c:pt>
                <c:pt idx="4105">
                  <c:v>15200</c:v>
                </c:pt>
                <c:pt idx="4106">
                  <c:v>15200</c:v>
                </c:pt>
                <c:pt idx="4107">
                  <c:v>15200</c:v>
                </c:pt>
                <c:pt idx="4108">
                  <c:v>15200</c:v>
                </c:pt>
                <c:pt idx="4109">
                  <c:v>15200</c:v>
                </c:pt>
                <c:pt idx="4110">
                  <c:v>15200</c:v>
                </c:pt>
                <c:pt idx="4111">
                  <c:v>15200</c:v>
                </c:pt>
                <c:pt idx="4112">
                  <c:v>15600</c:v>
                </c:pt>
                <c:pt idx="4113">
                  <c:v>15600</c:v>
                </c:pt>
                <c:pt idx="4114">
                  <c:v>16000</c:v>
                </c:pt>
                <c:pt idx="4115">
                  <c:v>16000</c:v>
                </c:pt>
                <c:pt idx="4116">
                  <c:v>16000</c:v>
                </c:pt>
                <c:pt idx="4117">
                  <c:v>16000</c:v>
                </c:pt>
                <c:pt idx="4118">
                  <c:v>16000</c:v>
                </c:pt>
                <c:pt idx="4119">
                  <c:v>16000</c:v>
                </c:pt>
                <c:pt idx="4120">
                  <c:v>16000</c:v>
                </c:pt>
                <c:pt idx="4121">
                  <c:v>16000</c:v>
                </c:pt>
                <c:pt idx="4122">
                  <c:v>16000</c:v>
                </c:pt>
                <c:pt idx="4123">
                  <c:v>16000</c:v>
                </c:pt>
                <c:pt idx="4124">
                  <c:v>16000</c:v>
                </c:pt>
                <c:pt idx="4125">
                  <c:v>16000</c:v>
                </c:pt>
                <c:pt idx="4126">
                  <c:v>16000</c:v>
                </c:pt>
                <c:pt idx="4127">
                  <c:v>16000</c:v>
                </c:pt>
                <c:pt idx="4128">
                  <c:v>16000</c:v>
                </c:pt>
                <c:pt idx="4129">
                  <c:v>16000</c:v>
                </c:pt>
                <c:pt idx="4130">
                  <c:v>16000</c:v>
                </c:pt>
                <c:pt idx="4131">
                  <c:v>16000</c:v>
                </c:pt>
                <c:pt idx="4132">
                  <c:v>16000</c:v>
                </c:pt>
                <c:pt idx="4133">
                  <c:v>16000</c:v>
                </c:pt>
                <c:pt idx="4134">
                  <c:v>16000</c:v>
                </c:pt>
                <c:pt idx="4135">
                  <c:v>16000</c:v>
                </c:pt>
                <c:pt idx="4136">
                  <c:v>16000</c:v>
                </c:pt>
                <c:pt idx="4137">
                  <c:v>16000</c:v>
                </c:pt>
                <c:pt idx="4138">
                  <c:v>16000</c:v>
                </c:pt>
                <c:pt idx="4139">
                  <c:v>16000</c:v>
                </c:pt>
                <c:pt idx="4140">
                  <c:v>15800</c:v>
                </c:pt>
                <c:pt idx="4141">
                  <c:v>15600</c:v>
                </c:pt>
                <c:pt idx="4142">
                  <c:v>15600</c:v>
                </c:pt>
                <c:pt idx="4143">
                  <c:v>15600</c:v>
                </c:pt>
                <c:pt idx="4144">
                  <c:v>15600</c:v>
                </c:pt>
                <c:pt idx="4145">
                  <c:v>15200</c:v>
                </c:pt>
                <c:pt idx="4146">
                  <c:v>15000</c:v>
                </c:pt>
                <c:pt idx="4147">
                  <c:v>15000</c:v>
                </c:pt>
                <c:pt idx="4148">
                  <c:v>15000</c:v>
                </c:pt>
                <c:pt idx="4149">
                  <c:v>15000</c:v>
                </c:pt>
                <c:pt idx="4150">
                  <c:v>15000</c:v>
                </c:pt>
                <c:pt idx="4151">
                  <c:v>15000</c:v>
                </c:pt>
                <c:pt idx="4152">
                  <c:v>14700</c:v>
                </c:pt>
                <c:pt idx="4153">
                  <c:v>14300</c:v>
                </c:pt>
                <c:pt idx="4154">
                  <c:v>14300</c:v>
                </c:pt>
                <c:pt idx="4155">
                  <c:v>14300</c:v>
                </c:pt>
                <c:pt idx="4156">
                  <c:v>14300</c:v>
                </c:pt>
                <c:pt idx="4157">
                  <c:v>14300</c:v>
                </c:pt>
                <c:pt idx="4158">
                  <c:v>14300</c:v>
                </c:pt>
                <c:pt idx="4159">
                  <c:v>14300</c:v>
                </c:pt>
                <c:pt idx="4160">
                  <c:v>14000</c:v>
                </c:pt>
                <c:pt idx="4161">
                  <c:v>13600</c:v>
                </c:pt>
                <c:pt idx="4162">
                  <c:v>13500</c:v>
                </c:pt>
                <c:pt idx="4163">
                  <c:v>13500</c:v>
                </c:pt>
                <c:pt idx="4164">
                  <c:v>13200</c:v>
                </c:pt>
                <c:pt idx="4165">
                  <c:v>13200</c:v>
                </c:pt>
                <c:pt idx="4166">
                  <c:v>13200</c:v>
                </c:pt>
                <c:pt idx="4167">
                  <c:v>13200</c:v>
                </c:pt>
                <c:pt idx="4168">
                  <c:v>13200</c:v>
                </c:pt>
                <c:pt idx="4169">
                  <c:v>13200</c:v>
                </c:pt>
                <c:pt idx="4170">
                  <c:v>13200</c:v>
                </c:pt>
                <c:pt idx="4171">
                  <c:v>13200</c:v>
                </c:pt>
                <c:pt idx="4172">
                  <c:v>13200</c:v>
                </c:pt>
                <c:pt idx="4173">
                  <c:v>13200</c:v>
                </c:pt>
                <c:pt idx="4174">
                  <c:v>13000</c:v>
                </c:pt>
                <c:pt idx="4175">
                  <c:v>13000</c:v>
                </c:pt>
                <c:pt idx="4176">
                  <c:v>13000</c:v>
                </c:pt>
                <c:pt idx="4177">
                  <c:v>13000</c:v>
                </c:pt>
                <c:pt idx="4178">
                  <c:v>13000</c:v>
                </c:pt>
                <c:pt idx="4179">
                  <c:v>13000</c:v>
                </c:pt>
                <c:pt idx="4180">
                  <c:v>13000</c:v>
                </c:pt>
                <c:pt idx="4181">
                  <c:v>13000</c:v>
                </c:pt>
                <c:pt idx="4182">
                  <c:v>12800</c:v>
                </c:pt>
                <c:pt idx="4183">
                  <c:v>12800</c:v>
                </c:pt>
                <c:pt idx="4184">
                  <c:v>12800</c:v>
                </c:pt>
                <c:pt idx="4185">
                  <c:v>12800</c:v>
                </c:pt>
                <c:pt idx="4186">
                  <c:v>12800</c:v>
                </c:pt>
                <c:pt idx="4187">
                  <c:v>12800</c:v>
                </c:pt>
                <c:pt idx="4188">
                  <c:v>13000</c:v>
                </c:pt>
                <c:pt idx="4189">
                  <c:v>13000</c:v>
                </c:pt>
                <c:pt idx="4190">
                  <c:v>13000</c:v>
                </c:pt>
                <c:pt idx="4191">
                  <c:v>13000</c:v>
                </c:pt>
                <c:pt idx="4192">
                  <c:v>13000</c:v>
                </c:pt>
                <c:pt idx="4193">
                  <c:v>13000</c:v>
                </c:pt>
                <c:pt idx="4194">
                  <c:v>13200</c:v>
                </c:pt>
                <c:pt idx="4195">
                  <c:v>13200</c:v>
                </c:pt>
                <c:pt idx="4196">
                  <c:v>13400</c:v>
                </c:pt>
                <c:pt idx="4197">
                  <c:v>13400</c:v>
                </c:pt>
                <c:pt idx="4198">
                  <c:v>13400</c:v>
                </c:pt>
                <c:pt idx="4199">
                  <c:v>13400</c:v>
                </c:pt>
                <c:pt idx="4200">
                  <c:v>13400</c:v>
                </c:pt>
                <c:pt idx="4201">
                  <c:v>13500</c:v>
                </c:pt>
                <c:pt idx="4202">
                  <c:v>13700</c:v>
                </c:pt>
                <c:pt idx="4203">
                  <c:v>13700</c:v>
                </c:pt>
                <c:pt idx="4204">
                  <c:v>13700</c:v>
                </c:pt>
                <c:pt idx="4205">
                  <c:v>13700</c:v>
                </c:pt>
                <c:pt idx="4206">
                  <c:v>13700</c:v>
                </c:pt>
                <c:pt idx="4207">
                  <c:v>13700</c:v>
                </c:pt>
                <c:pt idx="4208">
                  <c:v>14200</c:v>
                </c:pt>
                <c:pt idx="4209">
                  <c:v>14200</c:v>
                </c:pt>
                <c:pt idx="4210">
                  <c:v>14200</c:v>
                </c:pt>
                <c:pt idx="4211">
                  <c:v>14200</c:v>
                </c:pt>
                <c:pt idx="4212">
                  <c:v>14200</c:v>
                </c:pt>
                <c:pt idx="4213">
                  <c:v>14200</c:v>
                </c:pt>
                <c:pt idx="4214">
                  <c:v>14200</c:v>
                </c:pt>
                <c:pt idx="4215">
                  <c:v>14200</c:v>
                </c:pt>
                <c:pt idx="4216">
                  <c:v>14400</c:v>
                </c:pt>
                <c:pt idx="4217">
                  <c:v>14500</c:v>
                </c:pt>
                <c:pt idx="4218">
                  <c:v>14500</c:v>
                </c:pt>
                <c:pt idx="4219">
                  <c:v>14500</c:v>
                </c:pt>
                <c:pt idx="4220">
                  <c:v>14500</c:v>
                </c:pt>
                <c:pt idx="4221">
                  <c:v>14500</c:v>
                </c:pt>
                <c:pt idx="4222">
                  <c:v>14500</c:v>
                </c:pt>
                <c:pt idx="4223">
                  <c:v>14500</c:v>
                </c:pt>
                <c:pt idx="4224">
                  <c:v>14500</c:v>
                </c:pt>
                <c:pt idx="4225">
                  <c:v>14500</c:v>
                </c:pt>
                <c:pt idx="4226">
                  <c:v>14500</c:v>
                </c:pt>
                <c:pt idx="4227">
                  <c:v>14500</c:v>
                </c:pt>
                <c:pt idx="4228">
                  <c:v>14500</c:v>
                </c:pt>
                <c:pt idx="4229">
                  <c:v>14500</c:v>
                </c:pt>
                <c:pt idx="4230">
                  <c:v>14500</c:v>
                </c:pt>
                <c:pt idx="4231">
                  <c:v>14400</c:v>
                </c:pt>
                <c:pt idx="4232">
                  <c:v>14400</c:v>
                </c:pt>
                <c:pt idx="4233">
                  <c:v>14400</c:v>
                </c:pt>
                <c:pt idx="4234">
                  <c:v>14400</c:v>
                </c:pt>
                <c:pt idx="4235">
                  <c:v>14400</c:v>
                </c:pt>
                <c:pt idx="4236">
                  <c:v>14400</c:v>
                </c:pt>
                <c:pt idx="4237">
                  <c:v>14400</c:v>
                </c:pt>
                <c:pt idx="4238">
                  <c:v>14400</c:v>
                </c:pt>
                <c:pt idx="4239">
                  <c:v>14400</c:v>
                </c:pt>
                <c:pt idx="4240">
                  <c:v>14700</c:v>
                </c:pt>
                <c:pt idx="4241">
                  <c:v>14700</c:v>
                </c:pt>
                <c:pt idx="4242">
                  <c:v>14700</c:v>
                </c:pt>
                <c:pt idx="4243">
                  <c:v>14700</c:v>
                </c:pt>
                <c:pt idx="4244">
                  <c:v>14700</c:v>
                </c:pt>
                <c:pt idx="4245">
                  <c:v>14700</c:v>
                </c:pt>
                <c:pt idx="4246">
                  <c:v>14700</c:v>
                </c:pt>
                <c:pt idx="4247">
                  <c:v>14700</c:v>
                </c:pt>
                <c:pt idx="4248">
                  <c:v>14700</c:v>
                </c:pt>
                <c:pt idx="4249">
                  <c:v>14700</c:v>
                </c:pt>
                <c:pt idx="4250">
                  <c:v>14900</c:v>
                </c:pt>
                <c:pt idx="4251">
                  <c:v>15000</c:v>
                </c:pt>
                <c:pt idx="4252">
                  <c:v>15000</c:v>
                </c:pt>
                <c:pt idx="4253">
                  <c:v>15000</c:v>
                </c:pt>
                <c:pt idx="4254">
                  <c:v>15000</c:v>
                </c:pt>
                <c:pt idx="4255">
                  <c:v>15000</c:v>
                </c:pt>
                <c:pt idx="4256">
                  <c:v>15000</c:v>
                </c:pt>
                <c:pt idx="4257">
                  <c:v>15000</c:v>
                </c:pt>
                <c:pt idx="4258">
                  <c:v>15100</c:v>
                </c:pt>
                <c:pt idx="4259">
                  <c:v>15100</c:v>
                </c:pt>
                <c:pt idx="4260">
                  <c:v>15100</c:v>
                </c:pt>
                <c:pt idx="4261">
                  <c:v>15100</c:v>
                </c:pt>
                <c:pt idx="4262">
                  <c:v>15100</c:v>
                </c:pt>
                <c:pt idx="4263">
                  <c:v>15100</c:v>
                </c:pt>
                <c:pt idx="4264">
                  <c:v>16000</c:v>
                </c:pt>
                <c:pt idx="4265">
                  <c:v>16000</c:v>
                </c:pt>
                <c:pt idx="4266">
                  <c:v>16000</c:v>
                </c:pt>
                <c:pt idx="4267">
                  <c:v>16000</c:v>
                </c:pt>
                <c:pt idx="4268">
                  <c:v>16000</c:v>
                </c:pt>
                <c:pt idx="4269">
                  <c:v>16300</c:v>
                </c:pt>
                <c:pt idx="4270">
                  <c:v>16300</c:v>
                </c:pt>
                <c:pt idx="4271">
                  <c:v>16300</c:v>
                </c:pt>
                <c:pt idx="4272">
                  <c:v>16300</c:v>
                </c:pt>
                <c:pt idx="4273">
                  <c:v>16400</c:v>
                </c:pt>
                <c:pt idx="4274">
                  <c:v>16400</c:v>
                </c:pt>
                <c:pt idx="4275">
                  <c:v>16400</c:v>
                </c:pt>
                <c:pt idx="4276">
                  <c:v>16700</c:v>
                </c:pt>
                <c:pt idx="4277">
                  <c:v>16700</c:v>
                </c:pt>
                <c:pt idx="4278">
                  <c:v>16700</c:v>
                </c:pt>
                <c:pt idx="4279">
                  <c:v>16700</c:v>
                </c:pt>
                <c:pt idx="4280">
                  <c:v>16700</c:v>
                </c:pt>
                <c:pt idx="4281">
                  <c:v>16700</c:v>
                </c:pt>
                <c:pt idx="4282">
                  <c:v>16700</c:v>
                </c:pt>
                <c:pt idx="4283">
                  <c:v>16700</c:v>
                </c:pt>
                <c:pt idx="4284">
                  <c:v>16700</c:v>
                </c:pt>
                <c:pt idx="4285">
                  <c:v>16700</c:v>
                </c:pt>
                <c:pt idx="4286">
                  <c:v>16700</c:v>
                </c:pt>
                <c:pt idx="4287">
                  <c:v>16600</c:v>
                </c:pt>
                <c:pt idx="4288">
                  <c:v>16600</c:v>
                </c:pt>
                <c:pt idx="4289">
                  <c:v>16600</c:v>
                </c:pt>
                <c:pt idx="4290">
                  <c:v>16600</c:v>
                </c:pt>
                <c:pt idx="4291">
                  <c:v>16600</c:v>
                </c:pt>
                <c:pt idx="4292">
                  <c:v>16600</c:v>
                </c:pt>
                <c:pt idx="4293">
                  <c:v>16600</c:v>
                </c:pt>
                <c:pt idx="4294">
                  <c:v>16600</c:v>
                </c:pt>
                <c:pt idx="4295">
                  <c:v>16600</c:v>
                </c:pt>
                <c:pt idx="4296">
                  <c:v>16600</c:v>
                </c:pt>
                <c:pt idx="4297">
                  <c:v>16600</c:v>
                </c:pt>
                <c:pt idx="4298">
                  <c:v>16600</c:v>
                </c:pt>
                <c:pt idx="4299">
                  <c:v>16600</c:v>
                </c:pt>
                <c:pt idx="4300">
                  <c:v>16600</c:v>
                </c:pt>
                <c:pt idx="4301">
                  <c:v>16600</c:v>
                </c:pt>
                <c:pt idx="4302">
                  <c:v>16600</c:v>
                </c:pt>
                <c:pt idx="4303">
                  <c:v>16600</c:v>
                </c:pt>
                <c:pt idx="4304">
                  <c:v>16600</c:v>
                </c:pt>
                <c:pt idx="4305">
                  <c:v>16600</c:v>
                </c:pt>
                <c:pt idx="4306">
                  <c:v>16400</c:v>
                </c:pt>
                <c:pt idx="4307">
                  <c:v>16400</c:v>
                </c:pt>
                <c:pt idx="4308">
                  <c:v>16400</c:v>
                </c:pt>
                <c:pt idx="4309">
                  <c:v>16400</c:v>
                </c:pt>
                <c:pt idx="4310">
                  <c:v>16400</c:v>
                </c:pt>
                <c:pt idx="4311">
                  <c:v>16400</c:v>
                </c:pt>
                <c:pt idx="4312">
                  <c:v>16400</c:v>
                </c:pt>
                <c:pt idx="4313">
                  <c:v>16400</c:v>
                </c:pt>
                <c:pt idx="4314">
                  <c:v>16400</c:v>
                </c:pt>
                <c:pt idx="4315">
                  <c:v>16600</c:v>
                </c:pt>
                <c:pt idx="4316">
                  <c:v>16600</c:v>
                </c:pt>
                <c:pt idx="4317">
                  <c:v>16600</c:v>
                </c:pt>
                <c:pt idx="4318">
                  <c:v>16600</c:v>
                </c:pt>
                <c:pt idx="4319">
                  <c:v>16600</c:v>
                </c:pt>
                <c:pt idx="4320">
                  <c:v>16600</c:v>
                </c:pt>
                <c:pt idx="4321">
                  <c:v>16600</c:v>
                </c:pt>
                <c:pt idx="4322">
                  <c:v>16600</c:v>
                </c:pt>
                <c:pt idx="4323">
                  <c:v>16600</c:v>
                </c:pt>
                <c:pt idx="4324">
                  <c:v>16800</c:v>
                </c:pt>
                <c:pt idx="4325">
                  <c:v>16800</c:v>
                </c:pt>
                <c:pt idx="4326">
                  <c:v>16800</c:v>
                </c:pt>
                <c:pt idx="4327">
                  <c:v>16800</c:v>
                </c:pt>
                <c:pt idx="4328">
                  <c:v>16800</c:v>
                </c:pt>
                <c:pt idx="4329">
                  <c:v>16800</c:v>
                </c:pt>
                <c:pt idx="4330">
                  <c:v>16800</c:v>
                </c:pt>
                <c:pt idx="4331">
                  <c:v>16800</c:v>
                </c:pt>
                <c:pt idx="4332">
                  <c:v>16800</c:v>
                </c:pt>
                <c:pt idx="4333">
                  <c:v>16800</c:v>
                </c:pt>
                <c:pt idx="4334">
                  <c:v>16800</c:v>
                </c:pt>
                <c:pt idx="4335">
                  <c:v>16800</c:v>
                </c:pt>
                <c:pt idx="4336">
                  <c:v>16800</c:v>
                </c:pt>
                <c:pt idx="4337">
                  <c:v>16800</c:v>
                </c:pt>
                <c:pt idx="4338">
                  <c:v>16800</c:v>
                </c:pt>
                <c:pt idx="4339">
                  <c:v>16800</c:v>
                </c:pt>
                <c:pt idx="4340">
                  <c:v>16800</c:v>
                </c:pt>
                <c:pt idx="4341">
                  <c:v>16800</c:v>
                </c:pt>
                <c:pt idx="4342">
                  <c:v>16800</c:v>
                </c:pt>
                <c:pt idx="4343">
                  <c:v>17200</c:v>
                </c:pt>
                <c:pt idx="4344">
                  <c:v>17200</c:v>
                </c:pt>
                <c:pt idx="4345">
                  <c:v>17200</c:v>
                </c:pt>
                <c:pt idx="4346">
                  <c:v>17200</c:v>
                </c:pt>
                <c:pt idx="4347">
                  <c:v>17200</c:v>
                </c:pt>
                <c:pt idx="4348">
                  <c:v>17200</c:v>
                </c:pt>
                <c:pt idx="4349">
                  <c:v>17200</c:v>
                </c:pt>
                <c:pt idx="4350">
                  <c:v>17200</c:v>
                </c:pt>
                <c:pt idx="4351">
                  <c:v>17200</c:v>
                </c:pt>
                <c:pt idx="4352">
                  <c:v>17200</c:v>
                </c:pt>
                <c:pt idx="4353">
                  <c:v>17200</c:v>
                </c:pt>
                <c:pt idx="4354">
                  <c:v>17200</c:v>
                </c:pt>
                <c:pt idx="4355">
                  <c:v>17200</c:v>
                </c:pt>
                <c:pt idx="4356">
                  <c:v>17200</c:v>
                </c:pt>
                <c:pt idx="4357">
                  <c:v>17200</c:v>
                </c:pt>
                <c:pt idx="4358">
                  <c:v>17200</c:v>
                </c:pt>
                <c:pt idx="4359">
                  <c:v>17200</c:v>
                </c:pt>
                <c:pt idx="4360">
                  <c:v>17200</c:v>
                </c:pt>
                <c:pt idx="4361">
                  <c:v>17200</c:v>
                </c:pt>
                <c:pt idx="4362">
                  <c:v>17200</c:v>
                </c:pt>
                <c:pt idx="4363">
                  <c:v>17200</c:v>
                </c:pt>
                <c:pt idx="4364">
                  <c:v>17100</c:v>
                </c:pt>
                <c:pt idx="4365">
                  <c:v>17100</c:v>
                </c:pt>
                <c:pt idx="4366">
                  <c:v>17100</c:v>
                </c:pt>
                <c:pt idx="4367">
                  <c:v>17100</c:v>
                </c:pt>
                <c:pt idx="4368">
                  <c:v>17100</c:v>
                </c:pt>
                <c:pt idx="4369">
                  <c:v>17100</c:v>
                </c:pt>
                <c:pt idx="4370">
                  <c:v>16700</c:v>
                </c:pt>
                <c:pt idx="4371">
                  <c:v>16700</c:v>
                </c:pt>
                <c:pt idx="4372">
                  <c:v>16700</c:v>
                </c:pt>
                <c:pt idx="4373">
                  <c:v>16700</c:v>
                </c:pt>
                <c:pt idx="4374">
                  <c:v>16700</c:v>
                </c:pt>
                <c:pt idx="4375">
                  <c:v>16700</c:v>
                </c:pt>
                <c:pt idx="4376">
                  <c:v>16700</c:v>
                </c:pt>
                <c:pt idx="4377">
                  <c:v>16500</c:v>
                </c:pt>
                <c:pt idx="4378">
                  <c:v>16300</c:v>
                </c:pt>
                <c:pt idx="4379">
                  <c:v>16300</c:v>
                </c:pt>
                <c:pt idx="4380">
                  <c:v>16300</c:v>
                </c:pt>
                <c:pt idx="4381">
                  <c:v>16300</c:v>
                </c:pt>
                <c:pt idx="4382">
                  <c:v>16300</c:v>
                </c:pt>
                <c:pt idx="4383">
                  <c:v>16300</c:v>
                </c:pt>
                <c:pt idx="4384">
                  <c:v>16300</c:v>
                </c:pt>
                <c:pt idx="4385">
                  <c:v>16100</c:v>
                </c:pt>
                <c:pt idx="4386">
                  <c:v>16100</c:v>
                </c:pt>
                <c:pt idx="4387">
                  <c:v>16000</c:v>
                </c:pt>
                <c:pt idx="4388">
                  <c:v>16000</c:v>
                </c:pt>
                <c:pt idx="4389">
                  <c:v>16000</c:v>
                </c:pt>
                <c:pt idx="4390">
                  <c:v>16000</c:v>
                </c:pt>
                <c:pt idx="4391">
                  <c:v>15700</c:v>
                </c:pt>
                <c:pt idx="4392">
                  <c:v>15700</c:v>
                </c:pt>
                <c:pt idx="4393">
                  <c:v>15700</c:v>
                </c:pt>
                <c:pt idx="4394">
                  <c:v>15700</c:v>
                </c:pt>
                <c:pt idx="4395">
                  <c:v>15700</c:v>
                </c:pt>
                <c:pt idx="4396">
                  <c:v>15700</c:v>
                </c:pt>
                <c:pt idx="4397">
                  <c:v>15700</c:v>
                </c:pt>
                <c:pt idx="4398">
                  <c:v>15400</c:v>
                </c:pt>
                <c:pt idx="4399">
                  <c:v>15400</c:v>
                </c:pt>
                <c:pt idx="4400">
                  <c:v>15400</c:v>
                </c:pt>
                <c:pt idx="4401">
                  <c:v>15400</c:v>
                </c:pt>
                <c:pt idx="4402">
                  <c:v>15400</c:v>
                </c:pt>
                <c:pt idx="4403">
                  <c:v>15400</c:v>
                </c:pt>
                <c:pt idx="4404">
                  <c:v>15400</c:v>
                </c:pt>
                <c:pt idx="4405">
                  <c:v>15400</c:v>
                </c:pt>
                <c:pt idx="4406">
                  <c:v>15400</c:v>
                </c:pt>
                <c:pt idx="4407">
                  <c:v>15400</c:v>
                </c:pt>
                <c:pt idx="4408">
                  <c:v>15400</c:v>
                </c:pt>
                <c:pt idx="4409">
                  <c:v>15400</c:v>
                </c:pt>
                <c:pt idx="4410">
                  <c:v>15400</c:v>
                </c:pt>
                <c:pt idx="4411">
                  <c:v>15400</c:v>
                </c:pt>
                <c:pt idx="4412">
                  <c:v>15400</c:v>
                </c:pt>
                <c:pt idx="4413">
                  <c:v>15500</c:v>
                </c:pt>
                <c:pt idx="4414">
                  <c:v>15500</c:v>
                </c:pt>
                <c:pt idx="4415">
                  <c:v>15500</c:v>
                </c:pt>
                <c:pt idx="4416">
                  <c:v>15500</c:v>
                </c:pt>
                <c:pt idx="4417">
                  <c:v>15500</c:v>
                </c:pt>
                <c:pt idx="4418">
                  <c:v>15600</c:v>
                </c:pt>
                <c:pt idx="4419">
                  <c:v>15600</c:v>
                </c:pt>
                <c:pt idx="4420">
                  <c:v>15600</c:v>
                </c:pt>
                <c:pt idx="4421">
                  <c:v>15600</c:v>
                </c:pt>
                <c:pt idx="4422">
                  <c:v>15600</c:v>
                </c:pt>
                <c:pt idx="4423">
                  <c:v>15600</c:v>
                </c:pt>
                <c:pt idx="4424">
                  <c:v>15600</c:v>
                </c:pt>
                <c:pt idx="4425">
                  <c:v>15600</c:v>
                </c:pt>
                <c:pt idx="4426">
                  <c:v>15600</c:v>
                </c:pt>
                <c:pt idx="4427">
                  <c:v>15600</c:v>
                </c:pt>
                <c:pt idx="4428">
                  <c:v>15600</c:v>
                </c:pt>
                <c:pt idx="4429">
                  <c:v>15600</c:v>
                </c:pt>
                <c:pt idx="4430">
                  <c:v>15600</c:v>
                </c:pt>
                <c:pt idx="4431">
                  <c:v>15600</c:v>
                </c:pt>
                <c:pt idx="4432">
                  <c:v>15600</c:v>
                </c:pt>
                <c:pt idx="4433">
                  <c:v>15600</c:v>
                </c:pt>
                <c:pt idx="4434">
                  <c:v>15600</c:v>
                </c:pt>
                <c:pt idx="4435">
                  <c:v>15600</c:v>
                </c:pt>
                <c:pt idx="4436">
                  <c:v>15600</c:v>
                </c:pt>
                <c:pt idx="4437">
                  <c:v>15600</c:v>
                </c:pt>
                <c:pt idx="4438">
                  <c:v>15600</c:v>
                </c:pt>
                <c:pt idx="4439">
                  <c:v>15600</c:v>
                </c:pt>
                <c:pt idx="4440">
                  <c:v>15800</c:v>
                </c:pt>
                <c:pt idx="4441">
                  <c:v>15800</c:v>
                </c:pt>
                <c:pt idx="4442">
                  <c:v>15800</c:v>
                </c:pt>
                <c:pt idx="4443">
                  <c:v>15800</c:v>
                </c:pt>
                <c:pt idx="4444">
                  <c:v>16000</c:v>
                </c:pt>
                <c:pt idx="4445">
                  <c:v>16000</c:v>
                </c:pt>
                <c:pt idx="4446">
                  <c:v>16000</c:v>
                </c:pt>
                <c:pt idx="4447">
                  <c:v>16200</c:v>
                </c:pt>
                <c:pt idx="4448">
                  <c:v>16200</c:v>
                </c:pt>
                <c:pt idx="4449">
                  <c:v>16200</c:v>
                </c:pt>
                <c:pt idx="4450">
                  <c:v>16200</c:v>
                </c:pt>
                <c:pt idx="4451">
                  <c:v>16200</c:v>
                </c:pt>
                <c:pt idx="4452">
                  <c:v>16200</c:v>
                </c:pt>
                <c:pt idx="4453">
                  <c:v>16200</c:v>
                </c:pt>
                <c:pt idx="4454">
                  <c:v>16200</c:v>
                </c:pt>
                <c:pt idx="4455">
                  <c:v>16100</c:v>
                </c:pt>
                <c:pt idx="4456">
                  <c:v>16100</c:v>
                </c:pt>
                <c:pt idx="4457">
                  <c:v>16100</c:v>
                </c:pt>
                <c:pt idx="4458">
                  <c:v>16100</c:v>
                </c:pt>
                <c:pt idx="4459">
                  <c:v>16100</c:v>
                </c:pt>
                <c:pt idx="4460">
                  <c:v>16100</c:v>
                </c:pt>
                <c:pt idx="4461">
                  <c:v>16100</c:v>
                </c:pt>
                <c:pt idx="4462">
                  <c:v>15900</c:v>
                </c:pt>
                <c:pt idx="4463">
                  <c:v>15900</c:v>
                </c:pt>
                <c:pt idx="4464">
                  <c:v>15900</c:v>
                </c:pt>
                <c:pt idx="4465">
                  <c:v>15900</c:v>
                </c:pt>
                <c:pt idx="4466">
                  <c:v>15900</c:v>
                </c:pt>
                <c:pt idx="4467">
                  <c:v>15700</c:v>
                </c:pt>
                <c:pt idx="4468">
                  <c:v>15700</c:v>
                </c:pt>
                <c:pt idx="4469">
                  <c:v>15700</c:v>
                </c:pt>
                <c:pt idx="4470">
                  <c:v>15600</c:v>
                </c:pt>
                <c:pt idx="4471">
                  <c:v>15600</c:v>
                </c:pt>
                <c:pt idx="4472">
                  <c:v>15600</c:v>
                </c:pt>
                <c:pt idx="4473">
                  <c:v>15600</c:v>
                </c:pt>
                <c:pt idx="4474">
                  <c:v>15600</c:v>
                </c:pt>
                <c:pt idx="4475">
                  <c:v>15300</c:v>
                </c:pt>
                <c:pt idx="4476">
                  <c:v>15300</c:v>
                </c:pt>
                <c:pt idx="4477">
                  <c:v>15300</c:v>
                </c:pt>
                <c:pt idx="4478">
                  <c:v>15300</c:v>
                </c:pt>
                <c:pt idx="4479">
                  <c:v>15300</c:v>
                </c:pt>
                <c:pt idx="4480">
                  <c:v>15300</c:v>
                </c:pt>
                <c:pt idx="4481">
                  <c:v>15200</c:v>
                </c:pt>
                <c:pt idx="4482">
                  <c:v>15200</c:v>
                </c:pt>
                <c:pt idx="4483">
                  <c:v>15200</c:v>
                </c:pt>
                <c:pt idx="4484">
                  <c:v>15200</c:v>
                </c:pt>
                <c:pt idx="4485">
                  <c:v>15200</c:v>
                </c:pt>
                <c:pt idx="4486">
                  <c:v>15200</c:v>
                </c:pt>
                <c:pt idx="4487">
                  <c:v>15200</c:v>
                </c:pt>
                <c:pt idx="4488">
                  <c:v>14800</c:v>
                </c:pt>
                <c:pt idx="4489">
                  <c:v>14900</c:v>
                </c:pt>
                <c:pt idx="4490">
                  <c:v>14900</c:v>
                </c:pt>
                <c:pt idx="4491">
                  <c:v>14900</c:v>
                </c:pt>
                <c:pt idx="4492">
                  <c:v>14900</c:v>
                </c:pt>
                <c:pt idx="4493">
                  <c:v>14900</c:v>
                </c:pt>
                <c:pt idx="4494">
                  <c:v>14900</c:v>
                </c:pt>
                <c:pt idx="4495">
                  <c:v>14900</c:v>
                </c:pt>
                <c:pt idx="4496">
                  <c:v>14900</c:v>
                </c:pt>
                <c:pt idx="4497">
                  <c:v>14800</c:v>
                </c:pt>
                <c:pt idx="4498">
                  <c:v>14800</c:v>
                </c:pt>
                <c:pt idx="4499">
                  <c:v>14800</c:v>
                </c:pt>
                <c:pt idx="4500">
                  <c:v>14800</c:v>
                </c:pt>
                <c:pt idx="4501">
                  <c:v>14800</c:v>
                </c:pt>
                <c:pt idx="4502">
                  <c:v>14800</c:v>
                </c:pt>
                <c:pt idx="4503">
                  <c:v>14800</c:v>
                </c:pt>
                <c:pt idx="4504">
                  <c:v>14700</c:v>
                </c:pt>
                <c:pt idx="4505">
                  <c:v>14700</c:v>
                </c:pt>
                <c:pt idx="4506">
                  <c:v>14700</c:v>
                </c:pt>
                <c:pt idx="4507">
                  <c:v>14700</c:v>
                </c:pt>
                <c:pt idx="4508">
                  <c:v>14700</c:v>
                </c:pt>
                <c:pt idx="4509">
                  <c:v>14700</c:v>
                </c:pt>
                <c:pt idx="4510">
                  <c:v>14600</c:v>
                </c:pt>
                <c:pt idx="4511">
                  <c:v>14600</c:v>
                </c:pt>
                <c:pt idx="4512">
                  <c:v>14600</c:v>
                </c:pt>
                <c:pt idx="4513">
                  <c:v>14600</c:v>
                </c:pt>
                <c:pt idx="4514">
                  <c:v>14600</c:v>
                </c:pt>
                <c:pt idx="4515">
                  <c:v>14600</c:v>
                </c:pt>
                <c:pt idx="4516">
                  <c:v>14600</c:v>
                </c:pt>
                <c:pt idx="4517">
                  <c:v>14600</c:v>
                </c:pt>
                <c:pt idx="4518">
                  <c:v>14500</c:v>
                </c:pt>
                <c:pt idx="4519">
                  <c:v>14500</c:v>
                </c:pt>
                <c:pt idx="4520">
                  <c:v>14500</c:v>
                </c:pt>
                <c:pt idx="4521">
                  <c:v>14500</c:v>
                </c:pt>
                <c:pt idx="4522">
                  <c:v>14500</c:v>
                </c:pt>
                <c:pt idx="4523">
                  <c:v>14500</c:v>
                </c:pt>
                <c:pt idx="4524">
                  <c:v>14500</c:v>
                </c:pt>
                <c:pt idx="4525">
                  <c:v>14500</c:v>
                </c:pt>
                <c:pt idx="4526">
                  <c:v>14500</c:v>
                </c:pt>
                <c:pt idx="4527">
                  <c:v>14500</c:v>
                </c:pt>
                <c:pt idx="4528">
                  <c:v>14500</c:v>
                </c:pt>
                <c:pt idx="4529">
                  <c:v>14500</c:v>
                </c:pt>
                <c:pt idx="4530">
                  <c:v>14300</c:v>
                </c:pt>
                <c:pt idx="4531">
                  <c:v>14300</c:v>
                </c:pt>
                <c:pt idx="4532">
                  <c:v>14300</c:v>
                </c:pt>
                <c:pt idx="4533">
                  <c:v>14300</c:v>
                </c:pt>
                <c:pt idx="4534">
                  <c:v>14300</c:v>
                </c:pt>
                <c:pt idx="4535">
                  <c:v>14300</c:v>
                </c:pt>
                <c:pt idx="4536">
                  <c:v>14300</c:v>
                </c:pt>
                <c:pt idx="4537">
                  <c:v>14300</c:v>
                </c:pt>
                <c:pt idx="4538">
                  <c:v>14300</c:v>
                </c:pt>
                <c:pt idx="4539">
                  <c:v>14300</c:v>
                </c:pt>
                <c:pt idx="4540">
                  <c:v>14300</c:v>
                </c:pt>
                <c:pt idx="4541">
                  <c:v>14300</c:v>
                </c:pt>
                <c:pt idx="4542">
                  <c:v>14300</c:v>
                </c:pt>
                <c:pt idx="4543">
                  <c:v>14300</c:v>
                </c:pt>
                <c:pt idx="4544">
                  <c:v>14300</c:v>
                </c:pt>
                <c:pt idx="4545">
                  <c:v>14300</c:v>
                </c:pt>
                <c:pt idx="4546">
                  <c:v>14300</c:v>
                </c:pt>
                <c:pt idx="4547">
                  <c:v>14300</c:v>
                </c:pt>
                <c:pt idx="4548">
                  <c:v>14300</c:v>
                </c:pt>
                <c:pt idx="4549">
                  <c:v>14300</c:v>
                </c:pt>
                <c:pt idx="4550">
                  <c:v>14300</c:v>
                </c:pt>
                <c:pt idx="4551">
                  <c:v>14300</c:v>
                </c:pt>
                <c:pt idx="4552">
                  <c:v>14300</c:v>
                </c:pt>
                <c:pt idx="4553">
                  <c:v>14300</c:v>
                </c:pt>
                <c:pt idx="4554">
                  <c:v>14300</c:v>
                </c:pt>
                <c:pt idx="4555">
                  <c:v>14300</c:v>
                </c:pt>
                <c:pt idx="4556">
                  <c:v>14300</c:v>
                </c:pt>
                <c:pt idx="4557">
                  <c:v>14300</c:v>
                </c:pt>
                <c:pt idx="4558">
                  <c:v>14300</c:v>
                </c:pt>
                <c:pt idx="4559">
                  <c:v>14300</c:v>
                </c:pt>
                <c:pt idx="4560">
                  <c:v>14300</c:v>
                </c:pt>
                <c:pt idx="4561">
                  <c:v>14300</c:v>
                </c:pt>
                <c:pt idx="4562">
                  <c:v>14300</c:v>
                </c:pt>
                <c:pt idx="4563">
                  <c:v>14300</c:v>
                </c:pt>
                <c:pt idx="4564">
                  <c:v>14300</c:v>
                </c:pt>
                <c:pt idx="4565">
                  <c:v>14300</c:v>
                </c:pt>
                <c:pt idx="4566">
                  <c:v>14300</c:v>
                </c:pt>
                <c:pt idx="4567">
                  <c:v>14300</c:v>
                </c:pt>
                <c:pt idx="4568">
                  <c:v>14300</c:v>
                </c:pt>
                <c:pt idx="4569">
                  <c:v>14300</c:v>
                </c:pt>
                <c:pt idx="4570">
                  <c:v>14300</c:v>
                </c:pt>
                <c:pt idx="4571">
                  <c:v>14300</c:v>
                </c:pt>
                <c:pt idx="4572">
                  <c:v>14300</c:v>
                </c:pt>
                <c:pt idx="4573">
                  <c:v>14300</c:v>
                </c:pt>
                <c:pt idx="4574">
                  <c:v>14300</c:v>
                </c:pt>
                <c:pt idx="4575">
                  <c:v>14300</c:v>
                </c:pt>
                <c:pt idx="4576">
                  <c:v>14300</c:v>
                </c:pt>
                <c:pt idx="4577">
                  <c:v>14300</c:v>
                </c:pt>
                <c:pt idx="4578">
                  <c:v>14300</c:v>
                </c:pt>
                <c:pt idx="4579">
                  <c:v>14300</c:v>
                </c:pt>
                <c:pt idx="4580">
                  <c:v>14300</c:v>
                </c:pt>
                <c:pt idx="4581">
                  <c:v>14300</c:v>
                </c:pt>
                <c:pt idx="4582">
                  <c:v>14300</c:v>
                </c:pt>
                <c:pt idx="4583">
                  <c:v>14300</c:v>
                </c:pt>
                <c:pt idx="4584">
                  <c:v>14300</c:v>
                </c:pt>
                <c:pt idx="4585">
                  <c:v>14300</c:v>
                </c:pt>
                <c:pt idx="4586">
                  <c:v>14300</c:v>
                </c:pt>
                <c:pt idx="4587">
                  <c:v>14200</c:v>
                </c:pt>
                <c:pt idx="4588">
                  <c:v>14200</c:v>
                </c:pt>
                <c:pt idx="4589">
                  <c:v>14200</c:v>
                </c:pt>
                <c:pt idx="4590">
                  <c:v>14200</c:v>
                </c:pt>
                <c:pt idx="4591">
                  <c:v>14200</c:v>
                </c:pt>
                <c:pt idx="4592">
                  <c:v>14200</c:v>
                </c:pt>
                <c:pt idx="4593">
                  <c:v>14200</c:v>
                </c:pt>
                <c:pt idx="4594">
                  <c:v>14200</c:v>
                </c:pt>
                <c:pt idx="4595">
                  <c:v>14100</c:v>
                </c:pt>
                <c:pt idx="4596">
                  <c:v>14100</c:v>
                </c:pt>
                <c:pt idx="4597">
                  <c:v>14100</c:v>
                </c:pt>
                <c:pt idx="4598">
                  <c:v>14100</c:v>
                </c:pt>
                <c:pt idx="4599">
                  <c:v>14100</c:v>
                </c:pt>
                <c:pt idx="4600">
                  <c:v>13900</c:v>
                </c:pt>
                <c:pt idx="4601">
                  <c:v>13900</c:v>
                </c:pt>
                <c:pt idx="4602">
                  <c:v>13900</c:v>
                </c:pt>
                <c:pt idx="4603">
                  <c:v>13900</c:v>
                </c:pt>
                <c:pt idx="4604">
                  <c:v>13900</c:v>
                </c:pt>
                <c:pt idx="4605">
                  <c:v>13900</c:v>
                </c:pt>
                <c:pt idx="4606">
                  <c:v>13900</c:v>
                </c:pt>
                <c:pt idx="4607">
                  <c:v>13900</c:v>
                </c:pt>
                <c:pt idx="4608">
                  <c:v>13800</c:v>
                </c:pt>
                <c:pt idx="4609">
                  <c:v>13800</c:v>
                </c:pt>
                <c:pt idx="4610">
                  <c:v>13800</c:v>
                </c:pt>
                <c:pt idx="4611">
                  <c:v>13800</c:v>
                </c:pt>
                <c:pt idx="4612">
                  <c:v>13800</c:v>
                </c:pt>
                <c:pt idx="4613">
                  <c:v>13800</c:v>
                </c:pt>
                <c:pt idx="4614">
                  <c:v>13700</c:v>
                </c:pt>
                <c:pt idx="4615">
                  <c:v>13600</c:v>
                </c:pt>
                <c:pt idx="4616">
                  <c:v>13600</c:v>
                </c:pt>
                <c:pt idx="4617">
                  <c:v>13600</c:v>
                </c:pt>
                <c:pt idx="4618">
                  <c:v>13600</c:v>
                </c:pt>
                <c:pt idx="4619">
                  <c:v>13600</c:v>
                </c:pt>
                <c:pt idx="4620">
                  <c:v>13600</c:v>
                </c:pt>
                <c:pt idx="4621">
                  <c:v>13600</c:v>
                </c:pt>
                <c:pt idx="4622">
                  <c:v>13600</c:v>
                </c:pt>
                <c:pt idx="4623">
                  <c:v>13700</c:v>
                </c:pt>
                <c:pt idx="4624">
                  <c:v>13700</c:v>
                </c:pt>
                <c:pt idx="4625">
                  <c:v>13700</c:v>
                </c:pt>
                <c:pt idx="4626">
                  <c:v>13700</c:v>
                </c:pt>
                <c:pt idx="4627">
                  <c:v>13700</c:v>
                </c:pt>
                <c:pt idx="4628">
                  <c:v>13900</c:v>
                </c:pt>
                <c:pt idx="4629">
                  <c:v>13900</c:v>
                </c:pt>
                <c:pt idx="4630">
                  <c:v>13900</c:v>
                </c:pt>
                <c:pt idx="4631">
                  <c:v>13900</c:v>
                </c:pt>
                <c:pt idx="4632">
                  <c:v>13900</c:v>
                </c:pt>
                <c:pt idx="4633">
                  <c:v>13900</c:v>
                </c:pt>
                <c:pt idx="4634">
                  <c:v>13900</c:v>
                </c:pt>
                <c:pt idx="4635">
                  <c:v>14100</c:v>
                </c:pt>
                <c:pt idx="4636">
                  <c:v>14200</c:v>
                </c:pt>
                <c:pt idx="4637">
                  <c:v>14300</c:v>
                </c:pt>
                <c:pt idx="4638">
                  <c:v>14300</c:v>
                </c:pt>
                <c:pt idx="4639">
                  <c:v>14300</c:v>
                </c:pt>
                <c:pt idx="4640">
                  <c:v>14300</c:v>
                </c:pt>
                <c:pt idx="4641">
                  <c:v>14300</c:v>
                </c:pt>
                <c:pt idx="4642">
                  <c:v>14500</c:v>
                </c:pt>
                <c:pt idx="4643">
                  <c:v>14500</c:v>
                </c:pt>
                <c:pt idx="4644">
                  <c:v>14900</c:v>
                </c:pt>
                <c:pt idx="4645">
                  <c:v>14900</c:v>
                </c:pt>
                <c:pt idx="4646">
                  <c:v>14900</c:v>
                </c:pt>
                <c:pt idx="4647">
                  <c:v>14900</c:v>
                </c:pt>
                <c:pt idx="4648">
                  <c:v>14900</c:v>
                </c:pt>
                <c:pt idx="4649">
                  <c:v>14900</c:v>
                </c:pt>
                <c:pt idx="4650">
                  <c:v>14900</c:v>
                </c:pt>
                <c:pt idx="4651">
                  <c:v>15100</c:v>
                </c:pt>
                <c:pt idx="4652">
                  <c:v>15100</c:v>
                </c:pt>
                <c:pt idx="4653">
                  <c:v>15100</c:v>
                </c:pt>
                <c:pt idx="4654">
                  <c:v>15100</c:v>
                </c:pt>
                <c:pt idx="4655">
                  <c:v>15100</c:v>
                </c:pt>
                <c:pt idx="4656">
                  <c:v>15100</c:v>
                </c:pt>
                <c:pt idx="4657">
                  <c:v>15100</c:v>
                </c:pt>
                <c:pt idx="4658">
                  <c:v>15100</c:v>
                </c:pt>
                <c:pt idx="4659">
                  <c:v>15100</c:v>
                </c:pt>
                <c:pt idx="4660">
                  <c:v>15100</c:v>
                </c:pt>
                <c:pt idx="4661">
                  <c:v>15100</c:v>
                </c:pt>
                <c:pt idx="4662">
                  <c:v>15100</c:v>
                </c:pt>
                <c:pt idx="4663">
                  <c:v>15100</c:v>
                </c:pt>
                <c:pt idx="4664">
                  <c:v>15100</c:v>
                </c:pt>
                <c:pt idx="4665">
                  <c:v>15100</c:v>
                </c:pt>
                <c:pt idx="4666">
                  <c:v>15200</c:v>
                </c:pt>
                <c:pt idx="4667">
                  <c:v>15200</c:v>
                </c:pt>
                <c:pt idx="4668">
                  <c:v>15200</c:v>
                </c:pt>
                <c:pt idx="4669">
                  <c:v>15200</c:v>
                </c:pt>
                <c:pt idx="4670">
                  <c:v>15200</c:v>
                </c:pt>
                <c:pt idx="4671">
                  <c:v>15200</c:v>
                </c:pt>
                <c:pt idx="4672">
                  <c:v>15200</c:v>
                </c:pt>
                <c:pt idx="4673">
                  <c:v>15200</c:v>
                </c:pt>
                <c:pt idx="4674">
                  <c:v>15200</c:v>
                </c:pt>
                <c:pt idx="4675">
                  <c:v>15200</c:v>
                </c:pt>
                <c:pt idx="4676">
                  <c:v>15200</c:v>
                </c:pt>
                <c:pt idx="4677">
                  <c:v>15200</c:v>
                </c:pt>
                <c:pt idx="4678">
                  <c:v>15200</c:v>
                </c:pt>
                <c:pt idx="4679">
                  <c:v>15300</c:v>
                </c:pt>
                <c:pt idx="4680">
                  <c:v>15300</c:v>
                </c:pt>
                <c:pt idx="4681">
                  <c:v>15300</c:v>
                </c:pt>
                <c:pt idx="4682">
                  <c:v>15300</c:v>
                </c:pt>
                <c:pt idx="4683">
                  <c:v>15300</c:v>
                </c:pt>
                <c:pt idx="4684">
                  <c:v>15600</c:v>
                </c:pt>
                <c:pt idx="4685">
                  <c:v>15600</c:v>
                </c:pt>
                <c:pt idx="4686">
                  <c:v>15600</c:v>
                </c:pt>
                <c:pt idx="4687">
                  <c:v>15600</c:v>
                </c:pt>
                <c:pt idx="4688">
                  <c:v>15600</c:v>
                </c:pt>
                <c:pt idx="4689">
                  <c:v>15600</c:v>
                </c:pt>
                <c:pt idx="4690">
                  <c:v>15600</c:v>
                </c:pt>
                <c:pt idx="4691">
                  <c:v>15600</c:v>
                </c:pt>
                <c:pt idx="4692">
                  <c:v>15700</c:v>
                </c:pt>
                <c:pt idx="4693">
                  <c:v>15700</c:v>
                </c:pt>
                <c:pt idx="4694">
                  <c:v>15700</c:v>
                </c:pt>
                <c:pt idx="4695">
                  <c:v>15700</c:v>
                </c:pt>
                <c:pt idx="4696">
                  <c:v>15700</c:v>
                </c:pt>
                <c:pt idx="4697">
                  <c:v>15700</c:v>
                </c:pt>
                <c:pt idx="4698">
                  <c:v>15700</c:v>
                </c:pt>
                <c:pt idx="4699">
                  <c:v>15700</c:v>
                </c:pt>
                <c:pt idx="4700">
                  <c:v>15700</c:v>
                </c:pt>
                <c:pt idx="4701">
                  <c:v>15600</c:v>
                </c:pt>
                <c:pt idx="4702">
                  <c:v>15600</c:v>
                </c:pt>
                <c:pt idx="4703">
                  <c:v>15600</c:v>
                </c:pt>
                <c:pt idx="4704">
                  <c:v>15600</c:v>
                </c:pt>
                <c:pt idx="4705">
                  <c:v>15600</c:v>
                </c:pt>
                <c:pt idx="4706">
                  <c:v>15500</c:v>
                </c:pt>
                <c:pt idx="4707">
                  <c:v>15500</c:v>
                </c:pt>
                <c:pt idx="4708">
                  <c:v>15500</c:v>
                </c:pt>
                <c:pt idx="4709">
                  <c:v>15500</c:v>
                </c:pt>
                <c:pt idx="4710">
                  <c:v>15500</c:v>
                </c:pt>
                <c:pt idx="4711">
                  <c:v>15500</c:v>
                </c:pt>
                <c:pt idx="4712">
                  <c:v>15500</c:v>
                </c:pt>
                <c:pt idx="4713">
                  <c:v>15500</c:v>
                </c:pt>
                <c:pt idx="4714">
                  <c:v>15500</c:v>
                </c:pt>
                <c:pt idx="4715">
                  <c:v>15500</c:v>
                </c:pt>
                <c:pt idx="4716">
                  <c:v>15500</c:v>
                </c:pt>
                <c:pt idx="4717">
                  <c:v>15500</c:v>
                </c:pt>
                <c:pt idx="4718">
                  <c:v>15500</c:v>
                </c:pt>
                <c:pt idx="4719">
                  <c:v>15300</c:v>
                </c:pt>
                <c:pt idx="4720">
                  <c:v>15300</c:v>
                </c:pt>
                <c:pt idx="4721">
                  <c:v>15300</c:v>
                </c:pt>
                <c:pt idx="4722">
                  <c:v>15300</c:v>
                </c:pt>
                <c:pt idx="4723">
                  <c:v>15300</c:v>
                </c:pt>
                <c:pt idx="4724">
                  <c:v>15300</c:v>
                </c:pt>
                <c:pt idx="4725">
                  <c:v>15300</c:v>
                </c:pt>
                <c:pt idx="4726">
                  <c:v>15300</c:v>
                </c:pt>
                <c:pt idx="4727">
                  <c:v>15000</c:v>
                </c:pt>
                <c:pt idx="4728">
                  <c:v>15000</c:v>
                </c:pt>
                <c:pt idx="4729">
                  <c:v>15000</c:v>
                </c:pt>
                <c:pt idx="4730">
                  <c:v>15000</c:v>
                </c:pt>
                <c:pt idx="4731">
                  <c:v>15000</c:v>
                </c:pt>
                <c:pt idx="4732">
                  <c:v>15000</c:v>
                </c:pt>
                <c:pt idx="4733">
                  <c:v>15000</c:v>
                </c:pt>
                <c:pt idx="4734">
                  <c:v>15000</c:v>
                </c:pt>
                <c:pt idx="4735">
                  <c:v>14800</c:v>
                </c:pt>
                <c:pt idx="4736">
                  <c:v>14800</c:v>
                </c:pt>
                <c:pt idx="4737">
                  <c:v>14800</c:v>
                </c:pt>
                <c:pt idx="4738">
                  <c:v>14800</c:v>
                </c:pt>
                <c:pt idx="4739">
                  <c:v>14800</c:v>
                </c:pt>
                <c:pt idx="4740">
                  <c:v>14600</c:v>
                </c:pt>
                <c:pt idx="4741">
                  <c:v>14600</c:v>
                </c:pt>
                <c:pt idx="4742">
                  <c:v>14600</c:v>
                </c:pt>
                <c:pt idx="4743">
                  <c:v>14600</c:v>
                </c:pt>
                <c:pt idx="4744">
                  <c:v>14600</c:v>
                </c:pt>
                <c:pt idx="4745">
                  <c:v>14600</c:v>
                </c:pt>
                <c:pt idx="4746">
                  <c:v>14600</c:v>
                </c:pt>
                <c:pt idx="4747">
                  <c:v>14600</c:v>
                </c:pt>
                <c:pt idx="4748">
                  <c:v>14600</c:v>
                </c:pt>
                <c:pt idx="4749">
                  <c:v>14600</c:v>
                </c:pt>
                <c:pt idx="4750">
                  <c:v>14700</c:v>
                </c:pt>
                <c:pt idx="4751">
                  <c:v>14700</c:v>
                </c:pt>
                <c:pt idx="4752">
                  <c:v>14700</c:v>
                </c:pt>
                <c:pt idx="4753">
                  <c:v>14700</c:v>
                </c:pt>
                <c:pt idx="4754">
                  <c:v>14700</c:v>
                </c:pt>
                <c:pt idx="4755">
                  <c:v>14700</c:v>
                </c:pt>
                <c:pt idx="4756">
                  <c:v>14700</c:v>
                </c:pt>
                <c:pt idx="4757">
                  <c:v>14700</c:v>
                </c:pt>
                <c:pt idx="4758">
                  <c:v>14700</c:v>
                </c:pt>
                <c:pt idx="4759">
                  <c:v>14700</c:v>
                </c:pt>
                <c:pt idx="4760">
                  <c:v>14700</c:v>
                </c:pt>
                <c:pt idx="4761">
                  <c:v>14700</c:v>
                </c:pt>
                <c:pt idx="4762">
                  <c:v>14700</c:v>
                </c:pt>
                <c:pt idx="4763">
                  <c:v>14700</c:v>
                </c:pt>
                <c:pt idx="4764">
                  <c:v>14700</c:v>
                </c:pt>
                <c:pt idx="4765">
                  <c:v>14700</c:v>
                </c:pt>
                <c:pt idx="4766">
                  <c:v>14700</c:v>
                </c:pt>
                <c:pt idx="4767">
                  <c:v>14700</c:v>
                </c:pt>
                <c:pt idx="4768">
                  <c:v>14700</c:v>
                </c:pt>
                <c:pt idx="4769">
                  <c:v>14800</c:v>
                </c:pt>
                <c:pt idx="4770">
                  <c:v>14900</c:v>
                </c:pt>
                <c:pt idx="4771">
                  <c:v>14900</c:v>
                </c:pt>
                <c:pt idx="4772">
                  <c:v>14900</c:v>
                </c:pt>
                <c:pt idx="4773">
                  <c:v>14900</c:v>
                </c:pt>
                <c:pt idx="4774">
                  <c:v>14900</c:v>
                </c:pt>
                <c:pt idx="4775">
                  <c:v>14900</c:v>
                </c:pt>
                <c:pt idx="4776">
                  <c:v>14900</c:v>
                </c:pt>
                <c:pt idx="4777">
                  <c:v>14900</c:v>
                </c:pt>
                <c:pt idx="4778">
                  <c:v>14900</c:v>
                </c:pt>
                <c:pt idx="4779">
                  <c:v>14900</c:v>
                </c:pt>
                <c:pt idx="4780">
                  <c:v>14900</c:v>
                </c:pt>
                <c:pt idx="4781">
                  <c:v>14900</c:v>
                </c:pt>
                <c:pt idx="4782">
                  <c:v>14900</c:v>
                </c:pt>
                <c:pt idx="4783">
                  <c:v>14900</c:v>
                </c:pt>
                <c:pt idx="4784">
                  <c:v>14900</c:v>
                </c:pt>
                <c:pt idx="4785">
                  <c:v>14900</c:v>
                </c:pt>
                <c:pt idx="4786">
                  <c:v>14900</c:v>
                </c:pt>
                <c:pt idx="4787">
                  <c:v>14900</c:v>
                </c:pt>
                <c:pt idx="4788">
                  <c:v>14900</c:v>
                </c:pt>
                <c:pt idx="4789">
                  <c:v>14900</c:v>
                </c:pt>
                <c:pt idx="4790">
                  <c:v>14900</c:v>
                </c:pt>
                <c:pt idx="4791">
                  <c:v>14900</c:v>
                </c:pt>
                <c:pt idx="4792">
                  <c:v>15100</c:v>
                </c:pt>
                <c:pt idx="4793">
                  <c:v>15100</c:v>
                </c:pt>
                <c:pt idx="4794">
                  <c:v>15100</c:v>
                </c:pt>
                <c:pt idx="4795">
                  <c:v>15100</c:v>
                </c:pt>
                <c:pt idx="4796">
                  <c:v>15100</c:v>
                </c:pt>
                <c:pt idx="4797">
                  <c:v>15100</c:v>
                </c:pt>
                <c:pt idx="4798">
                  <c:v>15300</c:v>
                </c:pt>
                <c:pt idx="4799">
                  <c:v>15300</c:v>
                </c:pt>
                <c:pt idx="4800">
                  <c:v>15300</c:v>
                </c:pt>
                <c:pt idx="4801">
                  <c:v>15300</c:v>
                </c:pt>
                <c:pt idx="4802">
                  <c:v>15300</c:v>
                </c:pt>
                <c:pt idx="4803">
                  <c:v>15300</c:v>
                </c:pt>
                <c:pt idx="4804">
                  <c:v>15300</c:v>
                </c:pt>
                <c:pt idx="4805">
                  <c:v>15300</c:v>
                </c:pt>
                <c:pt idx="4806">
                  <c:v>15300</c:v>
                </c:pt>
                <c:pt idx="4807">
                  <c:v>15300</c:v>
                </c:pt>
                <c:pt idx="4808">
                  <c:v>15300</c:v>
                </c:pt>
                <c:pt idx="4809">
                  <c:v>15300</c:v>
                </c:pt>
                <c:pt idx="4810">
                  <c:v>15300</c:v>
                </c:pt>
                <c:pt idx="4811">
                  <c:v>15300</c:v>
                </c:pt>
                <c:pt idx="4812">
                  <c:v>15300</c:v>
                </c:pt>
                <c:pt idx="4813">
                  <c:v>15300</c:v>
                </c:pt>
                <c:pt idx="4814">
                  <c:v>15300</c:v>
                </c:pt>
                <c:pt idx="4815">
                  <c:v>15300</c:v>
                </c:pt>
                <c:pt idx="4816">
                  <c:v>15300</c:v>
                </c:pt>
                <c:pt idx="4817">
                  <c:v>15300</c:v>
                </c:pt>
                <c:pt idx="4818">
                  <c:v>15300</c:v>
                </c:pt>
                <c:pt idx="4819">
                  <c:v>15300</c:v>
                </c:pt>
                <c:pt idx="4820">
                  <c:v>15300</c:v>
                </c:pt>
                <c:pt idx="4821">
                  <c:v>15300</c:v>
                </c:pt>
                <c:pt idx="4822">
                  <c:v>15300</c:v>
                </c:pt>
                <c:pt idx="4823">
                  <c:v>15300</c:v>
                </c:pt>
                <c:pt idx="4824">
                  <c:v>15300</c:v>
                </c:pt>
                <c:pt idx="4825">
                  <c:v>15300</c:v>
                </c:pt>
                <c:pt idx="4826">
                  <c:v>15300</c:v>
                </c:pt>
                <c:pt idx="4827">
                  <c:v>15300</c:v>
                </c:pt>
                <c:pt idx="4828">
                  <c:v>15300</c:v>
                </c:pt>
                <c:pt idx="4829">
                  <c:v>15300</c:v>
                </c:pt>
                <c:pt idx="4830">
                  <c:v>15300</c:v>
                </c:pt>
                <c:pt idx="4831">
                  <c:v>15300</c:v>
                </c:pt>
                <c:pt idx="4832">
                  <c:v>15300</c:v>
                </c:pt>
                <c:pt idx="4833">
                  <c:v>15300</c:v>
                </c:pt>
                <c:pt idx="4834">
                  <c:v>15300</c:v>
                </c:pt>
                <c:pt idx="4835">
                  <c:v>15300</c:v>
                </c:pt>
                <c:pt idx="4836">
                  <c:v>15300</c:v>
                </c:pt>
                <c:pt idx="4837">
                  <c:v>15300</c:v>
                </c:pt>
                <c:pt idx="4838">
                  <c:v>15300</c:v>
                </c:pt>
                <c:pt idx="4839">
                  <c:v>15000</c:v>
                </c:pt>
                <c:pt idx="4840">
                  <c:v>15000</c:v>
                </c:pt>
                <c:pt idx="4841">
                  <c:v>15000</c:v>
                </c:pt>
                <c:pt idx="4842">
                  <c:v>14900</c:v>
                </c:pt>
                <c:pt idx="4843">
                  <c:v>14900</c:v>
                </c:pt>
                <c:pt idx="4844">
                  <c:v>14900</c:v>
                </c:pt>
                <c:pt idx="4845">
                  <c:v>14900</c:v>
                </c:pt>
                <c:pt idx="4846">
                  <c:v>14800</c:v>
                </c:pt>
                <c:pt idx="4847">
                  <c:v>14800</c:v>
                </c:pt>
                <c:pt idx="4848">
                  <c:v>14800</c:v>
                </c:pt>
                <c:pt idx="4849">
                  <c:v>14800</c:v>
                </c:pt>
                <c:pt idx="4850">
                  <c:v>14800</c:v>
                </c:pt>
                <c:pt idx="4851">
                  <c:v>14800</c:v>
                </c:pt>
                <c:pt idx="4852">
                  <c:v>14600</c:v>
                </c:pt>
                <c:pt idx="4853">
                  <c:v>14600</c:v>
                </c:pt>
                <c:pt idx="4854">
                  <c:v>14600</c:v>
                </c:pt>
                <c:pt idx="4855">
                  <c:v>14600</c:v>
                </c:pt>
                <c:pt idx="4856">
                  <c:v>14600</c:v>
                </c:pt>
                <c:pt idx="4857">
                  <c:v>14600</c:v>
                </c:pt>
                <c:pt idx="4858">
                  <c:v>14600</c:v>
                </c:pt>
                <c:pt idx="4859">
                  <c:v>14600</c:v>
                </c:pt>
                <c:pt idx="4860">
                  <c:v>14600</c:v>
                </c:pt>
                <c:pt idx="4861">
                  <c:v>14600</c:v>
                </c:pt>
                <c:pt idx="4862">
                  <c:v>14600</c:v>
                </c:pt>
                <c:pt idx="4863">
                  <c:v>14600</c:v>
                </c:pt>
                <c:pt idx="4864">
                  <c:v>14600</c:v>
                </c:pt>
                <c:pt idx="4865">
                  <c:v>14600</c:v>
                </c:pt>
                <c:pt idx="4866">
                  <c:v>14600</c:v>
                </c:pt>
                <c:pt idx="4867">
                  <c:v>14600</c:v>
                </c:pt>
                <c:pt idx="4868">
                  <c:v>14600</c:v>
                </c:pt>
                <c:pt idx="4869">
                  <c:v>14600</c:v>
                </c:pt>
                <c:pt idx="4870">
                  <c:v>14600</c:v>
                </c:pt>
                <c:pt idx="4871">
                  <c:v>14600</c:v>
                </c:pt>
                <c:pt idx="4872">
                  <c:v>15200</c:v>
                </c:pt>
                <c:pt idx="4873">
                  <c:v>15200</c:v>
                </c:pt>
                <c:pt idx="4874">
                  <c:v>15400</c:v>
                </c:pt>
                <c:pt idx="4875">
                  <c:v>15400</c:v>
                </c:pt>
                <c:pt idx="4876">
                  <c:v>15400</c:v>
                </c:pt>
                <c:pt idx="4877">
                  <c:v>15400</c:v>
                </c:pt>
                <c:pt idx="4878">
                  <c:v>15400</c:v>
                </c:pt>
                <c:pt idx="4879">
                  <c:v>15400</c:v>
                </c:pt>
                <c:pt idx="4880">
                  <c:v>15400</c:v>
                </c:pt>
                <c:pt idx="4881">
                  <c:v>15400</c:v>
                </c:pt>
                <c:pt idx="4882">
                  <c:v>15400</c:v>
                </c:pt>
                <c:pt idx="4883">
                  <c:v>15400</c:v>
                </c:pt>
                <c:pt idx="4884">
                  <c:v>15400</c:v>
                </c:pt>
                <c:pt idx="4885">
                  <c:v>15400</c:v>
                </c:pt>
                <c:pt idx="4886">
                  <c:v>15400</c:v>
                </c:pt>
                <c:pt idx="4887">
                  <c:v>15400</c:v>
                </c:pt>
                <c:pt idx="4888">
                  <c:v>15700</c:v>
                </c:pt>
                <c:pt idx="4889">
                  <c:v>15700</c:v>
                </c:pt>
                <c:pt idx="4890">
                  <c:v>15700</c:v>
                </c:pt>
                <c:pt idx="4891">
                  <c:v>15700</c:v>
                </c:pt>
                <c:pt idx="4892">
                  <c:v>15700</c:v>
                </c:pt>
                <c:pt idx="4893">
                  <c:v>15700</c:v>
                </c:pt>
                <c:pt idx="4894">
                  <c:v>15700</c:v>
                </c:pt>
                <c:pt idx="4895">
                  <c:v>15700</c:v>
                </c:pt>
                <c:pt idx="4896">
                  <c:v>15700</c:v>
                </c:pt>
                <c:pt idx="4897">
                  <c:v>15700</c:v>
                </c:pt>
                <c:pt idx="4898">
                  <c:v>15700</c:v>
                </c:pt>
                <c:pt idx="4899">
                  <c:v>15700</c:v>
                </c:pt>
                <c:pt idx="4900">
                  <c:v>15700</c:v>
                </c:pt>
                <c:pt idx="4901">
                  <c:v>15700</c:v>
                </c:pt>
                <c:pt idx="4902">
                  <c:v>15400</c:v>
                </c:pt>
                <c:pt idx="4903">
                  <c:v>15400</c:v>
                </c:pt>
                <c:pt idx="4904">
                  <c:v>15400</c:v>
                </c:pt>
                <c:pt idx="4905">
                  <c:v>15400</c:v>
                </c:pt>
                <c:pt idx="4906">
                  <c:v>15400</c:v>
                </c:pt>
                <c:pt idx="4907">
                  <c:v>15400</c:v>
                </c:pt>
                <c:pt idx="4908">
                  <c:v>15200</c:v>
                </c:pt>
                <c:pt idx="4909">
                  <c:v>15200</c:v>
                </c:pt>
                <c:pt idx="4910">
                  <c:v>15200</c:v>
                </c:pt>
                <c:pt idx="4911">
                  <c:v>15000</c:v>
                </c:pt>
                <c:pt idx="4912">
                  <c:v>15000</c:v>
                </c:pt>
                <c:pt idx="4913">
                  <c:v>15000</c:v>
                </c:pt>
                <c:pt idx="4914">
                  <c:v>15000</c:v>
                </c:pt>
                <c:pt idx="4915">
                  <c:v>15000</c:v>
                </c:pt>
                <c:pt idx="4916">
                  <c:v>15000</c:v>
                </c:pt>
                <c:pt idx="4917">
                  <c:v>14900</c:v>
                </c:pt>
                <c:pt idx="4918">
                  <c:v>14900</c:v>
                </c:pt>
                <c:pt idx="4919">
                  <c:v>14900</c:v>
                </c:pt>
                <c:pt idx="4920">
                  <c:v>14900</c:v>
                </c:pt>
                <c:pt idx="4921">
                  <c:v>14900</c:v>
                </c:pt>
                <c:pt idx="4922">
                  <c:v>14900</c:v>
                </c:pt>
                <c:pt idx="4923">
                  <c:v>14700</c:v>
                </c:pt>
                <c:pt idx="4924">
                  <c:v>14700</c:v>
                </c:pt>
                <c:pt idx="4925">
                  <c:v>14700</c:v>
                </c:pt>
                <c:pt idx="4926">
                  <c:v>14700</c:v>
                </c:pt>
                <c:pt idx="4927">
                  <c:v>14700</c:v>
                </c:pt>
                <c:pt idx="4928">
                  <c:v>14700</c:v>
                </c:pt>
                <c:pt idx="4929">
                  <c:v>14500</c:v>
                </c:pt>
                <c:pt idx="4930">
                  <c:v>14500</c:v>
                </c:pt>
                <c:pt idx="4931">
                  <c:v>14400</c:v>
                </c:pt>
                <c:pt idx="4932">
                  <c:v>14400</c:v>
                </c:pt>
                <c:pt idx="4933">
                  <c:v>14400</c:v>
                </c:pt>
                <c:pt idx="4934">
                  <c:v>14400</c:v>
                </c:pt>
                <c:pt idx="4935">
                  <c:v>14400</c:v>
                </c:pt>
                <c:pt idx="4936">
                  <c:v>14400</c:v>
                </c:pt>
                <c:pt idx="4937">
                  <c:v>16600</c:v>
                </c:pt>
                <c:pt idx="4938">
                  <c:v>18500</c:v>
                </c:pt>
                <c:pt idx="4939">
                  <c:v>19500</c:v>
                </c:pt>
                <c:pt idx="4940">
                  <c:v>20500</c:v>
                </c:pt>
                <c:pt idx="4941">
                  <c:v>20500</c:v>
                </c:pt>
                <c:pt idx="4942">
                  <c:v>20500</c:v>
                </c:pt>
                <c:pt idx="4943">
                  <c:v>21500</c:v>
                </c:pt>
                <c:pt idx="4944">
                  <c:v>22500</c:v>
                </c:pt>
                <c:pt idx="4945">
                  <c:v>23500</c:v>
                </c:pt>
                <c:pt idx="4946">
                  <c:v>23500</c:v>
                </c:pt>
                <c:pt idx="4947">
                  <c:v>23500</c:v>
                </c:pt>
                <c:pt idx="4948">
                  <c:v>23500</c:v>
                </c:pt>
                <c:pt idx="4949">
                  <c:v>23500</c:v>
                </c:pt>
                <c:pt idx="4950">
                  <c:v>23500</c:v>
                </c:pt>
                <c:pt idx="4951">
                  <c:v>22000</c:v>
                </c:pt>
                <c:pt idx="4952">
                  <c:v>21000</c:v>
                </c:pt>
                <c:pt idx="4953">
                  <c:v>20000</c:v>
                </c:pt>
                <c:pt idx="4954">
                  <c:v>20000</c:v>
                </c:pt>
                <c:pt idx="4955">
                  <c:v>20000</c:v>
                </c:pt>
                <c:pt idx="4956">
                  <c:v>20000</c:v>
                </c:pt>
                <c:pt idx="4957">
                  <c:v>19000</c:v>
                </c:pt>
                <c:pt idx="4958">
                  <c:v>19000</c:v>
                </c:pt>
                <c:pt idx="4959">
                  <c:v>19000</c:v>
                </c:pt>
                <c:pt idx="4960">
                  <c:v>17000</c:v>
                </c:pt>
                <c:pt idx="4961">
                  <c:v>17000</c:v>
                </c:pt>
                <c:pt idx="4962">
                  <c:v>17000</c:v>
                </c:pt>
                <c:pt idx="4963">
                  <c:v>17000</c:v>
                </c:pt>
                <c:pt idx="4964">
                  <c:v>17000</c:v>
                </c:pt>
                <c:pt idx="4965">
                  <c:v>16000</c:v>
                </c:pt>
                <c:pt idx="4966">
                  <c:v>16000</c:v>
                </c:pt>
                <c:pt idx="4967">
                  <c:v>15500</c:v>
                </c:pt>
                <c:pt idx="4968">
                  <c:v>15500</c:v>
                </c:pt>
                <c:pt idx="4969">
                  <c:v>15500</c:v>
                </c:pt>
                <c:pt idx="4970">
                  <c:v>15500</c:v>
                </c:pt>
                <c:pt idx="4971">
                  <c:v>15300</c:v>
                </c:pt>
                <c:pt idx="4972">
                  <c:v>15200</c:v>
                </c:pt>
                <c:pt idx="4973">
                  <c:v>15000</c:v>
                </c:pt>
                <c:pt idx="4974">
                  <c:v>15000</c:v>
                </c:pt>
                <c:pt idx="4975">
                  <c:v>15000</c:v>
                </c:pt>
                <c:pt idx="4976">
                  <c:v>14900</c:v>
                </c:pt>
                <c:pt idx="4977">
                  <c:v>14900</c:v>
                </c:pt>
                <c:pt idx="4978">
                  <c:v>14900</c:v>
                </c:pt>
                <c:pt idx="4979">
                  <c:v>14900</c:v>
                </c:pt>
                <c:pt idx="4980">
                  <c:v>15100</c:v>
                </c:pt>
                <c:pt idx="4981">
                  <c:v>15100</c:v>
                </c:pt>
                <c:pt idx="4982">
                  <c:v>15100</c:v>
                </c:pt>
                <c:pt idx="4983">
                  <c:v>15100</c:v>
                </c:pt>
                <c:pt idx="4984">
                  <c:v>15100</c:v>
                </c:pt>
                <c:pt idx="4985">
                  <c:v>15400</c:v>
                </c:pt>
                <c:pt idx="4986">
                  <c:v>15800</c:v>
                </c:pt>
                <c:pt idx="4987">
                  <c:v>15800</c:v>
                </c:pt>
                <c:pt idx="4988">
                  <c:v>16100</c:v>
                </c:pt>
                <c:pt idx="4989">
                  <c:v>16100</c:v>
                </c:pt>
                <c:pt idx="4990">
                  <c:v>16500</c:v>
                </c:pt>
                <c:pt idx="4991">
                  <c:v>16500</c:v>
                </c:pt>
                <c:pt idx="4992">
                  <c:v>16500</c:v>
                </c:pt>
                <c:pt idx="4993">
                  <c:v>17000</c:v>
                </c:pt>
                <c:pt idx="4994">
                  <c:v>17000</c:v>
                </c:pt>
                <c:pt idx="4995">
                  <c:v>17400</c:v>
                </c:pt>
                <c:pt idx="4996">
                  <c:v>17400</c:v>
                </c:pt>
                <c:pt idx="4997">
                  <c:v>17400</c:v>
                </c:pt>
                <c:pt idx="4998">
                  <c:v>17400</c:v>
                </c:pt>
                <c:pt idx="4999">
                  <c:v>17900</c:v>
                </c:pt>
                <c:pt idx="5000">
                  <c:v>18300</c:v>
                </c:pt>
                <c:pt idx="5001">
                  <c:v>18300</c:v>
                </c:pt>
                <c:pt idx="5002">
                  <c:v>18300</c:v>
                </c:pt>
                <c:pt idx="5003">
                  <c:v>18300</c:v>
                </c:pt>
                <c:pt idx="5004">
                  <c:v>18300</c:v>
                </c:pt>
                <c:pt idx="5005">
                  <c:v>18300</c:v>
                </c:pt>
                <c:pt idx="5006">
                  <c:v>18800</c:v>
                </c:pt>
                <c:pt idx="5007">
                  <c:v>18800</c:v>
                </c:pt>
                <c:pt idx="5008">
                  <c:v>18800</c:v>
                </c:pt>
                <c:pt idx="5009">
                  <c:v>18800</c:v>
                </c:pt>
                <c:pt idx="5010">
                  <c:v>18800</c:v>
                </c:pt>
                <c:pt idx="5011">
                  <c:v>18800</c:v>
                </c:pt>
                <c:pt idx="5012">
                  <c:v>18800</c:v>
                </c:pt>
                <c:pt idx="5013">
                  <c:v>19000</c:v>
                </c:pt>
                <c:pt idx="5014">
                  <c:v>19000</c:v>
                </c:pt>
                <c:pt idx="5015">
                  <c:v>19000</c:v>
                </c:pt>
                <c:pt idx="5016">
                  <c:v>19000</c:v>
                </c:pt>
                <c:pt idx="5017">
                  <c:v>19000</c:v>
                </c:pt>
                <c:pt idx="5018">
                  <c:v>19000</c:v>
                </c:pt>
                <c:pt idx="5019">
                  <c:v>19000</c:v>
                </c:pt>
                <c:pt idx="5020">
                  <c:v>19000</c:v>
                </c:pt>
                <c:pt idx="5021">
                  <c:v>19000</c:v>
                </c:pt>
                <c:pt idx="5022">
                  <c:v>19000</c:v>
                </c:pt>
                <c:pt idx="5023">
                  <c:v>19000</c:v>
                </c:pt>
                <c:pt idx="5024">
                  <c:v>19000</c:v>
                </c:pt>
                <c:pt idx="5025">
                  <c:v>19000</c:v>
                </c:pt>
                <c:pt idx="5026">
                  <c:v>19000</c:v>
                </c:pt>
                <c:pt idx="5027">
                  <c:v>19000</c:v>
                </c:pt>
                <c:pt idx="5028">
                  <c:v>19000</c:v>
                </c:pt>
                <c:pt idx="5029">
                  <c:v>18600</c:v>
                </c:pt>
                <c:pt idx="5030">
                  <c:v>18600</c:v>
                </c:pt>
                <c:pt idx="5031">
                  <c:v>18500</c:v>
                </c:pt>
                <c:pt idx="5032">
                  <c:v>18500</c:v>
                </c:pt>
                <c:pt idx="5033">
                  <c:v>18500</c:v>
                </c:pt>
                <c:pt idx="5034">
                  <c:v>18500</c:v>
                </c:pt>
                <c:pt idx="5035">
                  <c:v>18300</c:v>
                </c:pt>
                <c:pt idx="5036">
                  <c:v>18300</c:v>
                </c:pt>
                <c:pt idx="5037">
                  <c:v>18300</c:v>
                </c:pt>
                <c:pt idx="5038">
                  <c:v>18300</c:v>
                </c:pt>
                <c:pt idx="5039">
                  <c:v>18300</c:v>
                </c:pt>
                <c:pt idx="5040">
                  <c:v>18300</c:v>
                </c:pt>
                <c:pt idx="5041">
                  <c:v>18300</c:v>
                </c:pt>
                <c:pt idx="5042">
                  <c:v>18300</c:v>
                </c:pt>
                <c:pt idx="5043">
                  <c:v>18300</c:v>
                </c:pt>
                <c:pt idx="5044">
                  <c:v>18300</c:v>
                </c:pt>
                <c:pt idx="5045">
                  <c:v>18300</c:v>
                </c:pt>
                <c:pt idx="5046">
                  <c:v>18300</c:v>
                </c:pt>
                <c:pt idx="5047">
                  <c:v>18300</c:v>
                </c:pt>
                <c:pt idx="5048">
                  <c:v>18300</c:v>
                </c:pt>
                <c:pt idx="5049">
                  <c:v>18300</c:v>
                </c:pt>
                <c:pt idx="5050">
                  <c:v>18300</c:v>
                </c:pt>
                <c:pt idx="5051">
                  <c:v>18300</c:v>
                </c:pt>
                <c:pt idx="5052">
                  <c:v>18300</c:v>
                </c:pt>
                <c:pt idx="5053">
                  <c:v>18300</c:v>
                </c:pt>
                <c:pt idx="5054">
                  <c:v>18300</c:v>
                </c:pt>
                <c:pt idx="5055">
                  <c:v>18300</c:v>
                </c:pt>
                <c:pt idx="5056">
                  <c:v>18300</c:v>
                </c:pt>
                <c:pt idx="5057">
                  <c:v>18300</c:v>
                </c:pt>
                <c:pt idx="5058">
                  <c:v>18300</c:v>
                </c:pt>
                <c:pt idx="5059">
                  <c:v>18300</c:v>
                </c:pt>
                <c:pt idx="5060">
                  <c:v>18300</c:v>
                </c:pt>
                <c:pt idx="5061">
                  <c:v>18300</c:v>
                </c:pt>
                <c:pt idx="5062">
                  <c:v>18300</c:v>
                </c:pt>
                <c:pt idx="5063">
                  <c:v>18300</c:v>
                </c:pt>
                <c:pt idx="5064">
                  <c:v>18300</c:v>
                </c:pt>
                <c:pt idx="5065">
                  <c:v>18300</c:v>
                </c:pt>
                <c:pt idx="5066">
                  <c:v>18300</c:v>
                </c:pt>
                <c:pt idx="5067">
                  <c:v>18300</c:v>
                </c:pt>
                <c:pt idx="5068">
                  <c:v>18300</c:v>
                </c:pt>
                <c:pt idx="5069">
                  <c:v>18300</c:v>
                </c:pt>
                <c:pt idx="5070">
                  <c:v>18300</c:v>
                </c:pt>
                <c:pt idx="5071">
                  <c:v>18300</c:v>
                </c:pt>
                <c:pt idx="5072">
                  <c:v>18300</c:v>
                </c:pt>
                <c:pt idx="5073">
                  <c:v>18300</c:v>
                </c:pt>
                <c:pt idx="5074">
                  <c:v>18300</c:v>
                </c:pt>
                <c:pt idx="5075">
                  <c:v>18300</c:v>
                </c:pt>
                <c:pt idx="5076">
                  <c:v>18300</c:v>
                </c:pt>
                <c:pt idx="5077">
                  <c:v>18300</c:v>
                </c:pt>
                <c:pt idx="5078">
                  <c:v>18300</c:v>
                </c:pt>
                <c:pt idx="5079">
                  <c:v>18300</c:v>
                </c:pt>
                <c:pt idx="5080">
                  <c:v>18300</c:v>
                </c:pt>
                <c:pt idx="5081">
                  <c:v>18300</c:v>
                </c:pt>
                <c:pt idx="5082">
                  <c:v>18300</c:v>
                </c:pt>
                <c:pt idx="5083">
                  <c:v>18300</c:v>
                </c:pt>
                <c:pt idx="5084">
                  <c:v>18200</c:v>
                </c:pt>
                <c:pt idx="5085">
                  <c:v>18200</c:v>
                </c:pt>
                <c:pt idx="5086">
                  <c:v>18200</c:v>
                </c:pt>
                <c:pt idx="5087">
                  <c:v>18200</c:v>
                </c:pt>
                <c:pt idx="5088">
                  <c:v>18200</c:v>
                </c:pt>
                <c:pt idx="5089">
                  <c:v>18200</c:v>
                </c:pt>
                <c:pt idx="5090">
                  <c:v>18200</c:v>
                </c:pt>
                <c:pt idx="5091">
                  <c:v>18200</c:v>
                </c:pt>
                <c:pt idx="5092">
                  <c:v>18100</c:v>
                </c:pt>
                <c:pt idx="5093">
                  <c:v>18100</c:v>
                </c:pt>
                <c:pt idx="5094">
                  <c:v>18000</c:v>
                </c:pt>
                <c:pt idx="5095">
                  <c:v>18000</c:v>
                </c:pt>
                <c:pt idx="5096">
                  <c:v>18000</c:v>
                </c:pt>
                <c:pt idx="5097">
                  <c:v>18000</c:v>
                </c:pt>
                <c:pt idx="5098">
                  <c:v>17800</c:v>
                </c:pt>
                <c:pt idx="5099">
                  <c:v>17800</c:v>
                </c:pt>
                <c:pt idx="5100">
                  <c:v>17800</c:v>
                </c:pt>
                <c:pt idx="5101">
                  <c:v>17800</c:v>
                </c:pt>
                <c:pt idx="5102">
                  <c:v>17800</c:v>
                </c:pt>
                <c:pt idx="5103">
                  <c:v>17800</c:v>
                </c:pt>
                <c:pt idx="5104">
                  <c:v>17500</c:v>
                </c:pt>
                <c:pt idx="5105">
                  <c:v>17500</c:v>
                </c:pt>
                <c:pt idx="5106">
                  <c:v>17300</c:v>
                </c:pt>
                <c:pt idx="5107">
                  <c:v>17300</c:v>
                </c:pt>
                <c:pt idx="5108">
                  <c:v>17300</c:v>
                </c:pt>
                <c:pt idx="5109">
                  <c:v>17300</c:v>
                </c:pt>
                <c:pt idx="5110">
                  <c:v>17300</c:v>
                </c:pt>
                <c:pt idx="5111">
                  <c:v>17100</c:v>
                </c:pt>
                <c:pt idx="5112">
                  <c:v>16900</c:v>
                </c:pt>
                <c:pt idx="5113">
                  <c:v>16700</c:v>
                </c:pt>
                <c:pt idx="5114">
                  <c:v>16600</c:v>
                </c:pt>
                <c:pt idx="5115">
                  <c:v>16600</c:v>
                </c:pt>
                <c:pt idx="5116">
                  <c:v>16600</c:v>
                </c:pt>
                <c:pt idx="5117">
                  <c:v>16600</c:v>
                </c:pt>
                <c:pt idx="5118">
                  <c:v>16600</c:v>
                </c:pt>
                <c:pt idx="5119">
                  <c:v>16500</c:v>
                </c:pt>
                <c:pt idx="5120">
                  <c:v>16500</c:v>
                </c:pt>
                <c:pt idx="5121">
                  <c:v>16400</c:v>
                </c:pt>
                <c:pt idx="5122">
                  <c:v>16400</c:v>
                </c:pt>
                <c:pt idx="5123">
                  <c:v>16400</c:v>
                </c:pt>
                <c:pt idx="5124">
                  <c:v>16400</c:v>
                </c:pt>
                <c:pt idx="5125">
                  <c:v>16400</c:v>
                </c:pt>
                <c:pt idx="5126">
                  <c:v>16400</c:v>
                </c:pt>
                <c:pt idx="5127">
                  <c:v>16400</c:v>
                </c:pt>
                <c:pt idx="5128">
                  <c:v>16400</c:v>
                </c:pt>
                <c:pt idx="5129">
                  <c:v>16400</c:v>
                </c:pt>
                <c:pt idx="5130">
                  <c:v>16400</c:v>
                </c:pt>
                <c:pt idx="5131">
                  <c:v>16400</c:v>
                </c:pt>
                <c:pt idx="5132">
                  <c:v>16400</c:v>
                </c:pt>
                <c:pt idx="5133">
                  <c:v>16400</c:v>
                </c:pt>
                <c:pt idx="5134">
                  <c:v>16400</c:v>
                </c:pt>
                <c:pt idx="5135">
                  <c:v>16400</c:v>
                </c:pt>
                <c:pt idx="5136">
                  <c:v>16400</c:v>
                </c:pt>
                <c:pt idx="5137">
                  <c:v>16400</c:v>
                </c:pt>
                <c:pt idx="5138">
                  <c:v>16400</c:v>
                </c:pt>
                <c:pt idx="5139">
                  <c:v>16400</c:v>
                </c:pt>
                <c:pt idx="5140">
                  <c:v>16400</c:v>
                </c:pt>
                <c:pt idx="5141">
                  <c:v>16400</c:v>
                </c:pt>
                <c:pt idx="5142">
                  <c:v>16400</c:v>
                </c:pt>
                <c:pt idx="5143">
                  <c:v>16400</c:v>
                </c:pt>
                <c:pt idx="5144">
                  <c:v>16400</c:v>
                </c:pt>
                <c:pt idx="5145">
                  <c:v>16400</c:v>
                </c:pt>
                <c:pt idx="5146">
                  <c:v>16400</c:v>
                </c:pt>
                <c:pt idx="5147">
                  <c:v>16400</c:v>
                </c:pt>
                <c:pt idx="5148">
                  <c:v>16400</c:v>
                </c:pt>
                <c:pt idx="5149">
                  <c:v>16400</c:v>
                </c:pt>
                <c:pt idx="5150">
                  <c:v>16400</c:v>
                </c:pt>
                <c:pt idx="5151">
                  <c:v>16400</c:v>
                </c:pt>
                <c:pt idx="5152">
                  <c:v>16400</c:v>
                </c:pt>
                <c:pt idx="5153">
                  <c:v>16400</c:v>
                </c:pt>
                <c:pt idx="5154">
                  <c:v>16700</c:v>
                </c:pt>
                <c:pt idx="5155">
                  <c:v>16700</c:v>
                </c:pt>
                <c:pt idx="5156">
                  <c:v>16700</c:v>
                </c:pt>
                <c:pt idx="5157">
                  <c:v>16700</c:v>
                </c:pt>
                <c:pt idx="5158">
                  <c:v>16700</c:v>
                </c:pt>
                <c:pt idx="5159">
                  <c:v>16700</c:v>
                </c:pt>
                <c:pt idx="5160">
                  <c:v>16700</c:v>
                </c:pt>
                <c:pt idx="5161">
                  <c:v>16700</c:v>
                </c:pt>
                <c:pt idx="5162">
                  <c:v>16700</c:v>
                </c:pt>
                <c:pt idx="5163">
                  <c:v>16800</c:v>
                </c:pt>
                <c:pt idx="5164">
                  <c:v>16800</c:v>
                </c:pt>
                <c:pt idx="5165">
                  <c:v>16800</c:v>
                </c:pt>
                <c:pt idx="5166">
                  <c:v>16800</c:v>
                </c:pt>
                <c:pt idx="5167">
                  <c:v>17000</c:v>
                </c:pt>
                <c:pt idx="5168">
                  <c:v>17100</c:v>
                </c:pt>
                <c:pt idx="5169">
                  <c:v>17100</c:v>
                </c:pt>
                <c:pt idx="5170">
                  <c:v>17300</c:v>
                </c:pt>
                <c:pt idx="5171">
                  <c:v>17300</c:v>
                </c:pt>
                <c:pt idx="5172">
                  <c:v>17300</c:v>
                </c:pt>
                <c:pt idx="5173">
                  <c:v>17300</c:v>
                </c:pt>
                <c:pt idx="5174">
                  <c:v>17300</c:v>
                </c:pt>
                <c:pt idx="5175">
                  <c:v>17300</c:v>
                </c:pt>
                <c:pt idx="5176">
                  <c:v>17300</c:v>
                </c:pt>
                <c:pt idx="5177">
                  <c:v>17300</c:v>
                </c:pt>
                <c:pt idx="5178">
                  <c:v>17300</c:v>
                </c:pt>
                <c:pt idx="5179">
                  <c:v>17300</c:v>
                </c:pt>
                <c:pt idx="5180">
                  <c:v>17300</c:v>
                </c:pt>
                <c:pt idx="5181">
                  <c:v>17300</c:v>
                </c:pt>
                <c:pt idx="5182">
                  <c:v>17100</c:v>
                </c:pt>
                <c:pt idx="5183">
                  <c:v>17100</c:v>
                </c:pt>
                <c:pt idx="5184">
                  <c:v>17100</c:v>
                </c:pt>
                <c:pt idx="5185">
                  <c:v>17100</c:v>
                </c:pt>
                <c:pt idx="5186">
                  <c:v>17100</c:v>
                </c:pt>
                <c:pt idx="5187">
                  <c:v>17100</c:v>
                </c:pt>
                <c:pt idx="5188">
                  <c:v>17100</c:v>
                </c:pt>
                <c:pt idx="5189">
                  <c:v>16800</c:v>
                </c:pt>
                <c:pt idx="5190">
                  <c:v>16800</c:v>
                </c:pt>
                <c:pt idx="5191">
                  <c:v>16800</c:v>
                </c:pt>
                <c:pt idx="5192">
                  <c:v>16800</c:v>
                </c:pt>
                <c:pt idx="5193">
                  <c:v>16800</c:v>
                </c:pt>
                <c:pt idx="5194">
                  <c:v>16800</c:v>
                </c:pt>
                <c:pt idx="5195">
                  <c:v>16600</c:v>
                </c:pt>
                <c:pt idx="5196">
                  <c:v>16600</c:v>
                </c:pt>
                <c:pt idx="5197">
                  <c:v>16500</c:v>
                </c:pt>
                <c:pt idx="5198">
                  <c:v>16500</c:v>
                </c:pt>
                <c:pt idx="5199">
                  <c:v>16500</c:v>
                </c:pt>
                <c:pt idx="5200">
                  <c:v>16500</c:v>
                </c:pt>
                <c:pt idx="5201">
                  <c:v>16500</c:v>
                </c:pt>
                <c:pt idx="5202">
                  <c:v>16400</c:v>
                </c:pt>
                <c:pt idx="5203">
                  <c:v>16000</c:v>
                </c:pt>
                <c:pt idx="5204">
                  <c:v>16000</c:v>
                </c:pt>
                <c:pt idx="5205">
                  <c:v>16000</c:v>
                </c:pt>
                <c:pt idx="5206">
                  <c:v>16000</c:v>
                </c:pt>
                <c:pt idx="5207">
                  <c:v>16000</c:v>
                </c:pt>
                <c:pt idx="5208">
                  <c:v>16000</c:v>
                </c:pt>
                <c:pt idx="5209">
                  <c:v>16000</c:v>
                </c:pt>
                <c:pt idx="5210">
                  <c:v>16000</c:v>
                </c:pt>
                <c:pt idx="5211">
                  <c:v>15900</c:v>
                </c:pt>
                <c:pt idx="5212">
                  <c:v>15900</c:v>
                </c:pt>
                <c:pt idx="5213">
                  <c:v>15900</c:v>
                </c:pt>
                <c:pt idx="5214">
                  <c:v>15900</c:v>
                </c:pt>
                <c:pt idx="5215">
                  <c:v>15900</c:v>
                </c:pt>
                <c:pt idx="5216">
                  <c:v>15900</c:v>
                </c:pt>
                <c:pt idx="5217">
                  <c:v>15900</c:v>
                </c:pt>
                <c:pt idx="5218">
                  <c:v>15900</c:v>
                </c:pt>
                <c:pt idx="5219">
                  <c:v>15900</c:v>
                </c:pt>
                <c:pt idx="5220">
                  <c:v>15900</c:v>
                </c:pt>
                <c:pt idx="5221">
                  <c:v>15900</c:v>
                </c:pt>
                <c:pt idx="5222">
                  <c:v>15900</c:v>
                </c:pt>
                <c:pt idx="5223">
                  <c:v>16300</c:v>
                </c:pt>
                <c:pt idx="5224">
                  <c:v>16700</c:v>
                </c:pt>
                <c:pt idx="5225">
                  <c:v>16800</c:v>
                </c:pt>
                <c:pt idx="5226">
                  <c:v>16800</c:v>
                </c:pt>
                <c:pt idx="5227">
                  <c:v>16800</c:v>
                </c:pt>
                <c:pt idx="5228">
                  <c:v>16800</c:v>
                </c:pt>
                <c:pt idx="5229">
                  <c:v>17000</c:v>
                </c:pt>
                <c:pt idx="5230">
                  <c:v>17000</c:v>
                </c:pt>
                <c:pt idx="5231">
                  <c:v>17000</c:v>
                </c:pt>
                <c:pt idx="5232">
                  <c:v>17000</c:v>
                </c:pt>
                <c:pt idx="5233">
                  <c:v>17000</c:v>
                </c:pt>
                <c:pt idx="5234">
                  <c:v>17000</c:v>
                </c:pt>
                <c:pt idx="5235">
                  <c:v>17000</c:v>
                </c:pt>
                <c:pt idx="5236">
                  <c:v>17000</c:v>
                </c:pt>
                <c:pt idx="5237">
                  <c:v>17000</c:v>
                </c:pt>
                <c:pt idx="5238">
                  <c:v>17000</c:v>
                </c:pt>
                <c:pt idx="5239">
                  <c:v>17000</c:v>
                </c:pt>
                <c:pt idx="5240">
                  <c:v>17200</c:v>
                </c:pt>
                <c:pt idx="5241">
                  <c:v>17200</c:v>
                </c:pt>
                <c:pt idx="5242">
                  <c:v>17200</c:v>
                </c:pt>
                <c:pt idx="5243">
                  <c:v>17200</c:v>
                </c:pt>
                <c:pt idx="5244">
                  <c:v>17200</c:v>
                </c:pt>
                <c:pt idx="5245">
                  <c:v>17200</c:v>
                </c:pt>
                <c:pt idx="5246">
                  <c:v>17100</c:v>
                </c:pt>
                <c:pt idx="5247">
                  <c:v>17000</c:v>
                </c:pt>
                <c:pt idx="5248">
                  <c:v>17000</c:v>
                </c:pt>
                <c:pt idx="5249">
                  <c:v>17000</c:v>
                </c:pt>
                <c:pt idx="5250">
                  <c:v>17000</c:v>
                </c:pt>
                <c:pt idx="5251">
                  <c:v>17000</c:v>
                </c:pt>
                <c:pt idx="5252">
                  <c:v>16800</c:v>
                </c:pt>
                <c:pt idx="5253">
                  <c:v>16800</c:v>
                </c:pt>
                <c:pt idx="5254">
                  <c:v>16600</c:v>
                </c:pt>
                <c:pt idx="5255">
                  <c:v>16600</c:v>
                </c:pt>
                <c:pt idx="5256">
                  <c:v>16600</c:v>
                </c:pt>
                <c:pt idx="5257">
                  <c:v>16600</c:v>
                </c:pt>
                <c:pt idx="5258">
                  <c:v>16600</c:v>
                </c:pt>
                <c:pt idx="5259">
                  <c:v>16400</c:v>
                </c:pt>
                <c:pt idx="5260">
                  <c:v>16400</c:v>
                </c:pt>
                <c:pt idx="5261">
                  <c:v>16300</c:v>
                </c:pt>
                <c:pt idx="5262">
                  <c:v>16300</c:v>
                </c:pt>
                <c:pt idx="5263">
                  <c:v>16300</c:v>
                </c:pt>
                <c:pt idx="5264">
                  <c:v>16300</c:v>
                </c:pt>
                <c:pt idx="5265">
                  <c:v>15800</c:v>
                </c:pt>
                <c:pt idx="5266">
                  <c:v>15800</c:v>
                </c:pt>
                <c:pt idx="5267">
                  <c:v>15700</c:v>
                </c:pt>
                <c:pt idx="5268">
                  <c:v>15500</c:v>
                </c:pt>
                <c:pt idx="5269">
                  <c:v>15500</c:v>
                </c:pt>
                <c:pt idx="5270">
                  <c:v>15500</c:v>
                </c:pt>
                <c:pt idx="5271">
                  <c:v>15500</c:v>
                </c:pt>
                <c:pt idx="5272">
                  <c:v>15200</c:v>
                </c:pt>
                <c:pt idx="5273">
                  <c:v>14900</c:v>
                </c:pt>
                <c:pt idx="5274">
                  <c:v>14700</c:v>
                </c:pt>
                <c:pt idx="5275">
                  <c:v>14700</c:v>
                </c:pt>
                <c:pt idx="5276">
                  <c:v>14500</c:v>
                </c:pt>
                <c:pt idx="5277">
                  <c:v>14500</c:v>
                </c:pt>
                <c:pt idx="5278">
                  <c:v>14500</c:v>
                </c:pt>
                <c:pt idx="5279">
                  <c:v>14300</c:v>
                </c:pt>
                <c:pt idx="5280">
                  <c:v>14200</c:v>
                </c:pt>
                <c:pt idx="5281">
                  <c:v>14000</c:v>
                </c:pt>
                <c:pt idx="5282">
                  <c:v>14000</c:v>
                </c:pt>
                <c:pt idx="5283">
                  <c:v>14000</c:v>
                </c:pt>
                <c:pt idx="5284">
                  <c:v>14000</c:v>
                </c:pt>
                <c:pt idx="5285">
                  <c:v>14000</c:v>
                </c:pt>
                <c:pt idx="5286">
                  <c:v>14000</c:v>
                </c:pt>
                <c:pt idx="5287">
                  <c:v>14000</c:v>
                </c:pt>
                <c:pt idx="5288">
                  <c:v>14000</c:v>
                </c:pt>
                <c:pt idx="5289">
                  <c:v>14000</c:v>
                </c:pt>
                <c:pt idx="5290">
                  <c:v>14000</c:v>
                </c:pt>
                <c:pt idx="5291">
                  <c:v>14000</c:v>
                </c:pt>
                <c:pt idx="5292">
                  <c:v>14000</c:v>
                </c:pt>
                <c:pt idx="5293">
                  <c:v>14000</c:v>
                </c:pt>
                <c:pt idx="5294">
                  <c:v>14000</c:v>
                </c:pt>
                <c:pt idx="5295">
                  <c:v>14000</c:v>
                </c:pt>
                <c:pt idx="5296">
                  <c:v>14000</c:v>
                </c:pt>
                <c:pt idx="5297">
                  <c:v>13800</c:v>
                </c:pt>
                <c:pt idx="5298">
                  <c:v>13800</c:v>
                </c:pt>
                <c:pt idx="5299">
                  <c:v>13800</c:v>
                </c:pt>
                <c:pt idx="5300">
                  <c:v>13800</c:v>
                </c:pt>
                <c:pt idx="5301">
                  <c:v>13900</c:v>
                </c:pt>
                <c:pt idx="5302">
                  <c:v>13900</c:v>
                </c:pt>
                <c:pt idx="5303">
                  <c:v>13900</c:v>
                </c:pt>
                <c:pt idx="5304">
                  <c:v>13900</c:v>
                </c:pt>
                <c:pt idx="5305">
                  <c:v>13900</c:v>
                </c:pt>
                <c:pt idx="5306">
                  <c:v>13900</c:v>
                </c:pt>
                <c:pt idx="5307">
                  <c:v>13900</c:v>
                </c:pt>
                <c:pt idx="5308">
                  <c:v>13900</c:v>
                </c:pt>
                <c:pt idx="5309">
                  <c:v>14100</c:v>
                </c:pt>
                <c:pt idx="5310">
                  <c:v>14100</c:v>
                </c:pt>
                <c:pt idx="5311">
                  <c:v>14100</c:v>
                </c:pt>
                <c:pt idx="5312">
                  <c:v>14100</c:v>
                </c:pt>
                <c:pt idx="5313">
                  <c:v>14100</c:v>
                </c:pt>
                <c:pt idx="5314">
                  <c:v>14100</c:v>
                </c:pt>
                <c:pt idx="5315">
                  <c:v>14300</c:v>
                </c:pt>
                <c:pt idx="5316">
                  <c:v>14300</c:v>
                </c:pt>
                <c:pt idx="5317">
                  <c:v>14700</c:v>
                </c:pt>
                <c:pt idx="5318">
                  <c:v>14700</c:v>
                </c:pt>
                <c:pt idx="5319">
                  <c:v>14700</c:v>
                </c:pt>
                <c:pt idx="5320">
                  <c:v>14700</c:v>
                </c:pt>
                <c:pt idx="5321">
                  <c:v>14700</c:v>
                </c:pt>
                <c:pt idx="5322">
                  <c:v>14700</c:v>
                </c:pt>
                <c:pt idx="5323">
                  <c:v>14700</c:v>
                </c:pt>
                <c:pt idx="5324">
                  <c:v>14700</c:v>
                </c:pt>
                <c:pt idx="5325">
                  <c:v>14700</c:v>
                </c:pt>
                <c:pt idx="5326">
                  <c:v>14700</c:v>
                </c:pt>
                <c:pt idx="5327">
                  <c:v>14700</c:v>
                </c:pt>
                <c:pt idx="5328">
                  <c:v>14700</c:v>
                </c:pt>
                <c:pt idx="5329">
                  <c:v>14700</c:v>
                </c:pt>
                <c:pt idx="5330">
                  <c:v>14700</c:v>
                </c:pt>
                <c:pt idx="5331">
                  <c:v>14700</c:v>
                </c:pt>
                <c:pt idx="5332">
                  <c:v>14700</c:v>
                </c:pt>
                <c:pt idx="5333">
                  <c:v>14700</c:v>
                </c:pt>
                <c:pt idx="5334">
                  <c:v>14700</c:v>
                </c:pt>
                <c:pt idx="5335">
                  <c:v>14700</c:v>
                </c:pt>
                <c:pt idx="5336">
                  <c:v>14700</c:v>
                </c:pt>
                <c:pt idx="5337">
                  <c:v>14700</c:v>
                </c:pt>
                <c:pt idx="5338">
                  <c:v>14700</c:v>
                </c:pt>
                <c:pt idx="5339">
                  <c:v>14700</c:v>
                </c:pt>
                <c:pt idx="5340">
                  <c:v>14700</c:v>
                </c:pt>
                <c:pt idx="5341">
                  <c:v>14700</c:v>
                </c:pt>
                <c:pt idx="5342">
                  <c:v>14700</c:v>
                </c:pt>
                <c:pt idx="5343">
                  <c:v>14700</c:v>
                </c:pt>
                <c:pt idx="5344">
                  <c:v>14700</c:v>
                </c:pt>
                <c:pt idx="5345">
                  <c:v>14700</c:v>
                </c:pt>
                <c:pt idx="5346">
                  <c:v>14700</c:v>
                </c:pt>
                <c:pt idx="5347">
                  <c:v>14700</c:v>
                </c:pt>
                <c:pt idx="5348">
                  <c:v>14700</c:v>
                </c:pt>
                <c:pt idx="5349">
                  <c:v>14700</c:v>
                </c:pt>
                <c:pt idx="5350">
                  <c:v>14700</c:v>
                </c:pt>
                <c:pt idx="5351">
                  <c:v>14700</c:v>
                </c:pt>
                <c:pt idx="5352">
                  <c:v>14700</c:v>
                </c:pt>
                <c:pt idx="5353">
                  <c:v>14700</c:v>
                </c:pt>
                <c:pt idx="5354">
                  <c:v>14700</c:v>
                </c:pt>
                <c:pt idx="5355">
                  <c:v>14700</c:v>
                </c:pt>
                <c:pt idx="5356">
                  <c:v>14700</c:v>
                </c:pt>
                <c:pt idx="5357">
                  <c:v>14700</c:v>
                </c:pt>
                <c:pt idx="5358">
                  <c:v>14700</c:v>
                </c:pt>
                <c:pt idx="5359">
                  <c:v>14700</c:v>
                </c:pt>
                <c:pt idx="5360">
                  <c:v>14700</c:v>
                </c:pt>
                <c:pt idx="5361">
                  <c:v>14700</c:v>
                </c:pt>
                <c:pt idx="5362">
                  <c:v>14700</c:v>
                </c:pt>
                <c:pt idx="5363">
                  <c:v>14700</c:v>
                </c:pt>
                <c:pt idx="5364">
                  <c:v>14700</c:v>
                </c:pt>
                <c:pt idx="5365">
                  <c:v>14700</c:v>
                </c:pt>
                <c:pt idx="5366">
                  <c:v>14700</c:v>
                </c:pt>
                <c:pt idx="5367">
                  <c:v>14800</c:v>
                </c:pt>
                <c:pt idx="5368">
                  <c:v>14800</c:v>
                </c:pt>
                <c:pt idx="5369">
                  <c:v>14900</c:v>
                </c:pt>
                <c:pt idx="5370">
                  <c:v>14900</c:v>
                </c:pt>
                <c:pt idx="5371">
                  <c:v>14900</c:v>
                </c:pt>
                <c:pt idx="5372">
                  <c:v>14900</c:v>
                </c:pt>
                <c:pt idx="5373">
                  <c:v>14900</c:v>
                </c:pt>
                <c:pt idx="5374">
                  <c:v>14900</c:v>
                </c:pt>
                <c:pt idx="5375">
                  <c:v>14900</c:v>
                </c:pt>
                <c:pt idx="5376">
                  <c:v>14900</c:v>
                </c:pt>
                <c:pt idx="5377">
                  <c:v>14900</c:v>
                </c:pt>
                <c:pt idx="5378">
                  <c:v>15000</c:v>
                </c:pt>
                <c:pt idx="5379">
                  <c:v>15000</c:v>
                </c:pt>
                <c:pt idx="5380">
                  <c:v>15000</c:v>
                </c:pt>
                <c:pt idx="5381">
                  <c:v>15000</c:v>
                </c:pt>
                <c:pt idx="5382">
                  <c:v>15000</c:v>
                </c:pt>
                <c:pt idx="5383">
                  <c:v>15000</c:v>
                </c:pt>
                <c:pt idx="5384">
                  <c:v>15000</c:v>
                </c:pt>
                <c:pt idx="5385">
                  <c:v>15000</c:v>
                </c:pt>
                <c:pt idx="5386">
                  <c:v>15000</c:v>
                </c:pt>
                <c:pt idx="5387">
                  <c:v>15000</c:v>
                </c:pt>
                <c:pt idx="5388">
                  <c:v>15000</c:v>
                </c:pt>
                <c:pt idx="5389">
                  <c:v>15000</c:v>
                </c:pt>
                <c:pt idx="5390">
                  <c:v>15000</c:v>
                </c:pt>
                <c:pt idx="5391">
                  <c:v>15000</c:v>
                </c:pt>
                <c:pt idx="5392">
                  <c:v>15000</c:v>
                </c:pt>
                <c:pt idx="5393">
                  <c:v>15000</c:v>
                </c:pt>
                <c:pt idx="5394">
                  <c:v>15000</c:v>
                </c:pt>
                <c:pt idx="5395">
                  <c:v>15000</c:v>
                </c:pt>
                <c:pt idx="5396">
                  <c:v>15000</c:v>
                </c:pt>
                <c:pt idx="5397">
                  <c:v>15000</c:v>
                </c:pt>
                <c:pt idx="5398">
                  <c:v>15000</c:v>
                </c:pt>
                <c:pt idx="5399">
                  <c:v>15000</c:v>
                </c:pt>
                <c:pt idx="5400">
                  <c:v>15200</c:v>
                </c:pt>
                <c:pt idx="5401">
                  <c:v>15200</c:v>
                </c:pt>
                <c:pt idx="5402">
                  <c:v>15200</c:v>
                </c:pt>
                <c:pt idx="5403">
                  <c:v>15200</c:v>
                </c:pt>
                <c:pt idx="5404">
                  <c:v>15200</c:v>
                </c:pt>
                <c:pt idx="5405">
                  <c:v>15400</c:v>
                </c:pt>
                <c:pt idx="5406">
                  <c:v>15400</c:v>
                </c:pt>
                <c:pt idx="5407">
                  <c:v>15400</c:v>
                </c:pt>
                <c:pt idx="5408">
                  <c:v>15400</c:v>
                </c:pt>
                <c:pt idx="5409">
                  <c:v>15400</c:v>
                </c:pt>
                <c:pt idx="5410">
                  <c:v>15400</c:v>
                </c:pt>
                <c:pt idx="5411">
                  <c:v>15400</c:v>
                </c:pt>
                <c:pt idx="5412">
                  <c:v>15600</c:v>
                </c:pt>
                <c:pt idx="5413">
                  <c:v>15600</c:v>
                </c:pt>
                <c:pt idx="5414">
                  <c:v>15600</c:v>
                </c:pt>
                <c:pt idx="5415">
                  <c:v>15600</c:v>
                </c:pt>
                <c:pt idx="5416">
                  <c:v>15600</c:v>
                </c:pt>
                <c:pt idx="5417">
                  <c:v>15700</c:v>
                </c:pt>
                <c:pt idx="5418">
                  <c:v>15700</c:v>
                </c:pt>
                <c:pt idx="5419">
                  <c:v>15700</c:v>
                </c:pt>
                <c:pt idx="5420">
                  <c:v>15700</c:v>
                </c:pt>
                <c:pt idx="5421">
                  <c:v>15700</c:v>
                </c:pt>
                <c:pt idx="5422">
                  <c:v>15700</c:v>
                </c:pt>
                <c:pt idx="5423">
                  <c:v>15700</c:v>
                </c:pt>
                <c:pt idx="5424">
                  <c:v>15700</c:v>
                </c:pt>
                <c:pt idx="5425">
                  <c:v>15700</c:v>
                </c:pt>
                <c:pt idx="5426">
                  <c:v>15700</c:v>
                </c:pt>
                <c:pt idx="5427">
                  <c:v>15700</c:v>
                </c:pt>
                <c:pt idx="5428">
                  <c:v>15700</c:v>
                </c:pt>
                <c:pt idx="5429">
                  <c:v>15700</c:v>
                </c:pt>
                <c:pt idx="5430">
                  <c:v>15700</c:v>
                </c:pt>
                <c:pt idx="5431">
                  <c:v>15700</c:v>
                </c:pt>
                <c:pt idx="5432">
                  <c:v>15700</c:v>
                </c:pt>
                <c:pt idx="5433">
                  <c:v>15700</c:v>
                </c:pt>
                <c:pt idx="5434">
                  <c:v>15700</c:v>
                </c:pt>
                <c:pt idx="5435">
                  <c:v>15700</c:v>
                </c:pt>
                <c:pt idx="5436">
                  <c:v>15700</c:v>
                </c:pt>
                <c:pt idx="5437">
                  <c:v>15700</c:v>
                </c:pt>
                <c:pt idx="5438">
                  <c:v>15700</c:v>
                </c:pt>
                <c:pt idx="5439">
                  <c:v>15700</c:v>
                </c:pt>
                <c:pt idx="5440">
                  <c:v>15600</c:v>
                </c:pt>
                <c:pt idx="5441">
                  <c:v>15600</c:v>
                </c:pt>
                <c:pt idx="5442">
                  <c:v>15600</c:v>
                </c:pt>
                <c:pt idx="5443">
                  <c:v>15400</c:v>
                </c:pt>
                <c:pt idx="5444">
                  <c:v>15400</c:v>
                </c:pt>
                <c:pt idx="5445">
                  <c:v>15400</c:v>
                </c:pt>
                <c:pt idx="5446">
                  <c:v>15400</c:v>
                </c:pt>
                <c:pt idx="5447">
                  <c:v>15300</c:v>
                </c:pt>
                <c:pt idx="5448">
                  <c:v>15300</c:v>
                </c:pt>
                <c:pt idx="5449">
                  <c:v>15200</c:v>
                </c:pt>
                <c:pt idx="5450">
                  <c:v>15200</c:v>
                </c:pt>
                <c:pt idx="5451">
                  <c:v>15200</c:v>
                </c:pt>
                <c:pt idx="5452">
                  <c:v>15200</c:v>
                </c:pt>
                <c:pt idx="5453">
                  <c:v>15200</c:v>
                </c:pt>
                <c:pt idx="5454">
                  <c:v>15200</c:v>
                </c:pt>
                <c:pt idx="5455">
                  <c:v>15200</c:v>
                </c:pt>
                <c:pt idx="5456">
                  <c:v>15100</c:v>
                </c:pt>
                <c:pt idx="5457">
                  <c:v>15100</c:v>
                </c:pt>
                <c:pt idx="5458">
                  <c:v>15100</c:v>
                </c:pt>
                <c:pt idx="5459">
                  <c:v>15100</c:v>
                </c:pt>
                <c:pt idx="5460">
                  <c:v>15100</c:v>
                </c:pt>
                <c:pt idx="5461">
                  <c:v>15100</c:v>
                </c:pt>
                <c:pt idx="5462">
                  <c:v>15100</c:v>
                </c:pt>
                <c:pt idx="5463">
                  <c:v>15100</c:v>
                </c:pt>
                <c:pt idx="5464">
                  <c:v>15100</c:v>
                </c:pt>
                <c:pt idx="5465">
                  <c:v>15100</c:v>
                </c:pt>
                <c:pt idx="5466">
                  <c:v>15100</c:v>
                </c:pt>
                <c:pt idx="5467">
                  <c:v>15100</c:v>
                </c:pt>
                <c:pt idx="5468">
                  <c:v>15100</c:v>
                </c:pt>
                <c:pt idx="5469">
                  <c:v>15100</c:v>
                </c:pt>
                <c:pt idx="5470">
                  <c:v>15200</c:v>
                </c:pt>
                <c:pt idx="5471">
                  <c:v>15200</c:v>
                </c:pt>
                <c:pt idx="5472">
                  <c:v>15200</c:v>
                </c:pt>
                <c:pt idx="5473">
                  <c:v>15200</c:v>
                </c:pt>
                <c:pt idx="5474">
                  <c:v>15200</c:v>
                </c:pt>
                <c:pt idx="5475">
                  <c:v>15500</c:v>
                </c:pt>
                <c:pt idx="5476">
                  <c:v>15900</c:v>
                </c:pt>
                <c:pt idx="5477">
                  <c:v>15900</c:v>
                </c:pt>
                <c:pt idx="5478">
                  <c:v>15900</c:v>
                </c:pt>
                <c:pt idx="5479">
                  <c:v>15900</c:v>
                </c:pt>
                <c:pt idx="5480">
                  <c:v>15900</c:v>
                </c:pt>
                <c:pt idx="5481">
                  <c:v>15900</c:v>
                </c:pt>
                <c:pt idx="5482">
                  <c:v>16100</c:v>
                </c:pt>
                <c:pt idx="5483">
                  <c:v>16100</c:v>
                </c:pt>
                <c:pt idx="5484">
                  <c:v>16100</c:v>
                </c:pt>
                <c:pt idx="5485">
                  <c:v>16100</c:v>
                </c:pt>
                <c:pt idx="5486">
                  <c:v>16100</c:v>
                </c:pt>
                <c:pt idx="5487">
                  <c:v>16100</c:v>
                </c:pt>
                <c:pt idx="5488">
                  <c:v>16100</c:v>
                </c:pt>
                <c:pt idx="5489">
                  <c:v>16100</c:v>
                </c:pt>
                <c:pt idx="5490">
                  <c:v>16100</c:v>
                </c:pt>
                <c:pt idx="5491">
                  <c:v>16300</c:v>
                </c:pt>
                <c:pt idx="5492">
                  <c:v>16300</c:v>
                </c:pt>
                <c:pt idx="5493">
                  <c:v>16300</c:v>
                </c:pt>
                <c:pt idx="5494">
                  <c:v>16300</c:v>
                </c:pt>
                <c:pt idx="5495">
                  <c:v>16300</c:v>
                </c:pt>
                <c:pt idx="5496">
                  <c:v>16300</c:v>
                </c:pt>
                <c:pt idx="5497">
                  <c:v>16300</c:v>
                </c:pt>
                <c:pt idx="5498">
                  <c:v>16300</c:v>
                </c:pt>
                <c:pt idx="5499">
                  <c:v>16300</c:v>
                </c:pt>
                <c:pt idx="5500">
                  <c:v>16300</c:v>
                </c:pt>
                <c:pt idx="5501">
                  <c:v>16300</c:v>
                </c:pt>
                <c:pt idx="5502">
                  <c:v>16300</c:v>
                </c:pt>
                <c:pt idx="5503">
                  <c:v>16300</c:v>
                </c:pt>
                <c:pt idx="5504">
                  <c:v>16300</c:v>
                </c:pt>
                <c:pt idx="5505">
                  <c:v>16300</c:v>
                </c:pt>
                <c:pt idx="5506">
                  <c:v>16300</c:v>
                </c:pt>
                <c:pt idx="5507">
                  <c:v>16300</c:v>
                </c:pt>
                <c:pt idx="5508">
                  <c:v>16300</c:v>
                </c:pt>
                <c:pt idx="5509">
                  <c:v>16300</c:v>
                </c:pt>
                <c:pt idx="5510">
                  <c:v>16300</c:v>
                </c:pt>
                <c:pt idx="5511">
                  <c:v>16300</c:v>
                </c:pt>
                <c:pt idx="5512">
                  <c:v>16300</c:v>
                </c:pt>
                <c:pt idx="5513">
                  <c:v>16600</c:v>
                </c:pt>
                <c:pt idx="5514">
                  <c:v>16600</c:v>
                </c:pt>
                <c:pt idx="5515">
                  <c:v>16600</c:v>
                </c:pt>
                <c:pt idx="5516">
                  <c:v>16600</c:v>
                </c:pt>
                <c:pt idx="5517">
                  <c:v>16600</c:v>
                </c:pt>
                <c:pt idx="5518">
                  <c:v>16600</c:v>
                </c:pt>
                <c:pt idx="5519">
                  <c:v>16600</c:v>
                </c:pt>
                <c:pt idx="5520">
                  <c:v>16600</c:v>
                </c:pt>
                <c:pt idx="5521">
                  <c:v>16600</c:v>
                </c:pt>
                <c:pt idx="5522">
                  <c:v>16600</c:v>
                </c:pt>
                <c:pt idx="5523">
                  <c:v>16600</c:v>
                </c:pt>
                <c:pt idx="5524">
                  <c:v>16600</c:v>
                </c:pt>
                <c:pt idx="5525">
                  <c:v>16600</c:v>
                </c:pt>
                <c:pt idx="5526">
                  <c:v>16600</c:v>
                </c:pt>
                <c:pt idx="5527">
                  <c:v>16600</c:v>
                </c:pt>
                <c:pt idx="5528">
                  <c:v>16600</c:v>
                </c:pt>
                <c:pt idx="5529">
                  <c:v>16600</c:v>
                </c:pt>
                <c:pt idx="5530">
                  <c:v>16600</c:v>
                </c:pt>
                <c:pt idx="5531">
                  <c:v>16600</c:v>
                </c:pt>
                <c:pt idx="5532">
                  <c:v>16800</c:v>
                </c:pt>
                <c:pt idx="5533">
                  <c:v>16800</c:v>
                </c:pt>
                <c:pt idx="5534">
                  <c:v>16800</c:v>
                </c:pt>
                <c:pt idx="5535">
                  <c:v>16800</c:v>
                </c:pt>
                <c:pt idx="5536">
                  <c:v>16800</c:v>
                </c:pt>
                <c:pt idx="5537">
                  <c:v>16800</c:v>
                </c:pt>
                <c:pt idx="5538">
                  <c:v>17000</c:v>
                </c:pt>
                <c:pt idx="5539">
                  <c:v>17000</c:v>
                </c:pt>
                <c:pt idx="5540">
                  <c:v>17100</c:v>
                </c:pt>
                <c:pt idx="5541">
                  <c:v>17100</c:v>
                </c:pt>
                <c:pt idx="5542">
                  <c:v>17100</c:v>
                </c:pt>
                <c:pt idx="5543">
                  <c:v>17100</c:v>
                </c:pt>
                <c:pt idx="5544">
                  <c:v>17100</c:v>
                </c:pt>
                <c:pt idx="5545">
                  <c:v>17100</c:v>
                </c:pt>
                <c:pt idx="5546">
                  <c:v>17100</c:v>
                </c:pt>
                <c:pt idx="5547">
                  <c:v>17100</c:v>
                </c:pt>
                <c:pt idx="5548">
                  <c:v>17100</c:v>
                </c:pt>
                <c:pt idx="5549">
                  <c:v>17100</c:v>
                </c:pt>
                <c:pt idx="5550">
                  <c:v>17100</c:v>
                </c:pt>
                <c:pt idx="5551">
                  <c:v>17100</c:v>
                </c:pt>
                <c:pt idx="5552">
                  <c:v>17100</c:v>
                </c:pt>
                <c:pt idx="5553">
                  <c:v>17100</c:v>
                </c:pt>
                <c:pt idx="5554">
                  <c:v>17100</c:v>
                </c:pt>
                <c:pt idx="5555">
                  <c:v>17000</c:v>
                </c:pt>
                <c:pt idx="5556">
                  <c:v>17000</c:v>
                </c:pt>
                <c:pt idx="5557">
                  <c:v>17000</c:v>
                </c:pt>
                <c:pt idx="5558">
                  <c:v>17000</c:v>
                </c:pt>
                <c:pt idx="5559">
                  <c:v>17000</c:v>
                </c:pt>
                <c:pt idx="5560">
                  <c:v>16800</c:v>
                </c:pt>
                <c:pt idx="5561">
                  <c:v>16800</c:v>
                </c:pt>
                <c:pt idx="5562">
                  <c:v>16600</c:v>
                </c:pt>
                <c:pt idx="5563">
                  <c:v>16600</c:v>
                </c:pt>
                <c:pt idx="5564">
                  <c:v>16600</c:v>
                </c:pt>
                <c:pt idx="5565">
                  <c:v>16600</c:v>
                </c:pt>
                <c:pt idx="5566">
                  <c:v>16600</c:v>
                </c:pt>
                <c:pt idx="5567">
                  <c:v>16400</c:v>
                </c:pt>
                <c:pt idx="5568">
                  <c:v>16400</c:v>
                </c:pt>
                <c:pt idx="5569">
                  <c:v>16400</c:v>
                </c:pt>
                <c:pt idx="5570">
                  <c:v>16400</c:v>
                </c:pt>
                <c:pt idx="5571">
                  <c:v>16400</c:v>
                </c:pt>
                <c:pt idx="5572">
                  <c:v>16400</c:v>
                </c:pt>
                <c:pt idx="5573">
                  <c:v>16400</c:v>
                </c:pt>
                <c:pt idx="5574">
                  <c:v>16400</c:v>
                </c:pt>
                <c:pt idx="5575">
                  <c:v>16400</c:v>
                </c:pt>
                <c:pt idx="5576">
                  <c:v>16400</c:v>
                </c:pt>
                <c:pt idx="5577">
                  <c:v>16400</c:v>
                </c:pt>
                <c:pt idx="5578">
                  <c:v>16400</c:v>
                </c:pt>
                <c:pt idx="5579">
                  <c:v>16400</c:v>
                </c:pt>
                <c:pt idx="5580">
                  <c:v>16800</c:v>
                </c:pt>
                <c:pt idx="5581">
                  <c:v>16800</c:v>
                </c:pt>
                <c:pt idx="5582">
                  <c:v>16800</c:v>
                </c:pt>
                <c:pt idx="5583">
                  <c:v>16800</c:v>
                </c:pt>
                <c:pt idx="5584">
                  <c:v>16800</c:v>
                </c:pt>
                <c:pt idx="5585">
                  <c:v>16800</c:v>
                </c:pt>
                <c:pt idx="5586">
                  <c:v>16800</c:v>
                </c:pt>
                <c:pt idx="5587">
                  <c:v>17300</c:v>
                </c:pt>
                <c:pt idx="5588">
                  <c:v>17300</c:v>
                </c:pt>
                <c:pt idx="5589">
                  <c:v>17300</c:v>
                </c:pt>
                <c:pt idx="5590">
                  <c:v>17300</c:v>
                </c:pt>
                <c:pt idx="5591">
                  <c:v>17300</c:v>
                </c:pt>
                <c:pt idx="5592">
                  <c:v>17300</c:v>
                </c:pt>
                <c:pt idx="5593">
                  <c:v>17300</c:v>
                </c:pt>
                <c:pt idx="5594">
                  <c:v>17400</c:v>
                </c:pt>
                <c:pt idx="5595">
                  <c:v>17400</c:v>
                </c:pt>
                <c:pt idx="5596">
                  <c:v>17400</c:v>
                </c:pt>
                <c:pt idx="5597">
                  <c:v>17400</c:v>
                </c:pt>
                <c:pt idx="5598">
                  <c:v>17400</c:v>
                </c:pt>
                <c:pt idx="5599">
                  <c:v>17400</c:v>
                </c:pt>
                <c:pt idx="5600">
                  <c:v>17400</c:v>
                </c:pt>
                <c:pt idx="5601">
                  <c:v>17400</c:v>
                </c:pt>
                <c:pt idx="5602">
                  <c:v>17400</c:v>
                </c:pt>
                <c:pt idx="5603">
                  <c:v>17400</c:v>
                </c:pt>
                <c:pt idx="5604">
                  <c:v>17400</c:v>
                </c:pt>
                <c:pt idx="5605">
                  <c:v>17200</c:v>
                </c:pt>
                <c:pt idx="5606">
                  <c:v>17200</c:v>
                </c:pt>
                <c:pt idx="5607">
                  <c:v>17200</c:v>
                </c:pt>
                <c:pt idx="5608">
                  <c:v>17200</c:v>
                </c:pt>
                <c:pt idx="5609">
                  <c:v>17100</c:v>
                </c:pt>
                <c:pt idx="5610">
                  <c:v>17100</c:v>
                </c:pt>
                <c:pt idx="5611">
                  <c:v>17200</c:v>
                </c:pt>
                <c:pt idx="5612">
                  <c:v>17200</c:v>
                </c:pt>
                <c:pt idx="5613">
                  <c:v>17200</c:v>
                </c:pt>
                <c:pt idx="5614">
                  <c:v>17200</c:v>
                </c:pt>
                <c:pt idx="5615">
                  <c:v>17200</c:v>
                </c:pt>
                <c:pt idx="5616">
                  <c:v>17200</c:v>
                </c:pt>
                <c:pt idx="5617">
                  <c:v>17400</c:v>
                </c:pt>
                <c:pt idx="5618">
                  <c:v>18200</c:v>
                </c:pt>
                <c:pt idx="5619">
                  <c:v>18200</c:v>
                </c:pt>
                <c:pt idx="5620">
                  <c:v>18200</c:v>
                </c:pt>
                <c:pt idx="5621">
                  <c:v>18200</c:v>
                </c:pt>
                <c:pt idx="5622">
                  <c:v>18200</c:v>
                </c:pt>
                <c:pt idx="5623">
                  <c:v>18200</c:v>
                </c:pt>
                <c:pt idx="5624">
                  <c:v>18200</c:v>
                </c:pt>
                <c:pt idx="5625">
                  <c:v>18200</c:v>
                </c:pt>
                <c:pt idx="5626">
                  <c:v>23000</c:v>
                </c:pt>
                <c:pt idx="5627">
                  <c:v>23000</c:v>
                </c:pt>
                <c:pt idx="5628">
                  <c:v>23000</c:v>
                </c:pt>
                <c:pt idx="5629">
                  <c:v>24000</c:v>
                </c:pt>
                <c:pt idx="5630">
                  <c:v>24000</c:v>
                </c:pt>
                <c:pt idx="5631">
                  <c:v>24000</c:v>
                </c:pt>
                <c:pt idx="5632">
                  <c:v>24000</c:v>
                </c:pt>
                <c:pt idx="5633">
                  <c:v>24000</c:v>
                </c:pt>
                <c:pt idx="5634">
                  <c:v>24000</c:v>
                </c:pt>
                <c:pt idx="5635">
                  <c:v>24000</c:v>
                </c:pt>
                <c:pt idx="5636">
                  <c:v>23500</c:v>
                </c:pt>
                <c:pt idx="5637">
                  <c:v>23000</c:v>
                </c:pt>
                <c:pt idx="5638">
                  <c:v>21500</c:v>
                </c:pt>
                <c:pt idx="5639">
                  <c:v>20500</c:v>
                </c:pt>
                <c:pt idx="5640">
                  <c:v>20500</c:v>
                </c:pt>
                <c:pt idx="5641">
                  <c:v>20500</c:v>
                </c:pt>
                <c:pt idx="5642">
                  <c:v>20500</c:v>
                </c:pt>
                <c:pt idx="5643">
                  <c:v>20000</c:v>
                </c:pt>
                <c:pt idx="5644">
                  <c:v>19500</c:v>
                </c:pt>
                <c:pt idx="5645">
                  <c:v>19500</c:v>
                </c:pt>
                <c:pt idx="5646">
                  <c:v>19500</c:v>
                </c:pt>
                <c:pt idx="5647">
                  <c:v>19500</c:v>
                </c:pt>
                <c:pt idx="5648">
                  <c:v>19500</c:v>
                </c:pt>
                <c:pt idx="5649">
                  <c:v>19500</c:v>
                </c:pt>
                <c:pt idx="5650">
                  <c:v>19000</c:v>
                </c:pt>
                <c:pt idx="5651">
                  <c:v>18800</c:v>
                </c:pt>
                <c:pt idx="5652">
                  <c:v>18800</c:v>
                </c:pt>
                <c:pt idx="5653">
                  <c:v>19000</c:v>
                </c:pt>
                <c:pt idx="5654">
                  <c:v>19000</c:v>
                </c:pt>
                <c:pt idx="5655">
                  <c:v>19000</c:v>
                </c:pt>
                <c:pt idx="5656">
                  <c:v>19000</c:v>
                </c:pt>
                <c:pt idx="5657">
                  <c:v>19000</c:v>
                </c:pt>
                <c:pt idx="5658">
                  <c:v>19000</c:v>
                </c:pt>
                <c:pt idx="5659">
                  <c:v>19000</c:v>
                </c:pt>
                <c:pt idx="5660">
                  <c:v>19000</c:v>
                </c:pt>
                <c:pt idx="5661">
                  <c:v>19000</c:v>
                </c:pt>
                <c:pt idx="5662">
                  <c:v>19000</c:v>
                </c:pt>
                <c:pt idx="5663">
                  <c:v>19000</c:v>
                </c:pt>
                <c:pt idx="5664">
                  <c:v>19000</c:v>
                </c:pt>
                <c:pt idx="5665">
                  <c:v>19000</c:v>
                </c:pt>
                <c:pt idx="5666">
                  <c:v>19000</c:v>
                </c:pt>
                <c:pt idx="5667">
                  <c:v>19000</c:v>
                </c:pt>
                <c:pt idx="5668">
                  <c:v>19000</c:v>
                </c:pt>
                <c:pt idx="5669">
                  <c:v>19000</c:v>
                </c:pt>
                <c:pt idx="5670">
                  <c:v>19000</c:v>
                </c:pt>
                <c:pt idx="5671">
                  <c:v>19000</c:v>
                </c:pt>
                <c:pt idx="5672">
                  <c:v>19400</c:v>
                </c:pt>
                <c:pt idx="5673">
                  <c:v>19400</c:v>
                </c:pt>
                <c:pt idx="5674">
                  <c:v>20000</c:v>
                </c:pt>
                <c:pt idx="5675">
                  <c:v>24000</c:v>
                </c:pt>
                <c:pt idx="5676">
                  <c:v>24000</c:v>
                </c:pt>
                <c:pt idx="5677">
                  <c:v>24000</c:v>
                </c:pt>
                <c:pt idx="5678">
                  <c:v>25000</c:v>
                </c:pt>
                <c:pt idx="5679">
                  <c:v>26000</c:v>
                </c:pt>
                <c:pt idx="5680">
                  <c:v>26000</c:v>
                </c:pt>
                <c:pt idx="5681">
                  <c:v>25000</c:v>
                </c:pt>
                <c:pt idx="5682">
                  <c:v>25000</c:v>
                </c:pt>
                <c:pt idx="5683">
                  <c:v>25000</c:v>
                </c:pt>
                <c:pt idx="5684">
                  <c:v>25000</c:v>
                </c:pt>
                <c:pt idx="5685">
                  <c:v>24000</c:v>
                </c:pt>
                <c:pt idx="5686">
                  <c:v>24500</c:v>
                </c:pt>
                <c:pt idx="5687">
                  <c:v>25000</c:v>
                </c:pt>
                <c:pt idx="5688">
                  <c:v>24000</c:v>
                </c:pt>
                <c:pt idx="5689">
                  <c:v>24000</c:v>
                </c:pt>
                <c:pt idx="5690">
                  <c:v>24000</c:v>
                </c:pt>
                <c:pt idx="5691">
                  <c:v>24000</c:v>
                </c:pt>
                <c:pt idx="5692">
                  <c:v>24500</c:v>
                </c:pt>
                <c:pt idx="5693">
                  <c:v>24500</c:v>
                </c:pt>
                <c:pt idx="5694">
                  <c:v>24000</c:v>
                </c:pt>
                <c:pt idx="5695">
                  <c:v>24000</c:v>
                </c:pt>
                <c:pt idx="5696">
                  <c:v>24000</c:v>
                </c:pt>
                <c:pt idx="5697">
                  <c:v>24000</c:v>
                </c:pt>
                <c:pt idx="5698">
                  <c:v>24000</c:v>
                </c:pt>
                <c:pt idx="5699">
                  <c:v>24000</c:v>
                </c:pt>
                <c:pt idx="5700">
                  <c:v>23700</c:v>
                </c:pt>
                <c:pt idx="5701">
                  <c:v>23500</c:v>
                </c:pt>
                <c:pt idx="5702">
                  <c:v>23500</c:v>
                </c:pt>
                <c:pt idx="5703">
                  <c:v>23500</c:v>
                </c:pt>
                <c:pt idx="5704">
                  <c:v>23500</c:v>
                </c:pt>
                <c:pt idx="5705">
                  <c:v>23500</c:v>
                </c:pt>
                <c:pt idx="5706">
                  <c:v>23200</c:v>
                </c:pt>
                <c:pt idx="5707">
                  <c:v>23300</c:v>
                </c:pt>
                <c:pt idx="5708">
                  <c:v>23300</c:v>
                </c:pt>
                <c:pt idx="5709">
                  <c:v>23300</c:v>
                </c:pt>
                <c:pt idx="5710">
                  <c:v>24000</c:v>
                </c:pt>
                <c:pt idx="5711">
                  <c:v>24000</c:v>
                </c:pt>
                <c:pt idx="5712">
                  <c:v>24000</c:v>
                </c:pt>
                <c:pt idx="5713">
                  <c:v>25500</c:v>
                </c:pt>
                <c:pt idx="5714">
                  <c:v>26000</c:v>
                </c:pt>
                <c:pt idx="5715">
                  <c:v>27000</c:v>
                </c:pt>
                <c:pt idx="5716">
                  <c:v>27000</c:v>
                </c:pt>
                <c:pt idx="5717">
                  <c:v>27000</c:v>
                </c:pt>
                <c:pt idx="5718">
                  <c:v>27000</c:v>
                </c:pt>
                <c:pt idx="5719">
                  <c:v>27000</c:v>
                </c:pt>
                <c:pt idx="5720">
                  <c:v>27000</c:v>
                </c:pt>
                <c:pt idx="5721">
                  <c:v>27500</c:v>
                </c:pt>
                <c:pt idx="5722">
                  <c:v>28500</c:v>
                </c:pt>
                <c:pt idx="5723">
                  <c:v>28500</c:v>
                </c:pt>
                <c:pt idx="5724">
                  <c:v>28500</c:v>
                </c:pt>
                <c:pt idx="5725">
                  <c:v>28500</c:v>
                </c:pt>
                <c:pt idx="5726">
                  <c:v>28500</c:v>
                </c:pt>
                <c:pt idx="5727">
                  <c:v>28800</c:v>
                </c:pt>
                <c:pt idx="5728">
                  <c:v>29500</c:v>
                </c:pt>
                <c:pt idx="5729">
                  <c:v>30000</c:v>
                </c:pt>
                <c:pt idx="5730">
                  <c:v>31500</c:v>
                </c:pt>
                <c:pt idx="5731">
                  <c:v>33000</c:v>
                </c:pt>
                <c:pt idx="5732">
                  <c:v>33000</c:v>
                </c:pt>
                <c:pt idx="5733">
                  <c:v>33000</c:v>
                </c:pt>
                <c:pt idx="5734">
                  <c:v>35000</c:v>
                </c:pt>
                <c:pt idx="5735">
                  <c:v>41000</c:v>
                </c:pt>
                <c:pt idx="5736">
                  <c:v>60000</c:v>
                </c:pt>
                <c:pt idx="5737">
                  <c:v>60000</c:v>
                </c:pt>
                <c:pt idx="5738">
                  <c:v>65000</c:v>
                </c:pt>
                <c:pt idx="5739">
                  <c:v>65000</c:v>
                </c:pt>
                <c:pt idx="5740">
                  <c:v>65000</c:v>
                </c:pt>
                <c:pt idx="5741">
                  <c:v>65000</c:v>
                </c:pt>
                <c:pt idx="5742">
                  <c:v>65000</c:v>
                </c:pt>
                <c:pt idx="5743">
                  <c:v>65000</c:v>
                </c:pt>
                <c:pt idx="5744">
                  <c:v>65000</c:v>
                </c:pt>
                <c:pt idx="5745">
                  <c:v>65000</c:v>
                </c:pt>
                <c:pt idx="5746">
                  <c:v>65000</c:v>
                </c:pt>
                <c:pt idx="5747">
                  <c:v>60000</c:v>
                </c:pt>
                <c:pt idx="5748">
                  <c:v>60000</c:v>
                </c:pt>
                <c:pt idx="5749">
                  <c:v>58000</c:v>
                </c:pt>
                <c:pt idx="5750">
                  <c:v>58000</c:v>
                </c:pt>
                <c:pt idx="5751">
                  <c:v>58000</c:v>
                </c:pt>
                <c:pt idx="5752">
                  <c:v>58000</c:v>
                </c:pt>
                <c:pt idx="5753">
                  <c:v>58000</c:v>
                </c:pt>
                <c:pt idx="5754">
                  <c:v>58000</c:v>
                </c:pt>
                <c:pt idx="5755">
                  <c:v>58000</c:v>
                </c:pt>
                <c:pt idx="5756">
                  <c:v>58000</c:v>
                </c:pt>
                <c:pt idx="5757">
                  <c:v>58000</c:v>
                </c:pt>
                <c:pt idx="5758">
                  <c:v>58000</c:v>
                </c:pt>
                <c:pt idx="5759">
                  <c:v>58000</c:v>
                </c:pt>
                <c:pt idx="5760">
                  <c:v>57000</c:v>
                </c:pt>
                <c:pt idx="5761">
                  <c:v>57000</c:v>
                </c:pt>
                <c:pt idx="5762">
                  <c:v>53000</c:v>
                </c:pt>
                <c:pt idx="5763">
                  <c:v>53000</c:v>
                </c:pt>
                <c:pt idx="5764">
                  <c:v>52000</c:v>
                </c:pt>
                <c:pt idx="5765">
                  <c:v>52000</c:v>
                </c:pt>
                <c:pt idx="5766">
                  <c:v>52000</c:v>
                </c:pt>
                <c:pt idx="5767">
                  <c:v>52000</c:v>
                </c:pt>
                <c:pt idx="5768">
                  <c:v>52000</c:v>
                </c:pt>
                <c:pt idx="5769">
                  <c:v>42000</c:v>
                </c:pt>
                <c:pt idx="5770">
                  <c:v>38000</c:v>
                </c:pt>
                <c:pt idx="5771">
                  <c:v>37000</c:v>
                </c:pt>
                <c:pt idx="5772">
                  <c:v>42000</c:v>
                </c:pt>
                <c:pt idx="5773">
                  <c:v>42000</c:v>
                </c:pt>
                <c:pt idx="5774">
                  <c:v>42000</c:v>
                </c:pt>
                <c:pt idx="5775">
                  <c:v>42000</c:v>
                </c:pt>
                <c:pt idx="5776">
                  <c:v>42000</c:v>
                </c:pt>
                <c:pt idx="5777">
                  <c:v>42000</c:v>
                </c:pt>
                <c:pt idx="5778">
                  <c:v>42000</c:v>
                </c:pt>
                <c:pt idx="5779">
                  <c:v>40000</c:v>
                </c:pt>
                <c:pt idx="5780">
                  <c:v>39000</c:v>
                </c:pt>
                <c:pt idx="5781">
                  <c:v>39000</c:v>
                </c:pt>
                <c:pt idx="5782">
                  <c:v>39000</c:v>
                </c:pt>
                <c:pt idx="5783">
                  <c:v>37000</c:v>
                </c:pt>
                <c:pt idx="5784">
                  <c:v>31000</c:v>
                </c:pt>
                <c:pt idx="5785">
                  <c:v>31000</c:v>
                </c:pt>
                <c:pt idx="5786">
                  <c:v>31000</c:v>
                </c:pt>
                <c:pt idx="5787">
                  <c:v>31000</c:v>
                </c:pt>
                <c:pt idx="5788">
                  <c:v>31000</c:v>
                </c:pt>
                <c:pt idx="5789">
                  <c:v>31000</c:v>
                </c:pt>
                <c:pt idx="5790">
                  <c:v>30000</c:v>
                </c:pt>
                <c:pt idx="5791">
                  <c:v>30000</c:v>
                </c:pt>
                <c:pt idx="5792">
                  <c:v>33000</c:v>
                </c:pt>
                <c:pt idx="5793">
                  <c:v>33000</c:v>
                </c:pt>
                <c:pt idx="5794">
                  <c:v>33000</c:v>
                </c:pt>
                <c:pt idx="5795">
                  <c:v>33000</c:v>
                </c:pt>
                <c:pt idx="5796">
                  <c:v>33000</c:v>
                </c:pt>
                <c:pt idx="5797">
                  <c:v>33000</c:v>
                </c:pt>
                <c:pt idx="5798">
                  <c:v>33000</c:v>
                </c:pt>
                <c:pt idx="5799">
                  <c:v>33000</c:v>
                </c:pt>
                <c:pt idx="5800">
                  <c:v>33000</c:v>
                </c:pt>
                <c:pt idx="5801">
                  <c:v>33000</c:v>
                </c:pt>
                <c:pt idx="5802">
                  <c:v>33000</c:v>
                </c:pt>
                <c:pt idx="5803">
                  <c:v>33000</c:v>
                </c:pt>
                <c:pt idx="5804">
                  <c:v>33000</c:v>
                </c:pt>
                <c:pt idx="5805">
                  <c:v>34000</c:v>
                </c:pt>
                <c:pt idx="5806">
                  <c:v>34000</c:v>
                </c:pt>
                <c:pt idx="5807">
                  <c:v>34500</c:v>
                </c:pt>
                <c:pt idx="5808">
                  <c:v>34500</c:v>
                </c:pt>
                <c:pt idx="5809">
                  <c:v>34500</c:v>
                </c:pt>
                <c:pt idx="5810">
                  <c:v>34500</c:v>
                </c:pt>
                <c:pt idx="5811">
                  <c:v>35500</c:v>
                </c:pt>
                <c:pt idx="5812">
                  <c:v>35500</c:v>
                </c:pt>
                <c:pt idx="5813">
                  <c:v>35500</c:v>
                </c:pt>
                <c:pt idx="5814">
                  <c:v>36000</c:v>
                </c:pt>
                <c:pt idx="5815">
                  <c:v>36000</c:v>
                </c:pt>
                <c:pt idx="5816">
                  <c:v>36000</c:v>
                </c:pt>
                <c:pt idx="5817">
                  <c:v>36000</c:v>
                </c:pt>
                <c:pt idx="5818">
                  <c:v>37500</c:v>
                </c:pt>
                <c:pt idx="5819">
                  <c:v>38000</c:v>
                </c:pt>
                <c:pt idx="5820">
                  <c:v>39000</c:v>
                </c:pt>
                <c:pt idx="5821">
                  <c:v>39500</c:v>
                </c:pt>
                <c:pt idx="5822">
                  <c:v>40000</c:v>
                </c:pt>
                <c:pt idx="5823">
                  <c:v>40000</c:v>
                </c:pt>
                <c:pt idx="5824">
                  <c:v>40000</c:v>
                </c:pt>
                <c:pt idx="5825">
                  <c:v>41000</c:v>
                </c:pt>
                <c:pt idx="5826">
                  <c:v>41500</c:v>
                </c:pt>
                <c:pt idx="5827">
                  <c:v>42000</c:v>
                </c:pt>
                <c:pt idx="5828">
                  <c:v>42000</c:v>
                </c:pt>
                <c:pt idx="5829">
                  <c:v>41000</c:v>
                </c:pt>
                <c:pt idx="5830">
                  <c:v>41000</c:v>
                </c:pt>
                <c:pt idx="5831">
                  <c:v>41000</c:v>
                </c:pt>
                <c:pt idx="5832">
                  <c:v>41000</c:v>
                </c:pt>
                <c:pt idx="5833">
                  <c:v>40500</c:v>
                </c:pt>
                <c:pt idx="5834">
                  <c:v>40500</c:v>
                </c:pt>
                <c:pt idx="5835">
                  <c:v>40500</c:v>
                </c:pt>
                <c:pt idx="5836">
                  <c:v>40500</c:v>
                </c:pt>
                <c:pt idx="5837">
                  <c:v>40500</c:v>
                </c:pt>
                <c:pt idx="5838">
                  <c:v>40500</c:v>
                </c:pt>
                <c:pt idx="5839">
                  <c:v>39500</c:v>
                </c:pt>
                <c:pt idx="5840">
                  <c:v>39500</c:v>
                </c:pt>
                <c:pt idx="5841">
                  <c:v>37500</c:v>
                </c:pt>
                <c:pt idx="5842">
                  <c:v>37000</c:v>
                </c:pt>
                <c:pt idx="5843">
                  <c:v>37000</c:v>
                </c:pt>
                <c:pt idx="5844">
                  <c:v>37000</c:v>
                </c:pt>
                <c:pt idx="5845">
                  <c:v>37000</c:v>
                </c:pt>
                <c:pt idx="5846">
                  <c:v>37000</c:v>
                </c:pt>
                <c:pt idx="5847">
                  <c:v>36000</c:v>
                </c:pt>
                <c:pt idx="5848">
                  <c:v>35500</c:v>
                </c:pt>
                <c:pt idx="5849">
                  <c:v>34500</c:v>
                </c:pt>
                <c:pt idx="5850">
                  <c:v>34000</c:v>
                </c:pt>
                <c:pt idx="5851">
                  <c:v>34000</c:v>
                </c:pt>
                <c:pt idx="5852">
                  <c:v>34000</c:v>
                </c:pt>
                <c:pt idx="5853">
                  <c:v>33000</c:v>
                </c:pt>
                <c:pt idx="5854">
                  <c:v>31000</c:v>
                </c:pt>
                <c:pt idx="5855">
                  <c:v>29500</c:v>
                </c:pt>
                <c:pt idx="5856">
                  <c:v>29000</c:v>
                </c:pt>
                <c:pt idx="5857">
                  <c:v>29500</c:v>
                </c:pt>
                <c:pt idx="5858">
                  <c:v>29500</c:v>
                </c:pt>
                <c:pt idx="5859">
                  <c:v>29500</c:v>
                </c:pt>
                <c:pt idx="5860">
                  <c:v>30000</c:v>
                </c:pt>
                <c:pt idx="5861">
                  <c:v>31000</c:v>
                </c:pt>
                <c:pt idx="5862">
                  <c:v>31000</c:v>
                </c:pt>
                <c:pt idx="5863">
                  <c:v>31000</c:v>
                </c:pt>
                <c:pt idx="5864">
                  <c:v>31000</c:v>
                </c:pt>
                <c:pt idx="5865">
                  <c:v>31000</c:v>
                </c:pt>
                <c:pt idx="5866">
                  <c:v>31000</c:v>
                </c:pt>
                <c:pt idx="5867">
                  <c:v>31000</c:v>
                </c:pt>
                <c:pt idx="5868">
                  <c:v>31000</c:v>
                </c:pt>
                <c:pt idx="5869">
                  <c:v>31000</c:v>
                </c:pt>
                <c:pt idx="5870">
                  <c:v>30500</c:v>
                </c:pt>
                <c:pt idx="5871">
                  <c:v>30500</c:v>
                </c:pt>
                <c:pt idx="5872">
                  <c:v>30500</c:v>
                </c:pt>
                <c:pt idx="5873">
                  <c:v>30500</c:v>
                </c:pt>
                <c:pt idx="5874">
                  <c:v>30500</c:v>
                </c:pt>
                <c:pt idx="5875">
                  <c:v>30500</c:v>
                </c:pt>
                <c:pt idx="5876">
                  <c:v>30500</c:v>
                </c:pt>
                <c:pt idx="5877">
                  <c:v>30500</c:v>
                </c:pt>
                <c:pt idx="5878">
                  <c:v>30500</c:v>
                </c:pt>
                <c:pt idx="5879">
                  <c:v>30500</c:v>
                </c:pt>
                <c:pt idx="5880">
                  <c:v>30500</c:v>
                </c:pt>
                <c:pt idx="5881">
                  <c:v>30500</c:v>
                </c:pt>
                <c:pt idx="5882">
                  <c:v>30500</c:v>
                </c:pt>
                <c:pt idx="5883">
                  <c:v>30500</c:v>
                </c:pt>
                <c:pt idx="5884">
                  <c:v>30500</c:v>
                </c:pt>
                <c:pt idx="5885">
                  <c:v>30500</c:v>
                </c:pt>
                <c:pt idx="5886">
                  <c:v>30500</c:v>
                </c:pt>
                <c:pt idx="5887">
                  <c:v>30500</c:v>
                </c:pt>
                <c:pt idx="5888">
                  <c:v>31000</c:v>
                </c:pt>
                <c:pt idx="5889">
                  <c:v>31500</c:v>
                </c:pt>
                <c:pt idx="5890">
                  <c:v>31500</c:v>
                </c:pt>
                <c:pt idx="5891">
                  <c:v>32000</c:v>
                </c:pt>
                <c:pt idx="5892">
                  <c:v>32000</c:v>
                </c:pt>
                <c:pt idx="5893">
                  <c:v>32000</c:v>
                </c:pt>
                <c:pt idx="5894">
                  <c:v>32000</c:v>
                </c:pt>
                <c:pt idx="5895">
                  <c:v>32000</c:v>
                </c:pt>
                <c:pt idx="5896">
                  <c:v>33000</c:v>
                </c:pt>
                <c:pt idx="5897">
                  <c:v>35000</c:v>
                </c:pt>
                <c:pt idx="5898">
                  <c:v>36000</c:v>
                </c:pt>
                <c:pt idx="5899">
                  <c:v>37000</c:v>
                </c:pt>
                <c:pt idx="5900">
                  <c:v>37000</c:v>
                </c:pt>
                <c:pt idx="5901">
                  <c:v>37000</c:v>
                </c:pt>
                <c:pt idx="5902">
                  <c:v>37000</c:v>
                </c:pt>
                <c:pt idx="5903">
                  <c:v>37000</c:v>
                </c:pt>
                <c:pt idx="5904">
                  <c:v>37000</c:v>
                </c:pt>
                <c:pt idx="5905">
                  <c:v>37000</c:v>
                </c:pt>
                <c:pt idx="5906">
                  <c:v>36000</c:v>
                </c:pt>
                <c:pt idx="5907">
                  <c:v>36000</c:v>
                </c:pt>
                <c:pt idx="5908">
                  <c:v>36000</c:v>
                </c:pt>
                <c:pt idx="5909">
                  <c:v>36000</c:v>
                </c:pt>
                <c:pt idx="5910">
                  <c:v>35000</c:v>
                </c:pt>
                <c:pt idx="5911">
                  <c:v>35000</c:v>
                </c:pt>
                <c:pt idx="5912">
                  <c:v>34000</c:v>
                </c:pt>
                <c:pt idx="5913">
                  <c:v>33500</c:v>
                </c:pt>
                <c:pt idx="5914">
                  <c:v>33500</c:v>
                </c:pt>
                <c:pt idx="5915">
                  <c:v>33500</c:v>
                </c:pt>
                <c:pt idx="5916">
                  <c:v>32500</c:v>
                </c:pt>
                <c:pt idx="5917">
                  <c:v>32000</c:v>
                </c:pt>
                <c:pt idx="5918">
                  <c:v>31500</c:v>
                </c:pt>
                <c:pt idx="5919">
                  <c:v>31800</c:v>
                </c:pt>
                <c:pt idx="5920">
                  <c:v>32500</c:v>
                </c:pt>
                <c:pt idx="5921">
                  <c:v>32500</c:v>
                </c:pt>
                <c:pt idx="5922">
                  <c:v>32500</c:v>
                </c:pt>
                <c:pt idx="5923">
                  <c:v>33000</c:v>
                </c:pt>
                <c:pt idx="5924">
                  <c:v>34500</c:v>
                </c:pt>
                <c:pt idx="5925">
                  <c:v>35500</c:v>
                </c:pt>
                <c:pt idx="5926">
                  <c:v>36000</c:v>
                </c:pt>
                <c:pt idx="5927">
                  <c:v>36000</c:v>
                </c:pt>
                <c:pt idx="5928">
                  <c:v>36000</c:v>
                </c:pt>
                <c:pt idx="5929">
                  <c:v>36000</c:v>
                </c:pt>
                <c:pt idx="5930">
                  <c:v>36500</c:v>
                </c:pt>
                <c:pt idx="5931">
                  <c:v>37000</c:v>
                </c:pt>
                <c:pt idx="5932">
                  <c:v>36000</c:v>
                </c:pt>
                <c:pt idx="5933">
                  <c:v>36000</c:v>
                </c:pt>
                <c:pt idx="5934">
                  <c:v>35500</c:v>
                </c:pt>
                <c:pt idx="5935">
                  <c:v>35500</c:v>
                </c:pt>
                <c:pt idx="5936">
                  <c:v>35500</c:v>
                </c:pt>
                <c:pt idx="5937">
                  <c:v>35500</c:v>
                </c:pt>
                <c:pt idx="5938">
                  <c:v>35500</c:v>
                </c:pt>
                <c:pt idx="5939">
                  <c:v>34500</c:v>
                </c:pt>
                <c:pt idx="5940">
                  <c:v>34000</c:v>
                </c:pt>
                <c:pt idx="5941">
                  <c:v>34000</c:v>
                </c:pt>
                <c:pt idx="5942">
                  <c:v>34000</c:v>
                </c:pt>
                <c:pt idx="5943">
                  <c:v>34000</c:v>
                </c:pt>
                <c:pt idx="5944">
                  <c:v>35000</c:v>
                </c:pt>
                <c:pt idx="5945">
                  <c:v>35000</c:v>
                </c:pt>
                <c:pt idx="5946">
                  <c:v>36000</c:v>
                </c:pt>
                <c:pt idx="5947">
                  <c:v>36300</c:v>
                </c:pt>
                <c:pt idx="5948">
                  <c:v>36300</c:v>
                </c:pt>
                <c:pt idx="5949">
                  <c:v>36300</c:v>
                </c:pt>
                <c:pt idx="5950">
                  <c:v>36300</c:v>
                </c:pt>
                <c:pt idx="5951">
                  <c:v>36300</c:v>
                </c:pt>
                <c:pt idx="5952">
                  <c:v>37000</c:v>
                </c:pt>
                <c:pt idx="5953">
                  <c:v>36500</c:v>
                </c:pt>
                <c:pt idx="5954">
                  <c:v>36500</c:v>
                </c:pt>
                <c:pt idx="5955">
                  <c:v>36000</c:v>
                </c:pt>
                <c:pt idx="5956">
                  <c:v>36000</c:v>
                </c:pt>
                <c:pt idx="5957">
                  <c:v>36000</c:v>
                </c:pt>
                <c:pt idx="5958">
                  <c:v>35500</c:v>
                </c:pt>
                <c:pt idx="5959">
                  <c:v>35000</c:v>
                </c:pt>
                <c:pt idx="5960">
                  <c:v>35500</c:v>
                </c:pt>
                <c:pt idx="5961">
                  <c:v>35500</c:v>
                </c:pt>
                <c:pt idx="5962">
                  <c:v>35500</c:v>
                </c:pt>
                <c:pt idx="5963">
                  <c:v>35500</c:v>
                </c:pt>
                <c:pt idx="5964">
                  <c:v>35500</c:v>
                </c:pt>
                <c:pt idx="5965">
                  <c:v>35500</c:v>
                </c:pt>
                <c:pt idx="5966">
                  <c:v>35500</c:v>
                </c:pt>
                <c:pt idx="5967">
                  <c:v>35500</c:v>
                </c:pt>
                <c:pt idx="5968">
                  <c:v>36500</c:v>
                </c:pt>
                <c:pt idx="5969">
                  <c:v>36500</c:v>
                </c:pt>
                <c:pt idx="5970">
                  <c:v>36500</c:v>
                </c:pt>
                <c:pt idx="5971">
                  <c:v>36500</c:v>
                </c:pt>
                <c:pt idx="5972">
                  <c:v>36800</c:v>
                </c:pt>
                <c:pt idx="5973">
                  <c:v>37500</c:v>
                </c:pt>
                <c:pt idx="5974">
                  <c:v>37800</c:v>
                </c:pt>
                <c:pt idx="5975">
                  <c:v>38000</c:v>
                </c:pt>
                <c:pt idx="5976">
                  <c:v>38000</c:v>
                </c:pt>
                <c:pt idx="5977">
                  <c:v>38000</c:v>
                </c:pt>
                <c:pt idx="5978">
                  <c:v>38000</c:v>
                </c:pt>
                <c:pt idx="5979">
                  <c:v>38000</c:v>
                </c:pt>
                <c:pt idx="5980">
                  <c:v>38500</c:v>
                </c:pt>
                <c:pt idx="5981">
                  <c:v>39000</c:v>
                </c:pt>
                <c:pt idx="5982">
                  <c:v>39000</c:v>
                </c:pt>
                <c:pt idx="5983">
                  <c:v>39000</c:v>
                </c:pt>
                <c:pt idx="5984">
                  <c:v>39000</c:v>
                </c:pt>
                <c:pt idx="5985">
                  <c:v>39000</c:v>
                </c:pt>
                <c:pt idx="5986">
                  <c:v>39000</c:v>
                </c:pt>
                <c:pt idx="5987">
                  <c:v>38800</c:v>
                </c:pt>
                <c:pt idx="5988">
                  <c:v>38600</c:v>
                </c:pt>
                <c:pt idx="5989">
                  <c:v>38300</c:v>
                </c:pt>
                <c:pt idx="5990">
                  <c:v>38300</c:v>
                </c:pt>
                <c:pt idx="5991">
                  <c:v>38300</c:v>
                </c:pt>
                <c:pt idx="5992">
                  <c:v>38300</c:v>
                </c:pt>
                <c:pt idx="5993">
                  <c:v>38000</c:v>
                </c:pt>
                <c:pt idx="5994">
                  <c:v>37300</c:v>
                </c:pt>
                <c:pt idx="5995">
                  <c:v>37300</c:v>
                </c:pt>
                <c:pt idx="5996">
                  <c:v>37300</c:v>
                </c:pt>
                <c:pt idx="5997">
                  <c:v>37300</c:v>
                </c:pt>
                <c:pt idx="5998">
                  <c:v>37300</c:v>
                </c:pt>
                <c:pt idx="5999">
                  <c:v>37300</c:v>
                </c:pt>
                <c:pt idx="6000">
                  <c:v>37000</c:v>
                </c:pt>
                <c:pt idx="6001">
                  <c:v>37000</c:v>
                </c:pt>
                <c:pt idx="6002">
                  <c:v>37000</c:v>
                </c:pt>
                <c:pt idx="6003">
                  <c:v>37000</c:v>
                </c:pt>
                <c:pt idx="6004">
                  <c:v>37300</c:v>
                </c:pt>
                <c:pt idx="6005">
                  <c:v>37300</c:v>
                </c:pt>
                <c:pt idx="6006">
                  <c:v>37300</c:v>
                </c:pt>
                <c:pt idx="6007">
                  <c:v>37300</c:v>
                </c:pt>
                <c:pt idx="6008">
                  <c:v>37600</c:v>
                </c:pt>
                <c:pt idx="6009">
                  <c:v>37700</c:v>
                </c:pt>
                <c:pt idx="6010">
                  <c:v>37700</c:v>
                </c:pt>
                <c:pt idx="6011">
                  <c:v>37700</c:v>
                </c:pt>
                <c:pt idx="6012">
                  <c:v>37700</c:v>
                </c:pt>
                <c:pt idx="6013">
                  <c:v>37700</c:v>
                </c:pt>
                <c:pt idx="6014">
                  <c:v>37700</c:v>
                </c:pt>
                <c:pt idx="6015">
                  <c:v>37300</c:v>
                </c:pt>
                <c:pt idx="6016">
                  <c:v>37300</c:v>
                </c:pt>
                <c:pt idx="6017">
                  <c:v>37100</c:v>
                </c:pt>
                <c:pt idx="6018">
                  <c:v>36500</c:v>
                </c:pt>
                <c:pt idx="6019">
                  <c:v>36500</c:v>
                </c:pt>
                <c:pt idx="6020">
                  <c:v>36500</c:v>
                </c:pt>
                <c:pt idx="6021">
                  <c:v>36000</c:v>
                </c:pt>
                <c:pt idx="6022">
                  <c:v>35000</c:v>
                </c:pt>
                <c:pt idx="6023">
                  <c:v>35000</c:v>
                </c:pt>
                <c:pt idx="6024">
                  <c:v>35000</c:v>
                </c:pt>
                <c:pt idx="6025">
                  <c:v>34600</c:v>
                </c:pt>
                <c:pt idx="6026">
                  <c:v>34600</c:v>
                </c:pt>
                <c:pt idx="6027">
                  <c:v>34600</c:v>
                </c:pt>
                <c:pt idx="6028">
                  <c:v>34100</c:v>
                </c:pt>
                <c:pt idx="6029">
                  <c:v>32700</c:v>
                </c:pt>
                <c:pt idx="6030">
                  <c:v>32700</c:v>
                </c:pt>
                <c:pt idx="6031">
                  <c:v>32500</c:v>
                </c:pt>
                <c:pt idx="6032">
                  <c:v>31500</c:v>
                </c:pt>
                <c:pt idx="6033">
                  <c:v>31500</c:v>
                </c:pt>
                <c:pt idx="6034">
                  <c:v>31500</c:v>
                </c:pt>
                <c:pt idx="6035">
                  <c:v>31500</c:v>
                </c:pt>
                <c:pt idx="6036">
                  <c:v>31500</c:v>
                </c:pt>
                <c:pt idx="6037">
                  <c:v>31500</c:v>
                </c:pt>
                <c:pt idx="6038">
                  <c:v>31000</c:v>
                </c:pt>
                <c:pt idx="6039">
                  <c:v>31000</c:v>
                </c:pt>
                <c:pt idx="6040">
                  <c:v>31000</c:v>
                </c:pt>
                <c:pt idx="6041">
                  <c:v>31000</c:v>
                </c:pt>
                <c:pt idx="6042">
                  <c:v>30500</c:v>
                </c:pt>
                <c:pt idx="6043">
                  <c:v>30500</c:v>
                </c:pt>
                <c:pt idx="6044">
                  <c:v>30000</c:v>
                </c:pt>
                <c:pt idx="6045">
                  <c:v>29500</c:v>
                </c:pt>
                <c:pt idx="6046">
                  <c:v>29000</c:v>
                </c:pt>
                <c:pt idx="6047">
                  <c:v>29000</c:v>
                </c:pt>
                <c:pt idx="6048">
                  <c:v>29000</c:v>
                </c:pt>
                <c:pt idx="6049">
                  <c:v>28500</c:v>
                </c:pt>
                <c:pt idx="6050">
                  <c:v>27500</c:v>
                </c:pt>
                <c:pt idx="6051">
                  <c:v>27000</c:v>
                </c:pt>
                <c:pt idx="6052">
                  <c:v>26000</c:v>
                </c:pt>
                <c:pt idx="6053">
                  <c:v>26000</c:v>
                </c:pt>
                <c:pt idx="6054">
                  <c:v>26000</c:v>
                </c:pt>
                <c:pt idx="6055">
                  <c:v>26000</c:v>
                </c:pt>
                <c:pt idx="6056">
                  <c:v>26000</c:v>
                </c:pt>
                <c:pt idx="6057">
                  <c:v>25000</c:v>
                </c:pt>
                <c:pt idx="6058">
                  <c:v>25000</c:v>
                </c:pt>
                <c:pt idx="6059">
                  <c:v>25000</c:v>
                </c:pt>
                <c:pt idx="6060">
                  <c:v>25000</c:v>
                </c:pt>
                <c:pt idx="6061">
                  <c:v>25000</c:v>
                </c:pt>
                <c:pt idx="6062">
                  <c:v>25000</c:v>
                </c:pt>
                <c:pt idx="6063">
                  <c:v>25000</c:v>
                </c:pt>
                <c:pt idx="6064">
                  <c:v>25500</c:v>
                </c:pt>
                <c:pt idx="6065">
                  <c:v>25500</c:v>
                </c:pt>
                <c:pt idx="6066">
                  <c:v>25800</c:v>
                </c:pt>
                <c:pt idx="6067">
                  <c:v>25800</c:v>
                </c:pt>
                <c:pt idx="6068">
                  <c:v>25800</c:v>
                </c:pt>
                <c:pt idx="6069">
                  <c:v>25800</c:v>
                </c:pt>
                <c:pt idx="6070">
                  <c:v>27300</c:v>
                </c:pt>
                <c:pt idx="6071">
                  <c:v>28000</c:v>
                </c:pt>
                <c:pt idx="6072">
                  <c:v>30500</c:v>
                </c:pt>
                <c:pt idx="6073">
                  <c:v>31000</c:v>
                </c:pt>
                <c:pt idx="6074">
                  <c:v>31000</c:v>
                </c:pt>
                <c:pt idx="6075">
                  <c:v>31000</c:v>
                </c:pt>
                <c:pt idx="6076">
                  <c:v>31000</c:v>
                </c:pt>
                <c:pt idx="6077">
                  <c:v>31000</c:v>
                </c:pt>
                <c:pt idx="6078">
                  <c:v>31000</c:v>
                </c:pt>
                <c:pt idx="6079">
                  <c:v>30000</c:v>
                </c:pt>
                <c:pt idx="6080">
                  <c:v>29000</c:v>
                </c:pt>
                <c:pt idx="6081">
                  <c:v>29000</c:v>
                </c:pt>
                <c:pt idx="6082">
                  <c:v>29000</c:v>
                </c:pt>
                <c:pt idx="6083">
                  <c:v>29000</c:v>
                </c:pt>
                <c:pt idx="6084">
                  <c:v>29000</c:v>
                </c:pt>
                <c:pt idx="6085">
                  <c:v>30000</c:v>
                </c:pt>
                <c:pt idx="6086">
                  <c:v>31000</c:v>
                </c:pt>
                <c:pt idx="6087">
                  <c:v>31500</c:v>
                </c:pt>
                <c:pt idx="6088">
                  <c:v>31500</c:v>
                </c:pt>
                <c:pt idx="6089">
                  <c:v>31500</c:v>
                </c:pt>
                <c:pt idx="6090">
                  <c:v>31500</c:v>
                </c:pt>
                <c:pt idx="6091">
                  <c:v>32000</c:v>
                </c:pt>
                <c:pt idx="6092">
                  <c:v>32500</c:v>
                </c:pt>
                <c:pt idx="6093">
                  <c:v>33000</c:v>
                </c:pt>
                <c:pt idx="6094">
                  <c:v>33500</c:v>
                </c:pt>
                <c:pt idx="6095">
                  <c:v>34000</c:v>
                </c:pt>
                <c:pt idx="6096">
                  <c:v>34000</c:v>
                </c:pt>
                <c:pt idx="6097">
                  <c:v>34000</c:v>
                </c:pt>
                <c:pt idx="6098">
                  <c:v>34000</c:v>
                </c:pt>
                <c:pt idx="6099">
                  <c:v>34500</c:v>
                </c:pt>
                <c:pt idx="6100">
                  <c:v>35500</c:v>
                </c:pt>
                <c:pt idx="6101">
                  <c:v>36000</c:v>
                </c:pt>
                <c:pt idx="6102">
                  <c:v>36000</c:v>
                </c:pt>
                <c:pt idx="6103">
                  <c:v>36000</c:v>
                </c:pt>
                <c:pt idx="6104">
                  <c:v>36000</c:v>
                </c:pt>
                <c:pt idx="6105">
                  <c:v>36000</c:v>
                </c:pt>
                <c:pt idx="6106">
                  <c:v>35800</c:v>
                </c:pt>
                <c:pt idx="6107">
                  <c:v>35000</c:v>
                </c:pt>
                <c:pt idx="6108">
                  <c:v>34500</c:v>
                </c:pt>
                <c:pt idx="6109">
                  <c:v>33500</c:v>
                </c:pt>
                <c:pt idx="6110">
                  <c:v>33500</c:v>
                </c:pt>
                <c:pt idx="6111">
                  <c:v>33500</c:v>
                </c:pt>
                <c:pt idx="6112">
                  <c:v>33500</c:v>
                </c:pt>
                <c:pt idx="6113">
                  <c:v>34500</c:v>
                </c:pt>
                <c:pt idx="6114">
                  <c:v>35500</c:v>
                </c:pt>
                <c:pt idx="6115">
                  <c:v>35500</c:v>
                </c:pt>
                <c:pt idx="6116">
                  <c:v>35500</c:v>
                </c:pt>
                <c:pt idx="6117">
                  <c:v>35500</c:v>
                </c:pt>
                <c:pt idx="6118">
                  <c:v>35500</c:v>
                </c:pt>
                <c:pt idx="6119">
                  <c:v>35500</c:v>
                </c:pt>
                <c:pt idx="6120">
                  <c:v>35500</c:v>
                </c:pt>
                <c:pt idx="6121">
                  <c:v>35500</c:v>
                </c:pt>
                <c:pt idx="6122">
                  <c:v>35500</c:v>
                </c:pt>
                <c:pt idx="6123">
                  <c:v>35500</c:v>
                </c:pt>
                <c:pt idx="6124">
                  <c:v>36000</c:v>
                </c:pt>
                <c:pt idx="6125">
                  <c:v>36500</c:v>
                </c:pt>
                <c:pt idx="6126">
                  <c:v>36500</c:v>
                </c:pt>
                <c:pt idx="6127">
                  <c:v>36500</c:v>
                </c:pt>
                <c:pt idx="6128">
                  <c:v>36500</c:v>
                </c:pt>
                <c:pt idx="6129">
                  <c:v>36000</c:v>
                </c:pt>
                <c:pt idx="6130">
                  <c:v>36000</c:v>
                </c:pt>
                <c:pt idx="6131">
                  <c:v>35500</c:v>
                </c:pt>
                <c:pt idx="6132">
                  <c:v>35500</c:v>
                </c:pt>
                <c:pt idx="6133">
                  <c:v>35000</c:v>
                </c:pt>
                <c:pt idx="6134">
                  <c:v>35000</c:v>
                </c:pt>
                <c:pt idx="6135">
                  <c:v>34200</c:v>
                </c:pt>
                <c:pt idx="6136">
                  <c:v>33700</c:v>
                </c:pt>
                <c:pt idx="6137">
                  <c:v>33500</c:v>
                </c:pt>
                <c:pt idx="6138">
                  <c:v>33500</c:v>
                </c:pt>
                <c:pt idx="6139">
                  <c:v>33500</c:v>
                </c:pt>
                <c:pt idx="6140">
                  <c:v>33200</c:v>
                </c:pt>
                <c:pt idx="6141">
                  <c:v>33200</c:v>
                </c:pt>
                <c:pt idx="6142">
                  <c:v>33200</c:v>
                </c:pt>
                <c:pt idx="6143">
                  <c:v>33000</c:v>
                </c:pt>
                <c:pt idx="6144">
                  <c:v>32500</c:v>
                </c:pt>
                <c:pt idx="6145">
                  <c:v>32500</c:v>
                </c:pt>
                <c:pt idx="6146">
                  <c:v>32500</c:v>
                </c:pt>
                <c:pt idx="6147">
                  <c:v>31700</c:v>
                </c:pt>
                <c:pt idx="6148">
                  <c:v>31500</c:v>
                </c:pt>
                <c:pt idx="6149">
                  <c:v>31000</c:v>
                </c:pt>
                <c:pt idx="6150">
                  <c:v>30700</c:v>
                </c:pt>
                <c:pt idx="6151">
                  <c:v>30200</c:v>
                </c:pt>
                <c:pt idx="6152">
                  <c:v>30200</c:v>
                </c:pt>
                <c:pt idx="6153">
                  <c:v>30200</c:v>
                </c:pt>
                <c:pt idx="6154">
                  <c:v>29500</c:v>
                </c:pt>
                <c:pt idx="6155">
                  <c:v>28000</c:v>
                </c:pt>
                <c:pt idx="6156">
                  <c:v>27500</c:v>
                </c:pt>
                <c:pt idx="6157">
                  <c:v>26500</c:v>
                </c:pt>
                <c:pt idx="6158">
                  <c:v>26500</c:v>
                </c:pt>
                <c:pt idx="6159">
                  <c:v>27200</c:v>
                </c:pt>
                <c:pt idx="6160">
                  <c:v>27200</c:v>
                </c:pt>
                <c:pt idx="6161">
                  <c:v>28200</c:v>
                </c:pt>
                <c:pt idx="6162">
                  <c:v>28700</c:v>
                </c:pt>
                <c:pt idx="6163">
                  <c:v>29800</c:v>
                </c:pt>
                <c:pt idx="6164">
                  <c:v>30300</c:v>
                </c:pt>
                <c:pt idx="6165">
                  <c:v>29800</c:v>
                </c:pt>
                <c:pt idx="6166">
                  <c:v>29800</c:v>
                </c:pt>
                <c:pt idx="6167">
                  <c:v>29800</c:v>
                </c:pt>
                <c:pt idx="6168">
                  <c:v>29800</c:v>
                </c:pt>
                <c:pt idx="6169">
                  <c:v>29200</c:v>
                </c:pt>
                <c:pt idx="6170">
                  <c:v>28700</c:v>
                </c:pt>
                <c:pt idx="6171">
                  <c:v>28700</c:v>
                </c:pt>
                <c:pt idx="6172">
                  <c:v>29200</c:v>
                </c:pt>
                <c:pt idx="6173">
                  <c:v>29200</c:v>
                </c:pt>
                <c:pt idx="6174">
                  <c:v>29200</c:v>
                </c:pt>
                <c:pt idx="6175">
                  <c:v>30200</c:v>
                </c:pt>
                <c:pt idx="6176">
                  <c:v>30500</c:v>
                </c:pt>
                <c:pt idx="6177">
                  <c:v>30700</c:v>
                </c:pt>
                <c:pt idx="6178">
                  <c:v>30700</c:v>
                </c:pt>
                <c:pt idx="6179">
                  <c:v>31200</c:v>
                </c:pt>
                <c:pt idx="6180">
                  <c:v>31200</c:v>
                </c:pt>
                <c:pt idx="6181">
                  <c:v>31200</c:v>
                </c:pt>
                <c:pt idx="6182">
                  <c:v>31700</c:v>
                </c:pt>
                <c:pt idx="6183">
                  <c:v>31700</c:v>
                </c:pt>
                <c:pt idx="6184">
                  <c:v>31700</c:v>
                </c:pt>
                <c:pt idx="6185">
                  <c:v>32000</c:v>
                </c:pt>
                <c:pt idx="6186">
                  <c:v>32500</c:v>
                </c:pt>
                <c:pt idx="6187">
                  <c:v>32500</c:v>
                </c:pt>
                <c:pt idx="6188">
                  <c:v>32500</c:v>
                </c:pt>
                <c:pt idx="6189">
                  <c:v>32500</c:v>
                </c:pt>
                <c:pt idx="6190">
                  <c:v>32500</c:v>
                </c:pt>
                <c:pt idx="6191">
                  <c:v>32500</c:v>
                </c:pt>
                <c:pt idx="6192">
                  <c:v>32500</c:v>
                </c:pt>
                <c:pt idx="6193">
                  <c:v>32500</c:v>
                </c:pt>
                <c:pt idx="6194">
                  <c:v>32500</c:v>
                </c:pt>
                <c:pt idx="6195">
                  <c:v>32500</c:v>
                </c:pt>
                <c:pt idx="6196">
                  <c:v>32000</c:v>
                </c:pt>
                <c:pt idx="6197">
                  <c:v>31500</c:v>
                </c:pt>
                <c:pt idx="6198">
                  <c:v>31500</c:v>
                </c:pt>
                <c:pt idx="6199">
                  <c:v>31000</c:v>
                </c:pt>
                <c:pt idx="6200">
                  <c:v>31000</c:v>
                </c:pt>
                <c:pt idx="6201">
                  <c:v>31000</c:v>
                </c:pt>
                <c:pt idx="6202">
                  <c:v>31000</c:v>
                </c:pt>
                <c:pt idx="6203">
                  <c:v>30500</c:v>
                </c:pt>
                <c:pt idx="6204">
                  <c:v>30500</c:v>
                </c:pt>
                <c:pt idx="6205">
                  <c:v>30700</c:v>
                </c:pt>
                <c:pt idx="6206">
                  <c:v>30700</c:v>
                </c:pt>
                <c:pt idx="6207">
                  <c:v>30700</c:v>
                </c:pt>
                <c:pt idx="6208">
                  <c:v>30700</c:v>
                </c:pt>
                <c:pt idx="6209">
                  <c:v>30700</c:v>
                </c:pt>
                <c:pt idx="6210">
                  <c:v>30700</c:v>
                </c:pt>
                <c:pt idx="6211">
                  <c:v>30700</c:v>
                </c:pt>
                <c:pt idx="6212">
                  <c:v>31000</c:v>
                </c:pt>
                <c:pt idx="6213">
                  <c:v>31000</c:v>
                </c:pt>
                <c:pt idx="6214">
                  <c:v>31000</c:v>
                </c:pt>
                <c:pt idx="6215">
                  <c:v>31000</c:v>
                </c:pt>
                <c:pt idx="6216">
                  <c:v>31000</c:v>
                </c:pt>
                <c:pt idx="6217">
                  <c:v>30700</c:v>
                </c:pt>
                <c:pt idx="6218">
                  <c:v>30500</c:v>
                </c:pt>
                <c:pt idx="6219">
                  <c:v>30300</c:v>
                </c:pt>
                <c:pt idx="6220">
                  <c:v>30300</c:v>
                </c:pt>
                <c:pt idx="6221">
                  <c:v>30300</c:v>
                </c:pt>
                <c:pt idx="6222">
                  <c:v>30300</c:v>
                </c:pt>
                <c:pt idx="6223">
                  <c:v>30300</c:v>
                </c:pt>
                <c:pt idx="6224">
                  <c:v>30300</c:v>
                </c:pt>
                <c:pt idx="6225">
                  <c:v>30300</c:v>
                </c:pt>
                <c:pt idx="6226">
                  <c:v>30300</c:v>
                </c:pt>
                <c:pt idx="6227">
                  <c:v>30300</c:v>
                </c:pt>
                <c:pt idx="6228">
                  <c:v>30300</c:v>
                </c:pt>
                <c:pt idx="6229">
                  <c:v>30300</c:v>
                </c:pt>
                <c:pt idx="6230">
                  <c:v>30300</c:v>
                </c:pt>
                <c:pt idx="6231">
                  <c:v>30300</c:v>
                </c:pt>
                <c:pt idx="6232">
                  <c:v>30300</c:v>
                </c:pt>
                <c:pt idx="6233">
                  <c:v>30300</c:v>
                </c:pt>
                <c:pt idx="6234">
                  <c:v>30300</c:v>
                </c:pt>
                <c:pt idx="6235">
                  <c:v>30300</c:v>
                </c:pt>
                <c:pt idx="6236">
                  <c:v>30300</c:v>
                </c:pt>
                <c:pt idx="6237">
                  <c:v>30300</c:v>
                </c:pt>
                <c:pt idx="6238">
                  <c:v>30300</c:v>
                </c:pt>
                <c:pt idx="6239">
                  <c:v>30300</c:v>
                </c:pt>
                <c:pt idx="6240">
                  <c:v>30500</c:v>
                </c:pt>
                <c:pt idx="6241">
                  <c:v>30500</c:v>
                </c:pt>
                <c:pt idx="6242">
                  <c:v>30500</c:v>
                </c:pt>
                <c:pt idx="6243">
                  <c:v>30500</c:v>
                </c:pt>
                <c:pt idx="6244">
                  <c:v>30500</c:v>
                </c:pt>
                <c:pt idx="6245">
                  <c:v>30500</c:v>
                </c:pt>
                <c:pt idx="6246">
                  <c:v>30500</c:v>
                </c:pt>
                <c:pt idx="6247">
                  <c:v>30200</c:v>
                </c:pt>
                <c:pt idx="6248">
                  <c:v>30000</c:v>
                </c:pt>
                <c:pt idx="6249">
                  <c:v>29700</c:v>
                </c:pt>
                <c:pt idx="6250">
                  <c:v>29700</c:v>
                </c:pt>
                <c:pt idx="6251">
                  <c:v>29700</c:v>
                </c:pt>
                <c:pt idx="6252">
                  <c:v>29200</c:v>
                </c:pt>
                <c:pt idx="6253">
                  <c:v>29000</c:v>
                </c:pt>
                <c:pt idx="6254">
                  <c:v>28000</c:v>
                </c:pt>
                <c:pt idx="6255">
                  <c:v>27700</c:v>
                </c:pt>
                <c:pt idx="6256">
                  <c:v>27700</c:v>
                </c:pt>
                <c:pt idx="6257">
                  <c:v>27500</c:v>
                </c:pt>
                <c:pt idx="6258">
                  <c:v>27500</c:v>
                </c:pt>
                <c:pt idx="6259">
                  <c:v>27500</c:v>
                </c:pt>
                <c:pt idx="6260">
                  <c:v>28000</c:v>
                </c:pt>
                <c:pt idx="6261">
                  <c:v>28000</c:v>
                </c:pt>
                <c:pt idx="6262">
                  <c:v>28700</c:v>
                </c:pt>
                <c:pt idx="6263">
                  <c:v>28700</c:v>
                </c:pt>
                <c:pt idx="6264">
                  <c:v>28700</c:v>
                </c:pt>
                <c:pt idx="6265">
                  <c:v>28700</c:v>
                </c:pt>
                <c:pt idx="6266">
                  <c:v>29500</c:v>
                </c:pt>
                <c:pt idx="6267">
                  <c:v>29500</c:v>
                </c:pt>
                <c:pt idx="6268">
                  <c:v>29500</c:v>
                </c:pt>
                <c:pt idx="6269">
                  <c:v>29500</c:v>
                </c:pt>
                <c:pt idx="6270">
                  <c:v>29000</c:v>
                </c:pt>
                <c:pt idx="6271">
                  <c:v>29000</c:v>
                </c:pt>
                <c:pt idx="6272">
                  <c:v>29000</c:v>
                </c:pt>
                <c:pt idx="6273">
                  <c:v>28300</c:v>
                </c:pt>
                <c:pt idx="6274">
                  <c:v>28300</c:v>
                </c:pt>
                <c:pt idx="6275">
                  <c:v>28000</c:v>
                </c:pt>
                <c:pt idx="6276">
                  <c:v>28000</c:v>
                </c:pt>
                <c:pt idx="6277">
                  <c:v>28000</c:v>
                </c:pt>
                <c:pt idx="6278">
                  <c:v>28000</c:v>
                </c:pt>
                <c:pt idx="6279">
                  <c:v>28000</c:v>
                </c:pt>
                <c:pt idx="6280">
                  <c:v>28300</c:v>
                </c:pt>
                <c:pt idx="6281">
                  <c:v>28300</c:v>
                </c:pt>
                <c:pt idx="6282">
                  <c:v>28300</c:v>
                </c:pt>
                <c:pt idx="6283">
                  <c:v>28300</c:v>
                </c:pt>
                <c:pt idx="6284">
                  <c:v>28000</c:v>
                </c:pt>
                <c:pt idx="6285">
                  <c:v>28000</c:v>
                </c:pt>
                <c:pt idx="6286">
                  <c:v>28000</c:v>
                </c:pt>
                <c:pt idx="6287">
                  <c:v>28000</c:v>
                </c:pt>
                <c:pt idx="6288">
                  <c:v>27000</c:v>
                </c:pt>
                <c:pt idx="6289">
                  <c:v>27000</c:v>
                </c:pt>
                <c:pt idx="6290">
                  <c:v>27000</c:v>
                </c:pt>
                <c:pt idx="6291">
                  <c:v>27000</c:v>
                </c:pt>
                <c:pt idx="6292">
                  <c:v>27000</c:v>
                </c:pt>
                <c:pt idx="6293">
                  <c:v>27000</c:v>
                </c:pt>
                <c:pt idx="6294">
                  <c:v>27000</c:v>
                </c:pt>
                <c:pt idx="6295">
                  <c:v>26700</c:v>
                </c:pt>
                <c:pt idx="6296">
                  <c:v>26700</c:v>
                </c:pt>
                <c:pt idx="6297">
                  <c:v>26700</c:v>
                </c:pt>
                <c:pt idx="6298">
                  <c:v>26000</c:v>
                </c:pt>
                <c:pt idx="6299">
                  <c:v>26000</c:v>
                </c:pt>
                <c:pt idx="6300">
                  <c:v>26000</c:v>
                </c:pt>
                <c:pt idx="6301">
                  <c:v>25500</c:v>
                </c:pt>
                <c:pt idx="6302">
                  <c:v>25000</c:v>
                </c:pt>
                <c:pt idx="6303">
                  <c:v>25000</c:v>
                </c:pt>
                <c:pt idx="6304">
                  <c:v>24500</c:v>
                </c:pt>
                <c:pt idx="6305">
                  <c:v>23800</c:v>
                </c:pt>
                <c:pt idx="6306">
                  <c:v>23800</c:v>
                </c:pt>
                <c:pt idx="6307">
                  <c:v>23800</c:v>
                </c:pt>
                <c:pt idx="6308">
                  <c:v>23300</c:v>
                </c:pt>
                <c:pt idx="6309">
                  <c:v>23000</c:v>
                </c:pt>
                <c:pt idx="6310">
                  <c:v>22500</c:v>
                </c:pt>
                <c:pt idx="6311">
                  <c:v>23000</c:v>
                </c:pt>
                <c:pt idx="6312">
                  <c:v>23000</c:v>
                </c:pt>
                <c:pt idx="6313">
                  <c:v>23000</c:v>
                </c:pt>
                <c:pt idx="6314">
                  <c:v>23000</c:v>
                </c:pt>
                <c:pt idx="6315">
                  <c:v>23000</c:v>
                </c:pt>
                <c:pt idx="6316">
                  <c:v>23000</c:v>
                </c:pt>
                <c:pt idx="6317">
                  <c:v>22700</c:v>
                </c:pt>
                <c:pt idx="6318">
                  <c:v>22700</c:v>
                </c:pt>
                <c:pt idx="6319">
                  <c:v>22700</c:v>
                </c:pt>
                <c:pt idx="6320">
                  <c:v>22700</c:v>
                </c:pt>
                <c:pt idx="6321">
                  <c:v>22700</c:v>
                </c:pt>
                <c:pt idx="6322">
                  <c:v>22700</c:v>
                </c:pt>
                <c:pt idx="6323">
                  <c:v>22700</c:v>
                </c:pt>
                <c:pt idx="6324">
                  <c:v>22700</c:v>
                </c:pt>
                <c:pt idx="6325">
                  <c:v>22700</c:v>
                </c:pt>
                <c:pt idx="6326">
                  <c:v>22700</c:v>
                </c:pt>
                <c:pt idx="6327">
                  <c:v>22700</c:v>
                </c:pt>
                <c:pt idx="6328">
                  <c:v>22700</c:v>
                </c:pt>
                <c:pt idx="6329">
                  <c:v>22700</c:v>
                </c:pt>
                <c:pt idx="6330">
                  <c:v>22700</c:v>
                </c:pt>
                <c:pt idx="6331">
                  <c:v>22700</c:v>
                </c:pt>
                <c:pt idx="6332">
                  <c:v>22500</c:v>
                </c:pt>
                <c:pt idx="6333">
                  <c:v>22300</c:v>
                </c:pt>
                <c:pt idx="6334">
                  <c:v>22300</c:v>
                </c:pt>
                <c:pt idx="6335">
                  <c:v>22300</c:v>
                </c:pt>
                <c:pt idx="6336">
                  <c:v>22000</c:v>
                </c:pt>
                <c:pt idx="6337">
                  <c:v>21800</c:v>
                </c:pt>
                <c:pt idx="6338">
                  <c:v>21000</c:v>
                </c:pt>
                <c:pt idx="6339">
                  <c:v>20800</c:v>
                </c:pt>
                <c:pt idx="6340">
                  <c:v>20000</c:v>
                </c:pt>
                <c:pt idx="6341">
                  <c:v>20000</c:v>
                </c:pt>
                <c:pt idx="6342">
                  <c:v>20000</c:v>
                </c:pt>
                <c:pt idx="6343">
                  <c:v>19200</c:v>
                </c:pt>
                <c:pt idx="6344">
                  <c:v>18700</c:v>
                </c:pt>
                <c:pt idx="6345">
                  <c:v>18200</c:v>
                </c:pt>
                <c:pt idx="6346">
                  <c:v>18200</c:v>
                </c:pt>
                <c:pt idx="6347">
                  <c:v>18200</c:v>
                </c:pt>
                <c:pt idx="6348">
                  <c:v>18200</c:v>
                </c:pt>
                <c:pt idx="6349">
                  <c:v>18200</c:v>
                </c:pt>
                <c:pt idx="6350">
                  <c:v>19500</c:v>
                </c:pt>
                <c:pt idx="6351">
                  <c:v>19500</c:v>
                </c:pt>
                <c:pt idx="6352">
                  <c:v>19700</c:v>
                </c:pt>
                <c:pt idx="6353">
                  <c:v>19700</c:v>
                </c:pt>
                <c:pt idx="6354">
                  <c:v>19700</c:v>
                </c:pt>
                <c:pt idx="6355">
                  <c:v>19700</c:v>
                </c:pt>
                <c:pt idx="6356">
                  <c:v>19700</c:v>
                </c:pt>
                <c:pt idx="6357">
                  <c:v>20000</c:v>
                </c:pt>
                <c:pt idx="6358">
                  <c:v>20200</c:v>
                </c:pt>
                <c:pt idx="6359">
                  <c:v>21500</c:v>
                </c:pt>
                <c:pt idx="6360">
                  <c:v>22000</c:v>
                </c:pt>
                <c:pt idx="6361">
                  <c:v>22000</c:v>
                </c:pt>
                <c:pt idx="6362">
                  <c:v>22000</c:v>
                </c:pt>
                <c:pt idx="6363">
                  <c:v>22000</c:v>
                </c:pt>
                <c:pt idx="6364">
                  <c:v>22000</c:v>
                </c:pt>
                <c:pt idx="6365">
                  <c:v>22000</c:v>
                </c:pt>
                <c:pt idx="6366">
                  <c:v>21700</c:v>
                </c:pt>
                <c:pt idx="6367">
                  <c:v>21200</c:v>
                </c:pt>
                <c:pt idx="6368">
                  <c:v>20900</c:v>
                </c:pt>
                <c:pt idx="6369">
                  <c:v>20900</c:v>
                </c:pt>
                <c:pt idx="6370">
                  <c:v>20900</c:v>
                </c:pt>
                <c:pt idx="6371">
                  <c:v>20900</c:v>
                </c:pt>
                <c:pt idx="6372">
                  <c:v>20700</c:v>
                </c:pt>
                <c:pt idx="6373">
                  <c:v>20700</c:v>
                </c:pt>
                <c:pt idx="6374">
                  <c:v>20700</c:v>
                </c:pt>
                <c:pt idx="6375">
                  <c:v>21000</c:v>
                </c:pt>
                <c:pt idx="6376">
                  <c:v>21000</c:v>
                </c:pt>
                <c:pt idx="6377">
                  <c:v>21000</c:v>
                </c:pt>
                <c:pt idx="6378">
                  <c:v>21400</c:v>
                </c:pt>
                <c:pt idx="6379">
                  <c:v>21700</c:v>
                </c:pt>
                <c:pt idx="6380">
                  <c:v>21700</c:v>
                </c:pt>
                <c:pt idx="6381">
                  <c:v>21700</c:v>
                </c:pt>
                <c:pt idx="6382">
                  <c:v>21700</c:v>
                </c:pt>
                <c:pt idx="6383">
                  <c:v>21700</c:v>
                </c:pt>
                <c:pt idx="6384">
                  <c:v>21700</c:v>
                </c:pt>
                <c:pt idx="6385">
                  <c:v>21700</c:v>
                </c:pt>
                <c:pt idx="6386">
                  <c:v>21700</c:v>
                </c:pt>
                <c:pt idx="6387">
                  <c:v>21500</c:v>
                </c:pt>
                <c:pt idx="6388">
                  <c:v>21200</c:v>
                </c:pt>
                <c:pt idx="6389">
                  <c:v>20700</c:v>
                </c:pt>
                <c:pt idx="6390">
                  <c:v>20700</c:v>
                </c:pt>
                <c:pt idx="6391">
                  <c:v>20700</c:v>
                </c:pt>
                <c:pt idx="6392">
                  <c:v>20700</c:v>
                </c:pt>
                <c:pt idx="6393">
                  <c:v>20900</c:v>
                </c:pt>
                <c:pt idx="6394">
                  <c:v>21500</c:v>
                </c:pt>
                <c:pt idx="6395">
                  <c:v>22000</c:v>
                </c:pt>
                <c:pt idx="6396">
                  <c:v>22000</c:v>
                </c:pt>
                <c:pt idx="6397">
                  <c:v>22300</c:v>
                </c:pt>
                <c:pt idx="6398">
                  <c:v>22300</c:v>
                </c:pt>
                <c:pt idx="6399">
                  <c:v>22800</c:v>
                </c:pt>
                <c:pt idx="6400">
                  <c:v>23300</c:v>
                </c:pt>
                <c:pt idx="6401">
                  <c:v>23300</c:v>
                </c:pt>
                <c:pt idx="6402">
                  <c:v>23200</c:v>
                </c:pt>
                <c:pt idx="6403">
                  <c:v>22900</c:v>
                </c:pt>
                <c:pt idx="6404">
                  <c:v>22900</c:v>
                </c:pt>
                <c:pt idx="6405">
                  <c:v>22900</c:v>
                </c:pt>
                <c:pt idx="6406">
                  <c:v>22500</c:v>
                </c:pt>
                <c:pt idx="6407">
                  <c:v>22100</c:v>
                </c:pt>
                <c:pt idx="6408">
                  <c:v>21800</c:v>
                </c:pt>
                <c:pt idx="6409">
                  <c:v>22500</c:v>
                </c:pt>
                <c:pt idx="6410">
                  <c:v>23600</c:v>
                </c:pt>
                <c:pt idx="6411">
                  <c:v>23600</c:v>
                </c:pt>
                <c:pt idx="6412">
                  <c:v>23600</c:v>
                </c:pt>
                <c:pt idx="6413">
                  <c:v>23600</c:v>
                </c:pt>
                <c:pt idx="6414">
                  <c:v>23600</c:v>
                </c:pt>
                <c:pt idx="6415">
                  <c:v>23300</c:v>
                </c:pt>
                <c:pt idx="6416">
                  <c:v>23300</c:v>
                </c:pt>
                <c:pt idx="6417">
                  <c:v>23300</c:v>
                </c:pt>
                <c:pt idx="6418">
                  <c:v>23300</c:v>
                </c:pt>
                <c:pt idx="6419">
                  <c:v>23300</c:v>
                </c:pt>
                <c:pt idx="6420">
                  <c:v>23600</c:v>
                </c:pt>
                <c:pt idx="6421">
                  <c:v>23600</c:v>
                </c:pt>
                <c:pt idx="6422">
                  <c:v>23900</c:v>
                </c:pt>
                <c:pt idx="6423">
                  <c:v>23900</c:v>
                </c:pt>
                <c:pt idx="6424">
                  <c:v>23900</c:v>
                </c:pt>
                <c:pt idx="6425">
                  <c:v>23900</c:v>
                </c:pt>
                <c:pt idx="6426">
                  <c:v>23900</c:v>
                </c:pt>
                <c:pt idx="6427">
                  <c:v>23800</c:v>
                </c:pt>
                <c:pt idx="6428">
                  <c:v>23800</c:v>
                </c:pt>
                <c:pt idx="6429">
                  <c:v>23800</c:v>
                </c:pt>
                <c:pt idx="6430">
                  <c:v>23600</c:v>
                </c:pt>
                <c:pt idx="6431">
                  <c:v>23600</c:v>
                </c:pt>
                <c:pt idx="6432">
                  <c:v>23600</c:v>
                </c:pt>
                <c:pt idx="6433">
                  <c:v>23600</c:v>
                </c:pt>
                <c:pt idx="6434">
                  <c:v>23800</c:v>
                </c:pt>
                <c:pt idx="6435">
                  <c:v>24000</c:v>
                </c:pt>
                <c:pt idx="6436">
                  <c:v>24300</c:v>
                </c:pt>
                <c:pt idx="6437">
                  <c:v>24500</c:v>
                </c:pt>
                <c:pt idx="6438">
                  <c:v>24800</c:v>
                </c:pt>
                <c:pt idx="6439">
                  <c:v>24800</c:v>
                </c:pt>
                <c:pt idx="6440">
                  <c:v>24800</c:v>
                </c:pt>
                <c:pt idx="6441">
                  <c:v>24800</c:v>
                </c:pt>
                <c:pt idx="6442">
                  <c:v>25600</c:v>
                </c:pt>
                <c:pt idx="6443">
                  <c:v>25800</c:v>
                </c:pt>
                <c:pt idx="6444">
                  <c:v>25800</c:v>
                </c:pt>
                <c:pt idx="6445">
                  <c:v>25800</c:v>
                </c:pt>
                <c:pt idx="6446">
                  <c:v>25800</c:v>
                </c:pt>
                <c:pt idx="6447">
                  <c:v>25800</c:v>
                </c:pt>
                <c:pt idx="6448">
                  <c:v>25800</c:v>
                </c:pt>
                <c:pt idx="6449">
                  <c:v>25400</c:v>
                </c:pt>
                <c:pt idx="6450">
                  <c:v>25000</c:v>
                </c:pt>
                <c:pt idx="6451">
                  <c:v>25000</c:v>
                </c:pt>
                <c:pt idx="6452">
                  <c:v>25300</c:v>
                </c:pt>
                <c:pt idx="6453">
                  <c:v>25300</c:v>
                </c:pt>
                <c:pt idx="6454">
                  <c:v>25300</c:v>
                </c:pt>
                <c:pt idx="6455">
                  <c:v>26000</c:v>
                </c:pt>
                <c:pt idx="6456">
                  <c:v>26000</c:v>
                </c:pt>
                <c:pt idx="6457">
                  <c:v>26300</c:v>
                </c:pt>
                <c:pt idx="6458">
                  <c:v>26300</c:v>
                </c:pt>
                <c:pt idx="6459">
                  <c:v>26000</c:v>
                </c:pt>
                <c:pt idx="6460">
                  <c:v>26000</c:v>
                </c:pt>
                <c:pt idx="6461">
                  <c:v>26000</c:v>
                </c:pt>
                <c:pt idx="6462">
                  <c:v>26000</c:v>
                </c:pt>
                <c:pt idx="6463">
                  <c:v>26000</c:v>
                </c:pt>
                <c:pt idx="6464">
                  <c:v>25500</c:v>
                </c:pt>
                <c:pt idx="6465">
                  <c:v>25500</c:v>
                </c:pt>
                <c:pt idx="6466">
                  <c:v>25500</c:v>
                </c:pt>
                <c:pt idx="6467">
                  <c:v>25500</c:v>
                </c:pt>
                <c:pt idx="6468">
                  <c:v>25500</c:v>
                </c:pt>
                <c:pt idx="6469">
                  <c:v>25600</c:v>
                </c:pt>
                <c:pt idx="6470">
                  <c:v>25600</c:v>
                </c:pt>
                <c:pt idx="6471">
                  <c:v>25300</c:v>
                </c:pt>
                <c:pt idx="6472">
                  <c:v>24800</c:v>
                </c:pt>
                <c:pt idx="6473">
                  <c:v>24800</c:v>
                </c:pt>
                <c:pt idx="6474">
                  <c:v>24800</c:v>
                </c:pt>
                <c:pt idx="6475">
                  <c:v>24800</c:v>
                </c:pt>
                <c:pt idx="6476">
                  <c:v>24800</c:v>
                </c:pt>
                <c:pt idx="6477">
                  <c:v>24800</c:v>
                </c:pt>
                <c:pt idx="6478">
                  <c:v>24800</c:v>
                </c:pt>
                <c:pt idx="6479">
                  <c:v>24800</c:v>
                </c:pt>
                <c:pt idx="6480">
                  <c:v>24800</c:v>
                </c:pt>
                <c:pt idx="6481">
                  <c:v>24800</c:v>
                </c:pt>
                <c:pt idx="6482">
                  <c:v>24800</c:v>
                </c:pt>
                <c:pt idx="6483">
                  <c:v>24800</c:v>
                </c:pt>
                <c:pt idx="6484">
                  <c:v>24800</c:v>
                </c:pt>
                <c:pt idx="6485">
                  <c:v>24800</c:v>
                </c:pt>
                <c:pt idx="6486">
                  <c:v>24800</c:v>
                </c:pt>
                <c:pt idx="6487">
                  <c:v>24800</c:v>
                </c:pt>
                <c:pt idx="6488">
                  <c:v>24800</c:v>
                </c:pt>
                <c:pt idx="6489">
                  <c:v>24800</c:v>
                </c:pt>
                <c:pt idx="6490">
                  <c:v>24800</c:v>
                </c:pt>
                <c:pt idx="6491">
                  <c:v>24800</c:v>
                </c:pt>
                <c:pt idx="6492">
                  <c:v>24900</c:v>
                </c:pt>
                <c:pt idx="6493">
                  <c:v>25100</c:v>
                </c:pt>
                <c:pt idx="6494">
                  <c:v>25100</c:v>
                </c:pt>
                <c:pt idx="6495">
                  <c:v>25100</c:v>
                </c:pt>
                <c:pt idx="6496">
                  <c:v>25100</c:v>
                </c:pt>
                <c:pt idx="6497">
                  <c:v>25500</c:v>
                </c:pt>
                <c:pt idx="6498">
                  <c:v>25700</c:v>
                </c:pt>
                <c:pt idx="6499">
                  <c:v>25800</c:v>
                </c:pt>
                <c:pt idx="6500">
                  <c:v>25800</c:v>
                </c:pt>
                <c:pt idx="6501">
                  <c:v>25800</c:v>
                </c:pt>
                <c:pt idx="6502">
                  <c:v>25800</c:v>
                </c:pt>
                <c:pt idx="6503">
                  <c:v>25800</c:v>
                </c:pt>
                <c:pt idx="6504">
                  <c:v>25300</c:v>
                </c:pt>
                <c:pt idx="6505">
                  <c:v>25300</c:v>
                </c:pt>
                <c:pt idx="6506">
                  <c:v>25300</c:v>
                </c:pt>
                <c:pt idx="6507">
                  <c:v>25300</c:v>
                </c:pt>
                <c:pt idx="6508">
                  <c:v>25500</c:v>
                </c:pt>
                <c:pt idx="6509">
                  <c:v>25500</c:v>
                </c:pt>
                <c:pt idx="6510">
                  <c:v>25500</c:v>
                </c:pt>
                <c:pt idx="6511">
                  <c:v>25500</c:v>
                </c:pt>
                <c:pt idx="6512">
                  <c:v>25800</c:v>
                </c:pt>
                <c:pt idx="6513">
                  <c:v>25800</c:v>
                </c:pt>
                <c:pt idx="6514">
                  <c:v>25900</c:v>
                </c:pt>
                <c:pt idx="6515">
                  <c:v>25900</c:v>
                </c:pt>
                <c:pt idx="6516">
                  <c:v>25900</c:v>
                </c:pt>
                <c:pt idx="6517">
                  <c:v>25900</c:v>
                </c:pt>
                <c:pt idx="6518">
                  <c:v>26000</c:v>
                </c:pt>
                <c:pt idx="6519">
                  <c:v>26000</c:v>
                </c:pt>
                <c:pt idx="6520">
                  <c:v>26200</c:v>
                </c:pt>
                <c:pt idx="6521">
                  <c:v>26200</c:v>
                </c:pt>
                <c:pt idx="6522">
                  <c:v>26200</c:v>
                </c:pt>
                <c:pt idx="6523">
                  <c:v>26200</c:v>
                </c:pt>
                <c:pt idx="6524">
                  <c:v>26200</c:v>
                </c:pt>
                <c:pt idx="6525">
                  <c:v>26000</c:v>
                </c:pt>
                <c:pt idx="6526">
                  <c:v>25800</c:v>
                </c:pt>
                <c:pt idx="6527">
                  <c:v>25800</c:v>
                </c:pt>
                <c:pt idx="6528">
                  <c:v>25800</c:v>
                </c:pt>
                <c:pt idx="6529">
                  <c:v>25800</c:v>
                </c:pt>
                <c:pt idx="6530">
                  <c:v>25800</c:v>
                </c:pt>
                <c:pt idx="6531">
                  <c:v>25800</c:v>
                </c:pt>
                <c:pt idx="6532">
                  <c:v>25300</c:v>
                </c:pt>
                <c:pt idx="6533">
                  <c:v>25100</c:v>
                </c:pt>
                <c:pt idx="6534">
                  <c:v>24900</c:v>
                </c:pt>
                <c:pt idx="6535">
                  <c:v>24900</c:v>
                </c:pt>
                <c:pt idx="6536">
                  <c:v>24800</c:v>
                </c:pt>
                <c:pt idx="6537">
                  <c:v>24800</c:v>
                </c:pt>
                <c:pt idx="6538">
                  <c:v>24800</c:v>
                </c:pt>
                <c:pt idx="6539">
                  <c:v>24800</c:v>
                </c:pt>
                <c:pt idx="6540">
                  <c:v>24800</c:v>
                </c:pt>
                <c:pt idx="6541">
                  <c:v>24900</c:v>
                </c:pt>
                <c:pt idx="6542">
                  <c:v>24800</c:v>
                </c:pt>
                <c:pt idx="6543">
                  <c:v>24800</c:v>
                </c:pt>
                <c:pt idx="6544">
                  <c:v>24800</c:v>
                </c:pt>
                <c:pt idx="6545">
                  <c:v>24800</c:v>
                </c:pt>
                <c:pt idx="6546">
                  <c:v>24800</c:v>
                </c:pt>
                <c:pt idx="6547">
                  <c:v>24600</c:v>
                </c:pt>
                <c:pt idx="6548">
                  <c:v>24400</c:v>
                </c:pt>
                <c:pt idx="6549">
                  <c:v>24300</c:v>
                </c:pt>
                <c:pt idx="6550">
                  <c:v>24300</c:v>
                </c:pt>
                <c:pt idx="6551">
                  <c:v>24300</c:v>
                </c:pt>
                <c:pt idx="6552">
                  <c:v>24300</c:v>
                </c:pt>
                <c:pt idx="6553">
                  <c:v>23800</c:v>
                </c:pt>
                <c:pt idx="6554">
                  <c:v>23800</c:v>
                </c:pt>
                <c:pt idx="6555">
                  <c:v>23600</c:v>
                </c:pt>
                <c:pt idx="6556">
                  <c:v>23600</c:v>
                </c:pt>
                <c:pt idx="6557">
                  <c:v>23600</c:v>
                </c:pt>
                <c:pt idx="6558">
                  <c:v>23600</c:v>
                </c:pt>
                <c:pt idx="6559">
                  <c:v>23600</c:v>
                </c:pt>
                <c:pt idx="6560">
                  <c:v>23200</c:v>
                </c:pt>
                <c:pt idx="6561">
                  <c:v>23000</c:v>
                </c:pt>
                <c:pt idx="6562">
                  <c:v>22800</c:v>
                </c:pt>
                <c:pt idx="6563">
                  <c:v>22600</c:v>
                </c:pt>
                <c:pt idx="6564">
                  <c:v>22600</c:v>
                </c:pt>
                <c:pt idx="6565">
                  <c:v>22600</c:v>
                </c:pt>
                <c:pt idx="6566">
                  <c:v>22600</c:v>
                </c:pt>
                <c:pt idx="6567">
                  <c:v>22200</c:v>
                </c:pt>
                <c:pt idx="6568">
                  <c:v>22200</c:v>
                </c:pt>
                <c:pt idx="6569">
                  <c:v>22400</c:v>
                </c:pt>
                <c:pt idx="6570">
                  <c:v>22400</c:v>
                </c:pt>
                <c:pt idx="6571">
                  <c:v>22400</c:v>
                </c:pt>
                <c:pt idx="6572">
                  <c:v>22400</c:v>
                </c:pt>
                <c:pt idx="6573">
                  <c:v>22400</c:v>
                </c:pt>
                <c:pt idx="6574">
                  <c:v>22400</c:v>
                </c:pt>
                <c:pt idx="6575">
                  <c:v>22400</c:v>
                </c:pt>
                <c:pt idx="6576">
                  <c:v>22400</c:v>
                </c:pt>
                <c:pt idx="6577">
                  <c:v>22400</c:v>
                </c:pt>
                <c:pt idx="6578">
                  <c:v>22400</c:v>
                </c:pt>
                <c:pt idx="6579">
                  <c:v>22400</c:v>
                </c:pt>
                <c:pt idx="6580">
                  <c:v>22400</c:v>
                </c:pt>
                <c:pt idx="6581">
                  <c:v>22800</c:v>
                </c:pt>
                <c:pt idx="6582">
                  <c:v>23000</c:v>
                </c:pt>
                <c:pt idx="6583">
                  <c:v>23300</c:v>
                </c:pt>
                <c:pt idx="6584">
                  <c:v>23300</c:v>
                </c:pt>
                <c:pt idx="6585">
                  <c:v>23300</c:v>
                </c:pt>
                <c:pt idx="6586">
                  <c:v>23300</c:v>
                </c:pt>
                <c:pt idx="6587">
                  <c:v>23300</c:v>
                </c:pt>
                <c:pt idx="6588">
                  <c:v>23300</c:v>
                </c:pt>
                <c:pt idx="6589">
                  <c:v>23300</c:v>
                </c:pt>
                <c:pt idx="6590">
                  <c:v>23300</c:v>
                </c:pt>
                <c:pt idx="6591">
                  <c:v>23300</c:v>
                </c:pt>
                <c:pt idx="6592">
                  <c:v>23300</c:v>
                </c:pt>
                <c:pt idx="6593">
                  <c:v>23300</c:v>
                </c:pt>
                <c:pt idx="6594">
                  <c:v>23300</c:v>
                </c:pt>
                <c:pt idx="6595">
                  <c:v>23300</c:v>
                </c:pt>
                <c:pt idx="6596">
                  <c:v>23400</c:v>
                </c:pt>
                <c:pt idx="6597">
                  <c:v>23600</c:v>
                </c:pt>
                <c:pt idx="6598">
                  <c:v>23600</c:v>
                </c:pt>
                <c:pt idx="6599">
                  <c:v>23600</c:v>
                </c:pt>
                <c:pt idx="6600">
                  <c:v>23600</c:v>
                </c:pt>
                <c:pt idx="6601">
                  <c:v>23600</c:v>
                </c:pt>
                <c:pt idx="6602">
                  <c:v>23600</c:v>
                </c:pt>
                <c:pt idx="6603">
                  <c:v>23600</c:v>
                </c:pt>
                <c:pt idx="6604">
                  <c:v>23600</c:v>
                </c:pt>
                <c:pt idx="6605">
                  <c:v>23600</c:v>
                </c:pt>
                <c:pt idx="6606">
                  <c:v>23600</c:v>
                </c:pt>
                <c:pt idx="6607">
                  <c:v>23600</c:v>
                </c:pt>
                <c:pt idx="6608">
                  <c:v>23600</c:v>
                </c:pt>
                <c:pt idx="6609">
                  <c:v>23600</c:v>
                </c:pt>
                <c:pt idx="6610">
                  <c:v>23600</c:v>
                </c:pt>
                <c:pt idx="6611">
                  <c:v>23600</c:v>
                </c:pt>
                <c:pt idx="6612">
                  <c:v>23600</c:v>
                </c:pt>
                <c:pt idx="6613">
                  <c:v>23600</c:v>
                </c:pt>
                <c:pt idx="6614">
                  <c:v>23600</c:v>
                </c:pt>
                <c:pt idx="6615">
                  <c:v>23600</c:v>
                </c:pt>
                <c:pt idx="6616">
                  <c:v>23600</c:v>
                </c:pt>
                <c:pt idx="6617">
                  <c:v>23600</c:v>
                </c:pt>
                <c:pt idx="6618">
                  <c:v>23600</c:v>
                </c:pt>
                <c:pt idx="6619">
                  <c:v>23600</c:v>
                </c:pt>
                <c:pt idx="6620">
                  <c:v>23600</c:v>
                </c:pt>
                <c:pt idx="6621">
                  <c:v>23600</c:v>
                </c:pt>
                <c:pt idx="6622">
                  <c:v>23600</c:v>
                </c:pt>
                <c:pt idx="6623">
                  <c:v>23600</c:v>
                </c:pt>
                <c:pt idx="6624">
                  <c:v>23600</c:v>
                </c:pt>
                <c:pt idx="6625">
                  <c:v>23600</c:v>
                </c:pt>
                <c:pt idx="6626">
                  <c:v>23600</c:v>
                </c:pt>
                <c:pt idx="6627">
                  <c:v>23600</c:v>
                </c:pt>
                <c:pt idx="6628">
                  <c:v>23600</c:v>
                </c:pt>
                <c:pt idx="6629">
                  <c:v>23600</c:v>
                </c:pt>
                <c:pt idx="6630">
                  <c:v>23600</c:v>
                </c:pt>
                <c:pt idx="6631">
                  <c:v>23600</c:v>
                </c:pt>
                <c:pt idx="6632">
                  <c:v>23500</c:v>
                </c:pt>
                <c:pt idx="6633">
                  <c:v>23300</c:v>
                </c:pt>
                <c:pt idx="6634">
                  <c:v>23300</c:v>
                </c:pt>
                <c:pt idx="6635">
                  <c:v>23300</c:v>
                </c:pt>
                <c:pt idx="6636">
                  <c:v>23300</c:v>
                </c:pt>
              </c:numCache>
            </c:numRef>
          </c:val>
          <c:smooth val="1"/>
          <c:extLst xmlns:c16r2="http://schemas.microsoft.com/office/drawing/2015/06/chart">
            <c:ext xmlns:c16="http://schemas.microsoft.com/office/drawing/2014/chart" uri="{C3380CC4-5D6E-409C-BE32-E72D297353CC}">
              <c16:uniqueId val="{00000001-420E-43B6-A170-92DA5CDFFFE2}"/>
            </c:ext>
          </c:extLst>
        </c:ser>
        <c:dLbls>
          <c:showLegendKey val="0"/>
          <c:showVal val="0"/>
          <c:showCatName val="0"/>
          <c:showSerName val="0"/>
          <c:showPercent val="0"/>
          <c:showBubbleSize val="0"/>
        </c:dLbls>
        <c:marker val="1"/>
        <c:smooth val="0"/>
        <c:axId val="631985664"/>
        <c:axId val="631978048"/>
      </c:lineChart>
      <c:dateAx>
        <c:axId val="631985664"/>
        <c:scaling>
          <c:orientation val="minMax"/>
        </c:scaling>
        <c:delete val="0"/>
        <c:axPos val="b"/>
        <c:numFmt formatCode="yy/m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1978048"/>
        <c:crosses val="autoZero"/>
        <c:auto val="1"/>
        <c:lblOffset val="100"/>
        <c:baseTimeUnit val="days"/>
        <c:majorUnit val="3"/>
        <c:majorTimeUnit val="years"/>
      </c:dateAx>
      <c:valAx>
        <c:axId val="631978048"/>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1985664"/>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肥料!$B$41</c:f>
              <c:strCache>
                <c:ptCount val="1"/>
                <c:pt idx="0">
                  <c:v>肥料毛利率（兴发集团）</c:v>
                </c:pt>
              </c:strCache>
            </c:strRef>
          </c:tx>
          <c:spPr>
            <a:ln w="19050" cap="rnd">
              <a:solidFill>
                <a:srgbClr val="E10000"/>
              </a:solidFill>
              <a:prstDash val="solid"/>
              <a:round/>
            </a:ln>
            <a:effectLst/>
          </c:spPr>
          <c:marker>
            <c:symbol val="diamond"/>
            <c:size val="2"/>
            <c:spPr>
              <a:solidFill>
                <a:srgbClr val="E10000"/>
              </a:solidFill>
              <a:ln w="19050">
                <a:solidFill>
                  <a:srgbClr val="E10000"/>
                </a:solidFill>
                <a:prstDash val="solid"/>
              </a:ln>
              <a:effectLst/>
            </c:spPr>
          </c:marker>
          <c:cat>
            <c:numRef>
              <c:f>肥料!$C$40:$H$40</c:f>
              <c:numCache>
                <c:formatCode>General</c:formatCode>
                <c:ptCount val="6"/>
                <c:pt idx="0">
                  <c:v>2016</c:v>
                </c:pt>
                <c:pt idx="1">
                  <c:v>2017</c:v>
                </c:pt>
                <c:pt idx="2">
                  <c:v>2018</c:v>
                </c:pt>
                <c:pt idx="3">
                  <c:v>2019</c:v>
                </c:pt>
                <c:pt idx="4">
                  <c:v>2020</c:v>
                </c:pt>
                <c:pt idx="5">
                  <c:v>2021</c:v>
                </c:pt>
              </c:numCache>
            </c:numRef>
          </c:cat>
          <c:val>
            <c:numRef>
              <c:f>肥料!$C$41:$H$41</c:f>
              <c:numCache>
                <c:formatCode>0%</c:formatCode>
                <c:ptCount val="6"/>
                <c:pt idx="0">
                  <c:v>3.2500000000000001E-2</c:v>
                </c:pt>
                <c:pt idx="1">
                  <c:v>8.2799999999999999E-2</c:v>
                </c:pt>
                <c:pt idx="2">
                  <c:v>0.1038</c:v>
                </c:pt>
                <c:pt idx="3">
                  <c:v>2.9100000000000001E-2</c:v>
                </c:pt>
                <c:pt idx="4">
                  <c:v>3.4299999999999997E-2</c:v>
                </c:pt>
                <c:pt idx="5">
                  <c:v>0.16109999999999999</c:v>
                </c:pt>
              </c:numCache>
            </c:numRef>
          </c:val>
          <c:smooth val="1"/>
          <c:extLst xmlns:c16r2="http://schemas.microsoft.com/office/drawing/2015/06/chart">
            <c:ext xmlns:c16="http://schemas.microsoft.com/office/drawing/2014/chart" uri="{C3380CC4-5D6E-409C-BE32-E72D297353CC}">
              <c16:uniqueId val="{00000000-BC87-49C0-954D-76C5A9DFC3A5}"/>
            </c:ext>
          </c:extLst>
        </c:ser>
        <c:ser>
          <c:idx val="1"/>
          <c:order val="1"/>
          <c:tx>
            <c:strRef>
              <c:f>肥料!$B$42</c:f>
              <c:strCache>
                <c:ptCount val="1"/>
                <c:pt idx="0">
                  <c:v>肥料毛利率（云天化）</c:v>
                </c:pt>
              </c:strCache>
            </c:strRef>
          </c:tx>
          <c:spPr>
            <a:ln w="19050" cap="rnd">
              <a:solidFill>
                <a:srgbClr val="C8C8C8"/>
              </a:solidFill>
              <a:prstDash val="solid"/>
              <a:round/>
            </a:ln>
            <a:effectLst/>
          </c:spPr>
          <c:marker>
            <c:symbol val="diamond"/>
            <c:size val="2"/>
            <c:spPr>
              <a:solidFill>
                <a:srgbClr val="C8C8C8"/>
              </a:solidFill>
              <a:ln w="19050">
                <a:solidFill>
                  <a:srgbClr val="C8C8C8"/>
                </a:solidFill>
                <a:prstDash val="solid"/>
              </a:ln>
              <a:effectLst/>
            </c:spPr>
          </c:marker>
          <c:cat>
            <c:numRef>
              <c:f>肥料!$C$40:$H$40</c:f>
              <c:numCache>
                <c:formatCode>General</c:formatCode>
                <c:ptCount val="6"/>
                <c:pt idx="0">
                  <c:v>2016</c:v>
                </c:pt>
                <c:pt idx="1">
                  <c:v>2017</c:v>
                </c:pt>
                <c:pt idx="2">
                  <c:v>2018</c:v>
                </c:pt>
                <c:pt idx="3">
                  <c:v>2019</c:v>
                </c:pt>
                <c:pt idx="4">
                  <c:v>2020</c:v>
                </c:pt>
                <c:pt idx="5">
                  <c:v>2021</c:v>
                </c:pt>
              </c:numCache>
            </c:numRef>
          </c:cat>
          <c:val>
            <c:numRef>
              <c:f>肥料!$C$42:$H$42</c:f>
              <c:numCache>
                <c:formatCode>0%</c:formatCode>
                <c:ptCount val="6"/>
                <c:pt idx="0">
                  <c:v>0.13800000000000001</c:v>
                </c:pt>
                <c:pt idx="1">
                  <c:v>0.24779999999999999</c:v>
                </c:pt>
                <c:pt idx="2">
                  <c:v>0.28360000000000002</c:v>
                </c:pt>
                <c:pt idx="3">
                  <c:v>0.28289999999999998</c:v>
                </c:pt>
                <c:pt idx="4">
                  <c:v>0.27760000000000001</c:v>
                </c:pt>
                <c:pt idx="5">
                  <c:v>0.29070000000000001</c:v>
                </c:pt>
              </c:numCache>
            </c:numRef>
          </c:val>
          <c:smooth val="1"/>
          <c:extLst xmlns:c16r2="http://schemas.microsoft.com/office/drawing/2015/06/chart">
            <c:ext xmlns:c16="http://schemas.microsoft.com/office/drawing/2014/chart" uri="{C3380CC4-5D6E-409C-BE32-E72D297353CC}">
              <c16:uniqueId val="{00000001-BC87-49C0-954D-76C5A9DFC3A5}"/>
            </c:ext>
          </c:extLst>
        </c:ser>
        <c:ser>
          <c:idx val="2"/>
          <c:order val="2"/>
          <c:tx>
            <c:strRef>
              <c:f>肥料!$B$43</c:f>
              <c:strCache>
                <c:ptCount val="1"/>
                <c:pt idx="0">
                  <c:v>化肥毛利率（云图控股）</c:v>
                </c:pt>
              </c:strCache>
            </c:strRef>
          </c:tx>
          <c:spPr>
            <a:ln w="19050" cap="rnd">
              <a:solidFill>
                <a:srgbClr val="FA6400"/>
              </a:solidFill>
              <a:prstDash val="solid"/>
              <a:round/>
            </a:ln>
            <a:effectLst/>
          </c:spPr>
          <c:marker>
            <c:symbol val="diamond"/>
            <c:size val="2"/>
            <c:spPr>
              <a:solidFill>
                <a:srgbClr val="FA6400"/>
              </a:solidFill>
              <a:ln w="19050">
                <a:solidFill>
                  <a:srgbClr val="FA6400"/>
                </a:solidFill>
                <a:prstDash val="solid"/>
              </a:ln>
              <a:effectLst/>
            </c:spPr>
          </c:marker>
          <c:cat>
            <c:numRef>
              <c:f>肥料!$C$40:$H$40</c:f>
              <c:numCache>
                <c:formatCode>General</c:formatCode>
                <c:ptCount val="6"/>
                <c:pt idx="0">
                  <c:v>2016</c:v>
                </c:pt>
                <c:pt idx="1">
                  <c:v>2017</c:v>
                </c:pt>
                <c:pt idx="2">
                  <c:v>2018</c:v>
                </c:pt>
                <c:pt idx="3">
                  <c:v>2019</c:v>
                </c:pt>
                <c:pt idx="4">
                  <c:v>2020</c:v>
                </c:pt>
                <c:pt idx="5">
                  <c:v>2021</c:v>
                </c:pt>
              </c:numCache>
            </c:numRef>
          </c:cat>
          <c:val>
            <c:numRef>
              <c:f>肥料!$C$43:$H$43</c:f>
              <c:numCache>
                <c:formatCode>0.0%</c:formatCode>
                <c:ptCount val="6"/>
                <c:pt idx="0">
                  <c:v>0.15039999999999998</c:v>
                </c:pt>
                <c:pt idx="1">
                  <c:v>0.13830000000000001</c:v>
                </c:pt>
                <c:pt idx="2">
                  <c:v>0.1583</c:v>
                </c:pt>
                <c:pt idx="3">
                  <c:v>0.15060000000000001</c:v>
                </c:pt>
                <c:pt idx="4">
                  <c:v>0.13189999999999999</c:v>
                </c:pt>
                <c:pt idx="5">
                  <c:v>0.20199999999999999</c:v>
                </c:pt>
              </c:numCache>
            </c:numRef>
          </c:val>
          <c:smooth val="1"/>
          <c:extLst xmlns:c16r2="http://schemas.microsoft.com/office/drawing/2015/06/chart">
            <c:ext xmlns:c16="http://schemas.microsoft.com/office/drawing/2014/chart" uri="{C3380CC4-5D6E-409C-BE32-E72D297353CC}">
              <c16:uniqueId val="{00000002-BC87-49C0-954D-76C5A9DFC3A5}"/>
            </c:ext>
          </c:extLst>
        </c:ser>
        <c:dLbls>
          <c:showLegendKey val="0"/>
          <c:showVal val="0"/>
          <c:showCatName val="0"/>
          <c:showSerName val="0"/>
          <c:showPercent val="0"/>
          <c:showBubbleSize val="0"/>
        </c:dLbls>
        <c:marker val="1"/>
        <c:smooth val="0"/>
        <c:axId val="631978592"/>
        <c:axId val="631986208"/>
      </c:lineChart>
      <c:catAx>
        <c:axId val="631978592"/>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solidFill>
                <a:latin typeface="+mn-lt"/>
                <a:ea typeface="+mn-ea"/>
                <a:cs typeface="+mn-cs"/>
              </a:defRPr>
            </a:pPr>
            <a:endParaRPr lang="zh-CN"/>
          </a:p>
        </c:txPr>
        <c:crossAx val="631986208"/>
        <c:crosses val="autoZero"/>
        <c:auto val="1"/>
        <c:lblAlgn val="ctr"/>
        <c:lblOffset val="100"/>
        <c:noMultiLvlLbl val="0"/>
      </c:catAx>
      <c:valAx>
        <c:axId val="631986208"/>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solidFill>
                <a:latin typeface="+mn-lt"/>
                <a:ea typeface="+mn-ea"/>
                <a:cs typeface="+mn-cs"/>
              </a:defRPr>
            </a:pPr>
            <a:endParaRPr lang="zh-CN"/>
          </a:p>
        </c:txPr>
        <c:crossAx val="631978592"/>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100" b="1" i="0" u="none" strike="noStrike" kern="1200" baseline="0">
              <a:solidFill>
                <a:schemeClr val="tx1"/>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solidFill>
            <a:schemeClr val="tx1"/>
          </a:solidFill>
        </a:defRPr>
      </a:pPr>
      <a:endParaRPr lang="zh-CN"/>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568305555555601"/>
          <c:y val="5.9545486111111101E-2"/>
          <c:w val="0.85183194444444399"/>
          <c:h val="0.91400515873015897"/>
        </c:manualLayout>
      </c:layout>
      <c:areaChart>
        <c:grouping val="standard"/>
        <c:varyColors val="0"/>
        <c:ser>
          <c:idx val="1"/>
          <c:order val="1"/>
          <c:tx>
            <c:strRef>
              <c:f>磷肥价格及价差!$T$1</c:f>
              <c:strCache>
                <c:ptCount val="1"/>
                <c:pt idx="0">
                  <c:v>价差（元/吨）</c:v>
                </c:pt>
              </c:strCache>
            </c:strRef>
          </c:tx>
          <c:spPr>
            <a:solidFill>
              <a:srgbClr val="C8C8C8"/>
            </a:solidFill>
          </c:spPr>
          <c:cat>
            <c:numRef>
              <c:f>磷肥价格及价差!$R$2:$R$6292</c:f>
              <c:numCache>
                <c:formatCode>m/d/yyyy</c:formatCode>
                <c:ptCount val="6291"/>
                <c:pt idx="0">
                  <c:v>39023</c:v>
                </c:pt>
                <c:pt idx="1">
                  <c:v>39024</c:v>
                </c:pt>
                <c:pt idx="2">
                  <c:v>39025</c:v>
                </c:pt>
                <c:pt idx="3">
                  <c:v>39026</c:v>
                </c:pt>
                <c:pt idx="4">
                  <c:v>39027</c:v>
                </c:pt>
                <c:pt idx="5">
                  <c:v>39028</c:v>
                </c:pt>
                <c:pt idx="6">
                  <c:v>39029</c:v>
                </c:pt>
                <c:pt idx="7">
                  <c:v>39030</c:v>
                </c:pt>
                <c:pt idx="8">
                  <c:v>39031</c:v>
                </c:pt>
                <c:pt idx="9">
                  <c:v>39032</c:v>
                </c:pt>
                <c:pt idx="10">
                  <c:v>39033</c:v>
                </c:pt>
                <c:pt idx="11">
                  <c:v>39034</c:v>
                </c:pt>
                <c:pt idx="12">
                  <c:v>39035</c:v>
                </c:pt>
                <c:pt idx="13">
                  <c:v>39036</c:v>
                </c:pt>
                <c:pt idx="14">
                  <c:v>39037</c:v>
                </c:pt>
                <c:pt idx="15">
                  <c:v>39038</c:v>
                </c:pt>
                <c:pt idx="16">
                  <c:v>39039</c:v>
                </c:pt>
                <c:pt idx="17">
                  <c:v>39040</c:v>
                </c:pt>
                <c:pt idx="18">
                  <c:v>39041</c:v>
                </c:pt>
                <c:pt idx="19">
                  <c:v>39042</c:v>
                </c:pt>
                <c:pt idx="20">
                  <c:v>39043</c:v>
                </c:pt>
                <c:pt idx="21">
                  <c:v>39044</c:v>
                </c:pt>
                <c:pt idx="22">
                  <c:v>39045</c:v>
                </c:pt>
                <c:pt idx="23">
                  <c:v>39046</c:v>
                </c:pt>
                <c:pt idx="24">
                  <c:v>39047</c:v>
                </c:pt>
                <c:pt idx="25">
                  <c:v>39048</c:v>
                </c:pt>
                <c:pt idx="26">
                  <c:v>39049</c:v>
                </c:pt>
                <c:pt idx="27">
                  <c:v>39050</c:v>
                </c:pt>
                <c:pt idx="28">
                  <c:v>39051</c:v>
                </c:pt>
                <c:pt idx="29">
                  <c:v>39052</c:v>
                </c:pt>
                <c:pt idx="30">
                  <c:v>39053</c:v>
                </c:pt>
                <c:pt idx="31">
                  <c:v>39054</c:v>
                </c:pt>
                <c:pt idx="32">
                  <c:v>39055</c:v>
                </c:pt>
                <c:pt idx="33">
                  <c:v>39056</c:v>
                </c:pt>
                <c:pt idx="34">
                  <c:v>39057</c:v>
                </c:pt>
                <c:pt idx="35">
                  <c:v>39058</c:v>
                </c:pt>
                <c:pt idx="36">
                  <c:v>39059</c:v>
                </c:pt>
                <c:pt idx="37">
                  <c:v>39060</c:v>
                </c:pt>
                <c:pt idx="38">
                  <c:v>39061</c:v>
                </c:pt>
                <c:pt idx="39">
                  <c:v>39062</c:v>
                </c:pt>
                <c:pt idx="40">
                  <c:v>39063</c:v>
                </c:pt>
                <c:pt idx="41">
                  <c:v>39064</c:v>
                </c:pt>
                <c:pt idx="42">
                  <c:v>39065</c:v>
                </c:pt>
                <c:pt idx="43">
                  <c:v>39066</c:v>
                </c:pt>
                <c:pt idx="44">
                  <c:v>39067</c:v>
                </c:pt>
                <c:pt idx="45">
                  <c:v>39068</c:v>
                </c:pt>
                <c:pt idx="46">
                  <c:v>39069</c:v>
                </c:pt>
                <c:pt idx="47">
                  <c:v>39070</c:v>
                </c:pt>
                <c:pt idx="48">
                  <c:v>39071</c:v>
                </c:pt>
                <c:pt idx="49">
                  <c:v>39072</c:v>
                </c:pt>
                <c:pt idx="50">
                  <c:v>39073</c:v>
                </c:pt>
                <c:pt idx="51">
                  <c:v>39074</c:v>
                </c:pt>
                <c:pt idx="52">
                  <c:v>39075</c:v>
                </c:pt>
                <c:pt idx="53">
                  <c:v>39076</c:v>
                </c:pt>
                <c:pt idx="54">
                  <c:v>39077</c:v>
                </c:pt>
                <c:pt idx="55">
                  <c:v>39078</c:v>
                </c:pt>
                <c:pt idx="56">
                  <c:v>39079</c:v>
                </c:pt>
                <c:pt idx="57">
                  <c:v>39080</c:v>
                </c:pt>
                <c:pt idx="58">
                  <c:v>39081</c:v>
                </c:pt>
                <c:pt idx="59">
                  <c:v>39082</c:v>
                </c:pt>
                <c:pt idx="60">
                  <c:v>39083</c:v>
                </c:pt>
                <c:pt idx="61">
                  <c:v>39084</c:v>
                </c:pt>
                <c:pt idx="62">
                  <c:v>39085</c:v>
                </c:pt>
                <c:pt idx="63">
                  <c:v>39086</c:v>
                </c:pt>
                <c:pt idx="64">
                  <c:v>39087</c:v>
                </c:pt>
                <c:pt idx="65">
                  <c:v>39088</c:v>
                </c:pt>
                <c:pt idx="66">
                  <c:v>39089</c:v>
                </c:pt>
                <c:pt idx="67">
                  <c:v>39090</c:v>
                </c:pt>
                <c:pt idx="68">
                  <c:v>39091</c:v>
                </c:pt>
                <c:pt idx="69">
                  <c:v>39092</c:v>
                </c:pt>
                <c:pt idx="70">
                  <c:v>39093</c:v>
                </c:pt>
                <c:pt idx="71">
                  <c:v>39094</c:v>
                </c:pt>
                <c:pt idx="72">
                  <c:v>39095</c:v>
                </c:pt>
                <c:pt idx="73">
                  <c:v>39096</c:v>
                </c:pt>
                <c:pt idx="74">
                  <c:v>39097</c:v>
                </c:pt>
                <c:pt idx="75">
                  <c:v>39098</c:v>
                </c:pt>
                <c:pt idx="76">
                  <c:v>39099</c:v>
                </c:pt>
                <c:pt idx="77">
                  <c:v>39100</c:v>
                </c:pt>
                <c:pt idx="78">
                  <c:v>39101</c:v>
                </c:pt>
                <c:pt idx="79">
                  <c:v>39102</c:v>
                </c:pt>
                <c:pt idx="80">
                  <c:v>39103</c:v>
                </c:pt>
                <c:pt idx="81">
                  <c:v>39104</c:v>
                </c:pt>
                <c:pt idx="82">
                  <c:v>39105</c:v>
                </c:pt>
                <c:pt idx="83">
                  <c:v>39106</c:v>
                </c:pt>
                <c:pt idx="84">
                  <c:v>39107</c:v>
                </c:pt>
                <c:pt idx="85">
                  <c:v>39108</c:v>
                </c:pt>
                <c:pt idx="86">
                  <c:v>39109</c:v>
                </c:pt>
                <c:pt idx="87">
                  <c:v>39110</c:v>
                </c:pt>
                <c:pt idx="88">
                  <c:v>39111</c:v>
                </c:pt>
                <c:pt idx="89">
                  <c:v>39112</c:v>
                </c:pt>
                <c:pt idx="90">
                  <c:v>39113</c:v>
                </c:pt>
                <c:pt idx="91">
                  <c:v>39114</c:v>
                </c:pt>
                <c:pt idx="92">
                  <c:v>39115</c:v>
                </c:pt>
                <c:pt idx="93">
                  <c:v>39116</c:v>
                </c:pt>
                <c:pt idx="94">
                  <c:v>39117</c:v>
                </c:pt>
                <c:pt idx="95">
                  <c:v>39118</c:v>
                </c:pt>
                <c:pt idx="96">
                  <c:v>39119</c:v>
                </c:pt>
                <c:pt idx="97">
                  <c:v>39120</c:v>
                </c:pt>
                <c:pt idx="98">
                  <c:v>39121</c:v>
                </c:pt>
                <c:pt idx="99">
                  <c:v>39122</c:v>
                </c:pt>
                <c:pt idx="100">
                  <c:v>39123</c:v>
                </c:pt>
                <c:pt idx="101">
                  <c:v>39124</c:v>
                </c:pt>
                <c:pt idx="102">
                  <c:v>39125</c:v>
                </c:pt>
                <c:pt idx="103">
                  <c:v>39126</c:v>
                </c:pt>
                <c:pt idx="104">
                  <c:v>39127</c:v>
                </c:pt>
                <c:pt idx="105">
                  <c:v>39128</c:v>
                </c:pt>
                <c:pt idx="106">
                  <c:v>39129</c:v>
                </c:pt>
                <c:pt idx="107">
                  <c:v>39130</c:v>
                </c:pt>
                <c:pt idx="108">
                  <c:v>39131</c:v>
                </c:pt>
                <c:pt idx="109">
                  <c:v>39132</c:v>
                </c:pt>
                <c:pt idx="110">
                  <c:v>39133</c:v>
                </c:pt>
                <c:pt idx="111">
                  <c:v>39134</c:v>
                </c:pt>
                <c:pt idx="112">
                  <c:v>39135</c:v>
                </c:pt>
                <c:pt idx="113">
                  <c:v>39136</c:v>
                </c:pt>
                <c:pt idx="114">
                  <c:v>39137</c:v>
                </c:pt>
                <c:pt idx="115">
                  <c:v>39138</c:v>
                </c:pt>
                <c:pt idx="116">
                  <c:v>39139</c:v>
                </c:pt>
                <c:pt idx="117">
                  <c:v>39140</c:v>
                </c:pt>
                <c:pt idx="118">
                  <c:v>39141</c:v>
                </c:pt>
                <c:pt idx="119">
                  <c:v>39142</c:v>
                </c:pt>
                <c:pt idx="120">
                  <c:v>39143</c:v>
                </c:pt>
                <c:pt idx="121">
                  <c:v>39144</c:v>
                </c:pt>
                <c:pt idx="122">
                  <c:v>39145</c:v>
                </c:pt>
                <c:pt idx="123">
                  <c:v>39146</c:v>
                </c:pt>
                <c:pt idx="124">
                  <c:v>39147</c:v>
                </c:pt>
                <c:pt idx="125">
                  <c:v>39148</c:v>
                </c:pt>
                <c:pt idx="126">
                  <c:v>39149</c:v>
                </c:pt>
                <c:pt idx="127">
                  <c:v>39150</c:v>
                </c:pt>
                <c:pt idx="128">
                  <c:v>39151</c:v>
                </c:pt>
                <c:pt idx="129">
                  <c:v>39152</c:v>
                </c:pt>
                <c:pt idx="130">
                  <c:v>39153</c:v>
                </c:pt>
                <c:pt idx="131">
                  <c:v>39154</c:v>
                </c:pt>
                <c:pt idx="132">
                  <c:v>39155</c:v>
                </c:pt>
                <c:pt idx="133">
                  <c:v>39156</c:v>
                </c:pt>
                <c:pt idx="134">
                  <c:v>39157</c:v>
                </c:pt>
                <c:pt idx="135">
                  <c:v>39158</c:v>
                </c:pt>
                <c:pt idx="136">
                  <c:v>39159</c:v>
                </c:pt>
                <c:pt idx="137">
                  <c:v>39160</c:v>
                </c:pt>
                <c:pt idx="138">
                  <c:v>39161</c:v>
                </c:pt>
                <c:pt idx="139">
                  <c:v>39162</c:v>
                </c:pt>
                <c:pt idx="140">
                  <c:v>39163</c:v>
                </c:pt>
                <c:pt idx="141">
                  <c:v>39164</c:v>
                </c:pt>
                <c:pt idx="142">
                  <c:v>39165</c:v>
                </c:pt>
                <c:pt idx="143">
                  <c:v>39166</c:v>
                </c:pt>
                <c:pt idx="144">
                  <c:v>39167</c:v>
                </c:pt>
                <c:pt idx="145">
                  <c:v>39168</c:v>
                </c:pt>
                <c:pt idx="146">
                  <c:v>39169</c:v>
                </c:pt>
                <c:pt idx="147">
                  <c:v>39170</c:v>
                </c:pt>
                <c:pt idx="148">
                  <c:v>39171</c:v>
                </c:pt>
                <c:pt idx="149">
                  <c:v>39172</c:v>
                </c:pt>
                <c:pt idx="150">
                  <c:v>39173</c:v>
                </c:pt>
                <c:pt idx="151">
                  <c:v>39174</c:v>
                </c:pt>
                <c:pt idx="152">
                  <c:v>39175</c:v>
                </c:pt>
                <c:pt idx="153">
                  <c:v>39176</c:v>
                </c:pt>
                <c:pt idx="154">
                  <c:v>39177</c:v>
                </c:pt>
                <c:pt idx="155">
                  <c:v>39178</c:v>
                </c:pt>
                <c:pt idx="156">
                  <c:v>39179</c:v>
                </c:pt>
                <c:pt idx="157">
                  <c:v>39180</c:v>
                </c:pt>
                <c:pt idx="158">
                  <c:v>39181</c:v>
                </c:pt>
                <c:pt idx="159">
                  <c:v>39182</c:v>
                </c:pt>
                <c:pt idx="160">
                  <c:v>39183</c:v>
                </c:pt>
                <c:pt idx="161">
                  <c:v>39184</c:v>
                </c:pt>
                <c:pt idx="162">
                  <c:v>39185</c:v>
                </c:pt>
                <c:pt idx="163">
                  <c:v>39186</c:v>
                </c:pt>
                <c:pt idx="164">
                  <c:v>39187</c:v>
                </c:pt>
                <c:pt idx="165">
                  <c:v>39188</c:v>
                </c:pt>
                <c:pt idx="166">
                  <c:v>39189</c:v>
                </c:pt>
                <c:pt idx="167">
                  <c:v>39190</c:v>
                </c:pt>
                <c:pt idx="168">
                  <c:v>39191</c:v>
                </c:pt>
                <c:pt idx="169">
                  <c:v>39192</c:v>
                </c:pt>
                <c:pt idx="170">
                  <c:v>39193</c:v>
                </c:pt>
                <c:pt idx="171">
                  <c:v>39194</c:v>
                </c:pt>
                <c:pt idx="172">
                  <c:v>39195</c:v>
                </c:pt>
                <c:pt idx="173">
                  <c:v>39196</c:v>
                </c:pt>
                <c:pt idx="174">
                  <c:v>39197</c:v>
                </c:pt>
                <c:pt idx="175">
                  <c:v>39198</c:v>
                </c:pt>
                <c:pt idx="176">
                  <c:v>39199</c:v>
                </c:pt>
                <c:pt idx="177">
                  <c:v>39200</c:v>
                </c:pt>
                <c:pt idx="178">
                  <c:v>39201</c:v>
                </c:pt>
                <c:pt idx="179">
                  <c:v>39202</c:v>
                </c:pt>
                <c:pt idx="180">
                  <c:v>39203</c:v>
                </c:pt>
                <c:pt idx="181">
                  <c:v>39204</c:v>
                </c:pt>
                <c:pt idx="182">
                  <c:v>39205</c:v>
                </c:pt>
                <c:pt idx="183">
                  <c:v>39206</c:v>
                </c:pt>
                <c:pt idx="184">
                  <c:v>39207</c:v>
                </c:pt>
                <c:pt idx="185">
                  <c:v>39208</c:v>
                </c:pt>
                <c:pt idx="186">
                  <c:v>39209</c:v>
                </c:pt>
                <c:pt idx="187">
                  <c:v>39210</c:v>
                </c:pt>
                <c:pt idx="188">
                  <c:v>39211</c:v>
                </c:pt>
                <c:pt idx="189">
                  <c:v>39212</c:v>
                </c:pt>
                <c:pt idx="190">
                  <c:v>39213</c:v>
                </c:pt>
                <c:pt idx="191">
                  <c:v>39214</c:v>
                </c:pt>
                <c:pt idx="192">
                  <c:v>39215</c:v>
                </c:pt>
                <c:pt idx="193">
                  <c:v>39216</c:v>
                </c:pt>
                <c:pt idx="194">
                  <c:v>39217</c:v>
                </c:pt>
                <c:pt idx="195">
                  <c:v>39218</c:v>
                </c:pt>
                <c:pt idx="196">
                  <c:v>39219</c:v>
                </c:pt>
                <c:pt idx="197">
                  <c:v>39220</c:v>
                </c:pt>
                <c:pt idx="198">
                  <c:v>39221</c:v>
                </c:pt>
                <c:pt idx="199">
                  <c:v>39222</c:v>
                </c:pt>
                <c:pt idx="200">
                  <c:v>39223</c:v>
                </c:pt>
                <c:pt idx="201">
                  <c:v>39224</c:v>
                </c:pt>
                <c:pt idx="202">
                  <c:v>39225</c:v>
                </c:pt>
                <c:pt idx="203">
                  <c:v>39226</c:v>
                </c:pt>
                <c:pt idx="204">
                  <c:v>39227</c:v>
                </c:pt>
                <c:pt idx="205">
                  <c:v>39228</c:v>
                </c:pt>
                <c:pt idx="206">
                  <c:v>39229</c:v>
                </c:pt>
                <c:pt idx="207">
                  <c:v>39230</c:v>
                </c:pt>
                <c:pt idx="208">
                  <c:v>39231</c:v>
                </c:pt>
                <c:pt idx="209">
                  <c:v>39232</c:v>
                </c:pt>
                <c:pt idx="210">
                  <c:v>39233</c:v>
                </c:pt>
                <c:pt idx="211">
                  <c:v>39234</c:v>
                </c:pt>
                <c:pt idx="212">
                  <c:v>39235</c:v>
                </c:pt>
                <c:pt idx="213">
                  <c:v>39236</c:v>
                </c:pt>
                <c:pt idx="214">
                  <c:v>39237</c:v>
                </c:pt>
                <c:pt idx="215">
                  <c:v>39238</c:v>
                </c:pt>
                <c:pt idx="216">
                  <c:v>39239</c:v>
                </c:pt>
                <c:pt idx="217">
                  <c:v>39240</c:v>
                </c:pt>
                <c:pt idx="218">
                  <c:v>39241</c:v>
                </c:pt>
                <c:pt idx="219">
                  <c:v>39242</c:v>
                </c:pt>
                <c:pt idx="220">
                  <c:v>39243</c:v>
                </c:pt>
                <c:pt idx="221">
                  <c:v>39244</c:v>
                </c:pt>
                <c:pt idx="222">
                  <c:v>39245</c:v>
                </c:pt>
                <c:pt idx="223">
                  <c:v>39246</c:v>
                </c:pt>
                <c:pt idx="224">
                  <c:v>39247</c:v>
                </c:pt>
                <c:pt idx="225">
                  <c:v>39248</c:v>
                </c:pt>
                <c:pt idx="226">
                  <c:v>39249</c:v>
                </c:pt>
                <c:pt idx="227">
                  <c:v>39250</c:v>
                </c:pt>
                <c:pt idx="228">
                  <c:v>39251</c:v>
                </c:pt>
                <c:pt idx="229">
                  <c:v>39252</c:v>
                </c:pt>
                <c:pt idx="230">
                  <c:v>39253</c:v>
                </c:pt>
                <c:pt idx="231">
                  <c:v>39254</c:v>
                </c:pt>
                <c:pt idx="232">
                  <c:v>39255</c:v>
                </c:pt>
                <c:pt idx="233">
                  <c:v>39256</c:v>
                </c:pt>
                <c:pt idx="234">
                  <c:v>39257</c:v>
                </c:pt>
                <c:pt idx="235">
                  <c:v>39258</c:v>
                </c:pt>
                <c:pt idx="236">
                  <c:v>39259</c:v>
                </c:pt>
                <c:pt idx="237">
                  <c:v>39260</c:v>
                </c:pt>
                <c:pt idx="238">
                  <c:v>39261</c:v>
                </c:pt>
                <c:pt idx="239">
                  <c:v>39262</c:v>
                </c:pt>
                <c:pt idx="240">
                  <c:v>39263</c:v>
                </c:pt>
                <c:pt idx="241">
                  <c:v>39264</c:v>
                </c:pt>
                <c:pt idx="242">
                  <c:v>39265</c:v>
                </c:pt>
                <c:pt idx="243">
                  <c:v>39266</c:v>
                </c:pt>
                <c:pt idx="244">
                  <c:v>39267</c:v>
                </c:pt>
                <c:pt idx="245">
                  <c:v>39268</c:v>
                </c:pt>
                <c:pt idx="246">
                  <c:v>39269</c:v>
                </c:pt>
                <c:pt idx="247">
                  <c:v>39270</c:v>
                </c:pt>
                <c:pt idx="248">
                  <c:v>39271</c:v>
                </c:pt>
                <c:pt idx="249">
                  <c:v>39272</c:v>
                </c:pt>
                <c:pt idx="250">
                  <c:v>39273</c:v>
                </c:pt>
                <c:pt idx="251">
                  <c:v>39274</c:v>
                </c:pt>
                <c:pt idx="252">
                  <c:v>39275</c:v>
                </c:pt>
                <c:pt idx="253">
                  <c:v>39276</c:v>
                </c:pt>
                <c:pt idx="254">
                  <c:v>39277</c:v>
                </c:pt>
                <c:pt idx="255">
                  <c:v>39278</c:v>
                </c:pt>
                <c:pt idx="256">
                  <c:v>39279</c:v>
                </c:pt>
                <c:pt idx="257">
                  <c:v>39280</c:v>
                </c:pt>
                <c:pt idx="258">
                  <c:v>39281</c:v>
                </c:pt>
                <c:pt idx="259">
                  <c:v>39282</c:v>
                </c:pt>
                <c:pt idx="260">
                  <c:v>39283</c:v>
                </c:pt>
                <c:pt idx="261">
                  <c:v>39284</c:v>
                </c:pt>
                <c:pt idx="262">
                  <c:v>39285</c:v>
                </c:pt>
                <c:pt idx="263">
                  <c:v>39286</c:v>
                </c:pt>
                <c:pt idx="264">
                  <c:v>39287</c:v>
                </c:pt>
                <c:pt idx="265">
                  <c:v>39288</c:v>
                </c:pt>
                <c:pt idx="266">
                  <c:v>39289</c:v>
                </c:pt>
                <c:pt idx="267">
                  <c:v>39290</c:v>
                </c:pt>
                <c:pt idx="268">
                  <c:v>39291</c:v>
                </c:pt>
                <c:pt idx="269">
                  <c:v>39292</c:v>
                </c:pt>
                <c:pt idx="270">
                  <c:v>39293</c:v>
                </c:pt>
                <c:pt idx="271">
                  <c:v>39294</c:v>
                </c:pt>
                <c:pt idx="272">
                  <c:v>39295</c:v>
                </c:pt>
                <c:pt idx="273">
                  <c:v>39296</c:v>
                </c:pt>
                <c:pt idx="274">
                  <c:v>39297</c:v>
                </c:pt>
                <c:pt idx="275">
                  <c:v>39298</c:v>
                </c:pt>
                <c:pt idx="276">
                  <c:v>39299</c:v>
                </c:pt>
                <c:pt idx="277">
                  <c:v>39300</c:v>
                </c:pt>
                <c:pt idx="278">
                  <c:v>39301</c:v>
                </c:pt>
                <c:pt idx="279">
                  <c:v>39302</c:v>
                </c:pt>
                <c:pt idx="280">
                  <c:v>39303</c:v>
                </c:pt>
                <c:pt idx="281">
                  <c:v>39304</c:v>
                </c:pt>
                <c:pt idx="282">
                  <c:v>39305</c:v>
                </c:pt>
                <c:pt idx="283">
                  <c:v>39306</c:v>
                </c:pt>
                <c:pt idx="284">
                  <c:v>39307</c:v>
                </c:pt>
                <c:pt idx="285">
                  <c:v>39308</c:v>
                </c:pt>
                <c:pt idx="286">
                  <c:v>39309</c:v>
                </c:pt>
                <c:pt idx="287">
                  <c:v>39310</c:v>
                </c:pt>
                <c:pt idx="288">
                  <c:v>39311</c:v>
                </c:pt>
                <c:pt idx="289">
                  <c:v>39312</c:v>
                </c:pt>
                <c:pt idx="290">
                  <c:v>39313</c:v>
                </c:pt>
                <c:pt idx="291">
                  <c:v>39314</c:v>
                </c:pt>
                <c:pt idx="292">
                  <c:v>39315</c:v>
                </c:pt>
                <c:pt idx="293">
                  <c:v>39316</c:v>
                </c:pt>
                <c:pt idx="294">
                  <c:v>39317</c:v>
                </c:pt>
                <c:pt idx="295">
                  <c:v>39318</c:v>
                </c:pt>
                <c:pt idx="296">
                  <c:v>39319</c:v>
                </c:pt>
                <c:pt idx="297">
                  <c:v>39320</c:v>
                </c:pt>
                <c:pt idx="298">
                  <c:v>39321</c:v>
                </c:pt>
                <c:pt idx="299">
                  <c:v>39322</c:v>
                </c:pt>
                <c:pt idx="300">
                  <c:v>39323</c:v>
                </c:pt>
                <c:pt idx="301">
                  <c:v>39324</c:v>
                </c:pt>
                <c:pt idx="302">
                  <c:v>39325</c:v>
                </c:pt>
                <c:pt idx="303">
                  <c:v>39326</c:v>
                </c:pt>
                <c:pt idx="304">
                  <c:v>39327</c:v>
                </c:pt>
                <c:pt idx="305">
                  <c:v>39328</c:v>
                </c:pt>
                <c:pt idx="306">
                  <c:v>39329</c:v>
                </c:pt>
                <c:pt idx="307">
                  <c:v>39330</c:v>
                </c:pt>
                <c:pt idx="308">
                  <c:v>39331</c:v>
                </c:pt>
                <c:pt idx="309">
                  <c:v>39332</c:v>
                </c:pt>
                <c:pt idx="310">
                  <c:v>39333</c:v>
                </c:pt>
                <c:pt idx="311">
                  <c:v>39334</c:v>
                </c:pt>
                <c:pt idx="312">
                  <c:v>39335</c:v>
                </c:pt>
                <c:pt idx="313">
                  <c:v>39336</c:v>
                </c:pt>
                <c:pt idx="314">
                  <c:v>39337</c:v>
                </c:pt>
                <c:pt idx="315">
                  <c:v>39338</c:v>
                </c:pt>
                <c:pt idx="316">
                  <c:v>39339</c:v>
                </c:pt>
                <c:pt idx="317">
                  <c:v>39340</c:v>
                </c:pt>
                <c:pt idx="318">
                  <c:v>39341</c:v>
                </c:pt>
                <c:pt idx="319">
                  <c:v>39342</c:v>
                </c:pt>
                <c:pt idx="320">
                  <c:v>39343</c:v>
                </c:pt>
                <c:pt idx="321">
                  <c:v>39344</c:v>
                </c:pt>
                <c:pt idx="322">
                  <c:v>39345</c:v>
                </c:pt>
                <c:pt idx="323">
                  <c:v>39346</c:v>
                </c:pt>
                <c:pt idx="324">
                  <c:v>39347</c:v>
                </c:pt>
                <c:pt idx="325">
                  <c:v>39348</c:v>
                </c:pt>
                <c:pt idx="326">
                  <c:v>39349</c:v>
                </c:pt>
                <c:pt idx="327">
                  <c:v>39350</c:v>
                </c:pt>
                <c:pt idx="328">
                  <c:v>39351</c:v>
                </c:pt>
                <c:pt idx="329">
                  <c:v>39352</c:v>
                </c:pt>
                <c:pt idx="330">
                  <c:v>39353</c:v>
                </c:pt>
                <c:pt idx="331">
                  <c:v>39354</c:v>
                </c:pt>
                <c:pt idx="332">
                  <c:v>39355</c:v>
                </c:pt>
                <c:pt idx="333">
                  <c:v>39356</c:v>
                </c:pt>
                <c:pt idx="334">
                  <c:v>39357</c:v>
                </c:pt>
                <c:pt idx="335">
                  <c:v>39358</c:v>
                </c:pt>
                <c:pt idx="336">
                  <c:v>39359</c:v>
                </c:pt>
                <c:pt idx="337">
                  <c:v>39360</c:v>
                </c:pt>
                <c:pt idx="338">
                  <c:v>39361</c:v>
                </c:pt>
                <c:pt idx="339">
                  <c:v>39362</c:v>
                </c:pt>
                <c:pt idx="340">
                  <c:v>39363</c:v>
                </c:pt>
                <c:pt idx="341">
                  <c:v>39364</c:v>
                </c:pt>
                <c:pt idx="342">
                  <c:v>39365</c:v>
                </c:pt>
                <c:pt idx="343">
                  <c:v>39366</c:v>
                </c:pt>
                <c:pt idx="344">
                  <c:v>39367</c:v>
                </c:pt>
                <c:pt idx="345">
                  <c:v>39368</c:v>
                </c:pt>
                <c:pt idx="346">
                  <c:v>39369</c:v>
                </c:pt>
                <c:pt idx="347">
                  <c:v>39370</c:v>
                </c:pt>
                <c:pt idx="348">
                  <c:v>39371</c:v>
                </c:pt>
                <c:pt idx="349">
                  <c:v>39372</c:v>
                </c:pt>
                <c:pt idx="350">
                  <c:v>39373</c:v>
                </c:pt>
                <c:pt idx="351">
                  <c:v>39374</c:v>
                </c:pt>
                <c:pt idx="352">
                  <c:v>39375</c:v>
                </c:pt>
                <c:pt idx="353">
                  <c:v>39376</c:v>
                </c:pt>
                <c:pt idx="354">
                  <c:v>39377</c:v>
                </c:pt>
                <c:pt idx="355">
                  <c:v>39378</c:v>
                </c:pt>
                <c:pt idx="356">
                  <c:v>39379</c:v>
                </c:pt>
                <c:pt idx="357">
                  <c:v>39380</c:v>
                </c:pt>
                <c:pt idx="358">
                  <c:v>39381</c:v>
                </c:pt>
                <c:pt idx="359">
                  <c:v>39382</c:v>
                </c:pt>
                <c:pt idx="360">
                  <c:v>39383</c:v>
                </c:pt>
                <c:pt idx="361">
                  <c:v>39384</c:v>
                </c:pt>
                <c:pt idx="362">
                  <c:v>39385</c:v>
                </c:pt>
                <c:pt idx="363">
                  <c:v>39386</c:v>
                </c:pt>
                <c:pt idx="364">
                  <c:v>39387</c:v>
                </c:pt>
                <c:pt idx="365">
                  <c:v>39388</c:v>
                </c:pt>
                <c:pt idx="366">
                  <c:v>39389</c:v>
                </c:pt>
                <c:pt idx="367">
                  <c:v>39390</c:v>
                </c:pt>
                <c:pt idx="368">
                  <c:v>39391</c:v>
                </c:pt>
                <c:pt idx="369">
                  <c:v>39392</c:v>
                </c:pt>
                <c:pt idx="370">
                  <c:v>39393</c:v>
                </c:pt>
                <c:pt idx="371">
                  <c:v>39394</c:v>
                </c:pt>
                <c:pt idx="372">
                  <c:v>39395</c:v>
                </c:pt>
                <c:pt idx="373">
                  <c:v>39396</c:v>
                </c:pt>
                <c:pt idx="374">
                  <c:v>39397</c:v>
                </c:pt>
                <c:pt idx="375">
                  <c:v>39398</c:v>
                </c:pt>
                <c:pt idx="376">
                  <c:v>39399</c:v>
                </c:pt>
                <c:pt idx="377">
                  <c:v>39400</c:v>
                </c:pt>
                <c:pt idx="378">
                  <c:v>39401</c:v>
                </c:pt>
                <c:pt idx="379">
                  <c:v>39402</c:v>
                </c:pt>
                <c:pt idx="380">
                  <c:v>39403</c:v>
                </c:pt>
                <c:pt idx="381">
                  <c:v>39404</c:v>
                </c:pt>
                <c:pt idx="382">
                  <c:v>39405</c:v>
                </c:pt>
                <c:pt idx="383">
                  <c:v>39406</c:v>
                </c:pt>
                <c:pt idx="384">
                  <c:v>39407</c:v>
                </c:pt>
                <c:pt idx="385">
                  <c:v>39408</c:v>
                </c:pt>
                <c:pt idx="386">
                  <c:v>39409</c:v>
                </c:pt>
                <c:pt idx="387">
                  <c:v>39410</c:v>
                </c:pt>
                <c:pt idx="388">
                  <c:v>39411</c:v>
                </c:pt>
                <c:pt idx="389">
                  <c:v>39412</c:v>
                </c:pt>
                <c:pt idx="390">
                  <c:v>39413</c:v>
                </c:pt>
                <c:pt idx="391">
                  <c:v>39414</c:v>
                </c:pt>
                <c:pt idx="392">
                  <c:v>39415</c:v>
                </c:pt>
                <c:pt idx="393">
                  <c:v>39416</c:v>
                </c:pt>
                <c:pt idx="394">
                  <c:v>39417</c:v>
                </c:pt>
                <c:pt idx="395">
                  <c:v>39418</c:v>
                </c:pt>
                <c:pt idx="396">
                  <c:v>39419</c:v>
                </c:pt>
                <c:pt idx="397">
                  <c:v>39420</c:v>
                </c:pt>
                <c:pt idx="398">
                  <c:v>39421</c:v>
                </c:pt>
                <c:pt idx="399">
                  <c:v>39422</c:v>
                </c:pt>
                <c:pt idx="400">
                  <c:v>39423</c:v>
                </c:pt>
                <c:pt idx="401">
                  <c:v>39424</c:v>
                </c:pt>
                <c:pt idx="402">
                  <c:v>39425</c:v>
                </c:pt>
                <c:pt idx="403">
                  <c:v>39426</c:v>
                </c:pt>
                <c:pt idx="404">
                  <c:v>39427</c:v>
                </c:pt>
                <c:pt idx="405">
                  <c:v>39428</c:v>
                </c:pt>
                <c:pt idx="406">
                  <c:v>39429</c:v>
                </c:pt>
                <c:pt idx="407">
                  <c:v>39430</c:v>
                </c:pt>
                <c:pt idx="408">
                  <c:v>39431</c:v>
                </c:pt>
                <c:pt idx="409">
                  <c:v>39432</c:v>
                </c:pt>
                <c:pt idx="410">
                  <c:v>39433</c:v>
                </c:pt>
                <c:pt idx="411">
                  <c:v>39434</c:v>
                </c:pt>
                <c:pt idx="412">
                  <c:v>39435</c:v>
                </c:pt>
                <c:pt idx="413">
                  <c:v>39436</c:v>
                </c:pt>
                <c:pt idx="414">
                  <c:v>39437</c:v>
                </c:pt>
                <c:pt idx="415">
                  <c:v>39438</c:v>
                </c:pt>
                <c:pt idx="416">
                  <c:v>39439</c:v>
                </c:pt>
                <c:pt idx="417">
                  <c:v>39440</c:v>
                </c:pt>
                <c:pt idx="418">
                  <c:v>39441</c:v>
                </c:pt>
                <c:pt idx="419">
                  <c:v>39442</c:v>
                </c:pt>
                <c:pt idx="420">
                  <c:v>39443</c:v>
                </c:pt>
                <c:pt idx="421">
                  <c:v>39444</c:v>
                </c:pt>
                <c:pt idx="422">
                  <c:v>39445</c:v>
                </c:pt>
                <c:pt idx="423">
                  <c:v>39446</c:v>
                </c:pt>
                <c:pt idx="424">
                  <c:v>39447</c:v>
                </c:pt>
                <c:pt idx="425">
                  <c:v>39448</c:v>
                </c:pt>
                <c:pt idx="426">
                  <c:v>39449</c:v>
                </c:pt>
                <c:pt idx="427">
                  <c:v>39450</c:v>
                </c:pt>
                <c:pt idx="428">
                  <c:v>39451</c:v>
                </c:pt>
                <c:pt idx="429">
                  <c:v>39452</c:v>
                </c:pt>
                <c:pt idx="430">
                  <c:v>39453</c:v>
                </c:pt>
                <c:pt idx="431">
                  <c:v>39454</c:v>
                </c:pt>
                <c:pt idx="432">
                  <c:v>39455</c:v>
                </c:pt>
                <c:pt idx="433">
                  <c:v>39456</c:v>
                </c:pt>
                <c:pt idx="434">
                  <c:v>39457</c:v>
                </c:pt>
                <c:pt idx="435">
                  <c:v>39458</c:v>
                </c:pt>
                <c:pt idx="436">
                  <c:v>39459</c:v>
                </c:pt>
                <c:pt idx="437">
                  <c:v>39460</c:v>
                </c:pt>
                <c:pt idx="438">
                  <c:v>39461</c:v>
                </c:pt>
                <c:pt idx="439">
                  <c:v>39462</c:v>
                </c:pt>
                <c:pt idx="440">
                  <c:v>39463</c:v>
                </c:pt>
                <c:pt idx="441">
                  <c:v>39464</c:v>
                </c:pt>
                <c:pt idx="442">
                  <c:v>39465</c:v>
                </c:pt>
                <c:pt idx="443">
                  <c:v>39466</c:v>
                </c:pt>
                <c:pt idx="444">
                  <c:v>39467</c:v>
                </c:pt>
                <c:pt idx="445">
                  <c:v>39468</c:v>
                </c:pt>
                <c:pt idx="446">
                  <c:v>39469</c:v>
                </c:pt>
                <c:pt idx="447">
                  <c:v>39470</c:v>
                </c:pt>
                <c:pt idx="448">
                  <c:v>39471</c:v>
                </c:pt>
                <c:pt idx="449">
                  <c:v>39472</c:v>
                </c:pt>
                <c:pt idx="450">
                  <c:v>39473</c:v>
                </c:pt>
                <c:pt idx="451">
                  <c:v>39474</c:v>
                </c:pt>
                <c:pt idx="452">
                  <c:v>39475</c:v>
                </c:pt>
                <c:pt idx="453">
                  <c:v>39476</c:v>
                </c:pt>
                <c:pt idx="454">
                  <c:v>39477</c:v>
                </c:pt>
                <c:pt idx="455">
                  <c:v>39478</c:v>
                </c:pt>
                <c:pt idx="456">
                  <c:v>39479</c:v>
                </c:pt>
                <c:pt idx="457">
                  <c:v>39480</c:v>
                </c:pt>
                <c:pt idx="458">
                  <c:v>39481</c:v>
                </c:pt>
                <c:pt idx="459">
                  <c:v>39482</c:v>
                </c:pt>
                <c:pt idx="460">
                  <c:v>39483</c:v>
                </c:pt>
                <c:pt idx="461">
                  <c:v>39484</c:v>
                </c:pt>
                <c:pt idx="462">
                  <c:v>39485</c:v>
                </c:pt>
                <c:pt idx="463">
                  <c:v>39486</c:v>
                </c:pt>
                <c:pt idx="464">
                  <c:v>39487</c:v>
                </c:pt>
                <c:pt idx="465">
                  <c:v>39488</c:v>
                </c:pt>
                <c:pt idx="466">
                  <c:v>39489</c:v>
                </c:pt>
                <c:pt idx="467">
                  <c:v>39490</c:v>
                </c:pt>
                <c:pt idx="468">
                  <c:v>39491</c:v>
                </c:pt>
                <c:pt idx="469">
                  <c:v>39492</c:v>
                </c:pt>
                <c:pt idx="470">
                  <c:v>39493</c:v>
                </c:pt>
                <c:pt idx="471">
                  <c:v>39494</c:v>
                </c:pt>
                <c:pt idx="472">
                  <c:v>39495</c:v>
                </c:pt>
                <c:pt idx="473">
                  <c:v>39496</c:v>
                </c:pt>
                <c:pt idx="474">
                  <c:v>39497</c:v>
                </c:pt>
                <c:pt idx="475">
                  <c:v>39498</c:v>
                </c:pt>
                <c:pt idx="476">
                  <c:v>39499</c:v>
                </c:pt>
                <c:pt idx="477">
                  <c:v>39500</c:v>
                </c:pt>
                <c:pt idx="478">
                  <c:v>39501</c:v>
                </c:pt>
                <c:pt idx="479">
                  <c:v>39502</c:v>
                </c:pt>
                <c:pt idx="480">
                  <c:v>39503</c:v>
                </c:pt>
                <c:pt idx="481">
                  <c:v>39504</c:v>
                </c:pt>
                <c:pt idx="482">
                  <c:v>39505</c:v>
                </c:pt>
                <c:pt idx="483">
                  <c:v>39506</c:v>
                </c:pt>
                <c:pt idx="484">
                  <c:v>39507</c:v>
                </c:pt>
                <c:pt idx="485">
                  <c:v>39508</c:v>
                </c:pt>
                <c:pt idx="486">
                  <c:v>39509</c:v>
                </c:pt>
                <c:pt idx="487">
                  <c:v>39510</c:v>
                </c:pt>
                <c:pt idx="488">
                  <c:v>39511</c:v>
                </c:pt>
                <c:pt idx="489">
                  <c:v>39512</c:v>
                </c:pt>
                <c:pt idx="490">
                  <c:v>39513</c:v>
                </c:pt>
                <c:pt idx="491">
                  <c:v>39514</c:v>
                </c:pt>
                <c:pt idx="492">
                  <c:v>39515</c:v>
                </c:pt>
                <c:pt idx="493">
                  <c:v>39516</c:v>
                </c:pt>
                <c:pt idx="494">
                  <c:v>39517</c:v>
                </c:pt>
                <c:pt idx="495">
                  <c:v>39518</c:v>
                </c:pt>
                <c:pt idx="496">
                  <c:v>39519</c:v>
                </c:pt>
                <c:pt idx="497">
                  <c:v>39520</c:v>
                </c:pt>
                <c:pt idx="498">
                  <c:v>39521</c:v>
                </c:pt>
                <c:pt idx="499">
                  <c:v>39522</c:v>
                </c:pt>
                <c:pt idx="500">
                  <c:v>39523</c:v>
                </c:pt>
                <c:pt idx="501">
                  <c:v>39524</c:v>
                </c:pt>
                <c:pt idx="502">
                  <c:v>39525</c:v>
                </c:pt>
                <c:pt idx="503">
                  <c:v>39526</c:v>
                </c:pt>
                <c:pt idx="504">
                  <c:v>39527</c:v>
                </c:pt>
                <c:pt idx="505">
                  <c:v>39528</c:v>
                </c:pt>
                <c:pt idx="506">
                  <c:v>39529</c:v>
                </c:pt>
                <c:pt idx="507">
                  <c:v>39530</c:v>
                </c:pt>
                <c:pt idx="508">
                  <c:v>39531</c:v>
                </c:pt>
                <c:pt idx="509">
                  <c:v>39532</c:v>
                </c:pt>
                <c:pt idx="510">
                  <c:v>39533</c:v>
                </c:pt>
                <c:pt idx="511">
                  <c:v>39534</c:v>
                </c:pt>
                <c:pt idx="512">
                  <c:v>39535</c:v>
                </c:pt>
                <c:pt idx="513">
                  <c:v>39536</c:v>
                </c:pt>
                <c:pt idx="514">
                  <c:v>39537</c:v>
                </c:pt>
                <c:pt idx="515">
                  <c:v>39538</c:v>
                </c:pt>
                <c:pt idx="516">
                  <c:v>39539</c:v>
                </c:pt>
                <c:pt idx="517">
                  <c:v>39540</c:v>
                </c:pt>
                <c:pt idx="518">
                  <c:v>39541</c:v>
                </c:pt>
                <c:pt idx="519">
                  <c:v>39542</c:v>
                </c:pt>
                <c:pt idx="520">
                  <c:v>39543</c:v>
                </c:pt>
                <c:pt idx="521">
                  <c:v>39544</c:v>
                </c:pt>
                <c:pt idx="522">
                  <c:v>39545</c:v>
                </c:pt>
                <c:pt idx="523">
                  <c:v>39546</c:v>
                </c:pt>
                <c:pt idx="524">
                  <c:v>39547</c:v>
                </c:pt>
                <c:pt idx="525">
                  <c:v>39548</c:v>
                </c:pt>
                <c:pt idx="526">
                  <c:v>39549</c:v>
                </c:pt>
                <c:pt idx="527">
                  <c:v>39550</c:v>
                </c:pt>
                <c:pt idx="528">
                  <c:v>39551</c:v>
                </c:pt>
                <c:pt idx="529">
                  <c:v>39552</c:v>
                </c:pt>
                <c:pt idx="530">
                  <c:v>39553</c:v>
                </c:pt>
                <c:pt idx="531">
                  <c:v>39554</c:v>
                </c:pt>
                <c:pt idx="532">
                  <c:v>39555</c:v>
                </c:pt>
                <c:pt idx="533">
                  <c:v>39556</c:v>
                </c:pt>
                <c:pt idx="534">
                  <c:v>39557</c:v>
                </c:pt>
                <c:pt idx="535">
                  <c:v>39558</c:v>
                </c:pt>
                <c:pt idx="536">
                  <c:v>39559</c:v>
                </c:pt>
                <c:pt idx="537">
                  <c:v>39560</c:v>
                </c:pt>
                <c:pt idx="538">
                  <c:v>39561</c:v>
                </c:pt>
                <c:pt idx="539">
                  <c:v>39562</c:v>
                </c:pt>
                <c:pt idx="540">
                  <c:v>39563</c:v>
                </c:pt>
                <c:pt idx="541">
                  <c:v>39564</c:v>
                </c:pt>
                <c:pt idx="542">
                  <c:v>39565</c:v>
                </c:pt>
                <c:pt idx="543">
                  <c:v>39566</c:v>
                </c:pt>
                <c:pt idx="544">
                  <c:v>39567</c:v>
                </c:pt>
                <c:pt idx="545">
                  <c:v>39568</c:v>
                </c:pt>
                <c:pt idx="546">
                  <c:v>39569</c:v>
                </c:pt>
                <c:pt idx="547">
                  <c:v>39570</c:v>
                </c:pt>
                <c:pt idx="548">
                  <c:v>39571</c:v>
                </c:pt>
                <c:pt idx="549">
                  <c:v>39572</c:v>
                </c:pt>
                <c:pt idx="550">
                  <c:v>39573</c:v>
                </c:pt>
                <c:pt idx="551">
                  <c:v>39574</c:v>
                </c:pt>
                <c:pt idx="552">
                  <c:v>39575</c:v>
                </c:pt>
                <c:pt idx="553">
                  <c:v>39576</c:v>
                </c:pt>
                <c:pt idx="554">
                  <c:v>39577</c:v>
                </c:pt>
                <c:pt idx="555">
                  <c:v>39578</c:v>
                </c:pt>
                <c:pt idx="556">
                  <c:v>39579</c:v>
                </c:pt>
                <c:pt idx="557">
                  <c:v>39580</c:v>
                </c:pt>
                <c:pt idx="558">
                  <c:v>39581</c:v>
                </c:pt>
                <c:pt idx="559">
                  <c:v>39582</c:v>
                </c:pt>
                <c:pt idx="560">
                  <c:v>39583</c:v>
                </c:pt>
                <c:pt idx="561">
                  <c:v>39584</c:v>
                </c:pt>
                <c:pt idx="562">
                  <c:v>39585</c:v>
                </c:pt>
                <c:pt idx="563">
                  <c:v>39586</c:v>
                </c:pt>
                <c:pt idx="564">
                  <c:v>39587</c:v>
                </c:pt>
                <c:pt idx="565">
                  <c:v>39588</c:v>
                </c:pt>
                <c:pt idx="566">
                  <c:v>39589</c:v>
                </c:pt>
                <c:pt idx="567">
                  <c:v>39590</c:v>
                </c:pt>
                <c:pt idx="568">
                  <c:v>39591</c:v>
                </c:pt>
                <c:pt idx="569">
                  <c:v>39592</c:v>
                </c:pt>
                <c:pt idx="570">
                  <c:v>39593</c:v>
                </c:pt>
                <c:pt idx="571">
                  <c:v>39594</c:v>
                </c:pt>
                <c:pt idx="572">
                  <c:v>39595</c:v>
                </c:pt>
                <c:pt idx="573">
                  <c:v>39596</c:v>
                </c:pt>
                <c:pt idx="574">
                  <c:v>39597</c:v>
                </c:pt>
                <c:pt idx="575">
                  <c:v>39598</c:v>
                </c:pt>
                <c:pt idx="576">
                  <c:v>39599</c:v>
                </c:pt>
                <c:pt idx="577">
                  <c:v>39600</c:v>
                </c:pt>
                <c:pt idx="578">
                  <c:v>39601</c:v>
                </c:pt>
                <c:pt idx="579">
                  <c:v>39602</c:v>
                </c:pt>
                <c:pt idx="580">
                  <c:v>39603</c:v>
                </c:pt>
                <c:pt idx="581">
                  <c:v>39604</c:v>
                </c:pt>
                <c:pt idx="582">
                  <c:v>39605</c:v>
                </c:pt>
                <c:pt idx="583">
                  <c:v>39606</c:v>
                </c:pt>
                <c:pt idx="584">
                  <c:v>39607</c:v>
                </c:pt>
                <c:pt idx="585">
                  <c:v>39608</c:v>
                </c:pt>
                <c:pt idx="586">
                  <c:v>39609</c:v>
                </c:pt>
                <c:pt idx="587">
                  <c:v>39610</c:v>
                </c:pt>
                <c:pt idx="588">
                  <c:v>39611</c:v>
                </c:pt>
                <c:pt idx="589">
                  <c:v>39612</c:v>
                </c:pt>
                <c:pt idx="590">
                  <c:v>39613</c:v>
                </c:pt>
                <c:pt idx="591">
                  <c:v>39614</c:v>
                </c:pt>
                <c:pt idx="592">
                  <c:v>39615</c:v>
                </c:pt>
                <c:pt idx="593">
                  <c:v>39616</c:v>
                </c:pt>
                <c:pt idx="594">
                  <c:v>39617</c:v>
                </c:pt>
                <c:pt idx="595">
                  <c:v>39618</c:v>
                </c:pt>
                <c:pt idx="596">
                  <c:v>39619</c:v>
                </c:pt>
                <c:pt idx="597">
                  <c:v>39620</c:v>
                </c:pt>
                <c:pt idx="598">
                  <c:v>39621</c:v>
                </c:pt>
                <c:pt idx="599">
                  <c:v>39622</c:v>
                </c:pt>
                <c:pt idx="600">
                  <c:v>39623</c:v>
                </c:pt>
                <c:pt idx="601">
                  <c:v>39624</c:v>
                </c:pt>
                <c:pt idx="602">
                  <c:v>39625</c:v>
                </c:pt>
                <c:pt idx="603">
                  <c:v>39626</c:v>
                </c:pt>
                <c:pt idx="604">
                  <c:v>39627</c:v>
                </c:pt>
                <c:pt idx="605">
                  <c:v>39628</c:v>
                </c:pt>
                <c:pt idx="606">
                  <c:v>39629</c:v>
                </c:pt>
                <c:pt idx="607">
                  <c:v>39630</c:v>
                </c:pt>
                <c:pt idx="608">
                  <c:v>39631</c:v>
                </c:pt>
                <c:pt idx="609">
                  <c:v>39632</c:v>
                </c:pt>
                <c:pt idx="610">
                  <c:v>39633</c:v>
                </c:pt>
                <c:pt idx="611">
                  <c:v>39634</c:v>
                </c:pt>
                <c:pt idx="612">
                  <c:v>39635</c:v>
                </c:pt>
                <c:pt idx="613">
                  <c:v>39636</c:v>
                </c:pt>
                <c:pt idx="614">
                  <c:v>39637</c:v>
                </c:pt>
                <c:pt idx="615">
                  <c:v>39638</c:v>
                </c:pt>
                <c:pt idx="616">
                  <c:v>39639</c:v>
                </c:pt>
                <c:pt idx="617">
                  <c:v>39640</c:v>
                </c:pt>
                <c:pt idx="618">
                  <c:v>39641</c:v>
                </c:pt>
                <c:pt idx="619">
                  <c:v>39642</c:v>
                </c:pt>
                <c:pt idx="620">
                  <c:v>39643</c:v>
                </c:pt>
                <c:pt idx="621">
                  <c:v>39644</c:v>
                </c:pt>
                <c:pt idx="622">
                  <c:v>39645</c:v>
                </c:pt>
                <c:pt idx="623">
                  <c:v>39646</c:v>
                </c:pt>
                <c:pt idx="624">
                  <c:v>39647</c:v>
                </c:pt>
                <c:pt idx="625">
                  <c:v>39648</c:v>
                </c:pt>
                <c:pt idx="626">
                  <c:v>39649</c:v>
                </c:pt>
                <c:pt idx="627">
                  <c:v>39650</c:v>
                </c:pt>
                <c:pt idx="628">
                  <c:v>39651</c:v>
                </c:pt>
                <c:pt idx="629">
                  <c:v>39652</c:v>
                </c:pt>
                <c:pt idx="630">
                  <c:v>39653</c:v>
                </c:pt>
                <c:pt idx="631">
                  <c:v>39654</c:v>
                </c:pt>
                <c:pt idx="632">
                  <c:v>39655</c:v>
                </c:pt>
                <c:pt idx="633">
                  <c:v>39656</c:v>
                </c:pt>
                <c:pt idx="634">
                  <c:v>39657</c:v>
                </c:pt>
                <c:pt idx="635">
                  <c:v>39658</c:v>
                </c:pt>
                <c:pt idx="636">
                  <c:v>39659</c:v>
                </c:pt>
                <c:pt idx="637">
                  <c:v>39660</c:v>
                </c:pt>
                <c:pt idx="638">
                  <c:v>39661</c:v>
                </c:pt>
                <c:pt idx="639">
                  <c:v>39662</c:v>
                </c:pt>
                <c:pt idx="640">
                  <c:v>39663</c:v>
                </c:pt>
                <c:pt idx="641">
                  <c:v>39664</c:v>
                </c:pt>
                <c:pt idx="642">
                  <c:v>39665</c:v>
                </c:pt>
                <c:pt idx="643">
                  <c:v>39666</c:v>
                </c:pt>
                <c:pt idx="644">
                  <c:v>39667</c:v>
                </c:pt>
                <c:pt idx="645">
                  <c:v>39668</c:v>
                </c:pt>
                <c:pt idx="646">
                  <c:v>39669</c:v>
                </c:pt>
                <c:pt idx="647">
                  <c:v>39670</c:v>
                </c:pt>
                <c:pt idx="648">
                  <c:v>39671</c:v>
                </c:pt>
                <c:pt idx="649">
                  <c:v>39672</c:v>
                </c:pt>
                <c:pt idx="650">
                  <c:v>39673</c:v>
                </c:pt>
                <c:pt idx="651">
                  <c:v>39674</c:v>
                </c:pt>
                <c:pt idx="652">
                  <c:v>39675</c:v>
                </c:pt>
                <c:pt idx="653">
                  <c:v>39676</c:v>
                </c:pt>
                <c:pt idx="654">
                  <c:v>39677</c:v>
                </c:pt>
                <c:pt idx="655">
                  <c:v>39678</c:v>
                </c:pt>
                <c:pt idx="656">
                  <c:v>39679</c:v>
                </c:pt>
                <c:pt idx="657">
                  <c:v>39680</c:v>
                </c:pt>
                <c:pt idx="658">
                  <c:v>39681</c:v>
                </c:pt>
                <c:pt idx="659">
                  <c:v>39682</c:v>
                </c:pt>
                <c:pt idx="660">
                  <c:v>39683</c:v>
                </c:pt>
                <c:pt idx="661">
                  <c:v>39684</c:v>
                </c:pt>
                <c:pt idx="662">
                  <c:v>39685</c:v>
                </c:pt>
                <c:pt idx="663">
                  <c:v>39686</c:v>
                </c:pt>
                <c:pt idx="664">
                  <c:v>39687</c:v>
                </c:pt>
                <c:pt idx="665">
                  <c:v>39688</c:v>
                </c:pt>
                <c:pt idx="666">
                  <c:v>39689</c:v>
                </c:pt>
                <c:pt idx="667">
                  <c:v>39690</c:v>
                </c:pt>
                <c:pt idx="668">
                  <c:v>39691</c:v>
                </c:pt>
                <c:pt idx="669">
                  <c:v>39692</c:v>
                </c:pt>
                <c:pt idx="670">
                  <c:v>39693</c:v>
                </c:pt>
                <c:pt idx="671">
                  <c:v>39694</c:v>
                </c:pt>
                <c:pt idx="672">
                  <c:v>39695</c:v>
                </c:pt>
                <c:pt idx="673">
                  <c:v>39696</c:v>
                </c:pt>
                <c:pt idx="674">
                  <c:v>39697</c:v>
                </c:pt>
                <c:pt idx="675">
                  <c:v>39698</c:v>
                </c:pt>
                <c:pt idx="676">
                  <c:v>39699</c:v>
                </c:pt>
                <c:pt idx="677">
                  <c:v>39700</c:v>
                </c:pt>
                <c:pt idx="678">
                  <c:v>39701</c:v>
                </c:pt>
                <c:pt idx="679">
                  <c:v>39702</c:v>
                </c:pt>
                <c:pt idx="680">
                  <c:v>39703</c:v>
                </c:pt>
                <c:pt idx="681">
                  <c:v>39704</c:v>
                </c:pt>
                <c:pt idx="682">
                  <c:v>39705</c:v>
                </c:pt>
                <c:pt idx="683">
                  <c:v>39706</c:v>
                </c:pt>
                <c:pt idx="684">
                  <c:v>39707</c:v>
                </c:pt>
                <c:pt idx="685">
                  <c:v>39708</c:v>
                </c:pt>
                <c:pt idx="686">
                  <c:v>39709</c:v>
                </c:pt>
                <c:pt idx="687">
                  <c:v>39710</c:v>
                </c:pt>
                <c:pt idx="688">
                  <c:v>39711</c:v>
                </c:pt>
                <c:pt idx="689">
                  <c:v>39712</c:v>
                </c:pt>
                <c:pt idx="690">
                  <c:v>39713</c:v>
                </c:pt>
                <c:pt idx="691">
                  <c:v>39714</c:v>
                </c:pt>
                <c:pt idx="692">
                  <c:v>39715</c:v>
                </c:pt>
                <c:pt idx="693">
                  <c:v>39716</c:v>
                </c:pt>
                <c:pt idx="694">
                  <c:v>39717</c:v>
                </c:pt>
                <c:pt idx="695">
                  <c:v>39718</c:v>
                </c:pt>
                <c:pt idx="696">
                  <c:v>39719</c:v>
                </c:pt>
                <c:pt idx="697">
                  <c:v>39720</c:v>
                </c:pt>
                <c:pt idx="698">
                  <c:v>39721</c:v>
                </c:pt>
                <c:pt idx="699">
                  <c:v>39722</c:v>
                </c:pt>
                <c:pt idx="700">
                  <c:v>39723</c:v>
                </c:pt>
                <c:pt idx="701">
                  <c:v>39724</c:v>
                </c:pt>
                <c:pt idx="702">
                  <c:v>39725</c:v>
                </c:pt>
                <c:pt idx="703">
                  <c:v>39726</c:v>
                </c:pt>
                <c:pt idx="704">
                  <c:v>39727</c:v>
                </c:pt>
                <c:pt idx="705">
                  <c:v>39728</c:v>
                </c:pt>
                <c:pt idx="706">
                  <c:v>39729</c:v>
                </c:pt>
                <c:pt idx="707">
                  <c:v>39730</c:v>
                </c:pt>
                <c:pt idx="708">
                  <c:v>39731</c:v>
                </c:pt>
                <c:pt idx="709">
                  <c:v>39732</c:v>
                </c:pt>
                <c:pt idx="710">
                  <c:v>39733</c:v>
                </c:pt>
                <c:pt idx="711">
                  <c:v>39734</c:v>
                </c:pt>
                <c:pt idx="712">
                  <c:v>39735</c:v>
                </c:pt>
                <c:pt idx="713">
                  <c:v>39736</c:v>
                </c:pt>
                <c:pt idx="714">
                  <c:v>39737</c:v>
                </c:pt>
                <c:pt idx="715">
                  <c:v>39738</c:v>
                </c:pt>
                <c:pt idx="716">
                  <c:v>39739</c:v>
                </c:pt>
                <c:pt idx="717">
                  <c:v>39740</c:v>
                </c:pt>
                <c:pt idx="718">
                  <c:v>39741</c:v>
                </c:pt>
                <c:pt idx="719">
                  <c:v>39742</c:v>
                </c:pt>
                <c:pt idx="720">
                  <c:v>39743</c:v>
                </c:pt>
                <c:pt idx="721">
                  <c:v>39744</c:v>
                </c:pt>
                <c:pt idx="722">
                  <c:v>39745</c:v>
                </c:pt>
                <c:pt idx="723">
                  <c:v>39746</c:v>
                </c:pt>
                <c:pt idx="724">
                  <c:v>39747</c:v>
                </c:pt>
                <c:pt idx="725">
                  <c:v>39748</c:v>
                </c:pt>
                <c:pt idx="726">
                  <c:v>39749</c:v>
                </c:pt>
                <c:pt idx="727">
                  <c:v>39750</c:v>
                </c:pt>
                <c:pt idx="728">
                  <c:v>39751</c:v>
                </c:pt>
                <c:pt idx="729">
                  <c:v>39752</c:v>
                </c:pt>
                <c:pt idx="730">
                  <c:v>39753</c:v>
                </c:pt>
                <c:pt idx="731">
                  <c:v>39754</c:v>
                </c:pt>
                <c:pt idx="732">
                  <c:v>39755</c:v>
                </c:pt>
                <c:pt idx="733">
                  <c:v>39756</c:v>
                </c:pt>
                <c:pt idx="734">
                  <c:v>39757</c:v>
                </c:pt>
                <c:pt idx="735">
                  <c:v>39758</c:v>
                </c:pt>
                <c:pt idx="736">
                  <c:v>39759</c:v>
                </c:pt>
                <c:pt idx="737">
                  <c:v>39760</c:v>
                </c:pt>
                <c:pt idx="738">
                  <c:v>39761</c:v>
                </c:pt>
                <c:pt idx="739">
                  <c:v>39762</c:v>
                </c:pt>
                <c:pt idx="740">
                  <c:v>39763</c:v>
                </c:pt>
                <c:pt idx="741">
                  <c:v>39764</c:v>
                </c:pt>
                <c:pt idx="742">
                  <c:v>39765</c:v>
                </c:pt>
                <c:pt idx="743">
                  <c:v>39766</c:v>
                </c:pt>
                <c:pt idx="744">
                  <c:v>39767</c:v>
                </c:pt>
                <c:pt idx="745">
                  <c:v>39768</c:v>
                </c:pt>
                <c:pt idx="746">
                  <c:v>39769</c:v>
                </c:pt>
                <c:pt idx="747">
                  <c:v>39770</c:v>
                </c:pt>
                <c:pt idx="748">
                  <c:v>39771</c:v>
                </c:pt>
                <c:pt idx="749">
                  <c:v>39772</c:v>
                </c:pt>
                <c:pt idx="750">
                  <c:v>39773</c:v>
                </c:pt>
                <c:pt idx="751">
                  <c:v>39774</c:v>
                </c:pt>
                <c:pt idx="752">
                  <c:v>39775</c:v>
                </c:pt>
                <c:pt idx="753">
                  <c:v>39776</c:v>
                </c:pt>
                <c:pt idx="754">
                  <c:v>39777</c:v>
                </c:pt>
                <c:pt idx="755">
                  <c:v>39778</c:v>
                </c:pt>
                <c:pt idx="756">
                  <c:v>39779</c:v>
                </c:pt>
                <c:pt idx="757">
                  <c:v>39780</c:v>
                </c:pt>
                <c:pt idx="758">
                  <c:v>39781</c:v>
                </c:pt>
                <c:pt idx="759">
                  <c:v>39782</c:v>
                </c:pt>
                <c:pt idx="760">
                  <c:v>39783</c:v>
                </c:pt>
                <c:pt idx="761">
                  <c:v>39784</c:v>
                </c:pt>
                <c:pt idx="762">
                  <c:v>39785</c:v>
                </c:pt>
                <c:pt idx="763">
                  <c:v>39786</c:v>
                </c:pt>
                <c:pt idx="764">
                  <c:v>39787</c:v>
                </c:pt>
                <c:pt idx="765">
                  <c:v>39788</c:v>
                </c:pt>
                <c:pt idx="766">
                  <c:v>39789</c:v>
                </c:pt>
                <c:pt idx="767">
                  <c:v>39790</c:v>
                </c:pt>
                <c:pt idx="768">
                  <c:v>39791</c:v>
                </c:pt>
                <c:pt idx="769">
                  <c:v>39792</c:v>
                </c:pt>
                <c:pt idx="770">
                  <c:v>39793</c:v>
                </c:pt>
                <c:pt idx="771">
                  <c:v>39794</c:v>
                </c:pt>
                <c:pt idx="772">
                  <c:v>39795</c:v>
                </c:pt>
                <c:pt idx="773">
                  <c:v>39796</c:v>
                </c:pt>
                <c:pt idx="774">
                  <c:v>39797</c:v>
                </c:pt>
                <c:pt idx="775">
                  <c:v>39798</c:v>
                </c:pt>
                <c:pt idx="776">
                  <c:v>39799</c:v>
                </c:pt>
                <c:pt idx="777">
                  <c:v>39800</c:v>
                </c:pt>
                <c:pt idx="778">
                  <c:v>39801</c:v>
                </c:pt>
                <c:pt idx="779">
                  <c:v>39802</c:v>
                </c:pt>
                <c:pt idx="780">
                  <c:v>39803</c:v>
                </c:pt>
                <c:pt idx="781">
                  <c:v>39804</c:v>
                </c:pt>
                <c:pt idx="782">
                  <c:v>39805</c:v>
                </c:pt>
                <c:pt idx="783">
                  <c:v>39806</c:v>
                </c:pt>
                <c:pt idx="784">
                  <c:v>39807</c:v>
                </c:pt>
                <c:pt idx="785">
                  <c:v>39808</c:v>
                </c:pt>
                <c:pt idx="786">
                  <c:v>39809</c:v>
                </c:pt>
                <c:pt idx="787">
                  <c:v>39810</c:v>
                </c:pt>
                <c:pt idx="788">
                  <c:v>39811</c:v>
                </c:pt>
                <c:pt idx="789">
                  <c:v>39812</c:v>
                </c:pt>
                <c:pt idx="790">
                  <c:v>39813</c:v>
                </c:pt>
                <c:pt idx="791">
                  <c:v>39814</c:v>
                </c:pt>
                <c:pt idx="792">
                  <c:v>39815</c:v>
                </c:pt>
                <c:pt idx="793">
                  <c:v>39816</c:v>
                </c:pt>
                <c:pt idx="794">
                  <c:v>39817</c:v>
                </c:pt>
                <c:pt idx="795">
                  <c:v>39818</c:v>
                </c:pt>
                <c:pt idx="796">
                  <c:v>39819</c:v>
                </c:pt>
                <c:pt idx="797">
                  <c:v>39820</c:v>
                </c:pt>
                <c:pt idx="798">
                  <c:v>39821</c:v>
                </c:pt>
                <c:pt idx="799">
                  <c:v>39822</c:v>
                </c:pt>
                <c:pt idx="800">
                  <c:v>39823</c:v>
                </c:pt>
                <c:pt idx="801">
                  <c:v>39824</c:v>
                </c:pt>
                <c:pt idx="802">
                  <c:v>39825</c:v>
                </c:pt>
                <c:pt idx="803">
                  <c:v>39826</c:v>
                </c:pt>
                <c:pt idx="804">
                  <c:v>39827</c:v>
                </c:pt>
                <c:pt idx="805">
                  <c:v>39828</c:v>
                </c:pt>
                <c:pt idx="806">
                  <c:v>39829</c:v>
                </c:pt>
                <c:pt idx="807">
                  <c:v>39830</c:v>
                </c:pt>
                <c:pt idx="808">
                  <c:v>39831</c:v>
                </c:pt>
                <c:pt idx="809">
                  <c:v>39832</c:v>
                </c:pt>
                <c:pt idx="810">
                  <c:v>39833</c:v>
                </c:pt>
                <c:pt idx="811">
                  <c:v>39834</c:v>
                </c:pt>
                <c:pt idx="812">
                  <c:v>39835</c:v>
                </c:pt>
                <c:pt idx="813">
                  <c:v>39836</c:v>
                </c:pt>
                <c:pt idx="814">
                  <c:v>39837</c:v>
                </c:pt>
                <c:pt idx="815">
                  <c:v>39838</c:v>
                </c:pt>
                <c:pt idx="816">
                  <c:v>39839</c:v>
                </c:pt>
                <c:pt idx="817">
                  <c:v>39840</c:v>
                </c:pt>
                <c:pt idx="818">
                  <c:v>39841</c:v>
                </c:pt>
                <c:pt idx="819">
                  <c:v>39842</c:v>
                </c:pt>
                <c:pt idx="820">
                  <c:v>39843</c:v>
                </c:pt>
                <c:pt idx="821">
                  <c:v>39844</c:v>
                </c:pt>
                <c:pt idx="822">
                  <c:v>39845</c:v>
                </c:pt>
                <c:pt idx="823">
                  <c:v>39846</c:v>
                </c:pt>
                <c:pt idx="824">
                  <c:v>39847</c:v>
                </c:pt>
                <c:pt idx="825">
                  <c:v>39848</c:v>
                </c:pt>
                <c:pt idx="826">
                  <c:v>39849</c:v>
                </c:pt>
                <c:pt idx="827">
                  <c:v>39850</c:v>
                </c:pt>
                <c:pt idx="828">
                  <c:v>39851</c:v>
                </c:pt>
                <c:pt idx="829">
                  <c:v>39852</c:v>
                </c:pt>
                <c:pt idx="830">
                  <c:v>39853</c:v>
                </c:pt>
                <c:pt idx="831">
                  <c:v>39854</c:v>
                </c:pt>
                <c:pt idx="832">
                  <c:v>39855</c:v>
                </c:pt>
                <c:pt idx="833">
                  <c:v>39856</c:v>
                </c:pt>
                <c:pt idx="834">
                  <c:v>39857</c:v>
                </c:pt>
                <c:pt idx="835">
                  <c:v>39858</c:v>
                </c:pt>
                <c:pt idx="836">
                  <c:v>39859</c:v>
                </c:pt>
                <c:pt idx="837">
                  <c:v>39860</c:v>
                </c:pt>
                <c:pt idx="838">
                  <c:v>39861</c:v>
                </c:pt>
                <c:pt idx="839">
                  <c:v>39862</c:v>
                </c:pt>
                <c:pt idx="840">
                  <c:v>39863</c:v>
                </c:pt>
                <c:pt idx="841">
                  <c:v>39864</c:v>
                </c:pt>
                <c:pt idx="842">
                  <c:v>39865</c:v>
                </c:pt>
                <c:pt idx="843">
                  <c:v>39866</c:v>
                </c:pt>
                <c:pt idx="844">
                  <c:v>39867</c:v>
                </c:pt>
                <c:pt idx="845">
                  <c:v>39868</c:v>
                </c:pt>
                <c:pt idx="846">
                  <c:v>39869</c:v>
                </c:pt>
                <c:pt idx="847">
                  <c:v>39870</c:v>
                </c:pt>
                <c:pt idx="848">
                  <c:v>39871</c:v>
                </c:pt>
                <c:pt idx="849">
                  <c:v>39872</c:v>
                </c:pt>
                <c:pt idx="850">
                  <c:v>39873</c:v>
                </c:pt>
                <c:pt idx="851">
                  <c:v>39874</c:v>
                </c:pt>
                <c:pt idx="852">
                  <c:v>39875</c:v>
                </c:pt>
                <c:pt idx="853">
                  <c:v>39876</c:v>
                </c:pt>
                <c:pt idx="854">
                  <c:v>39877</c:v>
                </c:pt>
                <c:pt idx="855">
                  <c:v>39878</c:v>
                </c:pt>
                <c:pt idx="856">
                  <c:v>39879</c:v>
                </c:pt>
                <c:pt idx="857">
                  <c:v>39880</c:v>
                </c:pt>
                <c:pt idx="858">
                  <c:v>39881</c:v>
                </c:pt>
                <c:pt idx="859">
                  <c:v>39882</c:v>
                </c:pt>
                <c:pt idx="860">
                  <c:v>39883</c:v>
                </c:pt>
                <c:pt idx="861">
                  <c:v>39884</c:v>
                </c:pt>
                <c:pt idx="862">
                  <c:v>39885</c:v>
                </c:pt>
                <c:pt idx="863">
                  <c:v>39886</c:v>
                </c:pt>
                <c:pt idx="864">
                  <c:v>39887</c:v>
                </c:pt>
                <c:pt idx="865">
                  <c:v>39888</c:v>
                </c:pt>
                <c:pt idx="866">
                  <c:v>39889</c:v>
                </c:pt>
                <c:pt idx="867">
                  <c:v>39890</c:v>
                </c:pt>
                <c:pt idx="868">
                  <c:v>39891</c:v>
                </c:pt>
                <c:pt idx="869">
                  <c:v>39892</c:v>
                </c:pt>
                <c:pt idx="870">
                  <c:v>39893</c:v>
                </c:pt>
                <c:pt idx="871">
                  <c:v>39894</c:v>
                </c:pt>
                <c:pt idx="872">
                  <c:v>39895</c:v>
                </c:pt>
                <c:pt idx="873">
                  <c:v>39896</c:v>
                </c:pt>
                <c:pt idx="874">
                  <c:v>39897</c:v>
                </c:pt>
                <c:pt idx="875">
                  <c:v>39898</c:v>
                </c:pt>
                <c:pt idx="876">
                  <c:v>39899</c:v>
                </c:pt>
                <c:pt idx="877">
                  <c:v>39900</c:v>
                </c:pt>
                <c:pt idx="878">
                  <c:v>39901</c:v>
                </c:pt>
                <c:pt idx="879">
                  <c:v>39902</c:v>
                </c:pt>
                <c:pt idx="880">
                  <c:v>39903</c:v>
                </c:pt>
                <c:pt idx="881">
                  <c:v>39904</c:v>
                </c:pt>
                <c:pt idx="882">
                  <c:v>39905</c:v>
                </c:pt>
                <c:pt idx="883">
                  <c:v>39906</c:v>
                </c:pt>
                <c:pt idx="884">
                  <c:v>39907</c:v>
                </c:pt>
                <c:pt idx="885">
                  <c:v>39908</c:v>
                </c:pt>
                <c:pt idx="886">
                  <c:v>39909</c:v>
                </c:pt>
                <c:pt idx="887">
                  <c:v>39910</c:v>
                </c:pt>
                <c:pt idx="888">
                  <c:v>39911</c:v>
                </c:pt>
                <c:pt idx="889">
                  <c:v>39912</c:v>
                </c:pt>
                <c:pt idx="890">
                  <c:v>39913</c:v>
                </c:pt>
                <c:pt idx="891">
                  <c:v>39914</c:v>
                </c:pt>
                <c:pt idx="892">
                  <c:v>39915</c:v>
                </c:pt>
                <c:pt idx="893">
                  <c:v>39916</c:v>
                </c:pt>
                <c:pt idx="894">
                  <c:v>39917</c:v>
                </c:pt>
                <c:pt idx="895">
                  <c:v>39918</c:v>
                </c:pt>
                <c:pt idx="896">
                  <c:v>39919</c:v>
                </c:pt>
                <c:pt idx="897">
                  <c:v>39920</c:v>
                </c:pt>
                <c:pt idx="898">
                  <c:v>39921</c:v>
                </c:pt>
                <c:pt idx="899">
                  <c:v>39922</c:v>
                </c:pt>
                <c:pt idx="900">
                  <c:v>39923</c:v>
                </c:pt>
                <c:pt idx="901">
                  <c:v>39924</c:v>
                </c:pt>
                <c:pt idx="902">
                  <c:v>39925</c:v>
                </c:pt>
                <c:pt idx="903">
                  <c:v>39926</c:v>
                </c:pt>
                <c:pt idx="904">
                  <c:v>39927</c:v>
                </c:pt>
                <c:pt idx="905">
                  <c:v>39928</c:v>
                </c:pt>
                <c:pt idx="906">
                  <c:v>39929</c:v>
                </c:pt>
                <c:pt idx="907">
                  <c:v>39930</c:v>
                </c:pt>
                <c:pt idx="908">
                  <c:v>39931</c:v>
                </c:pt>
                <c:pt idx="909">
                  <c:v>39932</c:v>
                </c:pt>
                <c:pt idx="910">
                  <c:v>39933</c:v>
                </c:pt>
                <c:pt idx="911">
                  <c:v>39934</c:v>
                </c:pt>
                <c:pt idx="912">
                  <c:v>39935</c:v>
                </c:pt>
                <c:pt idx="913">
                  <c:v>39936</c:v>
                </c:pt>
                <c:pt idx="914">
                  <c:v>39937</c:v>
                </c:pt>
                <c:pt idx="915">
                  <c:v>39938</c:v>
                </c:pt>
                <c:pt idx="916">
                  <c:v>39939</c:v>
                </c:pt>
                <c:pt idx="917">
                  <c:v>39940</c:v>
                </c:pt>
                <c:pt idx="918">
                  <c:v>39941</c:v>
                </c:pt>
                <c:pt idx="919">
                  <c:v>39942</c:v>
                </c:pt>
                <c:pt idx="920">
                  <c:v>39943</c:v>
                </c:pt>
                <c:pt idx="921">
                  <c:v>39944</c:v>
                </c:pt>
                <c:pt idx="922">
                  <c:v>39945</c:v>
                </c:pt>
                <c:pt idx="923">
                  <c:v>39946</c:v>
                </c:pt>
                <c:pt idx="924">
                  <c:v>39947</c:v>
                </c:pt>
                <c:pt idx="925">
                  <c:v>39948</c:v>
                </c:pt>
                <c:pt idx="926">
                  <c:v>39949</c:v>
                </c:pt>
                <c:pt idx="927">
                  <c:v>39950</c:v>
                </c:pt>
                <c:pt idx="928">
                  <c:v>39951</c:v>
                </c:pt>
                <c:pt idx="929">
                  <c:v>39952</c:v>
                </c:pt>
                <c:pt idx="930">
                  <c:v>39953</c:v>
                </c:pt>
                <c:pt idx="931">
                  <c:v>39954</c:v>
                </c:pt>
                <c:pt idx="932">
                  <c:v>39955</c:v>
                </c:pt>
                <c:pt idx="933">
                  <c:v>39956</c:v>
                </c:pt>
                <c:pt idx="934">
                  <c:v>39957</c:v>
                </c:pt>
                <c:pt idx="935">
                  <c:v>39958</c:v>
                </c:pt>
                <c:pt idx="936">
                  <c:v>39959</c:v>
                </c:pt>
                <c:pt idx="937">
                  <c:v>39960</c:v>
                </c:pt>
                <c:pt idx="938">
                  <c:v>39961</c:v>
                </c:pt>
                <c:pt idx="939">
                  <c:v>39962</c:v>
                </c:pt>
                <c:pt idx="940">
                  <c:v>39963</c:v>
                </c:pt>
                <c:pt idx="941">
                  <c:v>39964</c:v>
                </c:pt>
                <c:pt idx="942">
                  <c:v>39965</c:v>
                </c:pt>
                <c:pt idx="943">
                  <c:v>39966</c:v>
                </c:pt>
                <c:pt idx="944">
                  <c:v>39967</c:v>
                </c:pt>
                <c:pt idx="945">
                  <c:v>39968</c:v>
                </c:pt>
                <c:pt idx="946">
                  <c:v>39969</c:v>
                </c:pt>
                <c:pt idx="947">
                  <c:v>39970</c:v>
                </c:pt>
                <c:pt idx="948">
                  <c:v>39971</c:v>
                </c:pt>
                <c:pt idx="949">
                  <c:v>39972</c:v>
                </c:pt>
                <c:pt idx="950">
                  <c:v>39973</c:v>
                </c:pt>
                <c:pt idx="951">
                  <c:v>39974</c:v>
                </c:pt>
                <c:pt idx="952">
                  <c:v>39975</c:v>
                </c:pt>
                <c:pt idx="953">
                  <c:v>39976</c:v>
                </c:pt>
                <c:pt idx="954">
                  <c:v>39977</c:v>
                </c:pt>
                <c:pt idx="955">
                  <c:v>39978</c:v>
                </c:pt>
                <c:pt idx="956">
                  <c:v>39979</c:v>
                </c:pt>
                <c:pt idx="957">
                  <c:v>39980</c:v>
                </c:pt>
                <c:pt idx="958">
                  <c:v>39981</c:v>
                </c:pt>
                <c:pt idx="959">
                  <c:v>39982</c:v>
                </c:pt>
                <c:pt idx="960">
                  <c:v>39983</c:v>
                </c:pt>
                <c:pt idx="961">
                  <c:v>39984</c:v>
                </c:pt>
                <c:pt idx="962">
                  <c:v>39985</c:v>
                </c:pt>
                <c:pt idx="963">
                  <c:v>39986</c:v>
                </c:pt>
                <c:pt idx="964">
                  <c:v>39987</c:v>
                </c:pt>
                <c:pt idx="965">
                  <c:v>39988</c:v>
                </c:pt>
                <c:pt idx="966">
                  <c:v>39989</c:v>
                </c:pt>
                <c:pt idx="967">
                  <c:v>39990</c:v>
                </c:pt>
                <c:pt idx="968">
                  <c:v>39991</c:v>
                </c:pt>
                <c:pt idx="969">
                  <c:v>39992</c:v>
                </c:pt>
                <c:pt idx="970">
                  <c:v>39993</c:v>
                </c:pt>
                <c:pt idx="971">
                  <c:v>39994</c:v>
                </c:pt>
                <c:pt idx="972">
                  <c:v>39995</c:v>
                </c:pt>
                <c:pt idx="973">
                  <c:v>39996</c:v>
                </c:pt>
                <c:pt idx="974">
                  <c:v>39997</c:v>
                </c:pt>
                <c:pt idx="975">
                  <c:v>39998</c:v>
                </c:pt>
                <c:pt idx="976">
                  <c:v>39999</c:v>
                </c:pt>
                <c:pt idx="977">
                  <c:v>40000</c:v>
                </c:pt>
                <c:pt idx="978">
                  <c:v>40001</c:v>
                </c:pt>
                <c:pt idx="979">
                  <c:v>40002</c:v>
                </c:pt>
                <c:pt idx="980">
                  <c:v>40003</c:v>
                </c:pt>
                <c:pt idx="981">
                  <c:v>40004</c:v>
                </c:pt>
                <c:pt idx="982">
                  <c:v>40005</c:v>
                </c:pt>
                <c:pt idx="983">
                  <c:v>40006</c:v>
                </c:pt>
                <c:pt idx="984">
                  <c:v>40007</c:v>
                </c:pt>
                <c:pt idx="985">
                  <c:v>40008</c:v>
                </c:pt>
                <c:pt idx="986">
                  <c:v>40009</c:v>
                </c:pt>
                <c:pt idx="987">
                  <c:v>40010</c:v>
                </c:pt>
                <c:pt idx="988">
                  <c:v>40011</c:v>
                </c:pt>
                <c:pt idx="989">
                  <c:v>40012</c:v>
                </c:pt>
                <c:pt idx="990">
                  <c:v>40013</c:v>
                </c:pt>
                <c:pt idx="991">
                  <c:v>40014</c:v>
                </c:pt>
                <c:pt idx="992">
                  <c:v>40015</c:v>
                </c:pt>
                <c:pt idx="993">
                  <c:v>40016</c:v>
                </c:pt>
                <c:pt idx="994">
                  <c:v>40017</c:v>
                </c:pt>
                <c:pt idx="995">
                  <c:v>40018</c:v>
                </c:pt>
                <c:pt idx="996">
                  <c:v>40019</c:v>
                </c:pt>
                <c:pt idx="997">
                  <c:v>40020</c:v>
                </c:pt>
                <c:pt idx="998">
                  <c:v>40021</c:v>
                </c:pt>
                <c:pt idx="999">
                  <c:v>40022</c:v>
                </c:pt>
                <c:pt idx="1000">
                  <c:v>40023</c:v>
                </c:pt>
                <c:pt idx="1001">
                  <c:v>40024</c:v>
                </c:pt>
                <c:pt idx="1002">
                  <c:v>40025</c:v>
                </c:pt>
                <c:pt idx="1003">
                  <c:v>40026</c:v>
                </c:pt>
                <c:pt idx="1004">
                  <c:v>40027</c:v>
                </c:pt>
                <c:pt idx="1005">
                  <c:v>40028</c:v>
                </c:pt>
                <c:pt idx="1006">
                  <c:v>40029</c:v>
                </c:pt>
                <c:pt idx="1007">
                  <c:v>40030</c:v>
                </c:pt>
                <c:pt idx="1008">
                  <c:v>40031</c:v>
                </c:pt>
                <c:pt idx="1009">
                  <c:v>40032</c:v>
                </c:pt>
                <c:pt idx="1010">
                  <c:v>40033</c:v>
                </c:pt>
                <c:pt idx="1011">
                  <c:v>40034</c:v>
                </c:pt>
                <c:pt idx="1012">
                  <c:v>40035</c:v>
                </c:pt>
                <c:pt idx="1013">
                  <c:v>40036</c:v>
                </c:pt>
                <c:pt idx="1014">
                  <c:v>40037</c:v>
                </c:pt>
                <c:pt idx="1015">
                  <c:v>40038</c:v>
                </c:pt>
                <c:pt idx="1016">
                  <c:v>40039</c:v>
                </c:pt>
                <c:pt idx="1017">
                  <c:v>40040</c:v>
                </c:pt>
                <c:pt idx="1018">
                  <c:v>40041</c:v>
                </c:pt>
                <c:pt idx="1019">
                  <c:v>40042</c:v>
                </c:pt>
                <c:pt idx="1020">
                  <c:v>40043</c:v>
                </c:pt>
                <c:pt idx="1021">
                  <c:v>40044</c:v>
                </c:pt>
                <c:pt idx="1022">
                  <c:v>40045</c:v>
                </c:pt>
                <c:pt idx="1023">
                  <c:v>40046</c:v>
                </c:pt>
                <c:pt idx="1024">
                  <c:v>40047</c:v>
                </c:pt>
                <c:pt idx="1025">
                  <c:v>40048</c:v>
                </c:pt>
                <c:pt idx="1026">
                  <c:v>40049</c:v>
                </c:pt>
                <c:pt idx="1027">
                  <c:v>40050</c:v>
                </c:pt>
                <c:pt idx="1028">
                  <c:v>40051</c:v>
                </c:pt>
                <c:pt idx="1029">
                  <c:v>40052</c:v>
                </c:pt>
                <c:pt idx="1030">
                  <c:v>40053</c:v>
                </c:pt>
                <c:pt idx="1031">
                  <c:v>40054</c:v>
                </c:pt>
                <c:pt idx="1032">
                  <c:v>40055</c:v>
                </c:pt>
                <c:pt idx="1033">
                  <c:v>40056</c:v>
                </c:pt>
                <c:pt idx="1034">
                  <c:v>40057</c:v>
                </c:pt>
                <c:pt idx="1035">
                  <c:v>40058</c:v>
                </c:pt>
                <c:pt idx="1036">
                  <c:v>40059</c:v>
                </c:pt>
                <c:pt idx="1037">
                  <c:v>40060</c:v>
                </c:pt>
                <c:pt idx="1038">
                  <c:v>40061</c:v>
                </c:pt>
                <c:pt idx="1039">
                  <c:v>40062</c:v>
                </c:pt>
                <c:pt idx="1040">
                  <c:v>40063</c:v>
                </c:pt>
                <c:pt idx="1041">
                  <c:v>40064</c:v>
                </c:pt>
                <c:pt idx="1042">
                  <c:v>40065</c:v>
                </c:pt>
                <c:pt idx="1043">
                  <c:v>40066</c:v>
                </c:pt>
                <c:pt idx="1044">
                  <c:v>40067</c:v>
                </c:pt>
                <c:pt idx="1045">
                  <c:v>40068</c:v>
                </c:pt>
                <c:pt idx="1046">
                  <c:v>40069</c:v>
                </c:pt>
                <c:pt idx="1047">
                  <c:v>40070</c:v>
                </c:pt>
                <c:pt idx="1048">
                  <c:v>40071</c:v>
                </c:pt>
                <c:pt idx="1049">
                  <c:v>40072</c:v>
                </c:pt>
                <c:pt idx="1050">
                  <c:v>40073</c:v>
                </c:pt>
                <c:pt idx="1051">
                  <c:v>40074</c:v>
                </c:pt>
                <c:pt idx="1052">
                  <c:v>40075</c:v>
                </c:pt>
                <c:pt idx="1053">
                  <c:v>40076</c:v>
                </c:pt>
                <c:pt idx="1054">
                  <c:v>40077</c:v>
                </c:pt>
                <c:pt idx="1055">
                  <c:v>40078</c:v>
                </c:pt>
                <c:pt idx="1056">
                  <c:v>40079</c:v>
                </c:pt>
                <c:pt idx="1057">
                  <c:v>40080</c:v>
                </c:pt>
                <c:pt idx="1058">
                  <c:v>40081</c:v>
                </c:pt>
                <c:pt idx="1059">
                  <c:v>40082</c:v>
                </c:pt>
                <c:pt idx="1060">
                  <c:v>40083</c:v>
                </c:pt>
                <c:pt idx="1061">
                  <c:v>40084</c:v>
                </c:pt>
                <c:pt idx="1062">
                  <c:v>40085</c:v>
                </c:pt>
                <c:pt idx="1063">
                  <c:v>40086</c:v>
                </c:pt>
                <c:pt idx="1064">
                  <c:v>40087</c:v>
                </c:pt>
                <c:pt idx="1065">
                  <c:v>40088</c:v>
                </c:pt>
                <c:pt idx="1066">
                  <c:v>40089</c:v>
                </c:pt>
                <c:pt idx="1067">
                  <c:v>40090</c:v>
                </c:pt>
                <c:pt idx="1068">
                  <c:v>40091</c:v>
                </c:pt>
                <c:pt idx="1069">
                  <c:v>40092</c:v>
                </c:pt>
                <c:pt idx="1070">
                  <c:v>40093</c:v>
                </c:pt>
                <c:pt idx="1071">
                  <c:v>40094</c:v>
                </c:pt>
                <c:pt idx="1072">
                  <c:v>40095</c:v>
                </c:pt>
                <c:pt idx="1073">
                  <c:v>40096</c:v>
                </c:pt>
                <c:pt idx="1074">
                  <c:v>40097</c:v>
                </c:pt>
                <c:pt idx="1075">
                  <c:v>40098</c:v>
                </c:pt>
                <c:pt idx="1076">
                  <c:v>40099</c:v>
                </c:pt>
                <c:pt idx="1077">
                  <c:v>40100</c:v>
                </c:pt>
                <c:pt idx="1078">
                  <c:v>40101</c:v>
                </c:pt>
                <c:pt idx="1079">
                  <c:v>40102</c:v>
                </c:pt>
                <c:pt idx="1080">
                  <c:v>40103</c:v>
                </c:pt>
                <c:pt idx="1081">
                  <c:v>40104</c:v>
                </c:pt>
                <c:pt idx="1082">
                  <c:v>40105</c:v>
                </c:pt>
                <c:pt idx="1083">
                  <c:v>40106</c:v>
                </c:pt>
                <c:pt idx="1084">
                  <c:v>40107</c:v>
                </c:pt>
                <c:pt idx="1085">
                  <c:v>40108</c:v>
                </c:pt>
                <c:pt idx="1086">
                  <c:v>40109</c:v>
                </c:pt>
                <c:pt idx="1087">
                  <c:v>40110</c:v>
                </c:pt>
                <c:pt idx="1088">
                  <c:v>40111</c:v>
                </c:pt>
                <c:pt idx="1089">
                  <c:v>40112</c:v>
                </c:pt>
                <c:pt idx="1090">
                  <c:v>40113</c:v>
                </c:pt>
                <c:pt idx="1091">
                  <c:v>40114</c:v>
                </c:pt>
                <c:pt idx="1092">
                  <c:v>40115</c:v>
                </c:pt>
                <c:pt idx="1093">
                  <c:v>40116</c:v>
                </c:pt>
                <c:pt idx="1094">
                  <c:v>40117</c:v>
                </c:pt>
                <c:pt idx="1095">
                  <c:v>40118</c:v>
                </c:pt>
                <c:pt idx="1096">
                  <c:v>40119</c:v>
                </c:pt>
                <c:pt idx="1097">
                  <c:v>40120</c:v>
                </c:pt>
                <c:pt idx="1098">
                  <c:v>40121</c:v>
                </c:pt>
                <c:pt idx="1099">
                  <c:v>40122</c:v>
                </c:pt>
                <c:pt idx="1100">
                  <c:v>40123</c:v>
                </c:pt>
                <c:pt idx="1101">
                  <c:v>40124</c:v>
                </c:pt>
                <c:pt idx="1102">
                  <c:v>40125</c:v>
                </c:pt>
                <c:pt idx="1103">
                  <c:v>40126</c:v>
                </c:pt>
                <c:pt idx="1104">
                  <c:v>40127</c:v>
                </c:pt>
                <c:pt idx="1105">
                  <c:v>40128</c:v>
                </c:pt>
                <c:pt idx="1106">
                  <c:v>40129</c:v>
                </c:pt>
                <c:pt idx="1107">
                  <c:v>40130</c:v>
                </c:pt>
                <c:pt idx="1108">
                  <c:v>40131</c:v>
                </c:pt>
                <c:pt idx="1109">
                  <c:v>40132</c:v>
                </c:pt>
                <c:pt idx="1110">
                  <c:v>40133</c:v>
                </c:pt>
                <c:pt idx="1111">
                  <c:v>40134</c:v>
                </c:pt>
                <c:pt idx="1112">
                  <c:v>40135</c:v>
                </c:pt>
                <c:pt idx="1113">
                  <c:v>40136</c:v>
                </c:pt>
                <c:pt idx="1114">
                  <c:v>40137</c:v>
                </c:pt>
                <c:pt idx="1115">
                  <c:v>40138</c:v>
                </c:pt>
                <c:pt idx="1116">
                  <c:v>40139</c:v>
                </c:pt>
                <c:pt idx="1117">
                  <c:v>40140</c:v>
                </c:pt>
                <c:pt idx="1118">
                  <c:v>40141</c:v>
                </c:pt>
                <c:pt idx="1119">
                  <c:v>40142</c:v>
                </c:pt>
                <c:pt idx="1120">
                  <c:v>40143</c:v>
                </c:pt>
                <c:pt idx="1121">
                  <c:v>40144</c:v>
                </c:pt>
                <c:pt idx="1122">
                  <c:v>40145</c:v>
                </c:pt>
                <c:pt idx="1123">
                  <c:v>40146</c:v>
                </c:pt>
                <c:pt idx="1124">
                  <c:v>40147</c:v>
                </c:pt>
                <c:pt idx="1125">
                  <c:v>40148</c:v>
                </c:pt>
                <c:pt idx="1126">
                  <c:v>40149</c:v>
                </c:pt>
                <c:pt idx="1127">
                  <c:v>40150</c:v>
                </c:pt>
                <c:pt idx="1128">
                  <c:v>40151</c:v>
                </c:pt>
                <c:pt idx="1129">
                  <c:v>40152</c:v>
                </c:pt>
                <c:pt idx="1130">
                  <c:v>40153</c:v>
                </c:pt>
                <c:pt idx="1131">
                  <c:v>40154</c:v>
                </c:pt>
                <c:pt idx="1132">
                  <c:v>40155</c:v>
                </c:pt>
                <c:pt idx="1133">
                  <c:v>40156</c:v>
                </c:pt>
                <c:pt idx="1134">
                  <c:v>40157</c:v>
                </c:pt>
                <c:pt idx="1135">
                  <c:v>40158</c:v>
                </c:pt>
                <c:pt idx="1136">
                  <c:v>40159</c:v>
                </c:pt>
                <c:pt idx="1137">
                  <c:v>40160</c:v>
                </c:pt>
                <c:pt idx="1138">
                  <c:v>40161</c:v>
                </c:pt>
                <c:pt idx="1139">
                  <c:v>40162</c:v>
                </c:pt>
                <c:pt idx="1140">
                  <c:v>40163</c:v>
                </c:pt>
                <c:pt idx="1141">
                  <c:v>40164</c:v>
                </c:pt>
                <c:pt idx="1142">
                  <c:v>40165</c:v>
                </c:pt>
                <c:pt idx="1143">
                  <c:v>40166</c:v>
                </c:pt>
                <c:pt idx="1144">
                  <c:v>40167</c:v>
                </c:pt>
                <c:pt idx="1145">
                  <c:v>40168</c:v>
                </c:pt>
                <c:pt idx="1146">
                  <c:v>40169</c:v>
                </c:pt>
                <c:pt idx="1147">
                  <c:v>40170</c:v>
                </c:pt>
                <c:pt idx="1148">
                  <c:v>40171</c:v>
                </c:pt>
                <c:pt idx="1149">
                  <c:v>40172</c:v>
                </c:pt>
                <c:pt idx="1150">
                  <c:v>40173</c:v>
                </c:pt>
                <c:pt idx="1151">
                  <c:v>40174</c:v>
                </c:pt>
                <c:pt idx="1152">
                  <c:v>40175</c:v>
                </c:pt>
                <c:pt idx="1153">
                  <c:v>40176</c:v>
                </c:pt>
                <c:pt idx="1154">
                  <c:v>40177</c:v>
                </c:pt>
                <c:pt idx="1155">
                  <c:v>40178</c:v>
                </c:pt>
                <c:pt idx="1156">
                  <c:v>40179</c:v>
                </c:pt>
                <c:pt idx="1157">
                  <c:v>40180</c:v>
                </c:pt>
                <c:pt idx="1158">
                  <c:v>40181</c:v>
                </c:pt>
                <c:pt idx="1159">
                  <c:v>40182</c:v>
                </c:pt>
                <c:pt idx="1160">
                  <c:v>40183</c:v>
                </c:pt>
                <c:pt idx="1161">
                  <c:v>40184</c:v>
                </c:pt>
                <c:pt idx="1162">
                  <c:v>40185</c:v>
                </c:pt>
                <c:pt idx="1163">
                  <c:v>40186</c:v>
                </c:pt>
                <c:pt idx="1164">
                  <c:v>40187</c:v>
                </c:pt>
                <c:pt idx="1165">
                  <c:v>40188</c:v>
                </c:pt>
                <c:pt idx="1166">
                  <c:v>40189</c:v>
                </c:pt>
                <c:pt idx="1167">
                  <c:v>40190</c:v>
                </c:pt>
                <c:pt idx="1168">
                  <c:v>40191</c:v>
                </c:pt>
                <c:pt idx="1169">
                  <c:v>40192</c:v>
                </c:pt>
                <c:pt idx="1170">
                  <c:v>40193</c:v>
                </c:pt>
                <c:pt idx="1171">
                  <c:v>40194</c:v>
                </c:pt>
                <c:pt idx="1172">
                  <c:v>40195</c:v>
                </c:pt>
                <c:pt idx="1173">
                  <c:v>40196</c:v>
                </c:pt>
                <c:pt idx="1174">
                  <c:v>40197</c:v>
                </c:pt>
                <c:pt idx="1175">
                  <c:v>40198</c:v>
                </c:pt>
                <c:pt idx="1176">
                  <c:v>40199</c:v>
                </c:pt>
                <c:pt idx="1177">
                  <c:v>40200</c:v>
                </c:pt>
                <c:pt idx="1178">
                  <c:v>40201</c:v>
                </c:pt>
                <c:pt idx="1179">
                  <c:v>40202</c:v>
                </c:pt>
                <c:pt idx="1180">
                  <c:v>40203</c:v>
                </c:pt>
                <c:pt idx="1181">
                  <c:v>40204</c:v>
                </c:pt>
                <c:pt idx="1182">
                  <c:v>40205</c:v>
                </c:pt>
                <c:pt idx="1183">
                  <c:v>40206</c:v>
                </c:pt>
                <c:pt idx="1184">
                  <c:v>40207</c:v>
                </c:pt>
                <c:pt idx="1185">
                  <c:v>40208</c:v>
                </c:pt>
                <c:pt idx="1186">
                  <c:v>40209</c:v>
                </c:pt>
                <c:pt idx="1187">
                  <c:v>40210</c:v>
                </c:pt>
                <c:pt idx="1188">
                  <c:v>40211</c:v>
                </c:pt>
                <c:pt idx="1189">
                  <c:v>40212</c:v>
                </c:pt>
                <c:pt idx="1190">
                  <c:v>40213</c:v>
                </c:pt>
                <c:pt idx="1191">
                  <c:v>40214</c:v>
                </c:pt>
                <c:pt idx="1192">
                  <c:v>40215</c:v>
                </c:pt>
                <c:pt idx="1193">
                  <c:v>40216</c:v>
                </c:pt>
                <c:pt idx="1194">
                  <c:v>40217</c:v>
                </c:pt>
                <c:pt idx="1195">
                  <c:v>40218</c:v>
                </c:pt>
                <c:pt idx="1196">
                  <c:v>40219</c:v>
                </c:pt>
                <c:pt idx="1197">
                  <c:v>40220</c:v>
                </c:pt>
                <c:pt idx="1198">
                  <c:v>40221</c:v>
                </c:pt>
                <c:pt idx="1199">
                  <c:v>40222</c:v>
                </c:pt>
                <c:pt idx="1200">
                  <c:v>40223</c:v>
                </c:pt>
                <c:pt idx="1201">
                  <c:v>40224</c:v>
                </c:pt>
                <c:pt idx="1202">
                  <c:v>40225</c:v>
                </c:pt>
                <c:pt idx="1203">
                  <c:v>40226</c:v>
                </c:pt>
                <c:pt idx="1204">
                  <c:v>40227</c:v>
                </c:pt>
                <c:pt idx="1205">
                  <c:v>40228</c:v>
                </c:pt>
                <c:pt idx="1206">
                  <c:v>40229</c:v>
                </c:pt>
                <c:pt idx="1207">
                  <c:v>40230</c:v>
                </c:pt>
                <c:pt idx="1208">
                  <c:v>40231</c:v>
                </c:pt>
                <c:pt idx="1209">
                  <c:v>40232</c:v>
                </c:pt>
                <c:pt idx="1210">
                  <c:v>40233</c:v>
                </c:pt>
                <c:pt idx="1211">
                  <c:v>40234</c:v>
                </c:pt>
                <c:pt idx="1212">
                  <c:v>40235</c:v>
                </c:pt>
                <c:pt idx="1213">
                  <c:v>40236</c:v>
                </c:pt>
                <c:pt idx="1214">
                  <c:v>40237</c:v>
                </c:pt>
                <c:pt idx="1215">
                  <c:v>40238</c:v>
                </c:pt>
                <c:pt idx="1216">
                  <c:v>40239</c:v>
                </c:pt>
                <c:pt idx="1217">
                  <c:v>40240</c:v>
                </c:pt>
                <c:pt idx="1218">
                  <c:v>40241</c:v>
                </c:pt>
                <c:pt idx="1219">
                  <c:v>40242</c:v>
                </c:pt>
                <c:pt idx="1220">
                  <c:v>40243</c:v>
                </c:pt>
                <c:pt idx="1221">
                  <c:v>40244</c:v>
                </c:pt>
                <c:pt idx="1222">
                  <c:v>40245</c:v>
                </c:pt>
                <c:pt idx="1223">
                  <c:v>40246</c:v>
                </c:pt>
                <c:pt idx="1224">
                  <c:v>40247</c:v>
                </c:pt>
                <c:pt idx="1225">
                  <c:v>40248</c:v>
                </c:pt>
                <c:pt idx="1226">
                  <c:v>40249</c:v>
                </c:pt>
                <c:pt idx="1227">
                  <c:v>40250</c:v>
                </c:pt>
                <c:pt idx="1228">
                  <c:v>40251</c:v>
                </c:pt>
                <c:pt idx="1229">
                  <c:v>40252</c:v>
                </c:pt>
                <c:pt idx="1230">
                  <c:v>40253</c:v>
                </c:pt>
                <c:pt idx="1231">
                  <c:v>40254</c:v>
                </c:pt>
                <c:pt idx="1232">
                  <c:v>40255</c:v>
                </c:pt>
                <c:pt idx="1233">
                  <c:v>40256</c:v>
                </c:pt>
                <c:pt idx="1234">
                  <c:v>40257</c:v>
                </c:pt>
                <c:pt idx="1235">
                  <c:v>40258</c:v>
                </c:pt>
                <c:pt idx="1236">
                  <c:v>40259</c:v>
                </c:pt>
                <c:pt idx="1237">
                  <c:v>40260</c:v>
                </c:pt>
                <c:pt idx="1238">
                  <c:v>40261</c:v>
                </c:pt>
                <c:pt idx="1239">
                  <c:v>40262</c:v>
                </c:pt>
                <c:pt idx="1240">
                  <c:v>40263</c:v>
                </c:pt>
                <c:pt idx="1241">
                  <c:v>40264</c:v>
                </c:pt>
                <c:pt idx="1242">
                  <c:v>40265</c:v>
                </c:pt>
                <c:pt idx="1243">
                  <c:v>40266</c:v>
                </c:pt>
                <c:pt idx="1244">
                  <c:v>40267</c:v>
                </c:pt>
                <c:pt idx="1245">
                  <c:v>40268</c:v>
                </c:pt>
                <c:pt idx="1246">
                  <c:v>40269</c:v>
                </c:pt>
                <c:pt idx="1247">
                  <c:v>40270</c:v>
                </c:pt>
                <c:pt idx="1248">
                  <c:v>40271</c:v>
                </c:pt>
                <c:pt idx="1249">
                  <c:v>40272</c:v>
                </c:pt>
                <c:pt idx="1250">
                  <c:v>40273</c:v>
                </c:pt>
                <c:pt idx="1251">
                  <c:v>40274</c:v>
                </c:pt>
                <c:pt idx="1252">
                  <c:v>40275</c:v>
                </c:pt>
                <c:pt idx="1253">
                  <c:v>40276</c:v>
                </c:pt>
                <c:pt idx="1254">
                  <c:v>40277</c:v>
                </c:pt>
                <c:pt idx="1255">
                  <c:v>40278</c:v>
                </c:pt>
                <c:pt idx="1256">
                  <c:v>40279</c:v>
                </c:pt>
                <c:pt idx="1257">
                  <c:v>40280</c:v>
                </c:pt>
                <c:pt idx="1258">
                  <c:v>40281</c:v>
                </c:pt>
                <c:pt idx="1259">
                  <c:v>40282</c:v>
                </c:pt>
                <c:pt idx="1260">
                  <c:v>40283</c:v>
                </c:pt>
                <c:pt idx="1261">
                  <c:v>40284</c:v>
                </c:pt>
                <c:pt idx="1262">
                  <c:v>40285</c:v>
                </c:pt>
                <c:pt idx="1263">
                  <c:v>40286</c:v>
                </c:pt>
                <c:pt idx="1264">
                  <c:v>40287</c:v>
                </c:pt>
                <c:pt idx="1265">
                  <c:v>40288</c:v>
                </c:pt>
                <c:pt idx="1266">
                  <c:v>40289</c:v>
                </c:pt>
                <c:pt idx="1267">
                  <c:v>40290</c:v>
                </c:pt>
                <c:pt idx="1268">
                  <c:v>40291</c:v>
                </c:pt>
                <c:pt idx="1269">
                  <c:v>40292</c:v>
                </c:pt>
                <c:pt idx="1270">
                  <c:v>40293</c:v>
                </c:pt>
                <c:pt idx="1271">
                  <c:v>40294</c:v>
                </c:pt>
                <c:pt idx="1272">
                  <c:v>40295</c:v>
                </c:pt>
                <c:pt idx="1273">
                  <c:v>40296</c:v>
                </c:pt>
                <c:pt idx="1274">
                  <c:v>40297</c:v>
                </c:pt>
                <c:pt idx="1275">
                  <c:v>40298</c:v>
                </c:pt>
                <c:pt idx="1276">
                  <c:v>40299</c:v>
                </c:pt>
                <c:pt idx="1277">
                  <c:v>40300</c:v>
                </c:pt>
                <c:pt idx="1278">
                  <c:v>40301</c:v>
                </c:pt>
                <c:pt idx="1279">
                  <c:v>40302</c:v>
                </c:pt>
                <c:pt idx="1280">
                  <c:v>40303</c:v>
                </c:pt>
                <c:pt idx="1281">
                  <c:v>40304</c:v>
                </c:pt>
                <c:pt idx="1282">
                  <c:v>40305</c:v>
                </c:pt>
                <c:pt idx="1283">
                  <c:v>40306</c:v>
                </c:pt>
                <c:pt idx="1284">
                  <c:v>40307</c:v>
                </c:pt>
                <c:pt idx="1285">
                  <c:v>40308</c:v>
                </c:pt>
                <c:pt idx="1286">
                  <c:v>40309</c:v>
                </c:pt>
                <c:pt idx="1287">
                  <c:v>40310</c:v>
                </c:pt>
                <c:pt idx="1288">
                  <c:v>40311</c:v>
                </c:pt>
                <c:pt idx="1289">
                  <c:v>40312</c:v>
                </c:pt>
                <c:pt idx="1290">
                  <c:v>40313</c:v>
                </c:pt>
                <c:pt idx="1291">
                  <c:v>40314</c:v>
                </c:pt>
                <c:pt idx="1292">
                  <c:v>40315</c:v>
                </c:pt>
                <c:pt idx="1293">
                  <c:v>40316</c:v>
                </c:pt>
                <c:pt idx="1294">
                  <c:v>40317</c:v>
                </c:pt>
                <c:pt idx="1295">
                  <c:v>40318</c:v>
                </c:pt>
                <c:pt idx="1296">
                  <c:v>40319</c:v>
                </c:pt>
                <c:pt idx="1297">
                  <c:v>40320</c:v>
                </c:pt>
                <c:pt idx="1298">
                  <c:v>40321</c:v>
                </c:pt>
                <c:pt idx="1299">
                  <c:v>40322</c:v>
                </c:pt>
                <c:pt idx="1300">
                  <c:v>40323</c:v>
                </c:pt>
                <c:pt idx="1301">
                  <c:v>40324</c:v>
                </c:pt>
                <c:pt idx="1302">
                  <c:v>40325</c:v>
                </c:pt>
                <c:pt idx="1303">
                  <c:v>40326</c:v>
                </c:pt>
                <c:pt idx="1304">
                  <c:v>40327</c:v>
                </c:pt>
                <c:pt idx="1305">
                  <c:v>40328</c:v>
                </c:pt>
                <c:pt idx="1306">
                  <c:v>40329</c:v>
                </c:pt>
                <c:pt idx="1307">
                  <c:v>40330</c:v>
                </c:pt>
                <c:pt idx="1308">
                  <c:v>40331</c:v>
                </c:pt>
                <c:pt idx="1309">
                  <c:v>40332</c:v>
                </c:pt>
                <c:pt idx="1310">
                  <c:v>40333</c:v>
                </c:pt>
                <c:pt idx="1311">
                  <c:v>40334</c:v>
                </c:pt>
                <c:pt idx="1312">
                  <c:v>40335</c:v>
                </c:pt>
                <c:pt idx="1313">
                  <c:v>40336</c:v>
                </c:pt>
                <c:pt idx="1314">
                  <c:v>40337</c:v>
                </c:pt>
                <c:pt idx="1315">
                  <c:v>40338</c:v>
                </c:pt>
                <c:pt idx="1316">
                  <c:v>40339</c:v>
                </c:pt>
                <c:pt idx="1317">
                  <c:v>40340</c:v>
                </c:pt>
                <c:pt idx="1318">
                  <c:v>40341</c:v>
                </c:pt>
                <c:pt idx="1319">
                  <c:v>40342</c:v>
                </c:pt>
                <c:pt idx="1320">
                  <c:v>40343</c:v>
                </c:pt>
                <c:pt idx="1321">
                  <c:v>40344</c:v>
                </c:pt>
                <c:pt idx="1322">
                  <c:v>40345</c:v>
                </c:pt>
                <c:pt idx="1323">
                  <c:v>40346</c:v>
                </c:pt>
                <c:pt idx="1324">
                  <c:v>40347</c:v>
                </c:pt>
                <c:pt idx="1325">
                  <c:v>40348</c:v>
                </c:pt>
                <c:pt idx="1326">
                  <c:v>40349</c:v>
                </c:pt>
                <c:pt idx="1327">
                  <c:v>40350</c:v>
                </c:pt>
                <c:pt idx="1328">
                  <c:v>40351</c:v>
                </c:pt>
                <c:pt idx="1329">
                  <c:v>40352</c:v>
                </c:pt>
                <c:pt idx="1330">
                  <c:v>40353</c:v>
                </c:pt>
                <c:pt idx="1331">
                  <c:v>40354</c:v>
                </c:pt>
                <c:pt idx="1332">
                  <c:v>40355</c:v>
                </c:pt>
                <c:pt idx="1333">
                  <c:v>40356</c:v>
                </c:pt>
                <c:pt idx="1334">
                  <c:v>40357</c:v>
                </c:pt>
                <c:pt idx="1335">
                  <c:v>40358</c:v>
                </c:pt>
                <c:pt idx="1336">
                  <c:v>40359</c:v>
                </c:pt>
                <c:pt idx="1337">
                  <c:v>40360</c:v>
                </c:pt>
                <c:pt idx="1338">
                  <c:v>40361</c:v>
                </c:pt>
                <c:pt idx="1339">
                  <c:v>40362</c:v>
                </c:pt>
                <c:pt idx="1340">
                  <c:v>40363</c:v>
                </c:pt>
                <c:pt idx="1341">
                  <c:v>40364</c:v>
                </c:pt>
                <c:pt idx="1342">
                  <c:v>40365</c:v>
                </c:pt>
                <c:pt idx="1343">
                  <c:v>40366</c:v>
                </c:pt>
                <c:pt idx="1344">
                  <c:v>40367</c:v>
                </c:pt>
                <c:pt idx="1345">
                  <c:v>40368</c:v>
                </c:pt>
                <c:pt idx="1346">
                  <c:v>40369</c:v>
                </c:pt>
                <c:pt idx="1347">
                  <c:v>40370</c:v>
                </c:pt>
                <c:pt idx="1348">
                  <c:v>40371</c:v>
                </c:pt>
                <c:pt idx="1349">
                  <c:v>40372</c:v>
                </c:pt>
                <c:pt idx="1350">
                  <c:v>40373</c:v>
                </c:pt>
                <c:pt idx="1351">
                  <c:v>40374</c:v>
                </c:pt>
                <c:pt idx="1352">
                  <c:v>40375</c:v>
                </c:pt>
                <c:pt idx="1353">
                  <c:v>40376</c:v>
                </c:pt>
                <c:pt idx="1354">
                  <c:v>40377</c:v>
                </c:pt>
                <c:pt idx="1355">
                  <c:v>40378</c:v>
                </c:pt>
                <c:pt idx="1356">
                  <c:v>40379</c:v>
                </c:pt>
                <c:pt idx="1357">
                  <c:v>40380</c:v>
                </c:pt>
                <c:pt idx="1358">
                  <c:v>40381</c:v>
                </c:pt>
                <c:pt idx="1359">
                  <c:v>40382</c:v>
                </c:pt>
                <c:pt idx="1360">
                  <c:v>40383</c:v>
                </c:pt>
                <c:pt idx="1361">
                  <c:v>40384</c:v>
                </c:pt>
                <c:pt idx="1362">
                  <c:v>40385</c:v>
                </c:pt>
                <c:pt idx="1363">
                  <c:v>40386</c:v>
                </c:pt>
                <c:pt idx="1364">
                  <c:v>40387</c:v>
                </c:pt>
                <c:pt idx="1365">
                  <c:v>40388</c:v>
                </c:pt>
                <c:pt idx="1366">
                  <c:v>40389</c:v>
                </c:pt>
                <c:pt idx="1367">
                  <c:v>40390</c:v>
                </c:pt>
                <c:pt idx="1368">
                  <c:v>40391</c:v>
                </c:pt>
                <c:pt idx="1369">
                  <c:v>40392</c:v>
                </c:pt>
                <c:pt idx="1370">
                  <c:v>40393</c:v>
                </c:pt>
                <c:pt idx="1371">
                  <c:v>40394</c:v>
                </c:pt>
                <c:pt idx="1372">
                  <c:v>40395</c:v>
                </c:pt>
                <c:pt idx="1373">
                  <c:v>40396</c:v>
                </c:pt>
                <c:pt idx="1374">
                  <c:v>40397</c:v>
                </c:pt>
                <c:pt idx="1375">
                  <c:v>40398</c:v>
                </c:pt>
                <c:pt idx="1376">
                  <c:v>40399</c:v>
                </c:pt>
                <c:pt idx="1377">
                  <c:v>40400</c:v>
                </c:pt>
                <c:pt idx="1378">
                  <c:v>40401</c:v>
                </c:pt>
                <c:pt idx="1379">
                  <c:v>40402</c:v>
                </c:pt>
                <c:pt idx="1380">
                  <c:v>40403</c:v>
                </c:pt>
                <c:pt idx="1381">
                  <c:v>40404</c:v>
                </c:pt>
                <c:pt idx="1382">
                  <c:v>40405</c:v>
                </c:pt>
                <c:pt idx="1383">
                  <c:v>40406</c:v>
                </c:pt>
                <c:pt idx="1384">
                  <c:v>40407</c:v>
                </c:pt>
                <c:pt idx="1385">
                  <c:v>40408</c:v>
                </c:pt>
                <c:pt idx="1386">
                  <c:v>40409</c:v>
                </c:pt>
                <c:pt idx="1387">
                  <c:v>40410</c:v>
                </c:pt>
                <c:pt idx="1388">
                  <c:v>40411</c:v>
                </c:pt>
                <c:pt idx="1389">
                  <c:v>40412</c:v>
                </c:pt>
                <c:pt idx="1390">
                  <c:v>40413</c:v>
                </c:pt>
                <c:pt idx="1391">
                  <c:v>40414</c:v>
                </c:pt>
                <c:pt idx="1392">
                  <c:v>40415</c:v>
                </c:pt>
                <c:pt idx="1393">
                  <c:v>40416</c:v>
                </c:pt>
                <c:pt idx="1394">
                  <c:v>40417</c:v>
                </c:pt>
                <c:pt idx="1395">
                  <c:v>40418</c:v>
                </c:pt>
                <c:pt idx="1396">
                  <c:v>40419</c:v>
                </c:pt>
                <c:pt idx="1397">
                  <c:v>40420</c:v>
                </c:pt>
                <c:pt idx="1398">
                  <c:v>40421</c:v>
                </c:pt>
                <c:pt idx="1399">
                  <c:v>40422</c:v>
                </c:pt>
                <c:pt idx="1400">
                  <c:v>40423</c:v>
                </c:pt>
                <c:pt idx="1401">
                  <c:v>40424</c:v>
                </c:pt>
                <c:pt idx="1402">
                  <c:v>40425</c:v>
                </c:pt>
                <c:pt idx="1403">
                  <c:v>40426</c:v>
                </c:pt>
                <c:pt idx="1404">
                  <c:v>40427</c:v>
                </c:pt>
                <c:pt idx="1405">
                  <c:v>40428</c:v>
                </c:pt>
                <c:pt idx="1406">
                  <c:v>40429</c:v>
                </c:pt>
                <c:pt idx="1407">
                  <c:v>40430</c:v>
                </c:pt>
                <c:pt idx="1408">
                  <c:v>40431</c:v>
                </c:pt>
                <c:pt idx="1409">
                  <c:v>40432</c:v>
                </c:pt>
                <c:pt idx="1410">
                  <c:v>40433</c:v>
                </c:pt>
                <c:pt idx="1411">
                  <c:v>40434</c:v>
                </c:pt>
                <c:pt idx="1412">
                  <c:v>40435</c:v>
                </c:pt>
                <c:pt idx="1413">
                  <c:v>40436</c:v>
                </c:pt>
                <c:pt idx="1414">
                  <c:v>40437</c:v>
                </c:pt>
                <c:pt idx="1415">
                  <c:v>40438</c:v>
                </c:pt>
                <c:pt idx="1416">
                  <c:v>40439</c:v>
                </c:pt>
                <c:pt idx="1417">
                  <c:v>40440</c:v>
                </c:pt>
                <c:pt idx="1418">
                  <c:v>40441</c:v>
                </c:pt>
                <c:pt idx="1419">
                  <c:v>40442</c:v>
                </c:pt>
                <c:pt idx="1420">
                  <c:v>40443</c:v>
                </c:pt>
                <c:pt idx="1421">
                  <c:v>40444</c:v>
                </c:pt>
                <c:pt idx="1422">
                  <c:v>40445</c:v>
                </c:pt>
                <c:pt idx="1423">
                  <c:v>40446</c:v>
                </c:pt>
                <c:pt idx="1424">
                  <c:v>40447</c:v>
                </c:pt>
                <c:pt idx="1425">
                  <c:v>40448</c:v>
                </c:pt>
                <c:pt idx="1426">
                  <c:v>40449</c:v>
                </c:pt>
                <c:pt idx="1427">
                  <c:v>40450</c:v>
                </c:pt>
                <c:pt idx="1428">
                  <c:v>40451</c:v>
                </c:pt>
                <c:pt idx="1429">
                  <c:v>40452</c:v>
                </c:pt>
                <c:pt idx="1430">
                  <c:v>40453</c:v>
                </c:pt>
                <c:pt idx="1431">
                  <c:v>40454</c:v>
                </c:pt>
                <c:pt idx="1432">
                  <c:v>40455</c:v>
                </c:pt>
                <c:pt idx="1433">
                  <c:v>40456</c:v>
                </c:pt>
                <c:pt idx="1434">
                  <c:v>40457</c:v>
                </c:pt>
                <c:pt idx="1435">
                  <c:v>40458</c:v>
                </c:pt>
                <c:pt idx="1436">
                  <c:v>40459</c:v>
                </c:pt>
                <c:pt idx="1437">
                  <c:v>40460</c:v>
                </c:pt>
                <c:pt idx="1438">
                  <c:v>40461</c:v>
                </c:pt>
                <c:pt idx="1439">
                  <c:v>40462</c:v>
                </c:pt>
                <c:pt idx="1440">
                  <c:v>40463</c:v>
                </c:pt>
                <c:pt idx="1441">
                  <c:v>40464</c:v>
                </c:pt>
                <c:pt idx="1442">
                  <c:v>40465</c:v>
                </c:pt>
                <c:pt idx="1443">
                  <c:v>40466</c:v>
                </c:pt>
                <c:pt idx="1444">
                  <c:v>40467</c:v>
                </c:pt>
                <c:pt idx="1445">
                  <c:v>40468</c:v>
                </c:pt>
                <c:pt idx="1446">
                  <c:v>40469</c:v>
                </c:pt>
                <c:pt idx="1447">
                  <c:v>40470</c:v>
                </c:pt>
                <c:pt idx="1448">
                  <c:v>40471</c:v>
                </c:pt>
                <c:pt idx="1449">
                  <c:v>40472</c:v>
                </c:pt>
                <c:pt idx="1450">
                  <c:v>40473</c:v>
                </c:pt>
                <c:pt idx="1451">
                  <c:v>40474</c:v>
                </c:pt>
                <c:pt idx="1452">
                  <c:v>40475</c:v>
                </c:pt>
                <c:pt idx="1453">
                  <c:v>40476</c:v>
                </c:pt>
                <c:pt idx="1454">
                  <c:v>40477</c:v>
                </c:pt>
                <c:pt idx="1455">
                  <c:v>40478</c:v>
                </c:pt>
                <c:pt idx="1456">
                  <c:v>40479</c:v>
                </c:pt>
                <c:pt idx="1457">
                  <c:v>40480</c:v>
                </c:pt>
                <c:pt idx="1458">
                  <c:v>40481</c:v>
                </c:pt>
                <c:pt idx="1459">
                  <c:v>40482</c:v>
                </c:pt>
                <c:pt idx="1460">
                  <c:v>40483</c:v>
                </c:pt>
                <c:pt idx="1461">
                  <c:v>40484</c:v>
                </c:pt>
                <c:pt idx="1462">
                  <c:v>40485</c:v>
                </c:pt>
                <c:pt idx="1463">
                  <c:v>40486</c:v>
                </c:pt>
                <c:pt idx="1464">
                  <c:v>40487</c:v>
                </c:pt>
                <c:pt idx="1465">
                  <c:v>40488</c:v>
                </c:pt>
                <c:pt idx="1466">
                  <c:v>40489</c:v>
                </c:pt>
                <c:pt idx="1467">
                  <c:v>40490</c:v>
                </c:pt>
                <c:pt idx="1468">
                  <c:v>40491</c:v>
                </c:pt>
                <c:pt idx="1469">
                  <c:v>40492</c:v>
                </c:pt>
                <c:pt idx="1470">
                  <c:v>40493</c:v>
                </c:pt>
                <c:pt idx="1471">
                  <c:v>40494</c:v>
                </c:pt>
                <c:pt idx="1472">
                  <c:v>40495</c:v>
                </c:pt>
                <c:pt idx="1473">
                  <c:v>40496</c:v>
                </c:pt>
                <c:pt idx="1474">
                  <c:v>40497</c:v>
                </c:pt>
                <c:pt idx="1475">
                  <c:v>40498</c:v>
                </c:pt>
                <c:pt idx="1476">
                  <c:v>40499</c:v>
                </c:pt>
                <c:pt idx="1477">
                  <c:v>40500</c:v>
                </c:pt>
                <c:pt idx="1478">
                  <c:v>40501</c:v>
                </c:pt>
                <c:pt idx="1479">
                  <c:v>40502</c:v>
                </c:pt>
                <c:pt idx="1480">
                  <c:v>40503</c:v>
                </c:pt>
                <c:pt idx="1481">
                  <c:v>40504</c:v>
                </c:pt>
                <c:pt idx="1482">
                  <c:v>40505</c:v>
                </c:pt>
                <c:pt idx="1483">
                  <c:v>40506</c:v>
                </c:pt>
                <c:pt idx="1484">
                  <c:v>40507</c:v>
                </c:pt>
                <c:pt idx="1485">
                  <c:v>40508</c:v>
                </c:pt>
                <c:pt idx="1486">
                  <c:v>40509</c:v>
                </c:pt>
                <c:pt idx="1487">
                  <c:v>40510</c:v>
                </c:pt>
                <c:pt idx="1488">
                  <c:v>40511</c:v>
                </c:pt>
                <c:pt idx="1489">
                  <c:v>40512</c:v>
                </c:pt>
                <c:pt idx="1490">
                  <c:v>40513</c:v>
                </c:pt>
                <c:pt idx="1491">
                  <c:v>40514</c:v>
                </c:pt>
                <c:pt idx="1492">
                  <c:v>40515</c:v>
                </c:pt>
                <c:pt idx="1493">
                  <c:v>40516</c:v>
                </c:pt>
                <c:pt idx="1494">
                  <c:v>40517</c:v>
                </c:pt>
                <c:pt idx="1495">
                  <c:v>40518</c:v>
                </c:pt>
                <c:pt idx="1496">
                  <c:v>40519</c:v>
                </c:pt>
                <c:pt idx="1497">
                  <c:v>40520</c:v>
                </c:pt>
                <c:pt idx="1498">
                  <c:v>40521</c:v>
                </c:pt>
                <c:pt idx="1499">
                  <c:v>40522</c:v>
                </c:pt>
                <c:pt idx="1500">
                  <c:v>40523</c:v>
                </c:pt>
                <c:pt idx="1501">
                  <c:v>40524</c:v>
                </c:pt>
                <c:pt idx="1502">
                  <c:v>40525</c:v>
                </c:pt>
                <c:pt idx="1503">
                  <c:v>40526</c:v>
                </c:pt>
                <c:pt idx="1504">
                  <c:v>40527</c:v>
                </c:pt>
                <c:pt idx="1505">
                  <c:v>40528</c:v>
                </c:pt>
                <c:pt idx="1506">
                  <c:v>40529</c:v>
                </c:pt>
                <c:pt idx="1507">
                  <c:v>40530</c:v>
                </c:pt>
                <c:pt idx="1508">
                  <c:v>40531</c:v>
                </c:pt>
                <c:pt idx="1509">
                  <c:v>40532</c:v>
                </c:pt>
                <c:pt idx="1510">
                  <c:v>40533</c:v>
                </c:pt>
                <c:pt idx="1511">
                  <c:v>40534</c:v>
                </c:pt>
                <c:pt idx="1512">
                  <c:v>40535</c:v>
                </c:pt>
                <c:pt idx="1513">
                  <c:v>40536</c:v>
                </c:pt>
                <c:pt idx="1514">
                  <c:v>40537</c:v>
                </c:pt>
                <c:pt idx="1515">
                  <c:v>40538</c:v>
                </c:pt>
                <c:pt idx="1516">
                  <c:v>40539</c:v>
                </c:pt>
                <c:pt idx="1517">
                  <c:v>40540</c:v>
                </c:pt>
                <c:pt idx="1518">
                  <c:v>40541</c:v>
                </c:pt>
                <c:pt idx="1519">
                  <c:v>40542</c:v>
                </c:pt>
                <c:pt idx="1520">
                  <c:v>40543</c:v>
                </c:pt>
                <c:pt idx="1521">
                  <c:v>40544</c:v>
                </c:pt>
                <c:pt idx="1522">
                  <c:v>40545</c:v>
                </c:pt>
                <c:pt idx="1523">
                  <c:v>40546</c:v>
                </c:pt>
                <c:pt idx="1524">
                  <c:v>40547</c:v>
                </c:pt>
                <c:pt idx="1525">
                  <c:v>40548</c:v>
                </c:pt>
                <c:pt idx="1526">
                  <c:v>40549</c:v>
                </c:pt>
                <c:pt idx="1527">
                  <c:v>40550</c:v>
                </c:pt>
                <c:pt idx="1528">
                  <c:v>40551</c:v>
                </c:pt>
                <c:pt idx="1529">
                  <c:v>40552</c:v>
                </c:pt>
                <c:pt idx="1530">
                  <c:v>40553</c:v>
                </c:pt>
                <c:pt idx="1531">
                  <c:v>40554</c:v>
                </c:pt>
                <c:pt idx="1532">
                  <c:v>40555</c:v>
                </c:pt>
                <c:pt idx="1533">
                  <c:v>40556</c:v>
                </c:pt>
                <c:pt idx="1534">
                  <c:v>40557</c:v>
                </c:pt>
                <c:pt idx="1535">
                  <c:v>40558</c:v>
                </c:pt>
                <c:pt idx="1536">
                  <c:v>40559</c:v>
                </c:pt>
                <c:pt idx="1537">
                  <c:v>40560</c:v>
                </c:pt>
                <c:pt idx="1538">
                  <c:v>40561</c:v>
                </c:pt>
                <c:pt idx="1539">
                  <c:v>40562</c:v>
                </c:pt>
                <c:pt idx="1540">
                  <c:v>40563</c:v>
                </c:pt>
                <c:pt idx="1541">
                  <c:v>40564</c:v>
                </c:pt>
                <c:pt idx="1542">
                  <c:v>40565</c:v>
                </c:pt>
                <c:pt idx="1543">
                  <c:v>40566</c:v>
                </c:pt>
                <c:pt idx="1544">
                  <c:v>40567</c:v>
                </c:pt>
                <c:pt idx="1545">
                  <c:v>40568</c:v>
                </c:pt>
                <c:pt idx="1546">
                  <c:v>40569</c:v>
                </c:pt>
                <c:pt idx="1547">
                  <c:v>40570</c:v>
                </c:pt>
                <c:pt idx="1548">
                  <c:v>40571</c:v>
                </c:pt>
                <c:pt idx="1549">
                  <c:v>40572</c:v>
                </c:pt>
                <c:pt idx="1550">
                  <c:v>40573</c:v>
                </c:pt>
                <c:pt idx="1551">
                  <c:v>40574</c:v>
                </c:pt>
                <c:pt idx="1552">
                  <c:v>40575</c:v>
                </c:pt>
                <c:pt idx="1553">
                  <c:v>40576</c:v>
                </c:pt>
                <c:pt idx="1554">
                  <c:v>40577</c:v>
                </c:pt>
                <c:pt idx="1555">
                  <c:v>40578</c:v>
                </c:pt>
                <c:pt idx="1556">
                  <c:v>40579</c:v>
                </c:pt>
                <c:pt idx="1557">
                  <c:v>40580</c:v>
                </c:pt>
                <c:pt idx="1558">
                  <c:v>40581</c:v>
                </c:pt>
                <c:pt idx="1559">
                  <c:v>40582</c:v>
                </c:pt>
                <c:pt idx="1560">
                  <c:v>40583</c:v>
                </c:pt>
                <c:pt idx="1561">
                  <c:v>40584</c:v>
                </c:pt>
                <c:pt idx="1562">
                  <c:v>40585</c:v>
                </c:pt>
                <c:pt idx="1563">
                  <c:v>40586</c:v>
                </c:pt>
                <c:pt idx="1564">
                  <c:v>40587</c:v>
                </c:pt>
                <c:pt idx="1565">
                  <c:v>40588</c:v>
                </c:pt>
                <c:pt idx="1566">
                  <c:v>40589</c:v>
                </c:pt>
                <c:pt idx="1567">
                  <c:v>40590</c:v>
                </c:pt>
                <c:pt idx="1568">
                  <c:v>40591</c:v>
                </c:pt>
                <c:pt idx="1569">
                  <c:v>40592</c:v>
                </c:pt>
                <c:pt idx="1570">
                  <c:v>40593</c:v>
                </c:pt>
                <c:pt idx="1571">
                  <c:v>40594</c:v>
                </c:pt>
                <c:pt idx="1572">
                  <c:v>40595</c:v>
                </c:pt>
                <c:pt idx="1573">
                  <c:v>40596</c:v>
                </c:pt>
                <c:pt idx="1574">
                  <c:v>40597</c:v>
                </c:pt>
                <c:pt idx="1575">
                  <c:v>40598</c:v>
                </c:pt>
                <c:pt idx="1576">
                  <c:v>40599</c:v>
                </c:pt>
                <c:pt idx="1577">
                  <c:v>40600</c:v>
                </c:pt>
                <c:pt idx="1578">
                  <c:v>40601</c:v>
                </c:pt>
                <c:pt idx="1579">
                  <c:v>40602</c:v>
                </c:pt>
                <c:pt idx="1580">
                  <c:v>40603</c:v>
                </c:pt>
                <c:pt idx="1581">
                  <c:v>40604</c:v>
                </c:pt>
                <c:pt idx="1582">
                  <c:v>40605</c:v>
                </c:pt>
                <c:pt idx="1583">
                  <c:v>40606</c:v>
                </c:pt>
                <c:pt idx="1584">
                  <c:v>40607</c:v>
                </c:pt>
                <c:pt idx="1585">
                  <c:v>40608</c:v>
                </c:pt>
                <c:pt idx="1586">
                  <c:v>40609</c:v>
                </c:pt>
                <c:pt idx="1587">
                  <c:v>40610</c:v>
                </c:pt>
                <c:pt idx="1588">
                  <c:v>40611</c:v>
                </c:pt>
                <c:pt idx="1589">
                  <c:v>40612</c:v>
                </c:pt>
                <c:pt idx="1590">
                  <c:v>40613</c:v>
                </c:pt>
                <c:pt idx="1591">
                  <c:v>40614</c:v>
                </c:pt>
                <c:pt idx="1592">
                  <c:v>40615</c:v>
                </c:pt>
                <c:pt idx="1593">
                  <c:v>40616</c:v>
                </c:pt>
                <c:pt idx="1594">
                  <c:v>40617</c:v>
                </c:pt>
                <c:pt idx="1595">
                  <c:v>40618</c:v>
                </c:pt>
                <c:pt idx="1596">
                  <c:v>40619</c:v>
                </c:pt>
                <c:pt idx="1597">
                  <c:v>40620</c:v>
                </c:pt>
                <c:pt idx="1598">
                  <c:v>40621</c:v>
                </c:pt>
                <c:pt idx="1599">
                  <c:v>40622</c:v>
                </c:pt>
                <c:pt idx="1600">
                  <c:v>40623</c:v>
                </c:pt>
                <c:pt idx="1601">
                  <c:v>40624</c:v>
                </c:pt>
                <c:pt idx="1602">
                  <c:v>40625</c:v>
                </c:pt>
                <c:pt idx="1603">
                  <c:v>40626</c:v>
                </c:pt>
                <c:pt idx="1604">
                  <c:v>40627</c:v>
                </c:pt>
                <c:pt idx="1605">
                  <c:v>40628</c:v>
                </c:pt>
                <c:pt idx="1606">
                  <c:v>40629</c:v>
                </c:pt>
                <c:pt idx="1607">
                  <c:v>40630</c:v>
                </c:pt>
                <c:pt idx="1608">
                  <c:v>40631</c:v>
                </c:pt>
                <c:pt idx="1609">
                  <c:v>40632</c:v>
                </c:pt>
                <c:pt idx="1610">
                  <c:v>40633</c:v>
                </c:pt>
                <c:pt idx="1611">
                  <c:v>40634</c:v>
                </c:pt>
                <c:pt idx="1612">
                  <c:v>40635</c:v>
                </c:pt>
                <c:pt idx="1613">
                  <c:v>40636</c:v>
                </c:pt>
                <c:pt idx="1614">
                  <c:v>40637</c:v>
                </c:pt>
                <c:pt idx="1615">
                  <c:v>40638</c:v>
                </c:pt>
                <c:pt idx="1616">
                  <c:v>40639</c:v>
                </c:pt>
                <c:pt idx="1617">
                  <c:v>40640</c:v>
                </c:pt>
                <c:pt idx="1618">
                  <c:v>40641</c:v>
                </c:pt>
                <c:pt idx="1619">
                  <c:v>40642</c:v>
                </c:pt>
                <c:pt idx="1620">
                  <c:v>40643</c:v>
                </c:pt>
                <c:pt idx="1621">
                  <c:v>40644</c:v>
                </c:pt>
                <c:pt idx="1622">
                  <c:v>40645</c:v>
                </c:pt>
                <c:pt idx="1623">
                  <c:v>40646</c:v>
                </c:pt>
                <c:pt idx="1624">
                  <c:v>40647</c:v>
                </c:pt>
                <c:pt idx="1625">
                  <c:v>40648</c:v>
                </c:pt>
                <c:pt idx="1626">
                  <c:v>40649</c:v>
                </c:pt>
                <c:pt idx="1627">
                  <c:v>40650</c:v>
                </c:pt>
                <c:pt idx="1628">
                  <c:v>40651</c:v>
                </c:pt>
                <c:pt idx="1629">
                  <c:v>40652</c:v>
                </c:pt>
                <c:pt idx="1630">
                  <c:v>40653</c:v>
                </c:pt>
                <c:pt idx="1631">
                  <c:v>40654</c:v>
                </c:pt>
                <c:pt idx="1632">
                  <c:v>40655</c:v>
                </c:pt>
                <c:pt idx="1633">
                  <c:v>40656</c:v>
                </c:pt>
                <c:pt idx="1634">
                  <c:v>40657</c:v>
                </c:pt>
                <c:pt idx="1635">
                  <c:v>40658</c:v>
                </c:pt>
                <c:pt idx="1636">
                  <c:v>40659</c:v>
                </c:pt>
                <c:pt idx="1637">
                  <c:v>40660</c:v>
                </c:pt>
                <c:pt idx="1638">
                  <c:v>40661</c:v>
                </c:pt>
                <c:pt idx="1639">
                  <c:v>40662</c:v>
                </c:pt>
                <c:pt idx="1640">
                  <c:v>40663</c:v>
                </c:pt>
                <c:pt idx="1641">
                  <c:v>40664</c:v>
                </c:pt>
                <c:pt idx="1642">
                  <c:v>40665</c:v>
                </c:pt>
                <c:pt idx="1643">
                  <c:v>40666</c:v>
                </c:pt>
                <c:pt idx="1644">
                  <c:v>40667</c:v>
                </c:pt>
                <c:pt idx="1645">
                  <c:v>40668</c:v>
                </c:pt>
                <c:pt idx="1646">
                  <c:v>40669</c:v>
                </c:pt>
                <c:pt idx="1647">
                  <c:v>40670</c:v>
                </c:pt>
                <c:pt idx="1648">
                  <c:v>40671</c:v>
                </c:pt>
                <c:pt idx="1649">
                  <c:v>40672</c:v>
                </c:pt>
                <c:pt idx="1650">
                  <c:v>40673</c:v>
                </c:pt>
                <c:pt idx="1651">
                  <c:v>40674</c:v>
                </c:pt>
                <c:pt idx="1652">
                  <c:v>40675</c:v>
                </c:pt>
                <c:pt idx="1653">
                  <c:v>40676</c:v>
                </c:pt>
                <c:pt idx="1654">
                  <c:v>40677</c:v>
                </c:pt>
                <c:pt idx="1655">
                  <c:v>40678</c:v>
                </c:pt>
                <c:pt idx="1656">
                  <c:v>40679</c:v>
                </c:pt>
                <c:pt idx="1657">
                  <c:v>40680</c:v>
                </c:pt>
                <c:pt idx="1658">
                  <c:v>40681</c:v>
                </c:pt>
                <c:pt idx="1659">
                  <c:v>40682</c:v>
                </c:pt>
                <c:pt idx="1660">
                  <c:v>40683</c:v>
                </c:pt>
                <c:pt idx="1661">
                  <c:v>40684</c:v>
                </c:pt>
                <c:pt idx="1662">
                  <c:v>40685</c:v>
                </c:pt>
                <c:pt idx="1663">
                  <c:v>40686</c:v>
                </c:pt>
                <c:pt idx="1664">
                  <c:v>40687</c:v>
                </c:pt>
                <c:pt idx="1665">
                  <c:v>40688</c:v>
                </c:pt>
                <c:pt idx="1666">
                  <c:v>40689</c:v>
                </c:pt>
                <c:pt idx="1667">
                  <c:v>40690</c:v>
                </c:pt>
                <c:pt idx="1668">
                  <c:v>40691</c:v>
                </c:pt>
                <c:pt idx="1669">
                  <c:v>40692</c:v>
                </c:pt>
                <c:pt idx="1670">
                  <c:v>40693</c:v>
                </c:pt>
                <c:pt idx="1671">
                  <c:v>40694</c:v>
                </c:pt>
                <c:pt idx="1672">
                  <c:v>40695</c:v>
                </c:pt>
                <c:pt idx="1673">
                  <c:v>40696</c:v>
                </c:pt>
                <c:pt idx="1674">
                  <c:v>40697</c:v>
                </c:pt>
                <c:pt idx="1675">
                  <c:v>40698</c:v>
                </c:pt>
                <c:pt idx="1676">
                  <c:v>40699</c:v>
                </c:pt>
                <c:pt idx="1677">
                  <c:v>40700</c:v>
                </c:pt>
                <c:pt idx="1678">
                  <c:v>40701</c:v>
                </c:pt>
                <c:pt idx="1679">
                  <c:v>40702</c:v>
                </c:pt>
                <c:pt idx="1680">
                  <c:v>40703</c:v>
                </c:pt>
                <c:pt idx="1681">
                  <c:v>40704</c:v>
                </c:pt>
                <c:pt idx="1682">
                  <c:v>40705</c:v>
                </c:pt>
                <c:pt idx="1683">
                  <c:v>40706</c:v>
                </c:pt>
                <c:pt idx="1684">
                  <c:v>40707</c:v>
                </c:pt>
                <c:pt idx="1685">
                  <c:v>40708</c:v>
                </c:pt>
                <c:pt idx="1686">
                  <c:v>40709</c:v>
                </c:pt>
                <c:pt idx="1687">
                  <c:v>40710</c:v>
                </c:pt>
                <c:pt idx="1688">
                  <c:v>40711</c:v>
                </c:pt>
                <c:pt idx="1689">
                  <c:v>40712</c:v>
                </c:pt>
                <c:pt idx="1690">
                  <c:v>40713</c:v>
                </c:pt>
                <c:pt idx="1691">
                  <c:v>40714</c:v>
                </c:pt>
                <c:pt idx="1692">
                  <c:v>40715</c:v>
                </c:pt>
                <c:pt idx="1693">
                  <c:v>40716</c:v>
                </c:pt>
                <c:pt idx="1694">
                  <c:v>40717</c:v>
                </c:pt>
                <c:pt idx="1695">
                  <c:v>40718</c:v>
                </c:pt>
                <c:pt idx="1696">
                  <c:v>40719</c:v>
                </c:pt>
                <c:pt idx="1697">
                  <c:v>40720</c:v>
                </c:pt>
                <c:pt idx="1698">
                  <c:v>40721</c:v>
                </c:pt>
                <c:pt idx="1699">
                  <c:v>40722</c:v>
                </c:pt>
                <c:pt idx="1700">
                  <c:v>40723</c:v>
                </c:pt>
                <c:pt idx="1701">
                  <c:v>40724</c:v>
                </c:pt>
                <c:pt idx="1702">
                  <c:v>40725</c:v>
                </c:pt>
                <c:pt idx="1703">
                  <c:v>40726</c:v>
                </c:pt>
                <c:pt idx="1704">
                  <c:v>40727</c:v>
                </c:pt>
                <c:pt idx="1705">
                  <c:v>40728</c:v>
                </c:pt>
                <c:pt idx="1706">
                  <c:v>40729</c:v>
                </c:pt>
                <c:pt idx="1707">
                  <c:v>40730</c:v>
                </c:pt>
                <c:pt idx="1708">
                  <c:v>40731</c:v>
                </c:pt>
                <c:pt idx="1709">
                  <c:v>40732</c:v>
                </c:pt>
                <c:pt idx="1710">
                  <c:v>40733</c:v>
                </c:pt>
                <c:pt idx="1711">
                  <c:v>40734</c:v>
                </c:pt>
                <c:pt idx="1712">
                  <c:v>40735</c:v>
                </c:pt>
                <c:pt idx="1713">
                  <c:v>40736</c:v>
                </c:pt>
                <c:pt idx="1714">
                  <c:v>40737</c:v>
                </c:pt>
                <c:pt idx="1715">
                  <c:v>40738</c:v>
                </c:pt>
                <c:pt idx="1716">
                  <c:v>40739</c:v>
                </c:pt>
                <c:pt idx="1717">
                  <c:v>40740</c:v>
                </c:pt>
                <c:pt idx="1718">
                  <c:v>40741</c:v>
                </c:pt>
                <c:pt idx="1719">
                  <c:v>40742</c:v>
                </c:pt>
                <c:pt idx="1720">
                  <c:v>40743</c:v>
                </c:pt>
                <c:pt idx="1721">
                  <c:v>40744</c:v>
                </c:pt>
                <c:pt idx="1722">
                  <c:v>40745</c:v>
                </c:pt>
                <c:pt idx="1723">
                  <c:v>40746</c:v>
                </c:pt>
                <c:pt idx="1724">
                  <c:v>40747</c:v>
                </c:pt>
                <c:pt idx="1725">
                  <c:v>40748</c:v>
                </c:pt>
                <c:pt idx="1726">
                  <c:v>40749</c:v>
                </c:pt>
                <c:pt idx="1727">
                  <c:v>40750</c:v>
                </c:pt>
                <c:pt idx="1728">
                  <c:v>40751</c:v>
                </c:pt>
                <c:pt idx="1729">
                  <c:v>40752</c:v>
                </c:pt>
                <c:pt idx="1730">
                  <c:v>40753</c:v>
                </c:pt>
                <c:pt idx="1731">
                  <c:v>40754</c:v>
                </c:pt>
                <c:pt idx="1732">
                  <c:v>40755</c:v>
                </c:pt>
                <c:pt idx="1733">
                  <c:v>40756</c:v>
                </c:pt>
                <c:pt idx="1734">
                  <c:v>40757</c:v>
                </c:pt>
                <c:pt idx="1735">
                  <c:v>40758</c:v>
                </c:pt>
                <c:pt idx="1736">
                  <c:v>40759</c:v>
                </c:pt>
                <c:pt idx="1737">
                  <c:v>40760</c:v>
                </c:pt>
                <c:pt idx="1738">
                  <c:v>40761</c:v>
                </c:pt>
                <c:pt idx="1739">
                  <c:v>40762</c:v>
                </c:pt>
                <c:pt idx="1740">
                  <c:v>40763</c:v>
                </c:pt>
                <c:pt idx="1741">
                  <c:v>40764</c:v>
                </c:pt>
                <c:pt idx="1742">
                  <c:v>40765</c:v>
                </c:pt>
                <c:pt idx="1743">
                  <c:v>40766</c:v>
                </c:pt>
                <c:pt idx="1744">
                  <c:v>40767</c:v>
                </c:pt>
                <c:pt idx="1745">
                  <c:v>40768</c:v>
                </c:pt>
                <c:pt idx="1746">
                  <c:v>40769</c:v>
                </c:pt>
                <c:pt idx="1747">
                  <c:v>40770</c:v>
                </c:pt>
                <c:pt idx="1748">
                  <c:v>40771</c:v>
                </c:pt>
                <c:pt idx="1749">
                  <c:v>40772</c:v>
                </c:pt>
                <c:pt idx="1750">
                  <c:v>40773</c:v>
                </c:pt>
                <c:pt idx="1751">
                  <c:v>40774</c:v>
                </c:pt>
                <c:pt idx="1752">
                  <c:v>40775</c:v>
                </c:pt>
                <c:pt idx="1753">
                  <c:v>40776</c:v>
                </c:pt>
                <c:pt idx="1754">
                  <c:v>40777</c:v>
                </c:pt>
                <c:pt idx="1755">
                  <c:v>40778</c:v>
                </c:pt>
                <c:pt idx="1756">
                  <c:v>40779</c:v>
                </c:pt>
                <c:pt idx="1757">
                  <c:v>40780</c:v>
                </c:pt>
                <c:pt idx="1758">
                  <c:v>40781</c:v>
                </c:pt>
                <c:pt idx="1759">
                  <c:v>40782</c:v>
                </c:pt>
                <c:pt idx="1760">
                  <c:v>40783</c:v>
                </c:pt>
                <c:pt idx="1761">
                  <c:v>40784</c:v>
                </c:pt>
                <c:pt idx="1762">
                  <c:v>40785</c:v>
                </c:pt>
                <c:pt idx="1763">
                  <c:v>40786</c:v>
                </c:pt>
                <c:pt idx="1764">
                  <c:v>40787</c:v>
                </c:pt>
                <c:pt idx="1765">
                  <c:v>40788</c:v>
                </c:pt>
                <c:pt idx="1766">
                  <c:v>40789</c:v>
                </c:pt>
                <c:pt idx="1767">
                  <c:v>40790</c:v>
                </c:pt>
                <c:pt idx="1768">
                  <c:v>40791</c:v>
                </c:pt>
                <c:pt idx="1769">
                  <c:v>40792</c:v>
                </c:pt>
                <c:pt idx="1770">
                  <c:v>40793</c:v>
                </c:pt>
                <c:pt idx="1771">
                  <c:v>40794</c:v>
                </c:pt>
                <c:pt idx="1772">
                  <c:v>40795</c:v>
                </c:pt>
                <c:pt idx="1773">
                  <c:v>40796</c:v>
                </c:pt>
                <c:pt idx="1774">
                  <c:v>40797</c:v>
                </c:pt>
                <c:pt idx="1775">
                  <c:v>40798</c:v>
                </c:pt>
                <c:pt idx="1776">
                  <c:v>40799</c:v>
                </c:pt>
                <c:pt idx="1777">
                  <c:v>40800</c:v>
                </c:pt>
                <c:pt idx="1778">
                  <c:v>40801</c:v>
                </c:pt>
                <c:pt idx="1779">
                  <c:v>40802</c:v>
                </c:pt>
                <c:pt idx="1780">
                  <c:v>40803</c:v>
                </c:pt>
                <c:pt idx="1781">
                  <c:v>40804</c:v>
                </c:pt>
                <c:pt idx="1782">
                  <c:v>40805</c:v>
                </c:pt>
                <c:pt idx="1783">
                  <c:v>40806</c:v>
                </c:pt>
                <c:pt idx="1784">
                  <c:v>40807</c:v>
                </c:pt>
                <c:pt idx="1785">
                  <c:v>40808</c:v>
                </c:pt>
                <c:pt idx="1786">
                  <c:v>40809</c:v>
                </c:pt>
                <c:pt idx="1787">
                  <c:v>40810</c:v>
                </c:pt>
                <c:pt idx="1788">
                  <c:v>40811</c:v>
                </c:pt>
                <c:pt idx="1789">
                  <c:v>40812</c:v>
                </c:pt>
                <c:pt idx="1790">
                  <c:v>40813</c:v>
                </c:pt>
                <c:pt idx="1791">
                  <c:v>40814</c:v>
                </c:pt>
                <c:pt idx="1792">
                  <c:v>40815</c:v>
                </c:pt>
                <c:pt idx="1793">
                  <c:v>40816</c:v>
                </c:pt>
                <c:pt idx="1794">
                  <c:v>40817</c:v>
                </c:pt>
                <c:pt idx="1795">
                  <c:v>40818</c:v>
                </c:pt>
                <c:pt idx="1796">
                  <c:v>40819</c:v>
                </c:pt>
                <c:pt idx="1797">
                  <c:v>40820</c:v>
                </c:pt>
                <c:pt idx="1798">
                  <c:v>40821</c:v>
                </c:pt>
                <c:pt idx="1799">
                  <c:v>40822</c:v>
                </c:pt>
                <c:pt idx="1800">
                  <c:v>40823</c:v>
                </c:pt>
                <c:pt idx="1801">
                  <c:v>40824</c:v>
                </c:pt>
                <c:pt idx="1802">
                  <c:v>40825</c:v>
                </c:pt>
                <c:pt idx="1803">
                  <c:v>40826</c:v>
                </c:pt>
                <c:pt idx="1804">
                  <c:v>40827</c:v>
                </c:pt>
                <c:pt idx="1805">
                  <c:v>40828</c:v>
                </c:pt>
                <c:pt idx="1806">
                  <c:v>40829</c:v>
                </c:pt>
                <c:pt idx="1807">
                  <c:v>40830</c:v>
                </c:pt>
                <c:pt idx="1808">
                  <c:v>40831</c:v>
                </c:pt>
                <c:pt idx="1809">
                  <c:v>40832</c:v>
                </c:pt>
                <c:pt idx="1810">
                  <c:v>40833</c:v>
                </c:pt>
                <c:pt idx="1811">
                  <c:v>40834</c:v>
                </c:pt>
                <c:pt idx="1812">
                  <c:v>40835</c:v>
                </c:pt>
                <c:pt idx="1813">
                  <c:v>40836</c:v>
                </c:pt>
                <c:pt idx="1814">
                  <c:v>40837</c:v>
                </c:pt>
                <c:pt idx="1815">
                  <c:v>40838</c:v>
                </c:pt>
                <c:pt idx="1816">
                  <c:v>40839</c:v>
                </c:pt>
                <c:pt idx="1817">
                  <c:v>40840</c:v>
                </c:pt>
                <c:pt idx="1818">
                  <c:v>40841</c:v>
                </c:pt>
                <c:pt idx="1819">
                  <c:v>40842</c:v>
                </c:pt>
                <c:pt idx="1820">
                  <c:v>40843</c:v>
                </c:pt>
                <c:pt idx="1821">
                  <c:v>40844</c:v>
                </c:pt>
                <c:pt idx="1822">
                  <c:v>40845</c:v>
                </c:pt>
                <c:pt idx="1823">
                  <c:v>40846</c:v>
                </c:pt>
                <c:pt idx="1824">
                  <c:v>40847</c:v>
                </c:pt>
                <c:pt idx="1825">
                  <c:v>40848</c:v>
                </c:pt>
                <c:pt idx="1826">
                  <c:v>40849</c:v>
                </c:pt>
                <c:pt idx="1827">
                  <c:v>40850</c:v>
                </c:pt>
                <c:pt idx="1828">
                  <c:v>40851</c:v>
                </c:pt>
                <c:pt idx="1829">
                  <c:v>40852</c:v>
                </c:pt>
                <c:pt idx="1830">
                  <c:v>40853</c:v>
                </c:pt>
                <c:pt idx="1831">
                  <c:v>40854</c:v>
                </c:pt>
                <c:pt idx="1832">
                  <c:v>40855</c:v>
                </c:pt>
                <c:pt idx="1833">
                  <c:v>40856</c:v>
                </c:pt>
                <c:pt idx="1834">
                  <c:v>40857</c:v>
                </c:pt>
                <c:pt idx="1835">
                  <c:v>40858</c:v>
                </c:pt>
                <c:pt idx="1836">
                  <c:v>40859</c:v>
                </c:pt>
                <c:pt idx="1837">
                  <c:v>40860</c:v>
                </c:pt>
                <c:pt idx="1838">
                  <c:v>40861</c:v>
                </c:pt>
                <c:pt idx="1839">
                  <c:v>40862</c:v>
                </c:pt>
                <c:pt idx="1840">
                  <c:v>40863</c:v>
                </c:pt>
                <c:pt idx="1841">
                  <c:v>40864</c:v>
                </c:pt>
                <c:pt idx="1842">
                  <c:v>40865</c:v>
                </c:pt>
                <c:pt idx="1843">
                  <c:v>40866</c:v>
                </c:pt>
                <c:pt idx="1844">
                  <c:v>40867</c:v>
                </c:pt>
                <c:pt idx="1845">
                  <c:v>40868</c:v>
                </c:pt>
                <c:pt idx="1846">
                  <c:v>40869</c:v>
                </c:pt>
                <c:pt idx="1847">
                  <c:v>40870</c:v>
                </c:pt>
                <c:pt idx="1848">
                  <c:v>40871</c:v>
                </c:pt>
                <c:pt idx="1849">
                  <c:v>40872</c:v>
                </c:pt>
                <c:pt idx="1850">
                  <c:v>40873</c:v>
                </c:pt>
                <c:pt idx="1851">
                  <c:v>40874</c:v>
                </c:pt>
                <c:pt idx="1852">
                  <c:v>40875</c:v>
                </c:pt>
                <c:pt idx="1853">
                  <c:v>40876</c:v>
                </c:pt>
                <c:pt idx="1854">
                  <c:v>40877</c:v>
                </c:pt>
                <c:pt idx="1855">
                  <c:v>40878</c:v>
                </c:pt>
                <c:pt idx="1856">
                  <c:v>40879</c:v>
                </c:pt>
                <c:pt idx="1857">
                  <c:v>40880</c:v>
                </c:pt>
                <c:pt idx="1858">
                  <c:v>40881</c:v>
                </c:pt>
                <c:pt idx="1859">
                  <c:v>40882</c:v>
                </c:pt>
                <c:pt idx="1860">
                  <c:v>40883</c:v>
                </c:pt>
                <c:pt idx="1861">
                  <c:v>40884</c:v>
                </c:pt>
                <c:pt idx="1862">
                  <c:v>40885</c:v>
                </c:pt>
                <c:pt idx="1863">
                  <c:v>40886</c:v>
                </c:pt>
                <c:pt idx="1864">
                  <c:v>40887</c:v>
                </c:pt>
                <c:pt idx="1865">
                  <c:v>40888</c:v>
                </c:pt>
                <c:pt idx="1866">
                  <c:v>40889</c:v>
                </c:pt>
                <c:pt idx="1867">
                  <c:v>40890</c:v>
                </c:pt>
                <c:pt idx="1868">
                  <c:v>40891</c:v>
                </c:pt>
                <c:pt idx="1869">
                  <c:v>40892</c:v>
                </c:pt>
                <c:pt idx="1870">
                  <c:v>40893</c:v>
                </c:pt>
                <c:pt idx="1871">
                  <c:v>40894</c:v>
                </c:pt>
                <c:pt idx="1872">
                  <c:v>40895</c:v>
                </c:pt>
                <c:pt idx="1873">
                  <c:v>40896</c:v>
                </c:pt>
                <c:pt idx="1874">
                  <c:v>40897</c:v>
                </c:pt>
                <c:pt idx="1875">
                  <c:v>40898</c:v>
                </c:pt>
                <c:pt idx="1876">
                  <c:v>40899</c:v>
                </c:pt>
                <c:pt idx="1877">
                  <c:v>40900</c:v>
                </c:pt>
                <c:pt idx="1878">
                  <c:v>40901</c:v>
                </c:pt>
                <c:pt idx="1879">
                  <c:v>40902</c:v>
                </c:pt>
                <c:pt idx="1880">
                  <c:v>40903</c:v>
                </c:pt>
                <c:pt idx="1881">
                  <c:v>40904</c:v>
                </c:pt>
                <c:pt idx="1882">
                  <c:v>40905</c:v>
                </c:pt>
                <c:pt idx="1883">
                  <c:v>40906</c:v>
                </c:pt>
                <c:pt idx="1884">
                  <c:v>40907</c:v>
                </c:pt>
                <c:pt idx="1885">
                  <c:v>40908</c:v>
                </c:pt>
                <c:pt idx="1886">
                  <c:v>40909</c:v>
                </c:pt>
                <c:pt idx="1887">
                  <c:v>40910</c:v>
                </c:pt>
                <c:pt idx="1888">
                  <c:v>40911</c:v>
                </c:pt>
                <c:pt idx="1889">
                  <c:v>40912</c:v>
                </c:pt>
                <c:pt idx="1890">
                  <c:v>40913</c:v>
                </c:pt>
                <c:pt idx="1891">
                  <c:v>40914</c:v>
                </c:pt>
                <c:pt idx="1892">
                  <c:v>40915</c:v>
                </c:pt>
                <c:pt idx="1893">
                  <c:v>40916</c:v>
                </c:pt>
                <c:pt idx="1894">
                  <c:v>40917</c:v>
                </c:pt>
                <c:pt idx="1895">
                  <c:v>40918</c:v>
                </c:pt>
                <c:pt idx="1896">
                  <c:v>40919</c:v>
                </c:pt>
                <c:pt idx="1897">
                  <c:v>40920</c:v>
                </c:pt>
                <c:pt idx="1898">
                  <c:v>40921</c:v>
                </c:pt>
                <c:pt idx="1899">
                  <c:v>40922</c:v>
                </c:pt>
                <c:pt idx="1900">
                  <c:v>40923</c:v>
                </c:pt>
                <c:pt idx="1901">
                  <c:v>40924</c:v>
                </c:pt>
                <c:pt idx="1902">
                  <c:v>40925</c:v>
                </c:pt>
                <c:pt idx="1903">
                  <c:v>40926</c:v>
                </c:pt>
                <c:pt idx="1904">
                  <c:v>40927</c:v>
                </c:pt>
                <c:pt idx="1905">
                  <c:v>40928</c:v>
                </c:pt>
                <c:pt idx="1906">
                  <c:v>40929</c:v>
                </c:pt>
                <c:pt idx="1907">
                  <c:v>40930</c:v>
                </c:pt>
                <c:pt idx="1908">
                  <c:v>40931</c:v>
                </c:pt>
                <c:pt idx="1909">
                  <c:v>40932</c:v>
                </c:pt>
                <c:pt idx="1910">
                  <c:v>40933</c:v>
                </c:pt>
                <c:pt idx="1911">
                  <c:v>40934</c:v>
                </c:pt>
                <c:pt idx="1912">
                  <c:v>40935</c:v>
                </c:pt>
                <c:pt idx="1913">
                  <c:v>40936</c:v>
                </c:pt>
                <c:pt idx="1914">
                  <c:v>40937</c:v>
                </c:pt>
                <c:pt idx="1915">
                  <c:v>40938</c:v>
                </c:pt>
                <c:pt idx="1916">
                  <c:v>40939</c:v>
                </c:pt>
                <c:pt idx="1917">
                  <c:v>40940</c:v>
                </c:pt>
                <c:pt idx="1918">
                  <c:v>40941</c:v>
                </c:pt>
                <c:pt idx="1919">
                  <c:v>40942</c:v>
                </c:pt>
                <c:pt idx="1920">
                  <c:v>40943</c:v>
                </c:pt>
                <c:pt idx="1921">
                  <c:v>40944</c:v>
                </c:pt>
                <c:pt idx="1922">
                  <c:v>40945</c:v>
                </c:pt>
                <c:pt idx="1923">
                  <c:v>40946</c:v>
                </c:pt>
                <c:pt idx="1924">
                  <c:v>40947</c:v>
                </c:pt>
                <c:pt idx="1925">
                  <c:v>40948</c:v>
                </c:pt>
                <c:pt idx="1926">
                  <c:v>40949</c:v>
                </c:pt>
                <c:pt idx="1927">
                  <c:v>40950</c:v>
                </c:pt>
                <c:pt idx="1928">
                  <c:v>40951</c:v>
                </c:pt>
                <c:pt idx="1929">
                  <c:v>40952</c:v>
                </c:pt>
                <c:pt idx="1930">
                  <c:v>40953</c:v>
                </c:pt>
                <c:pt idx="1931">
                  <c:v>40954</c:v>
                </c:pt>
                <c:pt idx="1932">
                  <c:v>40955</c:v>
                </c:pt>
                <c:pt idx="1933">
                  <c:v>40956</c:v>
                </c:pt>
                <c:pt idx="1934">
                  <c:v>40957</c:v>
                </c:pt>
                <c:pt idx="1935">
                  <c:v>40958</c:v>
                </c:pt>
                <c:pt idx="1936">
                  <c:v>40959</c:v>
                </c:pt>
                <c:pt idx="1937">
                  <c:v>40960</c:v>
                </c:pt>
                <c:pt idx="1938">
                  <c:v>40961</c:v>
                </c:pt>
                <c:pt idx="1939">
                  <c:v>40962</c:v>
                </c:pt>
                <c:pt idx="1940">
                  <c:v>40963</c:v>
                </c:pt>
                <c:pt idx="1941">
                  <c:v>40964</c:v>
                </c:pt>
                <c:pt idx="1942">
                  <c:v>40965</c:v>
                </c:pt>
                <c:pt idx="1943">
                  <c:v>40966</c:v>
                </c:pt>
                <c:pt idx="1944">
                  <c:v>40967</c:v>
                </c:pt>
                <c:pt idx="1945">
                  <c:v>40968</c:v>
                </c:pt>
                <c:pt idx="1946">
                  <c:v>40969</c:v>
                </c:pt>
                <c:pt idx="1947">
                  <c:v>40970</c:v>
                </c:pt>
                <c:pt idx="1948">
                  <c:v>40971</c:v>
                </c:pt>
                <c:pt idx="1949">
                  <c:v>40972</c:v>
                </c:pt>
                <c:pt idx="1950">
                  <c:v>40973</c:v>
                </c:pt>
                <c:pt idx="1951">
                  <c:v>40974</c:v>
                </c:pt>
                <c:pt idx="1952">
                  <c:v>40975</c:v>
                </c:pt>
                <c:pt idx="1953">
                  <c:v>40976</c:v>
                </c:pt>
                <c:pt idx="1954">
                  <c:v>40977</c:v>
                </c:pt>
                <c:pt idx="1955">
                  <c:v>40978</c:v>
                </c:pt>
                <c:pt idx="1956">
                  <c:v>40979</c:v>
                </c:pt>
                <c:pt idx="1957">
                  <c:v>40980</c:v>
                </c:pt>
                <c:pt idx="1958">
                  <c:v>40981</c:v>
                </c:pt>
                <c:pt idx="1959">
                  <c:v>40982</c:v>
                </c:pt>
                <c:pt idx="1960">
                  <c:v>40983</c:v>
                </c:pt>
                <c:pt idx="1961">
                  <c:v>40984</c:v>
                </c:pt>
                <c:pt idx="1962">
                  <c:v>40985</c:v>
                </c:pt>
                <c:pt idx="1963">
                  <c:v>40986</c:v>
                </c:pt>
                <c:pt idx="1964">
                  <c:v>40987</c:v>
                </c:pt>
                <c:pt idx="1965">
                  <c:v>40988</c:v>
                </c:pt>
                <c:pt idx="1966">
                  <c:v>40989</c:v>
                </c:pt>
                <c:pt idx="1967">
                  <c:v>40990</c:v>
                </c:pt>
                <c:pt idx="1968">
                  <c:v>40991</c:v>
                </c:pt>
                <c:pt idx="1969">
                  <c:v>40992</c:v>
                </c:pt>
                <c:pt idx="1970">
                  <c:v>40993</c:v>
                </c:pt>
                <c:pt idx="1971">
                  <c:v>40994</c:v>
                </c:pt>
                <c:pt idx="1972">
                  <c:v>40995</c:v>
                </c:pt>
                <c:pt idx="1973">
                  <c:v>40996</c:v>
                </c:pt>
                <c:pt idx="1974">
                  <c:v>40997</c:v>
                </c:pt>
                <c:pt idx="1975">
                  <c:v>40998</c:v>
                </c:pt>
                <c:pt idx="1976">
                  <c:v>40999</c:v>
                </c:pt>
                <c:pt idx="1977">
                  <c:v>41000</c:v>
                </c:pt>
                <c:pt idx="1978">
                  <c:v>41001</c:v>
                </c:pt>
                <c:pt idx="1979">
                  <c:v>41002</c:v>
                </c:pt>
                <c:pt idx="1980">
                  <c:v>41003</c:v>
                </c:pt>
                <c:pt idx="1981">
                  <c:v>41004</c:v>
                </c:pt>
                <c:pt idx="1982">
                  <c:v>41005</c:v>
                </c:pt>
                <c:pt idx="1983">
                  <c:v>41006</c:v>
                </c:pt>
                <c:pt idx="1984">
                  <c:v>41007</c:v>
                </c:pt>
                <c:pt idx="1985">
                  <c:v>41008</c:v>
                </c:pt>
                <c:pt idx="1986">
                  <c:v>41009</c:v>
                </c:pt>
                <c:pt idx="1987">
                  <c:v>41010</c:v>
                </c:pt>
                <c:pt idx="1988">
                  <c:v>41011</c:v>
                </c:pt>
                <c:pt idx="1989">
                  <c:v>41012</c:v>
                </c:pt>
                <c:pt idx="1990">
                  <c:v>41013</c:v>
                </c:pt>
                <c:pt idx="1991">
                  <c:v>41014</c:v>
                </c:pt>
                <c:pt idx="1992">
                  <c:v>41015</c:v>
                </c:pt>
                <c:pt idx="1993">
                  <c:v>41016</c:v>
                </c:pt>
                <c:pt idx="1994">
                  <c:v>41017</c:v>
                </c:pt>
                <c:pt idx="1995">
                  <c:v>41018</c:v>
                </c:pt>
                <c:pt idx="1996">
                  <c:v>41019</c:v>
                </c:pt>
                <c:pt idx="1997">
                  <c:v>41020</c:v>
                </c:pt>
                <c:pt idx="1998">
                  <c:v>41021</c:v>
                </c:pt>
                <c:pt idx="1999">
                  <c:v>41022</c:v>
                </c:pt>
                <c:pt idx="2000">
                  <c:v>41023</c:v>
                </c:pt>
                <c:pt idx="2001">
                  <c:v>41024</c:v>
                </c:pt>
                <c:pt idx="2002">
                  <c:v>41025</c:v>
                </c:pt>
                <c:pt idx="2003">
                  <c:v>41026</c:v>
                </c:pt>
                <c:pt idx="2004">
                  <c:v>41027</c:v>
                </c:pt>
                <c:pt idx="2005">
                  <c:v>41028</c:v>
                </c:pt>
                <c:pt idx="2006">
                  <c:v>41029</c:v>
                </c:pt>
                <c:pt idx="2007">
                  <c:v>41030</c:v>
                </c:pt>
                <c:pt idx="2008">
                  <c:v>41031</c:v>
                </c:pt>
                <c:pt idx="2009">
                  <c:v>41032</c:v>
                </c:pt>
                <c:pt idx="2010">
                  <c:v>41033</c:v>
                </c:pt>
                <c:pt idx="2011">
                  <c:v>41034</c:v>
                </c:pt>
                <c:pt idx="2012">
                  <c:v>41035</c:v>
                </c:pt>
                <c:pt idx="2013">
                  <c:v>41036</c:v>
                </c:pt>
                <c:pt idx="2014">
                  <c:v>41037</c:v>
                </c:pt>
                <c:pt idx="2015">
                  <c:v>41038</c:v>
                </c:pt>
                <c:pt idx="2016">
                  <c:v>41039</c:v>
                </c:pt>
                <c:pt idx="2017">
                  <c:v>41040</c:v>
                </c:pt>
                <c:pt idx="2018">
                  <c:v>41041</c:v>
                </c:pt>
                <c:pt idx="2019">
                  <c:v>41042</c:v>
                </c:pt>
                <c:pt idx="2020">
                  <c:v>41043</c:v>
                </c:pt>
                <c:pt idx="2021">
                  <c:v>41044</c:v>
                </c:pt>
                <c:pt idx="2022">
                  <c:v>41045</c:v>
                </c:pt>
                <c:pt idx="2023">
                  <c:v>41046</c:v>
                </c:pt>
                <c:pt idx="2024">
                  <c:v>41047</c:v>
                </c:pt>
                <c:pt idx="2025">
                  <c:v>41048</c:v>
                </c:pt>
                <c:pt idx="2026">
                  <c:v>41049</c:v>
                </c:pt>
                <c:pt idx="2027">
                  <c:v>41050</c:v>
                </c:pt>
                <c:pt idx="2028">
                  <c:v>41051</c:v>
                </c:pt>
                <c:pt idx="2029">
                  <c:v>41052</c:v>
                </c:pt>
                <c:pt idx="2030">
                  <c:v>41053</c:v>
                </c:pt>
                <c:pt idx="2031">
                  <c:v>41054</c:v>
                </c:pt>
                <c:pt idx="2032">
                  <c:v>41055</c:v>
                </c:pt>
                <c:pt idx="2033">
                  <c:v>41056</c:v>
                </c:pt>
                <c:pt idx="2034">
                  <c:v>41057</c:v>
                </c:pt>
                <c:pt idx="2035">
                  <c:v>41058</c:v>
                </c:pt>
                <c:pt idx="2036">
                  <c:v>41059</c:v>
                </c:pt>
                <c:pt idx="2037">
                  <c:v>41060</c:v>
                </c:pt>
                <c:pt idx="2038">
                  <c:v>41061</c:v>
                </c:pt>
                <c:pt idx="2039">
                  <c:v>41062</c:v>
                </c:pt>
                <c:pt idx="2040">
                  <c:v>41063</c:v>
                </c:pt>
                <c:pt idx="2041">
                  <c:v>41064</c:v>
                </c:pt>
                <c:pt idx="2042">
                  <c:v>41065</c:v>
                </c:pt>
                <c:pt idx="2043">
                  <c:v>41066</c:v>
                </c:pt>
                <c:pt idx="2044">
                  <c:v>41067</c:v>
                </c:pt>
                <c:pt idx="2045">
                  <c:v>41068</c:v>
                </c:pt>
                <c:pt idx="2046">
                  <c:v>41069</c:v>
                </c:pt>
                <c:pt idx="2047">
                  <c:v>41070</c:v>
                </c:pt>
                <c:pt idx="2048">
                  <c:v>41071</c:v>
                </c:pt>
                <c:pt idx="2049">
                  <c:v>41072</c:v>
                </c:pt>
                <c:pt idx="2050">
                  <c:v>41073</c:v>
                </c:pt>
                <c:pt idx="2051">
                  <c:v>41074</c:v>
                </c:pt>
                <c:pt idx="2052">
                  <c:v>41075</c:v>
                </c:pt>
                <c:pt idx="2053">
                  <c:v>41076</c:v>
                </c:pt>
                <c:pt idx="2054">
                  <c:v>41077</c:v>
                </c:pt>
                <c:pt idx="2055">
                  <c:v>41078</c:v>
                </c:pt>
                <c:pt idx="2056">
                  <c:v>41079</c:v>
                </c:pt>
                <c:pt idx="2057">
                  <c:v>41080</c:v>
                </c:pt>
                <c:pt idx="2058">
                  <c:v>41081</c:v>
                </c:pt>
                <c:pt idx="2059">
                  <c:v>41082</c:v>
                </c:pt>
                <c:pt idx="2060">
                  <c:v>41083</c:v>
                </c:pt>
                <c:pt idx="2061">
                  <c:v>41084</c:v>
                </c:pt>
                <c:pt idx="2062">
                  <c:v>41085</c:v>
                </c:pt>
                <c:pt idx="2063">
                  <c:v>41086</c:v>
                </c:pt>
                <c:pt idx="2064">
                  <c:v>41087</c:v>
                </c:pt>
                <c:pt idx="2065">
                  <c:v>41088</c:v>
                </c:pt>
                <c:pt idx="2066">
                  <c:v>41089</c:v>
                </c:pt>
                <c:pt idx="2067">
                  <c:v>41090</c:v>
                </c:pt>
                <c:pt idx="2068">
                  <c:v>41091</c:v>
                </c:pt>
                <c:pt idx="2069">
                  <c:v>41092</c:v>
                </c:pt>
                <c:pt idx="2070">
                  <c:v>41093</c:v>
                </c:pt>
                <c:pt idx="2071">
                  <c:v>41094</c:v>
                </c:pt>
                <c:pt idx="2072">
                  <c:v>41095</c:v>
                </c:pt>
                <c:pt idx="2073">
                  <c:v>41096</c:v>
                </c:pt>
                <c:pt idx="2074">
                  <c:v>41097</c:v>
                </c:pt>
                <c:pt idx="2075">
                  <c:v>41098</c:v>
                </c:pt>
                <c:pt idx="2076">
                  <c:v>41099</c:v>
                </c:pt>
                <c:pt idx="2077">
                  <c:v>41100</c:v>
                </c:pt>
                <c:pt idx="2078">
                  <c:v>41101</c:v>
                </c:pt>
                <c:pt idx="2079">
                  <c:v>41102</c:v>
                </c:pt>
                <c:pt idx="2080">
                  <c:v>41103</c:v>
                </c:pt>
                <c:pt idx="2081">
                  <c:v>41104</c:v>
                </c:pt>
                <c:pt idx="2082">
                  <c:v>41105</c:v>
                </c:pt>
                <c:pt idx="2083">
                  <c:v>41106</c:v>
                </c:pt>
                <c:pt idx="2084">
                  <c:v>41107</c:v>
                </c:pt>
                <c:pt idx="2085">
                  <c:v>41108</c:v>
                </c:pt>
                <c:pt idx="2086">
                  <c:v>41109</c:v>
                </c:pt>
                <c:pt idx="2087">
                  <c:v>41110</c:v>
                </c:pt>
                <c:pt idx="2088">
                  <c:v>41111</c:v>
                </c:pt>
                <c:pt idx="2089">
                  <c:v>41112</c:v>
                </c:pt>
                <c:pt idx="2090">
                  <c:v>41113</c:v>
                </c:pt>
                <c:pt idx="2091">
                  <c:v>41114</c:v>
                </c:pt>
                <c:pt idx="2092">
                  <c:v>41115</c:v>
                </c:pt>
                <c:pt idx="2093">
                  <c:v>41116</c:v>
                </c:pt>
                <c:pt idx="2094">
                  <c:v>41117</c:v>
                </c:pt>
                <c:pt idx="2095">
                  <c:v>41118</c:v>
                </c:pt>
                <c:pt idx="2096">
                  <c:v>41119</c:v>
                </c:pt>
                <c:pt idx="2097">
                  <c:v>41120</c:v>
                </c:pt>
                <c:pt idx="2098">
                  <c:v>41121</c:v>
                </c:pt>
                <c:pt idx="2099">
                  <c:v>41122</c:v>
                </c:pt>
                <c:pt idx="2100">
                  <c:v>41123</c:v>
                </c:pt>
                <c:pt idx="2101">
                  <c:v>41124</c:v>
                </c:pt>
                <c:pt idx="2102">
                  <c:v>41125</c:v>
                </c:pt>
                <c:pt idx="2103">
                  <c:v>41126</c:v>
                </c:pt>
                <c:pt idx="2104">
                  <c:v>41127</c:v>
                </c:pt>
                <c:pt idx="2105">
                  <c:v>41128</c:v>
                </c:pt>
                <c:pt idx="2106">
                  <c:v>41129</c:v>
                </c:pt>
                <c:pt idx="2107">
                  <c:v>41130</c:v>
                </c:pt>
                <c:pt idx="2108">
                  <c:v>41131</c:v>
                </c:pt>
                <c:pt idx="2109">
                  <c:v>41132</c:v>
                </c:pt>
                <c:pt idx="2110">
                  <c:v>41133</c:v>
                </c:pt>
                <c:pt idx="2111">
                  <c:v>41134</c:v>
                </c:pt>
                <c:pt idx="2112">
                  <c:v>41135</c:v>
                </c:pt>
                <c:pt idx="2113">
                  <c:v>41136</c:v>
                </c:pt>
                <c:pt idx="2114">
                  <c:v>41137</c:v>
                </c:pt>
                <c:pt idx="2115">
                  <c:v>41138</c:v>
                </c:pt>
                <c:pt idx="2116">
                  <c:v>41139</c:v>
                </c:pt>
                <c:pt idx="2117">
                  <c:v>41140</c:v>
                </c:pt>
                <c:pt idx="2118">
                  <c:v>41141</c:v>
                </c:pt>
                <c:pt idx="2119">
                  <c:v>41142</c:v>
                </c:pt>
                <c:pt idx="2120">
                  <c:v>41143</c:v>
                </c:pt>
                <c:pt idx="2121">
                  <c:v>41144</c:v>
                </c:pt>
                <c:pt idx="2122">
                  <c:v>41145</c:v>
                </c:pt>
                <c:pt idx="2123">
                  <c:v>41146</c:v>
                </c:pt>
                <c:pt idx="2124">
                  <c:v>41147</c:v>
                </c:pt>
                <c:pt idx="2125">
                  <c:v>41148</c:v>
                </c:pt>
                <c:pt idx="2126">
                  <c:v>41149</c:v>
                </c:pt>
                <c:pt idx="2127">
                  <c:v>41150</c:v>
                </c:pt>
                <c:pt idx="2128">
                  <c:v>41151</c:v>
                </c:pt>
                <c:pt idx="2129">
                  <c:v>41152</c:v>
                </c:pt>
                <c:pt idx="2130">
                  <c:v>41153</c:v>
                </c:pt>
                <c:pt idx="2131">
                  <c:v>41154</c:v>
                </c:pt>
                <c:pt idx="2132">
                  <c:v>41155</c:v>
                </c:pt>
                <c:pt idx="2133">
                  <c:v>41156</c:v>
                </c:pt>
                <c:pt idx="2134">
                  <c:v>41157</c:v>
                </c:pt>
                <c:pt idx="2135">
                  <c:v>41158</c:v>
                </c:pt>
                <c:pt idx="2136">
                  <c:v>41159</c:v>
                </c:pt>
                <c:pt idx="2137">
                  <c:v>41160</c:v>
                </c:pt>
                <c:pt idx="2138">
                  <c:v>41161</c:v>
                </c:pt>
                <c:pt idx="2139">
                  <c:v>41162</c:v>
                </c:pt>
                <c:pt idx="2140">
                  <c:v>41163</c:v>
                </c:pt>
                <c:pt idx="2141">
                  <c:v>41164</c:v>
                </c:pt>
                <c:pt idx="2142">
                  <c:v>41165</c:v>
                </c:pt>
                <c:pt idx="2143">
                  <c:v>41166</c:v>
                </c:pt>
                <c:pt idx="2144">
                  <c:v>41167</c:v>
                </c:pt>
                <c:pt idx="2145">
                  <c:v>41168</c:v>
                </c:pt>
                <c:pt idx="2146">
                  <c:v>41169</c:v>
                </c:pt>
                <c:pt idx="2147">
                  <c:v>41170</c:v>
                </c:pt>
                <c:pt idx="2148">
                  <c:v>41171</c:v>
                </c:pt>
                <c:pt idx="2149">
                  <c:v>41172</c:v>
                </c:pt>
                <c:pt idx="2150">
                  <c:v>41173</c:v>
                </c:pt>
                <c:pt idx="2151">
                  <c:v>41174</c:v>
                </c:pt>
                <c:pt idx="2152">
                  <c:v>41175</c:v>
                </c:pt>
                <c:pt idx="2153">
                  <c:v>41176</c:v>
                </c:pt>
                <c:pt idx="2154">
                  <c:v>41177</c:v>
                </c:pt>
                <c:pt idx="2155">
                  <c:v>41178</c:v>
                </c:pt>
                <c:pt idx="2156">
                  <c:v>41179</c:v>
                </c:pt>
                <c:pt idx="2157">
                  <c:v>41180</c:v>
                </c:pt>
                <c:pt idx="2158">
                  <c:v>41181</c:v>
                </c:pt>
                <c:pt idx="2159">
                  <c:v>41182</c:v>
                </c:pt>
                <c:pt idx="2160">
                  <c:v>41183</c:v>
                </c:pt>
                <c:pt idx="2161">
                  <c:v>41184</c:v>
                </c:pt>
                <c:pt idx="2162">
                  <c:v>41185</c:v>
                </c:pt>
                <c:pt idx="2163">
                  <c:v>41186</c:v>
                </c:pt>
                <c:pt idx="2164">
                  <c:v>41187</c:v>
                </c:pt>
                <c:pt idx="2165">
                  <c:v>41188</c:v>
                </c:pt>
                <c:pt idx="2166">
                  <c:v>41189</c:v>
                </c:pt>
                <c:pt idx="2167">
                  <c:v>41190</c:v>
                </c:pt>
                <c:pt idx="2168">
                  <c:v>41191</c:v>
                </c:pt>
                <c:pt idx="2169">
                  <c:v>41192</c:v>
                </c:pt>
                <c:pt idx="2170">
                  <c:v>41193</c:v>
                </c:pt>
                <c:pt idx="2171">
                  <c:v>41194</c:v>
                </c:pt>
                <c:pt idx="2172">
                  <c:v>41195</c:v>
                </c:pt>
                <c:pt idx="2173">
                  <c:v>41196</c:v>
                </c:pt>
                <c:pt idx="2174">
                  <c:v>41197</c:v>
                </c:pt>
                <c:pt idx="2175">
                  <c:v>41198</c:v>
                </c:pt>
                <c:pt idx="2176">
                  <c:v>41199</c:v>
                </c:pt>
                <c:pt idx="2177">
                  <c:v>41200</c:v>
                </c:pt>
                <c:pt idx="2178">
                  <c:v>41201</c:v>
                </c:pt>
                <c:pt idx="2179">
                  <c:v>41202</c:v>
                </c:pt>
                <c:pt idx="2180">
                  <c:v>41203</c:v>
                </c:pt>
                <c:pt idx="2181">
                  <c:v>41204</c:v>
                </c:pt>
                <c:pt idx="2182">
                  <c:v>41205</c:v>
                </c:pt>
                <c:pt idx="2183">
                  <c:v>41206</c:v>
                </c:pt>
                <c:pt idx="2184">
                  <c:v>41207</c:v>
                </c:pt>
                <c:pt idx="2185">
                  <c:v>41208</c:v>
                </c:pt>
                <c:pt idx="2186">
                  <c:v>41209</c:v>
                </c:pt>
                <c:pt idx="2187">
                  <c:v>41210</c:v>
                </c:pt>
                <c:pt idx="2188">
                  <c:v>41211</c:v>
                </c:pt>
                <c:pt idx="2189">
                  <c:v>41212</c:v>
                </c:pt>
                <c:pt idx="2190">
                  <c:v>41213</c:v>
                </c:pt>
                <c:pt idx="2191">
                  <c:v>41214</c:v>
                </c:pt>
                <c:pt idx="2192">
                  <c:v>41215</c:v>
                </c:pt>
                <c:pt idx="2193">
                  <c:v>41216</c:v>
                </c:pt>
                <c:pt idx="2194">
                  <c:v>41217</c:v>
                </c:pt>
                <c:pt idx="2195">
                  <c:v>41218</c:v>
                </c:pt>
                <c:pt idx="2196">
                  <c:v>41219</c:v>
                </c:pt>
                <c:pt idx="2197">
                  <c:v>41220</c:v>
                </c:pt>
                <c:pt idx="2198">
                  <c:v>41221</c:v>
                </c:pt>
                <c:pt idx="2199">
                  <c:v>41222</c:v>
                </c:pt>
                <c:pt idx="2200">
                  <c:v>41223</c:v>
                </c:pt>
                <c:pt idx="2201">
                  <c:v>41224</c:v>
                </c:pt>
                <c:pt idx="2202">
                  <c:v>41225</c:v>
                </c:pt>
                <c:pt idx="2203">
                  <c:v>41226</c:v>
                </c:pt>
                <c:pt idx="2204">
                  <c:v>41227</c:v>
                </c:pt>
                <c:pt idx="2205">
                  <c:v>41228</c:v>
                </c:pt>
                <c:pt idx="2206">
                  <c:v>41229</c:v>
                </c:pt>
                <c:pt idx="2207">
                  <c:v>41230</c:v>
                </c:pt>
                <c:pt idx="2208">
                  <c:v>41231</c:v>
                </c:pt>
                <c:pt idx="2209">
                  <c:v>41232</c:v>
                </c:pt>
                <c:pt idx="2210">
                  <c:v>41233</c:v>
                </c:pt>
                <c:pt idx="2211">
                  <c:v>41234</c:v>
                </c:pt>
                <c:pt idx="2212">
                  <c:v>41235</c:v>
                </c:pt>
                <c:pt idx="2213">
                  <c:v>41236</c:v>
                </c:pt>
                <c:pt idx="2214">
                  <c:v>41237</c:v>
                </c:pt>
                <c:pt idx="2215">
                  <c:v>41238</c:v>
                </c:pt>
                <c:pt idx="2216">
                  <c:v>41239</c:v>
                </c:pt>
                <c:pt idx="2217">
                  <c:v>41240</c:v>
                </c:pt>
                <c:pt idx="2218">
                  <c:v>41241</c:v>
                </c:pt>
                <c:pt idx="2219">
                  <c:v>41242</c:v>
                </c:pt>
                <c:pt idx="2220">
                  <c:v>41243</c:v>
                </c:pt>
                <c:pt idx="2221">
                  <c:v>41244</c:v>
                </c:pt>
                <c:pt idx="2222">
                  <c:v>41245</c:v>
                </c:pt>
                <c:pt idx="2223">
                  <c:v>41246</c:v>
                </c:pt>
                <c:pt idx="2224">
                  <c:v>41247</c:v>
                </c:pt>
                <c:pt idx="2225">
                  <c:v>41248</c:v>
                </c:pt>
                <c:pt idx="2226">
                  <c:v>41249</c:v>
                </c:pt>
                <c:pt idx="2227">
                  <c:v>41250</c:v>
                </c:pt>
                <c:pt idx="2228">
                  <c:v>41251</c:v>
                </c:pt>
                <c:pt idx="2229">
                  <c:v>41252</c:v>
                </c:pt>
                <c:pt idx="2230">
                  <c:v>41253</c:v>
                </c:pt>
                <c:pt idx="2231">
                  <c:v>41254</c:v>
                </c:pt>
                <c:pt idx="2232">
                  <c:v>41255</c:v>
                </c:pt>
                <c:pt idx="2233">
                  <c:v>41256</c:v>
                </c:pt>
                <c:pt idx="2234">
                  <c:v>41257</c:v>
                </c:pt>
                <c:pt idx="2235">
                  <c:v>41258</c:v>
                </c:pt>
                <c:pt idx="2236">
                  <c:v>41259</c:v>
                </c:pt>
                <c:pt idx="2237">
                  <c:v>41260</c:v>
                </c:pt>
                <c:pt idx="2238">
                  <c:v>41261</c:v>
                </c:pt>
                <c:pt idx="2239">
                  <c:v>41262</c:v>
                </c:pt>
                <c:pt idx="2240">
                  <c:v>41263</c:v>
                </c:pt>
                <c:pt idx="2241">
                  <c:v>41264</c:v>
                </c:pt>
                <c:pt idx="2242">
                  <c:v>41265</c:v>
                </c:pt>
                <c:pt idx="2243">
                  <c:v>41266</c:v>
                </c:pt>
                <c:pt idx="2244">
                  <c:v>41267</c:v>
                </c:pt>
                <c:pt idx="2245">
                  <c:v>41268</c:v>
                </c:pt>
                <c:pt idx="2246">
                  <c:v>41269</c:v>
                </c:pt>
                <c:pt idx="2247">
                  <c:v>41270</c:v>
                </c:pt>
                <c:pt idx="2248">
                  <c:v>41271</c:v>
                </c:pt>
                <c:pt idx="2249">
                  <c:v>41272</c:v>
                </c:pt>
                <c:pt idx="2250">
                  <c:v>41273</c:v>
                </c:pt>
                <c:pt idx="2251">
                  <c:v>41274</c:v>
                </c:pt>
                <c:pt idx="2252">
                  <c:v>41275</c:v>
                </c:pt>
                <c:pt idx="2253">
                  <c:v>41276</c:v>
                </c:pt>
                <c:pt idx="2254">
                  <c:v>41277</c:v>
                </c:pt>
                <c:pt idx="2255">
                  <c:v>41278</c:v>
                </c:pt>
                <c:pt idx="2256">
                  <c:v>41279</c:v>
                </c:pt>
                <c:pt idx="2257">
                  <c:v>41280</c:v>
                </c:pt>
                <c:pt idx="2258">
                  <c:v>41281</c:v>
                </c:pt>
                <c:pt idx="2259">
                  <c:v>41282</c:v>
                </c:pt>
                <c:pt idx="2260">
                  <c:v>41283</c:v>
                </c:pt>
                <c:pt idx="2261">
                  <c:v>41284</c:v>
                </c:pt>
                <c:pt idx="2262">
                  <c:v>41285</c:v>
                </c:pt>
                <c:pt idx="2263">
                  <c:v>41286</c:v>
                </c:pt>
                <c:pt idx="2264">
                  <c:v>41287</c:v>
                </c:pt>
                <c:pt idx="2265">
                  <c:v>41288</c:v>
                </c:pt>
                <c:pt idx="2266">
                  <c:v>41289</c:v>
                </c:pt>
                <c:pt idx="2267">
                  <c:v>41290</c:v>
                </c:pt>
                <c:pt idx="2268">
                  <c:v>41291</c:v>
                </c:pt>
                <c:pt idx="2269">
                  <c:v>41292</c:v>
                </c:pt>
                <c:pt idx="2270">
                  <c:v>41293</c:v>
                </c:pt>
                <c:pt idx="2271">
                  <c:v>41294</c:v>
                </c:pt>
                <c:pt idx="2272">
                  <c:v>41295</c:v>
                </c:pt>
                <c:pt idx="2273">
                  <c:v>41296</c:v>
                </c:pt>
                <c:pt idx="2274">
                  <c:v>41297</c:v>
                </c:pt>
                <c:pt idx="2275">
                  <c:v>41298</c:v>
                </c:pt>
                <c:pt idx="2276">
                  <c:v>41299</c:v>
                </c:pt>
                <c:pt idx="2277">
                  <c:v>41300</c:v>
                </c:pt>
                <c:pt idx="2278">
                  <c:v>41301</c:v>
                </c:pt>
                <c:pt idx="2279">
                  <c:v>41302</c:v>
                </c:pt>
                <c:pt idx="2280">
                  <c:v>41303</c:v>
                </c:pt>
                <c:pt idx="2281">
                  <c:v>41304</c:v>
                </c:pt>
                <c:pt idx="2282">
                  <c:v>41305</c:v>
                </c:pt>
                <c:pt idx="2283">
                  <c:v>41306</c:v>
                </c:pt>
                <c:pt idx="2284">
                  <c:v>41307</c:v>
                </c:pt>
                <c:pt idx="2285">
                  <c:v>41308</c:v>
                </c:pt>
                <c:pt idx="2286">
                  <c:v>41309</c:v>
                </c:pt>
                <c:pt idx="2287">
                  <c:v>41310</c:v>
                </c:pt>
                <c:pt idx="2288">
                  <c:v>41311</c:v>
                </c:pt>
                <c:pt idx="2289">
                  <c:v>41312</c:v>
                </c:pt>
                <c:pt idx="2290">
                  <c:v>41313</c:v>
                </c:pt>
                <c:pt idx="2291">
                  <c:v>41314</c:v>
                </c:pt>
                <c:pt idx="2292">
                  <c:v>41315</c:v>
                </c:pt>
                <c:pt idx="2293">
                  <c:v>41316</c:v>
                </c:pt>
                <c:pt idx="2294">
                  <c:v>41317</c:v>
                </c:pt>
                <c:pt idx="2295">
                  <c:v>41318</c:v>
                </c:pt>
                <c:pt idx="2296">
                  <c:v>41319</c:v>
                </c:pt>
                <c:pt idx="2297">
                  <c:v>41320</c:v>
                </c:pt>
                <c:pt idx="2298">
                  <c:v>41321</c:v>
                </c:pt>
                <c:pt idx="2299">
                  <c:v>41322</c:v>
                </c:pt>
                <c:pt idx="2300">
                  <c:v>41323</c:v>
                </c:pt>
                <c:pt idx="2301">
                  <c:v>41324</c:v>
                </c:pt>
                <c:pt idx="2302">
                  <c:v>41325</c:v>
                </c:pt>
                <c:pt idx="2303">
                  <c:v>41326</c:v>
                </c:pt>
                <c:pt idx="2304">
                  <c:v>41327</c:v>
                </c:pt>
                <c:pt idx="2305">
                  <c:v>41328</c:v>
                </c:pt>
                <c:pt idx="2306">
                  <c:v>41329</c:v>
                </c:pt>
                <c:pt idx="2307">
                  <c:v>41330</c:v>
                </c:pt>
                <c:pt idx="2308">
                  <c:v>41331</c:v>
                </c:pt>
                <c:pt idx="2309">
                  <c:v>41332</c:v>
                </c:pt>
                <c:pt idx="2310">
                  <c:v>41333</c:v>
                </c:pt>
                <c:pt idx="2311">
                  <c:v>41334</c:v>
                </c:pt>
                <c:pt idx="2312">
                  <c:v>41335</c:v>
                </c:pt>
                <c:pt idx="2313">
                  <c:v>41336</c:v>
                </c:pt>
                <c:pt idx="2314">
                  <c:v>41337</c:v>
                </c:pt>
                <c:pt idx="2315">
                  <c:v>41338</c:v>
                </c:pt>
                <c:pt idx="2316">
                  <c:v>41339</c:v>
                </c:pt>
                <c:pt idx="2317">
                  <c:v>41340</c:v>
                </c:pt>
                <c:pt idx="2318">
                  <c:v>41341</c:v>
                </c:pt>
                <c:pt idx="2319">
                  <c:v>41342</c:v>
                </c:pt>
                <c:pt idx="2320">
                  <c:v>41343</c:v>
                </c:pt>
                <c:pt idx="2321">
                  <c:v>41344</c:v>
                </c:pt>
                <c:pt idx="2322">
                  <c:v>41345</c:v>
                </c:pt>
                <c:pt idx="2323">
                  <c:v>41346</c:v>
                </c:pt>
                <c:pt idx="2324">
                  <c:v>41347</c:v>
                </c:pt>
                <c:pt idx="2325">
                  <c:v>41348</c:v>
                </c:pt>
                <c:pt idx="2326">
                  <c:v>41349</c:v>
                </c:pt>
                <c:pt idx="2327">
                  <c:v>41350</c:v>
                </c:pt>
                <c:pt idx="2328">
                  <c:v>41351</c:v>
                </c:pt>
                <c:pt idx="2329">
                  <c:v>41352</c:v>
                </c:pt>
                <c:pt idx="2330">
                  <c:v>41353</c:v>
                </c:pt>
                <c:pt idx="2331">
                  <c:v>41354</c:v>
                </c:pt>
                <c:pt idx="2332">
                  <c:v>41355</c:v>
                </c:pt>
                <c:pt idx="2333">
                  <c:v>41356</c:v>
                </c:pt>
                <c:pt idx="2334">
                  <c:v>41357</c:v>
                </c:pt>
                <c:pt idx="2335">
                  <c:v>41358</c:v>
                </c:pt>
                <c:pt idx="2336">
                  <c:v>41359</c:v>
                </c:pt>
                <c:pt idx="2337">
                  <c:v>41360</c:v>
                </c:pt>
                <c:pt idx="2338">
                  <c:v>41361</c:v>
                </c:pt>
                <c:pt idx="2339">
                  <c:v>41362</c:v>
                </c:pt>
                <c:pt idx="2340">
                  <c:v>41363</c:v>
                </c:pt>
                <c:pt idx="2341">
                  <c:v>41364</c:v>
                </c:pt>
                <c:pt idx="2342">
                  <c:v>41365</c:v>
                </c:pt>
                <c:pt idx="2343">
                  <c:v>41366</c:v>
                </c:pt>
                <c:pt idx="2344">
                  <c:v>41367</c:v>
                </c:pt>
                <c:pt idx="2345">
                  <c:v>41368</c:v>
                </c:pt>
                <c:pt idx="2346">
                  <c:v>41369</c:v>
                </c:pt>
                <c:pt idx="2347">
                  <c:v>41370</c:v>
                </c:pt>
                <c:pt idx="2348">
                  <c:v>41371</c:v>
                </c:pt>
                <c:pt idx="2349">
                  <c:v>41372</c:v>
                </c:pt>
                <c:pt idx="2350">
                  <c:v>41373</c:v>
                </c:pt>
                <c:pt idx="2351">
                  <c:v>41374</c:v>
                </c:pt>
                <c:pt idx="2352">
                  <c:v>41375</c:v>
                </c:pt>
                <c:pt idx="2353">
                  <c:v>41376</c:v>
                </c:pt>
                <c:pt idx="2354">
                  <c:v>41377</c:v>
                </c:pt>
                <c:pt idx="2355">
                  <c:v>41378</c:v>
                </c:pt>
                <c:pt idx="2356">
                  <c:v>41379</c:v>
                </c:pt>
                <c:pt idx="2357">
                  <c:v>41380</c:v>
                </c:pt>
                <c:pt idx="2358">
                  <c:v>41381</c:v>
                </c:pt>
                <c:pt idx="2359">
                  <c:v>41382</c:v>
                </c:pt>
                <c:pt idx="2360">
                  <c:v>41383</c:v>
                </c:pt>
                <c:pt idx="2361">
                  <c:v>41384</c:v>
                </c:pt>
                <c:pt idx="2362">
                  <c:v>41385</c:v>
                </c:pt>
                <c:pt idx="2363">
                  <c:v>41386</c:v>
                </c:pt>
                <c:pt idx="2364">
                  <c:v>41387</c:v>
                </c:pt>
                <c:pt idx="2365">
                  <c:v>41388</c:v>
                </c:pt>
                <c:pt idx="2366">
                  <c:v>41389</c:v>
                </c:pt>
                <c:pt idx="2367">
                  <c:v>41390</c:v>
                </c:pt>
                <c:pt idx="2368">
                  <c:v>41391</c:v>
                </c:pt>
                <c:pt idx="2369">
                  <c:v>41392</c:v>
                </c:pt>
                <c:pt idx="2370">
                  <c:v>41393</c:v>
                </c:pt>
                <c:pt idx="2371">
                  <c:v>41394</c:v>
                </c:pt>
                <c:pt idx="2372">
                  <c:v>41395</c:v>
                </c:pt>
                <c:pt idx="2373">
                  <c:v>41396</c:v>
                </c:pt>
                <c:pt idx="2374">
                  <c:v>41397</c:v>
                </c:pt>
                <c:pt idx="2375">
                  <c:v>41398</c:v>
                </c:pt>
                <c:pt idx="2376">
                  <c:v>41399</c:v>
                </c:pt>
                <c:pt idx="2377">
                  <c:v>41400</c:v>
                </c:pt>
                <c:pt idx="2378">
                  <c:v>41401</c:v>
                </c:pt>
                <c:pt idx="2379">
                  <c:v>41402</c:v>
                </c:pt>
                <c:pt idx="2380">
                  <c:v>41403</c:v>
                </c:pt>
                <c:pt idx="2381">
                  <c:v>41404</c:v>
                </c:pt>
                <c:pt idx="2382">
                  <c:v>41405</c:v>
                </c:pt>
                <c:pt idx="2383">
                  <c:v>41406</c:v>
                </c:pt>
                <c:pt idx="2384">
                  <c:v>41407</c:v>
                </c:pt>
                <c:pt idx="2385">
                  <c:v>41408</c:v>
                </c:pt>
                <c:pt idx="2386">
                  <c:v>41409</c:v>
                </c:pt>
                <c:pt idx="2387">
                  <c:v>41410</c:v>
                </c:pt>
                <c:pt idx="2388">
                  <c:v>41411</c:v>
                </c:pt>
                <c:pt idx="2389">
                  <c:v>41412</c:v>
                </c:pt>
                <c:pt idx="2390">
                  <c:v>41413</c:v>
                </c:pt>
                <c:pt idx="2391">
                  <c:v>41414</c:v>
                </c:pt>
                <c:pt idx="2392">
                  <c:v>41415</c:v>
                </c:pt>
                <c:pt idx="2393">
                  <c:v>41416</c:v>
                </c:pt>
                <c:pt idx="2394">
                  <c:v>41417</c:v>
                </c:pt>
                <c:pt idx="2395">
                  <c:v>41418</c:v>
                </c:pt>
                <c:pt idx="2396">
                  <c:v>41419</c:v>
                </c:pt>
                <c:pt idx="2397">
                  <c:v>41420</c:v>
                </c:pt>
                <c:pt idx="2398">
                  <c:v>41421</c:v>
                </c:pt>
                <c:pt idx="2399">
                  <c:v>41422</c:v>
                </c:pt>
                <c:pt idx="2400">
                  <c:v>41423</c:v>
                </c:pt>
                <c:pt idx="2401">
                  <c:v>41424</c:v>
                </c:pt>
                <c:pt idx="2402">
                  <c:v>41425</c:v>
                </c:pt>
                <c:pt idx="2403">
                  <c:v>41426</c:v>
                </c:pt>
                <c:pt idx="2404">
                  <c:v>41427</c:v>
                </c:pt>
                <c:pt idx="2405">
                  <c:v>41428</c:v>
                </c:pt>
                <c:pt idx="2406">
                  <c:v>41429</c:v>
                </c:pt>
                <c:pt idx="2407">
                  <c:v>41430</c:v>
                </c:pt>
                <c:pt idx="2408">
                  <c:v>41431</c:v>
                </c:pt>
                <c:pt idx="2409">
                  <c:v>41432</c:v>
                </c:pt>
                <c:pt idx="2410">
                  <c:v>41433</c:v>
                </c:pt>
                <c:pt idx="2411">
                  <c:v>41434</c:v>
                </c:pt>
                <c:pt idx="2412">
                  <c:v>41435</c:v>
                </c:pt>
                <c:pt idx="2413">
                  <c:v>41436</c:v>
                </c:pt>
                <c:pt idx="2414">
                  <c:v>41437</c:v>
                </c:pt>
                <c:pt idx="2415">
                  <c:v>41438</c:v>
                </c:pt>
                <c:pt idx="2416">
                  <c:v>41439</c:v>
                </c:pt>
                <c:pt idx="2417">
                  <c:v>41440</c:v>
                </c:pt>
                <c:pt idx="2418">
                  <c:v>41441</c:v>
                </c:pt>
                <c:pt idx="2419">
                  <c:v>41442</c:v>
                </c:pt>
                <c:pt idx="2420">
                  <c:v>41443</c:v>
                </c:pt>
                <c:pt idx="2421">
                  <c:v>41444</c:v>
                </c:pt>
                <c:pt idx="2422">
                  <c:v>41445</c:v>
                </c:pt>
                <c:pt idx="2423">
                  <c:v>41446</c:v>
                </c:pt>
                <c:pt idx="2424">
                  <c:v>41447</c:v>
                </c:pt>
                <c:pt idx="2425">
                  <c:v>41448</c:v>
                </c:pt>
                <c:pt idx="2426">
                  <c:v>41449</c:v>
                </c:pt>
                <c:pt idx="2427">
                  <c:v>41450</c:v>
                </c:pt>
                <c:pt idx="2428">
                  <c:v>41451</c:v>
                </c:pt>
                <c:pt idx="2429">
                  <c:v>41452</c:v>
                </c:pt>
                <c:pt idx="2430">
                  <c:v>41453</c:v>
                </c:pt>
                <c:pt idx="2431">
                  <c:v>41454</c:v>
                </c:pt>
                <c:pt idx="2432">
                  <c:v>41455</c:v>
                </c:pt>
                <c:pt idx="2433">
                  <c:v>41456</c:v>
                </c:pt>
                <c:pt idx="2434">
                  <c:v>41457</c:v>
                </c:pt>
                <c:pt idx="2435">
                  <c:v>41458</c:v>
                </c:pt>
                <c:pt idx="2436">
                  <c:v>41459</c:v>
                </c:pt>
                <c:pt idx="2437">
                  <c:v>41460</c:v>
                </c:pt>
                <c:pt idx="2438">
                  <c:v>41461</c:v>
                </c:pt>
                <c:pt idx="2439">
                  <c:v>41462</c:v>
                </c:pt>
                <c:pt idx="2440">
                  <c:v>41463</c:v>
                </c:pt>
                <c:pt idx="2441">
                  <c:v>41464</c:v>
                </c:pt>
                <c:pt idx="2442">
                  <c:v>41465</c:v>
                </c:pt>
                <c:pt idx="2443">
                  <c:v>41466</c:v>
                </c:pt>
                <c:pt idx="2444">
                  <c:v>41467</c:v>
                </c:pt>
                <c:pt idx="2445">
                  <c:v>41468</c:v>
                </c:pt>
                <c:pt idx="2446">
                  <c:v>41469</c:v>
                </c:pt>
                <c:pt idx="2447">
                  <c:v>41470</c:v>
                </c:pt>
                <c:pt idx="2448">
                  <c:v>41471</c:v>
                </c:pt>
                <c:pt idx="2449">
                  <c:v>41472</c:v>
                </c:pt>
                <c:pt idx="2450">
                  <c:v>41473</c:v>
                </c:pt>
                <c:pt idx="2451">
                  <c:v>41474</c:v>
                </c:pt>
                <c:pt idx="2452">
                  <c:v>41475</c:v>
                </c:pt>
                <c:pt idx="2453">
                  <c:v>41476</c:v>
                </c:pt>
                <c:pt idx="2454">
                  <c:v>41477</c:v>
                </c:pt>
                <c:pt idx="2455">
                  <c:v>41478</c:v>
                </c:pt>
                <c:pt idx="2456">
                  <c:v>41479</c:v>
                </c:pt>
                <c:pt idx="2457">
                  <c:v>41480</c:v>
                </c:pt>
                <c:pt idx="2458">
                  <c:v>41481</c:v>
                </c:pt>
                <c:pt idx="2459">
                  <c:v>41482</c:v>
                </c:pt>
                <c:pt idx="2460">
                  <c:v>41483</c:v>
                </c:pt>
                <c:pt idx="2461">
                  <c:v>41484</c:v>
                </c:pt>
                <c:pt idx="2462">
                  <c:v>41485</c:v>
                </c:pt>
                <c:pt idx="2463">
                  <c:v>41486</c:v>
                </c:pt>
                <c:pt idx="2464">
                  <c:v>41487</c:v>
                </c:pt>
                <c:pt idx="2465">
                  <c:v>41488</c:v>
                </c:pt>
                <c:pt idx="2466">
                  <c:v>41489</c:v>
                </c:pt>
                <c:pt idx="2467">
                  <c:v>41490</c:v>
                </c:pt>
                <c:pt idx="2468">
                  <c:v>41491</c:v>
                </c:pt>
                <c:pt idx="2469">
                  <c:v>41492</c:v>
                </c:pt>
                <c:pt idx="2470">
                  <c:v>41493</c:v>
                </c:pt>
                <c:pt idx="2471">
                  <c:v>41494</c:v>
                </c:pt>
                <c:pt idx="2472">
                  <c:v>41495</c:v>
                </c:pt>
                <c:pt idx="2473">
                  <c:v>41496</c:v>
                </c:pt>
                <c:pt idx="2474">
                  <c:v>41497</c:v>
                </c:pt>
                <c:pt idx="2475">
                  <c:v>41498</c:v>
                </c:pt>
                <c:pt idx="2476">
                  <c:v>41499</c:v>
                </c:pt>
                <c:pt idx="2477">
                  <c:v>41500</c:v>
                </c:pt>
                <c:pt idx="2478">
                  <c:v>41501</c:v>
                </c:pt>
                <c:pt idx="2479">
                  <c:v>41502</c:v>
                </c:pt>
                <c:pt idx="2480">
                  <c:v>41503</c:v>
                </c:pt>
                <c:pt idx="2481">
                  <c:v>41504</c:v>
                </c:pt>
                <c:pt idx="2482">
                  <c:v>41505</c:v>
                </c:pt>
                <c:pt idx="2483">
                  <c:v>41506</c:v>
                </c:pt>
                <c:pt idx="2484">
                  <c:v>41507</c:v>
                </c:pt>
                <c:pt idx="2485">
                  <c:v>41508</c:v>
                </c:pt>
                <c:pt idx="2486">
                  <c:v>41509</c:v>
                </c:pt>
                <c:pt idx="2487">
                  <c:v>41510</c:v>
                </c:pt>
                <c:pt idx="2488">
                  <c:v>41511</c:v>
                </c:pt>
                <c:pt idx="2489">
                  <c:v>41512</c:v>
                </c:pt>
                <c:pt idx="2490">
                  <c:v>41513</c:v>
                </c:pt>
                <c:pt idx="2491">
                  <c:v>41514</c:v>
                </c:pt>
                <c:pt idx="2492">
                  <c:v>41515</c:v>
                </c:pt>
                <c:pt idx="2493">
                  <c:v>41516</c:v>
                </c:pt>
                <c:pt idx="2494">
                  <c:v>41517</c:v>
                </c:pt>
                <c:pt idx="2495">
                  <c:v>41518</c:v>
                </c:pt>
                <c:pt idx="2496">
                  <c:v>41519</c:v>
                </c:pt>
                <c:pt idx="2497">
                  <c:v>41520</c:v>
                </c:pt>
                <c:pt idx="2498">
                  <c:v>41521</c:v>
                </c:pt>
                <c:pt idx="2499">
                  <c:v>41522</c:v>
                </c:pt>
                <c:pt idx="2500">
                  <c:v>41523</c:v>
                </c:pt>
                <c:pt idx="2501">
                  <c:v>41524</c:v>
                </c:pt>
                <c:pt idx="2502">
                  <c:v>41525</c:v>
                </c:pt>
                <c:pt idx="2503">
                  <c:v>41526</c:v>
                </c:pt>
                <c:pt idx="2504">
                  <c:v>41527</c:v>
                </c:pt>
                <c:pt idx="2505">
                  <c:v>41528</c:v>
                </c:pt>
                <c:pt idx="2506">
                  <c:v>41529</c:v>
                </c:pt>
                <c:pt idx="2507">
                  <c:v>41530</c:v>
                </c:pt>
                <c:pt idx="2508">
                  <c:v>41531</c:v>
                </c:pt>
                <c:pt idx="2509">
                  <c:v>41532</c:v>
                </c:pt>
                <c:pt idx="2510">
                  <c:v>41533</c:v>
                </c:pt>
                <c:pt idx="2511">
                  <c:v>41534</c:v>
                </c:pt>
                <c:pt idx="2512">
                  <c:v>41535</c:v>
                </c:pt>
                <c:pt idx="2513">
                  <c:v>41536</c:v>
                </c:pt>
                <c:pt idx="2514">
                  <c:v>41537</c:v>
                </c:pt>
                <c:pt idx="2515">
                  <c:v>41538</c:v>
                </c:pt>
                <c:pt idx="2516">
                  <c:v>41539</c:v>
                </c:pt>
                <c:pt idx="2517">
                  <c:v>41540</c:v>
                </c:pt>
                <c:pt idx="2518">
                  <c:v>41541</c:v>
                </c:pt>
                <c:pt idx="2519">
                  <c:v>41542</c:v>
                </c:pt>
                <c:pt idx="2520">
                  <c:v>41543</c:v>
                </c:pt>
                <c:pt idx="2521">
                  <c:v>41544</c:v>
                </c:pt>
                <c:pt idx="2522">
                  <c:v>41545</c:v>
                </c:pt>
                <c:pt idx="2523">
                  <c:v>41546</c:v>
                </c:pt>
                <c:pt idx="2524">
                  <c:v>41547</c:v>
                </c:pt>
                <c:pt idx="2525">
                  <c:v>41548</c:v>
                </c:pt>
                <c:pt idx="2526">
                  <c:v>41549</c:v>
                </c:pt>
                <c:pt idx="2527">
                  <c:v>41550</c:v>
                </c:pt>
                <c:pt idx="2528">
                  <c:v>41551</c:v>
                </c:pt>
                <c:pt idx="2529">
                  <c:v>41552</c:v>
                </c:pt>
                <c:pt idx="2530">
                  <c:v>41553</c:v>
                </c:pt>
                <c:pt idx="2531">
                  <c:v>41554</c:v>
                </c:pt>
                <c:pt idx="2532">
                  <c:v>41555</c:v>
                </c:pt>
                <c:pt idx="2533">
                  <c:v>41556</c:v>
                </c:pt>
                <c:pt idx="2534">
                  <c:v>41557</c:v>
                </c:pt>
                <c:pt idx="2535">
                  <c:v>41558</c:v>
                </c:pt>
                <c:pt idx="2536">
                  <c:v>41559</c:v>
                </c:pt>
                <c:pt idx="2537">
                  <c:v>41560</c:v>
                </c:pt>
                <c:pt idx="2538">
                  <c:v>41561</c:v>
                </c:pt>
                <c:pt idx="2539">
                  <c:v>41562</c:v>
                </c:pt>
                <c:pt idx="2540">
                  <c:v>41563</c:v>
                </c:pt>
                <c:pt idx="2541">
                  <c:v>41564</c:v>
                </c:pt>
                <c:pt idx="2542">
                  <c:v>41565</c:v>
                </c:pt>
                <c:pt idx="2543">
                  <c:v>41566</c:v>
                </c:pt>
                <c:pt idx="2544">
                  <c:v>41567</c:v>
                </c:pt>
                <c:pt idx="2545">
                  <c:v>41568</c:v>
                </c:pt>
                <c:pt idx="2546">
                  <c:v>41569</c:v>
                </c:pt>
                <c:pt idx="2547">
                  <c:v>41570</c:v>
                </c:pt>
                <c:pt idx="2548">
                  <c:v>41571</c:v>
                </c:pt>
                <c:pt idx="2549">
                  <c:v>41572</c:v>
                </c:pt>
                <c:pt idx="2550">
                  <c:v>41573</c:v>
                </c:pt>
                <c:pt idx="2551">
                  <c:v>41574</c:v>
                </c:pt>
                <c:pt idx="2552">
                  <c:v>41575</c:v>
                </c:pt>
                <c:pt idx="2553">
                  <c:v>41576</c:v>
                </c:pt>
                <c:pt idx="2554">
                  <c:v>41577</c:v>
                </c:pt>
                <c:pt idx="2555">
                  <c:v>41578</c:v>
                </c:pt>
                <c:pt idx="2556">
                  <c:v>41579</c:v>
                </c:pt>
                <c:pt idx="2557">
                  <c:v>41580</c:v>
                </c:pt>
                <c:pt idx="2558">
                  <c:v>41581</c:v>
                </c:pt>
                <c:pt idx="2559">
                  <c:v>41582</c:v>
                </c:pt>
                <c:pt idx="2560">
                  <c:v>41583</c:v>
                </c:pt>
                <c:pt idx="2561">
                  <c:v>41584</c:v>
                </c:pt>
                <c:pt idx="2562">
                  <c:v>41585</c:v>
                </c:pt>
                <c:pt idx="2563">
                  <c:v>41586</c:v>
                </c:pt>
                <c:pt idx="2564">
                  <c:v>41587</c:v>
                </c:pt>
                <c:pt idx="2565">
                  <c:v>41588</c:v>
                </c:pt>
                <c:pt idx="2566">
                  <c:v>41589</c:v>
                </c:pt>
                <c:pt idx="2567">
                  <c:v>41590</c:v>
                </c:pt>
                <c:pt idx="2568">
                  <c:v>41591</c:v>
                </c:pt>
                <c:pt idx="2569">
                  <c:v>41592</c:v>
                </c:pt>
                <c:pt idx="2570">
                  <c:v>41593</c:v>
                </c:pt>
                <c:pt idx="2571">
                  <c:v>41594</c:v>
                </c:pt>
                <c:pt idx="2572">
                  <c:v>41595</c:v>
                </c:pt>
                <c:pt idx="2573">
                  <c:v>41596</c:v>
                </c:pt>
                <c:pt idx="2574">
                  <c:v>41597</c:v>
                </c:pt>
                <c:pt idx="2575">
                  <c:v>41598</c:v>
                </c:pt>
                <c:pt idx="2576">
                  <c:v>41599</c:v>
                </c:pt>
                <c:pt idx="2577">
                  <c:v>41600</c:v>
                </c:pt>
                <c:pt idx="2578">
                  <c:v>41601</c:v>
                </c:pt>
                <c:pt idx="2579">
                  <c:v>41602</c:v>
                </c:pt>
                <c:pt idx="2580">
                  <c:v>41603</c:v>
                </c:pt>
                <c:pt idx="2581">
                  <c:v>41604</c:v>
                </c:pt>
                <c:pt idx="2582">
                  <c:v>41605</c:v>
                </c:pt>
                <c:pt idx="2583">
                  <c:v>41606</c:v>
                </c:pt>
                <c:pt idx="2584">
                  <c:v>41607</c:v>
                </c:pt>
                <c:pt idx="2585">
                  <c:v>41608</c:v>
                </c:pt>
                <c:pt idx="2586">
                  <c:v>41609</c:v>
                </c:pt>
                <c:pt idx="2587">
                  <c:v>41610</c:v>
                </c:pt>
                <c:pt idx="2588">
                  <c:v>41611</c:v>
                </c:pt>
                <c:pt idx="2589">
                  <c:v>41612</c:v>
                </c:pt>
                <c:pt idx="2590">
                  <c:v>41613</c:v>
                </c:pt>
                <c:pt idx="2591">
                  <c:v>41614</c:v>
                </c:pt>
                <c:pt idx="2592">
                  <c:v>41615</c:v>
                </c:pt>
                <c:pt idx="2593">
                  <c:v>41616</c:v>
                </c:pt>
                <c:pt idx="2594">
                  <c:v>41617</c:v>
                </c:pt>
                <c:pt idx="2595">
                  <c:v>41618</c:v>
                </c:pt>
                <c:pt idx="2596">
                  <c:v>41619</c:v>
                </c:pt>
                <c:pt idx="2597">
                  <c:v>41620</c:v>
                </c:pt>
                <c:pt idx="2598">
                  <c:v>41621</c:v>
                </c:pt>
                <c:pt idx="2599">
                  <c:v>41622</c:v>
                </c:pt>
                <c:pt idx="2600">
                  <c:v>41623</c:v>
                </c:pt>
                <c:pt idx="2601">
                  <c:v>41624</c:v>
                </c:pt>
                <c:pt idx="2602">
                  <c:v>41625</c:v>
                </c:pt>
                <c:pt idx="2603">
                  <c:v>41626</c:v>
                </c:pt>
                <c:pt idx="2604">
                  <c:v>41627</c:v>
                </c:pt>
                <c:pt idx="2605">
                  <c:v>41628</c:v>
                </c:pt>
                <c:pt idx="2606">
                  <c:v>41629</c:v>
                </c:pt>
                <c:pt idx="2607">
                  <c:v>41630</c:v>
                </c:pt>
                <c:pt idx="2608">
                  <c:v>41631</c:v>
                </c:pt>
                <c:pt idx="2609">
                  <c:v>41632</c:v>
                </c:pt>
                <c:pt idx="2610">
                  <c:v>41633</c:v>
                </c:pt>
                <c:pt idx="2611">
                  <c:v>41634</c:v>
                </c:pt>
                <c:pt idx="2612">
                  <c:v>41635</c:v>
                </c:pt>
                <c:pt idx="2613">
                  <c:v>41636</c:v>
                </c:pt>
                <c:pt idx="2614">
                  <c:v>41637</c:v>
                </c:pt>
                <c:pt idx="2615">
                  <c:v>41638</c:v>
                </c:pt>
                <c:pt idx="2616">
                  <c:v>41639</c:v>
                </c:pt>
                <c:pt idx="2617">
                  <c:v>41640</c:v>
                </c:pt>
                <c:pt idx="2618">
                  <c:v>41641</c:v>
                </c:pt>
                <c:pt idx="2619">
                  <c:v>41642</c:v>
                </c:pt>
                <c:pt idx="2620">
                  <c:v>41643</c:v>
                </c:pt>
                <c:pt idx="2621">
                  <c:v>41644</c:v>
                </c:pt>
                <c:pt idx="2622">
                  <c:v>41645</c:v>
                </c:pt>
                <c:pt idx="2623">
                  <c:v>41646</c:v>
                </c:pt>
                <c:pt idx="2624">
                  <c:v>41647</c:v>
                </c:pt>
                <c:pt idx="2625">
                  <c:v>41648</c:v>
                </c:pt>
                <c:pt idx="2626">
                  <c:v>41649</c:v>
                </c:pt>
                <c:pt idx="2627">
                  <c:v>41650</c:v>
                </c:pt>
                <c:pt idx="2628">
                  <c:v>41651</c:v>
                </c:pt>
                <c:pt idx="2629">
                  <c:v>41652</c:v>
                </c:pt>
                <c:pt idx="2630">
                  <c:v>41653</c:v>
                </c:pt>
                <c:pt idx="2631">
                  <c:v>41654</c:v>
                </c:pt>
                <c:pt idx="2632">
                  <c:v>41655</c:v>
                </c:pt>
                <c:pt idx="2633">
                  <c:v>41656</c:v>
                </c:pt>
                <c:pt idx="2634">
                  <c:v>41657</c:v>
                </c:pt>
                <c:pt idx="2635">
                  <c:v>41658</c:v>
                </c:pt>
                <c:pt idx="2636">
                  <c:v>41659</c:v>
                </c:pt>
                <c:pt idx="2637">
                  <c:v>41660</c:v>
                </c:pt>
                <c:pt idx="2638">
                  <c:v>41661</c:v>
                </c:pt>
                <c:pt idx="2639">
                  <c:v>41662</c:v>
                </c:pt>
                <c:pt idx="2640">
                  <c:v>41663</c:v>
                </c:pt>
                <c:pt idx="2641">
                  <c:v>41664</c:v>
                </c:pt>
                <c:pt idx="2642">
                  <c:v>41665</c:v>
                </c:pt>
                <c:pt idx="2643">
                  <c:v>41666</c:v>
                </c:pt>
                <c:pt idx="2644">
                  <c:v>41667</c:v>
                </c:pt>
                <c:pt idx="2645">
                  <c:v>41668</c:v>
                </c:pt>
                <c:pt idx="2646">
                  <c:v>41669</c:v>
                </c:pt>
                <c:pt idx="2647">
                  <c:v>41670</c:v>
                </c:pt>
                <c:pt idx="2648">
                  <c:v>41671</c:v>
                </c:pt>
                <c:pt idx="2649">
                  <c:v>41672</c:v>
                </c:pt>
                <c:pt idx="2650">
                  <c:v>41673</c:v>
                </c:pt>
                <c:pt idx="2651">
                  <c:v>41674</c:v>
                </c:pt>
                <c:pt idx="2652">
                  <c:v>41675</c:v>
                </c:pt>
                <c:pt idx="2653">
                  <c:v>41676</c:v>
                </c:pt>
                <c:pt idx="2654">
                  <c:v>41677</c:v>
                </c:pt>
                <c:pt idx="2655">
                  <c:v>41678</c:v>
                </c:pt>
                <c:pt idx="2656">
                  <c:v>41679</c:v>
                </c:pt>
                <c:pt idx="2657">
                  <c:v>41680</c:v>
                </c:pt>
                <c:pt idx="2658">
                  <c:v>41681</c:v>
                </c:pt>
                <c:pt idx="2659">
                  <c:v>41682</c:v>
                </c:pt>
                <c:pt idx="2660">
                  <c:v>41683</c:v>
                </c:pt>
                <c:pt idx="2661">
                  <c:v>41684</c:v>
                </c:pt>
                <c:pt idx="2662">
                  <c:v>41685</c:v>
                </c:pt>
                <c:pt idx="2663">
                  <c:v>41686</c:v>
                </c:pt>
                <c:pt idx="2664">
                  <c:v>41687</c:v>
                </c:pt>
                <c:pt idx="2665">
                  <c:v>41688</c:v>
                </c:pt>
                <c:pt idx="2666">
                  <c:v>41689</c:v>
                </c:pt>
                <c:pt idx="2667">
                  <c:v>41690</c:v>
                </c:pt>
                <c:pt idx="2668">
                  <c:v>41691</c:v>
                </c:pt>
                <c:pt idx="2669">
                  <c:v>41692</c:v>
                </c:pt>
                <c:pt idx="2670">
                  <c:v>41693</c:v>
                </c:pt>
                <c:pt idx="2671">
                  <c:v>41694</c:v>
                </c:pt>
                <c:pt idx="2672">
                  <c:v>41695</c:v>
                </c:pt>
                <c:pt idx="2673">
                  <c:v>41696</c:v>
                </c:pt>
                <c:pt idx="2674">
                  <c:v>41697</c:v>
                </c:pt>
                <c:pt idx="2675">
                  <c:v>41698</c:v>
                </c:pt>
                <c:pt idx="2676">
                  <c:v>41699</c:v>
                </c:pt>
                <c:pt idx="2677">
                  <c:v>41700</c:v>
                </c:pt>
                <c:pt idx="2678">
                  <c:v>41701</c:v>
                </c:pt>
                <c:pt idx="2679">
                  <c:v>41702</c:v>
                </c:pt>
                <c:pt idx="2680">
                  <c:v>41703</c:v>
                </c:pt>
                <c:pt idx="2681">
                  <c:v>41704</c:v>
                </c:pt>
                <c:pt idx="2682">
                  <c:v>41705</c:v>
                </c:pt>
                <c:pt idx="2683">
                  <c:v>41706</c:v>
                </c:pt>
                <c:pt idx="2684">
                  <c:v>41707</c:v>
                </c:pt>
                <c:pt idx="2685">
                  <c:v>41708</c:v>
                </c:pt>
                <c:pt idx="2686">
                  <c:v>41709</c:v>
                </c:pt>
                <c:pt idx="2687">
                  <c:v>41710</c:v>
                </c:pt>
                <c:pt idx="2688">
                  <c:v>41711</c:v>
                </c:pt>
                <c:pt idx="2689">
                  <c:v>41712</c:v>
                </c:pt>
                <c:pt idx="2690">
                  <c:v>41713</c:v>
                </c:pt>
                <c:pt idx="2691">
                  <c:v>41714</c:v>
                </c:pt>
                <c:pt idx="2692">
                  <c:v>41715</c:v>
                </c:pt>
                <c:pt idx="2693">
                  <c:v>41716</c:v>
                </c:pt>
                <c:pt idx="2694">
                  <c:v>41717</c:v>
                </c:pt>
                <c:pt idx="2695">
                  <c:v>41718</c:v>
                </c:pt>
                <c:pt idx="2696">
                  <c:v>41719</c:v>
                </c:pt>
                <c:pt idx="2697">
                  <c:v>41720</c:v>
                </c:pt>
                <c:pt idx="2698">
                  <c:v>41721</c:v>
                </c:pt>
                <c:pt idx="2699">
                  <c:v>41722</c:v>
                </c:pt>
                <c:pt idx="2700">
                  <c:v>41723</c:v>
                </c:pt>
                <c:pt idx="2701">
                  <c:v>41724</c:v>
                </c:pt>
                <c:pt idx="2702">
                  <c:v>41725</c:v>
                </c:pt>
                <c:pt idx="2703">
                  <c:v>41726</c:v>
                </c:pt>
                <c:pt idx="2704">
                  <c:v>41727</c:v>
                </c:pt>
                <c:pt idx="2705">
                  <c:v>41728</c:v>
                </c:pt>
                <c:pt idx="2706">
                  <c:v>41729</c:v>
                </c:pt>
                <c:pt idx="2707">
                  <c:v>41730</c:v>
                </c:pt>
                <c:pt idx="2708">
                  <c:v>41731</c:v>
                </c:pt>
                <c:pt idx="2709">
                  <c:v>41732</c:v>
                </c:pt>
                <c:pt idx="2710">
                  <c:v>41733</c:v>
                </c:pt>
                <c:pt idx="2711">
                  <c:v>41734</c:v>
                </c:pt>
                <c:pt idx="2712">
                  <c:v>41735</c:v>
                </c:pt>
                <c:pt idx="2713">
                  <c:v>41736</c:v>
                </c:pt>
                <c:pt idx="2714">
                  <c:v>41737</c:v>
                </c:pt>
                <c:pt idx="2715">
                  <c:v>41738</c:v>
                </c:pt>
                <c:pt idx="2716">
                  <c:v>41739</c:v>
                </c:pt>
                <c:pt idx="2717">
                  <c:v>41740</c:v>
                </c:pt>
                <c:pt idx="2718">
                  <c:v>41741</c:v>
                </c:pt>
                <c:pt idx="2719">
                  <c:v>41742</c:v>
                </c:pt>
                <c:pt idx="2720">
                  <c:v>41743</c:v>
                </c:pt>
                <c:pt idx="2721">
                  <c:v>41744</c:v>
                </c:pt>
                <c:pt idx="2722">
                  <c:v>41745</c:v>
                </c:pt>
                <c:pt idx="2723">
                  <c:v>41746</c:v>
                </c:pt>
                <c:pt idx="2724">
                  <c:v>41747</c:v>
                </c:pt>
                <c:pt idx="2725">
                  <c:v>41748</c:v>
                </c:pt>
                <c:pt idx="2726">
                  <c:v>41749</c:v>
                </c:pt>
                <c:pt idx="2727">
                  <c:v>41750</c:v>
                </c:pt>
                <c:pt idx="2728">
                  <c:v>41751</c:v>
                </c:pt>
                <c:pt idx="2729">
                  <c:v>41752</c:v>
                </c:pt>
                <c:pt idx="2730">
                  <c:v>41753</c:v>
                </c:pt>
                <c:pt idx="2731">
                  <c:v>41754</c:v>
                </c:pt>
                <c:pt idx="2732">
                  <c:v>41755</c:v>
                </c:pt>
                <c:pt idx="2733">
                  <c:v>41756</c:v>
                </c:pt>
                <c:pt idx="2734">
                  <c:v>41757</c:v>
                </c:pt>
                <c:pt idx="2735">
                  <c:v>41758</c:v>
                </c:pt>
                <c:pt idx="2736">
                  <c:v>41759</c:v>
                </c:pt>
                <c:pt idx="2737">
                  <c:v>41760</c:v>
                </c:pt>
                <c:pt idx="2738">
                  <c:v>41761</c:v>
                </c:pt>
                <c:pt idx="2739">
                  <c:v>41762</c:v>
                </c:pt>
                <c:pt idx="2740">
                  <c:v>41763</c:v>
                </c:pt>
                <c:pt idx="2741">
                  <c:v>41764</c:v>
                </c:pt>
                <c:pt idx="2742">
                  <c:v>41765</c:v>
                </c:pt>
                <c:pt idx="2743">
                  <c:v>41766</c:v>
                </c:pt>
                <c:pt idx="2744">
                  <c:v>41767</c:v>
                </c:pt>
                <c:pt idx="2745">
                  <c:v>41768</c:v>
                </c:pt>
                <c:pt idx="2746">
                  <c:v>41769</c:v>
                </c:pt>
                <c:pt idx="2747">
                  <c:v>41770</c:v>
                </c:pt>
                <c:pt idx="2748">
                  <c:v>41771</c:v>
                </c:pt>
                <c:pt idx="2749">
                  <c:v>41772</c:v>
                </c:pt>
                <c:pt idx="2750">
                  <c:v>41773</c:v>
                </c:pt>
                <c:pt idx="2751">
                  <c:v>41774</c:v>
                </c:pt>
                <c:pt idx="2752">
                  <c:v>41775</c:v>
                </c:pt>
                <c:pt idx="2753">
                  <c:v>41776</c:v>
                </c:pt>
                <c:pt idx="2754">
                  <c:v>41777</c:v>
                </c:pt>
                <c:pt idx="2755">
                  <c:v>41778</c:v>
                </c:pt>
                <c:pt idx="2756">
                  <c:v>41779</c:v>
                </c:pt>
                <c:pt idx="2757">
                  <c:v>41780</c:v>
                </c:pt>
                <c:pt idx="2758">
                  <c:v>41781</c:v>
                </c:pt>
                <c:pt idx="2759">
                  <c:v>41782</c:v>
                </c:pt>
                <c:pt idx="2760">
                  <c:v>41783</c:v>
                </c:pt>
                <c:pt idx="2761">
                  <c:v>41784</c:v>
                </c:pt>
                <c:pt idx="2762">
                  <c:v>41785</c:v>
                </c:pt>
                <c:pt idx="2763">
                  <c:v>41786</c:v>
                </c:pt>
                <c:pt idx="2764">
                  <c:v>41787</c:v>
                </c:pt>
                <c:pt idx="2765">
                  <c:v>41788</c:v>
                </c:pt>
                <c:pt idx="2766">
                  <c:v>41789</c:v>
                </c:pt>
                <c:pt idx="2767">
                  <c:v>41790</c:v>
                </c:pt>
                <c:pt idx="2768">
                  <c:v>41791</c:v>
                </c:pt>
                <c:pt idx="2769">
                  <c:v>41792</c:v>
                </c:pt>
                <c:pt idx="2770">
                  <c:v>41793</c:v>
                </c:pt>
                <c:pt idx="2771">
                  <c:v>41794</c:v>
                </c:pt>
                <c:pt idx="2772">
                  <c:v>41795</c:v>
                </c:pt>
                <c:pt idx="2773">
                  <c:v>41796</c:v>
                </c:pt>
                <c:pt idx="2774">
                  <c:v>41797</c:v>
                </c:pt>
                <c:pt idx="2775">
                  <c:v>41798</c:v>
                </c:pt>
                <c:pt idx="2776">
                  <c:v>41799</c:v>
                </c:pt>
                <c:pt idx="2777">
                  <c:v>41800</c:v>
                </c:pt>
                <c:pt idx="2778">
                  <c:v>41801</c:v>
                </c:pt>
                <c:pt idx="2779">
                  <c:v>41802</c:v>
                </c:pt>
                <c:pt idx="2780">
                  <c:v>41803</c:v>
                </c:pt>
                <c:pt idx="2781">
                  <c:v>41804</c:v>
                </c:pt>
                <c:pt idx="2782">
                  <c:v>41805</c:v>
                </c:pt>
                <c:pt idx="2783">
                  <c:v>41806</c:v>
                </c:pt>
                <c:pt idx="2784">
                  <c:v>41807</c:v>
                </c:pt>
                <c:pt idx="2785">
                  <c:v>41808</c:v>
                </c:pt>
                <c:pt idx="2786">
                  <c:v>41809</c:v>
                </c:pt>
                <c:pt idx="2787">
                  <c:v>41810</c:v>
                </c:pt>
                <c:pt idx="2788">
                  <c:v>41811</c:v>
                </c:pt>
                <c:pt idx="2789">
                  <c:v>41812</c:v>
                </c:pt>
                <c:pt idx="2790">
                  <c:v>41813</c:v>
                </c:pt>
                <c:pt idx="2791">
                  <c:v>41814</c:v>
                </c:pt>
                <c:pt idx="2792">
                  <c:v>41815</c:v>
                </c:pt>
                <c:pt idx="2793">
                  <c:v>41816</c:v>
                </c:pt>
                <c:pt idx="2794">
                  <c:v>41817</c:v>
                </c:pt>
                <c:pt idx="2795">
                  <c:v>41818</c:v>
                </c:pt>
                <c:pt idx="2796">
                  <c:v>41819</c:v>
                </c:pt>
                <c:pt idx="2797">
                  <c:v>41820</c:v>
                </c:pt>
                <c:pt idx="2798">
                  <c:v>41821</c:v>
                </c:pt>
                <c:pt idx="2799">
                  <c:v>41822</c:v>
                </c:pt>
                <c:pt idx="2800">
                  <c:v>41823</c:v>
                </c:pt>
                <c:pt idx="2801">
                  <c:v>41824</c:v>
                </c:pt>
                <c:pt idx="2802">
                  <c:v>41825</c:v>
                </c:pt>
                <c:pt idx="2803">
                  <c:v>41826</c:v>
                </c:pt>
                <c:pt idx="2804">
                  <c:v>41827</c:v>
                </c:pt>
                <c:pt idx="2805">
                  <c:v>41828</c:v>
                </c:pt>
                <c:pt idx="2806">
                  <c:v>41829</c:v>
                </c:pt>
                <c:pt idx="2807">
                  <c:v>41830</c:v>
                </c:pt>
                <c:pt idx="2808">
                  <c:v>41831</c:v>
                </c:pt>
                <c:pt idx="2809">
                  <c:v>41832</c:v>
                </c:pt>
                <c:pt idx="2810">
                  <c:v>41833</c:v>
                </c:pt>
                <c:pt idx="2811">
                  <c:v>41834</c:v>
                </c:pt>
                <c:pt idx="2812">
                  <c:v>41835</c:v>
                </c:pt>
                <c:pt idx="2813">
                  <c:v>41836</c:v>
                </c:pt>
                <c:pt idx="2814">
                  <c:v>41837</c:v>
                </c:pt>
                <c:pt idx="2815">
                  <c:v>41838</c:v>
                </c:pt>
                <c:pt idx="2816">
                  <c:v>41839</c:v>
                </c:pt>
                <c:pt idx="2817">
                  <c:v>41840</c:v>
                </c:pt>
                <c:pt idx="2818">
                  <c:v>41841</c:v>
                </c:pt>
                <c:pt idx="2819">
                  <c:v>41842</c:v>
                </c:pt>
                <c:pt idx="2820">
                  <c:v>41843</c:v>
                </c:pt>
                <c:pt idx="2821">
                  <c:v>41844</c:v>
                </c:pt>
                <c:pt idx="2822">
                  <c:v>41845</c:v>
                </c:pt>
                <c:pt idx="2823">
                  <c:v>41846</c:v>
                </c:pt>
                <c:pt idx="2824">
                  <c:v>41847</c:v>
                </c:pt>
                <c:pt idx="2825">
                  <c:v>41848</c:v>
                </c:pt>
                <c:pt idx="2826">
                  <c:v>41849</c:v>
                </c:pt>
                <c:pt idx="2827">
                  <c:v>41850</c:v>
                </c:pt>
                <c:pt idx="2828">
                  <c:v>41851</c:v>
                </c:pt>
                <c:pt idx="2829">
                  <c:v>41852</c:v>
                </c:pt>
                <c:pt idx="2830">
                  <c:v>41853</c:v>
                </c:pt>
                <c:pt idx="2831">
                  <c:v>41854</c:v>
                </c:pt>
                <c:pt idx="2832">
                  <c:v>41855</c:v>
                </c:pt>
                <c:pt idx="2833">
                  <c:v>41856</c:v>
                </c:pt>
                <c:pt idx="2834">
                  <c:v>41857</c:v>
                </c:pt>
                <c:pt idx="2835">
                  <c:v>41858</c:v>
                </c:pt>
                <c:pt idx="2836">
                  <c:v>41859</c:v>
                </c:pt>
                <c:pt idx="2837">
                  <c:v>41860</c:v>
                </c:pt>
                <c:pt idx="2838">
                  <c:v>41861</c:v>
                </c:pt>
                <c:pt idx="2839">
                  <c:v>41862</c:v>
                </c:pt>
                <c:pt idx="2840">
                  <c:v>41863</c:v>
                </c:pt>
                <c:pt idx="2841">
                  <c:v>41864</c:v>
                </c:pt>
                <c:pt idx="2842">
                  <c:v>41865</c:v>
                </c:pt>
                <c:pt idx="2843">
                  <c:v>41866</c:v>
                </c:pt>
                <c:pt idx="2844">
                  <c:v>41867</c:v>
                </c:pt>
                <c:pt idx="2845">
                  <c:v>41868</c:v>
                </c:pt>
                <c:pt idx="2846">
                  <c:v>41869</c:v>
                </c:pt>
                <c:pt idx="2847">
                  <c:v>41870</c:v>
                </c:pt>
                <c:pt idx="2848">
                  <c:v>41871</c:v>
                </c:pt>
                <c:pt idx="2849">
                  <c:v>41872</c:v>
                </c:pt>
                <c:pt idx="2850">
                  <c:v>41873</c:v>
                </c:pt>
                <c:pt idx="2851">
                  <c:v>41874</c:v>
                </c:pt>
                <c:pt idx="2852">
                  <c:v>41875</c:v>
                </c:pt>
                <c:pt idx="2853">
                  <c:v>41876</c:v>
                </c:pt>
                <c:pt idx="2854">
                  <c:v>41877</c:v>
                </c:pt>
                <c:pt idx="2855">
                  <c:v>41878</c:v>
                </c:pt>
                <c:pt idx="2856">
                  <c:v>41879</c:v>
                </c:pt>
                <c:pt idx="2857">
                  <c:v>41880</c:v>
                </c:pt>
                <c:pt idx="2858">
                  <c:v>41881</c:v>
                </c:pt>
                <c:pt idx="2859">
                  <c:v>41882</c:v>
                </c:pt>
                <c:pt idx="2860">
                  <c:v>41883</c:v>
                </c:pt>
                <c:pt idx="2861">
                  <c:v>41884</c:v>
                </c:pt>
                <c:pt idx="2862">
                  <c:v>41885</c:v>
                </c:pt>
                <c:pt idx="2863">
                  <c:v>41886</c:v>
                </c:pt>
                <c:pt idx="2864">
                  <c:v>41887</c:v>
                </c:pt>
                <c:pt idx="2865">
                  <c:v>41888</c:v>
                </c:pt>
                <c:pt idx="2866">
                  <c:v>41889</c:v>
                </c:pt>
                <c:pt idx="2867">
                  <c:v>41890</c:v>
                </c:pt>
                <c:pt idx="2868">
                  <c:v>41891</c:v>
                </c:pt>
                <c:pt idx="2869">
                  <c:v>41892</c:v>
                </c:pt>
                <c:pt idx="2870">
                  <c:v>41893</c:v>
                </c:pt>
                <c:pt idx="2871">
                  <c:v>41894</c:v>
                </c:pt>
                <c:pt idx="2872">
                  <c:v>41895</c:v>
                </c:pt>
                <c:pt idx="2873">
                  <c:v>41896</c:v>
                </c:pt>
                <c:pt idx="2874">
                  <c:v>41897</c:v>
                </c:pt>
                <c:pt idx="2875">
                  <c:v>41898</c:v>
                </c:pt>
                <c:pt idx="2876">
                  <c:v>41899</c:v>
                </c:pt>
                <c:pt idx="2877">
                  <c:v>41900</c:v>
                </c:pt>
                <c:pt idx="2878">
                  <c:v>41901</c:v>
                </c:pt>
                <c:pt idx="2879">
                  <c:v>41902</c:v>
                </c:pt>
                <c:pt idx="2880">
                  <c:v>41903</c:v>
                </c:pt>
                <c:pt idx="2881">
                  <c:v>41904</c:v>
                </c:pt>
                <c:pt idx="2882">
                  <c:v>41905</c:v>
                </c:pt>
                <c:pt idx="2883">
                  <c:v>41906</c:v>
                </c:pt>
                <c:pt idx="2884">
                  <c:v>41907</c:v>
                </c:pt>
                <c:pt idx="2885">
                  <c:v>41908</c:v>
                </c:pt>
                <c:pt idx="2886">
                  <c:v>41909</c:v>
                </c:pt>
                <c:pt idx="2887">
                  <c:v>41910</c:v>
                </c:pt>
                <c:pt idx="2888">
                  <c:v>41911</c:v>
                </c:pt>
                <c:pt idx="2889">
                  <c:v>41912</c:v>
                </c:pt>
                <c:pt idx="2890">
                  <c:v>41913</c:v>
                </c:pt>
                <c:pt idx="2891">
                  <c:v>41914</c:v>
                </c:pt>
                <c:pt idx="2892">
                  <c:v>41915</c:v>
                </c:pt>
                <c:pt idx="2893">
                  <c:v>41916</c:v>
                </c:pt>
                <c:pt idx="2894">
                  <c:v>41917</c:v>
                </c:pt>
                <c:pt idx="2895">
                  <c:v>41918</c:v>
                </c:pt>
                <c:pt idx="2896">
                  <c:v>41919</c:v>
                </c:pt>
                <c:pt idx="2897">
                  <c:v>41920</c:v>
                </c:pt>
                <c:pt idx="2898">
                  <c:v>41921</c:v>
                </c:pt>
                <c:pt idx="2899">
                  <c:v>41922</c:v>
                </c:pt>
                <c:pt idx="2900">
                  <c:v>41923</c:v>
                </c:pt>
                <c:pt idx="2901">
                  <c:v>41924</c:v>
                </c:pt>
                <c:pt idx="2902">
                  <c:v>41925</c:v>
                </c:pt>
                <c:pt idx="2903">
                  <c:v>41926</c:v>
                </c:pt>
                <c:pt idx="2904">
                  <c:v>41927</c:v>
                </c:pt>
                <c:pt idx="2905">
                  <c:v>41928</c:v>
                </c:pt>
                <c:pt idx="2906">
                  <c:v>41929</c:v>
                </c:pt>
                <c:pt idx="2907">
                  <c:v>41930</c:v>
                </c:pt>
                <c:pt idx="2908">
                  <c:v>41931</c:v>
                </c:pt>
                <c:pt idx="2909">
                  <c:v>41932</c:v>
                </c:pt>
                <c:pt idx="2910">
                  <c:v>41933</c:v>
                </c:pt>
                <c:pt idx="2911">
                  <c:v>41934</c:v>
                </c:pt>
                <c:pt idx="2912">
                  <c:v>41935</c:v>
                </c:pt>
                <c:pt idx="2913">
                  <c:v>41936</c:v>
                </c:pt>
                <c:pt idx="2914">
                  <c:v>41937</c:v>
                </c:pt>
                <c:pt idx="2915">
                  <c:v>41938</c:v>
                </c:pt>
                <c:pt idx="2916">
                  <c:v>41939</c:v>
                </c:pt>
                <c:pt idx="2917">
                  <c:v>41940</c:v>
                </c:pt>
                <c:pt idx="2918">
                  <c:v>41941</c:v>
                </c:pt>
                <c:pt idx="2919">
                  <c:v>41942</c:v>
                </c:pt>
                <c:pt idx="2920">
                  <c:v>41943</c:v>
                </c:pt>
                <c:pt idx="2921">
                  <c:v>41944</c:v>
                </c:pt>
                <c:pt idx="2922">
                  <c:v>41945</c:v>
                </c:pt>
                <c:pt idx="2923">
                  <c:v>41946</c:v>
                </c:pt>
                <c:pt idx="2924">
                  <c:v>41947</c:v>
                </c:pt>
                <c:pt idx="2925">
                  <c:v>41948</c:v>
                </c:pt>
                <c:pt idx="2926">
                  <c:v>41949</c:v>
                </c:pt>
                <c:pt idx="2927">
                  <c:v>41950</c:v>
                </c:pt>
                <c:pt idx="2928">
                  <c:v>41951</c:v>
                </c:pt>
                <c:pt idx="2929">
                  <c:v>41952</c:v>
                </c:pt>
                <c:pt idx="2930">
                  <c:v>41953</c:v>
                </c:pt>
                <c:pt idx="2931">
                  <c:v>41954</c:v>
                </c:pt>
                <c:pt idx="2932">
                  <c:v>41955</c:v>
                </c:pt>
                <c:pt idx="2933">
                  <c:v>41956</c:v>
                </c:pt>
                <c:pt idx="2934">
                  <c:v>41957</c:v>
                </c:pt>
                <c:pt idx="2935">
                  <c:v>41958</c:v>
                </c:pt>
                <c:pt idx="2936">
                  <c:v>41959</c:v>
                </c:pt>
                <c:pt idx="2937">
                  <c:v>41960</c:v>
                </c:pt>
                <c:pt idx="2938">
                  <c:v>41961</c:v>
                </c:pt>
                <c:pt idx="2939">
                  <c:v>41962</c:v>
                </c:pt>
                <c:pt idx="2940">
                  <c:v>41963</c:v>
                </c:pt>
                <c:pt idx="2941">
                  <c:v>41964</c:v>
                </c:pt>
                <c:pt idx="2942">
                  <c:v>41965</c:v>
                </c:pt>
                <c:pt idx="2943">
                  <c:v>41966</c:v>
                </c:pt>
                <c:pt idx="2944">
                  <c:v>41967</c:v>
                </c:pt>
                <c:pt idx="2945">
                  <c:v>41968</c:v>
                </c:pt>
                <c:pt idx="2946">
                  <c:v>41969</c:v>
                </c:pt>
                <c:pt idx="2947">
                  <c:v>41970</c:v>
                </c:pt>
                <c:pt idx="2948">
                  <c:v>41971</c:v>
                </c:pt>
                <c:pt idx="2949">
                  <c:v>41972</c:v>
                </c:pt>
                <c:pt idx="2950">
                  <c:v>41973</c:v>
                </c:pt>
                <c:pt idx="2951">
                  <c:v>41974</c:v>
                </c:pt>
                <c:pt idx="2952">
                  <c:v>41975</c:v>
                </c:pt>
                <c:pt idx="2953">
                  <c:v>41976</c:v>
                </c:pt>
                <c:pt idx="2954">
                  <c:v>41977</c:v>
                </c:pt>
                <c:pt idx="2955">
                  <c:v>41978</c:v>
                </c:pt>
                <c:pt idx="2956">
                  <c:v>41979</c:v>
                </c:pt>
                <c:pt idx="2957">
                  <c:v>41980</c:v>
                </c:pt>
                <c:pt idx="2958">
                  <c:v>41981</c:v>
                </c:pt>
                <c:pt idx="2959">
                  <c:v>41982</c:v>
                </c:pt>
                <c:pt idx="2960">
                  <c:v>41983</c:v>
                </c:pt>
                <c:pt idx="2961">
                  <c:v>41984</c:v>
                </c:pt>
                <c:pt idx="2962">
                  <c:v>41985</c:v>
                </c:pt>
                <c:pt idx="2963">
                  <c:v>41986</c:v>
                </c:pt>
                <c:pt idx="2964">
                  <c:v>41987</c:v>
                </c:pt>
                <c:pt idx="2965">
                  <c:v>41988</c:v>
                </c:pt>
                <c:pt idx="2966">
                  <c:v>41989</c:v>
                </c:pt>
                <c:pt idx="2967">
                  <c:v>41990</c:v>
                </c:pt>
                <c:pt idx="2968">
                  <c:v>41991</c:v>
                </c:pt>
                <c:pt idx="2969">
                  <c:v>41992</c:v>
                </c:pt>
                <c:pt idx="2970">
                  <c:v>41993</c:v>
                </c:pt>
                <c:pt idx="2971">
                  <c:v>41994</c:v>
                </c:pt>
                <c:pt idx="2972">
                  <c:v>41995</c:v>
                </c:pt>
                <c:pt idx="2973">
                  <c:v>41996</c:v>
                </c:pt>
                <c:pt idx="2974">
                  <c:v>41997</c:v>
                </c:pt>
                <c:pt idx="2975">
                  <c:v>41998</c:v>
                </c:pt>
                <c:pt idx="2976">
                  <c:v>41999</c:v>
                </c:pt>
                <c:pt idx="2977">
                  <c:v>42000</c:v>
                </c:pt>
                <c:pt idx="2978">
                  <c:v>42001</c:v>
                </c:pt>
                <c:pt idx="2979">
                  <c:v>42002</c:v>
                </c:pt>
                <c:pt idx="2980">
                  <c:v>42003</c:v>
                </c:pt>
                <c:pt idx="2981">
                  <c:v>42004</c:v>
                </c:pt>
                <c:pt idx="2982">
                  <c:v>42005</c:v>
                </c:pt>
                <c:pt idx="2983">
                  <c:v>42006</c:v>
                </c:pt>
                <c:pt idx="2984">
                  <c:v>42007</c:v>
                </c:pt>
                <c:pt idx="2985">
                  <c:v>42008</c:v>
                </c:pt>
                <c:pt idx="2986">
                  <c:v>42009</c:v>
                </c:pt>
                <c:pt idx="2987">
                  <c:v>42010</c:v>
                </c:pt>
                <c:pt idx="2988">
                  <c:v>42011</c:v>
                </c:pt>
                <c:pt idx="2989">
                  <c:v>42012</c:v>
                </c:pt>
                <c:pt idx="2990">
                  <c:v>42013</c:v>
                </c:pt>
                <c:pt idx="2991">
                  <c:v>42014</c:v>
                </c:pt>
                <c:pt idx="2992">
                  <c:v>42015</c:v>
                </c:pt>
                <c:pt idx="2993">
                  <c:v>42016</c:v>
                </c:pt>
                <c:pt idx="2994">
                  <c:v>42017</c:v>
                </c:pt>
                <c:pt idx="2995">
                  <c:v>42018</c:v>
                </c:pt>
                <c:pt idx="2996">
                  <c:v>42019</c:v>
                </c:pt>
                <c:pt idx="2997">
                  <c:v>42020</c:v>
                </c:pt>
                <c:pt idx="2998">
                  <c:v>42021</c:v>
                </c:pt>
                <c:pt idx="2999">
                  <c:v>42022</c:v>
                </c:pt>
                <c:pt idx="3000">
                  <c:v>42023</c:v>
                </c:pt>
                <c:pt idx="3001">
                  <c:v>42024</c:v>
                </c:pt>
                <c:pt idx="3002">
                  <c:v>42025</c:v>
                </c:pt>
                <c:pt idx="3003">
                  <c:v>42026</c:v>
                </c:pt>
                <c:pt idx="3004">
                  <c:v>42027</c:v>
                </c:pt>
                <c:pt idx="3005">
                  <c:v>42028</c:v>
                </c:pt>
                <c:pt idx="3006">
                  <c:v>42029</c:v>
                </c:pt>
                <c:pt idx="3007">
                  <c:v>42030</c:v>
                </c:pt>
                <c:pt idx="3008">
                  <c:v>42031</c:v>
                </c:pt>
                <c:pt idx="3009">
                  <c:v>42032</c:v>
                </c:pt>
                <c:pt idx="3010">
                  <c:v>42033</c:v>
                </c:pt>
                <c:pt idx="3011">
                  <c:v>42034</c:v>
                </c:pt>
                <c:pt idx="3012">
                  <c:v>42035</c:v>
                </c:pt>
                <c:pt idx="3013">
                  <c:v>42036</c:v>
                </c:pt>
                <c:pt idx="3014">
                  <c:v>42037</c:v>
                </c:pt>
                <c:pt idx="3015">
                  <c:v>42038</c:v>
                </c:pt>
                <c:pt idx="3016">
                  <c:v>42039</c:v>
                </c:pt>
                <c:pt idx="3017">
                  <c:v>42040</c:v>
                </c:pt>
                <c:pt idx="3018">
                  <c:v>42041</c:v>
                </c:pt>
                <c:pt idx="3019">
                  <c:v>42042</c:v>
                </c:pt>
                <c:pt idx="3020">
                  <c:v>42043</c:v>
                </c:pt>
                <c:pt idx="3021">
                  <c:v>42044</c:v>
                </c:pt>
                <c:pt idx="3022">
                  <c:v>42045</c:v>
                </c:pt>
                <c:pt idx="3023">
                  <c:v>42046</c:v>
                </c:pt>
                <c:pt idx="3024">
                  <c:v>42047</c:v>
                </c:pt>
                <c:pt idx="3025">
                  <c:v>42048</c:v>
                </c:pt>
                <c:pt idx="3026">
                  <c:v>42049</c:v>
                </c:pt>
                <c:pt idx="3027">
                  <c:v>42050</c:v>
                </c:pt>
                <c:pt idx="3028">
                  <c:v>42051</c:v>
                </c:pt>
                <c:pt idx="3029">
                  <c:v>42052</c:v>
                </c:pt>
                <c:pt idx="3030">
                  <c:v>42053</c:v>
                </c:pt>
                <c:pt idx="3031">
                  <c:v>42054</c:v>
                </c:pt>
                <c:pt idx="3032">
                  <c:v>42055</c:v>
                </c:pt>
                <c:pt idx="3033">
                  <c:v>42056</c:v>
                </c:pt>
                <c:pt idx="3034">
                  <c:v>42057</c:v>
                </c:pt>
                <c:pt idx="3035">
                  <c:v>42058</c:v>
                </c:pt>
                <c:pt idx="3036">
                  <c:v>42059</c:v>
                </c:pt>
                <c:pt idx="3037">
                  <c:v>42060</c:v>
                </c:pt>
                <c:pt idx="3038">
                  <c:v>42061</c:v>
                </c:pt>
                <c:pt idx="3039">
                  <c:v>42062</c:v>
                </c:pt>
                <c:pt idx="3040">
                  <c:v>42063</c:v>
                </c:pt>
                <c:pt idx="3041">
                  <c:v>42064</c:v>
                </c:pt>
                <c:pt idx="3042">
                  <c:v>42065</c:v>
                </c:pt>
                <c:pt idx="3043">
                  <c:v>42066</c:v>
                </c:pt>
                <c:pt idx="3044">
                  <c:v>42067</c:v>
                </c:pt>
                <c:pt idx="3045">
                  <c:v>42068</c:v>
                </c:pt>
                <c:pt idx="3046">
                  <c:v>42069</c:v>
                </c:pt>
                <c:pt idx="3047">
                  <c:v>42070</c:v>
                </c:pt>
                <c:pt idx="3048">
                  <c:v>42071</c:v>
                </c:pt>
                <c:pt idx="3049">
                  <c:v>42072</c:v>
                </c:pt>
                <c:pt idx="3050">
                  <c:v>42073</c:v>
                </c:pt>
                <c:pt idx="3051">
                  <c:v>42074</c:v>
                </c:pt>
                <c:pt idx="3052">
                  <c:v>42075</c:v>
                </c:pt>
                <c:pt idx="3053">
                  <c:v>42076</c:v>
                </c:pt>
                <c:pt idx="3054">
                  <c:v>42077</c:v>
                </c:pt>
                <c:pt idx="3055">
                  <c:v>42078</c:v>
                </c:pt>
                <c:pt idx="3056">
                  <c:v>42079</c:v>
                </c:pt>
                <c:pt idx="3057">
                  <c:v>42080</c:v>
                </c:pt>
                <c:pt idx="3058">
                  <c:v>42081</c:v>
                </c:pt>
                <c:pt idx="3059">
                  <c:v>42082</c:v>
                </c:pt>
                <c:pt idx="3060">
                  <c:v>42083</c:v>
                </c:pt>
                <c:pt idx="3061">
                  <c:v>42084</c:v>
                </c:pt>
                <c:pt idx="3062">
                  <c:v>42085</c:v>
                </c:pt>
                <c:pt idx="3063">
                  <c:v>42086</c:v>
                </c:pt>
                <c:pt idx="3064">
                  <c:v>42087</c:v>
                </c:pt>
                <c:pt idx="3065">
                  <c:v>42088</c:v>
                </c:pt>
                <c:pt idx="3066">
                  <c:v>42089</c:v>
                </c:pt>
                <c:pt idx="3067">
                  <c:v>42090</c:v>
                </c:pt>
                <c:pt idx="3068">
                  <c:v>42091</c:v>
                </c:pt>
                <c:pt idx="3069">
                  <c:v>42092</c:v>
                </c:pt>
                <c:pt idx="3070">
                  <c:v>42093</c:v>
                </c:pt>
                <c:pt idx="3071">
                  <c:v>42094</c:v>
                </c:pt>
                <c:pt idx="3072">
                  <c:v>42095</c:v>
                </c:pt>
                <c:pt idx="3073">
                  <c:v>42096</c:v>
                </c:pt>
                <c:pt idx="3074">
                  <c:v>42097</c:v>
                </c:pt>
                <c:pt idx="3075">
                  <c:v>42098</c:v>
                </c:pt>
                <c:pt idx="3076">
                  <c:v>42099</c:v>
                </c:pt>
                <c:pt idx="3077">
                  <c:v>42100</c:v>
                </c:pt>
                <c:pt idx="3078">
                  <c:v>42101</c:v>
                </c:pt>
                <c:pt idx="3079">
                  <c:v>42102</c:v>
                </c:pt>
                <c:pt idx="3080">
                  <c:v>42103</c:v>
                </c:pt>
                <c:pt idx="3081">
                  <c:v>42104</c:v>
                </c:pt>
                <c:pt idx="3082">
                  <c:v>42105</c:v>
                </c:pt>
                <c:pt idx="3083">
                  <c:v>42106</c:v>
                </c:pt>
                <c:pt idx="3084">
                  <c:v>42107</c:v>
                </c:pt>
                <c:pt idx="3085">
                  <c:v>42108</c:v>
                </c:pt>
                <c:pt idx="3086">
                  <c:v>42109</c:v>
                </c:pt>
                <c:pt idx="3087">
                  <c:v>42110</c:v>
                </c:pt>
                <c:pt idx="3088">
                  <c:v>42111</c:v>
                </c:pt>
                <c:pt idx="3089">
                  <c:v>42112</c:v>
                </c:pt>
                <c:pt idx="3090">
                  <c:v>42113</c:v>
                </c:pt>
                <c:pt idx="3091">
                  <c:v>42114</c:v>
                </c:pt>
                <c:pt idx="3092">
                  <c:v>42115</c:v>
                </c:pt>
                <c:pt idx="3093">
                  <c:v>42116</c:v>
                </c:pt>
                <c:pt idx="3094">
                  <c:v>42117</c:v>
                </c:pt>
                <c:pt idx="3095">
                  <c:v>42118</c:v>
                </c:pt>
                <c:pt idx="3096">
                  <c:v>42119</c:v>
                </c:pt>
                <c:pt idx="3097">
                  <c:v>42120</c:v>
                </c:pt>
                <c:pt idx="3098">
                  <c:v>42121</c:v>
                </c:pt>
                <c:pt idx="3099">
                  <c:v>42122</c:v>
                </c:pt>
                <c:pt idx="3100">
                  <c:v>42123</c:v>
                </c:pt>
                <c:pt idx="3101">
                  <c:v>42124</c:v>
                </c:pt>
                <c:pt idx="3102">
                  <c:v>42125</c:v>
                </c:pt>
                <c:pt idx="3103">
                  <c:v>42126</c:v>
                </c:pt>
                <c:pt idx="3104">
                  <c:v>42127</c:v>
                </c:pt>
                <c:pt idx="3105">
                  <c:v>42128</c:v>
                </c:pt>
                <c:pt idx="3106">
                  <c:v>42129</c:v>
                </c:pt>
                <c:pt idx="3107">
                  <c:v>42130</c:v>
                </c:pt>
                <c:pt idx="3108">
                  <c:v>42131</c:v>
                </c:pt>
                <c:pt idx="3109">
                  <c:v>42132</c:v>
                </c:pt>
                <c:pt idx="3110">
                  <c:v>42133</c:v>
                </c:pt>
                <c:pt idx="3111">
                  <c:v>42134</c:v>
                </c:pt>
                <c:pt idx="3112">
                  <c:v>42135</c:v>
                </c:pt>
                <c:pt idx="3113">
                  <c:v>42136</c:v>
                </c:pt>
                <c:pt idx="3114">
                  <c:v>42137</c:v>
                </c:pt>
                <c:pt idx="3115">
                  <c:v>42138</c:v>
                </c:pt>
                <c:pt idx="3116">
                  <c:v>42139</c:v>
                </c:pt>
                <c:pt idx="3117">
                  <c:v>42140</c:v>
                </c:pt>
                <c:pt idx="3118">
                  <c:v>42141</c:v>
                </c:pt>
                <c:pt idx="3119">
                  <c:v>42142</c:v>
                </c:pt>
                <c:pt idx="3120">
                  <c:v>42143</c:v>
                </c:pt>
                <c:pt idx="3121">
                  <c:v>42144</c:v>
                </c:pt>
                <c:pt idx="3122">
                  <c:v>42145</c:v>
                </c:pt>
                <c:pt idx="3123">
                  <c:v>42146</c:v>
                </c:pt>
                <c:pt idx="3124">
                  <c:v>42147</c:v>
                </c:pt>
                <c:pt idx="3125">
                  <c:v>42148</c:v>
                </c:pt>
                <c:pt idx="3126">
                  <c:v>42149</c:v>
                </c:pt>
                <c:pt idx="3127">
                  <c:v>42150</c:v>
                </c:pt>
                <c:pt idx="3128">
                  <c:v>42151</c:v>
                </c:pt>
                <c:pt idx="3129">
                  <c:v>42152</c:v>
                </c:pt>
                <c:pt idx="3130">
                  <c:v>42153</c:v>
                </c:pt>
                <c:pt idx="3131">
                  <c:v>42154</c:v>
                </c:pt>
                <c:pt idx="3132">
                  <c:v>42155</c:v>
                </c:pt>
                <c:pt idx="3133">
                  <c:v>42156</c:v>
                </c:pt>
                <c:pt idx="3134">
                  <c:v>42157</c:v>
                </c:pt>
                <c:pt idx="3135">
                  <c:v>42158</c:v>
                </c:pt>
                <c:pt idx="3136">
                  <c:v>42159</c:v>
                </c:pt>
                <c:pt idx="3137">
                  <c:v>42160</c:v>
                </c:pt>
                <c:pt idx="3138">
                  <c:v>42161</c:v>
                </c:pt>
                <c:pt idx="3139">
                  <c:v>42162</c:v>
                </c:pt>
                <c:pt idx="3140">
                  <c:v>42163</c:v>
                </c:pt>
                <c:pt idx="3141">
                  <c:v>42164</c:v>
                </c:pt>
                <c:pt idx="3142">
                  <c:v>42165</c:v>
                </c:pt>
                <c:pt idx="3143">
                  <c:v>42166</c:v>
                </c:pt>
                <c:pt idx="3144">
                  <c:v>42167</c:v>
                </c:pt>
                <c:pt idx="3145">
                  <c:v>42168</c:v>
                </c:pt>
                <c:pt idx="3146">
                  <c:v>42169</c:v>
                </c:pt>
                <c:pt idx="3147">
                  <c:v>42170</c:v>
                </c:pt>
                <c:pt idx="3148">
                  <c:v>42171</c:v>
                </c:pt>
                <c:pt idx="3149">
                  <c:v>42172</c:v>
                </c:pt>
                <c:pt idx="3150">
                  <c:v>42173</c:v>
                </c:pt>
                <c:pt idx="3151">
                  <c:v>42174</c:v>
                </c:pt>
                <c:pt idx="3152">
                  <c:v>42175</c:v>
                </c:pt>
                <c:pt idx="3153">
                  <c:v>42176</c:v>
                </c:pt>
                <c:pt idx="3154">
                  <c:v>42177</c:v>
                </c:pt>
                <c:pt idx="3155">
                  <c:v>42178</c:v>
                </c:pt>
                <c:pt idx="3156">
                  <c:v>42179</c:v>
                </c:pt>
                <c:pt idx="3157">
                  <c:v>42180</c:v>
                </c:pt>
                <c:pt idx="3158">
                  <c:v>42181</c:v>
                </c:pt>
                <c:pt idx="3159">
                  <c:v>42182</c:v>
                </c:pt>
                <c:pt idx="3160">
                  <c:v>42183</c:v>
                </c:pt>
                <c:pt idx="3161">
                  <c:v>42184</c:v>
                </c:pt>
                <c:pt idx="3162">
                  <c:v>42185</c:v>
                </c:pt>
                <c:pt idx="3163">
                  <c:v>42186</c:v>
                </c:pt>
                <c:pt idx="3164">
                  <c:v>42187</c:v>
                </c:pt>
                <c:pt idx="3165">
                  <c:v>42188</c:v>
                </c:pt>
                <c:pt idx="3166">
                  <c:v>42189</c:v>
                </c:pt>
                <c:pt idx="3167">
                  <c:v>42190</c:v>
                </c:pt>
                <c:pt idx="3168">
                  <c:v>42191</c:v>
                </c:pt>
                <c:pt idx="3169">
                  <c:v>42192</c:v>
                </c:pt>
                <c:pt idx="3170">
                  <c:v>42193</c:v>
                </c:pt>
                <c:pt idx="3171">
                  <c:v>42194</c:v>
                </c:pt>
                <c:pt idx="3172">
                  <c:v>42195</c:v>
                </c:pt>
                <c:pt idx="3173">
                  <c:v>42196</c:v>
                </c:pt>
                <c:pt idx="3174">
                  <c:v>42197</c:v>
                </c:pt>
                <c:pt idx="3175">
                  <c:v>42198</c:v>
                </c:pt>
                <c:pt idx="3176">
                  <c:v>42199</c:v>
                </c:pt>
                <c:pt idx="3177">
                  <c:v>42200</c:v>
                </c:pt>
                <c:pt idx="3178">
                  <c:v>42201</c:v>
                </c:pt>
                <c:pt idx="3179">
                  <c:v>42202</c:v>
                </c:pt>
                <c:pt idx="3180">
                  <c:v>42203</c:v>
                </c:pt>
                <c:pt idx="3181">
                  <c:v>42204</c:v>
                </c:pt>
                <c:pt idx="3182">
                  <c:v>42205</c:v>
                </c:pt>
                <c:pt idx="3183">
                  <c:v>42206</c:v>
                </c:pt>
                <c:pt idx="3184">
                  <c:v>42207</c:v>
                </c:pt>
                <c:pt idx="3185">
                  <c:v>42208</c:v>
                </c:pt>
                <c:pt idx="3186">
                  <c:v>42209</c:v>
                </c:pt>
                <c:pt idx="3187">
                  <c:v>42210</c:v>
                </c:pt>
                <c:pt idx="3188">
                  <c:v>42211</c:v>
                </c:pt>
                <c:pt idx="3189">
                  <c:v>42212</c:v>
                </c:pt>
                <c:pt idx="3190">
                  <c:v>42213</c:v>
                </c:pt>
                <c:pt idx="3191">
                  <c:v>42214</c:v>
                </c:pt>
                <c:pt idx="3192">
                  <c:v>42215</c:v>
                </c:pt>
                <c:pt idx="3193">
                  <c:v>42216</c:v>
                </c:pt>
                <c:pt idx="3194">
                  <c:v>42217</c:v>
                </c:pt>
                <c:pt idx="3195">
                  <c:v>42218</c:v>
                </c:pt>
                <c:pt idx="3196">
                  <c:v>42219</c:v>
                </c:pt>
                <c:pt idx="3197">
                  <c:v>42220</c:v>
                </c:pt>
                <c:pt idx="3198">
                  <c:v>42221</c:v>
                </c:pt>
                <c:pt idx="3199">
                  <c:v>42222</c:v>
                </c:pt>
                <c:pt idx="3200">
                  <c:v>42223</c:v>
                </c:pt>
                <c:pt idx="3201">
                  <c:v>42224</c:v>
                </c:pt>
                <c:pt idx="3202">
                  <c:v>42225</c:v>
                </c:pt>
                <c:pt idx="3203">
                  <c:v>42226</c:v>
                </c:pt>
                <c:pt idx="3204">
                  <c:v>42227</c:v>
                </c:pt>
                <c:pt idx="3205">
                  <c:v>42228</c:v>
                </c:pt>
                <c:pt idx="3206">
                  <c:v>42229</c:v>
                </c:pt>
                <c:pt idx="3207">
                  <c:v>42230</c:v>
                </c:pt>
                <c:pt idx="3208">
                  <c:v>42231</c:v>
                </c:pt>
                <c:pt idx="3209">
                  <c:v>42232</c:v>
                </c:pt>
                <c:pt idx="3210">
                  <c:v>42233</c:v>
                </c:pt>
                <c:pt idx="3211">
                  <c:v>42234</c:v>
                </c:pt>
                <c:pt idx="3212">
                  <c:v>42235</c:v>
                </c:pt>
                <c:pt idx="3213">
                  <c:v>42236</c:v>
                </c:pt>
                <c:pt idx="3214">
                  <c:v>42237</c:v>
                </c:pt>
                <c:pt idx="3215">
                  <c:v>42238</c:v>
                </c:pt>
                <c:pt idx="3216">
                  <c:v>42239</c:v>
                </c:pt>
                <c:pt idx="3217">
                  <c:v>42240</c:v>
                </c:pt>
                <c:pt idx="3218">
                  <c:v>42241</c:v>
                </c:pt>
                <c:pt idx="3219">
                  <c:v>42242</c:v>
                </c:pt>
                <c:pt idx="3220">
                  <c:v>42243</c:v>
                </c:pt>
                <c:pt idx="3221">
                  <c:v>42244</c:v>
                </c:pt>
                <c:pt idx="3222">
                  <c:v>42245</c:v>
                </c:pt>
                <c:pt idx="3223">
                  <c:v>42246</c:v>
                </c:pt>
                <c:pt idx="3224">
                  <c:v>42247</c:v>
                </c:pt>
                <c:pt idx="3225">
                  <c:v>42248</c:v>
                </c:pt>
                <c:pt idx="3226">
                  <c:v>42249</c:v>
                </c:pt>
                <c:pt idx="3227">
                  <c:v>42250</c:v>
                </c:pt>
                <c:pt idx="3228">
                  <c:v>42251</c:v>
                </c:pt>
                <c:pt idx="3229">
                  <c:v>42252</c:v>
                </c:pt>
                <c:pt idx="3230">
                  <c:v>42253</c:v>
                </c:pt>
                <c:pt idx="3231">
                  <c:v>42254</c:v>
                </c:pt>
                <c:pt idx="3232">
                  <c:v>42255</c:v>
                </c:pt>
                <c:pt idx="3233">
                  <c:v>42256</c:v>
                </c:pt>
                <c:pt idx="3234">
                  <c:v>42257</c:v>
                </c:pt>
                <c:pt idx="3235">
                  <c:v>42258</c:v>
                </c:pt>
                <c:pt idx="3236">
                  <c:v>42259</c:v>
                </c:pt>
                <c:pt idx="3237">
                  <c:v>42260</c:v>
                </c:pt>
                <c:pt idx="3238">
                  <c:v>42261</c:v>
                </c:pt>
                <c:pt idx="3239">
                  <c:v>42262</c:v>
                </c:pt>
                <c:pt idx="3240">
                  <c:v>42263</c:v>
                </c:pt>
                <c:pt idx="3241">
                  <c:v>42264</c:v>
                </c:pt>
                <c:pt idx="3242">
                  <c:v>42265</c:v>
                </c:pt>
                <c:pt idx="3243">
                  <c:v>42266</c:v>
                </c:pt>
                <c:pt idx="3244">
                  <c:v>42267</c:v>
                </c:pt>
                <c:pt idx="3245">
                  <c:v>42268</c:v>
                </c:pt>
                <c:pt idx="3246">
                  <c:v>42269</c:v>
                </c:pt>
                <c:pt idx="3247">
                  <c:v>42270</c:v>
                </c:pt>
                <c:pt idx="3248">
                  <c:v>42271</c:v>
                </c:pt>
                <c:pt idx="3249">
                  <c:v>42272</c:v>
                </c:pt>
                <c:pt idx="3250">
                  <c:v>42273</c:v>
                </c:pt>
                <c:pt idx="3251">
                  <c:v>42274</c:v>
                </c:pt>
                <c:pt idx="3252">
                  <c:v>42275</c:v>
                </c:pt>
                <c:pt idx="3253">
                  <c:v>42276</c:v>
                </c:pt>
                <c:pt idx="3254">
                  <c:v>42277</c:v>
                </c:pt>
                <c:pt idx="3255">
                  <c:v>42278</c:v>
                </c:pt>
                <c:pt idx="3256">
                  <c:v>42279</c:v>
                </c:pt>
                <c:pt idx="3257">
                  <c:v>42280</c:v>
                </c:pt>
                <c:pt idx="3258">
                  <c:v>42281</c:v>
                </c:pt>
                <c:pt idx="3259">
                  <c:v>42282</c:v>
                </c:pt>
                <c:pt idx="3260">
                  <c:v>42283</c:v>
                </c:pt>
                <c:pt idx="3261">
                  <c:v>42284</c:v>
                </c:pt>
                <c:pt idx="3262">
                  <c:v>42285</c:v>
                </c:pt>
                <c:pt idx="3263">
                  <c:v>42286</c:v>
                </c:pt>
                <c:pt idx="3264">
                  <c:v>42287</c:v>
                </c:pt>
                <c:pt idx="3265">
                  <c:v>42288</c:v>
                </c:pt>
                <c:pt idx="3266">
                  <c:v>42289</c:v>
                </c:pt>
                <c:pt idx="3267">
                  <c:v>42290</c:v>
                </c:pt>
                <c:pt idx="3268">
                  <c:v>42291</c:v>
                </c:pt>
                <c:pt idx="3269">
                  <c:v>42292</c:v>
                </c:pt>
                <c:pt idx="3270">
                  <c:v>42293</c:v>
                </c:pt>
                <c:pt idx="3271">
                  <c:v>42294</c:v>
                </c:pt>
                <c:pt idx="3272">
                  <c:v>42295</c:v>
                </c:pt>
                <c:pt idx="3273">
                  <c:v>42296</c:v>
                </c:pt>
                <c:pt idx="3274">
                  <c:v>42297</c:v>
                </c:pt>
                <c:pt idx="3275">
                  <c:v>42298</c:v>
                </c:pt>
                <c:pt idx="3276">
                  <c:v>42299</c:v>
                </c:pt>
                <c:pt idx="3277">
                  <c:v>42300</c:v>
                </c:pt>
                <c:pt idx="3278">
                  <c:v>42301</c:v>
                </c:pt>
                <c:pt idx="3279">
                  <c:v>42302</c:v>
                </c:pt>
                <c:pt idx="3280">
                  <c:v>42303</c:v>
                </c:pt>
                <c:pt idx="3281">
                  <c:v>42304</c:v>
                </c:pt>
                <c:pt idx="3282">
                  <c:v>42305</c:v>
                </c:pt>
                <c:pt idx="3283">
                  <c:v>42306</c:v>
                </c:pt>
                <c:pt idx="3284">
                  <c:v>42307</c:v>
                </c:pt>
                <c:pt idx="3285">
                  <c:v>42308</c:v>
                </c:pt>
                <c:pt idx="3286">
                  <c:v>42309</c:v>
                </c:pt>
                <c:pt idx="3287">
                  <c:v>42310</c:v>
                </c:pt>
                <c:pt idx="3288">
                  <c:v>42311</c:v>
                </c:pt>
                <c:pt idx="3289">
                  <c:v>42312</c:v>
                </c:pt>
                <c:pt idx="3290">
                  <c:v>42313</c:v>
                </c:pt>
                <c:pt idx="3291">
                  <c:v>42314</c:v>
                </c:pt>
                <c:pt idx="3292">
                  <c:v>42315</c:v>
                </c:pt>
                <c:pt idx="3293">
                  <c:v>42316</c:v>
                </c:pt>
                <c:pt idx="3294">
                  <c:v>42317</c:v>
                </c:pt>
                <c:pt idx="3295">
                  <c:v>42318</c:v>
                </c:pt>
                <c:pt idx="3296">
                  <c:v>42319</c:v>
                </c:pt>
                <c:pt idx="3297">
                  <c:v>42320</c:v>
                </c:pt>
                <c:pt idx="3298">
                  <c:v>42321</c:v>
                </c:pt>
                <c:pt idx="3299">
                  <c:v>42322</c:v>
                </c:pt>
                <c:pt idx="3300">
                  <c:v>42323</c:v>
                </c:pt>
                <c:pt idx="3301">
                  <c:v>42324</c:v>
                </c:pt>
                <c:pt idx="3302">
                  <c:v>42325</c:v>
                </c:pt>
                <c:pt idx="3303">
                  <c:v>42326</c:v>
                </c:pt>
                <c:pt idx="3304">
                  <c:v>42327</c:v>
                </c:pt>
                <c:pt idx="3305">
                  <c:v>42328</c:v>
                </c:pt>
                <c:pt idx="3306">
                  <c:v>42329</c:v>
                </c:pt>
                <c:pt idx="3307">
                  <c:v>42330</c:v>
                </c:pt>
                <c:pt idx="3308">
                  <c:v>42331</c:v>
                </c:pt>
                <c:pt idx="3309">
                  <c:v>42332</c:v>
                </c:pt>
                <c:pt idx="3310">
                  <c:v>42333</c:v>
                </c:pt>
                <c:pt idx="3311">
                  <c:v>42334</c:v>
                </c:pt>
                <c:pt idx="3312">
                  <c:v>42335</c:v>
                </c:pt>
                <c:pt idx="3313">
                  <c:v>42336</c:v>
                </c:pt>
                <c:pt idx="3314">
                  <c:v>42337</c:v>
                </c:pt>
                <c:pt idx="3315">
                  <c:v>42338</c:v>
                </c:pt>
                <c:pt idx="3316">
                  <c:v>42339</c:v>
                </c:pt>
                <c:pt idx="3317">
                  <c:v>42340</c:v>
                </c:pt>
                <c:pt idx="3318">
                  <c:v>42341</c:v>
                </c:pt>
                <c:pt idx="3319">
                  <c:v>42342</c:v>
                </c:pt>
                <c:pt idx="3320">
                  <c:v>42343</c:v>
                </c:pt>
                <c:pt idx="3321">
                  <c:v>42344</c:v>
                </c:pt>
                <c:pt idx="3322">
                  <c:v>42345</c:v>
                </c:pt>
                <c:pt idx="3323">
                  <c:v>42346</c:v>
                </c:pt>
                <c:pt idx="3324">
                  <c:v>42347</c:v>
                </c:pt>
                <c:pt idx="3325">
                  <c:v>42348</c:v>
                </c:pt>
                <c:pt idx="3326">
                  <c:v>42349</c:v>
                </c:pt>
                <c:pt idx="3327">
                  <c:v>42350</c:v>
                </c:pt>
                <c:pt idx="3328">
                  <c:v>42351</c:v>
                </c:pt>
                <c:pt idx="3329">
                  <c:v>42352</c:v>
                </c:pt>
                <c:pt idx="3330">
                  <c:v>42353</c:v>
                </c:pt>
                <c:pt idx="3331">
                  <c:v>42354</c:v>
                </c:pt>
                <c:pt idx="3332">
                  <c:v>42355</c:v>
                </c:pt>
                <c:pt idx="3333">
                  <c:v>42356</c:v>
                </c:pt>
                <c:pt idx="3334">
                  <c:v>42357</c:v>
                </c:pt>
                <c:pt idx="3335">
                  <c:v>42358</c:v>
                </c:pt>
                <c:pt idx="3336">
                  <c:v>42359</c:v>
                </c:pt>
                <c:pt idx="3337">
                  <c:v>42360</c:v>
                </c:pt>
                <c:pt idx="3338">
                  <c:v>42361</c:v>
                </c:pt>
                <c:pt idx="3339">
                  <c:v>42362</c:v>
                </c:pt>
                <c:pt idx="3340">
                  <c:v>42363</c:v>
                </c:pt>
                <c:pt idx="3341">
                  <c:v>42364</c:v>
                </c:pt>
                <c:pt idx="3342">
                  <c:v>42365</c:v>
                </c:pt>
                <c:pt idx="3343">
                  <c:v>42366</c:v>
                </c:pt>
                <c:pt idx="3344">
                  <c:v>42367</c:v>
                </c:pt>
                <c:pt idx="3345">
                  <c:v>42368</c:v>
                </c:pt>
                <c:pt idx="3346">
                  <c:v>42369</c:v>
                </c:pt>
                <c:pt idx="3347">
                  <c:v>42370</c:v>
                </c:pt>
                <c:pt idx="3348">
                  <c:v>42371</c:v>
                </c:pt>
                <c:pt idx="3349">
                  <c:v>42372</c:v>
                </c:pt>
                <c:pt idx="3350">
                  <c:v>42373</c:v>
                </c:pt>
                <c:pt idx="3351">
                  <c:v>42374</c:v>
                </c:pt>
                <c:pt idx="3352">
                  <c:v>42375</c:v>
                </c:pt>
                <c:pt idx="3353">
                  <c:v>42376</c:v>
                </c:pt>
                <c:pt idx="3354">
                  <c:v>42377</c:v>
                </c:pt>
                <c:pt idx="3355">
                  <c:v>42378</c:v>
                </c:pt>
                <c:pt idx="3356">
                  <c:v>42379</c:v>
                </c:pt>
                <c:pt idx="3357">
                  <c:v>42380</c:v>
                </c:pt>
                <c:pt idx="3358">
                  <c:v>42381</c:v>
                </c:pt>
                <c:pt idx="3359">
                  <c:v>42382</c:v>
                </c:pt>
                <c:pt idx="3360">
                  <c:v>42383</c:v>
                </c:pt>
                <c:pt idx="3361">
                  <c:v>42384</c:v>
                </c:pt>
                <c:pt idx="3362">
                  <c:v>42385</c:v>
                </c:pt>
                <c:pt idx="3363">
                  <c:v>42386</c:v>
                </c:pt>
                <c:pt idx="3364">
                  <c:v>42387</c:v>
                </c:pt>
                <c:pt idx="3365">
                  <c:v>42388</c:v>
                </c:pt>
                <c:pt idx="3366">
                  <c:v>42389</c:v>
                </c:pt>
                <c:pt idx="3367">
                  <c:v>42390</c:v>
                </c:pt>
                <c:pt idx="3368">
                  <c:v>42391</c:v>
                </c:pt>
                <c:pt idx="3369">
                  <c:v>42392</c:v>
                </c:pt>
                <c:pt idx="3370">
                  <c:v>42393</c:v>
                </c:pt>
                <c:pt idx="3371">
                  <c:v>42394</c:v>
                </c:pt>
                <c:pt idx="3372">
                  <c:v>42395</c:v>
                </c:pt>
                <c:pt idx="3373">
                  <c:v>42396</c:v>
                </c:pt>
                <c:pt idx="3374">
                  <c:v>42397</c:v>
                </c:pt>
                <c:pt idx="3375">
                  <c:v>42398</c:v>
                </c:pt>
                <c:pt idx="3376">
                  <c:v>42399</c:v>
                </c:pt>
                <c:pt idx="3377">
                  <c:v>42400</c:v>
                </c:pt>
                <c:pt idx="3378">
                  <c:v>42401</c:v>
                </c:pt>
                <c:pt idx="3379">
                  <c:v>42402</c:v>
                </c:pt>
                <c:pt idx="3380">
                  <c:v>42403</c:v>
                </c:pt>
                <c:pt idx="3381">
                  <c:v>42404</c:v>
                </c:pt>
                <c:pt idx="3382">
                  <c:v>42405</c:v>
                </c:pt>
                <c:pt idx="3383">
                  <c:v>42406</c:v>
                </c:pt>
                <c:pt idx="3384">
                  <c:v>42407</c:v>
                </c:pt>
                <c:pt idx="3385">
                  <c:v>42408</c:v>
                </c:pt>
                <c:pt idx="3386">
                  <c:v>42409</c:v>
                </c:pt>
                <c:pt idx="3387">
                  <c:v>42410</c:v>
                </c:pt>
                <c:pt idx="3388">
                  <c:v>42411</c:v>
                </c:pt>
                <c:pt idx="3389">
                  <c:v>42412</c:v>
                </c:pt>
                <c:pt idx="3390">
                  <c:v>42413</c:v>
                </c:pt>
                <c:pt idx="3391">
                  <c:v>42414</c:v>
                </c:pt>
                <c:pt idx="3392">
                  <c:v>42415</c:v>
                </c:pt>
                <c:pt idx="3393">
                  <c:v>42416</c:v>
                </c:pt>
                <c:pt idx="3394">
                  <c:v>42417</c:v>
                </c:pt>
                <c:pt idx="3395">
                  <c:v>42418</c:v>
                </c:pt>
                <c:pt idx="3396">
                  <c:v>42419</c:v>
                </c:pt>
                <c:pt idx="3397">
                  <c:v>42420</c:v>
                </c:pt>
                <c:pt idx="3398">
                  <c:v>42421</c:v>
                </c:pt>
                <c:pt idx="3399">
                  <c:v>42422</c:v>
                </c:pt>
                <c:pt idx="3400">
                  <c:v>42423</c:v>
                </c:pt>
                <c:pt idx="3401">
                  <c:v>42424</c:v>
                </c:pt>
                <c:pt idx="3402">
                  <c:v>42425</c:v>
                </c:pt>
                <c:pt idx="3403">
                  <c:v>42426</c:v>
                </c:pt>
                <c:pt idx="3404">
                  <c:v>42427</c:v>
                </c:pt>
                <c:pt idx="3405">
                  <c:v>42428</c:v>
                </c:pt>
                <c:pt idx="3406">
                  <c:v>42429</c:v>
                </c:pt>
                <c:pt idx="3407">
                  <c:v>42430</c:v>
                </c:pt>
                <c:pt idx="3408">
                  <c:v>42431</c:v>
                </c:pt>
                <c:pt idx="3409">
                  <c:v>42432</c:v>
                </c:pt>
                <c:pt idx="3410">
                  <c:v>42433</c:v>
                </c:pt>
                <c:pt idx="3411">
                  <c:v>42434</c:v>
                </c:pt>
                <c:pt idx="3412">
                  <c:v>42435</c:v>
                </c:pt>
                <c:pt idx="3413">
                  <c:v>42436</c:v>
                </c:pt>
                <c:pt idx="3414">
                  <c:v>42437</c:v>
                </c:pt>
                <c:pt idx="3415">
                  <c:v>42438</c:v>
                </c:pt>
                <c:pt idx="3416">
                  <c:v>42439</c:v>
                </c:pt>
                <c:pt idx="3417">
                  <c:v>42440</c:v>
                </c:pt>
                <c:pt idx="3418">
                  <c:v>42441</c:v>
                </c:pt>
                <c:pt idx="3419">
                  <c:v>42442</c:v>
                </c:pt>
                <c:pt idx="3420">
                  <c:v>42443</c:v>
                </c:pt>
                <c:pt idx="3421">
                  <c:v>42444</c:v>
                </c:pt>
                <c:pt idx="3422">
                  <c:v>42445</c:v>
                </c:pt>
                <c:pt idx="3423">
                  <c:v>42446</c:v>
                </c:pt>
                <c:pt idx="3424">
                  <c:v>42447</c:v>
                </c:pt>
                <c:pt idx="3425">
                  <c:v>42448</c:v>
                </c:pt>
                <c:pt idx="3426">
                  <c:v>42449</c:v>
                </c:pt>
                <c:pt idx="3427">
                  <c:v>42450</c:v>
                </c:pt>
                <c:pt idx="3428">
                  <c:v>42451</c:v>
                </c:pt>
                <c:pt idx="3429">
                  <c:v>42452</c:v>
                </c:pt>
                <c:pt idx="3430">
                  <c:v>42453</c:v>
                </c:pt>
                <c:pt idx="3431">
                  <c:v>42454</c:v>
                </c:pt>
                <c:pt idx="3432">
                  <c:v>42455</c:v>
                </c:pt>
                <c:pt idx="3433">
                  <c:v>42456</c:v>
                </c:pt>
                <c:pt idx="3434">
                  <c:v>42457</c:v>
                </c:pt>
                <c:pt idx="3435">
                  <c:v>42458</c:v>
                </c:pt>
                <c:pt idx="3436">
                  <c:v>42459</c:v>
                </c:pt>
                <c:pt idx="3437">
                  <c:v>42460</c:v>
                </c:pt>
                <c:pt idx="3438">
                  <c:v>42461</c:v>
                </c:pt>
                <c:pt idx="3439">
                  <c:v>42462</c:v>
                </c:pt>
                <c:pt idx="3440">
                  <c:v>42463</c:v>
                </c:pt>
                <c:pt idx="3441">
                  <c:v>42464</c:v>
                </c:pt>
                <c:pt idx="3442">
                  <c:v>42465</c:v>
                </c:pt>
                <c:pt idx="3443">
                  <c:v>42466</c:v>
                </c:pt>
                <c:pt idx="3444">
                  <c:v>42467</c:v>
                </c:pt>
                <c:pt idx="3445">
                  <c:v>42468</c:v>
                </c:pt>
                <c:pt idx="3446">
                  <c:v>42469</c:v>
                </c:pt>
                <c:pt idx="3447">
                  <c:v>42470</c:v>
                </c:pt>
                <c:pt idx="3448">
                  <c:v>42471</c:v>
                </c:pt>
                <c:pt idx="3449">
                  <c:v>42472</c:v>
                </c:pt>
                <c:pt idx="3450">
                  <c:v>42473</c:v>
                </c:pt>
                <c:pt idx="3451">
                  <c:v>42474</c:v>
                </c:pt>
                <c:pt idx="3452">
                  <c:v>42475</c:v>
                </c:pt>
                <c:pt idx="3453">
                  <c:v>42476</c:v>
                </c:pt>
                <c:pt idx="3454">
                  <c:v>42477</c:v>
                </c:pt>
                <c:pt idx="3455">
                  <c:v>42478</c:v>
                </c:pt>
                <c:pt idx="3456">
                  <c:v>42479</c:v>
                </c:pt>
                <c:pt idx="3457">
                  <c:v>42480</c:v>
                </c:pt>
                <c:pt idx="3458">
                  <c:v>42481</c:v>
                </c:pt>
                <c:pt idx="3459">
                  <c:v>42482</c:v>
                </c:pt>
                <c:pt idx="3460">
                  <c:v>42483</c:v>
                </c:pt>
                <c:pt idx="3461">
                  <c:v>42484</c:v>
                </c:pt>
                <c:pt idx="3462">
                  <c:v>42485</c:v>
                </c:pt>
                <c:pt idx="3463">
                  <c:v>42486</c:v>
                </c:pt>
                <c:pt idx="3464">
                  <c:v>42487</c:v>
                </c:pt>
                <c:pt idx="3465">
                  <c:v>42488</c:v>
                </c:pt>
                <c:pt idx="3466">
                  <c:v>42489</c:v>
                </c:pt>
                <c:pt idx="3467">
                  <c:v>42490</c:v>
                </c:pt>
                <c:pt idx="3468">
                  <c:v>42491</c:v>
                </c:pt>
                <c:pt idx="3469">
                  <c:v>42492</c:v>
                </c:pt>
                <c:pt idx="3470">
                  <c:v>42493</c:v>
                </c:pt>
                <c:pt idx="3471">
                  <c:v>42494</c:v>
                </c:pt>
                <c:pt idx="3472">
                  <c:v>42495</c:v>
                </c:pt>
                <c:pt idx="3473">
                  <c:v>42496</c:v>
                </c:pt>
                <c:pt idx="3474">
                  <c:v>42497</c:v>
                </c:pt>
                <c:pt idx="3475">
                  <c:v>42498</c:v>
                </c:pt>
                <c:pt idx="3476">
                  <c:v>42499</c:v>
                </c:pt>
                <c:pt idx="3477">
                  <c:v>42500</c:v>
                </c:pt>
                <c:pt idx="3478">
                  <c:v>42501</c:v>
                </c:pt>
                <c:pt idx="3479">
                  <c:v>42502</c:v>
                </c:pt>
                <c:pt idx="3480">
                  <c:v>42503</c:v>
                </c:pt>
                <c:pt idx="3481">
                  <c:v>42504</c:v>
                </c:pt>
                <c:pt idx="3482">
                  <c:v>42505</c:v>
                </c:pt>
                <c:pt idx="3483">
                  <c:v>42506</c:v>
                </c:pt>
                <c:pt idx="3484">
                  <c:v>42507</c:v>
                </c:pt>
                <c:pt idx="3485">
                  <c:v>42508</c:v>
                </c:pt>
                <c:pt idx="3486">
                  <c:v>42509</c:v>
                </c:pt>
                <c:pt idx="3487">
                  <c:v>42510</c:v>
                </c:pt>
                <c:pt idx="3488">
                  <c:v>42511</c:v>
                </c:pt>
                <c:pt idx="3489">
                  <c:v>42512</c:v>
                </c:pt>
                <c:pt idx="3490">
                  <c:v>42513</c:v>
                </c:pt>
                <c:pt idx="3491">
                  <c:v>42514</c:v>
                </c:pt>
                <c:pt idx="3492">
                  <c:v>42515</c:v>
                </c:pt>
                <c:pt idx="3493">
                  <c:v>42516</c:v>
                </c:pt>
                <c:pt idx="3494">
                  <c:v>42517</c:v>
                </c:pt>
                <c:pt idx="3495">
                  <c:v>42518</c:v>
                </c:pt>
                <c:pt idx="3496">
                  <c:v>42519</c:v>
                </c:pt>
                <c:pt idx="3497">
                  <c:v>42520</c:v>
                </c:pt>
                <c:pt idx="3498">
                  <c:v>42521</c:v>
                </c:pt>
                <c:pt idx="3499">
                  <c:v>42522</c:v>
                </c:pt>
                <c:pt idx="3500">
                  <c:v>42523</c:v>
                </c:pt>
                <c:pt idx="3501">
                  <c:v>42524</c:v>
                </c:pt>
                <c:pt idx="3502">
                  <c:v>42525</c:v>
                </c:pt>
                <c:pt idx="3503">
                  <c:v>42526</c:v>
                </c:pt>
                <c:pt idx="3504">
                  <c:v>42527</c:v>
                </c:pt>
                <c:pt idx="3505">
                  <c:v>42528</c:v>
                </c:pt>
                <c:pt idx="3506">
                  <c:v>42529</c:v>
                </c:pt>
                <c:pt idx="3507">
                  <c:v>42530</c:v>
                </c:pt>
                <c:pt idx="3508">
                  <c:v>42531</c:v>
                </c:pt>
                <c:pt idx="3509">
                  <c:v>42532</c:v>
                </c:pt>
                <c:pt idx="3510">
                  <c:v>42533</c:v>
                </c:pt>
                <c:pt idx="3511">
                  <c:v>42534</c:v>
                </c:pt>
                <c:pt idx="3512">
                  <c:v>42535</c:v>
                </c:pt>
                <c:pt idx="3513">
                  <c:v>42536</c:v>
                </c:pt>
                <c:pt idx="3514">
                  <c:v>42537</c:v>
                </c:pt>
                <c:pt idx="3515">
                  <c:v>42538</c:v>
                </c:pt>
                <c:pt idx="3516">
                  <c:v>42539</c:v>
                </c:pt>
                <c:pt idx="3517">
                  <c:v>42540</c:v>
                </c:pt>
                <c:pt idx="3518">
                  <c:v>42541</c:v>
                </c:pt>
                <c:pt idx="3519">
                  <c:v>42542</c:v>
                </c:pt>
                <c:pt idx="3520">
                  <c:v>42543</c:v>
                </c:pt>
                <c:pt idx="3521">
                  <c:v>42544</c:v>
                </c:pt>
                <c:pt idx="3522">
                  <c:v>42545</c:v>
                </c:pt>
                <c:pt idx="3523">
                  <c:v>42546</c:v>
                </c:pt>
                <c:pt idx="3524">
                  <c:v>42547</c:v>
                </c:pt>
                <c:pt idx="3525">
                  <c:v>42548</c:v>
                </c:pt>
                <c:pt idx="3526">
                  <c:v>42549</c:v>
                </c:pt>
                <c:pt idx="3527">
                  <c:v>42550</c:v>
                </c:pt>
                <c:pt idx="3528">
                  <c:v>42551</c:v>
                </c:pt>
                <c:pt idx="3529">
                  <c:v>42552</c:v>
                </c:pt>
                <c:pt idx="3530">
                  <c:v>42553</c:v>
                </c:pt>
                <c:pt idx="3531">
                  <c:v>42554</c:v>
                </c:pt>
                <c:pt idx="3532">
                  <c:v>42555</c:v>
                </c:pt>
                <c:pt idx="3533">
                  <c:v>42556</c:v>
                </c:pt>
                <c:pt idx="3534">
                  <c:v>42557</c:v>
                </c:pt>
                <c:pt idx="3535">
                  <c:v>42558</c:v>
                </c:pt>
                <c:pt idx="3536">
                  <c:v>42559</c:v>
                </c:pt>
                <c:pt idx="3537">
                  <c:v>42560</c:v>
                </c:pt>
                <c:pt idx="3538">
                  <c:v>42561</c:v>
                </c:pt>
                <c:pt idx="3539">
                  <c:v>42562</c:v>
                </c:pt>
                <c:pt idx="3540">
                  <c:v>42563</c:v>
                </c:pt>
                <c:pt idx="3541">
                  <c:v>42564</c:v>
                </c:pt>
                <c:pt idx="3542">
                  <c:v>42565</c:v>
                </c:pt>
                <c:pt idx="3543">
                  <c:v>42566</c:v>
                </c:pt>
                <c:pt idx="3544">
                  <c:v>42567</c:v>
                </c:pt>
                <c:pt idx="3545">
                  <c:v>42568</c:v>
                </c:pt>
                <c:pt idx="3546">
                  <c:v>42569</c:v>
                </c:pt>
                <c:pt idx="3547">
                  <c:v>42570</c:v>
                </c:pt>
                <c:pt idx="3548">
                  <c:v>42571</c:v>
                </c:pt>
                <c:pt idx="3549">
                  <c:v>42572</c:v>
                </c:pt>
                <c:pt idx="3550">
                  <c:v>42573</c:v>
                </c:pt>
                <c:pt idx="3551">
                  <c:v>42574</c:v>
                </c:pt>
                <c:pt idx="3552">
                  <c:v>42575</c:v>
                </c:pt>
                <c:pt idx="3553">
                  <c:v>42576</c:v>
                </c:pt>
                <c:pt idx="3554">
                  <c:v>42577</c:v>
                </c:pt>
                <c:pt idx="3555">
                  <c:v>42578</c:v>
                </c:pt>
                <c:pt idx="3556">
                  <c:v>42579</c:v>
                </c:pt>
                <c:pt idx="3557">
                  <c:v>42580</c:v>
                </c:pt>
                <c:pt idx="3558">
                  <c:v>42581</c:v>
                </c:pt>
                <c:pt idx="3559">
                  <c:v>42582</c:v>
                </c:pt>
                <c:pt idx="3560">
                  <c:v>42583</c:v>
                </c:pt>
                <c:pt idx="3561">
                  <c:v>42584</c:v>
                </c:pt>
                <c:pt idx="3562">
                  <c:v>42585</c:v>
                </c:pt>
                <c:pt idx="3563">
                  <c:v>42586</c:v>
                </c:pt>
                <c:pt idx="3564">
                  <c:v>42587</c:v>
                </c:pt>
                <c:pt idx="3565">
                  <c:v>42588</c:v>
                </c:pt>
                <c:pt idx="3566">
                  <c:v>42589</c:v>
                </c:pt>
                <c:pt idx="3567">
                  <c:v>42590</c:v>
                </c:pt>
                <c:pt idx="3568">
                  <c:v>42591</c:v>
                </c:pt>
                <c:pt idx="3569">
                  <c:v>42592</c:v>
                </c:pt>
                <c:pt idx="3570">
                  <c:v>42593</c:v>
                </c:pt>
                <c:pt idx="3571">
                  <c:v>42594</c:v>
                </c:pt>
                <c:pt idx="3572">
                  <c:v>42595</c:v>
                </c:pt>
                <c:pt idx="3573">
                  <c:v>42596</c:v>
                </c:pt>
                <c:pt idx="3574">
                  <c:v>42597</c:v>
                </c:pt>
                <c:pt idx="3575">
                  <c:v>42598</c:v>
                </c:pt>
                <c:pt idx="3576">
                  <c:v>42599</c:v>
                </c:pt>
                <c:pt idx="3577">
                  <c:v>42600</c:v>
                </c:pt>
                <c:pt idx="3578">
                  <c:v>42601</c:v>
                </c:pt>
                <c:pt idx="3579">
                  <c:v>42602</c:v>
                </c:pt>
                <c:pt idx="3580">
                  <c:v>42603</c:v>
                </c:pt>
                <c:pt idx="3581">
                  <c:v>42604</c:v>
                </c:pt>
                <c:pt idx="3582">
                  <c:v>42605</c:v>
                </c:pt>
                <c:pt idx="3583">
                  <c:v>42606</c:v>
                </c:pt>
                <c:pt idx="3584">
                  <c:v>42607</c:v>
                </c:pt>
                <c:pt idx="3585">
                  <c:v>42608</c:v>
                </c:pt>
                <c:pt idx="3586">
                  <c:v>42609</c:v>
                </c:pt>
                <c:pt idx="3587">
                  <c:v>42610</c:v>
                </c:pt>
                <c:pt idx="3588">
                  <c:v>42611</c:v>
                </c:pt>
                <c:pt idx="3589">
                  <c:v>42612</c:v>
                </c:pt>
                <c:pt idx="3590">
                  <c:v>42613</c:v>
                </c:pt>
                <c:pt idx="3591">
                  <c:v>42614</c:v>
                </c:pt>
                <c:pt idx="3592">
                  <c:v>42615</c:v>
                </c:pt>
                <c:pt idx="3593">
                  <c:v>42616</c:v>
                </c:pt>
                <c:pt idx="3594">
                  <c:v>42617</c:v>
                </c:pt>
                <c:pt idx="3595">
                  <c:v>42618</c:v>
                </c:pt>
                <c:pt idx="3596">
                  <c:v>42619</c:v>
                </c:pt>
                <c:pt idx="3597">
                  <c:v>42620</c:v>
                </c:pt>
                <c:pt idx="3598">
                  <c:v>42621</c:v>
                </c:pt>
                <c:pt idx="3599">
                  <c:v>42622</c:v>
                </c:pt>
                <c:pt idx="3600">
                  <c:v>42623</c:v>
                </c:pt>
                <c:pt idx="3601">
                  <c:v>42624</c:v>
                </c:pt>
                <c:pt idx="3602">
                  <c:v>42625</c:v>
                </c:pt>
                <c:pt idx="3603">
                  <c:v>42626</c:v>
                </c:pt>
                <c:pt idx="3604">
                  <c:v>42627</c:v>
                </c:pt>
                <c:pt idx="3605">
                  <c:v>42628</c:v>
                </c:pt>
                <c:pt idx="3606">
                  <c:v>42629</c:v>
                </c:pt>
                <c:pt idx="3607">
                  <c:v>42630</c:v>
                </c:pt>
                <c:pt idx="3608">
                  <c:v>42631</c:v>
                </c:pt>
                <c:pt idx="3609">
                  <c:v>42632</c:v>
                </c:pt>
                <c:pt idx="3610">
                  <c:v>42633</c:v>
                </c:pt>
                <c:pt idx="3611">
                  <c:v>42634</c:v>
                </c:pt>
                <c:pt idx="3612">
                  <c:v>42635</c:v>
                </c:pt>
                <c:pt idx="3613">
                  <c:v>42636</c:v>
                </c:pt>
                <c:pt idx="3614">
                  <c:v>42637</c:v>
                </c:pt>
                <c:pt idx="3615">
                  <c:v>42638</c:v>
                </c:pt>
                <c:pt idx="3616">
                  <c:v>42639</c:v>
                </c:pt>
                <c:pt idx="3617">
                  <c:v>42640</c:v>
                </c:pt>
                <c:pt idx="3618">
                  <c:v>42641</c:v>
                </c:pt>
                <c:pt idx="3619">
                  <c:v>42642</c:v>
                </c:pt>
                <c:pt idx="3620">
                  <c:v>42643</c:v>
                </c:pt>
                <c:pt idx="3621">
                  <c:v>42644</c:v>
                </c:pt>
                <c:pt idx="3622">
                  <c:v>42645</c:v>
                </c:pt>
                <c:pt idx="3623">
                  <c:v>42646</c:v>
                </c:pt>
                <c:pt idx="3624">
                  <c:v>42647</c:v>
                </c:pt>
                <c:pt idx="3625">
                  <c:v>42648</c:v>
                </c:pt>
                <c:pt idx="3626">
                  <c:v>42649</c:v>
                </c:pt>
                <c:pt idx="3627">
                  <c:v>42650</c:v>
                </c:pt>
                <c:pt idx="3628">
                  <c:v>42651</c:v>
                </c:pt>
                <c:pt idx="3629">
                  <c:v>42652</c:v>
                </c:pt>
                <c:pt idx="3630">
                  <c:v>42653</c:v>
                </c:pt>
                <c:pt idx="3631">
                  <c:v>42654</c:v>
                </c:pt>
                <c:pt idx="3632">
                  <c:v>42655</c:v>
                </c:pt>
                <c:pt idx="3633">
                  <c:v>42656</c:v>
                </c:pt>
                <c:pt idx="3634">
                  <c:v>42657</c:v>
                </c:pt>
                <c:pt idx="3635">
                  <c:v>42658</c:v>
                </c:pt>
                <c:pt idx="3636">
                  <c:v>42659</c:v>
                </c:pt>
                <c:pt idx="3637">
                  <c:v>42660</c:v>
                </c:pt>
                <c:pt idx="3638">
                  <c:v>42661</c:v>
                </c:pt>
                <c:pt idx="3639">
                  <c:v>42662</c:v>
                </c:pt>
                <c:pt idx="3640">
                  <c:v>42663</c:v>
                </c:pt>
                <c:pt idx="3641">
                  <c:v>42664</c:v>
                </c:pt>
                <c:pt idx="3642">
                  <c:v>42665</c:v>
                </c:pt>
                <c:pt idx="3643">
                  <c:v>42666</c:v>
                </c:pt>
                <c:pt idx="3644">
                  <c:v>42667</c:v>
                </c:pt>
                <c:pt idx="3645">
                  <c:v>42668</c:v>
                </c:pt>
                <c:pt idx="3646">
                  <c:v>42669</c:v>
                </c:pt>
                <c:pt idx="3647">
                  <c:v>42670</c:v>
                </c:pt>
                <c:pt idx="3648">
                  <c:v>42671</c:v>
                </c:pt>
                <c:pt idx="3649">
                  <c:v>42672</c:v>
                </c:pt>
                <c:pt idx="3650">
                  <c:v>42673</c:v>
                </c:pt>
                <c:pt idx="3651">
                  <c:v>42674</c:v>
                </c:pt>
                <c:pt idx="3652">
                  <c:v>42675</c:v>
                </c:pt>
                <c:pt idx="3653">
                  <c:v>42676</c:v>
                </c:pt>
                <c:pt idx="3654">
                  <c:v>42677</c:v>
                </c:pt>
                <c:pt idx="3655">
                  <c:v>42678</c:v>
                </c:pt>
                <c:pt idx="3656">
                  <c:v>42679</c:v>
                </c:pt>
                <c:pt idx="3657">
                  <c:v>42680</c:v>
                </c:pt>
                <c:pt idx="3658">
                  <c:v>42681</c:v>
                </c:pt>
                <c:pt idx="3659">
                  <c:v>42682</c:v>
                </c:pt>
                <c:pt idx="3660">
                  <c:v>42683</c:v>
                </c:pt>
                <c:pt idx="3661">
                  <c:v>42684</c:v>
                </c:pt>
                <c:pt idx="3662">
                  <c:v>42685</c:v>
                </c:pt>
                <c:pt idx="3663">
                  <c:v>42686</c:v>
                </c:pt>
                <c:pt idx="3664">
                  <c:v>42687</c:v>
                </c:pt>
                <c:pt idx="3665">
                  <c:v>42688</c:v>
                </c:pt>
                <c:pt idx="3666">
                  <c:v>42689</c:v>
                </c:pt>
                <c:pt idx="3667">
                  <c:v>42690</c:v>
                </c:pt>
                <c:pt idx="3668">
                  <c:v>42691</c:v>
                </c:pt>
                <c:pt idx="3669">
                  <c:v>42692</c:v>
                </c:pt>
                <c:pt idx="3670">
                  <c:v>42693</c:v>
                </c:pt>
                <c:pt idx="3671">
                  <c:v>42694</c:v>
                </c:pt>
                <c:pt idx="3672">
                  <c:v>42695</c:v>
                </c:pt>
                <c:pt idx="3673">
                  <c:v>42696</c:v>
                </c:pt>
                <c:pt idx="3674">
                  <c:v>42697</c:v>
                </c:pt>
                <c:pt idx="3675">
                  <c:v>42698</c:v>
                </c:pt>
                <c:pt idx="3676">
                  <c:v>42699</c:v>
                </c:pt>
                <c:pt idx="3677">
                  <c:v>42700</c:v>
                </c:pt>
                <c:pt idx="3678">
                  <c:v>42701</c:v>
                </c:pt>
                <c:pt idx="3679">
                  <c:v>42702</c:v>
                </c:pt>
                <c:pt idx="3680">
                  <c:v>42703</c:v>
                </c:pt>
                <c:pt idx="3681">
                  <c:v>42704</c:v>
                </c:pt>
                <c:pt idx="3682">
                  <c:v>42705</c:v>
                </c:pt>
                <c:pt idx="3683">
                  <c:v>42706</c:v>
                </c:pt>
                <c:pt idx="3684">
                  <c:v>42707</c:v>
                </c:pt>
                <c:pt idx="3685">
                  <c:v>42708</c:v>
                </c:pt>
                <c:pt idx="3686">
                  <c:v>42709</c:v>
                </c:pt>
                <c:pt idx="3687">
                  <c:v>42710</c:v>
                </c:pt>
                <c:pt idx="3688">
                  <c:v>42711</c:v>
                </c:pt>
                <c:pt idx="3689">
                  <c:v>42712</c:v>
                </c:pt>
                <c:pt idx="3690">
                  <c:v>42713</c:v>
                </c:pt>
                <c:pt idx="3691">
                  <c:v>42714</c:v>
                </c:pt>
                <c:pt idx="3692">
                  <c:v>42715</c:v>
                </c:pt>
                <c:pt idx="3693">
                  <c:v>42716</c:v>
                </c:pt>
                <c:pt idx="3694">
                  <c:v>42717</c:v>
                </c:pt>
                <c:pt idx="3695">
                  <c:v>42718</c:v>
                </c:pt>
                <c:pt idx="3696">
                  <c:v>42719</c:v>
                </c:pt>
                <c:pt idx="3697">
                  <c:v>42720</c:v>
                </c:pt>
                <c:pt idx="3698">
                  <c:v>42721</c:v>
                </c:pt>
                <c:pt idx="3699">
                  <c:v>42722</c:v>
                </c:pt>
                <c:pt idx="3700">
                  <c:v>42723</c:v>
                </c:pt>
                <c:pt idx="3701">
                  <c:v>42724</c:v>
                </c:pt>
                <c:pt idx="3702">
                  <c:v>42725</c:v>
                </c:pt>
                <c:pt idx="3703">
                  <c:v>42726</c:v>
                </c:pt>
                <c:pt idx="3704">
                  <c:v>42727</c:v>
                </c:pt>
                <c:pt idx="3705">
                  <c:v>42728</c:v>
                </c:pt>
                <c:pt idx="3706">
                  <c:v>42729</c:v>
                </c:pt>
                <c:pt idx="3707">
                  <c:v>42730</c:v>
                </c:pt>
                <c:pt idx="3708">
                  <c:v>42731</c:v>
                </c:pt>
                <c:pt idx="3709">
                  <c:v>42732</c:v>
                </c:pt>
                <c:pt idx="3710">
                  <c:v>42733</c:v>
                </c:pt>
                <c:pt idx="3711">
                  <c:v>42734</c:v>
                </c:pt>
                <c:pt idx="3712">
                  <c:v>42735</c:v>
                </c:pt>
                <c:pt idx="3713">
                  <c:v>42736</c:v>
                </c:pt>
                <c:pt idx="3714">
                  <c:v>42737</c:v>
                </c:pt>
                <c:pt idx="3715">
                  <c:v>42738</c:v>
                </c:pt>
                <c:pt idx="3716">
                  <c:v>42739</c:v>
                </c:pt>
                <c:pt idx="3717">
                  <c:v>42740</c:v>
                </c:pt>
                <c:pt idx="3718">
                  <c:v>42741</c:v>
                </c:pt>
                <c:pt idx="3719">
                  <c:v>42742</c:v>
                </c:pt>
                <c:pt idx="3720">
                  <c:v>42743</c:v>
                </c:pt>
                <c:pt idx="3721">
                  <c:v>42744</c:v>
                </c:pt>
                <c:pt idx="3722">
                  <c:v>42745</c:v>
                </c:pt>
                <c:pt idx="3723">
                  <c:v>42746</c:v>
                </c:pt>
                <c:pt idx="3724">
                  <c:v>42747</c:v>
                </c:pt>
                <c:pt idx="3725">
                  <c:v>42748</c:v>
                </c:pt>
                <c:pt idx="3726">
                  <c:v>42749</c:v>
                </c:pt>
                <c:pt idx="3727">
                  <c:v>42750</c:v>
                </c:pt>
                <c:pt idx="3728">
                  <c:v>42751</c:v>
                </c:pt>
                <c:pt idx="3729">
                  <c:v>42752</c:v>
                </c:pt>
                <c:pt idx="3730">
                  <c:v>42753</c:v>
                </c:pt>
                <c:pt idx="3731">
                  <c:v>42754</c:v>
                </c:pt>
                <c:pt idx="3732">
                  <c:v>42755</c:v>
                </c:pt>
                <c:pt idx="3733">
                  <c:v>42756</c:v>
                </c:pt>
                <c:pt idx="3734">
                  <c:v>42757</c:v>
                </c:pt>
                <c:pt idx="3735">
                  <c:v>42758</c:v>
                </c:pt>
                <c:pt idx="3736">
                  <c:v>42759</c:v>
                </c:pt>
                <c:pt idx="3737">
                  <c:v>42760</c:v>
                </c:pt>
                <c:pt idx="3738">
                  <c:v>42761</c:v>
                </c:pt>
                <c:pt idx="3739">
                  <c:v>42762</c:v>
                </c:pt>
                <c:pt idx="3740">
                  <c:v>42763</c:v>
                </c:pt>
                <c:pt idx="3741">
                  <c:v>42764</c:v>
                </c:pt>
                <c:pt idx="3742">
                  <c:v>42765</c:v>
                </c:pt>
                <c:pt idx="3743">
                  <c:v>42766</c:v>
                </c:pt>
                <c:pt idx="3744">
                  <c:v>42767</c:v>
                </c:pt>
                <c:pt idx="3745">
                  <c:v>42768</c:v>
                </c:pt>
                <c:pt idx="3746">
                  <c:v>42769</c:v>
                </c:pt>
                <c:pt idx="3747">
                  <c:v>42770</c:v>
                </c:pt>
                <c:pt idx="3748">
                  <c:v>42771</c:v>
                </c:pt>
                <c:pt idx="3749">
                  <c:v>42772</c:v>
                </c:pt>
                <c:pt idx="3750">
                  <c:v>42773</c:v>
                </c:pt>
                <c:pt idx="3751">
                  <c:v>42774</c:v>
                </c:pt>
                <c:pt idx="3752">
                  <c:v>42775</c:v>
                </c:pt>
                <c:pt idx="3753">
                  <c:v>42776</c:v>
                </c:pt>
                <c:pt idx="3754">
                  <c:v>42777</c:v>
                </c:pt>
                <c:pt idx="3755">
                  <c:v>42778</c:v>
                </c:pt>
                <c:pt idx="3756">
                  <c:v>42779</c:v>
                </c:pt>
                <c:pt idx="3757">
                  <c:v>42780</c:v>
                </c:pt>
                <c:pt idx="3758">
                  <c:v>42781</c:v>
                </c:pt>
                <c:pt idx="3759">
                  <c:v>42782</c:v>
                </c:pt>
                <c:pt idx="3760">
                  <c:v>42783</c:v>
                </c:pt>
                <c:pt idx="3761">
                  <c:v>42784</c:v>
                </c:pt>
                <c:pt idx="3762">
                  <c:v>42785</c:v>
                </c:pt>
                <c:pt idx="3763">
                  <c:v>42786</c:v>
                </c:pt>
                <c:pt idx="3764">
                  <c:v>42787</c:v>
                </c:pt>
                <c:pt idx="3765">
                  <c:v>42788</c:v>
                </c:pt>
                <c:pt idx="3766">
                  <c:v>42789</c:v>
                </c:pt>
                <c:pt idx="3767">
                  <c:v>42790</c:v>
                </c:pt>
                <c:pt idx="3768">
                  <c:v>42791</c:v>
                </c:pt>
                <c:pt idx="3769">
                  <c:v>42792</c:v>
                </c:pt>
                <c:pt idx="3770">
                  <c:v>42793</c:v>
                </c:pt>
                <c:pt idx="3771">
                  <c:v>42794</c:v>
                </c:pt>
                <c:pt idx="3772">
                  <c:v>42795</c:v>
                </c:pt>
                <c:pt idx="3773">
                  <c:v>42796</c:v>
                </c:pt>
                <c:pt idx="3774">
                  <c:v>42797</c:v>
                </c:pt>
                <c:pt idx="3775">
                  <c:v>42798</c:v>
                </c:pt>
                <c:pt idx="3776">
                  <c:v>42799</c:v>
                </c:pt>
                <c:pt idx="3777">
                  <c:v>42800</c:v>
                </c:pt>
                <c:pt idx="3778">
                  <c:v>42801</c:v>
                </c:pt>
                <c:pt idx="3779">
                  <c:v>42802</c:v>
                </c:pt>
                <c:pt idx="3780">
                  <c:v>42803</c:v>
                </c:pt>
                <c:pt idx="3781">
                  <c:v>42804</c:v>
                </c:pt>
                <c:pt idx="3782">
                  <c:v>42805</c:v>
                </c:pt>
                <c:pt idx="3783">
                  <c:v>42806</c:v>
                </c:pt>
                <c:pt idx="3784">
                  <c:v>42807</c:v>
                </c:pt>
                <c:pt idx="3785">
                  <c:v>42808</c:v>
                </c:pt>
                <c:pt idx="3786">
                  <c:v>42809</c:v>
                </c:pt>
                <c:pt idx="3787">
                  <c:v>42810</c:v>
                </c:pt>
                <c:pt idx="3788">
                  <c:v>42811</c:v>
                </c:pt>
                <c:pt idx="3789">
                  <c:v>42812</c:v>
                </c:pt>
                <c:pt idx="3790">
                  <c:v>42813</c:v>
                </c:pt>
                <c:pt idx="3791">
                  <c:v>42814</c:v>
                </c:pt>
                <c:pt idx="3792">
                  <c:v>42815</c:v>
                </c:pt>
                <c:pt idx="3793">
                  <c:v>42816</c:v>
                </c:pt>
                <c:pt idx="3794">
                  <c:v>42817</c:v>
                </c:pt>
                <c:pt idx="3795">
                  <c:v>42818</c:v>
                </c:pt>
                <c:pt idx="3796">
                  <c:v>42819</c:v>
                </c:pt>
                <c:pt idx="3797">
                  <c:v>42820</c:v>
                </c:pt>
                <c:pt idx="3798">
                  <c:v>42821</c:v>
                </c:pt>
                <c:pt idx="3799">
                  <c:v>42822</c:v>
                </c:pt>
                <c:pt idx="3800">
                  <c:v>42823</c:v>
                </c:pt>
                <c:pt idx="3801">
                  <c:v>42824</c:v>
                </c:pt>
                <c:pt idx="3802">
                  <c:v>42825</c:v>
                </c:pt>
                <c:pt idx="3803">
                  <c:v>42826</c:v>
                </c:pt>
                <c:pt idx="3804">
                  <c:v>42827</c:v>
                </c:pt>
                <c:pt idx="3805">
                  <c:v>42828</c:v>
                </c:pt>
                <c:pt idx="3806">
                  <c:v>42829</c:v>
                </c:pt>
                <c:pt idx="3807">
                  <c:v>42830</c:v>
                </c:pt>
                <c:pt idx="3808">
                  <c:v>42831</c:v>
                </c:pt>
                <c:pt idx="3809">
                  <c:v>42832</c:v>
                </c:pt>
                <c:pt idx="3810">
                  <c:v>42833</c:v>
                </c:pt>
                <c:pt idx="3811">
                  <c:v>42834</c:v>
                </c:pt>
                <c:pt idx="3812">
                  <c:v>42835</c:v>
                </c:pt>
                <c:pt idx="3813">
                  <c:v>42836</c:v>
                </c:pt>
                <c:pt idx="3814">
                  <c:v>42837</c:v>
                </c:pt>
                <c:pt idx="3815">
                  <c:v>42838</c:v>
                </c:pt>
                <c:pt idx="3816">
                  <c:v>42839</c:v>
                </c:pt>
                <c:pt idx="3817">
                  <c:v>42840</c:v>
                </c:pt>
                <c:pt idx="3818">
                  <c:v>42841</c:v>
                </c:pt>
                <c:pt idx="3819">
                  <c:v>42842</c:v>
                </c:pt>
                <c:pt idx="3820">
                  <c:v>42843</c:v>
                </c:pt>
                <c:pt idx="3821">
                  <c:v>42844</c:v>
                </c:pt>
                <c:pt idx="3822">
                  <c:v>42845</c:v>
                </c:pt>
                <c:pt idx="3823">
                  <c:v>42846</c:v>
                </c:pt>
                <c:pt idx="3824">
                  <c:v>42847</c:v>
                </c:pt>
                <c:pt idx="3825">
                  <c:v>42848</c:v>
                </c:pt>
                <c:pt idx="3826">
                  <c:v>42849</c:v>
                </c:pt>
                <c:pt idx="3827">
                  <c:v>42850</c:v>
                </c:pt>
                <c:pt idx="3828">
                  <c:v>42851</c:v>
                </c:pt>
                <c:pt idx="3829">
                  <c:v>42852</c:v>
                </c:pt>
                <c:pt idx="3830">
                  <c:v>42853</c:v>
                </c:pt>
                <c:pt idx="3831">
                  <c:v>42854</c:v>
                </c:pt>
                <c:pt idx="3832">
                  <c:v>42855</c:v>
                </c:pt>
                <c:pt idx="3833">
                  <c:v>42856</c:v>
                </c:pt>
                <c:pt idx="3834">
                  <c:v>42857</c:v>
                </c:pt>
                <c:pt idx="3835">
                  <c:v>42858</c:v>
                </c:pt>
                <c:pt idx="3836">
                  <c:v>42859</c:v>
                </c:pt>
                <c:pt idx="3837">
                  <c:v>42860</c:v>
                </c:pt>
                <c:pt idx="3838">
                  <c:v>42861</c:v>
                </c:pt>
                <c:pt idx="3839">
                  <c:v>42862</c:v>
                </c:pt>
                <c:pt idx="3840">
                  <c:v>42863</c:v>
                </c:pt>
                <c:pt idx="3841">
                  <c:v>42864</c:v>
                </c:pt>
                <c:pt idx="3842">
                  <c:v>42865</c:v>
                </c:pt>
                <c:pt idx="3843">
                  <c:v>42866</c:v>
                </c:pt>
                <c:pt idx="3844">
                  <c:v>42867</c:v>
                </c:pt>
                <c:pt idx="3845">
                  <c:v>42868</c:v>
                </c:pt>
                <c:pt idx="3846">
                  <c:v>42869</c:v>
                </c:pt>
                <c:pt idx="3847">
                  <c:v>42870</c:v>
                </c:pt>
                <c:pt idx="3848">
                  <c:v>42871</c:v>
                </c:pt>
                <c:pt idx="3849">
                  <c:v>42872</c:v>
                </c:pt>
                <c:pt idx="3850">
                  <c:v>42873</c:v>
                </c:pt>
                <c:pt idx="3851">
                  <c:v>42874</c:v>
                </c:pt>
                <c:pt idx="3852">
                  <c:v>42875</c:v>
                </c:pt>
                <c:pt idx="3853">
                  <c:v>42876</c:v>
                </c:pt>
                <c:pt idx="3854">
                  <c:v>42877</c:v>
                </c:pt>
                <c:pt idx="3855">
                  <c:v>42878</c:v>
                </c:pt>
                <c:pt idx="3856">
                  <c:v>42879</c:v>
                </c:pt>
                <c:pt idx="3857">
                  <c:v>42880</c:v>
                </c:pt>
                <c:pt idx="3858">
                  <c:v>42881</c:v>
                </c:pt>
                <c:pt idx="3859">
                  <c:v>42882</c:v>
                </c:pt>
                <c:pt idx="3860">
                  <c:v>42883</c:v>
                </c:pt>
                <c:pt idx="3861">
                  <c:v>42884</c:v>
                </c:pt>
                <c:pt idx="3862">
                  <c:v>42885</c:v>
                </c:pt>
                <c:pt idx="3863">
                  <c:v>42886</c:v>
                </c:pt>
                <c:pt idx="3864">
                  <c:v>42887</c:v>
                </c:pt>
                <c:pt idx="3865">
                  <c:v>42888</c:v>
                </c:pt>
                <c:pt idx="3866">
                  <c:v>42889</c:v>
                </c:pt>
                <c:pt idx="3867">
                  <c:v>42890</c:v>
                </c:pt>
                <c:pt idx="3868">
                  <c:v>42891</c:v>
                </c:pt>
                <c:pt idx="3869">
                  <c:v>42892</c:v>
                </c:pt>
                <c:pt idx="3870">
                  <c:v>42893</c:v>
                </c:pt>
                <c:pt idx="3871">
                  <c:v>42894</c:v>
                </c:pt>
                <c:pt idx="3872">
                  <c:v>42895</c:v>
                </c:pt>
                <c:pt idx="3873">
                  <c:v>42896</c:v>
                </c:pt>
                <c:pt idx="3874">
                  <c:v>42897</c:v>
                </c:pt>
                <c:pt idx="3875">
                  <c:v>42898</c:v>
                </c:pt>
                <c:pt idx="3876">
                  <c:v>42899</c:v>
                </c:pt>
                <c:pt idx="3877">
                  <c:v>42900</c:v>
                </c:pt>
                <c:pt idx="3878">
                  <c:v>42901</c:v>
                </c:pt>
                <c:pt idx="3879">
                  <c:v>42902</c:v>
                </c:pt>
                <c:pt idx="3880">
                  <c:v>42903</c:v>
                </c:pt>
                <c:pt idx="3881">
                  <c:v>42904</c:v>
                </c:pt>
                <c:pt idx="3882">
                  <c:v>42905</c:v>
                </c:pt>
                <c:pt idx="3883">
                  <c:v>42906</c:v>
                </c:pt>
                <c:pt idx="3884">
                  <c:v>42907</c:v>
                </c:pt>
                <c:pt idx="3885">
                  <c:v>42908</c:v>
                </c:pt>
                <c:pt idx="3886">
                  <c:v>42909</c:v>
                </c:pt>
                <c:pt idx="3887">
                  <c:v>42910</c:v>
                </c:pt>
                <c:pt idx="3888">
                  <c:v>42911</c:v>
                </c:pt>
                <c:pt idx="3889">
                  <c:v>42912</c:v>
                </c:pt>
                <c:pt idx="3890">
                  <c:v>42913</c:v>
                </c:pt>
                <c:pt idx="3891">
                  <c:v>42914</c:v>
                </c:pt>
                <c:pt idx="3892">
                  <c:v>42915</c:v>
                </c:pt>
                <c:pt idx="3893">
                  <c:v>42916</c:v>
                </c:pt>
                <c:pt idx="3894">
                  <c:v>42917</c:v>
                </c:pt>
                <c:pt idx="3895">
                  <c:v>42918</c:v>
                </c:pt>
                <c:pt idx="3896">
                  <c:v>42919</c:v>
                </c:pt>
                <c:pt idx="3897">
                  <c:v>42920</c:v>
                </c:pt>
                <c:pt idx="3898">
                  <c:v>42921</c:v>
                </c:pt>
                <c:pt idx="3899">
                  <c:v>42922</c:v>
                </c:pt>
                <c:pt idx="3900">
                  <c:v>42923</c:v>
                </c:pt>
                <c:pt idx="3901">
                  <c:v>42924</c:v>
                </c:pt>
                <c:pt idx="3902">
                  <c:v>42925</c:v>
                </c:pt>
                <c:pt idx="3903">
                  <c:v>42926</c:v>
                </c:pt>
                <c:pt idx="3904">
                  <c:v>42927</c:v>
                </c:pt>
                <c:pt idx="3905">
                  <c:v>42928</c:v>
                </c:pt>
                <c:pt idx="3906">
                  <c:v>42929</c:v>
                </c:pt>
                <c:pt idx="3907">
                  <c:v>42930</c:v>
                </c:pt>
                <c:pt idx="3908">
                  <c:v>42931</c:v>
                </c:pt>
                <c:pt idx="3909">
                  <c:v>42932</c:v>
                </c:pt>
                <c:pt idx="3910">
                  <c:v>42933</c:v>
                </c:pt>
                <c:pt idx="3911">
                  <c:v>42934</c:v>
                </c:pt>
                <c:pt idx="3912">
                  <c:v>42935</c:v>
                </c:pt>
                <c:pt idx="3913">
                  <c:v>42936</c:v>
                </c:pt>
                <c:pt idx="3914">
                  <c:v>42937</c:v>
                </c:pt>
                <c:pt idx="3915">
                  <c:v>42938</c:v>
                </c:pt>
                <c:pt idx="3916">
                  <c:v>42939</c:v>
                </c:pt>
                <c:pt idx="3917">
                  <c:v>42940</c:v>
                </c:pt>
                <c:pt idx="3918">
                  <c:v>42941</c:v>
                </c:pt>
                <c:pt idx="3919">
                  <c:v>42942</c:v>
                </c:pt>
                <c:pt idx="3920">
                  <c:v>42943</c:v>
                </c:pt>
                <c:pt idx="3921">
                  <c:v>42944</c:v>
                </c:pt>
                <c:pt idx="3922">
                  <c:v>42945</c:v>
                </c:pt>
                <c:pt idx="3923">
                  <c:v>42946</c:v>
                </c:pt>
                <c:pt idx="3924">
                  <c:v>42947</c:v>
                </c:pt>
                <c:pt idx="3925">
                  <c:v>42948</c:v>
                </c:pt>
                <c:pt idx="3926">
                  <c:v>42949</c:v>
                </c:pt>
                <c:pt idx="3927">
                  <c:v>42950</c:v>
                </c:pt>
                <c:pt idx="3928">
                  <c:v>42951</c:v>
                </c:pt>
                <c:pt idx="3929">
                  <c:v>42952</c:v>
                </c:pt>
                <c:pt idx="3930">
                  <c:v>42953</c:v>
                </c:pt>
                <c:pt idx="3931">
                  <c:v>42954</c:v>
                </c:pt>
                <c:pt idx="3932">
                  <c:v>42955</c:v>
                </c:pt>
                <c:pt idx="3933">
                  <c:v>42956</c:v>
                </c:pt>
                <c:pt idx="3934">
                  <c:v>42957</c:v>
                </c:pt>
                <c:pt idx="3935">
                  <c:v>42958</c:v>
                </c:pt>
                <c:pt idx="3936">
                  <c:v>42959</c:v>
                </c:pt>
                <c:pt idx="3937">
                  <c:v>42960</c:v>
                </c:pt>
                <c:pt idx="3938">
                  <c:v>42961</c:v>
                </c:pt>
                <c:pt idx="3939">
                  <c:v>42962</c:v>
                </c:pt>
                <c:pt idx="3940">
                  <c:v>42963</c:v>
                </c:pt>
                <c:pt idx="3941">
                  <c:v>42964</c:v>
                </c:pt>
                <c:pt idx="3942">
                  <c:v>42965</c:v>
                </c:pt>
                <c:pt idx="3943">
                  <c:v>42966</c:v>
                </c:pt>
                <c:pt idx="3944">
                  <c:v>42967</c:v>
                </c:pt>
                <c:pt idx="3945">
                  <c:v>42968</c:v>
                </c:pt>
                <c:pt idx="3946">
                  <c:v>42969</c:v>
                </c:pt>
                <c:pt idx="3947">
                  <c:v>42970</c:v>
                </c:pt>
                <c:pt idx="3948">
                  <c:v>42971</c:v>
                </c:pt>
                <c:pt idx="3949">
                  <c:v>42972</c:v>
                </c:pt>
                <c:pt idx="3950">
                  <c:v>42973</c:v>
                </c:pt>
                <c:pt idx="3951">
                  <c:v>42974</c:v>
                </c:pt>
                <c:pt idx="3952">
                  <c:v>42975</c:v>
                </c:pt>
                <c:pt idx="3953">
                  <c:v>42976</c:v>
                </c:pt>
                <c:pt idx="3954">
                  <c:v>42977</c:v>
                </c:pt>
                <c:pt idx="3955">
                  <c:v>42978</c:v>
                </c:pt>
                <c:pt idx="3956">
                  <c:v>42979</c:v>
                </c:pt>
                <c:pt idx="3957">
                  <c:v>42980</c:v>
                </c:pt>
                <c:pt idx="3958">
                  <c:v>42981</c:v>
                </c:pt>
                <c:pt idx="3959">
                  <c:v>42982</c:v>
                </c:pt>
                <c:pt idx="3960">
                  <c:v>42983</c:v>
                </c:pt>
                <c:pt idx="3961">
                  <c:v>42984</c:v>
                </c:pt>
                <c:pt idx="3962">
                  <c:v>42985</c:v>
                </c:pt>
                <c:pt idx="3963">
                  <c:v>42986</c:v>
                </c:pt>
                <c:pt idx="3964">
                  <c:v>42987</c:v>
                </c:pt>
                <c:pt idx="3965">
                  <c:v>42988</c:v>
                </c:pt>
                <c:pt idx="3966">
                  <c:v>42989</c:v>
                </c:pt>
                <c:pt idx="3967">
                  <c:v>42990</c:v>
                </c:pt>
                <c:pt idx="3968">
                  <c:v>42991</c:v>
                </c:pt>
                <c:pt idx="3969">
                  <c:v>42992</c:v>
                </c:pt>
                <c:pt idx="3970">
                  <c:v>42993</c:v>
                </c:pt>
                <c:pt idx="3971">
                  <c:v>42994</c:v>
                </c:pt>
                <c:pt idx="3972">
                  <c:v>42995</c:v>
                </c:pt>
                <c:pt idx="3973">
                  <c:v>42996</c:v>
                </c:pt>
                <c:pt idx="3974">
                  <c:v>42997</c:v>
                </c:pt>
                <c:pt idx="3975">
                  <c:v>42998</c:v>
                </c:pt>
                <c:pt idx="3976">
                  <c:v>42999</c:v>
                </c:pt>
                <c:pt idx="3977">
                  <c:v>43000</c:v>
                </c:pt>
                <c:pt idx="3978">
                  <c:v>43001</c:v>
                </c:pt>
                <c:pt idx="3979">
                  <c:v>43002</c:v>
                </c:pt>
                <c:pt idx="3980">
                  <c:v>43003</c:v>
                </c:pt>
                <c:pt idx="3981">
                  <c:v>43004</c:v>
                </c:pt>
                <c:pt idx="3982">
                  <c:v>43005</c:v>
                </c:pt>
                <c:pt idx="3983">
                  <c:v>43006</c:v>
                </c:pt>
                <c:pt idx="3984">
                  <c:v>43007</c:v>
                </c:pt>
                <c:pt idx="3985">
                  <c:v>43008</c:v>
                </c:pt>
                <c:pt idx="3986">
                  <c:v>43009</c:v>
                </c:pt>
                <c:pt idx="3987">
                  <c:v>43010</c:v>
                </c:pt>
                <c:pt idx="3988">
                  <c:v>43011</c:v>
                </c:pt>
                <c:pt idx="3989">
                  <c:v>43012</c:v>
                </c:pt>
                <c:pt idx="3990">
                  <c:v>43013</c:v>
                </c:pt>
                <c:pt idx="3991">
                  <c:v>43014</c:v>
                </c:pt>
                <c:pt idx="3992">
                  <c:v>43015</c:v>
                </c:pt>
                <c:pt idx="3993">
                  <c:v>43016</c:v>
                </c:pt>
                <c:pt idx="3994">
                  <c:v>43017</c:v>
                </c:pt>
                <c:pt idx="3995">
                  <c:v>43018</c:v>
                </c:pt>
                <c:pt idx="3996">
                  <c:v>43019</c:v>
                </c:pt>
                <c:pt idx="3997">
                  <c:v>43020</c:v>
                </c:pt>
                <c:pt idx="3998">
                  <c:v>43021</c:v>
                </c:pt>
                <c:pt idx="3999">
                  <c:v>43022</c:v>
                </c:pt>
                <c:pt idx="4000">
                  <c:v>43023</c:v>
                </c:pt>
                <c:pt idx="4001">
                  <c:v>43024</c:v>
                </c:pt>
                <c:pt idx="4002">
                  <c:v>43025</c:v>
                </c:pt>
                <c:pt idx="4003">
                  <c:v>43026</c:v>
                </c:pt>
                <c:pt idx="4004">
                  <c:v>43027</c:v>
                </c:pt>
                <c:pt idx="4005">
                  <c:v>43028</c:v>
                </c:pt>
                <c:pt idx="4006">
                  <c:v>43029</c:v>
                </c:pt>
                <c:pt idx="4007">
                  <c:v>43030</c:v>
                </c:pt>
                <c:pt idx="4008">
                  <c:v>43031</c:v>
                </c:pt>
                <c:pt idx="4009">
                  <c:v>43032</c:v>
                </c:pt>
                <c:pt idx="4010">
                  <c:v>43033</c:v>
                </c:pt>
                <c:pt idx="4011">
                  <c:v>43034</c:v>
                </c:pt>
                <c:pt idx="4012">
                  <c:v>43035</c:v>
                </c:pt>
                <c:pt idx="4013">
                  <c:v>43036</c:v>
                </c:pt>
                <c:pt idx="4014">
                  <c:v>43037</c:v>
                </c:pt>
                <c:pt idx="4015">
                  <c:v>43038</c:v>
                </c:pt>
                <c:pt idx="4016">
                  <c:v>43039</c:v>
                </c:pt>
                <c:pt idx="4017">
                  <c:v>43040</c:v>
                </c:pt>
                <c:pt idx="4018">
                  <c:v>43041</c:v>
                </c:pt>
                <c:pt idx="4019">
                  <c:v>43042</c:v>
                </c:pt>
                <c:pt idx="4020">
                  <c:v>43043</c:v>
                </c:pt>
                <c:pt idx="4021">
                  <c:v>43044</c:v>
                </c:pt>
                <c:pt idx="4022">
                  <c:v>43045</c:v>
                </c:pt>
                <c:pt idx="4023">
                  <c:v>43046</c:v>
                </c:pt>
                <c:pt idx="4024">
                  <c:v>43047</c:v>
                </c:pt>
                <c:pt idx="4025">
                  <c:v>43048</c:v>
                </c:pt>
                <c:pt idx="4026">
                  <c:v>43049</c:v>
                </c:pt>
                <c:pt idx="4027">
                  <c:v>43050</c:v>
                </c:pt>
                <c:pt idx="4028">
                  <c:v>43051</c:v>
                </c:pt>
                <c:pt idx="4029">
                  <c:v>43052</c:v>
                </c:pt>
                <c:pt idx="4030">
                  <c:v>43053</c:v>
                </c:pt>
                <c:pt idx="4031">
                  <c:v>43054</c:v>
                </c:pt>
                <c:pt idx="4032">
                  <c:v>43055</c:v>
                </c:pt>
                <c:pt idx="4033">
                  <c:v>43056</c:v>
                </c:pt>
                <c:pt idx="4034">
                  <c:v>43057</c:v>
                </c:pt>
                <c:pt idx="4035">
                  <c:v>43058</c:v>
                </c:pt>
                <c:pt idx="4036">
                  <c:v>43059</c:v>
                </c:pt>
                <c:pt idx="4037">
                  <c:v>43060</c:v>
                </c:pt>
                <c:pt idx="4038">
                  <c:v>43061</c:v>
                </c:pt>
                <c:pt idx="4039">
                  <c:v>43062</c:v>
                </c:pt>
                <c:pt idx="4040">
                  <c:v>43063</c:v>
                </c:pt>
                <c:pt idx="4041">
                  <c:v>43064</c:v>
                </c:pt>
                <c:pt idx="4042">
                  <c:v>43065</c:v>
                </c:pt>
                <c:pt idx="4043">
                  <c:v>43066</c:v>
                </c:pt>
                <c:pt idx="4044">
                  <c:v>43067</c:v>
                </c:pt>
                <c:pt idx="4045">
                  <c:v>43068</c:v>
                </c:pt>
                <c:pt idx="4046">
                  <c:v>43069</c:v>
                </c:pt>
                <c:pt idx="4047">
                  <c:v>43070</c:v>
                </c:pt>
                <c:pt idx="4048">
                  <c:v>43071</c:v>
                </c:pt>
                <c:pt idx="4049">
                  <c:v>43072</c:v>
                </c:pt>
                <c:pt idx="4050">
                  <c:v>43073</c:v>
                </c:pt>
                <c:pt idx="4051">
                  <c:v>43074</c:v>
                </c:pt>
                <c:pt idx="4052">
                  <c:v>43075</c:v>
                </c:pt>
                <c:pt idx="4053">
                  <c:v>43076</c:v>
                </c:pt>
                <c:pt idx="4054">
                  <c:v>43077</c:v>
                </c:pt>
                <c:pt idx="4055">
                  <c:v>43078</c:v>
                </c:pt>
                <c:pt idx="4056">
                  <c:v>43079</c:v>
                </c:pt>
                <c:pt idx="4057">
                  <c:v>43080</c:v>
                </c:pt>
                <c:pt idx="4058">
                  <c:v>43081</c:v>
                </c:pt>
                <c:pt idx="4059">
                  <c:v>43082</c:v>
                </c:pt>
                <c:pt idx="4060">
                  <c:v>43083</c:v>
                </c:pt>
                <c:pt idx="4061">
                  <c:v>43084</c:v>
                </c:pt>
                <c:pt idx="4062">
                  <c:v>43085</c:v>
                </c:pt>
                <c:pt idx="4063">
                  <c:v>43086</c:v>
                </c:pt>
                <c:pt idx="4064">
                  <c:v>43087</c:v>
                </c:pt>
                <c:pt idx="4065">
                  <c:v>43088</c:v>
                </c:pt>
                <c:pt idx="4066">
                  <c:v>43089</c:v>
                </c:pt>
                <c:pt idx="4067">
                  <c:v>43090</c:v>
                </c:pt>
                <c:pt idx="4068">
                  <c:v>43091</c:v>
                </c:pt>
                <c:pt idx="4069">
                  <c:v>43092</c:v>
                </c:pt>
                <c:pt idx="4070">
                  <c:v>43093</c:v>
                </c:pt>
                <c:pt idx="4071">
                  <c:v>43094</c:v>
                </c:pt>
                <c:pt idx="4072">
                  <c:v>43095</c:v>
                </c:pt>
                <c:pt idx="4073">
                  <c:v>43096</c:v>
                </c:pt>
                <c:pt idx="4074">
                  <c:v>43097</c:v>
                </c:pt>
                <c:pt idx="4075">
                  <c:v>43098</c:v>
                </c:pt>
                <c:pt idx="4076">
                  <c:v>43099</c:v>
                </c:pt>
                <c:pt idx="4077">
                  <c:v>43100</c:v>
                </c:pt>
                <c:pt idx="4078">
                  <c:v>43101</c:v>
                </c:pt>
                <c:pt idx="4079">
                  <c:v>43102</c:v>
                </c:pt>
                <c:pt idx="4080">
                  <c:v>43103</c:v>
                </c:pt>
                <c:pt idx="4081">
                  <c:v>43104</c:v>
                </c:pt>
                <c:pt idx="4082">
                  <c:v>43105</c:v>
                </c:pt>
                <c:pt idx="4083">
                  <c:v>43106</c:v>
                </c:pt>
                <c:pt idx="4084">
                  <c:v>43107</c:v>
                </c:pt>
                <c:pt idx="4085">
                  <c:v>43108</c:v>
                </c:pt>
                <c:pt idx="4086">
                  <c:v>43109</c:v>
                </c:pt>
                <c:pt idx="4087">
                  <c:v>43110</c:v>
                </c:pt>
                <c:pt idx="4088">
                  <c:v>43111</c:v>
                </c:pt>
                <c:pt idx="4089">
                  <c:v>43112</c:v>
                </c:pt>
                <c:pt idx="4090">
                  <c:v>43113</c:v>
                </c:pt>
                <c:pt idx="4091">
                  <c:v>43114</c:v>
                </c:pt>
                <c:pt idx="4092">
                  <c:v>43115</c:v>
                </c:pt>
                <c:pt idx="4093">
                  <c:v>43116</c:v>
                </c:pt>
                <c:pt idx="4094">
                  <c:v>43117</c:v>
                </c:pt>
                <c:pt idx="4095">
                  <c:v>43118</c:v>
                </c:pt>
                <c:pt idx="4096">
                  <c:v>43119</c:v>
                </c:pt>
                <c:pt idx="4097">
                  <c:v>43120</c:v>
                </c:pt>
                <c:pt idx="4098">
                  <c:v>43121</c:v>
                </c:pt>
                <c:pt idx="4099">
                  <c:v>43122</c:v>
                </c:pt>
                <c:pt idx="4100">
                  <c:v>43123</c:v>
                </c:pt>
                <c:pt idx="4101">
                  <c:v>43124</c:v>
                </c:pt>
                <c:pt idx="4102">
                  <c:v>43125</c:v>
                </c:pt>
                <c:pt idx="4103">
                  <c:v>43126</c:v>
                </c:pt>
                <c:pt idx="4104">
                  <c:v>43127</c:v>
                </c:pt>
                <c:pt idx="4105">
                  <c:v>43128</c:v>
                </c:pt>
                <c:pt idx="4106">
                  <c:v>43129</c:v>
                </c:pt>
                <c:pt idx="4107">
                  <c:v>43130</c:v>
                </c:pt>
                <c:pt idx="4108">
                  <c:v>43131</c:v>
                </c:pt>
                <c:pt idx="4109">
                  <c:v>43132</c:v>
                </c:pt>
                <c:pt idx="4110">
                  <c:v>43133</c:v>
                </c:pt>
                <c:pt idx="4111">
                  <c:v>43134</c:v>
                </c:pt>
                <c:pt idx="4112">
                  <c:v>43135</c:v>
                </c:pt>
                <c:pt idx="4113">
                  <c:v>43136</c:v>
                </c:pt>
                <c:pt idx="4114">
                  <c:v>43137</c:v>
                </c:pt>
                <c:pt idx="4115">
                  <c:v>43138</c:v>
                </c:pt>
                <c:pt idx="4116">
                  <c:v>43139</c:v>
                </c:pt>
                <c:pt idx="4117">
                  <c:v>43140</c:v>
                </c:pt>
                <c:pt idx="4118">
                  <c:v>43141</c:v>
                </c:pt>
                <c:pt idx="4119">
                  <c:v>43142</c:v>
                </c:pt>
                <c:pt idx="4120">
                  <c:v>43143</c:v>
                </c:pt>
                <c:pt idx="4121">
                  <c:v>43144</c:v>
                </c:pt>
                <c:pt idx="4122">
                  <c:v>43145</c:v>
                </c:pt>
                <c:pt idx="4123">
                  <c:v>43146</c:v>
                </c:pt>
                <c:pt idx="4124">
                  <c:v>43147</c:v>
                </c:pt>
                <c:pt idx="4125">
                  <c:v>43148</c:v>
                </c:pt>
                <c:pt idx="4126">
                  <c:v>43149</c:v>
                </c:pt>
                <c:pt idx="4127">
                  <c:v>43150</c:v>
                </c:pt>
                <c:pt idx="4128">
                  <c:v>43151</c:v>
                </c:pt>
                <c:pt idx="4129">
                  <c:v>43152</c:v>
                </c:pt>
                <c:pt idx="4130">
                  <c:v>43153</c:v>
                </c:pt>
                <c:pt idx="4131">
                  <c:v>43154</c:v>
                </c:pt>
                <c:pt idx="4132">
                  <c:v>43155</c:v>
                </c:pt>
                <c:pt idx="4133">
                  <c:v>43156</c:v>
                </c:pt>
                <c:pt idx="4134">
                  <c:v>43157</c:v>
                </c:pt>
                <c:pt idx="4135">
                  <c:v>43158</c:v>
                </c:pt>
                <c:pt idx="4136">
                  <c:v>43159</c:v>
                </c:pt>
                <c:pt idx="4137">
                  <c:v>43160</c:v>
                </c:pt>
                <c:pt idx="4138">
                  <c:v>43161</c:v>
                </c:pt>
                <c:pt idx="4139">
                  <c:v>43162</c:v>
                </c:pt>
                <c:pt idx="4140">
                  <c:v>43163</c:v>
                </c:pt>
                <c:pt idx="4141">
                  <c:v>43164</c:v>
                </c:pt>
                <c:pt idx="4142">
                  <c:v>43165</c:v>
                </c:pt>
                <c:pt idx="4143">
                  <c:v>43166</c:v>
                </c:pt>
                <c:pt idx="4144">
                  <c:v>43167</c:v>
                </c:pt>
                <c:pt idx="4145">
                  <c:v>43168</c:v>
                </c:pt>
                <c:pt idx="4146">
                  <c:v>43169</c:v>
                </c:pt>
                <c:pt idx="4147">
                  <c:v>43170</c:v>
                </c:pt>
                <c:pt idx="4148">
                  <c:v>43171</c:v>
                </c:pt>
                <c:pt idx="4149">
                  <c:v>43172</c:v>
                </c:pt>
                <c:pt idx="4150">
                  <c:v>43173</c:v>
                </c:pt>
                <c:pt idx="4151">
                  <c:v>43174</c:v>
                </c:pt>
                <c:pt idx="4152">
                  <c:v>43175</c:v>
                </c:pt>
                <c:pt idx="4153">
                  <c:v>43176</c:v>
                </c:pt>
                <c:pt idx="4154">
                  <c:v>43177</c:v>
                </c:pt>
                <c:pt idx="4155">
                  <c:v>43178</c:v>
                </c:pt>
                <c:pt idx="4156">
                  <c:v>43179</c:v>
                </c:pt>
                <c:pt idx="4157">
                  <c:v>43180</c:v>
                </c:pt>
                <c:pt idx="4158">
                  <c:v>43181</c:v>
                </c:pt>
                <c:pt idx="4159">
                  <c:v>43182</c:v>
                </c:pt>
                <c:pt idx="4160">
                  <c:v>43183</c:v>
                </c:pt>
                <c:pt idx="4161">
                  <c:v>43184</c:v>
                </c:pt>
                <c:pt idx="4162">
                  <c:v>43185</c:v>
                </c:pt>
                <c:pt idx="4163">
                  <c:v>43186</c:v>
                </c:pt>
                <c:pt idx="4164">
                  <c:v>43187</c:v>
                </c:pt>
                <c:pt idx="4165">
                  <c:v>43188</c:v>
                </c:pt>
                <c:pt idx="4166">
                  <c:v>43189</c:v>
                </c:pt>
                <c:pt idx="4167">
                  <c:v>43190</c:v>
                </c:pt>
                <c:pt idx="4168">
                  <c:v>43191</c:v>
                </c:pt>
                <c:pt idx="4169">
                  <c:v>43192</c:v>
                </c:pt>
                <c:pt idx="4170">
                  <c:v>43193</c:v>
                </c:pt>
                <c:pt idx="4171">
                  <c:v>43194</c:v>
                </c:pt>
                <c:pt idx="4172">
                  <c:v>43195</c:v>
                </c:pt>
                <c:pt idx="4173">
                  <c:v>43196</c:v>
                </c:pt>
                <c:pt idx="4174">
                  <c:v>43197</c:v>
                </c:pt>
                <c:pt idx="4175">
                  <c:v>43198</c:v>
                </c:pt>
                <c:pt idx="4176">
                  <c:v>43199</c:v>
                </c:pt>
                <c:pt idx="4177">
                  <c:v>43200</c:v>
                </c:pt>
                <c:pt idx="4178">
                  <c:v>43201</c:v>
                </c:pt>
                <c:pt idx="4179">
                  <c:v>43202</c:v>
                </c:pt>
                <c:pt idx="4180">
                  <c:v>43203</c:v>
                </c:pt>
                <c:pt idx="4181">
                  <c:v>43204</c:v>
                </c:pt>
                <c:pt idx="4182">
                  <c:v>43205</c:v>
                </c:pt>
                <c:pt idx="4183">
                  <c:v>43206</c:v>
                </c:pt>
                <c:pt idx="4184">
                  <c:v>43207</c:v>
                </c:pt>
                <c:pt idx="4185">
                  <c:v>43208</c:v>
                </c:pt>
                <c:pt idx="4186">
                  <c:v>43209</c:v>
                </c:pt>
                <c:pt idx="4187">
                  <c:v>43210</c:v>
                </c:pt>
                <c:pt idx="4188">
                  <c:v>43211</c:v>
                </c:pt>
                <c:pt idx="4189">
                  <c:v>43212</c:v>
                </c:pt>
                <c:pt idx="4190">
                  <c:v>43213</c:v>
                </c:pt>
                <c:pt idx="4191">
                  <c:v>43214</c:v>
                </c:pt>
                <c:pt idx="4192">
                  <c:v>43215</c:v>
                </c:pt>
                <c:pt idx="4193">
                  <c:v>43216</c:v>
                </c:pt>
                <c:pt idx="4194">
                  <c:v>43217</c:v>
                </c:pt>
                <c:pt idx="4195">
                  <c:v>43218</c:v>
                </c:pt>
                <c:pt idx="4196">
                  <c:v>43219</c:v>
                </c:pt>
                <c:pt idx="4197">
                  <c:v>43220</c:v>
                </c:pt>
                <c:pt idx="4198">
                  <c:v>43221</c:v>
                </c:pt>
                <c:pt idx="4199">
                  <c:v>43222</c:v>
                </c:pt>
                <c:pt idx="4200">
                  <c:v>43223</c:v>
                </c:pt>
                <c:pt idx="4201">
                  <c:v>43224</c:v>
                </c:pt>
                <c:pt idx="4202">
                  <c:v>43225</c:v>
                </c:pt>
                <c:pt idx="4203">
                  <c:v>43226</c:v>
                </c:pt>
                <c:pt idx="4204">
                  <c:v>43227</c:v>
                </c:pt>
                <c:pt idx="4205">
                  <c:v>43228</c:v>
                </c:pt>
                <c:pt idx="4206">
                  <c:v>43229</c:v>
                </c:pt>
                <c:pt idx="4207">
                  <c:v>43230</c:v>
                </c:pt>
                <c:pt idx="4208">
                  <c:v>43231</c:v>
                </c:pt>
                <c:pt idx="4209">
                  <c:v>43232</c:v>
                </c:pt>
                <c:pt idx="4210">
                  <c:v>43233</c:v>
                </c:pt>
                <c:pt idx="4211">
                  <c:v>43234</c:v>
                </c:pt>
                <c:pt idx="4212">
                  <c:v>43235</c:v>
                </c:pt>
                <c:pt idx="4213">
                  <c:v>43236</c:v>
                </c:pt>
                <c:pt idx="4214">
                  <c:v>43237</c:v>
                </c:pt>
                <c:pt idx="4215">
                  <c:v>43238</c:v>
                </c:pt>
                <c:pt idx="4216">
                  <c:v>43239</c:v>
                </c:pt>
                <c:pt idx="4217">
                  <c:v>43240</c:v>
                </c:pt>
                <c:pt idx="4218">
                  <c:v>43241</c:v>
                </c:pt>
                <c:pt idx="4219">
                  <c:v>43242</c:v>
                </c:pt>
                <c:pt idx="4220">
                  <c:v>43243</c:v>
                </c:pt>
                <c:pt idx="4221">
                  <c:v>43244</c:v>
                </c:pt>
                <c:pt idx="4222">
                  <c:v>43245</c:v>
                </c:pt>
                <c:pt idx="4223">
                  <c:v>43246</c:v>
                </c:pt>
                <c:pt idx="4224">
                  <c:v>43247</c:v>
                </c:pt>
                <c:pt idx="4225">
                  <c:v>43248</c:v>
                </c:pt>
                <c:pt idx="4226">
                  <c:v>43249</c:v>
                </c:pt>
                <c:pt idx="4227">
                  <c:v>43250</c:v>
                </c:pt>
                <c:pt idx="4228">
                  <c:v>43251</c:v>
                </c:pt>
                <c:pt idx="4229">
                  <c:v>43252</c:v>
                </c:pt>
                <c:pt idx="4230">
                  <c:v>43253</c:v>
                </c:pt>
                <c:pt idx="4231">
                  <c:v>43254</c:v>
                </c:pt>
                <c:pt idx="4232">
                  <c:v>43255</c:v>
                </c:pt>
                <c:pt idx="4233">
                  <c:v>43256</c:v>
                </c:pt>
                <c:pt idx="4234">
                  <c:v>43257</c:v>
                </c:pt>
                <c:pt idx="4235">
                  <c:v>43258</c:v>
                </c:pt>
                <c:pt idx="4236">
                  <c:v>43259</c:v>
                </c:pt>
                <c:pt idx="4237">
                  <c:v>43260</c:v>
                </c:pt>
                <c:pt idx="4238">
                  <c:v>43261</c:v>
                </c:pt>
                <c:pt idx="4239">
                  <c:v>43262</c:v>
                </c:pt>
                <c:pt idx="4240">
                  <c:v>43263</c:v>
                </c:pt>
                <c:pt idx="4241">
                  <c:v>43264</c:v>
                </c:pt>
                <c:pt idx="4242">
                  <c:v>43265</c:v>
                </c:pt>
                <c:pt idx="4243">
                  <c:v>43266</c:v>
                </c:pt>
                <c:pt idx="4244">
                  <c:v>43267</c:v>
                </c:pt>
                <c:pt idx="4245">
                  <c:v>43268</c:v>
                </c:pt>
                <c:pt idx="4246">
                  <c:v>43269</c:v>
                </c:pt>
                <c:pt idx="4247">
                  <c:v>43270</c:v>
                </c:pt>
                <c:pt idx="4248">
                  <c:v>43271</c:v>
                </c:pt>
                <c:pt idx="4249">
                  <c:v>43272</c:v>
                </c:pt>
                <c:pt idx="4250">
                  <c:v>43273</c:v>
                </c:pt>
                <c:pt idx="4251">
                  <c:v>43274</c:v>
                </c:pt>
                <c:pt idx="4252">
                  <c:v>43275</c:v>
                </c:pt>
                <c:pt idx="4253">
                  <c:v>43276</c:v>
                </c:pt>
                <c:pt idx="4254">
                  <c:v>43277</c:v>
                </c:pt>
                <c:pt idx="4255">
                  <c:v>43278</c:v>
                </c:pt>
                <c:pt idx="4256">
                  <c:v>43279</c:v>
                </c:pt>
                <c:pt idx="4257">
                  <c:v>43280</c:v>
                </c:pt>
                <c:pt idx="4258">
                  <c:v>43281</c:v>
                </c:pt>
                <c:pt idx="4259">
                  <c:v>43282</c:v>
                </c:pt>
                <c:pt idx="4260">
                  <c:v>43283</c:v>
                </c:pt>
                <c:pt idx="4261">
                  <c:v>43284</c:v>
                </c:pt>
                <c:pt idx="4262">
                  <c:v>43285</c:v>
                </c:pt>
                <c:pt idx="4263">
                  <c:v>43286</c:v>
                </c:pt>
                <c:pt idx="4264">
                  <c:v>43287</c:v>
                </c:pt>
                <c:pt idx="4265">
                  <c:v>43288</c:v>
                </c:pt>
                <c:pt idx="4266">
                  <c:v>43289</c:v>
                </c:pt>
                <c:pt idx="4267">
                  <c:v>43290</c:v>
                </c:pt>
                <c:pt idx="4268">
                  <c:v>43291</c:v>
                </c:pt>
                <c:pt idx="4269">
                  <c:v>43292</c:v>
                </c:pt>
                <c:pt idx="4270">
                  <c:v>43293</c:v>
                </c:pt>
                <c:pt idx="4271">
                  <c:v>43294</c:v>
                </c:pt>
                <c:pt idx="4272">
                  <c:v>43295</c:v>
                </c:pt>
                <c:pt idx="4273">
                  <c:v>43296</c:v>
                </c:pt>
                <c:pt idx="4274">
                  <c:v>43297</c:v>
                </c:pt>
                <c:pt idx="4275">
                  <c:v>43298</c:v>
                </c:pt>
                <c:pt idx="4276">
                  <c:v>43299</c:v>
                </c:pt>
                <c:pt idx="4277">
                  <c:v>43300</c:v>
                </c:pt>
                <c:pt idx="4278">
                  <c:v>43301</c:v>
                </c:pt>
                <c:pt idx="4279">
                  <c:v>43302</c:v>
                </c:pt>
                <c:pt idx="4280">
                  <c:v>43303</c:v>
                </c:pt>
                <c:pt idx="4281">
                  <c:v>43304</c:v>
                </c:pt>
                <c:pt idx="4282">
                  <c:v>43305</c:v>
                </c:pt>
                <c:pt idx="4283">
                  <c:v>43306</c:v>
                </c:pt>
                <c:pt idx="4284">
                  <c:v>43307</c:v>
                </c:pt>
                <c:pt idx="4285">
                  <c:v>43308</c:v>
                </c:pt>
                <c:pt idx="4286">
                  <c:v>43309</c:v>
                </c:pt>
                <c:pt idx="4287">
                  <c:v>43310</c:v>
                </c:pt>
                <c:pt idx="4288">
                  <c:v>43311</c:v>
                </c:pt>
                <c:pt idx="4289">
                  <c:v>43312</c:v>
                </c:pt>
                <c:pt idx="4290">
                  <c:v>43313</c:v>
                </c:pt>
                <c:pt idx="4291">
                  <c:v>43314</c:v>
                </c:pt>
                <c:pt idx="4292">
                  <c:v>43315</c:v>
                </c:pt>
                <c:pt idx="4293">
                  <c:v>43316</c:v>
                </c:pt>
                <c:pt idx="4294">
                  <c:v>43317</c:v>
                </c:pt>
                <c:pt idx="4295">
                  <c:v>43318</c:v>
                </c:pt>
                <c:pt idx="4296">
                  <c:v>43319</c:v>
                </c:pt>
                <c:pt idx="4297">
                  <c:v>43320</c:v>
                </c:pt>
                <c:pt idx="4298">
                  <c:v>43321</c:v>
                </c:pt>
                <c:pt idx="4299">
                  <c:v>43322</c:v>
                </c:pt>
                <c:pt idx="4300">
                  <c:v>43323</c:v>
                </c:pt>
                <c:pt idx="4301">
                  <c:v>43324</c:v>
                </c:pt>
                <c:pt idx="4302">
                  <c:v>43325</c:v>
                </c:pt>
                <c:pt idx="4303">
                  <c:v>43326</c:v>
                </c:pt>
                <c:pt idx="4304">
                  <c:v>43327</c:v>
                </c:pt>
                <c:pt idx="4305">
                  <c:v>43328</c:v>
                </c:pt>
                <c:pt idx="4306">
                  <c:v>43329</c:v>
                </c:pt>
                <c:pt idx="4307">
                  <c:v>43330</c:v>
                </c:pt>
                <c:pt idx="4308">
                  <c:v>43331</c:v>
                </c:pt>
                <c:pt idx="4309">
                  <c:v>43332</c:v>
                </c:pt>
                <c:pt idx="4310">
                  <c:v>43333</c:v>
                </c:pt>
                <c:pt idx="4311">
                  <c:v>43334</c:v>
                </c:pt>
                <c:pt idx="4312">
                  <c:v>43335</c:v>
                </c:pt>
                <c:pt idx="4313">
                  <c:v>43336</c:v>
                </c:pt>
                <c:pt idx="4314">
                  <c:v>43337</c:v>
                </c:pt>
                <c:pt idx="4315">
                  <c:v>43338</c:v>
                </c:pt>
                <c:pt idx="4316">
                  <c:v>43339</c:v>
                </c:pt>
                <c:pt idx="4317">
                  <c:v>43340</c:v>
                </c:pt>
                <c:pt idx="4318">
                  <c:v>43341</c:v>
                </c:pt>
                <c:pt idx="4319">
                  <c:v>43342</c:v>
                </c:pt>
                <c:pt idx="4320">
                  <c:v>43343</c:v>
                </c:pt>
                <c:pt idx="4321">
                  <c:v>43344</c:v>
                </c:pt>
                <c:pt idx="4322">
                  <c:v>43345</c:v>
                </c:pt>
                <c:pt idx="4323">
                  <c:v>43346</c:v>
                </c:pt>
                <c:pt idx="4324">
                  <c:v>43347</c:v>
                </c:pt>
                <c:pt idx="4325">
                  <c:v>43348</c:v>
                </c:pt>
                <c:pt idx="4326">
                  <c:v>43349</c:v>
                </c:pt>
                <c:pt idx="4327">
                  <c:v>43350</c:v>
                </c:pt>
                <c:pt idx="4328">
                  <c:v>43351</c:v>
                </c:pt>
                <c:pt idx="4329">
                  <c:v>43352</c:v>
                </c:pt>
                <c:pt idx="4330">
                  <c:v>43353</c:v>
                </c:pt>
                <c:pt idx="4331">
                  <c:v>43354</c:v>
                </c:pt>
                <c:pt idx="4332">
                  <c:v>43355</c:v>
                </c:pt>
                <c:pt idx="4333">
                  <c:v>43356</c:v>
                </c:pt>
                <c:pt idx="4334">
                  <c:v>43357</c:v>
                </c:pt>
                <c:pt idx="4335">
                  <c:v>43358</c:v>
                </c:pt>
                <c:pt idx="4336">
                  <c:v>43359</c:v>
                </c:pt>
                <c:pt idx="4337">
                  <c:v>43360</c:v>
                </c:pt>
                <c:pt idx="4338">
                  <c:v>43361</c:v>
                </c:pt>
                <c:pt idx="4339">
                  <c:v>43362</c:v>
                </c:pt>
                <c:pt idx="4340">
                  <c:v>43363</c:v>
                </c:pt>
                <c:pt idx="4341">
                  <c:v>43364</c:v>
                </c:pt>
                <c:pt idx="4342">
                  <c:v>43365</c:v>
                </c:pt>
                <c:pt idx="4343">
                  <c:v>43366</c:v>
                </c:pt>
                <c:pt idx="4344">
                  <c:v>43367</c:v>
                </c:pt>
                <c:pt idx="4345">
                  <c:v>43368</c:v>
                </c:pt>
                <c:pt idx="4346">
                  <c:v>43369</c:v>
                </c:pt>
                <c:pt idx="4347">
                  <c:v>43370</c:v>
                </c:pt>
                <c:pt idx="4348">
                  <c:v>43371</c:v>
                </c:pt>
                <c:pt idx="4349">
                  <c:v>43372</c:v>
                </c:pt>
                <c:pt idx="4350">
                  <c:v>43373</c:v>
                </c:pt>
                <c:pt idx="4351">
                  <c:v>43374</c:v>
                </c:pt>
                <c:pt idx="4352">
                  <c:v>43375</c:v>
                </c:pt>
                <c:pt idx="4353">
                  <c:v>43376</c:v>
                </c:pt>
                <c:pt idx="4354">
                  <c:v>43377</c:v>
                </c:pt>
                <c:pt idx="4355">
                  <c:v>43378</c:v>
                </c:pt>
                <c:pt idx="4356">
                  <c:v>43379</c:v>
                </c:pt>
                <c:pt idx="4357">
                  <c:v>43380</c:v>
                </c:pt>
                <c:pt idx="4358">
                  <c:v>43381</c:v>
                </c:pt>
                <c:pt idx="4359">
                  <c:v>43382</c:v>
                </c:pt>
                <c:pt idx="4360">
                  <c:v>43383</c:v>
                </c:pt>
                <c:pt idx="4361">
                  <c:v>43384</c:v>
                </c:pt>
                <c:pt idx="4362">
                  <c:v>43385</c:v>
                </c:pt>
                <c:pt idx="4363">
                  <c:v>43386</c:v>
                </c:pt>
                <c:pt idx="4364">
                  <c:v>43387</c:v>
                </c:pt>
                <c:pt idx="4365">
                  <c:v>43388</c:v>
                </c:pt>
                <c:pt idx="4366">
                  <c:v>43389</c:v>
                </c:pt>
                <c:pt idx="4367">
                  <c:v>43390</c:v>
                </c:pt>
                <c:pt idx="4368">
                  <c:v>43391</c:v>
                </c:pt>
                <c:pt idx="4369">
                  <c:v>43392</c:v>
                </c:pt>
                <c:pt idx="4370">
                  <c:v>43393</c:v>
                </c:pt>
                <c:pt idx="4371">
                  <c:v>43394</c:v>
                </c:pt>
                <c:pt idx="4372">
                  <c:v>43395</c:v>
                </c:pt>
                <c:pt idx="4373">
                  <c:v>43396</c:v>
                </c:pt>
                <c:pt idx="4374">
                  <c:v>43397</c:v>
                </c:pt>
                <c:pt idx="4375">
                  <c:v>43398</c:v>
                </c:pt>
                <c:pt idx="4376">
                  <c:v>43399</c:v>
                </c:pt>
                <c:pt idx="4377">
                  <c:v>43400</c:v>
                </c:pt>
                <c:pt idx="4378">
                  <c:v>43401</c:v>
                </c:pt>
                <c:pt idx="4379">
                  <c:v>43402</c:v>
                </c:pt>
                <c:pt idx="4380">
                  <c:v>43403</c:v>
                </c:pt>
                <c:pt idx="4381">
                  <c:v>43404</c:v>
                </c:pt>
                <c:pt idx="4382">
                  <c:v>43405</c:v>
                </c:pt>
                <c:pt idx="4383">
                  <c:v>43406</c:v>
                </c:pt>
                <c:pt idx="4384">
                  <c:v>43407</c:v>
                </c:pt>
                <c:pt idx="4385">
                  <c:v>43408</c:v>
                </c:pt>
                <c:pt idx="4386">
                  <c:v>43409</c:v>
                </c:pt>
                <c:pt idx="4387">
                  <c:v>43410</c:v>
                </c:pt>
                <c:pt idx="4388">
                  <c:v>43411</c:v>
                </c:pt>
                <c:pt idx="4389">
                  <c:v>43412</c:v>
                </c:pt>
                <c:pt idx="4390">
                  <c:v>43413</c:v>
                </c:pt>
                <c:pt idx="4391">
                  <c:v>43414</c:v>
                </c:pt>
                <c:pt idx="4392">
                  <c:v>43415</c:v>
                </c:pt>
                <c:pt idx="4393">
                  <c:v>43416</c:v>
                </c:pt>
                <c:pt idx="4394">
                  <c:v>43417</c:v>
                </c:pt>
                <c:pt idx="4395">
                  <c:v>43418</c:v>
                </c:pt>
                <c:pt idx="4396">
                  <c:v>43419</c:v>
                </c:pt>
                <c:pt idx="4397">
                  <c:v>43420</c:v>
                </c:pt>
                <c:pt idx="4398">
                  <c:v>43421</c:v>
                </c:pt>
                <c:pt idx="4399">
                  <c:v>43422</c:v>
                </c:pt>
                <c:pt idx="4400">
                  <c:v>43423</c:v>
                </c:pt>
                <c:pt idx="4401">
                  <c:v>43424</c:v>
                </c:pt>
                <c:pt idx="4402">
                  <c:v>43425</c:v>
                </c:pt>
                <c:pt idx="4403">
                  <c:v>43426</c:v>
                </c:pt>
                <c:pt idx="4404">
                  <c:v>43427</c:v>
                </c:pt>
                <c:pt idx="4405">
                  <c:v>43428</c:v>
                </c:pt>
                <c:pt idx="4406">
                  <c:v>43429</c:v>
                </c:pt>
                <c:pt idx="4407">
                  <c:v>43430</c:v>
                </c:pt>
                <c:pt idx="4408">
                  <c:v>43431</c:v>
                </c:pt>
                <c:pt idx="4409">
                  <c:v>43432</c:v>
                </c:pt>
                <c:pt idx="4410">
                  <c:v>43433</c:v>
                </c:pt>
                <c:pt idx="4411">
                  <c:v>43434</c:v>
                </c:pt>
                <c:pt idx="4412">
                  <c:v>43435</c:v>
                </c:pt>
                <c:pt idx="4413">
                  <c:v>43436</c:v>
                </c:pt>
                <c:pt idx="4414">
                  <c:v>43437</c:v>
                </c:pt>
                <c:pt idx="4415">
                  <c:v>43438</c:v>
                </c:pt>
                <c:pt idx="4416">
                  <c:v>43439</c:v>
                </c:pt>
                <c:pt idx="4417">
                  <c:v>43440</c:v>
                </c:pt>
                <c:pt idx="4418">
                  <c:v>43441</c:v>
                </c:pt>
                <c:pt idx="4419">
                  <c:v>43442</c:v>
                </c:pt>
                <c:pt idx="4420">
                  <c:v>43443</c:v>
                </c:pt>
                <c:pt idx="4421">
                  <c:v>43444</c:v>
                </c:pt>
                <c:pt idx="4422">
                  <c:v>43445</c:v>
                </c:pt>
                <c:pt idx="4423">
                  <c:v>43446</c:v>
                </c:pt>
                <c:pt idx="4424">
                  <c:v>43447</c:v>
                </c:pt>
                <c:pt idx="4425">
                  <c:v>43448</c:v>
                </c:pt>
                <c:pt idx="4426">
                  <c:v>43449</c:v>
                </c:pt>
                <c:pt idx="4427">
                  <c:v>43450</c:v>
                </c:pt>
                <c:pt idx="4428">
                  <c:v>43451</c:v>
                </c:pt>
                <c:pt idx="4429">
                  <c:v>43452</c:v>
                </c:pt>
                <c:pt idx="4430">
                  <c:v>43453</c:v>
                </c:pt>
                <c:pt idx="4431">
                  <c:v>43454</c:v>
                </c:pt>
                <c:pt idx="4432">
                  <c:v>43455</c:v>
                </c:pt>
                <c:pt idx="4433">
                  <c:v>43456</c:v>
                </c:pt>
                <c:pt idx="4434">
                  <c:v>43457</c:v>
                </c:pt>
                <c:pt idx="4435">
                  <c:v>43458</c:v>
                </c:pt>
                <c:pt idx="4436">
                  <c:v>43459</c:v>
                </c:pt>
                <c:pt idx="4437">
                  <c:v>43460</c:v>
                </c:pt>
                <c:pt idx="4438">
                  <c:v>43461</c:v>
                </c:pt>
                <c:pt idx="4439">
                  <c:v>43462</c:v>
                </c:pt>
                <c:pt idx="4440">
                  <c:v>43463</c:v>
                </c:pt>
                <c:pt idx="4441">
                  <c:v>43464</c:v>
                </c:pt>
                <c:pt idx="4442">
                  <c:v>43465</c:v>
                </c:pt>
                <c:pt idx="4443">
                  <c:v>43466</c:v>
                </c:pt>
                <c:pt idx="4444">
                  <c:v>43467</c:v>
                </c:pt>
                <c:pt idx="4445">
                  <c:v>43468</c:v>
                </c:pt>
                <c:pt idx="4446">
                  <c:v>43469</c:v>
                </c:pt>
                <c:pt idx="4447">
                  <c:v>43470</c:v>
                </c:pt>
                <c:pt idx="4448">
                  <c:v>43471</c:v>
                </c:pt>
                <c:pt idx="4449">
                  <c:v>43472</c:v>
                </c:pt>
                <c:pt idx="4450">
                  <c:v>43473</c:v>
                </c:pt>
                <c:pt idx="4451">
                  <c:v>43474</c:v>
                </c:pt>
                <c:pt idx="4452">
                  <c:v>43475</c:v>
                </c:pt>
                <c:pt idx="4453">
                  <c:v>43476</c:v>
                </c:pt>
                <c:pt idx="4454">
                  <c:v>43477</c:v>
                </c:pt>
                <c:pt idx="4455">
                  <c:v>43478</c:v>
                </c:pt>
                <c:pt idx="4456">
                  <c:v>43479</c:v>
                </c:pt>
                <c:pt idx="4457">
                  <c:v>43480</c:v>
                </c:pt>
                <c:pt idx="4458">
                  <c:v>43481</c:v>
                </c:pt>
                <c:pt idx="4459">
                  <c:v>43482</c:v>
                </c:pt>
                <c:pt idx="4460">
                  <c:v>43483</c:v>
                </c:pt>
                <c:pt idx="4461">
                  <c:v>43484</c:v>
                </c:pt>
                <c:pt idx="4462">
                  <c:v>43485</c:v>
                </c:pt>
                <c:pt idx="4463">
                  <c:v>43486</c:v>
                </c:pt>
                <c:pt idx="4464">
                  <c:v>43487</c:v>
                </c:pt>
                <c:pt idx="4465">
                  <c:v>43488</c:v>
                </c:pt>
                <c:pt idx="4466">
                  <c:v>43489</c:v>
                </c:pt>
                <c:pt idx="4467">
                  <c:v>43490</c:v>
                </c:pt>
                <c:pt idx="4468">
                  <c:v>43491</c:v>
                </c:pt>
                <c:pt idx="4469">
                  <c:v>43492</c:v>
                </c:pt>
                <c:pt idx="4470">
                  <c:v>43493</c:v>
                </c:pt>
                <c:pt idx="4471">
                  <c:v>43494</c:v>
                </c:pt>
                <c:pt idx="4472">
                  <c:v>43495</c:v>
                </c:pt>
                <c:pt idx="4473">
                  <c:v>43496</c:v>
                </c:pt>
                <c:pt idx="4474">
                  <c:v>43497</c:v>
                </c:pt>
                <c:pt idx="4475">
                  <c:v>43498</c:v>
                </c:pt>
                <c:pt idx="4476">
                  <c:v>43499</c:v>
                </c:pt>
                <c:pt idx="4477">
                  <c:v>43500</c:v>
                </c:pt>
                <c:pt idx="4478">
                  <c:v>43501</c:v>
                </c:pt>
                <c:pt idx="4479">
                  <c:v>43502</c:v>
                </c:pt>
                <c:pt idx="4480">
                  <c:v>43503</c:v>
                </c:pt>
                <c:pt idx="4481">
                  <c:v>43504</c:v>
                </c:pt>
                <c:pt idx="4482">
                  <c:v>43505</c:v>
                </c:pt>
                <c:pt idx="4483">
                  <c:v>43506</c:v>
                </c:pt>
                <c:pt idx="4484">
                  <c:v>43507</c:v>
                </c:pt>
                <c:pt idx="4485">
                  <c:v>43508</c:v>
                </c:pt>
                <c:pt idx="4486">
                  <c:v>43509</c:v>
                </c:pt>
                <c:pt idx="4487">
                  <c:v>43510</c:v>
                </c:pt>
                <c:pt idx="4488">
                  <c:v>43511</c:v>
                </c:pt>
                <c:pt idx="4489">
                  <c:v>43512</c:v>
                </c:pt>
                <c:pt idx="4490">
                  <c:v>43513</c:v>
                </c:pt>
                <c:pt idx="4491">
                  <c:v>43514</c:v>
                </c:pt>
                <c:pt idx="4492">
                  <c:v>43515</c:v>
                </c:pt>
                <c:pt idx="4493">
                  <c:v>43516</c:v>
                </c:pt>
                <c:pt idx="4494">
                  <c:v>43517</c:v>
                </c:pt>
                <c:pt idx="4495">
                  <c:v>43518</c:v>
                </c:pt>
                <c:pt idx="4496">
                  <c:v>43519</c:v>
                </c:pt>
                <c:pt idx="4497">
                  <c:v>43520</c:v>
                </c:pt>
                <c:pt idx="4498">
                  <c:v>43521</c:v>
                </c:pt>
                <c:pt idx="4499">
                  <c:v>43522</c:v>
                </c:pt>
                <c:pt idx="4500">
                  <c:v>43523</c:v>
                </c:pt>
                <c:pt idx="4501">
                  <c:v>43524</c:v>
                </c:pt>
                <c:pt idx="4502">
                  <c:v>43525</c:v>
                </c:pt>
                <c:pt idx="4503">
                  <c:v>43526</c:v>
                </c:pt>
                <c:pt idx="4504">
                  <c:v>43527</c:v>
                </c:pt>
                <c:pt idx="4505">
                  <c:v>43528</c:v>
                </c:pt>
                <c:pt idx="4506">
                  <c:v>43529</c:v>
                </c:pt>
                <c:pt idx="4507">
                  <c:v>43530</c:v>
                </c:pt>
                <c:pt idx="4508">
                  <c:v>43531</c:v>
                </c:pt>
                <c:pt idx="4509">
                  <c:v>43532</c:v>
                </c:pt>
                <c:pt idx="4510">
                  <c:v>43533</c:v>
                </c:pt>
                <c:pt idx="4511">
                  <c:v>43534</c:v>
                </c:pt>
                <c:pt idx="4512">
                  <c:v>43535</c:v>
                </c:pt>
                <c:pt idx="4513">
                  <c:v>43536</c:v>
                </c:pt>
                <c:pt idx="4514">
                  <c:v>43537</c:v>
                </c:pt>
                <c:pt idx="4515">
                  <c:v>43538</c:v>
                </c:pt>
                <c:pt idx="4516">
                  <c:v>43539</c:v>
                </c:pt>
                <c:pt idx="4517">
                  <c:v>43540</c:v>
                </c:pt>
                <c:pt idx="4518">
                  <c:v>43541</c:v>
                </c:pt>
                <c:pt idx="4519">
                  <c:v>43542</c:v>
                </c:pt>
                <c:pt idx="4520">
                  <c:v>43543</c:v>
                </c:pt>
                <c:pt idx="4521">
                  <c:v>43544</c:v>
                </c:pt>
                <c:pt idx="4522">
                  <c:v>43545</c:v>
                </c:pt>
                <c:pt idx="4523">
                  <c:v>43546</c:v>
                </c:pt>
                <c:pt idx="4524">
                  <c:v>43547</c:v>
                </c:pt>
                <c:pt idx="4525">
                  <c:v>43548</c:v>
                </c:pt>
                <c:pt idx="4526">
                  <c:v>43549</c:v>
                </c:pt>
                <c:pt idx="4527">
                  <c:v>43550</c:v>
                </c:pt>
                <c:pt idx="4528">
                  <c:v>43551</c:v>
                </c:pt>
                <c:pt idx="4529">
                  <c:v>43552</c:v>
                </c:pt>
                <c:pt idx="4530">
                  <c:v>43553</c:v>
                </c:pt>
                <c:pt idx="4531">
                  <c:v>43554</c:v>
                </c:pt>
                <c:pt idx="4532">
                  <c:v>43555</c:v>
                </c:pt>
                <c:pt idx="4533">
                  <c:v>43556</c:v>
                </c:pt>
                <c:pt idx="4534">
                  <c:v>43557</c:v>
                </c:pt>
                <c:pt idx="4535">
                  <c:v>43558</c:v>
                </c:pt>
                <c:pt idx="4536">
                  <c:v>43559</c:v>
                </c:pt>
                <c:pt idx="4537">
                  <c:v>43560</c:v>
                </c:pt>
                <c:pt idx="4538">
                  <c:v>43561</c:v>
                </c:pt>
                <c:pt idx="4539">
                  <c:v>43562</c:v>
                </c:pt>
                <c:pt idx="4540">
                  <c:v>43563</c:v>
                </c:pt>
                <c:pt idx="4541">
                  <c:v>43564</c:v>
                </c:pt>
                <c:pt idx="4542">
                  <c:v>43565</c:v>
                </c:pt>
                <c:pt idx="4543">
                  <c:v>43566</c:v>
                </c:pt>
                <c:pt idx="4544">
                  <c:v>43567</c:v>
                </c:pt>
                <c:pt idx="4545">
                  <c:v>43568</c:v>
                </c:pt>
                <c:pt idx="4546">
                  <c:v>43569</c:v>
                </c:pt>
                <c:pt idx="4547">
                  <c:v>43570</c:v>
                </c:pt>
                <c:pt idx="4548">
                  <c:v>43571</c:v>
                </c:pt>
                <c:pt idx="4549">
                  <c:v>43572</c:v>
                </c:pt>
                <c:pt idx="4550">
                  <c:v>43573</c:v>
                </c:pt>
                <c:pt idx="4551">
                  <c:v>43574</c:v>
                </c:pt>
                <c:pt idx="4552">
                  <c:v>43575</c:v>
                </c:pt>
                <c:pt idx="4553">
                  <c:v>43576</c:v>
                </c:pt>
                <c:pt idx="4554">
                  <c:v>43577</c:v>
                </c:pt>
                <c:pt idx="4555">
                  <c:v>43578</c:v>
                </c:pt>
                <c:pt idx="4556">
                  <c:v>43579</c:v>
                </c:pt>
                <c:pt idx="4557">
                  <c:v>43580</c:v>
                </c:pt>
                <c:pt idx="4558">
                  <c:v>43581</c:v>
                </c:pt>
                <c:pt idx="4559">
                  <c:v>43582</c:v>
                </c:pt>
                <c:pt idx="4560">
                  <c:v>43583</c:v>
                </c:pt>
                <c:pt idx="4561">
                  <c:v>43584</c:v>
                </c:pt>
                <c:pt idx="4562">
                  <c:v>43585</c:v>
                </c:pt>
                <c:pt idx="4563">
                  <c:v>43586</c:v>
                </c:pt>
                <c:pt idx="4564">
                  <c:v>43587</c:v>
                </c:pt>
                <c:pt idx="4565">
                  <c:v>43588</c:v>
                </c:pt>
                <c:pt idx="4566">
                  <c:v>43589</c:v>
                </c:pt>
                <c:pt idx="4567">
                  <c:v>43590</c:v>
                </c:pt>
                <c:pt idx="4568">
                  <c:v>43591</c:v>
                </c:pt>
                <c:pt idx="4569">
                  <c:v>43592</c:v>
                </c:pt>
                <c:pt idx="4570">
                  <c:v>43593</c:v>
                </c:pt>
                <c:pt idx="4571">
                  <c:v>43594</c:v>
                </c:pt>
                <c:pt idx="4572">
                  <c:v>43595</c:v>
                </c:pt>
                <c:pt idx="4573">
                  <c:v>43596</c:v>
                </c:pt>
                <c:pt idx="4574">
                  <c:v>43597</c:v>
                </c:pt>
                <c:pt idx="4575">
                  <c:v>43598</c:v>
                </c:pt>
                <c:pt idx="4576">
                  <c:v>43599</c:v>
                </c:pt>
                <c:pt idx="4577">
                  <c:v>43600</c:v>
                </c:pt>
                <c:pt idx="4578">
                  <c:v>43601</c:v>
                </c:pt>
                <c:pt idx="4579">
                  <c:v>43602</c:v>
                </c:pt>
                <c:pt idx="4580">
                  <c:v>43603</c:v>
                </c:pt>
                <c:pt idx="4581">
                  <c:v>43604</c:v>
                </c:pt>
                <c:pt idx="4582">
                  <c:v>43605</c:v>
                </c:pt>
                <c:pt idx="4583">
                  <c:v>43606</c:v>
                </c:pt>
                <c:pt idx="4584">
                  <c:v>43607</c:v>
                </c:pt>
                <c:pt idx="4585">
                  <c:v>43608</c:v>
                </c:pt>
                <c:pt idx="4586">
                  <c:v>43609</c:v>
                </c:pt>
                <c:pt idx="4587">
                  <c:v>43610</c:v>
                </c:pt>
                <c:pt idx="4588">
                  <c:v>43611</c:v>
                </c:pt>
                <c:pt idx="4589">
                  <c:v>43612</c:v>
                </c:pt>
                <c:pt idx="4590">
                  <c:v>43613</c:v>
                </c:pt>
                <c:pt idx="4591">
                  <c:v>43614</c:v>
                </c:pt>
                <c:pt idx="4592">
                  <c:v>43615</c:v>
                </c:pt>
                <c:pt idx="4593">
                  <c:v>43616</c:v>
                </c:pt>
                <c:pt idx="4594">
                  <c:v>43617</c:v>
                </c:pt>
                <c:pt idx="4595">
                  <c:v>43618</c:v>
                </c:pt>
                <c:pt idx="4596">
                  <c:v>43619</c:v>
                </c:pt>
                <c:pt idx="4597">
                  <c:v>43620</c:v>
                </c:pt>
                <c:pt idx="4598">
                  <c:v>43621</c:v>
                </c:pt>
                <c:pt idx="4599">
                  <c:v>43622</c:v>
                </c:pt>
                <c:pt idx="4600">
                  <c:v>43623</c:v>
                </c:pt>
                <c:pt idx="4601">
                  <c:v>43624</c:v>
                </c:pt>
                <c:pt idx="4602">
                  <c:v>43625</c:v>
                </c:pt>
                <c:pt idx="4603">
                  <c:v>43626</c:v>
                </c:pt>
                <c:pt idx="4604">
                  <c:v>43627</c:v>
                </c:pt>
                <c:pt idx="4605">
                  <c:v>43628</c:v>
                </c:pt>
                <c:pt idx="4606">
                  <c:v>43629</c:v>
                </c:pt>
                <c:pt idx="4607">
                  <c:v>43630</c:v>
                </c:pt>
                <c:pt idx="4608">
                  <c:v>43631</c:v>
                </c:pt>
                <c:pt idx="4609">
                  <c:v>43632</c:v>
                </c:pt>
                <c:pt idx="4610">
                  <c:v>43633</c:v>
                </c:pt>
                <c:pt idx="4611">
                  <c:v>43634</c:v>
                </c:pt>
                <c:pt idx="4612">
                  <c:v>43635</c:v>
                </c:pt>
                <c:pt idx="4613">
                  <c:v>43636</c:v>
                </c:pt>
                <c:pt idx="4614">
                  <c:v>43637</c:v>
                </c:pt>
                <c:pt idx="4615">
                  <c:v>43638</c:v>
                </c:pt>
                <c:pt idx="4616">
                  <c:v>43639</c:v>
                </c:pt>
                <c:pt idx="4617">
                  <c:v>43640</c:v>
                </c:pt>
                <c:pt idx="4618">
                  <c:v>43641</c:v>
                </c:pt>
                <c:pt idx="4619">
                  <c:v>43642</c:v>
                </c:pt>
                <c:pt idx="4620">
                  <c:v>43643</c:v>
                </c:pt>
                <c:pt idx="4621">
                  <c:v>43644</c:v>
                </c:pt>
                <c:pt idx="4622">
                  <c:v>43645</c:v>
                </c:pt>
                <c:pt idx="4623">
                  <c:v>43646</c:v>
                </c:pt>
                <c:pt idx="4624">
                  <c:v>43647</c:v>
                </c:pt>
                <c:pt idx="4625">
                  <c:v>43648</c:v>
                </c:pt>
                <c:pt idx="4626">
                  <c:v>43649</c:v>
                </c:pt>
                <c:pt idx="4627">
                  <c:v>43650</c:v>
                </c:pt>
                <c:pt idx="4628">
                  <c:v>43651</c:v>
                </c:pt>
                <c:pt idx="4629">
                  <c:v>43652</c:v>
                </c:pt>
                <c:pt idx="4630">
                  <c:v>43653</c:v>
                </c:pt>
                <c:pt idx="4631">
                  <c:v>43654</c:v>
                </c:pt>
                <c:pt idx="4632">
                  <c:v>43655</c:v>
                </c:pt>
                <c:pt idx="4633">
                  <c:v>43656</c:v>
                </c:pt>
                <c:pt idx="4634">
                  <c:v>43657</c:v>
                </c:pt>
                <c:pt idx="4635">
                  <c:v>43658</c:v>
                </c:pt>
                <c:pt idx="4636">
                  <c:v>43659</c:v>
                </c:pt>
                <c:pt idx="4637">
                  <c:v>43660</c:v>
                </c:pt>
                <c:pt idx="4638">
                  <c:v>43661</c:v>
                </c:pt>
                <c:pt idx="4639">
                  <c:v>43662</c:v>
                </c:pt>
                <c:pt idx="4640">
                  <c:v>43663</c:v>
                </c:pt>
                <c:pt idx="4641">
                  <c:v>43664</c:v>
                </c:pt>
                <c:pt idx="4642">
                  <c:v>43665</c:v>
                </c:pt>
                <c:pt idx="4643">
                  <c:v>43666</c:v>
                </c:pt>
                <c:pt idx="4644">
                  <c:v>43667</c:v>
                </c:pt>
                <c:pt idx="4645">
                  <c:v>43668</c:v>
                </c:pt>
                <c:pt idx="4646">
                  <c:v>43669</c:v>
                </c:pt>
                <c:pt idx="4647">
                  <c:v>43670</c:v>
                </c:pt>
                <c:pt idx="4648">
                  <c:v>43671</c:v>
                </c:pt>
                <c:pt idx="4649">
                  <c:v>43672</c:v>
                </c:pt>
                <c:pt idx="4650">
                  <c:v>43673</c:v>
                </c:pt>
                <c:pt idx="4651">
                  <c:v>43674</c:v>
                </c:pt>
                <c:pt idx="4652">
                  <c:v>43675</c:v>
                </c:pt>
                <c:pt idx="4653">
                  <c:v>43676</c:v>
                </c:pt>
                <c:pt idx="4654">
                  <c:v>43677</c:v>
                </c:pt>
                <c:pt idx="4655">
                  <c:v>43678</c:v>
                </c:pt>
                <c:pt idx="4656">
                  <c:v>43679</c:v>
                </c:pt>
                <c:pt idx="4657">
                  <c:v>43680</c:v>
                </c:pt>
                <c:pt idx="4658">
                  <c:v>43681</c:v>
                </c:pt>
                <c:pt idx="4659">
                  <c:v>43682</c:v>
                </c:pt>
                <c:pt idx="4660">
                  <c:v>43683</c:v>
                </c:pt>
                <c:pt idx="4661">
                  <c:v>43684</c:v>
                </c:pt>
                <c:pt idx="4662">
                  <c:v>43685</c:v>
                </c:pt>
                <c:pt idx="4663">
                  <c:v>43686</c:v>
                </c:pt>
                <c:pt idx="4664">
                  <c:v>43687</c:v>
                </c:pt>
                <c:pt idx="4665">
                  <c:v>43688</c:v>
                </c:pt>
                <c:pt idx="4666">
                  <c:v>43689</c:v>
                </c:pt>
                <c:pt idx="4667">
                  <c:v>43690</c:v>
                </c:pt>
                <c:pt idx="4668">
                  <c:v>43691</c:v>
                </c:pt>
                <c:pt idx="4669">
                  <c:v>43692</c:v>
                </c:pt>
                <c:pt idx="4670">
                  <c:v>43693</c:v>
                </c:pt>
                <c:pt idx="4671">
                  <c:v>43694</c:v>
                </c:pt>
                <c:pt idx="4672">
                  <c:v>43695</c:v>
                </c:pt>
                <c:pt idx="4673">
                  <c:v>43696</c:v>
                </c:pt>
                <c:pt idx="4674">
                  <c:v>43697</c:v>
                </c:pt>
                <c:pt idx="4675">
                  <c:v>43698</c:v>
                </c:pt>
                <c:pt idx="4676">
                  <c:v>43699</c:v>
                </c:pt>
                <c:pt idx="4677">
                  <c:v>43700</c:v>
                </c:pt>
                <c:pt idx="4678">
                  <c:v>43701</c:v>
                </c:pt>
                <c:pt idx="4679">
                  <c:v>43702</c:v>
                </c:pt>
                <c:pt idx="4680">
                  <c:v>43703</c:v>
                </c:pt>
                <c:pt idx="4681">
                  <c:v>43704</c:v>
                </c:pt>
                <c:pt idx="4682">
                  <c:v>43705</c:v>
                </c:pt>
                <c:pt idx="4683">
                  <c:v>43706</c:v>
                </c:pt>
                <c:pt idx="4684">
                  <c:v>43707</c:v>
                </c:pt>
                <c:pt idx="4685">
                  <c:v>43708</c:v>
                </c:pt>
                <c:pt idx="4686">
                  <c:v>43709</c:v>
                </c:pt>
                <c:pt idx="4687">
                  <c:v>43710</c:v>
                </c:pt>
                <c:pt idx="4688">
                  <c:v>43711</c:v>
                </c:pt>
                <c:pt idx="4689">
                  <c:v>43712</c:v>
                </c:pt>
                <c:pt idx="4690">
                  <c:v>43713</c:v>
                </c:pt>
                <c:pt idx="4691">
                  <c:v>43714</c:v>
                </c:pt>
                <c:pt idx="4692">
                  <c:v>43715</c:v>
                </c:pt>
                <c:pt idx="4693">
                  <c:v>43716</c:v>
                </c:pt>
                <c:pt idx="4694">
                  <c:v>43717</c:v>
                </c:pt>
                <c:pt idx="4695">
                  <c:v>43718</c:v>
                </c:pt>
                <c:pt idx="4696">
                  <c:v>43719</c:v>
                </c:pt>
                <c:pt idx="4697">
                  <c:v>43720</c:v>
                </c:pt>
                <c:pt idx="4698">
                  <c:v>43721</c:v>
                </c:pt>
                <c:pt idx="4699">
                  <c:v>43722</c:v>
                </c:pt>
                <c:pt idx="4700">
                  <c:v>43723</c:v>
                </c:pt>
                <c:pt idx="4701">
                  <c:v>43724</c:v>
                </c:pt>
                <c:pt idx="4702">
                  <c:v>43725</c:v>
                </c:pt>
                <c:pt idx="4703">
                  <c:v>43726</c:v>
                </c:pt>
                <c:pt idx="4704">
                  <c:v>43727</c:v>
                </c:pt>
                <c:pt idx="4705">
                  <c:v>43728</c:v>
                </c:pt>
                <c:pt idx="4706">
                  <c:v>43729</c:v>
                </c:pt>
                <c:pt idx="4707">
                  <c:v>43730</c:v>
                </c:pt>
                <c:pt idx="4708">
                  <c:v>43731</c:v>
                </c:pt>
                <c:pt idx="4709">
                  <c:v>43732</c:v>
                </c:pt>
                <c:pt idx="4710">
                  <c:v>43733</c:v>
                </c:pt>
                <c:pt idx="4711">
                  <c:v>43734</c:v>
                </c:pt>
                <c:pt idx="4712">
                  <c:v>43735</c:v>
                </c:pt>
                <c:pt idx="4713">
                  <c:v>43736</c:v>
                </c:pt>
                <c:pt idx="4714">
                  <c:v>43737</c:v>
                </c:pt>
                <c:pt idx="4715">
                  <c:v>43738</c:v>
                </c:pt>
                <c:pt idx="4716">
                  <c:v>43739</c:v>
                </c:pt>
                <c:pt idx="4717">
                  <c:v>43740</c:v>
                </c:pt>
                <c:pt idx="4718">
                  <c:v>43741</c:v>
                </c:pt>
                <c:pt idx="4719">
                  <c:v>43742</c:v>
                </c:pt>
                <c:pt idx="4720">
                  <c:v>43743</c:v>
                </c:pt>
                <c:pt idx="4721">
                  <c:v>43744</c:v>
                </c:pt>
                <c:pt idx="4722">
                  <c:v>43745</c:v>
                </c:pt>
                <c:pt idx="4723">
                  <c:v>43746</c:v>
                </c:pt>
                <c:pt idx="4724">
                  <c:v>43747</c:v>
                </c:pt>
                <c:pt idx="4725">
                  <c:v>43748</c:v>
                </c:pt>
                <c:pt idx="4726">
                  <c:v>43749</c:v>
                </c:pt>
                <c:pt idx="4727">
                  <c:v>43750</c:v>
                </c:pt>
                <c:pt idx="4728">
                  <c:v>43751</c:v>
                </c:pt>
                <c:pt idx="4729">
                  <c:v>43752</c:v>
                </c:pt>
                <c:pt idx="4730">
                  <c:v>43753</c:v>
                </c:pt>
                <c:pt idx="4731">
                  <c:v>43754</c:v>
                </c:pt>
                <c:pt idx="4732">
                  <c:v>43755</c:v>
                </c:pt>
                <c:pt idx="4733">
                  <c:v>43756</c:v>
                </c:pt>
                <c:pt idx="4734">
                  <c:v>43757</c:v>
                </c:pt>
                <c:pt idx="4735">
                  <c:v>43758</c:v>
                </c:pt>
                <c:pt idx="4736">
                  <c:v>43759</c:v>
                </c:pt>
                <c:pt idx="4737">
                  <c:v>43760</c:v>
                </c:pt>
                <c:pt idx="4738">
                  <c:v>43761</c:v>
                </c:pt>
                <c:pt idx="4739">
                  <c:v>43762</c:v>
                </c:pt>
                <c:pt idx="4740">
                  <c:v>43763</c:v>
                </c:pt>
                <c:pt idx="4741">
                  <c:v>43764</c:v>
                </c:pt>
                <c:pt idx="4742">
                  <c:v>43765</c:v>
                </c:pt>
                <c:pt idx="4743">
                  <c:v>43766</c:v>
                </c:pt>
                <c:pt idx="4744">
                  <c:v>43767</c:v>
                </c:pt>
                <c:pt idx="4745">
                  <c:v>43768</c:v>
                </c:pt>
                <c:pt idx="4746">
                  <c:v>43769</c:v>
                </c:pt>
                <c:pt idx="4747">
                  <c:v>43770</c:v>
                </c:pt>
                <c:pt idx="4748">
                  <c:v>43771</c:v>
                </c:pt>
                <c:pt idx="4749">
                  <c:v>43772</c:v>
                </c:pt>
                <c:pt idx="4750">
                  <c:v>43773</c:v>
                </c:pt>
                <c:pt idx="4751">
                  <c:v>43774</c:v>
                </c:pt>
                <c:pt idx="4752">
                  <c:v>43775</c:v>
                </c:pt>
                <c:pt idx="4753">
                  <c:v>43776</c:v>
                </c:pt>
                <c:pt idx="4754">
                  <c:v>43777</c:v>
                </c:pt>
                <c:pt idx="4755">
                  <c:v>43778</c:v>
                </c:pt>
                <c:pt idx="4756">
                  <c:v>43779</c:v>
                </c:pt>
                <c:pt idx="4757">
                  <c:v>43780</c:v>
                </c:pt>
                <c:pt idx="4758">
                  <c:v>43781</c:v>
                </c:pt>
                <c:pt idx="4759">
                  <c:v>43782</c:v>
                </c:pt>
                <c:pt idx="4760">
                  <c:v>43783</c:v>
                </c:pt>
                <c:pt idx="4761">
                  <c:v>43784</c:v>
                </c:pt>
                <c:pt idx="4762">
                  <c:v>43785</c:v>
                </c:pt>
                <c:pt idx="4763">
                  <c:v>43786</c:v>
                </c:pt>
                <c:pt idx="4764">
                  <c:v>43787</c:v>
                </c:pt>
                <c:pt idx="4765">
                  <c:v>43788</c:v>
                </c:pt>
                <c:pt idx="4766">
                  <c:v>43789</c:v>
                </c:pt>
                <c:pt idx="4767">
                  <c:v>43790</c:v>
                </c:pt>
                <c:pt idx="4768">
                  <c:v>43791</c:v>
                </c:pt>
                <c:pt idx="4769">
                  <c:v>43792</c:v>
                </c:pt>
                <c:pt idx="4770">
                  <c:v>43793</c:v>
                </c:pt>
                <c:pt idx="4771">
                  <c:v>43794</c:v>
                </c:pt>
                <c:pt idx="4772">
                  <c:v>43795</c:v>
                </c:pt>
                <c:pt idx="4773">
                  <c:v>43796</c:v>
                </c:pt>
                <c:pt idx="4774">
                  <c:v>43797</c:v>
                </c:pt>
                <c:pt idx="4775">
                  <c:v>43798</c:v>
                </c:pt>
                <c:pt idx="4776">
                  <c:v>43799</c:v>
                </c:pt>
                <c:pt idx="4777">
                  <c:v>43800</c:v>
                </c:pt>
                <c:pt idx="4778">
                  <c:v>43801</c:v>
                </c:pt>
                <c:pt idx="4779">
                  <c:v>43802</c:v>
                </c:pt>
                <c:pt idx="4780">
                  <c:v>43803</c:v>
                </c:pt>
                <c:pt idx="4781">
                  <c:v>43804</c:v>
                </c:pt>
                <c:pt idx="4782">
                  <c:v>43805</c:v>
                </c:pt>
                <c:pt idx="4783">
                  <c:v>43806</c:v>
                </c:pt>
                <c:pt idx="4784">
                  <c:v>43807</c:v>
                </c:pt>
                <c:pt idx="4785">
                  <c:v>43808</c:v>
                </c:pt>
                <c:pt idx="4786">
                  <c:v>43809</c:v>
                </c:pt>
                <c:pt idx="4787">
                  <c:v>43810</c:v>
                </c:pt>
                <c:pt idx="4788">
                  <c:v>43811</c:v>
                </c:pt>
                <c:pt idx="4789">
                  <c:v>43812</c:v>
                </c:pt>
                <c:pt idx="4790">
                  <c:v>43813</c:v>
                </c:pt>
                <c:pt idx="4791">
                  <c:v>43814</c:v>
                </c:pt>
                <c:pt idx="4792">
                  <c:v>43815</c:v>
                </c:pt>
                <c:pt idx="4793">
                  <c:v>43816</c:v>
                </c:pt>
                <c:pt idx="4794">
                  <c:v>43817</c:v>
                </c:pt>
                <c:pt idx="4795">
                  <c:v>43818</c:v>
                </c:pt>
                <c:pt idx="4796">
                  <c:v>43819</c:v>
                </c:pt>
                <c:pt idx="4797">
                  <c:v>43820</c:v>
                </c:pt>
                <c:pt idx="4798">
                  <c:v>43821</c:v>
                </c:pt>
                <c:pt idx="4799">
                  <c:v>43822</c:v>
                </c:pt>
                <c:pt idx="4800">
                  <c:v>43823</c:v>
                </c:pt>
                <c:pt idx="4801">
                  <c:v>43824</c:v>
                </c:pt>
                <c:pt idx="4802">
                  <c:v>43825</c:v>
                </c:pt>
                <c:pt idx="4803">
                  <c:v>43826</c:v>
                </c:pt>
                <c:pt idx="4804">
                  <c:v>43827</c:v>
                </c:pt>
                <c:pt idx="4805">
                  <c:v>43828</c:v>
                </c:pt>
                <c:pt idx="4806">
                  <c:v>43829</c:v>
                </c:pt>
                <c:pt idx="4807">
                  <c:v>43830</c:v>
                </c:pt>
                <c:pt idx="4808">
                  <c:v>43831</c:v>
                </c:pt>
                <c:pt idx="4809">
                  <c:v>43832</c:v>
                </c:pt>
                <c:pt idx="4810">
                  <c:v>43833</c:v>
                </c:pt>
                <c:pt idx="4811">
                  <c:v>43834</c:v>
                </c:pt>
                <c:pt idx="4812">
                  <c:v>43835</c:v>
                </c:pt>
                <c:pt idx="4813">
                  <c:v>43836</c:v>
                </c:pt>
                <c:pt idx="4814">
                  <c:v>43837</c:v>
                </c:pt>
                <c:pt idx="4815">
                  <c:v>43838</c:v>
                </c:pt>
                <c:pt idx="4816">
                  <c:v>43839</c:v>
                </c:pt>
                <c:pt idx="4817">
                  <c:v>43840</c:v>
                </c:pt>
                <c:pt idx="4818">
                  <c:v>43841</c:v>
                </c:pt>
                <c:pt idx="4819">
                  <c:v>43842</c:v>
                </c:pt>
                <c:pt idx="4820">
                  <c:v>43843</c:v>
                </c:pt>
                <c:pt idx="4821">
                  <c:v>43844</c:v>
                </c:pt>
                <c:pt idx="4822">
                  <c:v>43845</c:v>
                </c:pt>
                <c:pt idx="4823">
                  <c:v>43846</c:v>
                </c:pt>
                <c:pt idx="4824">
                  <c:v>43847</c:v>
                </c:pt>
                <c:pt idx="4825">
                  <c:v>43848</c:v>
                </c:pt>
                <c:pt idx="4826">
                  <c:v>43849</c:v>
                </c:pt>
                <c:pt idx="4827">
                  <c:v>43850</c:v>
                </c:pt>
                <c:pt idx="4828">
                  <c:v>43851</c:v>
                </c:pt>
                <c:pt idx="4829">
                  <c:v>43852</c:v>
                </c:pt>
                <c:pt idx="4830">
                  <c:v>43853</c:v>
                </c:pt>
                <c:pt idx="4831">
                  <c:v>43854</c:v>
                </c:pt>
                <c:pt idx="4832">
                  <c:v>43855</c:v>
                </c:pt>
                <c:pt idx="4833">
                  <c:v>43856</c:v>
                </c:pt>
                <c:pt idx="4834">
                  <c:v>43857</c:v>
                </c:pt>
                <c:pt idx="4835">
                  <c:v>43858</c:v>
                </c:pt>
                <c:pt idx="4836">
                  <c:v>43859</c:v>
                </c:pt>
                <c:pt idx="4837">
                  <c:v>43860</c:v>
                </c:pt>
                <c:pt idx="4838">
                  <c:v>43861</c:v>
                </c:pt>
                <c:pt idx="4839">
                  <c:v>43862</c:v>
                </c:pt>
                <c:pt idx="4840">
                  <c:v>43863</c:v>
                </c:pt>
                <c:pt idx="4841">
                  <c:v>43864</c:v>
                </c:pt>
                <c:pt idx="4842">
                  <c:v>43865</c:v>
                </c:pt>
                <c:pt idx="4843">
                  <c:v>43866</c:v>
                </c:pt>
                <c:pt idx="4844">
                  <c:v>43867</c:v>
                </c:pt>
                <c:pt idx="4845">
                  <c:v>43868</c:v>
                </c:pt>
                <c:pt idx="4846">
                  <c:v>43869</c:v>
                </c:pt>
                <c:pt idx="4847">
                  <c:v>43870</c:v>
                </c:pt>
                <c:pt idx="4848">
                  <c:v>43871</c:v>
                </c:pt>
                <c:pt idx="4849">
                  <c:v>43872</c:v>
                </c:pt>
                <c:pt idx="4850">
                  <c:v>43873</c:v>
                </c:pt>
                <c:pt idx="4851">
                  <c:v>43874</c:v>
                </c:pt>
                <c:pt idx="4852">
                  <c:v>43875</c:v>
                </c:pt>
                <c:pt idx="4853">
                  <c:v>43876</c:v>
                </c:pt>
                <c:pt idx="4854">
                  <c:v>43877</c:v>
                </c:pt>
                <c:pt idx="4855">
                  <c:v>43878</c:v>
                </c:pt>
                <c:pt idx="4856">
                  <c:v>43879</c:v>
                </c:pt>
                <c:pt idx="4857">
                  <c:v>43880</c:v>
                </c:pt>
                <c:pt idx="4858">
                  <c:v>43881</c:v>
                </c:pt>
                <c:pt idx="4859">
                  <c:v>43882</c:v>
                </c:pt>
                <c:pt idx="4860">
                  <c:v>43883</c:v>
                </c:pt>
                <c:pt idx="4861">
                  <c:v>43884</c:v>
                </c:pt>
                <c:pt idx="4862">
                  <c:v>43885</c:v>
                </c:pt>
                <c:pt idx="4863">
                  <c:v>43886</c:v>
                </c:pt>
                <c:pt idx="4864">
                  <c:v>43887</c:v>
                </c:pt>
                <c:pt idx="4865">
                  <c:v>43888</c:v>
                </c:pt>
                <c:pt idx="4866">
                  <c:v>43889</c:v>
                </c:pt>
                <c:pt idx="4867">
                  <c:v>43890</c:v>
                </c:pt>
                <c:pt idx="4868">
                  <c:v>43891</c:v>
                </c:pt>
                <c:pt idx="4869">
                  <c:v>43892</c:v>
                </c:pt>
                <c:pt idx="4870">
                  <c:v>43893</c:v>
                </c:pt>
                <c:pt idx="4871">
                  <c:v>43894</c:v>
                </c:pt>
                <c:pt idx="4872">
                  <c:v>43895</c:v>
                </c:pt>
                <c:pt idx="4873">
                  <c:v>43896</c:v>
                </c:pt>
                <c:pt idx="4874">
                  <c:v>43897</c:v>
                </c:pt>
                <c:pt idx="4875">
                  <c:v>43898</c:v>
                </c:pt>
                <c:pt idx="4876">
                  <c:v>43899</c:v>
                </c:pt>
                <c:pt idx="4877">
                  <c:v>43900</c:v>
                </c:pt>
                <c:pt idx="4878">
                  <c:v>43901</c:v>
                </c:pt>
                <c:pt idx="4879">
                  <c:v>43902</c:v>
                </c:pt>
                <c:pt idx="4880">
                  <c:v>43903</c:v>
                </c:pt>
                <c:pt idx="4881">
                  <c:v>43904</c:v>
                </c:pt>
                <c:pt idx="4882">
                  <c:v>43905</c:v>
                </c:pt>
                <c:pt idx="4883">
                  <c:v>43906</c:v>
                </c:pt>
                <c:pt idx="4884">
                  <c:v>43907</c:v>
                </c:pt>
                <c:pt idx="4885">
                  <c:v>43908</c:v>
                </c:pt>
                <c:pt idx="4886">
                  <c:v>43909</c:v>
                </c:pt>
                <c:pt idx="4887">
                  <c:v>43910</c:v>
                </c:pt>
                <c:pt idx="4888">
                  <c:v>43911</c:v>
                </c:pt>
                <c:pt idx="4889">
                  <c:v>43912</c:v>
                </c:pt>
                <c:pt idx="4890">
                  <c:v>43913</c:v>
                </c:pt>
                <c:pt idx="4891">
                  <c:v>43914</c:v>
                </c:pt>
                <c:pt idx="4892">
                  <c:v>43915</c:v>
                </c:pt>
                <c:pt idx="4893">
                  <c:v>43916</c:v>
                </c:pt>
                <c:pt idx="4894">
                  <c:v>43917</c:v>
                </c:pt>
                <c:pt idx="4895">
                  <c:v>43918</c:v>
                </c:pt>
                <c:pt idx="4896">
                  <c:v>43919</c:v>
                </c:pt>
                <c:pt idx="4897">
                  <c:v>43920</c:v>
                </c:pt>
                <c:pt idx="4898">
                  <c:v>43921</c:v>
                </c:pt>
                <c:pt idx="4899">
                  <c:v>43922</c:v>
                </c:pt>
                <c:pt idx="4900">
                  <c:v>43923</c:v>
                </c:pt>
                <c:pt idx="4901">
                  <c:v>43924</c:v>
                </c:pt>
                <c:pt idx="4902">
                  <c:v>43925</c:v>
                </c:pt>
                <c:pt idx="4903">
                  <c:v>43926</c:v>
                </c:pt>
                <c:pt idx="4904">
                  <c:v>43927</c:v>
                </c:pt>
                <c:pt idx="4905">
                  <c:v>43928</c:v>
                </c:pt>
                <c:pt idx="4906">
                  <c:v>43929</c:v>
                </c:pt>
                <c:pt idx="4907">
                  <c:v>43930</c:v>
                </c:pt>
                <c:pt idx="4908">
                  <c:v>43931</c:v>
                </c:pt>
                <c:pt idx="4909">
                  <c:v>43932</c:v>
                </c:pt>
                <c:pt idx="4910">
                  <c:v>43933</c:v>
                </c:pt>
                <c:pt idx="4911">
                  <c:v>43934</c:v>
                </c:pt>
                <c:pt idx="4912">
                  <c:v>43935</c:v>
                </c:pt>
                <c:pt idx="4913">
                  <c:v>43936</c:v>
                </c:pt>
                <c:pt idx="4914">
                  <c:v>43937</c:v>
                </c:pt>
                <c:pt idx="4915">
                  <c:v>43938</c:v>
                </c:pt>
                <c:pt idx="4916">
                  <c:v>43939</c:v>
                </c:pt>
                <c:pt idx="4917">
                  <c:v>43940</c:v>
                </c:pt>
                <c:pt idx="4918">
                  <c:v>43941</c:v>
                </c:pt>
                <c:pt idx="4919">
                  <c:v>43942</c:v>
                </c:pt>
                <c:pt idx="4920">
                  <c:v>43943</c:v>
                </c:pt>
                <c:pt idx="4921">
                  <c:v>43944</c:v>
                </c:pt>
                <c:pt idx="4922">
                  <c:v>43945</c:v>
                </c:pt>
                <c:pt idx="4923">
                  <c:v>43946</c:v>
                </c:pt>
                <c:pt idx="4924">
                  <c:v>43947</c:v>
                </c:pt>
                <c:pt idx="4925">
                  <c:v>43948</c:v>
                </c:pt>
                <c:pt idx="4926">
                  <c:v>43949</c:v>
                </c:pt>
                <c:pt idx="4927">
                  <c:v>43950</c:v>
                </c:pt>
                <c:pt idx="4928">
                  <c:v>43951</c:v>
                </c:pt>
                <c:pt idx="4929">
                  <c:v>43952</c:v>
                </c:pt>
                <c:pt idx="4930">
                  <c:v>43953</c:v>
                </c:pt>
                <c:pt idx="4931">
                  <c:v>43954</c:v>
                </c:pt>
                <c:pt idx="4932">
                  <c:v>43955</c:v>
                </c:pt>
                <c:pt idx="4933">
                  <c:v>43956</c:v>
                </c:pt>
                <c:pt idx="4934">
                  <c:v>43957</c:v>
                </c:pt>
                <c:pt idx="4935">
                  <c:v>43958</c:v>
                </c:pt>
                <c:pt idx="4936">
                  <c:v>43959</c:v>
                </c:pt>
                <c:pt idx="4937">
                  <c:v>43960</c:v>
                </c:pt>
                <c:pt idx="4938">
                  <c:v>43961</c:v>
                </c:pt>
                <c:pt idx="4939">
                  <c:v>43962</c:v>
                </c:pt>
                <c:pt idx="4940">
                  <c:v>43963</c:v>
                </c:pt>
                <c:pt idx="4941">
                  <c:v>43964</c:v>
                </c:pt>
                <c:pt idx="4942">
                  <c:v>43965</c:v>
                </c:pt>
                <c:pt idx="4943">
                  <c:v>43966</c:v>
                </c:pt>
                <c:pt idx="4944">
                  <c:v>43967</c:v>
                </c:pt>
                <c:pt idx="4945">
                  <c:v>43968</c:v>
                </c:pt>
                <c:pt idx="4946">
                  <c:v>43969</c:v>
                </c:pt>
                <c:pt idx="4947">
                  <c:v>43970</c:v>
                </c:pt>
                <c:pt idx="4948">
                  <c:v>43971</c:v>
                </c:pt>
                <c:pt idx="4949">
                  <c:v>43972</c:v>
                </c:pt>
                <c:pt idx="4950">
                  <c:v>43973</c:v>
                </c:pt>
                <c:pt idx="4951">
                  <c:v>43974</c:v>
                </c:pt>
                <c:pt idx="4952">
                  <c:v>43975</c:v>
                </c:pt>
                <c:pt idx="4953">
                  <c:v>43976</c:v>
                </c:pt>
                <c:pt idx="4954">
                  <c:v>43977</c:v>
                </c:pt>
                <c:pt idx="4955">
                  <c:v>43978</c:v>
                </c:pt>
                <c:pt idx="4956">
                  <c:v>43979</c:v>
                </c:pt>
                <c:pt idx="4957">
                  <c:v>43980</c:v>
                </c:pt>
                <c:pt idx="4958">
                  <c:v>43981</c:v>
                </c:pt>
                <c:pt idx="4959">
                  <c:v>43982</c:v>
                </c:pt>
                <c:pt idx="4960">
                  <c:v>43983</c:v>
                </c:pt>
                <c:pt idx="4961">
                  <c:v>43984</c:v>
                </c:pt>
                <c:pt idx="4962">
                  <c:v>43985</c:v>
                </c:pt>
                <c:pt idx="4963">
                  <c:v>43986</c:v>
                </c:pt>
                <c:pt idx="4964">
                  <c:v>43987</c:v>
                </c:pt>
                <c:pt idx="4965">
                  <c:v>43988</c:v>
                </c:pt>
                <c:pt idx="4966">
                  <c:v>43989</c:v>
                </c:pt>
                <c:pt idx="4967">
                  <c:v>43990</c:v>
                </c:pt>
                <c:pt idx="4968">
                  <c:v>43991</c:v>
                </c:pt>
                <c:pt idx="4969">
                  <c:v>43992</c:v>
                </c:pt>
                <c:pt idx="4970">
                  <c:v>43993</c:v>
                </c:pt>
                <c:pt idx="4971">
                  <c:v>43994</c:v>
                </c:pt>
                <c:pt idx="4972">
                  <c:v>43995</c:v>
                </c:pt>
                <c:pt idx="4973">
                  <c:v>43996</c:v>
                </c:pt>
                <c:pt idx="4974">
                  <c:v>43997</c:v>
                </c:pt>
                <c:pt idx="4975">
                  <c:v>43998</c:v>
                </c:pt>
                <c:pt idx="4976">
                  <c:v>43999</c:v>
                </c:pt>
                <c:pt idx="4977">
                  <c:v>44000</c:v>
                </c:pt>
                <c:pt idx="4978">
                  <c:v>44001</c:v>
                </c:pt>
                <c:pt idx="4979">
                  <c:v>44002</c:v>
                </c:pt>
                <c:pt idx="4980">
                  <c:v>44003</c:v>
                </c:pt>
                <c:pt idx="4981">
                  <c:v>44004</c:v>
                </c:pt>
                <c:pt idx="4982">
                  <c:v>44005</c:v>
                </c:pt>
                <c:pt idx="4983">
                  <c:v>44006</c:v>
                </c:pt>
                <c:pt idx="4984">
                  <c:v>44007</c:v>
                </c:pt>
                <c:pt idx="4985">
                  <c:v>44008</c:v>
                </c:pt>
                <c:pt idx="4986">
                  <c:v>44009</c:v>
                </c:pt>
                <c:pt idx="4987">
                  <c:v>44010</c:v>
                </c:pt>
                <c:pt idx="4988">
                  <c:v>44011</c:v>
                </c:pt>
                <c:pt idx="4989">
                  <c:v>44012</c:v>
                </c:pt>
                <c:pt idx="4990">
                  <c:v>44013</c:v>
                </c:pt>
                <c:pt idx="4991">
                  <c:v>44014</c:v>
                </c:pt>
                <c:pt idx="4992">
                  <c:v>44015</c:v>
                </c:pt>
                <c:pt idx="4993">
                  <c:v>44016</c:v>
                </c:pt>
                <c:pt idx="4994">
                  <c:v>44017</c:v>
                </c:pt>
                <c:pt idx="4995">
                  <c:v>44018</c:v>
                </c:pt>
                <c:pt idx="4996">
                  <c:v>44019</c:v>
                </c:pt>
                <c:pt idx="4997">
                  <c:v>44020</c:v>
                </c:pt>
                <c:pt idx="4998">
                  <c:v>44021</c:v>
                </c:pt>
                <c:pt idx="4999">
                  <c:v>44022</c:v>
                </c:pt>
                <c:pt idx="5000">
                  <c:v>44023</c:v>
                </c:pt>
                <c:pt idx="5001">
                  <c:v>44024</c:v>
                </c:pt>
                <c:pt idx="5002">
                  <c:v>44025</c:v>
                </c:pt>
                <c:pt idx="5003">
                  <c:v>44026</c:v>
                </c:pt>
                <c:pt idx="5004">
                  <c:v>44027</c:v>
                </c:pt>
                <c:pt idx="5005">
                  <c:v>44028</c:v>
                </c:pt>
                <c:pt idx="5006">
                  <c:v>44029</c:v>
                </c:pt>
                <c:pt idx="5007">
                  <c:v>44030</c:v>
                </c:pt>
                <c:pt idx="5008">
                  <c:v>44031</c:v>
                </c:pt>
                <c:pt idx="5009">
                  <c:v>44032</c:v>
                </c:pt>
                <c:pt idx="5010">
                  <c:v>44033</c:v>
                </c:pt>
                <c:pt idx="5011">
                  <c:v>44034</c:v>
                </c:pt>
                <c:pt idx="5012">
                  <c:v>44035</c:v>
                </c:pt>
                <c:pt idx="5013">
                  <c:v>44036</c:v>
                </c:pt>
                <c:pt idx="5014">
                  <c:v>44037</c:v>
                </c:pt>
                <c:pt idx="5015">
                  <c:v>44038</c:v>
                </c:pt>
                <c:pt idx="5016">
                  <c:v>44039</c:v>
                </c:pt>
                <c:pt idx="5017">
                  <c:v>44040</c:v>
                </c:pt>
                <c:pt idx="5018">
                  <c:v>44041</c:v>
                </c:pt>
                <c:pt idx="5019">
                  <c:v>44042</c:v>
                </c:pt>
                <c:pt idx="5020">
                  <c:v>44043</c:v>
                </c:pt>
                <c:pt idx="5021">
                  <c:v>44044</c:v>
                </c:pt>
                <c:pt idx="5022">
                  <c:v>44045</c:v>
                </c:pt>
                <c:pt idx="5023">
                  <c:v>44046</c:v>
                </c:pt>
                <c:pt idx="5024">
                  <c:v>44047</c:v>
                </c:pt>
                <c:pt idx="5025">
                  <c:v>44048</c:v>
                </c:pt>
                <c:pt idx="5026">
                  <c:v>44049</c:v>
                </c:pt>
                <c:pt idx="5027">
                  <c:v>44050</c:v>
                </c:pt>
                <c:pt idx="5028">
                  <c:v>44051</c:v>
                </c:pt>
                <c:pt idx="5029">
                  <c:v>44052</c:v>
                </c:pt>
                <c:pt idx="5030">
                  <c:v>44053</c:v>
                </c:pt>
                <c:pt idx="5031">
                  <c:v>44054</c:v>
                </c:pt>
                <c:pt idx="5032">
                  <c:v>44055</c:v>
                </c:pt>
                <c:pt idx="5033">
                  <c:v>44056</c:v>
                </c:pt>
                <c:pt idx="5034">
                  <c:v>44057</c:v>
                </c:pt>
                <c:pt idx="5035">
                  <c:v>44058</c:v>
                </c:pt>
                <c:pt idx="5036">
                  <c:v>44059</c:v>
                </c:pt>
                <c:pt idx="5037">
                  <c:v>44060</c:v>
                </c:pt>
                <c:pt idx="5038">
                  <c:v>44061</c:v>
                </c:pt>
                <c:pt idx="5039">
                  <c:v>44062</c:v>
                </c:pt>
                <c:pt idx="5040">
                  <c:v>44063</c:v>
                </c:pt>
                <c:pt idx="5041">
                  <c:v>44064</c:v>
                </c:pt>
                <c:pt idx="5042">
                  <c:v>44065</c:v>
                </c:pt>
                <c:pt idx="5043">
                  <c:v>44066</c:v>
                </c:pt>
                <c:pt idx="5044">
                  <c:v>44067</c:v>
                </c:pt>
                <c:pt idx="5045">
                  <c:v>44068</c:v>
                </c:pt>
                <c:pt idx="5046">
                  <c:v>44069</c:v>
                </c:pt>
                <c:pt idx="5047">
                  <c:v>44070</c:v>
                </c:pt>
                <c:pt idx="5048">
                  <c:v>44071</c:v>
                </c:pt>
                <c:pt idx="5049">
                  <c:v>44072</c:v>
                </c:pt>
                <c:pt idx="5050">
                  <c:v>44073</c:v>
                </c:pt>
                <c:pt idx="5051">
                  <c:v>44074</c:v>
                </c:pt>
                <c:pt idx="5052">
                  <c:v>44075</c:v>
                </c:pt>
                <c:pt idx="5053">
                  <c:v>44076</c:v>
                </c:pt>
                <c:pt idx="5054">
                  <c:v>44077</c:v>
                </c:pt>
                <c:pt idx="5055">
                  <c:v>44078</c:v>
                </c:pt>
                <c:pt idx="5056">
                  <c:v>44079</c:v>
                </c:pt>
                <c:pt idx="5057">
                  <c:v>44080</c:v>
                </c:pt>
                <c:pt idx="5058">
                  <c:v>44081</c:v>
                </c:pt>
                <c:pt idx="5059">
                  <c:v>44082</c:v>
                </c:pt>
                <c:pt idx="5060">
                  <c:v>44083</c:v>
                </c:pt>
                <c:pt idx="5061">
                  <c:v>44084</c:v>
                </c:pt>
                <c:pt idx="5062">
                  <c:v>44085</c:v>
                </c:pt>
                <c:pt idx="5063">
                  <c:v>44086</c:v>
                </c:pt>
                <c:pt idx="5064">
                  <c:v>44087</c:v>
                </c:pt>
                <c:pt idx="5065">
                  <c:v>44088</c:v>
                </c:pt>
                <c:pt idx="5066">
                  <c:v>44089</c:v>
                </c:pt>
                <c:pt idx="5067">
                  <c:v>44090</c:v>
                </c:pt>
                <c:pt idx="5068">
                  <c:v>44091</c:v>
                </c:pt>
                <c:pt idx="5069">
                  <c:v>44092</c:v>
                </c:pt>
                <c:pt idx="5070">
                  <c:v>44093</c:v>
                </c:pt>
                <c:pt idx="5071">
                  <c:v>44094</c:v>
                </c:pt>
                <c:pt idx="5072">
                  <c:v>44095</c:v>
                </c:pt>
                <c:pt idx="5073">
                  <c:v>44096</c:v>
                </c:pt>
                <c:pt idx="5074">
                  <c:v>44097</c:v>
                </c:pt>
                <c:pt idx="5075">
                  <c:v>44098</c:v>
                </c:pt>
                <c:pt idx="5076">
                  <c:v>44099</c:v>
                </c:pt>
                <c:pt idx="5077">
                  <c:v>44100</c:v>
                </c:pt>
                <c:pt idx="5078">
                  <c:v>44101</c:v>
                </c:pt>
                <c:pt idx="5079">
                  <c:v>44102</c:v>
                </c:pt>
                <c:pt idx="5080">
                  <c:v>44103</c:v>
                </c:pt>
                <c:pt idx="5081">
                  <c:v>44104</c:v>
                </c:pt>
                <c:pt idx="5082">
                  <c:v>44105</c:v>
                </c:pt>
                <c:pt idx="5083">
                  <c:v>44106</c:v>
                </c:pt>
                <c:pt idx="5084">
                  <c:v>44107</c:v>
                </c:pt>
                <c:pt idx="5085">
                  <c:v>44108</c:v>
                </c:pt>
                <c:pt idx="5086">
                  <c:v>44109</c:v>
                </c:pt>
                <c:pt idx="5087">
                  <c:v>44110</c:v>
                </c:pt>
                <c:pt idx="5088">
                  <c:v>44111</c:v>
                </c:pt>
                <c:pt idx="5089">
                  <c:v>44112</c:v>
                </c:pt>
                <c:pt idx="5090">
                  <c:v>44113</c:v>
                </c:pt>
                <c:pt idx="5091">
                  <c:v>44114</c:v>
                </c:pt>
                <c:pt idx="5092">
                  <c:v>44115</c:v>
                </c:pt>
                <c:pt idx="5093">
                  <c:v>44116</c:v>
                </c:pt>
                <c:pt idx="5094">
                  <c:v>44117</c:v>
                </c:pt>
                <c:pt idx="5095">
                  <c:v>44118</c:v>
                </c:pt>
                <c:pt idx="5096">
                  <c:v>44119</c:v>
                </c:pt>
                <c:pt idx="5097">
                  <c:v>44120</c:v>
                </c:pt>
                <c:pt idx="5098">
                  <c:v>44121</c:v>
                </c:pt>
                <c:pt idx="5099">
                  <c:v>44122</c:v>
                </c:pt>
                <c:pt idx="5100">
                  <c:v>44123</c:v>
                </c:pt>
                <c:pt idx="5101">
                  <c:v>44124</c:v>
                </c:pt>
                <c:pt idx="5102">
                  <c:v>44125</c:v>
                </c:pt>
                <c:pt idx="5103">
                  <c:v>44126</c:v>
                </c:pt>
                <c:pt idx="5104">
                  <c:v>44127</c:v>
                </c:pt>
                <c:pt idx="5105">
                  <c:v>44128</c:v>
                </c:pt>
                <c:pt idx="5106">
                  <c:v>44129</c:v>
                </c:pt>
                <c:pt idx="5107">
                  <c:v>44130</c:v>
                </c:pt>
                <c:pt idx="5108">
                  <c:v>44131</c:v>
                </c:pt>
                <c:pt idx="5109">
                  <c:v>44132</c:v>
                </c:pt>
                <c:pt idx="5110">
                  <c:v>44133</c:v>
                </c:pt>
                <c:pt idx="5111">
                  <c:v>44134</c:v>
                </c:pt>
                <c:pt idx="5112">
                  <c:v>44135</c:v>
                </c:pt>
                <c:pt idx="5113">
                  <c:v>44136</c:v>
                </c:pt>
                <c:pt idx="5114">
                  <c:v>44137</c:v>
                </c:pt>
                <c:pt idx="5115">
                  <c:v>44138</c:v>
                </c:pt>
                <c:pt idx="5116">
                  <c:v>44139</c:v>
                </c:pt>
                <c:pt idx="5117">
                  <c:v>44140</c:v>
                </c:pt>
                <c:pt idx="5118">
                  <c:v>44141</c:v>
                </c:pt>
                <c:pt idx="5119">
                  <c:v>44142</c:v>
                </c:pt>
                <c:pt idx="5120">
                  <c:v>44143</c:v>
                </c:pt>
                <c:pt idx="5121">
                  <c:v>44144</c:v>
                </c:pt>
                <c:pt idx="5122">
                  <c:v>44145</c:v>
                </c:pt>
                <c:pt idx="5123">
                  <c:v>44146</c:v>
                </c:pt>
                <c:pt idx="5124">
                  <c:v>44147</c:v>
                </c:pt>
                <c:pt idx="5125">
                  <c:v>44148</c:v>
                </c:pt>
                <c:pt idx="5126">
                  <c:v>44149</c:v>
                </c:pt>
                <c:pt idx="5127">
                  <c:v>44150</c:v>
                </c:pt>
                <c:pt idx="5128">
                  <c:v>44151</c:v>
                </c:pt>
                <c:pt idx="5129">
                  <c:v>44152</c:v>
                </c:pt>
                <c:pt idx="5130">
                  <c:v>44153</c:v>
                </c:pt>
                <c:pt idx="5131">
                  <c:v>44154</c:v>
                </c:pt>
                <c:pt idx="5132">
                  <c:v>44155</c:v>
                </c:pt>
                <c:pt idx="5133">
                  <c:v>44156</c:v>
                </c:pt>
                <c:pt idx="5134">
                  <c:v>44157</c:v>
                </c:pt>
                <c:pt idx="5135">
                  <c:v>44158</c:v>
                </c:pt>
                <c:pt idx="5136">
                  <c:v>44159</c:v>
                </c:pt>
                <c:pt idx="5137">
                  <c:v>44160</c:v>
                </c:pt>
                <c:pt idx="5138">
                  <c:v>44161</c:v>
                </c:pt>
                <c:pt idx="5139">
                  <c:v>44162</c:v>
                </c:pt>
                <c:pt idx="5140">
                  <c:v>44163</c:v>
                </c:pt>
                <c:pt idx="5141">
                  <c:v>44164</c:v>
                </c:pt>
                <c:pt idx="5142">
                  <c:v>44165</c:v>
                </c:pt>
                <c:pt idx="5143">
                  <c:v>44166</c:v>
                </c:pt>
                <c:pt idx="5144">
                  <c:v>44167</c:v>
                </c:pt>
                <c:pt idx="5145">
                  <c:v>44168</c:v>
                </c:pt>
                <c:pt idx="5146">
                  <c:v>44169</c:v>
                </c:pt>
                <c:pt idx="5147">
                  <c:v>44170</c:v>
                </c:pt>
                <c:pt idx="5148">
                  <c:v>44171</c:v>
                </c:pt>
                <c:pt idx="5149">
                  <c:v>44172</c:v>
                </c:pt>
                <c:pt idx="5150">
                  <c:v>44173</c:v>
                </c:pt>
                <c:pt idx="5151">
                  <c:v>44174</c:v>
                </c:pt>
                <c:pt idx="5152">
                  <c:v>44175</c:v>
                </c:pt>
                <c:pt idx="5153">
                  <c:v>44176</c:v>
                </c:pt>
                <c:pt idx="5154">
                  <c:v>44177</c:v>
                </c:pt>
                <c:pt idx="5155">
                  <c:v>44178</c:v>
                </c:pt>
                <c:pt idx="5156">
                  <c:v>44179</c:v>
                </c:pt>
                <c:pt idx="5157">
                  <c:v>44180</c:v>
                </c:pt>
                <c:pt idx="5158">
                  <c:v>44181</c:v>
                </c:pt>
                <c:pt idx="5159">
                  <c:v>44182</c:v>
                </c:pt>
                <c:pt idx="5160">
                  <c:v>44183</c:v>
                </c:pt>
                <c:pt idx="5161">
                  <c:v>44184</c:v>
                </c:pt>
                <c:pt idx="5162">
                  <c:v>44185</c:v>
                </c:pt>
                <c:pt idx="5163">
                  <c:v>44186</c:v>
                </c:pt>
                <c:pt idx="5164">
                  <c:v>44187</c:v>
                </c:pt>
                <c:pt idx="5165">
                  <c:v>44188</c:v>
                </c:pt>
                <c:pt idx="5166">
                  <c:v>44189</c:v>
                </c:pt>
                <c:pt idx="5167">
                  <c:v>44190</c:v>
                </c:pt>
                <c:pt idx="5168">
                  <c:v>44191</c:v>
                </c:pt>
                <c:pt idx="5169">
                  <c:v>44192</c:v>
                </c:pt>
                <c:pt idx="5170">
                  <c:v>44193</c:v>
                </c:pt>
                <c:pt idx="5171">
                  <c:v>44194</c:v>
                </c:pt>
                <c:pt idx="5172">
                  <c:v>44195</c:v>
                </c:pt>
                <c:pt idx="5173">
                  <c:v>44196</c:v>
                </c:pt>
                <c:pt idx="5174">
                  <c:v>44197</c:v>
                </c:pt>
                <c:pt idx="5175">
                  <c:v>44198</c:v>
                </c:pt>
                <c:pt idx="5176">
                  <c:v>44199</c:v>
                </c:pt>
                <c:pt idx="5177">
                  <c:v>44200</c:v>
                </c:pt>
                <c:pt idx="5178">
                  <c:v>44201</c:v>
                </c:pt>
                <c:pt idx="5179">
                  <c:v>44202</c:v>
                </c:pt>
                <c:pt idx="5180">
                  <c:v>44203</c:v>
                </c:pt>
                <c:pt idx="5181">
                  <c:v>44204</c:v>
                </c:pt>
                <c:pt idx="5182">
                  <c:v>44205</c:v>
                </c:pt>
                <c:pt idx="5183">
                  <c:v>44206</c:v>
                </c:pt>
                <c:pt idx="5184">
                  <c:v>44207</c:v>
                </c:pt>
                <c:pt idx="5185">
                  <c:v>44208</c:v>
                </c:pt>
                <c:pt idx="5186">
                  <c:v>44209</c:v>
                </c:pt>
                <c:pt idx="5187">
                  <c:v>44210</c:v>
                </c:pt>
                <c:pt idx="5188">
                  <c:v>44211</c:v>
                </c:pt>
                <c:pt idx="5189">
                  <c:v>44212</c:v>
                </c:pt>
                <c:pt idx="5190">
                  <c:v>44213</c:v>
                </c:pt>
                <c:pt idx="5191">
                  <c:v>44214</c:v>
                </c:pt>
                <c:pt idx="5192">
                  <c:v>44215</c:v>
                </c:pt>
                <c:pt idx="5193">
                  <c:v>44216</c:v>
                </c:pt>
                <c:pt idx="5194">
                  <c:v>44217</c:v>
                </c:pt>
                <c:pt idx="5195">
                  <c:v>44218</c:v>
                </c:pt>
                <c:pt idx="5196">
                  <c:v>44219</c:v>
                </c:pt>
                <c:pt idx="5197">
                  <c:v>44220</c:v>
                </c:pt>
                <c:pt idx="5198">
                  <c:v>44221</c:v>
                </c:pt>
                <c:pt idx="5199">
                  <c:v>44222</c:v>
                </c:pt>
                <c:pt idx="5200">
                  <c:v>44223</c:v>
                </c:pt>
                <c:pt idx="5201">
                  <c:v>44224</c:v>
                </c:pt>
                <c:pt idx="5202">
                  <c:v>44225</c:v>
                </c:pt>
                <c:pt idx="5203">
                  <c:v>44226</c:v>
                </c:pt>
                <c:pt idx="5204">
                  <c:v>44227</c:v>
                </c:pt>
                <c:pt idx="5205">
                  <c:v>44228</c:v>
                </c:pt>
                <c:pt idx="5206">
                  <c:v>44229</c:v>
                </c:pt>
                <c:pt idx="5207">
                  <c:v>44230</c:v>
                </c:pt>
                <c:pt idx="5208">
                  <c:v>44231</c:v>
                </c:pt>
                <c:pt idx="5209">
                  <c:v>44232</c:v>
                </c:pt>
                <c:pt idx="5210">
                  <c:v>44233</c:v>
                </c:pt>
                <c:pt idx="5211">
                  <c:v>44234</c:v>
                </c:pt>
                <c:pt idx="5212">
                  <c:v>44235</c:v>
                </c:pt>
                <c:pt idx="5213">
                  <c:v>44236</c:v>
                </c:pt>
                <c:pt idx="5214">
                  <c:v>44237</c:v>
                </c:pt>
                <c:pt idx="5215">
                  <c:v>44238</c:v>
                </c:pt>
                <c:pt idx="5216">
                  <c:v>44239</c:v>
                </c:pt>
                <c:pt idx="5217">
                  <c:v>44240</c:v>
                </c:pt>
                <c:pt idx="5218">
                  <c:v>44241</c:v>
                </c:pt>
                <c:pt idx="5219">
                  <c:v>44242</c:v>
                </c:pt>
                <c:pt idx="5220">
                  <c:v>44243</c:v>
                </c:pt>
                <c:pt idx="5221">
                  <c:v>44244</c:v>
                </c:pt>
                <c:pt idx="5222">
                  <c:v>44245</c:v>
                </c:pt>
                <c:pt idx="5223">
                  <c:v>44246</c:v>
                </c:pt>
                <c:pt idx="5224">
                  <c:v>44247</c:v>
                </c:pt>
                <c:pt idx="5225">
                  <c:v>44248</c:v>
                </c:pt>
                <c:pt idx="5226">
                  <c:v>44249</c:v>
                </c:pt>
                <c:pt idx="5227">
                  <c:v>44250</c:v>
                </c:pt>
                <c:pt idx="5228">
                  <c:v>44251</c:v>
                </c:pt>
                <c:pt idx="5229">
                  <c:v>44252</c:v>
                </c:pt>
                <c:pt idx="5230">
                  <c:v>44253</c:v>
                </c:pt>
                <c:pt idx="5231">
                  <c:v>44254</c:v>
                </c:pt>
                <c:pt idx="5232">
                  <c:v>44255</c:v>
                </c:pt>
                <c:pt idx="5233">
                  <c:v>44256</c:v>
                </c:pt>
                <c:pt idx="5234">
                  <c:v>44257</c:v>
                </c:pt>
                <c:pt idx="5235">
                  <c:v>44258</c:v>
                </c:pt>
                <c:pt idx="5236">
                  <c:v>44259</c:v>
                </c:pt>
                <c:pt idx="5237">
                  <c:v>44260</c:v>
                </c:pt>
                <c:pt idx="5238">
                  <c:v>44261</c:v>
                </c:pt>
                <c:pt idx="5239">
                  <c:v>44262</c:v>
                </c:pt>
                <c:pt idx="5240">
                  <c:v>44263</c:v>
                </c:pt>
                <c:pt idx="5241">
                  <c:v>44264</c:v>
                </c:pt>
                <c:pt idx="5242">
                  <c:v>44265</c:v>
                </c:pt>
                <c:pt idx="5243">
                  <c:v>44266</c:v>
                </c:pt>
                <c:pt idx="5244">
                  <c:v>44267</c:v>
                </c:pt>
                <c:pt idx="5245">
                  <c:v>44268</c:v>
                </c:pt>
                <c:pt idx="5246">
                  <c:v>44269</c:v>
                </c:pt>
                <c:pt idx="5247">
                  <c:v>44270</c:v>
                </c:pt>
                <c:pt idx="5248">
                  <c:v>44271</c:v>
                </c:pt>
                <c:pt idx="5249">
                  <c:v>44272</c:v>
                </c:pt>
                <c:pt idx="5250">
                  <c:v>44273</c:v>
                </c:pt>
                <c:pt idx="5251">
                  <c:v>44274</c:v>
                </c:pt>
                <c:pt idx="5252">
                  <c:v>44275</c:v>
                </c:pt>
                <c:pt idx="5253">
                  <c:v>44276</c:v>
                </c:pt>
                <c:pt idx="5254">
                  <c:v>44277</c:v>
                </c:pt>
                <c:pt idx="5255">
                  <c:v>44278</c:v>
                </c:pt>
                <c:pt idx="5256">
                  <c:v>44279</c:v>
                </c:pt>
                <c:pt idx="5257">
                  <c:v>44280</c:v>
                </c:pt>
                <c:pt idx="5258">
                  <c:v>44281</c:v>
                </c:pt>
                <c:pt idx="5259">
                  <c:v>44282</c:v>
                </c:pt>
                <c:pt idx="5260">
                  <c:v>44283</c:v>
                </c:pt>
                <c:pt idx="5261">
                  <c:v>44284</c:v>
                </c:pt>
                <c:pt idx="5262">
                  <c:v>44285</c:v>
                </c:pt>
                <c:pt idx="5263">
                  <c:v>44286</c:v>
                </c:pt>
                <c:pt idx="5264">
                  <c:v>44287</c:v>
                </c:pt>
                <c:pt idx="5265">
                  <c:v>44288</c:v>
                </c:pt>
                <c:pt idx="5266">
                  <c:v>44289</c:v>
                </c:pt>
                <c:pt idx="5267">
                  <c:v>44290</c:v>
                </c:pt>
                <c:pt idx="5268">
                  <c:v>44291</c:v>
                </c:pt>
                <c:pt idx="5269">
                  <c:v>44292</c:v>
                </c:pt>
                <c:pt idx="5270">
                  <c:v>44293</c:v>
                </c:pt>
                <c:pt idx="5271">
                  <c:v>44294</c:v>
                </c:pt>
                <c:pt idx="5272">
                  <c:v>44295</c:v>
                </c:pt>
                <c:pt idx="5273">
                  <c:v>44296</c:v>
                </c:pt>
                <c:pt idx="5274">
                  <c:v>44297</c:v>
                </c:pt>
                <c:pt idx="5275">
                  <c:v>44298</c:v>
                </c:pt>
                <c:pt idx="5276">
                  <c:v>44299</c:v>
                </c:pt>
                <c:pt idx="5277">
                  <c:v>44300</c:v>
                </c:pt>
                <c:pt idx="5278">
                  <c:v>44301</c:v>
                </c:pt>
                <c:pt idx="5279">
                  <c:v>44302</c:v>
                </c:pt>
                <c:pt idx="5280">
                  <c:v>44303</c:v>
                </c:pt>
                <c:pt idx="5281">
                  <c:v>44304</c:v>
                </c:pt>
                <c:pt idx="5282">
                  <c:v>44305</c:v>
                </c:pt>
                <c:pt idx="5283">
                  <c:v>44306</c:v>
                </c:pt>
                <c:pt idx="5284">
                  <c:v>44307</c:v>
                </c:pt>
                <c:pt idx="5285">
                  <c:v>44308</c:v>
                </c:pt>
                <c:pt idx="5286">
                  <c:v>44309</c:v>
                </c:pt>
                <c:pt idx="5287">
                  <c:v>44310</c:v>
                </c:pt>
                <c:pt idx="5288">
                  <c:v>44311</c:v>
                </c:pt>
                <c:pt idx="5289">
                  <c:v>44312</c:v>
                </c:pt>
                <c:pt idx="5290">
                  <c:v>44313</c:v>
                </c:pt>
                <c:pt idx="5291">
                  <c:v>44314</c:v>
                </c:pt>
                <c:pt idx="5292">
                  <c:v>44315</c:v>
                </c:pt>
                <c:pt idx="5293">
                  <c:v>44316</c:v>
                </c:pt>
                <c:pt idx="5294">
                  <c:v>44317</c:v>
                </c:pt>
                <c:pt idx="5295">
                  <c:v>44318</c:v>
                </c:pt>
                <c:pt idx="5296">
                  <c:v>44319</c:v>
                </c:pt>
                <c:pt idx="5297">
                  <c:v>44320</c:v>
                </c:pt>
                <c:pt idx="5298">
                  <c:v>44321</c:v>
                </c:pt>
                <c:pt idx="5299">
                  <c:v>44322</c:v>
                </c:pt>
                <c:pt idx="5300">
                  <c:v>44323</c:v>
                </c:pt>
                <c:pt idx="5301">
                  <c:v>44324</c:v>
                </c:pt>
                <c:pt idx="5302">
                  <c:v>44325</c:v>
                </c:pt>
                <c:pt idx="5303">
                  <c:v>44326</c:v>
                </c:pt>
                <c:pt idx="5304">
                  <c:v>44327</c:v>
                </c:pt>
                <c:pt idx="5305">
                  <c:v>44328</c:v>
                </c:pt>
                <c:pt idx="5306">
                  <c:v>44329</c:v>
                </c:pt>
                <c:pt idx="5307">
                  <c:v>44330</c:v>
                </c:pt>
                <c:pt idx="5308">
                  <c:v>44331</c:v>
                </c:pt>
                <c:pt idx="5309">
                  <c:v>44332</c:v>
                </c:pt>
                <c:pt idx="5310">
                  <c:v>44333</c:v>
                </c:pt>
                <c:pt idx="5311">
                  <c:v>44334</c:v>
                </c:pt>
                <c:pt idx="5312">
                  <c:v>44335</c:v>
                </c:pt>
                <c:pt idx="5313">
                  <c:v>44336</c:v>
                </c:pt>
                <c:pt idx="5314">
                  <c:v>44337</c:v>
                </c:pt>
                <c:pt idx="5315">
                  <c:v>44338</c:v>
                </c:pt>
                <c:pt idx="5316">
                  <c:v>44339</c:v>
                </c:pt>
                <c:pt idx="5317">
                  <c:v>44340</c:v>
                </c:pt>
                <c:pt idx="5318">
                  <c:v>44341</c:v>
                </c:pt>
                <c:pt idx="5319">
                  <c:v>44342</c:v>
                </c:pt>
                <c:pt idx="5320">
                  <c:v>44343</c:v>
                </c:pt>
                <c:pt idx="5321">
                  <c:v>44344</c:v>
                </c:pt>
                <c:pt idx="5322">
                  <c:v>44345</c:v>
                </c:pt>
                <c:pt idx="5323">
                  <c:v>44346</c:v>
                </c:pt>
                <c:pt idx="5324">
                  <c:v>44347</c:v>
                </c:pt>
                <c:pt idx="5325">
                  <c:v>44348</c:v>
                </c:pt>
                <c:pt idx="5326">
                  <c:v>44349</c:v>
                </c:pt>
                <c:pt idx="5327">
                  <c:v>44350</c:v>
                </c:pt>
                <c:pt idx="5328">
                  <c:v>44351</c:v>
                </c:pt>
                <c:pt idx="5329">
                  <c:v>44352</c:v>
                </c:pt>
                <c:pt idx="5330">
                  <c:v>44353</c:v>
                </c:pt>
                <c:pt idx="5331">
                  <c:v>44354</c:v>
                </c:pt>
                <c:pt idx="5332">
                  <c:v>44355</c:v>
                </c:pt>
                <c:pt idx="5333">
                  <c:v>44356</c:v>
                </c:pt>
                <c:pt idx="5334">
                  <c:v>44357</c:v>
                </c:pt>
                <c:pt idx="5335">
                  <c:v>44358</c:v>
                </c:pt>
                <c:pt idx="5336">
                  <c:v>44359</c:v>
                </c:pt>
                <c:pt idx="5337">
                  <c:v>44360</c:v>
                </c:pt>
                <c:pt idx="5338">
                  <c:v>44361</c:v>
                </c:pt>
                <c:pt idx="5339">
                  <c:v>44362</c:v>
                </c:pt>
                <c:pt idx="5340">
                  <c:v>44363</c:v>
                </c:pt>
                <c:pt idx="5341">
                  <c:v>44364</c:v>
                </c:pt>
                <c:pt idx="5342">
                  <c:v>44365</c:v>
                </c:pt>
                <c:pt idx="5343">
                  <c:v>44366</c:v>
                </c:pt>
                <c:pt idx="5344">
                  <c:v>44367</c:v>
                </c:pt>
                <c:pt idx="5345">
                  <c:v>44368</c:v>
                </c:pt>
                <c:pt idx="5346">
                  <c:v>44369</c:v>
                </c:pt>
                <c:pt idx="5347">
                  <c:v>44370</c:v>
                </c:pt>
                <c:pt idx="5348">
                  <c:v>44371</c:v>
                </c:pt>
                <c:pt idx="5349">
                  <c:v>44372</c:v>
                </c:pt>
                <c:pt idx="5350">
                  <c:v>44373</c:v>
                </c:pt>
                <c:pt idx="5351">
                  <c:v>44374</c:v>
                </c:pt>
                <c:pt idx="5352">
                  <c:v>44375</c:v>
                </c:pt>
                <c:pt idx="5353">
                  <c:v>44376</c:v>
                </c:pt>
                <c:pt idx="5354">
                  <c:v>44377</c:v>
                </c:pt>
                <c:pt idx="5355">
                  <c:v>44378</c:v>
                </c:pt>
                <c:pt idx="5356">
                  <c:v>44379</c:v>
                </c:pt>
                <c:pt idx="5357">
                  <c:v>44380</c:v>
                </c:pt>
                <c:pt idx="5358">
                  <c:v>44381</c:v>
                </c:pt>
                <c:pt idx="5359">
                  <c:v>44382</c:v>
                </c:pt>
                <c:pt idx="5360">
                  <c:v>44383</c:v>
                </c:pt>
                <c:pt idx="5361">
                  <c:v>44384</c:v>
                </c:pt>
                <c:pt idx="5362">
                  <c:v>44385</c:v>
                </c:pt>
                <c:pt idx="5363">
                  <c:v>44386</c:v>
                </c:pt>
                <c:pt idx="5364">
                  <c:v>44387</c:v>
                </c:pt>
                <c:pt idx="5365">
                  <c:v>44388</c:v>
                </c:pt>
                <c:pt idx="5366">
                  <c:v>44389</c:v>
                </c:pt>
                <c:pt idx="5367">
                  <c:v>44390</c:v>
                </c:pt>
                <c:pt idx="5368">
                  <c:v>44391</c:v>
                </c:pt>
                <c:pt idx="5369">
                  <c:v>44392</c:v>
                </c:pt>
                <c:pt idx="5370">
                  <c:v>44393</c:v>
                </c:pt>
                <c:pt idx="5371">
                  <c:v>44394</c:v>
                </c:pt>
                <c:pt idx="5372">
                  <c:v>44395</c:v>
                </c:pt>
                <c:pt idx="5373">
                  <c:v>44396</c:v>
                </c:pt>
                <c:pt idx="5374">
                  <c:v>44397</c:v>
                </c:pt>
                <c:pt idx="5375">
                  <c:v>44398</c:v>
                </c:pt>
                <c:pt idx="5376">
                  <c:v>44399</c:v>
                </c:pt>
                <c:pt idx="5377">
                  <c:v>44400</c:v>
                </c:pt>
                <c:pt idx="5378">
                  <c:v>44401</c:v>
                </c:pt>
                <c:pt idx="5379">
                  <c:v>44402</c:v>
                </c:pt>
                <c:pt idx="5380">
                  <c:v>44403</c:v>
                </c:pt>
                <c:pt idx="5381">
                  <c:v>44404</c:v>
                </c:pt>
                <c:pt idx="5382">
                  <c:v>44405</c:v>
                </c:pt>
                <c:pt idx="5383">
                  <c:v>44406</c:v>
                </c:pt>
                <c:pt idx="5384">
                  <c:v>44407</c:v>
                </c:pt>
                <c:pt idx="5385">
                  <c:v>44408</c:v>
                </c:pt>
                <c:pt idx="5386">
                  <c:v>44409</c:v>
                </c:pt>
                <c:pt idx="5387">
                  <c:v>44410</c:v>
                </c:pt>
                <c:pt idx="5388">
                  <c:v>44411</c:v>
                </c:pt>
                <c:pt idx="5389">
                  <c:v>44412</c:v>
                </c:pt>
                <c:pt idx="5390">
                  <c:v>44413</c:v>
                </c:pt>
                <c:pt idx="5391">
                  <c:v>44414</c:v>
                </c:pt>
                <c:pt idx="5392">
                  <c:v>44415</c:v>
                </c:pt>
                <c:pt idx="5393">
                  <c:v>44416</c:v>
                </c:pt>
                <c:pt idx="5394">
                  <c:v>44417</c:v>
                </c:pt>
                <c:pt idx="5395">
                  <c:v>44418</c:v>
                </c:pt>
                <c:pt idx="5396">
                  <c:v>44419</c:v>
                </c:pt>
                <c:pt idx="5397">
                  <c:v>44420</c:v>
                </c:pt>
                <c:pt idx="5398">
                  <c:v>44421</c:v>
                </c:pt>
                <c:pt idx="5399">
                  <c:v>44422</c:v>
                </c:pt>
                <c:pt idx="5400">
                  <c:v>44423</c:v>
                </c:pt>
                <c:pt idx="5401">
                  <c:v>44424</c:v>
                </c:pt>
                <c:pt idx="5402">
                  <c:v>44425</c:v>
                </c:pt>
                <c:pt idx="5403">
                  <c:v>44426</c:v>
                </c:pt>
                <c:pt idx="5404">
                  <c:v>44427</c:v>
                </c:pt>
                <c:pt idx="5405">
                  <c:v>44428</c:v>
                </c:pt>
                <c:pt idx="5406">
                  <c:v>44429</c:v>
                </c:pt>
                <c:pt idx="5407">
                  <c:v>44430</c:v>
                </c:pt>
                <c:pt idx="5408">
                  <c:v>44431</c:v>
                </c:pt>
                <c:pt idx="5409">
                  <c:v>44432</c:v>
                </c:pt>
                <c:pt idx="5410">
                  <c:v>44433</c:v>
                </c:pt>
                <c:pt idx="5411">
                  <c:v>44434</c:v>
                </c:pt>
                <c:pt idx="5412">
                  <c:v>44435</c:v>
                </c:pt>
                <c:pt idx="5413">
                  <c:v>44436</c:v>
                </c:pt>
                <c:pt idx="5414">
                  <c:v>44437</c:v>
                </c:pt>
                <c:pt idx="5415">
                  <c:v>44438</c:v>
                </c:pt>
                <c:pt idx="5416">
                  <c:v>44439</c:v>
                </c:pt>
                <c:pt idx="5417">
                  <c:v>44440</c:v>
                </c:pt>
                <c:pt idx="5418">
                  <c:v>44441</c:v>
                </c:pt>
                <c:pt idx="5419">
                  <c:v>44442</c:v>
                </c:pt>
                <c:pt idx="5420">
                  <c:v>44443</c:v>
                </c:pt>
                <c:pt idx="5421">
                  <c:v>44444</c:v>
                </c:pt>
                <c:pt idx="5422">
                  <c:v>44445</c:v>
                </c:pt>
                <c:pt idx="5423">
                  <c:v>44446</c:v>
                </c:pt>
                <c:pt idx="5424">
                  <c:v>44447</c:v>
                </c:pt>
                <c:pt idx="5425">
                  <c:v>44448</c:v>
                </c:pt>
                <c:pt idx="5426">
                  <c:v>44449</c:v>
                </c:pt>
                <c:pt idx="5427">
                  <c:v>44450</c:v>
                </c:pt>
                <c:pt idx="5428">
                  <c:v>44451</c:v>
                </c:pt>
                <c:pt idx="5429">
                  <c:v>44452</c:v>
                </c:pt>
                <c:pt idx="5430">
                  <c:v>44453</c:v>
                </c:pt>
                <c:pt idx="5431">
                  <c:v>44454</c:v>
                </c:pt>
                <c:pt idx="5432">
                  <c:v>44455</c:v>
                </c:pt>
                <c:pt idx="5433">
                  <c:v>44456</c:v>
                </c:pt>
                <c:pt idx="5434">
                  <c:v>44457</c:v>
                </c:pt>
                <c:pt idx="5435">
                  <c:v>44458</c:v>
                </c:pt>
                <c:pt idx="5436">
                  <c:v>44459</c:v>
                </c:pt>
                <c:pt idx="5437">
                  <c:v>44460</c:v>
                </c:pt>
                <c:pt idx="5438">
                  <c:v>44461</c:v>
                </c:pt>
                <c:pt idx="5439">
                  <c:v>44462</c:v>
                </c:pt>
                <c:pt idx="5440">
                  <c:v>44463</c:v>
                </c:pt>
                <c:pt idx="5441">
                  <c:v>44464</c:v>
                </c:pt>
                <c:pt idx="5442">
                  <c:v>44465</c:v>
                </c:pt>
                <c:pt idx="5443">
                  <c:v>44466</c:v>
                </c:pt>
                <c:pt idx="5444">
                  <c:v>44467</c:v>
                </c:pt>
                <c:pt idx="5445">
                  <c:v>44468</c:v>
                </c:pt>
                <c:pt idx="5446">
                  <c:v>44469</c:v>
                </c:pt>
                <c:pt idx="5447">
                  <c:v>44470</c:v>
                </c:pt>
                <c:pt idx="5448">
                  <c:v>44471</c:v>
                </c:pt>
                <c:pt idx="5449">
                  <c:v>44472</c:v>
                </c:pt>
                <c:pt idx="5450">
                  <c:v>44473</c:v>
                </c:pt>
                <c:pt idx="5451">
                  <c:v>44474</c:v>
                </c:pt>
                <c:pt idx="5452">
                  <c:v>44475</c:v>
                </c:pt>
                <c:pt idx="5453">
                  <c:v>44476</c:v>
                </c:pt>
                <c:pt idx="5454">
                  <c:v>44477</c:v>
                </c:pt>
                <c:pt idx="5455">
                  <c:v>44478</c:v>
                </c:pt>
                <c:pt idx="5456">
                  <c:v>44479</c:v>
                </c:pt>
                <c:pt idx="5457">
                  <c:v>44480</c:v>
                </c:pt>
                <c:pt idx="5458">
                  <c:v>44481</c:v>
                </c:pt>
                <c:pt idx="5459">
                  <c:v>44482</c:v>
                </c:pt>
                <c:pt idx="5460">
                  <c:v>44483</c:v>
                </c:pt>
                <c:pt idx="5461">
                  <c:v>44484</c:v>
                </c:pt>
                <c:pt idx="5462">
                  <c:v>44485</c:v>
                </c:pt>
                <c:pt idx="5463">
                  <c:v>44486</c:v>
                </c:pt>
                <c:pt idx="5464">
                  <c:v>44487</c:v>
                </c:pt>
                <c:pt idx="5465">
                  <c:v>44488</c:v>
                </c:pt>
                <c:pt idx="5466">
                  <c:v>44489</c:v>
                </c:pt>
                <c:pt idx="5467">
                  <c:v>44490</c:v>
                </c:pt>
                <c:pt idx="5468">
                  <c:v>44491</c:v>
                </c:pt>
                <c:pt idx="5469">
                  <c:v>44492</c:v>
                </c:pt>
                <c:pt idx="5470">
                  <c:v>44493</c:v>
                </c:pt>
                <c:pt idx="5471">
                  <c:v>44494</c:v>
                </c:pt>
                <c:pt idx="5472">
                  <c:v>44495</c:v>
                </c:pt>
                <c:pt idx="5473">
                  <c:v>44496</c:v>
                </c:pt>
                <c:pt idx="5474">
                  <c:v>44497</c:v>
                </c:pt>
                <c:pt idx="5475">
                  <c:v>44498</c:v>
                </c:pt>
                <c:pt idx="5476">
                  <c:v>44499</c:v>
                </c:pt>
                <c:pt idx="5477">
                  <c:v>44500</c:v>
                </c:pt>
                <c:pt idx="5478">
                  <c:v>44501</c:v>
                </c:pt>
                <c:pt idx="5479">
                  <c:v>44502</c:v>
                </c:pt>
                <c:pt idx="5480">
                  <c:v>44503</c:v>
                </c:pt>
                <c:pt idx="5481">
                  <c:v>44504</c:v>
                </c:pt>
                <c:pt idx="5482">
                  <c:v>44505</c:v>
                </c:pt>
                <c:pt idx="5483">
                  <c:v>44506</c:v>
                </c:pt>
                <c:pt idx="5484">
                  <c:v>44507</c:v>
                </c:pt>
                <c:pt idx="5485">
                  <c:v>44508</c:v>
                </c:pt>
                <c:pt idx="5486">
                  <c:v>44509</c:v>
                </c:pt>
                <c:pt idx="5487">
                  <c:v>44510</c:v>
                </c:pt>
                <c:pt idx="5488">
                  <c:v>44511</c:v>
                </c:pt>
                <c:pt idx="5489">
                  <c:v>44512</c:v>
                </c:pt>
                <c:pt idx="5490">
                  <c:v>44513</c:v>
                </c:pt>
                <c:pt idx="5491">
                  <c:v>44514</c:v>
                </c:pt>
                <c:pt idx="5492">
                  <c:v>44515</c:v>
                </c:pt>
                <c:pt idx="5493">
                  <c:v>44516</c:v>
                </c:pt>
                <c:pt idx="5494">
                  <c:v>44517</c:v>
                </c:pt>
                <c:pt idx="5495">
                  <c:v>44518</c:v>
                </c:pt>
                <c:pt idx="5496">
                  <c:v>44519</c:v>
                </c:pt>
                <c:pt idx="5497">
                  <c:v>44520</c:v>
                </c:pt>
                <c:pt idx="5498">
                  <c:v>44521</c:v>
                </c:pt>
                <c:pt idx="5499">
                  <c:v>44522</c:v>
                </c:pt>
                <c:pt idx="5500">
                  <c:v>44523</c:v>
                </c:pt>
                <c:pt idx="5501">
                  <c:v>44524</c:v>
                </c:pt>
                <c:pt idx="5502">
                  <c:v>44525</c:v>
                </c:pt>
                <c:pt idx="5503">
                  <c:v>44526</c:v>
                </c:pt>
                <c:pt idx="5504">
                  <c:v>44527</c:v>
                </c:pt>
                <c:pt idx="5505">
                  <c:v>44528</c:v>
                </c:pt>
                <c:pt idx="5506">
                  <c:v>44529</c:v>
                </c:pt>
                <c:pt idx="5507">
                  <c:v>44530</c:v>
                </c:pt>
                <c:pt idx="5508">
                  <c:v>44531</c:v>
                </c:pt>
                <c:pt idx="5509">
                  <c:v>44532</c:v>
                </c:pt>
                <c:pt idx="5510">
                  <c:v>44533</c:v>
                </c:pt>
                <c:pt idx="5511">
                  <c:v>44534</c:v>
                </c:pt>
                <c:pt idx="5512">
                  <c:v>44535</c:v>
                </c:pt>
                <c:pt idx="5513">
                  <c:v>44536</c:v>
                </c:pt>
                <c:pt idx="5514">
                  <c:v>44537</c:v>
                </c:pt>
                <c:pt idx="5515">
                  <c:v>44538</c:v>
                </c:pt>
                <c:pt idx="5516">
                  <c:v>44539</c:v>
                </c:pt>
                <c:pt idx="5517">
                  <c:v>44540</c:v>
                </c:pt>
                <c:pt idx="5518">
                  <c:v>44541</c:v>
                </c:pt>
                <c:pt idx="5519">
                  <c:v>44542</c:v>
                </c:pt>
                <c:pt idx="5520">
                  <c:v>44543</c:v>
                </c:pt>
                <c:pt idx="5521">
                  <c:v>44544</c:v>
                </c:pt>
                <c:pt idx="5522">
                  <c:v>44545</c:v>
                </c:pt>
                <c:pt idx="5523">
                  <c:v>44546</c:v>
                </c:pt>
                <c:pt idx="5524">
                  <c:v>44547</c:v>
                </c:pt>
                <c:pt idx="5525">
                  <c:v>44548</c:v>
                </c:pt>
                <c:pt idx="5526">
                  <c:v>44549</c:v>
                </c:pt>
                <c:pt idx="5527">
                  <c:v>44550</c:v>
                </c:pt>
                <c:pt idx="5528">
                  <c:v>44551</c:v>
                </c:pt>
                <c:pt idx="5529">
                  <c:v>44552</c:v>
                </c:pt>
                <c:pt idx="5530">
                  <c:v>44553</c:v>
                </c:pt>
                <c:pt idx="5531">
                  <c:v>44554</c:v>
                </c:pt>
                <c:pt idx="5532">
                  <c:v>44555</c:v>
                </c:pt>
                <c:pt idx="5533">
                  <c:v>44556</c:v>
                </c:pt>
                <c:pt idx="5534">
                  <c:v>44557</c:v>
                </c:pt>
                <c:pt idx="5535">
                  <c:v>44558</c:v>
                </c:pt>
                <c:pt idx="5536">
                  <c:v>44559</c:v>
                </c:pt>
                <c:pt idx="5537">
                  <c:v>44560</c:v>
                </c:pt>
                <c:pt idx="5538">
                  <c:v>44561</c:v>
                </c:pt>
                <c:pt idx="5539">
                  <c:v>44562</c:v>
                </c:pt>
                <c:pt idx="5540">
                  <c:v>44563</c:v>
                </c:pt>
                <c:pt idx="5541">
                  <c:v>44564</c:v>
                </c:pt>
                <c:pt idx="5542">
                  <c:v>44565</c:v>
                </c:pt>
                <c:pt idx="5543">
                  <c:v>44566</c:v>
                </c:pt>
                <c:pt idx="5544">
                  <c:v>44567</c:v>
                </c:pt>
                <c:pt idx="5545">
                  <c:v>44568</c:v>
                </c:pt>
                <c:pt idx="5546">
                  <c:v>44569</c:v>
                </c:pt>
                <c:pt idx="5547">
                  <c:v>44570</c:v>
                </c:pt>
                <c:pt idx="5548">
                  <c:v>44571</c:v>
                </c:pt>
                <c:pt idx="5549">
                  <c:v>44572</c:v>
                </c:pt>
                <c:pt idx="5550">
                  <c:v>44573</c:v>
                </c:pt>
                <c:pt idx="5551">
                  <c:v>44574</c:v>
                </c:pt>
                <c:pt idx="5552">
                  <c:v>44575</c:v>
                </c:pt>
                <c:pt idx="5553">
                  <c:v>44576</c:v>
                </c:pt>
                <c:pt idx="5554">
                  <c:v>44577</c:v>
                </c:pt>
                <c:pt idx="5555">
                  <c:v>44578</c:v>
                </c:pt>
                <c:pt idx="5556">
                  <c:v>44579</c:v>
                </c:pt>
                <c:pt idx="5557">
                  <c:v>44580</c:v>
                </c:pt>
                <c:pt idx="5558">
                  <c:v>44581</c:v>
                </c:pt>
                <c:pt idx="5559">
                  <c:v>44582</c:v>
                </c:pt>
                <c:pt idx="5560">
                  <c:v>44583</c:v>
                </c:pt>
                <c:pt idx="5561">
                  <c:v>44584</c:v>
                </c:pt>
                <c:pt idx="5562">
                  <c:v>44585</c:v>
                </c:pt>
                <c:pt idx="5563">
                  <c:v>44586</c:v>
                </c:pt>
                <c:pt idx="5564">
                  <c:v>44587</c:v>
                </c:pt>
                <c:pt idx="5565">
                  <c:v>44588</c:v>
                </c:pt>
                <c:pt idx="5566">
                  <c:v>44589</c:v>
                </c:pt>
                <c:pt idx="5567">
                  <c:v>44590</c:v>
                </c:pt>
                <c:pt idx="5568">
                  <c:v>44591</c:v>
                </c:pt>
                <c:pt idx="5569">
                  <c:v>44592</c:v>
                </c:pt>
                <c:pt idx="5570">
                  <c:v>44593</c:v>
                </c:pt>
                <c:pt idx="5571">
                  <c:v>44594</c:v>
                </c:pt>
                <c:pt idx="5572">
                  <c:v>44595</c:v>
                </c:pt>
                <c:pt idx="5573">
                  <c:v>44596</c:v>
                </c:pt>
                <c:pt idx="5574">
                  <c:v>44597</c:v>
                </c:pt>
                <c:pt idx="5575">
                  <c:v>44598</c:v>
                </c:pt>
                <c:pt idx="5576">
                  <c:v>44599</c:v>
                </c:pt>
                <c:pt idx="5577">
                  <c:v>44600</c:v>
                </c:pt>
                <c:pt idx="5578">
                  <c:v>44601</c:v>
                </c:pt>
                <c:pt idx="5579">
                  <c:v>44602</c:v>
                </c:pt>
                <c:pt idx="5580">
                  <c:v>44603</c:v>
                </c:pt>
                <c:pt idx="5581">
                  <c:v>44604</c:v>
                </c:pt>
                <c:pt idx="5582">
                  <c:v>44605</c:v>
                </c:pt>
                <c:pt idx="5583">
                  <c:v>44606</c:v>
                </c:pt>
                <c:pt idx="5584">
                  <c:v>44607</c:v>
                </c:pt>
                <c:pt idx="5585">
                  <c:v>44608</c:v>
                </c:pt>
                <c:pt idx="5586">
                  <c:v>44609</c:v>
                </c:pt>
                <c:pt idx="5587">
                  <c:v>44610</c:v>
                </c:pt>
                <c:pt idx="5588">
                  <c:v>44611</c:v>
                </c:pt>
                <c:pt idx="5589">
                  <c:v>44612</c:v>
                </c:pt>
                <c:pt idx="5590">
                  <c:v>44613</c:v>
                </c:pt>
                <c:pt idx="5591">
                  <c:v>44614</c:v>
                </c:pt>
                <c:pt idx="5592">
                  <c:v>44615</c:v>
                </c:pt>
                <c:pt idx="5593">
                  <c:v>44616</c:v>
                </c:pt>
                <c:pt idx="5594">
                  <c:v>44617</c:v>
                </c:pt>
                <c:pt idx="5595">
                  <c:v>44618</c:v>
                </c:pt>
                <c:pt idx="5596">
                  <c:v>44619</c:v>
                </c:pt>
                <c:pt idx="5597">
                  <c:v>44620</c:v>
                </c:pt>
                <c:pt idx="5598">
                  <c:v>44621</c:v>
                </c:pt>
                <c:pt idx="5599">
                  <c:v>44622</c:v>
                </c:pt>
                <c:pt idx="5600">
                  <c:v>44623</c:v>
                </c:pt>
                <c:pt idx="5601">
                  <c:v>44624</c:v>
                </c:pt>
                <c:pt idx="5602">
                  <c:v>44625</c:v>
                </c:pt>
                <c:pt idx="5603">
                  <c:v>44626</c:v>
                </c:pt>
                <c:pt idx="5604">
                  <c:v>44627</c:v>
                </c:pt>
                <c:pt idx="5605">
                  <c:v>44628</c:v>
                </c:pt>
                <c:pt idx="5606">
                  <c:v>44629</c:v>
                </c:pt>
                <c:pt idx="5607">
                  <c:v>44630</c:v>
                </c:pt>
                <c:pt idx="5608">
                  <c:v>44631</c:v>
                </c:pt>
                <c:pt idx="5609">
                  <c:v>44632</c:v>
                </c:pt>
                <c:pt idx="5610">
                  <c:v>44633</c:v>
                </c:pt>
                <c:pt idx="5611">
                  <c:v>44634</c:v>
                </c:pt>
                <c:pt idx="5612">
                  <c:v>44635</c:v>
                </c:pt>
                <c:pt idx="5613">
                  <c:v>44636</c:v>
                </c:pt>
                <c:pt idx="5614">
                  <c:v>44637</c:v>
                </c:pt>
                <c:pt idx="5615">
                  <c:v>44638</c:v>
                </c:pt>
                <c:pt idx="5616">
                  <c:v>44639</c:v>
                </c:pt>
                <c:pt idx="5617">
                  <c:v>44640</c:v>
                </c:pt>
                <c:pt idx="5618">
                  <c:v>44641</c:v>
                </c:pt>
                <c:pt idx="5619">
                  <c:v>44642</c:v>
                </c:pt>
                <c:pt idx="5620">
                  <c:v>44643</c:v>
                </c:pt>
                <c:pt idx="5621">
                  <c:v>44644</c:v>
                </c:pt>
                <c:pt idx="5622">
                  <c:v>44645</c:v>
                </c:pt>
                <c:pt idx="5623">
                  <c:v>44646</c:v>
                </c:pt>
                <c:pt idx="5624">
                  <c:v>44647</c:v>
                </c:pt>
                <c:pt idx="5625">
                  <c:v>44648</c:v>
                </c:pt>
                <c:pt idx="5626">
                  <c:v>44649</c:v>
                </c:pt>
                <c:pt idx="5627">
                  <c:v>44650</c:v>
                </c:pt>
                <c:pt idx="5628">
                  <c:v>44651</c:v>
                </c:pt>
                <c:pt idx="5629">
                  <c:v>44652</c:v>
                </c:pt>
                <c:pt idx="5630">
                  <c:v>44653</c:v>
                </c:pt>
                <c:pt idx="5631">
                  <c:v>44654</c:v>
                </c:pt>
                <c:pt idx="5632">
                  <c:v>44655</c:v>
                </c:pt>
                <c:pt idx="5633">
                  <c:v>44656</c:v>
                </c:pt>
                <c:pt idx="5634">
                  <c:v>44657</c:v>
                </c:pt>
                <c:pt idx="5635">
                  <c:v>44658</c:v>
                </c:pt>
                <c:pt idx="5636">
                  <c:v>44659</c:v>
                </c:pt>
                <c:pt idx="5637">
                  <c:v>44660</c:v>
                </c:pt>
                <c:pt idx="5638">
                  <c:v>44661</c:v>
                </c:pt>
                <c:pt idx="5639">
                  <c:v>44662</c:v>
                </c:pt>
                <c:pt idx="5640">
                  <c:v>44663</c:v>
                </c:pt>
                <c:pt idx="5641">
                  <c:v>44664</c:v>
                </c:pt>
                <c:pt idx="5642">
                  <c:v>44665</c:v>
                </c:pt>
                <c:pt idx="5643">
                  <c:v>44666</c:v>
                </c:pt>
                <c:pt idx="5644">
                  <c:v>44667</c:v>
                </c:pt>
                <c:pt idx="5645">
                  <c:v>44668</c:v>
                </c:pt>
                <c:pt idx="5646">
                  <c:v>44669</c:v>
                </c:pt>
                <c:pt idx="5647">
                  <c:v>44670</c:v>
                </c:pt>
                <c:pt idx="5648">
                  <c:v>44671</c:v>
                </c:pt>
                <c:pt idx="5649">
                  <c:v>44672</c:v>
                </c:pt>
                <c:pt idx="5650">
                  <c:v>44673</c:v>
                </c:pt>
                <c:pt idx="5651">
                  <c:v>44674</c:v>
                </c:pt>
                <c:pt idx="5652">
                  <c:v>44675</c:v>
                </c:pt>
                <c:pt idx="5653">
                  <c:v>44676</c:v>
                </c:pt>
                <c:pt idx="5654">
                  <c:v>44677</c:v>
                </c:pt>
                <c:pt idx="5655">
                  <c:v>44678</c:v>
                </c:pt>
                <c:pt idx="5656">
                  <c:v>44679</c:v>
                </c:pt>
                <c:pt idx="5657">
                  <c:v>44680</c:v>
                </c:pt>
                <c:pt idx="5658">
                  <c:v>44681</c:v>
                </c:pt>
                <c:pt idx="5659">
                  <c:v>44682</c:v>
                </c:pt>
                <c:pt idx="5660">
                  <c:v>44683</c:v>
                </c:pt>
                <c:pt idx="5661">
                  <c:v>44684</c:v>
                </c:pt>
                <c:pt idx="5662">
                  <c:v>44685</c:v>
                </c:pt>
                <c:pt idx="5663">
                  <c:v>44686</c:v>
                </c:pt>
                <c:pt idx="5664">
                  <c:v>44687</c:v>
                </c:pt>
                <c:pt idx="5665">
                  <c:v>44688</c:v>
                </c:pt>
                <c:pt idx="5666">
                  <c:v>44689</c:v>
                </c:pt>
                <c:pt idx="5667">
                  <c:v>44690</c:v>
                </c:pt>
                <c:pt idx="5668">
                  <c:v>44691</c:v>
                </c:pt>
                <c:pt idx="5669">
                  <c:v>44692</c:v>
                </c:pt>
                <c:pt idx="5670">
                  <c:v>44693</c:v>
                </c:pt>
                <c:pt idx="5671">
                  <c:v>44694</c:v>
                </c:pt>
                <c:pt idx="5672">
                  <c:v>44695</c:v>
                </c:pt>
                <c:pt idx="5673">
                  <c:v>44696</c:v>
                </c:pt>
                <c:pt idx="5674">
                  <c:v>44697</c:v>
                </c:pt>
                <c:pt idx="5675">
                  <c:v>44698</c:v>
                </c:pt>
                <c:pt idx="5676">
                  <c:v>44699</c:v>
                </c:pt>
                <c:pt idx="5677">
                  <c:v>44700</c:v>
                </c:pt>
                <c:pt idx="5678">
                  <c:v>44701</c:v>
                </c:pt>
                <c:pt idx="5679">
                  <c:v>44702</c:v>
                </c:pt>
                <c:pt idx="5680">
                  <c:v>44703</c:v>
                </c:pt>
                <c:pt idx="5681">
                  <c:v>44704</c:v>
                </c:pt>
                <c:pt idx="5682">
                  <c:v>44705</c:v>
                </c:pt>
                <c:pt idx="5683">
                  <c:v>44706</c:v>
                </c:pt>
                <c:pt idx="5684">
                  <c:v>44707</c:v>
                </c:pt>
                <c:pt idx="5685">
                  <c:v>44708</c:v>
                </c:pt>
                <c:pt idx="5686">
                  <c:v>44709</c:v>
                </c:pt>
                <c:pt idx="5687">
                  <c:v>44710</c:v>
                </c:pt>
                <c:pt idx="5688">
                  <c:v>44711</c:v>
                </c:pt>
                <c:pt idx="5689">
                  <c:v>44712</c:v>
                </c:pt>
                <c:pt idx="5690">
                  <c:v>44713</c:v>
                </c:pt>
                <c:pt idx="5691">
                  <c:v>44714</c:v>
                </c:pt>
                <c:pt idx="5692">
                  <c:v>44715</c:v>
                </c:pt>
                <c:pt idx="5693">
                  <c:v>44716</c:v>
                </c:pt>
                <c:pt idx="5694">
                  <c:v>44717</c:v>
                </c:pt>
                <c:pt idx="5695">
                  <c:v>44718</c:v>
                </c:pt>
                <c:pt idx="5696">
                  <c:v>44719</c:v>
                </c:pt>
                <c:pt idx="5697">
                  <c:v>44720</c:v>
                </c:pt>
                <c:pt idx="5698">
                  <c:v>44721</c:v>
                </c:pt>
                <c:pt idx="5699">
                  <c:v>44722</c:v>
                </c:pt>
                <c:pt idx="5700">
                  <c:v>44723</c:v>
                </c:pt>
                <c:pt idx="5701">
                  <c:v>44724</c:v>
                </c:pt>
                <c:pt idx="5702">
                  <c:v>44725</c:v>
                </c:pt>
                <c:pt idx="5703">
                  <c:v>44726</c:v>
                </c:pt>
                <c:pt idx="5704">
                  <c:v>44727</c:v>
                </c:pt>
                <c:pt idx="5705">
                  <c:v>44728</c:v>
                </c:pt>
                <c:pt idx="5706">
                  <c:v>44729</c:v>
                </c:pt>
                <c:pt idx="5707">
                  <c:v>44730</c:v>
                </c:pt>
                <c:pt idx="5708">
                  <c:v>44731</c:v>
                </c:pt>
                <c:pt idx="5709">
                  <c:v>44732</c:v>
                </c:pt>
                <c:pt idx="5710">
                  <c:v>44733</c:v>
                </c:pt>
                <c:pt idx="5711">
                  <c:v>44734</c:v>
                </c:pt>
                <c:pt idx="5712">
                  <c:v>44735</c:v>
                </c:pt>
                <c:pt idx="5713">
                  <c:v>44736</c:v>
                </c:pt>
                <c:pt idx="5714">
                  <c:v>44737</c:v>
                </c:pt>
                <c:pt idx="5715">
                  <c:v>44738</c:v>
                </c:pt>
                <c:pt idx="5716">
                  <c:v>44739</c:v>
                </c:pt>
                <c:pt idx="5717">
                  <c:v>44740</c:v>
                </c:pt>
                <c:pt idx="5718">
                  <c:v>44741</c:v>
                </c:pt>
                <c:pt idx="5719">
                  <c:v>44742</c:v>
                </c:pt>
                <c:pt idx="5720">
                  <c:v>44743</c:v>
                </c:pt>
                <c:pt idx="5721">
                  <c:v>44744</c:v>
                </c:pt>
                <c:pt idx="5722">
                  <c:v>44745</c:v>
                </c:pt>
                <c:pt idx="5723">
                  <c:v>44746</c:v>
                </c:pt>
                <c:pt idx="5724">
                  <c:v>44747</c:v>
                </c:pt>
                <c:pt idx="5725">
                  <c:v>44748</c:v>
                </c:pt>
                <c:pt idx="5726">
                  <c:v>44749</c:v>
                </c:pt>
                <c:pt idx="5727">
                  <c:v>44750</c:v>
                </c:pt>
                <c:pt idx="5728">
                  <c:v>44751</c:v>
                </c:pt>
                <c:pt idx="5729">
                  <c:v>44752</c:v>
                </c:pt>
                <c:pt idx="5730">
                  <c:v>44753</c:v>
                </c:pt>
                <c:pt idx="5731">
                  <c:v>44754</c:v>
                </c:pt>
                <c:pt idx="5732">
                  <c:v>44755</c:v>
                </c:pt>
                <c:pt idx="5733">
                  <c:v>44756</c:v>
                </c:pt>
                <c:pt idx="5734">
                  <c:v>44757</c:v>
                </c:pt>
                <c:pt idx="5735">
                  <c:v>44758</c:v>
                </c:pt>
                <c:pt idx="5736">
                  <c:v>44759</c:v>
                </c:pt>
                <c:pt idx="5737">
                  <c:v>44760</c:v>
                </c:pt>
                <c:pt idx="5738">
                  <c:v>44761</c:v>
                </c:pt>
                <c:pt idx="5739">
                  <c:v>44762</c:v>
                </c:pt>
                <c:pt idx="5740">
                  <c:v>44763</c:v>
                </c:pt>
                <c:pt idx="5741">
                  <c:v>44764</c:v>
                </c:pt>
                <c:pt idx="5742">
                  <c:v>44765</c:v>
                </c:pt>
                <c:pt idx="5743">
                  <c:v>44766</c:v>
                </c:pt>
                <c:pt idx="5744">
                  <c:v>44767</c:v>
                </c:pt>
                <c:pt idx="5745">
                  <c:v>44768</c:v>
                </c:pt>
                <c:pt idx="5746">
                  <c:v>44769</c:v>
                </c:pt>
                <c:pt idx="5747">
                  <c:v>44770</c:v>
                </c:pt>
                <c:pt idx="5748">
                  <c:v>44771</c:v>
                </c:pt>
                <c:pt idx="5749">
                  <c:v>44772</c:v>
                </c:pt>
                <c:pt idx="5750">
                  <c:v>44773</c:v>
                </c:pt>
                <c:pt idx="5751">
                  <c:v>44774</c:v>
                </c:pt>
                <c:pt idx="5752">
                  <c:v>44775</c:v>
                </c:pt>
                <c:pt idx="5753">
                  <c:v>44776</c:v>
                </c:pt>
                <c:pt idx="5754">
                  <c:v>44777</c:v>
                </c:pt>
                <c:pt idx="5755">
                  <c:v>44778</c:v>
                </c:pt>
                <c:pt idx="5756">
                  <c:v>44779</c:v>
                </c:pt>
                <c:pt idx="5757">
                  <c:v>44780</c:v>
                </c:pt>
                <c:pt idx="5758">
                  <c:v>44781</c:v>
                </c:pt>
                <c:pt idx="5759">
                  <c:v>44782</c:v>
                </c:pt>
                <c:pt idx="5760">
                  <c:v>44783</c:v>
                </c:pt>
                <c:pt idx="5761">
                  <c:v>44784</c:v>
                </c:pt>
                <c:pt idx="5762">
                  <c:v>44785</c:v>
                </c:pt>
                <c:pt idx="5763">
                  <c:v>44786</c:v>
                </c:pt>
                <c:pt idx="5764">
                  <c:v>44787</c:v>
                </c:pt>
                <c:pt idx="5765">
                  <c:v>44788</c:v>
                </c:pt>
                <c:pt idx="5766">
                  <c:v>44789</c:v>
                </c:pt>
                <c:pt idx="5767">
                  <c:v>44790</c:v>
                </c:pt>
                <c:pt idx="5768">
                  <c:v>44791</c:v>
                </c:pt>
                <c:pt idx="5769">
                  <c:v>44792</c:v>
                </c:pt>
                <c:pt idx="5770">
                  <c:v>44793</c:v>
                </c:pt>
                <c:pt idx="5771">
                  <c:v>44794</c:v>
                </c:pt>
                <c:pt idx="5772">
                  <c:v>44795</c:v>
                </c:pt>
                <c:pt idx="5773">
                  <c:v>44796</c:v>
                </c:pt>
                <c:pt idx="5774">
                  <c:v>44797</c:v>
                </c:pt>
                <c:pt idx="5775">
                  <c:v>44798</c:v>
                </c:pt>
                <c:pt idx="5776">
                  <c:v>44799</c:v>
                </c:pt>
                <c:pt idx="5777">
                  <c:v>44800</c:v>
                </c:pt>
                <c:pt idx="5778">
                  <c:v>44801</c:v>
                </c:pt>
                <c:pt idx="5779">
                  <c:v>44802</c:v>
                </c:pt>
                <c:pt idx="5780">
                  <c:v>44803</c:v>
                </c:pt>
                <c:pt idx="5781">
                  <c:v>44804</c:v>
                </c:pt>
                <c:pt idx="5782">
                  <c:v>44805</c:v>
                </c:pt>
                <c:pt idx="5783">
                  <c:v>44806</c:v>
                </c:pt>
                <c:pt idx="5784">
                  <c:v>44807</c:v>
                </c:pt>
                <c:pt idx="5785">
                  <c:v>44808</c:v>
                </c:pt>
                <c:pt idx="5786">
                  <c:v>44809</c:v>
                </c:pt>
                <c:pt idx="5787">
                  <c:v>44810</c:v>
                </c:pt>
                <c:pt idx="5788">
                  <c:v>44811</c:v>
                </c:pt>
                <c:pt idx="5789">
                  <c:v>44812</c:v>
                </c:pt>
                <c:pt idx="5790">
                  <c:v>44813</c:v>
                </c:pt>
                <c:pt idx="5791">
                  <c:v>44814</c:v>
                </c:pt>
                <c:pt idx="5792">
                  <c:v>44815</c:v>
                </c:pt>
                <c:pt idx="5793">
                  <c:v>44816</c:v>
                </c:pt>
                <c:pt idx="5794">
                  <c:v>44817</c:v>
                </c:pt>
                <c:pt idx="5795">
                  <c:v>44818</c:v>
                </c:pt>
                <c:pt idx="5796">
                  <c:v>44819</c:v>
                </c:pt>
                <c:pt idx="5797">
                  <c:v>44820</c:v>
                </c:pt>
                <c:pt idx="5798">
                  <c:v>44821</c:v>
                </c:pt>
                <c:pt idx="5799">
                  <c:v>44822</c:v>
                </c:pt>
                <c:pt idx="5800">
                  <c:v>44823</c:v>
                </c:pt>
                <c:pt idx="5801">
                  <c:v>44824</c:v>
                </c:pt>
                <c:pt idx="5802">
                  <c:v>44825</c:v>
                </c:pt>
                <c:pt idx="5803">
                  <c:v>44826</c:v>
                </c:pt>
                <c:pt idx="5804">
                  <c:v>44827</c:v>
                </c:pt>
                <c:pt idx="5805">
                  <c:v>44828</c:v>
                </c:pt>
                <c:pt idx="5806">
                  <c:v>44829</c:v>
                </c:pt>
                <c:pt idx="5807">
                  <c:v>44830</c:v>
                </c:pt>
                <c:pt idx="5808">
                  <c:v>44831</c:v>
                </c:pt>
                <c:pt idx="5809">
                  <c:v>44832</c:v>
                </c:pt>
                <c:pt idx="5810">
                  <c:v>44833</c:v>
                </c:pt>
                <c:pt idx="5811">
                  <c:v>44834</c:v>
                </c:pt>
                <c:pt idx="5812">
                  <c:v>44835</c:v>
                </c:pt>
                <c:pt idx="5813">
                  <c:v>44836</c:v>
                </c:pt>
                <c:pt idx="5814">
                  <c:v>44837</c:v>
                </c:pt>
                <c:pt idx="5815">
                  <c:v>44838</c:v>
                </c:pt>
                <c:pt idx="5816">
                  <c:v>44839</c:v>
                </c:pt>
                <c:pt idx="5817">
                  <c:v>44840</c:v>
                </c:pt>
                <c:pt idx="5818">
                  <c:v>44841</c:v>
                </c:pt>
                <c:pt idx="5819">
                  <c:v>44842</c:v>
                </c:pt>
                <c:pt idx="5820">
                  <c:v>44843</c:v>
                </c:pt>
                <c:pt idx="5821">
                  <c:v>44844</c:v>
                </c:pt>
                <c:pt idx="5822">
                  <c:v>44845</c:v>
                </c:pt>
                <c:pt idx="5823">
                  <c:v>44846</c:v>
                </c:pt>
                <c:pt idx="5824">
                  <c:v>44847</c:v>
                </c:pt>
                <c:pt idx="5825">
                  <c:v>44848</c:v>
                </c:pt>
                <c:pt idx="5826">
                  <c:v>44849</c:v>
                </c:pt>
                <c:pt idx="5827">
                  <c:v>44850</c:v>
                </c:pt>
                <c:pt idx="5828">
                  <c:v>44851</c:v>
                </c:pt>
                <c:pt idx="5829">
                  <c:v>44852</c:v>
                </c:pt>
                <c:pt idx="5830">
                  <c:v>44853</c:v>
                </c:pt>
                <c:pt idx="5831">
                  <c:v>44854</c:v>
                </c:pt>
                <c:pt idx="5832">
                  <c:v>44855</c:v>
                </c:pt>
                <c:pt idx="5833">
                  <c:v>44856</c:v>
                </c:pt>
                <c:pt idx="5834">
                  <c:v>44857</c:v>
                </c:pt>
                <c:pt idx="5835">
                  <c:v>44858</c:v>
                </c:pt>
                <c:pt idx="5836">
                  <c:v>44859</c:v>
                </c:pt>
                <c:pt idx="5837">
                  <c:v>44860</c:v>
                </c:pt>
                <c:pt idx="5838">
                  <c:v>44861</c:v>
                </c:pt>
                <c:pt idx="5839">
                  <c:v>44862</c:v>
                </c:pt>
                <c:pt idx="5840">
                  <c:v>44863</c:v>
                </c:pt>
                <c:pt idx="5841">
                  <c:v>44864</c:v>
                </c:pt>
                <c:pt idx="5842">
                  <c:v>44865</c:v>
                </c:pt>
                <c:pt idx="5843">
                  <c:v>44866</c:v>
                </c:pt>
                <c:pt idx="5844">
                  <c:v>44867</c:v>
                </c:pt>
                <c:pt idx="5845">
                  <c:v>44868</c:v>
                </c:pt>
                <c:pt idx="5846">
                  <c:v>44869</c:v>
                </c:pt>
                <c:pt idx="5847">
                  <c:v>44870</c:v>
                </c:pt>
                <c:pt idx="5848">
                  <c:v>44871</c:v>
                </c:pt>
                <c:pt idx="5849">
                  <c:v>44872</c:v>
                </c:pt>
                <c:pt idx="5850">
                  <c:v>44873</c:v>
                </c:pt>
                <c:pt idx="5851">
                  <c:v>44874</c:v>
                </c:pt>
                <c:pt idx="5852">
                  <c:v>44875</c:v>
                </c:pt>
                <c:pt idx="5853">
                  <c:v>44876</c:v>
                </c:pt>
                <c:pt idx="5854">
                  <c:v>44877</c:v>
                </c:pt>
                <c:pt idx="5855">
                  <c:v>44878</c:v>
                </c:pt>
                <c:pt idx="5856">
                  <c:v>44879</c:v>
                </c:pt>
                <c:pt idx="5857">
                  <c:v>44880</c:v>
                </c:pt>
                <c:pt idx="5858">
                  <c:v>44881</c:v>
                </c:pt>
                <c:pt idx="5859">
                  <c:v>44882</c:v>
                </c:pt>
                <c:pt idx="5860">
                  <c:v>44883</c:v>
                </c:pt>
                <c:pt idx="5861">
                  <c:v>44884</c:v>
                </c:pt>
                <c:pt idx="5862">
                  <c:v>44885</c:v>
                </c:pt>
                <c:pt idx="5863">
                  <c:v>44886</c:v>
                </c:pt>
                <c:pt idx="5864">
                  <c:v>44887</c:v>
                </c:pt>
                <c:pt idx="5865">
                  <c:v>44888</c:v>
                </c:pt>
                <c:pt idx="5866">
                  <c:v>44889</c:v>
                </c:pt>
                <c:pt idx="5867">
                  <c:v>44890</c:v>
                </c:pt>
                <c:pt idx="5868">
                  <c:v>44891</c:v>
                </c:pt>
                <c:pt idx="5869">
                  <c:v>44892</c:v>
                </c:pt>
                <c:pt idx="5870">
                  <c:v>44893</c:v>
                </c:pt>
                <c:pt idx="5871">
                  <c:v>44894</c:v>
                </c:pt>
                <c:pt idx="5872">
                  <c:v>44895</c:v>
                </c:pt>
                <c:pt idx="5873">
                  <c:v>44896</c:v>
                </c:pt>
                <c:pt idx="5874">
                  <c:v>44897</c:v>
                </c:pt>
                <c:pt idx="5875">
                  <c:v>44898</c:v>
                </c:pt>
                <c:pt idx="5876">
                  <c:v>44899</c:v>
                </c:pt>
                <c:pt idx="5877">
                  <c:v>44900</c:v>
                </c:pt>
                <c:pt idx="5878">
                  <c:v>44901</c:v>
                </c:pt>
                <c:pt idx="5879">
                  <c:v>44902</c:v>
                </c:pt>
                <c:pt idx="5880">
                  <c:v>44903</c:v>
                </c:pt>
                <c:pt idx="5881">
                  <c:v>44904</c:v>
                </c:pt>
                <c:pt idx="5882">
                  <c:v>44905</c:v>
                </c:pt>
                <c:pt idx="5883">
                  <c:v>44906</c:v>
                </c:pt>
                <c:pt idx="5884">
                  <c:v>44907</c:v>
                </c:pt>
                <c:pt idx="5885">
                  <c:v>44908</c:v>
                </c:pt>
                <c:pt idx="5886">
                  <c:v>44909</c:v>
                </c:pt>
                <c:pt idx="5887">
                  <c:v>44910</c:v>
                </c:pt>
                <c:pt idx="5888">
                  <c:v>44911</c:v>
                </c:pt>
                <c:pt idx="5889">
                  <c:v>44912</c:v>
                </c:pt>
                <c:pt idx="5890">
                  <c:v>44913</c:v>
                </c:pt>
                <c:pt idx="5891">
                  <c:v>44914</c:v>
                </c:pt>
                <c:pt idx="5892">
                  <c:v>44915</c:v>
                </c:pt>
                <c:pt idx="5893">
                  <c:v>44916</c:v>
                </c:pt>
                <c:pt idx="5894">
                  <c:v>44917</c:v>
                </c:pt>
                <c:pt idx="5895">
                  <c:v>44918</c:v>
                </c:pt>
                <c:pt idx="5896">
                  <c:v>44919</c:v>
                </c:pt>
                <c:pt idx="5897">
                  <c:v>44920</c:v>
                </c:pt>
                <c:pt idx="5898">
                  <c:v>44921</c:v>
                </c:pt>
                <c:pt idx="5899">
                  <c:v>44922</c:v>
                </c:pt>
                <c:pt idx="5900">
                  <c:v>44923</c:v>
                </c:pt>
                <c:pt idx="5901">
                  <c:v>44924</c:v>
                </c:pt>
                <c:pt idx="5902">
                  <c:v>44925</c:v>
                </c:pt>
                <c:pt idx="5903">
                  <c:v>44926</c:v>
                </c:pt>
                <c:pt idx="5904">
                  <c:v>44927</c:v>
                </c:pt>
                <c:pt idx="5905">
                  <c:v>44928</c:v>
                </c:pt>
                <c:pt idx="5906">
                  <c:v>44929</c:v>
                </c:pt>
                <c:pt idx="5907">
                  <c:v>44930</c:v>
                </c:pt>
                <c:pt idx="5908">
                  <c:v>44931</c:v>
                </c:pt>
                <c:pt idx="5909">
                  <c:v>44932</c:v>
                </c:pt>
                <c:pt idx="5910">
                  <c:v>44933</c:v>
                </c:pt>
                <c:pt idx="5911">
                  <c:v>44934</c:v>
                </c:pt>
                <c:pt idx="5912">
                  <c:v>44935</c:v>
                </c:pt>
                <c:pt idx="5913">
                  <c:v>44936</c:v>
                </c:pt>
                <c:pt idx="5914">
                  <c:v>44937</c:v>
                </c:pt>
                <c:pt idx="5915">
                  <c:v>44938</c:v>
                </c:pt>
                <c:pt idx="5916">
                  <c:v>44939</c:v>
                </c:pt>
                <c:pt idx="5917">
                  <c:v>44940</c:v>
                </c:pt>
                <c:pt idx="5918">
                  <c:v>44941</c:v>
                </c:pt>
                <c:pt idx="5919">
                  <c:v>44942</c:v>
                </c:pt>
                <c:pt idx="5920">
                  <c:v>44943</c:v>
                </c:pt>
                <c:pt idx="5921">
                  <c:v>44944</c:v>
                </c:pt>
                <c:pt idx="5922">
                  <c:v>44945</c:v>
                </c:pt>
                <c:pt idx="5923">
                  <c:v>44946</c:v>
                </c:pt>
                <c:pt idx="5924">
                  <c:v>44947</c:v>
                </c:pt>
                <c:pt idx="5925">
                  <c:v>44948</c:v>
                </c:pt>
                <c:pt idx="5926">
                  <c:v>44949</c:v>
                </c:pt>
                <c:pt idx="5927">
                  <c:v>44950</c:v>
                </c:pt>
                <c:pt idx="5928">
                  <c:v>44951</c:v>
                </c:pt>
                <c:pt idx="5929">
                  <c:v>44952</c:v>
                </c:pt>
                <c:pt idx="5930">
                  <c:v>44953</c:v>
                </c:pt>
                <c:pt idx="5931">
                  <c:v>44954</c:v>
                </c:pt>
                <c:pt idx="5932">
                  <c:v>44955</c:v>
                </c:pt>
                <c:pt idx="5933">
                  <c:v>44956</c:v>
                </c:pt>
                <c:pt idx="5934">
                  <c:v>44957</c:v>
                </c:pt>
                <c:pt idx="5935">
                  <c:v>44958</c:v>
                </c:pt>
                <c:pt idx="5936">
                  <c:v>44959</c:v>
                </c:pt>
                <c:pt idx="5937">
                  <c:v>44960</c:v>
                </c:pt>
                <c:pt idx="5938">
                  <c:v>44961</c:v>
                </c:pt>
                <c:pt idx="5939">
                  <c:v>44962</c:v>
                </c:pt>
                <c:pt idx="5940">
                  <c:v>44963</c:v>
                </c:pt>
                <c:pt idx="5941">
                  <c:v>44964</c:v>
                </c:pt>
                <c:pt idx="5942">
                  <c:v>44965</c:v>
                </c:pt>
                <c:pt idx="5943">
                  <c:v>44966</c:v>
                </c:pt>
                <c:pt idx="5944">
                  <c:v>44967</c:v>
                </c:pt>
                <c:pt idx="5945">
                  <c:v>44968</c:v>
                </c:pt>
                <c:pt idx="5946">
                  <c:v>44969</c:v>
                </c:pt>
                <c:pt idx="5947">
                  <c:v>44970</c:v>
                </c:pt>
                <c:pt idx="5948">
                  <c:v>44971</c:v>
                </c:pt>
                <c:pt idx="5949">
                  <c:v>44972</c:v>
                </c:pt>
                <c:pt idx="5950">
                  <c:v>44973</c:v>
                </c:pt>
                <c:pt idx="5951">
                  <c:v>44974</c:v>
                </c:pt>
                <c:pt idx="5952">
                  <c:v>44975</c:v>
                </c:pt>
                <c:pt idx="5953">
                  <c:v>44976</c:v>
                </c:pt>
                <c:pt idx="5954">
                  <c:v>44977</c:v>
                </c:pt>
                <c:pt idx="5955">
                  <c:v>44978</c:v>
                </c:pt>
                <c:pt idx="5956">
                  <c:v>44979</c:v>
                </c:pt>
                <c:pt idx="5957">
                  <c:v>44980</c:v>
                </c:pt>
                <c:pt idx="5958">
                  <c:v>44981</c:v>
                </c:pt>
                <c:pt idx="5959">
                  <c:v>44982</c:v>
                </c:pt>
                <c:pt idx="5960">
                  <c:v>44983</c:v>
                </c:pt>
                <c:pt idx="5961">
                  <c:v>44984</c:v>
                </c:pt>
                <c:pt idx="5962">
                  <c:v>44985</c:v>
                </c:pt>
                <c:pt idx="5963">
                  <c:v>44986</c:v>
                </c:pt>
                <c:pt idx="5964">
                  <c:v>44987</c:v>
                </c:pt>
                <c:pt idx="5965">
                  <c:v>44988</c:v>
                </c:pt>
                <c:pt idx="5966">
                  <c:v>44989</c:v>
                </c:pt>
                <c:pt idx="5967">
                  <c:v>44990</c:v>
                </c:pt>
                <c:pt idx="5968">
                  <c:v>44991</c:v>
                </c:pt>
                <c:pt idx="5969">
                  <c:v>44992</c:v>
                </c:pt>
                <c:pt idx="5970">
                  <c:v>44993</c:v>
                </c:pt>
                <c:pt idx="5971">
                  <c:v>44994</c:v>
                </c:pt>
                <c:pt idx="5972">
                  <c:v>44995</c:v>
                </c:pt>
                <c:pt idx="5973">
                  <c:v>44996</c:v>
                </c:pt>
                <c:pt idx="5974">
                  <c:v>44997</c:v>
                </c:pt>
                <c:pt idx="5975">
                  <c:v>44998</c:v>
                </c:pt>
                <c:pt idx="5976">
                  <c:v>44999</c:v>
                </c:pt>
                <c:pt idx="5977">
                  <c:v>45000</c:v>
                </c:pt>
                <c:pt idx="5978">
                  <c:v>45001</c:v>
                </c:pt>
                <c:pt idx="5979">
                  <c:v>45002</c:v>
                </c:pt>
                <c:pt idx="5980">
                  <c:v>45003</c:v>
                </c:pt>
                <c:pt idx="5981">
                  <c:v>45004</c:v>
                </c:pt>
                <c:pt idx="5982">
                  <c:v>45005</c:v>
                </c:pt>
                <c:pt idx="5983">
                  <c:v>45006</c:v>
                </c:pt>
                <c:pt idx="5984">
                  <c:v>45007</c:v>
                </c:pt>
                <c:pt idx="5985">
                  <c:v>45008</c:v>
                </c:pt>
                <c:pt idx="5986">
                  <c:v>45009</c:v>
                </c:pt>
                <c:pt idx="5987">
                  <c:v>45010</c:v>
                </c:pt>
                <c:pt idx="5988">
                  <c:v>45011</c:v>
                </c:pt>
                <c:pt idx="5989">
                  <c:v>45012</c:v>
                </c:pt>
                <c:pt idx="5990">
                  <c:v>45013</c:v>
                </c:pt>
                <c:pt idx="5991">
                  <c:v>45014</c:v>
                </c:pt>
                <c:pt idx="5992">
                  <c:v>45015</c:v>
                </c:pt>
                <c:pt idx="5993">
                  <c:v>45016</c:v>
                </c:pt>
                <c:pt idx="5994">
                  <c:v>45017</c:v>
                </c:pt>
                <c:pt idx="5995">
                  <c:v>45018</c:v>
                </c:pt>
                <c:pt idx="5996">
                  <c:v>45019</c:v>
                </c:pt>
                <c:pt idx="5997">
                  <c:v>45020</c:v>
                </c:pt>
                <c:pt idx="5998">
                  <c:v>45021</c:v>
                </c:pt>
                <c:pt idx="5999">
                  <c:v>45022</c:v>
                </c:pt>
                <c:pt idx="6000">
                  <c:v>45023</c:v>
                </c:pt>
                <c:pt idx="6001">
                  <c:v>45024</c:v>
                </c:pt>
                <c:pt idx="6002">
                  <c:v>45025</c:v>
                </c:pt>
                <c:pt idx="6003">
                  <c:v>45026</c:v>
                </c:pt>
                <c:pt idx="6004">
                  <c:v>45027</c:v>
                </c:pt>
                <c:pt idx="6005">
                  <c:v>45028</c:v>
                </c:pt>
                <c:pt idx="6006">
                  <c:v>45029</c:v>
                </c:pt>
                <c:pt idx="6007">
                  <c:v>45030</c:v>
                </c:pt>
                <c:pt idx="6008">
                  <c:v>45031</c:v>
                </c:pt>
                <c:pt idx="6009">
                  <c:v>45032</c:v>
                </c:pt>
                <c:pt idx="6010">
                  <c:v>45033</c:v>
                </c:pt>
                <c:pt idx="6011">
                  <c:v>45034</c:v>
                </c:pt>
                <c:pt idx="6012">
                  <c:v>45035</c:v>
                </c:pt>
                <c:pt idx="6013">
                  <c:v>45036</c:v>
                </c:pt>
                <c:pt idx="6014">
                  <c:v>45037</c:v>
                </c:pt>
                <c:pt idx="6015">
                  <c:v>45038</c:v>
                </c:pt>
                <c:pt idx="6016">
                  <c:v>45039</c:v>
                </c:pt>
                <c:pt idx="6017">
                  <c:v>45040</c:v>
                </c:pt>
                <c:pt idx="6018">
                  <c:v>45041</c:v>
                </c:pt>
                <c:pt idx="6019">
                  <c:v>45042</c:v>
                </c:pt>
                <c:pt idx="6020">
                  <c:v>45043</c:v>
                </c:pt>
                <c:pt idx="6021">
                  <c:v>45044</c:v>
                </c:pt>
                <c:pt idx="6022">
                  <c:v>45045</c:v>
                </c:pt>
                <c:pt idx="6023">
                  <c:v>45046</c:v>
                </c:pt>
                <c:pt idx="6024">
                  <c:v>45047</c:v>
                </c:pt>
                <c:pt idx="6025">
                  <c:v>45048</c:v>
                </c:pt>
                <c:pt idx="6026">
                  <c:v>45049</c:v>
                </c:pt>
                <c:pt idx="6027">
                  <c:v>45050</c:v>
                </c:pt>
                <c:pt idx="6028">
                  <c:v>45051</c:v>
                </c:pt>
                <c:pt idx="6029">
                  <c:v>45052</c:v>
                </c:pt>
                <c:pt idx="6030">
                  <c:v>45053</c:v>
                </c:pt>
                <c:pt idx="6031">
                  <c:v>45054</c:v>
                </c:pt>
                <c:pt idx="6032">
                  <c:v>45055</c:v>
                </c:pt>
                <c:pt idx="6033">
                  <c:v>45056</c:v>
                </c:pt>
                <c:pt idx="6034">
                  <c:v>45057</c:v>
                </c:pt>
                <c:pt idx="6035">
                  <c:v>45058</c:v>
                </c:pt>
                <c:pt idx="6036">
                  <c:v>45059</c:v>
                </c:pt>
                <c:pt idx="6037">
                  <c:v>45060</c:v>
                </c:pt>
                <c:pt idx="6038">
                  <c:v>45061</c:v>
                </c:pt>
                <c:pt idx="6039">
                  <c:v>45062</c:v>
                </c:pt>
                <c:pt idx="6040">
                  <c:v>45063</c:v>
                </c:pt>
                <c:pt idx="6041">
                  <c:v>45064</c:v>
                </c:pt>
                <c:pt idx="6042">
                  <c:v>45065</c:v>
                </c:pt>
                <c:pt idx="6043">
                  <c:v>45066</c:v>
                </c:pt>
                <c:pt idx="6044">
                  <c:v>45067</c:v>
                </c:pt>
                <c:pt idx="6045">
                  <c:v>45068</c:v>
                </c:pt>
                <c:pt idx="6046">
                  <c:v>45069</c:v>
                </c:pt>
                <c:pt idx="6047">
                  <c:v>45070</c:v>
                </c:pt>
                <c:pt idx="6048">
                  <c:v>45071</c:v>
                </c:pt>
                <c:pt idx="6049">
                  <c:v>45072</c:v>
                </c:pt>
                <c:pt idx="6050">
                  <c:v>45073</c:v>
                </c:pt>
                <c:pt idx="6051">
                  <c:v>45074</c:v>
                </c:pt>
                <c:pt idx="6052">
                  <c:v>45075</c:v>
                </c:pt>
                <c:pt idx="6053">
                  <c:v>45076</c:v>
                </c:pt>
                <c:pt idx="6054">
                  <c:v>45077</c:v>
                </c:pt>
                <c:pt idx="6055">
                  <c:v>45078</c:v>
                </c:pt>
                <c:pt idx="6056">
                  <c:v>45079</c:v>
                </c:pt>
                <c:pt idx="6057">
                  <c:v>45080</c:v>
                </c:pt>
                <c:pt idx="6058">
                  <c:v>45081</c:v>
                </c:pt>
                <c:pt idx="6059">
                  <c:v>45082</c:v>
                </c:pt>
                <c:pt idx="6060">
                  <c:v>45083</c:v>
                </c:pt>
                <c:pt idx="6061">
                  <c:v>45084</c:v>
                </c:pt>
                <c:pt idx="6062">
                  <c:v>45085</c:v>
                </c:pt>
                <c:pt idx="6063">
                  <c:v>45086</c:v>
                </c:pt>
                <c:pt idx="6064">
                  <c:v>45087</c:v>
                </c:pt>
                <c:pt idx="6065">
                  <c:v>45088</c:v>
                </c:pt>
                <c:pt idx="6066">
                  <c:v>45089</c:v>
                </c:pt>
                <c:pt idx="6067">
                  <c:v>45090</c:v>
                </c:pt>
                <c:pt idx="6068">
                  <c:v>45091</c:v>
                </c:pt>
                <c:pt idx="6069">
                  <c:v>45092</c:v>
                </c:pt>
                <c:pt idx="6070">
                  <c:v>45093</c:v>
                </c:pt>
                <c:pt idx="6071">
                  <c:v>45094</c:v>
                </c:pt>
                <c:pt idx="6072">
                  <c:v>45095</c:v>
                </c:pt>
                <c:pt idx="6073">
                  <c:v>45096</c:v>
                </c:pt>
                <c:pt idx="6074">
                  <c:v>45097</c:v>
                </c:pt>
                <c:pt idx="6075">
                  <c:v>45098</c:v>
                </c:pt>
                <c:pt idx="6076">
                  <c:v>45099</c:v>
                </c:pt>
                <c:pt idx="6077">
                  <c:v>45100</c:v>
                </c:pt>
                <c:pt idx="6078">
                  <c:v>45101</c:v>
                </c:pt>
                <c:pt idx="6079">
                  <c:v>45102</c:v>
                </c:pt>
                <c:pt idx="6080">
                  <c:v>45103</c:v>
                </c:pt>
                <c:pt idx="6081">
                  <c:v>45104</c:v>
                </c:pt>
                <c:pt idx="6082">
                  <c:v>45105</c:v>
                </c:pt>
                <c:pt idx="6083">
                  <c:v>45106</c:v>
                </c:pt>
                <c:pt idx="6084">
                  <c:v>45107</c:v>
                </c:pt>
                <c:pt idx="6085">
                  <c:v>45108</c:v>
                </c:pt>
                <c:pt idx="6086">
                  <c:v>45109</c:v>
                </c:pt>
                <c:pt idx="6087">
                  <c:v>45110</c:v>
                </c:pt>
                <c:pt idx="6088">
                  <c:v>45111</c:v>
                </c:pt>
                <c:pt idx="6089">
                  <c:v>45112</c:v>
                </c:pt>
                <c:pt idx="6090">
                  <c:v>45113</c:v>
                </c:pt>
                <c:pt idx="6091">
                  <c:v>45114</c:v>
                </c:pt>
                <c:pt idx="6092">
                  <c:v>45115</c:v>
                </c:pt>
                <c:pt idx="6093">
                  <c:v>45116</c:v>
                </c:pt>
                <c:pt idx="6094">
                  <c:v>45117</c:v>
                </c:pt>
                <c:pt idx="6095">
                  <c:v>45118</c:v>
                </c:pt>
                <c:pt idx="6096">
                  <c:v>45119</c:v>
                </c:pt>
                <c:pt idx="6097">
                  <c:v>45120</c:v>
                </c:pt>
                <c:pt idx="6098">
                  <c:v>45121</c:v>
                </c:pt>
                <c:pt idx="6099">
                  <c:v>45122</c:v>
                </c:pt>
                <c:pt idx="6100">
                  <c:v>45123</c:v>
                </c:pt>
                <c:pt idx="6101">
                  <c:v>45124</c:v>
                </c:pt>
                <c:pt idx="6102">
                  <c:v>45125</c:v>
                </c:pt>
                <c:pt idx="6103">
                  <c:v>45126</c:v>
                </c:pt>
                <c:pt idx="6104">
                  <c:v>45127</c:v>
                </c:pt>
                <c:pt idx="6105">
                  <c:v>45128</c:v>
                </c:pt>
                <c:pt idx="6106">
                  <c:v>45129</c:v>
                </c:pt>
                <c:pt idx="6107">
                  <c:v>45130</c:v>
                </c:pt>
                <c:pt idx="6108">
                  <c:v>45131</c:v>
                </c:pt>
                <c:pt idx="6109">
                  <c:v>45132</c:v>
                </c:pt>
                <c:pt idx="6110">
                  <c:v>45133</c:v>
                </c:pt>
                <c:pt idx="6111">
                  <c:v>45134</c:v>
                </c:pt>
                <c:pt idx="6112">
                  <c:v>45135</c:v>
                </c:pt>
                <c:pt idx="6113">
                  <c:v>45136</c:v>
                </c:pt>
                <c:pt idx="6114">
                  <c:v>45137</c:v>
                </c:pt>
                <c:pt idx="6115">
                  <c:v>45138</c:v>
                </c:pt>
                <c:pt idx="6116">
                  <c:v>45139</c:v>
                </c:pt>
                <c:pt idx="6117">
                  <c:v>45140</c:v>
                </c:pt>
                <c:pt idx="6118">
                  <c:v>45141</c:v>
                </c:pt>
                <c:pt idx="6119">
                  <c:v>45142</c:v>
                </c:pt>
                <c:pt idx="6120">
                  <c:v>45143</c:v>
                </c:pt>
                <c:pt idx="6121">
                  <c:v>45144</c:v>
                </c:pt>
                <c:pt idx="6122">
                  <c:v>45145</c:v>
                </c:pt>
                <c:pt idx="6123">
                  <c:v>45146</c:v>
                </c:pt>
                <c:pt idx="6124">
                  <c:v>45147</c:v>
                </c:pt>
                <c:pt idx="6125">
                  <c:v>45148</c:v>
                </c:pt>
                <c:pt idx="6126">
                  <c:v>45149</c:v>
                </c:pt>
                <c:pt idx="6127">
                  <c:v>45150</c:v>
                </c:pt>
                <c:pt idx="6128">
                  <c:v>45151</c:v>
                </c:pt>
                <c:pt idx="6129">
                  <c:v>45152</c:v>
                </c:pt>
                <c:pt idx="6130">
                  <c:v>45153</c:v>
                </c:pt>
                <c:pt idx="6131">
                  <c:v>45154</c:v>
                </c:pt>
                <c:pt idx="6132">
                  <c:v>45155</c:v>
                </c:pt>
                <c:pt idx="6133">
                  <c:v>45156</c:v>
                </c:pt>
                <c:pt idx="6134">
                  <c:v>45157</c:v>
                </c:pt>
                <c:pt idx="6135">
                  <c:v>45158</c:v>
                </c:pt>
                <c:pt idx="6136">
                  <c:v>45159</c:v>
                </c:pt>
                <c:pt idx="6137">
                  <c:v>45160</c:v>
                </c:pt>
                <c:pt idx="6138">
                  <c:v>45161</c:v>
                </c:pt>
                <c:pt idx="6139">
                  <c:v>45162</c:v>
                </c:pt>
                <c:pt idx="6140">
                  <c:v>45163</c:v>
                </c:pt>
                <c:pt idx="6141">
                  <c:v>45164</c:v>
                </c:pt>
                <c:pt idx="6142">
                  <c:v>45165</c:v>
                </c:pt>
                <c:pt idx="6143">
                  <c:v>45166</c:v>
                </c:pt>
                <c:pt idx="6144">
                  <c:v>45167</c:v>
                </c:pt>
                <c:pt idx="6145">
                  <c:v>45168</c:v>
                </c:pt>
                <c:pt idx="6146">
                  <c:v>45169</c:v>
                </c:pt>
                <c:pt idx="6147">
                  <c:v>45170</c:v>
                </c:pt>
                <c:pt idx="6148">
                  <c:v>45171</c:v>
                </c:pt>
                <c:pt idx="6149">
                  <c:v>45172</c:v>
                </c:pt>
                <c:pt idx="6150">
                  <c:v>45173</c:v>
                </c:pt>
                <c:pt idx="6151">
                  <c:v>45174</c:v>
                </c:pt>
                <c:pt idx="6152">
                  <c:v>45175</c:v>
                </c:pt>
                <c:pt idx="6153">
                  <c:v>45176</c:v>
                </c:pt>
                <c:pt idx="6154">
                  <c:v>45177</c:v>
                </c:pt>
                <c:pt idx="6155">
                  <c:v>45178</c:v>
                </c:pt>
                <c:pt idx="6156">
                  <c:v>45179</c:v>
                </c:pt>
                <c:pt idx="6157">
                  <c:v>45180</c:v>
                </c:pt>
                <c:pt idx="6158">
                  <c:v>45181</c:v>
                </c:pt>
                <c:pt idx="6159">
                  <c:v>45182</c:v>
                </c:pt>
                <c:pt idx="6160">
                  <c:v>45183</c:v>
                </c:pt>
                <c:pt idx="6161">
                  <c:v>45184</c:v>
                </c:pt>
                <c:pt idx="6162">
                  <c:v>45185</c:v>
                </c:pt>
                <c:pt idx="6163">
                  <c:v>45186</c:v>
                </c:pt>
                <c:pt idx="6164">
                  <c:v>45187</c:v>
                </c:pt>
                <c:pt idx="6165">
                  <c:v>45188</c:v>
                </c:pt>
                <c:pt idx="6166">
                  <c:v>45189</c:v>
                </c:pt>
                <c:pt idx="6167">
                  <c:v>45190</c:v>
                </c:pt>
                <c:pt idx="6168">
                  <c:v>45191</c:v>
                </c:pt>
                <c:pt idx="6169">
                  <c:v>45192</c:v>
                </c:pt>
                <c:pt idx="6170">
                  <c:v>45193</c:v>
                </c:pt>
                <c:pt idx="6171">
                  <c:v>45194</c:v>
                </c:pt>
                <c:pt idx="6172">
                  <c:v>45195</c:v>
                </c:pt>
                <c:pt idx="6173">
                  <c:v>45196</c:v>
                </c:pt>
                <c:pt idx="6174">
                  <c:v>45197</c:v>
                </c:pt>
                <c:pt idx="6175">
                  <c:v>45198</c:v>
                </c:pt>
                <c:pt idx="6176">
                  <c:v>45199</c:v>
                </c:pt>
                <c:pt idx="6177">
                  <c:v>45200</c:v>
                </c:pt>
                <c:pt idx="6178">
                  <c:v>45201</c:v>
                </c:pt>
                <c:pt idx="6179">
                  <c:v>45202</c:v>
                </c:pt>
                <c:pt idx="6180">
                  <c:v>45203</c:v>
                </c:pt>
                <c:pt idx="6181">
                  <c:v>45204</c:v>
                </c:pt>
                <c:pt idx="6182">
                  <c:v>45205</c:v>
                </c:pt>
                <c:pt idx="6183">
                  <c:v>45206</c:v>
                </c:pt>
                <c:pt idx="6184">
                  <c:v>45207</c:v>
                </c:pt>
                <c:pt idx="6185">
                  <c:v>45208</c:v>
                </c:pt>
                <c:pt idx="6186">
                  <c:v>45209</c:v>
                </c:pt>
                <c:pt idx="6187">
                  <c:v>45210</c:v>
                </c:pt>
                <c:pt idx="6188">
                  <c:v>45211</c:v>
                </c:pt>
                <c:pt idx="6189">
                  <c:v>45212</c:v>
                </c:pt>
                <c:pt idx="6190">
                  <c:v>45213</c:v>
                </c:pt>
                <c:pt idx="6191">
                  <c:v>45214</c:v>
                </c:pt>
                <c:pt idx="6192">
                  <c:v>45215</c:v>
                </c:pt>
                <c:pt idx="6193">
                  <c:v>45216</c:v>
                </c:pt>
                <c:pt idx="6194">
                  <c:v>45217</c:v>
                </c:pt>
                <c:pt idx="6195">
                  <c:v>45218</c:v>
                </c:pt>
                <c:pt idx="6196">
                  <c:v>45219</c:v>
                </c:pt>
                <c:pt idx="6197">
                  <c:v>45220</c:v>
                </c:pt>
                <c:pt idx="6198">
                  <c:v>45221</c:v>
                </c:pt>
                <c:pt idx="6199">
                  <c:v>45222</c:v>
                </c:pt>
                <c:pt idx="6200">
                  <c:v>45223</c:v>
                </c:pt>
                <c:pt idx="6201">
                  <c:v>45224</c:v>
                </c:pt>
                <c:pt idx="6202">
                  <c:v>45225</c:v>
                </c:pt>
                <c:pt idx="6203">
                  <c:v>45226</c:v>
                </c:pt>
                <c:pt idx="6204">
                  <c:v>45227</c:v>
                </c:pt>
                <c:pt idx="6205">
                  <c:v>45228</c:v>
                </c:pt>
                <c:pt idx="6206">
                  <c:v>45229</c:v>
                </c:pt>
                <c:pt idx="6207">
                  <c:v>45230</c:v>
                </c:pt>
                <c:pt idx="6208">
                  <c:v>45231</c:v>
                </c:pt>
                <c:pt idx="6209">
                  <c:v>45232</c:v>
                </c:pt>
                <c:pt idx="6210">
                  <c:v>45233</c:v>
                </c:pt>
                <c:pt idx="6211">
                  <c:v>45234</c:v>
                </c:pt>
                <c:pt idx="6212">
                  <c:v>45235</c:v>
                </c:pt>
                <c:pt idx="6213">
                  <c:v>45236</c:v>
                </c:pt>
                <c:pt idx="6214">
                  <c:v>45237</c:v>
                </c:pt>
                <c:pt idx="6215">
                  <c:v>45238</c:v>
                </c:pt>
                <c:pt idx="6216">
                  <c:v>45239</c:v>
                </c:pt>
                <c:pt idx="6217">
                  <c:v>45240</c:v>
                </c:pt>
                <c:pt idx="6218">
                  <c:v>45241</c:v>
                </c:pt>
                <c:pt idx="6219">
                  <c:v>45242</c:v>
                </c:pt>
                <c:pt idx="6220">
                  <c:v>45243</c:v>
                </c:pt>
                <c:pt idx="6221">
                  <c:v>45244</c:v>
                </c:pt>
                <c:pt idx="6222">
                  <c:v>45245</c:v>
                </c:pt>
                <c:pt idx="6223">
                  <c:v>45246</c:v>
                </c:pt>
                <c:pt idx="6224">
                  <c:v>45247</c:v>
                </c:pt>
                <c:pt idx="6225">
                  <c:v>45248</c:v>
                </c:pt>
                <c:pt idx="6226">
                  <c:v>45249</c:v>
                </c:pt>
                <c:pt idx="6227">
                  <c:v>45250</c:v>
                </c:pt>
                <c:pt idx="6228">
                  <c:v>45251</c:v>
                </c:pt>
                <c:pt idx="6229">
                  <c:v>45252</c:v>
                </c:pt>
                <c:pt idx="6230">
                  <c:v>45253</c:v>
                </c:pt>
                <c:pt idx="6231">
                  <c:v>45254</c:v>
                </c:pt>
                <c:pt idx="6232">
                  <c:v>45255</c:v>
                </c:pt>
                <c:pt idx="6233">
                  <c:v>45256</c:v>
                </c:pt>
                <c:pt idx="6234">
                  <c:v>45257</c:v>
                </c:pt>
                <c:pt idx="6235">
                  <c:v>45258</c:v>
                </c:pt>
                <c:pt idx="6236">
                  <c:v>45259</c:v>
                </c:pt>
                <c:pt idx="6237">
                  <c:v>45260</c:v>
                </c:pt>
                <c:pt idx="6238">
                  <c:v>45261</c:v>
                </c:pt>
                <c:pt idx="6239">
                  <c:v>45262</c:v>
                </c:pt>
                <c:pt idx="6240">
                  <c:v>45263</c:v>
                </c:pt>
                <c:pt idx="6241">
                  <c:v>45264</c:v>
                </c:pt>
                <c:pt idx="6242">
                  <c:v>45265</c:v>
                </c:pt>
                <c:pt idx="6243">
                  <c:v>45266</c:v>
                </c:pt>
                <c:pt idx="6244">
                  <c:v>45267</c:v>
                </c:pt>
                <c:pt idx="6245">
                  <c:v>45268</c:v>
                </c:pt>
                <c:pt idx="6246">
                  <c:v>45269</c:v>
                </c:pt>
                <c:pt idx="6247">
                  <c:v>45270</c:v>
                </c:pt>
                <c:pt idx="6248">
                  <c:v>45271</c:v>
                </c:pt>
                <c:pt idx="6249">
                  <c:v>45272</c:v>
                </c:pt>
                <c:pt idx="6250">
                  <c:v>45273</c:v>
                </c:pt>
                <c:pt idx="6251">
                  <c:v>45274</c:v>
                </c:pt>
                <c:pt idx="6252">
                  <c:v>45275</c:v>
                </c:pt>
                <c:pt idx="6253">
                  <c:v>45276</c:v>
                </c:pt>
                <c:pt idx="6254">
                  <c:v>45277</c:v>
                </c:pt>
                <c:pt idx="6255">
                  <c:v>45278</c:v>
                </c:pt>
                <c:pt idx="6256">
                  <c:v>45279</c:v>
                </c:pt>
                <c:pt idx="6257">
                  <c:v>45280</c:v>
                </c:pt>
                <c:pt idx="6258">
                  <c:v>45281</c:v>
                </c:pt>
                <c:pt idx="6259">
                  <c:v>45282</c:v>
                </c:pt>
                <c:pt idx="6260">
                  <c:v>45283</c:v>
                </c:pt>
                <c:pt idx="6261">
                  <c:v>45284</c:v>
                </c:pt>
                <c:pt idx="6262">
                  <c:v>45285</c:v>
                </c:pt>
                <c:pt idx="6263">
                  <c:v>45286</c:v>
                </c:pt>
                <c:pt idx="6264">
                  <c:v>45287</c:v>
                </c:pt>
                <c:pt idx="6265">
                  <c:v>45288</c:v>
                </c:pt>
                <c:pt idx="6266">
                  <c:v>45289</c:v>
                </c:pt>
                <c:pt idx="6267">
                  <c:v>45290</c:v>
                </c:pt>
                <c:pt idx="6268">
                  <c:v>45291</c:v>
                </c:pt>
                <c:pt idx="6269">
                  <c:v>45292</c:v>
                </c:pt>
                <c:pt idx="6270">
                  <c:v>45293</c:v>
                </c:pt>
                <c:pt idx="6271">
                  <c:v>45294</c:v>
                </c:pt>
                <c:pt idx="6272">
                  <c:v>45295</c:v>
                </c:pt>
                <c:pt idx="6273">
                  <c:v>45296</c:v>
                </c:pt>
                <c:pt idx="6274">
                  <c:v>45297</c:v>
                </c:pt>
                <c:pt idx="6275">
                  <c:v>45298</c:v>
                </c:pt>
                <c:pt idx="6276">
                  <c:v>45299</c:v>
                </c:pt>
                <c:pt idx="6277">
                  <c:v>45300</c:v>
                </c:pt>
                <c:pt idx="6278">
                  <c:v>45301</c:v>
                </c:pt>
                <c:pt idx="6279">
                  <c:v>45302</c:v>
                </c:pt>
                <c:pt idx="6280">
                  <c:v>45303</c:v>
                </c:pt>
                <c:pt idx="6281">
                  <c:v>45304</c:v>
                </c:pt>
                <c:pt idx="6282">
                  <c:v>45305</c:v>
                </c:pt>
                <c:pt idx="6283">
                  <c:v>45306</c:v>
                </c:pt>
                <c:pt idx="6284">
                  <c:v>45307</c:v>
                </c:pt>
                <c:pt idx="6285">
                  <c:v>45308</c:v>
                </c:pt>
                <c:pt idx="6286">
                  <c:v>45309</c:v>
                </c:pt>
                <c:pt idx="6287">
                  <c:v>45310</c:v>
                </c:pt>
                <c:pt idx="6288">
                  <c:v>45311</c:v>
                </c:pt>
                <c:pt idx="6289">
                  <c:v>45312</c:v>
                </c:pt>
                <c:pt idx="6290">
                  <c:v>45313</c:v>
                </c:pt>
              </c:numCache>
            </c:numRef>
          </c:cat>
          <c:val>
            <c:numRef>
              <c:f>磷肥价格及价差!$T$2:$T$6286</c:f>
              <c:numCache>
                <c:formatCode>General</c:formatCode>
                <c:ptCount val="6285"/>
                <c:pt idx="0">
                  <c:v>1448</c:v>
                </c:pt>
                <c:pt idx="1">
                  <c:v>1448</c:v>
                </c:pt>
                <c:pt idx="2">
                  <c:v>1448</c:v>
                </c:pt>
                <c:pt idx="3">
                  <c:v>1448</c:v>
                </c:pt>
                <c:pt idx="4">
                  <c:v>1448</c:v>
                </c:pt>
                <c:pt idx="5">
                  <c:v>1448</c:v>
                </c:pt>
                <c:pt idx="6">
                  <c:v>1448</c:v>
                </c:pt>
                <c:pt idx="7">
                  <c:v>1448</c:v>
                </c:pt>
                <c:pt idx="8">
                  <c:v>1448</c:v>
                </c:pt>
                <c:pt idx="9">
                  <c:v>1448</c:v>
                </c:pt>
                <c:pt idx="10">
                  <c:v>1373</c:v>
                </c:pt>
                <c:pt idx="11">
                  <c:v>1373</c:v>
                </c:pt>
                <c:pt idx="12">
                  <c:v>1373</c:v>
                </c:pt>
                <c:pt idx="13">
                  <c:v>1373</c:v>
                </c:pt>
                <c:pt idx="14">
                  <c:v>1373</c:v>
                </c:pt>
                <c:pt idx="15">
                  <c:v>1403</c:v>
                </c:pt>
                <c:pt idx="16">
                  <c:v>1403</c:v>
                </c:pt>
                <c:pt idx="17">
                  <c:v>1403</c:v>
                </c:pt>
                <c:pt idx="18">
                  <c:v>1403</c:v>
                </c:pt>
                <c:pt idx="19">
                  <c:v>1427</c:v>
                </c:pt>
                <c:pt idx="20">
                  <c:v>1427</c:v>
                </c:pt>
                <c:pt idx="21">
                  <c:v>1427</c:v>
                </c:pt>
                <c:pt idx="22">
                  <c:v>1427</c:v>
                </c:pt>
                <c:pt idx="23">
                  <c:v>1427</c:v>
                </c:pt>
                <c:pt idx="24">
                  <c:v>1427</c:v>
                </c:pt>
                <c:pt idx="25">
                  <c:v>1427</c:v>
                </c:pt>
                <c:pt idx="26">
                  <c:v>1439</c:v>
                </c:pt>
                <c:pt idx="27">
                  <c:v>1439</c:v>
                </c:pt>
                <c:pt idx="28">
                  <c:v>1439</c:v>
                </c:pt>
                <c:pt idx="29">
                  <c:v>1439</c:v>
                </c:pt>
                <c:pt idx="30">
                  <c:v>1439</c:v>
                </c:pt>
                <c:pt idx="31">
                  <c:v>1439</c:v>
                </c:pt>
                <c:pt idx="32">
                  <c:v>1439</c:v>
                </c:pt>
                <c:pt idx="33">
                  <c:v>1403</c:v>
                </c:pt>
                <c:pt idx="34">
                  <c:v>1403</c:v>
                </c:pt>
                <c:pt idx="35">
                  <c:v>1403</c:v>
                </c:pt>
                <c:pt idx="36">
                  <c:v>1403</c:v>
                </c:pt>
                <c:pt idx="37">
                  <c:v>1403</c:v>
                </c:pt>
                <c:pt idx="38">
                  <c:v>1403</c:v>
                </c:pt>
                <c:pt idx="39">
                  <c:v>1403</c:v>
                </c:pt>
                <c:pt idx="40">
                  <c:v>1379</c:v>
                </c:pt>
                <c:pt idx="41">
                  <c:v>1379</c:v>
                </c:pt>
                <c:pt idx="42">
                  <c:v>1379</c:v>
                </c:pt>
                <c:pt idx="43">
                  <c:v>1379</c:v>
                </c:pt>
                <c:pt idx="44">
                  <c:v>1379</c:v>
                </c:pt>
                <c:pt idx="45">
                  <c:v>1379</c:v>
                </c:pt>
                <c:pt idx="46">
                  <c:v>1379</c:v>
                </c:pt>
                <c:pt idx="47">
                  <c:v>1379</c:v>
                </c:pt>
                <c:pt idx="48">
                  <c:v>1379</c:v>
                </c:pt>
                <c:pt idx="49">
                  <c:v>1379</c:v>
                </c:pt>
                <c:pt idx="50">
                  <c:v>1379</c:v>
                </c:pt>
                <c:pt idx="51">
                  <c:v>1379</c:v>
                </c:pt>
                <c:pt idx="52">
                  <c:v>1379</c:v>
                </c:pt>
                <c:pt idx="53">
                  <c:v>1379</c:v>
                </c:pt>
                <c:pt idx="54">
                  <c:v>1367</c:v>
                </c:pt>
                <c:pt idx="55">
                  <c:v>1367</c:v>
                </c:pt>
                <c:pt idx="56">
                  <c:v>1367</c:v>
                </c:pt>
                <c:pt idx="57">
                  <c:v>1367</c:v>
                </c:pt>
                <c:pt idx="58">
                  <c:v>1367</c:v>
                </c:pt>
                <c:pt idx="59">
                  <c:v>1367</c:v>
                </c:pt>
                <c:pt idx="60">
                  <c:v>1367</c:v>
                </c:pt>
                <c:pt idx="61">
                  <c:v>1367</c:v>
                </c:pt>
                <c:pt idx="62">
                  <c:v>1367</c:v>
                </c:pt>
                <c:pt idx="63">
                  <c:v>1367</c:v>
                </c:pt>
                <c:pt idx="64">
                  <c:v>1367</c:v>
                </c:pt>
                <c:pt idx="65">
                  <c:v>1367</c:v>
                </c:pt>
                <c:pt idx="66">
                  <c:v>1367</c:v>
                </c:pt>
                <c:pt idx="67">
                  <c:v>1367</c:v>
                </c:pt>
                <c:pt idx="68">
                  <c:v>1367</c:v>
                </c:pt>
                <c:pt idx="69">
                  <c:v>1367</c:v>
                </c:pt>
                <c:pt idx="70">
                  <c:v>1367</c:v>
                </c:pt>
                <c:pt idx="71">
                  <c:v>1367</c:v>
                </c:pt>
                <c:pt idx="72">
                  <c:v>1367</c:v>
                </c:pt>
                <c:pt idx="73">
                  <c:v>1367</c:v>
                </c:pt>
                <c:pt idx="74">
                  <c:v>1367</c:v>
                </c:pt>
                <c:pt idx="75">
                  <c:v>1367</c:v>
                </c:pt>
                <c:pt idx="76">
                  <c:v>1367</c:v>
                </c:pt>
                <c:pt idx="77">
                  <c:v>1367</c:v>
                </c:pt>
                <c:pt idx="78">
                  <c:v>1367</c:v>
                </c:pt>
                <c:pt idx="79">
                  <c:v>1367</c:v>
                </c:pt>
                <c:pt idx="80">
                  <c:v>1367</c:v>
                </c:pt>
                <c:pt idx="81">
                  <c:v>1367</c:v>
                </c:pt>
                <c:pt idx="82">
                  <c:v>1419.8</c:v>
                </c:pt>
                <c:pt idx="83">
                  <c:v>1419.8</c:v>
                </c:pt>
                <c:pt idx="84">
                  <c:v>1419.8</c:v>
                </c:pt>
                <c:pt idx="85">
                  <c:v>1419.8</c:v>
                </c:pt>
                <c:pt idx="86">
                  <c:v>1419.8</c:v>
                </c:pt>
                <c:pt idx="87">
                  <c:v>1419.8</c:v>
                </c:pt>
                <c:pt idx="88">
                  <c:v>1419.8</c:v>
                </c:pt>
                <c:pt idx="89">
                  <c:v>1427</c:v>
                </c:pt>
                <c:pt idx="90">
                  <c:v>1412</c:v>
                </c:pt>
                <c:pt idx="91">
                  <c:v>1412</c:v>
                </c:pt>
                <c:pt idx="92">
                  <c:v>1412</c:v>
                </c:pt>
                <c:pt idx="93">
                  <c:v>1412</c:v>
                </c:pt>
                <c:pt idx="94">
                  <c:v>1412</c:v>
                </c:pt>
                <c:pt idx="95">
                  <c:v>1412</c:v>
                </c:pt>
                <c:pt idx="96">
                  <c:v>1424</c:v>
                </c:pt>
                <c:pt idx="97">
                  <c:v>1424</c:v>
                </c:pt>
                <c:pt idx="98">
                  <c:v>1424</c:v>
                </c:pt>
                <c:pt idx="99">
                  <c:v>1424</c:v>
                </c:pt>
                <c:pt idx="100">
                  <c:v>1424</c:v>
                </c:pt>
                <c:pt idx="101">
                  <c:v>1424</c:v>
                </c:pt>
                <c:pt idx="102">
                  <c:v>1424</c:v>
                </c:pt>
                <c:pt idx="103">
                  <c:v>1424</c:v>
                </c:pt>
                <c:pt idx="104">
                  <c:v>1424</c:v>
                </c:pt>
                <c:pt idx="105">
                  <c:v>1444</c:v>
                </c:pt>
                <c:pt idx="106">
                  <c:v>1444</c:v>
                </c:pt>
                <c:pt idx="107">
                  <c:v>1444</c:v>
                </c:pt>
                <c:pt idx="108">
                  <c:v>1444</c:v>
                </c:pt>
                <c:pt idx="109">
                  <c:v>1444</c:v>
                </c:pt>
                <c:pt idx="110">
                  <c:v>1444</c:v>
                </c:pt>
                <c:pt idx="111">
                  <c:v>1432</c:v>
                </c:pt>
                <c:pt idx="112">
                  <c:v>1432</c:v>
                </c:pt>
                <c:pt idx="113">
                  <c:v>1432</c:v>
                </c:pt>
                <c:pt idx="114">
                  <c:v>1432</c:v>
                </c:pt>
                <c:pt idx="115">
                  <c:v>1432</c:v>
                </c:pt>
                <c:pt idx="116">
                  <c:v>1432</c:v>
                </c:pt>
                <c:pt idx="117">
                  <c:v>1432</c:v>
                </c:pt>
                <c:pt idx="118">
                  <c:v>1432</c:v>
                </c:pt>
                <c:pt idx="119">
                  <c:v>1432</c:v>
                </c:pt>
                <c:pt idx="120">
                  <c:v>1432</c:v>
                </c:pt>
                <c:pt idx="121">
                  <c:v>1432</c:v>
                </c:pt>
                <c:pt idx="122">
                  <c:v>1432</c:v>
                </c:pt>
                <c:pt idx="123">
                  <c:v>1432</c:v>
                </c:pt>
                <c:pt idx="124">
                  <c:v>1363</c:v>
                </c:pt>
                <c:pt idx="125">
                  <c:v>1383</c:v>
                </c:pt>
                <c:pt idx="126">
                  <c:v>1383</c:v>
                </c:pt>
                <c:pt idx="127">
                  <c:v>1383</c:v>
                </c:pt>
                <c:pt idx="128">
                  <c:v>1383</c:v>
                </c:pt>
                <c:pt idx="129">
                  <c:v>1383</c:v>
                </c:pt>
                <c:pt idx="130">
                  <c:v>1383</c:v>
                </c:pt>
                <c:pt idx="131">
                  <c:v>1335</c:v>
                </c:pt>
                <c:pt idx="132">
                  <c:v>1335</c:v>
                </c:pt>
                <c:pt idx="133">
                  <c:v>1335</c:v>
                </c:pt>
                <c:pt idx="134">
                  <c:v>1335</c:v>
                </c:pt>
                <c:pt idx="135">
                  <c:v>1335</c:v>
                </c:pt>
                <c:pt idx="136">
                  <c:v>1335</c:v>
                </c:pt>
                <c:pt idx="137">
                  <c:v>1230</c:v>
                </c:pt>
                <c:pt idx="138">
                  <c:v>1182</c:v>
                </c:pt>
                <c:pt idx="139">
                  <c:v>1182</c:v>
                </c:pt>
                <c:pt idx="140">
                  <c:v>1182</c:v>
                </c:pt>
                <c:pt idx="141">
                  <c:v>1182</c:v>
                </c:pt>
                <c:pt idx="142">
                  <c:v>1182</c:v>
                </c:pt>
                <c:pt idx="143">
                  <c:v>1182</c:v>
                </c:pt>
                <c:pt idx="144">
                  <c:v>1182</c:v>
                </c:pt>
                <c:pt idx="145">
                  <c:v>1194</c:v>
                </c:pt>
                <c:pt idx="146">
                  <c:v>1194</c:v>
                </c:pt>
                <c:pt idx="147">
                  <c:v>1074</c:v>
                </c:pt>
                <c:pt idx="148">
                  <c:v>1074</c:v>
                </c:pt>
                <c:pt idx="149">
                  <c:v>1074</c:v>
                </c:pt>
                <c:pt idx="150">
                  <c:v>1124</c:v>
                </c:pt>
                <c:pt idx="151">
                  <c:v>1124</c:v>
                </c:pt>
                <c:pt idx="152">
                  <c:v>1112</c:v>
                </c:pt>
                <c:pt idx="153">
                  <c:v>1112</c:v>
                </c:pt>
                <c:pt idx="154">
                  <c:v>1112</c:v>
                </c:pt>
                <c:pt idx="155">
                  <c:v>1112</c:v>
                </c:pt>
                <c:pt idx="156">
                  <c:v>1112</c:v>
                </c:pt>
                <c:pt idx="157">
                  <c:v>1112</c:v>
                </c:pt>
                <c:pt idx="158">
                  <c:v>1122</c:v>
                </c:pt>
                <c:pt idx="159">
                  <c:v>1129.2</c:v>
                </c:pt>
                <c:pt idx="160">
                  <c:v>984.2</c:v>
                </c:pt>
                <c:pt idx="161">
                  <c:v>984.2</c:v>
                </c:pt>
                <c:pt idx="162">
                  <c:v>1069.2</c:v>
                </c:pt>
                <c:pt idx="163">
                  <c:v>1069.2</c:v>
                </c:pt>
                <c:pt idx="164">
                  <c:v>1069.2</c:v>
                </c:pt>
                <c:pt idx="165">
                  <c:v>1069.2</c:v>
                </c:pt>
                <c:pt idx="166">
                  <c:v>1086</c:v>
                </c:pt>
                <c:pt idx="167">
                  <c:v>1086</c:v>
                </c:pt>
                <c:pt idx="168">
                  <c:v>1086</c:v>
                </c:pt>
                <c:pt idx="169">
                  <c:v>1086</c:v>
                </c:pt>
                <c:pt idx="170">
                  <c:v>1086</c:v>
                </c:pt>
                <c:pt idx="171">
                  <c:v>1086</c:v>
                </c:pt>
                <c:pt idx="172">
                  <c:v>1086</c:v>
                </c:pt>
                <c:pt idx="173">
                  <c:v>1098</c:v>
                </c:pt>
                <c:pt idx="174">
                  <c:v>1098</c:v>
                </c:pt>
                <c:pt idx="175">
                  <c:v>1098</c:v>
                </c:pt>
                <c:pt idx="176">
                  <c:v>1038</c:v>
                </c:pt>
                <c:pt idx="177">
                  <c:v>1038</c:v>
                </c:pt>
                <c:pt idx="178">
                  <c:v>1038</c:v>
                </c:pt>
                <c:pt idx="179">
                  <c:v>1038</c:v>
                </c:pt>
                <c:pt idx="180">
                  <c:v>1038</c:v>
                </c:pt>
                <c:pt idx="181">
                  <c:v>1038</c:v>
                </c:pt>
                <c:pt idx="182">
                  <c:v>1038</c:v>
                </c:pt>
                <c:pt idx="183">
                  <c:v>1038</c:v>
                </c:pt>
                <c:pt idx="184">
                  <c:v>1038</c:v>
                </c:pt>
                <c:pt idx="185">
                  <c:v>1110</c:v>
                </c:pt>
                <c:pt idx="186">
                  <c:v>1110</c:v>
                </c:pt>
                <c:pt idx="187">
                  <c:v>1110</c:v>
                </c:pt>
                <c:pt idx="188">
                  <c:v>1110</c:v>
                </c:pt>
                <c:pt idx="189">
                  <c:v>1185</c:v>
                </c:pt>
                <c:pt idx="190">
                  <c:v>1235</c:v>
                </c:pt>
                <c:pt idx="191">
                  <c:v>1235</c:v>
                </c:pt>
                <c:pt idx="192">
                  <c:v>1235</c:v>
                </c:pt>
                <c:pt idx="193">
                  <c:v>1235</c:v>
                </c:pt>
                <c:pt idx="194">
                  <c:v>1223</c:v>
                </c:pt>
                <c:pt idx="195">
                  <c:v>1223</c:v>
                </c:pt>
                <c:pt idx="196">
                  <c:v>1213</c:v>
                </c:pt>
                <c:pt idx="197">
                  <c:v>1213</c:v>
                </c:pt>
                <c:pt idx="198">
                  <c:v>1213</c:v>
                </c:pt>
                <c:pt idx="199">
                  <c:v>1213</c:v>
                </c:pt>
                <c:pt idx="200">
                  <c:v>1213</c:v>
                </c:pt>
                <c:pt idx="201">
                  <c:v>1213</c:v>
                </c:pt>
                <c:pt idx="202">
                  <c:v>1213</c:v>
                </c:pt>
                <c:pt idx="203">
                  <c:v>1213</c:v>
                </c:pt>
                <c:pt idx="204">
                  <c:v>1213</c:v>
                </c:pt>
                <c:pt idx="205">
                  <c:v>1213</c:v>
                </c:pt>
                <c:pt idx="206">
                  <c:v>1213</c:v>
                </c:pt>
                <c:pt idx="207">
                  <c:v>1213</c:v>
                </c:pt>
                <c:pt idx="208">
                  <c:v>1201</c:v>
                </c:pt>
                <c:pt idx="209">
                  <c:v>1201</c:v>
                </c:pt>
                <c:pt idx="210">
                  <c:v>1201</c:v>
                </c:pt>
                <c:pt idx="211">
                  <c:v>1201</c:v>
                </c:pt>
                <c:pt idx="212">
                  <c:v>1201</c:v>
                </c:pt>
                <c:pt idx="213">
                  <c:v>1201</c:v>
                </c:pt>
                <c:pt idx="214">
                  <c:v>1211</c:v>
                </c:pt>
                <c:pt idx="215">
                  <c:v>1211</c:v>
                </c:pt>
                <c:pt idx="216">
                  <c:v>1211</c:v>
                </c:pt>
                <c:pt idx="217">
                  <c:v>1211</c:v>
                </c:pt>
                <c:pt idx="218">
                  <c:v>1211</c:v>
                </c:pt>
                <c:pt idx="219">
                  <c:v>1211</c:v>
                </c:pt>
                <c:pt idx="220">
                  <c:v>1211</c:v>
                </c:pt>
                <c:pt idx="221">
                  <c:v>1211</c:v>
                </c:pt>
                <c:pt idx="222">
                  <c:v>1223</c:v>
                </c:pt>
                <c:pt idx="223">
                  <c:v>1223</c:v>
                </c:pt>
                <c:pt idx="224">
                  <c:v>1223</c:v>
                </c:pt>
                <c:pt idx="225">
                  <c:v>1223</c:v>
                </c:pt>
                <c:pt idx="226">
                  <c:v>1223</c:v>
                </c:pt>
                <c:pt idx="227">
                  <c:v>1223</c:v>
                </c:pt>
                <c:pt idx="228">
                  <c:v>1223</c:v>
                </c:pt>
                <c:pt idx="229">
                  <c:v>1247</c:v>
                </c:pt>
                <c:pt idx="230">
                  <c:v>1247</c:v>
                </c:pt>
                <c:pt idx="231">
                  <c:v>1247</c:v>
                </c:pt>
                <c:pt idx="232">
                  <c:v>1247</c:v>
                </c:pt>
                <c:pt idx="233">
                  <c:v>1247</c:v>
                </c:pt>
                <c:pt idx="234">
                  <c:v>1247</c:v>
                </c:pt>
                <c:pt idx="235">
                  <c:v>1247</c:v>
                </c:pt>
                <c:pt idx="236">
                  <c:v>1211</c:v>
                </c:pt>
                <c:pt idx="237">
                  <c:v>1211</c:v>
                </c:pt>
                <c:pt idx="238">
                  <c:v>1211</c:v>
                </c:pt>
                <c:pt idx="239">
                  <c:v>1211</c:v>
                </c:pt>
                <c:pt idx="240">
                  <c:v>1211</c:v>
                </c:pt>
                <c:pt idx="241">
                  <c:v>1211</c:v>
                </c:pt>
                <c:pt idx="242">
                  <c:v>1211</c:v>
                </c:pt>
                <c:pt idx="243">
                  <c:v>1211</c:v>
                </c:pt>
                <c:pt idx="244">
                  <c:v>1211</c:v>
                </c:pt>
                <c:pt idx="245">
                  <c:v>1211</c:v>
                </c:pt>
                <c:pt idx="246">
                  <c:v>1211</c:v>
                </c:pt>
                <c:pt idx="247">
                  <c:v>1211</c:v>
                </c:pt>
                <c:pt idx="248">
                  <c:v>1211</c:v>
                </c:pt>
                <c:pt idx="249">
                  <c:v>1211</c:v>
                </c:pt>
                <c:pt idx="250">
                  <c:v>1235</c:v>
                </c:pt>
                <c:pt idx="251">
                  <c:v>1235</c:v>
                </c:pt>
                <c:pt idx="252">
                  <c:v>1235</c:v>
                </c:pt>
                <c:pt idx="253">
                  <c:v>1205</c:v>
                </c:pt>
                <c:pt idx="254">
                  <c:v>1205</c:v>
                </c:pt>
                <c:pt idx="255">
                  <c:v>1205</c:v>
                </c:pt>
                <c:pt idx="256">
                  <c:v>1205</c:v>
                </c:pt>
                <c:pt idx="257">
                  <c:v>1193</c:v>
                </c:pt>
                <c:pt idx="258">
                  <c:v>1193</c:v>
                </c:pt>
                <c:pt idx="259">
                  <c:v>1193</c:v>
                </c:pt>
                <c:pt idx="260">
                  <c:v>1193</c:v>
                </c:pt>
                <c:pt idx="261">
                  <c:v>1193</c:v>
                </c:pt>
                <c:pt idx="262">
                  <c:v>1193</c:v>
                </c:pt>
                <c:pt idx="263">
                  <c:v>1193</c:v>
                </c:pt>
                <c:pt idx="264">
                  <c:v>1181</c:v>
                </c:pt>
                <c:pt idx="265">
                  <c:v>1181</c:v>
                </c:pt>
                <c:pt idx="266">
                  <c:v>1181</c:v>
                </c:pt>
                <c:pt idx="267">
                  <c:v>1181</c:v>
                </c:pt>
                <c:pt idx="268">
                  <c:v>1191</c:v>
                </c:pt>
                <c:pt idx="269">
                  <c:v>1191</c:v>
                </c:pt>
                <c:pt idx="270">
                  <c:v>1191</c:v>
                </c:pt>
                <c:pt idx="271">
                  <c:v>1191</c:v>
                </c:pt>
                <c:pt idx="272">
                  <c:v>1191</c:v>
                </c:pt>
                <c:pt idx="273">
                  <c:v>1191</c:v>
                </c:pt>
                <c:pt idx="274">
                  <c:v>1191</c:v>
                </c:pt>
                <c:pt idx="275">
                  <c:v>1191</c:v>
                </c:pt>
                <c:pt idx="276">
                  <c:v>1191</c:v>
                </c:pt>
                <c:pt idx="277">
                  <c:v>1086</c:v>
                </c:pt>
                <c:pt idx="278">
                  <c:v>1098</c:v>
                </c:pt>
                <c:pt idx="279">
                  <c:v>1098</c:v>
                </c:pt>
                <c:pt idx="280">
                  <c:v>1098</c:v>
                </c:pt>
                <c:pt idx="281">
                  <c:v>1098</c:v>
                </c:pt>
                <c:pt idx="282">
                  <c:v>1098</c:v>
                </c:pt>
                <c:pt idx="283">
                  <c:v>1098</c:v>
                </c:pt>
                <c:pt idx="284">
                  <c:v>1098</c:v>
                </c:pt>
                <c:pt idx="285">
                  <c:v>1098</c:v>
                </c:pt>
                <c:pt idx="286">
                  <c:v>1098</c:v>
                </c:pt>
                <c:pt idx="287">
                  <c:v>1098</c:v>
                </c:pt>
                <c:pt idx="288">
                  <c:v>1098</c:v>
                </c:pt>
                <c:pt idx="289">
                  <c:v>1098</c:v>
                </c:pt>
                <c:pt idx="290">
                  <c:v>1098</c:v>
                </c:pt>
                <c:pt idx="291">
                  <c:v>1098</c:v>
                </c:pt>
                <c:pt idx="292">
                  <c:v>1110</c:v>
                </c:pt>
                <c:pt idx="293">
                  <c:v>1110</c:v>
                </c:pt>
                <c:pt idx="294">
                  <c:v>1110</c:v>
                </c:pt>
                <c:pt idx="295">
                  <c:v>1110</c:v>
                </c:pt>
                <c:pt idx="296">
                  <c:v>1110</c:v>
                </c:pt>
                <c:pt idx="297">
                  <c:v>1110</c:v>
                </c:pt>
                <c:pt idx="298">
                  <c:v>1110</c:v>
                </c:pt>
                <c:pt idx="299">
                  <c:v>1110</c:v>
                </c:pt>
                <c:pt idx="300">
                  <c:v>1110</c:v>
                </c:pt>
                <c:pt idx="301">
                  <c:v>1160</c:v>
                </c:pt>
                <c:pt idx="302">
                  <c:v>1160</c:v>
                </c:pt>
                <c:pt idx="303">
                  <c:v>1160</c:v>
                </c:pt>
                <c:pt idx="304">
                  <c:v>1160</c:v>
                </c:pt>
                <c:pt idx="305">
                  <c:v>1085</c:v>
                </c:pt>
                <c:pt idx="306">
                  <c:v>1061</c:v>
                </c:pt>
                <c:pt idx="307">
                  <c:v>1061</c:v>
                </c:pt>
                <c:pt idx="308">
                  <c:v>1091</c:v>
                </c:pt>
                <c:pt idx="309">
                  <c:v>1091</c:v>
                </c:pt>
                <c:pt idx="310">
                  <c:v>1091</c:v>
                </c:pt>
                <c:pt idx="311">
                  <c:v>1091</c:v>
                </c:pt>
                <c:pt idx="312">
                  <c:v>1091</c:v>
                </c:pt>
                <c:pt idx="313">
                  <c:v>1067</c:v>
                </c:pt>
                <c:pt idx="314">
                  <c:v>1067</c:v>
                </c:pt>
                <c:pt idx="315">
                  <c:v>1067</c:v>
                </c:pt>
                <c:pt idx="316">
                  <c:v>1067</c:v>
                </c:pt>
                <c:pt idx="317">
                  <c:v>1067</c:v>
                </c:pt>
                <c:pt idx="318">
                  <c:v>1067</c:v>
                </c:pt>
                <c:pt idx="319">
                  <c:v>1067</c:v>
                </c:pt>
                <c:pt idx="320">
                  <c:v>1023.8</c:v>
                </c:pt>
                <c:pt idx="321">
                  <c:v>1023.8</c:v>
                </c:pt>
                <c:pt idx="322">
                  <c:v>1023.8</c:v>
                </c:pt>
                <c:pt idx="323">
                  <c:v>1023.8</c:v>
                </c:pt>
                <c:pt idx="324">
                  <c:v>1023.8</c:v>
                </c:pt>
                <c:pt idx="325">
                  <c:v>1023.8</c:v>
                </c:pt>
                <c:pt idx="326">
                  <c:v>1023.8</c:v>
                </c:pt>
                <c:pt idx="327">
                  <c:v>1019</c:v>
                </c:pt>
                <c:pt idx="328">
                  <c:v>1019</c:v>
                </c:pt>
                <c:pt idx="329">
                  <c:v>1019</c:v>
                </c:pt>
                <c:pt idx="330">
                  <c:v>1019</c:v>
                </c:pt>
                <c:pt idx="331">
                  <c:v>1019</c:v>
                </c:pt>
                <c:pt idx="332">
                  <c:v>1019</c:v>
                </c:pt>
                <c:pt idx="333">
                  <c:v>1039</c:v>
                </c:pt>
                <c:pt idx="334">
                  <c:v>1039</c:v>
                </c:pt>
                <c:pt idx="335">
                  <c:v>1039</c:v>
                </c:pt>
                <c:pt idx="336">
                  <c:v>1039</c:v>
                </c:pt>
                <c:pt idx="337">
                  <c:v>1069</c:v>
                </c:pt>
                <c:pt idx="338">
                  <c:v>1069</c:v>
                </c:pt>
                <c:pt idx="339">
                  <c:v>1069</c:v>
                </c:pt>
                <c:pt idx="340">
                  <c:v>1069</c:v>
                </c:pt>
                <c:pt idx="341">
                  <c:v>1093</c:v>
                </c:pt>
                <c:pt idx="342">
                  <c:v>1093</c:v>
                </c:pt>
                <c:pt idx="343">
                  <c:v>1093</c:v>
                </c:pt>
                <c:pt idx="344">
                  <c:v>1113</c:v>
                </c:pt>
                <c:pt idx="345">
                  <c:v>1113</c:v>
                </c:pt>
                <c:pt idx="346">
                  <c:v>1113</c:v>
                </c:pt>
                <c:pt idx="347">
                  <c:v>1113</c:v>
                </c:pt>
                <c:pt idx="348">
                  <c:v>1062</c:v>
                </c:pt>
                <c:pt idx="349">
                  <c:v>1062</c:v>
                </c:pt>
                <c:pt idx="350">
                  <c:v>1142</c:v>
                </c:pt>
                <c:pt idx="351">
                  <c:v>1142</c:v>
                </c:pt>
                <c:pt idx="352">
                  <c:v>1142</c:v>
                </c:pt>
                <c:pt idx="353">
                  <c:v>1142</c:v>
                </c:pt>
                <c:pt idx="354">
                  <c:v>1142</c:v>
                </c:pt>
                <c:pt idx="355">
                  <c:v>1154</c:v>
                </c:pt>
                <c:pt idx="356">
                  <c:v>1154</c:v>
                </c:pt>
                <c:pt idx="357">
                  <c:v>1224</c:v>
                </c:pt>
                <c:pt idx="358">
                  <c:v>1224</c:v>
                </c:pt>
                <c:pt idx="359">
                  <c:v>1224</c:v>
                </c:pt>
                <c:pt idx="360">
                  <c:v>1224</c:v>
                </c:pt>
                <c:pt idx="361">
                  <c:v>1224</c:v>
                </c:pt>
                <c:pt idx="362">
                  <c:v>1248</c:v>
                </c:pt>
                <c:pt idx="363">
                  <c:v>1248</c:v>
                </c:pt>
                <c:pt idx="364">
                  <c:v>1008</c:v>
                </c:pt>
                <c:pt idx="365">
                  <c:v>1008</c:v>
                </c:pt>
                <c:pt idx="366">
                  <c:v>1008</c:v>
                </c:pt>
                <c:pt idx="367">
                  <c:v>1008</c:v>
                </c:pt>
                <c:pt idx="368">
                  <c:v>1008</c:v>
                </c:pt>
                <c:pt idx="369">
                  <c:v>1020</c:v>
                </c:pt>
                <c:pt idx="370">
                  <c:v>1020</c:v>
                </c:pt>
                <c:pt idx="371">
                  <c:v>1020</c:v>
                </c:pt>
                <c:pt idx="372">
                  <c:v>1020</c:v>
                </c:pt>
                <c:pt idx="373">
                  <c:v>1020</c:v>
                </c:pt>
                <c:pt idx="374">
                  <c:v>1020</c:v>
                </c:pt>
                <c:pt idx="375">
                  <c:v>1020</c:v>
                </c:pt>
                <c:pt idx="376">
                  <c:v>1008</c:v>
                </c:pt>
                <c:pt idx="377">
                  <c:v>1008</c:v>
                </c:pt>
                <c:pt idx="378">
                  <c:v>1008</c:v>
                </c:pt>
                <c:pt idx="379">
                  <c:v>1008</c:v>
                </c:pt>
                <c:pt idx="380">
                  <c:v>1008</c:v>
                </c:pt>
                <c:pt idx="381">
                  <c:v>1008</c:v>
                </c:pt>
                <c:pt idx="382">
                  <c:v>1008</c:v>
                </c:pt>
                <c:pt idx="383">
                  <c:v>972</c:v>
                </c:pt>
                <c:pt idx="384">
                  <c:v>972</c:v>
                </c:pt>
                <c:pt idx="385">
                  <c:v>972</c:v>
                </c:pt>
                <c:pt idx="386">
                  <c:v>1002</c:v>
                </c:pt>
                <c:pt idx="387">
                  <c:v>1002</c:v>
                </c:pt>
                <c:pt idx="388">
                  <c:v>1002</c:v>
                </c:pt>
                <c:pt idx="389">
                  <c:v>1002</c:v>
                </c:pt>
                <c:pt idx="390">
                  <c:v>1026</c:v>
                </c:pt>
                <c:pt idx="391">
                  <c:v>1096</c:v>
                </c:pt>
                <c:pt idx="392">
                  <c:v>1146</c:v>
                </c:pt>
                <c:pt idx="393">
                  <c:v>1326</c:v>
                </c:pt>
                <c:pt idx="394">
                  <c:v>1326</c:v>
                </c:pt>
                <c:pt idx="395">
                  <c:v>1326</c:v>
                </c:pt>
                <c:pt idx="396">
                  <c:v>1346</c:v>
                </c:pt>
                <c:pt idx="397">
                  <c:v>1484</c:v>
                </c:pt>
                <c:pt idx="398">
                  <c:v>1484</c:v>
                </c:pt>
                <c:pt idx="399">
                  <c:v>1484</c:v>
                </c:pt>
                <c:pt idx="400">
                  <c:v>1484</c:v>
                </c:pt>
                <c:pt idx="401">
                  <c:v>1484</c:v>
                </c:pt>
                <c:pt idx="402">
                  <c:v>1484</c:v>
                </c:pt>
                <c:pt idx="403">
                  <c:v>1484</c:v>
                </c:pt>
                <c:pt idx="404">
                  <c:v>1484</c:v>
                </c:pt>
                <c:pt idx="405">
                  <c:v>1484</c:v>
                </c:pt>
                <c:pt idx="406">
                  <c:v>1634</c:v>
                </c:pt>
                <c:pt idx="407">
                  <c:v>1634</c:v>
                </c:pt>
                <c:pt idx="408">
                  <c:v>1634</c:v>
                </c:pt>
                <c:pt idx="409">
                  <c:v>1634</c:v>
                </c:pt>
                <c:pt idx="410">
                  <c:v>1634</c:v>
                </c:pt>
                <c:pt idx="411">
                  <c:v>1212</c:v>
                </c:pt>
                <c:pt idx="412">
                  <c:v>1212</c:v>
                </c:pt>
                <c:pt idx="413">
                  <c:v>1212</c:v>
                </c:pt>
                <c:pt idx="414">
                  <c:v>1212</c:v>
                </c:pt>
                <c:pt idx="415">
                  <c:v>1212</c:v>
                </c:pt>
                <c:pt idx="416">
                  <c:v>1212</c:v>
                </c:pt>
                <c:pt idx="417">
                  <c:v>1212</c:v>
                </c:pt>
                <c:pt idx="418">
                  <c:v>1188</c:v>
                </c:pt>
                <c:pt idx="419">
                  <c:v>1188</c:v>
                </c:pt>
                <c:pt idx="420">
                  <c:v>1288</c:v>
                </c:pt>
                <c:pt idx="421">
                  <c:v>1288</c:v>
                </c:pt>
                <c:pt idx="422">
                  <c:v>1288</c:v>
                </c:pt>
                <c:pt idx="423">
                  <c:v>1288</c:v>
                </c:pt>
                <c:pt idx="424">
                  <c:v>1288</c:v>
                </c:pt>
                <c:pt idx="425">
                  <c:v>1288</c:v>
                </c:pt>
                <c:pt idx="426">
                  <c:v>1738</c:v>
                </c:pt>
                <c:pt idx="427">
                  <c:v>1738</c:v>
                </c:pt>
                <c:pt idx="428">
                  <c:v>1738</c:v>
                </c:pt>
                <c:pt idx="429">
                  <c:v>1738</c:v>
                </c:pt>
                <c:pt idx="430">
                  <c:v>1738</c:v>
                </c:pt>
                <c:pt idx="431">
                  <c:v>1988</c:v>
                </c:pt>
                <c:pt idx="432">
                  <c:v>1988</c:v>
                </c:pt>
                <c:pt idx="433">
                  <c:v>1988</c:v>
                </c:pt>
                <c:pt idx="434">
                  <c:v>1988</c:v>
                </c:pt>
                <c:pt idx="435">
                  <c:v>1988</c:v>
                </c:pt>
                <c:pt idx="436">
                  <c:v>1988</c:v>
                </c:pt>
                <c:pt idx="437">
                  <c:v>1988</c:v>
                </c:pt>
                <c:pt idx="438">
                  <c:v>1988</c:v>
                </c:pt>
                <c:pt idx="439">
                  <c:v>2000</c:v>
                </c:pt>
                <c:pt idx="440">
                  <c:v>2000</c:v>
                </c:pt>
                <c:pt idx="441">
                  <c:v>2000</c:v>
                </c:pt>
                <c:pt idx="442">
                  <c:v>2000</c:v>
                </c:pt>
                <c:pt idx="443">
                  <c:v>2000</c:v>
                </c:pt>
                <c:pt idx="444">
                  <c:v>2000</c:v>
                </c:pt>
                <c:pt idx="445">
                  <c:v>2000</c:v>
                </c:pt>
                <c:pt idx="446">
                  <c:v>2000</c:v>
                </c:pt>
                <c:pt idx="447">
                  <c:v>2000</c:v>
                </c:pt>
                <c:pt idx="448">
                  <c:v>2000</c:v>
                </c:pt>
                <c:pt idx="449">
                  <c:v>2012</c:v>
                </c:pt>
                <c:pt idx="450">
                  <c:v>2012</c:v>
                </c:pt>
                <c:pt idx="451">
                  <c:v>2012</c:v>
                </c:pt>
                <c:pt idx="452">
                  <c:v>2012</c:v>
                </c:pt>
                <c:pt idx="453">
                  <c:v>2012</c:v>
                </c:pt>
                <c:pt idx="454">
                  <c:v>2012</c:v>
                </c:pt>
                <c:pt idx="455">
                  <c:v>2012</c:v>
                </c:pt>
                <c:pt idx="456">
                  <c:v>2012</c:v>
                </c:pt>
                <c:pt idx="457">
                  <c:v>2012</c:v>
                </c:pt>
                <c:pt idx="458">
                  <c:v>2012</c:v>
                </c:pt>
                <c:pt idx="459">
                  <c:v>2012</c:v>
                </c:pt>
                <c:pt idx="460">
                  <c:v>2012</c:v>
                </c:pt>
                <c:pt idx="461">
                  <c:v>2012</c:v>
                </c:pt>
                <c:pt idx="462">
                  <c:v>2012</c:v>
                </c:pt>
                <c:pt idx="463">
                  <c:v>2012</c:v>
                </c:pt>
                <c:pt idx="464">
                  <c:v>2012</c:v>
                </c:pt>
                <c:pt idx="465">
                  <c:v>2012</c:v>
                </c:pt>
                <c:pt idx="466">
                  <c:v>2012</c:v>
                </c:pt>
                <c:pt idx="467">
                  <c:v>2012</c:v>
                </c:pt>
                <c:pt idx="468">
                  <c:v>2012</c:v>
                </c:pt>
                <c:pt idx="469">
                  <c:v>2060</c:v>
                </c:pt>
                <c:pt idx="470">
                  <c:v>2060</c:v>
                </c:pt>
                <c:pt idx="471">
                  <c:v>2060</c:v>
                </c:pt>
                <c:pt idx="472">
                  <c:v>2060</c:v>
                </c:pt>
                <c:pt idx="473">
                  <c:v>2060</c:v>
                </c:pt>
                <c:pt idx="474">
                  <c:v>2036</c:v>
                </c:pt>
                <c:pt idx="475">
                  <c:v>2036</c:v>
                </c:pt>
                <c:pt idx="476">
                  <c:v>2036</c:v>
                </c:pt>
                <c:pt idx="477">
                  <c:v>2036</c:v>
                </c:pt>
                <c:pt idx="478">
                  <c:v>2036</c:v>
                </c:pt>
                <c:pt idx="479">
                  <c:v>2036</c:v>
                </c:pt>
                <c:pt idx="480">
                  <c:v>2012</c:v>
                </c:pt>
                <c:pt idx="481">
                  <c:v>1337</c:v>
                </c:pt>
                <c:pt idx="482">
                  <c:v>1337</c:v>
                </c:pt>
                <c:pt idx="483">
                  <c:v>1487</c:v>
                </c:pt>
                <c:pt idx="484">
                  <c:v>1487</c:v>
                </c:pt>
                <c:pt idx="485">
                  <c:v>1487</c:v>
                </c:pt>
                <c:pt idx="486">
                  <c:v>1487</c:v>
                </c:pt>
                <c:pt idx="487">
                  <c:v>1487</c:v>
                </c:pt>
                <c:pt idx="488">
                  <c:v>1415</c:v>
                </c:pt>
                <c:pt idx="489">
                  <c:v>1415</c:v>
                </c:pt>
                <c:pt idx="490">
                  <c:v>1415</c:v>
                </c:pt>
                <c:pt idx="491">
                  <c:v>1220</c:v>
                </c:pt>
                <c:pt idx="492">
                  <c:v>1220</c:v>
                </c:pt>
                <c:pt idx="493">
                  <c:v>1220</c:v>
                </c:pt>
                <c:pt idx="494">
                  <c:v>1220</c:v>
                </c:pt>
                <c:pt idx="495">
                  <c:v>1196</c:v>
                </c:pt>
                <c:pt idx="496">
                  <c:v>1196</c:v>
                </c:pt>
                <c:pt idx="497">
                  <c:v>1196</c:v>
                </c:pt>
                <c:pt idx="498">
                  <c:v>1196</c:v>
                </c:pt>
                <c:pt idx="499">
                  <c:v>1196</c:v>
                </c:pt>
                <c:pt idx="500">
                  <c:v>1196</c:v>
                </c:pt>
                <c:pt idx="501">
                  <c:v>1196</c:v>
                </c:pt>
                <c:pt idx="502">
                  <c:v>1184</c:v>
                </c:pt>
                <c:pt idx="503">
                  <c:v>1184</c:v>
                </c:pt>
                <c:pt idx="504">
                  <c:v>1034</c:v>
                </c:pt>
                <c:pt idx="505">
                  <c:v>1034</c:v>
                </c:pt>
                <c:pt idx="506">
                  <c:v>1034</c:v>
                </c:pt>
                <c:pt idx="507">
                  <c:v>1034</c:v>
                </c:pt>
                <c:pt idx="508">
                  <c:v>1010</c:v>
                </c:pt>
                <c:pt idx="509">
                  <c:v>1010</c:v>
                </c:pt>
                <c:pt idx="510">
                  <c:v>1010</c:v>
                </c:pt>
                <c:pt idx="511">
                  <c:v>1010</c:v>
                </c:pt>
                <c:pt idx="512">
                  <c:v>1010</c:v>
                </c:pt>
                <c:pt idx="513">
                  <c:v>1010</c:v>
                </c:pt>
                <c:pt idx="514">
                  <c:v>1010</c:v>
                </c:pt>
                <c:pt idx="515">
                  <c:v>1010</c:v>
                </c:pt>
                <c:pt idx="516">
                  <c:v>1010</c:v>
                </c:pt>
                <c:pt idx="517">
                  <c:v>962</c:v>
                </c:pt>
                <c:pt idx="518">
                  <c:v>962</c:v>
                </c:pt>
                <c:pt idx="519">
                  <c:v>962</c:v>
                </c:pt>
                <c:pt idx="520">
                  <c:v>962</c:v>
                </c:pt>
                <c:pt idx="521">
                  <c:v>962</c:v>
                </c:pt>
                <c:pt idx="522">
                  <c:v>938</c:v>
                </c:pt>
                <c:pt idx="523">
                  <c:v>938</c:v>
                </c:pt>
                <c:pt idx="524">
                  <c:v>938</c:v>
                </c:pt>
                <c:pt idx="525">
                  <c:v>938</c:v>
                </c:pt>
                <c:pt idx="526">
                  <c:v>938</c:v>
                </c:pt>
                <c:pt idx="527">
                  <c:v>938</c:v>
                </c:pt>
                <c:pt idx="528">
                  <c:v>938</c:v>
                </c:pt>
                <c:pt idx="529">
                  <c:v>938</c:v>
                </c:pt>
                <c:pt idx="530">
                  <c:v>914</c:v>
                </c:pt>
                <c:pt idx="531">
                  <c:v>914</c:v>
                </c:pt>
                <c:pt idx="532">
                  <c:v>914</c:v>
                </c:pt>
                <c:pt idx="533">
                  <c:v>839</c:v>
                </c:pt>
                <c:pt idx="534">
                  <c:v>839</c:v>
                </c:pt>
                <c:pt idx="535">
                  <c:v>839</c:v>
                </c:pt>
                <c:pt idx="536">
                  <c:v>839</c:v>
                </c:pt>
                <c:pt idx="537">
                  <c:v>875</c:v>
                </c:pt>
                <c:pt idx="538">
                  <c:v>875</c:v>
                </c:pt>
                <c:pt idx="539">
                  <c:v>875</c:v>
                </c:pt>
                <c:pt idx="540">
                  <c:v>875</c:v>
                </c:pt>
                <c:pt idx="541">
                  <c:v>875</c:v>
                </c:pt>
                <c:pt idx="542">
                  <c:v>875</c:v>
                </c:pt>
                <c:pt idx="543">
                  <c:v>875</c:v>
                </c:pt>
                <c:pt idx="544">
                  <c:v>899</c:v>
                </c:pt>
                <c:pt idx="545">
                  <c:v>899</c:v>
                </c:pt>
                <c:pt idx="546">
                  <c:v>899</c:v>
                </c:pt>
                <c:pt idx="547">
                  <c:v>899</c:v>
                </c:pt>
                <c:pt idx="548">
                  <c:v>899</c:v>
                </c:pt>
                <c:pt idx="549">
                  <c:v>899</c:v>
                </c:pt>
                <c:pt idx="550">
                  <c:v>935</c:v>
                </c:pt>
                <c:pt idx="551">
                  <c:v>635</c:v>
                </c:pt>
                <c:pt idx="552">
                  <c:v>635</c:v>
                </c:pt>
                <c:pt idx="553">
                  <c:v>635</c:v>
                </c:pt>
                <c:pt idx="554">
                  <c:v>635</c:v>
                </c:pt>
                <c:pt idx="555">
                  <c:v>635</c:v>
                </c:pt>
                <c:pt idx="556">
                  <c:v>635</c:v>
                </c:pt>
                <c:pt idx="557">
                  <c:v>635</c:v>
                </c:pt>
                <c:pt idx="558">
                  <c:v>647</c:v>
                </c:pt>
                <c:pt idx="559">
                  <c:v>647</c:v>
                </c:pt>
                <c:pt idx="560">
                  <c:v>647</c:v>
                </c:pt>
                <c:pt idx="561">
                  <c:v>647</c:v>
                </c:pt>
                <c:pt idx="562">
                  <c:v>647</c:v>
                </c:pt>
                <c:pt idx="563">
                  <c:v>647</c:v>
                </c:pt>
                <c:pt idx="564">
                  <c:v>647</c:v>
                </c:pt>
                <c:pt idx="565">
                  <c:v>647</c:v>
                </c:pt>
                <c:pt idx="566">
                  <c:v>647</c:v>
                </c:pt>
                <c:pt idx="567">
                  <c:v>647</c:v>
                </c:pt>
                <c:pt idx="568">
                  <c:v>647</c:v>
                </c:pt>
                <c:pt idx="569">
                  <c:v>647</c:v>
                </c:pt>
                <c:pt idx="570">
                  <c:v>647</c:v>
                </c:pt>
                <c:pt idx="571">
                  <c:v>647</c:v>
                </c:pt>
                <c:pt idx="572">
                  <c:v>623</c:v>
                </c:pt>
                <c:pt idx="573">
                  <c:v>623</c:v>
                </c:pt>
                <c:pt idx="574">
                  <c:v>623</c:v>
                </c:pt>
                <c:pt idx="575">
                  <c:v>623</c:v>
                </c:pt>
                <c:pt idx="576">
                  <c:v>623</c:v>
                </c:pt>
                <c:pt idx="577">
                  <c:v>623</c:v>
                </c:pt>
                <c:pt idx="578">
                  <c:v>623</c:v>
                </c:pt>
                <c:pt idx="579">
                  <c:v>527</c:v>
                </c:pt>
                <c:pt idx="580">
                  <c:v>527</c:v>
                </c:pt>
                <c:pt idx="581">
                  <c:v>527</c:v>
                </c:pt>
                <c:pt idx="582">
                  <c:v>527</c:v>
                </c:pt>
                <c:pt idx="583">
                  <c:v>527</c:v>
                </c:pt>
                <c:pt idx="584">
                  <c:v>527</c:v>
                </c:pt>
                <c:pt idx="585">
                  <c:v>527</c:v>
                </c:pt>
                <c:pt idx="586">
                  <c:v>563</c:v>
                </c:pt>
                <c:pt idx="587">
                  <c:v>563</c:v>
                </c:pt>
                <c:pt idx="588">
                  <c:v>563</c:v>
                </c:pt>
                <c:pt idx="589">
                  <c:v>563</c:v>
                </c:pt>
                <c:pt idx="590">
                  <c:v>563</c:v>
                </c:pt>
                <c:pt idx="591">
                  <c:v>563</c:v>
                </c:pt>
                <c:pt idx="592">
                  <c:v>575</c:v>
                </c:pt>
                <c:pt idx="593">
                  <c:v>575</c:v>
                </c:pt>
                <c:pt idx="594">
                  <c:v>575</c:v>
                </c:pt>
                <c:pt idx="595">
                  <c:v>575</c:v>
                </c:pt>
                <c:pt idx="596">
                  <c:v>575</c:v>
                </c:pt>
                <c:pt idx="597">
                  <c:v>575</c:v>
                </c:pt>
                <c:pt idx="598">
                  <c:v>575</c:v>
                </c:pt>
                <c:pt idx="599">
                  <c:v>575</c:v>
                </c:pt>
                <c:pt idx="600">
                  <c:v>575</c:v>
                </c:pt>
                <c:pt idx="601">
                  <c:v>575</c:v>
                </c:pt>
                <c:pt idx="602">
                  <c:v>575</c:v>
                </c:pt>
                <c:pt idx="603">
                  <c:v>575</c:v>
                </c:pt>
                <c:pt idx="604">
                  <c:v>575</c:v>
                </c:pt>
                <c:pt idx="605">
                  <c:v>575</c:v>
                </c:pt>
                <c:pt idx="606">
                  <c:v>575</c:v>
                </c:pt>
                <c:pt idx="607">
                  <c:v>575</c:v>
                </c:pt>
                <c:pt idx="608">
                  <c:v>575</c:v>
                </c:pt>
                <c:pt idx="609">
                  <c:v>575</c:v>
                </c:pt>
                <c:pt idx="610">
                  <c:v>575</c:v>
                </c:pt>
                <c:pt idx="611">
                  <c:v>575</c:v>
                </c:pt>
                <c:pt idx="612">
                  <c:v>575</c:v>
                </c:pt>
                <c:pt idx="613">
                  <c:v>575</c:v>
                </c:pt>
                <c:pt idx="614">
                  <c:v>551</c:v>
                </c:pt>
                <c:pt idx="615">
                  <c:v>551</c:v>
                </c:pt>
                <c:pt idx="616">
                  <c:v>551</c:v>
                </c:pt>
                <c:pt idx="617">
                  <c:v>551</c:v>
                </c:pt>
                <c:pt idx="618">
                  <c:v>551</c:v>
                </c:pt>
                <c:pt idx="619">
                  <c:v>551</c:v>
                </c:pt>
                <c:pt idx="620">
                  <c:v>551</c:v>
                </c:pt>
                <c:pt idx="621">
                  <c:v>527</c:v>
                </c:pt>
                <c:pt idx="622">
                  <c:v>527</c:v>
                </c:pt>
                <c:pt idx="623">
                  <c:v>527</c:v>
                </c:pt>
                <c:pt idx="624">
                  <c:v>527</c:v>
                </c:pt>
                <c:pt idx="625">
                  <c:v>527</c:v>
                </c:pt>
                <c:pt idx="626">
                  <c:v>527</c:v>
                </c:pt>
                <c:pt idx="627">
                  <c:v>527</c:v>
                </c:pt>
                <c:pt idx="628">
                  <c:v>527</c:v>
                </c:pt>
                <c:pt idx="629">
                  <c:v>1127</c:v>
                </c:pt>
                <c:pt idx="630">
                  <c:v>1127</c:v>
                </c:pt>
                <c:pt idx="631">
                  <c:v>1127</c:v>
                </c:pt>
                <c:pt idx="632">
                  <c:v>1127</c:v>
                </c:pt>
                <c:pt idx="633">
                  <c:v>1127</c:v>
                </c:pt>
                <c:pt idx="634">
                  <c:v>1127</c:v>
                </c:pt>
                <c:pt idx="635">
                  <c:v>1103</c:v>
                </c:pt>
                <c:pt idx="636">
                  <c:v>1103</c:v>
                </c:pt>
                <c:pt idx="637">
                  <c:v>1298</c:v>
                </c:pt>
                <c:pt idx="638">
                  <c:v>1298</c:v>
                </c:pt>
                <c:pt idx="639">
                  <c:v>1298</c:v>
                </c:pt>
                <c:pt idx="640">
                  <c:v>1298</c:v>
                </c:pt>
                <c:pt idx="641">
                  <c:v>1298</c:v>
                </c:pt>
                <c:pt idx="642">
                  <c:v>1310</c:v>
                </c:pt>
                <c:pt idx="643">
                  <c:v>1310</c:v>
                </c:pt>
                <c:pt idx="644">
                  <c:v>1310</c:v>
                </c:pt>
                <c:pt idx="645">
                  <c:v>1340</c:v>
                </c:pt>
                <c:pt idx="646">
                  <c:v>1340</c:v>
                </c:pt>
                <c:pt idx="647">
                  <c:v>1340</c:v>
                </c:pt>
                <c:pt idx="648">
                  <c:v>1340</c:v>
                </c:pt>
                <c:pt idx="649">
                  <c:v>1364</c:v>
                </c:pt>
                <c:pt idx="650">
                  <c:v>1364</c:v>
                </c:pt>
                <c:pt idx="651">
                  <c:v>1559</c:v>
                </c:pt>
                <c:pt idx="652">
                  <c:v>1559</c:v>
                </c:pt>
                <c:pt idx="653">
                  <c:v>1559</c:v>
                </c:pt>
                <c:pt idx="654">
                  <c:v>1559</c:v>
                </c:pt>
                <c:pt idx="655">
                  <c:v>1559</c:v>
                </c:pt>
                <c:pt idx="656">
                  <c:v>1559</c:v>
                </c:pt>
                <c:pt idx="657">
                  <c:v>1559</c:v>
                </c:pt>
                <c:pt idx="658">
                  <c:v>1559</c:v>
                </c:pt>
                <c:pt idx="659">
                  <c:v>1559</c:v>
                </c:pt>
                <c:pt idx="660">
                  <c:v>1559</c:v>
                </c:pt>
                <c:pt idx="661">
                  <c:v>1559</c:v>
                </c:pt>
                <c:pt idx="662">
                  <c:v>1484</c:v>
                </c:pt>
                <c:pt idx="663">
                  <c:v>1484</c:v>
                </c:pt>
                <c:pt idx="664">
                  <c:v>1484</c:v>
                </c:pt>
                <c:pt idx="665">
                  <c:v>1484</c:v>
                </c:pt>
                <c:pt idx="666">
                  <c:v>1496</c:v>
                </c:pt>
                <c:pt idx="667">
                  <c:v>1496</c:v>
                </c:pt>
                <c:pt idx="668">
                  <c:v>1496</c:v>
                </c:pt>
                <c:pt idx="669">
                  <c:v>1496</c:v>
                </c:pt>
                <c:pt idx="670">
                  <c:v>1496</c:v>
                </c:pt>
                <c:pt idx="671">
                  <c:v>1496</c:v>
                </c:pt>
                <c:pt idx="672">
                  <c:v>1496</c:v>
                </c:pt>
                <c:pt idx="673">
                  <c:v>1496</c:v>
                </c:pt>
                <c:pt idx="674">
                  <c:v>1496</c:v>
                </c:pt>
                <c:pt idx="675">
                  <c:v>1484</c:v>
                </c:pt>
                <c:pt idx="676">
                  <c:v>1484</c:v>
                </c:pt>
                <c:pt idx="677">
                  <c:v>1484</c:v>
                </c:pt>
                <c:pt idx="678">
                  <c:v>1448</c:v>
                </c:pt>
                <c:pt idx="679">
                  <c:v>1448</c:v>
                </c:pt>
                <c:pt idx="680">
                  <c:v>1448</c:v>
                </c:pt>
                <c:pt idx="681">
                  <c:v>1448</c:v>
                </c:pt>
                <c:pt idx="682">
                  <c:v>1448</c:v>
                </c:pt>
                <c:pt idx="683">
                  <c:v>1448</c:v>
                </c:pt>
                <c:pt idx="684">
                  <c:v>1448</c:v>
                </c:pt>
                <c:pt idx="685">
                  <c:v>1448</c:v>
                </c:pt>
                <c:pt idx="686">
                  <c:v>1448</c:v>
                </c:pt>
                <c:pt idx="687">
                  <c:v>1348</c:v>
                </c:pt>
                <c:pt idx="688">
                  <c:v>1348</c:v>
                </c:pt>
                <c:pt idx="689">
                  <c:v>1348</c:v>
                </c:pt>
                <c:pt idx="690">
                  <c:v>1648</c:v>
                </c:pt>
                <c:pt idx="691">
                  <c:v>1648</c:v>
                </c:pt>
                <c:pt idx="692">
                  <c:v>1648</c:v>
                </c:pt>
                <c:pt idx="693">
                  <c:v>1720</c:v>
                </c:pt>
                <c:pt idx="694">
                  <c:v>1720</c:v>
                </c:pt>
                <c:pt idx="695">
                  <c:v>1720</c:v>
                </c:pt>
                <c:pt idx="696">
                  <c:v>1720</c:v>
                </c:pt>
                <c:pt idx="697">
                  <c:v>1720</c:v>
                </c:pt>
                <c:pt idx="698">
                  <c:v>1720</c:v>
                </c:pt>
                <c:pt idx="699">
                  <c:v>1720</c:v>
                </c:pt>
                <c:pt idx="700">
                  <c:v>1720</c:v>
                </c:pt>
                <c:pt idx="701">
                  <c:v>1720</c:v>
                </c:pt>
                <c:pt idx="702">
                  <c:v>1720</c:v>
                </c:pt>
                <c:pt idx="703">
                  <c:v>1720</c:v>
                </c:pt>
                <c:pt idx="704">
                  <c:v>1720</c:v>
                </c:pt>
                <c:pt idx="705">
                  <c:v>1708</c:v>
                </c:pt>
                <c:pt idx="706">
                  <c:v>1780</c:v>
                </c:pt>
                <c:pt idx="707">
                  <c:v>1516</c:v>
                </c:pt>
                <c:pt idx="708">
                  <c:v>1516</c:v>
                </c:pt>
                <c:pt idx="709">
                  <c:v>1516</c:v>
                </c:pt>
                <c:pt idx="710">
                  <c:v>1516</c:v>
                </c:pt>
                <c:pt idx="711">
                  <c:v>1516</c:v>
                </c:pt>
                <c:pt idx="712">
                  <c:v>1516</c:v>
                </c:pt>
                <c:pt idx="713">
                  <c:v>1516</c:v>
                </c:pt>
                <c:pt idx="714">
                  <c:v>1516</c:v>
                </c:pt>
                <c:pt idx="715">
                  <c:v>1516</c:v>
                </c:pt>
                <c:pt idx="716">
                  <c:v>1516</c:v>
                </c:pt>
                <c:pt idx="717">
                  <c:v>1516</c:v>
                </c:pt>
                <c:pt idx="718">
                  <c:v>1516</c:v>
                </c:pt>
                <c:pt idx="719">
                  <c:v>1576</c:v>
                </c:pt>
                <c:pt idx="720">
                  <c:v>1576</c:v>
                </c:pt>
                <c:pt idx="721">
                  <c:v>1576</c:v>
                </c:pt>
                <c:pt idx="722">
                  <c:v>1576</c:v>
                </c:pt>
                <c:pt idx="723">
                  <c:v>1576</c:v>
                </c:pt>
                <c:pt idx="724">
                  <c:v>1576</c:v>
                </c:pt>
                <c:pt idx="725">
                  <c:v>1576</c:v>
                </c:pt>
                <c:pt idx="726">
                  <c:v>1516</c:v>
                </c:pt>
                <c:pt idx="727">
                  <c:v>1516</c:v>
                </c:pt>
                <c:pt idx="728">
                  <c:v>1516</c:v>
                </c:pt>
                <c:pt idx="729">
                  <c:v>1516</c:v>
                </c:pt>
                <c:pt idx="730">
                  <c:v>1516</c:v>
                </c:pt>
                <c:pt idx="731">
                  <c:v>1516</c:v>
                </c:pt>
                <c:pt idx="732">
                  <c:v>1516</c:v>
                </c:pt>
                <c:pt idx="733">
                  <c:v>1600</c:v>
                </c:pt>
                <c:pt idx="734">
                  <c:v>1600</c:v>
                </c:pt>
                <c:pt idx="735">
                  <c:v>1600</c:v>
                </c:pt>
                <c:pt idx="736">
                  <c:v>2800</c:v>
                </c:pt>
                <c:pt idx="737">
                  <c:v>2800</c:v>
                </c:pt>
                <c:pt idx="738">
                  <c:v>2800</c:v>
                </c:pt>
                <c:pt idx="739">
                  <c:v>2800</c:v>
                </c:pt>
                <c:pt idx="740">
                  <c:v>2872</c:v>
                </c:pt>
                <c:pt idx="741">
                  <c:v>2872</c:v>
                </c:pt>
                <c:pt idx="742">
                  <c:v>2872</c:v>
                </c:pt>
                <c:pt idx="743">
                  <c:v>2872</c:v>
                </c:pt>
                <c:pt idx="744">
                  <c:v>2872</c:v>
                </c:pt>
                <c:pt idx="745">
                  <c:v>2872</c:v>
                </c:pt>
                <c:pt idx="746">
                  <c:v>2872</c:v>
                </c:pt>
                <c:pt idx="747">
                  <c:v>2884</c:v>
                </c:pt>
                <c:pt idx="748">
                  <c:v>2884</c:v>
                </c:pt>
                <c:pt idx="749">
                  <c:v>2884</c:v>
                </c:pt>
                <c:pt idx="750">
                  <c:v>2884</c:v>
                </c:pt>
                <c:pt idx="751">
                  <c:v>2884</c:v>
                </c:pt>
                <c:pt idx="752">
                  <c:v>2884</c:v>
                </c:pt>
                <c:pt idx="753">
                  <c:v>2728</c:v>
                </c:pt>
                <c:pt idx="754">
                  <c:v>2728</c:v>
                </c:pt>
                <c:pt idx="755">
                  <c:v>2728</c:v>
                </c:pt>
                <c:pt idx="756">
                  <c:v>2728</c:v>
                </c:pt>
                <c:pt idx="757">
                  <c:v>2728</c:v>
                </c:pt>
                <c:pt idx="758">
                  <c:v>2728</c:v>
                </c:pt>
                <c:pt idx="759">
                  <c:v>2728</c:v>
                </c:pt>
                <c:pt idx="760">
                  <c:v>2728</c:v>
                </c:pt>
                <c:pt idx="761">
                  <c:v>2728</c:v>
                </c:pt>
                <c:pt idx="762">
                  <c:v>2938</c:v>
                </c:pt>
                <c:pt idx="763">
                  <c:v>2938</c:v>
                </c:pt>
                <c:pt idx="764">
                  <c:v>2938</c:v>
                </c:pt>
                <c:pt idx="765">
                  <c:v>2938</c:v>
                </c:pt>
                <c:pt idx="766">
                  <c:v>2938</c:v>
                </c:pt>
                <c:pt idx="767">
                  <c:v>2938</c:v>
                </c:pt>
                <c:pt idx="768">
                  <c:v>2926</c:v>
                </c:pt>
                <c:pt idx="769">
                  <c:v>2926</c:v>
                </c:pt>
                <c:pt idx="770">
                  <c:v>2926</c:v>
                </c:pt>
                <c:pt idx="771">
                  <c:v>2926</c:v>
                </c:pt>
                <c:pt idx="772">
                  <c:v>2926</c:v>
                </c:pt>
                <c:pt idx="773">
                  <c:v>2926</c:v>
                </c:pt>
                <c:pt idx="774">
                  <c:v>2926</c:v>
                </c:pt>
                <c:pt idx="775">
                  <c:v>2498</c:v>
                </c:pt>
                <c:pt idx="776">
                  <c:v>2498</c:v>
                </c:pt>
                <c:pt idx="777">
                  <c:v>2498</c:v>
                </c:pt>
                <c:pt idx="778">
                  <c:v>2498</c:v>
                </c:pt>
                <c:pt idx="779">
                  <c:v>2498</c:v>
                </c:pt>
                <c:pt idx="780">
                  <c:v>2498</c:v>
                </c:pt>
                <c:pt idx="781">
                  <c:v>2498</c:v>
                </c:pt>
                <c:pt idx="782">
                  <c:v>1998</c:v>
                </c:pt>
                <c:pt idx="783">
                  <c:v>1998</c:v>
                </c:pt>
                <c:pt idx="784">
                  <c:v>1998</c:v>
                </c:pt>
                <c:pt idx="785">
                  <c:v>1998</c:v>
                </c:pt>
                <c:pt idx="786">
                  <c:v>1998</c:v>
                </c:pt>
                <c:pt idx="787">
                  <c:v>1998</c:v>
                </c:pt>
                <c:pt idx="788">
                  <c:v>1938</c:v>
                </c:pt>
                <c:pt idx="789">
                  <c:v>1938</c:v>
                </c:pt>
                <c:pt idx="790">
                  <c:v>1938</c:v>
                </c:pt>
                <c:pt idx="791">
                  <c:v>1938</c:v>
                </c:pt>
                <c:pt idx="792">
                  <c:v>1938</c:v>
                </c:pt>
                <c:pt idx="793">
                  <c:v>1938</c:v>
                </c:pt>
                <c:pt idx="794">
                  <c:v>1938</c:v>
                </c:pt>
                <c:pt idx="795">
                  <c:v>1998</c:v>
                </c:pt>
                <c:pt idx="796">
                  <c:v>1998</c:v>
                </c:pt>
                <c:pt idx="797">
                  <c:v>1998</c:v>
                </c:pt>
                <c:pt idx="798">
                  <c:v>2043</c:v>
                </c:pt>
                <c:pt idx="799">
                  <c:v>1995</c:v>
                </c:pt>
                <c:pt idx="800">
                  <c:v>1995</c:v>
                </c:pt>
                <c:pt idx="801">
                  <c:v>1995</c:v>
                </c:pt>
                <c:pt idx="802">
                  <c:v>1995</c:v>
                </c:pt>
                <c:pt idx="803">
                  <c:v>1995</c:v>
                </c:pt>
                <c:pt idx="804">
                  <c:v>1995</c:v>
                </c:pt>
                <c:pt idx="805">
                  <c:v>1995</c:v>
                </c:pt>
                <c:pt idx="806">
                  <c:v>1995</c:v>
                </c:pt>
                <c:pt idx="807">
                  <c:v>1995</c:v>
                </c:pt>
                <c:pt idx="808">
                  <c:v>1995</c:v>
                </c:pt>
                <c:pt idx="809">
                  <c:v>1971</c:v>
                </c:pt>
                <c:pt idx="810">
                  <c:v>1971</c:v>
                </c:pt>
                <c:pt idx="811">
                  <c:v>1971</c:v>
                </c:pt>
                <c:pt idx="812">
                  <c:v>1971</c:v>
                </c:pt>
                <c:pt idx="813">
                  <c:v>1971</c:v>
                </c:pt>
                <c:pt idx="814">
                  <c:v>1971</c:v>
                </c:pt>
                <c:pt idx="815">
                  <c:v>1971</c:v>
                </c:pt>
                <c:pt idx="816">
                  <c:v>1971</c:v>
                </c:pt>
                <c:pt idx="817">
                  <c:v>1971</c:v>
                </c:pt>
                <c:pt idx="818">
                  <c:v>1971</c:v>
                </c:pt>
                <c:pt idx="819">
                  <c:v>1971</c:v>
                </c:pt>
                <c:pt idx="820">
                  <c:v>1971</c:v>
                </c:pt>
                <c:pt idx="821">
                  <c:v>1971</c:v>
                </c:pt>
                <c:pt idx="822">
                  <c:v>1971</c:v>
                </c:pt>
                <c:pt idx="823">
                  <c:v>1971</c:v>
                </c:pt>
                <c:pt idx="824">
                  <c:v>2007</c:v>
                </c:pt>
                <c:pt idx="825">
                  <c:v>2007</c:v>
                </c:pt>
                <c:pt idx="826">
                  <c:v>2007</c:v>
                </c:pt>
                <c:pt idx="827">
                  <c:v>2007</c:v>
                </c:pt>
                <c:pt idx="828">
                  <c:v>2007</c:v>
                </c:pt>
                <c:pt idx="829">
                  <c:v>2007</c:v>
                </c:pt>
                <c:pt idx="830">
                  <c:v>2007</c:v>
                </c:pt>
                <c:pt idx="831">
                  <c:v>2007</c:v>
                </c:pt>
                <c:pt idx="832">
                  <c:v>2007</c:v>
                </c:pt>
                <c:pt idx="833">
                  <c:v>1795</c:v>
                </c:pt>
                <c:pt idx="834">
                  <c:v>1795</c:v>
                </c:pt>
                <c:pt idx="835">
                  <c:v>1795</c:v>
                </c:pt>
                <c:pt idx="836">
                  <c:v>1795</c:v>
                </c:pt>
                <c:pt idx="837">
                  <c:v>1795</c:v>
                </c:pt>
                <c:pt idx="838">
                  <c:v>1795</c:v>
                </c:pt>
                <c:pt idx="839">
                  <c:v>1795</c:v>
                </c:pt>
                <c:pt idx="840">
                  <c:v>1699</c:v>
                </c:pt>
                <c:pt idx="841">
                  <c:v>1699</c:v>
                </c:pt>
                <c:pt idx="842">
                  <c:v>1699</c:v>
                </c:pt>
                <c:pt idx="843">
                  <c:v>1699</c:v>
                </c:pt>
                <c:pt idx="844">
                  <c:v>1699</c:v>
                </c:pt>
                <c:pt idx="845">
                  <c:v>1699</c:v>
                </c:pt>
                <c:pt idx="846">
                  <c:v>1699</c:v>
                </c:pt>
                <c:pt idx="847">
                  <c:v>1699</c:v>
                </c:pt>
                <c:pt idx="848">
                  <c:v>1699</c:v>
                </c:pt>
                <c:pt idx="849">
                  <c:v>1699</c:v>
                </c:pt>
                <c:pt idx="850">
                  <c:v>1699</c:v>
                </c:pt>
                <c:pt idx="851">
                  <c:v>1699</c:v>
                </c:pt>
                <c:pt idx="852">
                  <c:v>1699</c:v>
                </c:pt>
                <c:pt idx="853">
                  <c:v>1699</c:v>
                </c:pt>
                <c:pt idx="854">
                  <c:v>1699</c:v>
                </c:pt>
                <c:pt idx="855">
                  <c:v>1699</c:v>
                </c:pt>
                <c:pt idx="856">
                  <c:v>1699</c:v>
                </c:pt>
                <c:pt idx="857">
                  <c:v>1699</c:v>
                </c:pt>
                <c:pt idx="858">
                  <c:v>1699</c:v>
                </c:pt>
                <c:pt idx="859">
                  <c:v>1699</c:v>
                </c:pt>
                <c:pt idx="860">
                  <c:v>1699</c:v>
                </c:pt>
                <c:pt idx="861">
                  <c:v>1699</c:v>
                </c:pt>
                <c:pt idx="862">
                  <c:v>1699</c:v>
                </c:pt>
                <c:pt idx="863">
                  <c:v>1699</c:v>
                </c:pt>
                <c:pt idx="864">
                  <c:v>1699</c:v>
                </c:pt>
                <c:pt idx="865">
                  <c:v>1699</c:v>
                </c:pt>
                <c:pt idx="866">
                  <c:v>1699</c:v>
                </c:pt>
                <c:pt idx="867">
                  <c:v>1699</c:v>
                </c:pt>
                <c:pt idx="868">
                  <c:v>1699</c:v>
                </c:pt>
                <c:pt idx="869">
                  <c:v>1699</c:v>
                </c:pt>
                <c:pt idx="870">
                  <c:v>1699</c:v>
                </c:pt>
                <c:pt idx="871">
                  <c:v>1699</c:v>
                </c:pt>
                <c:pt idx="872">
                  <c:v>1699</c:v>
                </c:pt>
                <c:pt idx="873">
                  <c:v>1699</c:v>
                </c:pt>
                <c:pt idx="874">
                  <c:v>1699</c:v>
                </c:pt>
                <c:pt idx="875">
                  <c:v>1699</c:v>
                </c:pt>
                <c:pt idx="876">
                  <c:v>1699</c:v>
                </c:pt>
                <c:pt idx="877">
                  <c:v>1699</c:v>
                </c:pt>
                <c:pt idx="878">
                  <c:v>1699</c:v>
                </c:pt>
                <c:pt idx="879">
                  <c:v>1654</c:v>
                </c:pt>
                <c:pt idx="880">
                  <c:v>1554</c:v>
                </c:pt>
                <c:pt idx="881">
                  <c:v>1554</c:v>
                </c:pt>
                <c:pt idx="882">
                  <c:v>1554</c:v>
                </c:pt>
                <c:pt idx="883">
                  <c:v>1554</c:v>
                </c:pt>
                <c:pt idx="884">
                  <c:v>1554</c:v>
                </c:pt>
                <c:pt idx="885">
                  <c:v>1554</c:v>
                </c:pt>
                <c:pt idx="886">
                  <c:v>1554</c:v>
                </c:pt>
                <c:pt idx="887">
                  <c:v>1554</c:v>
                </c:pt>
                <c:pt idx="888">
                  <c:v>1554</c:v>
                </c:pt>
                <c:pt idx="889">
                  <c:v>1554</c:v>
                </c:pt>
                <c:pt idx="890">
                  <c:v>1614</c:v>
                </c:pt>
                <c:pt idx="891">
                  <c:v>1614</c:v>
                </c:pt>
                <c:pt idx="892">
                  <c:v>1614</c:v>
                </c:pt>
                <c:pt idx="893">
                  <c:v>1614</c:v>
                </c:pt>
                <c:pt idx="894">
                  <c:v>1614</c:v>
                </c:pt>
                <c:pt idx="895">
                  <c:v>1614</c:v>
                </c:pt>
                <c:pt idx="896">
                  <c:v>1614</c:v>
                </c:pt>
                <c:pt idx="897">
                  <c:v>1659</c:v>
                </c:pt>
                <c:pt idx="898">
                  <c:v>1659</c:v>
                </c:pt>
                <c:pt idx="899">
                  <c:v>1659</c:v>
                </c:pt>
                <c:pt idx="900">
                  <c:v>1659</c:v>
                </c:pt>
                <c:pt idx="901">
                  <c:v>1659</c:v>
                </c:pt>
                <c:pt idx="902">
                  <c:v>1659</c:v>
                </c:pt>
                <c:pt idx="903">
                  <c:v>1659</c:v>
                </c:pt>
                <c:pt idx="904">
                  <c:v>1659</c:v>
                </c:pt>
                <c:pt idx="905">
                  <c:v>1659</c:v>
                </c:pt>
                <c:pt idx="906">
                  <c:v>1659</c:v>
                </c:pt>
                <c:pt idx="907">
                  <c:v>1659</c:v>
                </c:pt>
                <c:pt idx="908">
                  <c:v>1659</c:v>
                </c:pt>
                <c:pt idx="909">
                  <c:v>1659</c:v>
                </c:pt>
                <c:pt idx="910">
                  <c:v>1659</c:v>
                </c:pt>
                <c:pt idx="911">
                  <c:v>1659</c:v>
                </c:pt>
                <c:pt idx="912">
                  <c:v>1659</c:v>
                </c:pt>
                <c:pt idx="913">
                  <c:v>1659</c:v>
                </c:pt>
                <c:pt idx="914">
                  <c:v>1665</c:v>
                </c:pt>
                <c:pt idx="915">
                  <c:v>1665</c:v>
                </c:pt>
                <c:pt idx="916">
                  <c:v>1665</c:v>
                </c:pt>
                <c:pt idx="917">
                  <c:v>1665</c:v>
                </c:pt>
                <c:pt idx="918">
                  <c:v>1665</c:v>
                </c:pt>
                <c:pt idx="919">
                  <c:v>1665</c:v>
                </c:pt>
                <c:pt idx="920">
                  <c:v>1665</c:v>
                </c:pt>
                <c:pt idx="921">
                  <c:v>1665</c:v>
                </c:pt>
                <c:pt idx="922">
                  <c:v>1665</c:v>
                </c:pt>
                <c:pt idx="923">
                  <c:v>1665</c:v>
                </c:pt>
                <c:pt idx="924">
                  <c:v>1665</c:v>
                </c:pt>
                <c:pt idx="925">
                  <c:v>1689</c:v>
                </c:pt>
                <c:pt idx="926">
                  <c:v>1689</c:v>
                </c:pt>
                <c:pt idx="927">
                  <c:v>1689</c:v>
                </c:pt>
                <c:pt idx="928">
                  <c:v>1689</c:v>
                </c:pt>
                <c:pt idx="929">
                  <c:v>1689</c:v>
                </c:pt>
                <c:pt idx="930">
                  <c:v>1689</c:v>
                </c:pt>
                <c:pt idx="931">
                  <c:v>1716</c:v>
                </c:pt>
                <c:pt idx="932">
                  <c:v>1716</c:v>
                </c:pt>
                <c:pt idx="933">
                  <c:v>1716</c:v>
                </c:pt>
                <c:pt idx="934">
                  <c:v>1716</c:v>
                </c:pt>
                <c:pt idx="935">
                  <c:v>1716</c:v>
                </c:pt>
                <c:pt idx="936">
                  <c:v>1716</c:v>
                </c:pt>
                <c:pt idx="937">
                  <c:v>1716</c:v>
                </c:pt>
                <c:pt idx="938">
                  <c:v>1716</c:v>
                </c:pt>
                <c:pt idx="939">
                  <c:v>1716</c:v>
                </c:pt>
                <c:pt idx="940">
                  <c:v>1716</c:v>
                </c:pt>
                <c:pt idx="941">
                  <c:v>1716</c:v>
                </c:pt>
                <c:pt idx="942">
                  <c:v>1746</c:v>
                </c:pt>
                <c:pt idx="943">
                  <c:v>1746</c:v>
                </c:pt>
                <c:pt idx="944">
                  <c:v>1746</c:v>
                </c:pt>
                <c:pt idx="945">
                  <c:v>1746</c:v>
                </c:pt>
                <c:pt idx="946">
                  <c:v>1746</c:v>
                </c:pt>
                <c:pt idx="947">
                  <c:v>1746</c:v>
                </c:pt>
                <c:pt idx="948">
                  <c:v>1746</c:v>
                </c:pt>
                <c:pt idx="949">
                  <c:v>1746</c:v>
                </c:pt>
                <c:pt idx="950">
                  <c:v>1746</c:v>
                </c:pt>
                <c:pt idx="951">
                  <c:v>1746</c:v>
                </c:pt>
                <c:pt idx="952">
                  <c:v>1746</c:v>
                </c:pt>
                <c:pt idx="953">
                  <c:v>1746</c:v>
                </c:pt>
                <c:pt idx="954">
                  <c:v>1746</c:v>
                </c:pt>
                <c:pt idx="955">
                  <c:v>1746</c:v>
                </c:pt>
                <c:pt idx="956">
                  <c:v>1446</c:v>
                </c:pt>
                <c:pt idx="957">
                  <c:v>1446</c:v>
                </c:pt>
                <c:pt idx="958">
                  <c:v>1446</c:v>
                </c:pt>
                <c:pt idx="959">
                  <c:v>1446</c:v>
                </c:pt>
                <c:pt idx="960">
                  <c:v>1446</c:v>
                </c:pt>
                <c:pt idx="961">
                  <c:v>1446</c:v>
                </c:pt>
                <c:pt idx="962">
                  <c:v>1446</c:v>
                </c:pt>
                <c:pt idx="963">
                  <c:v>1434</c:v>
                </c:pt>
                <c:pt idx="964">
                  <c:v>1446</c:v>
                </c:pt>
                <c:pt idx="965">
                  <c:v>1446</c:v>
                </c:pt>
                <c:pt idx="966">
                  <c:v>1446</c:v>
                </c:pt>
                <c:pt idx="967">
                  <c:v>1446</c:v>
                </c:pt>
                <c:pt idx="968">
                  <c:v>1446</c:v>
                </c:pt>
                <c:pt idx="969">
                  <c:v>1446</c:v>
                </c:pt>
                <c:pt idx="970">
                  <c:v>1446</c:v>
                </c:pt>
                <c:pt idx="971">
                  <c:v>1446</c:v>
                </c:pt>
                <c:pt idx="972">
                  <c:v>1446</c:v>
                </c:pt>
                <c:pt idx="973">
                  <c:v>1446</c:v>
                </c:pt>
                <c:pt idx="974">
                  <c:v>1446</c:v>
                </c:pt>
                <c:pt idx="975">
                  <c:v>1446</c:v>
                </c:pt>
                <c:pt idx="976">
                  <c:v>1446</c:v>
                </c:pt>
                <c:pt idx="977">
                  <c:v>1446</c:v>
                </c:pt>
                <c:pt idx="978">
                  <c:v>1446</c:v>
                </c:pt>
                <c:pt idx="979">
                  <c:v>1446</c:v>
                </c:pt>
                <c:pt idx="980">
                  <c:v>1446</c:v>
                </c:pt>
                <c:pt idx="981">
                  <c:v>1482</c:v>
                </c:pt>
                <c:pt idx="982">
                  <c:v>1482</c:v>
                </c:pt>
                <c:pt idx="983">
                  <c:v>1482</c:v>
                </c:pt>
                <c:pt idx="984">
                  <c:v>1482</c:v>
                </c:pt>
                <c:pt idx="985">
                  <c:v>1482</c:v>
                </c:pt>
                <c:pt idx="986">
                  <c:v>1482</c:v>
                </c:pt>
                <c:pt idx="987">
                  <c:v>1482</c:v>
                </c:pt>
                <c:pt idx="988">
                  <c:v>1482</c:v>
                </c:pt>
                <c:pt idx="989">
                  <c:v>1482</c:v>
                </c:pt>
                <c:pt idx="990">
                  <c:v>1482</c:v>
                </c:pt>
                <c:pt idx="991">
                  <c:v>1482</c:v>
                </c:pt>
                <c:pt idx="992">
                  <c:v>1437</c:v>
                </c:pt>
                <c:pt idx="993">
                  <c:v>1437</c:v>
                </c:pt>
                <c:pt idx="994">
                  <c:v>1437</c:v>
                </c:pt>
                <c:pt idx="995">
                  <c:v>1437</c:v>
                </c:pt>
                <c:pt idx="996">
                  <c:v>1437</c:v>
                </c:pt>
                <c:pt idx="997">
                  <c:v>1437</c:v>
                </c:pt>
                <c:pt idx="998">
                  <c:v>1437</c:v>
                </c:pt>
                <c:pt idx="999">
                  <c:v>1437</c:v>
                </c:pt>
                <c:pt idx="1000">
                  <c:v>1437</c:v>
                </c:pt>
                <c:pt idx="1001">
                  <c:v>1437</c:v>
                </c:pt>
                <c:pt idx="1002">
                  <c:v>1437</c:v>
                </c:pt>
                <c:pt idx="1003">
                  <c:v>1437</c:v>
                </c:pt>
                <c:pt idx="1004">
                  <c:v>1437</c:v>
                </c:pt>
                <c:pt idx="1005">
                  <c:v>1437</c:v>
                </c:pt>
                <c:pt idx="1006">
                  <c:v>1437</c:v>
                </c:pt>
                <c:pt idx="1007">
                  <c:v>1392</c:v>
                </c:pt>
                <c:pt idx="1008">
                  <c:v>1392</c:v>
                </c:pt>
                <c:pt idx="1009">
                  <c:v>1392</c:v>
                </c:pt>
                <c:pt idx="1010">
                  <c:v>1392</c:v>
                </c:pt>
                <c:pt idx="1011">
                  <c:v>1392</c:v>
                </c:pt>
                <c:pt idx="1012">
                  <c:v>1392</c:v>
                </c:pt>
                <c:pt idx="1013">
                  <c:v>1392</c:v>
                </c:pt>
                <c:pt idx="1014">
                  <c:v>1392</c:v>
                </c:pt>
                <c:pt idx="1015">
                  <c:v>1392</c:v>
                </c:pt>
                <c:pt idx="1016">
                  <c:v>1392</c:v>
                </c:pt>
                <c:pt idx="1017">
                  <c:v>1392</c:v>
                </c:pt>
                <c:pt idx="1018">
                  <c:v>1392</c:v>
                </c:pt>
                <c:pt idx="1019">
                  <c:v>1392</c:v>
                </c:pt>
                <c:pt idx="1020">
                  <c:v>1356</c:v>
                </c:pt>
                <c:pt idx="1021">
                  <c:v>1356</c:v>
                </c:pt>
                <c:pt idx="1022">
                  <c:v>1356</c:v>
                </c:pt>
                <c:pt idx="1023">
                  <c:v>1356</c:v>
                </c:pt>
                <c:pt idx="1024">
                  <c:v>1356</c:v>
                </c:pt>
                <c:pt idx="1025">
                  <c:v>1356</c:v>
                </c:pt>
                <c:pt idx="1026">
                  <c:v>1206</c:v>
                </c:pt>
                <c:pt idx="1027">
                  <c:v>1206</c:v>
                </c:pt>
                <c:pt idx="1028">
                  <c:v>1182</c:v>
                </c:pt>
                <c:pt idx="1029">
                  <c:v>1182</c:v>
                </c:pt>
                <c:pt idx="1030">
                  <c:v>1182</c:v>
                </c:pt>
                <c:pt idx="1031">
                  <c:v>1182</c:v>
                </c:pt>
                <c:pt idx="1032">
                  <c:v>1182</c:v>
                </c:pt>
                <c:pt idx="1033">
                  <c:v>1182</c:v>
                </c:pt>
                <c:pt idx="1034">
                  <c:v>1182</c:v>
                </c:pt>
                <c:pt idx="1035">
                  <c:v>1137</c:v>
                </c:pt>
                <c:pt idx="1036">
                  <c:v>1107</c:v>
                </c:pt>
                <c:pt idx="1037">
                  <c:v>1107</c:v>
                </c:pt>
                <c:pt idx="1038">
                  <c:v>1107</c:v>
                </c:pt>
                <c:pt idx="1039">
                  <c:v>1107</c:v>
                </c:pt>
                <c:pt idx="1040">
                  <c:v>1107</c:v>
                </c:pt>
                <c:pt idx="1041">
                  <c:v>1107</c:v>
                </c:pt>
                <c:pt idx="1042">
                  <c:v>1107</c:v>
                </c:pt>
                <c:pt idx="1043">
                  <c:v>1143</c:v>
                </c:pt>
                <c:pt idx="1044">
                  <c:v>1143</c:v>
                </c:pt>
                <c:pt idx="1045">
                  <c:v>1143</c:v>
                </c:pt>
                <c:pt idx="1046">
                  <c:v>1143</c:v>
                </c:pt>
                <c:pt idx="1047">
                  <c:v>1167</c:v>
                </c:pt>
                <c:pt idx="1048">
                  <c:v>1167</c:v>
                </c:pt>
                <c:pt idx="1049">
                  <c:v>1167</c:v>
                </c:pt>
                <c:pt idx="1050">
                  <c:v>1167</c:v>
                </c:pt>
                <c:pt idx="1051">
                  <c:v>1167</c:v>
                </c:pt>
                <c:pt idx="1052">
                  <c:v>1167</c:v>
                </c:pt>
                <c:pt idx="1053">
                  <c:v>1167</c:v>
                </c:pt>
                <c:pt idx="1054">
                  <c:v>1179</c:v>
                </c:pt>
                <c:pt idx="1055">
                  <c:v>1179</c:v>
                </c:pt>
                <c:pt idx="1056">
                  <c:v>1179</c:v>
                </c:pt>
                <c:pt idx="1057">
                  <c:v>1179</c:v>
                </c:pt>
                <c:pt idx="1058">
                  <c:v>1179</c:v>
                </c:pt>
                <c:pt idx="1059">
                  <c:v>1179</c:v>
                </c:pt>
                <c:pt idx="1060">
                  <c:v>1179</c:v>
                </c:pt>
                <c:pt idx="1061">
                  <c:v>1179</c:v>
                </c:pt>
                <c:pt idx="1062">
                  <c:v>1179</c:v>
                </c:pt>
                <c:pt idx="1063">
                  <c:v>1179</c:v>
                </c:pt>
                <c:pt idx="1064">
                  <c:v>1179</c:v>
                </c:pt>
                <c:pt idx="1065">
                  <c:v>1179</c:v>
                </c:pt>
                <c:pt idx="1066">
                  <c:v>1179</c:v>
                </c:pt>
                <c:pt idx="1067">
                  <c:v>1179</c:v>
                </c:pt>
                <c:pt idx="1068">
                  <c:v>1179</c:v>
                </c:pt>
                <c:pt idx="1069">
                  <c:v>1179</c:v>
                </c:pt>
                <c:pt idx="1070">
                  <c:v>1179</c:v>
                </c:pt>
                <c:pt idx="1071">
                  <c:v>1179</c:v>
                </c:pt>
                <c:pt idx="1072">
                  <c:v>1179</c:v>
                </c:pt>
                <c:pt idx="1073">
                  <c:v>1179</c:v>
                </c:pt>
                <c:pt idx="1074">
                  <c:v>1179</c:v>
                </c:pt>
                <c:pt idx="1075">
                  <c:v>1179</c:v>
                </c:pt>
                <c:pt idx="1076">
                  <c:v>1179</c:v>
                </c:pt>
                <c:pt idx="1077">
                  <c:v>1227</c:v>
                </c:pt>
                <c:pt idx="1078">
                  <c:v>1227</c:v>
                </c:pt>
                <c:pt idx="1079">
                  <c:v>1227</c:v>
                </c:pt>
                <c:pt idx="1080">
                  <c:v>1227</c:v>
                </c:pt>
                <c:pt idx="1081">
                  <c:v>1227</c:v>
                </c:pt>
                <c:pt idx="1082">
                  <c:v>1227</c:v>
                </c:pt>
                <c:pt idx="1083">
                  <c:v>1227</c:v>
                </c:pt>
                <c:pt idx="1084">
                  <c:v>1227</c:v>
                </c:pt>
                <c:pt idx="1085">
                  <c:v>1227</c:v>
                </c:pt>
                <c:pt idx="1086">
                  <c:v>1227</c:v>
                </c:pt>
                <c:pt idx="1087">
                  <c:v>1227</c:v>
                </c:pt>
                <c:pt idx="1088">
                  <c:v>1227</c:v>
                </c:pt>
                <c:pt idx="1089">
                  <c:v>1227</c:v>
                </c:pt>
                <c:pt idx="1090">
                  <c:v>1227</c:v>
                </c:pt>
                <c:pt idx="1091">
                  <c:v>1227</c:v>
                </c:pt>
                <c:pt idx="1092">
                  <c:v>1227</c:v>
                </c:pt>
                <c:pt idx="1093">
                  <c:v>1227</c:v>
                </c:pt>
                <c:pt idx="1094">
                  <c:v>1227</c:v>
                </c:pt>
                <c:pt idx="1095">
                  <c:v>1227</c:v>
                </c:pt>
                <c:pt idx="1096">
                  <c:v>1227</c:v>
                </c:pt>
                <c:pt idx="1097">
                  <c:v>1227</c:v>
                </c:pt>
                <c:pt idx="1098">
                  <c:v>1407</c:v>
                </c:pt>
                <c:pt idx="1099">
                  <c:v>1407</c:v>
                </c:pt>
                <c:pt idx="1100">
                  <c:v>1407</c:v>
                </c:pt>
                <c:pt idx="1101">
                  <c:v>1407</c:v>
                </c:pt>
                <c:pt idx="1102">
                  <c:v>1407</c:v>
                </c:pt>
                <c:pt idx="1103">
                  <c:v>1407</c:v>
                </c:pt>
                <c:pt idx="1104">
                  <c:v>1392</c:v>
                </c:pt>
                <c:pt idx="1105">
                  <c:v>1392</c:v>
                </c:pt>
                <c:pt idx="1106">
                  <c:v>1392</c:v>
                </c:pt>
                <c:pt idx="1107">
                  <c:v>1392</c:v>
                </c:pt>
                <c:pt idx="1108">
                  <c:v>1392</c:v>
                </c:pt>
                <c:pt idx="1109">
                  <c:v>1392</c:v>
                </c:pt>
                <c:pt idx="1110">
                  <c:v>1392</c:v>
                </c:pt>
                <c:pt idx="1111">
                  <c:v>1392</c:v>
                </c:pt>
                <c:pt idx="1112">
                  <c:v>1392</c:v>
                </c:pt>
                <c:pt idx="1113">
                  <c:v>1380</c:v>
                </c:pt>
                <c:pt idx="1114">
                  <c:v>1380</c:v>
                </c:pt>
                <c:pt idx="1115">
                  <c:v>1380</c:v>
                </c:pt>
                <c:pt idx="1116">
                  <c:v>1380</c:v>
                </c:pt>
                <c:pt idx="1117">
                  <c:v>1320</c:v>
                </c:pt>
                <c:pt idx="1118">
                  <c:v>1320</c:v>
                </c:pt>
                <c:pt idx="1119">
                  <c:v>1320</c:v>
                </c:pt>
                <c:pt idx="1120">
                  <c:v>1260</c:v>
                </c:pt>
                <c:pt idx="1121">
                  <c:v>1260</c:v>
                </c:pt>
                <c:pt idx="1122">
                  <c:v>1260</c:v>
                </c:pt>
                <c:pt idx="1123">
                  <c:v>1260</c:v>
                </c:pt>
                <c:pt idx="1124">
                  <c:v>1260</c:v>
                </c:pt>
                <c:pt idx="1125">
                  <c:v>1260</c:v>
                </c:pt>
                <c:pt idx="1126">
                  <c:v>1260</c:v>
                </c:pt>
                <c:pt idx="1127">
                  <c:v>1260</c:v>
                </c:pt>
                <c:pt idx="1128">
                  <c:v>1260</c:v>
                </c:pt>
                <c:pt idx="1129">
                  <c:v>1260</c:v>
                </c:pt>
                <c:pt idx="1130">
                  <c:v>1260</c:v>
                </c:pt>
                <c:pt idx="1131">
                  <c:v>1260</c:v>
                </c:pt>
                <c:pt idx="1132">
                  <c:v>1224</c:v>
                </c:pt>
                <c:pt idx="1133">
                  <c:v>1224</c:v>
                </c:pt>
                <c:pt idx="1134">
                  <c:v>1224</c:v>
                </c:pt>
                <c:pt idx="1135">
                  <c:v>1224</c:v>
                </c:pt>
                <c:pt idx="1136">
                  <c:v>1224</c:v>
                </c:pt>
                <c:pt idx="1137">
                  <c:v>1224</c:v>
                </c:pt>
                <c:pt idx="1138">
                  <c:v>1224</c:v>
                </c:pt>
                <c:pt idx="1139">
                  <c:v>1164</c:v>
                </c:pt>
                <c:pt idx="1140">
                  <c:v>1164</c:v>
                </c:pt>
                <c:pt idx="1141">
                  <c:v>1164</c:v>
                </c:pt>
                <c:pt idx="1142">
                  <c:v>1164</c:v>
                </c:pt>
                <c:pt idx="1143">
                  <c:v>1164</c:v>
                </c:pt>
                <c:pt idx="1144">
                  <c:v>1164</c:v>
                </c:pt>
                <c:pt idx="1145">
                  <c:v>620</c:v>
                </c:pt>
                <c:pt idx="1146">
                  <c:v>620</c:v>
                </c:pt>
                <c:pt idx="1147">
                  <c:v>455</c:v>
                </c:pt>
                <c:pt idx="1148">
                  <c:v>455</c:v>
                </c:pt>
                <c:pt idx="1149">
                  <c:v>455</c:v>
                </c:pt>
                <c:pt idx="1150">
                  <c:v>455</c:v>
                </c:pt>
                <c:pt idx="1151">
                  <c:v>455</c:v>
                </c:pt>
                <c:pt idx="1152">
                  <c:v>455</c:v>
                </c:pt>
                <c:pt idx="1153">
                  <c:v>455</c:v>
                </c:pt>
                <c:pt idx="1154">
                  <c:v>455</c:v>
                </c:pt>
                <c:pt idx="1155">
                  <c:v>410</c:v>
                </c:pt>
                <c:pt idx="1156">
                  <c:v>410</c:v>
                </c:pt>
                <c:pt idx="1157">
                  <c:v>410</c:v>
                </c:pt>
                <c:pt idx="1158">
                  <c:v>410</c:v>
                </c:pt>
                <c:pt idx="1159">
                  <c:v>410</c:v>
                </c:pt>
                <c:pt idx="1160">
                  <c:v>410</c:v>
                </c:pt>
                <c:pt idx="1161">
                  <c:v>410</c:v>
                </c:pt>
                <c:pt idx="1162">
                  <c:v>410</c:v>
                </c:pt>
                <c:pt idx="1163">
                  <c:v>410</c:v>
                </c:pt>
                <c:pt idx="1164">
                  <c:v>410</c:v>
                </c:pt>
                <c:pt idx="1165">
                  <c:v>410</c:v>
                </c:pt>
                <c:pt idx="1166">
                  <c:v>410</c:v>
                </c:pt>
                <c:pt idx="1167">
                  <c:v>806</c:v>
                </c:pt>
                <c:pt idx="1168">
                  <c:v>806</c:v>
                </c:pt>
                <c:pt idx="1169">
                  <c:v>806</c:v>
                </c:pt>
                <c:pt idx="1170">
                  <c:v>806</c:v>
                </c:pt>
                <c:pt idx="1171">
                  <c:v>806</c:v>
                </c:pt>
                <c:pt idx="1172">
                  <c:v>806</c:v>
                </c:pt>
                <c:pt idx="1173">
                  <c:v>806</c:v>
                </c:pt>
                <c:pt idx="1174">
                  <c:v>806</c:v>
                </c:pt>
                <c:pt idx="1175">
                  <c:v>782</c:v>
                </c:pt>
                <c:pt idx="1176">
                  <c:v>782</c:v>
                </c:pt>
                <c:pt idx="1177">
                  <c:v>782</c:v>
                </c:pt>
                <c:pt idx="1178">
                  <c:v>782</c:v>
                </c:pt>
                <c:pt idx="1179">
                  <c:v>782</c:v>
                </c:pt>
                <c:pt idx="1180">
                  <c:v>982</c:v>
                </c:pt>
                <c:pt idx="1181">
                  <c:v>982</c:v>
                </c:pt>
                <c:pt idx="1182">
                  <c:v>982</c:v>
                </c:pt>
                <c:pt idx="1183">
                  <c:v>982</c:v>
                </c:pt>
                <c:pt idx="1184">
                  <c:v>982</c:v>
                </c:pt>
                <c:pt idx="1185">
                  <c:v>982</c:v>
                </c:pt>
                <c:pt idx="1186">
                  <c:v>982</c:v>
                </c:pt>
                <c:pt idx="1187">
                  <c:v>982</c:v>
                </c:pt>
                <c:pt idx="1188">
                  <c:v>982</c:v>
                </c:pt>
                <c:pt idx="1189">
                  <c:v>982</c:v>
                </c:pt>
                <c:pt idx="1190">
                  <c:v>982</c:v>
                </c:pt>
                <c:pt idx="1191">
                  <c:v>982</c:v>
                </c:pt>
                <c:pt idx="1192">
                  <c:v>982</c:v>
                </c:pt>
                <c:pt idx="1193">
                  <c:v>982</c:v>
                </c:pt>
                <c:pt idx="1194">
                  <c:v>982</c:v>
                </c:pt>
                <c:pt idx="1195">
                  <c:v>982</c:v>
                </c:pt>
                <c:pt idx="1196">
                  <c:v>982</c:v>
                </c:pt>
                <c:pt idx="1197">
                  <c:v>982</c:v>
                </c:pt>
                <c:pt idx="1198">
                  <c:v>982</c:v>
                </c:pt>
                <c:pt idx="1199">
                  <c:v>982</c:v>
                </c:pt>
                <c:pt idx="1200">
                  <c:v>982</c:v>
                </c:pt>
                <c:pt idx="1201">
                  <c:v>982</c:v>
                </c:pt>
                <c:pt idx="1202">
                  <c:v>982</c:v>
                </c:pt>
                <c:pt idx="1203">
                  <c:v>982</c:v>
                </c:pt>
                <c:pt idx="1204">
                  <c:v>982</c:v>
                </c:pt>
                <c:pt idx="1205">
                  <c:v>982</c:v>
                </c:pt>
                <c:pt idx="1206">
                  <c:v>982</c:v>
                </c:pt>
                <c:pt idx="1207">
                  <c:v>982</c:v>
                </c:pt>
                <c:pt idx="1208">
                  <c:v>1030</c:v>
                </c:pt>
                <c:pt idx="1209">
                  <c:v>1030</c:v>
                </c:pt>
                <c:pt idx="1210">
                  <c:v>1030</c:v>
                </c:pt>
                <c:pt idx="1211">
                  <c:v>1030</c:v>
                </c:pt>
                <c:pt idx="1212">
                  <c:v>1030</c:v>
                </c:pt>
                <c:pt idx="1213">
                  <c:v>1030</c:v>
                </c:pt>
                <c:pt idx="1214">
                  <c:v>1030</c:v>
                </c:pt>
                <c:pt idx="1215">
                  <c:v>1030</c:v>
                </c:pt>
                <c:pt idx="1216">
                  <c:v>970</c:v>
                </c:pt>
                <c:pt idx="1217">
                  <c:v>970</c:v>
                </c:pt>
                <c:pt idx="1218">
                  <c:v>970</c:v>
                </c:pt>
                <c:pt idx="1219">
                  <c:v>955</c:v>
                </c:pt>
                <c:pt idx="1220">
                  <c:v>955</c:v>
                </c:pt>
                <c:pt idx="1221">
                  <c:v>955</c:v>
                </c:pt>
                <c:pt idx="1222">
                  <c:v>955</c:v>
                </c:pt>
                <c:pt idx="1223">
                  <c:v>955</c:v>
                </c:pt>
                <c:pt idx="1224">
                  <c:v>955</c:v>
                </c:pt>
                <c:pt idx="1225">
                  <c:v>955</c:v>
                </c:pt>
                <c:pt idx="1226">
                  <c:v>955</c:v>
                </c:pt>
                <c:pt idx="1227">
                  <c:v>955</c:v>
                </c:pt>
                <c:pt idx="1228">
                  <c:v>955</c:v>
                </c:pt>
                <c:pt idx="1229">
                  <c:v>919</c:v>
                </c:pt>
                <c:pt idx="1230">
                  <c:v>919</c:v>
                </c:pt>
                <c:pt idx="1231">
                  <c:v>874</c:v>
                </c:pt>
                <c:pt idx="1232">
                  <c:v>886</c:v>
                </c:pt>
                <c:pt idx="1233">
                  <c:v>862</c:v>
                </c:pt>
                <c:pt idx="1234">
                  <c:v>862</c:v>
                </c:pt>
                <c:pt idx="1235">
                  <c:v>862</c:v>
                </c:pt>
                <c:pt idx="1236">
                  <c:v>862</c:v>
                </c:pt>
                <c:pt idx="1237">
                  <c:v>862</c:v>
                </c:pt>
                <c:pt idx="1238">
                  <c:v>862</c:v>
                </c:pt>
                <c:pt idx="1239">
                  <c:v>862</c:v>
                </c:pt>
                <c:pt idx="1240">
                  <c:v>862</c:v>
                </c:pt>
                <c:pt idx="1241">
                  <c:v>862</c:v>
                </c:pt>
                <c:pt idx="1242">
                  <c:v>862</c:v>
                </c:pt>
                <c:pt idx="1243">
                  <c:v>922</c:v>
                </c:pt>
                <c:pt idx="1244">
                  <c:v>922</c:v>
                </c:pt>
                <c:pt idx="1245">
                  <c:v>922</c:v>
                </c:pt>
                <c:pt idx="1246">
                  <c:v>922</c:v>
                </c:pt>
                <c:pt idx="1247">
                  <c:v>922</c:v>
                </c:pt>
                <c:pt idx="1248">
                  <c:v>922</c:v>
                </c:pt>
                <c:pt idx="1249">
                  <c:v>922</c:v>
                </c:pt>
                <c:pt idx="1250">
                  <c:v>922</c:v>
                </c:pt>
                <c:pt idx="1251">
                  <c:v>946</c:v>
                </c:pt>
                <c:pt idx="1252">
                  <c:v>946</c:v>
                </c:pt>
                <c:pt idx="1253">
                  <c:v>946</c:v>
                </c:pt>
                <c:pt idx="1254">
                  <c:v>946</c:v>
                </c:pt>
                <c:pt idx="1255">
                  <c:v>946</c:v>
                </c:pt>
                <c:pt idx="1256">
                  <c:v>946</c:v>
                </c:pt>
                <c:pt idx="1257">
                  <c:v>946</c:v>
                </c:pt>
                <c:pt idx="1258">
                  <c:v>946</c:v>
                </c:pt>
                <c:pt idx="1259">
                  <c:v>946</c:v>
                </c:pt>
                <c:pt idx="1260">
                  <c:v>958</c:v>
                </c:pt>
                <c:pt idx="1261">
                  <c:v>958</c:v>
                </c:pt>
                <c:pt idx="1262">
                  <c:v>958</c:v>
                </c:pt>
                <c:pt idx="1263">
                  <c:v>958</c:v>
                </c:pt>
                <c:pt idx="1264">
                  <c:v>1078</c:v>
                </c:pt>
                <c:pt idx="1265">
                  <c:v>1078</c:v>
                </c:pt>
                <c:pt idx="1266">
                  <c:v>1078</c:v>
                </c:pt>
                <c:pt idx="1267">
                  <c:v>1054</c:v>
                </c:pt>
                <c:pt idx="1268">
                  <c:v>1054</c:v>
                </c:pt>
                <c:pt idx="1269">
                  <c:v>1054</c:v>
                </c:pt>
                <c:pt idx="1270">
                  <c:v>1054</c:v>
                </c:pt>
                <c:pt idx="1271">
                  <c:v>1054</c:v>
                </c:pt>
                <c:pt idx="1272">
                  <c:v>1054</c:v>
                </c:pt>
                <c:pt idx="1273">
                  <c:v>1054</c:v>
                </c:pt>
                <c:pt idx="1274">
                  <c:v>1129</c:v>
                </c:pt>
                <c:pt idx="1275">
                  <c:v>1129</c:v>
                </c:pt>
                <c:pt idx="1276">
                  <c:v>1129</c:v>
                </c:pt>
                <c:pt idx="1277">
                  <c:v>1129</c:v>
                </c:pt>
                <c:pt idx="1278">
                  <c:v>1129</c:v>
                </c:pt>
                <c:pt idx="1279">
                  <c:v>1129</c:v>
                </c:pt>
                <c:pt idx="1280">
                  <c:v>1129</c:v>
                </c:pt>
                <c:pt idx="1281">
                  <c:v>1129</c:v>
                </c:pt>
                <c:pt idx="1282">
                  <c:v>1129</c:v>
                </c:pt>
                <c:pt idx="1283">
                  <c:v>1129</c:v>
                </c:pt>
                <c:pt idx="1284">
                  <c:v>1129</c:v>
                </c:pt>
                <c:pt idx="1285">
                  <c:v>1129</c:v>
                </c:pt>
                <c:pt idx="1286">
                  <c:v>1129</c:v>
                </c:pt>
                <c:pt idx="1287">
                  <c:v>1129</c:v>
                </c:pt>
                <c:pt idx="1288">
                  <c:v>1129</c:v>
                </c:pt>
                <c:pt idx="1289">
                  <c:v>1129</c:v>
                </c:pt>
                <c:pt idx="1290">
                  <c:v>1129</c:v>
                </c:pt>
                <c:pt idx="1291">
                  <c:v>1129</c:v>
                </c:pt>
                <c:pt idx="1292">
                  <c:v>1129</c:v>
                </c:pt>
                <c:pt idx="1293">
                  <c:v>1129</c:v>
                </c:pt>
                <c:pt idx="1294">
                  <c:v>1129</c:v>
                </c:pt>
                <c:pt idx="1295">
                  <c:v>1129</c:v>
                </c:pt>
                <c:pt idx="1296">
                  <c:v>1093</c:v>
                </c:pt>
                <c:pt idx="1297">
                  <c:v>1093</c:v>
                </c:pt>
                <c:pt idx="1298">
                  <c:v>1093</c:v>
                </c:pt>
                <c:pt idx="1299">
                  <c:v>1093</c:v>
                </c:pt>
                <c:pt idx="1300">
                  <c:v>1093</c:v>
                </c:pt>
                <c:pt idx="1301">
                  <c:v>1093</c:v>
                </c:pt>
                <c:pt idx="1302">
                  <c:v>1093</c:v>
                </c:pt>
                <c:pt idx="1303">
                  <c:v>1093</c:v>
                </c:pt>
                <c:pt idx="1304">
                  <c:v>1093</c:v>
                </c:pt>
                <c:pt idx="1305">
                  <c:v>1093</c:v>
                </c:pt>
                <c:pt idx="1306">
                  <c:v>1093</c:v>
                </c:pt>
                <c:pt idx="1307">
                  <c:v>1093</c:v>
                </c:pt>
                <c:pt idx="1308">
                  <c:v>1093</c:v>
                </c:pt>
                <c:pt idx="1309">
                  <c:v>1129</c:v>
                </c:pt>
                <c:pt idx="1310">
                  <c:v>1129</c:v>
                </c:pt>
                <c:pt idx="1311">
                  <c:v>1129</c:v>
                </c:pt>
                <c:pt idx="1312">
                  <c:v>1129</c:v>
                </c:pt>
                <c:pt idx="1313">
                  <c:v>1129</c:v>
                </c:pt>
                <c:pt idx="1314">
                  <c:v>1129</c:v>
                </c:pt>
                <c:pt idx="1315">
                  <c:v>1129</c:v>
                </c:pt>
                <c:pt idx="1316">
                  <c:v>1129</c:v>
                </c:pt>
                <c:pt idx="1317">
                  <c:v>1129</c:v>
                </c:pt>
                <c:pt idx="1318">
                  <c:v>1129</c:v>
                </c:pt>
                <c:pt idx="1319">
                  <c:v>1129</c:v>
                </c:pt>
                <c:pt idx="1320">
                  <c:v>1129</c:v>
                </c:pt>
                <c:pt idx="1321">
                  <c:v>1129</c:v>
                </c:pt>
                <c:pt idx="1322">
                  <c:v>1129</c:v>
                </c:pt>
                <c:pt idx="1323">
                  <c:v>1153</c:v>
                </c:pt>
                <c:pt idx="1324">
                  <c:v>1153</c:v>
                </c:pt>
                <c:pt idx="1325">
                  <c:v>1153</c:v>
                </c:pt>
                <c:pt idx="1326">
                  <c:v>1153</c:v>
                </c:pt>
                <c:pt idx="1327">
                  <c:v>1153</c:v>
                </c:pt>
                <c:pt idx="1328">
                  <c:v>1153</c:v>
                </c:pt>
                <c:pt idx="1329">
                  <c:v>1153</c:v>
                </c:pt>
                <c:pt idx="1330">
                  <c:v>1153</c:v>
                </c:pt>
                <c:pt idx="1331">
                  <c:v>1153</c:v>
                </c:pt>
                <c:pt idx="1332">
                  <c:v>1153</c:v>
                </c:pt>
                <c:pt idx="1333">
                  <c:v>1153</c:v>
                </c:pt>
                <c:pt idx="1334">
                  <c:v>1153</c:v>
                </c:pt>
                <c:pt idx="1335">
                  <c:v>1153</c:v>
                </c:pt>
                <c:pt idx="1336">
                  <c:v>1153</c:v>
                </c:pt>
                <c:pt idx="1337">
                  <c:v>1153</c:v>
                </c:pt>
                <c:pt idx="1338">
                  <c:v>1153</c:v>
                </c:pt>
                <c:pt idx="1339">
                  <c:v>1318</c:v>
                </c:pt>
                <c:pt idx="1340">
                  <c:v>1318</c:v>
                </c:pt>
                <c:pt idx="1341">
                  <c:v>1318</c:v>
                </c:pt>
                <c:pt idx="1342">
                  <c:v>1318</c:v>
                </c:pt>
                <c:pt idx="1343">
                  <c:v>1318</c:v>
                </c:pt>
                <c:pt idx="1344">
                  <c:v>1318</c:v>
                </c:pt>
                <c:pt idx="1345">
                  <c:v>1318</c:v>
                </c:pt>
                <c:pt idx="1346">
                  <c:v>1318</c:v>
                </c:pt>
                <c:pt idx="1347">
                  <c:v>1318</c:v>
                </c:pt>
                <c:pt idx="1348">
                  <c:v>1168</c:v>
                </c:pt>
                <c:pt idx="1349">
                  <c:v>1168</c:v>
                </c:pt>
                <c:pt idx="1350">
                  <c:v>1168</c:v>
                </c:pt>
                <c:pt idx="1351">
                  <c:v>1168</c:v>
                </c:pt>
                <c:pt idx="1352">
                  <c:v>1168</c:v>
                </c:pt>
                <c:pt idx="1353">
                  <c:v>1168</c:v>
                </c:pt>
                <c:pt idx="1354">
                  <c:v>1168</c:v>
                </c:pt>
                <c:pt idx="1355">
                  <c:v>1132</c:v>
                </c:pt>
                <c:pt idx="1356">
                  <c:v>1132</c:v>
                </c:pt>
                <c:pt idx="1357">
                  <c:v>1132</c:v>
                </c:pt>
                <c:pt idx="1358">
                  <c:v>1132</c:v>
                </c:pt>
                <c:pt idx="1359">
                  <c:v>1117</c:v>
                </c:pt>
                <c:pt idx="1360">
                  <c:v>1117</c:v>
                </c:pt>
                <c:pt idx="1361">
                  <c:v>1117</c:v>
                </c:pt>
                <c:pt idx="1362">
                  <c:v>1117</c:v>
                </c:pt>
                <c:pt idx="1363">
                  <c:v>1075</c:v>
                </c:pt>
                <c:pt idx="1364">
                  <c:v>1075</c:v>
                </c:pt>
                <c:pt idx="1365">
                  <c:v>1075</c:v>
                </c:pt>
                <c:pt idx="1366">
                  <c:v>1015</c:v>
                </c:pt>
                <c:pt idx="1367">
                  <c:v>1015</c:v>
                </c:pt>
                <c:pt idx="1368">
                  <c:v>1015</c:v>
                </c:pt>
                <c:pt idx="1369">
                  <c:v>1015</c:v>
                </c:pt>
                <c:pt idx="1370">
                  <c:v>1015</c:v>
                </c:pt>
                <c:pt idx="1371">
                  <c:v>1015</c:v>
                </c:pt>
                <c:pt idx="1372">
                  <c:v>1015</c:v>
                </c:pt>
                <c:pt idx="1373">
                  <c:v>1015</c:v>
                </c:pt>
                <c:pt idx="1374">
                  <c:v>1015</c:v>
                </c:pt>
                <c:pt idx="1375">
                  <c:v>1015</c:v>
                </c:pt>
                <c:pt idx="1376">
                  <c:v>955</c:v>
                </c:pt>
                <c:pt idx="1377">
                  <c:v>955</c:v>
                </c:pt>
                <c:pt idx="1378">
                  <c:v>955</c:v>
                </c:pt>
                <c:pt idx="1379">
                  <c:v>955</c:v>
                </c:pt>
                <c:pt idx="1380">
                  <c:v>955</c:v>
                </c:pt>
                <c:pt idx="1381">
                  <c:v>955</c:v>
                </c:pt>
                <c:pt idx="1382">
                  <c:v>955</c:v>
                </c:pt>
                <c:pt idx="1383">
                  <c:v>967</c:v>
                </c:pt>
                <c:pt idx="1384">
                  <c:v>967</c:v>
                </c:pt>
                <c:pt idx="1385">
                  <c:v>967</c:v>
                </c:pt>
                <c:pt idx="1386">
                  <c:v>967</c:v>
                </c:pt>
                <c:pt idx="1387">
                  <c:v>967</c:v>
                </c:pt>
                <c:pt idx="1388">
                  <c:v>967</c:v>
                </c:pt>
                <c:pt idx="1389">
                  <c:v>967</c:v>
                </c:pt>
                <c:pt idx="1390">
                  <c:v>1017</c:v>
                </c:pt>
                <c:pt idx="1391">
                  <c:v>993</c:v>
                </c:pt>
                <c:pt idx="1392">
                  <c:v>993</c:v>
                </c:pt>
                <c:pt idx="1393">
                  <c:v>969</c:v>
                </c:pt>
                <c:pt idx="1394">
                  <c:v>969</c:v>
                </c:pt>
                <c:pt idx="1395">
                  <c:v>969</c:v>
                </c:pt>
                <c:pt idx="1396">
                  <c:v>969</c:v>
                </c:pt>
                <c:pt idx="1397">
                  <c:v>969</c:v>
                </c:pt>
                <c:pt idx="1398">
                  <c:v>933</c:v>
                </c:pt>
                <c:pt idx="1399">
                  <c:v>933</c:v>
                </c:pt>
                <c:pt idx="1400">
                  <c:v>909</c:v>
                </c:pt>
                <c:pt idx="1401">
                  <c:v>959</c:v>
                </c:pt>
                <c:pt idx="1402">
                  <c:v>959</c:v>
                </c:pt>
                <c:pt idx="1403">
                  <c:v>959</c:v>
                </c:pt>
                <c:pt idx="1404">
                  <c:v>959</c:v>
                </c:pt>
                <c:pt idx="1405">
                  <c:v>959</c:v>
                </c:pt>
                <c:pt idx="1406">
                  <c:v>971</c:v>
                </c:pt>
                <c:pt idx="1407">
                  <c:v>995</c:v>
                </c:pt>
                <c:pt idx="1408">
                  <c:v>995</c:v>
                </c:pt>
                <c:pt idx="1409">
                  <c:v>995</c:v>
                </c:pt>
                <c:pt idx="1410">
                  <c:v>995</c:v>
                </c:pt>
                <c:pt idx="1411">
                  <c:v>995</c:v>
                </c:pt>
                <c:pt idx="1412">
                  <c:v>935</c:v>
                </c:pt>
                <c:pt idx="1413">
                  <c:v>935</c:v>
                </c:pt>
                <c:pt idx="1414">
                  <c:v>916</c:v>
                </c:pt>
                <c:pt idx="1415">
                  <c:v>916</c:v>
                </c:pt>
                <c:pt idx="1416">
                  <c:v>916</c:v>
                </c:pt>
                <c:pt idx="1417">
                  <c:v>916</c:v>
                </c:pt>
                <c:pt idx="1418">
                  <c:v>916</c:v>
                </c:pt>
                <c:pt idx="1419">
                  <c:v>940</c:v>
                </c:pt>
                <c:pt idx="1420">
                  <c:v>940</c:v>
                </c:pt>
                <c:pt idx="1421">
                  <c:v>940</c:v>
                </c:pt>
                <c:pt idx="1422">
                  <c:v>940</c:v>
                </c:pt>
                <c:pt idx="1423">
                  <c:v>952</c:v>
                </c:pt>
                <c:pt idx="1424">
                  <c:v>952</c:v>
                </c:pt>
                <c:pt idx="1425">
                  <c:v>952</c:v>
                </c:pt>
                <c:pt idx="1426">
                  <c:v>952</c:v>
                </c:pt>
                <c:pt idx="1427">
                  <c:v>952</c:v>
                </c:pt>
                <c:pt idx="1428">
                  <c:v>952</c:v>
                </c:pt>
                <c:pt idx="1429">
                  <c:v>952</c:v>
                </c:pt>
                <c:pt idx="1430">
                  <c:v>952</c:v>
                </c:pt>
                <c:pt idx="1431">
                  <c:v>952</c:v>
                </c:pt>
                <c:pt idx="1432">
                  <c:v>952</c:v>
                </c:pt>
                <c:pt idx="1433">
                  <c:v>952</c:v>
                </c:pt>
                <c:pt idx="1434">
                  <c:v>952</c:v>
                </c:pt>
                <c:pt idx="1435">
                  <c:v>952</c:v>
                </c:pt>
                <c:pt idx="1436">
                  <c:v>916</c:v>
                </c:pt>
                <c:pt idx="1437">
                  <c:v>916</c:v>
                </c:pt>
                <c:pt idx="1438">
                  <c:v>916</c:v>
                </c:pt>
                <c:pt idx="1439">
                  <c:v>814</c:v>
                </c:pt>
                <c:pt idx="1440">
                  <c:v>814</c:v>
                </c:pt>
                <c:pt idx="1441">
                  <c:v>814</c:v>
                </c:pt>
                <c:pt idx="1442">
                  <c:v>814</c:v>
                </c:pt>
                <c:pt idx="1443">
                  <c:v>720</c:v>
                </c:pt>
                <c:pt idx="1444">
                  <c:v>720</c:v>
                </c:pt>
                <c:pt idx="1445">
                  <c:v>720</c:v>
                </c:pt>
                <c:pt idx="1446">
                  <c:v>720</c:v>
                </c:pt>
                <c:pt idx="1447">
                  <c:v>621</c:v>
                </c:pt>
                <c:pt idx="1448">
                  <c:v>621</c:v>
                </c:pt>
                <c:pt idx="1449">
                  <c:v>721</c:v>
                </c:pt>
                <c:pt idx="1450">
                  <c:v>721</c:v>
                </c:pt>
                <c:pt idx="1451">
                  <c:v>721</c:v>
                </c:pt>
                <c:pt idx="1452">
                  <c:v>721</c:v>
                </c:pt>
                <c:pt idx="1453">
                  <c:v>670</c:v>
                </c:pt>
                <c:pt idx="1454">
                  <c:v>646</c:v>
                </c:pt>
                <c:pt idx="1455">
                  <c:v>670</c:v>
                </c:pt>
                <c:pt idx="1456">
                  <c:v>682</c:v>
                </c:pt>
                <c:pt idx="1457">
                  <c:v>682</c:v>
                </c:pt>
                <c:pt idx="1458">
                  <c:v>682</c:v>
                </c:pt>
                <c:pt idx="1459">
                  <c:v>682</c:v>
                </c:pt>
                <c:pt idx="1460">
                  <c:v>607</c:v>
                </c:pt>
                <c:pt idx="1461">
                  <c:v>607</c:v>
                </c:pt>
                <c:pt idx="1462">
                  <c:v>607</c:v>
                </c:pt>
                <c:pt idx="1463">
                  <c:v>607</c:v>
                </c:pt>
                <c:pt idx="1464">
                  <c:v>607</c:v>
                </c:pt>
                <c:pt idx="1465">
                  <c:v>607</c:v>
                </c:pt>
                <c:pt idx="1466">
                  <c:v>607</c:v>
                </c:pt>
                <c:pt idx="1467">
                  <c:v>607</c:v>
                </c:pt>
                <c:pt idx="1468">
                  <c:v>583</c:v>
                </c:pt>
                <c:pt idx="1469">
                  <c:v>583</c:v>
                </c:pt>
                <c:pt idx="1470">
                  <c:v>583</c:v>
                </c:pt>
                <c:pt idx="1471">
                  <c:v>583</c:v>
                </c:pt>
                <c:pt idx="1472">
                  <c:v>583</c:v>
                </c:pt>
                <c:pt idx="1473">
                  <c:v>583</c:v>
                </c:pt>
                <c:pt idx="1474">
                  <c:v>583</c:v>
                </c:pt>
                <c:pt idx="1475">
                  <c:v>571</c:v>
                </c:pt>
                <c:pt idx="1476">
                  <c:v>571</c:v>
                </c:pt>
                <c:pt idx="1477">
                  <c:v>571</c:v>
                </c:pt>
                <c:pt idx="1478">
                  <c:v>619</c:v>
                </c:pt>
                <c:pt idx="1479">
                  <c:v>619</c:v>
                </c:pt>
                <c:pt idx="1480">
                  <c:v>619</c:v>
                </c:pt>
                <c:pt idx="1481">
                  <c:v>667</c:v>
                </c:pt>
                <c:pt idx="1482">
                  <c:v>667</c:v>
                </c:pt>
                <c:pt idx="1483">
                  <c:v>667</c:v>
                </c:pt>
                <c:pt idx="1484">
                  <c:v>667</c:v>
                </c:pt>
                <c:pt idx="1485">
                  <c:v>712</c:v>
                </c:pt>
                <c:pt idx="1486">
                  <c:v>712</c:v>
                </c:pt>
                <c:pt idx="1487">
                  <c:v>712</c:v>
                </c:pt>
                <c:pt idx="1488">
                  <c:v>724</c:v>
                </c:pt>
                <c:pt idx="1489">
                  <c:v>874</c:v>
                </c:pt>
                <c:pt idx="1490">
                  <c:v>874</c:v>
                </c:pt>
                <c:pt idx="1491">
                  <c:v>874</c:v>
                </c:pt>
                <c:pt idx="1492">
                  <c:v>874</c:v>
                </c:pt>
                <c:pt idx="1493">
                  <c:v>874</c:v>
                </c:pt>
                <c:pt idx="1494">
                  <c:v>874</c:v>
                </c:pt>
                <c:pt idx="1495">
                  <c:v>874</c:v>
                </c:pt>
                <c:pt idx="1496">
                  <c:v>874</c:v>
                </c:pt>
                <c:pt idx="1497">
                  <c:v>874</c:v>
                </c:pt>
                <c:pt idx="1498">
                  <c:v>874</c:v>
                </c:pt>
                <c:pt idx="1499">
                  <c:v>874</c:v>
                </c:pt>
                <c:pt idx="1500">
                  <c:v>874</c:v>
                </c:pt>
                <c:pt idx="1501">
                  <c:v>874</c:v>
                </c:pt>
                <c:pt idx="1502">
                  <c:v>1051</c:v>
                </c:pt>
                <c:pt idx="1503">
                  <c:v>1075</c:v>
                </c:pt>
                <c:pt idx="1504">
                  <c:v>1075</c:v>
                </c:pt>
                <c:pt idx="1505">
                  <c:v>1075</c:v>
                </c:pt>
                <c:pt idx="1506">
                  <c:v>1075</c:v>
                </c:pt>
                <c:pt idx="1507">
                  <c:v>1075</c:v>
                </c:pt>
                <c:pt idx="1508">
                  <c:v>1075</c:v>
                </c:pt>
                <c:pt idx="1509">
                  <c:v>1287</c:v>
                </c:pt>
                <c:pt idx="1510">
                  <c:v>1287</c:v>
                </c:pt>
                <c:pt idx="1511">
                  <c:v>1287</c:v>
                </c:pt>
                <c:pt idx="1512">
                  <c:v>1275</c:v>
                </c:pt>
                <c:pt idx="1513">
                  <c:v>1275</c:v>
                </c:pt>
                <c:pt idx="1514">
                  <c:v>1275</c:v>
                </c:pt>
                <c:pt idx="1515">
                  <c:v>1275</c:v>
                </c:pt>
                <c:pt idx="1516">
                  <c:v>1251</c:v>
                </c:pt>
                <c:pt idx="1517">
                  <c:v>1201</c:v>
                </c:pt>
                <c:pt idx="1518">
                  <c:v>1201</c:v>
                </c:pt>
                <c:pt idx="1519">
                  <c:v>1201</c:v>
                </c:pt>
                <c:pt idx="1520">
                  <c:v>1201</c:v>
                </c:pt>
                <c:pt idx="1521">
                  <c:v>1201</c:v>
                </c:pt>
                <c:pt idx="1522">
                  <c:v>1201</c:v>
                </c:pt>
                <c:pt idx="1523">
                  <c:v>1201</c:v>
                </c:pt>
                <c:pt idx="1524">
                  <c:v>1186</c:v>
                </c:pt>
                <c:pt idx="1525">
                  <c:v>1186</c:v>
                </c:pt>
                <c:pt idx="1526">
                  <c:v>1186</c:v>
                </c:pt>
                <c:pt idx="1527">
                  <c:v>1186</c:v>
                </c:pt>
                <c:pt idx="1528">
                  <c:v>1186</c:v>
                </c:pt>
                <c:pt idx="1529">
                  <c:v>1186</c:v>
                </c:pt>
                <c:pt idx="1530">
                  <c:v>1138</c:v>
                </c:pt>
                <c:pt idx="1531">
                  <c:v>1093</c:v>
                </c:pt>
                <c:pt idx="1532">
                  <c:v>1093</c:v>
                </c:pt>
                <c:pt idx="1533">
                  <c:v>1093</c:v>
                </c:pt>
                <c:pt idx="1534">
                  <c:v>1093</c:v>
                </c:pt>
                <c:pt idx="1535">
                  <c:v>1093</c:v>
                </c:pt>
                <c:pt idx="1536">
                  <c:v>1093</c:v>
                </c:pt>
                <c:pt idx="1537">
                  <c:v>893</c:v>
                </c:pt>
                <c:pt idx="1538">
                  <c:v>905</c:v>
                </c:pt>
                <c:pt idx="1539">
                  <c:v>905</c:v>
                </c:pt>
                <c:pt idx="1540">
                  <c:v>917</c:v>
                </c:pt>
                <c:pt idx="1541">
                  <c:v>917</c:v>
                </c:pt>
                <c:pt idx="1542">
                  <c:v>917</c:v>
                </c:pt>
                <c:pt idx="1543">
                  <c:v>917</c:v>
                </c:pt>
                <c:pt idx="1544">
                  <c:v>929</c:v>
                </c:pt>
                <c:pt idx="1545">
                  <c:v>884</c:v>
                </c:pt>
                <c:pt idx="1546">
                  <c:v>884</c:v>
                </c:pt>
                <c:pt idx="1547">
                  <c:v>884</c:v>
                </c:pt>
                <c:pt idx="1548">
                  <c:v>884</c:v>
                </c:pt>
                <c:pt idx="1549">
                  <c:v>884</c:v>
                </c:pt>
                <c:pt idx="1550">
                  <c:v>839</c:v>
                </c:pt>
                <c:pt idx="1551">
                  <c:v>839</c:v>
                </c:pt>
                <c:pt idx="1552">
                  <c:v>839</c:v>
                </c:pt>
                <c:pt idx="1553">
                  <c:v>839</c:v>
                </c:pt>
                <c:pt idx="1554">
                  <c:v>839</c:v>
                </c:pt>
                <c:pt idx="1555">
                  <c:v>839</c:v>
                </c:pt>
                <c:pt idx="1556">
                  <c:v>839</c:v>
                </c:pt>
                <c:pt idx="1557">
                  <c:v>839</c:v>
                </c:pt>
                <c:pt idx="1558">
                  <c:v>839</c:v>
                </c:pt>
                <c:pt idx="1559">
                  <c:v>839</c:v>
                </c:pt>
                <c:pt idx="1560">
                  <c:v>963</c:v>
                </c:pt>
                <c:pt idx="1561">
                  <c:v>963</c:v>
                </c:pt>
                <c:pt idx="1562">
                  <c:v>951</c:v>
                </c:pt>
                <c:pt idx="1563">
                  <c:v>951</c:v>
                </c:pt>
                <c:pt idx="1564">
                  <c:v>951</c:v>
                </c:pt>
                <c:pt idx="1565">
                  <c:v>927</c:v>
                </c:pt>
                <c:pt idx="1566">
                  <c:v>927</c:v>
                </c:pt>
                <c:pt idx="1567">
                  <c:v>987</c:v>
                </c:pt>
                <c:pt idx="1568">
                  <c:v>975</c:v>
                </c:pt>
                <c:pt idx="1569">
                  <c:v>975</c:v>
                </c:pt>
                <c:pt idx="1570">
                  <c:v>915</c:v>
                </c:pt>
                <c:pt idx="1571">
                  <c:v>915</c:v>
                </c:pt>
                <c:pt idx="1572">
                  <c:v>891</c:v>
                </c:pt>
                <c:pt idx="1573">
                  <c:v>806</c:v>
                </c:pt>
                <c:pt idx="1574">
                  <c:v>806</c:v>
                </c:pt>
                <c:pt idx="1575">
                  <c:v>842</c:v>
                </c:pt>
                <c:pt idx="1576">
                  <c:v>842</c:v>
                </c:pt>
                <c:pt idx="1577">
                  <c:v>442</c:v>
                </c:pt>
                <c:pt idx="1578">
                  <c:v>442</c:v>
                </c:pt>
                <c:pt idx="1579">
                  <c:v>592</c:v>
                </c:pt>
                <c:pt idx="1580">
                  <c:v>642</c:v>
                </c:pt>
                <c:pt idx="1581">
                  <c:v>642</c:v>
                </c:pt>
                <c:pt idx="1582">
                  <c:v>642</c:v>
                </c:pt>
                <c:pt idx="1583">
                  <c:v>642</c:v>
                </c:pt>
                <c:pt idx="1584">
                  <c:v>642</c:v>
                </c:pt>
                <c:pt idx="1585">
                  <c:v>642</c:v>
                </c:pt>
                <c:pt idx="1586">
                  <c:v>642</c:v>
                </c:pt>
                <c:pt idx="1587">
                  <c:v>642</c:v>
                </c:pt>
                <c:pt idx="1588">
                  <c:v>642</c:v>
                </c:pt>
                <c:pt idx="1589">
                  <c:v>642</c:v>
                </c:pt>
                <c:pt idx="1590">
                  <c:v>642</c:v>
                </c:pt>
                <c:pt idx="1591">
                  <c:v>642</c:v>
                </c:pt>
                <c:pt idx="1592">
                  <c:v>642</c:v>
                </c:pt>
                <c:pt idx="1593">
                  <c:v>942</c:v>
                </c:pt>
                <c:pt idx="1594">
                  <c:v>942</c:v>
                </c:pt>
                <c:pt idx="1595">
                  <c:v>942</c:v>
                </c:pt>
                <c:pt idx="1596">
                  <c:v>942</c:v>
                </c:pt>
                <c:pt idx="1597">
                  <c:v>942</c:v>
                </c:pt>
                <c:pt idx="1598">
                  <c:v>942</c:v>
                </c:pt>
                <c:pt idx="1599">
                  <c:v>942</c:v>
                </c:pt>
                <c:pt idx="1600">
                  <c:v>942</c:v>
                </c:pt>
                <c:pt idx="1601">
                  <c:v>942</c:v>
                </c:pt>
                <c:pt idx="1602">
                  <c:v>942</c:v>
                </c:pt>
                <c:pt idx="1603">
                  <c:v>954</c:v>
                </c:pt>
                <c:pt idx="1604">
                  <c:v>954</c:v>
                </c:pt>
                <c:pt idx="1605">
                  <c:v>954</c:v>
                </c:pt>
                <c:pt idx="1606">
                  <c:v>954</c:v>
                </c:pt>
                <c:pt idx="1607">
                  <c:v>954</c:v>
                </c:pt>
                <c:pt idx="1608">
                  <c:v>954</c:v>
                </c:pt>
                <c:pt idx="1609">
                  <c:v>966</c:v>
                </c:pt>
                <c:pt idx="1610">
                  <c:v>966</c:v>
                </c:pt>
                <c:pt idx="1611">
                  <c:v>966</c:v>
                </c:pt>
                <c:pt idx="1612">
                  <c:v>966</c:v>
                </c:pt>
                <c:pt idx="1613">
                  <c:v>966</c:v>
                </c:pt>
                <c:pt idx="1614">
                  <c:v>966</c:v>
                </c:pt>
                <c:pt idx="1615">
                  <c:v>966</c:v>
                </c:pt>
                <c:pt idx="1616">
                  <c:v>954</c:v>
                </c:pt>
                <c:pt idx="1617">
                  <c:v>954</c:v>
                </c:pt>
                <c:pt idx="1618">
                  <c:v>954</c:v>
                </c:pt>
                <c:pt idx="1619">
                  <c:v>954</c:v>
                </c:pt>
                <c:pt idx="1620">
                  <c:v>954</c:v>
                </c:pt>
                <c:pt idx="1621">
                  <c:v>954</c:v>
                </c:pt>
                <c:pt idx="1622">
                  <c:v>954</c:v>
                </c:pt>
                <c:pt idx="1623">
                  <c:v>966</c:v>
                </c:pt>
                <c:pt idx="1624">
                  <c:v>966</c:v>
                </c:pt>
                <c:pt idx="1625">
                  <c:v>966</c:v>
                </c:pt>
                <c:pt idx="1626">
                  <c:v>966</c:v>
                </c:pt>
                <c:pt idx="1627">
                  <c:v>966</c:v>
                </c:pt>
                <c:pt idx="1628">
                  <c:v>978</c:v>
                </c:pt>
                <c:pt idx="1629">
                  <c:v>978</c:v>
                </c:pt>
                <c:pt idx="1630">
                  <c:v>978</c:v>
                </c:pt>
                <c:pt idx="1631">
                  <c:v>1038</c:v>
                </c:pt>
                <c:pt idx="1632">
                  <c:v>1038</c:v>
                </c:pt>
                <c:pt idx="1633">
                  <c:v>1038</c:v>
                </c:pt>
                <c:pt idx="1634">
                  <c:v>1038</c:v>
                </c:pt>
                <c:pt idx="1635">
                  <c:v>1026</c:v>
                </c:pt>
                <c:pt idx="1636">
                  <c:v>1026</c:v>
                </c:pt>
                <c:pt idx="1637">
                  <c:v>1026</c:v>
                </c:pt>
                <c:pt idx="1638">
                  <c:v>1026</c:v>
                </c:pt>
                <c:pt idx="1639">
                  <c:v>981</c:v>
                </c:pt>
                <c:pt idx="1640">
                  <c:v>981</c:v>
                </c:pt>
                <c:pt idx="1641">
                  <c:v>981</c:v>
                </c:pt>
                <c:pt idx="1642">
                  <c:v>981</c:v>
                </c:pt>
                <c:pt idx="1643">
                  <c:v>921</c:v>
                </c:pt>
                <c:pt idx="1644">
                  <c:v>921</c:v>
                </c:pt>
                <c:pt idx="1645">
                  <c:v>921</c:v>
                </c:pt>
                <c:pt idx="1646">
                  <c:v>921</c:v>
                </c:pt>
                <c:pt idx="1647">
                  <c:v>921</c:v>
                </c:pt>
                <c:pt idx="1648">
                  <c:v>921</c:v>
                </c:pt>
                <c:pt idx="1649">
                  <c:v>921</c:v>
                </c:pt>
                <c:pt idx="1650">
                  <c:v>921</c:v>
                </c:pt>
                <c:pt idx="1651">
                  <c:v>876</c:v>
                </c:pt>
                <c:pt idx="1652">
                  <c:v>888</c:v>
                </c:pt>
                <c:pt idx="1653">
                  <c:v>888</c:v>
                </c:pt>
                <c:pt idx="1654">
                  <c:v>888</c:v>
                </c:pt>
                <c:pt idx="1655">
                  <c:v>888</c:v>
                </c:pt>
                <c:pt idx="1656">
                  <c:v>888</c:v>
                </c:pt>
                <c:pt idx="1657">
                  <c:v>912</c:v>
                </c:pt>
                <c:pt idx="1658">
                  <c:v>912</c:v>
                </c:pt>
                <c:pt idx="1659">
                  <c:v>912</c:v>
                </c:pt>
                <c:pt idx="1660">
                  <c:v>912</c:v>
                </c:pt>
                <c:pt idx="1661">
                  <c:v>912</c:v>
                </c:pt>
                <c:pt idx="1662">
                  <c:v>912</c:v>
                </c:pt>
                <c:pt idx="1663">
                  <c:v>912</c:v>
                </c:pt>
                <c:pt idx="1664">
                  <c:v>912</c:v>
                </c:pt>
                <c:pt idx="1665">
                  <c:v>852.5</c:v>
                </c:pt>
                <c:pt idx="1666">
                  <c:v>864.5</c:v>
                </c:pt>
                <c:pt idx="1667">
                  <c:v>894.5</c:v>
                </c:pt>
                <c:pt idx="1668">
                  <c:v>894.5</c:v>
                </c:pt>
                <c:pt idx="1669">
                  <c:v>894.5</c:v>
                </c:pt>
                <c:pt idx="1670">
                  <c:v>894.5</c:v>
                </c:pt>
                <c:pt idx="1671">
                  <c:v>894.5</c:v>
                </c:pt>
                <c:pt idx="1672">
                  <c:v>774.5</c:v>
                </c:pt>
                <c:pt idx="1673">
                  <c:v>774.5</c:v>
                </c:pt>
                <c:pt idx="1674">
                  <c:v>774.5</c:v>
                </c:pt>
                <c:pt idx="1675">
                  <c:v>774.5</c:v>
                </c:pt>
                <c:pt idx="1676">
                  <c:v>774.5</c:v>
                </c:pt>
                <c:pt idx="1677">
                  <c:v>774.5</c:v>
                </c:pt>
                <c:pt idx="1678">
                  <c:v>774.5</c:v>
                </c:pt>
                <c:pt idx="1679">
                  <c:v>740.5</c:v>
                </c:pt>
                <c:pt idx="1680">
                  <c:v>740.5</c:v>
                </c:pt>
                <c:pt idx="1681">
                  <c:v>740.5</c:v>
                </c:pt>
                <c:pt idx="1682">
                  <c:v>740.5</c:v>
                </c:pt>
                <c:pt idx="1683">
                  <c:v>740.5</c:v>
                </c:pt>
                <c:pt idx="1684">
                  <c:v>740.5</c:v>
                </c:pt>
                <c:pt idx="1685">
                  <c:v>740.5</c:v>
                </c:pt>
                <c:pt idx="1686">
                  <c:v>740.5</c:v>
                </c:pt>
                <c:pt idx="1687">
                  <c:v>740.5</c:v>
                </c:pt>
                <c:pt idx="1688">
                  <c:v>740.5</c:v>
                </c:pt>
                <c:pt idx="1689">
                  <c:v>740.5</c:v>
                </c:pt>
                <c:pt idx="1690">
                  <c:v>740.5</c:v>
                </c:pt>
                <c:pt idx="1691">
                  <c:v>764.5</c:v>
                </c:pt>
                <c:pt idx="1692">
                  <c:v>764.5</c:v>
                </c:pt>
                <c:pt idx="1693">
                  <c:v>764.5</c:v>
                </c:pt>
                <c:pt idx="1694">
                  <c:v>764.5</c:v>
                </c:pt>
                <c:pt idx="1695">
                  <c:v>764.5</c:v>
                </c:pt>
                <c:pt idx="1696">
                  <c:v>764.5</c:v>
                </c:pt>
                <c:pt idx="1697">
                  <c:v>764.5</c:v>
                </c:pt>
                <c:pt idx="1698">
                  <c:v>764.5</c:v>
                </c:pt>
                <c:pt idx="1699">
                  <c:v>764.5</c:v>
                </c:pt>
                <c:pt idx="1700">
                  <c:v>764.5</c:v>
                </c:pt>
                <c:pt idx="1701">
                  <c:v>764.5</c:v>
                </c:pt>
                <c:pt idx="1702">
                  <c:v>764.5</c:v>
                </c:pt>
                <c:pt idx="1703">
                  <c:v>764.5</c:v>
                </c:pt>
                <c:pt idx="1704">
                  <c:v>764.5</c:v>
                </c:pt>
                <c:pt idx="1705">
                  <c:v>764.5</c:v>
                </c:pt>
                <c:pt idx="1706">
                  <c:v>764.5</c:v>
                </c:pt>
                <c:pt idx="1707">
                  <c:v>728.5</c:v>
                </c:pt>
                <c:pt idx="1708">
                  <c:v>720</c:v>
                </c:pt>
                <c:pt idx="1709">
                  <c:v>795</c:v>
                </c:pt>
                <c:pt idx="1710">
                  <c:v>795</c:v>
                </c:pt>
                <c:pt idx="1711">
                  <c:v>795</c:v>
                </c:pt>
                <c:pt idx="1712">
                  <c:v>771</c:v>
                </c:pt>
                <c:pt idx="1713">
                  <c:v>771</c:v>
                </c:pt>
                <c:pt idx="1714">
                  <c:v>771</c:v>
                </c:pt>
                <c:pt idx="1715">
                  <c:v>747</c:v>
                </c:pt>
                <c:pt idx="1716">
                  <c:v>747</c:v>
                </c:pt>
                <c:pt idx="1717">
                  <c:v>747</c:v>
                </c:pt>
                <c:pt idx="1718">
                  <c:v>747</c:v>
                </c:pt>
                <c:pt idx="1719">
                  <c:v>747</c:v>
                </c:pt>
                <c:pt idx="1720">
                  <c:v>735</c:v>
                </c:pt>
                <c:pt idx="1721">
                  <c:v>735</c:v>
                </c:pt>
                <c:pt idx="1722">
                  <c:v>735</c:v>
                </c:pt>
                <c:pt idx="1723">
                  <c:v>735</c:v>
                </c:pt>
                <c:pt idx="1724">
                  <c:v>735</c:v>
                </c:pt>
                <c:pt idx="1725">
                  <c:v>735</c:v>
                </c:pt>
                <c:pt idx="1726">
                  <c:v>759</c:v>
                </c:pt>
                <c:pt idx="1727">
                  <c:v>759</c:v>
                </c:pt>
                <c:pt idx="1728">
                  <c:v>759</c:v>
                </c:pt>
                <c:pt idx="1729">
                  <c:v>759</c:v>
                </c:pt>
                <c:pt idx="1730">
                  <c:v>759</c:v>
                </c:pt>
                <c:pt idx="1731">
                  <c:v>759</c:v>
                </c:pt>
                <c:pt idx="1732">
                  <c:v>759</c:v>
                </c:pt>
                <c:pt idx="1733">
                  <c:v>771</c:v>
                </c:pt>
                <c:pt idx="1734">
                  <c:v>821</c:v>
                </c:pt>
                <c:pt idx="1735">
                  <c:v>821</c:v>
                </c:pt>
                <c:pt idx="1736">
                  <c:v>821</c:v>
                </c:pt>
                <c:pt idx="1737">
                  <c:v>821</c:v>
                </c:pt>
                <c:pt idx="1738">
                  <c:v>821</c:v>
                </c:pt>
                <c:pt idx="1739">
                  <c:v>821</c:v>
                </c:pt>
                <c:pt idx="1740">
                  <c:v>821</c:v>
                </c:pt>
                <c:pt idx="1741">
                  <c:v>821</c:v>
                </c:pt>
                <c:pt idx="1742">
                  <c:v>821</c:v>
                </c:pt>
                <c:pt idx="1743">
                  <c:v>821</c:v>
                </c:pt>
                <c:pt idx="1744">
                  <c:v>797</c:v>
                </c:pt>
                <c:pt idx="1745">
                  <c:v>797</c:v>
                </c:pt>
                <c:pt idx="1746">
                  <c:v>797</c:v>
                </c:pt>
                <c:pt idx="1747">
                  <c:v>785</c:v>
                </c:pt>
                <c:pt idx="1748">
                  <c:v>665</c:v>
                </c:pt>
                <c:pt idx="1749">
                  <c:v>665</c:v>
                </c:pt>
                <c:pt idx="1750">
                  <c:v>665</c:v>
                </c:pt>
                <c:pt idx="1751">
                  <c:v>665</c:v>
                </c:pt>
                <c:pt idx="1752">
                  <c:v>665</c:v>
                </c:pt>
                <c:pt idx="1753">
                  <c:v>665</c:v>
                </c:pt>
                <c:pt idx="1754">
                  <c:v>665</c:v>
                </c:pt>
                <c:pt idx="1755">
                  <c:v>665</c:v>
                </c:pt>
                <c:pt idx="1756">
                  <c:v>665</c:v>
                </c:pt>
                <c:pt idx="1757">
                  <c:v>665</c:v>
                </c:pt>
                <c:pt idx="1758">
                  <c:v>665</c:v>
                </c:pt>
                <c:pt idx="1759">
                  <c:v>665</c:v>
                </c:pt>
                <c:pt idx="1760">
                  <c:v>665</c:v>
                </c:pt>
                <c:pt idx="1761">
                  <c:v>665</c:v>
                </c:pt>
                <c:pt idx="1762">
                  <c:v>665</c:v>
                </c:pt>
                <c:pt idx="1763">
                  <c:v>665</c:v>
                </c:pt>
                <c:pt idx="1764">
                  <c:v>539</c:v>
                </c:pt>
                <c:pt idx="1765">
                  <c:v>539</c:v>
                </c:pt>
                <c:pt idx="1766">
                  <c:v>539</c:v>
                </c:pt>
                <c:pt idx="1767">
                  <c:v>539</c:v>
                </c:pt>
                <c:pt idx="1768">
                  <c:v>539</c:v>
                </c:pt>
                <c:pt idx="1769">
                  <c:v>539</c:v>
                </c:pt>
                <c:pt idx="1770">
                  <c:v>539</c:v>
                </c:pt>
                <c:pt idx="1771">
                  <c:v>539</c:v>
                </c:pt>
                <c:pt idx="1772">
                  <c:v>563</c:v>
                </c:pt>
                <c:pt idx="1773">
                  <c:v>563</c:v>
                </c:pt>
                <c:pt idx="1774">
                  <c:v>563</c:v>
                </c:pt>
                <c:pt idx="1775">
                  <c:v>563</c:v>
                </c:pt>
                <c:pt idx="1776">
                  <c:v>611</c:v>
                </c:pt>
                <c:pt idx="1777">
                  <c:v>623</c:v>
                </c:pt>
                <c:pt idx="1778">
                  <c:v>623</c:v>
                </c:pt>
                <c:pt idx="1779">
                  <c:v>623</c:v>
                </c:pt>
                <c:pt idx="1780">
                  <c:v>623</c:v>
                </c:pt>
                <c:pt idx="1781">
                  <c:v>623</c:v>
                </c:pt>
                <c:pt idx="1782">
                  <c:v>623</c:v>
                </c:pt>
                <c:pt idx="1783">
                  <c:v>623</c:v>
                </c:pt>
                <c:pt idx="1784">
                  <c:v>623</c:v>
                </c:pt>
                <c:pt idx="1785">
                  <c:v>623</c:v>
                </c:pt>
                <c:pt idx="1786">
                  <c:v>623</c:v>
                </c:pt>
                <c:pt idx="1787">
                  <c:v>623</c:v>
                </c:pt>
                <c:pt idx="1788">
                  <c:v>623</c:v>
                </c:pt>
                <c:pt idx="1789">
                  <c:v>623</c:v>
                </c:pt>
                <c:pt idx="1790">
                  <c:v>647</c:v>
                </c:pt>
                <c:pt idx="1791">
                  <c:v>647</c:v>
                </c:pt>
                <c:pt idx="1792">
                  <c:v>647</c:v>
                </c:pt>
                <c:pt idx="1793">
                  <c:v>647</c:v>
                </c:pt>
                <c:pt idx="1794">
                  <c:v>647</c:v>
                </c:pt>
                <c:pt idx="1795">
                  <c:v>647</c:v>
                </c:pt>
                <c:pt idx="1796">
                  <c:v>647</c:v>
                </c:pt>
                <c:pt idx="1797">
                  <c:v>647</c:v>
                </c:pt>
                <c:pt idx="1798">
                  <c:v>647</c:v>
                </c:pt>
                <c:pt idx="1799">
                  <c:v>647</c:v>
                </c:pt>
                <c:pt idx="1800">
                  <c:v>647</c:v>
                </c:pt>
                <c:pt idx="1801">
                  <c:v>635</c:v>
                </c:pt>
                <c:pt idx="1802">
                  <c:v>635</c:v>
                </c:pt>
                <c:pt idx="1803">
                  <c:v>635</c:v>
                </c:pt>
                <c:pt idx="1804">
                  <c:v>635</c:v>
                </c:pt>
                <c:pt idx="1805">
                  <c:v>635</c:v>
                </c:pt>
                <c:pt idx="1806">
                  <c:v>659</c:v>
                </c:pt>
                <c:pt idx="1807">
                  <c:v>659</c:v>
                </c:pt>
                <c:pt idx="1808">
                  <c:v>659</c:v>
                </c:pt>
                <c:pt idx="1809">
                  <c:v>659</c:v>
                </c:pt>
                <c:pt idx="1810">
                  <c:v>671</c:v>
                </c:pt>
                <c:pt idx="1811">
                  <c:v>671</c:v>
                </c:pt>
                <c:pt idx="1812">
                  <c:v>671</c:v>
                </c:pt>
                <c:pt idx="1813">
                  <c:v>671</c:v>
                </c:pt>
                <c:pt idx="1814">
                  <c:v>671</c:v>
                </c:pt>
                <c:pt idx="1815">
                  <c:v>671</c:v>
                </c:pt>
                <c:pt idx="1816">
                  <c:v>671</c:v>
                </c:pt>
                <c:pt idx="1817">
                  <c:v>671</c:v>
                </c:pt>
                <c:pt idx="1818">
                  <c:v>671</c:v>
                </c:pt>
                <c:pt idx="1819">
                  <c:v>671</c:v>
                </c:pt>
                <c:pt idx="1820">
                  <c:v>671</c:v>
                </c:pt>
                <c:pt idx="1821">
                  <c:v>659</c:v>
                </c:pt>
                <c:pt idx="1822">
                  <c:v>659</c:v>
                </c:pt>
                <c:pt idx="1823">
                  <c:v>659</c:v>
                </c:pt>
                <c:pt idx="1824">
                  <c:v>659</c:v>
                </c:pt>
                <c:pt idx="1825">
                  <c:v>659</c:v>
                </c:pt>
                <c:pt idx="1826">
                  <c:v>659</c:v>
                </c:pt>
                <c:pt idx="1827">
                  <c:v>659</c:v>
                </c:pt>
                <c:pt idx="1828">
                  <c:v>647</c:v>
                </c:pt>
                <c:pt idx="1829">
                  <c:v>647</c:v>
                </c:pt>
                <c:pt idx="1830">
                  <c:v>647</c:v>
                </c:pt>
                <c:pt idx="1831">
                  <c:v>647</c:v>
                </c:pt>
                <c:pt idx="1832">
                  <c:v>647</c:v>
                </c:pt>
                <c:pt idx="1833">
                  <c:v>647</c:v>
                </c:pt>
                <c:pt idx="1834">
                  <c:v>647</c:v>
                </c:pt>
                <c:pt idx="1835">
                  <c:v>647</c:v>
                </c:pt>
                <c:pt idx="1836">
                  <c:v>647</c:v>
                </c:pt>
                <c:pt idx="1837">
                  <c:v>647</c:v>
                </c:pt>
                <c:pt idx="1838">
                  <c:v>647</c:v>
                </c:pt>
                <c:pt idx="1839">
                  <c:v>647</c:v>
                </c:pt>
                <c:pt idx="1840">
                  <c:v>647</c:v>
                </c:pt>
                <c:pt idx="1841">
                  <c:v>647</c:v>
                </c:pt>
                <c:pt idx="1842">
                  <c:v>647</c:v>
                </c:pt>
                <c:pt idx="1843">
                  <c:v>647</c:v>
                </c:pt>
                <c:pt idx="1844">
                  <c:v>647</c:v>
                </c:pt>
                <c:pt idx="1845">
                  <c:v>647</c:v>
                </c:pt>
                <c:pt idx="1846">
                  <c:v>647</c:v>
                </c:pt>
                <c:pt idx="1847">
                  <c:v>719</c:v>
                </c:pt>
                <c:pt idx="1848">
                  <c:v>719</c:v>
                </c:pt>
                <c:pt idx="1849">
                  <c:v>719</c:v>
                </c:pt>
                <c:pt idx="1850">
                  <c:v>719</c:v>
                </c:pt>
                <c:pt idx="1851">
                  <c:v>719</c:v>
                </c:pt>
                <c:pt idx="1852">
                  <c:v>719</c:v>
                </c:pt>
                <c:pt idx="1853">
                  <c:v>736</c:v>
                </c:pt>
                <c:pt idx="1854">
                  <c:v>736</c:v>
                </c:pt>
                <c:pt idx="1855">
                  <c:v>796</c:v>
                </c:pt>
                <c:pt idx="1856">
                  <c:v>796</c:v>
                </c:pt>
                <c:pt idx="1857">
                  <c:v>796</c:v>
                </c:pt>
                <c:pt idx="1858">
                  <c:v>796</c:v>
                </c:pt>
                <c:pt idx="1859">
                  <c:v>796</c:v>
                </c:pt>
                <c:pt idx="1860">
                  <c:v>796</c:v>
                </c:pt>
                <c:pt idx="1861">
                  <c:v>796</c:v>
                </c:pt>
                <c:pt idx="1862">
                  <c:v>796</c:v>
                </c:pt>
                <c:pt idx="1863">
                  <c:v>796</c:v>
                </c:pt>
                <c:pt idx="1864">
                  <c:v>796</c:v>
                </c:pt>
                <c:pt idx="1865">
                  <c:v>796</c:v>
                </c:pt>
                <c:pt idx="1866">
                  <c:v>736</c:v>
                </c:pt>
                <c:pt idx="1867">
                  <c:v>736</c:v>
                </c:pt>
                <c:pt idx="1868">
                  <c:v>781</c:v>
                </c:pt>
                <c:pt idx="1869">
                  <c:v>781</c:v>
                </c:pt>
                <c:pt idx="1870">
                  <c:v>769</c:v>
                </c:pt>
                <c:pt idx="1871">
                  <c:v>769</c:v>
                </c:pt>
                <c:pt idx="1872">
                  <c:v>769</c:v>
                </c:pt>
                <c:pt idx="1873">
                  <c:v>769</c:v>
                </c:pt>
                <c:pt idx="1874">
                  <c:v>769</c:v>
                </c:pt>
                <c:pt idx="1875">
                  <c:v>769</c:v>
                </c:pt>
                <c:pt idx="1876">
                  <c:v>769</c:v>
                </c:pt>
                <c:pt idx="1877">
                  <c:v>769</c:v>
                </c:pt>
                <c:pt idx="1878">
                  <c:v>769</c:v>
                </c:pt>
                <c:pt idx="1879">
                  <c:v>769</c:v>
                </c:pt>
                <c:pt idx="1880">
                  <c:v>769</c:v>
                </c:pt>
                <c:pt idx="1881">
                  <c:v>769</c:v>
                </c:pt>
                <c:pt idx="1882">
                  <c:v>805</c:v>
                </c:pt>
                <c:pt idx="1883">
                  <c:v>880</c:v>
                </c:pt>
                <c:pt idx="1884">
                  <c:v>880</c:v>
                </c:pt>
                <c:pt idx="1885">
                  <c:v>880</c:v>
                </c:pt>
                <c:pt idx="1886">
                  <c:v>880</c:v>
                </c:pt>
                <c:pt idx="1887">
                  <c:v>928</c:v>
                </c:pt>
                <c:pt idx="1888">
                  <c:v>928</c:v>
                </c:pt>
                <c:pt idx="1889">
                  <c:v>928</c:v>
                </c:pt>
                <c:pt idx="1890">
                  <c:v>928</c:v>
                </c:pt>
                <c:pt idx="1891">
                  <c:v>928</c:v>
                </c:pt>
                <c:pt idx="1892">
                  <c:v>928</c:v>
                </c:pt>
                <c:pt idx="1893">
                  <c:v>928</c:v>
                </c:pt>
                <c:pt idx="1894">
                  <c:v>928</c:v>
                </c:pt>
                <c:pt idx="1895">
                  <c:v>928</c:v>
                </c:pt>
                <c:pt idx="1896">
                  <c:v>928</c:v>
                </c:pt>
                <c:pt idx="1897">
                  <c:v>928</c:v>
                </c:pt>
                <c:pt idx="1898">
                  <c:v>928</c:v>
                </c:pt>
                <c:pt idx="1899">
                  <c:v>928</c:v>
                </c:pt>
                <c:pt idx="1900">
                  <c:v>928</c:v>
                </c:pt>
                <c:pt idx="1901">
                  <c:v>928</c:v>
                </c:pt>
                <c:pt idx="1902">
                  <c:v>928</c:v>
                </c:pt>
                <c:pt idx="1903">
                  <c:v>928</c:v>
                </c:pt>
                <c:pt idx="1904">
                  <c:v>928</c:v>
                </c:pt>
                <c:pt idx="1905">
                  <c:v>928</c:v>
                </c:pt>
                <c:pt idx="1906">
                  <c:v>928</c:v>
                </c:pt>
                <c:pt idx="1907">
                  <c:v>928</c:v>
                </c:pt>
                <c:pt idx="1908">
                  <c:v>928</c:v>
                </c:pt>
                <c:pt idx="1909">
                  <c:v>928</c:v>
                </c:pt>
                <c:pt idx="1910">
                  <c:v>928</c:v>
                </c:pt>
                <c:pt idx="1911">
                  <c:v>928</c:v>
                </c:pt>
                <c:pt idx="1912">
                  <c:v>928</c:v>
                </c:pt>
                <c:pt idx="1913">
                  <c:v>928</c:v>
                </c:pt>
                <c:pt idx="1914">
                  <c:v>928</c:v>
                </c:pt>
                <c:pt idx="1915">
                  <c:v>898</c:v>
                </c:pt>
                <c:pt idx="1916">
                  <c:v>898</c:v>
                </c:pt>
                <c:pt idx="1917">
                  <c:v>910</c:v>
                </c:pt>
                <c:pt idx="1918">
                  <c:v>910</c:v>
                </c:pt>
                <c:pt idx="1919">
                  <c:v>910</c:v>
                </c:pt>
                <c:pt idx="1920">
                  <c:v>910</c:v>
                </c:pt>
                <c:pt idx="1921">
                  <c:v>910</c:v>
                </c:pt>
                <c:pt idx="1922">
                  <c:v>910</c:v>
                </c:pt>
                <c:pt idx="1923">
                  <c:v>910</c:v>
                </c:pt>
                <c:pt idx="1924">
                  <c:v>862</c:v>
                </c:pt>
                <c:pt idx="1925">
                  <c:v>862</c:v>
                </c:pt>
                <c:pt idx="1926">
                  <c:v>862</c:v>
                </c:pt>
                <c:pt idx="1927">
                  <c:v>862</c:v>
                </c:pt>
                <c:pt idx="1928">
                  <c:v>862</c:v>
                </c:pt>
                <c:pt idx="1929">
                  <c:v>862</c:v>
                </c:pt>
                <c:pt idx="1930">
                  <c:v>862</c:v>
                </c:pt>
                <c:pt idx="1931">
                  <c:v>862</c:v>
                </c:pt>
                <c:pt idx="1932">
                  <c:v>862</c:v>
                </c:pt>
                <c:pt idx="1933">
                  <c:v>862</c:v>
                </c:pt>
                <c:pt idx="1934">
                  <c:v>862</c:v>
                </c:pt>
                <c:pt idx="1935">
                  <c:v>862</c:v>
                </c:pt>
                <c:pt idx="1936">
                  <c:v>814</c:v>
                </c:pt>
                <c:pt idx="1937">
                  <c:v>814</c:v>
                </c:pt>
                <c:pt idx="1938">
                  <c:v>814</c:v>
                </c:pt>
                <c:pt idx="1939">
                  <c:v>814</c:v>
                </c:pt>
                <c:pt idx="1940">
                  <c:v>826</c:v>
                </c:pt>
                <c:pt idx="1941">
                  <c:v>826</c:v>
                </c:pt>
                <c:pt idx="1942">
                  <c:v>826</c:v>
                </c:pt>
                <c:pt idx="1943">
                  <c:v>758</c:v>
                </c:pt>
                <c:pt idx="1944">
                  <c:v>758</c:v>
                </c:pt>
                <c:pt idx="1945">
                  <c:v>758</c:v>
                </c:pt>
                <c:pt idx="1946">
                  <c:v>770</c:v>
                </c:pt>
                <c:pt idx="1947">
                  <c:v>770</c:v>
                </c:pt>
                <c:pt idx="1948">
                  <c:v>770</c:v>
                </c:pt>
                <c:pt idx="1949">
                  <c:v>770</c:v>
                </c:pt>
                <c:pt idx="1950">
                  <c:v>782</c:v>
                </c:pt>
                <c:pt idx="1951">
                  <c:v>782</c:v>
                </c:pt>
                <c:pt idx="1952">
                  <c:v>782</c:v>
                </c:pt>
                <c:pt idx="1953">
                  <c:v>782</c:v>
                </c:pt>
                <c:pt idx="1954">
                  <c:v>782</c:v>
                </c:pt>
                <c:pt idx="1955">
                  <c:v>782</c:v>
                </c:pt>
                <c:pt idx="1956">
                  <c:v>782</c:v>
                </c:pt>
                <c:pt idx="1957">
                  <c:v>782</c:v>
                </c:pt>
                <c:pt idx="1958">
                  <c:v>782</c:v>
                </c:pt>
                <c:pt idx="1959">
                  <c:v>782</c:v>
                </c:pt>
                <c:pt idx="1960">
                  <c:v>782</c:v>
                </c:pt>
                <c:pt idx="1961">
                  <c:v>782</c:v>
                </c:pt>
                <c:pt idx="1962">
                  <c:v>782</c:v>
                </c:pt>
                <c:pt idx="1963">
                  <c:v>782</c:v>
                </c:pt>
                <c:pt idx="1964">
                  <c:v>782</c:v>
                </c:pt>
                <c:pt idx="1965">
                  <c:v>782</c:v>
                </c:pt>
                <c:pt idx="1966">
                  <c:v>782</c:v>
                </c:pt>
                <c:pt idx="1967">
                  <c:v>782</c:v>
                </c:pt>
                <c:pt idx="1968">
                  <c:v>782</c:v>
                </c:pt>
                <c:pt idx="1969">
                  <c:v>782</c:v>
                </c:pt>
                <c:pt idx="1970">
                  <c:v>782</c:v>
                </c:pt>
                <c:pt idx="1971">
                  <c:v>812</c:v>
                </c:pt>
                <c:pt idx="1972">
                  <c:v>812</c:v>
                </c:pt>
                <c:pt idx="1973">
                  <c:v>824</c:v>
                </c:pt>
                <c:pt idx="1974">
                  <c:v>824</c:v>
                </c:pt>
                <c:pt idx="1975">
                  <c:v>824</c:v>
                </c:pt>
                <c:pt idx="1976">
                  <c:v>824</c:v>
                </c:pt>
                <c:pt idx="1977">
                  <c:v>824</c:v>
                </c:pt>
                <c:pt idx="1978">
                  <c:v>824</c:v>
                </c:pt>
                <c:pt idx="1979">
                  <c:v>824</c:v>
                </c:pt>
                <c:pt idx="1980">
                  <c:v>824</c:v>
                </c:pt>
                <c:pt idx="1981">
                  <c:v>824</c:v>
                </c:pt>
                <c:pt idx="1982">
                  <c:v>824</c:v>
                </c:pt>
                <c:pt idx="1983">
                  <c:v>824</c:v>
                </c:pt>
                <c:pt idx="1984">
                  <c:v>824</c:v>
                </c:pt>
                <c:pt idx="1985">
                  <c:v>824</c:v>
                </c:pt>
                <c:pt idx="1986">
                  <c:v>812</c:v>
                </c:pt>
                <c:pt idx="1987">
                  <c:v>800</c:v>
                </c:pt>
                <c:pt idx="1988">
                  <c:v>800</c:v>
                </c:pt>
                <c:pt idx="1989">
                  <c:v>783</c:v>
                </c:pt>
                <c:pt idx="1990">
                  <c:v>783</c:v>
                </c:pt>
                <c:pt idx="1991">
                  <c:v>783</c:v>
                </c:pt>
                <c:pt idx="1992">
                  <c:v>783</c:v>
                </c:pt>
                <c:pt idx="1993">
                  <c:v>771</c:v>
                </c:pt>
                <c:pt idx="1994">
                  <c:v>771</c:v>
                </c:pt>
                <c:pt idx="1995">
                  <c:v>771</c:v>
                </c:pt>
                <c:pt idx="1996">
                  <c:v>703</c:v>
                </c:pt>
                <c:pt idx="1997">
                  <c:v>703</c:v>
                </c:pt>
                <c:pt idx="1998">
                  <c:v>703</c:v>
                </c:pt>
                <c:pt idx="1999">
                  <c:v>715</c:v>
                </c:pt>
                <c:pt idx="2000">
                  <c:v>715</c:v>
                </c:pt>
                <c:pt idx="2001">
                  <c:v>715</c:v>
                </c:pt>
                <c:pt idx="2002">
                  <c:v>715</c:v>
                </c:pt>
                <c:pt idx="2003">
                  <c:v>739</c:v>
                </c:pt>
                <c:pt idx="2004">
                  <c:v>739</c:v>
                </c:pt>
                <c:pt idx="2005">
                  <c:v>739</c:v>
                </c:pt>
                <c:pt idx="2006">
                  <c:v>739</c:v>
                </c:pt>
                <c:pt idx="2007">
                  <c:v>739</c:v>
                </c:pt>
                <c:pt idx="2008">
                  <c:v>709</c:v>
                </c:pt>
                <c:pt idx="2009">
                  <c:v>659</c:v>
                </c:pt>
                <c:pt idx="2010">
                  <c:v>659</c:v>
                </c:pt>
                <c:pt idx="2011">
                  <c:v>659</c:v>
                </c:pt>
                <c:pt idx="2012">
                  <c:v>659</c:v>
                </c:pt>
                <c:pt idx="2013">
                  <c:v>659</c:v>
                </c:pt>
                <c:pt idx="2014">
                  <c:v>659</c:v>
                </c:pt>
                <c:pt idx="2015">
                  <c:v>659</c:v>
                </c:pt>
                <c:pt idx="2016">
                  <c:v>659</c:v>
                </c:pt>
                <c:pt idx="2017">
                  <c:v>659</c:v>
                </c:pt>
                <c:pt idx="2018">
                  <c:v>659</c:v>
                </c:pt>
                <c:pt idx="2019">
                  <c:v>659</c:v>
                </c:pt>
                <c:pt idx="2020">
                  <c:v>659</c:v>
                </c:pt>
                <c:pt idx="2021">
                  <c:v>623</c:v>
                </c:pt>
                <c:pt idx="2022">
                  <c:v>623</c:v>
                </c:pt>
                <c:pt idx="2023">
                  <c:v>623</c:v>
                </c:pt>
                <c:pt idx="2024">
                  <c:v>623</c:v>
                </c:pt>
                <c:pt idx="2025">
                  <c:v>623</c:v>
                </c:pt>
                <c:pt idx="2026">
                  <c:v>623</c:v>
                </c:pt>
                <c:pt idx="2027">
                  <c:v>623</c:v>
                </c:pt>
                <c:pt idx="2028">
                  <c:v>623</c:v>
                </c:pt>
                <c:pt idx="2029">
                  <c:v>647</c:v>
                </c:pt>
                <c:pt idx="2030">
                  <c:v>647</c:v>
                </c:pt>
                <c:pt idx="2031">
                  <c:v>647</c:v>
                </c:pt>
                <c:pt idx="2032">
                  <c:v>647</c:v>
                </c:pt>
                <c:pt idx="2033">
                  <c:v>647</c:v>
                </c:pt>
                <c:pt idx="2034">
                  <c:v>647</c:v>
                </c:pt>
                <c:pt idx="2035">
                  <c:v>647</c:v>
                </c:pt>
                <c:pt idx="2036">
                  <c:v>647</c:v>
                </c:pt>
                <c:pt idx="2037">
                  <c:v>683</c:v>
                </c:pt>
                <c:pt idx="2038">
                  <c:v>683</c:v>
                </c:pt>
                <c:pt idx="2039">
                  <c:v>683</c:v>
                </c:pt>
                <c:pt idx="2040">
                  <c:v>683</c:v>
                </c:pt>
                <c:pt idx="2041">
                  <c:v>733</c:v>
                </c:pt>
                <c:pt idx="2042">
                  <c:v>793</c:v>
                </c:pt>
                <c:pt idx="2043">
                  <c:v>793</c:v>
                </c:pt>
                <c:pt idx="2044">
                  <c:v>757</c:v>
                </c:pt>
                <c:pt idx="2045">
                  <c:v>757</c:v>
                </c:pt>
                <c:pt idx="2046">
                  <c:v>757</c:v>
                </c:pt>
                <c:pt idx="2047">
                  <c:v>757</c:v>
                </c:pt>
                <c:pt idx="2048">
                  <c:v>733</c:v>
                </c:pt>
                <c:pt idx="2049">
                  <c:v>733</c:v>
                </c:pt>
                <c:pt idx="2050">
                  <c:v>745</c:v>
                </c:pt>
                <c:pt idx="2051">
                  <c:v>820</c:v>
                </c:pt>
                <c:pt idx="2052">
                  <c:v>820</c:v>
                </c:pt>
                <c:pt idx="2053">
                  <c:v>820</c:v>
                </c:pt>
                <c:pt idx="2054">
                  <c:v>820</c:v>
                </c:pt>
                <c:pt idx="2055">
                  <c:v>820</c:v>
                </c:pt>
                <c:pt idx="2056">
                  <c:v>808</c:v>
                </c:pt>
                <c:pt idx="2057">
                  <c:v>808</c:v>
                </c:pt>
                <c:pt idx="2058">
                  <c:v>808</c:v>
                </c:pt>
                <c:pt idx="2059">
                  <c:v>808</c:v>
                </c:pt>
                <c:pt idx="2060">
                  <c:v>808</c:v>
                </c:pt>
                <c:pt idx="2061">
                  <c:v>808</c:v>
                </c:pt>
                <c:pt idx="2062">
                  <c:v>808</c:v>
                </c:pt>
                <c:pt idx="2063">
                  <c:v>808</c:v>
                </c:pt>
                <c:pt idx="2064">
                  <c:v>808</c:v>
                </c:pt>
                <c:pt idx="2065">
                  <c:v>808</c:v>
                </c:pt>
                <c:pt idx="2066">
                  <c:v>808</c:v>
                </c:pt>
                <c:pt idx="2067">
                  <c:v>808</c:v>
                </c:pt>
                <c:pt idx="2068">
                  <c:v>808</c:v>
                </c:pt>
                <c:pt idx="2069">
                  <c:v>808</c:v>
                </c:pt>
                <c:pt idx="2070">
                  <c:v>808</c:v>
                </c:pt>
                <c:pt idx="2071">
                  <c:v>808</c:v>
                </c:pt>
                <c:pt idx="2072">
                  <c:v>853</c:v>
                </c:pt>
                <c:pt idx="2073">
                  <c:v>853</c:v>
                </c:pt>
                <c:pt idx="2074">
                  <c:v>853</c:v>
                </c:pt>
                <c:pt idx="2075">
                  <c:v>853</c:v>
                </c:pt>
                <c:pt idx="2076">
                  <c:v>887</c:v>
                </c:pt>
                <c:pt idx="2077">
                  <c:v>887</c:v>
                </c:pt>
                <c:pt idx="2078">
                  <c:v>887</c:v>
                </c:pt>
                <c:pt idx="2079">
                  <c:v>887</c:v>
                </c:pt>
                <c:pt idx="2080">
                  <c:v>887</c:v>
                </c:pt>
                <c:pt idx="2081">
                  <c:v>887</c:v>
                </c:pt>
                <c:pt idx="2082">
                  <c:v>887</c:v>
                </c:pt>
                <c:pt idx="2083">
                  <c:v>937</c:v>
                </c:pt>
                <c:pt idx="2084">
                  <c:v>937</c:v>
                </c:pt>
                <c:pt idx="2085">
                  <c:v>937</c:v>
                </c:pt>
                <c:pt idx="2086">
                  <c:v>937</c:v>
                </c:pt>
                <c:pt idx="2087">
                  <c:v>937</c:v>
                </c:pt>
                <c:pt idx="2088">
                  <c:v>937</c:v>
                </c:pt>
                <c:pt idx="2089">
                  <c:v>937</c:v>
                </c:pt>
                <c:pt idx="2090">
                  <c:v>937</c:v>
                </c:pt>
                <c:pt idx="2091">
                  <c:v>937</c:v>
                </c:pt>
                <c:pt idx="2092">
                  <c:v>937</c:v>
                </c:pt>
                <c:pt idx="2093">
                  <c:v>912</c:v>
                </c:pt>
                <c:pt idx="2094">
                  <c:v>912</c:v>
                </c:pt>
                <c:pt idx="2095">
                  <c:v>912</c:v>
                </c:pt>
                <c:pt idx="2096">
                  <c:v>912</c:v>
                </c:pt>
                <c:pt idx="2097">
                  <c:v>912</c:v>
                </c:pt>
                <c:pt idx="2098">
                  <c:v>912</c:v>
                </c:pt>
                <c:pt idx="2099">
                  <c:v>948</c:v>
                </c:pt>
                <c:pt idx="2100">
                  <c:v>948</c:v>
                </c:pt>
                <c:pt idx="2101">
                  <c:v>948</c:v>
                </c:pt>
                <c:pt idx="2102">
                  <c:v>948</c:v>
                </c:pt>
                <c:pt idx="2103">
                  <c:v>948</c:v>
                </c:pt>
                <c:pt idx="2104">
                  <c:v>948</c:v>
                </c:pt>
                <c:pt idx="2105">
                  <c:v>948</c:v>
                </c:pt>
                <c:pt idx="2106">
                  <c:v>900</c:v>
                </c:pt>
                <c:pt idx="2107">
                  <c:v>876</c:v>
                </c:pt>
                <c:pt idx="2108">
                  <c:v>876</c:v>
                </c:pt>
                <c:pt idx="2109">
                  <c:v>876</c:v>
                </c:pt>
                <c:pt idx="2110">
                  <c:v>876</c:v>
                </c:pt>
                <c:pt idx="2111">
                  <c:v>876</c:v>
                </c:pt>
                <c:pt idx="2112">
                  <c:v>876</c:v>
                </c:pt>
                <c:pt idx="2113">
                  <c:v>876</c:v>
                </c:pt>
                <c:pt idx="2114">
                  <c:v>864</c:v>
                </c:pt>
                <c:pt idx="2115">
                  <c:v>864</c:v>
                </c:pt>
                <c:pt idx="2116">
                  <c:v>864</c:v>
                </c:pt>
                <c:pt idx="2117">
                  <c:v>864</c:v>
                </c:pt>
                <c:pt idx="2118">
                  <c:v>864</c:v>
                </c:pt>
                <c:pt idx="2119">
                  <c:v>894</c:v>
                </c:pt>
                <c:pt idx="2120">
                  <c:v>894</c:v>
                </c:pt>
                <c:pt idx="2121">
                  <c:v>918</c:v>
                </c:pt>
                <c:pt idx="2122">
                  <c:v>918</c:v>
                </c:pt>
                <c:pt idx="2123">
                  <c:v>918</c:v>
                </c:pt>
                <c:pt idx="2124">
                  <c:v>918</c:v>
                </c:pt>
                <c:pt idx="2125">
                  <c:v>918</c:v>
                </c:pt>
                <c:pt idx="2126">
                  <c:v>918</c:v>
                </c:pt>
                <c:pt idx="2127">
                  <c:v>918</c:v>
                </c:pt>
                <c:pt idx="2128">
                  <c:v>918</c:v>
                </c:pt>
                <c:pt idx="2129">
                  <c:v>918</c:v>
                </c:pt>
                <c:pt idx="2130">
                  <c:v>918</c:v>
                </c:pt>
                <c:pt idx="2131">
                  <c:v>918</c:v>
                </c:pt>
                <c:pt idx="2132">
                  <c:v>918</c:v>
                </c:pt>
                <c:pt idx="2133">
                  <c:v>1059</c:v>
                </c:pt>
                <c:pt idx="2134">
                  <c:v>1059</c:v>
                </c:pt>
                <c:pt idx="2135">
                  <c:v>1059</c:v>
                </c:pt>
                <c:pt idx="2136">
                  <c:v>1059</c:v>
                </c:pt>
                <c:pt idx="2137">
                  <c:v>1059</c:v>
                </c:pt>
                <c:pt idx="2138">
                  <c:v>1059</c:v>
                </c:pt>
                <c:pt idx="2139">
                  <c:v>1059</c:v>
                </c:pt>
                <c:pt idx="2140">
                  <c:v>1059</c:v>
                </c:pt>
                <c:pt idx="2141">
                  <c:v>1059</c:v>
                </c:pt>
                <c:pt idx="2142">
                  <c:v>1059</c:v>
                </c:pt>
                <c:pt idx="2143">
                  <c:v>1059</c:v>
                </c:pt>
                <c:pt idx="2144">
                  <c:v>1059</c:v>
                </c:pt>
                <c:pt idx="2145">
                  <c:v>1059</c:v>
                </c:pt>
                <c:pt idx="2146">
                  <c:v>1059</c:v>
                </c:pt>
                <c:pt idx="2147">
                  <c:v>1059</c:v>
                </c:pt>
                <c:pt idx="2148">
                  <c:v>1059</c:v>
                </c:pt>
                <c:pt idx="2149">
                  <c:v>1034</c:v>
                </c:pt>
                <c:pt idx="2150">
                  <c:v>1034</c:v>
                </c:pt>
                <c:pt idx="2151">
                  <c:v>1034</c:v>
                </c:pt>
                <c:pt idx="2152">
                  <c:v>1034</c:v>
                </c:pt>
                <c:pt idx="2153">
                  <c:v>998</c:v>
                </c:pt>
                <c:pt idx="2154">
                  <c:v>998</c:v>
                </c:pt>
                <c:pt idx="2155">
                  <c:v>998</c:v>
                </c:pt>
                <c:pt idx="2156">
                  <c:v>998</c:v>
                </c:pt>
                <c:pt idx="2157">
                  <c:v>998</c:v>
                </c:pt>
                <c:pt idx="2158">
                  <c:v>998</c:v>
                </c:pt>
                <c:pt idx="2159">
                  <c:v>998</c:v>
                </c:pt>
                <c:pt idx="2160">
                  <c:v>998</c:v>
                </c:pt>
                <c:pt idx="2161">
                  <c:v>998</c:v>
                </c:pt>
                <c:pt idx="2162">
                  <c:v>998</c:v>
                </c:pt>
                <c:pt idx="2163">
                  <c:v>998</c:v>
                </c:pt>
                <c:pt idx="2164">
                  <c:v>998</c:v>
                </c:pt>
                <c:pt idx="2165">
                  <c:v>998</c:v>
                </c:pt>
                <c:pt idx="2166">
                  <c:v>998</c:v>
                </c:pt>
                <c:pt idx="2167">
                  <c:v>998</c:v>
                </c:pt>
                <c:pt idx="2168">
                  <c:v>998</c:v>
                </c:pt>
                <c:pt idx="2169">
                  <c:v>998</c:v>
                </c:pt>
                <c:pt idx="2170">
                  <c:v>1010</c:v>
                </c:pt>
                <c:pt idx="2171">
                  <c:v>1010</c:v>
                </c:pt>
                <c:pt idx="2172">
                  <c:v>1010</c:v>
                </c:pt>
                <c:pt idx="2173">
                  <c:v>1010</c:v>
                </c:pt>
                <c:pt idx="2174">
                  <c:v>1010</c:v>
                </c:pt>
                <c:pt idx="2175">
                  <c:v>1010</c:v>
                </c:pt>
                <c:pt idx="2176">
                  <c:v>1034</c:v>
                </c:pt>
                <c:pt idx="2177">
                  <c:v>1034</c:v>
                </c:pt>
                <c:pt idx="2178">
                  <c:v>1034</c:v>
                </c:pt>
                <c:pt idx="2179">
                  <c:v>1034</c:v>
                </c:pt>
                <c:pt idx="2180">
                  <c:v>1034</c:v>
                </c:pt>
                <c:pt idx="2181">
                  <c:v>1034</c:v>
                </c:pt>
                <c:pt idx="2182">
                  <c:v>1034</c:v>
                </c:pt>
                <c:pt idx="2183">
                  <c:v>1034</c:v>
                </c:pt>
                <c:pt idx="2184">
                  <c:v>1058</c:v>
                </c:pt>
                <c:pt idx="2185">
                  <c:v>1058</c:v>
                </c:pt>
                <c:pt idx="2186">
                  <c:v>1058</c:v>
                </c:pt>
                <c:pt idx="2187">
                  <c:v>1058</c:v>
                </c:pt>
                <c:pt idx="2188">
                  <c:v>1070</c:v>
                </c:pt>
                <c:pt idx="2189">
                  <c:v>1070</c:v>
                </c:pt>
                <c:pt idx="2190">
                  <c:v>1070</c:v>
                </c:pt>
                <c:pt idx="2191">
                  <c:v>1070</c:v>
                </c:pt>
                <c:pt idx="2192">
                  <c:v>1070</c:v>
                </c:pt>
                <c:pt idx="2193">
                  <c:v>1070</c:v>
                </c:pt>
                <c:pt idx="2194">
                  <c:v>1070</c:v>
                </c:pt>
                <c:pt idx="2195">
                  <c:v>1070</c:v>
                </c:pt>
                <c:pt idx="2196">
                  <c:v>1070</c:v>
                </c:pt>
                <c:pt idx="2197">
                  <c:v>1070</c:v>
                </c:pt>
                <c:pt idx="2198">
                  <c:v>1070</c:v>
                </c:pt>
                <c:pt idx="2199">
                  <c:v>1070</c:v>
                </c:pt>
                <c:pt idx="2200">
                  <c:v>1070</c:v>
                </c:pt>
                <c:pt idx="2201">
                  <c:v>1070</c:v>
                </c:pt>
                <c:pt idx="2202">
                  <c:v>1070</c:v>
                </c:pt>
                <c:pt idx="2203">
                  <c:v>1070</c:v>
                </c:pt>
                <c:pt idx="2204">
                  <c:v>1070</c:v>
                </c:pt>
                <c:pt idx="2205">
                  <c:v>1070</c:v>
                </c:pt>
                <c:pt idx="2206">
                  <c:v>1070</c:v>
                </c:pt>
                <c:pt idx="2207">
                  <c:v>1070</c:v>
                </c:pt>
                <c:pt idx="2208">
                  <c:v>1070</c:v>
                </c:pt>
                <c:pt idx="2209">
                  <c:v>1070</c:v>
                </c:pt>
                <c:pt idx="2210">
                  <c:v>1070</c:v>
                </c:pt>
                <c:pt idx="2211">
                  <c:v>1070</c:v>
                </c:pt>
                <c:pt idx="2212">
                  <c:v>1070</c:v>
                </c:pt>
                <c:pt idx="2213">
                  <c:v>1070</c:v>
                </c:pt>
                <c:pt idx="2214">
                  <c:v>1070</c:v>
                </c:pt>
                <c:pt idx="2215">
                  <c:v>1070</c:v>
                </c:pt>
                <c:pt idx="2216">
                  <c:v>1070</c:v>
                </c:pt>
                <c:pt idx="2217">
                  <c:v>1070</c:v>
                </c:pt>
                <c:pt idx="2218">
                  <c:v>1070</c:v>
                </c:pt>
                <c:pt idx="2219">
                  <c:v>1070</c:v>
                </c:pt>
                <c:pt idx="2220">
                  <c:v>1070</c:v>
                </c:pt>
                <c:pt idx="2221">
                  <c:v>1070</c:v>
                </c:pt>
                <c:pt idx="2222">
                  <c:v>1070</c:v>
                </c:pt>
                <c:pt idx="2223">
                  <c:v>1070</c:v>
                </c:pt>
                <c:pt idx="2224">
                  <c:v>1070</c:v>
                </c:pt>
                <c:pt idx="2225">
                  <c:v>1070</c:v>
                </c:pt>
                <c:pt idx="2226">
                  <c:v>1070</c:v>
                </c:pt>
                <c:pt idx="2227">
                  <c:v>1070</c:v>
                </c:pt>
                <c:pt idx="2228">
                  <c:v>1070</c:v>
                </c:pt>
                <c:pt idx="2229">
                  <c:v>1070</c:v>
                </c:pt>
                <c:pt idx="2230">
                  <c:v>1070</c:v>
                </c:pt>
                <c:pt idx="2231">
                  <c:v>1070</c:v>
                </c:pt>
                <c:pt idx="2232">
                  <c:v>1040</c:v>
                </c:pt>
                <c:pt idx="2233">
                  <c:v>1040</c:v>
                </c:pt>
                <c:pt idx="2234">
                  <c:v>1040</c:v>
                </c:pt>
                <c:pt idx="2235">
                  <c:v>1040</c:v>
                </c:pt>
                <c:pt idx="2236">
                  <c:v>1040</c:v>
                </c:pt>
                <c:pt idx="2237">
                  <c:v>1040</c:v>
                </c:pt>
                <c:pt idx="2238">
                  <c:v>1040</c:v>
                </c:pt>
                <c:pt idx="2239">
                  <c:v>1040</c:v>
                </c:pt>
                <c:pt idx="2240">
                  <c:v>1016</c:v>
                </c:pt>
                <c:pt idx="2241">
                  <c:v>1016</c:v>
                </c:pt>
                <c:pt idx="2242">
                  <c:v>1016</c:v>
                </c:pt>
                <c:pt idx="2243">
                  <c:v>1016</c:v>
                </c:pt>
                <c:pt idx="2244">
                  <c:v>1016</c:v>
                </c:pt>
                <c:pt idx="2245">
                  <c:v>1016</c:v>
                </c:pt>
                <c:pt idx="2246">
                  <c:v>980</c:v>
                </c:pt>
                <c:pt idx="2247">
                  <c:v>980</c:v>
                </c:pt>
                <c:pt idx="2248">
                  <c:v>980</c:v>
                </c:pt>
                <c:pt idx="2249">
                  <c:v>980</c:v>
                </c:pt>
                <c:pt idx="2250">
                  <c:v>980</c:v>
                </c:pt>
                <c:pt idx="2251">
                  <c:v>980</c:v>
                </c:pt>
                <c:pt idx="2252">
                  <c:v>980</c:v>
                </c:pt>
                <c:pt idx="2253">
                  <c:v>980</c:v>
                </c:pt>
                <c:pt idx="2254">
                  <c:v>980</c:v>
                </c:pt>
                <c:pt idx="2255">
                  <c:v>980</c:v>
                </c:pt>
                <c:pt idx="2256">
                  <c:v>980</c:v>
                </c:pt>
                <c:pt idx="2257">
                  <c:v>980</c:v>
                </c:pt>
                <c:pt idx="2258">
                  <c:v>956</c:v>
                </c:pt>
                <c:pt idx="2259">
                  <c:v>956</c:v>
                </c:pt>
                <c:pt idx="2260">
                  <c:v>956</c:v>
                </c:pt>
                <c:pt idx="2261">
                  <c:v>956</c:v>
                </c:pt>
                <c:pt idx="2262">
                  <c:v>986</c:v>
                </c:pt>
                <c:pt idx="2263">
                  <c:v>986</c:v>
                </c:pt>
                <c:pt idx="2264">
                  <c:v>986</c:v>
                </c:pt>
                <c:pt idx="2265">
                  <c:v>986</c:v>
                </c:pt>
                <c:pt idx="2266">
                  <c:v>986</c:v>
                </c:pt>
                <c:pt idx="2267">
                  <c:v>986</c:v>
                </c:pt>
                <c:pt idx="2268">
                  <c:v>986</c:v>
                </c:pt>
                <c:pt idx="2269">
                  <c:v>986</c:v>
                </c:pt>
                <c:pt idx="2270">
                  <c:v>986</c:v>
                </c:pt>
                <c:pt idx="2271">
                  <c:v>986</c:v>
                </c:pt>
                <c:pt idx="2272">
                  <c:v>986</c:v>
                </c:pt>
                <c:pt idx="2273">
                  <c:v>986</c:v>
                </c:pt>
                <c:pt idx="2274">
                  <c:v>986</c:v>
                </c:pt>
                <c:pt idx="2275">
                  <c:v>986</c:v>
                </c:pt>
                <c:pt idx="2276">
                  <c:v>986</c:v>
                </c:pt>
                <c:pt idx="2277">
                  <c:v>986</c:v>
                </c:pt>
                <c:pt idx="2278">
                  <c:v>986</c:v>
                </c:pt>
                <c:pt idx="2279">
                  <c:v>1022</c:v>
                </c:pt>
                <c:pt idx="2280">
                  <c:v>1022</c:v>
                </c:pt>
                <c:pt idx="2281">
                  <c:v>977</c:v>
                </c:pt>
                <c:pt idx="2282">
                  <c:v>977</c:v>
                </c:pt>
                <c:pt idx="2283">
                  <c:v>977</c:v>
                </c:pt>
                <c:pt idx="2284">
                  <c:v>977</c:v>
                </c:pt>
                <c:pt idx="2285">
                  <c:v>977</c:v>
                </c:pt>
                <c:pt idx="2286">
                  <c:v>977</c:v>
                </c:pt>
                <c:pt idx="2287">
                  <c:v>977</c:v>
                </c:pt>
                <c:pt idx="2288">
                  <c:v>977</c:v>
                </c:pt>
                <c:pt idx="2289">
                  <c:v>977</c:v>
                </c:pt>
                <c:pt idx="2290">
                  <c:v>977</c:v>
                </c:pt>
                <c:pt idx="2291">
                  <c:v>977</c:v>
                </c:pt>
                <c:pt idx="2292">
                  <c:v>977</c:v>
                </c:pt>
                <c:pt idx="2293">
                  <c:v>977</c:v>
                </c:pt>
                <c:pt idx="2294">
                  <c:v>977</c:v>
                </c:pt>
                <c:pt idx="2295">
                  <c:v>977</c:v>
                </c:pt>
                <c:pt idx="2296">
                  <c:v>977</c:v>
                </c:pt>
                <c:pt idx="2297">
                  <c:v>977</c:v>
                </c:pt>
                <c:pt idx="2298">
                  <c:v>977</c:v>
                </c:pt>
                <c:pt idx="2299">
                  <c:v>977</c:v>
                </c:pt>
                <c:pt idx="2300">
                  <c:v>977</c:v>
                </c:pt>
                <c:pt idx="2301">
                  <c:v>977</c:v>
                </c:pt>
                <c:pt idx="2302">
                  <c:v>977</c:v>
                </c:pt>
                <c:pt idx="2303">
                  <c:v>977</c:v>
                </c:pt>
                <c:pt idx="2304">
                  <c:v>977</c:v>
                </c:pt>
                <c:pt idx="2305">
                  <c:v>977</c:v>
                </c:pt>
                <c:pt idx="2306">
                  <c:v>977</c:v>
                </c:pt>
                <c:pt idx="2307">
                  <c:v>977</c:v>
                </c:pt>
                <c:pt idx="2308">
                  <c:v>977</c:v>
                </c:pt>
                <c:pt idx="2309">
                  <c:v>977</c:v>
                </c:pt>
                <c:pt idx="2310">
                  <c:v>977</c:v>
                </c:pt>
                <c:pt idx="2311">
                  <c:v>977</c:v>
                </c:pt>
                <c:pt idx="2312">
                  <c:v>977</c:v>
                </c:pt>
                <c:pt idx="2313">
                  <c:v>977</c:v>
                </c:pt>
                <c:pt idx="2314">
                  <c:v>1022</c:v>
                </c:pt>
                <c:pt idx="2315">
                  <c:v>1022</c:v>
                </c:pt>
                <c:pt idx="2316">
                  <c:v>1022</c:v>
                </c:pt>
                <c:pt idx="2317">
                  <c:v>1022</c:v>
                </c:pt>
                <c:pt idx="2318">
                  <c:v>1022</c:v>
                </c:pt>
                <c:pt idx="2319">
                  <c:v>1022</c:v>
                </c:pt>
                <c:pt idx="2320">
                  <c:v>1022</c:v>
                </c:pt>
                <c:pt idx="2321">
                  <c:v>1022</c:v>
                </c:pt>
                <c:pt idx="2322">
                  <c:v>1022</c:v>
                </c:pt>
                <c:pt idx="2323">
                  <c:v>1022</c:v>
                </c:pt>
                <c:pt idx="2324">
                  <c:v>1022</c:v>
                </c:pt>
                <c:pt idx="2325">
                  <c:v>1022</c:v>
                </c:pt>
                <c:pt idx="2326">
                  <c:v>1022</c:v>
                </c:pt>
                <c:pt idx="2327">
                  <c:v>1022</c:v>
                </c:pt>
                <c:pt idx="2328">
                  <c:v>1067</c:v>
                </c:pt>
                <c:pt idx="2329">
                  <c:v>1067</c:v>
                </c:pt>
                <c:pt idx="2330">
                  <c:v>1067</c:v>
                </c:pt>
                <c:pt idx="2331">
                  <c:v>1067</c:v>
                </c:pt>
                <c:pt idx="2332">
                  <c:v>1067</c:v>
                </c:pt>
                <c:pt idx="2333">
                  <c:v>1067</c:v>
                </c:pt>
                <c:pt idx="2334">
                  <c:v>1067</c:v>
                </c:pt>
                <c:pt idx="2335">
                  <c:v>1067</c:v>
                </c:pt>
                <c:pt idx="2336">
                  <c:v>1067</c:v>
                </c:pt>
                <c:pt idx="2337">
                  <c:v>1067</c:v>
                </c:pt>
                <c:pt idx="2338">
                  <c:v>1067</c:v>
                </c:pt>
                <c:pt idx="2339">
                  <c:v>967</c:v>
                </c:pt>
                <c:pt idx="2340">
                  <c:v>967</c:v>
                </c:pt>
                <c:pt idx="2341">
                  <c:v>967</c:v>
                </c:pt>
                <c:pt idx="2342">
                  <c:v>967</c:v>
                </c:pt>
                <c:pt idx="2343">
                  <c:v>967</c:v>
                </c:pt>
                <c:pt idx="2344">
                  <c:v>967</c:v>
                </c:pt>
                <c:pt idx="2345">
                  <c:v>967</c:v>
                </c:pt>
                <c:pt idx="2346">
                  <c:v>967</c:v>
                </c:pt>
                <c:pt idx="2347">
                  <c:v>967</c:v>
                </c:pt>
                <c:pt idx="2348">
                  <c:v>967</c:v>
                </c:pt>
                <c:pt idx="2349">
                  <c:v>967</c:v>
                </c:pt>
                <c:pt idx="2350">
                  <c:v>967</c:v>
                </c:pt>
                <c:pt idx="2351">
                  <c:v>967</c:v>
                </c:pt>
                <c:pt idx="2352">
                  <c:v>967</c:v>
                </c:pt>
                <c:pt idx="2353">
                  <c:v>967</c:v>
                </c:pt>
                <c:pt idx="2354">
                  <c:v>967</c:v>
                </c:pt>
                <c:pt idx="2355">
                  <c:v>967</c:v>
                </c:pt>
                <c:pt idx="2356">
                  <c:v>967</c:v>
                </c:pt>
                <c:pt idx="2357">
                  <c:v>967</c:v>
                </c:pt>
                <c:pt idx="2358">
                  <c:v>967</c:v>
                </c:pt>
                <c:pt idx="2359">
                  <c:v>967</c:v>
                </c:pt>
                <c:pt idx="2360">
                  <c:v>967</c:v>
                </c:pt>
                <c:pt idx="2361">
                  <c:v>967</c:v>
                </c:pt>
                <c:pt idx="2362">
                  <c:v>967</c:v>
                </c:pt>
                <c:pt idx="2363">
                  <c:v>967</c:v>
                </c:pt>
                <c:pt idx="2364">
                  <c:v>967</c:v>
                </c:pt>
                <c:pt idx="2365">
                  <c:v>967</c:v>
                </c:pt>
                <c:pt idx="2366">
                  <c:v>967</c:v>
                </c:pt>
                <c:pt idx="2367">
                  <c:v>967</c:v>
                </c:pt>
                <c:pt idx="2368">
                  <c:v>967</c:v>
                </c:pt>
                <c:pt idx="2369">
                  <c:v>967</c:v>
                </c:pt>
                <c:pt idx="2370">
                  <c:v>967</c:v>
                </c:pt>
                <c:pt idx="2371">
                  <c:v>967</c:v>
                </c:pt>
                <c:pt idx="2372">
                  <c:v>967</c:v>
                </c:pt>
                <c:pt idx="2373">
                  <c:v>967</c:v>
                </c:pt>
                <c:pt idx="2374">
                  <c:v>967</c:v>
                </c:pt>
                <c:pt idx="2375">
                  <c:v>967</c:v>
                </c:pt>
                <c:pt idx="2376">
                  <c:v>967</c:v>
                </c:pt>
                <c:pt idx="2377">
                  <c:v>967</c:v>
                </c:pt>
                <c:pt idx="2378">
                  <c:v>967</c:v>
                </c:pt>
                <c:pt idx="2379">
                  <c:v>967</c:v>
                </c:pt>
                <c:pt idx="2380">
                  <c:v>917</c:v>
                </c:pt>
                <c:pt idx="2381">
                  <c:v>917</c:v>
                </c:pt>
                <c:pt idx="2382">
                  <c:v>917</c:v>
                </c:pt>
                <c:pt idx="2383">
                  <c:v>917</c:v>
                </c:pt>
                <c:pt idx="2384">
                  <c:v>917</c:v>
                </c:pt>
                <c:pt idx="2385">
                  <c:v>917</c:v>
                </c:pt>
                <c:pt idx="2386">
                  <c:v>917</c:v>
                </c:pt>
                <c:pt idx="2387">
                  <c:v>917</c:v>
                </c:pt>
                <c:pt idx="2388">
                  <c:v>917</c:v>
                </c:pt>
                <c:pt idx="2389">
                  <c:v>917</c:v>
                </c:pt>
                <c:pt idx="2390">
                  <c:v>917</c:v>
                </c:pt>
                <c:pt idx="2391">
                  <c:v>917</c:v>
                </c:pt>
                <c:pt idx="2392">
                  <c:v>917</c:v>
                </c:pt>
                <c:pt idx="2393">
                  <c:v>917</c:v>
                </c:pt>
                <c:pt idx="2394">
                  <c:v>917</c:v>
                </c:pt>
                <c:pt idx="2395">
                  <c:v>917</c:v>
                </c:pt>
                <c:pt idx="2396">
                  <c:v>917</c:v>
                </c:pt>
                <c:pt idx="2397">
                  <c:v>917</c:v>
                </c:pt>
                <c:pt idx="2398">
                  <c:v>917</c:v>
                </c:pt>
                <c:pt idx="2399">
                  <c:v>917</c:v>
                </c:pt>
                <c:pt idx="2400">
                  <c:v>917</c:v>
                </c:pt>
                <c:pt idx="2401">
                  <c:v>917</c:v>
                </c:pt>
                <c:pt idx="2402">
                  <c:v>917</c:v>
                </c:pt>
                <c:pt idx="2403">
                  <c:v>917</c:v>
                </c:pt>
                <c:pt idx="2404">
                  <c:v>917</c:v>
                </c:pt>
                <c:pt idx="2405">
                  <c:v>1037</c:v>
                </c:pt>
                <c:pt idx="2406">
                  <c:v>1037</c:v>
                </c:pt>
                <c:pt idx="2407">
                  <c:v>1037</c:v>
                </c:pt>
                <c:pt idx="2408">
                  <c:v>1037</c:v>
                </c:pt>
                <c:pt idx="2409">
                  <c:v>1097</c:v>
                </c:pt>
                <c:pt idx="2410">
                  <c:v>1097</c:v>
                </c:pt>
                <c:pt idx="2411">
                  <c:v>1097</c:v>
                </c:pt>
                <c:pt idx="2412">
                  <c:v>1097</c:v>
                </c:pt>
                <c:pt idx="2413">
                  <c:v>1097</c:v>
                </c:pt>
                <c:pt idx="2414">
                  <c:v>1097</c:v>
                </c:pt>
                <c:pt idx="2415">
                  <c:v>1097</c:v>
                </c:pt>
                <c:pt idx="2416">
                  <c:v>1097</c:v>
                </c:pt>
                <c:pt idx="2417">
                  <c:v>1097</c:v>
                </c:pt>
                <c:pt idx="2418">
                  <c:v>1097</c:v>
                </c:pt>
                <c:pt idx="2419">
                  <c:v>1097</c:v>
                </c:pt>
                <c:pt idx="2420">
                  <c:v>1097</c:v>
                </c:pt>
                <c:pt idx="2421">
                  <c:v>1047</c:v>
                </c:pt>
                <c:pt idx="2422">
                  <c:v>1047</c:v>
                </c:pt>
                <c:pt idx="2423">
                  <c:v>1047</c:v>
                </c:pt>
                <c:pt idx="2424">
                  <c:v>1047</c:v>
                </c:pt>
                <c:pt idx="2425">
                  <c:v>1047</c:v>
                </c:pt>
                <c:pt idx="2426">
                  <c:v>1092</c:v>
                </c:pt>
                <c:pt idx="2427">
                  <c:v>1152</c:v>
                </c:pt>
                <c:pt idx="2428">
                  <c:v>1152</c:v>
                </c:pt>
                <c:pt idx="2429">
                  <c:v>1140</c:v>
                </c:pt>
                <c:pt idx="2430">
                  <c:v>940</c:v>
                </c:pt>
                <c:pt idx="2431">
                  <c:v>940</c:v>
                </c:pt>
                <c:pt idx="2432">
                  <c:v>940</c:v>
                </c:pt>
                <c:pt idx="2433">
                  <c:v>940</c:v>
                </c:pt>
                <c:pt idx="2434">
                  <c:v>940</c:v>
                </c:pt>
                <c:pt idx="2435">
                  <c:v>940</c:v>
                </c:pt>
                <c:pt idx="2436">
                  <c:v>940</c:v>
                </c:pt>
                <c:pt idx="2437">
                  <c:v>940</c:v>
                </c:pt>
                <c:pt idx="2438">
                  <c:v>940</c:v>
                </c:pt>
                <c:pt idx="2439">
                  <c:v>940</c:v>
                </c:pt>
                <c:pt idx="2440">
                  <c:v>940</c:v>
                </c:pt>
                <c:pt idx="2441">
                  <c:v>940</c:v>
                </c:pt>
                <c:pt idx="2442">
                  <c:v>940</c:v>
                </c:pt>
                <c:pt idx="2443">
                  <c:v>940</c:v>
                </c:pt>
                <c:pt idx="2444">
                  <c:v>940</c:v>
                </c:pt>
                <c:pt idx="2445">
                  <c:v>940</c:v>
                </c:pt>
                <c:pt idx="2446">
                  <c:v>940</c:v>
                </c:pt>
                <c:pt idx="2447">
                  <c:v>940</c:v>
                </c:pt>
                <c:pt idx="2448">
                  <c:v>955</c:v>
                </c:pt>
                <c:pt idx="2449">
                  <c:v>905</c:v>
                </c:pt>
                <c:pt idx="2450">
                  <c:v>905</c:v>
                </c:pt>
                <c:pt idx="2451">
                  <c:v>980</c:v>
                </c:pt>
                <c:pt idx="2452">
                  <c:v>980</c:v>
                </c:pt>
                <c:pt idx="2453">
                  <c:v>980</c:v>
                </c:pt>
                <c:pt idx="2454">
                  <c:v>1004</c:v>
                </c:pt>
                <c:pt idx="2455">
                  <c:v>1004</c:v>
                </c:pt>
                <c:pt idx="2456">
                  <c:v>1004</c:v>
                </c:pt>
                <c:pt idx="2457">
                  <c:v>1004</c:v>
                </c:pt>
                <c:pt idx="2458">
                  <c:v>1004</c:v>
                </c:pt>
                <c:pt idx="2459">
                  <c:v>1004</c:v>
                </c:pt>
                <c:pt idx="2460">
                  <c:v>1004</c:v>
                </c:pt>
                <c:pt idx="2461">
                  <c:v>1004</c:v>
                </c:pt>
                <c:pt idx="2462">
                  <c:v>1004</c:v>
                </c:pt>
                <c:pt idx="2463">
                  <c:v>1004</c:v>
                </c:pt>
                <c:pt idx="2464">
                  <c:v>1085</c:v>
                </c:pt>
                <c:pt idx="2465">
                  <c:v>1085</c:v>
                </c:pt>
                <c:pt idx="2466">
                  <c:v>1085</c:v>
                </c:pt>
                <c:pt idx="2467">
                  <c:v>1085</c:v>
                </c:pt>
                <c:pt idx="2468">
                  <c:v>1061</c:v>
                </c:pt>
                <c:pt idx="2469">
                  <c:v>1061</c:v>
                </c:pt>
                <c:pt idx="2470">
                  <c:v>1061</c:v>
                </c:pt>
                <c:pt idx="2471">
                  <c:v>1061</c:v>
                </c:pt>
                <c:pt idx="2472">
                  <c:v>1180</c:v>
                </c:pt>
                <c:pt idx="2473">
                  <c:v>1180</c:v>
                </c:pt>
                <c:pt idx="2474">
                  <c:v>1180</c:v>
                </c:pt>
                <c:pt idx="2475">
                  <c:v>1180</c:v>
                </c:pt>
                <c:pt idx="2476">
                  <c:v>1180</c:v>
                </c:pt>
                <c:pt idx="2477">
                  <c:v>1180</c:v>
                </c:pt>
                <c:pt idx="2478">
                  <c:v>1180</c:v>
                </c:pt>
                <c:pt idx="2479">
                  <c:v>1180</c:v>
                </c:pt>
                <c:pt idx="2480">
                  <c:v>1180</c:v>
                </c:pt>
                <c:pt idx="2481">
                  <c:v>1180</c:v>
                </c:pt>
                <c:pt idx="2482">
                  <c:v>1156</c:v>
                </c:pt>
                <c:pt idx="2483">
                  <c:v>1156</c:v>
                </c:pt>
                <c:pt idx="2484">
                  <c:v>1156</c:v>
                </c:pt>
                <c:pt idx="2485">
                  <c:v>1156</c:v>
                </c:pt>
                <c:pt idx="2486">
                  <c:v>1156</c:v>
                </c:pt>
                <c:pt idx="2487">
                  <c:v>1156</c:v>
                </c:pt>
                <c:pt idx="2488">
                  <c:v>1156</c:v>
                </c:pt>
                <c:pt idx="2489">
                  <c:v>1156</c:v>
                </c:pt>
                <c:pt idx="2490">
                  <c:v>1108</c:v>
                </c:pt>
                <c:pt idx="2491">
                  <c:v>1108</c:v>
                </c:pt>
                <c:pt idx="2492">
                  <c:v>1108</c:v>
                </c:pt>
                <c:pt idx="2493">
                  <c:v>1108</c:v>
                </c:pt>
                <c:pt idx="2494">
                  <c:v>1108</c:v>
                </c:pt>
                <c:pt idx="2495">
                  <c:v>1108</c:v>
                </c:pt>
                <c:pt idx="2496">
                  <c:v>1108</c:v>
                </c:pt>
                <c:pt idx="2497">
                  <c:v>1108</c:v>
                </c:pt>
                <c:pt idx="2498">
                  <c:v>1096</c:v>
                </c:pt>
                <c:pt idx="2499">
                  <c:v>1096</c:v>
                </c:pt>
                <c:pt idx="2500">
                  <c:v>1096</c:v>
                </c:pt>
                <c:pt idx="2501">
                  <c:v>1096</c:v>
                </c:pt>
                <c:pt idx="2502">
                  <c:v>1096</c:v>
                </c:pt>
                <c:pt idx="2503">
                  <c:v>1096</c:v>
                </c:pt>
                <c:pt idx="2504">
                  <c:v>1096</c:v>
                </c:pt>
                <c:pt idx="2505">
                  <c:v>1096</c:v>
                </c:pt>
                <c:pt idx="2506">
                  <c:v>1132</c:v>
                </c:pt>
                <c:pt idx="2507">
                  <c:v>1132</c:v>
                </c:pt>
                <c:pt idx="2508">
                  <c:v>1132</c:v>
                </c:pt>
                <c:pt idx="2509">
                  <c:v>1132</c:v>
                </c:pt>
                <c:pt idx="2510">
                  <c:v>1132</c:v>
                </c:pt>
                <c:pt idx="2511">
                  <c:v>1156</c:v>
                </c:pt>
                <c:pt idx="2512">
                  <c:v>1105</c:v>
                </c:pt>
                <c:pt idx="2513">
                  <c:v>1105</c:v>
                </c:pt>
                <c:pt idx="2514">
                  <c:v>1105</c:v>
                </c:pt>
                <c:pt idx="2515">
                  <c:v>1105</c:v>
                </c:pt>
                <c:pt idx="2516">
                  <c:v>1105</c:v>
                </c:pt>
                <c:pt idx="2517">
                  <c:v>1105</c:v>
                </c:pt>
                <c:pt idx="2518">
                  <c:v>1105</c:v>
                </c:pt>
                <c:pt idx="2519">
                  <c:v>1105</c:v>
                </c:pt>
                <c:pt idx="2520">
                  <c:v>1093</c:v>
                </c:pt>
                <c:pt idx="2521">
                  <c:v>1081</c:v>
                </c:pt>
                <c:pt idx="2522">
                  <c:v>1081</c:v>
                </c:pt>
                <c:pt idx="2523">
                  <c:v>1081</c:v>
                </c:pt>
                <c:pt idx="2524">
                  <c:v>1081</c:v>
                </c:pt>
                <c:pt idx="2525">
                  <c:v>1081</c:v>
                </c:pt>
                <c:pt idx="2526">
                  <c:v>1081</c:v>
                </c:pt>
                <c:pt idx="2527">
                  <c:v>1081</c:v>
                </c:pt>
                <c:pt idx="2528">
                  <c:v>1081</c:v>
                </c:pt>
                <c:pt idx="2529">
                  <c:v>1081</c:v>
                </c:pt>
                <c:pt idx="2530">
                  <c:v>1081</c:v>
                </c:pt>
                <c:pt idx="2531">
                  <c:v>1069</c:v>
                </c:pt>
                <c:pt idx="2532">
                  <c:v>1069</c:v>
                </c:pt>
                <c:pt idx="2533">
                  <c:v>1069</c:v>
                </c:pt>
                <c:pt idx="2534">
                  <c:v>1069</c:v>
                </c:pt>
                <c:pt idx="2535">
                  <c:v>1057</c:v>
                </c:pt>
                <c:pt idx="2536">
                  <c:v>1057</c:v>
                </c:pt>
                <c:pt idx="2537">
                  <c:v>1057</c:v>
                </c:pt>
                <c:pt idx="2538">
                  <c:v>1057</c:v>
                </c:pt>
                <c:pt idx="2539">
                  <c:v>1069</c:v>
                </c:pt>
                <c:pt idx="2540">
                  <c:v>1093</c:v>
                </c:pt>
                <c:pt idx="2541">
                  <c:v>1093</c:v>
                </c:pt>
                <c:pt idx="2542">
                  <c:v>1093</c:v>
                </c:pt>
                <c:pt idx="2543">
                  <c:v>1093</c:v>
                </c:pt>
                <c:pt idx="2544">
                  <c:v>1093</c:v>
                </c:pt>
                <c:pt idx="2545">
                  <c:v>1093</c:v>
                </c:pt>
                <c:pt idx="2546">
                  <c:v>1093</c:v>
                </c:pt>
                <c:pt idx="2547">
                  <c:v>1093</c:v>
                </c:pt>
                <c:pt idx="2548">
                  <c:v>1093</c:v>
                </c:pt>
                <c:pt idx="2549">
                  <c:v>1093</c:v>
                </c:pt>
                <c:pt idx="2550">
                  <c:v>1093</c:v>
                </c:pt>
                <c:pt idx="2551">
                  <c:v>1093</c:v>
                </c:pt>
                <c:pt idx="2552">
                  <c:v>893</c:v>
                </c:pt>
                <c:pt idx="2553">
                  <c:v>893</c:v>
                </c:pt>
                <c:pt idx="2554">
                  <c:v>893</c:v>
                </c:pt>
                <c:pt idx="2555">
                  <c:v>905</c:v>
                </c:pt>
                <c:pt idx="2556">
                  <c:v>905</c:v>
                </c:pt>
                <c:pt idx="2557">
                  <c:v>905</c:v>
                </c:pt>
                <c:pt idx="2558">
                  <c:v>905</c:v>
                </c:pt>
                <c:pt idx="2559">
                  <c:v>905</c:v>
                </c:pt>
                <c:pt idx="2560">
                  <c:v>905</c:v>
                </c:pt>
                <c:pt idx="2561">
                  <c:v>905</c:v>
                </c:pt>
                <c:pt idx="2562">
                  <c:v>893</c:v>
                </c:pt>
                <c:pt idx="2563">
                  <c:v>893</c:v>
                </c:pt>
                <c:pt idx="2564">
                  <c:v>893</c:v>
                </c:pt>
                <c:pt idx="2565">
                  <c:v>893</c:v>
                </c:pt>
                <c:pt idx="2566">
                  <c:v>893</c:v>
                </c:pt>
                <c:pt idx="2567">
                  <c:v>893</c:v>
                </c:pt>
                <c:pt idx="2568">
                  <c:v>893</c:v>
                </c:pt>
                <c:pt idx="2569">
                  <c:v>869</c:v>
                </c:pt>
                <c:pt idx="2570">
                  <c:v>869</c:v>
                </c:pt>
                <c:pt idx="2571">
                  <c:v>869</c:v>
                </c:pt>
                <c:pt idx="2572">
                  <c:v>869</c:v>
                </c:pt>
                <c:pt idx="2573">
                  <c:v>857</c:v>
                </c:pt>
                <c:pt idx="2574">
                  <c:v>857</c:v>
                </c:pt>
                <c:pt idx="2575">
                  <c:v>857</c:v>
                </c:pt>
                <c:pt idx="2576">
                  <c:v>857</c:v>
                </c:pt>
                <c:pt idx="2577">
                  <c:v>857</c:v>
                </c:pt>
                <c:pt idx="2578">
                  <c:v>857</c:v>
                </c:pt>
                <c:pt idx="2579">
                  <c:v>857</c:v>
                </c:pt>
                <c:pt idx="2580">
                  <c:v>833</c:v>
                </c:pt>
                <c:pt idx="2581">
                  <c:v>833</c:v>
                </c:pt>
                <c:pt idx="2582">
                  <c:v>833</c:v>
                </c:pt>
                <c:pt idx="2583">
                  <c:v>833</c:v>
                </c:pt>
                <c:pt idx="2584">
                  <c:v>833</c:v>
                </c:pt>
                <c:pt idx="2585">
                  <c:v>833</c:v>
                </c:pt>
                <c:pt idx="2586">
                  <c:v>833</c:v>
                </c:pt>
                <c:pt idx="2587">
                  <c:v>803</c:v>
                </c:pt>
                <c:pt idx="2588">
                  <c:v>803</c:v>
                </c:pt>
                <c:pt idx="2589">
                  <c:v>803</c:v>
                </c:pt>
                <c:pt idx="2590">
                  <c:v>791</c:v>
                </c:pt>
                <c:pt idx="2591">
                  <c:v>791</c:v>
                </c:pt>
                <c:pt idx="2592">
                  <c:v>791</c:v>
                </c:pt>
                <c:pt idx="2593">
                  <c:v>791</c:v>
                </c:pt>
                <c:pt idx="2594">
                  <c:v>791</c:v>
                </c:pt>
                <c:pt idx="2595">
                  <c:v>791</c:v>
                </c:pt>
                <c:pt idx="2596">
                  <c:v>767</c:v>
                </c:pt>
                <c:pt idx="2597">
                  <c:v>767</c:v>
                </c:pt>
                <c:pt idx="2598">
                  <c:v>767</c:v>
                </c:pt>
                <c:pt idx="2599">
                  <c:v>767</c:v>
                </c:pt>
                <c:pt idx="2600">
                  <c:v>767</c:v>
                </c:pt>
                <c:pt idx="2601">
                  <c:v>767</c:v>
                </c:pt>
                <c:pt idx="2602">
                  <c:v>779</c:v>
                </c:pt>
                <c:pt idx="2603">
                  <c:v>734</c:v>
                </c:pt>
                <c:pt idx="2604">
                  <c:v>734</c:v>
                </c:pt>
                <c:pt idx="2605">
                  <c:v>734</c:v>
                </c:pt>
                <c:pt idx="2606">
                  <c:v>734</c:v>
                </c:pt>
                <c:pt idx="2607">
                  <c:v>734</c:v>
                </c:pt>
                <c:pt idx="2608">
                  <c:v>758</c:v>
                </c:pt>
                <c:pt idx="2609">
                  <c:v>758</c:v>
                </c:pt>
                <c:pt idx="2610">
                  <c:v>758</c:v>
                </c:pt>
                <c:pt idx="2611">
                  <c:v>758</c:v>
                </c:pt>
                <c:pt idx="2612">
                  <c:v>758</c:v>
                </c:pt>
                <c:pt idx="2613">
                  <c:v>758</c:v>
                </c:pt>
                <c:pt idx="2614">
                  <c:v>758</c:v>
                </c:pt>
                <c:pt idx="2615">
                  <c:v>758</c:v>
                </c:pt>
                <c:pt idx="2616">
                  <c:v>758</c:v>
                </c:pt>
                <c:pt idx="2617">
                  <c:v>758</c:v>
                </c:pt>
                <c:pt idx="2618">
                  <c:v>758</c:v>
                </c:pt>
                <c:pt idx="2619">
                  <c:v>758</c:v>
                </c:pt>
                <c:pt idx="2620">
                  <c:v>758</c:v>
                </c:pt>
                <c:pt idx="2621">
                  <c:v>758</c:v>
                </c:pt>
                <c:pt idx="2622">
                  <c:v>758</c:v>
                </c:pt>
                <c:pt idx="2623">
                  <c:v>758</c:v>
                </c:pt>
                <c:pt idx="2624">
                  <c:v>758</c:v>
                </c:pt>
                <c:pt idx="2625">
                  <c:v>734</c:v>
                </c:pt>
                <c:pt idx="2626">
                  <c:v>734</c:v>
                </c:pt>
                <c:pt idx="2627">
                  <c:v>734</c:v>
                </c:pt>
                <c:pt idx="2628">
                  <c:v>734</c:v>
                </c:pt>
                <c:pt idx="2629">
                  <c:v>784</c:v>
                </c:pt>
                <c:pt idx="2630">
                  <c:v>820</c:v>
                </c:pt>
                <c:pt idx="2631">
                  <c:v>832</c:v>
                </c:pt>
                <c:pt idx="2632">
                  <c:v>832</c:v>
                </c:pt>
                <c:pt idx="2633">
                  <c:v>832</c:v>
                </c:pt>
                <c:pt idx="2634">
                  <c:v>832</c:v>
                </c:pt>
                <c:pt idx="2635">
                  <c:v>832</c:v>
                </c:pt>
                <c:pt idx="2636">
                  <c:v>844</c:v>
                </c:pt>
                <c:pt idx="2637">
                  <c:v>868</c:v>
                </c:pt>
                <c:pt idx="2638">
                  <c:v>887.2</c:v>
                </c:pt>
                <c:pt idx="2639">
                  <c:v>892</c:v>
                </c:pt>
                <c:pt idx="2640">
                  <c:v>904</c:v>
                </c:pt>
                <c:pt idx="2641">
                  <c:v>904</c:v>
                </c:pt>
                <c:pt idx="2642">
                  <c:v>928</c:v>
                </c:pt>
                <c:pt idx="2643">
                  <c:v>928</c:v>
                </c:pt>
                <c:pt idx="2644">
                  <c:v>928</c:v>
                </c:pt>
                <c:pt idx="2645">
                  <c:v>928</c:v>
                </c:pt>
                <c:pt idx="2646">
                  <c:v>928</c:v>
                </c:pt>
                <c:pt idx="2647">
                  <c:v>928</c:v>
                </c:pt>
                <c:pt idx="2648">
                  <c:v>928</c:v>
                </c:pt>
                <c:pt idx="2649">
                  <c:v>928</c:v>
                </c:pt>
                <c:pt idx="2650">
                  <c:v>928</c:v>
                </c:pt>
                <c:pt idx="2651">
                  <c:v>928</c:v>
                </c:pt>
                <c:pt idx="2652">
                  <c:v>928</c:v>
                </c:pt>
                <c:pt idx="2653">
                  <c:v>928</c:v>
                </c:pt>
                <c:pt idx="2654">
                  <c:v>904</c:v>
                </c:pt>
                <c:pt idx="2655">
                  <c:v>904</c:v>
                </c:pt>
                <c:pt idx="2656">
                  <c:v>904</c:v>
                </c:pt>
                <c:pt idx="2657">
                  <c:v>880</c:v>
                </c:pt>
                <c:pt idx="2658">
                  <c:v>918</c:v>
                </c:pt>
                <c:pt idx="2659">
                  <c:v>906</c:v>
                </c:pt>
                <c:pt idx="2660">
                  <c:v>906</c:v>
                </c:pt>
                <c:pt idx="2661">
                  <c:v>906</c:v>
                </c:pt>
                <c:pt idx="2662">
                  <c:v>906</c:v>
                </c:pt>
                <c:pt idx="2663">
                  <c:v>906</c:v>
                </c:pt>
                <c:pt idx="2664">
                  <c:v>906</c:v>
                </c:pt>
                <c:pt idx="2665">
                  <c:v>956</c:v>
                </c:pt>
                <c:pt idx="2666">
                  <c:v>956</c:v>
                </c:pt>
                <c:pt idx="2667">
                  <c:v>926</c:v>
                </c:pt>
                <c:pt idx="2668">
                  <c:v>926</c:v>
                </c:pt>
                <c:pt idx="2669">
                  <c:v>926</c:v>
                </c:pt>
                <c:pt idx="2670">
                  <c:v>926</c:v>
                </c:pt>
                <c:pt idx="2671">
                  <c:v>988</c:v>
                </c:pt>
                <c:pt idx="2672">
                  <c:v>988</c:v>
                </c:pt>
                <c:pt idx="2673">
                  <c:v>988</c:v>
                </c:pt>
                <c:pt idx="2674">
                  <c:v>988</c:v>
                </c:pt>
                <c:pt idx="2675">
                  <c:v>964</c:v>
                </c:pt>
                <c:pt idx="2676">
                  <c:v>964</c:v>
                </c:pt>
                <c:pt idx="2677">
                  <c:v>964</c:v>
                </c:pt>
                <c:pt idx="2678">
                  <c:v>964</c:v>
                </c:pt>
                <c:pt idx="2679">
                  <c:v>919</c:v>
                </c:pt>
                <c:pt idx="2680">
                  <c:v>919</c:v>
                </c:pt>
                <c:pt idx="2681">
                  <c:v>931</c:v>
                </c:pt>
                <c:pt idx="2682">
                  <c:v>931</c:v>
                </c:pt>
                <c:pt idx="2683">
                  <c:v>931</c:v>
                </c:pt>
                <c:pt idx="2684">
                  <c:v>931</c:v>
                </c:pt>
                <c:pt idx="2685">
                  <c:v>931</c:v>
                </c:pt>
                <c:pt idx="2686">
                  <c:v>943</c:v>
                </c:pt>
                <c:pt idx="2687">
                  <c:v>955</c:v>
                </c:pt>
                <c:pt idx="2688">
                  <c:v>955</c:v>
                </c:pt>
                <c:pt idx="2689">
                  <c:v>955</c:v>
                </c:pt>
                <c:pt idx="2690">
                  <c:v>955</c:v>
                </c:pt>
                <c:pt idx="2691">
                  <c:v>955</c:v>
                </c:pt>
                <c:pt idx="2692">
                  <c:v>955</c:v>
                </c:pt>
                <c:pt idx="2693">
                  <c:v>967</c:v>
                </c:pt>
                <c:pt idx="2694">
                  <c:v>892</c:v>
                </c:pt>
                <c:pt idx="2695">
                  <c:v>892</c:v>
                </c:pt>
                <c:pt idx="2696">
                  <c:v>892</c:v>
                </c:pt>
                <c:pt idx="2697">
                  <c:v>892</c:v>
                </c:pt>
                <c:pt idx="2698">
                  <c:v>892</c:v>
                </c:pt>
                <c:pt idx="2699">
                  <c:v>904</c:v>
                </c:pt>
                <c:pt idx="2700">
                  <c:v>904</c:v>
                </c:pt>
                <c:pt idx="2701">
                  <c:v>904</c:v>
                </c:pt>
                <c:pt idx="2702">
                  <c:v>904</c:v>
                </c:pt>
                <c:pt idx="2703">
                  <c:v>904</c:v>
                </c:pt>
                <c:pt idx="2704">
                  <c:v>904</c:v>
                </c:pt>
                <c:pt idx="2705">
                  <c:v>904</c:v>
                </c:pt>
                <c:pt idx="2706">
                  <c:v>904</c:v>
                </c:pt>
                <c:pt idx="2707">
                  <c:v>904</c:v>
                </c:pt>
                <c:pt idx="2708">
                  <c:v>904</c:v>
                </c:pt>
                <c:pt idx="2709">
                  <c:v>904</c:v>
                </c:pt>
                <c:pt idx="2710">
                  <c:v>904</c:v>
                </c:pt>
                <c:pt idx="2711">
                  <c:v>904</c:v>
                </c:pt>
                <c:pt idx="2712">
                  <c:v>904</c:v>
                </c:pt>
                <c:pt idx="2713">
                  <c:v>904</c:v>
                </c:pt>
                <c:pt idx="2714">
                  <c:v>904</c:v>
                </c:pt>
                <c:pt idx="2715">
                  <c:v>904</c:v>
                </c:pt>
                <c:pt idx="2716">
                  <c:v>904</c:v>
                </c:pt>
                <c:pt idx="2717">
                  <c:v>904</c:v>
                </c:pt>
                <c:pt idx="2718">
                  <c:v>904</c:v>
                </c:pt>
                <c:pt idx="2719">
                  <c:v>904</c:v>
                </c:pt>
                <c:pt idx="2720">
                  <c:v>904</c:v>
                </c:pt>
                <c:pt idx="2721">
                  <c:v>904</c:v>
                </c:pt>
                <c:pt idx="2722">
                  <c:v>904</c:v>
                </c:pt>
                <c:pt idx="2723">
                  <c:v>904</c:v>
                </c:pt>
                <c:pt idx="2724">
                  <c:v>904</c:v>
                </c:pt>
                <c:pt idx="2725">
                  <c:v>904</c:v>
                </c:pt>
                <c:pt idx="2726">
                  <c:v>904</c:v>
                </c:pt>
                <c:pt idx="2727">
                  <c:v>904</c:v>
                </c:pt>
                <c:pt idx="2728">
                  <c:v>904</c:v>
                </c:pt>
                <c:pt idx="2729">
                  <c:v>904</c:v>
                </c:pt>
                <c:pt idx="2730">
                  <c:v>904</c:v>
                </c:pt>
                <c:pt idx="2731">
                  <c:v>904</c:v>
                </c:pt>
                <c:pt idx="2732">
                  <c:v>904</c:v>
                </c:pt>
                <c:pt idx="2733">
                  <c:v>904</c:v>
                </c:pt>
                <c:pt idx="2734">
                  <c:v>904</c:v>
                </c:pt>
                <c:pt idx="2735">
                  <c:v>904</c:v>
                </c:pt>
                <c:pt idx="2736">
                  <c:v>904</c:v>
                </c:pt>
                <c:pt idx="2737">
                  <c:v>904</c:v>
                </c:pt>
                <c:pt idx="2738">
                  <c:v>904</c:v>
                </c:pt>
                <c:pt idx="2739">
                  <c:v>904</c:v>
                </c:pt>
                <c:pt idx="2740">
                  <c:v>949</c:v>
                </c:pt>
                <c:pt idx="2741">
                  <c:v>949</c:v>
                </c:pt>
                <c:pt idx="2742">
                  <c:v>949</c:v>
                </c:pt>
                <c:pt idx="2743">
                  <c:v>949</c:v>
                </c:pt>
                <c:pt idx="2744">
                  <c:v>949</c:v>
                </c:pt>
                <c:pt idx="2745">
                  <c:v>949</c:v>
                </c:pt>
                <c:pt idx="2746">
                  <c:v>949</c:v>
                </c:pt>
                <c:pt idx="2747">
                  <c:v>949</c:v>
                </c:pt>
                <c:pt idx="2748">
                  <c:v>949</c:v>
                </c:pt>
                <c:pt idx="2749">
                  <c:v>949</c:v>
                </c:pt>
                <c:pt idx="2750">
                  <c:v>949</c:v>
                </c:pt>
                <c:pt idx="2751">
                  <c:v>949</c:v>
                </c:pt>
                <c:pt idx="2752">
                  <c:v>949</c:v>
                </c:pt>
                <c:pt idx="2753">
                  <c:v>949</c:v>
                </c:pt>
                <c:pt idx="2754">
                  <c:v>949</c:v>
                </c:pt>
                <c:pt idx="2755">
                  <c:v>949</c:v>
                </c:pt>
                <c:pt idx="2756">
                  <c:v>949</c:v>
                </c:pt>
                <c:pt idx="2757">
                  <c:v>949</c:v>
                </c:pt>
                <c:pt idx="2758">
                  <c:v>949</c:v>
                </c:pt>
                <c:pt idx="2759">
                  <c:v>949</c:v>
                </c:pt>
                <c:pt idx="2760">
                  <c:v>949</c:v>
                </c:pt>
                <c:pt idx="2761">
                  <c:v>949</c:v>
                </c:pt>
                <c:pt idx="2762">
                  <c:v>949</c:v>
                </c:pt>
                <c:pt idx="2763">
                  <c:v>949</c:v>
                </c:pt>
                <c:pt idx="2764">
                  <c:v>949</c:v>
                </c:pt>
                <c:pt idx="2765">
                  <c:v>949</c:v>
                </c:pt>
                <c:pt idx="2766">
                  <c:v>949</c:v>
                </c:pt>
                <c:pt idx="2767">
                  <c:v>949</c:v>
                </c:pt>
                <c:pt idx="2768">
                  <c:v>949</c:v>
                </c:pt>
                <c:pt idx="2769">
                  <c:v>949</c:v>
                </c:pt>
                <c:pt idx="2770">
                  <c:v>949</c:v>
                </c:pt>
                <c:pt idx="2771">
                  <c:v>949</c:v>
                </c:pt>
                <c:pt idx="2772">
                  <c:v>949</c:v>
                </c:pt>
                <c:pt idx="2773">
                  <c:v>949</c:v>
                </c:pt>
                <c:pt idx="2774">
                  <c:v>949</c:v>
                </c:pt>
                <c:pt idx="2775">
                  <c:v>949</c:v>
                </c:pt>
                <c:pt idx="2776">
                  <c:v>904</c:v>
                </c:pt>
                <c:pt idx="2777">
                  <c:v>904</c:v>
                </c:pt>
                <c:pt idx="2778">
                  <c:v>904</c:v>
                </c:pt>
                <c:pt idx="2779">
                  <c:v>904</c:v>
                </c:pt>
                <c:pt idx="2780">
                  <c:v>904</c:v>
                </c:pt>
                <c:pt idx="2781">
                  <c:v>904</c:v>
                </c:pt>
                <c:pt idx="2782">
                  <c:v>904</c:v>
                </c:pt>
                <c:pt idx="2783">
                  <c:v>904</c:v>
                </c:pt>
                <c:pt idx="2784">
                  <c:v>904</c:v>
                </c:pt>
                <c:pt idx="2785">
                  <c:v>904</c:v>
                </c:pt>
                <c:pt idx="2786">
                  <c:v>904</c:v>
                </c:pt>
                <c:pt idx="2787">
                  <c:v>904</c:v>
                </c:pt>
                <c:pt idx="2788">
                  <c:v>904</c:v>
                </c:pt>
                <c:pt idx="2789">
                  <c:v>904</c:v>
                </c:pt>
                <c:pt idx="2790">
                  <c:v>921</c:v>
                </c:pt>
                <c:pt idx="2791">
                  <c:v>921</c:v>
                </c:pt>
                <c:pt idx="2792">
                  <c:v>921</c:v>
                </c:pt>
                <c:pt idx="2793">
                  <c:v>921</c:v>
                </c:pt>
                <c:pt idx="2794">
                  <c:v>921</c:v>
                </c:pt>
                <c:pt idx="2795">
                  <c:v>921</c:v>
                </c:pt>
                <c:pt idx="2796">
                  <c:v>921</c:v>
                </c:pt>
                <c:pt idx="2797">
                  <c:v>861</c:v>
                </c:pt>
                <c:pt idx="2798">
                  <c:v>861</c:v>
                </c:pt>
                <c:pt idx="2799">
                  <c:v>861</c:v>
                </c:pt>
                <c:pt idx="2800">
                  <c:v>761</c:v>
                </c:pt>
                <c:pt idx="2801">
                  <c:v>761</c:v>
                </c:pt>
                <c:pt idx="2802">
                  <c:v>761</c:v>
                </c:pt>
                <c:pt idx="2803">
                  <c:v>761</c:v>
                </c:pt>
                <c:pt idx="2804">
                  <c:v>761</c:v>
                </c:pt>
                <c:pt idx="2805">
                  <c:v>761</c:v>
                </c:pt>
                <c:pt idx="2806">
                  <c:v>761</c:v>
                </c:pt>
                <c:pt idx="2807">
                  <c:v>761</c:v>
                </c:pt>
                <c:pt idx="2808">
                  <c:v>761</c:v>
                </c:pt>
                <c:pt idx="2809">
                  <c:v>761</c:v>
                </c:pt>
                <c:pt idx="2810">
                  <c:v>761</c:v>
                </c:pt>
                <c:pt idx="2811">
                  <c:v>761</c:v>
                </c:pt>
                <c:pt idx="2812">
                  <c:v>761</c:v>
                </c:pt>
                <c:pt idx="2813">
                  <c:v>761</c:v>
                </c:pt>
                <c:pt idx="2814">
                  <c:v>826</c:v>
                </c:pt>
                <c:pt idx="2815">
                  <c:v>826</c:v>
                </c:pt>
                <c:pt idx="2816">
                  <c:v>826</c:v>
                </c:pt>
                <c:pt idx="2817">
                  <c:v>826</c:v>
                </c:pt>
                <c:pt idx="2818">
                  <c:v>806.8</c:v>
                </c:pt>
                <c:pt idx="2819">
                  <c:v>806.8</c:v>
                </c:pt>
                <c:pt idx="2820">
                  <c:v>806.8</c:v>
                </c:pt>
                <c:pt idx="2821">
                  <c:v>814</c:v>
                </c:pt>
                <c:pt idx="2822">
                  <c:v>814</c:v>
                </c:pt>
                <c:pt idx="2823">
                  <c:v>814</c:v>
                </c:pt>
                <c:pt idx="2824">
                  <c:v>814</c:v>
                </c:pt>
                <c:pt idx="2825">
                  <c:v>814</c:v>
                </c:pt>
                <c:pt idx="2826">
                  <c:v>814</c:v>
                </c:pt>
                <c:pt idx="2827">
                  <c:v>814</c:v>
                </c:pt>
                <c:pt idx="2828">
                  <c:v>814</c:v>
                </c:pt>
                <c:pt idx="2829">
                  <c:v>814</c:v>
                </c:pt>
                <c:pt idx="2830">
                  <c:v>814</c:v>
                </c:pt>
                <c:pt idx="2831">
                  <c:v>814</c:v>
                </c:pt>
                <c:pt idx="2832">
                  <c:v>784</c:v>
                </c:pt>
                <c:pt idx="2833">
                  <c:v>796</c:v>
                </c:pt>
                <c:pt idx="2834">
                  <c:v>796</c:v>
                </c:pt>
                <c:pt idx="2835">
                  <c:v>846</c:v>
                </c:pt>
                <c:pt idx="2836">
                  <c:v>846</c:v>
                </c:pt>
                <c:pt idx="2837">
                  <c:v>846</c:v>
                </c:pt>
                <c:pt idx="2838">
                  <c:v>846</c:v>
                </c:pt>
                <c:pt idx="2839">
                  <c:v>841.2</c:v>
                </c:pt>
                <c:pt idx="2840">
                  <c:v>841.2</c:v>
                </c:pt>
                <c:pt idx="2841">
                  <c:v>941.2</c:v>
                </c:pt>
                <c:pt idx="2842">
                  <c:v>929.2</c:v>
                </c:pt>
                <c:pt idx="2843">
                  <c:v>929.2</c:v>
                </c:pt>
                <c:pt idx="2844">
                  <c:v>929.2</c:v>
                </c:pt>
                <c:pt idx="2845">
                  <c:v>929.2</c:v>
                </c:pt>
                <c:pt idx="2846">
                  <c:v>910</c:v>
                </c:pt>
                <c:pt idx="2847">
                  <c:v>910</c:v>
                </c:pt>
                <c:pt idx="2848">
                  <c:v>910</c:v>
                </c:pt>
                <c:pt idx="2849">
                  <c:v>910</c:v>
                </c:pt>
                <c:pt idx="2850">
                  <c:v>898</c:v>
                </c:pt>
                <c:pt idx="2851">
                  <c:v>898</c:v>
                </c:pt>
                <c:pt idx="2852">
                  <c:v>898</c:v>
                </c:pt>
                <c:pt idx="2853">
                  <c:v>874</c:v>
                </c:pt>
                <c:pt idx="2854">
                  <c:v>866.8</c:v>
                </c:pt>
                <c:pt idx="2855">
                  <c:v>862</c:v>
                </c:pt>
                <c:pt idx="2856">
                  <c:v>862</c:v>
                </c:pt>
                <c:pt idx="2857">
                  <c:v>862</c:v>
                </c:pt>
                <c:pt idx="2858">
                  <c:v>862</c:v>
                </c:pt>
                <c:pt idx="2859">
                  <c:v>862</c:v>
                </c:pt>
                <c:pt idx="2860">
                  <c:v>829</c:v>
                </c:pt>
                <c:pt idx="2861">
                  <c:v>841</c:v>
                </c:pt>
                <c:pt idx="2862">
                  <c:v>928</c:v>
                </c:pt>
                <c:pt idx="2863">
                  <c:v>940</c:v>
                </c:pt>
                <c:pt idx="2864">
                  <c:v>952</c:v>
                </c:pt>
                <c:pt idx="2865">
                  <c:v>952</c:v>
                </c:pt>
                <c:pt idx="2866">
                  <c:v>952</c:v>
                </c:pt>
                <c:pt idx="2867">
                  <c:v>952</c:v>
                </c:pt>
                <c:pt idx="2868">
                  <c:v>964</c:v>
                </c:pt>
                <c:pt idx="2869">
                  <c:v>964</c:v>
                </c:pt>
                <c:pt idx="2870">
                  <c:v>1001.8</c:v>
                </c:pt>
                <c:pt idx="2871">
                  <c:v>1001.8</c:v>
                </c:pt>
                <c:pt idx="2872">
                  <c:v>1001.8</c:v>
                </c:pt>
                <c:pt idx="2873">
                  <c:v>1001.8</c:v>
                </c:pt>
                <c:pt idx="2874">
                  <c:v>1001.8</c:v>
                </c:pt>
                <c:pt idx="2875">
                  <c:v>1001.8</c:v>
                </c:pt>
                <c:pt idx="2876">
                  <c:v>1001.8</c:v>
                </c:pt>
                <c:pt idx="2877">
                  <c:v>1001.8</c:v>
                </c:pt>
                <c:pt idx="2878">
                  <c:v>1001.8</c:v>
                </c:pt>
                <c:pt idx="2879">
                  <c:v>1001.8</c:v>
                </c:pt>
                <c:pt idx="2880">
                  <c:v>1001.8</c:v>
                </c:pt>
                <c:pt idx="2881">
                  <c:v>1001.8</c:v>
                </c:pt>
                <c:pt idx="2882">
                  <c:v>1009</c:v>
                </c:pt>
                <c:pt idx="2883">
                  <c:v>1009</c:v>
                </c:pt>
                <c:pt idx="2884">
                  <c:v>1021</c:v>
                </c:pt>
                <c:pt idx="2885">
                  <c:v>1021</c:v>
                </c:pt>
                <c:pt idx="2886">
                  <c:v>1021</c:v>
                </c:pt>
                <c:pt idx="2887">
                  <c:v>1021</c:v>
                </c:pt>
                <c:pt idx="2888">
                  <c:v>1021</c:v>
                </c:pt>
                <c:pt idx="2889">
                  <c:v>1021</c:v>
                </c:pt>
                <c:pt idx="2890">
                  <c:v>1021</c:v>
                </c:pt>
                <c:pt idx="2891">
                  <c:v>1021</c:v>
                </c:pt>
                <c:pt idx="2892">
                  <c:v>1021</c:v>
                </c:pt>
                <c:pt idx="2893">
                  <c:v>1021</c:v>
                </c:pt>
                <c:pt idx="2894">
                  <c:v>1021</c:v>
                </c:pt>
                <c:pt idx="2895">
                  <c:v>1021</c:v>
                </c:pt>
                <c:pt idx="2896">
                  <c:v>1021</c:v>
                </c:pt>
                <c:pt idx="2897">
                  <c:v>1033</c:v>
                </c:pt>
                <c:pt idx="2898">
                  <c:v>1045</c:v>
                </c:pt>
                <c:pt idx="2899">
                  <c:v>1045</c:v>
                </c:pt>
                <c:pt idx="2900">
                  <c:v>1045</c:v>
                </c:pt>
                <c:pt idx="2901">
                  <c:v>1045</c:v>
                </c:pt>
                <c:pt idx="2902">
                  <c:v>1037.8</c:v>
                </c:pt>
                <c:pt idx="2903">
                  <c:v>1037.8</c:v>
                </c:pt>
                <c:pt idx="2904">
                  <c:v>1025.8</c:v>
                </c:pt>
                <c:pt idx="2905">
                  <c:v>1025.8</c:v>
                </c:pt>
                <c:pt idx="2906">
                  <c:v>1025.8</c:v>
                </c:pt>
                <c:pt idx="2907">
                  <c:v>1025.8</c:v>
                </c:pt>
                <c:pt idx="2908">
                  <c:v>1025.8</c:v>
                </c:pt>
                <c:pt idx="2909">
                  <c:v>1025.8</c:v>
                </c:pt>
                <c:pt idx="2910">
                  <c:v>1171</c:v>
                </c:pt>
                <c:pt idx="2911">
                  <c:v>1171</c:v>
                </c:pt>
                <c:pt idx="2912">
                  <c:v>1166.2</c:v>
                </c:pt>
                <c:pt idx="2913">
                  <c:v>1166.2</c:v>
                </c:pt>
                <c:pt idx="2914">
                  <c:v>1166.2</c:v>
                </c:pt>
                <c:pt idx="2915">
                  <c:v>1166.2</c:v>
                </c:pt>
                <c:pt idx="2916">
                  <c:v>1159</c:v>
                </c:pt>
                <c:pt idx="2917">
                  <c:v>1159</c:v>
                </c:pt>
                <c:pt idx="2918">
                  <c:v>1151.8</c:v>
                </c:pt>
                <c:pt idx="2919">
                  <c:v>1147</c:v>
                </c:pt>
                <c:pt idx="2920">
                  <c:v>1147</c:v>
                </c:pt>
                <c:pt idx="2921">
                  <c:v>1147</c:v>
                </c:pt>
                <c:pt idx="2922">
                  <c:v>1147</c:v>
                </c:pt>
                <c:pt idx="2923">
                  <c:v>1171</c:v>
                </c:pt>
                <c:pt idx="2924">
                  <c:v>1178.2</c:v>
                </c:pt>
                <c:pt idx="2925">
                  <c:v>1178.2</c:v>
                </c:pt>
                <c:pt idx="2926">
                  <c:v>1178.2</c:v>
                </c:pt>
                <c:pt idx="2927">
                  <c:v>1166.2</c:v>
                </c:pt>
                <c:pt idx="2928">
                  <c:v>1166.2</c:v>
                </c:pt>
                <c:pt idx="2929">
                  <c:v>1166.2</c:v>
                </c:pt>
                <c:pt idx="2930">
                  <c:v>1166.2</c:v>
                </c:pt>
                <c:pt idx="2931">
                  <c:v>1166.2</c:v>
                </c:pt>
                <c:pt idx="2932">
                  <c:v>1183</c:v>
                </c:pt>
                <c:pt idx="2933">
                  <c:v>1183</c:v>
                </c:pt>
                <c:pt idx="2934">
                  <c:v>1183</c:v>
                </c:pt>
                <c:pt idx="2935">
                  <c:v>1183</c:v>
                </c:pt>
                <c:pt idx="2936">
                  <c:v>1183</c:v>
                </c:pt>
                <c:pt idx="2937">
                  <c:v>1183</c:v>
                </c:pt>
                <c:pt idx="2938">
                  <c:v>1183</c:v>
                </c:pt>
                <c:pt idx="2939">
                  <c:v>1183</c:v>
                </c:pt>
                <c:pt idx="2940">
                  <c:v>1183</c:v>
                </c:pt>
                <c:pt idx="2941">
                  <c:v>1183</c:v>
                </c:pt>
                <c:pt idx="2942">
                  <c:v>1183</c:v>
                </c:pt>
                <c:pt idx="2943">
                  <c:v>1183</c:v>
                </c:pt>
                <c:pt idx="2944">
                  <c:v>1163.8</c:v>
                </c:pt>
                <c:pt idx="2945">
                  <c:v>1163.8</c:v>
                </c:pt>
                <c:pt idx="2946">
                  <c:v>1163.8</c:v>
                </c:pt>
                <c:pt idx="2947">
                  <c:v>1163.8</c:v>
                </c:pt>
                <c:pt idx="2948">
                  <c:v>1159</c:v>
                </c:pt>
                <c:pt idx="2949">
                  <c:v>1159</c:v>
                </c:pt>
                <c:pt idx="2950">
                  <c:v>1159</c:v>
                </c:pt>
                <c:pt idx="2951">
                  <c:v>1147</c:v>
                </c:pt>
                <c:pt idx="2952">
                  <c:v>1147</c:v>
                </c:pt>
                <c:pt idx="2953">
                  <c:v>1147</c:v>
                </c:pt>
                <c:pt idx="2954">
                  <c:v>1147</c:v>
                </c:pt>
                <c:pt idx="2955">
                  <c:v>1147</c:v>
                </c:pt>
                <c:pt idx="2956">
                  <c:v>1147</c:v>
                </c:pt>
                <c:pt idx="2957">
                  <c:v>1147</c:v>
                </c:pt>
                <c:pt idx="2958">
                  <c:v>1102</c:v>
                </c:pt>
                <c:pt idx="2959">
                  <c:v>1102</c:v>
                </c:pt>
                <c:pt idx="2960">
                  <c:v>1102</c:v>
                </c:pt>
                <c:pt idx="2961">
                  <c:v>1102</c:v>
                </c:pt>
                <c:pt idx="2962">
                  <c:v>1109.2</c:v>
                </c:pt>
                <c:pt idx="2963">
                  <c:v>1109.2</c:v>
                </c:pt>
                <c:pt idx="2964">
                  <c:v>1109.2</c:v>
                </c:pt>
                <c:pt idx="2965">
                  <c:v>1114</c:v>
                </c:pt>
                <c:pt idx="2966">
                  <c:v>1114</c:v>
                </c:pt>
                <c:pt idx="2967">
                  <c:v>1126</c:v>
                </c:pt>
                <c:pt idx="2968">
                  <c:v>1133.2</c:v>
                </c:pt>
                <c:pt idx="2969">
                  <c:v>1133.2</c:v>
                </c:pt>
                <c:pt idx="2970">
                  <c:v>1133.2</c:v>
                </c:pt>
                <c:pt idx="2971">
                  <c:v>1133.2</c:v>
                </c:pt>
                <c:pt idx="2972">
                  <c:v>1133.2</c:v>
                </c:pt>
                <c:pt idx="2973">
                  <c:v>1138</c:v>
                </c:pt>
                <c:pt idx="2974">
                  <c:v>1145.2</c:v>
                </c:pt>
                <c:pt idx="2975">
                  <c:v>1150</c:v>
                </c:pt>
                <c:pt idx="2976">
                  <c:v>1162</c:v>
                </c:pt>
                <c:pt idx="2977">
                  <c:v>1162</c:v>
                </c:pt>
                <c:pt idx="2978">
                  <c:v>1162</c:v>
                </c:pt>
                <c:pt idx="2979">
                  <c:v>1219.2</c:v>
                </c:pt>
                <c:pt idx="2980">
                  <c:v>1219.2</c:v>
                </c:pt>
                <c:pt idx="2981">
                  <c:v>1212</c:v>
                </c:pt>
                <c:pt idx="2982">
                  <c:v>1212</c:v>
                </c:pt>
                <c:pt idx="2983">
                  <c:v>1212</c:v>
                </c:pt>
                <c:pt idx="2984">
                  <c:v>1212</c:v>
                </c:pt>
                <c:pt idx="2985">
                  <c:v>1212</c:v>
                </c:pt>
                <c:pt idx="2986">
                  <c:v>1188</c:v>
                </c:pt>
                <c:pt idx="2987">
                  <c:v>1188</c:v>
                </c:pt>
                <c:pt idx="2988">
                  <c:v>1188</c:v>
                </c:pt>
                <c:pt idx="2989">
                  <c:v>1188</c:v>
                </c:pt>
                <c:pt idx="2990">
                  <c:v>1188</c:v>
                </c:pt>
                <c:pt idx="2991">
                  <c:v>1188</c:v>
                </c:pt>
                <c:pt idx="2992">
                  <c:v>1188</c:v>
                </c:pt>
                <c:pt idx="2993">
                  <c:v>1188</c:v>
                </c:pt>
                <c:pt idx="2994">
                  <c:v>1183.2</c:v>
                </c:pt>
                <c:pt idx="2995">
                  <c:v>1183.2</c:v>
                </c:pt>
                <c:pt idx="2996">
                  <c:v>1176</c:v>
                </c:pt>
                <c:pt idx="2997">
                  <c:v>1176</c:v>
                </c:pt>
                <c:pt idx="2998">
                  <c:v>1176</c:v>
                </c:pt>
                <c:pt idx="2999">
                  <c:v>1176</c:v>
                </c:pt>
                <c:pt idx="3000">
                  <c:v>1176</c:v>
                </c:pt>
                <c:pt idx="3001">
                  <c:v>1183.2</c:v>
                </c:pt>
                <c:pt idx="3002">
                  <c:v>1183.2</c:v>
                </c:pt>
                <c:pt idx="3003">
                  <c:v>1188</c:v>
                </c:pt>
                <c:pt idx="3004">
                  <c:v>1195.2</c:v>
                </c:pt>
                <c:pt idx="3005">
                  <c:v>1195.2</c:v>
                </c:pt>
                <c:pt idx="3006">
                  <c:v>1195.2</c:v>
                </c:pt>
                <c:pt idx="3007">
                  <c:v>1224</c:v>
                </c:pt>
                <c:pt idx="3008">
                  <c:v>1231.2</c:v>
                </c:pt>
                <c:pt idx="3009">
                  <c:v>1231.2</c:v>
                </c:pt>
                <c:pt idx="3010">
                  <c:v>1231.2</c:v>
                </c:pt>
                <c:pt idx="3011">
                  <c:v>1231.2</c:v>
                </c:pt>
                <c:pt idx="3012">
                  <c:v>1231.2</c:v>
                </c:pt>
                <c:pt idx="3013">
                  <c:v>1231.2</c:v>
                </c:pt>
                <c:pt idx="3014">
                  <c:v>1231.2</c:v>
                </c:pt>
                <c:pt idx="3015">
                  <c:v>1231.2</c:v>
                </c:pt>
                <c:pt idx="3016">
                  <c:v>1231.2</c:v>
                </c:pt>
                <c:pt idx="3017">
                  <c:v>1231.2</c:v>
                </c:pt>
                <c:pt idx="3018">
                  <c:v>1231.2</c:v>
                </c:pt>
                <c:pt idx="3019">
                  <c:v>1231.2</c:v>
                </c:pt>
                <c:pt idx="3020">
                  <c:v>1231.2</c:v>
                </c:pt>
                <c:pt idx="3021">
                  <c:v>1231.2</c:v>
                </c:pt>
                <c:pt idx="3022">
                  <c:v>1231.2</c:v>
                </c:pt>
                <c:pt idx="3023">
                  <c:v>1231.2</c:v>
                </c:pt>
                <c:pt idx="3024">
                  <c:v>1231.2</c:v>
                </c:pt>
                <c:pt idx="3025">
                  <c:v>1238.4000000000001</c:v>
                </c:pt>
                <c:pt idx="3026">
                  <c:v>1238.4000000000001</c:v>
                </c:pt>
                <c:pt idx="3027">
                  <c:v>1238.4000000000001</c:v>
                </c:pt>
                <c:pt idx="3028">
                  <c:v>1238.4000000000001</c:v>
                </c:pt>
                <c:pt idx="3029">
                  <c:v>1238.4000000000001</c:v>
                </c:pt>
                <c:pt idx="3030">
                  <c:v>1238.4000000000001</c:v>
                </c:pt>
                <c:pt idx="3031">
                  <c:v>1238.4000000000001</c:v>
                </c:pt>
                <c:pt idx="3032">
                  <c:v>1238.4000000000001</c:v>
                </c:pt>
                <c:pt idx="3033">
                  <c:v>1238.4000000000001</c:v>
                </c:pt>
                <c:pt idx="3034">
                  <c:v>1238.4000000000001</c:v>
                </c:pt>
                <c:pt idx="3035">
                  <c:v>1238.4000000000001</c:v>
                </c:pt>
                <c:pt idx="3036">
                  <c:v>1260</c:v>
                </c:pt>
                <c:pt idx="3037">
                  <c:v>1260</c:v>
                </c:pt>
                <c:pt idx="3038">
                  <c:v>1260</c:v>
                </c:pt>
                <c:pt idx="3039">
                  <c:v>1260</c:v>
                </c:pt>
                <c:pt idx="3040">
                  <c:v>1260</c:v>
                </c:pt>
                <c:pt idx="3041">
                  <c:v>1260</c:v>
                </c:pt>
                <c:pt idx="3042">
                  <c:v>1236</c:v>
                </c:pt>
                <c:pt idx="3043">
                  <c:v>1228.8</c:v>
                </c:pt>
                <c:pt idx="3044">
                  <c:v>1224</c:v>
                </c:pt>
                <c:pt idx="3045">
                  <c:v>1224</c:v>
                </c:pt>
                <c:pt idx="3046">
                  <c:v>1216.8</c:v>
                </c:pt>
                <c:pt idx="3047">
                  <c:v>1216.8</c:v>
                </c:pt>
                <c:pt idx="3048">
                  <c:v>1216.8</c:v>
                </c:pt>
                <c:pt idx="3049">
                  <c:v>1188</c:v>
                </c:pt>
                <c:pt idx="3050">
                  <c:v>1176</c:v>
                </c:pt>
                <c:pt idx="3051">
                  <c:v>1176</c:v>
                </c:pt>
                <c:pt idx="3052">
                  <c:v>1176</c:v>
                </c:pt>
                <c:pt idx="3053">
                  <c:v>1191</c:v>
                </c:pt>
                <c:pt idx="3054">
                  <c:v>1191</c:v>
                </c:pt>
                <c:pt idx="3055">
                  <c:v>1191</c:v>
                </c:pt>
                <c:pt idx="3056">
                  <c:v>1191</c:v>
                </c:pt>
                <c:pt idx="3057">
                  <c:v>1191</c:v>
                </c:pt>
                <c:pt idx="3058">
                  <c:v>1191</c:v>
                </c:pt>
                <c:pt idx="3059">
                  <c:v>1191</c:v>
                </c:pt>
                <c:pt idx="3060">
                  <c:v>1191</c:v>
                </c:pt>
                <c:pt idx="3061">
                  <c:v>1191</c:v>
                </c:pt>
                <c:pt idx="3062">
                  <c:v>1191</c:v>
                </c:pt>
                <c:pt idx="3063">
                  <c:v>1047.8</c:v>
                </c:pt>
                <c:pt idx="3064">
                  <c:v>1043</c:v>
                </c:pt>
                <c:pt idx="3065">
                  <c:v>1031</c:v>
                </c:pt>
                <c:pt idx="3066">
                  <c:v>1061</c:v>
                </c:pt>
                <c:pt idx="3067">
                  <c:v>1061</c:v>
                </c:pt>
                <c:pt idx="3068">
                  <c:v>1061</c:v>
                </c:pt>
                <c:pt idx="3069">
                  <c:v>1061</c:v>
                </c:pt>
                <c:pt idx="3070">
                  <c:v>1061</c:v>
                </c:pt>
                <c:pt idx="3071">
                  <c:v>1061</c:v>
                </c:pt>
                <c:pt idx="3072">
                  <c:v>1073</c:v>
                </c:pt>
                <c:pt idx="3073">
                  <c:v>1073</c:v>
                </c:pt>
                <c:pt idx="3074">
                  <c:v>1061</c:v>
                </c:pt>
                <c:pt idx="3075">
                  <c:v>1061</c:v>
                </c:pt>
                <c:pt idx="3076">
                  <c:v>1061</c:v>
                </c:pt>
                <c:pt idx="3077">
                  <c:v>1061</c:v>
                </c:pt>
                <c:pt idx="3078">
                  <c:v>1041.8</c:v>
                </c:pt>
                <c:pt idx="3079">
                  <c:v>1053.8</c:v>
                </c:pt>
                <c:pt idx="3080">
                  <c:v>1053.8</c:v>
                </c:pt>
                <c:pt idx="3081">
                  <c:v>1053.8</c:v>
                </c:pt>
                <c:pt idx="3082">
                  <c:v>1053.8</c:v>
                </c:pt>
                <c:pt idx="3083">
                  <c:v>1053.8</c:v>
                </c:pt>
                <c:pt idx="3084">
                  <c:v>1061</c:v>
                </c:pt>
                <c:pt idx="3085">
                  <c:v>1073</c:v>
                </c:pt>
                <c:pt idx="3086">
                  <c:v>1085</c:v>
                </c:pt>
                <c:pt idx="3087">
                  <c:v>1085</c:v>
                </c:pt>
                <c:pt idx="3088">
                  <c:v>1085</c:v>
                </c:pt>
                <c:pt idx="3089">
                  <c:v>1085</c:v>
                </c:pt>
                <c:pt idx="3090">
                  <c:v>1085</c:v>
                </c:pt>
                <c:pt idx="3091">
                  <c:v>1097</c:v>
                </c:pt>
                <c:pt idx="3092">
                  <c:v>1097</c:v>
                </c:pt>
                <c:pt idx="3093">
                  <c:v>1097</c:v>
                </c:pt>
                <c:pt idx="3094">
                  <c:v>1097</c:v>
                </c:pt>
                <c:pt idx="3095">
                  <c:v>1104.2</c:v>
                </c:pt>
                <c:pt idx="3096">
                  <c:v>1104.2</c:v>
                </c:pt>
                <c:pt idx="3097">
                  <c:v>1104.2</c:v>
                </c:pt>
                <c:pt idx="3098">
                  <c:v>1097</c:v>
                </c:pt>
                <c:pt idx="3099">
                  <c:v>1089.8</c:v>
                </c:pt>
                <c:pt idx="3100">
                  <c:v>1089.8</c:v>
                </c:pt>
                <c:pt idx="3101">
                  <c:v>1085</c:v>
                </c:pt>
                <c:pt idx="3102">
                  <c:v>1085</c:v>
                </c:pt>
                <c:pt idx="3103">
                  <c:v>1085</c:v>
                </c:pt>
                <c:pt idx="3104">
                  <c:v>1085</c:v>
                </c:pt>
                <c:pt idx="3105">
                  <c:v>1073</c:v>
                </c:pt>
                <c:pt idx="3106">
                  <c:v>1073</c:v>
                </c:pt>
                <c:pt idx="3107">
                  <c:v>1073</c:v>
                </c:pt>
                <c:pt idx="3108">
                  <c:v>1073</c:v>
                </c:pt>
                <c:pt idx="3109">
                  <c:v>1073</c:v>
                </c:pt>
                <c:pt idx="3110">
                  <c:v>1073</c:v>
                </c:pt>
                <c:pt idx="3111">
                  <c:v>1073</c:v>
                </c:pt>
                <c:pt idx="3112">
                  <c:v>1073</c:v>
                </c:pt>
                <c:pt idx="3113">
                  <c:v>1080.2</c:v>
                </c:pt>
                <c:pt idx="3114">
                  <c:v>1080.2</c:v>
                </c:pt>
                <c:pt idx="3115">
                  <c:v>1080.2</c:v>
                </c:pt>
                <c:pt idx="3116">
                  <c:v>1080.2</c:v>
                </c:pt>
                <c:pt idx="3117">
                  <c:v>1080.2</c:v>
                </c:pt>
                <c:pt idx="3118">
                  <c:v>1080.2</c:v>
                </c:pt>
                <c:pt idx="3119">
                  <c:v>1085</c:v>
                </c:pt>
                <c:pt idx="3120">
                  <c:v>1085</c:v>
                </c:pt>
                <c:pt idx="3121">
                  <c:v>1085</c:v>
                </c:pt>
                <c:pt idx="3122">
                  <c:v>1085</c:v>
                </c:pt>
                <c:pt idx="3123">
                  <c:v>1085</c:v>
                </c:pt>
                <c:pt idx="3124">
                  <c:v>1085</c:v>
                </c:pt>
                <c:pt idx="3125">
                  <c:v>1085</c:v>
                </c:pt>
                <c:pt idx="3126">
                  <c:v>1080.2</c:v>
                </c:pt>
                <c:pt idx="3127">
                  <c:v>1073</c:v>
                </c:pt>
                <c:pt idx="3128">
                  <c:v>1073</c:v>
                </c:pt>
                <c:pt idx="3129">
                  <c:v>1073</c:v>
                </c:pt>
                <c:pt idx="3130">
                  <c:v>1065.8</c:v>
                </c:pt>
                <c:pt idx="3131">
                  <c:v>1065.8</c:v>
                </c:pt>
                <c:pt idx="3132">
                  <c:v>1065.8</c:v>
                </c:pt>
                <c:pt idx="3133">
                  <c:v>1061</c:v>
                </c:pt>
                <c:pt idx="3134">
                  <c:v>1031</c:v>
                </c:pt>
                <c:pt idx="3135">
                  <c:v>1023.8</c:v>
                </c:pt>
                <c:pt idx="3136">
                  <c:v>1016.6</c:v>
                </c:pt>
                <c:pt idx="3137">
                  <c:v>1007</c:v>
                </c:pt>
                <c:pt idx="3138">
                  <c:v>1007</c:v>
                </c:pt>
                <c:pt idx="3139">
                  <c:v>1007</c:v>
                </c:pt>
                <c:pt idx="3140">
                  <c:v>995</c:v>
                </c:pt>
                <c:pt idx="3141">
                  <c:v>995</c:v>
                </c:pt>
                <c:pt idx="3142">
                  <c:v>995</c:v>
                </c:pt>
                <c:pt idx="3143">
                  <c:v>995</c:v>
                </c:pt>
                <c:pt idx="3144">
                  <c:v>995</c:v>
                </c:pt>
                <c:pt idx="3145">
                  <c:v>995</c:v>
                </c:pt>
                <c:pt idx="3146">
                  <c:v>995</c:v>
                </c:pt>
                <c:pt idx="3147">
                  <c:v>995</c:v>
                </c:pt>
                <c:pt idx="3148">
                  <c:v>995</c:v>
                </c:pt>
                <c:pt idx="3149">
                  <c:v>995</c:v>
                </c:pt>
                <c:pt idx="3150">
                  <c:v>995</c:v>
                </c:pt>
                <c:pt idx="3151">
                  <c:v>987.8</c:v>
                </c:pt>
                <c:pt idx="3152">
                  <c:v>987.8</c:v>
                </c:pt>
                <c:pt idx="3153">
                  <c:v>987.8</c:v>
                </c:pt>
                <c:pt idx="3154">
                  <c:v>987.8</c:v>
                </c:pt>
                <c:pt idx="3155">
                  <c:v>983</c:v>
                </c:pt>
                <c:pt idx="3156">
                  <c:v>983</c:v>
                </c:pt>
                <c:pt idx="3157">
                  <c:v>983</c:v>
                </c:pt>
                <c:pt idx="3158">
                  <c:v>983</c:v>
                </c:pt>
                <c:pt idx="3159">
                  <c:v>983</c:v>
                </c:pt>
                <c:pt idx="3160">
                  <c:v>983</c:v>
                </c:pt>
                <c:pt idx="3161">
                  <c:v>983</c:v>
                </c:pt>
                <c:pt idx="3162">
                  <c:v>995</c:v>
                </c:pt>
                <c:pt idx="3163">
                  <c:v>995</c:v>
                </c:pt>
                <c:pt idx="3164">
                  <c:v>995</c:v>
                </c:pt>
                <c:pt idx="3165">
                  <c:v>1007</c:v>
                </c:pt>
                <c:pt idx="3166">
                  <c:v>1007</c:v>
                </c:pt>
                <c:pt idx="3167">
                  <c:v>1007</c:v>
                </c:pt>
                <c:pt idx="3168">
                  <c:v>1007</c:v>
                </c:pt>
                <c:pt idx="3169">
                  <c:v>1007</c:v>
                </c:pt>
                <c:pt idx="3170">
                  <c:v>1007</c:v>
                </c:pt>
                <c:pt idx="3171">
                  <c:v>1007</c:v>
                </c:pt>
                <c:pt idx="3172">
                  <c:v>995</c:v>
                </c:pt>
                <c:pt idx="3173">
                  <c:v>995</c:v>
                </c:pt>
                <c:pt idx="3174">
                  <c:v>995</c:v>
                </c:pt>
                <c:pt idx="3175">
                  <c:v>995</c:v>
                </c:pt>
                <c:pt idx="3176">
                  <c:v>995</c:v>
                </c:pt>
                <c:pt idx="3177">
                  <c:v>995</c:v>
                </c:pt>
                <c:pt idx="3178">
                  <c:v>995</c:v>
                </c:pt>
                <c:pt idx="3179">
                  <c:v>995</c:v>
                </c:pt>
                <c:pt idx="3180">
                  <c:v>995</c:v>
                </c:pt>
                <c:pt idx="3181">
                  <c:v>995</c:v>
                </c:pt>
                <c:pt idx="3182">
                  <c:v>995</c:v>
                </c:pt>
                <c:pt idx="3183">
                  <c:v>1002.2</c:v>
                </c:pt>
                <c:pt idx="3184">
                  <c:v>1002.2</c:v>
                </c:pt>
                <c:pt idx="3185">
                  <c:v>1002.2</c:v>
                </c:pt>
                <c:pt idx="3186">
                  <c:v>1002.2</c:v>
                </c:pt>
                <c:pt idx="3187">
                  <c:v>1002.2</c:v>
                </c:pt>
                <c:pt idx="3188">
                  <c:v>1002.2</c:v>
                </c:pt>
                <c:pt idx="3189">
                  <c:v>1002.2</c:v>
                </c:pt>
                <c:pt idx="3190">
                  <c:v>1002.2</c:v>
                </c:pt>
                <c:pt idx="3191">
                  <c:v>752.2</c:v>
                </c:pt>
                <c:pt idx="3192">
                  <c:v>722.2</c:v>
                </c:pt>
                <c:pt idx="3193">
                  <c:v>722.2</c:v>
                </c:pt>
                <c:pt idx="3194">
                  <c:v>722.2</c:v>
                </c:pt>
                <c:pt idx="3195">
                  <c:v>722.2</c:v>
                </c:pt>
                <c:pt idx="3196">
                  <c:v>746.2</c:v>
                </c:pt>
                <c:pt idx="3197">
                  <c:v>758.2</c:v>
                </c:pt>
                <c:pt idx="3198">
                  <c:v>758.2</c:v>
                </c:pt>
                <c:pt idx="3199">
                  <c:v>763</c:v>
                </c:pt>
                <c:pt idx="3200">
                  <c:v>770.2</c:v>
                </c:pt>
                <c:pt idx="3201">
                  <c:v>770.2</c:v>
                </c:pt>
                <c:pt idx="3202">
                  <c:v>770.2</c:v>
                </c:pt>
                <c:pt idx="3203">
                  <c:v>782.2</c:v>
                </c:pt>
                <c:pt idx="3204">
                  <c:v>782.2</c:v>
                </c:pt>
                <c:pt idx="3205">
                  <c:v>782.2</c:v>
                </c:pt>
                <c:pt idx="3206">
                  <c:v>775</c:v>
                </c:pt>
                <c:pt idx="3207">
                  <c:v>782.2</c:v>
                </c:pt>
                <c:pt idx="3208">
                  <c:v>782.2</c:v>
                </c:pt>
                <c:pt idx="3209">
                  <c:v>782.2</c:v>
                </c:pt>
                <c:pt idx="3210">
                  <c:v>782.2</c:v>
                </c:pt>
                <c:pt idx="3211">
                  <c:v>782.2</c:v>
                </c:pt>
                <c:pt idx="3212">
                  <c:v>782.2</c:v>
                </c:pt>
                <c:pt idx="3213">
                  <c:v>782.2</c:v>
                </c:pt>
                <c:pt idx="3214">
                  <c:v>850.2</c:v>
                </c:pt>
                <c:pt idx="3215">
                  <c:v>850.2</c:v>
                </c:pt>
                <c:pt idx="3216">
                  <c:v>850.2</c:v>
                </c:pt>
                <c:pt idx="3217">
                  <c:v>881.4</c:v>
                </c:pt>
                <c:pt idx="3218">
                  <c:v>881.4</c:v>
                </c:pt>
                <c:pt idx="3219">
                  <c:v>881.4</c:v>
                </c:pt>
                <c:pt idx="3220">
                  <c:v>881.4</c:v>
                </c:pt>
                <c:pt idx="3221">
                  <c:v>881.4</c:v>
                </c:pt>
                <c:pt idx="3222">
                  <c:v>881.4</c:v>
                </c:pt>
                <c:pt idx="3223">
                  <c:v>881.4</c:v>
                </c:pt>
                <c:pt idx="3224">
                  <c:v>881.4</c:v>
                </c:pt>
                <c:pt idx="3225">
                  <c:v>874.2</c:v>
                </c:pt>
                <c:pt idx="3226">
                  <c:v>874.2</c:v>
                </c:pt>
                <c:pt idx="3227">
                  <c:v>874.2</c:v>
                </c:pt>
                <c:pt idx="3228">
                  <c:v>874.2</c:v>
                </c:pt>
                <c:pt idx="3229">
                  <c:v>874.2</c:v>
                </c:pt>
                <c:pt idx="3230">
                  <c:v>883.8</c:v>
                </c:pt>
                <c:pt idx="3231">
                  <c:v>883.8</c:v>
                </c:pt>
                <c:pt idx="3232">
                  <c:v>913.8</c:v>
                </c:pt>
                <c:pt idx="3233">
                  <c:v>913.8</c:v>
                </c:pt>
                <c:pt idx="3234">
                  <c:v>904.2</c:v>
                </c:pt>
                <c:pt idx="3235">
                  <c:v>897</c:v>
                </c:pt>
                <c:pt idx="3236">
                  <c:v>897</c:v>
                </c:pt>
                <c:pt idx="3237">
                  <c:v>897</c:v>
                </c:pt>
                <c:pt idx="3238">
                  <c:v>909</c:v>
                </c:pt>
                <c:pt idx="3239">
                  <c:v>909</c:v>
                </c:pt>
                <c:pt idx="3240">
                  <c:v>909</c:v>
                </c:pt>
                <c:pt idx="3241">
                  <c:v>909</c:v>
                </c:pt>
                <c:pt idx="3242">
                  <c:v>909</c:v>
                </c:pt>
                <c:pt idx="3243">
                  <c:v>909</c:v>
                </c:pt>
                <c:pt idx="3244">
                  <c:v>909</c:v>
                </c:pt>
                <c:pt idx="3245">
                  <c:v>901.8</c:v>
                </c:pt>
                <c:pt idx="3246">
                  <c:v>913.8</c:v>
                </c:pt>
                <c:pt idx="3247">
                  <c:v>913.8</c:v>
                </c:pt>
                <c:pt idx="3248">
                  <c:v>925.8</c:v>
                </c:pt>
                <c:pt idx="3249">
                  <c:v>937.8</c:v>
                </c:pt>
                <c:pt idx="3250">
                  <c:v>937.8</c:v>
                </c:pt>
                <c:pt idx="3251">
                  <c:v>937.8</c:v>
                </c:pt>
                <c:pt idx="3252">
                  <c:v>937.8</c:v>
                </c:pt>
                <c:pt idx="3253">
                  <c:v>957</c:v>
                </c:pt>
                <c:pt idx="3254">
                  <c:v>957</c:v>
                </c:pt>
                <c:pt idx="3255">
                  <c:v>957</c:v>
                </c:pt>
                <c:pt idx="3256">
                  <c:v>957</c:v>
                </c:pt>
                <c:pt idx="3257">
                  <c:v>957</c:v>
                </c:pt>
                <c:pt idx="3258">
                  <c:v>957</c:v>
                </c:pt>
                <c:pt idx="3259">
                  <c:v>957</c:v>
                </c:pt>
                <c:pt idx="3260">
                  <c:v>957</c:v>
                </c:pt>
                <c:pt idx="3261">
                  <c:v>957</c:v>
                </c:pt>
                <c:pt idx="3262">
                  <c:v>969</c:v>
                </c:pt>
                <c:pt idx="3263">
                  <c:v>969</c:v>
                </c:pt>
                <c:pt idx="3264">
                  <c:v>969</c:v>
                </c:pt>
                <c:pt idx="3265">
                  <c:v>969</c:v>
                </c:pt>
                <c:pt idx="3266">
                  <c:v>957</c:v>
                </c:pt>
                <c:pt idx="3267">
                  <c:v>957</c:v>
                </c:pt>
                <c:pt idx="3268">
                  <c:v>957</c:v>
                </c:pt>
                <c:pt idx="3269">
                  <c:v>987</c:v>
                </c:pt>
                <c:pt idx="3270">
                  <c:v>979.8</c:v>
                </c:pt>
                <c:pt idx="3271">
                  <c:v>979.8</c:v>
                </c:pt>
                <c:pt idx="3272">
                  <c:v>979.8</c:v>
                </c:pt>
                <c:pt idx="3273">
                  <c:v>955.8</c:v>
                </c:pt>
                <c:pt idx="3274">
                  <c:v>943.8</c:v>
                </c:pt>
                <c:pt idx="3275">
                  <c:v>927</c:v>
                </c:pt>
                <c:pt idx="3276">
                  <c:v>915</c:v>
                </c:pt>
                <c:pt idx="3277">
                  <c:v>915</c:v>
                </c:pt>
                <c:pt idx="3278">
                  <c:v>915</c:v>
                </c:pt>
                <c:pt idx="3279">
                  <c:v>915</c:v>
                </c:pt>
                <c:pt idx="3280">
                  <c:v>907.8</c:v>
                </c:pt>
                <c:pt idx="3281">
                  <c:v>907.8</c:v>
                </c:pt>
                <c:pt idx="3282">
                  <c:v>907.8</c:v>
                </c:pt>
                <c:pt idx="3283">
                  <c:v>915</c:v>
                </c:pt>
                <c:pt idx="3284">
                  <c:v>927</c:v>
                </c:pt>
                <c:pt idx="3285">
                  <c:v>927</c:v>
                </c:pt>
                <c:pt idx="3286">
                  <c:v>927</c:v>
                </c:pt>
                <c:pt idx="3287">
                  <c:v>951</c:v>
                </c:pt>
                <c:pt idx="3288">
                  <c:v>963</c:v>
                </c:pt>
                <c:pt idx="3289">
                  <c:v>975</c:v>
                </c:pt>
                <c:pt idx="3290">
                  <c:v>987</c:v>
                </c:pt>
                <c:pt idx="3291">
                  <c:v>999</c:v>
                </c:pt>
                <c:pt idx="3292">
                  <c:v>999</c:v>
                </c:pt>
                <c:pt idx="3293">
                  <c:v>999</c:v>
                </c:pt>
                <c:pt idx="3294">
                  <c:v>1029</c:v>
                </c:pt>
                <c:pt idx="3295">
                  <c:v>1029</c:v>
                </c:pt>
                <c:pt idx="3296">
                  <c:v>1029</c:v>
                </c:pt>
                <c:pt idx="3297">
                  <c:v>1029</c:v>
                </c:pt>
                <c:pt idx="3298">
                  <c:v>1029</c:v>
                </c:pt>
                <c:pt idx="3299">
                  <c:v>1029</c:v>
                </c:pt>
                <c:pt idx="3300">
                  <c:v>1029</c:v>
                </c:pt>
                <c:pt idx="3301">
                  <c:v>1021.8</c:v>
                </c:pt>
                <c:pt idx="3302">
                  <c:v>1021.8</c:v>
                </c:pt>
                <c:pt idx="3303">
                  <c:v>1021.8</c:v>
                </c:pt>
                <c:pt idx="3304">
                  <c:v>1021.8</c:v>
                </c:pt>
                <c:pt idx="3305">
                  <c:v>1021.8</c:v>
                </c:pt>
                <c:pt idx="3306">
                  <c:v>1021.8</c:v>
                </c:pt>
                <c:pt idx="3307">
                  <c:v>1021.8</c:v>
                </c:pt>
                <c:pt idx="3308">
                  <c:v>1021.8</c:v>
                </c:pt>
                <c:pt idx="3309">
                  <c:v>1021.8</c:v>
                </c:pt>
                <c:pt idx="3310">
                  <c:v>1021.8</c:v>
                </c:pt>
                <c:pt idx="3311">
                  <c:v>1021.8</c:v>
                </c:pt>
                <c:pt idx="3312">
                  <c:v>1021.8</c:v>
                </c:pt>
                <c:pt idx="3313">
                  <c:v>1021.8</c:v>
                </c:pt>
                <c:pt idx="3314">
                  <c:v>1021.8</c:v>
                </c:pt>
                <c:pt idx="3315">
                  <c:v>1009.8</c:v>
                </c:pt>
                <c:pt idx="3316">
                  <c:v>1009.8</c:v>
                </c:pt>
                <c:pt idx="3317">
                  <c:v>1009.8</c:v>
                </c:pt>
                <c:pt idx="3318">
                  <c:v>1009.8</c:v>
                </c:pt>
                <c:pt idx="3319">
                  <c:v>1009.8</c:v>
                </c:pt>
                <c:pt idx="3320">
                  <c:v>1009.8</c:v>
                </c:pt>
                <c:pt idx="3321">
                  <c:v>1009.8</c:v>
                </c:pt>
                <c:pt idx="3322">
                  <c:v>1009.8</c:v>
                </c:pt>
                <c:pt idx="3323">
                  <c:v>1005</c:v>
                </c:pt>
                <c:pt idx="3324">
                  <c:v>1005</c:v>
                </c:pt>
                <c:pt idx="3325">
                  <c:v>1005</c:v>
                </c:pt>
                <c:pt idx="3326">
                  <c:v>1005</c:v>
                </c:pt>
                <c:pt idx="3327">
                  <c:v>1005</c:v>
                </c:pt>
                <c:pt idx="3328">
                  <c:v>1005</c:v>
                </c:pt>
                <c:pt idx="3329">
                  <c:v>1005</c:v>
                </c:pt>
                <c:pt idx="3330">
                  <c:v>1005</c:v>
                </c:pt>
                <c:pt idx="3331">
                  <c:v>1012.2</c:v>
                </c:pt>
                <c:pt idx="3332">
                  <c:v>1017</c:v>
                </c:pt>
                <c:pt idx="3333">
                  <c:v>1017</c:v>
                </c:pt>
                <c:pt idx="3334">
                  <c:v>1017</c:v>
                </c:pt>
                <c:pt idx="3335">
                  <c:v>1017</c:v>
                </c:pt>
                <c:pt idx="3336">
                  <c:v>1017</c:v>
                </c:pt>
                <c:pt idx="3337">
                  <c:v>1017</c:v>
                </c:pt>
                <c:pt idx="3338">
                  <c:v>1077</c:v>
                </c:pt>
                <c:pt idx="3339">
                  <c:v>1077</c:v>
                </c:pt>
                <c:pt idx="3340">
                  <c:v>1077</c:v>
                </c:pt>
                <c:pt idx="3341">
                  <c:v>1077</c:v>
                </c:pt>
                <c:pt idx="3342">
                  <c:v>1077</c:v>
                </c:pt>
                <c:pt idx="3343">
                  <c:v>1077</c:v>
                </c:pt>
                <c:pt idx="3344">
                  <c:v>1069.8</c:v>
                </c:pt>
                <c:pt idx="3345">
                  <c:v>1069.8</c:v>
                </c:pt>
                <c:pt idx="3346">
                  <c:v>1069.8</c:v>
                </c:pt>
                <c:pt idx="3347">
                  <c:v>1069.8</c:v>
                </c:pt>
                <c:pt idx="3348">
                  <c:v>1069.8</c:v>
                </c:pt>
                <c:pt idx="3349">
                  <c:v>1069.8</c:v>
                </c:pt>
                <c:pt idx="3350">
                  <c:v>1069.8</c:v>
                </c:pt>
                <c:pt idx="3351">
                  <c:v>1069.8</c:v>
                </c:pt>
                <c:pt idx="3352">
                  <c:v>1069.8</c:v>
                </c:pt>
                <c:pt idx="3353">
                  <c:v>1069.8</c:v>
                </c:pt>
                <c:pt idx="3354">
                  <c:v>1069.8</c:v>
                </c:pt>
                <c:pt idx="3355">
                  <c:v>1069.8</c:v>
                </c:pt>
                <c:pt idx="3356">
                  <c:v>1069.8</c:v>
                </c:pt>
                <c:pt idx="3357">
                  <c:v>1077</c:v>
                </c:pt>
                <c:pt idx="3358">
                  <c:v>1077</c:v>
                </c:pt>
                <c:pt idx="3359">
                  <c:v>1144.2</c:v>
                </c:pt>
                <c:pt idx="3360">
                  <c:v>1144.2</c:v>
                </c:pt>
                <c:pt idx="3361">
                  <c:v>1144.2</c:v>
                </c:pt>
                <c:pt idx="3362">
                  <c:v>1144.2</c:v>
                </c:pt>
                <c:pt idx="3363">
                  <c:v>1144.2</c:v>
                </c:pt>
                <c:pt idx="3364">
                  <c:v>1156.2</c:v>
                </c:pt>
                <c:pt idx="3365">
                  <c:v>1156.2</c:v>
                </c:pt>
                <c:pt idx="3366">
                  <c:v>1155</c:v>
                </c:pt>
                <c:pt idx="3367">
                  <c:v>1149</c:v>
                </c:pt>
                <c:pt idx="3368">
                  <c:v>1149</c:v>
                </c:pt>
                <c:pt idx="3369">
                  <c:v>1149</c:v>
                </c:pt>
                <c:pt idx="3370">
                  <c:v>1149</c:v>
                </c:pt>
                <c:pt idx="3371">
                  <c:v>1137</c:v>
                </c:pt>
                <c:pt idx="3372">
                  <c:v>1137</c:v>
                </c:pt>
                <c:pt idx="3373">
                  <c:v>1125</c:v>
                </c:pt>
                <c:pt idx="3374">
                  <c:v>1128</c:v>
                </c:pt>
                <c:pt idx="3375">
                  <c:v>1128</c:v>
                </c:pt>
                <c:pt idx="3376">
                  <c:v>1128</c:v>
                </c:pt>
                <c:pt idx="3377">
                  <c:v>1128</c:v>
                </c:pt>
                <c:pt idx="3378">
                  <c:v>1128</c:v>
                </c:pt>
                <c:pt idx="3379">
                  <c:v>1140</c:v>
                </c:pt>
                <c:pt idx="3380">
                  <c:v>1152</c:v>
                </c:pt>
                <c:pt idx="3381">
                  <c:v>1152</c:v>
                </c:pt>
                <c:pt idx="3382">
                  <c:v>1152</c:v>
                </c:pt>
                <c:pt idx="3383">
                  <c:v>1152</c:v>
                </c:pt>
                <c:pt idx="3384">
                  <c:v>1152</c:v>
                </c:pt>
                <c:pt idx="3385">
                  <c:v>1152</c:v>
                </c:pt>
                <c:pt idx="3386">
                  <c:v>1152</c:v>
                </c:pt>
                <c:pt idx="3387">
                  <c:v>1152</c:v>
                </c:pt>
                <c:pt idx="3388">
                  <c:v>1152</c:v>
                </c:pt>
                <c:pt idx="3389">
                  <c:v>1152</c:v>
                </c:pt>
                <c:pt idx="3390">
                  <c:v>1152</c:v>
                </c:pt>
                <c:pt idx="3391">
                  <c:v>1164</c:v>
                </c:pt>
                <c:pt idx="3392">
                  <c:v>1164</c:v>
                </c:pt>
                <c:pt idx="3393">
                  <c:v>1164</c:v>
                </c:pt>
                <c:pt idx="3394">
                  <c:v>1164</c:v>
                </c:pt>
                <c:pt idx="3395">
                  <c:v>1164</c:v>
                </c:pt>
                <c:pt idx="3396">
                  <c:v>1176</c:v>
                </c:pt>
                <c:pt idx="3397">
                  <c:v>1176</c:v>
                </c:pt>
                <c:pt idx="3398">
                  <c:v>1176</c:v>
                </c:pt>
                <c:pt idx="3399">
                  <c:v>1176</c:v>
                </c:pt>
                <c:pt idx="3400">
                  <c:v>1176</c:v>
                </c:pt>
                <c:pt idx="3401">
                  <c:v>1176</c:v>
                </c:pt>
                <c:pt idx="3402">
                  <c:v>1168.8</c:v>
                </c:pt>
                <c:pt idx="3403">
                  <c:v>1164</c:v>
                </c:pt>
                <c:pt idx="3404">
                  <c:v>1164</c:v>
                </c:pt>
                <c:pt idx="3405">
                  <c:v>1164</c:v>
                </c:pt>
                <c:pt idx="3406">
                  <c:v>1156.8</c:v>
                </c:pt>
                <c:pt idx="3407">
                  <c:v>1156.8</c:v>
                </c:pt>
                <c:pt idx="3408">
                  <c:v>1152</c:v>
                </c:pt>
                <c:pt idx="3409">
                  <c:v>1152</c:v>
                </c:pt>
                <c:pt idx="3410">
                  <c:v>1152</c:v>
                </c:pt>
                <c:pt idx="3411">
                  <c:v>1152</c:v>
                </c:pt>
                <c:pt idx="3412">
                  <c:v>1152</c:v>
                </c:pt>
                <c:pt idx="3413">
                  <c:v>1152</c:v>
                </c:pt>
                <c:pt idx="3414">
                  <c:v>1164</c:v>
                </c:pt>
                <c:pt idx="3415">
                  <c:v>1164</c:v>
                </c:pt>
                <c:pt idx="3416">
                  <c:v>1164</c:v>
                </c:pt>
                <c:pt idx="3417">
                  <c:v>1119</c:v>
                </c:pt>
                <c:pt idx="3418">
                  <c:v>1119</c:v>
                </c:pt>
                <c:pt idx="3419">
                  <c:v>1119</c:v>
                </c:pt>
                <c:pt idx="3420">
                  <c:v>1119</c:v>
                </c:pt>
                <c:pt idx="3421">
                  <c:v>1119</c:v>
                </c:pt>
                <c:pt idx="3422">
                  <c:v>1111.8</c:v>
                </c:pt>
                <c:pt idx="3423">
                  <c:v>1111.8</c:v>
                </c:pt>
                <c:pt idx="3424">
                  <c:v>1099.8</c:v>
                </c:pt>
                <c:pt idx="3425">
                  <c:v>1099.8</c:v>
                </c:pt>
                <c:pt idx="3426">
                  <c:v>1099.8</c:v>
                </c:pt>
                <c:pt idx="3427">
                  <c:v>1092.5999999999999</c:v>
                </c:pt>
                <c:pt idx="3428">
                  <c:v>1087.8</c:v>
                </c:pt>
                <c:pt idx="3429">
                  <c:v>1083</c:v>
                </c:pt>
                <c:pt idx="3430">
                  <c:v>1083</c:v>
                </c:pt>
                <c:pt idx="3431">
                  <c:v>1075.8</c:v>
                </c:pt>
                <c:pt idx="3432">
                  <c:v>1075.8</c:v>
                </c:pt>
                <c:pt idx="3433">
                  <c:v>1075.8</c:v>
                </c:pt>
                <c:pt idx="3434">
                  <c:v>1075.8</c:v>
                </c:pt>
                <c:pt idx="3435">
                  <c:v>1075.8</c:v>
                </c:pt>
                <c:pt idx="3436">
                  <c:v>1075.8</c:v>
                </c:pt>
                <c:pt idx="3437">
                  <c:v>1075.8</c:v>
                </c:pt>
                <c:pt idx="3438">
                  <c:v>1075.8</c:v>
                </c:pt>
                <c:pt idx="3439">
                  <c:v>1075.8</c:v>
                </c:pt>
                <c:pt idx="3440">
                  <c:v>1075.8</c:v>
                </c:pt>
                <c:pt idx="3441">
                  <c:v>1075.8</c:v>
                </c:pt>
                <c:pt idx="3442">
                  <c:v>1063.8</c:v>
                </c:pt>
                <c:pt idx="3443">
                  <c:v>1051.8</c:v>
                </c:pt>
                <c:pt idx="3444">
                  <c:v>1047</c:v>
                </c:pt>
                <c:pt idx="3445">
                  <c:v>1042.2</c:v>
                </c:pt>
                <c:pt idx="3446">
                  <c:v>1042.2</c:v>
                </c:pt>
                <c:pt idx="3447">
                  <c:v>1042.2</c:v>
                </c:pt>
                <c:pt idx="3448">
                  <c:v>1144.2</c:v>
                </c:pt>
                <c:pt idx="3449">
                  <c:v>974.2</c:v>
                </c:pt>
                <c:pt idx="3450">
                  <c:v>974.2</c:v>
                </c:pt>
                <c:pt idx="3451">
                  <c:v>974.2</c:v>
                </c:pt>
                <c:pt idx="3452">
                  <c:v>974.2</c:v>
                </c:pt>
                <c:pt idx="3453">
                  <c:v>974.2</c:v>
                </c:pt>
                <c:pt idx="3454">
                  <c:v>974.2</c:v>
                </c:pt>
                <c:pt idx="3455">
                  <c:v>1025.2</c:v>
                </c:pt>
                <c:pt idx="3456">
                  <c:v>1025.2</c:v>
                </c:pt>
                <c:pt idx="3457">
                  <c:v>1025.2</c:v>
                </c:pt>
                <c:pt idx="3458">
                  <c:v>1025.2</c:v>
                </c:pt>
                <c:pt idx="3459">
                  <c:v>1025.2</c:v>
                </c:pt>
                <c:pt idx="3460">
                  <c:v>1025.2</c:v>
                </c:pt>
                <c:pt idx="3461">
                  <c:v>1025.2</c:v>
                </c:pt>
                <c:pt idx="3462">
                  <c:v>1042.2</c:v>
                </c:pt>
                <c:pt idx="3463">
                  <c:v>1042.2</c:v>
                </c:pt>
                <c:pt idx="3464">
                  <c:v>1042.2</c:v>
                </c:pt>
                <c:pt idx="3465">
                  <c:v>1042.2</c:v>
                </c:pt>
                <c:pt idx="3466">
                  <c:v>1042.2</c:v>
                </c:pt>
                <c:pt idx="3467">
                  <c:v>1042.2</c:v>
                </c:pt>
                <c:pt idx="3468">
                  <c:v>1042.2</c:v>
                </c:pt>
                <c:pt idx="3469">
                  <c:v>1117.2</c:v>
                </c:pt>
                <c:pt idx="3470">
                  <c:v>1117.2</c:v>
                </c:pt>
                <c:pt idx="3471">
                  <c:v>1117.2</c:v>
                </c:pt>
                <c:pt idx="3472">
                  <c:v>1117.2</c:v>
                </c:pt>
                <c:pt idx="3473">
                  <c:v>1117.2</c:v>
                </c:pt>
                <c:pt idx="3474">
                  <c:v>1117.2</c:v>
                </c:pt>
                <c:pt idx="3475">
                  <c:v>1117.2</c:v>
                </c:pt>
                <c:pt idx="3476">
                  <c:v>1129.2</c:v>
                </c:pt>
                <c:pt idx="3477">
                  <c:v>1136.4000000000001</c:v>
                </c:pt>
                <c:pt idx="3478">
                  <c:v>1146</c:v>
                </c:pt>
                <c:pt idx="3479">
                  <c:v>1146</c:v>
                </c:pt>
                <c:pt idx="3480">
                  <c:v>1155.5999999999999</c:v>
                </c:pt>
                <c:pt idx="3481">
                  <c:v>1155.5999999999999</c:v>
                </c:pt>
                <c:pt idx="3482">
                  <c:v>1155.5999999999999</c:v>
                </c:pt>
                <c:pt idx="3483">
                  <c:v>1155.5999999999999</c:v>
                </c:pt>
                <c:pt idx="3484">
                  <c:v>1155.5999999999999</c:v>
                </c:pt>
                <c:pt idx="3485">
                  <c:v>1167.5999999999999</c:v>
                </c:pt>
                <c:pt idx="3486">
                  <c:v>1219.8</c:v>
                </c:pt>
                <c:pt idx="3487">
                  <c:v>1219.8</c:v>
                </c:pt>
                <c:pt idx="3488">
                  <c:v>1219.8</c:v>
                </c:pt>
                <c:pt idx="3489">
                  <c:v>1219.8</c:v>
                </c:pt>
                <c:pt idx="3490">
                  <c:v>1219.8</c:v>
                </c:pt>
                <c:pt idx="3491">
                  <c:v>1219.8</c:v>
                </c:pt>
                <c:pt idx="3492">
                  <c:v>1219.8</c:v>
                </c:pt>
                <c:pt idx="3493">
                  <c:v>1215</c:v>
                </c:pt>
                <c:pt idx="3494">
                  <c:v>1215</c:v>
                </c:pt>
                <c:pt idx="3495">
                  <c:v>1215</c:v>
                </c:pt>
                <c:pt idx="3496">
                  <c:v>1215</c:v>
                </c:pt>
                <c:pt idx="3497">
                  <c:v>935</c:v>
                </c:pt>
                <c:pt idx="3498">
                  <c:v>942.2</c:v>
                </c:pt>
                <c:pt idx="3499">
                  <c:v>942.2</c:v>
                </c:pt>
                <c:pt idx="3500">
                  <c:v>942.2</c:v>
                </c:pt>
                <c:pt idx="3501">
                  <c:v>792.2</c:v>
                </c:pt>
                <c:pt idx="3502">
                  <c:v>792.2</c:v>
                </c:pt>
                <c:pt idx="3503">
                  <c:v>792.2</c:v>
                </c:pt>
                <c:pt idx="3504">
                  <c:v>804.2</c:v>
                </c:pt>
                <c:pt idx="3505">
                  <c:v>804.2</c:v>
                </c:pt>
                <c:pt idx="3506">
                  <c:v>804.2</c:v>
                </c:pt>
                <c:pt idx="3507">
                  <c:v>804.2</c:v>
                </c:pt>
                <c:pt idx="3508">
                  <c:v>804.2</c:v>
                </c:pt>
                <c:pt idx="3509">
                  <c:v>804.2</c:v>
                </c:pt>
                <c:pt idx="3510">
                  <c:v>804.2</c:v>
                </c:pt>
                <c:pt idx="3511">
                  <c:v>804.2</c:v>
                </c:pt>
                <c:pt idx="3512">
                  <c:v>804.2</c:v>
                </c:pt>
                <c:pt idx="3513">
                  <c:v>809</c:v>
                </c:pt>
                <c:pt idx="3514">
                  <c:v>809</c:v>
                </c:pt>
                <c:pt idx="3515">
                  <c:v>816.2</c:v>
                </c:pt>
                <c:pt idx="3516">
                  <c:v>816.2</c:v>
                </c:pt>
                <c:pt idx="3517">
                  <c:v>816.2</c:v>
                </c:pt>
                <c:pt idx="3518">
                  <c:v>821</c:v>
                </c:pt>
                <c:pt idx="3519">
                  <c:v>821</c:v>
                </c:pt>
                <c:pt idx="3520">
                  <c:v>828.2</c:v>
                </c:pt>
                <c:pt idx="3521">
                  <c:v>833</c:v>
                </c:pt>
                <c:pt idx="3522">
                  <c:v>833</c:v>
                </c:pt>
                <c:pt idx="3523">
                  <c:v>833</c:v>
                </c:pt>
                <c:pt idx="3524">
                  <c:v>833</c:v>
                </c:pt>
                <c:pt idx="3525">
                  <c:v>833</c:v>
                </c:pt>
                <c:pt idx="3526">
                  <c:v>833</c:v>
                </c:pt>
                <c:pt idx="3527">
                  <c:v>833</c:v>
                </c:pt>
                <c:pt idx="3528">
                  <c:v>833</c:v>
                </c:pt>
                <c:pt idx="3529">
                  <c:v>833</c:v>
                </c:pt>
                <c:pt idx="3530">
                  <c:v>833</c:v>
                </c:pt>
                <c:pt idx="3531">
                  <c:v>833</c:v>
                </c:pt>
                <c:pt idx="3532">
                  <c:v>833</c:v>
                </c:pt>
                <c:pt idx="3533">
                  <c:v>833</c:v>
                </c:pt>
                <c:pt idx="3534">
                  <c:v>833</c:v>
                </c:pt>
                <c:pt idx="3535">
                  <c:v>833</c:v>
                </c:pt>
                <c:pt idx="3536">
                  <c:v>833</c:v>
                </c:pt>
                <c:pt idx="3537">
                  <c:v>833</c:v>
                </c:pt>
                <c:pt idx="3538">
                  <c:v>833</c:v>
                </c:pt>
                <c:pt idx="3539">
                  <c:v>833</c:v>
                </c:pt>
                <c:pt idx="3540">
                  <c:v>825.8</c:v>
                </c:pt>
                <c:pt idx="3541">
                  <c:v>825.8</c:v>
                </c:pt>
                <c:pt idx="3542">
                  <c:v>825.8</c:v>
                </c:pt>
                <c:pt idx="3543">
                  <c:v>821</c:v>
                </c:pt>
                <c:pt idx="3544">
                  <c:v>821</c:v>
                </c:pt>
                <c:pt idx="3545">
                  <c:v>821</c:v>
                </c:pt>
                <c:pt idx="3546">
                  <c:v>813.8</c:v>
                </c:pt>
                <c:pt idx="3547">
                  <c:v>806.6</c:v>
                </c:pt>
                <c:pt idx="3548">
                  <c:v>806.6</c:v>
                </c:pt>
                <c:pt idx="3549">
                  <c:v>851.6</c:v>
                </c:pt>
                <c:pt idx="3550">
                  <c:v>846.8</c:v>
                </c:pt>
                <c:pt idx="3551">
                  <c:v>846.8</c:v>
                </c:pt>
                <c:pt idx="3552">
                  <c:v>846.8</c:v>
                </c:pt>
                <c:pt idx="3553">
                  <c:v>842</c:v>
                </c:pt>
                <c:pt idx="3554">
                  <c:v>842</c:v>
                </c:pt>
                <c:pt idx="3555">
                  <c:v>842</c:v>
                </c:pt>
                <c:pt idx="3556">
                  <c:v>842</c:v>
                </c:pt>
                <c:pt idx="3557">
                  <c:v>842</c:v>
                </c:pt>
                <c:pt idx="3558">
                  <c:v>842</c:v>
                </c:pt>
                <c:pt idx="3559">
                  <c:v>842</c:v>
                </c:pt>
                <c:pt idx="3560">
                  <c:v>861.2</c:v>
                </c:pt>
                <c:pt idx="3561">
                  <c:v>861.2</c:v>
                </c:pt>
                <c:pt idx="3562">
                  <c:v>868.4</c:v>
                </c:pt>
                <c:pt idx="3563">
                  <c:v>868.4</c:v>
                </c:pt>
                <c:pt idx="3564">
                  <c:v>878</c:v>
                </c:pt>
                <c:pt idx="3565">
                  <c:v>878</c:v>
                </c:pt>
                <c:pt idx="3566">
                  <c:v>878</c:v>
                </c:pt>
                <c:pt idx="3567">
                  <c:v>885.2</c:v>
                </c:pt>
                <c:pt idx="3568">
                  <c:v>885.2</c:v>
                </c:pt>
                <c:pt idx="3569">
                  <c:v>885.2</c:v>
                </c:pt>
                <c:pt idx="3570">
                  <c:v>885.2</c:v>
                </c:pt>
                <c:pt idx="3571">
                  <c:v>885.2</c:v>
                </c:pt>
                <c:pt idx="3572">
                  <c:v>885.2</c:v>
                </c:pt>
                <c:pt idx="3573">
                  <c:v>885.2</c:v>
                </c:pt>
                <c:pt idx="3574">
                  <c:v>885.2</c:v>
                </c:pt>
                <c:pt idx="3575">
                  <c:v>885.2</c:v>
                </c:pt>
                <c:pt idx="3576">
                  <c:v>885.2</c:v>
                </c:pt>
                <c:pt idx="3577">
                  <c:v>892.4</c:v>
                </c:pt>
                <c:pt idx="3578">
                  <c:v>892.4</c:v>
                </c:pt>
                <c:pt idx="3579">
                  <c:v>892.4</c:v>
                </c:pt>
                <c:pt idx="3580">
                  <c:v>892.4</c:v>
                </c:pt>
                <c:pt idx="3581">
                  <c:v>885.2</c:v>
                </c:pt>
                <c:pt idx="3582">
                  <c:v>885.2</c:v>
                </c:pt>
                <c:pt idx="3583">
                  <c:v>878</c:v>
                </c:pt>
                <c:pt idx="3584">
                  <c:v>878</c:v>
                </c:pt>
                <c:pt idx="3585">
                  <c:v>912</c:v>
                </c:pt>
                <c:pt idx="3586">
                  <c:v>912</c:v>
                </c:pt>
                <c:pt idx="3587">
                  <c:v>912</c:v>
                </c:pt>
                <c:pt idx="3588">
                  <c:v>904.8</c:v>
                </c:pt>
                <c:pt idx="3589">
                  <c:v>904.8</c:v>
                </c:pt>
                <c:pt idx="3590">
                  <c:v>904.8</c:v>
                </c:pt>
                <c:pt idx="3591">
                  <c:v>904.8</c:v>
                </c:pt>
                <c:pt idx="3592">
                  <c:v>904.8</c:v>
                </c:pt>
                <c:pt idx="3593">
                  <c:v>904.8</c:v>
                </c:pt>
                <c:pt idx="3594">
                  <c:v>904.8</c:v>
                </c:pt>
                <c:pt idx="3595">
                  <c:v>904.8</c:v>
                </c:pt>
                <c:pt idx="3596">
                  <c:v>904.8</c:v>
                </c:pt>
                <c:pt idx="3597">
                  <c:v>897.6</c:v>
                </c:pt>
                <c:pt idx="3598">
                  <c:v>897.6</c:v>
                </c:pt>
                <c:pt idx="3599">
                  <c:v>897.6</c:v>
                </c:pt>
                <c:pt idx="3600">
                  <c:v>897.6</c:v>
                </c:pt>
                <c:pt idx="3601">
                  <c:v>897.6</c:v>
                </c:pt>
                <c:pt idx="3602">
                  <c:v>888</c:v>
                </c:pt>
                <c:pt idx="3603">
                  <c:v>888</c:v>
                </c:pt>
                <c:pt idx="3604">
                  <c:v>888</c:v>
                </c:pt>
                <c:pt idx="3605">
                  <c:v>888</c:v>
                </c:pt>
                <c:pt idx="3606">
                  <c:v>888</c:v>
                </c:pt>
                <c:pt idx="3607">
                  <c:v>888</c:v>
                </c:pt>
                <c:pt idx="3608">
                  <c:v>888</c:v>
                </c:pt>
                <c:pt idx="3609">
                  <c:v>876</c:v>
                </c:pt>
                <c:pt idx="3610">
                  <c:v>876</c:v>
                </c:pt>
                <c:pt idx="3611">
                  <c:v>876</c:v>
                </c:pt>
                <c:pt idx="3612">
                  <c:v>876</c:v>
                </c:pt>
                <c:pt idx="3613">
                  <c:v>876</c:v>
                </c:pt>
                <c:pt idx="3614">
                  <c:v>876</c:v>
                </c:pt>
                <c:pt idx="3615">
                  <c:v>876</c:v>
                </c:pt>
                <c:pt idx="3616">
                  <c:v>876</c:v>
                </c:pt>
                <c:pt idx="3617">
                  <c:v>876</c:v>
                </c:pt>
                <c:pt idx="3618">
                  <c:v>876</c:v>
                </c:pt>
                <c:pt idx="3619">
                  <c:v>876</c:v>
                </c:pt>
                <c:pt idx="3620">
                  <c:v>876</c:v>
                </c:pt>
                <c:pt idx="3621">
                  <c:v>876</c:v>
                </c:pt>
                <c:pt idx="3622">
                  <c:v>876</c:v>
                </c:pt>
                <c:pt idx="3623">
                  <c:v>786</c:v>
                </c:pt>
                <c:pt idx="3624">
                  <c:v>786</c:v>
                </c:pt>
                <c:pt idx="3625">
                  <c:v>786</c:v>
                </c:pt>
                <c:pt idx="3626">
                  <c:v>786</c:v>
                </c:pt>
                <c:pt idx="3627">
                  <c:v>786</c:v>
                </c:pt>
                <c:pt idx="3628">
                  <c:v>786</c:v>
                </c:pt>
                <c:pt idx="3629">
                  <c:v>786</c:v>
                </c:pt>
                <c:pt idx="3630">
                  <c:v>786</c:v>
                </c:pt>
                <c:pt idx="3631">
                  <c:v>786</c:v>
                </c:pt>
                <c:pt idx="3632">
                  <c:v>786</c:v>
                </c:pt>
                <c:pt idx="3633">
                  <c:v>786</c:v>
                </c:pt>
                <c:pt idx="3634">
                  <c:v>786</c:v>
                </c:pt>
                <c:pt idx="3635">
                  <c:v>786</c:v>
                </c:pt>
                <c:pt idx="3636">
                  <c:v>786</c:v>
                </c:pt>
                <c:pt idx="3637">
                  <c:v>774</c:v>
                </c:pt>
                <c:pt idx="3638">
                  <c:v>774</c:v>
                </c:pt>
                <c:pt idx="3639">
                  <c:v>774</c:v>
                </c:pt>
                <c:pt idx="3640">
                  <c:v>774</c:v>
                </c:pt>
                <c:pt idx="3641">
                  <c:v>774</c:v>
                </c:pt>
                <c:pt idx="3642">
                  <c:v>774</c:v>
                </c:pt>
                <c:pt idx="3643">
                  <c:v>774</c:v>
                </c:pt>
                <c:pt idx="3644">
                  <c:v>774</c:v>
                </c:pt>
                <c:pt idx="3645">
                  <c:v>781.2</c:v>
                </c:pt>
                <c:pt idx="3646">
                  <c:v>781.2</c:v>
                </c:pt>
                <c:pt idx="3647">
                  <c:v>781.2</c:v>
                </c:pt>
                <c:pt idx="3648">
                  <c:v>781.2</c:v>
                </c:pt>
                <c:pt idx="3649">
                  <c:v>781.2</c:v>
                </c:pt>
                <c:pt idx="3650">
                  <c:v>781.2</c:v>
                </c:pt>
                <c:pt idx="3651">
                  <c:v>774</c:v>
                </c:pt>
                <c:pt idx="3652">
                  <c:v>766.8</c:v>
                </c:pt>
                <c:pt idx="3653">
                  <c:v>759.6</c:v>
                </c:pt>
                <c:pt idx="3654">
                  <c:v>750</c:v>
                </c:pt>
                <c:pt idx="3655">
                  <c:v>750</c:v>
                </c:pt>
                <c:pt idx="3656">
                  <c:v>750</c:v>
                </c:pt>
                <c:pt idx="3657">
                  <c:v>750</c:v>
                </c:pt>
                <c:pt idx="3658">
                  <c:v>721.2</c:v>
                </c:pt>
                <c:pt idx="3659">
                  <c:v>721.2</c:v>
                </c:pt>
                <c:pt idx="3660">
                  <c:v>721.2</c:v>
                </c:pt>
                <c:pt idx="3661">
                  <c:v>711.6</c:v>
                </c:pt>
                <c:pt idx="3662">
                  <c:v>711.6</c:v>
                </c:pt>
                <c:pt idx="3663">
                  <c:v>711.6</c:v>
                </c:pt>
                <c:pt idx="3664">
                  <c:v>711.6</c:v>
                </c:pt>
                <c:pt idx="3665">
                  <c:v>692.4</c:v>
                </c:pt>
                <c:pt idx="3666">
                  <c:v>742.4</c:v>
                </c:pt>
                <c:pt idx="3667">
                  <c:v>742.4</c:v>
                </c:pt>
                <c:pt idx="3668">
                  <c:v>742.4</c:v>
                </c:pt>
                <c:pt idx="3669">
                  <c:v>742.4</c:v>
                </c:pt>
                <c:pt idx="3670">
                  <c:v>742.4</c:v>
                </c:pt>
                <c:pt idx="3671">
                  <c:v>742.4</c:v>
                </c:pt>
                <c:pt idx="3672">
                  <c:v>720.8</c:v>
                </c:pt>
                <c:pt idx="3673">
                  <c:v>720.8</c:v>
                </c:pt>
                <c:pt idx="3674">
                  <c:v>720.8</c:v>
                </c:pt>
                <c:pt idx="3675">
                  <c:v>720.8</c:v>
                </c:pt>
                <c:pt idx="3676">
                  <c:v>708.8</c:v>
                </c:pt>
                <c:pt idx="3677">
                  <c:v>708.8</c:v>
                </c:pt>
                <c:pt idx="3678">
                  <c:v>708.8</c:v>
                </c:pt>
                <c:pt idx="3679">
                  <c:v>708.8</c:v>
                </c:pt>
                <c:pt idx="3680">
                  <c:v>708.8</c:v>
                </c:pt>
                <c:pt idx="3681">
                  <c:v>716</c:v>
                </c:pt>
                <c:pt idx="3682">
                  <c:v>723.2</c:v>
                </c:pt>
                <c:pt idx="3683">
                  <c:v>723.2</c:v>
                </c:pt>
                <c:pt idx="3684">
                  <c:v>723.2</c:v>
                </c:pt>
                <c:pt idx="3685">
                  <c:v>723.2</c:v>
                </c:pt>
                <c:pt idx="3686">
                  <c:v>723.2</c:v>
                </c:pt>
                <c:pt idx="3687">
                  <c:v>723.2</c:v>
                </c:pt>
                <c:pt idx="3688">
                  <c:v>873.2</c:v>
                </c:pt>
                <c:pt idx="3689">
                  <c:v>873.2</c:v>
                </c:pt>
                <c:pt idx="3690">
                  <c:v>866</c:v>
                </c:pt>
                <c:pt idx="3691">
                  <c:v>866</c:v>
                </c:pt>
                <c:pt idx="3692">
                  <c:v>866</c:v>
                </c:pt>
                <c:pt idx="3693">
                  <c:v>854</c:v>
                </c:pt>
                <c:pt idx="3694">
                  <c:v>854</c:v>
                </c:pt>
                <c:pt idx="3695">
                  <c:v>854</c:v>
                </c:pt>
                <c:pt idx="3696">
                  <c:v>904</c:v>
                </c:pt>
                <c:pt idx="3697">
                  <c:v>904</c:v>
                </c:pt>
                <c:pt idx="3698">
                  <c:v>904</c:v>
                </c:pt>
                <c:pt idx="3699">
                  <c:v>904</c:v>
                </c:pt>
                <c:pt idx="3700">
                  <c:v>856</c:v>
                </c:pt>
                <c:pt idx="3701">
                  <c:v>800.8</c:v>
                </c:pt>
                <c:pt idx="3702">
                  <c:v>800.8</c:v>
                </c:pt>
                <c:pt idx="3703">
                  <c:v>812.8</c:v>
                </c:pt>
                <c:pt idx="3704">
                  <c:v>812.8</c:v>
                </c:pt>
                <c:pt idx="3705">
                  <c:v>812.8</c:v>
                </c:pt>
                <c:pt idx="3706">
                  <c:v>812.8</c:v>
                </c:pt>
                <c:pt idx="3707">
                  <c:v>812.8</c:v>
                </c:pt>
                <c:pt idx="3708">
                  <c:v>812.8</c:v>
                </c:pt>
                <c:pt idx="3709">
                  <c:v>808</c:v>
                </c:pt>
                <c:pt idx="3710">
                  <c:v>808</c:v>
                </c:pt>
                <c:pt idx="3711">
                  <c:v>803.2</c:v>
                </c:pt>
                <c:pt idx="3712">
                  <c:v>803.2</c:v>
                </c:pt>
                <c:pt idx="3713">
                  <c:v>803.2</c:v>
                </c:pt>
                <c:pt idx="3714">
                  <c:v>803.2</c:v>
                </c:pt>
                <c:pt idx="3715">
                  <c:v>803.2</c:v>
                </c:pt>
                <c:pt idx="3716">
                  <c:v>803.2</c:v>
                </c:pt>
                <c:pt idx="3717">
                  <c:v>803.2</c:v>
                </c:pt>
                <c:pt idx="3718">
                  <c:v>803.2</c:v>
                </c:pt>
                <c:pt idx="3719">
                  <c:v>803.2</c:v>
                </c:pt>
                <c:pt idx="3720">
                  <c:v>803.2</c:v>
                </c:pt>
                <c:pt idx="3721">
                  <c:v>803.2</c:v>
                </c:pt>
                <c:pt idx="3722">
                  <c:v>796</c:v>
                </c:pt>
                <c:pt idx="3723">
                  <c:v>796</c:v>
                </c:pt>
                <c:pt idx="3724">
                  <c:v>796</c:v>
                </c:pt>
                <c:pt idx="3725">
                  <c:v>796</c:v>
                </c:pt>
                <c:pt idx="3726">
                  <c:v>796</c:v>
                </c:pt>
                <c:pt idx="3727">
                  <c:v>796</c:v>
                </c:pt>
                <c:pt idx="3728">
                  <c:v>788.8</c:v>
                </c:pt>
                <c:pt idx="3729">
                  <c:v>788.8</c:v>
                </c:pt>
                <c:pt idx="3730">
                  <c:v>788.8</c:v>
                </c:pt>
                <c:pt idx="3731">
                  <c:v>784</c:v>
                </c:pt>
                <c:pt idx="3732">
                  <c:v>772</c:v>
                </c:pt>
                <c:pt idx="3733">
                  <c:v>772</c:v>
                </c:pt>
                <c:pt idx="3734">
                  <c:v>772</c:v>
                </c:pt>
                <c:pt idx="3735">
                  <c:v>1022</c:v>
                </c:pt>
                <c:pt idx="3736">
                  <c:v>1022</c:v>
                </c:pt>
                <c:pt idx="3737">
                  <c:v>1022</c:v>
                </c:pt>
                <c:pt idx="3738">
                  <c:v>1022</c:v>
                </c:pt>
                <c:pt idx="3739">
                  <c:v>1022</c:v>
                </c:pt>
                <c:pt idx="3740">
                  <c:v>1022</c:v>
                </c:pt>
                <c:pt idx="3741">
                  <c:v>1022</c:v>
                </c:pt>
                <c:pt idx="3742">
                  <c:v>1022</c:v>
                </c:pt>
                <c:pt idx="3743">
                  <c:v>1022</c:v>
                </c:pt>
                <c:pt idx="3744">
                  <c:v>1022</c:v>
                </c:pt>
                <c:pt idx="3745">
                  <c:v>1022</c:v>
                </c:pt>
                <c:pt idx="3746">
                  <c:v>1010</c:v>
                </c:pt>
                <c:pt idx="3747">
                  <c:v>986</c:v>
                </c:pt>
                <c:pt idx="3748">
                  <c:v>986</c:v>
                </c:pt>
                <c:pt idx="3749">
                  <c:v>986</c:v>
                </c:pt>
                <c:pt idx="3750">
                  <c:v>986</c:v>
                </c:pt>
                <c:pt idx="3751">
                  <c:v>978.8</c:v>
                </c:pt>
                <c:pt idx="3752">
                  <c:v>974</c:v>
                </c:pt>
                <c:pt idx="3753">
                  <c:v>974</c:v>
                </c:pt>
                <c:pt idx="3754">
                  <c:v>974</c:v>
                </c:pt>
                <c:pt idx="3755">
                  <c:v>974</c:v>
                </c:pt>
                <c:pt idx="3756">
                  <c:v>824</c:v>
                </c:pt>
                <c:pt idx="3757">
                  <c:v>824</c:v>
                </c:pt>
                <c:pt idx="3758">
                  <c:v>824</c:v>
                </c:pt>
                <c:pt idx="3759">
                  <c:v>824</c:v>
                </c:pt>
                <c:pt idx="3760">
                  <c:v>824</c:v>
                </c:pt>
                <c:pt idx="3761">
                  <c:v>824</c:v>
                </c:pt>
                <c:pt idx="3762">
                  <c:v>824</c:v>
                </c:pt>
                <c:pt idx="3763">
                  <c:v>824</c:v>
                </c:pt>
                <c:pt idx="3764">
                  <c:v>816.8</c:v>
                </c:pt>
                <c:pt idx="3765">
                  <c:v>816.8</c:v>
                </c:pt>
                <c:pt idx="3766">
                  <c:v>816.8</c:v>
                </c:pt>
                <c:pt idx="3767">
                  <c:v>816.8</c:v>
                </c:pt>
                <c:pt idx="3768">
                  <c:v>816.8</c:v>
                </c:pt>
                <c:pt idx="3769">
                  <c:v>816.8</c:v>
                </c:pt>
                <c:pt idx="3770">
                  <c:v>816.8</c:v>
                </c:pt>
                <c:pt idx="3771">
                  <c:v>816.8</c:v>
                </c:pt>
                <c:pt idx="3772">
                  <c:v>816.8</c:v>
                </c:pt>
                <c:pt idx="3773">
                  <c:v>816.8</c:v>
                </c:pt>
                <c:pt idx="3774">
                  <c:v>816.8</c:v>
                </c:pt>
                <c:pt idx="3775">
                  <c:v>816.8</c:v>
                </c:pt>
                <c:pt idx="3776">
                  <c:v>816.8</c:v>
                </c:pt>
                <c:pt idx="3777">
                  <c:v>824</c:v>
                </c:pt>
                <c:pt idx="3778">
                  <c:v>824</c:v>
                </c:pt>
                <c:pt idx="3779">
                  <c:v>824</c:v>
                </c:pt>
                <c:pt idx="3780">
                  <c:v>836</c:v>
                </c:pt>
                <c:pt idx="3781">
                  <c:v>836</c:v>
                </c:pt>
                <c:pt idx="3782">
                  <c:v>837</c:v>
                </c:pt>
                <c:pt idx="3783">
                  <c:v>838</c:v>
                </c:pt>
                <c:pt idx="3784">
                  <c:v>828.8</c:v>
                </c:pt>
                <c:pt idx="3785">
                  <c:v>828.8</c:v>
                </c:pt>
                <c:pt idx="3786">
                  <c:v>828.8</c:v>
                </c:pt>
                <c:pt idx="3787">
                  <c:v>828.8</c:v>
                </c:pt>
                <c:pt idx="3788">
                  <c:v>828.8</c:v>
                </c:pt>
                <c:pt idx="3789">
                  <c:v>828.8</c:v>
                </c:pt>
                <c:pt idx="3790">
                  <c:v>828.8</c:v>
                </c:pt>
                <c:pt idx="3791">
                  <c:v>852.8</c:v>
                </c:pt>
                <c:pt idx="3792">
                  <c:v>860</c:v>
                </c:pt>
                <c:pt idx="3793">
                  <c:v>860</c:v>
                </c:pt>
                <c:pt idx="3794">
                  <c:v>860</c:v>
                </c:pt>
                <c:pt idx="3795">
                  <c:v>860</c:v>
                </c:pt>
                <c:pt idx="3796">
                  <c:v>860</c:v>
                </c:pt>
                <c:pt idx="3797">
                  <c:v>860</c:v>
                </c:pt>
                <c:pt idx="3798">
                  <c:v>860</c:v>
                </c:pt>
                <c:pt idx="3799">
                  <c:v>860</c:v>
                </c:pt>
                <c:pt idx="3800">
                  <c:v>860</c:v>
                </c:pt>
                <c:pt idx="3801">
                  <c:v>860</c:v>
                </c:pt>
                <c:pt idx="3802">
                  <c:v>860</c:v>
                </c:pt>
                <c:pt idx="3803">
                  <c:v>860</c:v>
                </c:pt>
                <c:pt idx="3804">
                  <c:v>860</c:v>
                </c:pt>
                <c:pt idx="3805">
                  <c:v>860</c:v>
                </c:pt>
                <c:pt idx="3806">
                  <c:v>860</c:v>
                </c:pt>
                <c:pt idx="3807">
                  <c:v>867.2</c:v>
                </c:pt>
                <c:pt idx="3808">
                  <c:v>867.2</c:v>
                </c:pt>
                <c:pt idx="3809">
                  <c:v>732.2</c:v>
                </c:pt>
                <c:pt idx="3810">
                  <c:v>732.2</c:v>
                </c:pt>
                <c:pt idx="3811">
                  <c:v>732.2</c:v>
                </c:pt>
                <c:pt idx="3812">
                  <c:v>756.2</c:v>
                </c:pt>
                <c:pt idx="3813">
                  <c:v>513.4</c:v>
                </c:pt>
                <c:pt idx="3814">
                  <c:v>523</c:v>
                </c:pt>
                <c:pt idx="3815">
                  <c:v>523</c:v>
                </c:pt>
                <c:pt idx="3816">
                  <c:v>908</c:v>
                </c:pt>
                <c:pt idx="3817">
                  <c:v>908</c:v>
                </c:pt>
                <c:pt idx="3818">
                  <c:v>908</c:v>
                </c:pt>
                <c:pt idx="3819">
                  <c:v>494</c:v>
                </c:pt>
                <c:pt idx="3820">
                  <c:v>494</c:v>
                </c:pt>
                <c:pt idx="3821">
                  <c:v>494</c:v>
                </c:pt>
                <c:pt idx="3822">
                  <c:v>494</c:v>
                </c:pt>
                <c:pt idx="3823">
                  <c:v>494</c:v>
                </c:pt>
                <c:pt idx="3824">
                  <c:v>494</c:v>
                </c:pt>
                <c:pt idx="3825">
                  <c:v>494</c:v>
                </c:pt>
                <c:pt idx="3826">
                  <c:v>494</c:v>
                </c:pt>
                <c:pt idx="3827">
                  <c:v>494</c:v>
                </c:pt>
                <c:pt idx="3828">
                  <c:v>494</c:v>
                </c:pt>
                <c:pt idx="3829">
                  <c:v>534.20000000000005</c:v>
                </c:pt>
                <c:pt idx="3830">
                  <c:v>534.20000000000005</c:v>
                </c:pt>
                <c:pt idx="3831">
                  <c:v>534.20000000000005</c:v>
                </c:pt>
                <c:pt idx="3832">
                  <c:v>534.20000000000005</c:v>
                </c:pt>
                <c:pt idx="3833">
                  <c:v>534.20000000000005</c:v>
                </c:pt>
                <c:pt idx="3834">
                  <c:v>527</c:v>
                </c:pt>
                <c:pt idx="3835">
                  <c:v>519.79999999999995</c:v>
                </c:pt>
                <c:pt idx="3836">
                  <c:v>519.79999999999995</c:v>
                </c:pt>
                <c:pt idx="3837">
                  <c:v>512.6</c:v>
                </c:pt>
                <c:pt idx="3838">
                  <c:v>512.6</c:v>
                </c:pt>
                <c:pt idx="3839">
                  <c:v>512.6</c:v>
                </c:pt>
                <c:pt idx="3840">
                  <c:v>503</c:v>
                </c:pt>
                <c:pt idx="3841">
                  <c:v>503</c:v>
                </c:pt>
                <c:pt idx="3842">
                  <c:v>507.8</c:v>
                </c:pt>
                <c:pt idx="3843">
                  <c:v>515</c:v>
                </c:pt>
                <c:pt idx="3844">
                  <c:v>515</c:v>
                </c:pt>
                <c:pt idx="3845">
                  <c:v>515</c:v>
                </c:pt>
                <c:pt idx="3846">
                  <c:v>515</c:v>
                </c:pt>
                <c:pt idx="3847">
                  <c:v>527</c:v>
                </c:pt>
                <c:pt idx="3848">
                  <c:v>527</c:v>
                </c:pt>
                <c:pt idx="3849">
                  <c:v>527</c:v>
                </c:pt>
                <c:pt idx="3850">
                  <c:v>527</c:v>
                </c:pt>
                <c:pt idx="3851">
                  <c:v>527</c:v>
                </c:pt>
                <c:pt idx="3852">
                  <c:v>527</c:v>
                </c:pt>
                <c:pt idx="3853">
                  <c:v>527</c:v>
                </c:pt>
                <c:pt idx="3854">
                  <c:v>527</c:v>
                </c:pt>
                <c:pt idx="3855">
                  <c:v>527</c:v>
                </c:pt>
                <c:pt idx="3856">
                  <c:v>527</c:v>
                </c:pt>
                <c:pt idx="3857">
                  <c:v>534.20000000000005</c:v>
                </c:pt>
                <c:pt idx="3858">
                  <c:v>534.20000000000005</c:v>
                </c:pt>
                <c:pt idx="3859">
                  <c:v>534.20000000000005</c:v>
                </c:pt>
                <c:pt idx="3860">
                  <c:v>534.20000000000005</c:v>
                </c:pt>
                <c:pt idx="3861">
                  <c:v>534.20000000000005</c:v>
                </c:pt>
                <c:pt idx="3862">
                  <c:v>534.20000000000005</c:v>
                </c:pt>
                <c:pt idx="3863">
                  <c:v>534.20000000000005</c:v>
                </c:pt>
                <c:pt idx="3864">
                  <c:v>522.20000000000005</c:v>
                </c:pt>
                <c:pt idx="3865">
                  <c:v>522.20000000000005</c:v>
                </c:pt>
                <c:pt idx="3866">
                  <c:v>522.20000000000005</c:v>
                </c:pt>
                <c:pt idx="3867">
                  <c:v>522.20000000000005</c:v>
                </c:pt>
                <c:pt idx="3868">
                  <c:v>498.2</c:v>
                </c:pt>
                <c:pt idx="3869">
                  <c:v>535.70000000000005</c:v>
                </c:pt>
                <c:pt idx="3870">
                  <c:v>385.7</c:v>
                </c:pt>
                <c:pt idx="3871">
                  <c:v>385.7</c:v>
                </c:pt>
                <c:pt idx="3872">
                  <c:v>385.7</c:v>
                </c:pt>
                <c:pt idx="3873">
                  <c:v>385.7</c:v>
                </c:pt>
                <c:pt idx="3874">
                  <c:v>385.7</c:v>
                </c:pt>
                <c:pt idx="3875">
                  <c:v>385.7</c:v>
                </c:pt>
                <c:pt idx="3876">
                  <c:v>378.5</c:v>
                </c:pt>
                <c:pt idx="3877">
                  <c:v>378.5</c:v>
                </c:pt>
                <c:pt idx="3878">
                  <c:v>378.5</c:v>
                </c:pt>
                <c:pt idx="3879">
                  <c:v>378.5</c:v>
                </c:pt>
                <c:pt idx="3880">
                  <c:v>378.5</c:v>
                </c:pt>
                <c:pt idx="3881">
                  <c:v>378.5</c:v>
                </c:pt>
                <c:pt idx="3882">
                  <c:v>378.5</c:v>
                </c:pt>
                <c:pt idx="3883">
                  <c:v>378.5</c:v>
                </c:pt>
                <c:pt idx="3884">
                  <c:v>378.5</c:v>
                </c:pt>
                <c:pt idx="3885">
                  <c:v>378.5</c:v>
                </c:pt>
                <c:pt idx="3886">
                  <c:v>378.5</c:v>
                </c:pt>
                <c:pt idx="3887">
                  <c:v>378.5</c:v>
                </c:pt>
                <c:pt idx="3888">
                  <c:v>378.5</c:v>
                </c:pt>
                <c:pt idx="3889">
                  <c:v>378.5</c:v>
                </c:pt>
                <c:pt idx="3890">
                  <c:v>383.3</c:v>
                </c:pt>
                <c:pt idx="3891">
                  <c:v>389.3</c:v>
                </c:pt>
                <c:pt idx="3892">
                  <c:v>389.3</c:v>
                </c:pt>
                <c:pt idx="3893">
                  <c:v>389.3</c:v>
                </c:pt>
                <c:pt idx="3894">
                  <c:v>389.3</c:v>
                </c:pt>
                <c:pt idx="3895">
                  <c:v>389.3</c:v>
                </c:pt>
                <c:pt idx="3896">
                  <c:v>423.8</c:v>
                </c:pt>
                <c:pt idx="3897">
                  <c:v>423.8</c:v>
                </c:pt>
                <c:pt idx="3898">
                  <c:v>416.6</c:v>
                </c:pt>
                <c:pt idx="3899">
                  <c:v>411.8</c:v>
                </c:pt>
                <c:pt idx="3900">
                  <c:v>411.8</c:v>
                </c:pt>
                <c:pt idx="3901">
                  <c:v>411.8</c:v>
                </c:pt>
                <c:pt idx="3902">
                  <c:v>411.8</c:v>
                </c:pt>
                <c:pt idx="3903">
                  <c:v>404.6</c:v>
                </c:pt>
                <c:pt idx="3904">
                  <c:v>404.6</c:v>
                </c:pt>
                <c:pt idx="3905">
                  <c:v>404.6</c:v>
                </c:pt>
                <c:pt idx="3906">
                  <c:v>387.8</c:v>
                </c:pt>
                <c:pt idx="3907">
                  <c:v>383</c:v>
                </c:pt>
                <c:pt idx="3908">
                  <c:v>383</c:v>
                </c:pt>
                <c:pt idx="3909">
                  <c:v>383</c:v>
                </c:pt>
                <c:pt idx="3910">
                  <c:v>375.8</c:v>
                </c:pt>
                <c:pt idx="3911">
                  <c:v>375.8</c:v>
                </c:pt>
                <c:pt idx="3912">
                  <c:v>375.8</c:v>
                </c:pt>
                <c:pt idx="3913">
                  <c:v>375.8</c:v>
                </c:pt>
                <c:pt idx="3914">
                  <c:v>375.8</c:v>
                </c:pt>
                <c:pt idx="3915">
                  <c:v>375.8</c:v>
                </c:pt>
                <c:pt idx="3916">
                  <c:v>375.8</c:v>
                </c:pt>
                <c:pt idx="3917">
                  <c:v>361.4</c:v>
                </c:pt>
                <c:pt idx="3918">
                  <c:v>361.4</c:v>
                </c:pt>
                <c:pt idx="3919">
                  <c:v>361.4</c:v>
                </c:pt>
                <c:pt idx="3920">
                  <c:v>361.4</c:v>
                </c:pt>
                <c:pt idx="3921">
                  <c:v>278.60000000000002</c:v>
                </c:pt>
                <c:pt idx="3922">
                  <c:v>278.60000000000002</c:v>
                </c:pt>
                <c:pt idx="3923">
                  <c:v>278.60000000000002</c:v>
                </c:pt>
                <c:pt idx="3924">
                  <c:v>278.60000000000002</c:v>
                </c:pt>
                <c:pt idx="3925">
                  <c:v>278.60000000000002</c:v>
                </c:pt>
                <c:pt idx="3926">
                  <c:v>278.60000000000002</c:v>
                </c:pt>
                <c:pt idx="3927">
                  <c:v>278.60000000000002</c:v>
                </c:pt>
                <c:pt idx="3928">
                  <c:v>285.8</c:v>
                </c:pt>
                <c:pt idx="3929">
                  <c:v>285.8</c:v>
                </c:pt>
                <c:pt idx="3930">
                  <c:v>285.8</c:v>
                </c:pt>
                <c:pt idx="3931">
                  <c:v>285.8</c:v>
                </c:pt>
                <c:pt idx="3932">
                  <c:v>285.8</c:v>
                </c:pt>
                <c:pt idx="3933">
                  <c:v>285.8</c:v>
                </c:pt>
                <c:pt idx="3934">
                  <c:v>285.8</c:v>
                </c:pt>
                <c:pt idx="3935">
                  <c:v>297.8</c:v>
                </c:pt>
                <c:pt idx="3936">
                  <c:v>297.8</c:v>
                </c:pt>
                <c:pt idx="3937">
                  <c:v>297.8</c:v>
                </c:pt>
                <c:pt idx="3938">
                  <c:v>333.8</c:v>
                </c:pt>
                <c:pt idx="3939">
                  <c:v>357.8</c:v>
                </c:pt>
                <c:pt idx="3940">
                  <c:v>369.8</c:v>
                </c:pt>
                <c:pt idx="3941">
                  <c:v>369.8</c:v>
                </c:pt>
                <c:pt idx="3942">
                  <c:v>365</c:v>
                </c:pt>
                <c:pt idx="3943">
                  <c:v>365</c:v>
                </c:pt>
                <c:pt idx="3944">
                  <c:v>365</c:v>
                </c:pt>
                <c:pt idx="3945">
                  <c:v>365</c:v>
                </c:pt>
                <c:pt idx="3946">
                  <c:v>365</c:v>
                </c:pt>
                <c:pt idx="3947">
                  <c:v>365</c:v>
                </c:pt>
                <c:pt idx="3948">
                  <c:v>365</c:v>
                </c:pt>
                <c:pt idx="3949">
                  <c:v>365</c:v>
                </c:pt>
                <c:pt idx="3950">
                  <c:v>365</c:v>
                </c:pt>
                <c:pt idx="3951">
                  <c:v>365</c:v>
                </c:pt>
                <c:pt idx="3952">
                  <c:v>365</c:v>
                </c:pt>
                <c:pt idx="3953">
                  <c:v>365</c:v>
                </c:pt>
                <c:pt idx="3954">
                  <c:v>365</c:v>
                </c:pt>
                <c:pt idx="3955">
                  <c:v>365</c:v>
                </c:pt>
                <c:pt idx="3956">
                  <c:v>365</c:v>
                </c:pt>
                <c:pt idx="3957">
                  <c:v>365</c:v>
                </c:pt>
                <c:pt idx="3958">
                  <c:v>365</c:v>
                </c:pt>
                <c:pt idx="3959">
                  <c:v>353</c:v>
                </c:pt>
                <c:pt idx="3960">
                  <c:v>345.8</c:v>
                </c:pt>
                <c:pt idx="3961">
                  <c:v>333.8</c:v>
                </c:pt>
                <c:pt idx="3962">
                  <c:v>321.8</c:v>
                </c:pt>
                <c:pt idx="3963">
                  <c:v>314.60000000000002</c:v>
                </c:pt>
                <c:pt idx="3964">
                  <c:v>314.60000000000002</c:v>
                </c:pt>
                <c:pt idx="3965">
                  <c:v>314.60000000000002</c:v>
                </c:pt>
                <c:pt idx="3966">
                  <c:v>314.60000000000002</c:v>
                </c:pt>
                <c:pt idx="3967">
                  <c:v>314.60000000000002</c:v>
                </c:pt>
                <c:pt idx="3968">
                  <c:v>314.60000000000002</c:v>
                </c:pt>
                <c:pt idx="3969">
                  <c:v>314.60000000000002</c:v>
                </c:pt>
                <c:pt idx="3970">
                  <c:v>314.60000000000002</c:v>
                </c:pt>
                <c:pt idx="3971">
                  <c:v>314.60000000000002</c:v>
                </c:pt>
                <c:pt idx="3972">
                  <c:v>314.60000000000002</c:v>
                </c:pt>
                <c:pt idx="3973">
                  <c:v>305</c:v>
                </c:pt>
                <c:pt idx="3974">
                  <c:v>297.8</c:v>
                </c:pt>
                <c:pt idx="3975">
                  <c:v>285.8</c:v>
                </c:pt>
                <c:pt idx="3976">
                  <c:v>273.8</c:v>
                </c:pt>
                <c:pt idx="3977">
                  <c:v>356.6</c:v>
                </c:pt>
                <c:pt idx="3978">
                  <c:v>356.6</c:v>
                </c:pt>
                <c:pt idx="3979">
                  <c:v>356.6</c:v>
                </c:pt>
                <c:pt idx="3980">
                  <c:v>356.6</c:v>
                </c:pt>
                <c:pt idx="3981">
                  <c:v>356.6</c:v>
                </c:pt>
                <c:pt idx="3982">
                  <c:v>356.6</c:v>
                </c:pt>
                <c:pt idx="3983">
                  <c:v>356.6</c:v>
                </c:pt>
                <c:pt idx="3984">
                  <c:v>266.60000000000002</c:v>
                </c:pt>
                <c:pt idx="3985">
                  <c:v>266.60000000000002</c:v>
                </c:pt>
                <c:pt idx="3986">
                  <c:v>266.60000000000002</c:v>
                </c:pt>
                <c:pt idx="3987">
                  <c:v>266.60000000000002</c:v>
                </c:pt>
                <c:pt idx="3988">
                  <c:v>266.60000000000002</c:v>
                </c:pt>
                <c:pt idx="3989">
                  <c:v>266.60000000000002</c:v>
                </c:pt>
                <c:pt idx="3990">
                  <c:v>266.60000000000002</c:v>
                </c:pt>
                <c:pt idx="3991">
                  <c:v>266.60000000000002</c:v>
                </c:pt>
                <c:pt idx="3992">
                  <c:v>266.60000000000002</c:v>
                </c:pt>
                <c:pt idx="3993">
                  <c:v>266.60000000000002</c:v>
                </c:pt>
                <c:pt idx="3994">
                  <c:v>255.8</c:v>
                </c:pt>
                <c:pt idx="3995">
                  <c:v>243.8</c:v>
                </c:pt>
                <c:pt idx="3996">
                  <c:v>239</c:v>
                </c:pt>
                <c:pt idx="3997">
                  <c:v>227</c:v>
                </c:pt>
                <c:pt idx="3998">
                  <c:v>227</c:v>
                </c:pt>
                <c:pt idx="3999">
                  <c:v>227</c:v>
                </c:pt>
                <c:pt idx="4000">
                  <c:v>227</c:v>
                </c:pt>
                <c:pt idx="4001">
                  <c:v>227</c:v>
                </c:pt>
                <c:pt idx="4002">
                  <c:v>227</c:v>
                </c:pt>
                <c:pt idx="4003">
                  <c:v>219.8</c:v>
                </c:pt>
                <c:pt idx="4004">
                  <c:v>219.8</c:v>
                </c:pt>
                <c:pt idx="4005">
                  <c:v>207.8</c:v>
                </c:pt>
                <c:pt idx="4006">
                  <c:v>207.8</c:v>
                </c:pt>
                <c:pt idx="4007">
                  <c:v>207.8</c:v>
                </c:pt>
                <c:pt idx="4008">
                  <c:v>191</c:v>
                </c:pt>
                <c:pt idx="4009">
                  <c:v>201.8</c:v>
                </c:pt>
                <c:pt idx="4010">
                  <c:v>201.8</c:v>
                </c:pt>
                <c:pt idx="4011">
                  <c:v>201.8</c:v>
                </c:pt>
                <c:pt idx="4012">
                  <c:v>213.8</c:v>
                </c:pt>
                <c:pt idx="4013">
                  <c:v>213.8</c:v>
                </c:pt>
                <c:pt idx="4014">
                  <c:v>213.8</c:v>
                </c:pt>
                <c:pt idx="4015">
                  <c:v>261.8</c:v>
                </c:pt>
                <c:pt idx="4016">
                  <c:v>261.8</c:v>
                </c:pt>
                <c:pt idx="4017">
                  <c:v>186.8</c:v>
                </c:pt>
                <c:pt idx="4018">
                  <c:v>186.8</c:v>
                </c:pt>
                <c:pt idx="4019">
                  <c:v>174.8</c:v>
                </c:pt>
                <c:pt idx="4020">
                  <c:v>174.8</c:v>
                </c:pt>
                <c:pt idx="4021">
                  <c:v>174.8</c:v>
                </c:pt>
                <c:pt idx="4022">
                  <c:v>150.80000000000001</c:v>
                </c:pt>
                <c:pt idx="4023">
                  <c:v>150.80000000000001</c:v>
                </c:pt>
                <c:pt idx="4024">
                  <c:v>150.80000000000001</c:v>
                </c:pt>
                <c:pt idx="4025">
                  <c:v>150.80000000000001</c:v>
                </c:pt>
                <c:pt idx="4026">
                  <c:v>150.80000000000001</c:v>
                </c:pt>
                <c:pt idx="4027">
                  <c:v>150.80000000000001</c:v>
                </c:pt>
                <c:pt idx="4028">
                  <c:v>150.80000000000001</c:v>
                </c:pt>
                <c:pt idx="4029">
                  <c:v>150.80000000000001</c:v>
                </c:pt>
                <c:pt idx="4030">
                  <c:v>150.80000000000001</c:v>
                </c:pt>
                <c:pt idx="4031">
                  <c:v>143.6</c:v>
                </c:pt>
                <c:pt idx="4032">
                  <c:v>143.6</c:v>
                </c:pt>
                <c:pt idx="4033">
                  <c:v>48.800000000000097</c:v>
                </c:pt>
                <c:pt idx="4034">
                  <c:v>48.800000000000097</c:v>
                </c:pt>
                <c:pt idx="4035">
                  <c:v>48.800000000000097</c:v>
                </c:pt>
                <c:pt idx="4036">
                  <c:v>41.6</c:v>
                </c:pt>
                <c:pt idx="4037">
                  <c:v>41.6</c:v>
                </c:pt>
                <c:pt idx="4038">
                  <c:v>41.6</c:v>
                </c:pt>
                <c:pt idx="4039">
                  <c:v>41.6</c:v>
                </c:pt>
                <c:pt idx="4040">
                  <c:v>41.6</c:v>
                </c:pt>
                <c:pt idx="4041">
                  <c:v>-78.400000000000006</c:v>
                </c:pt>
                <c:pt idx="4042">
                  <c:v>-78.400000000000006</c:v>
                </c:pt>
                <c:pt idx="4043">
                  <c:v>-78.400000000000006</c:v>
                </c:pt>
                <c:pt idx="4044">
                  <c:v>-78.400000000000006</c:v>
                </c:pt>
                <c:pt idx="4045">
                  <c:v>-78.400000000000006</c:v>
                </c:pt>
                <c:pt idx="4046">
                  <c:v>-76</c:v>
                </c:pt>
                <c:pt idx="4047">
                  <c:v>-76</c:v>
                </c:pt>
                <c:pt idx="4048">
                  <c:v>-76</c:v>
                </c:pt>
                <c:pt idx="4049">
                  <c:v>-76</c:v>
                </c:pt>
                <c:pt idx="4050">
                  <c:v>-64</c:v>
                </c:pt>
                <c:pt idx="4051">
                  <c:v>-64</c:v>
                </c:pt>
                <c:pt idx="4052">
                  <c:v>-64</c:v>
                </c:pt>
                <c:pt idx="4053">
                  <c:v>-64</c:v>
                </c:pt>
                <c:pt idx="4054">
                  <c:v>-71.199999999999903</c:v>
                </c:pt>
                <c:pt idx="4055">
                  <c:v>-71.199999999999903</c:v>
                </c:pt>
                <c:pt idx="4056">
                  <c:v>-71.199999999999903</c:v>
                </c:pt>
                <c:pt idx="4057">
                  <c:v>-71.199999999999903</c:v>
                </c:pt>
                <c:pt idx="4058">
                  <c:v>-71.199999999999903</c:v>
                </c:pt>
                <c:pt idx="4059">
                  <c:v>-71.199999999999903</c:v>
                </c:pt>
                <c:pt idx="4060">
                  <c:v>-78.400000000000006</c:v>
                </c:pt>
                <c:pt idx="4061">
                  <c:v>-78.400000000000006</c:v>
                </c:pt>
                <c:pt idx="4062">
                  <c:v>-78.400000000000006</c:v>
                </c:pt>
                <c:pt idx="4063">
                  <c:v>-78.400000000000006</c:v>
                </c:pt>
                <c:pt idx="4064">
                  <c:v>-83.199999999999903</c:v>
                </c:pt>
                <c:pt idx="4065">
                  <c:v>-95.199999999999903</c:v>
                </c:pt>
                <c:pt idx="4066">
                  <c:v>-95.199999999999903</c:v>
                </c:pt>
                <c:pt idx="4067">
                  <c:v>-95.199999999999903</c:v>
                </c:pt>
                <c:pt idx="4068">
                  <c:v>-95.199999999999903</c:v>
                </c:pt>
                <c:pt idx="4069">
                  <c:v>-95.199999999999903</c:v>
                </c:pt>
                <c:pt idx="4070">
                  <c:v>-95.199999999999903</c:v>
                </c:pt>
                <c:pt idx="4071">
                  <c:v>69.800000000000097</c:v>
                </c:pt>
                <c:pt idx="4072">
                  <c:v>69.800000000000097</c:v>
                </c:pt>
                <c:pt idx="4073">
                  <c:v>69.800000000000097</c:v>
                </c:pt>
                <c:pt idx="4074">
                  <c:v>69.800000000000097</c:v>
                </c:pt>
                <c:pt idx="4075">
                  <c:v>69.800000000000097</c:v>
                </c:pt>
                <c:pt idx="4076">
                  <c:v>-117.2</c:v>
                </c:pt>
                <c:pt idx="4077">
                  <c:v>-117.2</c:v>
                </c:pt>
                <c:pt idx="4078">
                  <c:v>-117.2</c:v>
                </c:pt>
                <c:pt idx="4079">
                  <c:v>-81.199999999999903</c:v>
                </c:pt>
                <c:pt idx="4080">
                  <c:v>-81.199999999999903</c:v>
                </c:pt>
                <c:pt idx="4081">
                  <c:v>-81.199999999999903</c:v>
                </c:pt>
                <c:pt idx="4082">
                  <c:v>-81.199999999999903</c:v>
                </c:pt>
                <c:pt idx="4083">
                  <c:v>318.8</c:v>
                </c:pt>
                <c:pt idx="4084">
                  <c:v>318.8</c:v>
                </c:pt>
                <c:pt idx="4085">
                  <c:v>311.60000000000002</c:v>
                </c:pt>
                <c:pt idx="4086">
                  <c:v>311.60000000000002</c:v>
                </c:pt>
                <c:pt idx="4087">
                  <c:v>311.60000000000002</c:v>
                </c:pt>
                <c:pt idx="4088">
                  <c:v>306.8</c:v>
                </c:pt>
                <c:pt idx="4089">
                  <c:v>306.8</c:v>
                </c:pt>
                <c:pt idx="4090">
                  <c:v>294.8</c:v>
                </c:pt>
                <c:pt idx="4091">
                  <c:v>294.8</c:v>
                </c:pt>
                <c:pt idx="4092">
                  <c:v>290</c:v>
                </c:pt>
                <c:pt idx="4093">
                  <c:v>290</c:v>
                </c:pt>
                <c:pt idx="4094">
                  <c:v>290</c:v>
                </c:pt>
                <c:pt idx="4095">
                  <c:v>290</c:v>
                </c:pt>
                <c:pt idx="4096">
                  <c:v>282.8</c:v>
                </c:pt>
                <c:pt idx="4097">
                  <c:v>282.8</c:v>
                </c:pt>
                <c:pt idx="4098">
                  <c:v>275.60000000000002</c:v>
                </c:pt>
                <c:pt idx="4099">
                  <c:v>275.60000000000002</c:v>
                </c:pt>
                <c:pt idx="4100">
                  <c:v>275.60000000000002</c:v>
                </c:pt>
                <c:pt idx="4101">
                  <c:v>275.60000000000002</c:v>
                </c:pt>
                <c:pt idx="4102">
                  <c:v>275.60000000000002</c:v>
                </c:pt>
                <c:pt idx="4103">
                  <c:v>275.60000000000002</c:v>
                </c:pt>
                <c:pt idx="4104">
                  <c:v>275.60000000000002</c:v>
                </c:pt>
                <c:pt idx="4105">
                  <c:v>275.60000000000002</c:v>
                </c:pt>
                <c:pt idx="4106">
                  <c:v>275.60000000000002</c:v>
                </c:pt>
                <c:pt idx="4107">
                  <c:v>275.60000000000002</c:v>
                </c:pt>
                <c:pt idx="4108">
                  <c:v>275.60000000000002</c:v>
                </c:pt>
                <c:pt idx="4109">
                  <c:v>275.60000000000002</c:v>
                </c:pt>
                <c:pt idx="4110">
                  <c:v>275.60000000000002</c:v>
                </c:pt>
                <c:pt idx="4111">
                  <c:v>275.60000000000002</c:v>
                </c:pt>
                <c:pt idx="4112">
                  <c:v>275.60000000000002</c:v>
                </c:pt>
                <c:pt idx="4113">
                  <c:v>275.60000000000002</c:v>
                </c:pt>
                <c:pt idx="4114">
                  <c:v>275.60000000000002</c:v>
                </c:pt>
                <c:pt idx="4115">
                  <c:v>275.60000000000002</c:v>
                </c:pt>
                <c:pt idx="4116">
                  <c:v>287.60000000000002</c:v>
                </c:pt>
                <c:pt idx="4117">
                  <c:v>311.60000000000002</c:v>
                </c:pt>
                <c:pt idx="4118">
                  <c:v>311.60000000000002</c:v>
                </c:pt>
                <c:pt idx="4119">
                  <c:v>311.60000000000002</c:v>
                </c:pt>
                <c:pt idx="4120">
                  <c:v>311.60000000000002</c:v>
                </c:pt>
                <c:pt idx="4121">
                  <c:v>311.60000000000002</c:v>
                </c:pt>
                <c:pt idx="4122">
                  <c:v>311.60000000000002</c:v>
                </c:pt>
                <c:pt idx="4123">
                  <c:v>311.60000000000002</c:v>
                </c:pt>
                <c:pt idx="4124">
                  <c:v>311.60000000000002</c:v>
                </c:pt>
                <c:pt idx="4125">
                  <c:v>311.60000000000002</c:v>
                </c:pt>
                <c:pt idx="4126">
                  <c:v>311.60000000000002</c:v>
                </c:pt>
                <c:pt idx="4127">
                  <c:v>311.60000000000002</c:v>
                </c:pt>
                <c:pt idx="4128">
                  <c:v>311.60000000000002</c:v>
                </c:pt>
                <c:pt idx="4129">
                  <c:v>311.60000000000002</c:v>
                </c:pt>
                <c:pt idx="4130">
                  <c:v>366.8</c:v>
                </c:pt>
                <c:pt idx="4131">
                  <c:v>366.8</c:v>
                </c:pt>
                <c:pt idx="4132">
                  <c:v>354.8</c:v>
                </c:pt>
                <c:pt idx="4133">
                  <c:v>354.8</c:v>
                </c:pt>
                <c:pt idx="4134">
                  <c:v>335.6</c:v>
                </c:pt>
                <c:pt idx="4135">
                  <c:v>335.6</c:v>
                </c:pt>
                <c:pt idx="4136">
                  <c:v>335.6</c:v>
                </c:pt>
                <c:pt idx="4137">
                  <c:v>335.6</c:v>
                </c:pt>
                <c:pt idx="4138">
                  <c:v>335.6</c:v>
                </c:pt>
                <c:pt idx="4139">
                  <c:v>335.6</c:v>
                </c:pt>
                <c:pt idx="4140">
                  <c:v>335.6</c:v>
                </c:pt>
                <c:pt idx="4141">
                  <c:v>335.6</c:v>
                </c:pt>
                <c:pt idx="4142">
                  <c:v>335.6</c:v>
                </c:pt>
                <c:pt idx="4143">
                  <c:v>335.6</c:v>
                </c:pt>
                <c:pt idx="4144">
                  <c:v>335.6</c:v>
                </c:pt>
                <c:pt idx="4145">
                  <c:v>371.6</c:v>
                </c:pt>
                <c:pt idx="4146">
                  <c:v>371.6</c:v>
                </c:pt>
                <c:pt idx="4147">
                  <c:v>371.6</c:v>
                </c:pt>
                <c:pt idx="4148">
                  <c:v>366.8</c:v>
                </c:pt>
                <c:pt idx="4149">
                  <c:v>359.6</c:v>
                </c:pt>
                <c:pt idx="4150">
                  <c:v>359.6</c:v>
                </c:pt>
                <c:pt idx="4151">
                  <c:v>359.6</c:v>
                </c:pt>
                <c:pt idx="4152">
                  <c:v>359.6</c:v>
                </c:pt>
                <c:pt idx="4153">
                  <c:v>359.6</c:v>
                </c:pt>
                <c:pt idx="4154">
                  <c:v>359.6</c:v>
                </c:pt>
                <c:pt idx="4155">
                  <c:v>342.8</c:v>
                </c:pt>
                <c:pt idx="4156">
                  <c:v>330.8</c:v>
                </c:pt>
                <c:pt idx="4157">
                  <c:v>318.8</c:v>
                </c:pt>
                <c:pt idx="4158">
                  <c:v>306.8</c:v>
                </c:pt>
                <c:pt idx="4159">
                  <c:v>294.8</c:v>
                </c:pt>
                <c:pt idx="4160">
                  <c:v>282.8</c:v>
                </c:pt>
                <c:pt idx="4161">
                  <c:v>270.8</c:v>
                </c:pt>
                <c:pt idx="4162">
                  <c:v>270.8</c:v>
                </c:pt>
                <c:pt idx="4163">
                  <c:v>270.8</c:v>
                </c:pt>
                <c:pt idx="4164">
                  <c:v>270.8</c:v>
                </c:pt>
                <c:pt idx="4165">
                  <c:v>270.8</c:v>
                </c:pt>
                <c:pt idx="4166">
                  <c:v>270.8</c:v>
                </c:pt>
                <c:pt idx="4167">
                  <c:v>270.8</c:v>
                </c:pt>
                <c:pt idx="4168">
                  <c:v>270.8</c:v>
                </c:pt>
                <c:pt idx="4169">
                  <c:v>270.8</c:v>
                </c:pt>
                <c:pt idx="4170">
                  <c:v>270.8</c:v>
                </c:pt>
                <c:pt idx="4171">
                  <c:v>270.8</c:v>
                </c:pt>
                <c:pt idx="4172">
                  <c:v>270.8</c:v>
                </c:pt>
                <c:pt idx="4173">
                  <c:v>270.8</c:v>
                </c:pt>
                <c:pt idx="4174">
                  <c:v>270.8</c:v>
                </c:pt>
                <c:pt idx="4175">
                  <c:v>270.8</c:v>
                </c:pt>
                <c:pt idx="4176">
                  <c:v>270.8</c:v>
                </c:pt>
                <c:pt idx="4177">
                  <c:v>275.60000000000002</c:v>
                </c:pt>
                <c:pt idx="4178">
                  <c:v>282.8</c:v>
                </c:pt>
                <c:pt idx="4179">
                  <c:v>282.8</c:v>
                </c:pt>
                <c:pt idx="4180">
                  <c:v>282.8</c:v>
                </c:pt>
                <c:pt idx="4181">
                  <c:v>282.8</c:v>
                </c:pt>
                <c:pt idx="4182">
                  <c:v>282.8</c:v>
                </c:pt>
                <c:pt idx="4183">
                  <c:v>282.8</c:v>
                </c:pt>
                <c:pt idx="4184">
                  <c:v>302</c:v>
                </c:pt>
                <c:pt idx="4185">
                  <c:v>302</c:v>
                </c:pt>
                <c:pt idx="4186">
                  <c:v>309.2</c:v>
                </c:pt>
                <c:pt idx="4187">
                  <c:v>309.2</c:v>
                </c:pt>
                <c:pt idx="4188">
                  <c:v>309.2</c:v>
                </c:pt>
                <c:pt idx="4189">
                  <c:v>309.2</c:v>
                </c:pt>
                <c:pt idx="4190">
                  <c:v>309.2</c:v>
                </c:pt>
                <c:pt idx="4191">
                  <c:v>309.2</c:v>
                </c:pt>
                <c:pt idx="4192">
                  <c:v>309.2</c:v>
                </c:pt>
                <c:pt idx="4193">
                  <c:v>309.2</c:v>
                </c:pt>
                <c:pt idx="4194">
                  <c:v>309.2</c:v>
                </c:pt>
                <c:pt idx="4195">
                  <c:v>309.2</c:v>
                </c:pt>
                <c:pt idx="4196">
                  <c:v>309.2</c:v>
                </c:pt>
                <c:pt idx="4197">
                  <c:v>309.2</c:v>
                </c:pt>
                <c:pt idx="4198">
                  <c:v>309.2</c:v>
                </c:pt>
                <c:pt idx="4199">
                  <c:v>309.2</c:v>
                </c:pt>
                <c:pt idx="4200">
                  <c:v>309.2</c:v>
                </c:pt>
                <c:pt idx="4201">
                  <c:v>309.2</c:v>
                </c:pt>
                <c:pt idx="4202">
                  <c:v>309.2</c:v>
                </c:pt>
                <c:pt idx="4203">
                  <c:v>309.2</c:v>
                </c:pt>
                <c:pt idx="4204">
                  <c:v>285.2</c:v>
                </c:pt>
                <c:pt idx="4205">
                  <c:v>103.2</c:v>
                </c:pt>
                <c:pt idx="4206">
                  <c:v>96</c:v>
                </c:pt>
                <c:pt idx="4207">
                  <c:v>91.2</c:v>
                </c:pt>
                <c:pt idx="4208">
                  <c:v>79.2</c:v>
                </c:pt>
                <c:pt idx="4209">
                  <c:v>79.2</c:v>
                </c:pt>
                <c:pt idx="4210">
                  <c:v>79.2</c:v>
                </c:pt>
                <c:pt idx="4211">
                  <c:v>79.2</c:v>
                </c:pt>
                <c:pt idx="4212">
                  <c:v>79.2</c:v>
                </c:pt>
                <c:pt idx="4213">
                  <c:v>79.2</c:v>
                </c:pt>
                <c:pt idx="4214">
                  <c:v>79.2</c:v>
                </c:pt>
                <c:pt idx="4215">
                  <c:v>79.2</c:v>
                </c:pt>
                <c:pt idx="4216">
                  <c:v>79.2</c:v>
                </c:pt>
                <c:pt idx="4217">
                  <c:v>79.2</c:v>
                </c:pt>
                <c:pt idx="4218">
                  <c:v>79.2</c:v>
                </c:pt>
                <c:pt idx="4219">
                  <c:v>79.2</c:v>
                </c:pt>
                <c:pt idx="4220">
                  <c:v>79.2</c:v>
                </c:pt>
                <c:pt idx="4221">
                  <c:v>79.2</c:v>
                </c:pt>
                <c:pt idx="4222">
                  <c:v>79.2</c:v>
                </c:pt>
                <c:pt idx="4223">
                  <c:v>79.2</c:v>
                </c:pt>
                <c:pt idx="4224">
                  <c:v>79.2</c:v>
                </c:pt>
                <c:pt idx="4225">
                  <c:v>42</c:v>
                </c:pt>
                <c:pt idx="4226">
                  <c:v>42</c:v>
                </c:pt>
                <c:pt idx="4227">
                  <c:v>42</c:v>
                </c:pt>
                <c:pt idx="4228">
                  <c:v>42</c:v>
                </c:pt>
                <c:pt idx="4229">
                  <c:v>42</c:v>
                </c:pt>
                <c:pt idx="4230">
                  <c:v>42</c:v>
                </c:pt>
                <c:pt idx="4231">
                  <c:v>42</c:v>
                </c:pt>
                <c:pt idx="4232">
                  <c:v>66</c:v>
                </c:pt>
                <c:pt idx="4233">
                  <c:v>90</c:v>
                </c:pt>
                <c:pt idx="4234">
                  <c:v>147</c:v>
                </c:pt>
                <c:pt idx="4235">
                  <c:v>166.2</c:v>
                </c:pt>
                <c:pt idx="4236">
                  <c:v>190.2</c:v>
                </c:pt>
                <c:pt idx="4237">
                  <c:v>190.2</c:v>
                </c:pt>
                <c:pt idx="4238">
                  <c:v>190.2</c:v>
                </c:pt>
                <c:pt idx="4239">
                  <c:v>190.2</c:v>
                </c:pt>
                <c:pt idx="4240">
                  <c:v>190.2</c:v>
                </c:pt>
                <c:pt idx="4241">
                  <c:v>190.2</c:v>
                </c:pt>
                <c:pt idx="4242">
                  <c:v>190.2</c:v>
                </c:pt>
                <c:pt idx="4243">
                  <c:v>190.2</c:v>
                </c:pt>
                <c:pt idx="4244">
                  <c:v>190.2</c:v>
                </c:pt>
                <c:pt idx="4245">
                  <c:v>190.2</c:v>
                </c:pt>
                <c:pt idx="4246">
                  <c:v>190.2</c:v>
                </c:pt>
                <c:pt idx="4247">
                  <c:v>190.2</c:v>
                </c:pt>
                <c:pt idx="4248">
                  <c:v>190.2</c:v>
                </c:pt>
                <c:pt idx="4249">
                  <c:v>190.2</c:v>
                </c:pt>
                <c:pt idx="4250">
                  <c:v>190.2</c:v>
                </c:pt>
                <c:pt idx="4251">
                  <c:v>190.2</c:v>
                </c:pt>
                <c:pt idx="4252">
                  <c:v>190.2</c:v>
                </c:pt>
                <c:pt idx="4253">
                  <c:v>190.2</c:v>
                </c:pt>
                <c:pt idx="4254">
                  <c:v>190.2</c:v>
                </c:pt>
                <c:pt idx="4255">
                  <c:v>190.2</c:v>
                </c:pt>
                <c:pt idx="4256">
                  <c:v>190.2</c:v>
                </c:pt>
                <c:pt idx="4257">
                  <c:v>190.2</c:v>
                </c:pt>
                <c:pt idx="4258">
                  <c:v>190.2</c:v>
                </c:pt>
                <c:pt idx="4259">
                  <c:v>115.2</c:v>
                </c:pt>
                <c:pt idx="4260">
                  <c:v>225.2</c:v>
                </c:pt>
                <c:pt idx="4261">
                  <c:v>225.2</c:v>
                </c:pt>
                <c:pt idx="4262">
                  <c:v>225.2</c:v>
                </c:pt>
                <c:pt idx="4263">
                  <c:v>225.2</c:v>
                </c:pt>
                <c:pt idx="4264">
                  <c:v>225.2</c:v>
                </c:pt>
                <c:pt idx="4265">
                  <c:v>225.2</c:v>
                </c:pt>
                <c:pt idx="4266">
                  <c:v>225.2</c:v>
                </c:pt>
                <c:pt idx="4267">
                  <c:v>225.2</c:v>
                </c:pt>
                <c:pt idx="4268">
                  <c:v>225.2</c:v>
                </c:pt>
                <c:pt idx="4269">
                  <c:v>225.2</c:v>
                </c:pt>
                <c:pt idx="4270">
                  <c:v>225.2</c:v>
                </c:pt>
                <c:pt idx="4271">
                  <c:v>225.2</c:v>
                </c:pt>
                <c:pt idx="4272">
                  <c:v>225.2</c:v>
                </c:pt>
                <c:pt idx="4273">
                  <c:v>225.2</c:v>
                </c:pt>
                <c:pt idx="4274">
                  <c:v>225.2</c:v>
                </c:pt>
                <c:pt idx="4275">
                  <c:v>225.2</c:v>
                </c:pt>
                <c:pt idx="4276">
                  <c:v>225.2</c:v>
                </c:pt>
                <c:pt idx="4277">
                  <c:v>225.2</c:v>
                </c:pt>
                <c:pt idx="4278">
                  <c:v>225.2</c:v>
                </c:pt>
                <c:pt idx="4279">
                  <c:v>225.2</c:v>
                </c:pt>
                <c:pt idx="4280">
                  <c:v>206</c:v>
                </c:pt>
                <c:pt idx="4281">
                  <c:v>206</c:v>
                </c:pt>
                <c:pt idx="4282">
                  <c:v>206</c:v>
                </c:pt>
                <c:pt idx="4283">
                  <c:v>206</c:v>
                </c:pt>
                <c:pt idx="4284">
                  <c:v>206</c:v>
                </c:pt>
                <c:pt idx="4285">
                  <c:v>206</c:v>
                </c:pt>
                <c:pt idx="4286">
                  <c:v>206</c:v>
                </c:pt>
                <c:pt idx="4287">
                  <c:v>206</c:v>
                </c:pt>
                <c:pt idx="4288">
                  <c:v>206</c:v>
                </c:pt>
                <c:pt idx="4289">
                  <c:v>206</c:v>
                </c:pt>
                <c:pt idx="4290">
                  <c:v>206</c:v>
                </c:pt>
                <c:pt idx="4291">
                  <c:v>206</c:v>
                </c:pt>
                <c:pt idx="4292">
                  <c:v>206</c:v>
                </c:pt>
                <c:pt idx="4293">
                  <c:v>170</c:v>
                </c:pt>
                <c:pt idx="4294">
                  <c:v>170</c:v>
                </c:pt>
                <c:pt idx="4295">
                  <c:v>170</c:v>
                </c:pt>
                <c:pt idx="4296">
                  <c:v>170</c:v>
                </c:pt>
                <c:pt idx="4297">
                  <c:v>170</c:v>
                </c:pt>
                <c:pt idx="4298">
                  <c:v>170</c:v>
                </c:pt>
                <c:pt idx="4299">
                  <c:v>220</c:v>
                </c:pt>
                <c:pt idx="4300">
                  <c:v>220</c:v>
                </c:pt>
                <c:pt idx="4301">
                  <c:v>220</c:v>
                </c:pt>
                <c:pt idx="4302">
                  <c:v>220</c:v>
                </c:pt>
                <c:pt idx="4303">
                  <c:v>220</c:v>
                </c:pt>
                <c:pt idx="4304">
                  <c:v>220</c:v>
                </c:pt>
                <c:pt idx="4305">
                  <c:v>220</c:v>
                </c:pt>
                <c:pt idx="4306">
                  <c:v>220</c:v>
                </c:pt>
                <c:pt idx="4307">
                  <c:v>196</c:v>
                </c:pt>
                <c:pt idx="4308">
                  <c:v>196</c:v>
                </c:pt>
                <c:pt idx="4309">
                  <c:v>196</c:v>
                </c:pt>
                <c:pt idx="4310">
                  <c:v>196</c:v>
                </c:pt>
                <c:pt idx="4311">
                  <c:v>196</c:v>
                </c:pt>
                <c:pt idx="4312">
                  <c:v>184</c:v>
                </c:pt>
                <c:pt idx="4313">
                  <c:v>184</c:v>
                </c:pt>
                <c:pt idx="4314">
                  <c:v>184</c:v>
                </c:pt>
                <c:pt idx="4315">
                  <c:v>184</c:v>
                </c:pt>
                <c:pt idx="4316">
                  <c:v>160</c:v>
                </c:pt>
                <c:pt idx="4317">
                  <c:v>160</c:v>
                </c:pt>
                <c:pt idx="4318">
                  <c:v>160</c:v>
                </c:pt>
                <c:pt idx="4319">
                  <c:v>160</c:v>
                </c:pt>
                <c:pt idx="4320">
                  <c:v>160</c:v>
                </c:pt>
                <c:pt idx="4321">
                  <c:v>160</c:v>
                </c:pt>
                <c:pt idx="4322">
                  <c:v>160</c:v>
                </c:pt>
                <c:pt idx="4323">
                  <c:v>160</c:v>
                </c:pt>
                <c:pt idx="4324">
                  <c:v>160</c:v>
                </c:pt>
                <c:pt idx="4325">
                  <c:v>160</c:v>
                </c:pt>
                <c:pt idx="4326">
                  <c:v>160</c:v>
                </c:pt>
                <c:pt idx="4327">
                  <c:v>160</c:v>
                </c:pt>
                <c:pt idx="4328">
                  <c:v>148</c:v>
                </c:pt>
                <c:pt idx="4329">
                  <c:v>148</c:v>
                </c:pt>
                <c:pt idx="4330">
                  <c:v>148</c:v>
                </c:pt>
                <c:pt idx="4331">
                  <c:v>148</c:v>
                </c:pt>
                <c:pt idx="4332">
                  <c:v>148</c:v>
                </c:pt>
                <c:pt idx="4333">
                  <c:v>148</c:v>
                </c:pt>
                <c:pt idx="4334">
                  <c:v>148</c:v>
                </c:pt>
                <c:pt idx="4335">
                  <c:v>148</c:v>
                </c:pt>
                <c:pt idx="4336">
                  <c:v>148</c:v>
                </c:pt>
                <c:pt idx="4337">
                  <c:v>148</c:v>
                </c:pt>
                <c:pt idx="4338">
                  <c:v>148</c:v>
                </c:pt>
                <c:pt idx="4339">
                  <c:v>148</c:v>
                </c:pt>
                <c:pt idx="4340">
                  <c:v>148</c:v>
                </c:pt>
                <c:pt idx="4341">
                  <c:v>148</c:v>
                </c:pt>
                <c:pt idx="4342">
                  <c:v>148</c:v>
                </c:pt>
                <c:pt idx="4343">
                  <c:v>198</c:v>
                </c:pt>
                <c:pt idx="4344">
                  <c:v>198</c:v>
                </c:pt>
                <c:pt idx="4345">
                  <c:v>198</c:v>
                </c:pt>
                <c:pt idx="4346">
                  <c:v>198</c:v>
                </c:pt>
                <c:pt idx="4347">
                  <c:v>198</c:v>
                </c:pt>
                <c:pt idx="4348">
                  <c:v>198</c:v>
                </c:pt>
                <c:pt idx="4349">
                  <c:v>183.6</c:v>
                </c:pt>
                <c:pt idx="4350">
                  <c:v>183.6</c:v>
                </c:pt>
                <c:pt idx="4351">
                  <c:v>183.6</c:v>
                </c:pt>
                <c:pt idx="4352">
                  <c:v>183.6</c:v>
                </c:pt>
                <c:pt idx="4353">
                  <c:v>183.6</c:v>
                </c:pt>
                <c:pt idx="4354">
                  <c:v>183.6</c:v>
                </c:pt>
                <c:pt idx="4355">
                  <c:v>183.6</c:v>
                </c:pt>
                <c:pt idx="4356">
                  <c:v>183.6</c:v>
                </c:pt>
                <c:pt idx="4357">
                  <c:v>183.6</c:v>
                </c:pt>
                <c:pt idx="4358">
                  <c:v>183.6</c:v>
                </c:pt>
                <c:pt idx="4359">
                  <c:v>98.6</c:v>
                </c:pt>
                <c:pt idx="4360">
                  <c:v>2</c:v>
                </c:pt>
                <c:pt idx="4361">
                  <c:v>2</c:v>
                </c:pt>
                <c:pt idx="4362">
                  <c:v>2</c:v>
                </c:pt>
                <c:pt idx="4363">
                  <c:v>-10</c:v>
                </c:pt>
                <c:pt idx="4364">
                  <c:v>-10</c:v>
                </c:pt>
                <c:pt idx="4365">
                  <c:v>-10</c:v>
                </c:pt>
                <c:pt idx="4366">
                  <c:v>-79</c:v>
                </c:pt>
                <c:pt idx="4367">
                  <c:v>-79</c:v>
                </c:pt>
                <c:pt idx="4368">
                  <c:v>-79</c:v>
                </c:pt>
                <c:pt idx="4369">
                  <c:v>-79</c:v>
                </c:pt>
                <c:pt idx="4370">
                  <c:v>-79</c:v>
                </c:pt>
                <c:pt idx="4371">
                  <c:v>-79</c:v>
                </c:pt>
                <c:pt idx="4372">
                  <c:v>-79</c:v>
                </c:pt>
                <c:pt idx="4373">
                  <c:v>-79</c:v>
                </c:pt>
                <c:pt idx="4374">
                  <c:v>-79</c:v>
                </c:pt>
                <c:pt idx="4375">
                  <c:v>-79</c:v>
                </c:pt>
                <c:pt idx="4376">
                  <c:v>-79</c:v>
                </c:pt>
                <c:pt idx="4377">
                  <c:v>-79</c:v>
                </c:pt>
                <c:pt idx="4378">
                  <c:v>-79</c:v>
                </c:pt>
                <c:pt idx="4379">
                  <c:v>-79</c:v>
                </c:pt>
                <c:pt idx="4380">
                  <c:v>-67</c:v>
                </c:pt>
                <c:pt idx="4381">
                  <c:v>-67</c:v>
                </c:pt>
                <c:pt idx="4382">
                  <c:v>-67</c:v>
                </c:pt>
                <c:pt idx="4383">
                  <c:v>-67</c:v>
                </c:pt>
                <c:pt idx="4384">
                  <c:v>-69.400000000000006</c:v>
                </c:pt>
                <c:pt idx="4385">
                  <c:v>-69.400000000000006</c:v>
                </c:pt>
                <c:pt idx="4386">
                  <c:v>-69.400000000000006</c:v>
                </c:pt>
                <c:pt idx="4387">
                  <c:v>-69.400000000000006</c:v>
                </c:pt>
                <c:pt idx="4388">
                  <c:v>-69.400000000000006</c:v>
                </c:pt>
                <c:pt idx="4389">
                  <c:v>-69.400000000000006</c:v>
                </c:pt>
                <c:pt idx="4390">
                  <c:v>-69.400000000000006</c:v>
                </c:pt>
                <c:pt idx="4391">
                  <c:v>-19</c:v>
                </c:pt>
                <c:pt idx="4392">
                  <c:v>-19</c:v>
                </c:pt>
                <c:pt idx="4393">
                  <c:v>-19</c:v>
                </c:pt>
                <c:pt idx="4394">
                  <c:v>-19</c:v>
                </c:pt>
                <c:pt idx="4395">
                  <c:v>-19</c:v>
                </c:pt>
                <c:pt idx="4396">
                  <c:v>41</c:v>
                </c:pt>
                <c:pt idx="4397">
                  <c:v>41</c:v>
                </c:pt>
                <c:pt idx="4398">
                  <c:v>41</c:v>
                </c:pt>
                <c:pt idx="4399">
                  <c:v>41</c:v>
                </c:pt>
                <c:pt idx="4400">
                  <c:v>41</c:v>
                </c:pt>
                <c:pt idx="4401">
                  <c:v>41</c:v>
                </c:pt>
                <c:pt idx="4402">
                  <c:v>41</c:v>
                </c:pt>
                <c:pt idx="4403">
                  <c:v>41</c:v>
                </c:pt>
                <c:pt idx="4404">
                  <c:v>41</c:v>
                </c:pt>
                <c:pt idx="4405">
                  <c:v>41</c:v>
                </c:pt>
                <c:pt idx="4406">
                  <c:v>41</c:v>
                </c:pt>
                <c:pt idx="4407">
                  <c:v>41</c:v>
                </c:pt>
                <c:pt idx="4408">
                  <c:v>41</c:v>
                </c:pt>
                <c:pt idx="4409">
                  <c:v>41</c:v>
                </c:pt>
                <c:pt idx="4410">
                  <c:v>41</c:v>
                </c:pt>
                <c:pt idx="4411">
                  <c:v>41</c:v>
                </c:pt>
                <c:pt idx="4412">
                  <c:v>41</c:v>
                </c:pt>
                <c:pt idx="4413">
                  <c:v>41</c:v>
                </c:pt>
                <c:pt idx="4414">
                  <c:v>41</c:v>
                </c:pt>
                <c:pt idx="4415">
                  <c:v>77</c:v>
                </c:pt>
                <c:pt idx="4416">
                  <c:v>77</c:v>
                </c:pt>
                <c:pt idx="4417">
                  <c:v>77</c:v>
                </c:pt>
                <c:pt idx="4418">
                  <c:v>77</c:v>
                </c:pt>
                <c:pt idx="4419">
                  <c:v>77</c:v>
                </c:pt>
                <c:pt idx="4420">
                  <c:v>77</c:v>
                </c:pt>
                <c:pt idx="4421">
                  <c:v>77</c:v>
                </c:pt>
                <c:pt idx="4422">
                  <c:v>81.800000000000097</c:v>
                </c:pt>
                <c:pt idx="4423">
                  <c:v>81.800000000000097</c:v>
                </c:pt>
                <c:pt idx="4424">
                  <c:v>81.800000000000097</c:v>
                </c:pt>
                <c:pt idx="4425">
                  <c:v>81.800000000000097</c:v>
                </c:pt>
                <c:pt idx="4426">
                  <c:v>77</c:v>
                </c:pt>
                <c:pt idx="4427">
                  <c:v>77</c:v>
                </c:pt>
                <c:pt idx="4428">
                  <c:v>77</c:v>
                </c:pt>
                <c:pt idx="4429">
                  <c:v>77</c:v>
                </c:pt>
                <c:pt idx="4430">
                  <c:v>77</c:v>
                </c:pt>
                <c:pt idx="4431">
                  <c:v>77</c:v>
                </c:pt>
                <c:pt idx="4432">
                  <c:v>77</c:v>
                </c:pt>
                <c:pt idx="4433">
                  <c:v>77</c:v>
                </c:pt>
                <c:pt idx="4434">
                  <c:v>77</c:v>
                </c:pt>
                <c:pt idx="4435">
                  <c:v>77</c:v>
                </c:pt>
                <c:pt idx="4436">
                  <c:v>77</c:v>
                </c:pt>
                <c:pt idx="4437">
                  <c:v>77</c:v>
                </c:pt>
                <c:pt idx="4438">
                  <c:v>77</c:v>
                </c:pt>
                <c:pt idx="4439">
                  <c:v>77</c:v>
                </c:pt>
                <c:pt idx="4440">
                  <c:v>77</c:v>
                </c:pt>
                <c:pt idx="4441">
                  <c:v>77</c:v>
                </c:pt>
                <c:pt idx="4442">
                  <c:v>77</c:v>
                </c:pt>
                <c:pt idx="4443">
                  <c:v>77</c:v>
                </c:pt>
                <c:pt idx="4444">
                  <c:v>77</c:v>
                </c:pt>
                <c:pt idx="4445">
                  <c:v>77</c:v>
                </c:pt>
                <c:pt idx="4446">
                  <c:v>77</c:v>
                </c:pt>
                <c:pt idx="4447">
                  <c:v>77</c:v>
                </c:pt>
                <c:pt idx="4448">
                  <c:v>77</c:v>
                </c:pt>
                <c:pt idx="4449">
                  <c:v>77</c:v>
                </c:pt>
                <c:pt idx="4450">
                  <c:v>77</c:v>
                </c:pt>
                <c:pt idx="4451">
                  <c:v>77</c:v>
                </c:pt>
                <c:pt idx="4452">
                  <c:v>77</c:v>
                </c:pt>
                <c:pt idx="4453">
                  <c:v>77</c:v>
                </c:pt>
                <c:pt idx="4454">
                  <c:v>77</c:v>
                </c:pt>
                <c:pt idx="4455">
                  <c:v>77</c:v>
                </c:pt>
                <c:pt idx="4456">
                  <c:v>77</c:v>
                </c:pt>
                <c:pt idx="4457">
                  <c:v>77</c:v>
                </c:pt>
                <c:pt idx="4458">
                  <c:v>77</c:v>
                </c:pt>
                <c:pt idx="4459">
                  <c:v>77</c:v>
                </c:pt>
                <c:pt idx="4460">
                  <c:v>77</c:v>
                </c:pt>
                <c:pt idx="4461">
                  <c:v>77</c:v>
                </c:pt>
                <c:pt idx="4462">
                  <c:v>77</c:v>
                </c:pt>
                <c:pt idx="4463">
                  <c:v>77</c:v>
                </c:pt>
                <c:pt idx="4464">
                  <c:v>77</c:v>
                </c:pt>
                <c:pt idx="4465">
                  <c:v>77</c:v>
                </c:pt>
                <c:pt idx="4466">
                  <c:v>77</c:v>
                </c:pt>
                <c:pt idx="4467">
                  <c:v>77</c:v>
                </c:pt>
                <c:pt idx="4468">
                  <c:v>101</c:v>
                </c:pt>
                <c:pt idx="4469">
                  <c:v>101</c:v>
                </c:pt>
                <c:pt idx="4470">
                  <c:v>101</c:v>
                </c:pt>
                <c:pt idx="4471">
                  <c:v>101</c:v>
                </c:pt>
                <c:pt idx="4472">
                  <c:v>101</c:v>
                </c:pt>
                <c:pt idx="4473">
                  <c:v>101</c:v>
                </c:pt>
                <c:pt idx="4474">
                  <c:v>101</c:v>
                </c:pt>
                <c:pt idx="4475">
                  <c:v>101</c:v>
                </c:pt>
                <c:pt idx="4476">
                  <c:v>101</c:v>
                </c:pt>
                <c:pt idx="4477">
                  <c:v>101</c:v>
                </c:pt>
                <c:pt idx="4478">
                  <c:v>101</c:v>
                </c:pt>
                <c:pt idx="4479">
                  <c:v>101</c:v>
                </c:pt>
                <c:pt idx="4480">
                  <c:v>101</c:v>
                </c:pt>
                <c:pt idx="4481">
                  <c:v>101</c:v>
                </c:pt>
                <c:pt idx="4482">
                  <c:v>101</c:v>
                </c:pt>
                <c:pt idx="4483">
                  <c:v>101</c:v>
                </c:pt>
                <c:pt idx="4484">
                  <c:v>125</c:v>
                </c:pt>
                <c:pt idx="4485">
                  <c:v>125</c:v>
                </c:pt>
                <c:pt idx="4486">
                  <c:v>125</c:v>
                </c:pt>
                <c:pt idx="4487">
                  <c:v>125</c:v>
                </c:pt>
                <c:pt idx="4488">
                  <c:v>141.80000000000001</c:v>
                </c:pt>
                <c:pt idx="4489">
                  <c:v>141.80000000000001</c:v>
                </c:pt>
                <c:pt idx="4490">
                  <c:v>141.80000000000001</c:v>
                </c:pt>
                <c:pt idx="4491">
                  <c:v>134.6</c:v>
                </c:pt>
                <c:pt idx="4492">
                  <c:v>134.6</c:v>
                </c:pt>
                <c:pt idx="4493">
                  <c:v>146.6</c:v>
                </c:pt>
                <c:pt idx="4494">
                  <c:v>158.6</c:v>
                </c:pt>
                <c:pt idx="4495">
                  <c:v>158.6</c:v>
                </c:pt>
                <c:pt idx="4496">
                  <c:v>158.6</c:v>
                </c:pt>
                <c:pt idx="4497">
                  <c:v>158.6</c:v>
                </c:pt>
                <c:pt idx="4498">
                  <c:v>158.6</c:v>
                </c:pt>
                <c:pt idx="4499">
                  <c:v>158.6</c:v>
                </c:pt>
                <c:pt idx="4500">
                  <c:v>158.6</c:v>
                </c:pt>
                <c:pt idx="4501">
                  <c:v>158.6</c:v>
                </c:pt>
                <c:pt idx="4502">
                  <c:v>158.6</c:v>
                </c:pt>
                <c:pt idx="4503">
                  <c:v>158.6</c:v>
                </c:pt>
                <c:pt idx="4504">
                  <c:v>158.6</c:v>
                </c:pt>
                <c:pt idx="4505">
                  <c:v>158.6</c:v>
                </c:pt>
                <c:pt idx="4506">
                  <c:v>158.6</c:v>
                </c:pt>
                <c:pt idx="4507">
                  <c:v>158.6</c:v>
                </c:pt>
                <c:pt idx="4508">
                  <c:v>158.6</c:v>
                </c:pt>
                <c:pt idx="4509">
                  <c:v>158.6</c:v>
                </c:pt>
                <c:pt idx="4510">
                  <c:v>158.6</c:v>
                </c:pt>
                <c:pt idx="4511">
                  <c:v>158.6</c:v>
                </c:pt>
                <c:pt idx="4512">
                  <c:v>158.6</c:v>
                </c:pt>
                <c:pt idx="4513">
                  <c:v>158.6</c:v>
                </c:pt>
                <c:pt idx="4514">
                  <c:v>158.6</c:v>
                </c:pt>
                <c:pt idx="4515">
                  <c:v>158.6</c:v>
                </c:pt>
                <c:pt idx="4516">
                  <c:v>158.6</c:v>
                </c:pt>
                <c:pt idx="4517">
                  <c:v>158.6</c:v>
                </c:pt>
                <c:pt idx="4518">
                  <c:v>158.6</c:v>
                </c:pt>
                <c:pt idx="4519">
                  <c:v>158.6</c:v>
                </c:pt>
                <c:pt idx="4520">
                  <c:v>158.6</c:v>
                </c:pt>
                <c:pt idx="4521">
                  <c:v>158.6</c:v>
                </c:pt>
                <c:pt idx="4522">
                  <c:v>158.6</c:v>
                </c:pt>
                <c:pt idx="4523">
                  <c:v>158.6</c:v>
                </c:pt>
                <c:pt idx="4524">
                  <c:v>158.6</c:v>
                </c:pt>
                <c:pt idx="4525">
                  <c:v>158.6</c:v>
                </c:pt>
                <c:pt idx="4526">
                  <c:v>158.6</c:v>
                </c:pt>
                <c:pt idx="4527">
                  <c:v>158.6</c:v>
                </c:pt>
                <c:pt idx="4528">
                  <c:v>158.6</c:v>
                </c:pt>
                <c:pt idx="4529">
                  <c:v>158.6</c:v>
                </c:pt>
                <c:pt idx="4530">
                  <c:v>158.6</c:v>
                </c:pt>
                <c:pt idx="4531">
                  <c:v>158.6</c:v>
                </c:pt>
                <c:pt idx="4532">
                  <c:v>158.6</c:v>
                </c:pt>
                <c:pt idx="4533">
                  <c:v>158.6</c:v>
                </c:pt>
                <c:pt idx="4534">
                  <c:v>158.6</c:v>
                </c:pt>
                <c:pt idx="4535">
                  <c:v>158.6</c:v>
                </c:pt>
                <c:pt idx="4536">
                  <c:v>158.6</c:v>
                </c:pt>
                <c:pt idx="4537">
                  <c:v>158.6</c:v>
                </c:pt>
                <c:pt idx="4538">
                  <c:v>158.6</c:v>
                </c:pt>
                <c:pt idx="4539">
                  <c:v>158.6</c:v>
                </c:pt>
                <c:pt idx="4540">
                  <c:v>158.6</c:v>
                </c:pt>
                <c:pt idx="4541">
                  <c:v>158.6</c:v>
                </c:pt>
                <c:pt idx="4542">
                  <c:v>158.6</c:v>
                </c:pt>
                <c:pt idx="4543">
                  <c:v>158.6</c:v>
                </c:pt>
                <c:pt idx="4544">
                  <c:v>158.6</c:v>
                </c:pt>
                <c:pt idx="4545">
                  <c:v>158.6</c:v>
                </c:pt>
                <c:pt idx="4546">
                  <c:v>158.6</c:v>
                </c:pt>
                <c:pt idx="4547">
                  <c:v>158.6</c:v>
                </c:pt>
                <c:pt idx="4548">
                  <c:v>158.6</c:v>
                </c:pt>
                <c:pt idx="4549">
                  <c:v>158.6</c:v>
                </c:pt>
                <c:pt idx="4550">
                  <c:v>158.6</c:v>
                </c:pt>
                <c:pt idx="4551">
                  <c:v>158.6</c:v>
                </c:pt>
                <c:pt idx="4552">
                  <c:v>158.6</c:v>
                </c:pt>
                <c:pt idx="4553">
                  <c:v>158.6</c:v>
                </c:pt>
                <c:pt idx="4554">
                  <c:v>158.6</c:v>
                </c:pt>
                <c:pt idx="4555">
                  <c:v>158.6</c:v>
                </c:pt>
                <c:pt idx="4556">
                  <c:v>158.6</c:v>
                </c:pt>
                <c:pt idx="4557">
                  <c:v>158.6</c:v>
                </c:pt>
                <c:pt idx="4558">
                  <c:v>158.6</c:v>
                </c:pt>
                <c:pt idx="4559">
                  <c:v>158.6</c:v>
                </c:pt>
                <c:pt idx="4560">
                  <c:v>158.6</c:v>
                </c:pt>
                <c:pt idx="4561">
                  <c:v>158.6</c:v>
                </c:pt>
                <c:pt idx="4562">
                  <c:v>158.6</c:v>
                </c:pt>
                <c:pt idx="4563">
                  <c:v>158.6</c:v>
                </c:pt>
                <c:pt idx="4564">
                  <c:v>158.6</c:v>
                </c:pt>
                <c:pt idx="4565">
                  <c:v>158.6</c:v>
                </c:pt>
                <c:pt idx="4566">
                  <c:v>158.6</c:v>
                </c:pt>
                <c:pt idx="4567">
                  <c:v>158.6</c:v>
                </c:pt>
                <c:pt idx="4568">
                  <c:v>158.6</c:v>
                </c:pt>
                <c:pt idx="4569">
                  <c:v>158.6</c:v>
                </c:pt>
                <c:pt idx="4570">
                  <c:v>58.6</c:v>
                </c:pt>
                <c:pt idx="4571">
                  <c:v>58.6</c:v>
                </c:pt>
                <c:pt idx="4572">
                  <c:v>58.6</c:v>
                </c:pt>
                <c:pt idx="4573">
                  <c:v>58.6</c:v>
                </c:pt>
                <c:pt idx="4574">
                  <c:v>58.6</c:v>
                </c:pt>
                <c:pt idx="4575">
                  <c:v>58.6</c:v>
                </c:pt>
                <c:pt idx="4576">
                  <c:v>58.6</c:v>
                </c:pt>
                <c:pt idx="4577">
                  <c:v>58.6</c:v>
                </c:pt>
                <c:pt idx="4578">
                  <c:v>58.6</c:v>
                </c:pt>
                <c:pt idx="4579">
                  <c:v>58.6</c:v>
                </c:pt>
                <c:pt idx="4580">
                  <c:v>143.6</c:v>
                </c:pt>
                <c:pt idx="4581">
                  <c:v>143.6</c:v>
                </c:pt>
                <c:pt idx="4582">
                  <c:v>143.6</c:v>
                </c:pt>
                <c:pt idx="4583">
                  <c:v>143.6</c:v>
                </c:pt>
                <c:pt idx="4584">
                  <c:v>143.6</c:v>
                </c:pt>
                <c:pt idx="4585">
                  <c:v>143.6</c:v>
                </c:pt>
                <c:pt idx="4586">
                  <c:v>143.6</c:v>
                </c:pt>
                <c:pt idx="4587">
                  <c:v>146</c:v>
                </c:pt>
                <c:pt idx="4588">
                  <c:v>146</c:v>
                </c:pt>
                <c:pt idx="4589">
                  <c:v>146</c:v>
                </c:pt>
                <c:pt idx="4590">
                  <c:v>146</c:v>
                </c:pt>
                <c:pt idx="4591">
                  <c:v>146</c:v>
                </c:pt>
                <c:pt idx="4592">
                  <c:v>146</c:v>
                </c:pt>
                <c:pt idx="4593">
                  <c:v>146</c:v>
                </c:pt>
                <c:pt idx="4594">
                  <c:v>146</c:v>
                </c:pt>
                <c:pt idx="4595">
                  <c:v>146</c:v>
                </c:pt>
                <c:pt idx="4596">
                  <c:v>146</c:v>
                </c:pt>
                <c:pt idx="4597">
                  <c:v>146</c:v>
                </c:pt>
                <c:pt idx="4598">
                  <c:v>146</c:v>
                </c:pt>
                <c:pt idx="4599">
                  <c:v>146</c:v>
                </c:pt>
                <c:pt idx="4600">
                  <c:v>146</c:v>
                </c:pt>
                <c:pt idx="4601">
                  <c:v>146</c:v>
                </c:pt>
                <c:pt idx="4602">
                  <c:v>146</c:v>
                </c:pt>
                <c:pt idx="4603">
                  <c:v>146</c:v>
                </c:pt>
                <c:pt idx="4604">
                  <c:v>146</c:v>
                </c:pt>
                <c:pt idx="4605">
                  <c:v>146</c:v>
                </c:pt>
                <c:pt idx="4606">
                  <c:v>146</c:v>
                </c:pt>
                <c:pt idx="4607">
                  <c:v>146</c:v>
                </c:pt>
                <c:pt idx="4608">
                  <c:v>146</c:v>
                </c:pt>
                <c:pt idx="4609">
                  <c:v>146</c:v>
                </c:pt>
                <c:pt idx="4610">
                  <c:v>146</c:v>
                </c:pt>
                <c:pt idx="4611">
                  <c:v>146</c:v>
                </c:pt>
                <c:pt idx="4612">
                  <c:v>146</c:v>
                </c:pt>
                <c:pt idx="4613">
                  <c:v>146</c:v>
                </c:pt>
                <c:pt idx="4614">
                  <c:v>146</c:v>
                </c:pt>
                <c:pt idx="4615">
                  <c:v>146</c:v>
                </c:pt>
                <c:pt idx="4616">
                  <c:v>146</c:v>
                </c:pt>
                <c:pt idx="4617">
                  <c:v>146</c:v>
                </c:pt>
                <c:pt idx="4618">
                  <c:v>214</c:v>
                </c:pt>
                <c:pt idx="4619">
                  <c:v>214</c:v>
                </c:pt>
                <c:pt idx="4620">
                  <c:v>214</c:v>
                </c:pt>
                <c:pt idx="4621">
                  <c:v>214</c:v>
                </c:pt>
                <c:pt idx="4622">
                  <c:v>214</c:v>
                </c:pt>
                <c:pt idx="4623">
                  <c:v>214</c:v>
                </c:pt>
                <c:pt idx="4624">
                  <c:v>214</c:v>
                </c:pt>
                <c:pt idx="4625">
                  <c:v>214</c:v>
                </c:pt>
                <c:pt idx="4626">
                  <c:v>214</c:v>
                </c:pt>
                <c:pt idx="4627">
                  <c:v>214</c:v>
                </c:pt>
                <c:pt idx="4628">
                  <c:v>214</c:v>
                </c:pt>
                <c:pt idx="4629">
                  <c:v>202</c:v>
                </c:pt>
                <c:pt idx="4630">
                  <c:v>202</c:v>
                </c:pt>
                <c:pt idx="4631">
                  <c:v>27</c:v>
                </c:pt>
                <c:pt idx="4632">
                  <c:v>27</c:v>
                </c:pt>
                <c:pt idx="4633">
                  <c:v>27</c:v>
                </c:pt>
                <c:pt idx="4634">
                  <c:v>27</c:v>
                </c:pt>
                <c:pt idx="4635">
                  <c:v>27</c:v>
                </c:pt>
                <c:pt idx="4636">
                  <c:v>27</c:v>
                </c:pt>
                <c:pt idx="4637">
                  <c:v>27</c:v>
                </c:pt>
                <c:pt idx="4638">
                  <c:v>27</c:v>
                </c:pt>
                <c:pt idx="4639">
                  <c:v>27</c:v>
                </c:pt>
                <c:pt idx="4640">
                  <c:v>27</c:v>
                </c:pt>
                <c:pt idx="4641">
                  <c:v>27</c:v>
                </c:pt>
                <c:pt idx="4642">
                  <c:v>27</c:v>
                </c:pt>
                <c:pt idx="4643">
                  <c:v>27</c:v>
                </c:pt>
                <c:pt idx="4644">
                  <c:v>27</c:v>
                </c:pt>
                <c:pt idx="4645">
                  <c:v>27</c:v>
                </c:pt>
                <c:pt idx="4646">
                  <c:v>27</c:v>
                </c:pt>
                <c:pt idx="4647">
                  <c:v>27</c:v>
                </c:pt>
                <c:pt idx="4648">
                  <c:v>27</c:v>
                </c:pt>
                <c:pt idx="4649">
                  <c:v>27</c:v>
                </c:pt>
                <c:pt idx="4650">
                  <c:v>27</c:v>
                </c:pt>
                <c:pt idx="4651">
                  <c:v>27</c:v>
                </c:pt>
                <c:pt idx="4652">
                  <c:v>27</c:v>
                </c:pt>
                <c:pt idx="4653">
                  <c:v>27</c:v>
                </c:pt>
                <c:pt idx="4654">
                  <c:v>27</c:v>
                </c:pt>
                <c:pt idx="4655">
                  <c:v>27</c:v>
                </c:pt>
                <c:pt idx="4656">
                  <c:v>27</c:v>
                </c:pt>
                <c:pt idx="4657">
                  <c:v>3</c:v>
                </c:pt>
                <c:pt idx="4658">
                  <c:v>3</c:v>
                </c:pt>
                <c:pt idx="4659">
                  <c:v>3</c:v>
                </c:pt>
                <c:pt idx="4660">
                  <c:v>3</c:v>
                </c:pt>
                <c:pt idx="4661">
                  <c:v>3</c:v>
                </c:pt>
                <c:pt idx="4662">
                  <c:v>3</c:v>
                </c:pt>
                <c:pt idx="4663">
                  <c:v>3</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360</c:v>
                </c:pt>
                <c:pt idx="4684">
                  <c:v>360</c:v>
                </c:pt>
                <c:pt idx="4685">
                  <c:v>360</c:v>
                </c:pt>
                <c:pt idx="4686">
                  <c:v>360</c:v>
                </c:pt>
                <c:pt idx="4687">
                  <c:v>360</c:v>
                </c:pt>
                <c:pt idx="4688">
                  <c:v>360</c:v>
                </c:pt>
                <c:pt idx="4689">
                  <c:v>360</c:v>
                </c:pt>
                <c:pt idx="4690">
                  <c:v>360</c:v>
                </c:pt>
                <c:pt idx="4691">
                  <c:v>360</c:v>
                </c:pt>
                <c:pt idx="4692">
                  <c:v>360</c:v>
                </c:pt>
                <c:pt idx="4693">
                  <c:v>360</c:v>
                </c:pt>
                <c:pt idx="4694">
                  <c:v>360</c:v>
                </c:pt>
                <c:pt idx="4695">
                  <c:v>360</c:v>
                </c:pt>
                <c:pt idx="4696">
                  <c:v>384</c:v>
                </c:pt>
                <c:pt idx="4697">
                  <c:v>384</c:v>
                </c:pt>
                <c:pt idx="4698">
                  <c:v>384</c:v>
                </c:pt>
                <c:pt idx="4699">
                  <c:v>384</c:v>
                </c:pt>
                <c:pt idx="4700">
                  <c:v>384</c:v>
                </c:pt>
                <c:pt idx="4701">
                  <c:v>384</c:v>
                </c:pt>
                <c:pt idx="4702">
                  <c:v>384</c:v>
                </c:pt>
                <c:pt idx="4703">
                  <c:v>384</c:v>
                </c:pt>
                <c:pt idx="4704">
                  <c:v>384</c:v>
                </c:pt>
                <c:pt idx="4705">
                  <c:v>384</c:v>
                </c:pt>
                <c:pt idx="4706">
                  <c:v>384</c:v>
                </c:pt>
                <c:pt idx="4707">
                  <c:v>384</c:v>
                </c:pt>
                <c:pt idx="4708">
                  <c:v>384</c:v>
                </c:pt>
                <c:pt idx="4709">
                  <c:v>384</c:v>
                </c:pt>
                <c:pt idx="4710">
                  <c:v>384</c:v>
                </c:pt>
                <c:pt idx="4711">
                  <c:v>384</c:v>
                </c:pt>
                <c:pt idx="4712">
                  <c:v>384</c:v>
                </c:pt>
                <c:pt idx="4713">
                  <c:v>384</c:v>
                </c:pt>
                <c:pt idx="4714">
                  <c:v>309</c:v>
                </c:pt>
                <c:pt idx="4715">
                  <c:v>309</c:v>
                </c:pt>
                <c:pt idx="4716">
                  <c:v>309</c:v>
                </c:pt>
                <c:pt idx="4717">
                  <c:v>309</c:v>
                </c:pt>
                <c:pt idx="4718">
                  <c:v>309</c:v>
                </c:pt>
                <c:pt idx="4719">
                  <c:v>309</c:v>
                </c:pt>
                <c:pt idx="4720">
                  <c:v>309</c:v>
                </c:pt>
                <c:pt idx="4721">
                  <c:v>309</c:v>
                </c:pt>
                <c:pt idx="4722">
                  <c:v>309</c:v>
                </c:pt>
                <c:pt idx="4723">
                  <c:v>309</c:v>
                </c:pt>
                <c:pt idx="4724">
                  <c:v>309</c:v>
                </c:pt>
                <c:pt idx="4725">
                  <c:v>326</c:v>
                </c:pt>
                <c:pt idx="4726">
                  <c:v>326</c:v>
                </c:pt>
                <c:pt idx="4727">
                  <c:v>326</c:v>
                </c:pt>
                <c:pt idx="4728">
                  <c:v>326</c:v>
                </c:pt>
                <c:pt idx="4729">
                  <c:v>326</c:v>
                </c:pt>
                <c:pt idx="4730">
                  <c:v>326</c:v>
                </c:pt>
                <c:pt idx="4731">
                  <c:v>326</c:v>
                </c:pt>
                <c:pt idx="4732">
                  <c:v>326</c:v>
                </c:pt>
                <c:pt idx="4733">
                  <c:v>326</c:v>
                </c:pt>
                <c:pt idx="4734">
                  <c:v>326</c:v>
                </c:pt>
                <c:pt idx="4735">
                  <c:v>326</c:v>
                </c:pt>
                <c:pt idx="4736">
                  <c:v>326</c:v>
                </c:pt>
                <c:pt idx="4737">
                  <c:v>326</c:v>
                </c:pt>
                <c:pt idx="4738">
                  <c:v>326</c:v>
                </c:pt>
                <c:pt idx="4739">
                  <c:v>326</c:v>
                </c:pt>
                <c:pt idx="4740">
                  <c:v>326</c:v>
                </c:pt>
                <c:pt idx="4741">
                  <c:v>326</c:v>
                </c:pt>
                <c:pt idx="4742">
                  <c:v>326</c:v>
                </c:pt>
                <c:pt idx="4743">
                  <c:v>326</c:v>
                </c:pt>
                <c:pt idx="4744">
                  <c:v>326</c:v>
                </c:pt>
                <c:pt idx="4745">
                  <c:v>326</c:v>
                </c:pt>
                <c:pt idx="4746">
                  <c:v>326</c:v>
                </c:pt>
                <c:pt idx="4747">
                  <c:v>326</c:v>
                </c:pt>
                <c:pt idx="4748">
                  <c:v>326</c:v>
                </c:pt>
                <c:pt idx="4749">
                  <c:v>326</c:v>
                </c:pt>
                <c:pt idx="4750">
                  <c:v>326</c:v>
                </c:pt>
                <c:pt idx="4751">
                  <c:v>326</c:v>
                </c:pt>
                <c:pt idx="4752">
                  <c:v>326</c:v>
                </c:pt>
                <c:pt idx="4753">
                  <c:v>326</c:v>
                </c:pt>
                <c:pt idx="4754">
                  <c:v>326</c:v>
                </c:pt>
                <c:pt idx="4755">
                  <c:v>326</c:v>
                </c:pt>
                <c:pt idx="4756">
                  <c:v>326</c:v>
                </c:pt>
                <c:pt idx="4757">
                  <c:v>326</c:v>
                </c:pt>
                <c:pt idx="4758">
                  <c:v>350</c:v>
                </c:pt>
                <c:pt idx="4759">
                  <c:v>350</c:v>
                </c:pt>
                <c:pt idx="4760">
                  <c:v>350</c:v>
                </c:pt>
                <c:pt idx="4761">
                  <c:v>350</c:v>
                </c:pt>
                <c:pt idx="4762">
                  <c:v>350</c:v>
                </c:pt>
                <c:pt idx="4763">
                  <c:v>350</c:v>
                </c:pt>
                <c:pt idx="4764">
                  <c:v>350</c:v>
                </c:pt>
                <c:pt idx="4765">
                  <c:v>350</c:v>
                </c:pt>
                <c:pt idx="4766">
                  <c:v>350</c:v>
                </c:pt>
                <c:pt idx="4767">
                  <c:v>350</c:v>
                </c:pt>
                <c:pt idx="4768">
                  <c:v>350</c:v>
                </c:pt>
                <c:pt idx="4769">
                  <c:v>350</c:v>
                </c:pt>
                <c:pt idx="4770">
                  <c:v>350</c:v>
                </c:pt>
                <c:pt idx="4771">
                  <c:v>350</c:v>
                </c:pt>
                <c:pt idx="4772">
                  <c:v>350</c:v>
                </c:pt>
                <c:pt idx="4773">
                  <c:v>350</c:v>
                </c:pt>
                <c:pt idx="4774">
                  <c:v>350</c:v>
                </c:pt>
                <c:pt idx="4775">
                  <c:v>350</c:v>
                </c:pt>
                <c:pt idx="4776">
                  <c:v>350</c:v>
                </c:pt>
                <c:pt idx="4777">
                  <c:v>350</c:v>
                </c:pt>
                <c:pt idx="4778">
                  <c:v>350</c:v>
                </c:pt>
                <c:pt idx="4779">
                  <c:v>350</c:v>
                </c:pt>
                <c:pt idx="4780">
                  <c:v>374</c:v>
                </c:pt>
                <c:pt idx="4781">
                  <c:v>374</c:v>
                </c:pt>
                <c:pt idx="4782">
                  <c:v>374</c:v>
                </c:pt>
                <c:pt idx="4783">
                  <c:v>374</c:v>
                </c:pt>
                <c:pt idx="4784">
                  <c:v>374</c:v>
                </c:pt>
                <c:pt idx="4785">
                  <c:v>350</c:v>
                </c:pt>
                <c:pt idx="4786">
                  <c:v>350</c:v>
                </c:pt>
                <c:pt idx="4787">
                  <c:v>350</c:v>
                </c:pt>
                <c:pt idx="4788">
                  <c:v>350</c:v>
                </c:pt>
                <c:pt idx="4789">
                  <c:v>350</c:v>
                </c:pt>
                <c:pt idx="4790">
                  <c:v>350</c:v>
                </c:pt>
                <c:pt idx="4791">
                  <c:v>350</c:v>
                </c:pt>
                <c:pt idx="4792">
                  <c:v>350</c:v>
                </c:pt>
                <c:pt idx="4793">
                  <c:v>350</c:v>
                </c:pt>
                <c:pt idx="4794">
                  <c:v>350</c:v>
                </c:pt>
                <c:pt idx="4795">
                  <c:v>350</c:v>
                </c:pt>
                <c:pt idx="4796">
                  <c:v>350</c:v>
                </c:pt>
                <c:pt idx="4797">
                  <c:v>350</c:v>
                </c:pt>
                <c:pt idx="4798">
                  <c:v>350</c:v>
                </c:pt>
                <c:pt idx="4799">
                  <c:v>350</c:v>
                </c:pt>
                <c:pt idx="4800">
                  <c:v>350</c:v>
                </c:pt>
                <c:pt idx="4801">
                  <c:v>350</c:v>
                </c:pt>
                <c:pt idx="4802">
                  <c:v>350</c:v>
                </c:pt>
                <c:pt idx="4803">
                  <c:v>362</c:v>
                </c:pt>
                <c:pt idx="4804">
                  <c:v>362</c:v>
                </c:pt>
                <c:pt idx="4805">
                  <c:v>362</c:v>
                </c:pt>
                <c:pt idx="4806">
                  <c:v>374</c:v>
                </c:pt>
                <c:pt idx="4807">
                  <c:v>398</c:v>
                </c:pt>
                <c:pt idx="4808">
                  <c:v>398</c:v>
                </c:pt>
                <c:pt idx="4809">
                  <c:v>398</c:v>
                </c:pt>
                <c:pt idx="4810">
                  <c:v>398</c:v>
                </c:pt>
                <c:pt idx="4811">
                  <c:v>398</c:v>
                </c:pt>
                <c:pt idx="4812">
                  <c:v>398</c:v>
                </c:pt>
                <c:pt idx="4813">
                  <c:v>398</c:v>
                </c:pt>
                <c:pt idx="4814">
                  <c:v>398</c:v>
                </c:pt>
                <c:pt idx="4815">
                  <c:v>398</c:v>
                </c:pt>
                <c:pt idx="4816">
                  <c:v>398</c:v>
                </c:pt>
                <c:pt idx="4817">
                  <c:v>398</c:v>
                </c:pt>
                <c:pt idx="4818">
                  <c:v>398</c:v>
                </c:pt>
                <c:pt idx="4819">
                  <c:v>398</c:v>
                </c:pt>
                <c:pt idx="4820">
                  <c:v>374</c:v>
                </c:pt>
                <c:pt idx="4821">
                  <c:v>99</c:v>
                </c:pt>
                <c:pt idx="4822">
                  <c:v>99</c:v>
                </c:pt>
                <c:pt idx="4823">
                  <c:v>99</c:v>
                </c:pt>
                <c:pt idx="4824">
                  <c:v>99</c:v>
                </c:pt>
                <c:pt idx="4825">
                  <c:v>99</c:v>
                </c:pt>
                <c:pt idx="4826">
                  <c:v>99</c:v>
                </c:pt>
                <c:pt idx="4827">
                  <c:v>99</c:v>
                </c:pt>
                <c:pt idx="4828">
                  <c:v>99</c:v>
                </c:pt>
                <c:pt idx="4829">
                  <c:v>99</c:v>
                </c:pt>
                <c:pt idx="4830">
                  <c:v>99</c:v>
                </c:pt>
                <c:pt idx="4831">
                  <c:v>99</c:v>
                </c:pt>
                <c:pt idx="4832">
                  <c:v>99</c:v>
                </c:pt>
                <c:pt idx="4833">
                  <c:v>99</c:v>
                </c:pt>
                <c:pt idx="4834">
                  <c:v>99</c:v>
                </c:pt>
                <c:pt idx="4835">
                  <c:v>99</c:v>
                </c:pt>
                <c:pt idx="4836">
                  <c:v>99</c:v>
                </c:pt>
                <c:pt idx="4837">
                  <c:v>99</c:v>
                </c:pt>
                <c:pt idx="4838">
                  <c:v>123</c:v>
                </c:pt>
                <c:pt idx="4839">
                  <c:v>123</c:v>
                </c:pt>
                <c:pt idx="4840">
                  <c:v>123</c:v>
                </c:pt>
                <c:pt idx="4841">
                  <c:v>123</c:v>
                </c:pt>
                <c:pt idx="4842">
                  <c:v>123</c:v>
                </c:pt>
                <c:pt idx="4843">
                  <c:v>123</c:v>
                </c:pt>
                <c:pt idx="4844">
                  <c:v>123</c:v>
                </c:pt>
                <c:pt idx="4845">
                  <c:v>123</c:v>
                </c:pt>
                <c:pt idx="4846">
                  <c:v>123</c:v>
                </c:pt>
                <c:pt idx="4847">
                  <c:v>123</c:v>
                </c:pt>
                <c:pt idx="4848">
                  <c:v>123</c:v>
                </c:pt>
                <c:pt idx="4849">
                  <c:v>123</c:v>
                </c:pt>
                <c:pt idx="4850">
                  <c:v>123</c:v>
                </c:pt>
                <c:pt idx="4851">
                  <c:v>123</c:v>
                </c:pt>
                <c:pt idx="4852">
                  <c:v>123</c:v>
                </c:pt>
                <c:pt idx="4853">
                  <c:v>173</c:v>
                </c:pt>
                <c:pt idx="4854">
                  <c:v>173</c:v>
                </c:pt>
                <c:pt idx="4855">
                  <c:v>173</c:v>
                </c:pt>
                <c:pt idx="4856">
                  <c:v>173</c:v>
                </c:pt>
                <c:pt idx="4857">
                  <c:v>173</c:v>
                </c:pt>
                <c:pt idx="4858">
                  <c:v>173</c:v>
                </c:pt>
                <c:pt idx="4859">
                  <c:v>173</c:v>
                </c:pt>
                <c:pt idx="4860">
                  <c:v>173</c:v>
                </c:pt>
                <c:pt idx="4861">
                  <c:v>173</c:v>
                </c:pt>
                <c:pt idx="4862">
                  <c:v>173</c:v>
                </c:pt>
                <c:pt idx="4863">
                  <c:v>173</c:v>
                </c:pt>
                <c:pt idx="4864">
                  <c:v>149</c:v>
                </c:pt>
                <c:pt idx="4865">
                  <c:v>149</c:v>
                </c:pt>
                <c:pt idx="4866">
                  <c:v>149</c:v>
                </c:pt>
                <c:pt idx="4867">
                  <c:v>149</c:v>
                </c:pt>
                <c:pt idx="4868">
                  <c:v>149</c:v>
                </c:pt>
                <c:pt idx="4869">
                  <c:v>149</c:v>
                </c:pt>
                <c:pt idx="4870">
                  <c:v>149</c:v>
                </c:pt>
                <c:pt idx="4871">
                  <c:v>144.19999999999999</c:v>
                </c:pt>
                <c:pt idx="4872">
                  <c:v>137</c:v>
                </c:pt>
                <c:pt idx="4873">
                  <c:v>132.19999999999999</c:v>
                </c:pt>
                <c:pt idx="4874">
                  <c:v>132.19999999999999</c:v>
                </c:pt>
                <c:pt idx="4875">
                  <c:v>132.19999999999999</c:v>
                </c:pt>
                <c:pt idx="4876">
                  <c:v>132.19999999999999</c:v>
                </c:pt>
                <c:pt idx="4877">
                  <c:v>132.19999999999999</c:v>
                </c:pt>
                <c:pt idx="4878">
                  <c:v>132.19999999999999</c:v>
                </c:pt>
                <c:pt idx="4879">
                  <c:v>132.19999999999999</c:v>
                </c:pt>
                <c:pt idx="4880">
                  <c:v>120.2</c:v>
                </c:pt>
                <c:pt idx="4881">
                  <c:v>120.2</c:v>
                </c:pt>
                <c:pt idx="4882">
                  <c:v>120.2</c:v>
                </c:pt>
                <c:pt idx="4883">
                  <c:v>108.2</c:v>
                </c:pt>
                <c:pt idx="4884">
                  <c:v>108.2</c:v>
                </c:pt>
                <c:pt idx="4885">
                  <c:v>108.2</c:v>
                </c:pt>
                <c:pt idx="4886">
                  <c:v>108.2</c:v>
                </c:pt>
                <c:pt idx="4887">
                  <c:v>108.2</c:v>
                </c:pt>
                <c:pt idx="4888">
                  <c:v>108.2</c:v>
                </c:pt>
                <c:pt idx="4889">
                  <c:v>108.2</c:v>
                </c:pt>
                <c:pt idx="4890">
                  <c:v>108.2</c:v>
                </c:pt>
                <c:pt idx="4891">
                  <c:v>108.2</c:v>
                </c:pt>
                <c:pt idx="4892">
                  <c:v>108.2</c:v>
                </c:pt>
                <c:pt idx="4893">
                  <c:v>108.2</c:v>
                </c:pt>
                <c:pt idx="4894">
                  <c:v>108.2</c:v>
                </c:pt>
                <c:pt idx="4895">
                  <c:v>108.2</c:v>
                </c:pt>
                <c:pt idx="4896">
                  <c:v>108.2</c:v>
                </c:pt>
                <c:pt idx="4897">
                  <c:v>120.2</c:v>
                </c:pt>
                <c:pt idx="4898">
                  <c:v>156.19999999999999</c:v>
                </c:pt>
                <c:pt idx="4899">
                  <c:v>156.19999999999999</c:v>
                </c:pt>
                <c:pt idx="4900">
                  <c:v>156.19999999999999</c:v>
                </c:pt>
                <c:pt idx="4901">
                  <c:v>156.19999999999999</c:v>
                </c:pt>
                <c:pt idx="4902">
                  <c:v>156.19999999999999</c:v>
                </c:pt>
                <c:pt idx="4903">
                  <c:v>156.19999999999999</c:v>
                </c:pt>
                <c:pt idx="4904">
                  <c:v>156.19999999999999</c:v>
                </c:pt>
                <c:pt idx="4905">
                  <c:v>156.19999999999999</c:v>
                </c:pt>
                <c:pt idx="4906">
                  <c:v>178.2</c:v>
                </c:pt>
                <c:pt idx="4907">
                  <c:v>178.2</c:v>
                </c:pt>
                <c:pt idx="4908">
                  <c:v>178.2</c:v>
                </c:pt>
                <c:pt idx="4909">
                  <c:v>178.2</c:v>
                </c:pt>
                <c:pt idx="4910">
                  <c:v>178.2</c:v>
                </c:pt>
                <c:pt idx="4911">
                  <c:v>171</c:v>
                </c:pt>
                <c:pt idx="4912">
                  <c:v>171</c:v>
                </c:pt>
                <c:pt idx="4913">
                  <c:v>171</c:v>
                </c:pt>
                <c:pt idx="4914">
                  <c:v>171</c:v>
                </c:pt>
                <c:pt idx="4915">
                  <c:v>183</c:v>
                </c:pt>
                <c:pt idx="4916">
                  <c:v>183</c:v>
                </c:pt>
                <c:pt idx="4917">
                  <c:v>183</c:v>
                </c:pt>
                <c:pt idx="4918">
                  <c:v>183</c:v>
                </c:pt>
                <c:pt idx="4919">
                  <c:v>145</c:v>
                </c:pt>
                <c:pt idx="4920">
                  <c:v>145</c:v>
                </c:pt>
                <c:pt idx="4921">
                  <c:v>145</c:v>
                </c:pt>
                <c:pt idx="4922">
                  <c:v>145</c:v>
                </c:pt>
                <c:pt idx="4923">
                  <c:v>145</c:v>
                </c:pt>
                <c:pt idx="4924">
                  <c:v>280</c:v>
                </c:pt>
                <c:pt idx="4925">
                  <c:v>304</c:v>
                </c:pt>
                <c:pt idx="4926">
                  <c:v>304</c:v>
                </c:pt>
                <c:pt idx="4927">
                  <c:v>304</c:v>
                </c:pt>
                <c:pt idx="4928">
                  <c:v>304</c:v>
                </c:pt>
                <c:pt idx="4929">
                  <c:v>304</c:v>
                </c:pt>
                <c:pt idx="4930">
                  <c:v>304</c:v>
                </c:pt>
                <c:pt idx="4931">
                  <c:v>304</c:v>
                </c:pt>
                <c:pt idx="4932">
                  <c:v>304</c:v>
                </c:pt>
                <c:pt idx="4933">
                  <c:v>304</c:v>
                </c:pt>
                <c:pt idx="4934">
                  <c:v>280</c:v>
                </c:pt>
                <c:pt idx="4935">
                  <c:v>280</c:v>
                </c:pt>
                <c:pt idx="4936">
                  <c:v>280</c:v>
                </c:pt>
                <c:pt idx="4937">
                  <c:v>280</c:v>
                </c:pt>
                <c:pt idx="4938">
                  <c:v>280</c:v>
                </c:pt>
                <c:pt idx="4939">
                  <c:v>256</c:v>
                </c:pt>
                <c:pt idx="4940">
                  <c:v>256</c:v>
                </c:pt>
                <c:pt idx="4941">
                  <c:v>206</c:v>
                </c:pt>
                <c:pt idx="4942">
                  <c:v>206</c:v>
                </c:pt>
                <c:pt idx="4943">
                  <c:v>206</c:v>
                </c:pt>
                <c:pt idx="4944">
                  <c:v>206</c:v>
                </c:pt>
                <c:pt idx="4945">
                  <c:v>206</c:v>
                </c:pt>
                <c:pt idx="4946">
                  <c:v>206</c:v>
                </c:pt>
                <c:pt idx="4947">
                  <c:v>206</c:v>
                </c:pt>
                <c:pt idx="4948">
                  <c:v>206</c:v>
                </c:pt>
                <c:pt idx="4949">
                  <c:v>281</c:v>
                </c:pt>
                <c:pt idx="4950">
                  <c:v>281</c:v>
                </c:pt>
                <c:pt idx="4951">
                  <c:v>281</c:v>
                </c:pt>
                <c:pt idx="4952">
                  <c:v>281</c:v>
                </c:pt>
                <c:pt idx="4953">
                  <c:v>281</c:v>
                </c:pt>
                <c:pt idx="4954">
                  <c:v>329</c:v>
                </c:pt>
                <c:pt idx="4955">
                  <c:v>329</c:v>
                </c:pt>
                <c:pt idx="4956">
                  <c:v>329</c:v>
                </c:pt>
                <c:pt idx="4957">
                  <c:v>329</c:v>
                </c:pt>
                <c:pt idx="4958">
                  <c:v>329</c:v>
                </c:pt>
                <c:pt idx="4959">
                  <c:v>329</c:v>
                </c:pt>
                <c:pt idx="4960">
                  <c:v>329</c:v>
                </c:pt>
                <c:pt idx="4961">
                  <c:v>329</c:v>
                </c:pt>
                <c:pt idx="4962">
                  <c:v>329</c:v>
                </c:pt>
                <c:pt idx="4963">
                  <c:v>329</c:v>
                </c:pt>
                <c:pt idx="4964">
                  <c:v>329</c:v>
                </c:pt>
                <c:pt idx="4965">
                  <c:v>329</c:v>
                </c:pt>
                <c:pt idx="4966">
                  <c:v>329</c:v>
                </c:pt>
                <c:pt idx="4967">
                  <c:v>305</c:v>
                </c:pt>
                <c:pt idx="4968">
                  <c:v>305</c:v>
                </c:pt>
                <c:pt idx="4969">
                  <c:v>305</c:v>
                </c:pt>
                <c:pt idx="4970">
                  <c:v>305</c:v>
                </c:pt>
                <c:pt idx="4971">
                  <c:v>305</c:v>
                </c:pt>
                <c:pt idx="4972">
                  <c:v>305</c:v>
                </c:pt>
                <c:pt idx="4973">
                  <c:v>305</c:v>
                </c:pt>
                <c:pt idx="4974">
                  <c:v>305</c:v>
                </c:pt>
                <c:pt idx="4975">
                  <c:v>305</c:v>
                </c:pt>
                <c:pt idx="4976">
                  <c:v>305</c:v>
                </c:pt>
                <c:pt idx="4977">
                  <c:v>280</c:v>
                </c:pt>
                <c:pt idx="4978">
                  <c:v>280</c:v>
                </c:pt>
                <c:pt idx="4979">
                  <c:v>280</c:v>
                </c:pt>
                <c:pt idx="4980">
                  <c:v>280</c:v>
                </c:pt>
                <c:pt idx="4981">
                  <c:v>280</c:v>
                </c:pt>
                <c:pt idx="4982">
                  <c:v>268</c:v>
                </c:pt>
                <c:pt idx="4983">
                  <c:v>268</c:v>
                </c:pt>
                <c:pt idx="4984">
                  <c:v>268</c:v>
                </c:pt>
                <c:pt idx="4985">
                  <c:v>268</c:v>
                </c:pt>
                <c:pt idx="4986">
                  <c:v>268</c:v>
                </c:pt>
                <c:pt idx="4987">
                  <c:v>268</c:v>
                </c:pt>
                <c:pt idx="4988">
                  <c:v>268</c:v>
                </c:pt>
                <c:pt idx="4989">
                  <c:v>268</c:v>
                </c:pt>
                <c:pt idx="4990">
                  <c:v>268</c:v>
                </c:pt>
                <c:pt idx="4991">
                  <c:v>285</c:v>
                </c:pt>
                <c:pt idx="4992">
                  <c:v>290</c:v>
                </c:pt>
                <c:pt idx="4993">
                  <c:v>290</c:v>
                </c:pt>
                <c:pt idx="4994">
                  <c:v>290</c:v>
                </c:pt>
                <c:pt idx="4995">
                  <c:v>290</c:v>
                </c:pt>
                <c:pt idx="4996">
                  <c:v>290</c:v>
                </c:pt>
                <c:pt idx="4997">
                  <c:v>290</c:v>
                </c:pt>
                <c:pt idx="4998">
                  <c:v>307</c:v>
                </c:pt>
                <c:pt idx="4999">
                  <c:v>307</c:v>
                </c:pt>
                <c:pt idx="5000">
                  <c:v>307</c:v>
                </c:pt>
                <c:pt idx="5001">
                  <c:v>307</c:v>
                </c:pt>
                <c:pt idx="5002">
                  <c:v>307</c:v>
                </c:pt>
                <c:pt idx="5003">
                  <c:v>307</c:v>
                </c:pt>
                <c:pt idx="5004">
                  <c:v>307</c:v>
                </c:pt>
                <c:pt idx="5005">
                  <c:v>307</c:v>
                </c:pt>
                <c:pt idx="5006">
                  <c:v>307</c:v>
                </c:pt>
                <c:pt idx="5007">
                  <c:v>307</c:v>
                </c:pt>
                <c:pt idx="5008">
                  <c:v>307</c:v>
                </c:pt>
                <c:pt idx="5009">
                  <c:v>307</c:v>
                </c:pt>
                <c:pt idx="5010">
                  <c:v>307</c:v>
                </c:pt>
                <c:pt idx="5011">
                  <c:v>307</c:v>
                </c:pt>
                <c:pt idx="5012">
                  <c:v>307</c:v>
                </c:pt>
                <c:pt idx="5013">
                  <c:v>307</c:v>
                </c:pt>
                <c:pt idx="5014">
                  <c:v>307</c:v>
                </c:pt>
                <c:pt idx="5015">
                  <c:v>307</c:v>
                </c:pt>
                <c:pt idx="5016">
                  <c:v>307</c:v>
                </c:pt>
                <c:pt idx="5017">
                  <c:v>307</c:v>
                </c:pt>
                <c:pt idx="5018">
                  <c:v>307</c:v>
                </c:pt>
                <c:pt idx="5019">
                  <c:v>382</c:v>
                </c:pt>
                <c:pt idx="5020">
                  <c:v>382</c:v>
                </c:pt>
                <c:pt idx="5021">
                  <c:v>382</c:v>
                </c:pt>
                <c:pt idx="5022">
                  <c:v>382</c:v>
                </c:pt>
                <c:pt idx="5023">
                  <c:v>382</c:v>
                </c:pt>
                <c:pt idx="5024">
                  <c:v>382</c:v>
                </c:pt>
                <c:pt idx="5025">
                  <c:v>382</c:v>
                </c:pt>
                <c:pt idx="5026">
                  <c:v>382</c:v>
                </c:pt>
                <c:pt idx="5027">
                  <c:v>382</c:v>
                </c:pt>
                <c:pt idx="5028">
                  <c:v>382</c:v>
                </c:pt>
                <c:pt idx="5029">
                  <c:v>382</c:v>
                </c:pt>
                <c:pt idx="5030">
                  <c:v>382</c:v>
                </c:pt>
                <c:pt idx="5031">
                  <c:v>382</c:v>
                </c:pt>
                <c:pt idx="5032">
                  <c:v>382</c:v>
                </c:pt>
                <c:pt idx="5033">
                  <c:v>382</c:v>
                </c:pt>
                <c:pt idx="5034">
                  <c:v>382</c:v>
                </c:pt>
                <c:pt idx="5035">
                  <c:v>382</c:v>
                </c:pt>
                <c:pt idx="5036">
                  <c:v>382</c:v>
                </c:pt>
                <c:pt idx="5037">
                  <c:v>382</c:v>
                </c:pt>
                <c:pt idx="5038">
                  <c:v>382</c:v>
                </c:pt>
                <c:pt idx="5039">
                  <c:v>382</c:v>
                </c:pt>
                <c:pt idx="5040">
                  <c:v>382</c:v>
                </c:pt>
                <c:pt idx="5041">
                  <c:v>382</c:v>
                </c:pt>
                <c:pt idx="5042">
                  <c:v>382</c:v>
                </c:pt>
                <c:pt idx="5043">
                  <c:v>382</c:v>
                </c:pt>
                <c:pt idx="5044">
                  <c:v>422</c:v>
                </c:pt>
                <c:pt idx="5045">
                  <c:v>422</c:v>
                </c:pt>
                <c:pt idx="5046">
                  <c:v>422</c:v>
                </c:pt>
                <c:pt idx="5047">
                  <c:v>422</c:v>
                </c:pt>
                <c:pt idx="5048">
                  <c:v>377</c:v>
                </c:pt>
                <c:pt idx="5049">
                  <c:v>377</c:v>
                </c:pt>
                <c:pt idx="5050">
                  <c:v>377</c:v>
                </c:pt>
                <c:pt idx="5051">
                  <c:v>377</c:v>
                </c:pt>
                <c:pt idx="5052">
                  <c:v>377</c:v>
                </c:pt>
                <c:pt idx="5053">
                  <c:v>377</c:v>
                </c:pt>
                <c:pt idx="5054">
                  <c:v>377</c:v>
                </c:pt>
                <c:pt idx="5055">
                  <c:v>377</c:v>
                </c:pt>
                <c:pt idx="5056">
                  <c:v>377</c:v>
                </c:pt>
                <c:pt idx="5057">
                  <c:v>377</c:v>
                </c:pt>
                <c:pt idx="5058">
                  <c:v>377</c:v>
                </c:pt>
                <c:pt idx="5059">
                  <c:v>377</c:v>
                </c:pt>
                <c:pt idx="5060">
                  <c:v>377</c:v>
                </c:pt>
                <c:pt idx="5061">
                  <c:v>377</c:v>
                </c:pt>
                <c:pt idx="5062">
                  <c:v>377</c:v>
                </c:pt>
                <c:pt idx="5063">
                  <c:v>377</c:v>
                </c:pt>
                <c:pt idx="5064">
                  <c:v>377</c:v>
                </c:pt>
                <c:pt idx="5065">
                  <c:v>377</c:v>
                </c:pt>
                <c:pt idx="5066">
                  <c:v>377</c:v>
                </c:pt>
                <c:pt idx="5067">
                  <c:v>377</c:v>
                </c:pt>
                <c:pt idx="5068">
                  <c:v>377</c:v>
                </c:pt>
                <c:pt idx="5069">
                  <c:v>377</c:v>
                </c:pt>
                <c:pt idx="5070">
                  <c:v>377</c:v>
                </c:pt>
                <c:pt idx="5071">
                  <c:v>377</c:v>
                </c:pt>
                <c:pt idx="5072">
                  <c:v>377</c:v>
                </c:pt>
                <c:pt idx="5073">
                  <c:v>377</c:v>
                </c:pt>
                <c:pt idx="5074">
                  <c:v>377</c:v>
                </c:pt>
                <c:pt idx="5075">
                  <c:v>377</c:v>
                </c:pt>
                <c:pt idx="5076">
                  <c:v>347</c:v>
                </c:pt>
                <c:pt idx="5077">
                  <c:v>347</c:v>
                </c:pt>
                <c:pt idx="5078">
                  <c:v>347</c:v>
                </c:pt>
                <c:pt idx="5079">
                  <c:v>347</c:v>
                </c:pt>
                <c:pt idx="5080">
                  <c:v>347</c:v>
                </c:pt>
                <c:pt idx="5081">
                  <c:v>347</c:v>
                </c:pt>
                <c:pt idx="5082">
                  <c:v>347</c:v>
                </c:pt>
                <c:pt idx="5083">
                  <c:v>347</c:v>
                </c:pt>
                <c:pt idx="5084">
                  <c:v>347</c:v>
                </c:pt>
                <c:pt idx="5085">
                  <c:v>347</c:v>
                </c:pt>
                <c:pt idx="5086">
                  <c:v>347</c:v>
                </c:pt>
                <c:pt idx="5087">
                  <c:v>347</c:v>
                </c:pt>
                <c:pt idx="5088">
                  <c:v>347</c:v>
                </c:pt>
                <c:pt idx="5089">
                  <c:v>347</c:v>
                </c:pt>
                <c:pt idx="5090">
                  <c:v>347</c:v>
                </c:pt>
                <c:pt idx="5091">
                  <c:v>347</c:v>
                </c:pt>
                <c:pt idx="5092">
                  <c:v>347</c:v>
                </c:pt>
                <c:pt idx="5093">
                  <c:v>347</c:v>
                </c:pt>
                <c:pt idx="5094">
                  <c:v>347</c:v>
                </c:pt>
                <c:pt idx="5095">
                  <c:v>347</c:v>
                </c:pt>
                <c:pt idx="5096">
                  <c:v>347</c:v>
                </c:pt>
                <c:pt idx="5097">
                  <c:v>347</c:v>
                </c:pt>
                <c:pt idx="5098">
                  <c:v>347</c:v>
                </c:pt>
                <c:pt idx="5099">
                  <c:v>347</c:v>
                </c:pt>
                <c:pt idx="5100">
                  <c:v>347</c:v>
                </c:pt>
                <c:pt idx="5101">
                  <c:v>347</c:v>
                </c:pt>
                <c:pt idx="5102">
                  <c:v>357</c:v>
                </c:pt>
                <c:pt idx="5103">
                  <c:v>357</c:v>
                </c:pt>
                <c:pt idx="5104">
                  <c:v>357</c:v>
                </c:pt>
                <c:pt idx="5105">
                  <c:v>357</c:v>
                </c:pt>
                <c:pt idx="5106">
                  <c:v>357</c:v>
                </c:pt>
                <c:pt idx="5107">
                  <c:v>357</c:v>
                </c:pt>
                <c:pt idx="5108">
                  <c:v>357</c:v>
                </c:pt>
                <c:pt idx="5109">
                  <c:v>297</c:v>
                </c:pt>
                <c:pt idx="5110">
                  <c:v>357</c:v>
                </c:pt>
                <c:pt idx="5111">
                  <c:v>297</c:v>
                </c:pt>
                <c:pt idx="5112">
                  <c:v>297</c:v>
                </c:pt>
                <c:pt idx="5113">
                  <c:v>297</c:v>
                </c:pt>
                <c:pt idx="5114">
                  <c:v>297</c:v>
                </c:pt>
                <c:pt idx="5115">
                  <c:v>297</c:v>
                </c:pt>
                <c:pt idx="5116">
                  <c:v>347</c:v>
                </c:pt>
                <c:pt idx="5117">
                  <c:v>347</c:v>
                </c:pt>
                <c:pt idx="5118">
                  <c:v>347</c:v>
                </c:pt>
                <c:pt idx="5119">
                  <c:v>347</c:v>
                </c:pt>
                <c:pt idx="5120">
                  <c:v>347</c:v>
                </c:pt>
                <c:pt idx="5121">
                  <c:v>347</c:v>
                </c:pt>
                <c:pt idx="5122">
                  <c:v>347</c:v>
                </c:pt>
                <c:pt idx="5123">
                  <c:v>347</c:v>
                </c:pt>
                <c:pt idx="5124">
                  <c:v>347</c:v>
                </c:pt>
                <c:pt idx="5125">
                  <c:v>347</c:v>
                </c:pt>
                <c:pt idx="5126">
                  <c:v>347</c:v>
                </c:pt>
                <c:pt idx="5127">
                  <c:v>347</c:v>
                </c:pt>
                <c:pt idx="5128">
                  <c:v>317</c:v>
                </c:pt>
                <c:pt idx="5129">
                  <c:v>317</c:v>
                </c:pt>
                <c:pt idx="5130">
                  <c:v>317</c:v>
                </c:pt>
                <c:pt idx="5131">
                  <c:v>317</c:v>
                </c:pt>
                <c:pt idx="5132">
                  <c:v>317</c:v>
                </c:pt>
                <c:pt idx="5133">
                  <c:v>317</c:v>
                </c:pt>
                <c:pt idx="5134">
                  <c:v>317</c:v>
                </c:pt>
                <c:pt idx="5135">
                  <c:v>317</c:v>
                </c:pt>
                <c:pt idx="5136">
                  <c:v>317</c:v>
                </c:pt>
                <c:pt idx="5137">
                  <c:v>317</c:v>
                </c:pt>
                <c:pt idx="5138">
                  <c:v>317</c:v>
                </c:pt>
                <c:pt idx="5139">
                  <c:v>227</c:v>
                </c:pt>
                <c:pt idx="5140">
                  <c:v>227</c:v>
                </c:pt>
                <c:pt idx="5141">
                  <c:v>227</c:v>
                </c:pt>
                <c:pt idx="5142">
                  <c:v>227</c:v>
                </c:pt>
                <c:pt idx="5143">
                  <c:v>227</c:v>
                </c:pt>
                <c:pt idx="5144">
                  <c:v>227</c:v>
                </c:pt>
                <c:pt idx="5145">
                  <c:v>227</c:v>
                </c:pt>
                <c:pt idx="5146">
                  <c:v>227</c:v>
                </c:pt>
                <c:pt idx="5147">
                  <c:v>227</c:v>
                </c:pt>
                <c:pt idx="5148">
                  <c:v>227</c:v>
                </c:pt>
                <c:pt idx="5149">
                  <c:v>227</c:v>
                </c:pt>
                <c:pt idx="5150">
                  <c:v>227</c:v>
                </c:pt>
                <c:pt idx="5151">
                  <c:v>227</c:v>
                </c:pt>
                <c:pt idx="5152">
                  <c:v>227</c:v>
                </c:pt>
                <c:pt idx="5153">
                  <c:v>227</c:v>
                </c:pt>
                <c:pt idx="5154">
                  <c:v>227</c:v>
                </c:pt>
                <c:pt idx="5155">
                  <c:v>227</c:v>
                </c:pt>
                <c:pt idx="5156">
                  <c:v>227</c:v>
                </c:pt>
                <c:pt idx="5157">
                  <c:v>152</c:v>
                </c:pt>
                <c:pt idx="5158">
                  <c:v>152</c:v>
                </c:pt>
                <c:pt idx="5159">
                  <c:v>152</c:v>
                </c:pt>
                <c:pt idx="5160">
                  <c:v>152</c:v>
                </c:pt>
                <c:pt idx="5161">
                  <c:v>152</c:v>
                </c:pt>
                <c:pt idx="5162">
                  <c:v>152</c:v>
                </c:pt>
                <c:pt idx="5163">
                  <c:v>152</c:v>
                </c:pt>
                <c:pt idx="5164">
                  <c:v>302</c:v>
                </c:pt>
                <c:pt idx="5165">
                  <c:v>302</c:v>
                </c:pt>
                <c:pt idx="5166">
                  <c:v>302</c:v>
                </c:pt>
                <c:pt idx="5167">
                  <c:v>302</c:v>
                </c:pt>
                <c:pt idx="5168">
                  <c:v>302</c:v>
                </c:pt>
                <c:pt idx="5169">
                  <c:v>302</c:v>
                </c:pt>
                <c:pt idx="5170">
                  <c:v>302</c:v>
                </c:pt>
                <c:pt idx="5171">
                  <c:v>302</c:v>
                </c:pt>
                <c:pt idx="5172">
                  <c:v>302</c:v>
                </c:pt>
                <c:pt idx="5173">
                  <c:v>302</c:v>
                </c:pt>
                <c:pt idx="5174">
                  <c:v>302</c:v>
                </c:pt>
                <c:pt idx="5175">
                  <c:v>302</c:v>
                </c:pt>
                <c:pt idx="5176">
                  <c:v>302</c:v>
                </c:pt>
                <c:pt idx="5177">
                  <c:v>302</c:v>
                </c:pt>
                <c:pt idx="5178">
                  <c:v>302</c:v>
                </c:pt>
                <c:pt idx="5179">
                  <c:v>302</c:v>
                </c:pt>
                <c:pt idx="5180">
                  <c:v>302</c:v>
                </c:pt>
                <c:pt idx="5181">
                  <c:v>302</c:v>
                </c:pt>
                <c:pt idx="5182">
                  <c:v>302</c:v>
                </c:pt>
                <c:pt idx="5183">
                  <c:v>302</c:v>
                </c:pt>
                <c:pt idx="5184">
                  <c:v>302</c:v>
                </c:pt>
                <c:pt idx="5185">
                  <c:v>302</c:v>
                </c:pt>
                <c:pt idx="5186">
                  <c:v>302</c:v>
                </c:pt>
                <c:pt idx="5187">
                  <c:v>342</c:v>
                </c:pt>
                <c:pt idx="5188">
                  <c:v>342</c:v>
                </c:pt>
                <c:pt idx="5189">
                  <c:v>342</c:v>
                </c:pt>
                <c:pt idx="5190">
                  <c:v>342</c:v>
                </c:pt>
                <c:pt idx="5191">
                  <c:v>342</c:v>
                </c:pt>
                <c:pt idx="5192">
                  <c:v>342</c:v>
                </c:pt>
                <c:pt idx="5193">
                  <c:v>342</c:v>
                </c:pt>
                <c:pt idx="5194">
                  <c:v>342</c:v>
                </c:pt>
                <c:pt idx="5195">
                  <c:v>342</c:v>
                </c:pt>
                <c:pt idx="5196">
                  <c:v>342</c:v>
                </c:pt>
                <c:pt idx="5197">
                  <c:v>342</c:v>
                </c:pt>
                <c:pt idx="5198">
                  <c:v>342</c:v>
                </c:pt>
                <c:pt idx="5199">
                  <c:v>342</c:v>
                </c:pt>
                <c:pt idx="5200">
                  <c:v>342</c:v>
                </c:pt>
                <c:pt idx="5201">
                  <c:v>342</c:v>
                </c:pt>
                <c:pt idx="5202">
                  <c:v>342</c:v>
                </c:pt>
                <c:pt idx="5203">
                  <c:v>342</c:v>
                </c:pt>
                <c:pt idx="5204">
                  <c:v>342</c:v>
                </c:pt>
                <c:pt idx="5205">
                  <c:v>342</c:v>
                </c:pt>
                <c:pt idx="5206">
                  <c:v>342</c:v>
                </c:pt>
                <c:pt idx="5207">
                  <c:v>342</c:v>
                </c:pt>
                <c:pt idx="5208">
                  <c:v>342</c:v>
                </c:pt>
                <c:pt idx="5209">
                  <c:v>342</c:v>
                </c:pt>
                <c:pt idx="5210">
                  <c:v>342</c:v>
                </c:pt>
                <c:pt idx="5211">
                  <c:v>342</c:v>
                </c:pt>
                <c:pt idx="5212">
                  <c:v>342</c:v>
                </c:pt>
                <c:pt idx="5213">
                  <c:v>342</c:v>
                </c:pt>
                <c:pt idx="5214">
                  <c:v>342</c:v>
                </c:pt>
                <c:pt idx="5215">
                  <c:v>342</c:v>
                </c:pt>
                <c:pt idx="5216">
                  <c:v>342</c:v>
                </c:pt>
                <c:pt idx="5217">
                  <c:v>342</c:v>
                </c:pt>
                <c:pt idx="5218">
                  <c:v>342</c:v>
                </c:pt>
                <c:pt idx="5219">
                  <c:v>342</c:v>
                </c:pt>
                <c:pt idx="5220">
                  <c:v>342</c:v>
                </c:pt>
                <c:pt idx="5221">
                  <c:v>342</c:v>
                </c:pt>
                <c:pt idx="5222">
                  <c:v>342</c:v>
                </c:pt>
                <c:pt idx="5223">
                  <c:v>342</c:v>
                </c:pt>
                <c:pt idx="5224">
                  <c:v>342</c:v>
                </c:pt>
                <c:pt idx="5225">
                  <c:v>342</c:v>
                </c:pt>
                <c:pt idx="5226">
                  <c:v>342</c:v>
                </c:pt>
                <c:pt idx="5227">
                  <c:v>342</c:v>
                </c:pt>
                <c:pt idx="5228">
                  <c:v>342</c:v>
                </c:pt>
                <c:pt idx="5229">
                  <c:v>342</c:v>
                </c:pt>
                <c:pt idx="5230">
                  <c:v>342</c:v>
                </c:pt>
                <c:pt idx="5231">
                  <c:v>342</c:v>
                </c:pt>
                <c:pt idx="5232">
                  <c:v>342</c:v>
                </c:pt>
                <c:pt idx="5233">
                  <c:v>342</c:v>
                </c:pt>
                <c:pt idx="5234">
                  <c:v>342</c:v>
                </c:pt>
                <c:pt idx="5235">
                  <c:v>342</c:v>
                </c:pt>
                <c:pt idx="5236">
                  <c:v>342</c:v>
                </c:pt>
                <c:pt idx="5237">
                  <c:v>342</c:v>
                </c:pt>
                <c:pt idx="5238">
                  <c:v>342</c:v>
                </c:pt>
                <c:pt idx="5239">
                  <c:v>342</c:v>
                </c:pt>
                <c:pt idx="5240">
                  <c:v>342</c:v>
                </c:pt>
                <c:pt idx="5241">
                  <c:v>342</c:v>
                </c:pt>
                <c:pt idx="5242">
                  <c:v>342</c:v>
                </c:pt>
                <c:pt idx="5243">
                  <c:v>267</c:v>
                </c:pt>
                <c:pt idx="5244">
                  <c:v>267</c:v>
                </c:pt>
                <c:pt idx="5245">
                  <c:v>267</c:v>
                </c:pt>
                <c:pt idx="5246">
                  <c:v>267</c:v>
                </c:pt>
                <c:pt idx="5247">
                  <c:v>267</c:v>
                </c:pt>
                <c:pt idx="5248">
                  <c:v>182</c:v>
                </c:pt>
                <c:pt idx="5249">
                  <c:v>182</c:v>
                </c:pt>
                <c:pt idx="5250">
                  <c:v>182</c:v>
                </c:pt>
                <c:pt idx="5251">
                  <c:v>182</c:v>
                </c:pt>
                <c:pt idx="5252">
                  <c:v>182</c:v>
                </c:pt>
                <c:pt idx="5253">
                  <c:v>182</c:v>
                </c:pt>
                <c:pt idx="5254">
                  <c:v>182</c:v>
                </c:pt>
                <c:pt idx="5255">
                  <c:v>182</c:v>
                </c:pt>
                <c:pt idx="5256">
                  <c:v>137</c:v>
                </c:pt>
                <c:pt idx="5257">
                  <c:v>137</c:v>
                </c:pt>
                <c:pt idx="5258">
                  <c:v>137</c:v>
                </c:pt>
                <c:pt idx="5259">
                  <c:v>137</c:v>
                </c:pt>
                <c:pt idx="5260">
                  <c:v>137</c:v>
                </c:pt>
                <c:pt idx="5261">
                  <c:v>637</c:v>
                </c:pt>
                <c:pt idx="5262">
                  <c:v>637</c:v>
                </c:pt>
                <c:pt idx="5263">
                  <c:v>637</c:v>
                </c:pt>
                <c:pt idx="5264">
                  <c:v>637</c:v>
                </c:pt>
                <c:pt idx="5265">
                  <c:v>637</c:v>
                </c:pt>
                <c:pt idx="5266">
                  <c:v>469</c:v>
                </c:pt>
                <c:pt idx="5267">
                  <c:v>469</c:v>
                </c:pt>
                <c:pt idx="5268">
                  <c:v>469</c:v>
                </c:pt>
                <c:pt idx="5269">
                  <c:v>449.8</c:v>
                </c:pt>
                <c:pt idx="5270">
                  <c:v>445</c:v>
                </c:pt>
                <c:pt idx="5271">
                  <c:v>445</c:v>
                </c:pt>
                <c:pt idx="5272">
                  <c:v>445</c:v>
                </c:pt>
                <c:pt idx="5273">
                  <c:v>445</c:v>
                </c:pt>
                <c:pt idx="5274">
                  <c:v>445</c:v>
                </c:pt>
                <c:pt idx="5275">
                  <c:v>476.2</c:v>
                </c:pt>
                <c:pt idx="5276">
                  <c:v>476.2</c:v>
                </c:pt>
                <c:pt idx="5277">
                  <c:v>476.2</c:v>
                </c:pt>
                <c:pt idx="5278">
                  <c:v>493</c:v>
                </c:pt>
                <c:pt idx="5279">
                  <c:v>505</c:v>
                </c:pt>
                <c:pt idx="5280">
                  <c:v>505</c:v>
                </c:pt>
                <c:pt idx="5281">
                  <c:v>505</c:v>
                </c:pt>
                <c:pt idx="5282">
                  <c:v>434.8</c:v>
                </c:pt>
                <c:pt idx="5283">
                  <c:v>434.8</c:v>
                </c:pt>
                <c:pt idx="5284">
                  <c:v>430</c:v>
                </c:pt>
                <c:pt idx="5285">
                  <c:v>430</c:v>
                </c:pt>
                <c:pt idx="5286">
                  <c:v>430</c:v>
                </c:pt>
                <c:pt idx="5287">
                  <c:v>430</c:v>
                </c:pt>
                <c:pt idx="5288">
                  <c:v>430</c:v>
                </c:pt>
                <c:pt idx="5289">
                  <c:v>418</c:v>
                </c:pt>
                <c:pt idx="5290">
                  <c:v>413.2</c:v>
                </c:pt>
                <c:pt idx="5291">
                  <c:v>413.2</c:v>
                </c:pt>
                <c:pt idx="5292">
                  <c:v>413.2</c:v>
                </c:pt>
                <c:pt idx="5293">
                  <c:v>368.2</c:v>
                </c:pt>
                <c:pt idx="5294">
                  <c:v>368.2</c:v>
                </c:pt>
                <c:pt idx="5295">
                  <c:v>368.2</c:v>
                </c:pt>
                <c:pt idx="5296">
                  <c:v>368.2</c:v>
                </c:pt>
                <c:pt idx="5297">
                  <c:v>368.2</c:v>
                </c:pt>
                <c:pt idx="5298">
                  <c:v>368.2</c:v>
                </c:pt>
                <c:pt idx="5299">
                  <c:v>368.2</c:v>
                </c:pt>
                <c:pt idx="5300">
                  <c:v>380.2</c:v>
                </c:pt>
                <c:pt idx="5301">
                  <c:v>380.2</c:v>
                </c:pt>
                <c:pt idx="5302">
                  <c:v>380.2</c:v>
                </c:pt>
                <c:pt idx="5303">
                  <c:v>385</c:v>
                </c:pt>
                <c:pt idx="5304">
                  <c:v>385</c:v>
                </c:pt>
                <c:pt idx="5305">
                  <c:v>385</c:v>
                </c:pt>
                <c:pt idx="5306">
                  <c:v>385</c:v>
                </c:pt>
                <c:pt idx="5307">
                  <c:v>385</c:v>
                </c:pt>
                <c:pt idx="5308">
                  <c:v>380.2</c:v>
                </c:pt>
                <c:pt idx="5309">
                  <c:v>380.2</c:v>
                </c:pt>
                <c:pt idx="5310">
                  <c:v>293.2</c:v>
                </c:pt>
                <c:pt idx="5311">
                  <c:v>286</c:v>
                </c:pt>
                <c:pt idx="5312">
                  <c:v>189</c:v>
                </c:pt>
                <c:pt idx="5313">
                  <c:v>177</c:v>
                </c:pt>
                <c:pt idx="5314">
                  <c:v>177</c:v>
                </c:pt>
                <c:pt idx="5315">
                  <c:v>177</c:v>
                </c:pt>
                <c:pt idx="5316">
                  <c:v>177</c:v>
                </c:pt>
                <c:pt idx="5317">
                  <c:v>177</c:v>
                </c:pt>
                <c:pt idx="5318">
                  <c:v>177</c:v>
                </c:pt>
                <c:pt idx="5319">
                  <c:v>177</c:v>
                </c:pt>
                <c:pt idx="5320">
                  <c:v>177</c:v>
                </c:pt>
                <c:pt idx="5321">
                  <c:v>129</c:v>
                </c:pt>
                <c:pt idx="5322">
                  <c:v>129</c:v>
                </c:pt>
                <c:pt idx="5323">
                  <c:v>129</c:v>
                </c:pt>
                <c:pt idx="5324">
                  <c:v>129</c:v>
                </c:pt>
                <c:pt idx="5325">
                  <c:v>129</c:v>
                </c:pt>
                <c:pt idx="5326">
                  <c:v>129</c:v>
                </c:pt>
                <c:pt idx="5327">
                  <c:v>81</c:v>
                </c:pt>
                <c:pt idx="5328">
                  <c:v>81</c:v>
                </c:pt>
                <c:pt idx="5329">
                  <c:v>81</c:v>
                </c:pt>
                <c:pt idx="5330">
                  <c:v>81</c:v>
                </c:pt>
                <c:pt idx="5331">
                  <c:v>81</c:v>
                </c:pt>
                <c:pt idx="5332">
                  <c:v>81</c:v>
                </c:pt>
                <c:pt idx="5333">
                  <c:v>81</c:v>
                </c:pt>
                <c:pt idx="5334">
                  <c:v>81</c:v>
                </c:pt>
                <c:pt idx="5335">
                  <c:v>81</c:v>
                </c:pt>
                <c:pt idx="5336">
                  <c:v>81</c:v>
                </c:pt>
                <c:pt idx="5337">
                  <c:v>81</c:v>
                </c:pt>
                <c:pt idx="5338">
                  <c:v>81</c:v>
                </c:pt>
                <c:pt idx="5339">
                  <c:v>76.2</c:v>
                </c:pt>
                <c:pt idx="5340">
                  <c:v>76.2</c:v>
                </c:pt>
                <c:pt idx="5341">
                  <c:v>-20.8</c:v>
                </c:pt>
                <c:pt idx="5342">
                  <c:v>-20.8</c:v>
                </c:pt>
                <c:pt idx="5343">
                  <c:v>-20.8</c:v>
                </c:pt>
                <c:pt idx="5344">
                  <c:v>-20.8</c:v>
                </c:pt>
                <c:pt idx="5345">
                  <c:v>-20.8</c:v>
                </c:pt>
                <c:pt idx="5346">
                  <c:v>-35.199999999999903</c:v>
                </c:pt>
                <c:pt idx="5347">
                  <c:v>-35.199999999999903</c:v>
                </c:pt>
                <c:pt idx="5348">
                  <c:v>-35.199999999999903</c:v>
                </c:pt>
                <c:pt idx="5349">
                  <c:v>-35.199999999999903</c:v>
                </c:pt>
                <c:pt idx="5350">
                  <c:v>-35.199999999999903</c:v>
                </c:pt>
                <c:pt idx="5351">
                  <c:v>-35.199999999999903</c:v>
                </c:pt>
                <c:pt idx="5352">
                  <c:v>-35.199999999999903</c:v>
                </c:pt>
                <c:pt idx="5353">
                  <c:v>-35.199999999999903</c:v>
                </c:pt>
                <c:pt idx="5354">
                  <c:v>-35.199999999999903</c:v>
                </c:pt>
                <c:pt idx="5355">
                  <c:v>114.8</c:v>
                </c:pt>
                <c:pt idx="5356">
                  <c:v>114.8</c:v>
                </c:pt>
                <c:pt idx="5357">
                  <c:v>114.8</c:v>
                </c:pt>
                <c:pt idx="5358">
                  <c:v>114.8</c:v>
                </c:pt>
                <c:pt idx="5359">
                  <c:v>110</c:v>
                </c:pt>
                <c:pt idx="5360">
                  <c:v>110</c:v>
                </c:pt>
                <c:pt idx="5361">
                  <c:v>110</c:v>
                </c:pt>
                <c:pt idx="5362">
                  <c:v>110</c:v>
                </c:pt>
                <c:pt idx="5363">
                  <c:v>110</c:v>
                </c:pt>
                <c:pt idx="5364">
                  <c:v>110</c:v>
                </c:pt>
                <c:pt idx="5365">
                  <c:v>110</c:v>
                </c:pt>
                <c:pt idx="5366">
                  <c:v>110</c:v>
                </c:pt>
                <c:pt idx="5367">
                  <c:v>110</c:v>
                </c:pt>
                <c:pt idx="5368">
                  <c:v>310</c:v>
                </c:pt>
                <c:pt idx="5369">
                  <c:v>298</c:v>
                </c:pt>
                <c:pt idx="5370">
                  <c:v>290.8</c:v>
                </c:pt>
                <c:pt idx="5371">
                  <c:v>262</c:v>
                </c:pt>
                <c:pt idx="5372">
                  <c:v>262</c:v>
                </c:pt>
                <c:pt idx="5373">
                  <c:v>250</c:v>
                </c:pt>
                <c:pt idx="5374">
                  <c:v>238</c:v>
                </c:pt>
                <c:pt idx="5375">
                  <c:v>238</c:v>
                </c:pt>
                <c:pt idx="5376">
                  <c:v>238</c:v>
                </c:pt>
                <c:pt idx="5377">
                  <c:v>238</c:v>
                </c:pt>
                <c:pt idx="5378">
                  <c:v>238</c:v>
                </c:pt>
                <c:pt idx="5379">
                  <c:v>238</c:v>
                </c:pt>
                <c:pt idx="5380">
                  <c:v>226</c:v>
                </c:pt>
                <c:pt idx="5381">
                  <c:v>314</c:v>
                </c:pt>
                <c:pt idx="5382">
                  <c:v>314</c:v>
                </c:pt>
                <c:pt idx="5383">
                  <c:v>302</c:v>
                </c:pt>
                <c:pt idx="5384">
                  <c:v>212</c:v>
                </c:pt>
                <c:pt idx="5385">
                  <c:v>212</c:v>
                </c:pt>
                <c:pt idx="5386">
                  <c:v>212</c:v>
                </c:pt>
                <c:pt idx="5387">
                  <c:v>127</c:v>
                </c:pt>
                <c:pt idx="5388">
                  <c:v>127</c:v>
                </c:pt>
                <c:pt idx="5389">
                  <c:v>143.80000000000001</c:v>
                </c:pt>
                <c:pt idx="5390">
                  <c:v>167.8</c:v>
                </c:pt>
                <c:pt idx="5391">
                  <c:v>167.8</c:v>
                </c:pt>
                <c:pt idx="5392">
                  <c:v>167.8</c:v>
                </c:pt>
                <c:pt idx="5393">
                  <c:v>167.8</c:v>
                </c:pt>
                <c:pt idx="5394">
                  <c:v>272.60000000000002</c:v>
                </c:pt>
                <c:pt idx="5395">
                  <c:v>272.60000000000002</c:v>
                </c:pt>
                <c:pt idx="5396">
                  <c:v>182.6</c:v>
                </c:pt>
                <c:pt idx="5397">
                  <c:v>182.6</c:v>
                </c:pt>
                <c:pt idx="5398">
                  <c:v>182.6</c:v>
                </c:pt>
                <c:pt idx="5399">
                  <c:v>182.6</c:v>
                </c:pt>
                <c:pt idx="5400">
                  <c:v>182.6</c:v>
                </c:pt>
                <c:pt idx="5401">
                  <c:v>182.6</c:v>
                </c:pt>
                <c:pt idx="5402">
                  <c:v>182.6</c:v>
                </c:pt>
                <c:pt idx="5403">
                  <c:v>194.6</c:v>
                </c:pt>
                <c:pt idx="5404">
                  <c:v>206.6</c:v>
                </c:pt>
                <c:pt idx="5405">
                  <c:v>206.6</c:v>
                </c:pt>
                <c:pt idx="5406">
                  <c:v>242.6</c:v>
                </c:pt>
                <c:pt idx="5407">
                  <c:v>242.6</c:v>
                </c:pt>
                <c:pt idx="5408">
                  <c:v>285.8</c:v>
                </c:pt>
                <c:pt idx="5409">
                  <c:v>285.8</c:v>
                </c:pt>
                <c:pt idx="5410">
                  <c:v>204.8</c:v>
                </c:pt>
                <c:pt idx="5411">
                  <c:v>252.8</c:v>
                </c:pt>
                <c:pt idx="5412">
                  <c:v>276.8</c:v>
                </c:pt>
                <c:pt idx="5413">
                  <c:v>276.8</c:v>
                </c:pt>
                <c:pt idx="5414">
                  <c:v>276.8</c:v>
                </c:pt>
                <c:pt idx="5415">
                  <c:v>350.8</c:v>
                </c:pt>
                <c:pt idx="5416">
                  <c:v>350.8</c:v>
                </c:pt>
                <c:pt idx="5417">
                  <c:v>260.8</c:v>
                </c:pt>
                <c:pt idx="5418">
                  <c:v>175.8</c:v>
                </c:pt>
                <c:pt idx="5419">
                  <c:v>175.8</c:v>
                </c:pt>
                <c:pt idx="5420">
                  <c:v>175.8</c:v>
                </c:pt>
                <c:pt idx="5421">
                  <c:v>175.8</c:v>
                </c:pt>
                <c:pt idx="5422">
                  <c:v>87</c:v>
                </c:pt>
                <c:pt idx="5423">
                  <c:v>63</c:v>
                </c:pt>
                <c:pt idx="5424">
                  <c:v>15</c:v>
                </c:pt>
                <c:pt idx="5425">
                  <c:v>-135</c:v>
                </c:pt>
                <c:pt idx="5426">
                  <c:v>-159</c:v>
                </c:pt>
                <c:pt idx="5427">
                  <c:v>-159</c:v>
                </c:pt>
                <c:pt idx="5428">
                  <c:v>-159</c:v>
                </c:pt>
                <c:pt idx="5429">
                  <c:v>-195</c:v>
                </c:pt>
                <c:pt idx="5430">
                  <c:v>-195</c:v>
                </c:pt>
                <c:pt idx="5431">
                  <c:v>-195</c:v>
                </c:pt>
                <c:pt idx="5432">
                  <c:v>-195</c:v>
                </c:pt>
                <c:pt idx="5433">
                  <c:v>-195</c:v>
                </c:pt>
                <c:pt idx="5434">
                  <c:v>-195</c:v>
                </c:pt>
                <c:pt idx="5435">
                  <c:v>-195</c:v>
                </c:pt>
                <c:pt idx="5436">
                  <c:v>-195</c:v>
                </c:pt>
                <c:pt idx="5437">
                  <c:v>-195</c:v>
                </c:pt>
                <c:pt idx="5438">
                  <c:v>-255</c:v>
                </c:pt>
                <c:pt idx="5439">
                  <c:v>-262.2</c:v>
                </c:pt>
                <c:pt idx="5440">
                  <c:v>-180</c:v>
                </c:pt>
                <c:pt idx="5441">
                  <c:v>-180</c:v>
                </c:pt>
                <c:pt idx="5442">
                  <c:v>-330</c:v>
                </c:pt>
                <c:pt idx="5443">
                  <c:v>-330</c:v>
                </c:pt>
                <c:pt idx="5444">
                  <c:v>-330</c:v>
                </c:pt>
                <c:pt idx="5445">
                  <c:v>-330</c:v>
                </c:pt>
                <c:pt idx="5446">
                  <c:v>-330</c:v>
                </c:pt>
                <c:pt idx="5447">
                  <c:v>-330</c:v>
                </c:pt>
                <c:pt idx="5448">
                  <c:v>-330</c:v>
                </c:pt>
                <c:pt idx="5449">
                  <c:v>-330</c:v>
                </c:pt>
                <c:pt idx="5450">
                  <c:v>-330</c:v>
                </c:pt>
                <c:pt idx="5451">
                  <c:v>-330</c:v>
                </c:pt>
                <c:pt idx="5452">
                  <c:v>-330</c:v>
                </c:pt>
                <c:pt idx="5453">
                  <c:v>-330</c:v>
                </c:pt>
                <c:pt idx="5454">
                  <c:v>-330</c:v>
                </c:pt>
                <c:pt idx="5455">
                  <c:v>-252</c:v>
                </c:pt>
                <c:pt idx="5456">
                  <c:v>-252</c:v>
                </c:pt>
                <c:pt idx="5457">
                  <c:v>-288</c:v>
                </c:pt>
                <c:pt idx="5458">
                  <c:v>-288</c:v>
                </c:pt>
                <c:pt idx="5459">
                  <c:v>-288</c:v>
                </c:pt>
                <c:pt idx="5460">
                  <c:v>-288</c:v>
                </c:pt>
                <c:pt idx="5461">
                  <c:v>-288</c:v>
                </c:pt>
                <c:pt idx="5462">
                  <c:v>-288</c:v>
                </c:pt>
                <c:pt idx="5463">
                  <c:v>-288</c:v>
                </c:pt>
                <c:pt idx="5464">
                  <c:v>-282</c:v>
                </c:pt>
                <c:pt idx="5465">
                  <c:v>-282</c:v>
                </c:pt>
                <c:pt idx="5466">
                  <c:v>-282</c:v>
                </c:pt>
                <c:pt idx="5467">
                  <c:v>-282</c:v>
                </c:pt>
                <c:pt idx="5468">
                  <c:v>-282</c:v>
                </c:pt>
                <c:pt idx="5469">
                  <c:v>-282</c:v>
                </c:pt>
                <c:pt idx="5470">
                  <c:v>-282</c:v>
                </c:pt>
                <c:pt idx="5471">
                  <c:v>-210</c:v>
                </c:pt>
                <c:pt idx="5472">
                  <c:v>-198</c:v>
                </c:pt>
                <c:pt idx="5473">
                  <c:v>-198</c:v>
                </c:pt>
                <c:pt idx="5474">
                  <c:v>-222</c:v>
                </c:pt>
                <c:pt idx="5475">
                  <c:v>-222</c:v>
                </c:pt>
                <c:pt idx="5476">
                  <c:v>-222</c:v>
                </c:pt>
                <c:pt idx="5477">
                  <c:v>-222</c:v>
                </c:pt>
                <c:pt idx="5478">
                  <c:v>-57</c:v>
                </c:pt>
                <c:pt idx="5479">
                  <c:v>-57</c:v>
                </c:pt>
                <c:pt idx="5480">
                  <c:v>-57</c:v>
                </c:pt>
                <c:pt idx="5481">
                  <c:v>-45</c:v>
                </c:pt>
                <c:pt idx="5482">
                  <c:v>-45</c:v>
                </c:pt>
                <c:pt idx="5483">
                  <c:v>-45</c:v>
                </c:pt>
                <c:pt idx="5484">
                  <c:v>-45</c:v>
                </c:pt>
                <c:pt idx="5485">
                  <c:v>-21</c:v>
                </c:pt>
                <c:pt idx="5486">
                  <c:v>3</c:v>
                </c:pt>
                <c:pt idx="5487">
                  <c:v>-22</c:v>
                </c:pt>
                <c:pt idx="5488">
                  <c:v>-22</c:v>
                </c:pt>
                <c:pt idx="5489">
                  <c:v>-22</c:v>
                </c:pt>
                <c:pt idx="5490">
                  <c:v>-22</c:v>
                </c:pt>
                <c:pt idx="5491">
                  <c:v>-22</c:v>
                </c:pt>
                <c:pt idx="5492">
                  <c:v>2</c:v>
                </c:pt>
                <c:pt idx="5493">
                  <c:v>77</c:v>
                </c:pt>
                <c:pt idx="5494">
                  <c:v>77</c:v>
                </c:pt>
                <c:pt idx="5495">
                  <c:v>77</c:v>
                </c:pt>
                <c:pt idx="5496">
                  <c:v>125</c:v>
                </c:pt>
                <c:pt idx="5497">
                  <c:v>125</c:v>
                </c:pt>
                <c:pt idx="5498">
                  <c:v>125</c:v>
                </c:pt>
                <c:pt idx="5499">
                  <c:v>125</c:v>
                </c:pt>
                <c:pt idx="5500">
                  <c:v>125</c:v>
                </c:pt>
                <c:pt idx="5501">
                  <c:v>125</c:v>
                </c:pt>
                <c:pt idx="5502">
                  <c:v>161</c:v>
                </c:pt>
                <c:pt idx="5503">
                  <c:v>149</c:v>
                </c:pt>
                <c:pt idx="5504">
                  <c:v>149</c:v>
                </c:pt>
                <c:pt idx="5505">
                  <c:v>149</c:v>
                </c:pt>
                <c:pt idx="5506">
                  <c:v>149</c:v>
                </c:pt>
                <c:pt idx="5507">
                  <c:v>149</c:v>
                </c:pt>
                <c:pt idx="5508">
                  <c:v>188</c:v>
                </c:pt>
                <c:pt idx="5509">
                  <c:v>164</c:v>
                </c:pt>
                <c:pt idx="5510">
                  <c:v>152</c:v>
                </c:pt>
                <c:pt idx="5511">
                  <c:v>152</c:v>
                </c:pt>
                <c:pt idx="5512">
                  <c:v>152</c:v>
                </c:pt>
                <c:pt idx="5513">
                  <c:v>164</c:v>
                </c:pt>
                <c:pt idx="5514">
                  <c:v>212</c:v>
                </c:pt>
                <c:pt idx="5515">
                  <c:v>224</c:v>
                </c:pt>
                <c:pt idx="5516">
                  <c:v>224</c:v>
                </c:pt>
                <c:pt idx="5517">
                  <c:v>260</c:v>
                </c:pt>
                <c:pt idx="5518">
                  <c:v>260</c:v>
                </c:pt>
                <c:pt idx="5519">
                  <c:v>260</c:v>
                </c:pt>
                <c:pt idx="5520">
                  <c:v>248</c:v>
                </c:pt>
                <c:pt idx="5521">
                  <c:v>236</c:v>
                </c:pt>
                <c:pt idx="5522">
                  <c:v>231.2</c:v>
                </c:pt>
                <c:pt idx="5523">
                  <c:v>231.2</c:v>
                </c:pt>
                <c:pt idx="5524">
                  <c:v>231.2</c:v>
                </c:pt>
                <c:pt idx="5525">
                  <c:v>231.2</c:v>
                </c:pt>
                <c:pt idx="5526">
                  <c:v>231.2</c:v>
                </c:pt>
                <c:pt idx="5527">
                  <c:v>231.2</c:v>
                </c:pt>
                <c:pt idx="5528">
                  <c:v>231.2</c:v>
                </c:pt>
                <c:pt idx="5529">
                  <c:v>231.2</c:v>
                </c:pt>
                <c:pt idx="5530">
                  <c:v>231.2</c:v>
                </c:pt>
                <c:pt idx="5531">
                  <c:v>231.2</c:v>
                </c:pt>
                <c:pt idx="5532">
                  <c:v>231.2</c:v>
                </c:pt>
                <c:pt idx="5533">
                  <c:v>231.2</c:v>
                </c:pt>
                <c:pt idx="5534">
                  <c:v>231.2</c:v>
                </c:pt>
                <c:pt idx="5535">
                  <c:v>231.2</c:v>
                </c:pt>
                <c:pt idx="5536">
                  <c:v>231.2</c:v>
                </c:pt>
                <c:pt idx="5537">
                  <c:v>231.2</c:v>
                </c:pt>
                <c:pt idx="5538">
                  <c:v>231.2</c:v>
                </c:pt>
                <c:pt idx="5539">
                  <c:v>231.2</c:v>
                </c:pt>
                <c:pt idx="5540">
                  <c:v>231.2</c:v>
                </c:pt>
                <c:pt idx="5541">
                  <c:v>231.2</c:v>
                </c:pt>
                <c:pt idx="5542">
                  <c:v>231.2</c:v>
                </c:pt>
                <c:pt idx="5543">
                  <c:v>231.2</c:v>
                </c:pt>
                <c:pt idx="5544">
                  <c:v>231.2</c:v>
                </c:pt>
                <c:pt idx="5545">
                  <c:v>231.2</c:v>
                </c:pt>
                <c:pt idx="5546">
                  <c:v>231.2</c:v>
                </c:pt>
                <c:pt idx="5547">
                  <c:v>231.2</c:v>
                </c:pt>
                <c:pt idx="5548">
                  <c:v>200</c:v>
                </c:pt>
                <c:pt idx="5549">
                  <c:v>200</c:v>
                </c:pt>
                <c:pt idx="5550">
                  <c:v>245</c:v>
                </c:pt>
                <c:pt idx="5551">
                  <c:v>245</c:v>
                </c:pt>
                <c:pt idx="5552">
                  <c:v>245</c:v>
                </c:pt>
                <c:pt idx="5553">
                  <c:v>245</c:v>
                </c:pt>
                <c:pt idx="5554">
                  <c:v>245</c:v>
                </c:pt>
                <c:pt idx="5555">
                  <c:v>245</c:v>
                </c:pt>
                <c:pt idx="5556">
                  <c:v>245</c:v>
                </c:pt>
                <c:pt idx="5557">
                  <c:v>245</c:v>
                </c:pt>
                <c:pt idx="5558">
                  <c:v>257</c:v>
                </c:pt>
                <c:pt idx="5559">
                  <c:v>257</c:v>
                </c:pt>
                <c:pt idx="5560">
                  <c:v>257</c:v>
                </c:pt>
                <c:pt idx="5561">
                  <c:v>257</c:v>
                </c:pt>
                <c:pt idx="5562">
                  <c:v>257</c:v>
                </c:pt>
                <c:pt idx="5563">
                  <c:v>257</c:v>
                </c:pt>
                <c:pt idx="5564">
                  <c:v>257</c:v>
                </c:pt>
                <c:pt idx="5565">
                  <c:v>182</c:v>
                </c:pt>
                <c:pt idx="5566">
                  <c:v>182</c:v>
                </c:pt>
                <c:pt idx="5567">
                  <c:v>182</c:v>
                </c:pt>
                <c:pt idx="5568">
                  <c:v>182</c:v>
                </c:pt>
                <c:pt idx="5569">
                  <c:v>182</c:v>
                </c:pt>
                <c:pt idx="5570">
                  <c:v>182</c:v>
                </c:pt>
                <c:pt idx="5571">
                  <c:v>182</c:v>
                </c:pt>
                <c:pt idx="5572">
                  <c:v>182</c:v>
                </c:pt>
                <c:pt idx="5573">
                  <c:v>182</c:v>
                </c:pt>
                <c:pt idx="5574">
                  <c:v>182</c:v>
                </c:pt>
                <c:pt idx="5575">
                  <c:v>182</c:v>
                </c:pt>
                <c:pt idx="5576">
                  <c:v>158</c:v>
                </c:pt>
                <c:pt idx="5577">
                  <c:v>158</c:v>
                </c:pt>
                <c:pt idx="5578">
                  <c:v>158</c:v>
                </c:pt>
                <c:pt idx="5579">
                  <c:v>158</c:v>
                </c:pt>
                <c:pt idx="5580">
                  <c:v>158</c:v>
                </c:pt>
                <c:pt idx="5581">
                  <c:v>158</c:v>
                </c:pt>
                <c:pt idx="5582">
                  <c:v>158</c:v>
                </c:pt>
                <c:pt idx="5583">
                  <c:v>125</c:v>
                </c:pt>
                <c:pt idx="5584">
                  <c:v>125</c:v>
                </c:pt>
                <c:pt idx="5585">
                  <c:v>125</c:v>
                </c:pt>
                <c:pt idx="5586">
                  <c:v>137</c:v>
                </c:pt>
                <c:pt idx="5587">
                  <c:v>149</c:v>
                </c:pt>
                <c:pt idx="5588">
                  <c:v>149</c:v>
                </c:pt>
                <c:pt idx="5589">
                  <c:v>149</c:v>
                </c:pt>
                <c:pt idx="5590">
                  <c:v>137</c:v>
                </c:pt>
                <c:pt idx="5591">
                  <c:v>129.80000000000001</c:v>
                </c:pt>
                <c:pt idx="5592">
                  <c:v>129.80000000000001</c:v>
                </c:pt>
                <c:pt idx="5593">
                  <c:v>129.80000000000001</c:v>
                </c:pt>
                <c:pt idx="5594">
                  <c:v>129.80000000000001</c:v>
                </c:pt>
                <c:pt idx="5595">
                  <c:v>129.80000000000001</c:v>
                </c:pt>
                <c:pt idx="5596">
                  <c:v>129.80000000000001</c:v>
                </c:pt>
                <c:pt idx="5597">
                  <c:v>129.80000000000001</c:v>
                </c:pt>
                <c:pt idx="5598">
                  <c:v>54.800000000000097</c:v>
                </c:pt>
                <c:pt idx="5599">
                  <c:v>62</c:v>
                </c:pt>
                <c:pt idx="5600">
                  <c:v>62</c:v>
                </c:pt>
                <c:pt idx="5601">
                  <c:v>369.5</c:v>
                </c:pt>
                <c:pt idx="5602">
                  <c:v>369.5</c:v>
                </c:pt>
                <c:pt idx="5603">
                  <c:v>369.5</c:v>
                </c:pt>
                <c:pt idx="5604">
                  <c:v>62</c:v>
                </c:pt>
                <c:pt idx="5605">
                  <c:v>-88</c:v>
                </c:pt>
                <c:pt idx="5606">
                  <c:v>-112</c:v>
                </c:pt>
                <c:pt idx="5607">
                  <c:v>-112</c:v>
                </c:pt>
                <c:pt idx="5608">
                  <c:v>-136</c:v>
                </c:pt>
                <c:pt idx="5609">
                  <c:v>-391</c:v>
                </c:pt>
                <c:pt idx="5610">
                  <c:v>-391</c:v>
                </c:pt>
                <c:pt idx="5611">
                  <c:v>-403</c:v>
                </c:pt>
                <c:pt idx="5612">
                  <c:v>-514</c:v>
                </c:pt>
                <c:pt idx="5613">
                  <c:v>-526</c:v>
                </c:pt>
                <c:pt idx="5614">
                  <c:v>-538</c:v>
                </c:pt>
                <c:pt idx="5615">
                  <c:v>-562</c:v>
                </c:pt>
                <c:pt idx="5616">
                  <c:v>-562</c:v>
                </c:pt>
                <c:pt idx="5617">
                  <c:v>-562</c:v>
                </c:pt>
                <c:pt idx="5618" formatCode="0_ ">
                  <c:v>-712</c:v>
                </c:pt>
                <c:pt idx="5619" formatCode="0_ ">
                  <c:v>-748</c:v>
                </c:pt>
                <c:pt idx="5620" formatCode="0_ ">
                  <c:v>-748</c:v>
                </c:pt>
                <c:pt idx="5621" formatCode="0_ ">
                  <c:v>-748</c:v>
                </c:pt>
                <c:pt idx="5622" formatCode="0_ ">
                  <c:v>-748</c:v>
                </c:pt>
                <c:pt idx="5623" formatCode="0_ ">
                  <c:v>-748</c:v>
                </c:pt>
                <c:pt idx="5624" formatCode="0_ ">
                  <c:v>-748</c:v>
                </c:pt>
                <c:pt idx="5625" formatCode="0_ ">
                  <c:v>-748</c:v>
                </c:pt>
                <c:pt idx="5626" formatCode="0_ ">
                  <c:v>-748</c:v>
                </c:pt>
                <c:pt idx="5627" formatCode="0_ ">
                  <c:v>-748</c:v>
                </c:pt>
                <c:pt idx="5628" formatCode="0_ ">
                  <c:v>-748</c:v>
                </c:pt>
                <c:pt idx="5629" formatCode="0_ ">
                  <c:v>-823</c:v>
                </c:pt>
                <c:pt idx="5630" formatCode="0_ ">
                  <c:v>-823</c:v>
                </c:pt>
                <c:pt idx="5631" formatCode="0_ ">
                  <c:v>-823</c:v>
                </c:pt>
                <c:pt idx="5632" formatCode="0_ ">
                  <c:v>-823</c:v>
                </c:pt>
                <c:pt idx="5633" formatCode="0_ ">
                  <c:v>-823</c:v>
                </c:pt>
                <c:pt idx="5634" formatCode="0_ ">
                  <c:v>-823</c:v>
                </c:pt>
                <c:pt idx="5635" formatCode="0_ ">
                  <c:v>-823</c:v>
                </c:pt>
                <c:pt idx="5636" formatCode="0_ ">
                  <c:v>-835</c:v>
                </c:pt>
                <c:pt idx="5637" formatCode="0_ ">
                  <c:v>-835</c:v>
                </c:pt>
                <c:pt idx="5638" formatCode="0_ ">
                  <c:v>-835</c:v>
                </c:pt>
                <c:pt idx="5639" formatCode="0_ ">
                  <c:v>-835</c:v>
                </c:pt>
                <c:pt idx="5640" formatCode="0_ ">
                  <c:v>-920</c:v>
                </c:pt>
                <c:pt idx="5641" formatCode="0_ ">
                  <c:v>-920</c:v>
                </c:pt>
                <c:pt idx="5642" formatCode="0_ ">
                  <c:v>-920</c:v>
                </c:pt>
                <c:pt idx="5643" formatCode="0_ ">
                  <c:v>-920</c:v>
                </c:pt>
                <c:pt idx="5644" formatCode="0_ ">
                  <c:v>-920</c:v>
                </c:pt>
                <c:pt idx="5645" formatCode="0_ ">
                  <c:v>-920</c:v>
                </c:pt>
                <c:pt idx="5646" formatCode="0_ ">
                  <c:v>-920</c:v>
                </c:pt>
                <c:pt idx="5647" formatCode="0_ ">
                  <c:v>-920</c:v>
                </c:pt>
                <c:pt idx="5648" formatCode="0_ ">
                  <c:v>-920</c:v>
                </c:pt>
                <c:pt idx="5649" formatCode="0_ ">
                  <c:v>-920</c:v>
                </c:pt>
                <c:pt idx="5650" formatCode="0_ ">
                  <c:v>-920</c:v>
                </c:pt>
                <c:pt idx="5651" formatCode="0_ ">
                  <c:v>-920</c:v>
                </c:pt>
                <c:pt idx="5652" formatCode="0_ ">
                  <c:v>-920</c:v>
                </c:pt>
                <c:pt idx="5653" formatCode="0_ ">
                  <c:v>-740</c:v>
                </c:pt>
                <c:pt idx="5654" formatCode="0_ ">
                  <c:v>-752</c:v>
                </c:pt>
                <c:pt idx="5655" formatCode="0_ ">
                  <c:v>-764</c:v>
                </c:pt>
                <c:pt idx="5656" formatCode="0_ ">
                  <c:v>-764</c:v>
                </c:pt>
                <c:pt idx="5657" formatCode="0_ ">
                  <c:v>-764</c:v>
                </c:pt>
                <c:pt idx="5658" formatCode="0_ ">
                  <c:v>-764</c:v>
                </c:pt>
                <c:pt idx="5659" formatCode="0_ ">
                  <c:v>-764</c:v>
                </c:pt>
                <c:pt idx="5660" formatCode="0_ ">
                  <c:v>-764</c:v>
                </c:pt>
                <c:pt idx="5661" formatCode="0_ ">
                  <c:v>-764</c:v>
                </c:pt>
                <c:pt idx="5662" formatCode="0_ ">
                  <c:v>-764</c:v>
                </c:pt>
                <c:pt idx="5663" formatCode="0_ ">
                  <c:v>-776</c:v>
                </c:pt>
                <c:pt idx="5664" formatCode="0_ ">
                  <c:v>-626</c:v>
                </c:pt>
                <c:pt idx="5665" formatCode="0_ ">
                  <c:v>-626</c:v>
                </c:pt>
                <c:pt idx="5666" formatCode="0_ ">
                  <c:v>-626</c:v>
                </c:pt>
                <c:pt idx="5667" formatCode="0_ ">
                  <c:v>-711</c:v>
                </c:pt>
                <c:pt idx="5668" formatCode="0_ ">
                  <c:v>-735</c:v>
                </c:pt>
                <c:pt idx="5669" formatCode="0_ ">
                  <c:v>-747</c:v>
                </c:pt>
                <c:pt idx="5670" formatCode="0_ ">
                  <c:v>-747</c:v>
                </c:pt>
                <c:pt idx="5671" formatCode="0_ ">
                  <c:v>-747</c:v>
                </c:pt>
                <c:pt idx="5672" formatCode="0_ ">
                  <c:v>-747</c:v>
                </c:pt>
                <c:pt idx="5673" formatCode="0_ ">
                  <c:v>-747</c:v>
                </c:pt>
                <c:pt idx="5674" formatCode="0_ ">
                  <c:v>-747</c:v>
                </c:pt>
                <c:pt idx="5675" formatCode="0_ ">
                  <c:v>-747</c:v>
                </c:pt>
                <c:pt idx="5676" formatCode="0_ ">
                  <c:v>-782</c:v>
                </c:pt>
                <c:pt idx="5677" formatCode="0_ ">
                  <c:v>-722</c:v>
                </c:pt>
                <c:pt idx="5678" formatCode="0_ ">
                  <c:v>-555.20000000000005</c:v>
                </c:pt>
                <c:pt idx="5679" formatCode="0_ ">
                  <c:v>-555.20000000000005</c:v>
                </c:pt>
                <c:pt idx="5680" formatCode="0_ ">
                  <c:v>-555.20000000000005</c:v>
                </c:pt>
                <c:pt idx="5681" formatCode="0_ ">
                  <c:v>-596</c:v>
                </c:pt>
                <c:pt idx="5682" formatCode="0_ ">
                  <c:v>-596</c:v>
                </c:pt>
                <c:pt idx="5683" formatCode="0_ ">
                  <c:v>-596</c:v>
                </c:pt>
                <c:pt idx="5684" formatCode="0_ ">
                  <c:v>-612.79999999999995</c:v>
                </c:pt>
                <c:pt idx="5685" formatCode="0_ ">
                  <c:v>-612.79999999999995</c:v>
                </c:pt>
                <c:pt idx="5686" formatCode="0_ ">
                  <c:v>-612.79999999999995</c:v>
                </c:pt>
                <c:pt idx="5687" formatCode="0_ ">
                  <c:v>-612.79999999999995</c:v>
                </c:pt>
                <c:pt idx="5688" formatCode="0_ ">
                  <c:v>-867.8</c:v>
                </c:pt>
                <c:pt idx="5689" formatCode="0_ ">
                  <c:v>-867.8</c:v>
                </c:pt>
                <c:pt idx="5690" formatCode="0_ ">
                  <c:v>-867.8</c:v>
                </c:pt>
                <c:pt idx="5691" formatCode="0_ ">
                  <c:v>-855.8</c:v>
                </c:pt>
                <c:pt idx="5692" formatCode="0_ ">
                  <c:v>-855.8</c:v>
                </c:pt>
                <c:pt idx="5693" formatCode="0_ ">
                  <c:v>-855.8</c:v>
                </c:pt>
                <c:pt idx="5694" formatCode="0_ ">
                  <c:v>-855.8</c:v>
                </c:pt>
                <c:pt idx="5695" formatCode="0_ ">
                  <c:v>-855.8</c:v>
                </c:pt>
                <c:pt idx="5696" formatCode="0_ ">
                  <c:v>-655.8</c:v>
                </c:pt>
                <c:pt idx="5697" formatCode="0_ ">
                  <c:v>-655.8</c:v>
                </c:pt>
                <c:pt idx="5698" formatCode="0_ ">
                  <c:v>-651</c:v>
                </c:pt>
                <c:pt idx="5699" formatCode="0_ ">
                  <c:v>-639</c:v>
                </c:pt>
                <c:pt idx="5700" formatCode="0_ ">
                  <c:v>-639</c:v>
                </c:pt>
                <c:pt idx="5701" formatCode="0_ ">
                  <c:v>-639</c:v>
                </c:pt>
                <c:pt idx="5702" formatCode="0_ ">
                  <c:v>-579</c:v>
                </c:pt>
                <c:pt idx="5703" formatCode="0_ ">
                  <c:v>-559.79999999999995</c:v>
                </c:pt>
                <c:pt idx="5704" formatCode="0_ ">
                  <c:v>-559.79999999999995</c:v>
                </c:pt>
                <c:pt idx="5705" formatCode="0_ ">
                  <c:v>-67</c:v>
                </c:pt>
                <c:pt idx="5706" formatCode="0_ ">
                  <c:v>-67</c:v>
                </c:pt>
                <c:pt idx="5707" formatCode="0_ ">
                  <c:v>-67</c:v>
                </c:pt>
                <c:pt idx="5708" formatCode="0_ ">
                  <c:v>-67</c:v>
                </c:pt>
                <c:pt idx="5709" formatCode="0_ ">
                  <c:v>-145</c:v>
                </c:pt>
                <c:pt idx="5710" formatCode="0_ ">
                  <c:v>-145</c:v>
                </c:pt>
                <c:pt idx="5711" formatCode="0_ ">
                  <c:v>-152.19999999999999</c:v>
                </c:pt>
                <c:pt idx="5712" formatCode="0_ ">
                  <c:v>-152.19999999999999</c:v>
                </c:pt>
                <c:pt idx="5713" formatCode="0_ ">
                  <c:v>-152.19999999999999</c:v>
                </c:pt>
                <c:pt idx="5714" formatCode="0_ ">
                  <c:v>-152.19999999999999</c:v>
                </c:pt>
                <c:pt idx="5715" formatCode="0_ ">
                  <c:v>-152.19999999999999</c:v>
                </c:pt>
                <c:pt idx="5716" formatCode="0_ ">
                  <c:v>-58</c:v>
                </c:pt>
                <c:pt idx="5717" formatCode="0_ ">
                  <c:v>-58</c:v>
                </c:pt>
                <c:pt idx="5718" formatCode="0_ ">
                  <c:v>-58</c:v>
                </c:pt>
                <c:pt idx="5719" formatCode="0_ ">
                  <c:v>-58</c:v>
                </c:pt>
                <c:pt idx="5720" formatCode="0_ ">
                  <c:v>-58</c:v>
                </c:pt>
                <c:pt idx="5721" formatCode="0_ ">
                  <c:v>-58</c:v>
                </c:pt>
                <c:pt idx="5722" formatCode="0_ ">
                  <c:v>-58</c:v>
                </c:pt>
                <c:pt idx="5723" formatCode="0_ ">
                  <c:v>-22</c:v>
                </c:pt>
                <c:pt idx="5724" formatCode="0_ ">
                  <c:v>-10</c:v>
                </c:pt>
                <c:pt idx="5725" formatCode="0_ ">
                  <c:v>50</c:v>
                </c:pt>
                <c:pt idx="5726" formatCode="0_ ">
                  <c:v>98</c:v>
                </c:pt>
                <c:pt idx="5727" formatCode="0_ ">
                  <c:v>146</c:v>
                </c:pt>
                <c:pt idx="5728" formatCode="0_ ">
                  <c:v>146</c:v>
                </c:pt>
                <c:pt idx="5729" formatCode="0_ ">
                  <c:v>146</c:v>
                </c:pt>
                <c:pt idx="5730" formatCode="0_ ">
                  <c:v>194</c:v>
                </c:pt>
                <c:pt idx="5731" formatCode="0_ ">
                  <c:v>293</c:v>
                </c:pt>
                <c:pt idx="5732" formatCode="0_ ">
                  <c:v>269</c:v>
                </c:pt>
                <c:pt idx="5733" formatCode="0_ ">
                  <c:v>185</c:v>
                </c:pt>
                <c:pt idx="5734" formatCode="0_ ">
                  <c:v>-51</c:v>
                </c:pt>
                <c:pt idx="5735" formatCode="0_ ">
                  <c:v>-51</c:v>
                </c:pt>
                <c:pt idx="5736" formatCode="0_ ">
                  <c:v>-51</c:v>
                </c:pt>
                <c:pt idx="5737" formatCode="0_ ">
                  <c:v>99</c:v>
                </c:pt>
                <c:pt idx="5738" formatCode="0_ ">
                  <c:v>120</c:v>
                </c:pt>
                <c:pt idx="5739" formatCode="0_ ">
                  <c:v>168</c:v>
                </c:pt>
                <c:pt idx="5740" formatCode="0_ ">
                  <c:v>168</c:v>
                </c:pt>
                <c:pt idx="5741" formatCode="0_ ">
                  <c:v>231</c:v>
                </c:pt>
                <c:pt idx="5742" formatCode="0_ ">
                  <c:v>531</c:v>
                </c:pt>
                <c:pt idx="5743" formatCode="0_ ">
                  <c:v>531</c:v>
                </c:pt>
                <c:pt idx="5744" formatCode="0_ ">
                  <c:v>495</c:v>
                </c:pt>
                <c:pt idx="5745" formatCode="0_ ">
                  <c:v>495</c:v>
                </c:pt>
                <c:pt idx="5746" formatCode="0_ ">
                  <c:v>495</c:v>
                </c:pt>
                <c:pt idx="5747" formatCode="0_ ">
                  <c:v>543</c:v>
                </c:pt>
                <c:pt idx="5748" formatCode="0_ ">
                  <c:v>591</c:v>
                </c:pt>
                <c:pt idx="5749" formatCode="0_ ">
                  <c:v>591</c:v>
                </c:pt>
                <c:pt idx="5750" formatCode="0_ ">
                  <c:v>591</c:v>
                </c:pt>
                <c:pt idx="5751" formatCode="0_ ">
                  <c:v>717</c:v>
                </c:pt>
                <c:pt idx="5752" formatCode="0_ ">
                  <c:v>193</c:v>
                </c:pt>
                <c:pt idx="5753" formatCode="0_ ">
                  <c:v>181</c:v>
                </c:pt>
                <c:pt idx="5754" formatCode="0_ ">
                  <c:v>169</c:v>
                </c:pt>
                <c:pt idx="5755" formatCode="0_ ">
                  <c:v>319</c:v>
                </c:pt>
                <c:pt idx="5756" formatCode="0_ ">
                  <c:v>319</c:v>
                </c:pt>
                <c:pt idx="5757" formatCode="0_ ">
                  <c:v>319</c:v>
                </c:pt>
                <c:pt idx="5758" formatCode="0_ ">
                  <c:v>294</c:v>
                </c:pt>
                <c:pt idx="5759" formatCode="0_ ">
                  <c:v>294</c:v>
                </c:pt>
                <c:pt idx="5760" formatCode="0_ ">
                  <c:v>444</c:v>
                </c:pt>
                <c:pt idx="5761" formatCode="0_ ">
                  <c:v>444</c:v>
                </c:pt>
                <c:pt idx="5762" formatCode="0_ ">
                  <c:v>444</c:v>
                </c:pt>
                <c:pt idx="5763" formatCode="0_ ">
                  <c:v>444</c:v>
                </c:pt>
                <c:pt idx="5764" formatCode="0_ ">
                  <c:v>444</c:v>
                </c:pt>
                <c:pt idx="5765" formatCode="0_ ">
                  <c:v>468</c:v>
                </c:pt>
                <c:pt idx="5766" formatCode="0_ ">
                  <c:v>468</c:v>
                </c:pt>
                <c:pt idx="5767" formatCode="0_ ">
                  <c:v>468</c:v>
                </c:pt>
                <c:pt idx="5768" formatCode="0_ ">
                  <c:v>468</c:v>
                </c:pt>
                <c:pt idx="5769" formatCode="0_ ">
                  <c:v>468</c:v>
                </c:pt>
                <c:pt idx="5770" formatCode="0_ ">
                  <c:v>468</c:v>
                </c:pt>
                <c:pt idx="5771" formatCode="0_ ">
                  <c:v>468</c:v>
                </c:pt>
                <c:pt idx="5772" formatCode="0_ ">
                  <c:v>468</c:v>
                </c:pt>
                <c:pt idx="5773" formatCode="0_ ">
                  <c:v>468</c:v>
                </c:pt>
                <c:pt idx="5774" formatCode="0_ ">
                  <c:v>293</c:v>
                </c:pt>
                <c:pt idx="5775" formatCode="0_ ">
                  <c:v>443</c:v>
                </c:pt>
                <c:pt idx="5776" formatCode="0_ ">
                  <c:v>443</c:v>
                </c:pt>
                <c:pt idx="5777" formatCode="0_ ">
                  <c:v>443</c:v>
                </c:pt>
                <c:pt idx="5778" formatCode="0_ ">
                  <c:v>443</c:v>
                </c:pt>
                <c:pt idx="5779" formatCode="0_ ">
                  <c:v>343</c:v>
                </c:pt>
                <c:pt idx="5780" formatCode="0_ ">
                  <c:v>343</c:v>
                </c:pt>
                <c:pt idx="5781" formatCode="0_ ">
                  <c:v>331</c:v>
                </c:pt>
                <c:pt idx="5782" formatCode="0_ ">
                  <c:v>319</c:v>
                </c:pt>
                <c:pt idx="5783" formatCode="0_ ">
                  <c:v>307</c:v>
                </c:pt>
                <c:pt idx="5784" formatCode="0_ ">
                  <c:v>307</c:v>
                </c:pt>
                <c:pt idx="5785" formatCode="0_ ">
                  <c:v>307</c:v>
                </c:pt>
                <c:pt idx="5786" formatCode="0_ ">
                  <c:v>247</c:v>
                </c:pt>
                <c:pt idx="5787" formatCode="0_ ">
                  <c:v>247</c:v>
                </c:pt>
                <c:pt idx="5788" formatCode="0_ ">
                  <c:v>247</c:v>
                </c:pt>
                <c:pt idx="5789" formatCode="0_ ">
                  <c:v>247</c:v>
                </c:pt>
                <c:pt idx="5790" formatCode="0_ ">
                  <c:v>247</c:v>
                </c:pt>
                <c:pt idx="5791" formatCode="0_ ">
                  <c:v>247</c:v>
                </c:pt>
                <c:pt idx="5792" formatCode="0_ ">
                  <c:v>247</c:v>
                </c:pt>
                <c:pt idx="5793" formatCode="0_ ">
                  <c:v>247</c:v>
                </c:pt>
                <c:pt idx="5794" formatCode="0_ ">
                  <c:v>-3</c:v>
                </c:pt>
                <c:pt idx="5795" formatCode="0_ ">
                  <c:v>-15</c:v>
                </c:pt>
                <c:pt idx="5796" formatCode="0_ ">
                  <c:v>-39</c:v>
                </c:pt>
                <c:pt idx="5797" formatCode="0_ ">
                  <c:v>-51</c:v>
                </c:pt>
                <c:pt idx="5798" formatCode="0_ ">
                  <c:v>-51</c:v>
                </c:pt>
                <c:pt idx="5799" formatCode="0_ ">
                  <c:v>-51</c:v>
                </c:pt>
                <c:pt idx="5800" formatCode="0_ ">
                  <c:v>-75</c:v>
                </c:pt>
                <c:pt idx="5801" formatCode="0_ ">
                  <c:v>-75</c:v>
                </c:pt>
                <c:pt idx="5802" formatCode="0_ ">
                  <c:v>-75</c:v>
                </c:pt>
                <c:pt idx="5803" formatCode="0_ ">
                  <c:v>-150</c:v>
                </c:pt>
                <c:pt idx="5804" formatCode="0_ ">
                  <c:v>-150</c:v>
                </c:pt>
                <c:pt idx="5805" formatCode="0_ ">
                  <c:v>-150</c:v>
                </c:pt>
                <c:pt idx="5806" formatCode="0_ ">
                  <c:v>-150</c:v>
                </c:pt>
                <c:pt idx="5807" formatCode="0_ ">
                  <c:v>-150</c:v>
                </c:pt>
                <c:pt idx="5808" formatCode="0_ ">
                  <c:v>-150</c:v>
                </c:pt>
                <c:pt idx="5809" formatCode="0_ ">
                  <c:v>-150</c:v>
                </c:pt>
                <c:pt idx="5810" formatCode="0_ ">
                  <c:v>-150</c:v>
                </c:pt>
                <c:pt idx="5811" formatCode="0_ ">
                  <c:v>-150</c:v>
                </c:pt>
                <c:pt idx="5812" formatCode="0_ ">
                  <c:v>-150</c:v>
                </c:pt>
                <c:pt idx="5813" formatCode="0_ ">
                  <c:v>-150</c:v>
                </c:pt>
                <c:pt idx="5814" formatCode="0_ ">
                  <c:v>-150</c:v>
                </c:pt>
                <c:pt idx="5815" formatCode="0_ ">
                  <c:v>-150</c:v>
                </c:pt>
                <c:pt idx="5816" formatCode="0_ ">
                  <c:v>-150</c:v>
                </c:pt>
                <c:pt idx="5817" formatCode="0_ ">
                  <c:v>-150</c:v>
                </c:pt>
                <c:pt idx="5818" formatCode="0_ ">
                  <c:v>-150</c:v>
                </c:pt>
                <c:pt idx="5819" formatCode="0_ ">
                  <c:v>-150</c:v>
                </c:pt>
                <c:pt idx="5820" formatCode="0_ ">
                  <c:v>-162</c:v>
                </c:pt>
                <c:pt idx="5821" formatCode="0_ ">
                  <c:v>-162</c:v>
                </c:pt>
                <c:pt idx="5822" formatCode="0_ ">
                  <c:v>-162</c:v>
                </c:pt>
                <c:pt idx="5823" formatCode="0_ ">
                  <c:v>-162</c:v>
                </c:pt>
                <c:pt idx="5824" formatCode="0_ ">
                  <c:v>-162</c:v>
                </c:pt>
                <c:pt idx="5825" formatCode="0_ ">
                  <c:v>-162</c:v>
                </c:pt>
                <c:pt idx="5826" formatCode="0_ ">
                  <c:v>-162</c:v>
                </c:pt>
                <c:pt idx="5827" formatCode="0_ ">
                  <c:v>-162</c:v>
                </c:pt>
                <c:pt idx="5828" formatCode="0_ ">
                  <c:v>-138</c:v>
                </c:pt>
                <c:pt idx="5829" formatCode="0_ ">
                  <c:v>-118.8</c:v>
                </c:pt>
                <c:pt idx="5830" formatCode="0_ ">
                  <c:v>-94.8</c:v>
                </c:pt>
                <c:pt idx="5831" formatCode="0_ ">
                  <c:v>-94.8</c:v>
                </c:pt>
                <c:pt idx="5832" formatCode="0_ ">
                  <c:v>-94.8</c:v>
                </c:pt>
                <c:pt idx="5833" formatCode="0_ ">
                  <c:v>-94.8</c:v>
                </c:pt>
                <c:pt idx="5834" formatCode="0_ ">
                  <c:v>-94.8</c:v>
                </c:pt>
                <c:pt idx="5835" formatCode="0_ ">
                  <c:v>-94.8</c:v>
                </c:pt>
                <c:pt idx="5836" formatCode="0_ ">
                  <c:v>-82.8</c:v>
                </c:pt>
                <c:pt idx="5837" formatCode="0_ ">
                  <c:v>-70.8</c:v>
                </c:pt>
                <c:pt idx="5838" formatCode="0_ ">
                  <c:v>-70.8</c:v>
                </c:pt>
                <c:pt idx="5839" formatCode="0_ ">
                  <c:v>-70.8</c:v>
                </c:pt>
                <c:pt idx="5840" formatCode="0_ ">
                  <c:v>-70.8</c:v>
                </c:pt>
                <c:pt idx="5841" formatCode="0_ ">
                  <c:v>-70.8</c:v>
                </c:pt>
                <c:pt idx="5842" formatCode="0_ ">
                  <c:v>-70.8</c:v>
                </c:pt>
                <c:pt idx="5843" formatCode="0_ ">
                  <c:v>-58.8</c:v>
                </c:pt>
                <c:pt idx="5844" formatCode="0_ ">
                  <c:v>-58.8</c:v>
                </c:pt>
                <c:pt idx="5845" formatCode="0_ ">
                  <c:v>-70.8</c:v>
                </c:pt>
                <c:pt idx="5846" formatCode="0_ ">
                  <c:v>-70.8</c:v>
                </c:pt>
                <c:pt idx="5847" formatCode="0_ ">
                  <c:v>-70.8</c:v>
                </c:pt>
                <c:pt idx="5848" formatCode="0_ ">
                  <c:v>-70.8</c:v>
                </c:pt>
                <c:pt idx="5849" formatCode="0_ ">
                  <c:v>-130.80000000000001</c:v>
                </c:pt>
                <c:pt idx="5850" formatCode="0_ ">
                  <c:v>-130.80000000000001</c:v>
                </c:pt>
                <c:pt idx="5851" formatCode="0_ ">
                  <c:v>-130.80000000000001</c:v>
                </c:pt>
                <c:pt idx="5852" formatCode="0_ ">
                  <c:v>-130.80000000000001</c:v>
                </c:pt>
                <c:pt idx="5853" formatCode="0_ ">
                  <c:v>-130.80000000000001</c:v>
                </c:pt>
                <c:pt idx="5854" formatCode="0_ ">
                  <c:v>-130.80000000000001</c:v>
                </c:pt>
                <c:pt idx="5855" formatCode="0_ ">
                  <c:v>-130.80000000000001</c:v>
                </c:pt>
                <c:pt idx="5856" formatCode="0_ ">
                  <c:v>-130.80000000000001</c:v>
                </c:pt>
                <c:pt idx="5857" formatCode="0_ ">
                  <c:v>-130.80000000000001</c:v>
                </c:pt>
                <c:pt idx="5858" formatCode="0_ ">
                  <c:v>-142.80000000000001</c:v>
                </c:pt>
                <c:pt idx="5859" formatCode="0_ ">
                  <c:v>-142.80000000000001</c:v>
                </c:pt>
                <c:pt idx="5860" formatCode="0_ ">
                  <c:v>-174</c:v>
                </c:pt>
                <c:pt idx="5861" formatCode="0_ ">
                  <c:v>-174</c:v>
                </c:pt>
                <c:pt idx="5862" formatCode="0_ ">
                  <c:v>-174</c:v>
                </c:pt>
                <c:pt idx="5863" formatCode="0_ ">
                  <c:v>-198</c:v>
                </c:pt>
                <c:pt idx="5864" formatCode="0_ ">
                  <c:v>-148</c:v>
                </c:pt>
                <c:pt idx="5865" formatCode="0_ ">
                  <c:v>-148</c:v>
                </c:pt>
                <c:pt idx="5866" formatCode="0_ ">
                  <c:v>-98</c:v>
                </c:pt>
                <c:pt idx="5867" formatCode="0_ ">
                  <c:v>-98</c:v>
                </c:pt>
                <c:pt idx="5868" formatCode="0_ ">
                  <c:v>-98</c:v>
                </c:pt>
                <c:pt idx="5869" formatCode="0_ ">
                  <c:v>-98</c:v>
                </c:pt>
                <c:pt idx="5870" formatCode="0_ ">
                  <c:v>-98</c:v>
                </c:pt>
                <c:pt idx="5871" formatCode="0_ ">
                  <c:v>-110</c:v>
                </c:pt>
                <c:pt idx="5872" formatCode="0_ ">
                  <c:v>-47</c:v>
                </c:pt>
                <c:pt idx="5873" formatCode="0_ ">
                  <c:v>-71</c:v>
                </c:pt>
                <c:pt idx="5874" formatCode="0_ ">
                  <c:v>-46</c:v>
                </c:pt>
                <c:pt idx="5875" formatCode="0_ ">
                  <c:v>-46</c:v>
                </c:pt>
                <c:pt idx="5876" formatCode="0_ ">
                  <c:v>-46</c:v>
                </c:pt>
                <c:pt idx="5877" formatCode="0_ ">
                  <c:v>-65.2</c:v>
                </c:pt>
                <c:pt idx="5878" formatCode="0_ ">
                  <c:v>-65.2</c:v>
                </c:pt>
                <c:pt idx="5879" formatCode="0_ ">
                  <c:v>-65.2</c:v>
                </c:pt>
                <c:pt idx="5880" formatCode="0_ ">
                  <c:v>-65.2</c:v>
                </c:pt>
                <c:pt idx="5881" formatCode="0_ ">
                  <c:v>-65.2</c:v>
                </c:pt>
                <c:pt idx="5882" formatCode="0_ ">
                  <c:v>-65</c:v>
                </c:pt>
                <c:pt idx="5883" formatCode="0_ ">
                  <c:v>-65</c:v>
                </c:pt>
                <c:pt idx="5884" formatCode="0_ ">
                  <c:v>34</c:v>
                </c:pt>
                <c:pt idx="5885" formatCode="0_ ">
                  <c:v>46</c:v>
                </c:pt>
                <c:pt idx="5886" formatCode="0_ ">
                  <c:v>70</c:v>
                </c:pt>
                <c:pt idx="5887" formatCode="0_ ">
                  <c:v>82</c:v>
                </c:pt>
                <c:pt idx="5888" formatCode="0_ ">
                  <c:v>105.8</c:v>
                </c:pt>
                <c:pt idx="5889" formatCode="0_ ">
                  <c:v>105.8</c:v>
                </c:pt>
                <c:pt idx="5890" formatCode="0_ ">
                  <c:v>105.8</c:v>
                </c:pt>
                <c:pt idx="5891" formatCode="0_ ">
                  <c:v>149</c:v>
                </c:pt>
                <c:pt idx="5892" formatCode="0_ ">
                  <c:v>153.80000000000001</c:v>
                </c:pt>
                <c:pt idx="5893" formatCode="0_ ">
                  <c:v>153.80000000000001</c:v>
                </c:pt>
                <c:pt idx="5894" formatCode="0_ ">
                  <c:v>153.80000000000001</c:v>
                </c:pt>
                <c:pt idx="5895" formatCode="0_ ">
                  <c:v>142</c:v>
                </c:pt>
                <c:pt idx="5896" formatCode="0_ ">
                  <c:v>142</c:v>
                </c:pt>
                <c:pt idx="5897" formatCode="0_ ">
                  <c:v>142</c:v>
                </c:pt>
                <c:pt idx="5898" formatCode="0_ ">
                  <c:v>142</c:v>
                </c:pt>
                <c:pt idx="5899" formatCode="0_ ">
                  <c:v>130</c:v>
                </c:pt>
                <c:pt idx="5900" formatCode="0_ ">
                  <c:v>118</c:v>
                </c:pt>
                <c:pt idx="5901" formatCode="0_ ">
                  <c:v>169</c:v>
                </c:pt>
                <c:pt idx="5902" formatCode="0_ ">
                  <c:v>145</c:v>
                </c:pt>
                <c:pt idx="5903" formatCode="0_ ">
                  <c:v>145</c:v>
                </c:pt>
                <c:pt idx="5904" formatCode="0_ ">
                  <c:v>145</c:v>
                </c:pt>
                <c:pt idx="5905" formatCode="0_ ">
                  <c:v>144.80000000000001</c:v>
                </c:pt>
                <c:pt idx="5906" formatCode="0_ ">
                  <c:v>144.80000000000001</c:v>
                </c:pt>
                <c:pt idx="5907" formatCode="0_ ">
                  <c:v>144.80000000000001</c:v>
                </c:pt>
                <c:pt idx="5908" formatCode="0_ ">
                  <c:v>144.80000000000001</c:v>
                </c:pt>
                <c:pt idx="5909" formatCode="0_ ">
                  <c:v>144.80000000000001</c:v>
                </c:pt>
                <c:pt idx="5910" formatCode="0_ ">
                  <c:v>180.8</c:v>
                </c:pt>
                <c:pt idx="5911" formatCode="0_ ">
                  <c:v>180.8</c:v>
                </c:pt>
                <c:pt idx="5912" formatCode="0_ ">
                  <c:v>280.8</c:v>
                </c:pt>
                <c:pt idx="5913" formatCode="0_ ">
                  <c:v>304.8</c:v>
                </c:pt>
                <c:pt idx="5914" formatCode="0_ ">
                  <c:v>304.8</c:v>
                </c:pt>
                <c:pt idx="5915" formatCode="0_ ">
                  <c:v>328.8</c:v>
                </c:pt>
                <c:pt idx="5916" formatCode="0_ ">
                  <c:v>328.8</c:v>
                </c:pt>
                <c:pt idx="5917" formatCode="0_ ">
                  <c:v>328.8</c:v>
                </c:pt>
                <c:pt idx="5918" formatCode="0_ ">
                  <c:v>328.8</c:v>
                </c:pt>
                <c:pt idx="5919" formatCode="0_ ">
                  <c:v>316.8</c:v>
                </c:pt>
                <c:pt idx="5920" formatCode="0_ ">
                  <c:v>316.8</c:v>
                </c:pt>
                <c:pt idx="5921" formatCode="0_ ">
                  <c:v>316.8</c:v>
                </c:pt>
                <c:pt idx="5922" formatCode="0_ ">
                  <c:v>316.8</c:v>
                </c:pt>
                <c:pt idx="5923" formatCode="0_ ">
                  <c:v>316.8</c:v>
                </c:pt>
                <c:pt idx="5924" formatCode="0_ ">
                  <c:v>316.8</c:v>
                </c:pt>
                <c:pt idx="5925" formatCode="0_ ">
                  <c:v>316.8</c:v>
                </c:pt>
                <c:pt idx="5926" formatCode="0_ ">
                  <c:v>316.8</c:v>
                </c:pt>
                <c:pt idx="5927" formatCode="0_ ">
                  <c:v>316.8</c:v>
                </c:pt>
                <c:pt idx="5928" formatCode="0_ ">
                  <c:v>316.8</c:v>
                </c:pt>
                <c:pt idx="5929" formatCode="0_ ">
                  <c:v>316.8</c:v>
                </c:pt>
                <c:pt idx="5930" formatCode="0_ ">
                  <c:v>316.8</c:v>
                </c:pt>
                <c:pt idx="5931" formatCode="0_ ">
                  <c:v>307.2</c:v>
                </c:pt>
                <c:pt idx="5932" formatCode="0_ ">
                  <c:v>300</c:v>
                </c:pt>
                <c:pt idx="5933" formatCode="0_ ">
                  <c:v>300</c:v>
                </c:pt>
                <c:pt idx="5934" formatCode="0_ ">
                  <c:v>300</c:v>
                </c:pt>
                <c:pt idx="5935" formatCode="0_ ">
                  <c:v>300</c:v>
                </c:pt>
                <c:pt idx="5936" formatCode="0_ ">
                  <c:v>300</c:v>
                </c:pt>
                <c:pt idx="5937" formatCode="0_ ">
                  <c:v>312</c:v>
                </c:pt>
                <c:pt idx="5938" formatCode="0_ ">
                  <c:v>312</c:v>
                </c:pt>
                <c:pt idx="5939" formatCode="0_ ">
                  <c:v>312</c:v>
                </c:pt>
                <c:pt idx="5940" formatCode="0_ ">
                  <c:v>312</c:v>
                </c:pt>
                <c:pt idx="5941" formatCode="0_ ">
                  <c:v>312</c:v>
                </c:pt>
                <c:pt idx="5942" formatCode="0_ ">
                  <c:v>337</c:v>
                </c:pt>
                <c:pt idx="5943" formatCode="0_ ">
                  <c:v>325</c:v>
                </c:pt>
                <c:pt idx="5944" formatCode="0_ ">
                  <c:v>313</c:v>
                </c:pt>
                <c:pt idx="5945" formatCode="0_ ">
                  <c:v>313</c:v>
                </c:pt>
                <c:pt idx="5946" formatCode="0_ ">
                  <c:v>265</c:v>
                </c:pt>
                <c:pt idx="5947" formatCode="0_ ">
                  <c:v>265</c:v>
                </c:pt>
                <c:pt idx="5948" formatCode="0_ ">
                  <c:v>265</c:v>
                </c:pt>
                <c:pt idx="5949" formatCode="0_ ">
                  <c:v>277</c:v>
                </c:pt>
                <c:pt idx="5950" formatCode="0_ ">
                  <c:v>301</c:v>
                </c:pt>
                <c:pt idx="5951" formatCode="0_ ">
                  <c:v>301</c:v>
                </c:pt>
                <c:pt idx="5952" formatCode="0_ ">
                  <c:v>301</c:v>
                </c:pt>
                <c:pt idx="5953" formatCode="0_ ">
                  <c:v>301</c:v>
                </c:pt>
                <c:pt idx="5954" formatCode="0_ ">
                  <c:v>233</c:v>
                </c:pt>
                <c:pt idx="5955" formatCode="0_ ">
                  <c:v>221</c:v>
                </c:pt>
                <c:pt idx="5956" formatCode="0_ ">
                  <c:v>221</c:v>
                </c:pt>
                <c:pt idx="5957" formatCode="0_ ">
                  <c:v>197</c:v>
                </c:pt>
                <c:pt idx="5958" formatCode="0_ ">
                  <c:v>185</c:v>
                </c:pt>
                <c:pt idx="5959" formatCode="0_ ">
                  <c:v>185</c:v>
                </c:pt>
                <c:pt idx="5960" formatCode="0_ ">
                  <c:v>185</c:v>
                </c:pt>
                <c:pt idx="5961" formatCode="0_ ">
                  <c:v>185</c:v>
                </c:pt>
                <c:pt idx="5962" formatCode="0_ ">
                  <c:v>197</c:v>
                </c:pt>
                <c:pt idx="5963" formatCode="0_ ">
                  <c:v>209</c:v>
                </c:pt>
                <c:pt idx="5964" formatCode="0_ ">
                  <c:v>209</c:v>
                </c:pt>
                <c:pt idx="5965" formatCode="0_ ">
                  <c:v>209</c:v>
                </c:pt>
                <c:pt idx="5966" formatCode="0_ ">
                  <c:v>209</c:v>
                </c:pt>
                <c:pt idx="5967" formatCode="0_ ">
                  <c:v>209</c:v>
                </c:pt>
                <c:pt idx="5968" formatCode="0_ ">
                  <c:v>236</c:v>
                </c:pt>
                <c:pt idx="5969" formatCode="0_ ">
                  <c:v>236</c:v>
                </c:pt>
                <c:pt idx="5970" formatCode="0_ ">
                  <c:v>236</c:v>
                </c:pt>
                <c:pt idx="5971" formatCode="0_ ">
                  <c:v>236</c:v>
                </c:pt>
                <c:pt idx="5972" formatCode="0_ ">
                  <c:v>236</c:v>
                </c:pt>
                <c:pt idx="5973" formatCode="0_ ">
                  <c:v>236</c:v>
                </c:pt>
                <c:pt idx="5974" formatCode="0_ ">
                  <c:v>236</c:v>
                </c:pt>
                <c:pt idx="5975" formatCode="0_ ">
                  <c:v>248</c:v>
                </c:pt>
                <c:pt idx="5976" formatCode="0_ ">
                  <c:v>272</c:v>
                </c:pt>
                <c:pt idx="5977" formatCode="0_ ">
                  <c:v>272</c:v>
                </c:pt>
                <c:pt idx="5978" formatCode="0_ ">
                  <c:v>284</c:v>
                </c:pt>
                <c:pt idx="5979" formatCode="0_ ">
                  <c:v>299</c:v>
                </c:pt>
                <c:pt idx="5980" formatCode="0_ ">
                  <c:v>299</c:v>
                </c:pt>
                <c:pt idx="5981" formatCode="0_ ">
                  <c:v>299</c:v>
                </c:pt>
                <c:pt idx="5982" formatCode="0_ ">
                  <c:v>279.8</c:v>
                </c:pt>
                <c:pt idx="5983" formatCode="0_ ">
                  <c:v>279.8</c:v>
                </c:pt>
                <c:pt idx="5984" formatCode="0_ ">
                  <c:v>291.8</c:v>
                </c:pt>
                <c:pt idx="5985" formatCode="0_ ">
                  <c:v>283.8</c:v>
                </c:pt>
                <c:pt idx="5986" formatCode="0_ ">
                  <c:v>283.8</c:v>
                </c:pt>
                <c:pt idx="5987" formatCode="0_ ">
                  <c:v>283.8</c:v>
                </c:pt>
                <c:pt idx="5988" formatCode="0_ ">
                  <c:v>283.8</c:v>
                </c:pt>
                <c:pt idx="5989" formatCode="0_ ">
                  <c:v>307.8</c:v>
                </c:pt>
                <c:pt idx="5990" formatCode="0_ ">
                  <c:v>307.8</c:v>
                </c:pt>
                <c:pt idx="5991" formatCode="0_ ">
                  <c:v>290.8</c:v>
                </c:pt>
                <c:pt idx="5992" formatCode="0_ ">
                  <c:v>290.8</c:v>
                </c:pt>
                <c:pt idx="5993" formatCode="0_ ">
                  <c:v>290.8</c:v>
                </c:pt>
                <c:pt idx="5994" formatCode="0_ ">
                  <c:v>290.8</c:v>
                </c:pt>
                <c:pt idx="5995" formatCode="0_ ">
                  <c:v>290.8</c:v>
                </c:pt>
                <c:pt idx="5996" formatCode="0_ ">
                  <c:v>302.8</c:v>
                </c:pt>
                <c:pt idx="5997" formatCode="0_ ">
                  <c:v>326.8</c:v>
                </c:pt>
                <c:pt idx="5998" formatCode="0_ ">
                  <c:v>326.8</c:v>
                </c:pt>
                <c:pt idx="5999" formatCode="0_ ">
                  <c:v>350.8</c:v>
                </c:pt>
                <c:pt idx="6000" formatCode="0_ ">
                  <c:v>374.8</c:v>
                </c:pt>
                <c:pt idx="6001" formatCode="0_ ">
                  <c:v>374.8</c:v>
                </c:pt>
                <c:pt idx="6002" formatCode="0_ ">
                  <c:v>374.8</c:v>
                </c:pt>
                <c:pt idx="6003" formatCode="0_ ">
                  <c:v>399</c:v>
                </c:pt>
                <c:pt idx="6004" formatCode="0_ ">
                  <c:v>399</c:v>
                </c:pt>
                <c:pt idx="6005" formatCode="0_ ">
                  <c:v>401</c:v>
                </c:pt>
                <c:pt idx="6006" formatCode="0_ ">
                  <c:v>401</c:v>
                </c:pt>
                <c:pt idx="6007" formatCode="0_ ">
                  <c:v>425</c:v>
                </c:pt>
                <c:pt idx="6008" formatCode="0_ ">
                  <c:v>425</c:v>
                </c:pt>
                <c:pt idx="6009" formatCode="0_ ">
                  <c:v>425</c:v>
                </c:pt>
                <c:pt idx="6010" formatCode="0_ ">
                  <c:v>449</c:v>
                </c:pt>
                <c:pt idx="6011" formatCode="0_ ">
                  <c:v>461</c:v>
                </c:pt>
                <c:pt idx="6012" formatCode="0_ ">
                  <c:v>478</c:v>
                </c:pt>
                <c:pt idx="6013" formatCode="0_ ">
                  <c:v>449</c:v>
                </c:pt>
                <c:pt idx="6014" formatCode="0_ ">
                  <c:v>449</c:v>
                </c:pt>
                <c:pt idx="6015" formatCode="0_ ">
                  <c:v>449</c:v>
                </c:pt>
                <c:pt idx="6016" formatCode="0_ ">
                  <c:v>449</c:v>
                </c:pt>
                <c:pt idx="6017" formatCode="0_ ">
                  <c:v>473</c:v>
                </c:pt>
                <c:pt idx="6018" formatCode="0_ ">
                  <c:v>473</c:v>
                </c:pt>
                <c:pt idx="6019" formatCode="0_ ">
                  <c:v>473</c:v>
                </c:pt>
                <c:pt idx="6020" formatCode="0_ ">
                  <c:v>449</c:v>
                </c:pt>
                <c:pt idx="6021" formatCode="0_ ">
                  <c:v>479</c:v>
                </c:pt>
                <c:pt idx="6022" formatCode="0_ ">
                  <c:v>479</c:v>
                </c:pt>
                <c:pt idx="6023" formatCode="0_ ">
                  <c:v>479</c:v>
                </c:pt>
                <c:pt idx="6024" formatCode="0_ ">
                  <c:v>479</c:v>
                </c:pt>
                <c:pt idx="6025" formatCode="0_ ">
                  <c:v>479</c:v>
                </c:pt>
                <c:pt idx="6026" formatCode="0_ ">
                  <c:v>479</c:v>
                </c:pt>
                <c:pt idx="6027" formatCode="0_ ">
                  <c:v>479</c:v>
                </c:pt>
                <c:pt idx="6028" formatCode="0_ ">
                  <c:v>559</c:v>
                </c:pt>
                <c:pt idx="6029" formatCode="0_ ">
                  <c:v>571</c:v>
                </c:pt>
                <c:pt idx="6030" formatCode="0_ ">
                  <c:v>571</c:v>
                </c:pt>
                <c:pt idx="6031" formatCode="0_ ">
                  <c:v>484</c:v>
                </c:pt>
                <c:pt idx="6032" formatCode="0_ ">
                  <c:v>493</c:v>
                </c:pt>
                <c:pt idx="6033" formatCode="0_ ">
                  <c:v>493</c:v>
                </c:pt>
                <c:pt idx="6034" formatCode="0_ ">
                  <c:v>493</c:v>
                </c:pt>
                <c:pt idx="6035" formatCode="0_ ">
                  <c:v>493</c:v>
                </c:pt>
                <c:pt idx="6036" formatCode="0_ ">
                  <c:v>493</c:v>
                </c:pt>
                <c:pt idx="6037" formatCode="0_ ">
                  <c:v>493</c:v>
                </c:pt>
                <c:pt idx="6038" formatCode="0_ ">
                  <c:v>428.2</c:v>
                </c:pt>
                <c:pt idx="6039" formatCode="0_ ">
                  <c:v>378.2</c:v>
                </c:pt>
                <c:pt idx="6040" formatCode="0_ ">
                  <c:v>353.2</c:v>
                </c:pt>
                <c:pt idx="6041" formatCode="0_ ">
                  <c:v>353.2</c:v>
                </c:pt>
                <c:pt idx="6042" formatCode="0_ ">
                  <c:v>353.2</c:v>
                </c:pt>
                <c:pt idx="6043" formatCode="0_ ">
                  <c:v>353.2</c:v>
                </c:pt>
                <c:pt idx="6044" formatCode="0_ ">
                  <c:v>353.2</c:v>
                </c:pt>
                <c:pt idx="6045" formatCode="0_ ">
                  <c:v>427.6</c:v>
                </c:pt>
                <c:pt idx="6046" formatCode="0_ ">
                  <c:v>439.6</c:v>
                </c:pt>
                <c:pt idx="6047" formatCode="0_ ">
                  <c:v>439.6</c:v>
                </c:pt>
                <c:pt idx="6048" formatCode="0_ ">
                  <c:v>401.6</c:v>
                </c:pt>
                <c:pt idx="6049" formatCode="0_ ">
                  <c:v>401.6</c:v>
                </c:pt>
                <c:pt idx="6050" formatCode="0_ ">
                  <c:v>401.6</c:v>
                </c:pt>
                <c:pt idx="6051" formatCode="0_ ">
                  <c:v>401.6</c:v>
                </c:pt>
                <c:pt idx="6052" formatCode="0_ ">
                  <c:v>401.6</c:v>
                </c:pt>
                <c:pt idx="6053" formatCode="0_ ">
                  <c:v>377.6</c:v>
                </c:pt>
                <c:pt idx="6054" formatCode="0_ ">
                  <c:v>377.6</c:v>
                </c:pt>
                <c:pt idx="6055" formatCode="0_ ">
                  <c:v>352.6</c:v>
                </c:pt>
                <c:pt idx="6056" formatCode="0_ ">
                  <c:v>488.6</c:v>
                </c:pt>
                <c:pt idx="6057" formatCode="0_ ">
                  <c:v>488.6</c:v>
                </c:pt>
                <c:pt idx="6058" formatCode="0_ ">
                  <c:v>488.6</c:v>
                </c:pt>
                <c:pt idx="6059" formatCode="0_ ">
                  <c:v>515</c:v>
                </c:pt>
                <c:pt idx="6060" formatCode="0_ ">
                  <c:v>515</c:v>
                </c:pt>
                <c:pt idx="6061" formatCode="0_ ">
                  <c:v>465</c:v>
                </c:pt>
                <c:pt idx="6062" formatCode="0_ ">
                  <c:v>465</c:v>
                </c:pt>
                <c:pt idx="6063" formatCode="0_ ">
                  <c:v>465</c:v>
                </c:pt>
                <c:pt idx="6064" formatCode="0_ ">
                  <c:v>465</c:v>
                </c:pt>
                <c:pt idx="6065" formatCode="0_ ">
                  <c:v>465</c:v>
                </c:pt>
                <c:pt idx="6066" formatCode="0_ ">
                  <c:v>681</c:v>
                </c:pt>
                <c:pt idx="6067" formatCode="0_ ">
                  <c:v>681</c:v>
                </c:pt>
                <c:pt idx="6068" formatCode="0_ ">
                  <c:v>656</c:v>
                </c:pt>
                <c:pt idx="6069" formatCode="0_ ">
                  <c:v>680</c:v>
                </c:pt>
                <c:pt idx="6070" formatCode="0_ ">
                  <c:v>680</c:v>
                </c:pt>
                <c:pt idx="6071" formatCode="0_ ">
                  <c:v>680</c:v>
                </c:pt>
                <c:pt idx="6072" formatCode="0_ ">
                  <c:v>680</c:v>
                </c:pt>
                <c:pt idx="6073" formatCode="0_ ">
                  <c:v>680</c:v>
                </c:pt>
                <c:pt idx="6074" formatCode="0_ ">
                  <c:v>704</c:v>
                </c:pt>
                <c:pt idx="6075" formatCode="0_ ">
                  <c:v>704</c:v>
                </c:pt>
                <c:pt idx="6076" formatCode="0_ ">
                  <c:v>704</c:v>
                </c:pt>
                <c:pt idx="6077" formatCode="0_ ">
                  <c:v>704</c:v>
                </c:pt>
                <c:pt idx="6078" formatCode="0_ ">
                  <c:v>704</c:v>
                </c:pt>
                <c:pt idx="6079" formatCode="0_ ">
                  <c:v>704</c:v>
                </c:pt>
                <c:pt idx="6080" formatCode="0_ ">
                  <c:v>667</c:v>
                </c:pt>
                <c:pt idx="6081" formatCode="0_ ">
                  <c:v>679</c:v>
                </c:pt>
                <c:pt idx="6082" formatCode="0_ ">
                  <c:v>679</c:v>
                </c:pt>
                <c:pt idx="6083" formatCode="0_ ">
                  <c:v>641</c:v>
                </c:pt>
                <c:pt idx="6084" formatCode="0_ ">
                  <c:v>641</c:v>
                </c:pt>
                <c:pt idx="6085" formatCode="0_ ">
                  <c:v>641</c:v>
                </c:pt>
                <c:pt idx="6086" formatCode="0_ ">
                  <c:v>641</c:v>
                </c:pt>
                <c:pt idx="6087" formatCode="0_ ">
                  <c:v>714</c:v>
                </c:pt>
                <c:pt idx="6088" formatCode="0_ ">
                  <c:v>714</c:v>
                </c:pt>
                <c:pt idx="6089" formatCode="0_ ">
                  <c:v>725</c:v>
                </c:pt>
                <c:pt idx="6090" formatCode="0_ ">
                  <c:v>713</c:v>
                </c:pt>
                <c:pt idx="6091" formatCode="0_ ">
                  <c:v>689</c:v>
                </c:pt>
                <c:pt idx="6092" formatCode="0_ ">
                  <c:v>689</c:v>
                </c:pt>
                <c:pt idx="6093" formatCode="0_ ">
                  <c:v>689</c:v>
                </c:pt>
                <c:pt idx="6094" formatCode="0_ ">
                  <c:v>689</c:v>
                </c:pt>
                <c:pt idx="6095" formatCode="0_ ">
                  <c:v>639</c:v>
                </c:pt>
                <c:pt idx="6096" formatCode="0_ ">
                  <c:v>639</c:v>
                </c:pt>
                <c:pt idx="6097" formatCode="0_ ">
                  <c:v>639</c:v>
                </c:pt>
                <c:pt idx="6098" formatCode="0_ ">
                  <c:v>639</c:v>
                </c:pt>
                <c:pt idx="6099" formatCode="0_ ">
                  <c:v>639</c:v>
                </c:pt>
                <c:pt idx="6100" formatCode="0_ ">
                  <c:v>639</c:v>
                </c:pt>
                <c:pt idx="6101" formatCode="0_ ">
                  <c:v>639</c:v>
                </c:pt>
                <c:pt idx="6102" formatCode="0_ ">
                  <c:v>663</c:v>
                </c:pt>
                <c:pt idx="6103" formatCode="0_ ">
                  <c:v>663</c:v>
                </c:pt>
                <c:pt idx="6104" formatCode="0_ ">
                  <c:v>663</c:v>
                </c:pt>
                <c:pt idx="6105" formatCode="0_ ">
                  <c:v>651</c:v>
                </c:pt>
                <c:pt idx="6106" formatCode="0_ ">
                  <c:v>651</c:v>
                </c:pt>
                <c:pt idx="6107" formatCode="0_ ">
                  <c:v>651</c:v>
                </c:pt>
                <c:pt idx="6108" formatCode="0_ ">
                  <c:v>639</c:v>
                </c:pt>
                <c:pt idx="6109" formatCode="0_ ">
                  <c:v>627</c:v>
                </c:pt>
                <c:pt idx="6110" formatCode="0_ ">
                  <c:v>603</c:v>
                </c:pt>
                <c:pt idx="6111" formatCode="0_ ">
                  <c:v>579</c:v>
                </c:pt>
                <c:pt idx="6112" formatCode="0_ ">
                  <c:v>555</c:v>
                </c:pt>
                <c:pt idx="6113" formatCode="0_ ">
                  <c:v>555</c:v>
                </c:pt>
                <c:pt idx="6114" formatCode="0_ ">
                  <c:v>519</c:v>
                </c:pt>
                <c:pt idx="6115" formatCode="0_ ">
                  <c:v>569</c:v>
                </c:pt>
                <c:pt idx="6116" formatCode="0_ ">
                  <c:v>557</c:v>
                </c:pt>
                <c:pt idx="6117" formatCode="0_ ">
                  <c:v>557</c:v>
                </c:pt>
                <c:pt idx="6118" formatCode="0_ ">
                  <c:v>607</c:v>
                </c:pt>
                <c:pt idx="6119" formatCode="0_ ">
                  <c:v>607</c:v>
                </c:pt>
                <c:pt idx="6120" formatCode="0_ ">
                  <c:v>607</c:v>
                </c:pt>
                <c:pt idx="6121" formatCode="0_ ">
                  <c:v>607</c:v>
                </c:pt>
                <c:pt idx="6122" formatCode="0_);[Red]\(0\)">
                  <c:v>667</c:v>
                </c:pt>
                <c:pt idx="6123" formatCode="0_);[Red]\(0\)">
                  <c:v>729</c:v>
                </c:pt>
                <c:pt idx="6124" formatCode="0_ ">
                  <c:v>745</c:v>
                </c:pt>
                <c:pt idx="6125" formatCode="0_ ">
                  <c:v>745</c:v>
                </c:pt>
                <c:pt idx="6126" formatCode="0_ ">
                  <c:v>795</c:v>
                </c:pt>
                <c:pt idx="6127" formatCode="0_ ">
                  <c:v>795</c:v>
                </c:pt>
                <c:pt idx="6128" formatCode="0_ ">
                  <c:v>795</c:v>
                </c:pt>
                <c:pt idx="6129" formatCode="0_ ">
                  <c:v>747</c:v>
                </c:pt>
                <c:pt idx="6130" formatCode="0_ ">
                  <c:v>797</c:v>
                </c:pt>
                <c:pt idx="6131" formatCode="0_ ">
                  <c:v>797</c:v>
                </c:pt>
                <c:pt idx="6132" formatCode="0_ ">
                  <c:v>797</c:v>
                </c:pt>
                <c:pt idx="6133" formatCode="0_ ">
                  <c:v>797</c:v>
                </c:pt>
                <c:pt idx="6134" formatCode="0_ ">
                  <c:v>797</c:v>
                </c:pt>
                <c:pt idx="6135" formatCode="0_ ">
                  <c:v>797</c:v>
                </c:pt>
                <c:pt idx="6136" formatCode="0_ ">
                  <c:v>847</c:v>
                </c:pt>
                <c:pt idx="6137" formatCode="0_ ">
                  <c:v>796</c:v>
                </c:pt>
                <c:pt idx="6138" formatCode="0_ ">
                  <c:v>846</c:v>
                </c:pt>
                <c:pt idx="6139" formatCode="0_ ">
                  <c:v>834</c:v>
                </c:pt>
                <c:pt idx="6140" formatCode="0_ ">
                  <c:v>822</c:v>
                </c:pt>
                <c:pt idx="6141" formatCode="0_ ">
                  <c:v>822</c:v>
                </c:pt>
                <c:pt idx="6142" formatCode="0_ ">
                  <c:v>822</c:v>
                </c:pt>
                <c:pt idx="6143" formatCode="0_ ">
                  <c:v>810</c:v>
                </c:pt>
                <c:pt idx="6144" formatCode="0_ ">
                  <c:v>776</c:v>
                </c:pt>
                <c:pt idx="6145" formatCode="0_ ">
                  <c:v>776</c:v>
                </c:pt>
                <c:pt idx="6146" formatCode="0_ ">
                  <c:v>726</c:v>
                </c:pt>
                <c:pt idx="6147" formatCode="0_ ">
                  <c:v>738</c:v>
                </c:pt>
                <c:pt idx="6148" formatCode="0_ ">
                  <c:v>738</c:v>
                </c:pt>
                <c:pt idx="6149" formatCode="0_ ">
                  <c:v>738</c:v>
                </c:pt>
                <c:pt idx="6150" formatCode="0_ ">
                  <c:v>738</c:v>
                </c:pt>
                <c:pt idx="6151" formatCode="0_ ">
                  <c:v>702</c:v>
                </c:pt>
                <c:pt idx="6152" formatCode="0_ ">
                  <c:v>702</c:v>
                </c:pt>
                <c:pt idx="6153" formatCode="0_ ">
                  <c:v>702</c:v>
                </c:pt>
                <c:pt idx="6154" formatCode="0_ ">
                  <c:v>576</c:v>
                </c:pt>
                <c:pt idx="6155" formatCode="0_ ">
                  <c:v>576</c:v>
                </c:pt>
                <c:pt idx="6156" formatCode="0_ ">
                  <c:v>576</c:v>
                </c:pt>
                <c:pt idx="6157" formatCode="0_ ">
                  <c:v>591</c:v>
                </c:pt>
                <c:pt idx="6158" formatCode="0_ ">
                  <c:v>615</c:v>
                </c:pt>
                <c:pt idx="6159" formatCode="0_ ">
                  <c:v>594</c:v>
                </c:pt>
                <c:pt idx="6160" formatCode="0_ ">
                  <c:v>594</c:v>
                </c:pt>
                <c:pt idx="6161" formatCode="0_ ">
                  <c:v>577</c:v>
                </c:pt>
                <c:pt idx="6162" formatCode="0_ ">
                  <c:v>577</c:v>
                </c:pt>
                <c:pt idx="6163" formatCode="0_ ">
                  <c:v>577</c:v>
                </c:pt>
                <c:pt idx="6164" formatCode="0_ ">
                  <c:v>492</c:v>
                </c:pt>
                <c:pt idx="6165" formatCode="0_ ">
                  <c:v>475</c:v>
                </c:pt>
                <c:pt idx="6166" formatCode="0_ ">
                  <c:v>463</c:v>
                </c:pt>
                <c:pt idx="6167" formatCode="0_ ">
                  <c:v>455.8</c:v>
                </c:pt>
                <c:pt idx="6168" formatCode="0_ ">
                  <c:v>439</c:v>
                </c:pt>
                <c:pt idx="6169" formatCode="0_ ">
                  <c:v>439</c:v>
                </c:pt>
                <c:pt idx="6170" formatCode="0_ ">
                  <c:v>439</c:v>
                </c:pt>
                <c:pt idx="6171" formatCode="0_ ">
                  <c:v>439</c:v>
                </c:pt>
                <c:pt idx="6172" formatCode="0_ ">
                  <c:v>439</c:v>
                </c:pt>
                <c:pt idx="6173" formatCode="0_ ">
                  <c:v>439</c:v>
                </c:pt>
                <c:pt idx="6174" formatCode="0_ ">
                  <c:v>439</c:v>
                </c:pt>
                <c:pt idx="6175" formatCode="0_ ">
                  <c:v>439</c:v>
                </c:pt>
                <c:pt idx="6176" formatCode="0_ ">
                  <c:v>439</c:v>
                </c:pt>
                <c:pt idx="6177" formatCode="0_ ">
                  <c:v>439</c:v>
                </c:pt>
                <c:pt idx="6178" formatCode="0_ ">
                  <c:v>439</c:v>
                </c:pt>
                <c:pt idx="6179" formatCode="0_ ">
                  <c:v>439</c:v>
                </c:pt>
                <c:pt idx="6180" formatCode="0_ ">
                  <c:v>439</c:v>
                </c:pt>
                <c:pt idx="6181" formatCode="0_ ">
                  <c:v>439</c:v>
                </c:pt>
                <c:pt idx="6182" formatCode="0_ ">
                  <c:v>439</c:v>
                </c:pt>
                <c:pt idx="6183" formatCode="0_ ">
                  <c:v>474</c:v>
                </c:pt>
                <c:pt idx="6184" formatCode="0_ ">
                  <c:v>486</c:v>
                </c:pt>
                <c:pt idx="6185" formatCode="0_ ">
                  <c:v>498</c:v>
                </c:pt>
                <c:pt idx="6186" formatCode="0_ ">
                  <c:v>517.20000000000005</c:v>
                </c:pt>
                <c:pt idx="6187" formatCode="0_ ">
                  <c:v>517.20000000000005</c:v>
                </c:pt>
                <c:pt idx="6188" formatCode="0_ ">
                  <c:v>541.20000000000005</c:v>
                </c:pt>
                <c:pt idx="6189" formatCode="0_ ">
                  <c:v>553.20000000000005</c:v>
                </c:pt>
                <c:pt idx="6190" formatCode="0_ ">
                  <c:v>553.20000000000005</c:v>
                </c:pt>
                <c:pt idx="6191" formatCode="0_ ">
                  <c:v>553.20000000000005</c:v>
                </c:pt>
                <c:pt idx="6192" formatCode="0_ ">
                  <c:v>534</c:v>
                </c:pt>
                <c:pt idx="6193" formatCode="0_ ">
                  <c:v>529.20000000000005</c:v>
                </c:pt>
                <c:pt idx="6194" formatCode="0_ ">
                  <c:v>517.20000000000005</c:v>
                </c:pt>
                <c:pt idx="6195" formatCode="0_ ">
                  <c:v>498</c:v>
                </c:pt>
                <c:pt idx="6196" formatCode="0_ ">
                  <c:v>474</c:v>
                </c:pt>
                <c:pt idx="6197" formatCode="0_ ">
                  <c:v>474</c:v>
                </c:pt>
                <c:pt idx="6198" formatCode="0_ ">
                  <c:v>474</c:v>
                </c:pt>
                <c:pt idx="6199" formatCode="0_ ">
                  <c:v>387</c:v>
                </c:pt>
                <c:pt idx="6200" formatCode="0_ ">
                  <c:v>399</c:v>
                </c:pt>
                <c:pt idx="6201" formatCode="0_ ">
                  <c:v>448</c:v>
                </c:pt>
                <c:pt idx="6202" formatCode="0_ ">
                  <c:v>448</c:v>
                </c:pt>
                <c:pt idx="6203" formatCode="0_ ">
                  <c:v>424</c:v>
                </c:pt>
                <c:pt idx="6204" formatCode="0_ ">
                  <c:v>424</c:v>
                </c:pt>
                <c:pt idx="6205" formatCode="0_ ">
                  <c:v>424</c:v>
                </c:pt>
                <c:pt idx="6206" formatCode="0_ ">
                  <c:v>433</c:v>
                </c:pt>
                <c:pt idx="6207" formatCode="0_ ">
                  <c:v>469</c:v>
                </c:pt>
                <c:pt idx="6208" formatCode="0_ ">
                  <c:v>494</c:v>
                </c:pt>
                <c:pt idx="6209" formatCode="0_ ">
                  <c:v>482</c:v>
                </c:pt>
                <c:pt idx="6210" formatCode="0_ ">
                  <c:v>482</c:v>
                </c:pt>
                <c:pt idx="6211" formatCode="0_ ">
                  <c:v>482</c:v>
                </c:pt>
                <c:pt idx="6212" formatCode="0_ ">
                  <c:v>482</c:v>
                </c:pt>
                <c:pt idx="6213" formatCode="0_ ">
                  <c:v>475.8</c:v>
                </c:pt>
                <c:pt idx="6214" formatCode="0_ ">
                  <c:v>475.8</c:v>
                </c:pt>
                <c:pt idx="6215" formatCode="0_ ">
                  <c:v>471</c:v>
                </c:pt>
                <c:pt idx="6216" formatCode="0_ ">
                  <c:v>451.8</c:v>
                </c:pt>
                <c:pt idx="6217" formatCode="0_ ">
                  <c:v>427.8</c:v>
                </c:pt>
                <c:pt idx="6218" formatCode="0_ ">
                  <c:v>427.8</c:v>
                </c:pt>
                <c:pt idx="6219" formatCode="0_ ">
                  <c:v>427.8</c:v>
                </c:pt>
                <c:pt idx="6220" formatCode="0_ ">
                  <c:v>415.8</c:v>
                </c:pt>
                <c:pt idx="6221" formatCode="0_ ">
                  <c:v>415.8</c:v>
                </c:pt>
                <c:pt idx="6222" formatCode="0_ ">
                  <c:v>415.8</c:v>
                </c:pt>
                <c:pt idx="6223" formatCode="0_ ">
                  <c:v>403.8</c:v>
                </c:pt>
                <c:pt idx="6224" formatCode="0_ ">
                  <c:v>391.8</c:v>
                </c:pt>
                <c:pt idx="6225" formatCode="0_ ">
                  <c:v>391.8</c:v>
                </c:pt>
                <c:pt idx="6226" formatCode="0_ ">
                  <c:v>391.8</c:v>
                </c:pt>
                <c:pt idx="6227" formatCode="0_ ">
                  <c:v>391.8</c:v>
                </c:pt>
                <c:pt idx="6228" formatCode="0_ ">
                  <c:v>411</c:v>
                </c:pt>
                <c:pt idx="6229" formatCode="0_ ">
                  <c:v>435</c:v>
                </c:pt>
                <c:pt idx="6230" formatCode="0_ ">
                  <c:v>459</c:v>
                </c:pt>
                <c:pt idx="6231" formatCode="0_ ">
                  <c:v>459</c:v>
                </c:pt>
                <c:pt idx="6232" formatCode="0_ ">
                  <c:v>459</c:v>
                </c:pt>
                <c:pt idx="6233" formatCode="0_ ">
                  <c:v>459</c:v>
                </c:pt>
                <c:pt idx="6234" formatCode="0_ ">
                  <c:v>471</c:v>
                </c:pt>
                <c:pt idx="6235" formatCode="0_ ">
                  <c:v>471</c:v>
                </c:pt>
                <c:pt idx="6236" formatCode="0_ ">
                  <c:v>483</c:v>
                </c:pt>
                <c:pt idx="6237" formatCode="0_ ">
                  <c:v>495</c:v>
                </c:pt>
                <c:pt idx="6238" formatCode="0_ ">
                  <c:v>502.2</c:v>
                </c:pt>
                <c:pt idx="6239" formatCode="0_ ">
                  <c:v>502.2</c:v>
                </c:pt>
                <c:pt idx="6240" formatCode="0_ ">
                  <c:v>502.2</c:v>
                </c:pt>
                <c:pt idx="6241" formatCode="0_ ">
                  <c:v>531</c:v>
                </c:pt>
                <c:pt idx="6242" formatCode="0_ ">
                  <c:v>507</c:v>
                </c:pt>
                <c:pt idx="6243" formatCode="0_ ">
                  <c:v>495</c:v>
                </c:pt>
                <c:pt idx="6244" formatCode="0_ ">
                  <c:v>483</c:v>
                </c:pt>
                <c:pt idx="6245" formatCode="0_ ">
                  <c:v>459</c:v>
                </c:pt>
                <c:pt idx="6246" formatCode="0_ ">
                  <c:v>459</c:v>
                </c:pt>
                <c:pt idx="6247" formatCode="0_ ">
                  <c:v>459</c:v>
                </c:pt>
                <c:pt idx="6248" formatCode="0_ ">
                  <c:v>471</c:v>
                </c:pt>
                <c:pt idx="6249" formatCode="0_ ">
                  <c:v>483</c:v>
                </c:pt>
                <c:pt idx="6250" formatCode="0_ ">
                  <c:v>483</c:v>
                </c:pt>
                <c:pt idx="6251" formatCode="0_ ">
                  <c:v>471</c:v>
                </c:pt>
                <c:pt idx="6252" formatCode="0_ ">
                  <c:v>471</c:v>
                </c:pt>
                <c:pt idx="6253" formatCode="0_ ">
                  <c:v>471</c:v>
                </c:pt>
                <c:pt idx="6254" formatCode="0_ ">
                  <c:v>471</c:v>
                </c:pt>
                <c:pt idx="6255" formatCode="0_ ">
                  <c:v>483</c:v>
                </c:pt>
                <c:pt idx="6256" formatCode="0_ ">
                  <c:v>471</c:v>
                </c:pt>
                <c:pt idx="6257" formatCode="0_ ">
                  <c:v>459</c:v>
                </c:pt>
                <c:pt idx="6258" formatCode="0_ ">
                  <c:v>459</c:v>
                </c:pt>
                <c:pt idx="6259" formatCode="0_ ">
                  <c:v>459</c:v>
                </c:pt>
                <c:pt idx="6260" formatCode="0_ ">
                  <c:v>459</c:v>
                </c:pt>
                <c:pt idx="6261" formatCode="0_ ">
                  <c:v>459</c:v>
                </c:pt>
                <c:pt idx="6262" formatCode="0_ ">
                  <c:v>459</c:v>
                </c:pt>
                <c:pt idx="6263" formatCode="0_ ">
                  <c:v>459</c:v>
                </c:pt>
                <c:pt idx="6264" formatCode="0_ ">
                  <c:v>483</c:v>
                </c:pt>
                <c:pt idx="6265" formatCode="0_ ">
                  <c:v>519</c:v>
                </c:pt>
                <c:pt idx="6266" formatCode="0_ ">
                  <c:v>543</c:v>
                </c:pt>
                <c:pt idx="6267" formatCode="0_ ">
                  <c:v>543</c:v>
                </c:pt>
                <c:pt idx="6268" formatCode="0_ ">
                  <c:v>543</c:v>
                </c:pt>
                <c:pt idx="6269" formatCode="0_ ">
                  <c:v>543</c:v>
                </c:pt>
                <c:pt idx="6270" formatCode="0_ ">
                  <c:v>579</c:v>
                </c:pt>
                <c:pt idx="6271" formatCode="0_ ">
                  <c:v>579</c:v>
                </c:pt>
                <c:pt idx="6272" formatCode="0_ ">
                  <c:v>579</c:v>
                </c:pt>
                <c:pt idx="6273" formatCode="0_ ">
                  <c:v>579</c:v>
                </c:pt>
                <c:pt idx="6274" formatCode="0_ ">
                  <c:v>579</c:v>
                </c:pt>
                <c:pt idx="6275" formatCode="0_ ">
                  <c:v>579</c:v>
                </c:pt>
                <c:pt idx="6276" formatCode="0_ ">
                  <c:v>603</c:v>
                </c:pt>
                <c:pt idx="6277" formatCode="0_ ">
                  <c:v>639</c:v>
                </c:pt>
                <c:pt idx="6278" formatCode="0_ ">
                  <c:v>651</c:v>
                </c:pt>
                <c:pt idx="6279" formatCode="0_ ">
                  <c:v>658.2</c:v>
                </c:pt>
                <c:pt idx="6280" formatCode="0_ ">
                  <c:v>663</c:v>
                </c:pt>
                <c:pt idx="6281" formatCode="0_ ">
                  <c:v>663</c:v>
                </c:pt>
                <c:pt idx="6282" formatCode="0_ ">
                  <c:v>663</c:v>
                </c:pt>
                <c:pt idx="6283" formatCode="0_ ">
                  <c:v>675</c:v>
                </c:pt>
                <c:pt idx="6284" formatCode="0_ ">
                  <c:v>651</c:v>
                </c:pt>
              </c:numCache>
            </c:numRef>
          </c:val>
          <c:extLst xmlns:c16r2="http://schemas.microsoft.com/office/drawing/2015/06/chart">
            <c:ext xmlns:c16="http://schemas.microsoft.com/office/drawing/2014/chart" uri="{C3380CC4-5D6E-409C-BE32-E72D297353CC}">
              <c16:uniqueId val="{00000000-32EE-43B0-8F96-D6FFB2774AF7}"/>
            </c:ext>
          </c:extLst>
        </c:ser>
        <c:dLbls>
          <c:showLegendKey val="0"/>
          <c:showVal val="0"/>
          <c:showCatName val="0"/>
          <c:showSerName val="0"/>
          <c:showPercent val="0"/>
          <c:showBubbleSize val="0"/>
        </c:dLbls>
        <c:axId val="631986752"/>
        <c:axId val="631982400"/>
      </c:areaChart>
      <c:lineChart>
        <c:grouping val="standard"/>
        <c:varyColors val="0"/>
        <c:ser>
          <c:idx val="0"/>
          <c:order val="0"/>
          <c:tx>
            <c:strRef>
              <c:f>磷肥价格及价差!$S$1</c:f>
              <c:strCache>
                <c:ptCount val="1"/>
                <c:pt idx="0">
                  <c:v>二铵市场价（元/吨）</c:v>
                </c:pt>
              </c:strCache>
            </c:strRef>
          </c:tx>
          <c:spPr>
            <a:ln w="12700" cap="rnd" cmpd="sng" algn="ctr">
              <a:solidFill>
                <a:srgbClr val="E10000"/>
              </a:solidFill>
              <a:prstDash val="solid"/>
              <a:round/>
            </a:ln>
          </c:spPr>
          <c:marker>
            <c:symbol val="diamond"/>
            <c:size val="2"/>
            <c:spPr>
              <a:solidFill>
                <a:srgbClr val="E10000"/>
              </a:solidFill>
              <a:ln w="12700" cap="flat" cmpd="sng" algn="ctr">
                <a:solidFill>
                  <a:srgbClr val="E10000"/>
                </a:solidFill>
                <a:prstDash val="solid"/>
                <a:round/>
              </a:ln>
            </c:spPr>
          </c:marker>
          <c:cat>
            <c:numRef>
              <c:f>磷肥价格及价差!$R$2:$R$6292</c:f>
              <c:numCache>
                <c:formatCode>m/d/yyyy</c:formatCode>
                <c:ptCount val="6291"/>
                <c:pt idx="0">
                  <c:v>39023</c:v>
                </c:pt>
                <c:pt idx="1">
                  <c:v>39024</c:v>
                </c:pt>
                <c:pt idx="2">
                  <c:v>39025</c:v>
                </c:pt>
                <c:pt idx="3">
                  <c:v>39026</c:v>
                </c:pt>
                <c:pt idx="4">
                  <c:v>39027</c:v>
                </c:pt>
                <c:pt idx="5">
                  <c:v>39028</c:v>
                </c:pt>
                <c:pt idx="6">
                  <c:v>39029</c:v>
                </c:pt>
                <c:pt idx="7">
                  <c:v>39030</c:v>
                </c:pt>
                <c:pt idx="8">
                  <c:v>39031</c:v>
                </c:pt>
                <c:pt idx="9">
                  <c:v>39032</c:v>
                </c:pt>
                <c:pt idx="10">
                  <c:v>39033</c:v>
                </c:pt>
                <c:pt idx="11">
                  <c:v>39034</c:v>
                </c:pt>
                <c:pt idx="12">
                  <c:v>39035</c:v>
                </c:pt>
                <c:pt idx="13">
                  <c:v>39036</c:v>
                </c:pt>
                <c:pt idx="14">
                  <c:v>39037</c:v>
                </c:pt>
                <c:pt idx="15">
                  <c:v>39038</c:v>
                </c:pt>
                <c:pt idx="16">
                  <c:v>39039</c:v>
                </c:pt>
                <c:pt idx="17">
                  <c:v>39040</c:v>
                </c:pt>
                <c:pt idx="18">
                  <c:v>39041</c:v>
                </c:pt>
                <c:pt idx="19">
                  <c:v>39042</c:v>
                </c:pt>
                <c:pt idx="20">
                  <c:v>39043</c:v>
                </c:pt>
                <c:pt idx="21">
                  <c:v>39044</c:v>
                </c:pt>
                <c:pt idx="22">
                  <c:v>39045</c:v>
                </c:pt>
                <c:pt idx="23">
                  <c:v>39046</c:v>
                </c:pt>
                <c:pt idx="24">
                  <c:v>39047</c:v>
                </c:pt>
                <c:pt idx="25">
                  <c:v>39048</c:v>
                </c:pt>
                <c:pt idx="26">
                  <c:v>39049</c:v>
                </c:pt>
                <c:pt idx="27">
                  <c:v>39050</c:v>
                </c:pt>
                <c:pt idx="28">
                  <c:v>39051</c:v>
                </c:pt>
                <c:pt idx="29">
                  <c:v>39052</c:v>
                </c:pt>
                <c:pt idx="30">
                  <c:v>39053</c:v>
                </c:pt>
                <c:pt idx="31">
                  <c:v>39054</c:v>
                </c:pt>
                <c:pt idx="32">
                  <c:v>39055</c:v>
                </c:pt>
                <c:pt idx="33">
                  <c:v>39056</c:v>
                </c:pt>
                <c:pt idx="34">
                  <c:v>39057</c:v>
                </c:pt>
                <c:pt idx="35">
                  <c:v>39058</c:v>
                </c:pt>
                <c:pt idx="36">
                  <c:v>39059</c:v>
                </c:pt>
                <c:pt idx="37">
                  <c:v>39060</c:v>
                </c:pt>
                <c:pt idx="38">
                  <c:v>39061</c:v>
                </c:pt>
                <c:pt idx="39">
                  <c:v>39062</c:v>
                </c:pt>
                <c:pt idx="40">
                  <c:v>39063</c:v>
                </c:pt>
                <c:pt idx="41">
                  <c:v>39064</c:v>
                </c:pt>
                <c:pt idx="42">
                  <c:v>39065</c:v>
                </c:pt>
                <c:pt idx="43">
                  <c:v>39066</c:v>
                </c:pt>
                <c:pt idx="44">
                  <c:v>39067</c:v>
                </c:pt>
                <c:pt idx="45">
                  <c:v>39068</c:v>
                </c:pt>
                <c:pt idx="46">
                  <c:v>39069</c:v>
                </c:pt>
                <c:pt idx="47">
                  <c:v>39070</c:v>
                </c:pt>
                <c:pt idx="48">
                  <c:v>39071</c:v>
                </c:pt>
                <c:pt idx="49">
                  <c:v>39072</c:v>
                </c:pt>
                <c:pt idx="50">
                  <c:v>39073</c:v>
                </c:pt>
                <c:pt idx="51">
                  <c:v>39074</c:v>
                </c:pt>
                <c:pt idx="52">
                  <c:v>39075</c:v>
                </c:pt>
                <c:pt idx="53">
                  <c:v>39076</c:v>
                </c:pt>
                <c:pt idx="54">
                  <c:v>39077</c:v>
                </c:pt>
                <c:pt idx="55">
                  <c:v>39078</c:v>
                </c:pt>
                <c:pt idx="56">
                  <c:v>39079</c:v>
                </c:pt>
                <c:pt idx="57">
                  <c:v>39080</c:v>
                </c:pt>
                <c:pt idx="58">
                  <c:v>39081</c:v>
                </c:pt>
                <c:pt idx="59">
                  <c:v>39082</c:v>
                </c:pt>
                <c:pt idx="60">
                  <c:v>39083</c:v>
                </c:pt>
                <c:pt idx="61">
                  <c:v>39084</c:v>
                </c:pt>
                <c:pt idx="62">
                  <c:v>39085</c:v>
                </c:pt>
                <c:pt idx="63">
                  <c:v>39086</c:v>
                </c:pt>
                <c:pt idx="64">
                  <c:v>39087</c:v>
                </c:pt>
                <c:pt idx="65">
                  <c:v>39088</c:v>
                </c:pt>
                <c:pt idx="66">
                  <c:v>39089</c:v>
                </c:pt>
                <c:pt idx="67">
                  <c:v>39090</c:v>
                </c:pt>
                <c:pt idx="68">
                  <c:v>39091</c:v>
                </c:pt>
                <c:pt idx="69">
                  <c:v>39092</c:v>
                </c:pt>
                <c:pt idx="70">
                  <c:v>39093</c:v>
                </c:pt>
                <c:pt idx="71">
                  <c:v>39094</c:v>
                </c:pt>
                <c:pt idx="72">
                  <c:v>39095</c:v>
                </c:pt>
                <c:pt idx="73">
                  <c:v>39096</c:v>
                </c:pt>
                <c:pt idx="74">
                  <c:v>39097</c:v>
                </c:pt>
                <c:pt idx="75">
                  <c:v>39098</c:v>
                </c:pt>
                <c:pt idx="76">
                  <c:v>39099</c:v>
                </c:pt>
                <c:pt idx="77">
                  <c:v>39100</c:v>
                </c:pt>
                <c:pt idx="78">
                  <c:v>39101</c:v>
                </c:pt>
                <c:pt idx="79">
                  <c:v>39102</c:v>
                </c:pt>
                <c:pt idx="80">
                  <c:v>39103</c:v>
                </c:pt>
                <c:pt idx="81">
                  <c:v>39104</c:v>
                </c:pt>
                <c:pt idx="82">
                  <c:v>39105</c:v>
                </c:pt>
                <c:pt idx="83">
                  <c:v>39106</c:v>
                </c:pt>
                <c:pt idx="84">
                  <c:v>39107</c:v>
                </c:pt>
                <c:pt idx="85">
                  <c:v>39108</c:v>
                </c:pt>
                <c:pt idx="86">
                  <c:v>39109</c:v>
                </c:pt>
                <c:pt idx="87">
                  <c:v>39110</c:v>
                </c:pt>
                <c:pt idx="88">
                  <c:v>39111</c:v>
                </c:pt>
                <c:pt idx="89">
                  <c:v>39112</c:v>
                </c:pt>
                <c:pt idx="90">
                  <c:v>39113</c:v>
                </c:pt>
                <c:pt idx="91">
                  <c:v>39114</c:v>
                </c:pt>
                <c:pt idx="92">
                  <c:v>39115</c:v>
                </c:pt>
                <c:pt idx="93">
                  <c:v>39116</c:v>
                </c:pt>
                <c:pt idx="94">
                  <c:v>39117</c:v>
                </c:pt>
                <c:pt idx="95">
                  <c:v>39118</c:v>
                </c:pt>
                <c:pt idx="96">
                  <c:v>39119</c:v>
                </c:pt>
                <c:pt idx="97">
                  <c:v>39120</c:v>
                </c:pt>
                <c:pt idx="98">
                  <c:v>39121</c:v>
                </c:pt>
                <c:pt idx="99">
                  <c:v>39122</c:v>
                </c:pt>
                <c:pt idx="100">
                  <c:v>39123</c:v>
                </c:pt>
                <c:pt idx="101">
                  <c:v>39124</c:v>
                </c:pt>
                <c:pt idx="102">
                  <c:v>39125</c:v>
                </c:pt>
                <c:pt idx="103">
                  <c:v>39126</c:v>
                </c:pt>
                <c:pt idx="104">
                  <c:v>39127</c:v>
                </c:pt>
                <c:pt idx="105">
                  <c:v>39128</c:v>
                </c:pt>
                <c:pt idx="106">
                  <c:v>39129</c:v>
                </c:pt>
                <c:pt idx="107">
                  <c:v>39130</c:v>
                </c:pt>
                <c:pt idx="108">
                  <c:v>39131</c:v>
                </c:pt>
                <c:pt idx="109">
                  <c:v>39132</c:v>
                </c:pt>
                <c:pt idx="110">
                  <c:v>39133</c:v>
                </c:pt>
                <c:pt idx="111">
                  <c:v>39134</c:v>
                </c:pt>
                <c:pt idx="112">
                  <c:v>39135</c:v>
                </c:pt>
                <c:pt idx="113">
                  <c:v>39136</c:v>
                </c:pt>
                <c:pt idx="114">
                  <c:v>39137</c:v>
                </c:pt>
                <c:pt idx="115">
                  <c:v>39138</c:v>
                </c:pt>
                <c:pt idx="116">
                  <c:v>39139</c:v>
                </c:pt>
                <c:pt idx="117">
                  <c:v>39140</c:v>
                </c:pt>
                <c:pt idx="118">
                  <c:v>39141</c:v>
                </c:pt>
                <c:pt idx="119">
                  <c:v>39142</c:v>
                </c:pt>
                <c:pt idx="120">
                  <c:v>39143</c:v>
                </c:pt>
                <c:pt idx="121">
                  <c:v>39144</c:v>
                </c:pt>
                <c:pt idx="122">
                  <c:v>39145</c:v>
                </c:pt>
                <c:pt idx="123">
                  <c:v>39146</c:v>
                </c:pt>
                <c:pt idx="124">
                  <c:v>39147</c:v>
                </c:pt>
                <c:pt idx="125">
                  <c:v>39148</c:v>
                </c:pt>
                <c:pt idx="126">
                  <c:v>39149</c:v>
                </c:pt>
                <c:pt idx="127">
                  <c:v>39150</c:v>
                </c:pt>
                <c:pt idx="128">
                  <c:v>39151</c:v>
                </c:pt>
                <c:pt idx="129">
                  <c:v>39152</c:v>
                </c:pt>
                <c:pt idx="130">
                  <c:v>39153</c:v>
                </c:pt>
                <c:pt idx="131">
                  <c:v>39154</c:v>
                </c:pt>
                <c:pt idx="132">
                  <c:v>39155</c:v>
                </c:pt>
                <c:pt idx="133">
                  <c:v>39156</c:v>
                </c:pt>
                <c:pt idx="134">
                  <c:v>39157</c:v>
                </c:pt>
                <c:pt idx="135">
                  <c:v>39158</c:v>
                </c:pt>
                <c:pt idx="136">
                  <c:v>39159</c:v>
                </c:pt>
                <c:pt idx="137">
                  <c:v>39160</c:v>
                </c:pt>
                <c:pt idx="138">
                  <c:v>39161</c:v>
                </c:pt>
                <c:pt idx="139">
                  <c:v>39162</c:v>
                </c:pt>
                <c:pt idx="140">
                  <c:v>39163</c:v>
                </c:pt>
                <c:pt idx="141">
                  <c:v>39164</c:v>
                </c:pt>
                <c:pt idx="142">
                  <c:v>39165</c:v>
                </c:pt>
                <c:pt idx="143">
                  <c:v>39166</c:v>
                </c:pt>
                <c:pt idx="144">
                  <c:v>39167</c:v>
                </c:pt>
                <c:pt idx="145">
                  <c:v>39168</c:v>
                </c:pt>
                <c:pt idx="146">
                  <c:v>39169</c:v>
                </c:pt>
                <c:pt idx="147">
                  <c:v>39170</c:v>
                </c:pt>
                <c:pt idx="148">
                  <c:v>39171</c:v>
                </c:pt>
                <c:pt idx="149">
                  <c:v>39172</c:v>
                </c:pt>
                <c:pt idx="150">
                  <c:v>39173</c:v>
                </c:pt>
                <c:pt idx="151">
                  <c:v>39174</c:v>
                </c:pt>
                <c:pt idx="152">
                  <c:v>39175</c:v>
                </c:pt>
                <c:pt idx="153">
                  <c:v>39176</c:v>
                </c:pt>
                <c:pt idx="154">
                  <c:v>39177</c:v>
                </c:pt>
                <c:pt idx="155">
                  <c:v>39178</c:v>
                </c:pt>
                <c:pt idx="156">
                  <c:v>39179</c:v>
                </c:pt>
                <c:pt idx="157">
                  <c:v>39180</c:v>
                </c:pt>
                <c:pt idx="158">
                  <c:v>39181</c:v>
                </c:pt>
                <c:pt idx="159">
                  <c:v>39182</c:v>
                </c:pt>
                <c:pt idx="160">
                  <c:v>39183</c:v>
                </c:pt>
                <c:pt idx="161">
                  <c:v>39184</c:v>
                </c:pt>
                <c:pt idx="162">
                  <c:v>39185</c:v>
                </c:pt>
                <c:pt idx="163">
                  <c:v>39186</c:v>
                </c:pt>
                <c:pt idx="164">
                  <c:v>39187</c:v>
                </c:pt>
                <c:pt idx="165">
                  <c:v>39188</c:v>
                </c:pt>
                <c:pt idx="166">
                  <c:v>39189</c:v>
                </c:pt>
                <c:pt idx="167">
                  <c:v>39190</c:v>
                </c:pt>
                <c:pt idx="168">
                  <c:v>39191</c:v>
                </c:pt>
                <c:pt idx="169">
                  <c:v>39192</c:v>
                </c:pt>
                <c:pt idx="170">
                  <c:v>39193</c:v>
                </c:pt>
                <c:pt idx="171">
                  <c:v>39194</c:v>
                </c:pt>
                <c:pt idx="172">
                  <c:v>39195</c:v>
                </c:pt>
                <c:pt idx="173">
                  <c:v>39196</c:v>
                </c:pt>
                <c:pt idx="174">
                  <c:v>39197</c:v>
                </c:pt>
                <c:pt idx="175">
                  <c:v>39198</c:v>
                </c:pt>
                <c:pt idx="176">
                  <c:v>39199</c:v>
                </c:pt>
                <c:pt idx="177">
                  <c:v>39200</c:v>
                </c:pt>
                <c:pt idx="178">
                  <c:v>39201</c:v>
                </c:pt>
                <c:pt idx="179">
                  <c:v>39202</c:v>
                </c:pt>
                <c:pt idx="180">
                  <c:v>39203</c:v>
                </c:pt>
                <c:pt idx="181">
                  <c:v>39204</c:v>
                </c:pt>
                <c:pt idx="182">
                  <c:v>39205</c:v>
                </c:pt>
                <c:pt idx="183">
                  <c:v>39206</c:v>
                </c:pt>
                <c:pt idx="184">
                  <c:v>39207</c:v>
                </c:pt>
                <c:pt idx="185">
                  <c:v>39208</c:v>
                </c:pt>
                <c:pt idx="186">
                  <c:v>39209</c:v>
                </c:pt>
                <c:pt idx="187">
                  <c:v>39210</c:v>
                </c:pt>
                <c:pt idx="188">
                  <c:v>39211</c:v>
                </c:pt>
                <c:pt idx="189">
                  <c:v>39212</c:v>
                </c:pt>
                <c:pt idx="190">
                  <c:v>39213</c:v>
                </c:pt>
                <c:pt idx="191">
                  <c:v>39214</c:v>
                </c:pt>
                <c:pt idx="192">
                  <c:v>39215</c:v>
                </c:pt>
                <c:pt idx="193">
                  <c:v>39216</c:v>
                </c:pt>
                <c:pt idx="194">
                  <c:v>39217</c:v>
                </c:pt>
                <c:pt idx="195">
                  <c:v>39218</c:v>
                </c:pt>
                <c:pt idx="196">
                  <c:v>39219</c:v>
                </c:pt>
                <c:pt idx="197">
                  <c:v>39220</c:v>
                </c:pt>
                <c:pt idx="198">
                  <c:v>39221</c:v>
                </c:pt>
                <c:pt idx="199">
                  <c:v>39222</c:v>
                </c:pt>
                <c:pt idx="200">
                  <c:v>39223</c:v>
                </c:pt>
                <c:pt idx="201">
                  <c:v>39224</c:v>
                </c:pt>
                <c:pt idx="202">
                  <c:v>39225</c:v>
                </c:pt>
                <c:pt idx="203">
                  <c:v>39226</c:v>
                </c:pt>
                <c:pt idx="204">
                  <c:v>39227</c:v>
                </c:pt>
                <c:pt idx="205">
                  <c:v>39228</c:v>
                </c:pt>
                <c:pt idx="206">
                  <c:v>39229</c:v>
                </c:pt>
                <c:pt idx="207">
                  <c:v>39230</c:v>
                </c:pt>
                <c:pt idx="208">
                  <c:v>39231</c:v>
                </c:pt>
                <c:pt idx="209">
                  <c:v>39232</c:v>
                </c:pt>
                <c:pt idx="210">
                  <c:v>39233</c:v>
                </c:pt>
                <c:pt idx="211">
                  <c:v>39234</c:v>
                </c:pt>
                <c:pt idx="212">
                  <c:v>39235</c:v>
                </c:pt>
                <c:pt idx="213">
                  <c:v>39236</c:v>
                </c:pt>
                <c:pt idx="214">
                  <c:v>39237</c:v>
                </c:pt>
                <c:pt idx="215">
                  <c:v>39238</c:v>
                </c:pt>
                <c:pt idx="216">
                  <c:v>39239</c:v>
                </c:pt>
                <c:pt idx="217">
                  <c:v>39240</c:v>
                </c:pt>
                <c:pt idx="218">
                  <c:v>39241</c:v>
                </c:pt>
                <c:pt idx="219">
                  <c:v>39242</c:v>
                </c:pt>
                <c:pt idx="220">
                  <c:v>39243</c:v>
                </c:pt>
                <c:pt idx="221">
                  <c:v>39244</c:v>
                </c:pt>
                <c:pt idx="222">
                  <c:v>39245</c:v>
                </c:pt>
                <c:pt idx="223">
                  <c:v>39246</c:v>
                </c:pt>
                <c:pt idx="224">
                  <c:v>39247</c:v>
                </c:pt>
                <c:pt idx="225">
                  <c:v>39248</c:v>
                </c:pt>
                <c:pt idx="226">
                  <c:v>39249</c:v>
                </c:pt>
                <c:pt idx="227">
                  <c:v>39250</c:v>
                </c:pt>
                <c:pt idx="228">
                  <c:v>39251</c:v>
                </c:pt>
                <c:pt idx="229">
                  <c:v>39252</c:v>
                </c:pt>
                <c:pt idx="230">
                  <c:v>39253</c:v>
                </c:pt>
                <c:pt idx="231">
                  <c:v>39254</c:v>
                </c:pt>
                <c:pt idx="232">
                  <c:v>39255</c:v>
                </c:pt>
                <c:pt idx="233">
                  <c:v>39256</c:v>
                </c:pt>
                <c:pt idx="234">
                  <c:v>39257</c:v>
                </c:pt>
                <c:pt idx="235">
                  <c:v>39258</c:v>
                </c:pt>
                <c:pt idx="236">
                  <c:v>39259</c:v>
                </c:pt>
                <c:pt idx="237">
                  <c:v>39260</c:v>
                </c:pt>
                <c:pt idx="238">
                  <c:v>39261</c:v>
                </c:pt>
                <c:pt idx="239">
                  <c:v>39262</c:v>
                </c:pt>
                <c:pt idx="240">
                  <c:v>39263</c:v>
                </c:pt>
                <c:pt idx="241">
                  <c:v>39264</c:v>
                </c:pt>
                <c:pt idx="242">
                  <c:v>39265</c:v>
                </c:pt>
                <c:pt idx="243">
                  <c:v>39266</c:v>
                </c:pt>
                <c:pt idx="244">
                  <c:v>39267</c:v>
                </c:pt>
                <c:pt idx="245">
                  <c:v>39268</c:v>
                </c:pt>
                <c:pt idx="246">
                  <c:v>39269</c:v>
                </c:pt>
                <c:pt idx="247">
                  <c:v>39270</c:v>
                </c:pt>
                <c:pt idx="248">
                  <c:v>39271</c:v>
                </c:pt>
                <c:pt idx="249">
                  <c:v>39272</c:v>
                </c:pt>
                <c:pt idx="250">
                  <c:v>39273</c:v>
                </c:pt>
                <c:pt idx="251">
                  <c:v>39274</c:v>
                </c:pt>
                <c:pt idx="252">
                  <c:v>39275</c:v>
                </c:pt>
                <c:pt idx="253">
                  <c:v>39276</c:v>
                </c:pt>
                <c:pt idx="254">
                  <c:v>39277</c:v>
                </c:pt>
                <c:pt idx="255">
                  <c:v>39278</c:v>
                </c:pt>
                <c:pt idx="256">
                  <c:v>39279</c:v>
                </c:pt>
                <c:pt idx="257">
                  <c:v>39280</c:v>
                </c:pt>
                <c:pt idx="258">
                  <c:v>39281</c:v>
                </c:pt>
                <c:pt idx="259">
                  <c:v>39282</c:v>
                </c:pt>
                <c:pt idx="260">
                  <c:v>39283</c:v>
                </c:pt>
                <c:pt idx="261">
                  <c:v>39284</c:v>
                </c:pt>
                <c:pt idx="262">
                  <c:v>39285</c:v>
                </c:pt>
                <c:pt idx="263">
                  <c:v>39286</c:v>
                </c:pt>
                <c:pt idx="264">
                  <c:v>39287</c:v>
                </c:pt>
                <c:pt idx="265">
                  <c:v>39288</c:v>
                </c:pt>
                <c:pt idx="266">
                  <c:v>39289</c:v>
                </c:pt>
                <c:pt idx="267">
                  <c:v>39290</c:v>
                </c:pt>
                <c:pt idx="268">
                  <c:v>39291</c:v>
                </c:pt>
                <c:pt idx="269">
                  <c:v>39292</c:v>
                </c:pt>
                <c:pt idx="270">
                  <c:v>39293</c:v>
                </c:pt>
                <c:pt idx="271">
                  <c:v>39294</c:v>
                </c:pt>
                <c:pt idx="272">
                  <c:v>39295</c:v>
                </c:pt>
                <c:pt idx="273">
                  <c:v>39296</c:v>
                </c:pt>
                <c:pt idx="274">
                  <c:v>39297</c:v>
                </c:pt>
                <c:pt idx="275">
                  <c:v>39298</c:v>
                </c:pt>
                <c:pt idx="276">
                  <c:v>39299</c:v>
                </c:pt>
                <c:pt idx="277">
                  <c:v>39300</c:v>
                </c:pt>
                <c:pt idx="278">
                  <c:v>39301</c:v>
                </c:pt>
                <c:pt idx="279">
                  <c:v>39302</c:v>
                </c:pt>
                <c:pt idx="280">
                  <c:v>39303</c:v>
                </c:pt>
                <c:pt idx="281">
                  <c:v>39304</c:v>
                </c:pt>
                <c:pt idx="282">
                  <c:v>39305</c:v>
                </c:pt>
                <c:pt idx="283">
                  <c:v>39306</c:v>
                </c:pt>
                <c:pt idx="284">
                  <c:v>39307</c:v>
                </c:pt>
                <c:pt idx="285">
                  <c:v>39308</c:v>
                </c:pt>
                <c:pt idx="286">
                  <c:v>39309</c:v>
                </c:pt>
                <c:pt idx="287">
                  <c:v>39310</c:v>
                </c:pt>
                <c:pt idx="288">
                  <c:v>39311</c:v>
                </c:pt>
                <c:pt idx="289">
                  <c:v>39312</c:v>
                </c:pt>
                <c:pt idx="290">
                  <c:v>39313</c:v>
                </c:pt>
                <c:pt idx="291">
                  <c:v>39314</c:v>
                </c:pt>
                <c:pt idx="292">
                  <c:v>39315</c:v>
                </c:pt>
                <c:pt idx="293">
                  <c:v>39316</c:v>
                </c:pt>
                <c:pt idx="294">
                  <c:v>39317</c:v>
                </c:pt>
                <c:pt idx="295">
                  <c:v>39318</c:v>
                </c:pt>
                <c:pt idx="296">
                  <c:v>39319</c:v>
                </c:pt>
                <c:pt idx="297">
                  <c:v>39320</c:v>
                </c:pt>
                <c:pt idx="298">
                  <c:v>39321</c:v>
                </c:pt>
                <c:pt idx="299">
                  <c:v>39322</c:v>
                </c:pt>
                <c:pt idx="300">
                  <c:v>39323</c:v>
                </c:pt>
                <c:pt idx="301">
                  <c:v>39324</c:v>
                </c:pt>
                <c:pt idx="302">
                  <c:v>39325</c:v>
                </c:pt>
                <c:pt idx="303">
                  <c:v>39326</c:v>
                </c:pt>
                <c:pt idx="304">
                  <c:v>39327</c:v>
                </c:pt>
                <c:pt idx="305">
                  <c:v>39328</c:v>
                </c:pt>
                <c:pt idx="306">
                  <c:v>39329</c:v>
                </c:pt>
                <c:pt idx="307">
                  <c:v>39330</c:v>
                </c:pt>
                <c:pt idx="308">
                  <c:v>39331</c:v>
                </c:pt>
                <c:pt idx="309">
                  <c:v>39332</c:v>
                </c:pt>
                <c:pt idx="310">
                  <c:v>39333</c:v>
                </c:pt>
                <c:pt idx="311">
                  <c:v>39334</c:v>
                </c:pt>
                <c:pt idx="312">
                  <c:v>39335</c:v>
                </c:pt>
                <c:pt idx="313">
                  <c:v>39336</c:v>
                </c:pt>
                <c:pt idx="314">
                  <c:v>39337</c:v>
                </c:pt>
                <c:pt idx="315">
                  <c:v>39338</c:v>
                </c:pt>
                <c:pt idx="316">
                  <c:v>39339</c:v>
                </c:pt>
                <c:pt idx="317">
                  <c:v>39340</c:v>
                </c:pt>
                <c:pt idx="318">
                  <c:v>39341</c:v>
                </c:pt>
                <c:pt idx="319">
                  <c:v>39342</c:v>
                </c:pt>
                <c:pt idx="320">
                  <c:v>39343</c:v>
                </c:pt>
                <c:pt idx="321">
                  <c:v>39344</c:v>
                </c:pt>
                <c:pt idx="322">
                  <c:v>39345</c:v>
                </c:pt>
                <c:pt idx="323">
                  <c:v>39346</c:v>
                </c:pt>
                <c:pt idx="324">
                  <c:v>39347</c:v>
                </c:pt>
                <c:pt idx="325">
                  <c:v>39348</c:v>
                </c:pt>
                <c:pt idx="326">
                  <c:v>39349</c:v>
                </c:pt>
                <c:pt idx="327">
                  <c:v>39350</c:v>
                </c:pt>
                <c:pt idx="328">
                  <c:v>39351</c:v>
                </c:pt>
                <c:pt idx="329">
                  <c:v>39352</c:v>
                </c:pt>
                <c:pt idx="330">
                  <c:v>39353</c:v>
                </c:pt>
                <c:pt idx="331">
                  <c:v>39354</c:v>
                </c:pt>
                <c:pt idx="332">
                  <c:v>39355</c:v>
                </c:pt>
                <c:pt idx="333">
                  <c:v>39356</c:v>
                </c:pt>
                <c:pt idx="334">
                  <c:v>39357</c:v>
                </c:pt>
                <c:pt idx="335">
                  <c:v>39358</c:v>
                </c:pt>
                <c:pt idx="336">
                  <c:v>39359</c:v>
                </c:pt>
                <c:pt idx="337">
                  <c:v>39360</c:v>
                </c:pt>
                <c:pt idx="338">
                  <c:v>39361</c:v>
                </c:pt>
                <c:pt idx="339">
                  <c:v>39362</c:v>
                </c:pt>
                <c:pt idx="340">
                  <c:v>39363</c:v>
                </c:pt>
                <c:pt idx="341">
                  <c:v>39364</c:v>
                </c:pt>
                <c:pt idx="342">
                  <c:v>39365</c:v>
                </c:pt>
                <c:pt idx="343">
                  <c:v>39366</c:v>
                </c:pt>
                <c:pt idx="344">
                  <c:v>39367</c:v>
                </c:pt>
                <c:pt idx="345">
                  <c:v>39368</c:v>
                </c:pt>
                <c:pt idx="346">
                  <c:v>39369</c:v>
                </c:pt>
                <c:pt idx="347">
                  <c:v>39370</c:v>
                </c:pt>
                <c:pt idx="348">
                  <c:v>39371</c:v>
                </c:pt>
                <c:pt idx="349">
                  <c:v>39372</c:v>
                </c:pt>
                <c:pt idx="350">
                  <c:v>39373</c:v>
                </c:pt>
                <c:pt idx="351">
                  <c:v>39374</c:v>
                </c:pt>
                <c:pt idx="352">
                  <c:v>39375</c:v>
                </c:pt>
                <c:pt idx="353">
                  <c:v>39376</c:v>
                </c:pt>
                <c:pt idx="354">
                  <c:v>39377</c:v>
                </c:pt>
                <c:pt idx="355">
                  <c:v>39378</c:v>
                </c:pt>
                <c:pt idx="356">
                  <c:v>39379</c:v>
                </c:pt>
                <c:pt idx="357">
                  <c:v>39380</c:v>
                </c:pt>
                <c:pt idx="358">
                  <c:v>39381</c:v>
                </c:pt>
                <c:pt idx="359">
                  <c:v>39382</c:v>
                </c:pt>
                <c:pt idx="360">
                  <c:v>39383</c:v>
                </c:pt>
                <c:pt idx="361">
                  <c:v>39384</c:v>
                </c:pt>
                <c:pt idx="362">
                  <c:v>39385</c:v>
                </c:pt>
                <c:pt idx="363">
                  <c:v>39386</c:v>
                </c:pt>
                <c:pt idx="364">
                  <c:v>39387</c:v>
                </c:pt>
                <c:pt idx="365">
                  <c:v>39388</c:v>
                </c:pt>
                <c:pt idx="366">
                  <c:v>39389</c:v>
                </c:pt>
                <c:pt idx="367">
                  <c:v>39390</c:v>
                </c:pt>
                <c:pt idx="368">
                  <c:v>39391</c:v>
                </c:pt>
                <c:pt idx="369">
                  <c:v>39392</c:v>
                </c:pt>
                <c:pt idx="370">
                  <c:v>39393</c:v>
                </c:pt>
                <c:pt idx="371">
                  <c:v>39394</c:v>
                </c:pt>
                <c:pt idx="372">
                  <c:v>39395</c:v>
                </c:pt>
                <c:pt idx="373">
                  <c:v>39396</c:v>
                </c:pt>
                <c:pt idx="374">
                  <c:v>39397</c:v>
                </c:pt>
                <c:pt idx="375">
                  <c:v>39398</c:v>
                </c:pt>
                <c:pt idx="376">
                  <c:v>39399</c:v>
                </c:pt>
                <c:pt idx="377">
                  <c:v>39400</c:v>
                </c:pt>
                <c:pt idx="378">
                  <c:v>39401</c:v>
                </c:pt>
                <c:pt idx="379">
                  <c:v>39402</c:v>
                </c:pt>
                <c:pt idx="380">
                  <c:v>39403</c:v>
                </c:pt>
                <c:pt idx="381">
                  <c:v>39404</c:v>
                </c:pt>
                <c:pt idx="382">
                  <c:v>39405</c:v>
                </c:pt>
                <c:pt idx="383">
                  <c:v>39406</c:v>
                </c:pt>
                <c:pt idx="384">
                  <c:v>39407</c:v>
                </c:pt>
                <c:pt idx="385">
                  <c:v>39408</c:v>
                </c:pt>
                <c:pt idx="386">
                  <c:v>39409</c:v>
                </c:pt>
                <c:pt idx="387">
                  <c:v>39410</c:v>
                </c:pt>
                <c:pt idx="388">
                  <c:v>39411</c:v>
                </c:pt>
                <c:pt idx="389">
                  <c:v>39412</c:v>
                </c:pt>
                <c:pt idx="390">
                  <c:v>39413</c:v>
                </c:pt>
                <c:pt idx="391">
                  <c:v>39414</c:v>
                </c:pt>
                <c:pt idx="392">
                  <c:v>39415</c:v>
                </c:pt>
                <c:pt idx="393">
                  <c:v>39416</c:v>
                </c:pt>
                <c:pt idx="394">
                  <c:v>39417</c:v>
                </c:pt>
                <c:pt idx="395">
                  <c:v>39418</c:v>
                </c:pt>
                <c:pt idx="396">
                  <c:v>39419</c:v>
                </c:pt>
                <c:pt idx="397">
                  <c:v>39420</c:v>
                </c:pt>
                <c:pt idx="398">
                  <c:v>39421</c:v>
                </c:pt>
                <c:pt idx="399">
                  <c:v>39422</c:v>
                </c:pt>
                <c:pt idx="400">
                  <c:v>39423</c:v>
                </c:pt>
                <c:pt idx="401">
                  <c:v>39424</c:v>
                </c:pt>
                <c:pt idx="402">
                  <c:v>39425</c:v>
                </c:pt>
                <c:pt idx="403">
                  <c:v>39426</c:v>
                </c:pt>
                <c:pt idx="404">
                  <c:v>39427</c:v>
                </c:pt>
                <c:pt idx="405">
                  <c:v>39428</c:v>
                </c:pt>
                <c:pt idx="406">
                  <c:v>39429</c:v>
                </c:pt>
                <c:pt idx="407">
                  <c:v>39430</c:v>
                </c:pt>
                <c:pt idx="408">
                  <c:v>39431</c:v>
                </c:pt>
                <c:pt idx="409">
                  <c:v>39432</c:v>
                </c:pt>
                <c:pt idx="410">
                  <c:v>39433</c:v>
                </c:pt>
                <c:pt idx="411">
                  <c:v>39434</c:v>
                </c:pt>
                <c:pt idx="412">
                  <c:v>39435</c:v>
                </c:pt>
                <c:pt idx="413">
                  <c:v>39436</c:v>
                </c:pt>
                <c:pt idx="414">
                  <c:v>39437</c:v>
                </c:pt>
                <c:pt idx="415">
                  <c:v>39438</c:v>
                </c:pt>
                <c:pt idx="416">
                  <c:v>39439</c:v>
                </c:pt>
                <c:pt idx="417">
                  <c:v>39440</c:v>
                </c:pt>
                <c:pt idx="418">
                  <c:v>39441</c:v>
                </c:pt>
                <c:pt idx="419">
                  <c:v>39442</c:v>
                </c:pt>
                <c:pt idx="420">
                  <c:v>39443</c:v>
                </c:pt>
                <c:pt idx="421">
                  <c:v>39444</c:v>
                </c:pt>
                <c:pt idx="422">
                  <c:v>39445</c:v>
                </c:pt>
                <c:pt idx="423">
                  <c:v>39446</c:v>
                </c:pt>
                <c:pt idx="424">
                  <c:v>39447</c:v>
                </c:pt>
                <c:pt idx="425">
                  <c:v>39448</c:v>
                </c:pt>
                <c:pt idx="426">
                  <c:v>39449</c:v>
                </c:pt>
                <c:pt idx="427">
                  <c:v>39450</c:v>
                </c:pt>
                <c:pt idx="428">
                  <c:v>39451</c:v>
                </c:pt>
                <c:pt idx="429">
                  <c:v>39452</c:v>
                </c:pt>
                <c:pt idx="430">
                  <c:v>39453</c:v>
                </c:pt>
                <c:pt idx="431">
                  <c:v>39454</c:v>
                </c:pt>
                <c:pt idx="432">
                  <c:v>39455</c:v>
                </c:pt>
                <c:pt idx="433">
                  <c:v>39456</c:v>
                </c:pt>
                <c:pt idx="434">
                  <c:v>39457</c:v>
                </c:pt>
                <c:pt idx="435">
                  <c:v>39458</c:v>
                </c:pt>
                <c:pt idx="436">
                  <c:v>39459</c:v>
                </c:pt>
                <c:pt idx="437">
                  <c:v>39460</c:v>
                </c:pt>
                <c:pt idx="438">
                  <c:v>39461</c:v>
                </c:pt>
                <c:pt idx="439">
                  <c:v>39462</c:v>
                </c:pt>
                <c:pt idx="440">
                  <c:v>39463</c:v>
                </c:pt>
                <c:pt idx="441">
                  <c:v>39464</c:v>
                </c:pt>
                <c:pt idx="442">
                  <c:v>39465</c:v>
                </c:pt>
                <c:pt idx="443">
                  <c:v>39466</c:v>
                </c:pt>
                <c:pt idx="444">
                  <c:v>39467</c:v>
                </c:pt>
                <c:pt idx="445">
                  <c:v>39468</c:v>
                </c:pt>
                <c:pt idx="446">
                  <c:v>39469</c:v>
                </c:pt>
                <c:pt idx="447">
                  <c:v>39470</c:v>
                </c:pt>
                <c:pt idx="448">
                  <c:v>39471</c:v>
                </c:pt>
                <c:pt idx="449">
                  <c:v>39472</c:v>
                </c:pt>
                <c:pt idx="450">
                  <c:v>39473</c:v>
                </c:pt>
                <c:pt idx="451">
                  <c:v>39474</c:v>
                </c:pt>
                <c:pt idx="452">
                  <c:v>39475</c:v>
                </c:pt>
                <c:pt idx="453">
                  <c:v>39476</c:v>
                </c:pt>
                <c:pt idx="454">
                  <c:v>39477</c:v>
                </c:pt>
                <c:pt idx="455">
                  <c:v>39478</c:v>
                </c:pt>
                <c:pt idx="456">
                  <c:v>39479</c:v>
                </c:pt>
                <c:pt idx="457">
                  <c:v>39480</c:v>
                </c:pt>
                <c:pt idx="458">
                  <c:v>39481</c:v>
                </c:pt>
                <c:pt idx="459">
                  <c:v>39482</c:v>
                </c:pt>
                <c:pt idx="460">
                  <c:v>39483</c:v>
                </c:pt>
                <c:pt idx="461">
                  <c:v>39484</c:v>
                </c:pt>
                <c:pt idx="462">
                  <c:v>39485</c:v>
                </c:pt>
                <c:pt idx="463">
                  <c:v>39486</c:v>
                </c:pt>
                <c:pt idx="464">
                  <c:v>39487</c:v>
                </c:pt>
                <c:pt idx="465">
                  <c:v>39488</c:v>
                </c:pt>
                <c:pt idx="466">
                  <c:v>39489</c:v>
                </c:pt>
                <c:pt idx="467">
                  <c:v>39490</c:v>
                </c:pt>
                <c:pt idx="468">
                  <c:v>39491</c:v>
                </c:pt>
                <c:pt idx="469">
                  <c:v>39492</c:v>
                </c:pt>
                <c:pt idx="470">
                  <c:v>39493</c:v>
                </c:pt>
                <c:pt idx="471">
                  <c:v>39494</c:v>
                </c:pt>
                <c:pt idx="472">
                  <c:v>39495</c:v>
                </c:pt>
                <c:pt idx="473">
                  <c:v>39496</c:v>
                </c:pt>
                <c:pt idx="474">
                  <c:v>39497</c:v>
                </c:pt>
                <c:pt idx="475">
                  <c:v>39498</c:v>
                </c:pt>
                <c:pt idx="476">
                  <c:v>39499</c:v>
                </c:pt>
                <c:pt idx="477">
                  <c:v>39500</c:v>
                </c:pt>
                <c:pt idx="478">
                  <c:v>39501</c:v>
                </c:pt>
                <c:pt idx="479">
                  <c:v>39502</c:v>
                </c:pt>
                <c:pt idx="480">
                  <c:v>39503</c:v>
                </c:pt>
                <c:pt idx="481">
                  <c:v>39504</c:v>
                </c:pt>
                <c:pt idx="482">
                  <c:v>39505</c:v>
                </c:pt>
                <c:pt idx="483">
                  <c:v>39506</c:v>
                </c:pt>
                <c:pt idx="484">
                  <c:v>39507</c:v>
                </c:pt>
                <c:pt idx="485">
                  <c:v>39508</c:v>
                </c:pt>
                <c:pt idx="486">
                  <c:v>39509</c:v>
                </c:pt>
                <c:pt idx="487">
                  <c:v>39510</c:v>
                </c:pt>
                <c:pt idx="488">
                  <c:v>39511</c:v>
                </c:pt>
                <c:pt idx="489">
                  <c:v>39512</c:v>
                </c:pt>
                <c:pt idx="490">
                  <c:v>39513</c:v>
                </c:pt>
                <c:pt idx="491">
                  <c:v>39514</c:v>
                </c:pt>
                <c:pt idx="492">
                  <c:v>39515</c:v>
                </c:pt>
                <c:pt idx="493">
                  <c:v>39516</c:v>
                </c:pt>
                <c:pt idx="494">
                  <c:v>39517</c:v>
                </c:pt>
                <c:pt idx="495">
                  <c:v>39518</c:v>
                </c:pt>
                <c:pt idx="496">
                  <c:v>39519</c:v>
                </c:pt>
                <c:pt idx="497">
                  <c:v>39520</c:v>
                </c:pt>
                <c:pt idx="498">
                  <c:v>39521</c:v>
                </c:pt>
                <c:pt idx="499">
                  <c:v>39522</c:v>
                </c:pt>
                <c:pt idx="500">
                  <c:v>39523</c:v>
                </c:pt>
                <c:pt idx="501">
                  <c:v>39524</c:v>
                </c:pt>
                <c:pt idx="502">
                  <c:v>39525</c:v>
                </c:pt>
                <c:pt idx="503">
                  <c:v>39526</c:v>
                </c:pt>
                <c:pt idx="504">
                  <c:v>39527</c:v>
                </c:pt>
                <c:pt idx="505">
                  <c:v>39528</c:v>
                </c:pt>
                <c:pt idx="506">
                  <c:v>39529</c:v>
                </c:pt>
                <c:pt idx="507">
                  <c:v>39530</c:v>
                </c:pt>
                <c:pt idx="508">
                  <c:v>39531</c:v>
                </c:pt>
                <c:pt idx="509">
                  <c:v>39532</c:v>
                </c:pt>
                <c:pt idx="510">
                  <c:v>39533</c:v>
                </c:pt>
                <c:pt idx="511">
                  <c:v>39534</c:v>
                </c:pt>
                <c:pt idx="512">
                  <c:v>39535</c:v>
                </c:pt>
                <c:pt idx="513">
                  <c:v>39536</c:v>
                </c:pt>
                <c:pt idx="514">
                  <c:v>39537</c:v>
                </c:pt>
                <c:pt idx="515">
                  <c:v>39538</c:v>
                </c:pt>
                <c:pt idx="516">
                  <c:v>39539</c:v>
                </c:pt>
                <c:pt idx="517">
                  <c:v>39540</c:v>
                </c:pt>
                <c:pt idx="518">
                  <c:v>39541</c:v>
                </c:pt>
                <c:pt idx="519">
                  <c:v>39542</c:v>
                </c:pt>
                <c:pt idx="520">
                  <c:v>39543</c:v>
                </c:pt>
                <c:pt idx="521">
                  <c:v>39544</c:v>
                </c:pt>
                <c:pt idx="522">
                  <c:v>39545</c:v>
                </c:pt>
                <c:pt idx="523">
                  <c:v>39546</c:v>
                </c:pt>
                <c:pt idx="524">
                  <c:v>39547</c:v>
                </c:pt>
                <c:pt idx="525">
                  <c:v>39548</c:v>
                </c:pt>
                <c:pt idx="526">
                  <c:v>39549</c:v>
                </c:pt>
                <c:pt idx="527">
                  <c:v>39550</c:v>
                </c:pt>
                <c:pt idx="528">
                  <c:v>39551</c:v>
                </c:pt>
                <c:pt idx="529">
                  <c:v>39552</c:v>
                </c:pt>
                <c:pt idx="530">
                  <c:v>39553</c:v>
                </c:pt>
                <c:pt idx="531">
                  <c:v>39554</c:v>
                </c:pt>
                <c:pt idx="532">
                  <c:v>39555</c:v>
                </c:pt>
                <c:pt idx="533">
                  <c:v>39556</c:v>
                </c:pt>
                <c:pt idx="534">
                  <c:v>39557</c:v>
                </c:pt>
                <c:pt idx="535">
                  <c:v>39558</c:v>
                </c:pt>
                <c:pt idx="536">
                  <c:v>39559</c:v>
                </c:pt>
                <c:pt idx="537">
                  <c:v>39560</c:v>
                </c:pt>
                <c:pt idx="538">
                  <c:v>39561</c:v>
                </c:pt>
                <c:pt idx="539">
                  <c:v>39562</c:v>
                </c:pt>
                <c:pt idx="540">
                  <c:v>39563</c:v>
                </c:pt>
                <c:pt idx="541">
                  <c:v>39564</c:v>
                </c:pt>
                <c:pt idx="542">
                  <c:v>39565</c:v>
                </c:pt>
                <c:pt idx="543">
                  <c:v>39566</c:v>
                </c:pt>
                <c:pt idx="544">
                  <c:v>39567</c:v>
                </c:pt>
                <c:pt idx="545">
                  <c:v>39568</c:v>
                </c:pt>
                <c:pt idx="546">
                  <c:v>39569</c:v>
                </c:pt>
                <c:pt idx="547">
                  <c:v>39570</c:v>
                </c:pt>
                <c:pt idx="548">
                  <c:v>39571</c:v>
                </c:pt>
                <c:pt idx="549">
                  <c:v>39572</c:v>
                </c:pt>
                <c:pt idx="550">
                  <c:v>39573</c:v>
                </c:pt>
                <c:pt idx="551">
                  <c:v>39574</c:v>
                </c:pt>
                <c:pt idx="552">
                  <c:v>39575</c:v>
                </c:pt>
                <c:pt idx="553">
                  <c:v>39576</c:v>
                </c:pt>
                <c:pt idx="554">
                  <c:v>39577</c:v>
                </c:pt>
                <c:pt idx="555">
                  <c:v>39578</c:v>
                </c:pt>
                <c:pt idx="556">
                  <c:v>39579</c:v>
                </c:pt>
                <c:pt idx="557">
                  <c:v>39580</c:v>
                </c:pt>
                <c:pt idx="558">
                  <c:v>39581</c:v>
                </c:pt>
                <c:pt idx="559">
                  <c:v>39582</c:v>
                </c:pt>
                <c:pt idx="560">
                  <c:v>39583</c:v>
                </c:pt>
                <c:pt idx="561">
                  <c:v>39584</c:v>
                </c:pt>
                <c:pt idx="562">
                  <c:v>39585</c:v>
                </c:pt>
                <c:pt idx="563">
                  <c:v>39586</c:v>
                </c:pt>
                <c:pt idx="564">
                  <c:v>39587</c:v>
                </c:pt>
                <c:pt idx="565">
                  <c:v>39588</c:v>
                </c:pt>
                <c:pt idx="566">
                  <c:v>39589</c:v>
                </c:pt>
                <c:pt idx="567">
                  <c:v>39590</c:v>
                </c:pt>
                <c:pt idx="568">
                  <c:v>39591</c:v>
                </c:pt>
                <c:pt idx="569">
                  <c:v>39592</c:v>
                </c:pt>
                <c:pt idx="570">
                  <c:v>39593</c:v>
                </c:pt>
                <c:pt idx="571">
                  <c:v>39594</c:v>
                </c:pt>
                <c:pt idx="572">
                  <c:v>39595</c:v>
                </c:pt>
                <c:pt idx="573">
                  <c:v>39596</c:v>
                </c:pt>
                <c:pt idx="574">
                  <c:v>39597</c:v>
                </c:pt>
                <c:pt idx="575">
                  <c:v>39598</c:v>
                </c:pt>
                <c:pt idx="576">
                  <c:v>39599</c:v>
                </c:pt>
                <c:pt idx="577">
                  <c:v>39600</c:v>
                </c:pt>
                <c:pt idx="578">
                  <c:v>39601</c:v>
                </c:pt>
                <c:pt idx="579">
                  <c:v>39602</c:v>
                </c:pt>
                <c:pt idx="580">
                  <c:v>39603</c:v>
                </c:pt>
                <c:pt idx="581">
                  <c:v>39604</c:v>
                </c:pt>
                <c:pt idx="582">
                  <c:v>39605</c:v>
                </c:pt>
                <c:pt idx="583">
                  <c:v>39606</c:v>
                </c:pt>
                <c:pt idx="584">
                  <c:v>39607</c:v>
                </c:pt>
                <c:pt idx="585">
                  <c:v>39608</c:v>
                </c:pt>
                <c:pt idx="586">
                  <c:v>39609</c:v>
                </c:pt>
                <c:pt idx="587">
                  <c:v>39610</c:v>
                </c:pt>
                <c:pt idx="588">
                  <c:v>39611</c:v>
                </c:pt>
                <c:pt idx="589">
                  <c:v>39612</c:v>
                </c:pt>
                <c:pt idx="590">
                  <c:v>39613</c:v>
                </c:pt>
                <c:pt idx="591">
                  <c:v>39614</c:v>
                </c:pt>
                <c:pt idx="592">
                  <c:v>39615</c:v>
                </c:pt>
                <c:pt idx="593">
                  <c:v>39616</c:v>
                </c:pt>
                <c:pt idx="594">
                  <c:v>39617</c:v>
                </c:pt>
                <c:pt idx="595">
                  <c:v>39618</c:v>
                </c:pt>
                <c:pt idx="596">
                  <c:v>39619</c:v>
                </c:pt>
                <c:pt idx="597">
                  <c:v>39620</c:v>
                </c:pt>
                <c:pt idx="598">
                  <c:v>39621</c:v>
                </c:pt>
                <c:pt idx="599">
                  <c:v>39622</c:v>
                </c:pt>
                <c:pt idx="600">
                  <c:v>39623</c:v>
                </c:pt>
                <c:pt idx="601">
                  <c:v>39624</c:v>
                </c:pt>
                <c:pt idx="602">
                  <c:v>39625</c:v>
                </c:pt>
                <c:pt idx="603">
                  <c:v>39626</c:v>
                </c:pt>
                <c:pt idx="604">
                  <c:v>39627</c:v>
                </c:pt>
                <c:pt idx="605">
                  <c:v>39628</c:v>
                </c:pt>
                <c:pt idx="606">
                  <c:v>39629</c:v>
                </c:pt>
                <c:pt idx="607">
                  <c:v>39630</c:v>
                </c:pt>
                <c:pt idx="608">
                  <c:v>39631</c:v>
                </c:pt>
                <c:pt idx="609">
                  <c:v>39632</c:v>
                </c:pt>
                <c:pt idx="610">
                  <c:v>39633</c:v>
                </c:pt>
                <c:pt idx="611">
                  <c:v>39634</c:v>
                </c:pt>
                <c:pt idx="612">
                  <c:v>39635</c:v>
                </c:pt>
                <c:pt idx="613">
                  <c:v>39636</c:v>
                </c:pt>
                <c:pt idx="614">
                  <c:v>39637</c:v>
                </c:pt>
                <c:pt idx="615">
                  <c:v>39638</c:v>
                </c:pt>
                <c:pt idx="616">
                  <c:v>39639</c:v>
                </c:pt>
                <c:pt idx="617">
                  <c:v>39640</c:v>
                </c:pt>
                <c:pt idx="618">
                  <c:v>39641</c:v>
                </c:pt>
                <c:pt idx="619">
                  <c:v>39642</c:v>
                </c:pt>
                <c:pt idx="620">
                  <c:v>39643</c:v>
                </c:pt>
                <c:pt idx="621">
                  <c:v>39644</c:v>
                </c:pt>
                <c:pt idx="622">
                  <c:v>39645</c:v>
                </c:pt>
                <c:pt idx="623">
                  <c:v>39646</c:v>
                </c:pt>
                <c:pt idx="624">
                  <c:v>39647</c:v>
                </c:pt>
                <c:pt idx="625">
                  <c:v>39648</c:v>
                </c:pt>
                <c:pt idx="626">
                  <c:v>39649</c:v>
                </c:pt>
                <c:pt idx="627">
                  <c:v>39650</c:v>
                </c:pt>
                <c:pt idx="628">
                  <c:v>39651</c:v>
                </c:pt>
                <c:pt idx="629">
                  <c:v>39652</c:v>
                </c:pt>
                <c:pt idx="630">
                  <c:v>39653</c:v>
                </c:pt>
                <c:pt idx="631">
                  <c:v>39654</c:v>
                </c:pt>
                <c:pt idx="632">
                  <c:v>39655</c:v>
                </c:pt>
                <c:pt idx="633">
                  <c:v>39656</c:v>
                </c:pt>
                <c:pt idx="634">
                  <c:v>39657</c:v>
                </c:pt>
                <c:pt idx="635">
                  <c:v>39658</c:v>
                </c:pt>
                <c:pt idx="636">
                  <c:v>39659</c:v>
                </c:pt>
                <c:pt idx="637">
                  <c:v>39660</c:v>
                </c:pt>
                <c:pt idx="638">
                  <c:v>39661</c:v>
                </c:pt>
                <c:pt idx="639">
                  <c:v>39662</c:v>
                </c:pt>
                <c:pt idx="640">
                  <c:v>39663</c:v>
                </c:pt>
                <c:pt idx="641">
                  <c:v>39664</c:v>
                </c:pt>
                <c:pt idx="642">
                  <c:v>39665</c:v>
                </c:pt>
                <c:pt idx="643">
                  <c:v>39666</c:v>
                </c:pt>
                <c:pt idx="644">
                  <c:v>39667</c:v>
                </c:pt>
                <c:pt idx="645">
                  <c:v>39668</c:v>
                </c:pt>
                <c:pt idx="646">
                  <c:v>39669</c:v>
                </c:pt>
                <c:pt idx="647">
                  <c:v>39670</c:v>
                </c:pt>
                <c:pt idx="648">
                  <c:v>39671</c:v>
                </c:pt>
                <c:pt idx="649">
                  <c:v>39672</c:v>
                </c:pt>
                <c:pt idx="650">
                  <c:v>39673</c:v>
                </c:pt>
                <c:pt idx="651">
                  <c:v>39674</c:v>
                </c:pt>
                <c:pt idx="652">
                  <c:v>39675</c:v>
                </c:pt>
                <c:pt idx="653">
                  <c:v>39676</c:v>
                </c:pt>
                <c:pt idx="654">
                  <c:v>39677</c:v>
                </c:pt>
                <c:pt idx="655">
                  <c:v>39678</c:v>
                </c:pt>
                <c:pt idx="656">
                  <c:v>39679</c:v>
                </c:pt>
                <c:pt idx="657">
                  <c:v>39680</c:v>
                </c:pt>
                <c:pt idx="658">
                  <c:v>39681</c:v>
                </c:pt>
                <c:pt idx="659">
                  <c:v>39682</c:v>
                </c:pt>
                <c:pt idx="660">
                  <c:v>39683</c:v>
                </c:pt>
                <c:pt idx="661">
                  <c:v>39684</c:v>
                </c:pt>
                <c:pt idx="662">
                  <c:v>39685</c:v>
                </c:pt>
                <c:pt idx="663">
                  <c:v>39686</c:v>
                </c:pt>
                <c:pt idx="664">
                  <c:v>39687</c:v>
                </c:pt>
                <c:pt idx="665">
                  <c:v>39688</c:v>
                </c:pt>
                <c:pt idx="666">
                  <c:v>39689</c:v>
                </c:pt>
                <c:pt idx="667">
                  <c:v>39690</c:v>
                </c:pt>
                <c:pt idx="668">
                  <c:v>39691</c:v>
                </c:pt>
                <c:pt idx="669">
                  <c:v>39692</c:v>
                </c:pt>
                <c:pt idx="670">
                  <c:v>39693</c:v>
                </c:pt>
                <c:pt idx="671">
                  <c:v>39694</c:v>
                </c:pt>
                <c:pt idx="672">
                  <c:v>39695</c:v>
                </c:pt>
                <c:pt idx="673">
                  <c:v>39696</c:v>
                </c:pt>
                <c:pt idx="674">
                  <c:v>39697</c:v>
                </c:pt>
                <c:pt idx="675">
                  <c:v>39698</c:v>
                </c:pt>
                <c:pt idx="676">
                  <c:v>39699</c:v>
                </c:pt>
                <c:pt idx="677">
                  <c:v>39700</c:v>
                </c:pt>
                <c:pt idx="678">
                  <c:v>39701</c:v>
                </c:pt>
                <c:pt idx="679">
                  <c:v>39702</c:v>
                </c:pt>
                <c:pt idx="680">
                  <c:v>39703</c:v>
                </c:pt>
                <c:pt idx="681">
                  <c:v>39704</c:v>
                </c:pt>
                <c:pt idx="682">
                  <c:v>39705</c:v>
                </c:pt>
                <c:pt idx="683">
                  <c:v>39706</c:v>
                </c:pt>
                <c:pt idx="684">
                  <c:v>39707</c:v>
                </c:pt>
                <c:pt idx="685">
                  <c:v>39708</c:v>
                </c:pt>
                <c:pt idx="686">
                  <c:v>39709</c:v>
                </c:pt>
                <c:pt idx="687">
                  <c:v>39710</c:v>
                </c:pt>
                <c:pt idx="688">
                  <c:v>39711</c:v>
                </c:pt>
                <c:pt idx="689">
                  <c:v>39712</c:v>
                </c:pt>
                <c:pt idx="690">
                  <c:v>39713</c:v>
                </c:pt>
                <c:pt idx="691">
                  <c:v>39714</c:v>
                </c:pt>
                <c:pt idx="692">
                  <c:v>39715</c:v>
                </c:pt>
                <c:pt idx="693">
                  <c:v>39716</c:v>
                </c:pt>
                <c:pt idx="694">
                  <c:v>39717</c:v>
                </c:pt>
                <c:pt idx="695">
                  <c:v>39718</c:v>
                </c:pt>
                <c:pt idx="696">
                  <c:v>39719</c:v>
                </c:pt>
                <c:pt idx="697">
                  <c:v>39720</c:v>
                </c:pt>
                <c:pt idx="698">
                  <c:v>39721</c:v>
                </c:pt>
                <c:pt idx="699">
                  <c:v>39722</c:v>
                </c:pt>
                <c:pt idx="700">
                  <c:v>39723</c:v>
                </c:pt>
                <c:pt idx="701">
                  <c:v>39724</c:v>
                </c:pt>
                <c:pt idx="702">
                  <c:v>39725</c:v>
                </c:pt>
                <c:pt idx="703">
                  <c:v>39726</c:v>
                </c:pt>
                <c:pt idx="704">
                  <c:v>39727</c:v>
                </c:pt>
                <c:pt idx="705">
                  <c:v>39728</c:v>
                </c:pt>
                <c:pt idx="706">
                  <c:v>39729</c:v>
                </c:pt>
                <c:pt idx="707">
                  <c:v>39730</c:v>
                </c:pt>
                <c:pt idx="708">
                  <c:v>39731</c:v>
                </c:pt>
                <c:pt idx="709">
                  <c:v>39732</c:v>
                </c:pt>
                <c:pt idx="710">
                  <c:v>39733</c:v>
                </c:pt>
                <c:pt idx="711">
                  <c:v>39734</c:v>
                </c:pt>
                <c:pt idx="712">
                  <c:v>39735</c:v>
                </c:pt>
                <c:pt idx="713">
                  <c:v>39736</c:v>
                </c:pt>
                <c:pt idx="714">
                  <c:v>39737</c:v>
                </c:pt>
                <c:pt idx="715">
                  <c:v>39738</c:v>
                </c:pt>
                <c:pt idx="716">
                  <c:v>39739</c:v>
                </c:pt>
                <c:pt idx="717">
                  <c:v>39740</c:v>
                </c:pt>
                <c:pt idx="718">
                  <c:v>39741</c:v>
                </c:pt>
                <c:pt idx="719">
                  <c:v>39742</c:v>
                </c:pt>
                <c:pt idx="720">
                  <c:v>39743</c:v>
                </c:pt>
                <c:pt idx="721">
                  <c:v>39744</c:v>
                </c:pt>
                <c:pt idx="722">
                  <c:v>39745</c:v>
                </c:pt>
                <c:pt idx="723">
                  <c:v>39746</c:v>
                </c:pt>
                <c:pt idx="724">
                  <c:v>39747</c:v>
                </c:pt>
                <c:pt idx="725">
                  <c:v>39748</c:v>
                </c:pt>
                <c:pt idx="726">
                  <c:v>39749</c:v>
                </c:pt>
                <c:pt idx="727">
                  <c:v>39750</c:v>
                </c:pt>
                <c:pt idx="728">
                  <c:v>39751</c:v>
                </c:pt>
                <c:pt idx="729">
                  <c:v>39752</c:v>
                </c:pt>
                <c:pt idx="730">
                  <c:v>39753</c:v>
                </c:pt>
                <c:pt idx="731">
                  <c:v>39754</c:v>
                </c:pt>
                <c:pt idx="732">
                  <c:v>39755</c:v>
                </c:pt>
                <c:pt idx="733">
                  <c:v>39756</c:v>
                </c:pt>
                <c:pt idx="734">
                  <c:v>39757</c:v>
                </c:pt>
                <c:pt idx="735">
                  <c:v>39758</c:v>
                </c:pt>
                <c:pt idx="736">
                  <c:v>39759</c:v>
                </c:pt>
                <c:pt idx="737">
                  <c:v>39760</c:v>
                </c:pt>
                <c:pt idx="738">
                  <c:v>39761</c:v>
                </c:pt>
                <c:pt idx="739">
                  <c:v>39762</c:v>
                </c:pt>
                <c:pt idx="740">
                  <c:v>39763</c:v>
                </c:pt>
                <c:pt idx="741">
                  <c:v>39764</c:v>
                </c:pt>
                <c:pt idx="742">
                  <c:v>39765</c:v>
                </c:pt>
                <c:pt idx="743">
                  <c:v>39766</c:v>
                </c:pt>
                <c:pt idx="744">
                  <c:v>39767</c:v>
                </c:pt>
                <c:pt idx="745">
                  <c:v>39768</c:v>
                </c:pt>
                <c:pt idx="746">
                  <c:v>39769</c:v>
                </c:pt>
                <c:pt idx="747">
                  <c:v>39770</c:v>
                </c:pt>
                <c:pt idx="748">
                  <c:v>39771</c:v>
                </c:pt>
                <c:pt idx="749">
                  <c:v>39772</c:v>
                </c:pt>
                <c:pt idx="750">
                  <c:v>39773</c:v>
                </c:pt>
                <c:pt idx="751">
                  <c:v>39774</c:v>
                </c:pt>
                <c:pt idx="752">
                  <c:v>39775</c:v>
                </c:pt>
                <c:pt idx="753">
                  <c:v>39776</c:v>
                </c:pt>
                <c:pt idx="754">
                  <c:v>39777</c:v>
                </c:pt>
                <c:pt idx="755">
                  <c:v>39778</c:v>
                </c:pt>
                <c:pt idx="756">
                  <c:v>39779</c:v>
                </c:pt>
                <c:pt idx="757">
                  <c:v>39780</c:v>
                </c:pt>
                <c:pt idx="758">
                  <c:v>39781</c:v>
                </c:pt>
                <c:pt idx="759">
                  <c:v>39782</c:v>
                </c:pt>
                <c:pt idx="760">
                  <c:v>39783</c:v>
                </c:pt>
                <c:pt idx="761">
                  <c:v>39784</c:v>
                </c:pt>
                <c:pt idx="762">
                  <c:v>39785</c:v>
                </c:pt>
                <c:pt idx="763">
                  <c:v>39786</c:v>
                </c:pt>
                <c:pt idx="764">
                  <c:v>39787</c:v>
                </c:pt>
                <c:pt idx="765">
                  <c:v>39788</c:v>
                </c:pt>
                <c:pt idx="766">
                  <c:v>39789</c:v>
                </c:pt>
                <c:pt idx="767">
                  <c:v>39790</c:v>
                </c:pt>
                <c:pt idx="768">
                  <c:v>39791</c:v>
                </c:pt>
                <c:pt idx="769">
                  <c:v>39792</c:v>
                </c:pt>
                <c:pt idx="770">
                  <c:v>39793</c:v>
                </c:pt>
                <c:pt idx="771">
                  <c:v>39794</c:v>
                </c:pt>
                <c:pt idx="772">
                  <c:v>39795</c:v>
                </c:pt>
                <c:pt idx="773">
                  <c:v>39796</c:v>
                </c:pt>
                <c:pt idx="774">
                  <c:v>39797</c:v>
                </c:pt>
                <c:pt idx="775">
                  <c:v>39798</c:v>
                </c:pt>
                <c:pt idx="776">
                  <c:v>39799</c:v>
                </c:pt>
                <c:pt idx="777">
                  <c:v>39800</c:v>
                </c:pt>
                <c:pt idx="778">
                  <c:v>39801</c:v>
                </c:pt>
                <c:pt idx="779">
                  <c:v>39802</c:v>
                </c:pt>
                <c:pt idx="780">
                  <c:v>39803</c:v>
                </c:pt>
                <c:pt idx="781">
                  <c:v>39804</c:v>
                </c:pt>
                <c:pt idx="782">
                  <c:v>39805</c:v>
                </c:pt>
                <c:pt idx="783">
                  <c:v>39806</c:v>
                </c:pt>
                <c:pt idx="784">
                  <c:v>39807</c:v>
                </c:pt>
                <c:pt idx="785">
                  <c:v>39808</c:v>
                </c:pt>
                <c:pt idx="786">
                  <c:v>39809</c:v>
                </c:pt>
                <c:pt idx="787">
                  <c:v>39810</c:v>
                </c:pt>
                <c:pt idx="788">
                  <c:v>39811</c:v>
                </c:pt>
                <c:pt idx="789">
                  <c:v>39812</c:v>
                </c:pt>
                <c:pt idx="790">
                  <c:v>39813</c:v>
                </c:pt>
                <c:pt idx="791">
                  <c:v>39814</c:v>
                </c:pt>
                <c:pt idx="792">
                  <c:v>39815</c:v>
                </c:pt>
                <c:pt idx="793">
                  <c:v>39816</c:v>
                </c:pt>
                <c:pt idx="794">
                  <c:v>39817</c:v>
                </c:pt>
                <c:pt idx="795">
                  <c:v>39818</c:v>
                </c:pt>
                <c:pt idx="796">
                  <c:v>39819</c:v>
                </c:pt>
                <c:pt idx="797">
                  <c:v>39820</c:v>
                </c:pt>
                <c:pt idx="798">
                  <c:v>39821</c:v>
                </c:pt>
                <c:pt idx="799">
                  <c:v>39822</c:v>
                </c:pt>
                <c:pt idx="800">
                  <c:v>39823</c:v>
                </c:pt>
                <c:pt idx="801">
                  <c:v>39824</c:v>
                </c:pt>
                <c:pt idx="802">
                  <c:v>39825</c:v>
                </c:pt>
                <c:pt idx="803">
                  <c:v>39826</c:v>
                </c:pt>
                <c:pt idx="804">
                  <c:v>39827</c:v>
                </c:pt>
                <c:pt idx="805">
                  <c:v>39828</c:v>
                </c:pt>
                <c:pt idx="806">
                  <c:v>39829</c:v>
                </c:pt>
                <c:pt idx="807">
                  <c:v>39830</c:v>
                </c:pt>
                <c:pt idx="808">
                  <c:v>39831</c:v>
                </c:pt>
                <c:pt idx="809">
                  <c:v>39832</c:v>
                </c:pt>
                <c:pt idx="810">
                  <c:v>39833</c:v>
                </c:pt>
                <c:pt idx="811">
                  <c:v>39834</c:v>
                </c:pt>
                <c:pt idx="812">
                  <c:v>39835</c:v>
                </c:pt>
                <c:pt idx="813">
                  <c:v>39836</c:v>
                </c:pt>
                <c:pt idx="814">
                  <c:v>39837</c:v>
                </c:pt>
                <c:pt idx="815">
                  <c:v>39838</c:v>
                </c:pt>
                <c:pt idx="816">
                  <c:v>39839</c:v>
                </c:pt>
                <c:pt idx="817">
                  <c:v>39840</c:v>
                </c:pt>
                <c:pt idx="818">
                  <c:v>39841</c:v>
                </c:pt>
                <c:pt idx="819">
                  <c:v>39842</c:v>
                </c:pt>
                <c:pt idx="820">
                  <c:v>39843</c:v>
                </c:pt>
                <c:pt idx="821">
                  <c:v>39844</c:v>
                </c:pt>
                <c:pt idx="822">
                  <c:v>39845</c:v>
                </c:pt>
                <c:pt idx="823">
                  <c:v>39846</c:v>
                </c:pt>
                <c:pt idx="824">
                  <c:v>39847</c:v>
                </c:pt>
                <c:pt idx="825">
                  <c:v>39848</c:v>
                </c:pt>
                <c:pt idx="826">
                  <c:v>39849</c:v>
                </c:pt>
                <c:pt idx="827">
                  <c:v>39850</c:v>
                </c:pt>
                <c:pt idx="828">
                  <c:v>39851</c:v>
                </c:pt>
                <c:pt idx="829">
                  <c:v>39852</c:v>
                </c:pt>
                <c:pt idx="830">
                  <c:v>39853</c:v>
                </c:pt>
                <c:pt idx="831">
                  <c:v>39854</c:v>
                </c:pt>
                <c:pt idx="832">
                  <c:v>39855</c:v>
                </c:pt>
                <c:pt idx="833">
                  <c:v>39856</c:v>
                </c:pt>
                <c:pt idx="834">
                  <c:v>39857</c:v>
                </c:pt>
                <c:pt idx="835">
                  <c:v>39858</c:v>
                </c:pt>
                <c:pt idx="836">
                  <c:v>39859</c:v>
                </c:pt>
                <c:pt idx="837">
                  <c:v>39860</c:v>
                </c:pt>
                <c:pt idx="838">
                  <c:v>39861</c:v>
                </c:pt>
                <c:pt idx="839">
                  <c:v>39862</c:v>
                </c:pt>
                <c:pt idx="840">
                  <c:v>39863</c:v>
                </c:pt>
                <c:pt idx="841">
                  <c:v>39864</c:v>
                </c:pt>
                <c:pt idx="842">
                  <c:v>39865</c:v>
                </c:pt>
                <c:pt idx="843">
                  <c:v>39866</c:v>
                </c:pt>
                <c:pt idx="844">
                  <c:v>39867</c:v>
                </c:pt>
                <c:pt idx="845">
                  <c:v>39868</c:v>
                </c:pt>
                <c:pt idx="846">
                  <c:v>39869</c:v>
                </c:pt>
                <c:pt idx="847">
                  <c:v>39870</c:v>
                </c:pt>
                <c:pt idx="848">
                  <c:v>39871</c:v>
                </c:pt>
                <c:pt idx="849">
                  <c:v>39872</c:v>
                </c:pt>
                <c:pt idx="850">
                  <c:v>39873</c:v>
                </c:pt>
                <c:pt idx="851">
                  <c:v>39874</c:v>
                </c:pt>
                <c:pt idx="852">
                  <c:v>39875</c:v>
                </c:pt>
                <c:pt idx="853">
                  <c:v>39876</c:v>
                </c:pt>
                <c:pt idx="854">
                  <c:v>39877</c:v>
                </c:pt>
                <c:pt idx="855">
                  <c:v>39878</c:v>
                </c:pt>
                <c:pt idx="856">
                  <c:v>39879</c:v>
                </c:pt>
                <c:pt idx="857">
                  <c:v>39880</c:v>
                </c:pt>
                <c:pt idx="858">
                  <c:v>39881</c:v>
                </c:pt>
                <c:pt idx="859">
                  <c:v>39882</c:v>
                </c:pt>
                <c:pt idx="860">
                  <c:v>39883</c:v>
                </c:pt>
                <c:pt idx="861">
                  <c:v>39884</c:v>
                </c:pt>
                <c:pt idx="862">
                  <c:v>39885</c:v>
                </c:pt>
                <c:pt idx="863">
                  <c:v>39886</c:v>
                </c:pt>
                <c:pt idx="864">
                  <c:v>39887</c:v>
                </c:pt>
                <c:pt idx="865">
                  <c:v>39888</c:v>
                </c:pt>
                <c:pt idx="866">
                  <c:v>39889</c:v>
                </c:pt>
                <c:pt idx="867">
                  <c:v>39890</c:v>
                </c:pt>
                <c:pt idx="868">
                  <c:v>39891</c:v>
                </c:pt>
                <c:pt idx="869">
                  <c:v>39892</c:v>
                </c:pt>
                <c:pt idx="870">
                  <c:v>39893</c:v>
                </c:pt>
                <c:pt idx="871">
                  <c:v>39894</c:v>
                </c:pt>
                <c:pt idx="872">
                  <c:v>39895</c:v>
                </c:pt>
                <c:pt idx="873">
                  <c:v>39896</c:v>
                </c:pt>
                <c:pt idx="874">
                  <c:v>39897</c:v>
                </c:pt>
                <c:pt idx="875">
                  <c:v>39898</c:v>
                </c:pt>
                <c:pt idx="876">
                  <c:v>39899</c:v>
                </c:pt>
                <c:pt idx="877">
                  <c:v>39900</c:v>
                </c:pt>
                <c:pt idx="878">
                  <c:v>39901</c:v>
                </c:pt>
                <c:pt idx="879">
                  <c:v>39902</c:v>
                </c:pt>
                <c:pt idx="880">
                  <c:v>39903</c:v>
                </c:pt>
                <c:pt idx="881">
                  <c:v>39904</c:v>
                </c:pt>
                <c:pt idx="882">
                  <c:v>39905</c:v>
                </c:pt>
                <c:pt idx="883">
                  <c:v>39906</c:v>
                </c:pt>
                <c:pt idx="884">
                  <c:v>39907</c:v>
                </c:pt>
                <c:pt idx="885">
                  <c:v>39908</c:v>
                </c:pt>
                <c:pt idx="886">
                  <c:v>39909</c:v>
                </c:pt>
                <c:pt idx="887">
                  <c:v>39910</c:v>
                </c:pt>
                <c:pt idx="888">
                  <c:v>39911</c:v>
                </c:pt>
                <c:pt idx="889">
                  <c:v>39912</c:v>
                </c:pt>
                <c:pt idx="890">
                  <c:v>39913</c:v>
                </c:pt>
                <c:pt idx="891">
                  <c:v>39914</c:v>
                </c:pt>
                <c:pt idx="892">
                  <c:v>39915</c:v>
                </c:pt>
                <c:pt idx="893">
                  <c:v>39916</c:v>
                </c:pt>
                <c:pt idx="894">
                  <c:v>39917</c:v>
                </c:pt>
                <c:pt idx="895">
                  <c:v>39918</c:v>
                </c:pt>
                <c:pt idx="896">
                  <c:v>39919</c:v>
                </c:pt>
                <c:pt idx="897">
                  <c:v>39920</c:v>
                </c:pt>
                <c:pt idx="898">
                  <c:v>39921</c:v>
                </c:pt>
                <c:pt idx="899">
                  <c:v>39922</c:v>
                </c:pt>
                <c:pt idx="900">
                  <c:v>39923</c:v>
                </c:pt>
                <c:pt idx="901">
                  <c:v>39924</c:v>
                </c:pt>
                <c:pt idx="902">
                  <c:v>39925</c:v>
                </c:pt>
                <c:pt idx="903">
                  <c:v>39926</c:v>
                </c:pt>
                <c:pt idx="904">
                  <c:v>39927</c:v>
                </c:pt>
                <c:pt idx="905">
                  <c:v>39928</c:v>
                </c:pt>
                <c:pt idx="906">
                  <c:v>39929</c:v>
                </c:pt>
                <c:pt idx="907">
                  <c:v>39930</c:v>
                </c:pt>
                <c:pt idx="908">
                  <c:v>39931</c:v>
                </c:pt>
                <c:pt idx="909">
                  <c:v>39932</c:v>
                </c:pt>
                <c:pt idx="910">
                  <c:v>39933</c:v>
                </c:pt>
                <c:pt idx="911">
                  <c:v>39934</c:v>
                </c:pt>
                <c:pt idx="912">
                  <c:v>39935</c:v>
                </c:pt>
                <c:pt idx="913">
                  <c:v>39936</c:v>
                </c:pt>
                <c:pt idx="914">
                  <c:v>39937</c:v>
                </c:pt>
                <c:pt idx="915">
                  <c:v>39938</c:v>
                </c:pt>
                <c:pt idx="916">
                  <c:v>39939</c:v>
                </c:pt>
                <c:pt idx="917">
                  <c:v>39940</c:v>
                </c:pt>
                <c:pt idx="918">
                  <c:v>39941</c:v>
                </c:pt>
                <c:pt idx="919">
                  <c:v>39942</c:v>
                </c:pt>
                <c:pt idx="920">
                  <c:v>39943</c:v>
                </c:pt>
                <c:pt idx="921">
                  <c:v>39944</c:v>
                </c:pt>
                <c:pt idx="922">
                  <c:v>39945</c:v>
                </c:pt>
                <c:pt idx="923">
                  <c:v>39946</c:v>
                </c:pt>
                <c:pt idx="924">
                  <c:v>39947</c:v>
                </c:pt>
                <c:pt idx="925">
                  <c:v>39948</c:v>
                </c:pt>
                <c:pt idx="926">
                  <c:v>39949</c:v>
                </c:pt>
                <c:pt idx="927">
                  <c:v>39950</c:v>
                </c:pt>
                <c:pt idx="928">
                  <c:v>39951</c:v>
                </c:pt>
                <c:pt idx="929">
                  <c:v>39952</c:v>
                </c:pt>
                <c:pt idx="930">
                  <c:v>39953</c:v>
                </c:pt>
                <c:pt idx="931">
                  <c:v>39954</c:v>
                </c:pt>
                <c:pt idx="932">
                  <c:v>39955</c:v>
                </c:pt>
                <c:pt idx="933">
                  <c:v>39956</c:v>
                </c:pt>
                <c:pt idx="934">
                  <c:v>39957</c:v>
                </c:pt>
                <c:pt idx="935">
                  <c:v>39958</c:v>
                </c:pt>
                <c:pt idx="936">
                  <c:v>39959</c:v>
                </c:pt>
                <c:pt idx="937">
                  <c:v>39960</c:v>
                </c:pt>
                <c:pt idx="938">
                  <c:v>39961</c:v>
                </c:pt>
                <c:pt idx="939">
                  <c:v>39962</c:v>
                </c:pt>
                <c:pt idx="940">
                  <c:v>39963</c:v>
                </c:pt>
                <c:pt idx="941">
                  <c:v>39964</c:v>
                </c:pt>
                <c:pt idx="942">
                  <c:v>39965</c:v>
                </c:pt>
                <c:pt idx="943">
                  <c:v>39966</c:v>
                </c:pt>
                <c:pt idx="944">
                  <c:v>39967</c:v>
                </c:pt>
                <c:pt idx="945">
                  <c:v>39968</c:v>
                </c:pt>
                <c:pt idx="946">
                  <c:v>39969</c:v>
                </c:pt>
                <c:pt idx="947">
                  <c:v>39970</c:v>
                </c:pt>
                <c:pt idx="948">
                  <c:v>39971</c:v>
                </c:pt>
                <c:pt idx="949">
                  <c:v>39972</c:v>
                </c:pt>
                <c:pt idx="950">
                  <c:v>39973</c:v>
                </c:pt>
                <c:pt idx="951">
                  <c:v>39974</c:v>
                </c:pt>
                <c:pt idx="952">
                  <c:v>39975</c:v>
                </c:pt>
                <c:pt idx="953">
                  <c:v>39976</c:v>
                </c:pt>
                <c:pt idx="954">
                  <c:v>39977</c:v>
                </c:pt>
                <c:pt idx="955">
                  <c:v>39978</c:v>
                </c:pt>
                <c:pt idx="956">
                  <c:v>39979</c:v>
                </c:pt>
                <c:pt idx="957">
                  <c:v>39980</c:v>
                </c:pt>
                <c:pt idx="958">
                  <c:v>39981</c:v>
                </c:pt>
                <c:pt idx="959">
                  <c:v>39982</c:v>
                </c:pt>
                <c:pt idx="960">
                  <c:v>39983</c:v>
                </c:pt>
                <c:pt idx="961">
                  <c:v>39984</c:v>
                </c:pt>
                <c:pt idx="962">
                  <c:v>39985</c:v>
                </c:pt>
                <c:pt idx="963">
                  <c:v>39986</c:v>
                </c:pt>
                <c:pt idx="964">
                  <c:v>39987</c:v>
                </c:pt>
                <c:pt idx="965">
                  <c:v>39988</c:v>
                </c:pt>
                <c:pt idx="966">
                  <c:v>39989</c:v>
                </c:pt>
                <c:pt idx="967">
                  <c:v>39990</c:v>
                </c:pt>
                <c:pt idx="968">
                  <c:v>39991</c:v>
                </c:pt>
                <c:pt idx="969">
                  <c:v>39992</c:v>
                </c:pt>
                <c:pt idx="970">
                  <c:v>39993</c:v>
                </c:pt>
                <c:pt idx="971">
                  <c:v>39994</c:v>
                </c:pt>
                <c:pt idx="972">
                  <c:v>39995</c:v>
                </c:pt>
                <c:pt idx="973">
                  <c:v>39996</c:v>
                </c:pt>
                <c:pt idx="974">
                  <c:v>39997</c:v>
                </c:pt>
                <c:pt idx="975">
                  <c:v>39998</c:v>
                </c:pt>
                <c:pt idx="976">
                  <c:v>39999</c:v>
                </c:pt>
                <c:pt idx="977">
                  <c:v>40000</c:v>
                </c:pt>
                <c:pt idx="978">
                  <c:v>40001</c:v>
                </c:pt>
                <c:pt idx="979">
                  <c:v>40002</c:v>
                </c:pt>
                <c:pt idx="980">
                  <c:v>40003</c:v>
                </c:pt>
                <c:pt idx="981">
                  <c:v>40004</c:v>
                </c:pt>
                <c:pt idx="982">
                  <c:v>40005</c:v>
                </c:pt>
                <c:pt idx="983">
                  <c:v>40006</c:v>
                </c:pt>
                <c:pt idx="984">
                  <c:v>40007</c:v>
                </c:pt>
                <c:pt idx="985">
                  <c:v>40008</c:v>
                </c:pt>
                <c:pt idx="986">
                  <c:v>40009</c:v>
                </c:pt>
                <c:pt idx="987">
                  <c:v>40010</c:v>
                </c:pt>
                <c:pt idx="988">
                  <c:v>40011</c:v>
                </c:pt>
                <c:pt idx="989">
                  <c:v>40012</c:v>
                </c:pt>
                <c:pt idx="990">
                  <c:v>40013</c:v>
                </c:pt>
                <c:pt idx="991">
                  <c:v>40014</c:v>
                </c:pt>
                <c:pt idx="992">
                  <c:v>40015</c:v>
                </c:pt>
                <c:pt idx="993">
                  <c:v>40016</c:v>
                </c:pt>
                <c:pt idx="994">
                  <c:v>40017</c:v>
                </c:pt>
                <c:pt idx="995">
                  <c:v>40018</c:v>
                </c:pt>
                <c:pt idx="996">
                  <c:v>40019</c:v>
                </c:pt>
                <c:pt idx="997">
                  <c:v>40020</c:v>
                </c:pt>
                <c:pt idx="998">
                  <c:v>40021</c:v>
                </c:pt>
                <c:pt idx="999">
                  <c:v>40022</c:v>
                </c:pt>
                <c:pt idx="1000">
                  <c:v>40023</c:v>
                </c:pt>
                <c:pt idx="1001">
                  <c:v>40024</c:v>
                </c:pt>
                <c:pt idx="1002">
                  <c:v>40025</c:v>
                </c:pt>
                <c:pt idx="1003">
                  <c:v>40026</c:v>
                </c:pt>
                <c:pt idx="1004">
                  <c:v>40027</c:v>
                </c:pt>
                <c:pt idx="1005">
                  <c:v>40028</c:v>
                </c:pt>
                <c:pt idx="1006">
                  <c:v>40029</c:v>
                </c:pt>
                <c:pt idx="1007">
                  <c:v>40030</c:v>
                </c:pt>
                <c:pt idx="1008">
                  <c:v>40031</c:v>
                </c:pt>
                <c:pt idx="1009">
                  <c:v>40032</c:v>
                </c:pt>
                <c:pt idx="1010">
                  <c:v>40033</c:v>
                </c:pt>
                <c:pt idx="1011">
                  <c:v>40034</c:v>
                </c:pt>
                <c:pt idx="1012">
                  <c:v>40035</c:v>
                </c:pt>
                <c:pt idx="1013">
                  <c:v>40036</c:v>
                </c:pt>
                <c:pt idx="1014">
                  <c:v>40037</c:v>
                </c:pt>
                <c:pt idx="1015">
                  <c:v>40038</c:v>
                </c:pt>
                <c:pt idx="1016">
                  <c:v>40039</c:v>
                </c:pt>
                <c:pt idx="1017">
                  <c:v>40040</c:v>
                </c:pt>
                <c:pt idx="1018">
                  <c:v>40041</c:v>
                </c:pt>
                <c:pt idx="1019">
                  <c:v>40042</c:v>
                </c:pt>
                <c:pt idx="1020">
                  <c:v>40043</c:v>
                </c:pt>
                <c:pt idx="1021">
                  <c:v>40044</c:v>
                </c:pt>
                <c:pt idx="1022">
                  <c:v>40045</c:v>
                </c:pt>
                <c:pt idx="1023">
                  <c:v>40046</c:v>
                </c:pt>
                <c:pt idx="1024">
                  <c:v>40047</c:v>
                </c:pt>
                <c:pt idx="1025">
                  <c:v>40048</c:v>
                </c:pt>
                <c:pt idx="1026">
                  <c:v>40049</c:v>
                </c:pt>
                <c:pt idx="1027">
                  <c:v>40050</c:v>
                </c:pt>
                <c:pt idx="1028">
                  <c:v>40051</c:v>
                </c:pt>
                <c:pt idx="1029">
                  <c:v>40052</c:v>
                </c:pt>
                <c:pt idx="1030">
                  <c:v>40053</c:v>
                </c:pt>
                <c:pt idx="1031">
                  <c:v>40054</c:v>
                </c:pt>
                <c:pt idx="1032">
                  <c:v>40055</c:v>
                </c:pt>
                <c:pt idx="1033">
                  <c:v>40056</c:v>
                </c:pt>
                <c:pt idx="1034">
                  <c:v>40057</c:v>
                </c:pt>
                <c:pt idx="1035">
                  <c:v>40058</c:v>
                </c:pt>
                <c:pt idx="1036">
                  <c:v>40059</c:v>
                </c:pt>
                <c:pt idx="1037">
                  <c:v>40060</c:v>
                </c:pt>
                <c:pt idx="1038">
                  <c:v>40061</c:v>
                </c:pt>
                <c:pt idx="1039">
                  <c:v>40062</c:v>
                </c:pt>
                <c:pt idx="1040">
                  <c:v>40063</c:v>
                </c:pt>
                <c:pt idx="1041">
                  <c:v>40064</c:v>
                </c:pt>
                <c:pt idx="1042">
                  <c:v>40065</c:v>
                </c:pt>
                <c:pt idx="1043">
                  <c:v>40066</c:v>
                </c:pt>
                <c:pt idx="1044">
                  <c:v>40067</c:v>
                </c:pt>
                <c:pt idx="1045">
                  <c:v>40068</c:v>
                </c:pt>
                <c:pt idx="1046">
                  <c:v>40069</c:v>
                </c:pt>
                <c:pt idx="1047">
                  <c:v>40070</c:v>
                </c:pt>
                <c:pt idx="1048">
                  <c:v>40071</c:v>
                </c:pt>
                <c:pt idx="1049">
                  <c:v>40072</c:v>
                </c:pt>
                <c:pt idx="1050">
                  <c:v>40073</c:v>
                </c:pt>
                <c:pt idx="1051">
                  <c:v>40074</c:v>
                </c:pt>
                <c:pt idx="1052">
                  <c:v>40075</c:v>
                </c:pt>
                <c:pt idx="1053">
                  <c:v>40076</c:v>
                </c:pt>
                <c:pt idx="1054">
                  <c:v>40077</c:v>
                </c:pt>
                <c:pt idx="1055">
                  <c:v>40078</c:v>
                </c:pt>
                <c:pt idx="1056">
                  <c:v>40079</c:v>
                </c:pt>
                <c:pt idx="1057">
                  <c:v>40080</c:v>
                </c:pt>
                <c:pt idx="1058">
                  <c:v>40081</c:v>
                </c:pt>
                <c:pt idx="1059">
                  <c:v>40082</c:v>
                </c:pt>
                <c:pt idx="1060">
                  <c:v>40083</c:v>
                </c:pt>
                <c:pt idx="1061">
                  <c:v>40084</c:v>
                </c:pt>
                <c:pt idx="1062">
                  <c:v>40085</c:v>
                </c:pt>
                <c:pt idx="1063">
                  <c:v>40086</c:v>
                </c:pt>
                <c:pt idx="1064">
                  <c:v>40087</c:v>
                </c:pt>
                <c:pt idx="1065">
                  <c:v>40088</c:v>
                </c:pt>
                <c:pt idx="1066">
                  <c:v>40089</c:v>
                </c:pt>
                <c:pt idx="1067">
                  <c:v>40090</c:v>
                </c:pt>
                <c:pt idx="1068">
                  <c:v>40091</c:v>
                </c:pt>
                <c:pt idx="1069">
                  <c:v>40092</c:v>
                </c:pt>
                <c:pt idx="1070">
                  <c:v>40093</c:v>
                </c:pt>
                <c:pt idx="1071">
                  <c:v>40094</c:v>
                </c:pt>
                <c:pt idx="1072">
                  <c:v>40095</c:v>
                </c:pt>
                <c:pt idx="1073">
                  <c:v>40096</c:v>
                </c:pt>
                <c:pt idx="1074">
                  <c:v>40097</c:v>
                </c:pt>
                <c:pt idx="1075">
                  <c:v>40098</c:v>
                </c:pt>
                <c:pt idx="1076">
                  <c:v>40099</c:v>
                </c:pt>
                <c:pt idx="1077">
                  <c:v>40100</c:v>
                </c:pt>
                <c:pt idx="1078">
                  <c:v>40101</c:v>
                </c:pt>
                <c:pt idx="1079">
                  <c:v>40102</c:v>
                </c:pt>
                <c:pt idx="1080">
                  <c:v>40103</c:v>
                </c:pt>
                <c:pt idx="1081">
                  <c:v>40104</c:v>
                </c:pt>
                <c:pt idx="1082">
                  <c:v>40105</c:v>
                </c:pt>
                <c:pt idx="1083">
                  <c:v>40106</c:v>
                </c:pt>
                <c:pt idx="1084">
                  <c:v>40107</c:v>
                </c:pt>
                <c:pt idx="1085">
                  <c:v>40108</c:v>
                </c:pt>
                <c:pt idx="1086">
                  <c:v>40109</c:v>
                </c:pt>
                <c:pt idx="1087">
                  <c:v>40110</c:v>
                </c:pt>
                <c:pt idx="1088">
                  <c:v>40111</c:v>
                </c:pt>
                <c:pt idx="1089">
                  <c:v>40112</c:v>
                </c:pt>
                <c:pt idx="1090">
                  <c:v>40113</c:v>
                </c:pt>
                <c:pt idx="1091">
                  <c:v>40114</c:v>
                </c:pt>
                <c:pt idx="1092">
                  <c:v>40115</c:v>
                </c:pt>
                <c:pt idx="1093">
                  <c:v>40116</c:v>
                </c:pt>
                <c:pt idx="1094">
                  <c:v>40117</c:v>
                </c:pt>
                <c:pt idx="1095">
                  <c:v>40118</c:v>
                </c:pt>
                <c:pt idx="1096">
                  <c:v>40119</c:v>
                </c:pt>
                <c:pt idx="1097">
                  <c:v>40120</c:v>
                </c:pt>
                <c:pt idx="1098">
                  <c:v>40121</c:v>
                </c:pt>
                <c:pt idx="1099">
                  <c:v>40122</c:v>
                </c:pt>
                <c:pt idx="1100">
                  <c:v>40123</c:v>
                </c:pt>
                <c:pt idx="1101">
                  <c:v>40124</c:v>
                </c:pt>
                <c:pt idx="1102">
                  <c:v>40125</c:v>
                </c:pt>
                <c:pt idx="1103">
                  <c:v>40126</c:v>
                </c:pt>
                <c:pt idx="1104">
                  <c:v>40127</c:v>
                </c:pt>
                <c:pt idx="1105">
                  <c:v>40128</c:v>
                </c:pt>
                <c:pt idx="1106">
                  <c:v>40129</c:v>
                </c:pt>
                <c:pt idx="1107">
                  <c:v>40130</c:v>
                </c:pt>
                <c:pt idx="1108">
                  <c:v>40131</c:v>
                </c:pt>
                <c:pt idx="1109">
                  <c:v>40132</c:v>
                </c:pt>
                <c:pt idx="1110">
                  <c:v>40133</c:v>
                </c:pt>
                <c:pt idx="1111">
                  <c:v>40134</c:v>
                </c:pt>
                <c:pt idx="1112">
                  <c:v>40135</c:v>
                </c:pt>
                <c:pt idx="1113">
                  <c:v>40136</c:v>
                </c:pt>
                <c:pt idx="1114">
                  <c:v>40137</c:v>
                </c:pt>
                <c:pt idx="1115">
                  <c:v>40138</c:v>
                </c:pt>
                <c:pt idx="1116">
                  <c:v>40139</c:v>
                </c:pt>
                <c:pt idx="1117">
                  <c:v>40140</c:v>
                </c:pt>
                <c:pt idx="1118">
                  <c:v>40141</c:v>
                </c:pt>
                <c:pt idx="1119">
                  <c:v>40142</c:v>
                </c:pt>
                <c:pt idx="1120">
                  <c:v>40143</c:v>
                </c:pt>
                <c:pt idx="1121">
                  <c:v>40144</c:v>
                </c:pt>
                <c:pt idx="1122">
                  <c:v>40145</c:v>
                </c:pt>
                <c:pt idx="1123">
                  <c:v>40146</c:v>
                </c:pt>
                <c:pt idx="1124">
                  <c:v>40147</c:v>
                </c:pt>
                <c:pt idx="1125">
                  <c:v>40148</c:v>
                </c:pt>
                <c:pt idx="1126">
                  <c:v>40149</c:v>
                </c:pt>
                <c:pt idx="1127">
                  <c:v>40150</c:v>
                </c:pt>
                <c:pt idx="1128">
                  <c:v>40151</c:v>
                </c:pt>
                <c:pt idx="1129">
                  <c:v>40152</c:v>
                </c:pt>
                <c:pt idx="1130">
                  <c:v>40153</c:v>
                </c:pt>
                <c:pt idx="1131">
                  <c:v>40154</c:v>
                </c:pt>
                <c:pt idx="1132">
                  <c:v>40155</c:v>
                </c:pt>
                <c:pt idx="1133">
                  <c:v>40156</c:v>
                </c:pt>
                <c:pt idx="1134">
                  <c:v>40157</c:v>
                </c:pt>
                <c:pt idx="1135">
                  <c:v>40158</c:v>
                </c:pt>
                <c:pt idx="1136">
                  <c:v>40159</c:v>
                </c:pt>
                <c:pt idx="1137">
                  <c:v>40160</c:v>
                </c:pt>
                <c:pt idx="1138">
                  <c:v>40161</c:v>
                </c:pt>
                <c:pt idx="1139">
                  <c:v>40162</c:v>
                </c:pt>
                <c:pt idx="1140">
                  <c:v>40163</c:v>
                </c:pt>
                <c:pt idx="1141">
                  <c:v>40164</c:v>
                </c:pt>
                <c:pt idx="1142">
                  <c:v>40165</c:v>
                </c:pt>
                <c:pt idx="1143">
                  <c:v>40166</c:v>
                </c:pt>
                <c:pt idx="1144">
                  <c:v>40167</c:v>
                </c:pt>
                <c:pt idx="1145">
                  <c:v>40168</c:v>
                </c:pt>
                <c:pt idx="1146">
                  <c:v>40169</c:v>
                </c:pt>
                <c:pt idx="1147">
                  <c:v>40170</c:v>
                </c:pt>
                <c:pt idx="1148">
                  <c:v>40171</c:v>
                </c:pt>
                <c:pt idx="1149">
                  <c:v>40172</c:v>
                </c:pt>
                <c:pt idx="1150">
                  <c:v>40173</c:v>
                </c:pt>
                <c:pt idx="1151">
                  <c:v>40174</c:v>
                </c:pt>
                <c:pt idx="1152">
                  <c:v>40175</c:v>
                </c:pt>
                <c:pt idx="1153">
                  <c:v>40176</c:v>
                </c:pt>
                <c:pt idx="1154">
                  <c:v>40177</c:v>
                </c:pt>
                <c:pt idx="1155">
                  <c:v>40178</c:v>
                </c:pt>
                <c:pt idx="1156">
                  <c:v>40179</c:v>
                </c:pt>
                <c:pt idx="1157">
                  <c:v>40180</c:v>
                </c:pt>
                <c:pt idx="1158">
                  <c:v>40181</c:v>
                </c:pt>
                <c:pt idx="1159">
                  <c:v>40182</c:v>
                </c:pt>
                <c:pt idx="1160">
                  <c:v>40183</c:v>
                </c:pt>
                <c:pt idx="1161">
                  <c:v>40184</c:v>
                </c:pt>
                <c:pt idx="1162">
                  <c:v>40185</c:v>
                </c:pt>
                <c:pt idx="1163">
                  <c:v>40186</c:v>
                </c:pt>
                <c:pt idx="1164">
                  <c:v>40187</c:v>
                </c:pt>
                <c:pt idx="1165">
                  <c:v>40188</c:v>
                </c:pt>
                <c:pt idx="1166">
                  <c:v>40189</c:v>
                </c:pt>
                <c:pt idx="1167">
                  <c:v>40190</c:v>
                </c:pt>
                <c:pt idx="1168">
                  <c:v>40191</c:v>
                </c:pt>
                <c:pt idx="1169">
                  <c:v>40192</c:v>
                </c:pt>
                <c:pt idx="1170">
                  <c:v>40193</c:v>
                </c:pt>
                <c:pt idx="1171">
                  <c:v>40194</c:v>
                </c:pt>
                <c:pt idx="1172">
                  <c:v>40195</c:v>
                </c:pt>
                <c:pt idx="1173">
                  <c:v>40196</c:v>
                </c:pt>
                <c:pt idx="1174">
                  <c:v>40197</c:v>
                </c:pt>
                <c:pt idx="1175">
                  <c:v>40198</c:v>
                </c:pt>
                <c:pt idx="1176">
                  <c:v>40199</c:v>
                </c:pt>
                <c:pt idx="1177">
                  <c:v>40200</c:v>
                </c:pt>
                <c:pt idx="1178">
                  <c:v>40201</c:v>
                </c:pt>
                <c:pt idx="1179">
                  <c:v>40202</c:v>
                </c:pt>
                <c:pt idx="1180">
                  <c:v>40203</c:v>
                </c:pt>
                <c:pt idx="1181">
                  <c:v>40204</c:v>
                </c:pt>
                <c:pt idx="1182">
                  <c:v>40205</c:v>
                </c:pt>
                <c:pt idx="1183">
                  <c:v>40206</c:v>
                </c:pt>
                <c:pt idx="1184">
                  <c:v>40207</c:v>
                </c:pt>
                <c:pt idx="1185">
                  <c:v>40208</c:v>
                </c:pt>
                <c:pt idx="1186">
                  <c:v>40209</c:v>
                </c:pt>
                <c:pt idx="1187">
                  <c:v>40210</c:v>
                </c:pt>
                <c:pt idx="1188">
                  <c:v>40211</c:v>
                </c:pt>
                <c:pt idx="1189">
                  <c:v>40212</c:v>
                </c:pt>
                <c:pt idx="1190">
                  <c:v>40213</c:v>
                </c:pt>
                <c:pt idx="1191">
                  <c:v>40214</c:v>
                </c:pt>
                <c:pt idx="1192">
                  <c:v>40215</c:v>
                </c:pt>
                <c:pt idx="1193">
                  <c:v>40216</c:v>
                </c:pt>
                <c:pt idx="1194">
                  <c:v>40217</c:v>
                </c:pt>
                <c:pt idx="1195">
                  <c:v>40218</c:v>
                </c:pt>
                <c:pt idx="1196">
                  <c:v>40219</c:v>
                </c:pt>
                <c:pt idx="1197">
                  <c:v>40220</c:v>
                </c:pt>
                <c:pt idx="1198">
                  <c:v>40221</c:v>
                </c:pt>
                <c:pt idx="1199">
                  <c:v>40222</c:v>
                </c:pt>
                <c:pt idx="1200">
                  <c:v>40223</c:v>
                </c:pt>
                <c:pt idx="1201">
                  <c:v>40224</c:v>
                </c:pt>
                <c:pt idx="1202">
                  <c:v>40225</c:v>
                </c:pt>
                <c:pt idx="1203">
                  <c:v>40226</c:v>
                </c:pt>
                <c:pt idx="1204">
                  <c:v>40227</c:v>
                </c:pt>
                <c:pt idx="1205">
                  <c:v>40228</c:v>
                </c:pt>
                <c:pt idx="1206">
                  <c:v>40229</c:v>
                </c:pt>
                <c:pt idx="1207">
                  <c:v>40230</c:v>
                </c:pt>
                <c:pt idx="1208">
                  <c:v>40231</c:v>
                </c:pt>
                <c:pt idx="1209">
                  <c:v>40232</c:v>
                </c:pt>
                <c:pt idx="1210">
                  <c:v>40233</c:v>
                </c:pt>
                <c:pt idx="1211">
                  <c:v>40234</c:v>
                </c:pt>
                <c:pt idx="1212">
                  <c:v>40235</c:v>
                </c:pt>
                <c:pt idx="1213">
                  <c:v>40236</c:v>
                </c:pt>
                <c:pt idx="1214">
                  <c:v>40237</c:v>
                </c:pt>
                <c:pt idx="1215">
                  <c:v>40238</c:v>
                </c:pt>
                <c:pt idx="1216">
                  <c:v>40239</c:v>
                </c:pt>
                <c:pt idx="1217">
                  <c:v>40240</c:v>
                </c:pt>
                <c:pt idx="1218">
                  <c:v>40241</c:v>
                </c:pt>
                <c:pt idx="1219">
                  <c:v>40242</c:v>
                </c:pt>
                <c:pt idx="1220">
                  <c:v>40243</c:v>
                </c:pt>
                <c:pt idx="1221">
                  <c:v>40244</c:v>
                </c:pt>
                <c:pt idx="1222">
                  <c:v>40245</c:v>
                </c:pt>
                <c:pt idx="1223">
                  <c:v>40246</c:v>
                </c:pt>
                <c:pt idx="1224">
                  <c:v>40247</c:v>
                </c:pt>
                <c:pt idx="1225">
                  <c:v>40248</c:v>
                </c:pt>
                <c:pt idx="1226">
                  <c:v>40249</c:v>
                </c:pt>
                <c:pt idx="1227">
                  <c:v>40250</c:v>
                </c:pt>
                <c:pt idx="1228">
                  <c:v>40251</c:v>
                </c:pt>
                <c:pt idx="1229">
                  <c:v>40252</c:v>
                </c:pt>
                <c:pt idx="1230">
                  <c:v>40253</c:v>
                </c:pt>
                <c:pt idx="1231">
                  <c:v>40254</c:v>
                </c:pt>
                <c:pt idx="1232">
                  <c:v>40255</c:v>
                </c:pt>
                <c:pt idx="1233">
                  <c:v>40256</c:v>
                </c:pt>
                <c:pt idx="1234">
                  <c:v>40257</c:v>
                </c:pt>
                <c:pt idx="1235">
                  <c:v>40258</c:v>
                </c:pt>
                <c:pt idx="1236">
                  <c:v>40259</c:v>
                </c:pt>
                <c:pt idx="1237">
                  <c:v>40260</c:v>
                </c:pt>
                <c:pt idx="1238">
                  <c:v>40261</c:v>
                </c:pt>
                <c:pt idx="1239">
                  <c:v>40262</c:v>
                </c:pt>
                <c:pt idx="1240">
                  <c:v>40263</c:v>
                </c:pt>
                <c:pt idx="1241">
                  <c:v>40264</c:v>
                </c:pt>
                <c:pt idx="1242">
                  <c:v>40265</c:v>
                </c:pt>
                <c:pt idx="1243">
                  <c:v>40266</c:v>
                </c:pt>
                <c:pt idx="1244">
                  <c:v>40267</c:v>
                </c:pt>
                <c:pt idx="1245">
                  <c:v>40268</c:v>
                </c:pt>
                <c:pt idx="1246">
                  <c:v>40269</c:v>
                </c:pt>
                <c:pt idx="1247">
                  <c:v>40270</c:v>
                </c:pt>
                <c:pt idx="1248">
                  <c:v>40271</c:v>
                </c:pt>
                <c:pt idx="1249">
                  <c:v>40272</c:v>
                </c:pt>
                <c:pt idx="1250">
                  <c:v>40273</c:v>
                </c:pt>
                <c:pt idx="1251">
                  <c:v>40274</c:v>
                </c:pt>
                <c:pt idx="1252">
                  <c:v>40275</c:v>
                </c:pt>
                <c:pt idx="1253">
                  <c:v>40276</c:v>
                </c:pt>
                <c:pt idx="1254">
                  <c:v>40277</c:v>
                </c:pt>
                <c:pt idx="1255">
                  <c:v>40278</c:v>
                </c:pt>
                <c:pt idx="1256">
                  <c:v>40279</c:v>
                </c:pt>
                <c:pt idx="1257">
                  <c:v>40280</c:v>
                </c:pt>
                <c:pt idx="1258">
                  <c:v>40281</c:v>
                </c:pt>
                <c:pt idx="1259">
                  <c:v>40282</c:v>
                </c:pt>
                <c:pt idx="1260">
                  <c:v>40283</c:v>
                </c:pt>
                <c:pt idx="1261">
                  <c:v>40284</c:v>
                </c:pt>
                <c:pt idx="1262">
                  <c:v>40285</c:v>
                </c:pt>
                <c:pt idx="1263">
                  <c:v>40286</c:v>
                </c:pt>
                <c:pt idx="1264">
                  <c:v>40287</c:v>
                </c:pt>
                <c:pt idx="1265">
                  <c:v>40288</c:v>
                </c:pt>
                <c:pt idx="1266">
                  <c:v>40289</c:v>
                </c:pt>
                <c:pt idx="1267">
                  <c:v>40290</c:v>
                </c:pt>
                <c:pt idx="1268">
                  <c:v>40291</c:v>
                </c:pt>
                <c:pt idx="1269">
                  <c:v>40292</c:v>
                </c:pt>
                <c:pt idx="1270">
                  <c:v>40293</c:v>
                </c:pt>
                <c:pt idx="1271">
                  <c:v>40294</c:v>
                </c:pt>
                <c:pt idx="1272">
                  <c:v>40295</c:v>
                </c:pt>
                <c:pt idx="1273">
                  <c:v>40296</c:v>
                </c:pt>
                <c:pt idx="1274">
                  <c:v>40297</c:v>
                </c:pt>
                <c:pt idx="1275">
                  <c:v>40298</c:v>
                </c:pt>
                <c:pt idx="1276">
                  <c:v>40299</c:v>
                </c:pt>
                <c:pt idx="1277">
                  <c:v>40300</c:v>
                </c:pt>
                <c:pt idx="1278">
                  <c:v>40301</c:v>
                </c:pt>
                <c:pt idx="1279">
                  <c:v>40302</c:v>
                </c:pt>
                <c:pt idx="1280">
                  <c:v>40303</c:v>
                </c:pt>
                <c:pt idx="1281">
                  <c:v>40304</c:v>
                </c:pt>
                <c:pt idx="1282">
                  <c:v>40305</c:v>
                </c:pt>
                <c:pt idx="1283">
                  <c:v>40306</c:v>
                </c:pt>
                <c:pt idx="1284">
                  <c:v>40307</c:v>
                </c:pt>
                <c:pt idx="1285">
                  <c:v>40308</c:v>
                </c:pt>
                <c:pt idx="1286">
                  <c:v>40309</c:v>
                </c:pt>
                <c:pt idx="1287">
                  <c:v>40310</c:v>
                </c:pt>
                <c:pt idx="1288">
                  <c:v>40311</c:v>
                </c:pt>
                <c:pt idx="1289">
                  <c:v>40312</c:v>
                </c:pt>
                <c:pt idx="1290">
                  <c:v>40313</c:v>
                </c:pt>
                <c:pt idx="1291">
                  <c:v>40314</c:v>
                </c:pt>
                <c:pt idx="1292">
                  <c:v>40315</c:v>
                </c:pt>
                <c:pt idx="1293">
                  <c:v>40316</c:v>
                </c:pt>
                <c:pt idx="1294">
                  <c:v>40317</c:v>
                </c:pt>
                <c:pt idx="1295">
                  <c:v>40318</c:v>
                </c:pt>
                <c:pt idx="1296">
                  <c:v>40319</c:v>
                </c:pt>
                <c:pt idx="1297">
                  <c:v>40320</c:v>
                </c:pt>
                <c:pt idx="1298">
                  <c:v>40321</c:v>
                </c:pt>
                <c:pt idx="1299">
                  <c:v>40322</c:v>
                </c:pt>
                <c:pt idx="1300">
                  <c:v>40323</c:v>
                </c:pt>
                <c:pt idx="1301">
                  <c:v>40324</c:v>
                </c:pt>
                <c:pt idx="1302">
                  <c:v>40325</c:v>
                </c:pt>
                <c:pt idx="1303">
                  <c:v>40326</c:v>
                </c:pt>
                <c:pt idx="1304">
                  <c:v>40327</c:v>
                </c:pt>
                <c:pt idx="1305">
                  <c:v>40328</c:v>
                </c:pt>
                <c:pt idx="1306">
                  <c:v>40329</c:v>
                </c:pt>
                <c:pt idx="1307">
                  <c:v>40330</c:v>
                </c:pt>
                <c:pt idx="1308">
                  <c:v>40331</c:v>
                </c:pt>
                <c:pt idx="1309">
                  <c:v>40332</c:v>
                </c:pt>
                <c:pt idx="1310">
                  <c:v>40333</c:v>
                </c:pt>
                <c:pt idx="1311">
                  <c:v>40334</c:v>
                </c:pt>
                <c:pt idx="1312">
                  <c:v>40335</c:v>
                </c:pt>
                <c:pt idx="1313">
                  <c:v>40336</c:v>
                </c:pt>
                <c:pt idx="1314">
                  <c:v>40337</c:v>
                </c:pt>
                <c:pt idx="1315">
                  <c:v>40338</c:v>
                </c:pt>
                <c:pt idx="1316">
                  <c:v>40339</c:v>
                </c:pt>
                <c:pt idx="1317">
                  <c:v>40340</c:v>
                </c:pt>
                <c:pt idx="1318">
                  <c:v>40341</c:v>
                </c:pt>
                <c:pt idx="1319">
                  <c:v>40342</c:v>
                </c:pt>
                <c:pt idx="1320">
                  <c:v>40343</c:v>
                </c:pt>
                <c:pt idx="1321">
                  <c:v>40344</c:v>
                </c:pt>
                <c:pt idx="1322">
                  <c:v>40345</c:v>
                </c:pt>
                <c:pt idx="1323">
                  <c:v>40346</c:v>
                </c:pt>
                <c:pt idx="1324">
                  <c:v>40347</c:v>
                </c:pt>
                <c:pt idx="1325">
                  <c:v>40348</c:v>
                </c:pt>
                <c:pt idx="1326">
                  <c:v>40349</c:v>
                </c:pt>
                <c:pt idx="1327">
                  <c:v>40350</c:v>
                </c:pt>
                <c:pt idx="1328">
                  <c:v>40351</c:v>
                </c:pt>
                <c:pt idx="1329">
                  <c:v>40352</c:v>
                </c:pt>
                <c:pt idx="1330">
                  <c:v>40353</c:v>
                </c:pt>
                <c:pt idx="1331">
                  <c:v>40354</c:v>
                </c:pt>
                <c:pt idx="1332">
                  <c:v>40355</c:v>
                </c:pt>
                <c:pt idx="1333">
                  <c:v>40356</c:v>
                </c:pt>
                <c:pt idx="1334">
                  <c:v>40357</c:v>
                </c:pt>
                <c:pt idx="1335">
                  <c:v>40358</c:v>
                </c:pt>
                <c:pt idx="1336">
                  <c:v>40359</c:v>
                </c:pt>
                <c:pt idx="1337">
                  <c:v>40360</c:v>
                </c:pt>
                <c:pt idx="1338">
                  <c:v>40361</c:v>
                </c:pt>
                <c:pt idx="1339">
                  <c:v>40362</c:v>
                </c:pt>
                <c:pt idx="1340">
                  <c:v>40363</c:v>
                </c:pt>
                <c:pt idx="1341">
                  <c:v>40364</c:v>
                </c:pt>
                <c:pt idx="1342">
                  <c:v>40365</c:v>
                </c:pt>
                <c:pt idx="1343">
                  <c:v>40366</c:v>
                </c:pt>
                <c:pt idx="1344">
                  <c:v>40367</c:v>
                </c:pt>
                <c:pt idx="1345">
                  <c:v>40368</c:v>
                </c:pt>
                <c:pt idx="1346">
                  <c:v>40369</c:v>
                </c:pt>
                <c:pt idx="1347">
                  <c:v>40370</c:v>
                </c:pt>
                <c:pt idx="1348">
                  <c:v>40371</c:v>
                </c:pt>
                <c:pt idx="1349">
                  <c:v>40372</c:v>
                </c:pt>
                <c:pt idx="1350">
                  <c:v>40373</c:v>
                </c:pt>
                <c:pt idx="1351">
                  <c:v>40374</c:v>
                </c:pt>
                <c:pt idx="1352">
                  <c:v>40375</c:v>
                </c:pt>
                <c:pt idx="1353">
                  <c:v>40376</c:v>
                </c:pt>
                <c:pt idx="1354">
                  <c:v>40377</c:v>
                </c:pt>
                <c:pt idx="1355">
                  <c:v>40378</c:v>
                </c:pt>
                <c:pt idx="1356">
                  <c:v>40379</c:v>
                </c:pt>
                <c:pt idx="1357">
                  <c:v>40380</c:v>
                </c:pt>
                <c:pt idx="1358">
                  <c:v>40381</c:v>
                </c:pt>
                <c:pt idx="1359">
                  <c:v>40382</c:v>
                </c:pt>
                <c:pt idx="1360">
                  <c:v>40383</c:v>
                </c:pt>
                <c:pt idx="1361">
                  <c:v>40384</c:v>
                </c:pt>
                <c:pt idx="1362">
                  <c:v>40385</c:v>
                </c:pt>
                <c:pt idx="1363">
                  <c:v>40386</c:v>
                </c:pt>
                <c:pt idx="1364">
                  <c:v>40387</c:v>
                </c:pt>
                <c:pt idx="1365">
                  <c:v>40388</c:v>
                </c:pt>
                <c:pt idx="1366">
                  <c:v>40389</c:v>
                </c:pt>
                <c:pt idx="1367">
                  <c:v>40390</c:v>
                </c:pt>
                <c:pt idx="1368">
                  <c:v>40391</c:v>
                </c:pt>
                <c:pt idx="1369">
                  <c:v>40392</c:v>
                </c:pt>
                <c:pt idx="1370">
                  <c:v>40393</c:v>
                </c:pt>
                <c:pt idx="1371">
                  <c:v>40394</c:v>
                </c:pt>
                <c:pt idx="1372">
                  <c:v>40395</c:v>
                </c:pt>
                <c:pt idx="1373">
                  <c:v>40396</c:v>
                </c:pt>
                <c:pt idx="1374">
                  <c:v>40397</c:v>
                </c:pt>
                <c:pt idx="1375">
                  <c:v>40398</c:v>
                </c:pt>
                <c:pt idx="1376">
                  <c:v>40399</c:v>
                </c:pt>
                <c:pt idx="1377">
                  <c:v>40400</c:v>
                </c:pt>
                <c:pt idx="1378">
                  <c:v>40401</c:v>
                </c:pt>
                <c:pt idx="1379">
                  <c:v>40402</c:v>
                </c:pt>
                <c:pt idx="1380">
                  <c:v>40403</c:v>
                </c:pt>
                <c:pt idx="1381">
                  <c:v>40404</c:v>
                </c:pt>
                <c:pt idx="1382">
                  <c:v>40405</c:v>
                </c:pt>
                <c:pt idx="1383">
                  <c:v>40406</c:v>
                </c:pt>
                <c:pt idx="1384">
                  <c:v>40407</c:v>
                </c:pt>
                <c:pt idx="1385">
                  <c:v>40408</c:v>
                </c:pt>
                <c:pt idx="1386">
                  <c:v>40409</c:v>
                </c:pt>
                <c:pt idx="1387">
                  <c:v>40410</c:v>
                </c:pt>
                <c:pt idx="1388">
                  <c:v>40411</c:v>
                </c:pt>
                <c:pt idx="1389">
                  <c:v>40412</c:v>
                </c:pt>
                <c:pt idx="1390">
                  <c:v>40413</c:v>
                </c:pt>
                <c:pt idx="1391">
                  <c:v>40414</c:v>
                </c:pt>
                <c:pt idx="1392">
                  <c:v>40415</c:v>
                </c:pt>
                <c:pt idx="1393">
                  <c:v>40416</c:v>
                </c:pt>
                <c:pt idx="1394">
                  <c:v>40417</c:v>
                </c:pt>
                <c:pt idx="1395">
                  <c:v>40418</c:v>
                </c:pt>
                <c:pt idx="1396">
                  <c:v>40419</c:v>
                </c:pt>
                <c:pt idx="1397">
                  <c:v>40420</c:v>
                </c:pt>
                <c:pt idx="1398">
                  <c:v>40421</c:v>
                </c:pt>
                <c:pt idx="1399">
                  <c:v>40422</c:v>
                </c:pt>
                <c:pt idx="1400">
                  <c:v>40423</c:v>
                </c:pt>
                <c:pt idx="1401">
                  <c:v>40424</c:v>
                </c:pt>
                <c:pt idx="1402">
                  <c:v>40425</c:v>
                </c:pt>
                <c:pt idx="1403">
                  <c:v>40426</c:v>
                </c:pt>
                <c:pt idx="1404">
                  <c:v>40427</c:v>
                </c:pt>
                <c:pt idx="1405">
                  <c:v>40428</c:v>
                </c:pt>
                <c:pt idx="1406">
                  <c:v>40429</c:v>
                </c:pt>
                <c:pt idx="1407">
                  <c:v>40430</c:v>
                </c:pt>
                <c:pt idx="1408">
                  <c:v>40431</c:v>
                </c:pt>
                <c:pt idx="1409">
                  <c:v>40432</c:v>
                </c:pt>
                <c:pt idx="1410">
                  <c:v>40433</c:v>
                </c:pt>
                <c:pt idx="1411">
                  <c:v>40434</c:v>
                </c:pt>
                <c:pt idx="1412">
                  <c:v>40435</c:v>
                </c:pt>
                <c:pt idx="1413">
                  <c:v>40436</c:v>
                </c:pt>
                <c:pt idx="1414">
                  <c:v>40437</c:v>
                </c:pt>
                <c:pt idx="1415">
                  <c:v>40438</c:v>
                </c:pt>
                <c:pt idx="1416">
                  <c:v>40439</c:v>
                </c:pt>
                <c:pt idx="1417">
                  <c:v>40440</c:v>
                </c:pt>
                <c:pt idx="1418">
                  <c:v>40441</c:v>
                </c:pt>
                <c:pt idx="1419">
                  <c:v>40442</c:v>
                </c:pt>
                <c:pt idx="1420">
                  <c:v>40443</c:v>
                </c:pt>
                <c:pt idx="1421">
                  <c:v>40444</c:v>
                </c:pt>
                <c:pt idx="1422">
                  <c:v>40445</c:v>
                </c:pt>
                <c:pt idx="1423">
                  <c:v>40446</c:v>
                </c:pt>
                <c:pt idx="1424">
                  <c:v>40447</c:v>
                </c:pt>
                <c:pt idx="1425">
                  <c:v>40448</c:v>
                </c:pt>
                <c:pt idx="1426">
                  <c:v>40449</c:v>
                </c:pt>
                <c:pt idx="1427">
                  <c:v>40450</c:v>
                </c:pt>
                <c:pt idx="1428">
                  <c:v>40451</c:v>
                </c:pt>
                <c:pt idx="1429">
                  <c:v>40452</c:v>
                </c:pt>
                <c:pt idx="1430">
                  <c:v>40453</c:v>
                </c:pt>
                <c:pt idx="1431">
                  <c:v>40454</c:v>
                </c:pt>
                <c:pt idx="1432">
                  <c:v>40455</c:v>
                </c:pt>
                <c:pt idx="1433">
                  <c:v>40456</c:v>
                </c:pt>
                <c:pt idx="1434">
                  <c:v>40457</c:v>
                </c:pt>
                <c:pt idx="1435">
                  <c:v>40458</c:v>
                </c:pt>
                <c:pt idx="1436">
                  <c:v>40459</c:v>
                </c:pt>
                <c:pt idx="1437">
                  <c:v>40460</c:v>
                </c:pt>
                <c:pt idx="1438">
                  <c:v>40461</c:v>
                </c:pt>
                <c:pt idx="1439">
                  <c:v>40462</c:v>
                </c:pt>
                <c:pt idx="1440">
                  <c:v>40463</c:v>
                </c:pt>
                <c:pt idx="1441">
                  <c:v>40464</c:v>
                </c:pt>
                <c:pt idx="1442">
                  <c:v>40465</c:v>
                </c:pt>
                <c:pt idx="1443">
                  <c:v>40466</c:v>
                </c:pt>
                <c:pt idx="1444">
                  <c:v>40467</c:v>
                </c:pt>
                <c:pt idx="1445">
                  <c:v>40468</c:v>
                </c:pt>
                <c:pt idx="1446">
                  <c:v>40469</c:v>
                </c:pt>
                <c:pt idx="1447">
                  <c:v>40470</c:v>
                </c:pt>
                <c:pt idx="1448">
                  <c:v>40471</c:v>
                </c:pt>
                <c:pt idx="1449">
                  <c:v>40472</c:v>
                </c:pt>
                <c:pt idx="1450">
                  <c:v>40473</c:v>
                </c:pt>
                <c:pt idx="1451">
                  <c:v>40474</c:v>
                </c:pt>
                <c:pt idx="1452">
                  <c:v>40475</c:v>
                </c:pt>
                <c:pt idx="1453">
                  <c:v>40476</c:v>
                </c:pt>
                <c:pt idx="1454">
                  <c:v>40477</c:v>
                </c:pt>
                <c:pt idx="1455">
                  <c:v>40478</c:v>
                </c:pt>
                <c:pt idx="1456">
                  <c:v>40479</c:v>
                </c:pt>
                <c:pt idx="1457">
                  <c:v>40480</c:v>
                </c:pt>
                <c:pt idx="1458">
                  <c:v>40481</c:v>
                </c:pt>
                <c:pt idx="1459">
                  <c:v>40482</c:v>
                </c:pt>
                <c:pt idx="1460">
                  <c:v>40483</c:v>
                </c:pt>
                <c:pt idx="1461">
                  <c:v>40484</c:v>
                </c:pt>
                <c:pt idx="1462">
                  <c:v>40485</c:v>
                </c:pt>
                <c:pt idx="1463">
                  <c:v>40486</c:v>
                </c:pt>
                <c:pt idx="1464">
                  <c:v>40487</c:v>
                </c:pt>
                <c:pt idx="1465">
                  <c:v>40488</c:v>
                </c:pt>
                <c:pt idx="1466">
                  <c:v>40489</c:v>
                </c:pt>
                <c:pt idx="1467">
                  <c:v>40490</c:v>
                </c:pt>
                <c:pt idx="1468">
                  <c:v>40491</c:v>
                </c:pt>
                <c:pt idx="1469">
                  <c:v>40492</c:v>
                </c:pt>
                <c:pt idx="1470">
                  <c:v>40493</c:v>
                </c:pt>
                <c:pt idx="1471">
                  <c:v>40494</c:v>
                </c:pt>
                <c:pt idx="1472">
                  <c:v>40495</c:v>
                </c:pt>
                <c:pt idx="1473">
                  <c:v>40496</c:v>
                </c:pt>
                <c:pt idx="1474">
                  <c:v>40497</c:v>
                </c:pt>
                <c:pt idx="1475">
                  <c:v>40498</c:v>
                </c:pt>
                <c:pt idx="1476">
                  <c:v>40499</c:v>
                </c:pt>
                <c:pt idx="1477">
                  <c:v>40500</c:v>
                </c:pt>
                <c:pt idx="1478">
                  <c:v>40501</c:v>
                </c:pt>
                <c:pt idx="1479">
                  <c:v>40502</c:v>
                </c:pt>
                <c:pt idx="1480">
                  <c:v>40503</c:v>
                </c:pt>
                <c:pt idx="1481">
                  <c:v>40504</c:v>
                </c:pt>
                <c:pt idx="1482">
                  <c:v>40505</c:v>
                </c:pt>
                <c:pt idx="1483">
                  <c:v>40506</c:v>
                </c:pt>
                <c:pt idx="1484">
                  <c:v>40507</c:v>
                </c:pt>
                <c:pt idx="1485">
                  <c:v>40508</c:v>
                </c:pt>
                <c:pt idx="1486">
                  <c:v>40509</c:v>
                </c:pt>
                <c:pt idx="1487">
                  <c:v>40510</c:v>
                </c:pt>
                <c:pt idx="1488">
                  <c:v>40511</c:v>
                </c:pt>
                <c:pt idx="1489">
                  <c:v>40512</c:v>
                </c:pt>
                <c:pt idx="1490">
                  <c:v>40513</c:v>
                </c:pt>
                <c:pt idx="1491">
                  <c:v>40514</c:v>
                </c:pt>
                <c:pt idx="1492">
                  <c:v>40515</c:v>
                </c:pt>
                <c:pt idx="1493">
                  <c:v>40516</c:v>
                </c:pt>
                <c:pt idx="1494">
                  <c:v>40517</c:v>
                </c:pt>
                <c:pt idx="1495">
                  <c:v>40518</c:v>
                </c:pt>
                <c:pt idx="1496">
                  <c:v>40519</c:v>
                </c:pt>
                <c:pt idx="1497">
                  <c:v>40520</c:v>
                </c:pt>
                <c:pt idx="1498">
                  <c:v>40521</c:v>
                </c:pt>
                <c:pt idx="1499">
                  <c:v>40522</c:v>
                </c:pt>
                <c:pt idx="1500">
                  <c:v>40523</c:v>
                </c:pt>
                <c:pt idx="1501">
                  <c:v>40524</c:v>
                </c:pt>
                <c:pt idx="1502">
                  <c:v>40525</c:v>
                </c:pt>
                <c:pt idx="1503">
                  <c:v>40526</c:v>
                </c:pt>
                <c:pt idx="1504">
                  <c:v>40527</c:v>
                </c:pt>
                <c:pt idx="1505">
                  <c:v>40528</c:v>
                </c:pt>
                <c:pt idx="1506">
                  <c:v>40529</c:v>
                </c:pt>
                <c:pt idx="1507">
                  <c:v>40530</c:v>
                </c:pt>
                <c:pt idx="1508">
                  <c:v>40531</c:v>
                </c:pt>
                <c:pt idx="1509">
                  <c:v>40532</c:v>
                </c:pt>
                <c:pt idx="1510">
                  <c:v>40533</c:v>
                </c:pt>
                <c:pt idx="1511">
                  <c:v>40534</c:v>
                </c:pt>
                <c:pt idx="1512">
                  <c:v>40535</c:v>
                </c:pt>
                <c:pt idx="1513">
                  <c:v>40536</c:v>
                </c:pt>
                <c:pt idx="1514">
                  <c:v>40537</c:v>
                </c:pt>
                <c:pt idx="1515">
                  <c:v>40538</c:v>
                </c:pt>
                <c:pt idx="1516">
                  <c:v>40539</c:v>
                </c:pt>
                <c:pt idx="1517">
                  <c:v>40540</c:v>
                </c:pt>
                <c:pt idx="1518">
                  <c:v>40541</c:v>
                </c:pt>
                <c:pt idx="1519">
                  <c:v>40542</c:v>
                </c:pt>
                <c:pt idx="1520">
                  <c:v>40543</c:v>
                </c:pt>
                <c:pt idx="1521">
                  <c:v>40544</c:v>
                </c:pt>
                <c:pt idx="1522">
                  <c:v>40545</c:v>
                </c:pt>
                <c:pt idx="1523">
                  <c:v>40546</c:v>
                </c:pt>
                <c:pt idx="1524">
                  <c:v>40547</c:v>
                </c:pt>
                <c:pt idx="1525">
                  <c:v>40548</c:v>
                </c:pt>
                <c:pt idx="1526">
                  <c:v>40549</c:v>
                </c:pt>
                <c:pt idx="1527">
                  <c:v>40550</c:v>
                </c:pt>
                <c:pt idx="1528">
                  <c:v>40551</c:v>
                </c:pt>
                <c:pt idx="1529">
                  <c:v>40552</c:v>
                </c:pt>
                <c:pt idx="1530">
                  <c:v>40553</c:v>
                </c:pt>
                <c:pt idx="1531">
                  <c:v>40554</c:v>
                </c:pt>
                <c:pt idx="1532">
                  <c:v>40555</c:v>
                </c:pt>
                <c:pt idx="1533">
                  <c:v>40556</c:v>
                </c:pt>
                <c:pt idx="1534">
                  <c:v>40557</c:v>
                </c:pt>
                <c:pt idx="1535">
                  <c:v>40558</c:v>
                </c:pt>
                <c:pt idx="1536">
                  <c:v>40559</c:v>
                </c:pt>
                <c:pt idx="1537">
                  <c:v>40560</c:v>
                </c:pt>
                <c:pt idx="1538">
                  <c:v>40561</c:v>
                </c:pt>
                <c:pt idx="1539">
                  <c:v>40562</c:v>
                </c:pt>
                <c:pt idx="1540">
                  <c:v>40563</c:v>
                </c:pt>
                <c:pt idx="1541">
                  <c:v>40564</c:v>
                </c:pt>
                <c:pt idx="1542">
                  <c:v>40565</c:v>
                </c:pt>
                <c:pt idx="1543">
                  <c:v>40566</c:v>
                </c:pt>
                <c:pt idx="1544">
                  <c:v>40567</c:v>
                </c:pt>
                <c:pt idx="1545">
                  <c:v>40568</c:v>
                </c:pt>
                <c:pt idx="1546">
                  <c:v>40569</c:v>
                </c:pt>
                <c:pt idx="1547">
                  <c:v>40570</c:v>
                </c:pt>
                <c:pt idx="1548">
                  <c:v>40571</c:v>
                </c:pt>
                <c:pt idx="1549">
                  <c:v>40572</c:v>
                </c:pt>
                <c:pt idx="1550">
                  <c:v>40573</c:v>
                </c:pt>
                <c:pt idx="1551">
                  <c:v>40574</c:v>
                </c:pt>
                <c:pt idx="1552">
                  <c:v>40575</c:v>
                </c:pt>
                <c:pt idx="1553">
                  <c:v>40576</c:v>
                </c:pt>
                <c:pt idx="1554">
                  <c:v>40577</c:v>
                </c:pt>
                <c:pt idx="1555">
                  <c:v>40578</c:v>
                </c:pt>
                <c:pt idx="1556">
                  <c:v>40579</c:v>
                </c:pt>
                <c:pt idx="1557">
                  <c:v>40580</c:v>
                </c:pt>
                <c:pt idx="1558">
                  <c:v>40581</c:v>
                </c:pt>
                <c:pt idx="1559">
                  <c:v>40582</c:v>
                </c:pt>
                <c:pt idx="1560">
                  <c:v>40583</c:v>
                </c:pt>
                <c:pt idx="1561">
                  <c:v>40584</c:v>
                </c:pt>
                <c:pt idx="1562">
                  <c:v>40585</c:v>
                </c:pt>
                <c:pt idx="1563">
                  <c:v>40586</c:v>
                </c:pt>
                <c:pt idx="1564">
                  <c:v>40587</c:v>
                </c:pt>
                <c:pt idx="1565">
                  <c:v>40588</c:v>
                </c:pt>
                <c:pt idx="1566">
                  <c:v>40589</c:v>
                </c:pt>
                <c:pt idx="1567">
                  <c:v>40590</c:v>
                </c:pt>
                <c:pt idx="1568">
                  <c:v>40591</c:v>
                </c:pt>
                <c:pt idx="1569">
                  <c:v>40592</c:v>
                </c:pt>
                <c:pt idx="1570">
                  <c:v>40593</c:v>
                </c:pt>
                <c:pt idx="1571">
                  <c:v>40594</c:v>
                </c:pt>
                <c:pt idx="1572">
                  <c:v>40595</c:v>
                </c:pt>
                <c:pt idx="1573">
                  <c:v>40596</c:v>
                </c:pt>
                <c:pt idx="1574">
                  <c:v>40597</c:v>
                </c:pt>
                <c:pt idx="1575">
                  <c:v>40598</c:v>
                </c:pt>
                <c:pt idx="1576">
                  <c:v>40599</c:v>
                </c:pt>
                <c:pt idx="1577">
                  <c:v>40600</c:v>
                </c:pt>
                <c:pt idx="1578">
                  <c:v>40601</c:v>
                </c:pt>
                <c:pt idx="1579">
                  <c:v>40602</c:v>
                </c:pt>
                <c:pt idx="1580">
                  <c:v>40603</c:v>
                </c:pt>
                <c:pt idx="1581">
                  <c:v>40604</c:v>
                </c:pt>
                <c:pt idx="1582">
                  <c:v>40605</c:v>
                </c:pt>
                <c:pt idx="1583">
                  <c:v>40606</c:v>
                </c:pt>
                <c:pt idx="1584">
                  <c:v>40607</c:v>
                </c:pt>
                <c:pt idx="1585">
                  <c:v>40608</c:v>
                </c:pt>
                <c:pt idx="1586">
                  <c:v>40609</c:v>
                </c:pt>
                <c:pt idx="1587">
                  <c:v>40610</c:v>
                </c:pt>
                <c:pt idx="1588">
                  <c:v>40611</c:v>
                </c:pt>
                <c:pt idx="1589">
                  <c:v>40612</c:v>
                </c:pt>
                <c:pt idx="1590">
                  <c:v>40613</c:v>
                </c:pt>
                <c:pt idx="1591">
                  <c:v>40614</c:v>
                </c:pt>
                <c:pt idx="1592">
                  <c:v>40615</c:v>
                </c:pt>
                <c:pt idx="1593">
                  <c:v>40616</c:v>
                </c:pt>
                <c:pt idx="1594">
                  <c:v>40617</c:v>
                </c:pt>
                <c:pt idx="1595">
                  <c:v>40618</c:v>
                </c:pt>
                <c:pt idx="1596">
                  <c:v>40619</c:v>
                </c:pt>
                <c:pt idx="1597">
                  <c:v>40620</c:v>
                </c:pt>
                <c:pt idx="1598">
                  <c:v>40621</c:v>
                </c:pt>
                <c:pt idx="1599">
                  <c:v>40622</c:v>
                </c:pt>
                <c:pt idx="1600">
                  <c:v>40623</c:v>
                </c:pt>
                <c:pt idx="1601">
                  <c:v>40624</c:v>
                </c:pt>
                <c:pt idx="1602">
                  <c:v>40625</c:v>
                </c:pt>
                <c:pt idx="1603">
                  <c:v>40626</c:v>
                </c:pt>
                <c:pt idx="1604">
                  <c:v>40627</c:v>
                </c:pt>
                <c:pt idx="1605">
                  <c:v>40628</c:v>
                </c:pt>
                <c:pt idx="1606">
                  <c:v>40629</c:v>
                </c:pt>
                <c:pt idx="1607">
                  <c:v>40630</c:v>
                </c:pt>
                <c:pt idx="1608">
                  <c:v>40631</c:v>
                </c:pt>
                <c:pt idx="1609">
                  <c:v>40632</c:v>
                </c:pt>
                <c:pt idx="1610">
                  <c:v>40633</c:v>
                </c:pt>
                <c:pt idx="1611">
                  <c:v>40634</c:v>
                </c:pt>
                <c:pt idx="1612">
                  <c:v>40635</c:v>
                </c:pt>
                <c:pt idx="1613">
                  <c:v>40636</c:v>
                </c:pt>
                <c:pt idx="1614">
                  <c:v>40637</c:v>
                </c:pt>
                <c:pt idx="1615">
                  <c:v>40638</c:v>
                </c:pt>
                <c:pt idx="1616">
                  <c:v>40639</c:v>
                </c:pt>
                <c:pt idx="1617">
                  <c:v>40640</c:v>
                </c:pt>
                <c:pt idx="1618">
                  <c:v>40641</c:v>
                </c:pt>
                <c:pt idx="1619">
                  <c:v>40642</c:v>
                </c:pt>
                <c:pt idx="1620">
                  <c:v>40643</c:v>
                </c:pt>
                <c:pt idx="1621">
                  <c:v>40644</c:v>
                </c:pt>
                <c:pt idx="1622">
                  <c:v>40645</c:v>
                </c:pt>
                <c:pt idx="1623">
                  <c:v>40646</c:v>
                </c:pt>
                <c:pt idx="1624">
                  <c:v>40647</c:v>
                </c:pt>
                <c:pt idx="1625">
                  <c:v>40648</c:v>
                </c:pt>
                <c:pt idx="1626">
                  <c:v>40649</c:v>
                </c:pt>
                <c:pt idx="1627">
                  <c:v>40650</c:v>
                </c:pt>
                <c:pt idx="1628">
                  <c:v>40651</c:v>
                </c:pt>
                <c:pt idx="1629">
                  <c:v>40652</c:v>
                </c:pt>
                <c:pt idx="1630">
                  <c:v>40653</c:v>
                </c:pt>
                <c:pt idx="1631">
                  <c:v>40654</c:v>
                </c:pt>
                <c:pt idx="1632">
                  <c:v>40655</c:v>
                </c:pt>
                <c:pt idx="1633">
                  <c:v>40656</c:v>
                </c:pt>
                <c:pt idx="1634">
                  <c:v>40657</c:v>
                </c:pt>
                <c:pt idx="1635">
                  <c:v>40658</c:v>
                </c:pt>
                <c:pt idx="1636">
                  <c:v>40659</c:v>
                </c:pt>
                <c:pt idx="1637">
                  <c:v>40660</c:v>
                </c:pt>
                <c:pt idx="1638">
                  <c:v>40661</c:v>
                </c:pt>
                <c:pt idx="1639">
                  <c:v>40662</c:v>
                </c:pt>
                <c:pt idx="1640">
                  <c:v>40663</c:v>
                </c:pt>
                <c:pt idx="1641">
                  <c:v>40664</c:v>
                </c:pt>
                <c:pt idx="1642">
                  <c:v>40665</c:v>
                </c:pt>
                <c:pt idx="1643">
                  <c:v>40666</c:v>
                </c:pt>
                <c:pt idx="1644">
                  <c:v>40667</c:v>
                </c:pt>
                <c:pt idx="1645">
                  <c:v>40668</c:v>
                </c:pt>
                <c:pt idx="1646">
                  <c:v>40669</c:v>
                </c:pt>
                <c:pt idx="1647">
                  <c:v>40670</c:v>
                </c:pt>
                <c:pt idx="1648">
                  <c:v>40671</c:v>
                </c:pt>
                <c:pt idx="1649">
                  <c:v>40672</c:v>
                </c:pt>
                <c:pt idx="1650">
                  <c:v>40673</c:v>
                </c:pt>
                <c:pt idx="1651">
                  <c:v>40674</c:v>
                </c:pt>
                <c:pt idx="1652">
                  <c:v>40675</c:v>
                </c:pt>
                <c:pt idx="1653">
                  <c:v>40676</c:v>
                </c:pt>
                <c:pt idx="1654">
                  <c:v>40677</c:v>
                </c:pt>
                <c:pt idx="1655">
                  <c:v>40678</c:v>
                </c:pt>
                <c:pt idx="1656">
                  <c:v>40679</c:v>
                </c:pt>
                <c:pt idx="1657">
                  <c:v>40680</c:v>
                </c:pt>
                <c:pt idx="1658">
                  <c:v>40681</c:v>
                </c:pt>
                <c:pt idx="1659">
                  <c:v>40682</c:v>
                </c:pt>
                <c:pt idx="1660">
                  <c:v>40683</c:v>
                </c:pt>
                <c:pt idx="1661">
                  <c:v>40684</c:v>
                </c:pt>
                <c:pt idx="1662">
                  <c:v>40685</c:v>
                </c:pt>
                <c:pt idx="1663">
                  <c:v>40686</c:v>
                </c:pt>
                <c:pt idx="1664">
                  <c:v>40687</c:v>
                </c:pt>
                <c:pt idx="1665">
                  <c:v>40688</c:v>
                </c:pt>
                <c:pt idx="1666">
                  <c:v>40689</c:v>
                </c:pt>
                <c:pt idx="1667">
                  <c:v>40690</c:v>
                </c:pt>
                <c:pt idx="1668">
                  <c:v>40691</c:v>
                </c:pt>
                <c:pt idx="1669">
                  <c:v>40692</c:v>
                </c:pt>
                <c:pt idx="1670">
                  <c:v>40693</c:v>
                </c:pt>
                <c:pt idx="1671">
                  <c:v>40694</c:v>
                </c:pt>
                <c:pt idx="1672">
                  <c:v>40695</c:v>
                </c:pt>
                <c:pt idx="1673">
                  <c:v>40696</c:v>
                </c:pt>
                <c:pt idx="1674">
                  <c:v>40697</c:v>
                </c:pt>
                <c:pt idx="1675">
                  <c:v>40698</c:v>
                </c:pt>
                <c:pt idx="1676">
                  <c:v>40699</c:v>
                </c:pt>
                <c:pt idx="1677">
                  <c:v>40700</c:v>
                </c:pt>
                <c:pt idx="1678">
                  <c:v>40701</c:v>
                </c:pt>
                <c:pt idx="1679">
                  <c:v>40702</c:v>
                </c:pt>
                <c:pt idx="1680">
                  <c:v>40703</c:v>
                </c:pt>
                <c:pt idx="1681">
                  <c:v>40704</c:v>
                </c:pt>
                <c:pt idx="1682">
                  <c:v>40705</c:v>
                </c:pt>
                <c:pt idx="1683">
                  <c:v>40706</c:v>
                </c:pt>
                <c:pt idx="1684">
                  <c:v>40707</c:v>
                </c:pt>
                <c:pt idx="1685">
                  <c:v>40708</c:v>
                </c:pt>
                <c:pt idx="1686">
                  <c:v>40709</c:v>
                </c:pt>
                <c:pt idx="1687">
                  <c:v>40710</c:v>
                </c:pt>
                <c:pt idx="1688">
                  <c:v>40711</c:v>
                </c:pt>
                <c:pt idx="1689">
                  <c:v>40712</c:v>
                </c:pt>
                <c:pt idx="1690">
                  <c:v>40713</c:v>
                </c:pt>
                <c:pt idx="1691">
                  <c:v>40714</c:v>
                </c:pt>
                <c:pt idx="1692">
                  <c:v>40715</c:v>
                </c:pt>
                <c:pt idx="1693">
                  <c:v>40716</c:v>
                </c:pt>
                <c:pt idx="1694">
                  <c:v>40717</c:v>
                </c:pt>
                <c:pt idx="1695">
                  <c:v>40718</c:v>
                </c:pt>
                <c:pt idx="1696">
                  <c:v>40719</c:v>
                </c:pt>
                <c:pt idx="1697">
                  <c:v>40720</c:v>
                </c:pt>
                <c:pt idx="1698">
                  <c:v>40721</c:v>
                </c:pt>
                <c:pt idx="1699">
                  <c:v>40722</c:v>
                </c:pt>
                <c:pt idx="1700">
                  <c:v>40723</c:v>
                </c:pt>
                <c:pt idx="1701">
                  <c:v>40724</c:v>
                </c:pt>
                <c:pt idx="1702">
                  <c:v>40725</c:v>
                </c:pt>
                <c:pt idx="1703">
                  <c:v>40726</c:v>
                </c:pt>
                <c:pt idx="1704">
                  <c:v>40727</c:v>
                </c:pt>
                <c:pt idx="1705">
                  <c:v>40728</c:v>
                </c:pt>
                <c:pt idx="1706">
                  <c:v>40729</c:v>
                </c:pt>
                <c:pt idx="1707">
                  <c:v>40730</c:v>
                </c:pt>
                <c:pt idx="1708">
                  <c:v>40731</c:v>
                </c:pt>
                <c:pt idx="1709">
                  <c:v>40732</c:v>
                </c:pt>
                <c:pt idx="1710">
                  <c:v>40733</c:v>
                </c:pt>
                <c:pt idx="1711">
                  <c:v>40734</c:v>
                </c:pt>
                <c:pt idx="1712">
                  <c:v>40735</c:v>
                </c:pt>
                <c:pt idx="1713">
                  <c:v>40736</c:v>
                </c:pt>
                <c:pt idx="1714">
                  <c:v>40737</c:v>
                </c:pt>
                <c:pt idx="1715">
                  <c:v>40738</c:v>
                </c:pt>
                <c:pt idx="1716">
                  <c:v>40739</c:v>
                </c:pt>
                <c:pt idx="1717">
                  <c:v>40740</c:v>
                </c:pt>
                <c:pt idx="1718">
                  <c:v>40741</c:v>
                </c:pt>
                <c:pt idx="1719">
                  <c:v>40742</c:v>
                </c:pt>
                <c:pt idx="1720">
                  <c:v>40743</c:v>
                </c:pt>
                <c:pt idx="1721">
                  <c:v>40744</c:v>
                </c:pt>
                <c:pt idx="1722">
                  <c:v>40745</c:v>
                </c:pt>
                <c:pt idx="1723">
                  <c:v>40746</c:v>
                </c:pt>
                <c:pt idx="1724">
                  <c:v>40747</c:v>
                </c:pt>
                <c:pt idx="1725">
                  <c:v>40748</c:v>
                </c:pt>
                <c:pt idx="1726">
                  <c:v>40749</c:v>
                </c:pt>
                <c:pt idx="1727">
                  <c:v>40750</c:v>
                </c:pt>
                <c:pt idx="1728">
                  <c:v>40751</c:v>
                </c:pt>
                <c:pt idx="1729">
                  <c:v>40752</c:v>
                </c:pt>
                <c:pt idx="1730">
                  <c:v>40753</c:v>
                </c:pt>
                <c:pt idx="1731">
                  <c:v>40754</c:v>
                </c:pt>
                <c:pt idx="1732">
                  <c:v>40755</c:v>
                </c:pt>
                <c:pt idx="1733">
                  <c:v>40756</c:v>
                </c:pt>
                <c:pt idx="1734">
                  <c:v>40757</c:v>
                </c:pt>
                <c:pt idx="1735">
                  <c:v>40758</c:v>
                </c:pt>
                <c:pt idx="1736">
                  <c:v>40759</c:v>
                </c:pt>
                <c:pt idx="1737">
                  <c:v>40760</c:v>
                </c:pt>
                <c:pt idx="1738">
                  <c:v>40761</c:v>
                </c:pt>
                <c:pt idx="1739">
                  <c:v>40762</c:v>
                </c:pt>
                <c:pt idx="1740">
                  <c:v>40763</c:v>
                </c:pt>
                <c:pt idx="1741">
                  <c:v>40764</c:v>
                </c:pt>
                <c:pt idx="1742">
                  <c:v>40765</c:v>
                </c:pt>
                <c:pt idx="1743">
                  <c:v>40766</c:v>
                </c:pt>
                <c:pt idx="1744">
                  <c:v>40767</c:v>
                </c:pt>
                <c:pt idx="1745">
                  <c:v>40768</c:v>
                </c:pt>
                <c:pt idx="1746">
                  <c:v>40769</c:v>
                </c:pt>
                <c:pt idx="1747">
                  <c:v>40770</c:v>
                </c:pt>
                <c:pt idx="1748">
                  <c:v>40771</c:v>
                </c:pt>
                <c:pt idx="1749">
                  <c:v>40772</c:v>
                </c:pt>
                <c:pt idx="1750">
                  <c:v>40773</c:v>
                </c:pt>
                <c:pt idx="1751">
                  <c:v>40774</c:v>
                </c:pt>
                <c:pt idx="1752">
                  <c:v>40775</c:v>
                </c:pt>
                <c:pt idx="1753">
                  <c:v>40776</c:v>
                </c:pt>
                <c:pt idx="1754">
                  <c:v>40777</c:v>
                </c:pt>
                <c:pt idx="1755">
                  <c:v>40778</c:v>
                </c:pt>
                <c:pt idx="1756">
                  <c:v>40779</c:v>
                </c:pt>
                <c:pt idx="1757">
                  <c:v>40780</c:v>
                </c:pt>
                <c:pt idx="1758">
                  <c:v>40781</c:v>
                </c:pt>
                <c:pt idx="1759">
                  <c:v>40782</c:v>
                </c:pt>
                <c:pt idx="1760">
                  <c:v>40783</c:v>
                </c:pt>
                <c:pt idx="1761">
                  <c:v>40784</c:v>
                </c:pt>
                <c:pt idx="1762">
                  <c:v>40785</c:v>
                </c:pt>
                <c:pt idx="1763">
                  <c:v>40786</c:v>
                </c:pt>
                <c:pt idx="1764">
                  <c:v>40787</c:v>
                </c:pt>
                <c:pt idx="1765">
                  <c:v>40788</c:v>
                </c:pt>
                <c:pt idx="1766">
                  <c:v>40789</c:v>
                </c:pt>
                <c:pt idx="1767">
                  <c:v>40790</c:v>
                </c:pt>
                <c:pt idx="1768">
                  <c:v>40791</c:v>
                </c:pt>
                <c:pt idx="1769">
                  <c:v>40792</c:v>
                </c:pt>
                <c:pt idx="1770">
                  <c:v>40793</c:v>
                </c:pt>
                <c:pt idx="1771">
                  <c:v>40794</c:v>
                </c:pt>
                <c:pt idx="1772">
                  <c:v>40795</c:v>
                </c:pt>
                <c:pt idx="1773">
                  <c:v>40796</c:v>
                </c:pt>
                <c:pt idx="1774">
                  <c:v>40797</c:v>
                </c:pt>
                <c:pt idx="1775">
                  <c:v>40798</c:v>
                </c:pt>
                <c:pt idx="1776">
                  <c:v>40799</c:v>
                </c:pt>
                <c:pt idx="1777">
                  <c:v>40800</c:v>
                </c:pt>
                <c:pt idx="1778">
                  <c:v>40801</c:v>
                </c:pt>
                <c:pt idx="1779">
                  <c:v>40802</c:v>
                </c:pt>
                <c:pt idx="1780">
                  <c:v>40803</c:v>
                </c:pt>
                <c:pt idx="1781">
                  <c:v>40804</c:v>
                </c:pt>
                <c:pt idx="1782">
                  <c:v>40805</c:v>
                </c:pt>
                <c:pt idx="1783">
                  <c:v>40806</c:v>
                </c:pt>
                <c:pt idx="1784">
                  <c:v>40807</c:v>
                </c:pt>
                <c:pt idx="1785">
                  <c:v>40808</c:v>
                </c:pt>
                <c:pt idx="1786">
                  <c:v>40809</c:v>
                </c:pt>
                <c:pt idx="1787">
                  <c:v>40810</c:v>
                </c:pt>
                <c:pt idx="1788">
                  <c:v>40811</c:v>
                </c:pt>
                <c:pt idx="1789">
                  <c:v>40812</c:v>
                </c:pt>
                <c:pt idx="1790">
                  <c:v>40813</c:v>
                </c:pt>
                <c:pt idx="1791">
                  <c:v>40814</c:v>
                </c:pt>
                <c:pt idx="1792">
                  <c:v>40815</c:v>
                </c:pt>
                <c:pt idx="1793">
                  <c:v>40816</c:v>
                </c:pt>
                <c:pt idx="1794">
                  <c:v>40817</c:v>
                </c:pt>
                <c:pt idx="1795">
                  <c:v>40818</c:v>
                </c:pt>
                <c:pt idx="1796">
                  <c:v>40819</c:v>
                </c:pt>
                <c:pt idx="1797">
                  <c:v>40820</c:v>
                </c:pt>
                <c:pt idx="1798">
                  <c:v>40821</c:v>
                </c:pt>
                <c:pt idx="1799">
                  <c:v>40822</c:v>
                </c:pt>
                <c:pt idx="1800">
                  <c:v>40823</c:v>
                </c:pt>
                <c:pt idx="1801">
                  <c:v>40824</c:v>
                </c:pt>
                <c:pt idx="1802">
                  <c:v>40825</c:v>
                </c:pt>
                <c:pt idx="1803">
                  <c:v>40826</c:v>
                </c:pt>
                <c:pt idx="1804">
                  <c:v>40827</c:v>
                </c:pt>
                <c:pt idx="1805">
                  <c:v>40828</c:v>
                </c:pt>
                <c:pt idx="1806">
                  <c:v>40829</c:v>
                </c:pt>
                <c:pt idx="1807">
                  <c:v>40830</c:v>
                </c:pt>
                <c:pt idx="1808">
                  <c:v>40831</c:v>
                </c:pt>
                <c:pt idx="1809">
                  <c:v>40832</c:v>
                </c:pt>
                <c:pt idx="1810">
                  <c:v>40833</c:v>
                </c:pt>
                <c:pt idx="1811">
                  <c:v>40834</c:v>
                </c:pt>
                <c:pt idx="1812">
                  <c:v>40835</c:v>
                </c:pt>
                <c:pt idx="1813">
                  <c:v>40836</c:v>
                </c:pt>
                <c:pt idx="1814">
                  <c:v>40837</c:v>
                </c:pt>
                <c:pt idx="1815">
                  <c:v>40838</c:v>
                </c:pt>
                <c:pt idx="1816">
                  <c:v>40839</c:v>
                </c:pt>
                <c:pt idx="1817">
                  <c:v>40840</c:v>
                </c:pt>
                <c:pt idx="1818">
                  <c:v>40841</c:v>
                </c:pt>
                <c:pt idx="1819">
                  <c:v>40842</c:v>
                </c:pt>
                <c:pt idx="1820">
                  <c:v>40843</c:v>
                </c:pt>
                <c:pt idx="1821">
                  <c:v>40844</c:v>
                </c:pt>
                <c:pt idx="1822">
                  <c:v>40845</c:v>
                </c:pt>
                <c:pt idx="1823">
                  <c:v>40846</c:v>
                </c:pt>
                <c:pt idx="1824">
                  <c:v>40847</c:v>
                </c:pt>
                <c:pt idx="1825">
                  <c:v>40848</c:v>
                </c:pt>
                <c:pt idx="1826">
                  <c:v>40849</c:v>
                </c:pt>
                <c:pt idx="1827">
                  <c:v>40850</c:v>
                </c:pt>
                <c:pt idx="1828">
                  <c:v>40851</c:v>
                </c:pt>
                <c:pt idx="1829">
                  <c:v>40852</c:v>
                </c:pt>
                <c:pt idx="1830">
                  <c:v>40853</c:v>
                </c:pt>
                <c:pt idx="1831">
                  <c:v>40854</c:v>
                </c:pt>
                <c:pt idx="1832">
                  <c:v>40855</c:v>
                </c:pt>
                <c:pt idx="1833">
                  <c:v>40856</c:v>
                </c:pt>
                <c:pt idx="1834">
                  <c:v>40857</c:v>
                </c:pt>
                <c:pt idx="1835">
                  <c:v>40858</c:v>
                </c:pt>
                <c:pt idx="1836">
                  <c:v>40859</c:v>
                </c:pt>
                <c:pt idx="1837">
                  <c:v>40860</c:v>
                </c:pt>
                <c:pt idx="1838">
                  <c:v>40861</c:v>
                </c:pt>
                <c:pt idx="1839">
                  <c:v>40862</c:v>
                </c:pt>
                <c:pt idx="1840">
                  <c:v>40863</c:v>
                </c:pt>
                <c:pt idx="1841">
                  <c:v>40864</c:v>
                </c:pt>
                <c:pt idx="1842">
                  <c:v>40865</c:v>
                </c:pt>
                <c:pt idx="1843">
                  <c:v>40866</c:v>
                </c:pt>
                <c:pt idx="1844">
                  <c:v>40867</c:v>
                </c:pt>
                <c:pt idx="1845">
                  <c:v>40868</c:v>
                </c:pt>
                <c:pt idx="1846">
                  <c:v>40869</c:v>
                </c:pt>
                <c:pt idx="1847">
                  <c:v>40870</c:v>
                </c:pt>
                <c:pt idx="1848">
                  <c:v>40871</c:v>
                </c:pt>
                <c:pt idx="1849">
                  <c:v>40872</c:v>
                </c:pt>
                <c:pt idx="1850">
                  <c:v>40873</c:v>
                </c:pt>
                <c:pt idx="1851">
                  <c:v>40874</c:v>
                </c:pt>
                <c:pt idx="1852">
                  <c:v>40875</c:v>
                </c:pt>
                <c:pt idx="1853">
                  <c:v>40876</c:v>
                </c:pt>
                <c:pt idx="1854">
                  <c:v>40877</c:v>
                </c:pt>
                <c:pt idx="1855">
                  <c:v>40878</c:v>
                </c:pt>
                <c:pt idx="1856">
                  <c:v>40879</c:v>
                </c:pt>
                <c:pt idx="1857">
                  <c:v>40880</c:v>
                </c:pt>
                <c:pt idx="1858">
                  <c:v>40881</c:v>
                </c:pt>
                <c:pt idx="1859">
                  <c:v>40882</c:v>
                </c:pt>
                <c:pt idx="1860">
                  <c:v>40883</c:v>
                </c:pt>
                <c:pt idx="1861">
                  <c:v>40884</c:v>
                </c:pt>
                <c:pt idx="1862">
                  <c:v>40885</c:v>
                </c:pt>
                <c:pt idx="1863">
                  <c:v>40886</c:v>
                </c:pt>
                <c:pt idx="1864">
                  <c:v>40887</c:v>
                </c:pt>
                <c:pt idx="1865">
                  <c:v>40888</c:v>
                </c:pt>
                <c:pt idx="1866">
                  <c:v>40889</c:v>
                </c:pt>
                <c:pt idx="1867">
                  <c:v>40890</c:v>
                </c:pt>
                <c:pt idx="1868">
                  <c:v>40891</c:v>
                </c:pt>
                <c:pt idx="1869">
                  <c:v>40892</c:v>
                </c:pt>
                <c:pt idx="1870">
                  <c:v>40893</c:v>
                </c:pt>
                <c:pt idx="1871">
                  <c:v>40894</c:v>
                </c:pt>
                <c:pt idx="1872">
                  <c:v>40895</c:v>
                </c:pt>
                <c:pt idx="1873">
                  <c:v>40896</c:v>
                </c:pt>
                <c:pt idx="1874">
                  <c:v>40897</c:v>
                </c:pt>
                <c:pt idx="1875">
                  <c:v>40898</c:v>
                </c:pt>
                <c:pt idx="1876">
                  <c:v>40899</c:v>
                </c:pt>
                <c:pt idx="1877">
                  <c:v>40900</c:v>
                </c:pt>
                <c:pt idx="1878">
                  <c:v>40901</c:v>
                </c:pt>
                <c:pt idx="1879">
                  <c:v>40902</c:v>
                </c:pt>
                <c:pt idx="1880">
                  <c:v>40903</c:v>
                </c:pt>
                <c:pt idx="1881">
                  <c:v>40904</c:v>
                </c:pt>
                <c:pt idx="1882">
                  <c:v>40905</c:v>
                </c:pt>
                <c:pt idx="1883">
                  <c:v>40906</c:v>
                </c:pt>
                <c:pt idx="1884">
                  <c:v>40907</c:v>
                </c:pt>
                <c:pt idx="1885">
                  <c:v>40908</c:v>
                </c:pt>
                <c:pt idx="1886">
                  <c:v>40909</c:v>
                </c:pt>
                <c:pt idx="1887">
                  <c:v>40910</c:v>
                </c:pt>
                <c:pt idx="1888">
                  <c:v>40911</c:v>
                </c:pt>
                <c:pt idx="1889">
                  <c:v>40912</c:v>
                </c:pt>
                <c:pt idx="1890">
                  <c:v>40913</c:v>
                </c:pt>
                <c:pt idx="1891">
                  <c:v>40914</c:v>
                </c:pt>
                <c:pt idx="1892">
                  <c:v>40915</c:v>
                </c:pt>
                <c:pt idx="1893">
                  <c:v>40916</c:v>
                </c:pt>
                <c:pt idx="1894">
                  <c:v>40917</c:v>
                </c:pt>
                <c:pt idx="1895">
                  <c:v>40918</c:v>
                </c:pt>
                <c:pt idx="1896">
                  <c:v>40919</c:v>
                </c:pt>
                <c:pt idx="1897">
                  <c:v>40920</c:v>
                </c:pt>
                <c:pt idx="1898">
                  <c:v>40921</c:v>
                </c:pt>
                <c:pt idx="1899">
                  <c:v>40922</c:v>
                </c:pt>
                <c:pt idx="1900">
                  <c:v>40923</c:v>
                </c:pt>
                <c:pt idx="1901">
                  <c:v>40924</c:v>
                </c:pt>
                <c:pt idx="1902">
                  <c:v>40925</c:v>
                </c:pt>
                <c:pt idx="1903">
                  <c:v>40926</c:v>
                </c:pt>
                <c:pt idx="1904">
                  <c:v>40927</c:v>
                </c:pt>
                <c:pt idx="1905">
                  <c:v>40928</c:v>
                </c:pt>
                <c:pt idx="1906">
                  <c:v>40929</c:v>
                </c:pt>
                <c:pt idx="1907">
                  <c:v>40930</c:v>
                </c:pt>
                <c:pt idx="1908">
                  <c:v>40931</c:v>
                </c:pt>
                <c:pt idx="1909">
                  <c:v>40932</c:v>
                </c:pt>
                <c:pt idx="1910">
                  <c:v>40933</c:v>
                </c:pt>
                <c:pt idx="1911">
                  <c:v>40934</c:v>
                </c:pt>
                <c:pt idx="1912">
                  <c:v>40935</c:v>
                </c:pt>
                <c:pt idx="1913">
                  <c:v>40936</c:v>
                </c:pt>
                <c:pt idx="1914">
                  <c:v>40937</c:v>
                </c:pt>
                <c:pt idx="1915">
                  <c:v>40938</c:v>
                </c:pt>
                <c:pt idx="1916">
                  <c:v>40939</c:v>
                </c:pt>
                <c:pt idx="1917">
                  <c:v>40940</c:v>
                </c:pt>
                <c:pt idx="1918">
                  <c:v>40941</c:v>
                </c:pt>
                <c:pt idx="1919">
                  <c:v>40942</c:v>
                </c:pt>
                <c:pt idx="1920">
                  <c:v>40943</c:v>
                </c:pt>
                <c:pt idx="1921">
                  <c:v>40944</c:v>
                </c:pt>
                <c:pt idx="1922">
                  <c:v>40945</c:v>
                </c:pt>
                <c:pt idx="1923">
                  <c:v>40946</c:v>
                </c:pt>
                <c:pt idx="1924">
                  <c:v>40947</c:v>
                </c:pt>
                <c:pt idx="1925">
                  <c:v>40948</c:v>
                </c:pt>
                <c:pt idx="1926">
                  <c:v>40949</c:v>
                </c:pt>
                <c:pt idx="1927">
                  <c:v>40950</c:v>
                </c:pt>
                <c:pt idx="1928">
                  <c:v>40951</c:v>
                </c:pt>
                <c:pt idx="1929">
                  <c:v>40952</c:v>
                </c:pt>
                <c:pt idx="1930">
                  <c:v>40953</c:v>
                </c:pt>
                <c:pt idx="1931">
                  <c:v>40954</c:v>
                </c:pt>
                <c:pt idx="1932">
                  <c:v>40955</c:v>
                </c:pt>
                <c:pt idx="1933">
                  <c:v>40956</c:v>
                </c:pt>
                <c:pt idx="1934">
                  <c:v>40957</c:v>
                </c:pt>
                <c:pt idx="1935">
                  <c:v>40958</c:v>
                </c:pt>
                <c:pt idx="1936">
                  <c:v>40959</c:v>
                </c:pt>
                <c:pt idx="1937">
                  <c:v>40960</c:v>
                </c:pt>
                <c:pt idx="1938">
                  <c:v>40961</c:v>
                </c:pt>
                <c:pt idx="1939">
                  <c:v>40962</c:v>
                </c:pt>
                <c:pt idx="1940">
                  <c:v>40963</c:v>
                </c:pt>
                <c:pt idx="1941">
                  <c:v>40964</c:v>
                </c:pt>
                <c:pt idx="1942">
                  <c:v>40965</c:v>
                </c:pt>
                <c:pt idx="1943">
                  <c:v>40966</c:v>
                </c:pt>
                <c:pt idx="1944">
                  <c:v>40967</c:v>
                </c:pt>
                <c:pt idx="1945">
                  <c:v>40968</c:v>
                </c:pt>
                <c:pt idx="1946">
                  <c:v>40969</c:v>
                </c:pt>
                <c:pt idx="1947">
                  <c:v>40970</c:v>
                </c:pt>
                <c:pt idx="1948">
                  <c:v>40971</c:v>
                </c:pt>
                <c:pt idx="1949">
                  <c:v>40972</c:v>
                </c:pt>
                <c:pt idx="1950">
                  <c:v>40973</c:v>
                </c:pt>
                <c:pt idx="1951">
                  <c:v>40974</c:v>
                </c:pt>
                <c:pt idx="1952">
                  <c:v>40975</c:v>
                </c:pt>
                <c:pt idx="1953">
                  <c:v>40976</c:v>
                </c:pt>
                <c:pt idx="1954">
                  <c:v>40977</c:v>
                </c:pt>
                <c:pt idx="1955">
                  <c:v>40978</c:v>
                </c:pt>
                <c:pt idx="1956">
                  <c:v>40979</c:v>
                </c:pt>
                <c:pt idx="1957">
                  <c:v>40980</c:v>
                </c:pt>
                <c:pt idx="1958">
                  <c:v>40981</c:v>
                </c:pt>
                <c:pt idx="1959">
                  <c:v>40982</c:v>
                </c:pt>
                <c:pt idx="1960">
                  <c:v>40983</c:v>
                </c:pt>
                <c:pt idx="1961">
                  <c:v>40984</c:v>
                </c:pt>
                <c:pt idx="1962">
                  <c:v>40985</c:v>
                </c:pt>
                <c:pt idx="1963">
                  <c:v>40986</c:v>
                </c:pt>
                <c:pt idx="1964">
                  <c:v>40987</c:v>
                </c:pt>
                <c:pt idx="1965">
                  <c:v>40988</c:v>
                </c:pt>
                <c:pt idx="1966">
                  <c:v>40989</c:v>
                </c:pt>
                <c:pt idx="1967">
                  <c:v>40990</c:v>
                </c:pt>
                <c:pt idx="1968">
                  <c:v>40991</c:v>
                </c:pt>
                <c:pt idx="1969">
                  <c:v>40992</c:v>
                </c:pt>
                <c:pt idx="1970">
                  <c:v>40993</c:v>
                </c:pt>
                <c:pt idx="1971">
                  <c:v>40994</c:v>
                </c:pt>
                <c:pt idx="1972">
                  <c:v>40995</c:v>
                </c:pt>
                <c:pt idx="1973">
                  <c:v>40996</c:v>
                </c:pt>
                <c:pt idx="1974">
                  <c:v>40997</c:v>
                </c:pt>
                <c:pt idx="1975">
                  <c:v>40998</c:v>
                </c:pt>
                <c:pt idx="1976">
                  <c:v>40999</c:v>
                </c:pt>
                <c:pt idx="1977">
                  <c:v>41000</c:v>
                </c:pt>
                <c:pt idx="1978">
                  <c:v>41001</c:v>
                </c:pt>
                <c:pt idx="1979">
                  <c:v>41002</c:v>
                </c:pt>
                <c:pt idx="1980">
                  <c:v>41003</c:v>
                </c:pt>
                <c:pt idx="1981">
                  <c:v>41004</c:v>
                </c:pt>
                <c:pt idx="1982">
                  <c:v>41005</c:v>
                </c:pt>
                <c:pt idx="1983">
                  <c:v>41006</c:v>
                </c:pt>
                <c:pt idx="1984">
                  <c:v>41007</c:v>
                </c:pt>
                <c:pt idx="1985">
                  <c:v>41008</c:v>
                </c:pt>
                <c:pt idx="1986">
                  <c:v>41009</c:v>
                </c:pt>
                <c:pt idx="1987">
                  <c:v>41010</c:v>
                </c:pt>
                <c:pt idx="1988">
                  <c:v>41011</c:v>
                </c:pt>
                <c:pt idx="1989">
                  <c:v>41012</c:v>
                </c:pt>
                <c:pt idx="1990">
                  <c:v>41013</c:v>
                </c:pt>
                <c:pt idx="1991">
                  <c:v>41014</c:v>
                </c:pt>
                <c:pt idx="1992">
                  <c:v>41015</c:v>
                </c:pt>
                <c:pt idx="1993">
                  <c:v>41016</c:v>
                </c:pt>
                <c:pt idx="1994">
                  <c:v>41017</c:v>
                </c:pt>
                <c:pt idx="1995">
                  <c:v>41018</c:v>
                </c:pt>
                <c:pt idx="1996">
                  <c:v>41019</c:v>
                </c:pt>
                <c:pt idx="1997">
                  <c:v>41020</c:v>
                </c:pt>
                <c:pt idx="1998">
                  <c:v>41021</c:v>
                </c:pt>
                <c:pt idx="1999">
                  <c:v>41022</c:v>
                </c:pt>
                <c:pt idx="2000">
                  <c:v>41023</c:v>
                </c:pt>
                <c:pt idx="2001">
                  <c:v>41024</c:v>
                </c:pt>
                <c:pt idx="2002">
                  <c:v>41025</c:v>
                </c:pt>
                <c:pt idx="2003">
                  <c:v>41026</c:v>
                </c:pt>
                <c:pt idx="2004">
                  <c:v>41027</c:v>
                </c:pt>
                <c:pt idx="2005">
                  <c:v>41028</c:v>
                </c:pt>
                <c:pt idx="2006">
                  <c:v>41029</c:v>
                </c:pt>
                <c:pt idx="2007">
                  <c:v>41030</c:v>
                </c:pt>
                <c:pt idx="2008">
                  <c:v>41031</c:v>
                </c:pt>
                <c:pt idx="2009">
                  <c:v>41032</c:v>
                </c:pt>
                <c:pt idx="2010">
                  <c:v>41033</c:v>
                </c:pt>
                <c:pt idx="2011">
                  <c:v>41034</c:v>
                </c:pt>
                <c:pt idx="2012">
                  <c:v>41035</c:v>
                </c:pt>
                <c:pt idx="2013">
                  <c:v>41036</c:v>
                </c:pt>
                <c:pt idx="2014">
                  <c:v>41037</c:v>
                </c:pt>
                <c:pt idx="2015">
                  <c:v>41038</c:v>
                </c:pt>
                <c:pt idx="2016">
                  <c:v>41039</c:v>
                </c:pt>
                <c:pt idx="2017">
                  <c:v>41040</c:v>
                </c:pt>
                <c:pt idx="2018">
                  <c:v>41041</c:v>
                </c:pt>
                <c:pt idx="2019">
                  <c:v>41042</c:v>
                </c:pt>
                <c:pt idx="2020">
                  <c:v>41043</c:v>
                </c:pt>
                <c:pt idx="2021">
                  <c:v>41044</c:v>
                </c:pt>
                <c:pt idx="2022">
                  <c:v>41045</c:v>
                </c:pt>
                <c:pt idx="2023">
                  <c:v>41046</c:v>
                </c:pt>
                <c:pt idx="2024">
                  <c:v>41047</c:v>
                </c:pt>
                <c:pt idx="2025">
                  <c:v>41048</c:v>
                </c:pt>
                <c:pt idx="2026">
                  <c:v>41049</c:v>
                </c:pt>
                <c:pt idx="2027">
                  <c:v>41050</c:v>
                </c:pt>
                <c:pt idx="2028">
                  <c:v>41051</c:v>
                </c:pt>
                <c:pt idx="2029">
                  <c:v>41052</c:v>
                </c:pt>
                <c:pt idx="2030">
                  <c:v>41053</c:v>
                </c:pt>
                <c:pt idx="2031">
                  <c:v>41054</c:v>
                </c:pt>
                <c:pt idx="2032">
                  <c:v>41055</c:v>
                </c:pt>
                <c:pt idx="2033">
                  <c:v>41056</c:v>
                </c:pt>
                <c:pt idx="2034">
                  <c:v>41057</c:v>
                </c:pt>
                <c:pt idx="2035">
                  <c:v>41058</c:v>
                </c:pt>
                <c:pt idx="2036">
                  <c:v>41059</c:v>
                </c:pt>
                <c:pt idx="2037">
                  <c:v>41060</c:v>
                </c:pt>
                <c:pt idx="2038">
                  <c:v>41061</c:v>
                </c:pt>
                <c:pt idx="2039">
                  <c:v>41062</c:v>
                </c:pt>
                <c:pt idx="2040">
                  <c:v>41063</c:v>
                </c:pt>
                <c:pt idx="2041">
                  <c:v>41064</c:v>
                </c:pt>
                <c:pt idx="2042">
                  <c:v>41065</c:v>
                </c:pt>
                <c:pt idx="2043">
                  <c:v>41066</c:v>
                </c:pt>
                <c:pt idx="2044">
                  <c:v>41067</c:v>
                </c:pt>
                <c:pt idx="2045">
                  <c:v>41068</c:v>
                </c:pt>
                <c:pt idx="2046">
                  <c:v>41069</c:v>
                </c:pt>
                <c:pt idx="2047">
                  <c:v>41070</c:v>
                </c:pt>
                <c:pt idx="2048">
                  <c:v>41071</c:v>
                </c:pt>
                <c:pt idx="2049">
                  <c:v>41072</c:v>
                </c:pt>
                <c:pt idx="2050">
                  <c:v>41073</c:v>
                </c:pt>
                <c:pt idx="2051">
                  <c:v>41074</c:v>
                </c:pt>
                <c:pt idx="2052">
                  <c:v>41075</c:v>
                </c:pt>
                <c:pt idx="2053">
                  <c:v>41076</c:v>
                </c:pt>
                <c:pt idx="2054">
                  <c:v>41077</c:v>
                </c:pt>
                <c:pt idx="2055">
                  <c:v>41078</c:v>
                </c:pt>
                <c:pt idx="2056">
                  <c:v>41079</c:v>
                </c:pt>
                <c:pt idx="2057">
                  <c:v>41080</c:v>
                </c:pt>
                <c:pt idx="2058">
                  <c:v>41081</c:v>
                </c:pt>
                <c:pt idx="2059">
                  <c:v>41082</c:v>
                </c:pt>
                <c:pt idx="2060">
                  <c:v>41083</c:v>
                </c:pt>
                <c:pt idx="2061">
                  <c:v>41084</c:v>
                </c:pt>
                <c:pt idx="2062">
                  <c:v>41085</c:v>
                </c:pt>
                <c:pt idx="2063">
                  <c:v>41086</c:v>
                </c:pt>
                <c:pt idx="2064">
                  <c:v>41087</c:v>
                </c:pt>
                <c:pt idx="2065">
                  <c:v>41088</c:v>
                </c:pt>
                <c:pt idx="2066">
                  <c:v>41089</c:v>
                </c:pt>
                <c:pt idx="2067">
                  <c:v>41090</c:v>
                </c:pt>
                <c:pt idx="2068">
                  <c:v>41091</c:v>
                </c:pt>
                <c:pt idx="2069">
                  <c:v>41092</c:v>
                </c:pt>
                <c:pt idx="2070">
                  <c:v>41093</c:v>
                </c:pt>
                <c:pt idx="2071">
                  <c:v>41094</c:v>
                </c:pt>
                <c:pt idx="2072">
                  <c:v>41095</c:v>
                </c:pt>
                <c:pt idx="2073">
                  <c:v>41096</c:v>
                </c:pt>
                <c:pt idx="2074">
                  <c:v>41097</c:v>
                </c:pt>
                <c:pt idx="2075">
                  <c:v>41098</c:v>
                </c:pt>
                <c:pt idx="2076">
                  <c:v>41099</c:v>
                </c:pt>
                <c:pt idx="2077">
                  <c:v>41100</c:v>
                </c:pt>
                <c:pt idx="2078">
                  <c:v>41101</c:v>
                </c:pt>
                <c:pt idx="2079">
                  <c:v>41102</c:v>
                </c:pt>
                <c:pt idx="2080">
                  <c:v>41103</c:v>
                </c:pt>
                <c:pt idx="2081">
                  <c:v>41104</c:v>
                </c:pt>
                <c:pt idx="2082">
                  <c:v>41105</c:v>
                </c:pt>
                <c:pt idx="2083">
                  <c:v>41106</c:v>
                </c:pt>
                <c:pt idx="2084">
                  <c:v>41107</c:v>
                </c:pt>
                <c:pt idx="2085">
                  <c:v>41108</c:v>
                </c:pt>
                <c:pt idx="2086">
                  <c:v>41109</c:v>
                </c:pt>
                <c:pt idx="2087">
                  <c:v>41110</c:v>
                </c:pt>
                <c:pt idx="2088">
                  <c:v>41111</c:v>
                </c:pt>
                <c:pt idx="2089">
                  <c:v>41112</c:v>
                </c:pt>
                <c:pt idx="2090">
                  <c:v>41113</c:v>
                </c:pt>
                <c:pt idx="2091">
                  <c:v>41114</c:v>
                </c:pt>
                <c:pt idx="2092">
                  <c:v>41115</c:v>
                </c:pt>
                <c:pt idx="2093">
                  <c:v>41116</c:v>
                </c:pt>
                <c:pt idx="2094">
                  <c:v>41117</c:v>
                </c:pt>
                <c:pt idx="2095">
                  <c:v>41118</c:v>
                </c:pt>
                <c:pt idx="2096">
                  <c:v>41119</c:v>
                </c:pt>
                <c:pt idx="2097">
                  <c:v>41120</c:v>
                </c:pt>
                <c:pt idx="2098">
                  <c:v>41121</c:v>
                </c:pt>
                <c:pt idx="2099">
                  <c:v>41122</c:v>
                </c:pt>
                <c:pt idx="2100">
                  <c:v>41123</c:v>
                </c:pt>
                <c:pt idx="2101">
                  <c:v>41124</c:v>
                </c:pt>
                <c:pt idx="2102">
                  <c:v>41125</c:v>
                </c:pt>
                <c:pt idx="2103">
                  <c:v>41126</c:v>
                </c:pt>
                <c:pt idx="2104">
                  <c:v>41127</c:v>
                </c:pt>
                <c:pt idx="2105">
                  <c:v>41128</c:v>
                </c:pt>
                <c:pt idx="2106">
                  <c:v>41129</c:v>
                </c:pt>
                <c:pt idx="2107">
                  <c:v>41130</c:v>
                </c:pt>
                <c:pt idx="2108">
                  <c:v>41131</c:v>
                </c:pt>
                <c:pt idx="2109">
                  <c:v>41132</c:v>
                </c:pt>
                <c:pt idx="2110">
                  <c:v>41133</c:v>
                </c:pt>
                <c:pt idx="2111">
                  <c:v>41134</c:v>
                </c:pt>
                <c:pt idx="2112">
                  <c:v>41135</c:v>
                </c:pt>
                <c:pt idx="2113">
                  <c:v>41136</c:v>
                </c:pt>
                <c:pt idx="2114">
                  <c:v>41137</c:v>
                </c:pt>
                <c:pt idx="2115">
                  <c:v>41138</c:v>
                </c:pt>
                <c:pt idx="2116">
                  <c:v>41139</c:v>
                </c:pt>
                <c:pt idx="2117">
                  <c:v>41140</c:v>
                </c:pt>
                <c:pt idx="2118">
                  <c:v>41141</c:v>
                </c:pt>
                <c:pt idx="2119">
                  <c:v>41142</c:v>
                </c:pt>
                <c:pt idx="2120">
                  <c:v>41143</c:v>
                </c:pt>
                <c:pt idx="2121">
                  <c:v>41144</c:v>
                </c:pt>
                <c:pt idx="2122">
                  <c:v>41145</c:v>
                </c:pt>
                <c:pt idx="2123">
                  <c:v>41146</c:v>
                </c:pt>
                <c:pt idx="2124">
                  <c:v>41147</c:v>
                </c:pt>
                <c:pt idx="2125">
                  <c:v>41148</c:v>
                </c:pt>
                <c:pt idx="2126">
                  <c:v>41149</c:v>
                </c:pt>
                <c:pt idx="2127">
                  <c:v>41150</c:v>
                </c:pt>
                <c:pt idx="2128">
                  <c:v>41151</c:v>
                </c:pt>
                <c:pt idx="2129">
                  <c:v>41152</c:v>
                </c:pt>
                <c:pt idx="2130">
                  <c:v>41153</c:v>
                </c:pt>
                <c:pt idx="2131">
                  <c:v>41154</c:v>
                </c:pt>
                <c:pt idx="2132">
                  <c:v>41155</c:v>
                </c:pt>
                <c:pt idx="2133">
                  <c:v>41156</c:v>
                </c:pt>
                <c:pt idx="2134">
                  <c:v>41157</c:v>
                </c:pt>
                <c:pt idx="2135">
                  <c:v>41158</c:v>
                </c:pt>
                <c:pt idx="2136">
                  <c:v>41159</c:v>
                </c:pt>
                <c:pt idx="2137">
                  <c:v>41160</c:v>
                </c:pt>
                <c:pt idx="2138">
                  <c:v>41161</c:v>
                </c:pt>
                <c:pt idx="2139">
                  <c:v>41162</c:v>
                </c:pt>
                <c:pt idx="2140">
                  <c:v>41163</c:v>
                </c:pt>
                <c:pt idx="2141">
                  <c:v>41164</c:v>
                </c:pt>
                <c:pt idx="2142">
                  <c:v>41165</c:v>
                </c:pt>
                <c:pt idx="2143">
                  <c:v>41166</c:v>
                </c:pt>
                <c:pt idx="2144">
                  <c:v>41167</c:v>
                </c:pt>
                <c:pt idx="2145">
                  <c:v>41168</c:v>
                </c:pt>
                <c:pt idx="2146">
                  <c:v>41169</c:v>
                </c:pt>
                <c:pt idx="2147">
                  <c:v>41170</c:v>
                </c:pt>
                <c:pt idx="2148">
                  <c:v>41171</c:v>
                </c:pt>
                <c:pt idx="2149">
                  <c:v>41172</c:v>
                </c:pt>
                <c:pt idx="2150">
                  <c:v>41173</c:v>
                </c:pt>
                <c:pt idx="2151">
                  <c:v>41174</c:v>
                </c:pt>
                <c:pt idx="2152">
                  <c:v>41175</c:v>
                </c:pt>
                <c:pt idx="2153">
                  <c:v>41176</c:v>
                </c:pt>
                <c:pt idx="2154">
                  <c:v>41177</c:v>
                </c:pt>
                <c:pt idx="2155">
                  <c:v>41178</c:v>
                </c:pt>
                <c:pt idx="2156">
                  <c:v>41179</c:v>
                </c:pt>
                <c:pt idx="2157">
                  <c:v>41180</c:v>
                </c:pt>
                <c:pt idx="2158">
                  <c:v>41181</c:v>
                </c:pt>
                <c:pt idx="2159">
                  <c:v>41182</c:v>
                </c:pt>
                <c:pt idx="2160">
                  <c:v>41183</c:v>
                </c:pt>
                <c:pt idx="2161">
                  <c:v>41184</c:v>
                </c:pt>
                <c:pt idx="2162">
                  <c:v>41185</c:v>
                </c:pt>
                <c:pt idx="2163">
                  <c:v>41186</c:v>
                </c:pt>
                <c:pt idx="2164">
                  <c:v>41187</c:v>
                </c:pt>
                <c:pt idx="2165">
                  <c:v>41188</c:v>
                </c:pt>
                <c:pt idx="2166">
                  <c:v>41189</c:v>
                </c:pt>
                <c:pt idx="2167">
                  <c:v>41190</c:v>
                </c:pt>
                <c:pt idx="2168">
                  <c:v>41191</c:v>
                </c:pt>
                <c:pt idx="2169">
                  <c:v>41192</c:v>
                </c:pt>
                <c:pt idx="2170">
                  <c:v>41193</c:v>
                </c:pt>
                <c:pt idx="2171">
                  <c:v>41194</c:v>
                </c:pt>
                <c:pt idx="2172">
                  <c:v>41195</c:v>
                </c:pt>
                <c:pt idx="2173">
                  <c:v>41196</c:v>
                </c:pt>
                <c:pt idx="2174">
                  <c:v>41197</c:v>
                </c:pt>
                <c:pt idx="2175">
                  <c:v>41198</c:v>
                </c:pt>
                <c:pt idx="2176">
                  <c:v>41199</c:v>
                </c:pt>
                <c:pt idx="2177">
                  <c:v>41200</c:v>
                </c:pt>
                <c:pt idx="2178">
                  <c:v>41201</c:v>
                </c:pt>
                <c:pt idx="2179">
                  <c:v>41202</c:v>
                </c:pt>
                <c:pt idx="2180">
                  <c:v>41203</c:v>
                </c:pt>
                <c:pt idx="2181">
                  <c:v>41204</c:v>
                </c:pt>
                <c:pt idx="2182">
                  <c:v>41205</c:v>
                </c:pt>
                <c:pt idx="2183">
                  <c:v>41206</c:v>
                </c:pt>
                <c:pt idx="2184">
                  <c:v>41207</c:v>
                </c:pt>
                <c:pt idx="2185">
                  <c:v>41208</c:v>
                </c:pt>
                <c:pt idx="2186">
                  <c:v>41209</c:v>
                </c:pt>
                <c:pt idx="2187">
                  <c:v>41210</c:v>
                </c:pt>
                <c:pt idx="2188">
                  <c:v>41211</c:v>
                </c:pt>
                <c:pt idx="2189">
                  <c:v>41212</c:v>
                </c:pt>
                <c:pt idx="2190">
                  <c:v>41213</c:v>
                </c:pt>
                <c:pt idx="2191">
                  <c:v>41214</c:v>
                </c:pt>
                <c:pt idx="2192">
                  <c:v>41215</c:v>
                </c:pt>
                <c:pt idx="2193">
                  <c:v>41216</c:v>
                </c:pt>
                <c:pt idx="2194">
                  <c:v>41217</c:v>
                </c:pt>
                <c:pt idx="2195">
                  <c:v>41218</c:v>
                </c:pt>
                <c:pt idx="2196">
                  <c:v>41219</c:v>
                </c:pt>
                <c:pt idx="2197">
                  <c:v>41220</c:v>
                </c:pt>
                <c:pt idx="2198">
                  <c:v>41221</c:v>
                </c:pt>
                <c:pt idx="2199">
                  <c:v>41222</c:v>
                </c:pt>
                <c:pt idx="2200">
                  <c:v>41223</c:v>
                </c:pt>
                <c:pt idx="2201">
                  <c:v>41224</c:v>
                </c:pt>
                <c:pt idx="2202">
                  <c:v>41225</c:v>
                </c:pt>
                <c:pt idx="2203">
                  <c:v>41226</c:v>
                </c:pt>
                <c:pt idx="2204">
                  <c:v>41227</c:v>
                </c:pt>
                <c:pt idx="2205">
                  <c:v>41228</c:v>
                </c:pt>
                <c:pt idx="2206">
                  <c:v>41229</c:v>
                </c:pt>
                <c:pt idx="2207">
                  <c:v>41230</c:v>
                </c:pt>
                <c:pt idx="2208">
                  <c:v>41231</c:v>
                </c:pt>
                <c:pt idx="2209">
                  <c:v>41232</c:v>
                </c:pt>
                <c:pt idx="2210">
                  <c:v>41233</c:v>
                </c:pt>
                <c:pt idx="2211">
                  <c:v>41234</c:v>
                </c:pt>
                <c:pt idx="2212">
                  <c:v>41235</c:v>
                </c:pt>
                <c:pt idx="2213">
                  <c:v>41236</c:v>
                </c:pt>
                <c:pt idx="2214">
                  <c:v>41237</c:v>
                </c:pt>
                <c:pt idx="2215">
                  <c:v>41238</c:v>
                </c:pt>
                <c:pt idx="2216">
                  <c:v>41239</c:v>
                </c:pt>
                <c:pt idx="2217">
                  <c:v>41240</c:v>
                </c:pt>
                <c:pt idx="2218">
                  <c:v>41241</c:v>
                </c:pt>
                <c:pt idx="2219">
                  <c:v>41242</c:v>
                </c:pt>
                <c:pt idx="2220">
                  <c:v>41243</c:v>
                </c:pt>
                <c:pt idx="2221">
                  <c:v>41244</c:v>
                </c:pt>
                <c:pt idx="2222">
                  <c:v>41245</c:v>
                </c:pt>
                <c:pt idx="2223">
                  <c:v>41246</c:v>
                </c:pt>
                <c:pt idx="2224">
                  <c:v>41247</c:v>
                </c:pt>
                <c:pt idx="2225">
                  <c:v>41248</c:v>
                </c:pt>
                <c:pt idx="2226">
                  <c:v>41249</c:v>
                </c:pt>
                <c:pt idx="2227">
                  <c:v>41250</c:v>
                </c:pt>
                <c:pt idx="2228">
                  <c:v>41251</c:v>
                </c:pt>
                <c:pt idx="2229">
                  <c:v>41252</c:v>
                </c:pt>
                <c:pt idx="2230">
                  <c:v>41253</c:v>
                </c:pt>
                <c:pt idx="2231">
                  <c:v>41254</c:v>
                </c:pt>
                <c:pt idx="2232">
                  <c:v>41255</c:v>
                </c:pt>
                <c:pt idx="2233">
                  <c:v>41256</c:v>
                </c:pt>
                <c:pt idx="2234">
                  <c:v>41257</c:v>
                </c:pt>
                <c:pt idx="2235">
                  <c:v>41258</c:v>
                </c:pt>
                <c:pt idx="2236">
                  <c:v>41259</c:v>
                </c:pt>
                <c:pt idx="2237">
                  <c:v>41260</c:v>
                </c:pt>
                <c:pt idx="2238">
                  <c:v>41261</c:v>
                </c:pt>
                <c:pt idx="2239">
                  <c:v>41262</c:v>
                </c:pt>
                <c:pt idx="2240">
                  <c:v>41263</c:v>
                </c:pt>
                <c:pt idx="2241">
                  <c:v>41264</c:v>
                </c:pt>
                <c:pt idx="2242">
                  <c:v>41265</c:v>
                </c:pt>
                <c:pt idx="2243">
                  <c:v>41266</c:v>
                </c:pt>
                <c:pt idx="2244">
                  <c:v>41267</c:v>
                </c:pt>
                <c:pt idx="2245">
                  <c:v>41268</c:v>
                </c:pt>
                <c:pt idx="2246">
                  <c:v>41269</c:v>
                </c:pt>
                <c:pt idx="2247">
                  <c:v>41270</c:v>
                </c:pt>
                <c:pt idx="2248">
                  <c:v>41271</c:v>
                </c:pt>
                <c:pt idx="2249">
                  <c:v>41272</c:v>
                </c:pt>
                <c:pt idx="2250">
                  <c:v>41273</c:v>
                </c:pt>
                <c:pt idx="2251">
                  <c:v>41274</c:v>
                </c:pt>
                <c:pt idx="2252">
                  <c:v>41275</c:v>
                </c:pt>
                <c:pt idx="2253">
                  <c:v>41276</c:v>
                </c:pt>
                <c:pt idx="2254">
                  <c:v>41277</c:v>
                </c:pt>
                <c:pt idx="2255">
                  <c:v>41278</c:v>
                </c:pt>
                <c:pt idx="2256">
                  <c:v>41279</c:v>
                </c:pt>
                <c:pt idx="2257">
                  <c:v>41280</c:v>
                </c:pt>
                <c:pt idx="2258">
                  <c:v>41281</c:v>
                </c:pt>
                <c:pt idx="2259">
                  <c:v>41282</c:v>
                </c:pt>
                <c:pt idx="2260">
                  <c:v>41283</c:v>
                </c:pt>
                <c:pt idx="2261">
                  <c:v>41284</c:v>
                </c:pt>
                <c:pt idx="2262">
                  <c:v>41285</c:v>
                </c:pt>
                <c:pt idx="2263">
                  <c:v>41286</c:v>
                </c:pt>
                <c:pt idx="2264">
                  <c:v>41287</c:v>
                </c:pt>
                <c:pt idx="2265">
                  <c:v>41288</c:v>
                </c:pt>
                <c:pt idx="2266">
                  <c:v>41289</c:v>
                </c:pt>
                <c:pt idx="2267">
                  <c:v>41290</c:v>
                </c:pt>
                <c:pt idx="2268">
                  <c:v>41291</c:v>
                </c:pt>
                <c:pt idx="2269">
                  <c:v>41292</c:v>
                </c:pt>
                <c:pt idx="2270">
                  <c:v>41293</c:v>
                </c:pt>
                <c:pt idx="2271">
                  <c:v>41294</c:v>
                </c:pt>
                <c:pt idx="2272">
                  <c:v>41295</c:v>
                </c:pt>
                <c:pt idx="2273">
                  <c:v>41296</c:v>
                </c:pt>
                <c:pt idx="2274">
                  <c:v>41297</c:v>
                </c:pt>
                <c:pt idx="2275">
                  <c:v>41298</c:v>
                </c:pt>
                <c:pt idx="2276">
                  <c:v>41299</c:v>
                </c:pt>
                <c:pt idx="2277">
                  <c:v>41300</c:v>
                </c:pt>
                <c:pt idx="2278">
                  <c:v>41301</c:v>
                </c:pt>
                <c:pt idx="2279">
                  <c:v>41302</c:v>
                </c:pt>
                <c:pt idx="2280">
                  <c:v>41303</c:v>
                </c:pt>
                <c:pt idx="2281">
                  <c:v>41304</c:v>
                </c:pt>
                <c:pt idx="2282">
                  <c:v>41305</c:v>
                </c:pt>
                <c:pt idx="2283">
                  <c:v>41306</c:v>
                </c:pt>
                <c:pt idx="2284">
                  <c:v>41307</c:v>
                </c:pt>
                <c:pt idx="2285">
                  <c:v>41308</c:v>
                </c:pt>
                <c:pt idx="2286">
                  <c:v>41309</c:v>
                </c:pt>
                <c:pt idx="2287">
                  <c:v>41310</c:v>
                </c:pt>
                <c:pt idx="2288">
                  <c:v>41311</c:v>
                </c:pt>
                <c:pt idx="2289">
                  <c:v>41312</c:v>
                </c:pt>
                <c:pt idx="2290">
                  <c:v>41313</c:v>
                </c:pt>
                <c:pt idx="2291">
                  <c:v>41314</c:v>
                </c:pt>
                <c:pt idx="2292">
                  <c:v>41315</c:v>
                </c:pt>
                <c:pt idx="2293">
                  <c:v>41316</c:v>
                </c:pt>
                <c:pt idx="2294">
                  <c:v>41317</c:v>
                </c:pt>
                <c:pt idx="2295">
                  <c:v>41318</c:v>
                </c:pt>
                <c:pt idx="2296">
                  <c:v>41319</c:v>
                </c:pt>
                <c:pt idx="2297">
                  <c:v>41320</c:v>
                </c:pt>
                <c:pt idx="2298">
                  <c:v>41321</c:v>
                </c:pt>
                <c:pt idx="2299">
                  <c:v>41322</c:v>
                </c:pt>
                <c:pt idx="2300">
                  <c:v>41323</c:v>
                </c:pt>
                <c:pt idx="2301">
                  <c:v>41324</c:v>
                </c:pt>
                <c:pt idx="2302">
                  <c:v>41325</c:v>
                </c:pt>
                <c:pt idx="2303">
                  <c:v>41326</c:v>
                </c:pt>
                <c:pt idx="2304">
                  <c:v>41327</c:v>
                </c:pt>
                <c:pt idx="2305">
                  <c:v>41328</c:v>
                </c:pt>
                <c:pt idx="2306">
                  <c:v>41329</c:v>
                </c:pt>
                <c:pt idx="2307">
                  <c:v>41330</c:v>
                </c:pt>
                <c:pt idx="2308">
                  <c:v>41331</c:v>
                </c:pt>
                <c:pt idx="2309">
                  <c:v>41332</c:v>
                </c:pt>
                <c:pt idx="2310">
                  <c:v>41333</c:v>
                </c:pt>
                <c:pt idx="2311">
                  <c:v>41334</c:v>
                </c:pt>
                <c:pt idx="2312">
                  <c:v>41335</c:v>
                </c:pt>
                <c:pt idx="2313">
                  <c:v>41336</c:v>
                </c:pt>
                <c:pt idx="2314">
                  <c:v>41337</c:v>
                </c:pt>
                <c:pt idx="2315">
                  <c:v>41338</c:v>
                </c:pt>
                <c:pt idx="2316">
                  <c:v>41339</c:v>
                </c:pt>
                <c:pt idx="2317">
                  <c:v>41340</c:v>
                </c:pt>
                <c:pt idx="2318">
                  <c:v>41341</c:v>
                </c:pt>
                <c:pt idx="2319">
                  <c:v>41342</c:v>
                </c:pt>
                <c:pt idx="2320">
                  <c:v>41343</c:v>
                </c:pt>
                <c:pt idx="2321">
                  <c:v>41344</c:v>
                </c:pt>
                <c:pt idx="2322">
                  <c:v>41345</c:v>
                </c:pt>
                <c:pt idx="2323">
                  <c:v>41346</c:v>
                </c:pt>
                <c:pt idx="2324">
                  <c:v>41347</c:v>
                </c:pt>
                <c:pt idx="2325">
                  <c:v>41348</c:v>
                </c:pt>
                <c:pt idx="2326">
                  <c:v>41349</c:v>
                </c:pt>
                <c:pt idx="2327">
                  <c:v>41350</c:v>
                </c:pt>
                <c:pt idx="2328">
                  <c:v>41351</c:v>
                </c:pt>
                <c:pt idx="2329">
                  <c:v>41352</c:v>
                </c:pt>
                <c:pt idx="2330">
                  <c:v>41353</c:v>
                </c:pt>
                <c:pt idx="2331">
                  <c:v>41354</c:v>
                </c:pt>
                <c:pt idx="2332">
                  <c:v>41355</c:v>
                </c:pt>
                <c:pt idx="2333">
                  <c:v>41356</c:v>
                </c:pt>
                <c:pt idx="2334">
                  <c:v>41357</c:v>
                </c:pt>
                <c:pt idx="2335">
                  <c:v>41358</c:v>
                </c:pt>
                <c:pt idx="2336">
                  <c:v>41359</c:v>
                </c:pt>
                <c:pt idx="2337">
                  <c:v>41360</c:v>
                </c:pt>
                <c:pt idx="2338">
                  <c:v>41361</c:v>
                </c:pt>
                <c:pt idx="2339">
                  <c:v>41362</c:v>
                </c:pt>
                <c:pt idx="2340">
                  <c:v>41363</c:v>
                </c:pt>
                <c:pt idx="2341">
                  <c:v>41364</c:v>
                </c:pt>
                <c:pt idx="2342">
                  <c:v>41365</c:v>
                </c:pt>
                <c:pt idx="2343">
                  <c:v>41366</c:v>
                </c:pt>
                <c:pt idx="2344">
                  <c:v>41367</c:v>
                </c:pt>
                <c:pt idx="2345">
                  <c:v>41368</c:v>
                </c:pt>
                <c:pt idx="2346">
                  <c:v>41369</c:v>
                </c:pt>
                <c:pt idx="2347">
                  <c:v>41370</c:v>
                </c:pt>
                <c:pt idx="2348">
                  <c:v>41371</c:v>
                </c:pt>
                <c:pt idx="2349">
                  <c:v>41372</c:v>
                </c:pt>
                <c:pt idx="2350">
                  <c:v>41373</c:v>
                </c:pt>
                <c:pt idx="2351">
                  <c:v>41374</c:v>
                </c:pt>
                <c:pt idx="2352">
                  <c:v>41375</c:v>
                </c:pt>
                <c:pt idx="2353">
                  <c:v>41376</c:v>
                </c:pt>
                <c:pt idx="2354">
                  <c:v>41377</c:v>
                </c:pt>
                <c:pt idx="2355">
                  <c:v>41378</c:v>
                </c:pt>
                <c:pt idx="2356">
                  <c:v>41379</c:v>
                </c:pt>
                <c:pt idx="2357">
                  <c:v>41380</c:v>
                </c:pt>
                <c:pt idx="2358">
                  <c:v>41381</c:v>
                </c:pt>
                <c:pt idx="2359">
                  <c:v>41382</c:v>
                </c:pt>
                <c:pt idx="2360">
                  <c:v>41383</c:v>
                </c:pt>
                <c:pt idx="2361">
                  <c:v>41384</c:v>
                </c:pt>
                <c:pt idx="2362">
                  <c:v>41385</c:v>
                </c:pt>
                <c:pt idx="2363">
                  <c:v>41386</c:v>
                </c:pt>
                <c:pt idx="2364">
                  <c:v>41387</c:v>
                </c:pt>
                <c:pt idx="2365">
                  <c:v>41388</c:v>
                </c:pt>
                <c:pt idx="2366">
                  <c:v>41389</c:v>
                </c:pt>
                <c:pt idx="2367">
                  <c:v>41390</c:v>
                </c:pt>
                <c:pt idx="2368">
                  <c:v>41391</c:v>
                </c:pt>
                <c:pt idx="2369">
                  <c:v>41392</c:v>
                </c:pt>
                <c:pt idx="2370">
                  <c:v>41393</c:v>
                </c:pt>
                <c:pt idx="2371">
                  <c:v>41394</c:v>
                </c:pt>
                <c:pt idx="2372">
                  <c:v>41395</c:v>
                </c:pt>
                <c:pt idx="2373">
                  <c:v>41396</c:v>
                </c:pt>
                <c:pt idx="2374">
                  <c:v>41397</c:v>
                </c:pt>
                <c:pt idx="2375">
                  <c:v>41398</c:v>
                </c:pt>
                <c:pt idx="2376">
                  <c:v>41399</c:v>
                </c:pt>
                <c:pt idx="2377">
                  <c:v>41400</c:v>
                </c:pt>
                <c:pt idx="2378">
                  <c:v>41401</c:v>
                </c:pt>
                <c:pt idx="2379">
                  <c:v>41402</c:v>
                </c:pt>
                <c:pt idx="2380">
                  <c:v>41403</c:v>
                </c:pt>
                <c:pt idx="2381">
                  <c:v>41404</c:v>
                </c:pt>
                <c:pt idx="2382">
                  <c:v>41405</c:v>
                </c:pt>
                <c:pt idx="2383">
                  <c:v>41406</c:v>
                </c:pt>
                <c:pt idx="2384">
                  <c:v>41407</c:v>
                </c:pt>
                <c:pt idx="2385">
                  <c:v>41408</c:v>
                </c:pt>
                <c:pt idx="2386">
                  <c:v>41409</c:v>
                </c:pt>
                <c:pt idx="2387">
                  <c:v>41410</c:v>
                </c:pt>
                <c:pt idx="2388">
                  <c:v>41411</c:v>
                </c:pt>
                <c:pt idx="2389">
                  <c:v>41412</c:v>
                </c:pt>
                <c:pt idx="2390">
                  <c:v>41413</c:v>
                </c:pt>
                <c:pt idx="2391">
                  <c:v>41414</c:v>
                </c:pt>
                <c:pt idx="2392">
                  <c:v>41415</c:v>
                </c:pt>
                <c:pt idx="2393">
                  <c:v>41416</c:v>
                </c:pt>
                <c:pt idx="2394">
                  <c:v>41417</c:v>
                </c:pt>
                <c:pt idx="2395">
                  <c:v>41418</c:v>
                </c:pt>
                <c:pt idx="2396">
                  <c:v>41419</c:v>
                </c:pt>
                <c:pt idx="2397">
                  <c:v>41420</c:v>
                </c:pt>
                <c:pt idx="2398">
                  <c:v>41421</c:v>
                </c:pt>
                <c:pt idx="2399">
                  <c:v>41422</c:v>
                </c:pt>
                <c:pt idx="2400">
                  <c:v>41423</c:v>
                </c:pt>
                <c:pt idx="2401">
                  <c:v>41424</c:v>
                </c:pt>
                <c:pt idx="2402">
                  <c:v>41425</c:v>
                </c:pt>
                <c:pt idx="2403">
                  <c:v>41426</c:v>
                </c:pt>
                <c:pt idx="2404">
                  <c:v>41427</c:v>
                </c:pt>
                <c:pt idx="2405">
                  <c:v>41428</c:v>
                </c:pt>
                <c:pt idx="2406">
                  <c:v>41429</c:v>
                </c:pt>
                <c:pt idx="2407">
                  <c:v>41430</c:v>
                </c:pt>
                <c:pt idx="2408">
                  <c:v>41431</c:v>
                </c:pt>
                <c:pt idx="2409">
                  <c:v>41432</c:v>
                </c:pt>
                <c:pt idx="2410">
                  <c:v>41433</c:v>
                </c:pt>
                <c:pt idx="2411">
                  <c:v>41434</c:v>
                </c:pt>
                <c:pt idx="2412">
                  <c:v>41435</c:v>
                </c:pt>
                <c:pt idx="2413">
                  <c:v>41436</c:v>
                </c:pt>
                <c:pt idx="2414">
                  <c:v>41437</c:v>
                </c:pt>
                <c:pt idx="2415">
                  <c:v>41438</c:v>
                </c:pt>
                <c:pt idx="2416">
                  <c:v>41439</c:v>
                </c:pt>
                <c:pt idx="2417">
                  <c:v>41440</c:v>
                </c:pt>
                <c:pt idx="2418">
                  <c:v>41441</c:v>
                </c:pt>
                <c:pt idx="2419">
                  <c:v>41442</c:v>
                </c:pt>
                <c:pt idx="2420">
                  <c:v>41443</c:v>
                </c:pt>
                <c:pt idx="2421">
                  <c:v>41444</c:v>
                </c:pt>
                <c:pt idx="2422">
                  <c:v>41445</c:v>
                </c:pt>
                <c:pt idx="2423">
                  <c:v>41446</c:v>
                </c:pt>
                <c:pt idx="2424">
                  <c:v>41447</c:v>
                </c:pt>
                <c:pt idx="2425">
                  <c:v>41448</c:v>
                </c:pt>
                <c:pt idx="2426">
                  <c:v>41449</c:v>
                </c:pt>
                <c:pt idx="2427">
                  <c:v>41450</c:v>
                </c:pt>
                <c:pt idx="2428">
                  <c:v>41451</c:v>
                </c:pt>
                <c:pt idx="2429">
                  <c:v>41452</c:v>
                </c:pt>
                <c:pt idx="2430">
                  <c:v>41453</c:v>
                </c:pt>
                <c:pt idx="2431">
                  <c:v>41454</c:v>
                </c:pt>
                <c:pt idx="2432">
                  <c:v>41455</c:v>
                </c:pt>
                <c:pt idx="2433">
                  <c:v>41456</c:v>
                </c:pt>
                <c:pt idx="2434">
                  <c:v>41457</c:v>
                </c:pt>
                <c:pt idx="2435">
                  <c:v>41458</c:v>
                </c:pt>
                <c:pt idx="2436">
                  <c:v>41459</c:v>
                </c:pt>
                <c:pt idx="2437">
                  <c:v>41460</c:v>
                </c:pt>
                <c:pt idx="2438">
                  <c:v>41461</c:v>
                </c:pt>
                <c:pt idx="2439">
                  <c:v>41462</c:v>
                </c:pt>
                <c:pt idx="2440">
                  <c:v>41463</c:v>
                </c:pt>
                <c:pt idx="2441">
                  <c:v>41464</c:v>
                </c:pt>
                <c:pt idx="2442">
                  <c:v>41465</c:v>
                </c:pt>
                <c:pt idx="2443">
                  <c:v>41466</c:v>
                </c:pt>
                <c:pt idx="2444">
                  <c:v>41467</c:v>
                </c:pt>
                <c:pt idx="2445">
                  <c:v>41468</c:v>
                </c:pt>
                <c:pt idx="2446">
                  <c:v>41469</c:v>
                </c:pt>
                <c:pt idx="2447">
                  <c:v>41470</c:v>
                </c:pt>
                <c:pt idx="2448">
                  <c:v>41471</c:v>
                </c:pt>
                <c:pt idx="2449">
                  <c:v>41472</c:v>
                </c:pt>
                <c:pt idx="2450">
                  <c:v>41473</c:v>
                </c:pt>
                <c:pt idx="2451">
                  <c:v>41474</c:v>
                </c:pt>
                <c:pt idx="2452">
                  <c:v>41475</c:v>
                </c:pt>
                <c:pt idx="2453">
                  <c:v>41476</c:v>
                </c:pt>
                <c:pt idx="2454">
                  <c:v>41477</c:v>
                </c:pt>
                <c:pt idx="2455">
                  <c:v>41478</c:v>
                </c:pt>
                <c:pt idx="2456">
                  <c:v>41479</c:v>
                </c:pt>
                <c:pt idx="2457">
                  <c:v>41480</c:v>
                </c:pt>
                <c:pt idx="2458">
                  <c:v>41481</c:v>
                </c:pt>
                <c:pt idx="2459">
                  <c:v>41482</c:v>
                </c:pt>
                <c:pt idx="2460">
                  <c:v>41483</c:v>
                </c:pt>
                <c:pt idx="2461">
                  <c:v>41484</c:v>
                </c:pt>
                <c:pt idx="2462">
                  <c:v>41485</c:v>
                </c:pt>
                <c:pt idx="2463">
                  <c:v>41486</c:v>
                </c:pt>
                <c:pt idx="2464">
                  <c:v>41487</c:v>
                </c:pt>
                <c:pt idx="2465">
                  <c:v>41488</c:v>
                </c:pt>
                <c:pt idx="2466">
                  <c:v>41489</c:v>
                </c:pt>
                <c:pt idx="2467">
                  <c:v>41490</c:v>
                </c:pt>
                <c:pt idx="2468">
                  <c:v>41491</c:v>
                </c:pt>
                <c:pt idx="2469">
                  <c:v>41492</c:v>
                </c:pt>
                <c:pt idx="2470">
                  <c:v>41493</c:v>
                </c:pt>
                <c:pt idx="2471">
                  <c:v>41494</c:v>
                </c:pt>
                <c:pt idx="2472">
                  <c:v>41495</c:v>
                </c:pt>
                <c:pt idx="2473">
                  <c:v>41496</c:v>
                </c:pt>
                <c:pt idx="2474">
                  <c:v>41497</c:v>
                </c:pt>
                <c:pt idx="2475">
                  <c:v>41498</c:v>
                </c:pt>
                <c:pt idx="2476">
                  <c:v>41499</c:v>
                </c:pt>
                <c:pt idx="2477">
                  <c:v>41500</c:v>
                </c:pt>
                <c:pt idx="2478">
                  <c:v>41501</c:v>
                </c:pt>
                <c:pt idx="2479">
                  <c:v>41502</c:v>
                </c:pt>
                <c:pt idx="2480">
                  <c:v>41503</c:v>
                </c:pt>
                <c:pt idx="2481">
                  <c:v>41504</c:v>
                </c:pt>
                <c:pt idx="2482">
                  <c:v>41505</c:v>
                </c:pt>
                <c:pt idx="2483">
                  <c:v>41506</c:v>
                </c:pt>
                <c:pt idx="2484">
                  <c:v>41507</c:v>
                </c:pt>
                <c:pt idx="2485">
                  <c:v>41508</c:v>
                </c:pt>
                <c:pt idx="2486">
                  <c:v>41509</c:v>
                </c:pt>
                <c:pt idx="2487">
                  <c:v>41510</c:v>
                </c:pt>
                <c:pt idx="2488">
                  <c:v>41511</c:v>
                </c:pt>
                <c:pt idx="2489">
                  <c:v>41512</c:v>
                </c:pt>
                <c:pt idx="2490">
                  <c:v>41513</c:v>
                </c:pt>
                <c:pt idx="2491">
                  <c:v>41514</c:v>
                </c:pt>
                <c:pt idx="2492">
                  <c:v>41515</c:v>
                </c:pt>
                <c:pt idx="2493">
                  <c:v>41516</c:v>
                </c:pt>
                <c:pt idx="2494">
                  <c:v>41517</c:v>
                </c:pt>
                <c:pt idx="2495">
                  <c:v>41518</c:v>
                </c:pt>
                <c:pt idx="2496">
                  <c:v>41519</c:v>
                </c:pt>
                <c:pt idx="2497">
                  <c:v>41520</c:v>
                </c:pt>
                <c:pt idx="2498">
                  <c:v>41521</c:v>
                </c:pt>
                <c:pt idx="2499">
                  <c:v>41522</c:v>
                </c:pt>
                <c:pt idx="2500">
                  <c:v>41523</c:v>
                </c:pt>
                <c:pt idx="2501">
                  <c:v>41524</c:v>
                </c:pt>
                <c:pt idx="2502">
                  <c:v>41525</c:v>
                </c:pt>
                <c:pt idx="2503">
                  <c:v>41526</c:v>
                </c:pt>
                <c:pt idx="2504">
                  <c:v>41527</c:v>
                </c:pt>
                <c:pt idx="2505">
                  <c:v>41528</c:v>
                </c:pt>
                <c:pt idx="2506">
                  <c:v>41529</c:v>
                </c:pt>
                <c:pt idx="2507">
                  <c:v>41530</c:v>
                </c:pt>
                <c:pt idx="2508">
                  <c:v>41531</c:v>
                </c:pt>
                <c:pt idx="2509">
                  <c:v>41532</c:v>
                </c:pt>
                <c:pt idx="2510">
                  <c:v>41533</c:v>
                </c:pt>
                <c:pt idx="2511">
                  <c:v>41534</c:v>
                </c:pt>
                <c:pt idx="2512">
                  <c:v>41535</c:v>
                </c:pt>
                <c:pt idx="2513">
                  <c:v>41536</c:v>
                </c:pt>
                <c:pt idx="2514">
                  <c:v>41537</c:v>
                </c:pt>
                <c:pt idx="2515">
                  <c:v>41538</c:v>
                </c:pt>
                <c:pt idx="2516">
                  <c:v>41539</c:v>
                </c:pt>
                <c:pt idx="2517">
                  <c:v>41540</c:v>
                </c:pt>
                <c:pt idx="2518">
                  <c:v>41541</c:v>
                </c:pt>
                <c:pt idx="2519">
                  <c:v>41542</c:v>
                </c:pt>
                <c:pt idx="2520">
                  <c:v>41543</c:v>
                </c:pt>
                <c:pt idx="2521">
                  <c:v>41544</c:v>
                </c:pt>
                <c:pt idx="2522">
                  <c:v>41545</c:v>
                </c:pt>
                <c:pt idx="2523">
                  <c:v>41546</c:v>
                </c:pt>
                <c:pt idx="2524">
                  <c:v>41547</c:v>
                </c:pt>
                <c:pt idx="2525">
                  <c:v>41548</c:v>
                </c:pt>
                <c:pt idx="2526">
                  <c:v>41549</c:v>
                </c:pt>
                <c:pt idx="2527">
                  <c:v>41550</c:v>
                </c:pt>
                <c:pt idx="2528">
                  <c:v>41551</c:v>
                </c:pt>
                <c:pt idx="2529">
                  <c:v>41552</c:v>
                </c:pt>
                <c:pt idx="2530">
                  <c:v>41553</c:v>
                </c:pt>
                <c:pt idx="2531">
                  <c:v>41554</c:v>
                </c:pt>
                <c:pt idx="2532">
                  <c:v>41555</c:v>
                </c:pt>
                <c:pt idx="2533">
                  <c:v>41556</c:v>
                </c:pt>
                <c:pt idx="2534">
                  <c:v>41557</c:v>
                </c:pt>
                <c:pt idx="2535">
                  <c:v>41558</c:v>
                </c:pt>
                <c:pt idx="2536">
                  <c:v>41559</c:v>
                </c:pt>
                <c:pt idx="2537">
                  <c:v>41560</c:v>
                </c:pt>
                <c:pt idx="2538">
                  <c:v>41561</c:v>
                </c:pt>
                <c:pt idx="2539">
                  <c:v>41562</c:v>
                </c:pt>
                <c:pt idx="2540">
                  <c:v>41563</c:v>
                </c:pt>
                <c:pt idx="2541">
                  <c:v>41564</c:v>
                </c:pt>
                <c:pt idx="2542">
                  <c:v>41565</c:v>
                </c:pt>
                <c:pt idx="2543">
                  <c:v>41566</c:v>
                </c:pt>
                <c:pt idx="2544">
                  <c:v>41567</c:v>
                </c:pt>
                <c:pt idx="2545">
                  <c:v>41568</c:v>
                </c:pt>
                <c:pt idx="2546">
                  <c:v>41569</c:v>
                </c:pt>
                <c:pt idx="2547">
                  <c:v>41570</c:v>
                </c:pt>
                <c:pt idx="2548">
                  <c:v>41571</c:v>
                </c:pt>
                <c:pt idx="2549">
                  <c:v>41572</c:v>
                </c:pt>
                <c:pt idx="2550">
                  <c:v>41573</c:v>
                </c:pt>
                <c:pt idx="2551">
                  <c:v>41574</c:v>
                </c:pt>
                <c:pt idx="2552">
                  <c:v>41575</c:v>
                </c:pt>
                <c:pt idx="2553">
                  <c:v>41576</c:v>
                </c:pt>
                <c:pt idx="2554">
                  <c:v>41577</c:v>
                </c:pt>
                <c:pt idx="2555">
                  <c:v>41578</c:v>
                </c:pt>
                <c:pt idx="2556">
                  <c:v>41579</c:v>
                </c:pt>
                <c:pt idx="2557">
                  <c:v>41580</c:v>
                </c:pt>
                <c:pt idx="2558">
                  <c:v>41581</c:v>
                </c:pt>
                <c:pt idx="2559">
                  <c:v>41582</c:v>
                </c:pt>
                <c:pt idx="2560">
                  <c:v>41583</c:v>
                </c:pt>
                <c:pt idx="2561">
                  <c:v>41584</c:v>
                </c:pt>
                <c:pt idx="2562">
                  <c:v>41585</c:v>
                </c:pt>
                <c:pt idx="2563">
                  <c:v>41586</c:v>
                </c:pt>
                <c:pt idx="2564">
                  <c:v>41587</c:v>
                </c:pt>
                <c:pt idx="2565">
                  <c:v>41588</c:v>
                </c:pt>
                <c:pt idx="2566">
                  <c:v>41589</c:v>
                </c:pt>
                <c:pt idx="2567">
                  <c:v>41590</c:v>
                </c:pt>
                <c:pt idx="2568">
                  <c:v>41591</c:v>
                </c:pt>
                <c:pt idx="2569">
                  <c:v>41592</c:v>
                </c:pt>
                <c:pt idx="2570">
                  <c:v>41593</c:v>
                </c:pt>
                <c:pt idx="2571">
                  <c:v>41594</c:v>
                </c:pt>
                <c:pt idx="2572">
                  <c:v>41595</c:v>
                </c:pt>
                <c:pt idx="2573">
                  <c:v>41596</c:v>
                </c:pt>
                <c:pt idx="2574">
                  <c:v>41597</c:v>
                </c:pt>
                <c:pt idx="2575">
                  <c:v>41598</c:v>
                </c:pt>
                <c:pt idx="2576">
                  <c:v>41599</c:v>
                </c:pt>
                <c:pt idx="2577">
                  <c:v>41600</c:v>
                </c:pt>
                <c:pt idx="2578">
                  <c:v>41601</c:v>
                </c:pt>
                <c:pt idx="2579">
                  <c:v>41602</c:v>
                </c:pt>
                <c:pt idx="2580">
                  <c:v>41603</c:v>
                </c:pt>
                <c:pt idx="2581">
                  <c:v>41604</c:v>
                </c:pt>
                <c:pt idx="2582">
                  <c:v>41605</c:v>
                </c:pt>
                <c:pt idx="2583">
                  <c:v>41606</c:v>
                </c:pt>
                <c:pt idx="2584">
                  <c:v>41607</c:v>
                </c:pt>
                <c:pt idx="2585">
                  <c:v>41608</c:v>
                </c:pt>
                <c:pt idx="2586">
                  <c:v>41609</c:v>
                </c:pt>
                <c:pt idx="2587">
                  <c:v>41610</c:v>
                </c:pt>
                <c:pt idx="2588">
                  <c:v>41611</c:v>
                </c:pt>
                <c:pt idx="2589">
                  <c:v>41612</c:v>
                </c:pt>
                <c:pt idx="2590">
                  <c:v>41613</c:v>
                </c:pt>
                <c:pt idx="2591">
                  <c:v>41614</c:v>
                </c:pt>
                <c:pt idx="2592">
                  <c:v>41615</c:v>
                </c:pt>
                <c:pt idx="2593">
                  <c:v>41616</c:v>
                </c:pt>
                <c:pt idx="2594">
                  <c:v>41617</c:v>
                </c:pt>
                <c:pt idx="2595">
                  <c:v>41618</c:v>
                </c:pt>
                <c:pt idx="2596">
                  <c:v>41619</c:v>
                </c:pt>
                <c:pt idx="2597">
                  <c:v>41620</c:v>
                </c:pt>
                <c:pt idx="2598">
                  <c:v>41621</c:v>
                </c:pt>
                <c:pt idx="2599">
                  <c:v>41622</c:v>
                </c:pt>
                <c:pt idx="2600">
                  <c:v>41623</c:v>
                </c:pt>
                <c:pt idx="2601">
                  <c:v>41624</c:v>
                </c:pt>
                <c:pt idx="2602">
                  <c:v>41625</c:v>
                </c:pt>
                <c:pt idx="2603">
                  <c:v>41626</c:v>
                </c:pt>
                <c:pt idx="2604">
                  <c:v>41627</c:v>
                </c:pt>
                <c:pt idx="2605">
                  <c:v>41628</c:v>
                </c:pt>
                <c:pt idx="2606">
                  <c:v>41629</c:v>
                </c:pt>
                <c:pt idx="2607">
                  <c:v>41630</c:v>
                </c:pt>
                <c:pt idx="2608">
                  <c:v>41631</c:v>
                </c:pt>
                <c:pt idx="2609">
                  <c:v>41632</c:v>
                </c:pt>
                <c:pt idx="2610">
                  <c:v>41633</c:v>
                </c:pt>
                <c:pt idx="2611">
                  <c:v>41634</c:v>
                </c:pt>
                <c:pt idx="2612">
                  <c:v>41635</c:v>
                </c:pt>
                <c:pt idx="2613">
                  <c:v>41636</c:v>
                </c:pt>
                <c:pt idx="2614">
                  <c:v>41637</c:v>
                </c:pt>
                <c:pt idx="2615">
                  <c:v>41638</c:v>
                </c:pt>
                <c:pt idx="2616">
                  <c:v>41639</c:v>
                </c:pt>
                <c:pt idx="2617">
                  <c:v>41640</c:v>
                </c:pt>
                <c:pt idx="2618">
                  <c:v>41641</c:v>
                </c:pt>
                <c:pt idx="2619">
                  <c:v>41642</c:v>
                </c:pt>
                <c:pt idx="2620">
                  <c:v>41643</c:v>
                </c:pt>
                <c:pt idx="2621">
                  <c:v>41644</c:v>
                </c:pt>
                <c:pt idx="2622">
                  <c:v>41645</c:v>
                </c:pt>
                <c:pt idx="2623">
                  <c:v>41646</c:v>
                </c:pt>
                <c:pt idx="2624">
                  <c:v>41647</c:v>
                </c:pt>
                <c:pt idx="2625">
                  <c:v>41648</c:v>
                </c:pt>
                <c:pt idx="2626">
                  <c:v>41649</c:v>
                </c:pt>
                <c:pt idx="2627">
                  <c:v>41650</c:v>
                </c:pt>
                <c:pt idx="2628">
                  <c:v>41651</c:v>
                </c:pt>
                <c:pt idx="2629">
                  <c:v>41652</c:v>
                </c:pt>
                <c:pt idx="2630">
                  <c:v>41653</c:v>
                </c:pt>
                <c:pt idx="2631">
                  <c:v>41654</c:v>
                </c:pt>
                <c:pt idx="2632">
                  <c:v>41655</c:v>
                </c:pt>
                <c:pt idx="2633">
                  <c:v>41656</c:v>
                </c:pt>
                <c:pt idx="2634">
                  <c:v>41657</c:v>
                </c:pt>
                <c:pt idx="2635">
                  <c:v>41658</c:v>
                </c:pt>
                <c:pt idx="2636">
                  <c:v>41659</c:v>
                </c:pt>
                <c:pt idx="2637">
                  <c:v>41660</c:v>
                </c:pt>
                <c:pt idx="2638">
                  <c:v>41661</c:v>
                </c:pt>
                <c:pt idx="2639">
                  <c:v>41662</c:v>
                </c:pt>
                <c:pt idx="2640">
                  <c:v>41663</c:v>
                </c:pt>
                <c:pt idx="2641">
                  <c:v>41664</c:v>
                </c:pt>
                <c:pt idx="2642">
                  <c:v>41665</c:v>
                </c:pt>
                <c:pt idx="2643">
                  <c:v>41666</c:v>
                </c:pt>
                <c:pt idx="2644">
                  <c:v>41667</c:v>
                </c:pt>
                <c:pt idx="2645">
                  <c:v>41668</c:v>
                </c:pt>
                <c:pt idx="2646">
                  <c:v>41669</c:v>
                </c:pt>
                <c:pt idx="2647">
                  <c:v>41670</c:v>
                </c:pt>
                <c:pt idx="2648">
                  <c:v>41671</c:v>
                </c:pt>
                <c:pt idx="2649">
                  <c:v>41672</c:v>
                </c:pt>
                <c:pt idx="2650">
                  <c:v>41673</c:v>
                </c:pt>
                <c:pt idx="2651">
                  <c:v>41674</c:v>
                </c:pt>
                <c:pt idx="2652">
                  <c:v>41675</c:v>
                </c:pt>
                <c:pt idx="2653">
                  <c:v>41676</c:v>
                </c:pt>
                <c:pt idx="2654">
                  <c:v>41677</c:v>
                </c:pt>
                <c:pt idx="2655">
                  <c:v>41678</c:v>
                </c:pt>
                <c:pt idx="2656">
                  <c:v>41679</c:v>
                </c:pt>
                <c:pt idx="2657">
                  <c:v>41680</c:v>
                </c:pt>
                <c:pt idx="2658">
                  <c:v>41681</c:v>
                </c:pt>
                <c:pt idx="2659">
                  <c:v>41682</c:v>
                </c:pt>
                <c:pt idx="2660">
                  <c:v>41683</c:v>
                </c:pt>
                <c:pt idx="2661">
                  <c:v>41684</c:v>
                </c:pt>
                <c:pt idx="2662">
                  <c:v>41685</c:v>
                </c:pt>
                <c:pt idx="2663">
                  <c:v>41686</c:v>
                </c:pt>
                <c:pt idx="2664">
                  <c:v>41687</c:v>
                </c:pt>
                <c:pt idx="2665">
                  <c:v>41688</c:v>
                </c:pt>
                <c:pt idx="2666">
                  <c:v>41689</c:v>
                </c:pt>
                <c:pt idx="2667">
                  <c:v>41690</c:v>
                </c:pt>
                <c:pt idx="2668">
                  <c:v>41691</c:v>
                </c:pt>
                <c:pt idx="2669">
                  <c:v>41692</c:v>
                </c:pt>
                <c:pt idx="2670">
                  <c:v>41693</c:v>
                </c:pt>
                <c:pt idx="2671">
                  <c:v>41694</c:v>
                </c:pt>
                <c:pt idx="2672">
                  <c:v>41695</c:v>
                </c:pt>
                <c:pt idx="2673">
                  <c:v>41696</c:v>
                </c:pt>
                <c:pt idx="2674">
                  <c:v>41697</c:v>
                </c:pt>
                <c:pt idx="2675">
                  <c:v>41698</c:v>
                </c:pt>
                <c:pt idx="2676">
                  <c:v>41699</c:v>
                </c:pt>
                <c:pt idx="2677">
                  <c:v>41700</c:v>
                </c:pt>
                <c:pt idx="2678">
                  <c:v>41701</c:v>
                </c:pt>
                <c:pt idx="2679">
                  <c:v>41702</c:v>
                </c:pt>
                <c:pt idx="2680">
                  <c:v>41703</c:v>
                </c:pt>
                <c:pt idx="2681">
                  <c:v>41704</c:v>
                </c:pt>
                <c:pt idx="2682">
                  <c:v>41705</c:v>
                </c:pt>
                <c:pt idx="2683">
                  <c:v>41706</c:v>
                </c:pt>
                <c:pt idx="2684">
                  <c:v>41707</c:v>
                </c:pt>
                <c:pt idx="2685">
                  <c:v>41708</c:v>
                </c:pt>
                <c:pt idx="2686">
                  <c:v>41709</c:v>
                </c:pt>
                <c:pt idx="2687">
                  <c:v>41710</c:v>
                </c:pt>
                <c:pt idx="2688">
                  <c:v>41711</c:v>
                </c:pt>
                <c:pt idx="2689">
                  <c:v>41712</c:v>
                </c:pt>
                <c:pt idx="2690">
                  <c:v>41713</c:v>
                </c:pt>
                <c:pt idx="2691">
                  <c:v>41714</c:v>
                </c:pt>
                <c:pt idx="2692">
                  <c:v>41715</c:v>
                </c:pt>
                <c:pt idx="2693">
                  <c:v>41716</c:v>
                </c:pt>
                <c:pt idx="2694">
                  <c:v>41717</c:v>
                </c:pt>
                <c:pt idx="2695">
                  <c:v>41718</c:v>
                </c:pt>
                <c:pt idx="2696">
                  <c:v>41719</c:v>
                </c:pt>
                <c:pt idx="2697">
                  <c:v>41720</c:v>
                </c:pt>
                <c:pt idx="2698">
                  <c:v>41721</c:v>
                </c:pt>
                <c:pt idx="2699">
                  <c:v>41722</c:v>
                </c:pt>
                <c:pt idx="2700">
                  <c:v>41723</c:v>
                </c:pt>
                <c:pt idx="2701">
                  <c:v>41724</c:v>
                </c:pt>
                <c:pt idx="2702">
                  <c:v>41725</c:v>
                </c:pt>
                <c:pt idx="2703">
                  <c:v>41726</c:v>
                </c:pt>
                <c:pt idx="2704">
                  <c:v>41727</c:v>
                </c:pt>
                <c:pt idx="2705">
                  <c:v>41728</c:v>
                </c:pt>
                <c:pt idx="2706">
                  <c:v>41729</c:v>
                </c:pt>
                <c:pt idx="2707">
                  <c:v>41730</c:v>
                </c:pt>
                <c:pt idx="2708">
                  <c:v>41731</c:v>
                </c:pt>
                <c:pt idx="2709">
                  <c:v>41732</c:v>
                </c:pt>
                <c:pt idx="2710">
                  <c:v>41733</c:v>
                </c:pt>
                <c:pt idx="2711">
                  <c:v>41734</c:v>
                </c:pt>
                <c:pt idx="2712">
                  <c:v>41735</c:v>
                </c:pt>
                <c:pt idx="2713">
                  <c:v>41736</c:v>
                </c:pt>
                <c:pt idx="2714">
                  <c:v>41737</c:v>
                </c:pt>
                <c:pt idx="2715">
                  <c:v>41738</c:v>
                </c:pt>
                <c:pt idx="2716">
                  <c:v>41739</c:v>
                </c:pt>
                <c:pt idx="2717">
                  <c:v>41740</c:v>
                </c:pt>
                <c:pt idx="2718">
                  <c:v>41741</c:v>
                </c:pt>
                <c:pt idx="2719">
                  <c:v>41742</c:v>
                </c:pt>
                <c:pt idx="2720">
                  <c:v>41743</c:v>
                </c:pt>
                <c:pt idx="2721">
                  <c:v>41744</c:v>
                </c:pt>
                <c:pt idx="2722">
                  <c:v>41745</c:v>
                </c:pt>
                <c:pt idx="2723">
                  <c:v>41746</c:v>
                </c:pt>
                <c:pt idx="2724">
                  <c:v>41747</c:v>
                </c:pt>
                <c:pt idx="2725">
                  <c:v>41748</c:v>
                </c:pt>
                <c:pt idx="2726">
                  <c:v>41749</c:v>
                </c:pt>
                <c:pt idx="2727">
                  <c:v>41750</c:v>
                </c:pt>
                <c:pt idx="2728">
                  <c:v>41751</c:v>
                </c:pt>
                <c:pt idx="2729">
                  <c:v>41752</c:v>
                </c:pt>
                <c:pt idx="2730">
                  <c:v>41753</c:v>
                </c:pt>
                <c:pt idx="2731">
                  <c:v>41754</c:v>
                </c:pt>
                <c:pt idx="2732">
                  <c:v>41755</c:v>
                </c:pt>
                <c:pt idx="2733">
                  <c:v>41756</c:v>
                </c:pt>
                <c:pt idx="2734">
                  <c:v>41757</c:v>
                </c:pt>
                <c:pt idx="2735">
                  <c:v>41758</c:v>
                </c:pt>
                <c:pt idx="2736">
                  <c:v>41759</c:v>
                </c:pt>
                <c:pt idx="2737">
                  <c:v>41760</c:v>
                </c:pt>
                <c:pt idx="2738">
                  <c:v>41761</c:v>
                </c:pt>
                <c:pt idx="2739">
                  <c:v>41762</c:v>
                </c:pt>
                <c:pt idx="2740">
                  <c:v>41763</c:v>
                </c:pt>
                <c:pt idx="2741">
                  <c:v>41764</c:v>
                </c:pt>
                <c:pt idx="2742">
                  <c:v>41765</c:v>
                </c:pt>
                <c:pt idx="2743">
                  <c:v>41766</c:v>
                </c:pt>
                <c:pt idx="2744">
                  <c:v>41767</c:v>
                </c:pt>
                <c:pt idx="2745">
                  <c:v>41768</c:v>
                </c:pt>
                <c:pt idx="2746">
                  <c:v>41769</c:v>
                </c:pt>
                <c:pt idx="2747">
                  <c:v>41770</c:v>
                </c:pt>
                <c:pt idx="2748">
                  <c:v>41771</c:v>
                </c:pt>
                <c:pt idx="2749">
                  <c:v>41772</c:v>
                </c:pt>
                <c:pt idx="2750">
                  <c:v>41773</c:v>
                </c:pt>
                <c:pt idx="2751">
                  <c:v>41774</c:v>
                </c:pt>
                <c:pt idx="2752">
                  <c:v>41775</c:v>
                </c:pt>
                <c:pt idx="2753">
                  <c:v>41776</c:v>
                </c:pt>
                <c:pt idx="2754">
                  <c:v>41777</c:v>
                </c:pt>
                <c:pt idx="2755">
                  <c:v>41778</c:v>
                </c:pt>
                <c:pt idx="2756">
                  <c:v>41779</c:v>
                </c:pt>
                <c:pt idx="2757">
                  <c:v>41780</c:v>
                </c:pt>
                <c:pt idx="2758">
                  <c:v>41781</c:v>
                </c:pt>
                <c:pt idx="2759">
                  <c:v>41782</c:v>
                </c:pt>
                <c:pt idx="2760">
                  <c:v>41783</c:v>
                </c:pt>
                <c:pt idx="2761">
                  <c:v>41784</c:v>
                </c:pt>
                <c:pt idx="2762">
                  <c:v>41785</c:v>
                </c:pt>
                <c:pt idx="2763">
                  <c:v>41786</c:v>
                </c:pt>
                <c:pt idx="2764">
                  <c:v>41787</c:v>
                </c:pt>
                <c:pt idx="2765">
                  <c:v>41788</c:v>
                </c:pt>
                <c:pt idx="2766">
                  <c:v>41789</c:v>
                </c:pt>
                <c:pt idx="2767">
                  <c:v>41790</c:v>
                </c:pt>
                <c:pt idx="2768">
                  <c:v>41791</c:v>
                </c:pt>
                <c:pt idx="2769">
                  <c:v>41792</c:v>
                </c:pt>
                <c:pt idx="2770">
                  <c:v>41793</c:v>
                </c:pt>
                <c:pt idx="2771">
                  <c:v>41794</c:v>
                </c:pt>
                <c:pt idx="2772">
                  <c:v>41795</c:v>
                </c:pt>
                <c:pt idx="2773">
                  <c:v>41796</c:v>
                </c:pt>
                <c:pt idx="2774">
                  <c:v>41797</c:v>
                </c:pt>
                <c:pt idx="2775">
                  <c:v>41798</c:v>
                </c:pt>
                <c:pt idx="2776">
                  <c:v>41799</c:v>
                </c:pt>
                <c:pt idx="2777">
                  <c:v>41800</c:v>
                </c:pt>
                <c:pt idx="2778">
                  <c:v>41801</c:v>
                </c:pt>
                <c:pt idx="2779">
                  <c:v>41802</c:v>
                </c:pt>
                <c:pt idx="2780">
                  <c:v>41803</c:v>
                </c:pt>
                <c:pt idx="2781">
                  <c:v>41804</c:v>
                </c:pt>
                <c:pt idx="2782">
                  <c:v>41805</c:v>
                </c:pt>
                <c:pt idx="2783">
                  <c:v>41806</c:v>
                </c:pt>
                <c:pt idx="2784">
                  <c:v>41807</c:v>
                </c:pt>
                <c:pt idx="2785">
                  <c:v>41808</c:v>
                </c:pt>
                <c:pt idx="2786">
                  <c:v>41809</c:v>
                </c:pt>
                <c:pt idx="2787">
                  <c:v>41810</c:v>
                </c:pt>
                <c:pt idx="2788">
                  <c:v>41811</c:v>
                </c:pt>
                <c:pt idx="2789">
                  <c:v>41812</c:v>
                </c:pt>
                <c:pt idx="2790">
                  <c:v>41813</c:v>
                </c:pt>
                <c:pt idx="2791">
                  <c:v>41814</c:v>
                </c:pt>
                <c:pt idx="2792">
                  <c:v>41815</c:v>
                </c:pt>
                <c:pt idx="2793">
                  <c:v>41816</c:v>
                </c:pt>
                <c:pt idx="2794">
                  <c:v>41817</c:v>
                </c:pt>
                <c:pt idx="2795">
                  <c:v>41818</c:v>
                </c:pt>
                <c:pt idx="2796">
                  <c:v>41819</c:v>
                </c:pt>
                <c:pt idx="2797">
                  <c:v>41820</c:v>
                </c:pt>
                <c:pt idx="2798">
                  <c:v>41821</c:v>
                </c:pt>
                <c:pt idx="2799">
                  <c:v>41822</c:v>
                </c:pt>
                <c:pt idx="2800">
                  <c:v>41823</c:v>
                </c:pt>
                <c:pt idx="2801">
                  <c:v>41824</c:v>
                </c:pt>
                <c:pt idx="2802">
                  <c:v>41825</c:v>
                </c:pt>
                <c:pt idx="2803">
                  <c:v>41826</c:v>
                </c:pt>
                <c:pt idx="2804">
                  <c:v>41827</c:v>
                </c:pt>
                <c:pt idx="2805">
                  <c:v>41828</c:v>
                </c:pt>
                <c:pt idx="2806">
                  <c:v>41829</c:v>
                </c:pt>
                <c:pt idx="2807">
                  <c:v>41830</c:v>
                </c:pt>
                <c:pt idx="2808">
                  <c:v>41831</c:v>
                </c:pt>
                <c:pt idx="2809">
                  <c:v>41832</c:v>
                </c:pt>
                <c:pt idx="2810">
                  <c:v>41833</c:v>
                </c:pt>
                <c:pt idx="2811">
                  <c:v>41834</c:v>
                </c:pt>
                <c:pt idx="2812">
                  <c:v>41835</c:v>
                </c:pt>
                <c:pt idx="2813">
                  <c:v>41836</c:v>
                </c:pt>
                <c:pt idx="2814">
                  <c:v>41837</c:v>
                </c:pt>
                <c:pt idx="2815">
                  <c:v>41838</c:v>
                </c:pt>
                <c:pt idx="2816">
                  <c:v>41839</c:v>
                </c:pt>
                <c:pt idx="2817">
                  <c:v>41840</c:v>
                </c:pt>
                <c:pt idx="2818">
                  <c:v>41841</c:v>
                </c:pt>
                <c:pt idx="2819">
                  <c:v>41842</c:v>
                </c:pt>
                <c:pt idx="2820">
                  <c:v>41843</c:v>
                </c:pt>
                <c:pt idx="2821">
                  <c:v>41844</c:v>
                </c:pt>
                <c:pt idx="2822">
                  <c:v>41845</c:v>
                </c:pt>
                <c:pt idx="2823">
                  <c:v>41846</c:v>
                </c:pt>
                <c:pt idx="2824">
                  <c:v>41847</c:v>
                </c:pt>
                <c:pt idx="2825">
                  <c:v>41848</c:v>
                </c:pt>
                <c:pt idx="2826">
                  <c:v>41849</c:v>
                </c:pt>
                <c:pt idx="2827">
                  <c:v>41850</c:v>
                </c:pt>
                <c:pt idx="2828">
                  <c:v>41851</c:v>
                </c:pt>
                <c:pt idx="2829">
                  <c:v>41852</c:v>
                </c:pt>
                <c:pt idx="2830">
                  <c:v>41853</c:v>
                </c:pt>
                <c:pt idx="2831">
                  <c:v>41854</c:v>
                </c:pt>
                <c:pt idx="2832">
                  <c:v>41855</c:v>
                </c:pt>
                <c:pt idx="2833">
                  <c:v>41856</c:v>
                </c:pt>
                <c:pt idx="2834">
                  <c:v>41857</c:v>
                </c:pt>
                <c:pt idx="2835">
                  <c:v>41858</c:v>
                </c:pt>
                <c:pt idx="2836">
                  <c:v>41859</c:v>
                </c:pt>
                <c:pt idx="2837">
                  <c:v>41860</c:v>
                </c:pt>
                <c:pt idx="2838">
                  <c:v>41861</c:v>
                </c:pt>
                <c:pt idx="2839">
                  <c:v>41862</c:v>
                </c:pt>
                <c:pt idx="2840">
                  <c:v>41863</c:v>
                </c:pt>
                <c:pt idx="2841">
                  <c:v>41864</c:v>
                </c:pt>
                <c:pt idx="2842">
                  <c:v>41865</c:v>
                </c:pt>
                <c:pt idx="2843">
                  <c:v>41866</c:v>
                </c:pt>
                <c:pt idx="2844">
                  <c:v>41867</c:v>
                </c:pt>
                <c:pt idx="2845">
                  <c:v>41868</c:v>
                </c:pt>
                <c:pt idx="2846">
                  <c:v>41869</c:v>
                </c:pt>
                <c:pt idx="2847">
                  <c:v>41870</c:v>
                </c:pt>
                <c:pt idx="2848">
                  <c:v>41871</c:v>
                </c:pt>
                <c:pt idx="2849">
                  <c:v>41872</c:v>
                </c:pt>
                <c:pt idx="2850">
                  <c:v>41873</c:v>
                </c:pt>
                <c:pt idx="2851">
                  <c:v>41874</c:v>
                </c:pt>
                <c:pt idx="2852">
                  <c:v>41875</c:v>
                </c:pt>
                <c:pt idx="2853">
                  <c:v>41876</c:v>
                </c:pt>
                <c:pt idx="2854">
                  <c:v>41877</c:v>
                </c:pt>
                <c:pt idx="2855">
                  <c:v>41878</c:v>
                </c:pt>
                <c:pt idx="2856">
                  <c:v>41879</c:v>
                </c:pt>
                <c:pt idx="2857">
                  <c:v>41880</c:v>
                </c:pt>
                <c:pt idx="2858">
                  <c:v>41881</c:v>
                </c:pt>
                <c:pt idx="2859">
                  <c:v>41882</c:v>
                </c:pt>
                <c:pt idx="2860">
                  <c:v>41883</c:v>
                </c:pt>
                <c:pt idx="2861">
                  <c:v>41884</c:v>
                </c:pt>
                <c:pt idx="2862">
                  <c:v>41885</c:v>
                </c:pt>
                <c:pt idx="2863">
                  <c:v>41886</c:v>
                </c:pt>
                <c:pt idx="2864">
                  <c:v>41887</c:v>
                </c:pt>
                <c:pt idx="2865">
                  <c:v>41888</c:v>
                </c:pt>
                <c:pt idx="2866">
                  <c:v>41889</c:v>
                </c:pt>
                <c:pt idx="2867">
                  <c:v>41890</c:v>
                </c:pt>
                <c:pt idx="2868">
                  <c:v>41891</c:v>
                </c:pt>
                <c:pt idx="2869">
                  <c:v>41892</c:v>
                </c:pt>
                <c:pt idx="2870">
                  <c:v>41893</c:v>
                </c:pt>
                <c:pt idx="2871">
                  <c:v>41894</c:v>
                </c:pt>
                <c:pt idx="2872">
                  <c:v>41895</c:v>
                </c:pt>
                <c:pt idx="2873">
                  <c:v>41896</c:v>
                </c:pt>
                <c:pt idx="2874">
                  <c:v>41897</c:v>
                </c:pt>
                <c:pt idx="2875">
                  <c:v>41898</c:v>
                </c:pt>
                <c:pt idx="2876">
                  <c:v>41899</c:v>
                </c:pt>
                <c:pt idx="2877">
                  <c:v>41900</c:v>
                </c:pt>
                <c:pt idx="2878">
                  <c:v>41901</c:v>
                </c:pt>
                <c:pt idx="2879">
                  <c:v>41902</c:v>
                </c:pt>
                <c:pt idx="2880">
                  <c:v>41903</c:v>
                </c:pt>
                <c:pt idx="2881">
                  <c:v>41904</c:v>
                </c:pt>
                <c:pt idx="2882">
                  <c:v>41905</c:v>
                </c:pt>
                <c:pt idx="2883">
                  <c:v>41906</c:v>
                </c:pt>
                <c:pt idx="2884">
                  <c:v>41907</c:v>
                </c:pt>
                <c:pt idx="2885">
                  <c:v>41908</c:v>
                </c:pt>
                <c:pt idx="2886">
                  <c:v>41909</c:v>
                </c:pt>
                <c:pt idx="2887">
                  <c:v>41910</c:v>
                </c:pt>
                <c:pt idx="2888">
                  <c:v>41911</c:v>
                </c:pt>
                <c:pt idx="2889">
                  <c:v>41912</c:v>
                </c:pt>
                <c:pt idx="2890">
                  <c:v>41913</c:v>
                </c:pt>
                <c:pt idx="2891">
                  <c:v>41914</c:v>
                </c:pt>
                <c:pt idx="2892">
                  <c:v>41915</c:v>
                </c:pt>
                <c:pt idx="2893">
                  <c:v>41916</c:v>
                </c:pt>
                <c:pt idx="2894">
                  <c:v>41917</c:v>
                </c:pt>
                <c:pt idx="2895">
                  <c:v>41918</c:v>
                </c:pt>
                <c:pt idx="2896">
                  <c:v>41919</c:v>
                </c:pt>
                <c:pt idx="2897">
                  <c:v>41920</c:v>
                </c:pt>
                <c:pt idx="2898">
                  <c:v>41921</c:v>
                </c:pt>
                <c:pt idx="2899">
                  <c:v>41922</c:v>
                </c:pt>
                <c:pt idx="2900">
                  <c:v>41923</c:v>
                </c:pt>
                <c:pt idx="2901">
                  <c:v>41924</c:v>
                </c:pt>
                <c:pt idx="2902">
                  <c:v>41925</c:v>
                </c:pt>
                <c:pt idx="2903">
                  <c:v>41926</c:v>
                </c:pt>
                <c:pt idx="2904">
                  <c:v>41927</c:v>
                </c:pt>
                <c:pt idx="2905">
                  <c:v>41928</c:v>
                </c:pt>
                <c:pt idx="2906">
                  <c:v>41929</c:v>
                </c:pt>
                <c:pt idx="2907">
                  <c:v>41930</c:v>
                </c:pt>
                <c:pt idx="2908">
                  <c:v>41931</c:v>
                </c:pt>
                <c:pt idx="2909">
                  <c:v>41932</c:v>
                </c:pt>
                <c:pt idx="2910">
                  <c:v>41933</c:v>
                </c:pt>
                <c:pt idx="2911">
                  <c:v>41934</c:v>
                </c:pt>
                <c:pt idx="2912">
                  <c:v>41935</c:v>
                </c:pt>
                <c:pt idx="2913">
                  <c:v>41936</c:v>
                </c:pt>
                <c:pt idx="2914">
                  <c:v>41937</c:v>
                </c:pt>
                <c:pt idx="2915">
                  <c:v>41938</c:v>
                </c:pt>
                <c:pt idx="2916">
                  <c:v>41939</c:v>
                </c:pt>
                <c:pt idx="2917">
                  <c:v>41940</c:v>
                </c:pt>
                <c:pt idx="2918">
                  <c:v>41941</c:v>
                </c:pt>
                <c:pt idx="2919">
                  <c:v>41942</c:v>
                </c:pt>
                <c:pt idx="2920">
                  <c:v>41943</c:v>
                </c:pt>
                <c:pt idx="2921">
                  <c:v>41944</c:v>
                </c:pt>
                <c:pt idx="2922">
                  <c:v>41945</c:v>
                </c:pt>
                <c:pt idx="2923">
                  <c:v>41946</c:v>
                </c:pt>
                <c:pt idx="2924">
                  <c:v>41947</c:v>
                </c:pt>
                <c:pt idx="2925">
                  <c:v>41948</c:v>
                </c:pt>
                <c:pt idx="2926">
                  <c:v>41949</c:v>
                </c:pt>
                <c:pt idx="2927">
                  <c:v>41950</c:v>
                </c:pt>
                <c:pt idx="2928">
                  <c:v>41951</c:v>
                </c:pt>
                <c:pt idx="2929">
                  <c:v>41952</c:v>
                </c:pt>
                <c:pt idx="2930">
                  <c:v>41953</c:v>
                </c:pt>
                <c:pt idx="2931">
                  <c:v>41954</c:v>
                </c:pt>
                <c:pt idx="2932">
                  <c:v>41955</c:v>
                </c:pt>
                <c:pt idx="2933">
                  <c:v>41956</c:v>
                </c:pt>
                <c:pt idx="2934">
                  <c:v>41957</c:v>
                </c:pt>
                <c:pt idx="2935">
                  <c:v>41958</c:v>
                </c:pt>
                <c:pt idx="2936">
                  <c:v>41959</c:v>
                </c:pt>
                <c:pt idx="2937">
                  <c:v>41960</c:v>
                </c:pt>
                <c:pt idx="2938">
                  <c:v>41961</c:v>
                </c:pt>
                <c:pt idx="2939">
                  <c:v>41962</c:v>
                </c:pt>
                <c:pt idx="2940">
                  <c:v>41963</c:v>
                </c:pt>
                <c:pt idx="2941">
                  <c:v>41964</c:v>
                </c:pt>
                <c:pt idx="2942">
                  <c:v>41965</c:v>
                </c:pt>
                <c:pt idx="2943">
                  <c:v>41966</c:v>
                </c:pt>
                <c:pt idx="2944">
                  <c:v>41967</c:v>
                </c:pt>
                <c:pt idx="2945">
                  <c:v>41968</c:v>
                </c:pt>
                <c:pt idx="2946">
                  <c:v>41969</c:v>
                </c:pt>
                <c:pt idx="2947">
                  <c:v>41970</c:v>
                </c:pt>
                <c:pt idx="2948">
                  <c:v>41971</c:v>
                </c:pt>
                <c:pt idx="2949">
                  <c:v>41972</c:v>
                </c:pt>
                <c:pt idx="2950">
                  <c:v>41973</c:v>
                </c:pt>
                <c:pt idx="2951">
                  <c:v>41974</c:v>
                </c:pt>
                <c:pt idx="2952">
                  <c:v>41975</c:v>
                </c:pt>
                <c:pt idx="2953">
                  <c:v>41976</c:v>
                </c:pt>
                <c:pt idx="2954">
                  <c:v>41977</c:v>
                </c:pt>
                <c:pt idx="2955">
                  <c:v>41978</c:v>
                </c:pt>
                <c:pt idx="2956">
                  <c:v>41979</c:v>
                </c:pt>
                <c:pt idx="2957">
                  <c:v>41980</c:v>
                </c:pt>
                <c:pt idx="2958">
                  <c:v>41981</c:v>
                </c:pt>
                <c:pt idx="2959">
                  <c:v>41982</c:v>
                </c:pt>
                <c:pt idx="2960">
                  <c:v>41983</c:v>
                </c:pt>
                <c:pt idx="2961">
                  <c:v>41984</c:v>
                </c:pt>
                <c:pt idx="2962">
                  <c:v>41985</c:v>
                </c:pt>
                <c:pt idx="2963">
                  <c:v>41986</c:v>
                </c:pt>
                <c:pt idx="2964">
                  <c:v>41987</c:v>
                </c:pt>
                <c:pt idx="2965">
                  <c:v>41988</c:v>
                </c:pt>
                <c:pt idx="2966">
                  <c:v>41989</c:v>
                </c:pt>
                <c:pt idx="2967">
                  <c:v>41990</c:v>
                </c:pt>
                <c:pt idx="2968">
                  <c:v>41991</c:v>
                </c:pt>
                <c:pt idx="2969">
                  <c:v>41992</c:v>
                </c:pt>
                <c:pt idx="2970">
                  <c:v>41993</c:v>
                </c:pt>
                <c:pt idx="2971">
                  <c:v>41994</c:v>
                </c:pt>
                <c:pt idx="2972">
                  <c:v>41995</c:v>
                </c:pt>
                <c:pt idx="2973">
                  <c:v>41996</c:v>
                </c:pt>
                <c:pt idx="2974">
                  <c:v>41997</c:v>
                </c:pt>
                <c:pt idx="2975">
                  <c:v>41998</c:v>
                </c:pt>
                <c:pt idx="2976">
                  <c:v>41999</c:v>
                </c:pt>
                <c:pt idx="2977">
                  <c:v>42000</c:v>
                </c:pt>
                <c:pt idx="2978">
                  <c:v>42001</c:v>
                </c:pt>
                <c:pt idx="2979">
                  <c:v>42002</c:v>
                </c:pt>
                <c:pt idx="2980">
                  <c:v>42003</c:v>
                </c:pt>
                <c:pt idx="2981">
                  <c:v>42004</c:v>
                </c:pt>
                <c:pt idx="2982">
                  <c:v>42005</c:v>
                </c:pt>
                <c:pt idx="2983">
                  <c:v>42006</c:v>
                </c:pt>
                <c:pt idx="2984">
                  <c:v>42007</c:v>
                </c:pt>
                <c:pt idx="2985">
                  <c:v>42008</c:v>
                </c:pt>
                <c:pt idx="2986">
                  <c:v>42009</c:v>
                </c:pt>
                <c:pt idx="2987">
                  <c:v>42010</c:v>
                </c:pt>
                <c:pt idx="2988">
                  <c:v>42011</c:v>
                </c:pt>
                <c:pt idx="2989">
                  <c:v>42012</c:v>
                </c:pt>
                <c:pt idx="2990">
                  <c:v>42013</c:v>
                </c:pt>
                <c:pt idx="2991">
                  <c:v>42014</c:v>
                </c:pt>
                <c:pt idx="2992">
                  <c:v>42015</c:v>
                </c:pt>
                <c:pt idx="2993">
                  <c:v>42016</c:v>
                </c:pt>
                <c:pt idx="2994">
                  <c:v>42017</c:v>
                </c:pt>
                <c:pt idx="2995">
                  <c:v>42018</c:v>
                </c:pt>
                <c:pt idx="2996">
                  <c:v>42019</c:v>
                </c:pt>
                <c:pt idx="2997">
                  <c:v>42020</c:v>
                </c:pt>
                <c:pt idx="2998">
                  <c:v>42021</c:v>
                </c:pt>
                <c:pt idx="2999">
                  <c:v>42022</c:v>
                </c:pt>
                <c:pt idx="3000">
                  <c:v>42023</c:v>
                </c:pt>
                <c:pt idx="3001">
                  <c:v>42024</c:v>
                </c:pt>
                <c:pt idx="3002">
                  <c:v>42025</c:v>
                </c:pt>
                <c:pt idx="3003">
                  <c:v>42026</c:v>
                </c:pt>
                <c:pt idx="3004">
                  <c:v>42027</c:v>
                </c:pt>
                <c:pt idx="3005">
                  <c:v>42028</c:v>
                </c:pt>
                <c:pt idx="3006">
                  <c:v>42029</c:v>
                </c:pt>
                <c:pt idx="3007">
                  <c:v>42030</c:v>
                </c:pt>
                <c:pt idx="3008">
                  <c:v>42031</c:v>
                </c:pt>
                <c:pt idx="3009">
                  <c:v>42032</c:v>
                </c:pt>
                <c:pt idx="3010">
                  <c:v>42033</c:v>
                </c:pt>
                <c:pt idx="3011">
                  <c:v>42034</c:v>
                </c:pt>
                <c:pt idx="3012">
                  <c:v>42035</c:v>
                </c:pt>
                <c:pt idx="3013">
                  <c:v>42036</c:v>
                </c:pt>
                <c:pt idx="3014">
                  <c:v>42037</c:v>
                </c:pt>
                <c:pt idx="3015">
                  <c:v>42038</c:v>
                </c:pt>
                <c:pt idx="3016">
                  <c:v>42039</c:v>
                </c:pt>
                <c:pt idx="3017">
                  <c:v>42040</c:v>
                </c:pt>
                <c:pt idx="3018">
                  <c:v>42041</c:v>
                </c:pt>
                <c:pt idx="3019">
                  <c:v>42042</c:v>
                </c:pt>
                <c:pt idx="3020">
                  <c:v>42043</c:v>
                </c:pt>
                <c:pt idx="3021">
                  <c:v>42044</c:v>
                </c:pt>
                <c:pt idx="3022">
                  <c:v>42045</c:v>
                </c:pt>
                <c:pt idx="3023">
                  <c:v>42046</c:v>
                </c:pt>
                <c:pt idx="3024">
                  <c:v>42047</c:v>
                </c:pt>
                <c:pt idx="3025">
                  <c:v>42048</c:v>
                </c:pt>
                <c:pt idx="3026">
                  <c:v>42049</c:v>
                </c:pt>
                <c:pt idx="3027">
                  <c:v>42050</c:v>
                </c:pt>
                <c:pt idx="3028">
                  <c:v>42051</c:v>
                </c:pt>
                <c:pt idx="3029">
                  <c:v>42052</c:v>
                </c:pt>
                <c:pt idx="3030">
                  <c:v>42053</c:v>
                </c:pt>
                <c:pt idx="3031">
                  <c:v>42054</c:v>
                </c:pt>
                <c:pt idx="3032">
                  <c:v>42055</c:v>
                </c:pt>
                <c:pt idx="3033">
                  <c:v>42056</c:v>
                </c:pt>
                <c:pt idx="3034">
                  <c:v>42057</c:v>
                </c:pt>
                <c:pt idx="3035">
                  <c:v>42058</c:v>
                </c:pt>
                <c:pt idx="3036">
                  <c:v>42059</c:v>
                </c:pt>
                <c:pt idx="3037">
                  <c:v>42060</c:v>
                </c:pt>
                <c:pt idx="3038">
                  <c:v>42061</c:v>
                </c:pt>
                <c:pt idx="3039">
                  <c:v>42062</c:v>
                </c:pt>
                <c:pt idx="3040">
                  <c:v>42063</c:v>
                </c:pt>
                <c:pt idx="3041">
                  <c:v>42064</c:v>
                </c:pt>
                <c:pt idx="3042">
                  <c:v>42065</c:v>
                </c:pt>
                <c:pt idx="3043">
                  <c:v>42066</c:v>
                </c:pt>
                <c:pt idx="3044">
                  <c:v>42067</c:v>
                </c:pt>
                <c:pt idx="3045">
                  <c:v>42068</c:v>
                </c:pt>
                <c:pt idx="3046">
                  <c:v>42069</c:v>
                </c:pt>
                <c:pt idx="3047">
                  <c:v>42070</c:v>
                </c:pt>
                <c:pt idx="3048">
                  <c:v>42071</c:v>
                </c:pt>
                <c:pt idx="3049">
                  <c:v>42072</c:v>
                </c:pt>
                <c:pt idx="3050">
                  <c:v>42073</c:v>
                </c:pt>
                <c:pt idx="3051">
                  <c:v>42074</c:v>
                </c:pt>
                <c:pt idx="3052">
                  <c:v>42075</c:v>
                </c:pt>
                <c:pt idx="3053">
                  <c:v>42076</c:v>
                </c:pt>
                <c:pt idx="3054">
                  <c:v>42077</c:v>
                </c:pt>
                <c:pt idx="3055">
                  <c:v>42078</c:v>
                </c:pt>
                <c:pt idx="3056">
                  <c:v>42079</c:v>
                </c:pt>
                <c:pt idx="3057">
                  <c:v>42080</c:v>
                </c:pt>
                <c:pt idx="3058">
                  <c:v>42081</c:v>
                </c:pt>
                <c:pt idx="3059">
                  <c:v>42082</c:v>
                </c:pt>
                <c:pt idx="3060">
                  <c:v>42083</c:v>
                </c:pt>
                <c:pt idx="3061">
                  <c:v>42084</c:v>
                </c:pt>
                <c:pt idx="3062">
                  <c:v>42085</c:v>
                </c:pt>
                <c:pt idx="3063">
                  <c:v>42086</c:v>
                </c:pt>
                <c:pt idx="3064">
                  <c:v>42087</c:v>
                </c:pt>
                <c:pt idx="3065">
                  <c:v>42088</c:v>
                </c:pt>
                <c:pt idx="3066">
                  <c:v>42089</c:v>
                </c:pt>
                <c:pt idx="3067">
                  <c:v>42090</c:v>
                </c:pt>
                <c:pt idx="3068">
                  <c:v>42091</c:v>
                </c:pt>
                <c:pt idx="3069">
                  <c:v>42092</c:v>
                </c:pt>
                <c:pt idx="3070">
                  <c:v>42093</c:v>
                </c:pt>
                <c:pt idx="3071">
                  <c:v>42094</c:v>
                </c:pt>
                <c:pt idx="3072">
                  <c:v>42095</c:v>
                </c:pt>
                <c:pt idx="3073">
                  <c:v>42096</c:v>
                </c:pt>
                <c:pt idx="3074">
                  <c:v>42097</c:v>
                </c:pt>
                <c:pt idx="3075">
                  <c:v>42098</c:v>
                </c:pt>
                <c:pt idx="3076">
                  <c:v>42099</c:v>
                </c:pt>
                <c:pt idx="3077">
                  <c:v>42100</c:v>
                </c:pt>
                <c:pt idx="3078">
                  <c:v>42101</c:v>
                </c:pt>
                <c:pt idx="3079">
                  <c:v>42102</c:v>
                </c:pt>
                <c:pt idx="3080">
                  <c:v>42103</c:v>
                </c:pt>
                <c:pt idx="3081">
                  <c:v>42104</c:v>
                </c:pt>
                <c:pt idx="3082">
                  <c:v>42105</c:v>
                </c:pt>
                <c:pt idx="3083">
                  <c:v>42106</c:v>
                </c:pt>
                <c:pt idx="3084">
                  <c:v>42107</c:v>
                </c:pt>
                <c:pt idx="3085">
                  <c:v>42108</c:v>
                </c:pt>
                <c:pt idx="3086">
                  <c:v>42109</c:v>
                </c:pt>
                <c:pt idx="3087">
                  <c:v>42110</c:v>
                </c:pt>
                <c:pt idx="3088">
                  <c:v>42111</c:v>
                </c:pt>
                <c:pt idx="3089">
                  <c:v>42112</c:v>
                </c:pt>
                <c:pt idx="3090">
                  <c:v>42113</c:v>
                </c:pt>
                <c:pt idx="3091">
                  <c:v>42114</c:v>
                </c:pt>
                <c:pt idx="3092">
                  <c:v>42115</c:v>
                </c:pt>
                <c:pt idx="3093">
                  <c:v>42116</c:v>
                </c:pt>
                <c:pt idx="3094">
                  <c:v>42117</c:v>
                </c:pt>
                <c:pt idx="3095">
                  <c:v>42118</c:v>
                </c:pt>
                <c:pt idx="3096">
                  <c:v>42119</c:v>
                </c:pt>
                <c:pt idx="3097">
                  <c:v>42120</c:v>
                </c:pt>
                <c:pt idx="3098">
                  <c:v>42121</c:v>
                </c:pt>
                <c:pt idx="3099">
                  <c:v>42122</c:v>
                </c:pt>
                <c:pt idx="3100">
                  <c:v>42123</c:v>
                </c:pt>
                <c:pt idx="3101">
                  <c:v>42124</c:v>
                </c:pt>
                <c:pt idx="3102">
                  <c:v>42125</c:v>
                </c:pt>
                <c:pt idx="3103">
                  <c:v>42126</c:v>
                </c:pt>
                <c:pt idx="3104">
                  <c:v>42127</c:v>
                </c:pt>
                <c:pt idx="3105">
                  <c:v>42128</c:v>
                </c:pt>
                <c:pt idx="3106">
                  <c:v>42129</c:v>
                </c:pt>
                <c:pt idx="3107">
                  <c:v>42130</c:v>
                </c:pt>
                <c:pt idx="3108">
                  <c:v>42131</c:v>
                </c:pt>
                <c:pt idx="3109">
                  <c:v>42132</c:v>
                </c:pt>
                <c:pt idx="3110">
                  <c:v>42133</c:v>
                </c:pt>
                <c:pt idx="3111">
                  <c:v>42134</c:v>
                </c:pt>
                <c:pt idx="3112">
                  <c:v>42135</c:v>
                </c:pt>
                <c:pt idx="3113">
                  <c:v>42136</c:v>
                </c:pt>
                <c:pt idx="3114">
                  <c:v>42137</c:v>
                </c:pt>
                <c:pt idx="3115">
                  <c:v>42138</c:v>
                </c:pt>
                <c:pt idx="3116">
                  <c:v>42139</c:v>
                </c:pt>
                <c:pt idx="3117">
                  <c:v>42140</c:v>
                </c:pt>
                <c:pt idx="3118">
                  <c:v>42141</c:v>
                </c:pt>
                <c:pt idx="3119">
                  <c:v>42142</c:v>
                </c:pt>
                <c:pt idx="3120">
                  <c:v>42143</c:v>
                </c:pt>
                <c:pt idx="3121">
                  <c:v>42144</c:v>
                </c:pt>
                <c:pt idx="3122">
                  <c:v>42145</c:v>
                </c:pt>
                <c:pt idx="3123">
                  <c:v>42146</c:v>
                </c:pt>
                <c:pt idx="3124">
                  <c:v>42147</c:v>
                </c:pt>
                <c:pt idx="3125">
                  <c:v>42148</c:v>
                </c:pt>
                <c:pt idx="3126">
                  <c:v>42149</c:v>
                </c:pt>
                <c:pt idx="3127">
                  <c:v>42150</c:v>
                </c:pt>
                <c:pt idx="3128">
                  <c:v>42151</c:v>
                </c:pt>
                <c:pt idx="3129">
                  <c:v>42152</c:v>
                </c:pt>
                <c:pt idx="3130">
                  <c:v>42153</c:v>
                </c:pt>
                <c:pt idx="3131">
                  <c:v>42154</c:v>
                </c:pt>
                <c:pt idx="3132">
                  <c:v>42155</c:v>
                </c:pt>
                <c:pt idx="3133">
                  <c:v>42156</c:v>
                </c:pt>
                <c:pt idx="3134">
                  <c:v>42157</c:v>
                </c:pt>
                <c:pt idx="3135">
                  <c:v>42158</c:v>
                </c:pt>
                <c:pt idx="3136">
                  <c:v>42159</c:v>
                </c:pt>
                <c:pt idx="3137">
                  <c:v>42160</c:v>
                </c:pt>
                <c:pt idx="3138">
                  <c:v>42161</c:v>
                </c:pt>
                <c:pt idx="3139">
                  <c:v>42162</c:v>
                </c:pt>
                <c:pt idx="3140">
                  <c:v>42163</c:v>
                </c:pt>
                <c:pt idx="3141">
                  <c:v>42164</c:v>
                </c:pt>
                <c:pt idx="3142">
                  <c:v>42165</c:v>
                </c:pt>
                <c:pt idx="3143">
                  <c:v>42166</c:v>
                </c:pt>
                <c:pt idx="3144">
                  <c:v>42167</c:v>
                </c:pt>
                <c:pt idx="3145">
                  <c:v>42168</c:v>
                </c:pt>
                <c:pt idx="3146">
                  <c:v>42169</c:v>
                </c:pt>
                <c:pt idx="3147">
                  <c:v>42170</c:v>
                </c:pt>
                <c:pt idx="3148">
                  <c:v>42171</c:v>
                </c:pt>
                <c:pt idx="3149">
                  <c:v>42172</c:v>
                </c:pt>
                <c:pt idx="3150">
                  <c:v>42173</c:v>
                </c:pt>
                <c:pt idx="3151">
                  <c:v>42174</c:v>
                </c:pt>
                <c:pt idx="3152">
                  <c:v>42175</c:v>
                </c:pt>
                <c:pt idx="3153">
                  <c:v>42176</c:v>
                </c:pt>
                <c:pt idx="3154">
                  <c:v>42177</c:v>
                </c:pt>
                <c:pt idx="3155">
                  <c:v>42178</c:v>
                </c:pt>
                <c:pt idx="3156">
                  <c:v>42179</c:v>
                </c:pt>
                <c:pt idx="3157">
                  <c:v>42180</c:v>
                </c:pt>
                <c:pt idx="3158">
                  <c:v>42181</c:v>
                </c:pt>
                <c:pt idx="3159">
                  <c:v>42182</c:v>
                </c:pt>
                <c:pt idx="3160">
                  <c:v>42183</c:v>
                </c:pt>
                <c:pt idx="3161">
                  <c:v>42184</c:v>
                </c:pt>
                <c:pt idx="3162">
                  <c:v>42185</c:v>
                </c:pt>
                <c:pt idx="3163">
                  <c:v>42186</c:v>
                </c:pt>
                <c:pt idx="3164">
                  <c:v>42187</c:v>
                </c:pt>
                <c:pt idx="3165">
                  <c:v>42188</c:v>
                </c:pt>
                <c:pt idx="3166">
                  <c:v>42189</c:v>
                </c:pt>
                <c:pt idx="3167">
                  <c:v>42190</c:v>
                </c:pt>
                <c:pt idx="3168">
                  <c:v>42191</c:v>
                </c:pt>
                <c:pt idx="3169">
                  <c:v>42192</c:v>
                </c:pt>
                <c:pt idx="3170">
                  <c:v>42193</c:v>
                </c:pt>
                <c:pt idx="3171">
                  <c:v>42194</c:v>
                </c:pt>
                <c:pt idx="3172">
                  <c:v>42195</c:v>
                </c:pt>
                <c:pt idx="3173">
                  <c:v>42196</c:v>
                </c:pt>
                <c:pt idx="3174">
                  <c:v>42197</c:v>
                </c:pt>
                <c:pt idx="3175">
                  <c:v>42198</c:v>
                </c:pt>
                <c:pt idx="3176">
                  <c:v>42199</c:v>
                </c:pt>
                <c:pt idx="3177">
                  <c:v>42200</c:v>
                </c:pt>
                <c:pt idx="3178">
                  <c:v>42201</c:v>
                </c:pt>
                <c:pt idx="3179">
                  <c:v>42202</c:v>
                </c:pt>
                <c:pt idx="3180">
                  <c:v>42203</c:v>
                </c:pt>
                <c:pt idx="3181">
                  <c:v>42204</c:v>
                </c:pt>
                <c:pt idx="3182">
                  <c:v>42205</c:v>
                </c:pt>
                <c:pt idx="3183">
                  <c:v>42206</c:v>
                </c:pt>
                <c:pt idx="3184">
                  <c:v>42207</c:v>
                </c:pt>
                <c:pt idx="3185">
                  <c:v>42208</c:v>
                </c:pt>
                <c:pt idx="3186">
                  <c:v>42209</c:v>
                </c:pt>
                <c:pt idx="3187">
                  <c:v>42210</c:v>
                </c:pt>
                <c:pt idx="3188">
                  <c:v>42211</c:v>
                </c:pt>
                <c:pt idx="3189">
                  <c:v>42212</c:v>
                </c:pt>
                <c:pt idx="3190">
                  <c:v>42213</c:v>
                </c:pt>
                <c:pt idx="3191">
                  <c:v>42214</c:v>
                </c:pt>
                <c:pt idx="3192">
                  <c:v>42215</c:v>
                </c:pt>
                <c:pt idx="3193">
                  <c:v>42216</c:v>
                </c:pt>
                <c:pt idx="3194">
                  <c:v>42217</c:v>
                </c:pt>
                <c:pt idx="3195">
                  <c:v>42218</c:v>
                </c:pt>
                <c:pt idx="3196">
                  <c:v>42219</c:v>
                </c:pt>
                <c:pt idx="3197">
                  <c:v>42220</c:v>
                </c:pt>
                <c:pt idx="3198">
                  <c:v>42221</c:v>
                </c:pt>
                <c:pt idx="3199">
                  <c:v>42222</c:v>
                </c:pt>
                <c:pt idx="3200">
                  <c:v>42223</c:v>
                </c:pt>
                <c:pt idx="3201">
                  <c:v>42224</c:v>
                </c:pt>
                <c:pt idx="3202">
                  <c:v>42225</c:v>
                </c:pt>
                <c:pt idx="3203">
                  <c:v>42226</c:v>
                </c:pt>
                <c:pt idx="3204">
                  <c:v>42227</c:v>
                </c:pt>
                <c:pt idx="3205">
                  <c:v>42228</c:v>
                </c:pt>
                <c:pt idx="3206">
                  <c:v>42229</c:v>
                </c:pt>
                <c:pt idx="3207">
                  <c:v>42230</c:v>
                </c:pt>
                <c:pt idx="3208">
                  <c:v>42231</c:v>
                </c:pt>
                <c:pt idx="3209">
                  <c:v>42232</c:v>
                </c:pt>
                <c:pt idx="3210">
                  <c:v>42233</c:v>
                </c:pt>
                <c:pt idx="3211">
                  <c:v>42234</c:v>
                </c:pt>
                <c:pt idx="3212">
                  <c:v>42235</c:v>
                </c:pt>
                <c:pt idx="3213">
                  <c:v>42236</c:v>
                </c:pt>
                <c:pt idx="3214">
                  <c:v>42237</c:v>
                </c:pt>
                <c:pt idx="3215">
                  <c:v>42238</c:v>
                </c:pt>
                <c:pt idx="3216">
                  <c:v>42239</c:v>
                </c:pt>
                <c:pt idx="3217">
                  <c:v>42240</c:v>
                </c:pt>
                <c:pt idx="3218">
                  <c:v>42241</c:v>
                </c:pt>
                <c:pt idx="3219">
                  <c:v>42242</c:v>
                </c:pt>
                <c:pt idx="3220">
                  <c:v>42243</c:v>
                </c:pt>
                <c:pt idx="3221">
                  <c:v>42244</c:v>
                </c:pt>
                <c:pt idx="3222">
                  <c:v>42245</c:v>
                </c:pt>
                <c:pt idx="3223">
                  <c:v>42246</c:v>
                </c:pt>
                <c:pt idx="3224">
                  <c:v>42247</c:v>
                </c:pt>
                <c:pt idx="3225">
                  <c:v>42248</c:v>
                </c:pt>
                <c:pt idx="3226">
                  <c:v>42249</c:v>
                </c:pt>
                <c:pt idx="3227">
                  <c:v>42250</c:v>
                </c:pt>
                <c:pt idx="3228">
                  <c:v>42251</c:v>
                </c:pt>
                <c:pt idx="3229">
                  <c:v>42252</c:v>
                </c:pt>
                <c:pt idx="3230">
                  <c:v>42253</c:v>
                </c:pt>
                <c:pt idx="3231">
                  <c:v>42254</c:v>
                </c:pt>
                <c:pt idx="3232">
                  <c:v>42255</c:v>
                </c:pt>
                <c:pt idx="3233">
                  <c:v>42256</c:v>
                </c:pt>
                <c:pt idx="3234">
                  <c:v>42257</c:v>
                </c:pt>
                <c:pt idx="3235">
                  <c:v>42258</c:v>
                </c:pt>
                <c:pt idx="3236">
                  <c:v>42259</c:v>
                </c:pt>
                <c:pt idx="3237">
                  <c:v>42260</c:v>
                </c:pt>
                <c:pt idx="3238">
                  <c:v>42261</c:v>
                </c:pt>
                <c:pt idx="3239">
                  <c:v>42262</c:v>
                </c:pt>
                <c:pt idx="3240">
                  <c:v>42263</c:v>
                </c:pt>
                <c:pt idx="3241">
                  <c:v>42264</c:v>
                </c:pt>
                <c:pt idx="3242">
                  <c:v>42265</c:v>
                </c:pt>
                <c:pt idx="3243">
                  <c:v>42266</c:v>
                </c:pt>
                <c:pt idx="3244">
                  <c:v>42267</c:v>
                </c:pt>
                <c:pt idx="3245">
                  <c:v>42268</c:v>
                </c:pt>
                <c:pt idx="3246">
                  <c:v>42269</c:v>
                </c:pt>
                <c:pt idx="3247">
                  <c:v>42270</c:v>
                </c:pt>
                <c:pt idx="3248">
                  <c:v>42271</c:v>
                </c:pt>
                <c:pt idx="3249">
                  <c:v>42272</c:v>
                </c:pt>
                <c:pt idx="3250">
                  <c:v>42273</c:v>
                </c:pt>
                <c:pt idx="3251">
                  <c:v>42274</c:v>
                </c:pt>
                <c:pt idx="3252">
                  <c:v>42275</c:v>
                </c:pt>
                <c:pt idx="3253">
                  <c:v>42276</c:v>
                </c:pt>
                <c:pt idx="3254">
                  <c:v>42277</c:v>
                </c:pt>
                <c:pt idx="3255">
                  <c:v>42278</c:v>
                </c:pt>
                <c:pt idx="3256">
                  <c:v>42279</c:v>
                </c:pt>
                <c:pt idx="3257">
                  <c:v>42280</c:v>
                </c:pt>
                <c:pt idx="3258">
                  <c:v>42281</c:v>
                </c:pt>
                <c:pt idx="3259">
                  <c:v>42282</c:v>
                </c:pt>
                <c:pt idx="3260">
                  <c:v>42283</c:v>
                </c:pt>
                <c:pt idx="3261">
                  <c:v>42284</c:v>
                </c:pt>
                <c:pt idx="3262">
                  <c:v>42285</c:v>
                </c:pt>
                <c:pt idx="3263">
                  <c:v>42286</c:v>
                </c:pt>
                <c:pt idx="3264">
                  <c:v>42287</c:v>
                </c:pt>
                <c:pt idx="3265">
                  <c:v>42288</c:v>
                </c:pt>
                <c:pt idx="3266">
                  <c:v>42289</c:v>
                </c:pt>
                <c:pt idx="3267">
                  <c:v>42290</c:v>
                </c:pt>
                <c:pt idx="3268">
                  <c:v>42291</c:v>
                </c:pt>
                <c:pt idx="3269">
                  <c:v>42292</c:v>
                </c:pt>
                <c:pt idx="3270">
                  <c:v>42293</c:v>
                </c:pt>
                <c:pt idx="3271">
                  <c:v>42294</c:v>
                </c:pt>
                <c:pt idx="3272">
                  <c:v>42295</c:v>
                </c:pt>
                <c:pt idx="3273">
                  <c:v>42296</c:v>
                </c:pt>
                <c:pt idx="3274">
                  <c:v>42297</c:v>
                </c:pt>
                <c:pt idx="3275">
                  <c:v>42298</c:v>
                </c:pt>
                <c:pt idx="3276">
                  <c:v>42299</c:v>
                </c:pt>
                <c:pt idx="3277">
                  <c:v>42300</c:v>
                </c:pt>
                <c:pt idx="3278">
                  <c:v>42301</c:v>
                </c:pt>
                <c:pt idx="3279">
                  <c:v>42302</c:v>
                </c:pt>
                <c:pt idx="3280">
                  <c:v>42303</c:v>
                </c:pt>
                <c:pt idx="3281">
                  <c:v>42304</c:v>
                </c:pt>
                <c:pt idx="3282">
                  <c:v>42305</c:v>
                </c:pt>
                <c:pt idx="3283">
                  <c:v>42306</c:v>
                </c:pt>
                <c:pt idx="3284">
                  <c:v>42307</c:v>
                </c:pt>
                <c:pt idx="3285">
                  <c:v>42308</c:v>
                </c:pt>
                <c:pt idx="3286">
                  <c:v>42309</c:v>
                </c:pt>
                <c:pt idx="3287">
                  <c:v>42310</c:v>
                </c:pt>
                <c:pt idx="3288">
                  <c:v>42311</c:v>
                </c:pt>
                <c:pt idx="3289">
                  <c:v>42312</c:v>
                </c:pt>
                <c:pt idx="3290">
                  <c:v>42313</c:v>
                </c:pt>
                <c:pt idx="3291">
                  <c:v>42314</c:v>
                </c:pt>
                <c:pt idx="3292">
                  <c:v>42315</c:v>
                </c:pt>
                <c:pt idx="3293">
                  <c:v>42316</c:v>
                </c:pt>
                <c:pt idx="3294">
                  <c:v>42317</c:v>
                </c:pt>
                <c:pt idx="3295">
                  <c:v>42318</c:v>
                </c:pt>
                <c:pt idx="3296">
                  <c:v>42319</c:v>
                </c:pt>
                <c:pt idx="3297">
                  <c:v>42320</c:v>
                </c:pt>
                <c:pt idx="3298">
                  <c:v>42321</c:v>
                </c:pt>
                <c:pt idx="3299">
                  <c:v>42322</c:v>
                </c:pt>
                <c:pt idx="3300">
                  <c:v>42323</c:v>
                </c:pt>
                <c:pt idx="3301">
                  <c:v>42324</c:v>
                </c:pt>
                <c:pt idx="3302">
                  <c:v>42325</c:v>
                </c:pt>
                <c:pt idx="3303">
                  <c:v>42326</c:v>
                </c:pt>
                <c:pt idx="3304">
                  <c:v>42327</c:v>
                </c:pt>
                <c:pt idx="3305">
                  <c:v>42328</c:v>
                </c:pt>
                <c:pt idx="3306">
                  <c:v>42329</c:v>
                </c:pt>
                <c:pt idx="3307">
                  <c:v>42330</c:v>
                </c:pt>
                <c:pt idx="3308">
                  <c:v>42331</c:v>
                </c:pt>
                <c:pt idx="3309">
                  <c:v>42332</c:v>
                </c:pt>
                <c:pt idx="3310">
                  <c:v>42333</c:v>
                </c:pt>
                <c:pt idx="3311">
                  <c:v>42334</c:v>
                </c:pt>
                <c:pt idx="3312">
                  <c:v>42335</c:v>
                </c:pt>
                <c:pt idx="3313">
                  <c:v>42336</c:v>
                </c:pt>
                <c:pt idx="3314">
                  <c:v>42337</c:v>
                </c:pt>
                <c:pt idx="3315">
                  <c:v>42338</c:v>
                </c:pt>
                <c:pt idx="3316">
                  <c:v>42339</c:v>
                </c:pt>
                <c:pt idx="3317">
                  <c:v>42340</c:v>
                </c:pt>
                <c:pt idx="3318">
                  <c:v>42341</c:v>
                </c:pt>
                <c:pt idx="3319">
                  <c:v>42342</c:v>
                </c:pt>
                <c:pt idx="3320">
                  <c:v>42343</c:v>
                </c:pt>
                <c:pt idx="3321">
                  <c:v>42344</c:v>
                </c:pt>
                <c:pt idx="3322">
                  <c:v>42345</c:v>
                </c:pt>
                <c:pt idx="3323">
                  <c:v>42346</c:v>
                </c:pt>
                <c:pt idx="3324">
                  <c:v>42347</c:v>
                </c:pt>
                <c:pt idx="3325">
                  <c:v>42348</c:v>
                </c:pt>
                <c:pt idx="3326">
                  <c:v>42349</c:v>
                </c:pt>
                <c:pt idx="3327">
                  <c:v>42350</c:v>
                </c:pt>
                <c:pt idx="3328">
                  <c:v>42351</c:v>
                </c:pt>
                <c:pt idx="3329">
                  <c:v>42352</c:v>
                </c:pt>
                <c:pt idx="3330">
                  <c:v>42353</c:v>
                </c:pt>
                <c:pt idx="3331">
                  <c:v>42354</c:v>
                </c:pt>
                <c:pt idx="3332">
                  <c:v>42355</c:v>
                </c:pt>
                <c:pt idx="3333">
                  <c:v>42356</c:v>
                </c:pt>
                <c:pt idx="3334">
                  <c:v>42357</c:v>
                </c:pt>
                <c:pt idx="3335">
                  <c:v>42358</c:v>
                </c:pt>
                <c:pt idx="3336">
                  <c:v>42359</c:v>
                </c:pt>
                <c:pt idx="3337">
                  <c:v>42360</c:v>
                </c:pt>
                <c:pt idx="3338">
                  <c:v>42361</c:v>
                </c:pt>
                <c:pt idx="3339">
                  <c:v>42362</c:v>
                </c:pt>
                <c:pt idx="3340">
                  <c:v>42363</c:v>
                </c:pt>
                <c:pt idx="3341">
                  <c:v>42364</c:v>
                </c:pt>
                <c:pt idx="3342">
                  <c:v>42365</c:v>
                </c:pt>
                <c:pt idx="3343">
                  <c:v>42366</c:v>
                </c:pt>
                <c:pt idx="3344">
                  <c:v>42367</c:v>
                </c:pt>
                <c:pt idx="3345">
                  <c:v>42368</c:v>
                </c:pt>
                <c:pt idx="3346">
                  <c:v>42369</c:v>
                </c:pt>
                <c:pt idx="3347">
                  <c:v>42370</c:v>
                </c:pt>
                <c:pt idx="3348">
                  <c:v>42371</c:v>
                </c:pt>
                <c:pt idx="3349">
                  <c:v>42372</c:v>
                </c:pt>
                <c:pt idx="3350">
                  <c:v>42373</c:v>
                </c:pt>
                <c:pt idx="3351">
                  <c:v>42374</c:v>
                </c:pt>
                <c:pt idx="3352">
                  <c:v>42375</c:v>
                </c:pt>
                <c:pt idx="3353">
                  <c:v>42376</c:v>
                </c:pt>
                <c:pt idx="3354">
                  <c:v>42377</c:v>
                </c:pt>
                <c:pt idx="3355">
                  <c:v>42378</c:v>
                </c:pt>
                <c:pt idx="3356">
                  <c:v>42379</c:v>
                </c:pt>
                <c:pt idx="3357">
                  <c:v>42380</c:v>
                </c:pt>
                <c:pt idx="3358">
                  <c:v>42381</c:v>
                </c:pt>
                <c:pt idx="3359">
                  <c:v>42382</c:v>
                </c:pt>
                <c:pt idx="3360">
                  <c:v>42383</c:v>
                </c:pt>
                <c:pt idx="3361">
                  <c:v>42384</c:v>
                </c:pt>
                <c:pt idx="3362">
                  <c:v>42385</c:v>
                </c:pt>
                <c:pt idx="3363">
                  <c:v>42386</c:v>
                </c:pt>
                <c:pt idx="3364">
                  <c:v>42387</c:v>
                </c:pt>
                <c:pt idx="3365">
                  <c:v>42388</c:v>
                </c:pt>
                <c:pt idx="3366">
                  <c:v>42389</c:v>
                </c:pt>
                <c:pt idx="3367">
                  <c:v>42390</c:v>
                </c:pt>
                <c:pt idx="3368">
                  <c:v>42391</c:v>
                </c:pt>
                <c:pt idx="3369">
                  <c:v>42392</c:v>
                </c:pt>
                <c:pt idx="3370">
                  <c:v>42393</c:v>
                </c:pt>
                <c:pt idx="3371">
                  <c:v>42394</c:v>
                </c:pt>
                <c:pt idx="3372">
                  <c:v>42395</c:v>
                </c:pt>
                <c:pt idx="3373">
                  <c:v>42396</c:v>
                </c:pt>
                <c:pt idx="3374">
                  <c:v>42397</c:v>
                </c:pt>
                <c:pt idx="3375">
                  <c:v>42398</c:v>
                </c:pt>
                <c:pt idx="3376">
                  <c:v>42399</c:v>
                </c:pt>
                <c:pt idx="3377">
                  <c:v>42400</c:v>
                </c:pt>
                <c:pt idx="3378">
                  <c:v>42401</c:v>
                </c:pt>
                <c:pt idx="3379">
                  <c:v>42402</c:v>
                </c:pt>
                <c:pt idx="3380">
                  <c:v>42403</c:v>
                </c:pt>
                <c:pt idx="3381">
                  <c:v>42404</c:v>
                </c:pt>
                <c:pt idx="3382">
                  <c:v>42405</c:v>
                </c:pt>
                <c:pt idx="3383">
                  <c:v>42406</c:v>
                </c:pt>
                <c:pt idx="3384">
                  <c:v>42407</c:v>
                </c:pt>
                <c:pt idx="3385">
                  <c:v>42408</c:v>
                </c:pt>
                <c:pt idx="3386">
                  <c:v>42409</c:v>
                </c:pt>
                <c:pt idx="3387">
                  <c:v>42410</c:v>
                </c:pt>
                <c:pt idx="3388">
                  <c:v>42411</c:v>
                </c:pt>
                <c:pt idx="3389">
                  <c:v>42412</c:v>
                </c:pt>
                <c:pt idx="3390">
                  <c:v>42413</c:v>
                </c:pt>
                <c:pt idx="3391">
                  <c:v>42414</c:v>
                </c:pt>
                <c:pt idx="3392">
                  <c:v>42415</c:v>
                </c:pt>
                <c:pt idx="3393">
                  <c:v>42416</c:v>
                </c:pt>
                <c:pt idx="3394">
                  <c:v>42417</c:v>
                </c:pt>
                <c:pt idx="3395">
                  <c:v>42418</c:v>
                </c:pt>
                <c:pt idx="3396">
                  <c:v>42419</c:v>
                </c:pt>
                <c:pt idx="3397">
                  <c:v>42420</c:v>
                </c:pt>
                <c:pt idx="3398">
                  <c:v>42421</c:v>
                </c:pt>
                <c:pt idx="3399">
                  <c:v>42422</c:v>
                </c:pt>
                <c:pt idx="3400">
                  <c:v>42423</c:v>
                </c:pt>
                <c:pt idx="3401">
                  <c:v>42424</c:v>
                </c:pt>
                <c:pt idx="3402">
                  <c:v>42425</c:v>
                </c:pt>
                <c:pt idx="3403">
                  <c:v>42426</c:v>
                </c:pt>
                <c:pt idx="3404">
                  <c:v>42427</c:v>
                </c:pt>
                <c:pt idx="3405">
                  <c:v>42428</c:v>
                </c:pt>
                <c:pt idx="3406">
                  <c:v>42429</c:v>
                </c:pt>
                <c:pt idx="3407">
                  <c:v>42430</c:v>
                </c:pt>
                <c:pt idx="3408">
                  <c:v>42431</c:v>
                </c:pt>
                <c:pt idx="3409">
                  <c:v>42432</c:v>
                </c:pt>
                <c:pt idx="3410">
                  <c:v>42433</c:v>
                </c:pt>
                <c:pt idx="3411">
                  <c:v>42434</c:v>
                </c:pt>
                <c:pt idx="3412">
                  <c:v>42435</c:v>
                </c:pt>
                <c:pt idx="3413">
                  <c:v>42436</c:v>
                </c:pt>
                <c:pt idx="3414">
                  <c:v>42437</c:v>
                </c:pt>
                <c:pt idx="3415">
                  <c:v>42438</c:v>
                </c:pt>
                <c:pt idx="3416">
                  <c:v>42439</c:v>
                </c:pt>
                <c:pt idx="3417">
                  <c:v>42440</c:v>
                </c:pt>
                <c:pt idx="3418">
                  <c:v>42441</c:v>
                </c:pt>
                <c:pt idx="3419">
                  <c:v>42442</c:v>
                </c:pt>
                <c:pt idx="3420">
                  <c:v>42443</c:v>
                </c:pt>
                <c:pt idx="3421">
                  <c:v>42444</c:v>
                </c:pt>
                <c:pt idx="3422">
                  <c:v>42445</c:v>
                </c:pt>
                <c:pt idx="3423">
                  <c:v>42446</c:v>
                </c:pt>
                <c:pt idx="3424">
                  <c:v>42447</c:v>
                </c:pt>
                <c:pt idx="3425">
                  <c:v>42448</c:v>
                </c:pt>
                <c:pt idx="3426">
                  <c:v>42449</c:v>
                </c:pt>
                <c:pt idx="3427">
                  <c:v>42450</c:v>
                </c:pt>
                <c:pt idx="3428">
                  <c:v>42451</c:v>
                </c:pt>
                <c:pt idx="3429">
                  <c:v>42452</c:v>
                </c:pt>
                <c:pt idx="3430">
                  <c:v>42453</c:v>
                </c:pt>
                <c:pt idx="3431">
                  <c:v>42454</c:v>
                </c:pt>
                <c:pt idx="3432">
                  <c:v>42455</c:v>
                </c:pt>
                <c:pt idx="3433">
                  <c:v>42456</c:v>
                </c:pt>
                <c:pt idx="3434">
                  <c:v>42457</c:v>
                </c:pt>
                <c:pt idx="3435">
                  <c:v>42458</c:v>
                </c:pt>
                <c:pt idx="3436">
                  <c:v>42459</c:v>
                </c:pt>
                <c:pt idx="3437">
                  <c:v>42460</c:v>
                </c:pt>
                <c:pt idx="3438">
                  <c:v>42461</c:v>
                </c:pt>
                <c:pt idx="3439">
                  <c:v>42462</c:v>
                </c:pt>
                <c:pt idx="3440">
                  <c:v>42463</c:v>
                </c:pt>
                <c:pt idx="3441">
                  <c:v>42464</c:v>
                </c:pt>
                <c:pt idx="3442">
                  <c:v>42465</c:v>
                </c:pt>
                <c:pt idx="3443">
                  <c:v>42466</c:v>
                </c:pt>
                <c:pt idx="3444">
                  <c:v>42467</c:v>
                </c:pt>
                <c:pt idx="3445">
                  <c:v>42468</c:v>
                </c:pt>
                <c:pt idx="3446">
                  <c:v>42469</c:v>
                </c:pt>
                <c:pt idx="3447">
                  <c:v>42470</c:v>
                </c:pt>
                <c:pt idx="3448">
                  <c:v>42471</c:v>
                </c:pt>
                <c:pt idx="3449">
                  <c:v>42472</c:v>
                </c:pt>
                <c:pt idx="3450">
                  <c:v>42473</c:v>
                </c:pt>
                <c:pt idx="3451">
                  <c:v>42474</c:v>
                </c:pt>
                <c:pt idx="3452">
                  <c:v>42475</c:v>
                </c:pt>
                <c:pt idx="3453">
                  <c:v>42476</c:v>
                </c:pt>
                <c:pt idx="3454">
                  <c:v>42477</c:v>
                </c:pt>
                <c:pt idx="3455">
                  <c:v>42478</c:v>
                </c:pt>
                <c:pt idx="3456">
                  <c:v>42479</c:v>
                </c:pt>
                <c:pt idx="3457">
                  <c:v>42480</c:v>
                </c:pt>
                <c:pt idx="3458">
                  <c:v>42481</c:v>
                </c:pt>
                <c:pt idx="3459">
                  <c:v>42482</c:v>
                </c:pt>
                <c:pt idx="3460">
                  <c:v>42483</c:v>
                </c:pt>
                <c:pt idx="3461">
                  <c:v>42484</c:v>
                </c:pt>
                <c:pt idx="3462">
                  <c:v>42485</c:v>
                </c:pt>
                <c:pt idx="3463">
                  <c:v>42486</c:v>
                </c:pt>
                <c:pt idx="3464">
                  <c:v>42487</c:v>
                </c:pt>
                <c:pt idx="3465">
                  <c:v>42488</c:v>
                </c:pt>
                <c:pt idx="3466">
                  <c:v>42489</c:v>
                </c:pt>
                <c:pt idx="3467">
                  <c:v>42490</c:v>
                </c:pt>
                <c:pt idx="3468">
                  <c:v>42491</c:v>
                </c:pt>
                <c:pt idx="3469">
                  <c:v>42492</c:v>
                </c:pt>
                <c:pt idx="3470">
                  <c:v>42493</c:v>
                </c:pt>
                <c:pt idx="3471">
                  <c:v>42494</c:v>
                </c:pt>
                <c:pt idx="3472">
                  <c:v>42495</c:v>
                </c:pt>
                <c:pt idx="3473">
                  <c:v>42496</c:v>
                </c:pt>
                <c:pt idx="3474">
                  <c:v>42497</c:v>
                </c:pt>
                <c:pt idx="3475">
                  <c:v>42498</c:v>
                </c:pt>
                <c:pt idx="3476">
                  <c:v>42499</c:v>
                </c:pt>
                <c:pt idx="3477">
                  <c:v>42500</c:v>
                </c:pt>
                <c:pt idx="3478">
                  <c:v>42501</c:v>
                </c:pt>
                <c:pt idx="3479">
                  <c:v>42502</c:v>
                </c:pt>
                <c:pt idx="3480">
                  <c:v>42503</c:v>
                </c:pt>
                <c:pt idx="3481">
                  <c:v>42504</c:v>
                </c:pt>
                <c:pt idx="3482">
                  <c:v>42505</c:v>
                </c:pt>
                <c:pt idx="3483">
                  <c:v>42506</c:v>
                </c:pt>
                <c:pt idx="3484">
                  <c:v>42507</c:v>
                </c:pt>
                <c:pt idx="3485">
                  <c:v>42508</c:v>
                </c:pt>
                <c:pt idx="3486">
                  <c:v>42509</c:v>
                </c:pt>
                <c:pt idx="3487">
                  <c:v>42510</c:v>
                </c:pt>
                <c:pt idx="3488">
                  <c:v>42511</c:v>
                </c:pt>
                <c:pt idx="3489">
                  <c:v>42512</c:v>
                </c:pt>
                <c:pt idx="3490">
                  <c:v>42513</c:v>
                </c:pt>
                <c:pt idx="3491">
                  <c:v>42514</c:v>
                </c:pt>
                <c:pt idx="3492">
                  <c:v>42515</c:v>
                </c:pt>
                <c:pt idx="3493">
                  <c:v>42516</c:v>
                </c:pt>
                <c:pt idx="3494">
                  <c:v>42517</c:v>
                </c:pt>
                <c:pt idx="3495">
                  <c:v>42518</c:v>
                </c:pt>
                <c:pt idx="3496">
                  <c:v>42519</c:v>
                </c:pt>
                <c:pt idx="3497">
                  <c:v>42520</c:v>
                </c:pt>
                <c:pt idx="3498">
                  <c:v>42521</c:v>
                </c:pt>
                <c:pt idx="3499">
                  <c:v>42522</c:v>
                </c:pt>
                <c:pt idx="3500">
                  <c:v>42523</c:v>
                </c:pt>
                <c:pt idx="3501">
                  <c:v>42524</c:v>
                </c:pt>
                <c:pt idx="3502">
                  <c:v>42525</c:v>
                </c:pt>
                <c:pt idx="3503">
                  <c:v>42526</c:v>
                </c:pt>
                <c:pt idx="3504">
                  <c:v>42527</c:v>
                </c:pt>
                <c:pt idx="3505">
                  <c:v>42528</c:v>
                </c:pt>
                <c:pt idx="3506">
                  <c:v>42529</c:v>
                </c:pt>
                <c:pt idx="3507">
                  <c:v>42530</c:v>
                </c:pt>
                <c:pt idx="3508">
                  <c:v>42531</c:v>
                </c:pt>
                <c:pt idx="3509">
                  <c:v>42532</c:v>
                </c:pt>
                <c:pt idx="3510">
                  <c:v>42533</c:v>
                </c:pt>
                <c:pt idx="3511">
                  <c:v>42534</c:v>
                </c:pt>
                <c:pt idx="3512">
                  <c:v>42535</c:v>
                </c:pt>
                <c:pt idx="3513">
                  <c:v>42536</c:v>
                </c:pt>
                <c:pt idx="3514">
                  <c:v>42537</c:v>
                </c:pt>
                <c:pt idx="3515">
                  <c:v>42538</c:v>
                </c:pt>
                <c:pt idx="3516">
                  <c:v>42539</c:v>
                </c:pt>
                <c:pt idx="3517">
                  <c:v>42540</c:v>
                </c:pt>
                <c:pt idx="3518">
                  <c:v>42541</c:v>
                </c:pt>
                <c:pt idx="3519">
                  <c:v>42542</c:v>
                </c:pt>
                <c:pt idx="3520">
                  <c:v>42543</c:v>
                </c:pt>
                <c:pt idx="3521">
                  <c:v>42544</c:v>
                </c:pt>
                <c:pt idx="3522">
                  <c:v>42545</c:v>
                </c:pt>
                <c:pt idx="3523">
                  <c:v>42546</c:v>
                </c:pt>
                <c:pt idx="3524">
                  <c:v>42547</c:v>
                </c:pt>
                <c:pt idx="3525">
                  <c:v>42548</c:v>
                </c:pt>
                <c:pt idx="3526">
                  <c:v>42549</c:v>
                </c:pt>
                <c:pt idx="3527">
                  <c:v>42550</c:v>
                </c:pt>
                <c:pt idx="3528">
                  <c:v>42551</c:v>
                </c:pt>
                <c:pt idx="3529">
                  <c:v>42552</c:v>
                </c:pt>
                <c:pt idx="3530">
                  <c:v>42553</c:v>
                </c:pt>
                <c:pt idx="3531">
                  <c:v>42554</c:v>
                </c:pt>
                <c:pt idx="3532">
                  <c:v>42555</c:v>
                </c:pt>
                <c:pt idx="3533">
                  <c:v>42556</c:v>
                </c:pt>
                <c:pt idx="3534">
                  <c:v>42557</c:v>
                </c:pt>
                <c:pt idx="3535">
                  <c:v>42558</c:v>
                </c:pt>
                <c:pt idx="3536">
                  <c:v>42559</c:v>
                </c:pt>
                <c:pt idx="3537">
                  <c:v>42560</c:v>
                </c:pt>
                <c:pt idx="3538">
                  <c:v>42561</c:v>
                </c:pt>
                <c:pt idx="3539">
                  <c:v>42562</c:v>
                </c:pt>
                <c:pt idx="3540">
                  <c:v>42563</c:v>
                </c:pt>
                <c:pt idx="3541">
                  <c:v>42564</c:v>
                </c:pt>
                <c:pt idx="3542">
                  <c:v>42565</c:v>
                </c:pt>
                <c:pt idx="3543">
                  <c:v>42566</c:v>
                </c:pt>
                <c:pt idx="3544">
                  <c:v>42567</c:v>
                </c:pt>
                <c:pt idx="3545">
                  <c:v>42568</c:v>
                </c:pt>
                <c:pt idx="3546">
                  <c:v>42569</c:v>
                </c:pt>
                <c:pt idx="3547">
                  <c:v>42570</c:v>
                </c:pt>
                <c:pt idx="3548">
                  <c:v>42571</c:v>
                </c:pt>
                <c:pt idx="3549">
                  <c:v>42572</c:v>
                </c:pt>
                <c:pt idx="3550">
                  <c:v>42573</c:v>
                </c:pt>
                <c:pt idx="3551">
                  <c:v>42574</c:v>
                </c:pt>
                <c:pt idx="3552">
                  <c:v>42575</c:v>
                </c:pt>
                <c:pt idx="3553">
                  <c:v>42576</c:v>
                </c:pt>
                <c:pt idx="3554">
                  <c:v>42577</c:v>
                </c:pt>
                <c:pt idx="3555">
                  <c:v>42578</c:v>
                </c:pt>
                <c:pt idx="3556">
                  <c:v>42579</c:v>
                </c:pt>
                <c:pt idx="3557">
                  <c:v>42580</c:v>
                </c:pt>
                <c:pt idx="3558">
                  <c:v>42581</c:v>
                </c:pt>
                <c:pt idx="3559">
                  <c:v>42582</c:v>
                </c:pt>
                <c:pt idx="3560">
                  <c:v>42583</c:v>
                </c:pt>
                <c:pt idx="3561">
                  <c:v>42584</c:v>
                </c:pt>
                <c:pt idx="3562">
                  <c:v>42585</c:v>
                </c:pt>
                <c:pt idx="3563">
                  <c:v>42586</c:v>
                </c:pt>
                <c:pt idx="3564">
                  <c:v>42587</c:v>
                </c:pt>
                <c:pt idx="3565">
                  <c:v>42588</c:v>
                </c:pt>
                <c:pt idx="3566">
                  <c:v>42589</c:v>
                </c:pt>
                <c:pt idx="3567">
                  <c:v>42590</c:v>
                </c:pt>
                <c:pt idx="3568">
                  <c:v>42591</c:v>
                </c:pt>
                <c:pt idx="3569">
                  <c:v>42592</c:v>
                </c:pt>
                <c:pt idx="3570">
                  <c:v>42593</c:v>
                </c:pt>
                <c:pt idx="3571">
                  <c:v>42594</c:v>
                </c:pt>
                <c:pt idx="3572">
                  <c:v>42595</c:v>
                </c:pt>
                <c:pt idx="3573">
                  <c:v>42596</c:v>
                </c:pt>
                <c:pt idx="3574">
                  <c:v>42597</c:v>
                </c:pt>
                <c:pt idx="3575">
                  <c:v>42598</c:v>
                </c:pt>
                <c:pt idx="3576">
                  <c:v>42599</c:v>
                </c:pt>
                <c:pt idx="3577">
                  <c:v>42600</c:v>
                </c:pt>
                <c:pt idx="3578">
                  <c:v>42601</c:v>
                </c:pt>
                <c:pt idx="3579">
                  <c:v>42602</c:v>
                </c:pt>
                <c:pt idx="3580">
                  <c:v>42603</c:v>
                </c:pt>
                <c:pt idx="3581">
                  <c:v>42604</c:v>
                </c:pt>
                <c:pt idx="3582">
                  <c:v>42605</c:v>
                </c:pt>
                <c:pt idx="3583">
                  <c:v>42606</c:v>
                </c:pt>
                <c:pt idx="3584">
                  <c:v>42607</c:v>
                </c:pt>
                <c:pt idx="3585">
                  <c:v>42608</c:v>
                </c:pt>
                <c:pt idx="3586">
                  <c:v>42609</c:v>
                </c:pt>
                <c:pt idx="3587">
                  <c:v>42610</c:v>
                </c:pt>
                <c:pt idx="3588">
                  <c:v>42611</c:v>
                </c:pt>
                <c:pt idx="3589">
                  <c:v>42612</c:v>
                </c:pt>
                <c:pt idx="3590">
                  <c:v>42613</c:v>
                </c:pt>
                <c:pt idx="3591">
                  <c:v>42614</c:v>
                </c:pt>
                <c:pt idx="3592">
                  <c:v>42615</c:v>
                </c:pt>
                <c:pt idx="3593">
                  <c:v>42616</c:v>
                </c:pt>
                <c:pt idx="3594">
                  <c:v>42617</c:v>
                </c:pt>
                <c:pt idx="3595">
                  <c:v>42618</c:v>
                </c:pt>
                <c:pt idx="3596">
                  <c:v>42619</c:v>
                </c:pt>
                <c:pt idx="3597">
                  <c:v>42620</c:v>
                </c:pt>
                <c:pt idx="3598">
                  <c:v>42621</c:v>
                </c:pt>
                <c:pt idx="3599">
                  <c:v>42622</c:v>
                </c:pt>
                <c:pt idx="3600">
                  <c:v>42623</c:v>
                </c:pt>
                <c:pt idx="3601">
                  <c:v>42624</c:v>
                </c:pt>
                <c:pt idx="3602">
                  <c:v>42625</c:v>
                </c:pt>
                <c:pt idx="3603">
                  <c:v>42626</c:v>
                </c:pt>
                <c:pt idx="3604">
                  <c:v>42627</c:v>
                </c:pt>
                <c:pt idx="3605">
                  <c:v>42628</c:v>
                </c:pt>
                <c:pt idx="3606">
                  <c:v>42629</c:v>
                </c:pt>
                <c:pt idx="3607">
                  <c:v>42630</c:v>
                </c:pt>
                <c:pt idx="3608">
                  <c:v>42631</c:v>
                </c:pt>
                <c:pt idx="3609">
                  <c:v>42632</c:v>
                </c:pt>
                <c:pt idx="3610">
                  <c:v>42633</c:v>
                </c:pt>
                <c:pt idx="3611">
                  <c:v>42634</c:v>
                </c:pt>
                <c:pt idx="3612">
                  <c:v>42635</c:v>
                </c:pt>
                <c:pt idx="3613">
                  <c:v>42636</c:v>
                </c:pt>
                <c:pt idx="3614">
                  <c:v>42637</c:v>
                </c:pt>
                <c:pt idx="3615">
                  <c:v>42638</c:v>
                </c:pt>
                <c:pt idx="3616">
                  <c:v>42639</c:v>
                </c:pt>
                <c:pt idx="3617">
                  <c:v>42640</c:v>
                </c:pt>
                <c:pt idx="3618">
                  <c:v>42641</c:v>
                </c:pt>
                <c:pt idx="3619">
                  <c:v>42642</c:v>
                </c:pt>
                <c:pt idx="3620">
                  <c:v>42643</c:v>
                </c:pt>
                <c:pt idx="3621">
                  <c:v>42644</c:v>
                </c:pt>
                <c:pt idx="3622">
                  <c:v>42645</c:v>
                </c:pt>
                <c:pt idx="3623">
                  <c:v>42646</c:v>
                </c:pt>
                <c:pt idx="3624">
                  <c:v>42647</c:v>
                </c:pt>
                <c:pt idx="3625">
                  <c:v>42648</c:v>
                </c:pt>
                <c:pt idx="3626">
                  <c:v>42649</c:v>
                </c:pt>
                <c:pt idx="3627">
                  <c:v>42650</c:v>
                </c:pt>
                <c:pt idx="3628">
                  <c:v>42651</c:v>
                </c:pt>
                <c:pt idx="3629">
                  <c:v>42652</c:v>
                </c:pt>
                <c:pt idx="3630">
                  <c:v>42653</c:v>
                </c:pt>
                <c:pt idx="3631">
                  <c:v>42654</c:v>
                </c:pt>
                <c:pt idx="3632">
                  <c:v>42655</c:v>
                </c:pt>
                <c:pt idx="3633">
                  <c:v>42656</c:v>
                </c:pt>
                <c:pt idx="3634">
                  <c:v>42657</c:v>
                </c:pt>
                <c:pt idx="3635">
                  <c:v>42658</c:v>
                </c:pt>
                <c:pt idx="3636">
                  <c:v>42659</c:v>
                </c:pt>
                <c:pt idx="3637">
                  <c:v>42660</c:v>
                </c:pt>
                <c:pt idx="3638">
                  <c:v>42661</c:v>
                </c:pt>
                <c:pt idx="3639">
                  <c:v>42662</c:v>
                </c:pt>
                <c:pt idx="3640">
                  <c:v>42663</c:v>
                </c:pt>
                <c:pt idx="3641">
                  <c:v>42664</c:v>
                </c:pt>
                <c:pt idx="3642">
                  <c:v>42665</c:v>
                </c:pt>
                <c:pt idx="3643">
                  <c:v>42666</c:v>
                </c:pt>
                <c:pt idx="3644">
                  <c:v>42667</c:v>
                </c:pt>
                <c:pt idx="3645">
                  <c:v>42668</c:v>
                </c:pt>
                <c:pt idx="3646">
                  <c:v>42669</c:v>
                </c:pt>
                <c:pt idx="3647">
                  <c:v>42670</c:v>
                </c:pt>
                <c:pt idx="3648">
                  <c:v>42671</c:v>
                </c:pt>
                <c:pt idx="3649">
                  <c:v>42672</c:v>
                </c:pt>
                <c:pt idx="3650">
                  <c:v>42673</c:v>
                </c:pt>
                <c:pt idx="3651">
                  <c:v>42674</c:v>
                </c:pt>
                <c:pt idx="3652">
                  <c:v>42675</c:v>
                </c:pt>
                <c:pt idx="3653">
                  <c:v>42676</c:v>
                </c:pt>
                <c:pt idx="3654">
                  <c:v>42677</c:v>
                </c:pt>
                <c:pt idx="3655">
                  <c:v>42678</c:v>
                </c:pt>
                <c:pt idx="3656">
                  <c:v>42679</c:v>
                </c:pt>
                <c:pt idx="3657">
                  <c:v>42680</c:v>
                </c:pt>
                <c:pt idx="3658">
                  <c:v>42681</c:v>
                </c:pt>
                <c:pt idx="3659">
                  <c:v>42682</c:v>
                </c:pt>
                <c:pt idx="3660">
                  <c:v>42683</c:v>
                </c:pt>
                <c:pt idx="3661">
                  <c:v>42684</c:v>
                </c:pt>
                <c:pt idx="3662">
                  <c:v>42685</c:v>
                </c:pt>
                <c:pt idx="3663">
                  <c:v>42686</c:v>
                </c:pt>
                <c:pt idx="3664">
                  <c:v>42687</c:v>
                </c:pt>
                <c:pt idx="3665">
                  <c:v>42688</c:v>
                </c:pt>
                <c:pt idx="3666">
                  <c:v>42689</c:v>
                </c:pt>
                <c:pt idx="3667">
                  <c:v>42690</c:v>
                </c:pt>
                <c:pt idx="3668">
                  <c:v>42691</c:v>
                </c:pt>
                <c:pt idx="3669">
                  <c:v>42692</c:v>
                </c:pt>
                <c:pt idx="3670">
                  <c:v>42693</c:v>
                </c:pt>
                <c:pt idx="3671">
                  <c:v>42694</c:v>
                </c:pt>
                <c:pt idx="3672">
                  <c:v>42695</c:v>
                </c:pt>
                <c:pt idx="3673">
                  <c:v>42696</c:v>
                </c:pt>
                <c:pt idx="3674">
                  <c:v>42697</c:v>
                </c:pt>
                <c:pt idx="3675">
                  <c:v>42698</c:v>
                </c:pt>
                <c:pt idx="3676">
                  <c:v>42699</c:v>
                </c:pt>
                <c:pt idx="3677">
                  <c:v>42700</c:v>
                </c:pt>
                <c:pt idx="3678">
                  <c:v>42701</c:v>
                </c:pt>
                <c:pt idx="3679">
                  <c:v>42702</c:v>
                </c:pt>
                <c:pt idx="3680">
                  <c:v>42703</c:v>
                </c:pt>
                <c:pt idx="3681">
                  <c:v>42704</c:v>
                </c:pt>
                <c:pt idx="3682">
                  <c:v>42705</c:v>
                </c:pt>
                <c:pt idx="3683">
                  <c:v>42706</c:v>
                </c:pt>
                <c:pt idx="3684">
                  <c:v>42707</c:v>
                </c:pt>
                <c:pt idx="3685">
                  <c:v>42708</c:v>
                </c:pt>
                <c:pt idx="3686">
                  <c:v>42709</c:v>
                </c:pt>
                <c:pt idx="3687">
                  <c:v>42710</c:v>
                </c:pt>
                <c:pt idx="3688">
                  <c:v>42711</c:v>
                </c:pt>
                <c:pt idx="3689">
                  <c:v>42712</c:v>
                </c:pt>
                <c:pt idx="3690">
                  <c:v>42713</c:v>
                </c:pt>
                <c:pt idx="3691">
                  <c:v>42714</c:v>
                </c:pt>
                <c:pt idx="3692">
                  <c:v>42715</c:v>
                </c:pt>
                <c:pt idx="3693">
                  <c:v>42716</c:v>
                </c:pt>
                <c:pt idx="3694">
                  <c:v>42717</c:v>
                </c:pt>
                <c:pt idx="3695">
                  <c:v>42718</c:v>
                </c:pt>
                <c:pt idx="3696">
                  <c:v>42719</c:v>
                </c:pt>
                <c:pt idx="3697">
                  <c:v>42720</c:v>
                </c:pt>
                <c:pt idx="3698">
                  <c:v>42721</c:v>
                </c:pt>
                <c:pt idx="3699">
                  <c:v>42722</c:v>
                </c:pt>
                <c:pt idx="3700">
                  <c:v>42723</c:v>
                </c:pt>
                <c:pt idx="3701">
                  <c:v>42724</c:v>
                </c:pt>
                <c:pt idx="3702">
                  <c:v>42725</c:v>
                </c:pt>
                <c:pt idx="3703">
                  <c:v>42726</c:v>
                </c:pt>
                <c:pt idx="3704">
                  <c:v>42727</c:v>
                </c:pt>
                <c:pt idx="3705">
                  <c:v>42728</c:v>
                </c:pt>
                <c:pt idx="3706">
                  <c:v>42729</c:v>
                </c:pt>
                <c:pt idx="3707">
                  <c:v>42730</c:v>
                </c:pt>
                <c:pt idx="3708">
                  <c:v>42731</c:v>
                </c:pt>
                <c:pt idx="3709">
                  <c:v>42732</c:v>
                </c:pt>
                <c:pt idx="3710">
                  <c:v>42733</c:v>
                </c:pt>
                <c:pt idx="3711">
                  <c:v>42734</c:v>
                </c:pt>
                <c:pt idx="3712">
                  <c:v>42735</c:v>
                </c:pt>
                <c:pt idx="3713">
                  <c:v>42736</c:v>
                </c:pt>
                <c:pt idx="3714">
                  <c:v>42737</c:v>
                </c:pt>
                <c:pt idx="3715">
                  <c:v>42738</c:v>
                </c:pt>
                <c:pt idx="3716">
                  <c:v>42739</c:v>
                </c:pt>
                <c:pt idx="3717">
                  <c:v>42740</c:v>
                </c:pt>
                <c:pt idx="3718">
                  <c:v>42741</c:v>
                </c:pt>
                <c:pt idx="3719">
                  <c:v>42742</c:v>
                </c:pt>
                <c:pt idx="3720">
                  <c:v>42743</c:v>
                </c:pt>
                <c:pt idx="3721">
                  <c:v>42744</c:v>
                </c:pt>
                <c:pt idx="3722">
                  <c:v>42745</c:v>
                </c:pt>
                <c:pt idx="3723">
                  <c:v>42746</c:v>
                </c:pt>
                <c:pt idx="3724">
                  <c:v>42747</c:v>
                </c:pt>
                <c:pt idx="3725">
                  <c:v>42748</c:v>
                </c:pt>
                <c:pt idx="3726">
                  <c:v>42749</c:v>
                </c:pt>
                <c:pt idx="3727">
                  <c:v>42750</c:v>
                </c:pt>
                <c:pt idx="3728">
                  <c:v>42751</c:v>
                </c:pt>
                <c:pt idx="3729">
                  <c:v>42752</c:v>
                </c:pt>
                <c:pt idx="3730">
                  <c:v>42753</c:v>
                </c:pt>
                <c:pt idx="3731">
                  <c:v>42754</c:v>
                </c:pt>
                <c:pt idx="3732">
                  <c:v>42755</c:v>
                </c:pt>
                <c:pt idx="3733">
                  <c:v>42756</c:v>
                </c:pt>
                <c:pt idx="3734">
                  <c:v>42757</c:v>
                </c:pt>
                <c:pt idx="3735">
                  <c:v>42758</c:v>
                </c:pt>
                <c:pt idx="3736">
                  <c:v>42759</c:v>
                </c:pt>
                <c:pt idx="3737">
                  <c:v>42760</c:v>
                </c:pt>
                <c:pt idx="3738">
                  <c:v>42761</c:v>
                </c:pt>
                <c:pt idx="3739">
                  <c:v>42762</c:v>
                </c:pt>
                <c:pt idx="3740">
                  <c:v>42763</c:v>
                </c:pt>
                <c:pt idx="3741">
                  <c:v>42764</c:v>
                </c:pt>
                <c:pt idx="3742">
                  <c:v>42765</c:v>
                </c:pt>
                <c:pt idx="3743">
                  <c:v>42766</c:v>
                </c:pt>
                <c:pt idx="3744">
                  <c:v>42767</c:v>
                </c:pt>
                <c:pt idx="3745">
                  <c:v>42768</c:v>
                </c:pt>
                <c:pt idx="3746">
                  <c:v>42769</c:v>
                </c:pt>
                <c:pt idx="3747">
                  <c:v>42770</c:v>
                </c:pt>
                <c:pt idx="3748">
                  <c:v>42771</c:v>
                </c:pt>
                <c:pt idx="3749">
                  <c:v>42772</c:v>
                </c:pt>
                <c:pt idx="3750">
                  <c:v>42773</c:v>
                </c:pt>
                <c:pt idx="3751">
                  <c:v>42774</c:v>
                </c:pt>
                <c:pt idx="3752">
                  <c:v>42775</c:v>
                </c:pt>
                <c:pt idx="3753">
                  <c:v>42776</c:v>
                </c:pt>
                <c:pt idx="3754">
                  <c:v>42777</c:v>
                </c:pt>
                <c:pt idx="3755">
                  <c:v>42778</c:v>
                </c:pt>
                <c:pt idx="3756">
                  <c:v>42779</c:v>
                </c:pt>
                <c:pt idx="3757">
                  <c:v>42780</c:v>
                </c:pt>
                <c:pt idx="3758">
                  <c:v>42781</c:v>
                </c:pt>
                <c:pt idx="3759">
                  <c:v>42782</c:v>
                </c:pt>
                <c:pt idx="3760">
                  <c:v>42783</c:v>
                </c:pt>
                <c:pt idx="3761">
                  <c:v>42784</c:v>
                </c:pt>
                <c:pt idx="3762">
                  <c:v>42785</c:v>
                </c:pt>
                <c:pt idx="3763">
                  <c:v>42786</c:v>
                </c:pt>
                <c:pt idx="3764">
                  <c:v>42787</c:v>
                </c:pt>
                <c:pt idx="3765">
                  <c:v>42788</c:v>
                </c:pt>
                <c:pt idx="3766">
                  <c:v>42789</c:v>
                </c:pt>
                <c:pt idx="3767">
                  <c:v>42790</c:v>
                </c:pt>
                <c:pt idx="3768">
                  <c:v>42791</c:v>
                </c:pt>
                <c:pt idx="3769">
                  <c:v>42792</c:v>
                </c:pt>
                <c:pt idx="3770">
                  <c:v>42793</c:v>
                </c:pt>
                <c:pt idx="3771">
                  <c:v>42794</c:v>
                </c:pt>
                <c:pt idx="3772">
                  <c:v>42795</c:v>
                </c:pt>
                <c:pt idx="3773">
                  <c:v>42796</c:v>
                </c:pt>
                <c:pt idx="3774">
                  <c:v>42797</c:v>
                </c:pt>
                <c:pt idx="3775">
                  <c:v>42798</c:v>
                </c:pt>
                <c:pt idx="3776">
                  <c:v>42799</c:v>
                </c:pt>
                <c:pt idx="3777">
                  <c:v>42800</c:v>
                </c:pt>
                <c:pt idx="3778">
                  <c:v>42801</c:v>
                </c:pt>
                <c:pt idx="3779">
                  <c:v>42802</c:v>
                </c:pt>
                <c:pt idx="3780">
                  <c:v>42803</c:v>
                </c:pt>
                <c:pt idx="3781">
                  <c:v>42804</c:v>
                </c:pt>
                <c:pt idx="3782">
                  <c:v>42805</c:v>
                </c:pt>
                <c:pt idx="3783">
                  <c:v>42806</c:v>
                </c:pt>
                <c:pt idx="3784">
                  <c:v>42807</c:v>
                </c:pt>
                <c:pt idx="3785">
                  <c:v>42808</c:v>
                </c:pt>
                <c:pt idx="3786">
                  <c:v>42809</c:v>
                </c:pt>
                <c:pt idx="3787">
                  <c:v>42810</c:v>
                </c:pt>
                <c:pt idx="3788">
                  <c:v>42811</c:v>
                </c:pt>
                <c:pt idx="3789">
                  <c:v>42812</c:v>
                </c:pt>
                <c:pt idx="3790">
                  <c:v>42813</c:v>
                </c:pt>
                <c:pt idx="3791">
                  <c:v>42814</c:v>
                </c:pt>
                <c:pt idx="3792">
                  <c:v>42815</c:v>
                </c:pt>
                <c:pt idx="3793">
                  <c:v>42816</c:v>
                </c:pt>
                <c:pt idx="3794">
                  <c:v>42817</c:v>
                </c:pt>
                <c:pt idx="3795">
                  <c:v>42818</c:v>
                </c:pt>
                <c:pt idx="3796">
                  <c:v>42819</c:v>
                </c:pt>
                <c:pt idx="3797">
                  <c:v>42820</c:v>
                </c:pt>
                <c:pt idx="3798">
                  <c:v>42821</c:v>
                </c:pt>
                <c:pt idx="3799">
                  <c:v>42822</c:v>
                </c:pt>
                <c:pt idx="3800">
                  <c:v>42823</c:v>
                </c:pt>
                <c:pt idx="3801">
                  <c:v>42824</c:v>
                </c:pt>
                <c:pt idx="3802">
                  <c:v>42825</c:v>
                </c:pt>
                <c:pt idx="3803">
                  <c:v>42826</c:v>
                </c:pt>
                <c:pt idx="3804">
                  <c:v>42827</c:v>
                </c:pt>
                <c:pt idx="3805">
                  <c:v>42828</c:v>
                </c:pt>
                <c:pt idx="3806">
                  <c:v>42829</c:v>
                </c:pt>
                <c:pt idx="3807">
                  <c:v>42830</c:v>
                </c:pt>
                <c:pt idx="3808">
                  <c:v>42831</c:v>
                </c:pt>
                <c:pt idx="3809">
                  <c:v>42832</c:v>
                </c:pt>
                <c:pt idx="3810">
                  <c:v>42833</c:v>
                </c:pt>
                <c:pt idx="3811">
                  <c:v>42834</c:v>
                </c:pt>
                <c:pt idx="3812">
                  <c:v>42835</c:v>
                </c:pt>
                <c:pt idx="3813">
                  <c:v>42836</c:v>
                </c:pt>
                <c:pt idx="3814">
                  <c:v>42837</c:v>
                </c:pt>
                <c:pt idx="3815">
                  <c:v>42838</c:v>
                </c:pt>
                <c:pt idx="3816">
                  <c:v>42839</c:v>
                </c:pt>
                <c:pt idx="3817">
                  <c:v>42840</c:v>
                </c:pt>
                <c:pt idx="3818">
                  <c:v>42841</c:v>
                </c:pt>
                <c:pt idx="3819">
                  <c:v>42842</c:v>
                </c:pt>
                <c:pt idx="3820">
                  <c:v>42843</c:v>
                </c:pt>
                <c:pt idx="3821">
                  <c:v>42844</c:v>
                </c:pt>
                <c:pt idx="3822">
                  <c:v>42845</c:v>
                </c:pt>
                <c:pt idx="3823">
                  <c:v>42846</c:v>
                </c:pt>
                <c:pt idx="3824">
                  <c:v>42847</c:v>
                </c:pt>
                <c:pt idx="3825">
                  <c:v>42848</c:v>
                </c:pt>
                <c:pt idx="3826">
                  <c:v>42849</c:v>
                </c:pt>
                <c:pt idx="3827">
                  <c:v>42850</c:v>
                </c:pt>
                <c:pt idx="3828">
                  <c:v>42851</c:v>
                </c:pt>
                <c:pt idx="3829">
                  <c:v>42852</c:v>
                </c:pt>
                <c:pt idx="3830">
                  <c:v>42853</c:v>
                </c:pt>
                <c:pt idx="3831">
                  <c:v>42854</c:v>
                </c:pt>
                <c:pt idx="3832">
                  <c:v>42855</c:v>
                </c:pt>
                <c:pt idx="3833">
                  <c:v>42856</c:v>
                </c:pt>
                <c:pt idx="3834">
                  <c:v>42857</c:v>
                </c:pt>
                <c:pt idx="3835">
                  <c:v>42858</c:v>
                </c:pt>
                <c:pt idx="3836">
                  <c:v>42859</c:v>
                </c:pt>
                <c:pt idx="3837">
                  <c:v>42860</c:v>
                </c:pt>
                <c:pt idx="3838">
                  <c:v>42861</c:v>
                </c:pt>
                <c:pt idx="3839">
                  <c:v>42862</c:v>
                </c:pt>
                <c:pt idx="3840">
                  <c:v>42863</c:v>
                </c:pt>
                <c:pt idx="3841">
                  <c:v>42864</c:v>
                </c:pt>
                <c:pt idx="3842">
                  <c:v>42865</c:v>
                </c:pt>
                <c:pt idx="3843">
                  <c:v>42866</c:v>
                </c:pt>
                <c:pt idx="3844">
                  <c:v>42867</c:v>
                </c:pt>
                <c:pt idx="3845">
                  <c:v>42868</c:v>
                </c:pt>
                <c:pt idx="3846">
                  <c:v>42869</c:v>
                </c:pt>
                <c:pt idx="3847">
                  <c:v>42870</c:v>
                </c:pt>
                <c:pt idx="3848">
                  <c:v>42871</c:v>
                </c:pt>
                <c:pt idx="3849">
                  <c:v>42872</c:v>
                </c:pt>
                <c:pt idx="3850">
                  <c:v>42873</c:v>
                </c:pt>
                <c:pt idx="3851">
                  <c:v>42874</c:v>
                </c:pt>
                <c:pt idx="3852">
                  <c:v>42875</c:v>
                </c:pt>
                <c:pt idx="3853">
                  <c:v>42876</c:v>
                </c:pt>
                <c:pt idx="3854">
                  <c:v>42877</c:v>
                </c:pt>
                <c:pt idx="3855">
                  <c:v>42878</c:v>
                </c:pt>
                <c:pt idx="3856">
                  <c:v>42879</c:v>
                </c:pt>
                <c:pt idx="3857">
                  <c:v>42880</c:v>
                </c:pt>
                <c:pt idx="3858">
                  <c:v>42881</c:v>
                </c:pt>
                <c:pt idx="3859">
                  <c:v>42882</c:v>
                </c:pt>
                <c:pt idx="3860">
                  <c:v>42883</c:v>
                </c:pt>
                <c:pt idx="3861">
                  <c:v>42884</c:v>
                </c:pt>
                <c:pt idx="3862">
                  <c:v>42885</c:v>
                </c:pt>
                <c:pt idx="3863">
                  <c:v>42886</c:v>
                </c:pt>
                <c:pt idx="3864">
                  <c:v>42887</c:v>
                </c:pt>
                <c:pt idx="3865">
                  <c:v>42888</c:v>
                </c:pt>
                <c:pt idx="3866">
                  <c:v>42889</c:v>
                </c:pt>
                <c:pt idx="3867">
                  <c:v>42890</c:v>
                </c:pt>
                <c:pt idx="3868">
                  <c:v>42891</c:v>
                </c:pt>
                <c:pt idx="3869">
                  <c:v>42892</c:v>
                </c:pt>
                <c:pt idx="3870">
                  <c:v>42893</c:v>
                </c:pt>
                <c:pt idx="3871">
                  <c:v>42894</c:v>
                </c:pt>
                <c:pt idx="3872">
                  <c:v>42895</c:v>
                </c:pt>
                <c:pt idx="3873">
                  <c:v>42896</c:v>
                </c:pt>
                <c:pt idx="3874">
                  <c:v>42897</c:v>
                </c:pt>
                <c:pt idx="3875">
                  <c:v>42898</c:v>
                </c:pt>
                <c:pt idx="3876">
                  <c:v>42899</c:v>
                </c:pt>
                <c:pt idx="3877">
                  <c:v>42900</c:v>
                </c:pt>
                <c:pt idx="3878">
                  <c:v>42901</c:v>
                </c:pt>
                <c:pt idx="3879">
                  <c:v>42902</c:v>
                </c:pt>
                <c:pt idx="3880">
                  <c:v>42903</c:v>
                </c:pt>
                <c:pt idx="3881">
                  <c:v>42904</c:v>
                </c:pt>
                <c:pt idx="3882">
                  <c:v>42905</c:v>
                </c:pt>
                <c:pt idx="3883">
                  <c:v>42906</c:v>
                </c:pt>
                <c:pt idx="3884">
                  <c:v>42907</c:v>
                </c:pt>
                <c:pt idx="3885">
                  <c:v>42908</c:v>
                </c:pt>
                <c:pt idx="3886">
                  <c:v>42909</c:v>
                </c:pt>
                <c:pt idx="3887">
                  <c:v>42910</c:v>
                </c:pt>
                <c:pt idx="3888">
                  <c:v>42911</c:v>
                </c:pt>
                <c:pt idx="3889">
                  <c:v>42912</c:v>
                </c:pt>
                <c:pt idx="3890">
                  <c:v>42913</c:v>
                </c:pt>
                <c:pt idx="3891">
                  <c:v>42914</c:v>
                </c:pt>
                <c:pt idx="3892">
                  <c:v>42915</c:v>
                </c:pt>
                <c:pt idx="3893">
                  <c:v>42916</c:v>
                </c:pt>
                <c:pt idx="3894">
                  <c:v>42917</c:v>
                </c:pt>
                <c:pt idx="3895">
                  <c:v>42918</c:v>
                </c:pt>
                <c:pt idx="3896">
                  <c:v>42919</c:v>
                </c:pt>
                <c:pt idx="3897">
                  <c:v>42920</c:v>
                </c:pt>
                <c:pt idx="3898">
                  <c:v>42921</c:v>
                </c:pt>
                <c:pt idx="3899">
                  <c:v>42922</c:v>
                </c:pt>
                <c:pt idx="3900">
                  <c:v>42923</c:v>
                </c:pt>
                <c:pt idx="3901">
                  <c:v>42924</c:v>
                </c:pt>
                <c:pt idx="3902">
                  <c:v>42925</c:v>
                </c:pt>
                <c:pt idx="3903">
                  <c:v>42926</c:v>
                </c:pt>
                <c:pt idx="3904">
                  <c:v>42927</c:v>
                </c:pt>
                <c:pt idx="3905">
                  <c:v>42928</c:v>
                </c:pt>
                <c:pt idx="3906">
                  <c:v>42929</c:v>
                </c:pt>
                <c:pt idx="3907">
                  <c:v>42930</c:v>
                </c:pt>
                <c:pt idx="3908">
                  <c:v>42931</c:v>
                </c:pt>
                <c:pt idx="3909">
                  <c:v>42932</c:v>
                </c:pt>
                <c:pt idx="3910">
                  <c:v>42933</c:v>
                </c:pt>
                <c:pt idx="3911">
                  <c:v>42934</c:v>
                </c:pt>
                <c:pt idx="3912">
                  <c:v>42935</c:v>
                </c:pt>
                <c:pt idx="3913">
                  <c:v>42936</c:v>
                </c:pt>
                <c:pt idx="3914">
                  <c:v>42937</c:v>
                </c:pt>
                <c:pt idx="3915">
                  <c:v>42938</c:v>
                </c:pt>
                <c:pt idx="3916">
                  <c:v>42939</c:v>
                </c:pt>
                <c:pt idx="3917">
                  <c:v>42940</c:v>
                </c:pt>
                <c:pt idx="3918">
                  <c:v>42941</c:v>
                </c:pt>
                <c:pt idx="3919">
                  <c:v>42942</c:v>
                </c:pt>
                <c:pt idx="3920">
                  <c:v>42943</c:v>
                </c:pt>
                <c:pt idx="3921">
                  <c:v>42944</c:v>
                </c:pt>
                <c:pt idx="3922">
                  <c:v>42945</c:v>
                </c:pt>
                <c:pt idx="3923">
                  <c:v>42946</c:v>
                </c:pt>
                <c:pt idx="3924">
                  <c:v>42947</c:v>
                </c:pt>
                <c:pt idx="3925">
                  <c:v>42948</c:v>
                </c:pt>
                <c:pt idx="3926">
                  <c:v>42949</c:v>
                </c:pt>
                <c:pt idx="3927">
                  <c:v>42950</c:v>
                </c:pt>
                <c:pt idx="3928">
                  <c:v>42951</c:v>
                </c:pt>
                <c:pt idx="3929">
                  <c:v>42952</c:v>
                </c:pt>
                <c:pt idx="3930">
                  <c:v>42953</c:v>
                </c:pt>
                <c:pt idx="3931">
                  <c:v>42954</c:v>
                </c:pt>
                <c:pt idx="3932">
                  <c:v>42955</c:v>
                </c:pt>
                <c:pt idx="3933">
                  <c:v>42956</c:v>
                </c:pt>
                <c:pt idx="3934">
                  <c:v>42957</c:v>
                </c:pt>
                <c:pt idx="3935">
                  <c:v>42958</c:v>
                </c:pt>
                <c:pt idx="3936">
                  <c:v>42959</c:v>
                </c:pt>
                <c:pt idx="3937">
                  <c:v>42960</c:v>
                </c:pt>
                <c:pt idx="3938">
                  <c:v>42961</c:v>
                </c:pt>
                <c:pt idx="3939">
                  <c:v>42962</c:v>
                </c:pt>
                <c:pt idx="3940">
                  <c:v>42963</c:v>
                </c:pt>
                <c:pt idx="3941">
                  <c:v>42964</c:v>
                </c:pt>
                <c:pt idx="3942">
                  <c:v>42965</c:v>
                </c:pt>
                <c:pt idx="3943">
                  <c:v>42966</c:v>
                </c:pt>
                <c:pt idx="3944">
                  <c:v>42967</c:v>
                </c:pt>
                <c:pt idx="3945">
                  <c:v>42968</c:v>
                </c:pt>
                <c:pt idx="3946">
                  <c:v>42969</c:v>
                </c:pt>
                <c:pt idx="3947">
                  <c:v>42970</c:v>
                </c:pt>
                <c:pt idx="3948">
                  <c:v>42971</c:v>
                </c:pt>
                <c:pt idx="3949">
                  <c:v>42972</c:v>
                </c:pt>
                <c:pt idx="3950">
                  <c:v>42973</c:v>
                </c:pt>
                <c:pt idx="3951">
                  <c:v>42974</c:v>
                </c:pt>
                <c:pt idx="3952">
                  <c:v>42975</c:v>
                </c:pt>
                <c:pt idx="3953">
                  <c:v>42976</c:v>
                </c:pt>
                <c:pt idx="3954">
                  <c:v>42977</c:v>
                </c:pt>
                <c:pt idx="3955">
                  <c:v>42978</c:v>
                </c:pt>
                <c:pt idx="3956">
                  <c:v>42979</c:v>
                </c:pt>
                <c:pt idx="3957">
                  <c:v>42980</c:v>
                </c:pt>
                <c:pt idx="3958">
                  <c:v>42981</c:v>
                </c:pt>
                <c:pt idx="3959">
                  <c:v>42982</c:v>
                </c:pt>
                <c:pt idx="3960">
                  <c:v>42983</c:v>
                </c:pt>
                <c:pt idx="3961">
                  <c:v>42984</c:v>
                </c:pt>
                <c:pt idx="3962">
                  <c:v>42985</c:v>
                </c:pt>
                <c:pt idx="3963">
                  <c:v>42986</c:v>
                </c:pt>
                <c:pt idx="3964">
                  <c:v>42987</c:v>
                </c:pt>
                <c:pt idx="3965">
                  <c:v>42988</c:v>
                </c:pt>
                <c:pt idx="3966">
                  <c:v>42989</c:v>
                </c:pt>
                <c:pt idx="3967">
                  <c:v>42990</c:v>
                </c:pt>
                <c:pt idx="3968">
                  <c:v>42991</c:v>
                </c:pt>
                <c:pt idx="3969">
                  <c:v>42992</c:v>
                </c:pt>
                <c:pt idx="3970">
                  <c:v>42993</c:v>
                </c:pt>
                <c:pt idx="3971">
                  <c:v>42994</c:v>
                </c:pt>
                <c:pt idx="3972">
                  <c:v>42995</c:v>
                </c:pt>
                <c:pt idx="3973">
                  <c:v>42996</c:v>
                </c:pt>
                <c:pt idx="3974">
                  <c:v>42997</c:v>
                </c:pt>
                <c:pt idx="3975">
                  <c:v>42998</c:v>
                </c:pt>
                <c:pt idx="3976">
                  <c:v>42999</c:v>
                </c:pt>
                <c:pt idx="3977">
                  <c:v>43000</c:v>
                </c:pt>
                <c:pt idx="3978">
                  <c:v>43001</c:v>
                </c:pt>
                <c:pt idx="3979">
                  <c:v>43002</c:v>
                </c:pt>
                <c:pt idx="3980">
                  <c:v>43003</c:v>
                </c:pt>
                <c:pt idx="3981">
                  <c:v>43004</c:v>
                </c:pt>
                <c:pt idx="3982">
                  <c:v>43005</c:v>
                </c:pt>
                <c:pt idx="3983">
                  <c:v>43006</c:v>
                </c:pt>
                <c:pt idx="3984">
                  <c:v>43007</c:v>
                </c:pt>
                <c:pt idx="3985">
                  <c:v>43008</c:v>
                </c:pt>
                <c:pt idx="3986">
                  <c:v>43009</c:v>
                </c:pt>
                <c:pt idx="3987">
                  <c:v>43010</c:v>
                </c:pt>
                <c:pt idx="3988">
                  <c:v>43011</c:v>
                </c:pt>
                <c:pt idx="3989">
                  <c:v>43012</c:v>
                </c:pt>
                <c:pt idx="3990">
                  <c:v>43013</c:v>
                </c:pt>
                <c:pt idx="3991">
                  <c:v>43014</c:v>
                </c:pt>
                <c:pt idx="3992">
                  <c:v>43015</c:v>
                </c:pt>
                <c:pt idx="3993">
                  <c:v>43016</c:v>
                </c:pt>
                <c:pt idx="3994">
                  <c:v>43017</c:v>
                </c:pt>
                <c:pt idx="3995">
                  <c:v>43018</c:v>
                </c:pt>
                <c:pt idx="3996">
                  <c:v>43019</c:v>
                </c:pt>
                <c:pt idx="3997">
                  <c:v>43020</c:v>
                </c:pt>
                <c:pt idx="3998">
                  <c:v>43021</c:v>
                </c:pt>
                <c:pt idx="3999">
                  <c:v>43022</c:v>
                </c:pt>
                <c:pt idx="4000">
                  <c:v>43023</c:v>
                </c:pt>
                <c:pt idx="4001">
                  <c:v>43024</c:v>
                </c:pt>
                <c:pt idx="4002">
                  <c:v>43025</c:v>
                </c:pt>
                <c:pt idx="4003">
                  <c:v>43026</c:v>
                </c:pt>
                <c:pt idx="4004">
                  <c:v>43027</c:v>
                </c:pt>
                <c:pt idx="4005">
                  <c:v>43028</c:v>
                </c:pt>
                <c:pt idx="4006">
                  <c:v>43029</c:v>
                </c:pt>
                <c:pt idx="4007">
                  <c:v>43030</c:v>
                </c:pt>
                <c:pt idx="4008">
                  <c:v>43031</c:v>
                </c:pt>
                <c:pt idx="4009">
                  <c:v>43032</c:v>
                </c:pt>
                <c:pt idx="4010">
                  <c:v>43033</c:v>
                </c:pt>
                <c:pt idx="4011">
                  <c:v>43034</c:v>
                </c:pt>
                <c:pt idx="4012">
                  <c:v>43035</c:v>
                </c:pt>
                <c:pt idx="4013">
                  <c:v>43036</c:v>
                </c:pt>
                <c:pt idx="4014">
                  <c:v>43037</c:v>
                </c:pt>
                <c:pt idx="4015">
                  <c:v>43038</c:v>
                </c:pt>
                <c:pt idx="4016">
                  <c:v>43039</c:v>
                </c:pt>
                <c:pt idx="4017">
                  <c:v>43040</c:v>
                </c:pt>
                <c:pt idx="4018">
                  <c:v>43041</c:v>
                </c:pt>
                <c:pt idx="4019">
                  <c:v>43042</c:v>
                </c:pt>
                <c:pt idx="4020">
                  <c:v>43043</c:v>
                </c:pt>
                <c:pt idx="4021">
                  <c:v>43044</c:v>
                </c:pt>
                <c:pt idx="4022">
                  <c:v>43045</c:v>
                </c:pt>
                <c:pt idx="4023">
                  <c:v>43046</c:v>
                </c:pt>
                <c:pt idx="4024">
                  <c:v>43047</c:v>
                </c:pt>
                <c:pt idx="4025">
                  <c:v>43048</c:v>
                </c:pt>
                <c:pt idx="4026">
                  <c:v>43049</c:v>
                </c:pt>
                <c:pt idx="4027">
                  <c:v>43050</c:v>
                </c:pt>
                <c:pt idx="4028">
                  <c:v>43051</c:v>
                </c:pt>
                <c:pt idx="4029">
                  <c:v>43052</c:v>
                </c:pt>
                <c:pt idx="4030">
                  <c:v>43053</c:v>
                </c:pt>
                <c:pt idx="4031">
                  <c:v>43054</c:v>
                </c:pt>
                <c:pt idx="4032">
                  <c:v>43055</c:v>
                </c:pt>
                <c:pt idx="4033">
                  <c:v>43056</c:v>
                </c:pt>
                <c:pt idx="4034">
                  <c:v>43057</c:v>
                </c:pt>
                <c:pt idx="4035">
                  <c:v>43058</c:v>
                </c:pt>
                <c:pt idx="4036">
                  <c:v>43059</c:v>
                </c:pt>
                <c:pt idx="4037">
                  <c:v>43060</c:v>
                </c:pt>
                <c:pt idx="4038">
                  <c:v>43061</c:v>
                </c:pt>
                <c:pt idx="4039">
                  <c:v>43062</c:v>
                </c:pt>
                <c:pt idx="4040">
                  <c:v>43063</c:v>
                </c:pt>
                <c:pt idx="4041">
                  <c:v>43064</c:v>
                </c:pt>
                <c:pt idx="4042">
                  <c:v>43065</c:v>
                </c:pt>
                <c:pt idx="4043">
                  <c:v>43066</c:v>
                </c:pt>
                <c:pt idx="4044">
                  <c:v>43067</c:v>
                </c:pt>
                <c:pt idx="4045">
                  <c:v>43068</c:v>
                </c:pt>
                <c:pt idx="4046">
                  <c:v>43069</c:v>
                </c:pt>
                <c:pt idx="4047">
                  <c:v>43070</c:v>
                </c:pt>
                <c:pt idx="4048">
                  <c:v>43071</c:v>
                </c:pt>
                <c:pt idx="4049">
                  <c:v>43072</c:v>
                </c:pt>
                <c:pt idx="4050">
                  <c:v>43073</c:v>
                </c:pt>
                <c:pt idx="4051">
                  <c:v>43074</c:v>
                </c:pt>
                <c:pt idx="4052">
                  <c:v>43075</c:v>
                </c:pt>
                <c:pt idx="4053">
                  <c:v>43076</c:v>
                </c:pt>
                <c:pt idx="4054">
                  <c:v>43077</c:v>
                </c:pt>
                <c:pt idx="4055">
                  <c:v>43078</c:v>
                </c:pt>
                <c:pt idx="4056">
                  <c:v>43079</c:v>
                </c:pt>
                <c:pt idx="4057">
                  <c:v>43080</c:v>
                </c:pt>
                <c:pt idx="4058">
                  <c:v>43081</c:v>
                </c:pt>
                <c:pt idx="4059">
                  <c:v>43082</c:v>
                </c:pt>
                <c:pt idx="4060">
                  <c:v>43083</c:v>
                </c:pt>
                <c:pt idx="4061">
                  <c:v>43084</c:v>
                </c:pt>
                <c:pt idx="4062">
                  <c:v>43085</c:v>
                </c:pt>
                <c:pt idx="4063">
                  <c:v>43086</c:v>
                </c:pt>
                <c:pt idx="4064">
                  <c:v>43087</c:v>
                </c:pt>
                <c:pt idx="4065">
                  <c:v>43088</c:v>
                </c:pt>
                <c:pt idx="4066">
                  <c:v>43089</c:v>
                </c:pt>
                <c:pt idx="4067">
                  <c:v>43090</c:v>
                </c:pt>
                <c:pt idx="4068">
                  <c:v>43091</c:v>
                </c:pt>
                <c:pt idx="4069">
                  <c:v>43092</c:v>
                </c:pt>
                <c:pt idx="4070">
                  <c:v>43093</c:v>
                </c:pt>
                <c:pt idx="4071">
                  <c:v>43094</c:v>
                </c:pt>
                <c:pt idx="4072">
                  <c:v>43095</c:v>
                </c:pt>
                <c:pt idx="4073">
                  <c:v>43096</c:v>
                </c:pt>
                <c:pt idx="4074">
                  <c:v>43097</c:v>
                </c:pt>
                <c:pt idx="4075">
                  <c:v>43098</c:v>
                </c:pt>
                <c:pt idx="4076">
                  <c:v>43099</c:v>
                </c:pt>
                <c:pt idx="4077">
                  <c:v>43100</c:v>
                </c:pt>
                <c:pt idx="4078">
                  <c:v>43101</c:v>
                </c:pt>
                <c:pt idx="4079">
                  <c:v>43102</c:v>
                </c:pt>
                <c:pt idx="4080">
                  <c:v>43103</c:v>
                </c:pt>
                <c:pt idx="4081">
                  <c:v>43104</c:v>
                </c:pt>
                <c:pt idx="4082">
                  <c:v>43105</c:v>
                </c:pt>
                <c:pt idx="4083">
                  <c:v>43106</c:v>
                </c:pt>
                <c:pt idx="4084">
                  <c:v>43107</c:v>
                </c:pt>
                <c:pt idx="4085">
                  <c:v>43108</c:v>
                </c:pt>
                <c:pt idx="4086">
                  <c:v>43109</c:v>
                </c:pt>
                <c:pt idx="4087">
                  <c:v>43110</c:v>
                </c:pt>
                <c:pt idx="4088">
                  <c:v>43111</c:v>
                </c:pt>
                <c:pt idx="4089">
                  <c:v>43112</c:v>
                </c:pt>
                <c:pt idx="4090">
                  <c:v>43113</c:v>
                </c:pt>
                <c:pt idx="4091">
                  <c:v>43114</c:v>
                </c:pt>
                <c:pt idx="4092">
                  <c:v>43115</c:v>
                </c:pt>
                <c:pt idx="4093">
                  <c:v>43116</c:v>
                </c:pt>
                <c:pt idx="4094">
                  <c:v>43117</c:v>
                </c:pt>
                <c:pt idx="4095">
                  <c:v>43118</c:v>
                </c:pt>
                <c:pt idx="4096">
                  <c:v>43119</c:v>
                </c:pt>
                <c:pt idx="4097">
                  <c:v>43120</c:v>
                </c:pt>
                <c:pt idx="4098">
                  <c:v>43121</c:v>
                </c:pt>
                <c:pt idx="4099">
                  <c:v>43122</c:v>
                </c:pt>
                <c:pt idx="4100">
                  <c:v>43123</c:v>
                </c:pt>
                <c:pt idx="4101">
                  <c:v>43124</c:v>
                </c:pt>
                <c:pt idx="4102">
                  <c:v>43125</c:v>
                </c:pt>
                <c:pt idx="4103">
                  <c:v>43126</c:v>
                </c:pt>
                <c:pt idx="4104">
                  <c:v>43127</c:v>
                </c:pt>
                <c:pt idx="4105">
                  <c:v>43128</c:v>
                </c:pt>
                <c:pt idx="4106">
                  <c:v>43129</c:v>
                </c:pt>
                <c:pt idx="4107">
                  <c:v>43130</c:v>
                </c:pt>
                <c:pt idx="4108">
                  <c:v>43131</c:v>
                </c:pt>
                <c:pt idx="4109">
                  <c:v>43132</c:v>
                </c:pt>
                <c:pt idx="4110">
                  <c:v>43133</c:v>
                </c:pt>
                <c:pt idx="4111">
                  <c:v>43134</c:v>
                </c:pt>
                <c:pt idx="4112">
                  <c:v>43135</c:v>
                </c:pt>
                <c:pt idx="4113">
                  <c:v>43136</c:v>
                </c:pt>
                <c:pt idx="4114">
                  <c:v>43137</c:v>
                </c:pt>
                <c:pt idx="4115">
                  <c:v>43138</c:v>
                </c:pt>
                <c:pt idx="4116">
                  <c:v>43139</c:v>
                </c:pt>
                <c:pt idx="4117">
                  <c:v>43140</c:v>
                </c:pt>
                <c:pt idx="4118">
                  <c:v>43141</c:v>
                </c:pt>
                <c:pt idx="4119">
                  <c:v>43142</c:v>
                </c:pt>
                <c:pt idx="4120">
                  <c:v>43143</c:v>
                </c:pt>
                <c:pt idx="4121">
                  <c:v>43144</c:v>
                </c:pt>
                <c:pt idx="4122">
                  <c:v>43145</c:v>
                </c:pt>
                <c:pt idx="4123">
                  <c:v>43146</c:v>
                </c:pt>
                <c:pt idx="4124">
                  <c:v>43147</c:v>
                </c:pt>
                <c:pt idx="4125">
                  <c:v>43148</c:v>
                </c:pt>
                <c:pt idx="4126">
                  <c:v>43149</c:v>
                </c:pt>
                <c:pt idx="4127">
                  <c:v>43150</c:v>
                </c:pt>
                <c:pt idx="4128">
                  <c:v>43151</c:v>
                </c:pt>
                <c:pt idx="4129">
                  <c:v>43152</c:v>
                </c:pt>
                <c:pt idx="4130">
                  <c:v>43153</c:v>
                </c:pt>
                <c:pt idx="4131">
                  <c:v>43154</c:v>
                </c:pt>
                <c:pt idx="4132">
                  <c:v>43155</c:v>
                </c:pt>
                <c:pt idx="4133">
                  <c:v>43156</c:v>
                </c:pt>
                <c:pt idx="4134">
                  <c:v>43157</c:v>
                </c:pt>
                <c:pt idx="4135">
                  <c:v>43158</c:v>
                </c:pt>
                <c:pt idx="4136">
                  <c:v>43159</c:v>
                </c:pt>
                <c:pt idx="4137">
                  <c:v>43160</c:v>
                </c:pt>
                <c:pt idx="4138">
                  <c:v>43161</c:v>
                </c:pt>
                <c:pt idx="4139">
                  <c:v>43162</c:v>
                </c:pt>
                <c:pt idx="4140">
                  <c:v>43163</c:v>
                </c:pt>
                <c:pt idx="4141">
                  <c:v>43164</c:v>
                </c:pt>
                <c:pt idx="4142">
                  <c:v>43165</c:v>
                </c:pt>
                <c:pt idx="4143">
                  <c:v>43166</c:v>
                </c:pt>
                <c:pt idx="4144">
                  <c:v>43167</c:v>
                </c:pt>
                <c:pt idx="4145">
                  <c:v>43168</c:v>
                </c:pt>
                <c:pt idx="4146">
                  <c:v>43169</c:v>
                </c:pt>
                <c:pt idx="4147">
                  <c:v>43170</c:v>
                </c:pt>
                <c:pt idx="4148">
                  <c:v>43171</c:v>
                </c:pt>
                <c:pt idx="4149">
                  <c:v>43172</c:v>
                </c:pt>
                <c:pt idx="4150">
                  <c:v>43173</c:v>
                </c:pt>
                <c:pt idx="4151">
                  <c:v>43174</c:v>
                </c:pt>
                <c:pt idx="4152">
                  <c:v>43175</c:v>
                </c:pt>
                <c:pt idx="4153">
                  <c:v>43176</c:v>
                </c:pt>
                <c:pt idx="4154">
                  <c:v>43177</c:v>
                </c:pt>
                <c:pt idx="4155">
                  <c:v>43178</c:v>
                </c:pt>
                <c:pt idx="4156">
                  <c:v>43179</c:v>
                </c:pt>
                <c:pt idx="4157">
                  <c:v>43180</c:v>
                </c:pt>
                <c:pt idx="4158">
                  <c:v>43181</c:v>
                </c:pt>
                <c:pt idx="4159">
                  <c:v>43182</c:v>
                </c:pt>
                <c:pt idx="4160">
                  <c:v>43183</c:v>
                </c:pt>
                <c:pt idx="4161">
                  <c:v>43184</c:v>
                </c:pt>
                <c:pt idx="4162">
                  <c:v>43185</c:v>
                </c:pt>
                <c:pt idx="4163">
                  <c:v>43186</c:v>
                </c:pt>
                <c:pt idx="4164">
                  <c:v>43187</c:v>
                </c:pt>
                <c:pt idx="4165">
                  <c:v>43188</c:v>
                </c:pt>
                <c:pt idx="4166">
                  <c:v>43189</c:v>
                </c:pt>
                <c:pt idx="4167">
                  <c:v>43190</c:v>
                </c:pt>
                <c:pt idx="4168">
                  <c:v>43191</c:v>
                </c:pt>
                <c:pt idx="4169">
                  <c:v>43192</c:v>
                </c:pt>
                <c:pt idx="4170">
                  <c:v>43193</c:v>
                </c:pt>
                <c:pt idx="4171">
                  <c:v>43194</c:v>
                </c:pt>
                <c:pt idx="4172">
                  <c:v>43195</c:v>
                </c:pt>
                <c:pt idx="4173">
                  <c:v>43196</c:v>
                </c:pt>
                <c:pt idx="4174">
                  <c:v>43197</c:v>
                </c:pt>
                <c:pt idx="4175">
                  <c:v>43198</c:v>
                </c:pt>
                <c:pt idx="4176">
                  <c:v>43199</c:v>
                </c:pt>
                <c:pt idx="4177">
                  <c:v>43200</c:v>
                </c:pt>
                <c:pt idx="4178">
                  <c:v>43201</c:v>
                </c:pt>
                <c:pt idx="4179">
                  <c:v>43202</c:v>
                </c:pt>
                <c:pt idx="4180">
                  <c:v>43203</c:v>
                </c:pt>
                <c:pt idx="4181">
                  <c:v>43204</c:v>
                </c:pt>
                <c:pt idx="4182">
                  <c:v>43205</c:v>
                </c:pt>
                <c:pt idx="4183">
                  <c:v>43206</c:v>
                </c:pt>
                <c:pt idx="4184">
                  <c:v>43207</c:v>
                </c:pt>
                <c:pt idx="4185">
                  <c:v>43208</c:v>
                </c:pt>
                <c:pt idx="4186">
                  <c:v>43209</c:v>
                </c:pt>
                <c:pt idx="4187">
                  <c:v>43210</c:v>
                </c:pt>
                <c:pt idx="4188">
                  <c:v>43211</c:v>
                </c:pt>
                <c:pt idx="4189">
                  <c:v>43212</c:v>
                </c:pt>
                <c:pt idx="4190">
                  <c:v>43213</c:v>
                </c:pt>
                <c:pt idx="4191">
                  <c:v>43214</c:v>
                </c:pt>
                <c:pt idx="4192">
                  <c:v>43215</c:v>
                </c:pt>
                <c:pt idx="4193">
                  <c:v>43216</c:v>
                </c:pt>
                <c:pt idx="4194">
                  <c:v>43217</c:v>
                </c:pt>
                <c:pt idx="4195">
                  <c:v>43218</c:v>
                </c:pt>
                <c:pt idx="4196">
                  <c:v>43219</c:v>
                </c:pt>
                <c:pt idx="4197">
                  <c:v>43220</c:v>
                </c:pt>
                <c:pt idx="4198">
                  <c:v>43221</c:v>
                </c:pt>
                <c:pt idx="4199">
                  <c:v>43222</c:v>
                </c:pt>
                <c:pt idx="4200">
                  <c:v>43223</c:v>
                </c:pt>
                <c:pt idx="4201">
                  <c:v>43224</c:v>
                </c:pt>
                <c:pt idx="4202">
                  <c:v>43225</c:v>
                </c:pt>
                <c:pt idx="4203">
                  <c:v>43226</c:v>
                </c:pt>
                <c:pt idx="4204">
                  <c:v>43227</c:v>
                </c:pt>
                <c:pt idx="4205">
                  <c:v>43228</c:v>
                </c:pt>
                <c:pt idx="4206">
                  <c:v>43229</c:v>
                </c:pt>
                <c:pt idx="4207">
                  <c:v>43230</c:v>
                </c:pt>
                <c:pt idx="4208">
                  <c:v>43231</c:v>
                </c:pt>
                <c:pt idx="4209">
                  <c:v>43232</c:v>
                </c:pt>
                <c:pt idx="4210">
                  <c:v>43233</c:v>
                </c:pt>
                <c:pt idx="4211">
                  <c:v>43234</c:v>
                </c:pt>
                <c:pt idx="4212">
                  <c:v>43235</c:v>
                </c:pt>
                <c:pt idx="4213">
                  <c:v>43236</c:v>
                </c:pt>
                <c:pt idx="4214">
                  <c:v>43237</c:v>
                </c:pt>
                <c:pt idx="4215">
                  <c:v>43238</c:v>
                </c:pt>
                <c:pt idx="4216">
                  <c:v>43239</c:v>
                </c:pt>
                <c:pt idx="4217">
                  <c:v>43240</c:v>
                </c:pt>
                <c:pt idx="4218">
                  <c:v>43241</c:v>
                </c:pt>
                <c:pt idx="4219">
                  <c:v>43242</c:v>
                </c:pt>
                <c:pt idx="4220">
                  <c:v>43243</c:v>
                </c:pt>
                <c:pt idx="4221">
                  <c:v>43244</c:v>
                </c:pt>
                <c:pt idx="4222">
                  <c:v>43245</c:v>
                </c:pt>
                <c:pt idx="4223">
                  <c:v>43246</c:v>
                </c:pt>
                <c:pt idx="4224">
                  <c:v>43247</c:v>
                </c:pt>
                <c:pt idx="4225">
                  <c:v>43248</c:v>
                </c:pt>
                <c:pt idx="4226">
                  <c:v>43249</c:v>
                </c:pt>
                <c:pt idx="4227">
                  <c:v>43250</c:v>
                </c:pt>
                <c:pt idx="4228">
                  <c:v>43251</c:v>
                </c:pt>
                <c:pt idx="4229">
                  <c:v>43252</c:v>
                </c:pt>
                <c:pt idx="4230">
                  <c:v>43253</c:v>
                </c:pt>
                <c:pt idx="4231">
                  <c:v>43254</c:v>
                </c:pt>
                <c:pt idx="4232">
                  <c:v>43255</c:v>
                </c:pt>
                <c:pt idx="4233">
                  <c:v>43256</c:v>
                </c:pt>
                <c:pt idx="4234">
                  <c:v>43257</c:v>
                </c:pt>
                <c:pt idx="4235">
                  <c:v>43258</c:v>
                </c:pt>
                <c:pt idx="4236">
                  <c:v>43259</c:v>
                </c:pt>
                <c:pt idx="4237">
                  <c:v>43260</c:v>
                </c:pt>
                <c:pt idx="4238">
                  <c:v>43261</c:v>
                </c:pt>
                <c:pt idx="4239">
                  <c:v>43262</c:v>
                </c:pt>
                <c:pt idx="4240">
                  <c:v>43263</c:v>
                </c:pt>
                <c:pt idx="4241">
                  <c:v>43264</c:v>
                </c:pt>
                <c:pt idx="4242">
                  <c:v>43265</c:v>
                </c:pt>
                <c:pt idx="4243">
                  <c:v>43266</c:v>
                </c:pt>
                <c:pt idx="4244">
                  <c:v>43267</c:v>
                </c:pt>
                <c:pt idx="4245">
                  <c:v>43268</c:v>
                </c:pt>
                <c:pt idx="4246">
                  <c:v>43269</c:v>
                </c:pt>
                <c:pt idx="4247">
                  <c:v>43270</c:v>
                </c:pt>
                <c:pt idx="4248">
                  <c:v>43271</c:v>
                </c:pt>
                <c:pt idx="4249">
                  <c:v>43272</c:v>
                </c:pt>
                <c:pt idx="4250">
                  <c:v>43273</c:v>
                </c:pt>
                <c:pt idx="4251">
                  <c:v>43274</c:v>
                </c:pt>
                <c:pt idx="4252">
                  <c:v>43275</c:v>
                </c:pt>
                <c:pt idx="4253">
                  <c:v>43276</c:v>
                </c:pt>
                <c:pt idx="4254">
                  <c:v>43277</c:v>
                </c:pt>
                <c:pt idx="4255">
                  <c:v>43278</c:v>
                </c:pt>
                <c:pt idx="4256">
                  <c:v>43279</c:v>
                </c:pt>
                <c:pt idx="4257">
                  <c:v>43280</c:v>
                </c:pt>
                <c:pt idx="4258">
                  <c:v>43281</c:v>
                </c:pt>
                <c:pt idx="4259">
                  <c:v>43282</c:v>
                </c:pt>
                <c:pt idx="4260">
                  <c:v>43283</c:v>
                </c:pt>
                <c:pt idx="4261">
                  <c:v>43284</c:v>
                </c:pt>
                <c:pt idx="4262">
                  <c:v>43285</c:v>
                </c:pt>
                <c:pt idx="4263">
                  <c:v>43286</c:v>
                </c:pt>
                <c:pt idx="4264">
                  <c:v>43287</c:v>
                </c:pt>
                <c:pt idx="4265">
                  <c:v>43288</c:v>
                </c:pt>
                <c:pt idx="4266">
                  <c:v>43289</c:v>
                </c:pt>
                <c:pt idx="4267">
                  <c:v>43290</c:v>
                </c:pt>
                <c:pt idx="4268">
                  <c:v>43291</c:v>
                </c:pt>
                <c:pt idx="4269">
                  <c:v>43292</c:v>
                </c:pt>
                <c:pt idx="4270">
                  <c:v>43293</c:v>
                </c:pt>
                <c:pt idx="4271">
                  <c:v>43294</c:v>
                </c:pt>
                <c:pt idx="4272">
                  <c:v>43295</c:v>
                </c:pt>
                <c:pt idx="4273">
                  <c:v>43296</c:v>
                </c:pt>
                <c:pt idx="4274">
                  <c:v>43297</c:v>
                </c:pt>
                <c:pt idx="4275">
                  <c:v>43298</c:v>
                </c:pt>
                <c:pt idx="4276">
                  <c:v>43299</c:v>
                </c:pt>
                <c:pt idx="4277">
                  <c:v>43300</c:v>
                </c:pt>
                <c:pt idx="4278">
                  <c:v>43301</c:v>
                </c:pt>
                <c:pt idx="4279">
                  <c:v>43302</c:v>
                </c:pt>
                <c:pt idx="4280">
                  <c:v>43303</c:v>
                </c:pt>
                <c:pt idx="4281">
                  <c:v>43304</c:v>
                </c:pt>
                <c:pt idx="4282">
                  <c:v>43305</c:v>
                </c:pt>
                <c:pt idx="4283">
                  <c:v>43306</c:v>
                </c:pt>
                <c:pt idx="4284">
                  <c:v>43307</c:v>
                </c:pt>
                <c:pt idx="4285">
                  <c:v>43308</c:v>
                </c:pt>
                <c:pt idx="4286">
                  <c:v>43309</c:v>
                </c:pt>
                <c:pt idx="4287">
                  <c:v>43310</c:v>
                </c:pt>
                <c:pt idx="4288">
                  <c:v>43311</c:v>
                </c:pt>
                <c:pt idx="4289">
                  <c:v>43312</c:v>
                </c:pt>
                <c:pt idx="4290">
                  <c:v>43313</c:v>
                </c:pt>
                <c:pt idx="4291">
                  <c:v>43314</c:v>
                </c:pt>
                <c:pt idx="4292">
                  <c:v>43315</c:v>
                </c:pt>
                <c:pt idx="4293">
                  <c:v>43316</c:v>
                </c:pt>
                <c:pt idx="4294">
                  <c:v>43317</c:v>
                </c:pt>
                <c:pt idx="4295">
                  <c:v>43318</c:v>
                </c:pt>
                <c:pt idx="4296">
                  <c:v>43319</c:v>
                </c:pt>
                <c:pt idx="4297">
                  <c:v>43320</c:v>
                </c:pt>
                <c:pt idx="4298">
                  <c:v>43321</c:v>
                </c:pt>
                <c:pt idx="4299">
                  <c:v>43322</c:v>
                </c:pt>
                <c:pt idx="4300">
                  <c:v>43323</c:v>
                </c:pt>
                <c:pt idx="4301">
                  <c:v>43324</c:v>
                </c:pt>
                <c:pt idx="4302">
                  <c:v>43325</c:v>
                </c:pt>
                <c:pt idx="4303">
                  <c:v>43326</c:v>
                </c:pt>
                <c:pt idx="4304">
                  <c:v>43327</c:v>
                </c:pt>
                <c:pt idx="4305">
                  <c:v>43328</c:v>
                </c:pt>
                <c:pt idx="4306">
                  <c:v>43329</c:v>
                </c:pt>
                <c:pt idx="4307">
                  <c:v>43330</c:v>
                </c:pt>
                <c:pt idx="4308">
                  <c:v>43331</c:v>
                </c:pt>
                <c:pt idx="4309">
                  <c:v>43332</c:v>
                </c:pt>
                <c:pt idx="4310">
                  <c:v>43333</c:v>
                </c:pt>
                <c:pt idx="4311">
                  <c:v>43334</c:v>
                </c:pt>
                <c:pt idx="4312">
                  <c:v>43335</c:v>
                </c:pt>
                <c:pt idx="4313">
                  <c:v>43336</c:v>
                </c:pt>
                <c:pt idx="4314">
                  <c:v>43337</c:v>
                </c:pt>
                <c:pt idx="4315">
                  <c:v>43338</c:v>
                </c:pt>
                <c:pt idx="4316">
                  <c:v>43339</c:v>
                </c:pt>
                <c:pt idx="4317">
                  <c:v>43340</c:v>
                </c:pt>
                <c:pt idx="4318">
                  <c:v>43341</c:v>
                </c:pt>
                <c:pt idx="4319">
                  <c:v>43342</c:v>
                </c:pt>
                <c:pt idx="4320">
                  <c:v>43343</c:v>
                </c:pt>
                <c:pt idx="4321">
                  <c:v>43344</c:v>
                </c:pt>
                <c:pt idx="4322">
                  <c:v>43345</c:v>
                </c:pt>
                <c:pt idx="4323">
                  <c:v>43346</c:v>
                </c:pt>
                <c:pt idx="4324">
                  <c:v>43347</c:v>
                </c:pt>
                <c:pt idx="4325">
                  <c:v>43348</c:v>
                </c:pt>
                <c:pt idx="4326">
                  <c:v>43349</c:v>
                </c:pt>
                <c:pt idx="4327">
                  <c:v>43350</c:v>
                </c:pt>
                <c:pt idx="4328">
                  <c:v>43351</c:v>
                </c:pt>
                <c:pt idx="4329">
                  <c:v>43352</c:v>
                </c:pt>
                <c:pt idx="4330">
                  <c:v>43353</c:v>
                </c:pt>
                <c:pt idx="4331">
                  <c:v>43354</c:v>
                </c:pt>
                <c:pt idx="4332">
                  <c:v>43355</c:v>
                </c:pt>
                <c:pt idx="4333">
                  <c:v>43356</c:v>
                </c:pt>
                <c:pt idx="4334">
                  <c:v>43357</c:v>
                </c:pt>
                <c:pt idx="4335">
                  <c:v>43358</c:v>
                </c:pt>
                <c:pt idx="4336">
                  <c:v>43359</c:v>
                </c:pt>
                <c:pt idx="4337">
                  <c:v>43360</c:v>
                </c:pt>
                <c:pt idx="4338">
                  <c:v>43361</c:v>
                </c:pt>
                <c:pt idx="4339">
                  <c:v>43362</c:v>
                </c:pt>
                <c:pt idx="4340">
                  <c:v>43363</c:v>
                </c:pt>
                <c:pt idx="4341">
                  <c:v>43364</c:v>
                </c:pt>
                <c:pt idx="4342">
                  <c:v>43365</c:v>
                </c:pt>
                <c:pt idx="4343">
                  <c:v>43366</c:v>
                </c:pt>
                <c:pt idx="4344">
                  <c:v>43367</c:v>
                </c:pt>
                <c:pt idx="4345">
                  <c:v>43368</c:v>
                </c:pt>
                <c:pt idx="4346">
                  <c:v>43369</c:v>
                </c:pt>
                <c:pt idx="4347">
                  <c:v>43370</c:v>
                </c:pt>
                <c:pt idx="4348">
                  <c:v>43371</c:v>
                </c:pt>
                <c:pt idx="4349">
                  <c:v>43372</c:v>
                </c:pt>
                <c:pt idx="4350">
                  <c:v>43373</c:v>
                </c:pt>
                <c:pt idx="4351">
                  <c:v>43374</c:v>
                </c:pt>
                <c:pt idx="4352">
                  <c:v>43375</c:v>
                </c:pt>
                <c:pt idx="4353">
                  <c:v>43376</c:v>
                </c:pt>
                <c:pt idx="4354">
                  <c:v>43377</c:v>
                </c:pt>
                <c:pt idx="4355">
                  <c:v>43378</c:v>
                </c:pt>
                <c:pt idx="4356">
                  <c:v>43379</c:v>
                </c:pt>
                <c:pt idx="4357">
                  <c:v>43380</c:v>
                </c:pt>
                <c:pt idx="4358">
                  <c:v>43381</c:v>
                </c:pt>
                <c:pt idx="4359">
                  <c:v>43382</c:v>
                </c:pt>
                <c:pt idx="4360">
                  <c:v>43383</c:v>
                </c:pt>
                <c:pt idx="4361">
                  <c:v>43384</c:v>
                </c:pt>
                <c:pt idx="4362">
                  <c:v>43385</c:v>
                </c:pt>
                <c:pt idx="4363">
                  <c:v>43386</c:v>
                </c:pt>
                <c:pt idx="4364">
                  <c:v>43387</c:v>
                </c:pt>
                <c:pt idx="4365">
                  <c:v>43388</c:v>
                </c:pt>
                <c:pt idx="4366">
                  <c:v>43389</c:v>
                </c:pt>
                <c:pt idx="4367">
                  <c:v>43390</c:v>
                </c:pt>
                <c:pt idx="4368">
                  <c:v>43391</c:v>
                </c:pt>
                <c:pt idx="4369">
                  <c:v>43392</c:v>
                </c:pt>
                <c:pt idx="4370">
                  <c:v>43393</c:v>
                </c:pt>
                <c:pt idx="4371">
                  <c:v>43394</c:v>
                </c:pt>
                <c:pt idx="4372">
                  <c:v>43395</c:v>
                </c:pt>
                <c:pt idx="4373">
                  <c:v>43396</c:v>
                </c:pt>
                <c:pt idx="4374">
                  <c:v>43397</c:v>
                </c:pt>
                <c:pt idx="4375">
                  <c:v>43398</c:v>
                </c:pt>
                <c:pt idx="4376">
                  <c:v>43399</c:v>
                </c:pt>
                <c:pt idx="4377">
                  <c:v>43400</c:v>
                </c:pt>
                <c:pt idx="4378">
                  <c:v>43401</c:v>
                </c:pt>
                <c:pt idx="4379">
                  <c:v>43402</c:v>
                </c:pt>
                <c:pt idx="4380">
                  <c:v>43403</c:v>
                </c:pt>
                <c:pt idx="4381">
                  <c:v>43404</c:v>
                </c:pt>
                <c:pt idx="4382">
                  <c:v>43405</c:v>
                </c:pt>
                <c:pt idx="4383">
                  <c:v>43406</c:v>
                </c:pt>
                <c:pt idx="4384">
                  <c:v>43407</c:v>
                </c:pt>
                <c:pt idx="4385">
                  <c:v>43408</c:v>
                </c:pt>
                <c:pt idx="4386">
                  <c:v>43409</c:v>
                </c:pt>
                <c:pt idx="4387">
                  <c:v>43410</c:v>
                </c:pt>
                <c:pt idx="4388">
                  <c:v>43411</c:v>
                </c:pt>
                <c:pt idx="4389">
                  <c:v>43412</c:v>
                </c:pt>
                <c:pt idx="4390">
                  <c:v>43413</c:v>
                </c:pt>
                <c:pt idx="4391">
                  <c:v>43414</c:v>
                </c:pt>
                <c:pt idx="4392">
                  <c:v>43415</c:v>
                </c:pt>
                <c:pt idx="4393">
                  <c:v>43416</c:v>
                </c:pt>
                <c:pt idx="4394">
                  <c:v>43417</c:v>
                </c:pt>
                <c:pt idx="4395">
                  <c:v>43418</c:v>
                </c:pt>
                <c:pt idx="4396">
                  <c:v>43419</c:v>
                </c:pt>
                <c:pt idx="4397">
                  <c:v>43420</c:v>
                </c:pt>
                <c:pt idx="4398">
                  <c:v>43421</c:v>
                </c:pt>
                <c:pt idx="4399">
                  <c:v>43422</c:v>
                </c:pt>
                <c:pt idx="4400">
                  <c:v>43423</c:v>
                </c:pt>
                <c:pt idx="4401">
                  <c:v>43424</c:v>
                </c:pt>
                <c:pt idx="4402">
                  <c:v>43425</c:v>
                </c:pt>
                <c:pt idx="4403">
                  <c:v>43426</c:v>
                </c:pt>
                <c:pt idx="4404">
                  <c:v>43427</c:v>
                </c:pt>
                <c:pt idx="4405">
                  <c:v>43428</c:v>
                </c:pt>
                <c:pt idx="4406">
                  <c:v>43429</c:v>
                </c:pt>
                <c:pt idx="4407">
                  <c:v>43430</c:v>
                </c:pt>
                <c:pt idx="4408">
                  <c:v>43431</c:v>
                </c:pt>
                <c:pt idx="4409">
                  <c:v>43432</c:v>
                </c:pt>
                <c:pt idx="4410">
                  <c:v>43433</c:v>
                </c:pt>
                <c:pt idx="4411">
                  <c:v>43434</c:v>
                </c:pt>
                <c:pt idx="4412">
                  <c:v>43435</c:v>
                </c:pt>
                <c:pt idx="4413">
                  <c:v>43436</c:v>
                </c:pt>
                <c:pt idx="4414">
                  <c:v>43437</c:v>
                </c:pt>
                <c:pt idx="4415">
                  <c:v>43438</c:v>
                </c:pt>
                <c:pt idx="4416">
                  <c:v>43439</c:v>
                </c:pt>
                <c:pt idx="4417">
                  <c:v>43440</c:v>
                </c:pt>
                <c:pt idx="4418">
                  <c:v>43441</c:v>
                </c:pt>
                <c:pt idx="4419">
                  <c:v>43442</c:v>
                </c:pt>
                <c:pt idx="4420">
                  <c:v>43443</c:v>
                </c:pt>
                <c:pt idx="4421">
                  <c:v>43444</c:v>
                </c:pt>
                <c:pt idx="4422">
                  <c:v>43445</c:v>
                </c:pt>
                <c:pt idx="4423">
                  <c:v>43446</c:v>
                </c:pt>
                <c:pt idx="4424">
                  <c:v>43447</c:v>
                </c:pt>
                <c:pt idx="4425">
                  <c:v>43448</c:v>
                </c:pt>
                <c:pt idx="4426">
                  <c:v>43449</c:v>
                </c:pt>
                <c:pt idx="4427">
                  <c:v>43450</c:v>
                </c:pt>
                <c:pt idx="4428">
                  <c:v>43451</c:v>
                </c:pt>
                <c:pt idx="4429">
                  <c:v>43452</c:v>
                </c:pt>
                <c:pt idx="4430">
                  <c:v>43453</c:v>
                </c:pt>
                <c:pt idx="4431">
                  <c:v>43454</c:v>
                </c:pt>
                <c:pt idx="4432">
                  <c:v>43455</c:v>
                </c:pt>
                <c:pt idx="4433">
                  <c:v>43456</c:v>
                </c:pt>
                <c:pt idx="4434">
                  <c:v>43457</c:v>
                </c:pt>
                <c:pt idx="4435">
                  <c:v>43458</c:v>
                </c:pt>
                <c:pt idx="4436">
                  <c:v>43459</c:v>
                </c:pt>
                <c:pt idx="4437">
                  <c:v>43460</c:v>
                </c:pt>
                <c:pt idx="4438">
                  <c:v>43461</c:v>
                </c:pt>
                <c:pt idx="4439">
                  <c:v>43462</c:v>
                </c:pt>
                <c:pt idx="4440">
                  <c:v>43463</c:v>
                </c:pt>
                <c:pt idx="4441">
                  <c:v>43464</c:v>
                </c:pt>
                <c:pt idx="4442">
                  <c:v>43465</c:v>
                </c:pt>
                <c:pt idx="4443">
                  <c:v>43466</c:v>
                </c:pt>
                <c:pt idx="4444">
                  <c:v>43467</c:v>
                </c:pt>
                <c:pt idx="4445">
                  <c:v>43468</c:v>
                </c:pt>
                <c:pt idx="4446">
                  <c:v>43469</c:v>
                </c:pt>
                <c:pt idx="4447">
                  <c:v>43470</c:v>
                </c:pt>
                <c:pt idx="4448">
                  <c:v>43471</c:v>
                </c:pt>
                <c:pt idx="4449">
                  <c:v>43472</c:v>
                </c:pt>
                <c:pt idx="4450">
                  <c:v>43473</c:v>
                </c:pt>
                <c:pt idx="4451">
                  <c:v>43474</c:v>
                </c:pt>
                <c:pt idx="4452">
                  <c:v>43475</c:v>
                </c:pt>
                <c:pt idx="4453">
                  <c:v>43476</c:v>
                </c:pt>
                <c:pt idx="4454">
                  <c:v>43477</c:v>
                </c:pt>
                <c:pt idx="4455">
                  <c:v>43478</c:v>
                </c:pt>
                <c:pt idx="4456">
                  <c:v>43479</c:v>
                </c:pt>
                <c:pt idx="4457">
                  <c:v>43480</c:v>
                </c:pt>
                <c:pt idx="4458">
                  <c:v>43481</c:v>
                </c:pt>
                <c:pt idx="4459">
                  <c:v>43482</c:v>
                </c:pt>
                <c:pt idx="4460">
                  <c:v>43483</c:v>
                </c:pt>
                <c:pt idx="4461">
                  <c:v>43484</c:v>
                </c:pt>
                <c:pt idx="4462">
                  <c:v>43485</c:v>
                </c:pt>
                <c:pt idx="4463">
                  <c:v>43486</c:v>
                </c:pt>
                <c:pt idx="4464">
                  <c:v>43487</c:v>
                </c:pt>
                <c:pt idx="4465">
                  <c:v>43488</c:v>
                </c:pt>
                <c:pt idx="4466">
                  <c:v>43489</c:v>
                </c:pt>
                <c:pt idx="4467">
                  <c:v>43490</c:v>
                </c:pt>
                <c:pt idx="4468">
                  <c:v>43491</c:v>
                </c:pt>
                <c:pt idx="4469">
                  <c:v>43492</c:v>
                </c:pt>
                <c:pt idx="4470">
                  <c:v>43493</c:v>
                </c:pt>
                <c:pt idx="4471">
                  <c:v>43494</c:v>
                </c:pt>
                <c:pt idx="4472">
                  <c:v>43495</c:v>
                </c:pt>
                <c:pt idx="4473">
                  <c:v>43496</c:v>
                </c:pt>
                <c:pt idx="4474">
                  <c:v>43497</c:v>
                </c:pt>
                <c:pt idx="4475">
                  <c:v>43498</c:v>
                </c:pt>
                <c:pt idx="4476">
                  <c:v>43499</c:v>
                </c:pt>
                <c:pt idx="4477">
                  <c:v>43500</c:v>
                </c:pt>
                <c:pt idx="4478">
                  <c:v>43501</c:v>
                </c:pt>
                <c:pt idx="4479">
                  <c:v>43502</c:v>
                </c:pt>
                <c:pt idx="4480">
                  <c:v>43503</c:v>
                </c:pt>
                <c:pt idx="4481">
                  <c:v>43504</c:v>
                </c:pt>
                <c:pt idx="4482">
                  <c:v>43505</c:v>
                </c:pt>
                <c:pt idx="4483">
                  <c:v>43506</c:v>
                </c:pt>
                <c:pt idx="4484">
                  <c:v>43507</c:v>
                </c:pt>
                <c:pt idx="4485">
                  <c:v>43508</c:v>
                </c:pt>
                <c:pt idx="4486">
                  <c:v>43509</c:v>
                </c:pt>
                <c:pt idx="4487">
                  <c:v>43510</c:v>
                </c:pt>
                <c:pt idx="4488">
                  <c:v>43511</c:v>
                </c:pt>
                <c:pt idx="4489">
                  <c:v>43512</c:v>
                </c:pt>
                <c:pt idx="4490">
                  <c:v>43513</c:v>
                </c:pt>
                <c:pt idx="4491">
                  <c:v>43514</c:v>
                </c:pt>
                <c:pt idx="4492">
                  <c:v>43515</c:v>
                </c:pt>
                <c:pt idx="4493">
                  <c:v>43516</c:v>
                </c:pt>
                <c:pt idx="4494">
                  <c:v>43517</c:v>
                </c:pt>
                <c:pt idx="4495">
                  <c:v>43518</c:v>
                </c:pt>
                <c:pt idx="4496">
                  <c:v>43519</c:v>
                </c:pt>
                <c:pt idx="4497">
                  <c:v>43520</c:v>
                </c:pt>
                <c:pt idx="4498">
                  <c:v>43521</c:v>
                </c:pt>
                <c:pt idx="4499">
                  <c:v>43522</c:v>
                </c:pt>
                <c:pt idx="4500">
                  <c:v>43523</c:v>
                </c:pt>
                <c:pt idx="4501">
                  <c:v>43524</c:v>
                </c:pt>
                <c:pt idx="4502">
                  <c:v>43525</c:v>
                </c:pt>
                <c:pt idx="4503">
                  <c:v>43526</c:v>
                </c:pt>
                <c:pt idx="4504">
                  <c:v>43527</c:v>
                </c:pt>
                <c:pt idx="4505">
                  <c:v>43528</c:v>
                </c:pt>
                <c:pt idx="4506">
                  <c:v>43529</c:v>
                </c:pt>
                <c:pt idx="4507">
                  <c:v>43530</c:v>
                </c:pt>
                <c:pt idx="4508">
                  <c:v>43531</c:v>
                </c:pt>
                <c:pt idx="4509">
                  <c:v>43532</c:v>
                </c:pt>
                <c:pt idx="4510">
                  <c:v>43533</c:v>
                </c:pt>
                <c:pt idx="4511">
                  <c:v>43534</c:v>
                </c:pt>
                <c:pt idx="4512">
                  <c:v>43535</c:v>
                </c:pt>
                <c:pt idx="4513">
                  <c:v>43536</c:v>
                </c:pt>
                <c:pt idx="4514">
                  <c:v>43537</c:v>
                </c:pt>
                <c:pt idx="4515">
                  <c:v>43538</c:v>
                </c:pt>
                <c:pt idx="4516">
                  <c:v>43539</c:v>
                </c:pt>
                <c:pt idx="4517">
                  <c:v>43540</c:v>
                </c:pt>
                <c:pt idx="4518">
                  <c:v>43541</c:v>
                </c:pt>
                <c:pt idx="4519">
                  <c:v>43542</c:v>
                </c:pt>
                <c:pt idx="4520">
                  <c:v>43543</c:v>
                </c:pt>
                <c:pt idx="4521">
                  <c:v>43544</c:v>
                </c:pt>
                <c:pt idx="4522">
                  <c:v>43545</c:v>
                </c:pt>
                <c:pt idx="4523">
                  <c:v>43546</c:v>
                </c:pt>
                <c:pt idx="4524">
                  <c:v>43547</c:v>
                </c:pt>
                <c:pt idx="4525">
                  <c:v>43548</c:v>
                </c:pt>
                <c:pt idx="4526">
                  <c:v>43549</c:v>
                </c:pt>
                <c:pt idx="4527">
                  <c:v>43550</c:v>
                </c:pt>
                <c:pt idx="4528">
                  <c:v>43551</c:v>
                </c:pt>
                <c:pt idx="4529">
                  <c:v>43552</c:v>
                </c:pt>
                <c:pt idx="4530">
                  <c:v>43553</c:v>
                </c:pt>
                <c:pt idx="4531">
                  <c:v>43554</c:v>
                </c:pt>
                <c:pt idx="4532">
                  <c:v>43555</c:v>
                </c:pt>
                <c:pt idx="4533">
                  <c:v>43556</c:v>
                </c:pt>
                <c:pt idx="4534">
                  <c:v>43557</c:v>
                </c:pt>
                <c:pt idx="4535">
                  <c:v>43558</c:v>
                </c:pt>
                <c:pt idx="4536">
                  <c:v>43559</c:v>
                </c:pt>
                <c:pt idx="4537">
                  <c:v>43560</c:v>
                </c:pt>
                <c:pt idx="4538">
                  <c:v>43561</c:v>
                </c:pt>
                <c:pt idx="4539">
                  <c:v>43562</c:v>
                </c:pt>
                <c:pt idx="4540">
                  <c:v>43563</c:v>
                </c:pt>
                <c:pt idx="4541">
                  <c:v>43564</c:v>
                </c:pt>
                <c:pt idx="4542">
                  <c:v>43565</c:v>
                </c:pt>
                <c:pt idx="4543">
                  <c:v>43566</c:v>
                </c:pt>
                <c:pt idx="4544">
                  <c:v>43567</c:v>
                </c:pt>
                <c:pt idx="4545">
                  <c:v>43568</c:v>
                </c:pt>
                <c:pt idx="4546">
                  <c:v>43569</c:v>
                </c:pt>
                <c:pt idx="4547">
                  <c:v>43570</c:v>
                </c:pt>
                <c:pt idx="4548">
                  <c:v>43571</c:v>
                </c:pt>
                <c:pt idx="4549">
                  <c:v>43572</c:v>
                </c:pt>
                <c:pt idx="4550">
                  <c:v>43573</c:v>
                </c:pt>
                <c:pt idx="4551">
                  <c:v>43574</c:v>
                </c:pt>
                <c:pt idx="4552">
                  <c:v>43575</c:v>
                </c:pt>
                <c:pt idx="4553">
                  <c:v>43576</c:v>
                </c:pt>
                <c:pt idx="4554">
                  <c:v>43577</c:v>
                </c:pt>
                <c:pt idx="4555">
                  <c:v>43578</c:v>
                </c:pt>
                <c:pt idx="4556">
                  <c:v>43579</c:v>
                </c:pt>
                <c:pt idx="4557">
                  <c:v>43580</c:v>
                </c:pt>
                <c:pt idx="4558">
                  <c:v>43581</c:v>
                </c:pt>
                <c:pt idx="4559">
                  <c:v>43582</c:v>
                </c:pt>
                <c:pt idx="4560">
                  <c:v>43583</c:v>
                </c:pt>
                <c:pt idx="4561">
                  <c:v>43584</c:v>
                </c:pt>
                <c:pt idx="4562">
                  <c:v>43585</c:v>
                </c:pt>
                <c:pt idx="4563">
                  <c:v>43586</c:v>
                </c:pt>
                <c:pt idx="4564">
                  <c:v>43587</c:v>
                </c:pt>
                <c:pt idx="4565">
                  <c:v>43588</c:v>
                </c:pt>
                <c:pt idx="4566">
                  <c:v>43589</c:v>
                </c:pt>
                <c:pt idx="4567">
                  <c:v>43590</c:v>
                </c:pt>
                <c:pt idx="4568">
                  <c:v>43591</c:v>
                </c:pt>
                <c:pt idx="4569">
                  <c:v>43592</c:v>
                </c:pt>
                <c:pt idx="4570">
                  <c:v>43593</c:v>
                </c:pt>
                <c:pt idx="4571">
                  <c:v>43594</c:v>
                </c:pt>
                <c:pt idx="4572">
                  <c:v>43595</c:v>
                </c:pt>
                <c:pt idx="4573">
                  <c:v>43596</c:v>
                </c:pt>
                <c:pt idx="4574">
                  <c:v>43597</c:v>
                </c:pt>
                <c:pt idx="4575">
                  <c:v>43598</c:v>
                </c:pt>
                <c:pt idx="4576">
                  <c:v>43599</c:v>
                </c:pt>
                <c:pt idx="4577">
                  <c:v>43600</c:v>
                </c:pt>
                <c:pt idx="4578">
                  <c:v>43601</c:v>
                </c:pt>
                <c:pt idx="4579">
                  <c:v>43602</c:v>
                </c:pt>
                <c:pt idx="4580">
                  <c:v>43603</c:v>
                </c:pt>
                <c:pt idx="4581">
                  <c:v>43604</c:v>
                </c:pt>
                <c:pt idx="4582">
                  <c:v>43605</c:v>
                </c:pt>
                <c:pt idx="4583">
                  <c:v>43606</c:v>
                </c:pt>
                <c:pt idx="4584">
                  <c:v>43607</c:v>
                </c:pt>
                <c:pt idx="4585">
                  <c:v>43608</c:v>
                </c:pt>
                <c:pt idx="4586">
                  <c:v>43609</c:v>
                </c:pt>
                <c:pt idx="4587">
                  <c:v>43610</c:v>
                </c:pt>
                <c:pt idx="4588">
                  <c:v>43611</c:v>
                </c:pt>
                <c:pt idx="4589">
                  <c:v>43612</c:v>
                </c:pt>
                <c:pt idx="4590">
                  <c:v>43613</c:v>
                </c:pt>
                <c:pt idx="4591">
                  <c:v>43614</c:v>
                </c:pt>
                <c:pt idx="4592">
                  <c:v>43615</c:v>
                </c:pt>
                <c:pt idx="4593">
                  <c:v>43616</c:v>
                </c:pt>
                <c:pt idx="4594">
                  <c:v>43617</c:v>
                </c:pt>
                <c:pt idx="4595">
                  <c:v>43618</c:v>
                </c:pt>
                <c:pt idx="4596">
                  <c:v>43619</c:v>
                </c:pt>
                <c:pt idx="4597">
                  <c:v>43620</c:v>
                </c:pt>
                <c:pt idx="4598">
                  <c:v>43621</c:v>
                </c:pt>
                <c:pt idx="4599">
                  <c:v>43622</c:v>
                </c:pt>
                <c:pt idx="4600">
                  <c:v>43623</c:v>
                </c:pt>
                <c:pt idx="4601">
                  <c:v>43624</c:v>
                </c:pt>
                <c:pt idx="4602">
                  <c:v>43625</c:v>
                </c:pt>
                <c:pt idx="4603">
                  <c:v>43626</c:v>
                </c:pt>
                <c:pt idx="4604">
                  <c:v>43627</c:v>
                </c:pt>
                <c:pt idx="4605">
                  <c:v>43628</c:v>
                </c:pt>
                <c:pt idx="4606">
                  <c:v>43629</c:v>
                </c:pt>
                <c:pt idx="4607">
                  <c:v>43630</c:v>
                </c:pt>
                <c:pt idx="4608">
                  <c:v>43631</c:v>
                </c:pt>
                <c:pt idx="4609">
                  <c:v>43632</c:v>
                </c:pt>
                <c:pt idx="4610">
                  <c:v>43633</c:v>
                </c:pt>
                <c:pt idx="4611">
                  <c:v>43634</c:v>
                </c:pt>
                <c:pt idx="4612">
                  <c:v>43635</c:v>
                </c:pt>
                <c:pt idx="4613">
                  <c:v>43636</c:v>
                </c:pt>
                <c:pt idx="4614">
                  <c:v>43637</c:v>
                </c:pt>
                <c:pt idx="4615">
                  <c:v>43638</c:v>
                </c:pt>
                <c:pt idx="4616">
                  <c:v>43639</c:v>
                </c:pt>
                <c:pt idx="4617">
                  <c:v>43640</c:v>
                </c:pt>
                <c:pt idx="4618">
                  <c:v>43641</c:v>
                </c:pt>
                <c:pt idx="4619">
                  <c:v>43642</c:v>
                </c:pt>
                <c:pt idx="4620">
                  <c:v>43643</c:v>
                </c:pt>
                <c:pt idx="4621">
                  <c:v>43644</c:v>
                </c:pt>
                <c:pt idx="4622">
                  <c:v>43645</c:v>
                </c:pt>
                <c:pt idx="4623">
                  <c:v>43646</c:v>
                </c:pt>
                <c:pt idx="4624">
                  <c:v>43647</c:v>
                </c:pt>
                <c:pt idx="4625">
                  <c:v>43648</c:v>
                </c:pt>
                <c:pt idx="4626">
                  <c:v>43649</c:v>
                </c:pt>
                <c:pt idx="4627">
                  <c:v>43650</c:v>
                </c:pt>
                <c:pt idx="4628">
                  <c:v>43651</c:v>
                </c:pt>
                <c:pt idx="4629">
                  <c:v>43652</c:v>
                </c:pt>
                <c:pt idx="4630">
                  <c:v>43653</c:v>
                </c:pt>
                <c:pt idx="4631">
                  <c:v>43654</c:v>
                </c:pt>
                <c:pt idx="4632">
                  <c:v>43655</c:v>
                </c:pt>
                <c:pt idx="4633">
                  <c:v>43656</c:v>
                </c:pt>
                <c:pt idx="4634">
                  <c:v>43657</c:v>
                </c:pt>
                <c:pt idx="4635">
                  <c:v>43658</c:v>
                </c:pt>
                <c:pt idx="4636">
                  <c:v>43659</c:v>
                </c:pt>
                <c:pt idx="4637">
                  <c:v>43660</c:v>
                </c:pt>
                <c:pt idx="4638">
                  <c:v>43661</c:v>
                </c:pt>
                <c:pt idx="4639">
                  <c:v>43662</c:v>
                </c:pt>
                <c:pt idx="4640">
                  <c:v>43663</c:v>
                </c:pt>
                <c:pt idx="4641">
                  <c:v>43664</c:v>
                </c:pt>
                <c:pt idx="4642">
                  <c:v>43665</c:v>
                </c:pt>
                <c:pt idx="4643">
                  <c:v>43666</c:v>
                </c:pt>
                <c:pt idx="4644">
                  <c:v>43667</c:v>
                </c:pt>
                <c:pt idx="4645">
                  <c:v>43668</c:v>
                </c:pt>
                <c:pt idx="4646">
                  <c:v>43669</c:v>
                </c:pt>
                <c:pt idx="4647">
                  <c:v>43670</c:v>
                </c:pt>
                <c:pt idx="4648">
                  <c:v>43671</c:v>
                </c:pt>
                <c:pt idx="4649">
                  <c:v>43672</c:v>
                </c:pt>
                <c:pt idx="4650">
                  <c:v>43673</c:v>
                </c:pt>
                <c:pt idx="4651">
                  <c:v>43674</c:v>
                </c:pt>
                <c:pt idx="4652">
                  <c:v>43675</c:v>
                </c:pt>
                <c:pt idx="4653">
                  <c:v>43676</c:v>
                </c:pt>
                <c:pt idx="4654">
                  <c:v>43677</c:v>
                </c:pt>
                <c:pt idx="4655">
                  <c:v>43678</c:v>
                </c:pt>
                <c:pt idx="4656">
                  <c:v>43679</c:v>
                </c:pt>
                <c:pt idx="4657">
                  <c:v>43680</c:v>
                </c:pt>
                <c:pt idx="4658">
                  <c:v>43681</c:v>
                </c:pt>
                <c:pt idx="4659">
                  <c:v>43682</c:v>
                </c:pt>
                <c:pt idx="4660">
                  <c:v>43683</c:v>
                </c:pt>
                <c:pt idx="4661">
                  <c:v>43684</c:v>
                </c:pt>
                <c:pt idx="4662">
                  <c:v>43685</c:v>
                </c:pt>
                <c:pt idx="4663">
                  <c:v>43686</c:v>
                </c:pt>
                <c:pt idx="4664">
                  <c:v>43687</c:v>
                </c:pt>
                <c:pt idx="4665">
                  <c:v>43688</c:v>
                </c:pt>
                <c:pt idx="4666">
                  <c:v>43689</c:v>
                </c:pt>
                <c:pt idx="4667">
                  <c:v>43690</c:v>
                </c:pt>
                <c:pt idx="4668">
                  <c:v>43691</c:v>
                </c:pt>
                <c:pt idx="4669">
                  <c:v>43692</c:v>
                </c:pt>
                <c:pt idx="4670">
                  <c:v>43693</c:v>
                </c:pt>
                <c:pt idx="4671">
                  <c:v>43694</c:v>
                </c:pt>
                <c:pt idx="4672">
                  <c:v>43695</c:v>
                </c:pt>
                <c:pt idx="4673">
                  <c:v>43696</c:v>
                </c:pt>
                <c:pt idx="4674">
                  <c:v>43697</c:v>
                </c:pt>
                <c:pt idx="4675">
                  <c:v>43698</c:v>
                </c:pt>
                <c:pt idx="4676">
                  <c:v>43699</c:v>
                </c:pt>
                <c:pt idx="4677">
                  <c:v>43700</c:v>
                </c:pt>
                <c:pt idx="4678">
                  <c:v>43701</c:v>
                </c:pt>
                <c:pt idx="4679">
                  <c:v>43702</c:v>
                </c:pt>
                <c:pt idx="4680">
                  <c:v>43703</c:v>
                </c:pt>
                <c:pt idx="4681">
                  <c:v>43704</c:v>
                </c:pt>
                <c:pt idx="4682">
                  <c:v>43705</c:v>
                </c:pt>
                <c:pt idx="4683">
                  <c:v>43706</c:v>
                </c:pt>
                <c:pt idx="4684">
                  <c:v>43707</c:v>
                </c:pt>
                <c:pt idx="4685">
                  <c:v>43708</c:v>
                </c:pt>
                <c:pt idx="4686">
                  <c:v>43709</c:v>
                </c:pt>
                <c:pt idx="4687">
                  <c:v>43710</c:v>
                </c:pt>
                <c:pt idx="4688">
                  <c:v>43711</c:v>
                </c:pt>
                <c:pt idx="4689">
                  <c:v>43712</c:v>
                </c:pt>
                <c:pt idx="4690">
                  <c:v>43713</c:v>
                </c:pt>
                <c:pt idx="4691">
                  <c:v>43714</c:v>
                </c:pt>
                <c:pt idx="4692">
                  <c:v>43715</c:v>
                </c:pt>
                <c:pt idx="4693">
                  <c:v>43716</c:v>
                </c:pt>
                <c:pt idx="4694">
                  <c:v>43717</c:v>
                </c:pt>
                <c:pt idx="4695">
                  <c:v>43718</c:v>
                </c:pt>
                <c:pt idx="4696">
                  <c:v>43719</c:v>
                </c:pt>
                <c:pt idx="4697">
                  <c:v>43720</c:v>
                </c:pt>
                <c:pt idx="4698">
                  <c:v>43721</c:v>
                </c:pt>
                <c:pt idx="4699">
                  <c:v>43722</c:v>
                </c:pt>
                <c:pt idx="4700">
                  <c:v>43723</c:v>
                </c:pt>
                <c:pt idx="4701">
                  <c:v>43724</c:v>
                </c:pt>
                <c:pt idx="4702">
                  <c:v>43725</c:v>
                </c:pt>
                <c:pt idx="4703">
                  <c:v>43726</c:v>
                </c:pt>
                <c:pt idx="4704">
                  <c:v>43727</c:v>
                </c:pt>
                <c:pt idx="4705">
                  <c:v>43728</c:v>
                </c:pt>
                <c:pt idx="4706">
                  <c:v>43729</c:v>
                </c:pt>
                <c:pt idx="4707">
                  <c:v>43730</c:v>
                </c:pt>
                <c:pt idx="4708">
                  <c:v>43731</c:v>
                </c:pt>
                <c:pt idx="4709">
                  <c:v>43732</c:v>
                </c:pt>
                <c:pt idx="4710">
                  <c:v>43733</c:v>
                </c:pt>
                <c:pt idx="4711">
                  <c:v>43734</c:v>
                </c:pt>
                <c:pt idx="4712">
                  <c:v>43735</c:v>
                </c:pt>
                <c:pt idx="4713">
                  <c:v>43736</c:v>
                </c:pt>
                <c:pt idx="4714">
                  <c:v>43737</c:v>
                </c:pt>
                <c:pt idx="4715">
                  <c:v>43738</c:v>
                </c:pt>
                <c:pt idx="4716">
                  <c:v>43739</c:v>
                </c:pt>
                <c:pt idx="4717">
                  <c:v>43740</c:v>
                </c:pt>
                <c:pt idx="4718">
                  <c:v>43741</c:v>
                </c:pt>
                <c:pt idx="4719">
                  <c:v>43742</c:v>
                </c:pt>
                <c:pt idx="4720">
                  <c:v>43743</c:v>
                </c:pt>
                <c:pt idx="4721">
                  <c:v>43744</c:v>
                </c:pt>
                <c:pt idx="4722">
                  <c:v>43745</c:v>
                </c:pt>
                <c:pt idx="4723">
                  <c:v>43746</c:v>
                </c:pt>
                <c:pt idx="4724">
                  <c:v>43747</c:v>
                </c:pt>
                <c:pt idx="4725">
                  <c:v>43748</c:v>
                </c:pt>
                <c:pt idx="4726">
                  <c:v>43749</c:v>
                </c:pt>
                <c:pt idx="4727">
                  <c:v>43750</c:v>
                </c:pt>
                <c:pt idx="4728">
                  <c:v>43751</c:v>
                </c:pt>
                <c:pt idx="4729">
                  <c:v>43752</c:v>
                </c:pt>
                <c:pt idx="4730">
                  <c:v>43753</c:v>
                </c:pt>
                <c:pt idx="4731">
                  <c:v>43754</c:v>
                </c:pt>
                <c:pt idx="4732">
                  <c:v>43755</c:v>
                </c:pt>
                <c:pt idx="4733">
                  <c:v>43756</c:v>
                </c:pt>
                <c:pt idx="4734">
                  <c:v>43757</c:v>
                </c:pt>
                <c:pt idx="4735">
                  <c:v>43758</c:v>
                </c:pt>
                <c:pt idx="4736">
                  <c:v>43759</c:v>
                </c:pt>
                <c:pt idx="4737">
                  <c:v>43760</c:v>
                </c:pt>
                <c:pt idx="4738">
                  <c:v>43761</c:v>
                </c:pt>
                <c:pt idx="4739">
                  <c:v>43762</c:v>
                </c:pt>
                <c:pt idx="4740">
                  <c:v>43763</c:v>
                </c:pt>
                <c:pt idx="4741">
                  <c:v>43764</c:v>
                </c:pt>
                <c:pt idx="4742">
                  <c:v>43765</c:v>
                </c:pt>
                <c:pt idx="4743">
                  <c:v>43766</c:v>
                </c:pt>
                <c:pt idx="4744">
                  <c:v>43767</c:v>
                </c:pt>
                <c:pt idx="4745">
                  <c:v>43768</c:v>
                </c:pt>
                <c:pt idx="4746">
                  <c:v>43769</c:v>
                </c:pt>
                <c:pt idx="4747">
                  <c:v>43770</c:v>
                </c:pt>
                <c:pt idx="4748">
                  <c:v>43771</c:v>
                </c:pt>
                <c:pt idx="4749">
                  <c:v>43772</c:v>
                </c:pt>
                <c:pt idx="4750">
                  <c:v>43773</c:v>
                </c:pt>
                <c:pt idx="4751">
                  <c:v>43774</c:v>
                </c:pt>
                <c:pt idx="4752">
                  <c:v>43775</c:v>
                </c:pt>
                <c:pt idx="4753">
                  <c:v>43776</c:v>
                </c:pt>
                <c:pt idx="4754">
                  <c:v>43777</c:v>
                </c:pt>
                <c:pt idx="4755">
                  <c:v>43778</c:v>
                </c:pt>
                <c:pt idx="4756">
                  <c:v>43779</c:v>
                </c:pt>
                <c:pt idx="4757">
                  <c:v>43780</c:v>
                </c:pt>
                <c:pt idx="4758">
                  <c:v>43781</c:v>
                </c:pt>
                <c:pt idx="4759">
                  <c:v>43782</c:v>
                </c:pt>
                <c:pt idx="4760">
                  <c:v>43783</c:v>
                </c:pt>
                <c:pt idx="4761">
                  <c:v>43784</c:v>
                </c:pt>
                <c:pt idx="4762">
                  <c:v>43785</c:v>
                </c:pt>
                <c:pt idx="4763">
                  <c:v>43786</c:v>
                </c:pt>
                <c:pt idx="4764">
                  <c:v>43787</c:v>
                </c:pt>
                <c:pt idx="4765">
                  <c:v>43788</c:v>
                </c:pt>
                <c:pt idx="4766">
                  <c:v>43789</c:v>
                </c:pt>
                <c:pt idx="4767">
                  <c:v>43790</c:v>
                </c:pt>
                <c:pt idx="4768">
                  <c:v>43791</c:v>
                </c:pt>
                <c:pt idx="4769">
                  <c:v>43792</c:v>
                </c:pt>
                <c:pt idx="4770">
                  <c:v>43793</c:v>
                </c:pt>
                <c:pt idx="4771">
                  <c:v>43794</c:v>
                </c:pt>
                <c:pt idx="4772">
                  <c:v>43795</c:v>
                </c:pt>
                <c:pt idx="4773">
                  <c:v>43796</c:v>
                </c:pt>
                <c:pt idx="4774">
                  <c:v>43797</c:v>
                </c:pt>
                <c:pt idx="4775">
                  <c:v>43798</c:v>
                </c:pt>
                <c:pt idx="4776">
                  <c:v>43799</c:v>
                </c:pt>
                <c:pt idx="4777">
                  <c:v>43800</c:v>
                </c:pt>
                <c:pt idx="4778">
                  <c:v>43801</c:v>
                </c:pt>
                <c:pt idx="4779">
                  <c:v>43802</c:v>
                </c:pt>
                <c:pt idx="4780">
                  <c:v>43803</c:v>
                </c:pt>
                <c:pt idx="4781">
                  <c:v>43804</c:v>
                </c:pt>
                <c:pt idx="4782">
                  <c:v>43805</c:v>
                </c:pt>
                <c:pt idx="4783">
                  <c:v>43806</c:v>
                </c:pt>
                <c:pt idx="4784">
                  <c:v>43807</c:v>
                </c:pt>
                <c:pt idx="4785">
                  <c:v>43808</c:v>
                </c:pt>
                <c:pt idx="4786">
                  <c:v>43809</c:v>
                </c:pt>
                <c:pt idx="4787">
                  <c:v>43810</c:v>
                </c:pt>
                <c:pt idx="4788">
                  <c:v>43811</c:v>
                </c:pt>
                <c:pt idx="4789">
                  <c:v>43812</c:v>
                </c:pt>
                <c:pt idx="4790">
                  <c:v>43813</c:v>
                </c:pt>
                <c:pt idx="4791">
                  <c:v>43814</c:v>
                </c:pt>
                <c:pt idx="4792">
                  <c:v>43815</c:v>
                </c:pt>
                <c:pt idx="4793">
                  <c:v>43816</c:v>
                </c:pt>
                <c:pt idx="4794">
                  <c:v>43817</c:v>
                </c:pt>
                <c:pt idx="4795">
                  <c:v>43818</c:v>
                </c:pt>
                <c:pt idx="4796">
                  <c:v>43819</c:v>
                </c:pt>
                <c:pt idx="4797">
                  <c:v>43820</c:v>
                </c:pt>
                <c:pt idx="4798">
                  <c:v>43821</c:v>
                </c:pt>
                <c:pt idx="4799">
                  <c:v>43822</c:v>
                </c:pt>
                <c:pt idx="4800">
                  <c:v>43823</c:v>
                </c:pt>
                <c:pt idx="4801">
                  <c:v>43824</c:v>
                </c:pt>
                <c:pt idx="4802">
                  <c:v>43825</c:v>
                </c:pt>
                <c:pt idx="4803">
                  <c:v>43826</c:v>
                </c:pt>
                <c:pt idx="4804">
                  <c:v>43827</c:v>
                </c:pt>
                <c:pt idx="4805">
                  <c:v>43828</c:v>
                </c:pt>
                <c:pt idx="4806">
                  <c:v>43829</c:v>
                </c:pt>
                <c:pt idx="4807">
                  <c:v>43830</c:v>
                </c:pt>
                <c:pt idx="4808">
                  <c:v>43831</c:v>
                </c:pt>
                <c:pt idx="4809">
                  <c:v>43832</c:v>
                </c:pt>
                <c:pt idx="4810">
                  <c:v>43833</c:v>
                </c:pt>
                <c:pt idx="4811">
                  <c:v>43834</c:v>
                </c:pt>
                <c:pt idx="4812">
                  <c:v>43835</c:v>
                </c:pt>
                <c:pt idx="4813">
                  <c:v>43836</c:v>
                </c:pt>
                <c:pt idx="4814">
                  <c:v>43837</c:v>
                </c:pt>
                <c:pt idx="4815">
                  <c:v>43838</c:v>
                </c:pt>
                <c:pt idx="4816">
                  <c:v>43839</c:v>
                </c:pt>
                <c:pt idx="4817">
                  <c:v>43840</c:v>
                </c:pt>
                <c:pt idx="4818">
                  <c:v>43841</c:v>
                </c:pt>
                <c:pt idx="4819">
                  <c:v>43842</c:v>
                </c:pt>
                <c:pt idx="4820">
                  <c:v>43843</c:v>
                </c:pt>
                <c:pt idx="4821">
                  <c:v>43844</c:v>
                </c:pt>
                <c:pt idx="4822">
                  <c:v>43845</c:v>
                </c:pt>
                <c:pt idx="4823">
                  <c:v>43846</c:v>
                </c:pt>
                <c:pt idx="4824">
                  <c:v>43847</c:v>
                </c:pt>
                <c:pt idx="4825">
                  <c:v>43848</c:v>
                </c:pt>
                <c:pt idx="4826">
                  <c:v>43849</c:v>
                </c:pt>
                <c:pt idx="4827">
                  <c:v>43850</c:v>
                </c:pt>
                <c:pt idx="4828">
                  <c:v>43851</c:v>
                </c:pt>
                <c:pt idx="4829">
                  <c:v>43852</c:v>
                </c:pt>
                <c:pt idx="4830">
                  <c:v>43853</c:v>
                </c:pt>
                <c:pt idx="4831">
                  <c:v>43854</c:v>
                </c:pt>
                <c:pt idx="4832">
                  <c:v>43855</c:v>
                </c:pt>
                <c:pt idx="4833">
                  <c:v>43856</c:v>
                </c:pt>
                <c:pt idx="4834">
                  <c:v>43857</c:v>
                </c:pt>
                <c:pt idx="4835">
                  <c:v>43858</c:v>
                </c:pt>
                <c:pt idx="4836">
                  <c:v>43859</c:v>
                </c:pt>
                <c:pt idx="4837">
                  <c:v>43860</c:v>
                </c:pt>
                <c:pt idx="4838">
                  <c:v>43861</c:v>
                </c:pt>
                <c:pt idx="4839">
                  <c:v>43862</c:v>
                </c:pt>
                <c:pt idx="4840">
                  <c:v>43863</c:v>
                </c:pt>
                <c:pt idx="4841">
                  <c:v>43864</c:v>
                </c:pt>
                <c:pt idx="4842">
                  <c:v>43865</c:v>
                </c:pt>
                <c:pt idx="4843">
                  <c:v>43866</c:v>
                </c:pt>
                <c:pt idx="4844">
                  <c:v>43867</c:v>
                </c:pt>
                <c:pt idx="4845">
                  <c:v>43868</c:v>
                </c:pt>
                <c:pt idx="4846">
                  <c:v>43869</c:v>
                </c:pt>
                <c:pt idx="4847">
                  <c:v>43870</c:v>
                </c:pt>
                <c:pt idx="4848">
                  <c:v>43871</c:v>
                </c:pt>
                <c:pt idx="4849">
                  <c:v>43872</c:v>
                </c:pt>
                <c:pt idx="4850">
                  <c:v>43873</c:v>
                </c:pt>
                <c:pt idx="4851">
                  <c:v>43874</c:v>
                </c:pt>
                <c:pt idx="4852">
                  <c:v>43875</c:v>
                </c:pt>
                <c:pt idx="4853">
                  <c:v>43876</c:v>
                </c:pt>
                <c:pt idx="4854">
                  <c:v>43877</c:v>
                </c:pt>
                <c:pt idx="4855">
                  <c:v>43878</c:v>
                </c:pt>
                <c:pt idx="4856">
                  <c:v>43879</c:v>
                </c:pt>
                <c:pt idx="4857">
                  <c:v>43880</c:v>
                </c:pt>
                <c:pt idx="4858">
                  <c:v>43881</c:v>
                </c:pt>
                <c:pt idx="4859">
                  <c:v>43882</c:v>
                </c:pt>
                <c:pt idx="4860">
                  <c:v>43883</c:v>
                </c:pt>
                <c:pt idx="4861">
                  <c:v>43884</c:v>
                </c:pt>
                <c:pt idx="4862">
                  <c:v>43885</c:v>
                </c:pt>
                <c:pt idx="4863">
                  <c:v>43886</c:v>
                </c:pt>
                <c:pt idx="4864">
                  <c:v>43887</c:v>
                </c:pt>
                <c:pt idx="4865">
                  <c:v>43888</c:v>
                </c:pt>
                <c:pt idx="4866">
                  <c:v>43889</c:v>
                </c:pt>
                <c:pt idx="4867">
                  <c:v>43890</c:v>
                </c:pt>
                <c:pt idx="4868">
                  <c:v>43891</c:v>
                </c:pt>
                <c:pt idx="4869">
                  <c:v>43892</c:v>
                </c:pt>
                <c:pt idx="4870">
                  <c:v>43893</c:v>
                </c:pt>
                <c:pt idx="4871">
                  <c:v>43894</c:v>
                </c:pt>
                <c:pt idx="4872">
                  <c:v>43895</c:v>
                </c:pt>
                <c:pt idx="4873">
                  <c:v>43896</c:v>
                </c:pt>
                <c:pt idx="4874">
                  <c:v>43897</c:v>
                </c:pt>
                <c:pt idx="4875">
                  <c:v>43898</c:v>
                </c:pt>
                <c:pt idx="4876">
                  <c:v>43899</c:v>
                </c:pt>
                <c:pt idx="4877">
                  <c:v>43900</c:v>
                </c:pt>
                <c:pt idx="4878">
                  <c:v>43901</c:v>
                </c:pt>
                <c:pt idx="4879">
                  <c:v>43902</c:v>
                </c:pt>
                <c:pt idx="4880">
                  <c:v>43903</c:v>
                </c:pt>
                <c:pt idx="4881">
                  <c:v>43904</c:v>
                </c:pt>
                <c:pt idx="4882">
                  <c:v>43905</c:v>
                </c:pt>
                <c:pt idx="4883">
                  <c:v>43906</c:v>
                </c:pt>
                <c:pt idx="4884">
                  <c:v>43907</c:v>
                </c:pt>
                <c:pt idx="4885">
                  <c:v>43908</c:v>
                </c:pt>
                <c:pt idx="4886">
                  <c:v>43909</c:v>
                </c:pt>
                <c:pt idx="4887">
                  <c:v>43910</c:v>
                </c:pt>
                <c:pt idx="4888">
                  <c:v>43911</c:v>
                </c:pt>
                <c:pt idx="4889">
                  <c:v>43912</c:v>
                </c:pt>
                <c:pt idx="4890">
                  <c:v>43913</c:v>
                </c:pt>
                <c:pt idx="4891">
                  <c:v>43914</c:v>
                </c:pt>
                <c:pt idx="4892">
                  <c:v>43915</c:v>
                </c:pt>
                <c:pt idx="4893">
                  <c:v>43916</c:v>
                </c:pt>
                <c:pt idx="4894">
                  <c:v>43917</c:v>
                </c:pt>
                <c:pt idx="4895">
                  <c:v>43918</c:v>
                </c:pt>
                <c:pt idx="4896">
                  <c:v>43919</c:v>
                </c:pt>
                <c:pt idx="4897">
                  <c:v>43920</c:v>
                </c:pt>
                <c:pt idx="4898">
                  <c:v>43921</c:v>
                </c:pt>
                <c:pt idx="4899">
                  <c:v>43922</c:v>
                </c:pt>
                <c:pt idx="4900">
                  <c:v>43923</c:v>
                </c:pt>
                <c:pt idx="4901">
                  <c:v>43924</c:v>
                </c:pt>
                <c:pt idx="4902">
                  <c:v>43925</c:v>
                </c:pt>
                <c:pt idx="4903">
                  <c:v>43926</c:v>
                </c:pt>
                <c:pt idx="4904">
                  <c:v>43927</c:v>
                </c:pt>
                <c:pt idx="4905">
                  <c:v>43928</c:v>
                </c:pt>
                <c:pt idx="4906">
                  <c:v>43929</c:v>
                </c:pt>
                <c:pt idx="4907">
                  <c:v>43930</c:v>
                </c:pt>
                <c:pt idx="4908">
                  <c:v>43931</c:v>
                </c:pt>
                <c:pt idx="4909">
                  <c:v>43932</c:v>
                </c:pt>
                <c:pt idx="4910">
                  <c:v>43933</c:v>
                </c:pt>
                <c:pt idx="4911">
                  <c:v>43934</c:v>
                </c:pt>
                <c:pt idx="4912">
                  <c:v>43935</c:v>
                </c:pt>
                <c:pt idx="4913">
                  <c:v>43936</c:v>
                </c:pt>
                <c:pt idx="4914">
                  <c:v>43937</c:v>
                </c:pt>
                <c:pt idx="4915">
                  <c:v>43938</c:v>
                </c:pt>
                <c:pt idx="4916">
                  <c:v>43939</c:v>
                </c:pt>
                <c:pt idx="4917">
                  <c:v>43940</c:v>
                </c:pt>
                <c:pt idx="4918">
                  <c:v>43941</c:v>
                </c:pt>
                <c:pt idx="4919">
                  <c:v>43942</c:v>
                </c:pt>
                <c:pt idx="4920">
                  <c:v>43943</c:v>
                </c:pt>
                <c:pt idx="4921">
                  <c:v>43944</c:v>
                </c:pt>
                <c:pt idx="4922">
                  <c:v>43945</c:v>
                </c:pt>
                <c:pt idx="4923">
                  <c:v>43946</c:v>
                </c:pt>
                <c:pt idx="4924">
                  <c:v>43947</c:v>
                </c:pt>
                <c:pt idx="4925">
                  <c:v>43948</c:v>
                </c:pt>
                <c:pt idx="4926">
                  <c:v>43949</c:v>
                </c:pt>
                <c:pt idx="4927">
                  <c:v>43950</c:v>
                </c:pt>
                <c:pt idx="4928">
                  <c:v>43951</c:v>
                </c:pt>
                <c:pt idx="4929">
                  <c:v>43952</c:v>
                </c:pt>
                <c:pt idx="4930">
                  <c:v>43953</c:v>
                </c:pt>
                <c:pt idx="4931">
                  <c:v>43954</c:v>
                </c:pt>
                <c:pt idx="4932">
                  <c:v>43955</c:v>
                </c:pt>
                <c:pt idx="4933">
                  <c:v>43956</c:v>
                </c:pt>
                <c:pt idx="4934">
                  <c:v>43957</c:v>
                </c:pt>
                <c:pt idx="4935">
                  <c:v>43958</c:v>
                </c:pt>
                <c:pt idx="4936">
                  <c:v>43959</c:v>
                </c:pt>
                <c:pt idx="4937">
                  <c:v>43960</c:v>
                </c:pt>
                <c:pt idx="4938">
                  <c:v>43961</c:v>
                </c:pt>
                <c:pt idx="4939">
                  <c:v>43962</c:v>
                </c:pt>
                <c:pt idx="4940">
                  <c:v>43963</c:v>
                </c:pt>
                <c:pt idx="4941">
                  <c:v>43964</c:v>
                </c:pt>
                <c:pt idx="4942">
                  <c:v>43965</c:v>
                </c:pt>
                <c:pt idx="4943">
                  <c:v>43966</c:v>
                </c:pt>
                <c:pt idx="4944">
                  <c:v>43967</c:v>
                </c:pt>
                <c:pt idx="4945">
                  <c:v>43968</c:v>
                </c:pt>
                <c:pt idx="4946">
                  <c:v>43969</c:v>
                </c:pt>
                <c:pt idx="4947">
                  <c:v>43970</c:v>
                </c:pt>
                <c:pt idx="4948">
                  <c:v>43971</c:v>
                </c:pt>
                <c:pt idx="4949">
                  <c:v>43972</c:v>
                </c:pt>
                <c:pt idx="4950">
                  <c:v>43973</c:v>
                </c:pt>
                <c:pt idx="4951">
                  <c:v>43974</c:v>
                </c:pt>
                <c:pt idx="4952">
                  <c:v>43975</c:v>
                </c:pt>
                <c:pt idx="4953">
                  <c:v>43976</c:v>
                </c:pt>
                <c:pt idx="4954">
                  <c:v>43977</c:v>
                </c:pt>
                <c:pt idx="4955">
                  <c:v>43978</c:v>
                </c:pt>
                <c:pt idx="4956">
                  <c:v>43979</c:v>
                </c:pt>
                <c:pt idx="4957">
                  <c:v>43980</c:v>
                </c:pt>
                <c:pt idx="4958">
                  <c:v>43981</c:v>
                </c:pt>
                <c:pt idx="4959">
                  <c:v>43982</c:v>
                </c:pt>
                <c:pt idx="4960">
                  <c:v>43983</c:v>
                </c:pt>
                <c:pt idx="4961">
                  <c:v>43984</c:v>
                </c:pt>
                <c:pt idx="4962">
                  <c:v>43985</c:v>
                </c:pt>
                <c:pt idx="4963">
                  <c:v>43986</c:v>
                </c:pt>
                <c:pt idx="4964">
                  <c:v>43987</c:v>
                </c:pt>
                <c:pt idx="4965">
                  <c:v>43988</c:v>
                </c:pt>
                <c:pt idx="4966">
                  <c:v>43989</c:v>
                </c:pt>
                <c:pt idx="4967">
                  <c:v>43990</c:v>
                </c:pt>
                <c:pt idx="4968">
                  <c:v>43991</c:v>
                </c:pt>
                <c:pt idx="4969">
                  <c:v>43992</c:v>
                </c:pt>
                <c:pt idx="4970">
                  <c:v>43993</c:v>
                </c:pt>
                <c:pt idx="4971">
                  <c:v>43994</c:v>
                </c:pt>
                <c:pt idx="4972">
                  <c:v>43995</c:v>
                </c:pt>
                <c:pt idx="4973">
                  <c:v>43996</c:v>
                </c:pt>
                <c:pt idx="4974">
                  <c:v>43997</c:v>
                </c:pt>
                <c:pt idx="4975">
                  <c:v>43998</c:v>
                </c:pt>
                <c:pt idx="4976">
                  <c:v>43999</c:v>
                </c:pt>
                <c:pt idx="4977">
                  <c:v>44000</c:v>
                </c:pt>
                <c:pt idx="4978">
                  <c:v>44001</c:v>
                </c:pt>
                <c:pt idx="4979">
                  <c:v>44002</c:v>
                </c:pt>
                <c:pt idx="4980">
                  <c:v>44003</c:v>
                </c:pt>
                <c:pt idx="4981">
                  <c:v>44004</c:v>
                </c:pt>
                <c:pt idx="4982">
                  <c:v>44005</c:v>
                </c:pt>
                <c:pt idx="4983">
                  <c:v>44006</c:v>
                </c:pt>
                <c:pt idx="4984">
                  <c:v>44007</c:v>
                </c:pt>
                <c:pt idx="4985">
                  <c:v>44008</c:v>
                </c:pt>
                <c:pt idx="4986">
                  <c:v>44009</c:v>
                </c:pt>
                <c:pt idx="4987">
                  <c:v>44010</c:v>
                </c:pt>
                <c:pt idx="4988">
                  <c:v>44011</c:v>
                </c:pt>
                <c:pt idx="4989">
                  <c:v>44012</c:v>
                </c:pt>
                <c:pt idx="4990">
                  <c:v>44013</c:v>
                </c:pt>
                <c:pt idx="4991">
                  <c:v>44014</c:v>
                </c:pt>
                <c:pt idx="4992">
                  <c:v>44015</c:v>
                </c:pt>
                <c:pt idx="4993">
                  <c:v>44016</c:v>
                </c:pt>
                <c:pt idx="4994">
                  <c:v>44017</c:v>
                </c:pt>
                <c:pt idx="4995">
                  <c:v>44018</c:v>
                </c:pt>
                <c:pt idx="4996">
                  <c:v>44019</c:v>
                </c:pt>
                <c:pt idx="4997">
                  <c:v>44020</c:v>
                </c:pt>
                <c:pt idx="4998">
                  <c:v>44021</c:v>
                </c:pt>
                <c:pt idx="4999">
                  <c:v>44022</c:v>
                </c:pt>
                <c:pt idx="5000">
                  <c:v>44023</c:v>
                </c:pt>
                <c:pt idx="5001">
                  <c:v>44024</c:v>
                </c:pt>
                <c:pt idx="5002">
                  <c:v>44025</c:v>
                </c:pt>
                <c:pt idx="5003">
                  <c:v>44026</c:v>
                </c:pt>
                <c:pt idx="5004">
                  <c:v>44027</c:v>
                </c:pt>
                <c:pt idx="5005">
                  <c:v>44028</c:v>
                </c:pt>
                <c:pt idx="5006">
                  <c:v>44029</c:v>
                </c:pt>
                <c:pt idx="5007">
                  <c:v>44030</c:v>
                </c:pt>
                <c:pt idx="5008">
                  <c:v>44031</c:v>
                </c:pt>
                <c:pt idx="5009">
                  <c:v>44032</c:v>
                </c:pt>
                <c:pt idx="5010">
                  <c:v>44033</c:v>
                </c:pt>
                <c:pt idx="5011">
                  <c:v>44034</c:v>
                </c:pt>
                <c:pt idx="5012">
                  <c:v>44035</c:v>
                </c:pt>
                <c:pt idx="5013">
                  <c:v>44036</c:v>
                </c:pt>
                <c:pt idx="5014">
                  <c:v>44037</c:v>
                </c:pt>
                <c:pt idx="5015">
                  <c:v>44038</c:v>
                </c:pt>
                <c:pt idx="5016">
                  <c:v>44039</c:v>
                </c:pt>
                <c:pt idx="5017">
                  <c:v>44040</c:v>
                </c:pt>
                <c:pt idx="5018">
                  <c:v>44041</c:v>
                </c:pt>
                <c:pt idx="5019">
                  <c:v>44042</c:v>
                </c:pt>
                <c:pt idx="5020">
                  <c:v>44043</c:v>
                </c:pt>
                <c:pt idx="5021">
                  <c:v>44044</c:v>
                </c:pt>
                <c:pt idx="5022">
                  <c:v>44045</c:v>
                </c:pt>
                <c:pt idx="5023">
                  <c:v>44046</c:v>
                </c:pt>
                <c:pt idx="5024">
                  <c:v>44047</c:v>
                </c:pt>
                <c:pt idx="5025">
                  <c:v>44048</c:v>
                </c:pt>
                <c:pt idx="5026">
                  <c:v>44049</c:v>
                </c:pt>
                <c:pt idx="5027">
                  <c:v>44050</c:v>
                </c:pt>
                <c:pt idx="5028">
                  <c:v>44051</c:v>
                </c:pt>
                <c:pt idx="5029">
                  <c:v>44052</c:v>
                </c:pt>
                <c:pt idx="5030">
                  <c:v>44053</c:v>
                </c:pt>
                <c:pt idx="5031">
                  <c:v>44054</c:v>
                </c:pt>
                <c:pt idx="5032">
                  <c:v>44055</c:v>
                </c:pt>
                <c:pt idx="5033">
                  <c:v>44056</c:v>
                </c:pt>
                <c:pt idx="5034">
                  <c:v>44057</c:v>
                </c:pt>
                <c:pt idx="5035">
                  <c:v>44058</c:v>
                </c:pt>
                <c:pt idx="5036">
                  <c:v>44059</c:v>
                </c:pt>
                <c:pt idx="5037">
                  <c:v>44060</c:v>
                </c:pt>
                <c:pt idx="5038">
                  <c:v>44061</c:v>
                </c:pt>
                <c:pt idx="5039">
                  <c:v>44062</c:v>
                </c:pt>
                <c:pt idx="5040">
                  <c:v>44063</c:v>
                </c:pt>
                <c:pt idx="5041">
                  <c:v>44064</c:v>
                </c:pt>
                <c:pt idx="5042">
                  <c:v>44065</c:v>
                </c:pt>
                <c:pt idx="5043">
                  <c:v>44066</c:v>
                </c:pt>
                <c:pt idx="5044">
                  <c:v>44067</c:v>
                </c:pt>
                <c:pt idx="5045">
                  <c:v>44068</c:v>
                </c:pt>
                <c:pt idx="5046">
                  <c:v>44069</c:v>
                </c:pt>
                <c:pt idx="5047">
                  <c:v>44070</c:v>
                </c:pt>
                <c:pt idx="5048">
                  <c:v>44071</c:v>
                </c:pt>
                <c:pt idx="5049">
                  <c:v>44072</c:v>
                </c:pt>
                <c:pt idx="5050">
                  <c:v>44073</c:v>
                </c:pt>
                <c:pt idx="5051">
                  <c:v>44074</c:v>
                </c:pt>
                <c:pt idx="5052">
                  <c:v>44075</c:v>
                </c:pt>
                <c:pt idx="5053">
                  <c:v>44076</c:v>
                </c:pt>
                <c:pt idx="5054">
                  <c:v>44077</c:v>
                </c:pt>
                <c:pt idx="5055">
                  <c:v>44078</c:v>
                </c:pt>
                <c:pt idx="5056">
                  <c:v>44079</c:v>
                </c:pt>
                <c:pt idx="5057">
                  <c:v>44080</c:v>
                </c:pt>
                <c:pt idx="5058">
                  <c:v>44081</c:v>
                </c:pt>
                <c:pt idx="5059">
                  <c:v>44082</c:v>
                </c:pt>
                <c:pt idx="5060">
                  <c:v>44083</c:v>
                </c:pt>
                <c:pt idx="5061">
                  <c:v>44084</c:v>
                </c:pt>
                <c:pt idx="5062">
                  <c:v>44085</c:v>
                </c:pt>
                <c:pt idx="5063">
                  <c:v>44086</c:v>
                </c:pt>
                <c:pt idx="5064">
                  <c:v>44087</c:v>
                </c:pt>
                <c:pt idx="5065">
                  <c:v>44088</c:v>
                </c:pt>
                <c:pt idx="5066">
                  <c:v>44089</c:v>
                </c:pt>
                <c:pt idx="5067">
                  <c:v>44090</c:v>
                </c:pt>
                <c:pt idx="5068">
                  <c:v>44091</c:v>
                </c:pt>
                <c:pt idx="5069">
                  <c:v>44092</c:v>
                </c:pt>
                <c:pt idx="5070">
                  <c:v>44093</c:v>
                </c:pt>
                <c:pt idx="5071">
                  <c:v>44094</c:v>
                </c:pt>
                <c:pt idx="5072">
                  <c:v>44095</c:v>
                </c:pt>
                <c:pt idx="5073">
                  <c:v>44096</c:v>
                </c:pt>
                <c:pt idx="5074">
                  <c:v>44097</c:v>
                </c:pt>
                <c:pt idx="5075">
                  <c:v>44098</c:v>
                </c:pt>
                <c:pt idx="5076">
                  <c:v>44099</c:v>
                </c:pt>
                <c:pt idx="5077">
                  <c:v>44100</c:v>
                </c:pt>
                <c:pt idx="5078">
                  <c:v>44101</c:v>
                </c:pt>
                <c:pt idx="5079">
                  <c:v>44102</c:v>
                </c:pt>
                <c:pt idx="5080">
                  <c:v>44103</c:v>
                </c:pt>
                <c:pt idx="5081">
                  <c:v>44104</c:v>
                </c:pt>
                <c:pt idx="5082">
                  <c:v>44105</c:v>
                </c:pt>
                <c:pt idx="5083">
                  <c:v>44106</c:v>
                </c:pt>
                <c:pt idx="5084">
                  <c:v>44107</c:v>
                </c:pt>
                <c:pt idx="5085">
                  <c:v>44108</c:v>
                </c:pt>
                <c:pt idx="5086">
                  <c:v>44109</c:v>
                </c:pt>
                <c:pt idx="5087">
                  <c:v>44110</c:v>
                </c:pt>
                <c:pt idx="5088">
                  <c:v>44111</c:v>
                </c:pt>
                <c:pt idx="5089">
                  <c:v>44112</c:v>
                </c:pt>
                <c:pt idx="5090">
                  <c:v>44113</c:v>
                </c:pt>
                <c:pt idx="5091">
                  <c:v>44114</c:v>
                </c:pt>
                <c:pt idx="5092">
                  <c:v>44115</c:v>
                </c:pt>
                <c:pt idx="5093">
                  <c:v>44116</c:v>
                </c:pt>
                <c:pt idx="5094">
                  <c:v>44117</c:v>
                </c:pt>
                <c:pt idx="5095">
                  <c:v>44118</c:v>
                </c:pt>
                <c:pt idx="5096">
                  <c:v>44119</c:v>
                </c:pt>
                <c:pt idx="5097">
                  <c:v>44120</c:v>
                </c:pt>
                <c:pt idx="5098">
                  <c:v>44121</c:v>
                </c:pt>
                <c:pt idx="5099">
                  <c:v>44122</c:v>
                </c:pt>
                <c:pt idx="5100">
                  <c:v>44123</c:v>
                </c:pt>
                <c:pt idx="5101">
                  <c:v>44124</c:v>
                </c:pt>
                <c:pt idx="5102">
                  <c:v>44125</c:v>
                </c:pt>
                <c:pt idx="5103">
                  <c:v>44126</c:v>
                </c:pt>
                <c:pt idx="5104">
                  <c:v>44127</c:v>
                </c:pt>
                <c:pt idx="5105">
                  <c:v>44128</c:v>
                </c:pt>
                <c:pt idx="5106">
                  <c:v>44129</c:v>
                </c:pt>
                <c:pt idx="5107">
                  <c:v>44130</c:v>
                </c:pt>
                <c:pt idx="5108">
                  <c:v>44131</c:v>
                </c:pt>
                <c:pt idx="5109">
                  <c:v>44132</c:v>
                </c:pt>
                <c:pt idx="5110">
                  <c:v>44133</c:v>
                </c:pt>
                <c:pt idx="5111">
                  <c:v>44134</c:v>
                </c:pt>
                <c:pt idx="5112">
                  <c:v>44135</c:v>
                </c:pt>
                <c:pt idx="5113">
                  <c:v>44136</c:v>
                </c:pt>
                <c:pt idx="5114">
                  <c:v>44137</c:v>
                </c:pt>
                <c:pt idx="5115">
                  <c:v>44138</c:v>
                </c:pt>
                <c:pt idx="5116">
                  <c:v>44139</c:v>
                </c:pt>
                <c:pt idx="5117">
                  <c:v>44140</c:v>
                </c:pt>
                <c:pt idx="5118">
                  <c:v>44141</c:v>
                </c:pt>
                <c:pt idx="5119">
                  <c:v>44142</c:v>
                </c:pt>
                <c:pt idx="5120">
                  <c:v>44143</c:v>
                </c:pt>
                <c:pt idx="5121">
                  <c:v>44144</c:v>
                </c:pt>
                <c:pt idx="5122">
                  <c:v>44145</c:v>
                </c:pt>
                <c:pt idx="5123">
                  <c:v>44146</c:v>
                </c:pt>
                <c:pt idx="5124">
                  <c:v>44147</c:v>
                </c:pt>
                <c:pt idx="5125">
                  <c:v>44148</c:v>
                </c:pt>
                <c:pt idx="5126">
                  <c:v>44149</c:v>
                </c:pt>
                <c:pt idx="5127">
                  <c:v>44150</c:v>
                </c:pt>
                <c:pt idx="5128">
                  <c:v>44151</c:v>
                </c:pt>
                <c:pt idx="5129">
                  <c:v>44152</c:v>
                </c:pt>
                <c:pt idx="5130">
                  <c:v>44153</c:v>
                </c:pt>
                <c:pt idx="5131">
                  <c:v>44154</c:v>
                </c:pt>
                <c:pt idx="5132">
                  <c:v>44155</c:v>
                </c:pt>
                <c:pt idx="5133">
                  <c:v>44156</c:v>
                </c:pt>
                <c:pt idx="5134">
                  <c:v>44157</c:v>
                </c:pt>
                <c:pt idx="5135">
                  <c:v>44158</c:v>
                </c:pt>
                <c:pt idx="5136">
                  <c:v>44159</c:v>
                </c:pt>
                <c:pt idx="5137">
                  <c:v>44160</c:v>
                </c:pt>
                <c:pt idx="5138">
                  <c:v>44161</c:v>
                </c:pt>
                <c:pt idx="5139">
                  <c:v>44162</c:v>
                </c:pt>
                <c:pt idx="5140">
                  <c:v>44163</c:v>
                </c:pt>
                <c:pt idx="5141">
                  <c:v>44164</c:v>
                </c:pt>
                <c:pt idx="5142">
                  <c:v>44165</c:v>
                </c:pt>
                <c:pt idx="5143">
                  <c:v>44166</c:v>
                </c:pt>
                <c:pt idx="5144">
                  <c:v>44167</c:v>
                </c:pt>
                <c:pt idx="5145">
                  <c:v>44168</c:v>
                </c:pt>
                <c:pt idx="5146">
                  <c:v>44169</c:v>
                </c:pt>
                <c:pt idx="5147">
                  <c:v>44170</c:v>
                </c:pt>
                <c:pt idx="5148">
                  <c:v>44171</c:v>
                </c:pt>
                <c:pt idx="5149">
                  <c:v>44172</c:v>
                </c:pt>
                <c:pt idx="5150">
                  <c:v>44173</c:v>
                </c:pt>
                <c:pt idx="5151">
                  <c:v>44174</c:v>
                </c:pt>
                <c:pt idx="5152">
                  <c:v>44175</c:v>
                </c:pt>
                <c:pt idx="5153">
                  <c:v>44176</c:v>
                </c:pt>
                <c:pt idx="5154">
                  <c:v>44177</c:v>
                </c:pt>
                <c:pt idx="5155">
                  <c:v>44178</c:v>
                </c:pt>
                <c:pt idx="5156">
                  <c:v>44179</c:v>
                </c:pt>
                <c:pt idx="5157">
                  <c:v>44180</c:v>
                </c:pt>
                <c:pt idx="5158">
                  <c:v>44181</c:v>
                </c:pt>
                <c:pt idx="5159">
                  <c:v>44182</c:v>
                </c:pt>
                <c:pt idx="5160">
                  <c:v>44183</c:v>
                </c:pt>
                <c:pt idx="5161">
                  <c:v>44184</c:v>
                </c:pt>
                <c:pt idx="5162">
                  <c:v>44185</c:v>
                </c:pt>
                <c:pt idx="5163">
                  <c:v>44186</c:v>
                </c:pt>
                <c:pt idx="5164">
                  <c:v>44187</c:v>
                </c:pt>
                <c:pt idx="5165">
                  <c:v>44188</c:v>
                </c:pt>
                <c:pt idx="5166">
                  <c:v>44189</c:v>
                </c:pt>
                <c:pt idx="5167">
                  <c:v>44190</c:v>
                </c:pt>
                <c:pt idx="5168">
                  <c:v>44191</c:v>
                </c:pt>
                <c:pt idx="5169">
                  <c:v>44192</c:v>
                </c:pt>
                <c:pt idx="5170">
                  <c:v>44193</c:v>
                </c:pt>
                <c:pt idx="5171">
                  <c:v>44194</c:v>
                </c:pt>
                <c:pt idx="5172">
                  <c:v>44195</c:v>
                </c:pt>
                <c:pt idx="5173">
                  <c:v>44196</c:v>
                </c:pt>
                <c:pt idx="5174">
                  <c:v>44197</c:v>
                </c:pt>
                <c:pt idx="5175">
                  <c:v>44198</c:v>
                </c:pt>
                <c:pt idx="5176">
                  <c:v>44199</c:v>
                </c:pt>
                <c:pt idx="5177">
                  <c:v>44200</c:v>
                </c:pt>
                <c:pt idx="5178">
                  <c:v>44201</c:v>
                </c:pt>
                <c:pt idx="5179">
                  <c:v>44202</c:v>
                </c:pt>
                <c:pt idx="5180">
                  <c:v>44203</c:v>
                </c:pt>
                <c:pt idx="5181">
                  <c:v>44204</c:v>
                </c:pt>
                <c:pt idx="5182">
                  <c:v>44205</c:v>
                </c:pt>
                <c:pt idx="5183">
                  <c:v>44206</c:v>
                </c:pt>
                <c:pt idx="5184">
                  <c:v>44207</c:v>
                </c:pt>
                <c:pt idx="5185">
                  <c:v>44208</c:v>
                </c:pt>
                <c:pt idx="5186">
                  <c:v>44209</c:v>
                </c:pt>
                <c:pt idx="5187">
                  <c:v>44210</c:v>
                </c:pt>
                <c:pt idx="5188">
                  <c:v>44211</c:v>
                </c:pt>
                <c:pt idx="5189">
                  <c:v>44212</c:v>
                </c:pt>
                <c:pt idx="5190">
                  <c:v>44213</c:v>
                </c:pt>
                <c:pt idx="5191">
                  <c:v>44214</c:v>
                </c:pt>
                <c:pt idx="5192">
                  <c:v>44215</c:v>
                </c:pt>
                <c:pt idx="5193">
                  <c:v>44216</c:v>
                </c:pt>
                <c:pt idx="5194">
                  <c:v>44217</c:v>
                </c:pt>
                <c:pt idx="5195">
                  <c:v>44218</c:v>
                </c:pt>
                <c:pt idx="5196">
                  <c:v>44219</c:v>
                </c:pt>
                <c:pt idx="5197">
                  <c:v>44220</c:v>
                </c:pt>
                <c:pt idx="5198">
                  <c:v>44221</c:v>
                </c:pt>
                <c:pt idx="5199">
                  <c:v>44222</c:v>
                </c:pt>
                <c:pt idx="5200">
                  <c:v>44223</c:v>
                </c:pt>
                <c:pt idx="5201">
                  <c:v>44224</c:v>
                </c:pt>
                <c:pt idx="5202">
                  <c:v>44225</c:v>
                </c:pt>
                <c:pt idx="5203">
                  <c:v>44226</c:v>
                </c:pt>
                <c:pt idx="5204">
                  <c:v>44227</c:v>
                </c:pt>
                <c:pt idx="5205">
                  <c:v>44228</c:v>
                </c:pt>
                <c:pt idx="5206">
                  <c:v>44229</c:v>
                </c:pt>
                <c:pt idx="5207">
                  <c:v>44230</c:v>
                </c:pt>
                <c:pt idx="5208">
                  <c:v>44231</c:v>
                </c:pt>
                <c:pt idx="5209">
                  <c:v>44232</c:v>
                </c:pt>
                <c:pt idx="5210">
                  <c:v>44233</c:v>
                </c:pt>
                <c:pt idx="5211">
                  <c:v>44234</c:v>
                </c:pt>
                <c:pt idx="5212">
                  <c:v>44235</c:v>
                </c:pt>
                <c:pt idx="5213">
                  <c:v>44236</c:v>
                </c:pt>
                <c:pt idx="5214">
                  <c:v>44237</c:v>
                </c:pt>
                <c:pt idx="5215">
                  <c:v>44238</c:v>
                </c:pt>
                <c:pt idx="5216">
                  <c:v>44239</c:v>
                </c:pt>
                <c:pt idx="5217">
                  <c:v>44240</c:v>
                </c:pt>
                <c:pt idx="5218">
                  <c:v>44241</c:v>
                </c:pt>
                <c:pt idx="5219">
                  <c:v>44242</c:v>
                </c:pt>
                <c:pt idx="5220">
                  <c:v>44243</c:v>
                </c:pt>
                <c:pt idx="5221">
                  <c:v>44244</c:v>
                </c:pt>
                <c:pt idx="5222">
                  <c:v>44245</c:v>
                </c:pt>
                <c:pt idx="5223">
                  <c:v>44246</c:v>
                </c:pt>
                <c:pt idx="5224">
                  <c:v>44247</c:v>
                </c:pt>
                <c:pt idx="5225">
                  <c:v>44248</c:v>
                </c:pt>
                <c:pt idx="5226">
                  <c:v>44249</c:v>
                </c:pt>
                <c:pt idx="5227">
                  <c:v>44250</c:v>
                </c:pt>
                <c:pt idx="5228">
                  <c:v>44251</c:v>
                </c:pt>
                <c:pt idx="5229">
                  <c:v>44252</c:v>
                </c:pt>
                <c:pt idx="5230">
                  <c:v>44253</c:v>
                </c:pt>
                <c:pt idx="5231">
                  <c:v>44254</c:v>
                </c:pt>
                <c:pt idx="5232">
                  <c:v>44255</c:v>
                </c:pt>
                <c:pt idx="5233">
                  <c:v>44256</c:v>
                </c:pt>
                <c:pt idx="5234">
                  <c:v>44257</c:v>
                </c:pt>
                <c:pt idx="5235">
                  <c:v>44258</c:v>
                </c:pt>
                <c:pt idx="5236">
                  <c:v>44259</c:v>
                </c:pt>
                <c:pt idx="5237">
                  <c:v>44260</c:v>
                </c:pt>
                <c:pt idx="5238">
                  <c:v>44261</c:v>
                </c:pt>
                <c:pt idx="5239">
                  <c:v>44262</c:v>
                </c:pt>
                <c:pt idx="5240">
                  <c:v>44263</c:v>
                </c:pt>
                <c:pt idx="5241">
                  <c:v>44264</c:v>
                </c:pt>
                <c:pt idx="5242">
                  <c:v>44265</c:v>
                </c:pt>
                <c:pt idx="5243">
                  <c:v>44266</c:v>
                </c:pt>
                <c:pt idx="5244">
                  <c:v>44267</c:v>
                </c:pt>
                <c:pt idx="5245">
                  <c:v>44268</c:v>
                </c:pt>
                <c:pt idx="5246">
                  <c:v>44269</c:v>
                </c:pt>
                <c:pt idx="5247">
                  <c:v>44270</c:v>
                </c:pt>
                <c:pt idx="5248">
                  <c:v>44271</c:v>
                </c:pt>
                <c:pt idx="5249">
                  <c:v>44272</c:v>
                </c:pt>
                <c:pt idx="5250">
                  <c:v>44273</c:v>
                </c:pt>
                <c:pt idx="5251">
                  <c:v>44274</c:v>
                </c:pt>
                <c:pt idx="5252">
                  <c:v>44275</c:v>
                </c:pt>
                <c:pt idx="5253">
                  <c:v>44276</c:v>
                </c:pt>
                <c:pt idx="5254">
                  <c:v>44277</c:v>
                </c:pt>
                <c:pt idx="5255">
                  <c:v>44278</c:v>
                </c:pt>
                <c:pt idx="5256">
                  <c:v>44279</c:v>
                </c:pt>
                <c:pt idx="5257">
                  <c:v>44280</c:v>
                </c:pt>
                <c:pt idx="5258">
                  <c:v>44281</c:v>
                </c:pt>
                <c:pt idx="5259">
                  <c:v>44282</c:v>
                </c:pt>
                <c:pt idx="5260">
                  <c:v>44283</c:v>
                </c:pt>
                <c:pt idx="5261">
                  <c:v>44284</c:v>
                </c:pt>
                <c:pt idx="5262">
                  <c:v>44285</c:v>
                </c:pt>
                <c:pt idx="5263">
                  <c:v>44286</c:v>
                </c:pt>
                <c:pt idx="5264">
                  <c:v>44287</c:v>
                </c:pt>
                <c:pt idx="5265">
                  <c:v>44288</c:v>
                </c:pt>
                <c:pt idx="5266">
                  <c:v>44289</c:v>
                </c:pt>
                <c:pt idx="5267">
                  <c:v>44290</c:v>
                </c:pt>
                <c:pt idx="5268">
                  <c:v>44291</c:v>
                </c:pt>
                <c:pt idx="5269">
                  <c:v>44292</c:v>
                </c:pt>
                <c:pt idx="5270">
                  <c:v>44293</c:v>
                </c:pt>
                <c:pt idx="5271">
                  <c:v>44294</c:v>
                </c:pt>
                <c:pt idx="5272">
                  <c:v>44295</c:v>
                </c:pt>
                <c:pt idx="5273">
                  <c:v>44296</c:v>
                </c:pt>
                <c:pt idx="5274">
                  <c:v>44297</c:v>
                </c:pt>
                <c:pt idx="5275">
                  <c:v>44298</c:v>
                </c:pt>
                <c:pt idx="5276">
                  <c:v>44299</c:v>
                </c:pt>
                <c:pt idx="5277">
                  <c:v>44300</c:v>
                </c:pt>
                <c:pt idx="5278">
                  <c:v>44301</c:v>
                </c:pt>
                <c:pt idx="5279">
                  <c:v>44302</c:v>
                </c:pt>
                <c:pt idx="5280">
                  <c:v>44303</c:v>
                </c:pt>
                <c:pt idx="5281">
                  <c:v>44304</c:v>
                </c:pt>
                <c:pt idx="5282">
                  <c:v>44305</c:v>
                </c:pt>
                <c:pt idx="5283">
                  <c:v>44306</c:v>
                </c:pt>
                <c:pt idx="5284">
                  <c:v>44307</c:v>
                </c:pt>
                <c:pt idx="5285">
                  <c:v>44308</c:v>
                </c:pt>
                <c:pt idx="5286">
                  <c:v>44309</c:v>
                </c:pt>
                <c:pt idx="5287">
                  <c:v>44310</c:v>
                </c:pt>
                <c:pt idx="5288">
                  <c:v>44311</c:v>
                </c:pt>
                <c:pt idx="5289">
                  <c:v>44312</c:v>
                </c:pt>
                <c:pt idx="5290">
                  <c:v>44313</c:v>
                </c:pt>
                <c:pt idx="5291">
                  <c:v>44314</c:v>
                </c:pt>
                <c:pt idx="5292">
                  <c:v>44315</c:v>
                </c:pt>
                <c:pt idx="5293">
                  <c:v>44316</c:v>
                </c:pt>
                <c:pt idx="5294">
                  <c:v>44317</c:v>
                </c:pt>
                <c:pt idx="5295">
                  <c:v>44318</c:v>
                </c:pt>
                <c:pt idx="5296">
                  <c:v>44319</c:v>
                </c:pt>
                <c:pt idx="5297">
                  <c:v>44320</c:v>
                </c:pt>
                <c:pt idx="5298">
                  <c:v>44321</c:v>
                </c:pt>
                <c:pt idx="5299">
                  <c:v>44322</c:v>
                </c:pt>
                <c:pt idx="5300">
                  <c:v>44323</c:v>
                </c:pt>
                <c:pt idx="5301">
                  <c:v>44324</c:v>
                </c:pt>
                <c:pt idx="5302">
                  <c:v>44325</c:v>
                </c:pt>
                <c:pt idx="5303">
                  <c:v>44326</c:v>
                </c:pt>
                <c:pt idx="5304">
                  <c:v>44327</c:v>
                </c:pt>
                <c:pt idx="5305">
                  <c:v>44328</c:v>
                </c:pt>
                <c:pt idx="5306">
                  <c:v>44329</c:v>
                </c:pt>
                <c:pt idx="5307">
                  <c:v>44330</c:v>
                </c:pt>
                <c:pt idx="5308">
                  <c:v>44331</c:v>
                </c:pt>
                <c:pt idx="5309">
                  <c:v>44332</c:v>
                </c:pt>
                <c:pt idx="5310">
                  <c:v>44333</c:v>
                </c:pt>
                <c:pt idx="5311">
                  <c:v>44334</c:v>
                </c:pt>
                <c:pt idx="5312">
                  <c:v>44335</c:v>
                </c:pt>
                <c:pt idx="5313">
                  <c:v>44336</c:v>
                </c:pt>
                <c:pt idx="5314">
                  <c:v>44337</c:v>
                </c:pt>
                <c:pt idx="5315">
                  <c:v>44338</c:v>
                </c:pt>
                <c:pt idx="5316">
                  <c:v>44339</c:v>
                </c:pt>
                <c:pt idx="5317">
                  <c:v>44340</c:v>
                </c:pt>
                <c:pt idx="5318">
                  <c:v>44341</c:v>
                </c:pt>
                <c:pt idx="5319">
                  <c:v>44342</c:v>
                </c:pt>
                <c:pt idx="5320">
                  <c:v>44343</c:v>
                </c:pt>
                <c:pt idx="5321">
                  <c:v>44344</c:v>
                </c:pt>
                <c:pt idx="5322">
                  <c:v>44345</c:v>
                </c:pt>
                <c:pt idx="5323">
                  <c:v>44346</c:v>
                </c:pt>
                <c:pt idx="5324">
                  <c:v>44347</c:v>
                </c:pt>
                <c:pt idx="5325">
                  <c:v>44348</c:v>
                </c:pt>
                <c:pt idx="5326">
                  <c:v>44349</c:v>
                </c:pt>
                <c:pt idx="5327">
                  <c:v>44350</c:v>
                </c:pt>
                <c:pt idx="5328">
                  <c:v>44351</c:v>
                </c:pt>
                <c:pt idx="5329">
                  <c:v>44352</c:v>
                </c:pt>
                <c:pt idx="5330">
                  <c:v>44353</c:v>
                </c:pt>
                <c:pt idx="5331">
                  <c:v>44354</c:v>
                </c:pt>
                <c:pt idx="5332">
                  <c:v>44355</c:v>
                </c:pt>
                <c:pt idx="5333">
                  <c:v>44356</c:v>
                </c:pt>
                <c:pt idx="5334">
                  <c:v>44357</c:v>
                </c:pt>
                <c:pt idx="5335">
                  <c:v>44358</c:v>
                </c:pt>
                <c:pt idx="5336">
                  <c:v>44359</c:v>
                </c:pt>
                <c:pt idx="5337">
                  <c:v>44360</c:v>
                </c:pt>
                <c:pt idx="5338">
                  <c:v>44361</c:v>
                </c:pt>
                <c:pt idx="5339">
                  <c:v>44362</c:v>
                </c:pt>
                <c:pt idx="5340">
                  <c:v>44363</c:v>
                </c:pt>
                <c:pt idx="5341">
                  <c:v>44364</c:v>
                </c:pt>
                <c:pt idx="5342">
                  <c:v>44365</c:v>
                </c:pt>
                <c:pt idx="5343">
                  <c:v>44366</c:v>
                </c:pt>
                <c:pt idx="5344">
                  <c:v>44367</c:v>
                </c:pt>
                <c:pt idx="5345">
                  <c:v>44368</c:v>
                </c:pt>
                <c:pt idx="5346">
                  <c:v>44369</c:v>
                </c:pt>
                <c:pt idx="5347">
                  <c:v>44370</c:v>
                </c:pt>
                <c:pt idx="5348">
                  <c:v>44371</c:v>
                </c:pt>
                <c:pt idx="5349">
                  <c:v>44372</c:v>
                </c:pt>
                <c:pt idx="5350">
                  <c:v>44373</c:v>
                </c:pt>
                <c:pt idx="5351">
                  <c:v>44374</c:v>
                </c:pt>
                <c:pt idx="5352">
                  <c:v>44375</c:v>
                </c:pt>
                <c:pt idx="5353">
                  <c:v>44376</c:v>
                </c:pt>
                <c:pt idx="5354">
                  <c:v>44377</c:v>
                </c:pt>
                <c:pt idx="5355">
                  <c:v>44378</c:v>
                </c:pt>
                <c:pt idx="5356">
                  <c:v>44379</c:v>
                </c:pt>
                <c:pt idx="5357">
                  <c:v>44380</c:v>
                </c:pt>
                <c:pt idx="5358">
                  <c:v>44381</c:v>
                </c:pt>
                <c:pt idx="5359">
                  <c:v>44382</c:v>
                </c:pt>
                <c:pt idx="5360">
                  <c:v>44383</c:v>
                </c:pt>
                <c:pt idx="5361">
                  <c:v>44384</c:v>
                </c:pt>
                <c:pt idx="5362">
                  <c:v>44385</c:v>
                </c:pt>
                <c:pt idx="5363">
                  <c:v>44386</c:v>
                </c:pt>
                <c:pt idx="5364">
                  <c:v>44387</c:v>
                </c:pt>
                <c:pt idx="5365">
                  <c:v>44388</c:v>
                </c:pt>
                <c:pt idx="5366">
                  <c:v>44389</c:v>
                </c:pt>
                <c:pt idx="5367">
                  <c:v>44390</c:v>
                </c:pt>
                <c:pt idx="5368">
                  <c:v>44391</c:v>
                </c:pt>
                <c:pt idx="5369">
                  <c:v>44392</c:v>
                </c:pt>
                <c:pt idx="5370">
                  <c:v>44393</c:v>
                </c:pt>
                <c:pt idx="5371">
                  <c:v>44394</c:v>
                </c:pt>
                <c:pt idx="5372">
                  <c:v>44395</c:v>
                </c:pt>
                <c:pt idx="5373">
                  <c:v>44396</c:v>
                </c:pt>
                <c:pt idx="5374">
                  <c:v>44397</c:v>
                </c:pt>
                <c:pt idx="5375">
                  <c:v>44398</c:v>
                </c:pt>
                <c:pt idx="5376">
                  <c:v>44399</c:v>
                </c:pt>
                <c:pt idx="5377">
                  <c:v>44400</c:v>
                </c:pt>
                <c:pt idx="5378">
                  <c:v>44401</c:v>
                </c:pt>
                <c:pt idx="5379">
                  <c:v>44402</c:v>
                </c:pt>
                <c:pt idx="5380">
                  <c:v>44403</c:v>
                </c:pt>
                <c:pt idx="5381">
                  <c:v>44404</c:v>
                </c:pt>
                <c:pt idx="5382">
                  <c:v>44405</c:v>
                </c:pt>
                <c:pt idx="5383">
                  <c:v>44406</c:v>
                </c:pt>
                <c:pt idx="5384">
                  <c:v>44407</c:v>
                </c:pt>
                <c:pt idx="5385">
                  <c:v>44408</c:v>
                </c:pt>
                <c:pt idx="5386">
                  <c:v>44409</c:v>
                </c:pt>
                <c:pt idx="5387">
                  <c:v>44410</c:v>
                </c:pt>
                <c:pt idx="5388">
                  <c:v>44411</c:v>
                </c:pt>
                <c:pt idx="5389">
                  <c:v>44412</c:v>
                </c:pt>
                <c:pt idx="5390">
                  <c:v>44413</c:v>
                </c:pt>
                <c:pt idx="5391">
                  <c:v>44414</c:v>
                </c:pt>
                <c:pt idx="5392">
                  <c:v>44415</c:v>
                </c:pt>
                <c:pt idx="5393">
                  <c:v>44416</c:v>
                </c:pt>
                <c:pt idx="5394">
                  <c:v>44417</c:v>
                </c:pt>
                <c:pt idx="5395">
                  <c:v>44418</c:v>
                </c:pt>
                <c:pt idx="5396">
                  <c:v>44419</c:v>
                </c:pt>
                <c:pt idx="5397">
                  <c:v>44420</c:v>
                </c:pt>
                <c:pt idx="5398">
                  <c:v>44421</c:v>
                </c:pt>
                <c:pt idx="5399">
                  <c:v>44422</c:v>
                </c:pt>
                <c:pt idx="5400">
                  <c:v>44423</c:v>
                </c:pt>
                <c:pt idx="5401">
                  <c:v>44424</c:v>
                </c:pt>
                <c:pt idx="5402">
                  <c:v>44425</c:v>
                </c:pt>
                <c:pt idx="5403">
                  <c:v>44426</c:v>
                </c:pt>
                <c:pt idx="5404">
                  <c:v>44427</c:v>
                </c:pt>
                <c:pt idx="5405">
                  <c:v>44428</c:v>
                </c:pt>
                <c:pt idx="5406">
                  <c:v>44429</c:v>
                </c:pt>
                <c:pt idx="5407">
                  <c:v>44430</c:v>
                </c:pt>
                <c:pt idx="5408">
                  <c:v>44431</c:v>
                </c:pt>
                <c:pt idx="5409">
                  <c:v>44432</c:v>
                </c:pt>
                <c:pt idx="5410">
                  <c:v>44433</c:v>
                </c:pt>
                <c:pt idx="5411">
                  <c:v>44434</c:v>
                </c:pt>
                <c:pt idx="5412">
                  <c:v>44435</c:v>
                </c:pt>
                <c:pt idx="5413">
                  <c:v>44436</c:v>
                </c:pt>
                <c:pt idx="5414">
                  <c:v>44437</c:v>
                </c:pt>
                <c:pt idx="5415">
                  <c:v>44438</c:v>
                </c:pt>
                <c:pt idx="5416">
                  <c:v>44439</c:v>
                </c:pt>
                <c:pt idx="5417">
                  <c:v>44440</c:v>
                </c:pt>
                <c:pt idx="5418">
                  <c:v>44441</c:v>
                </c:pt>
                <c:pt idx="5419">
                  <c:v>44442</c:v>
                </c:pt>
                <c:pt idx="5420">
                  <c:v>44443</c:v>
                </c:pt>
                <c:pt idx="5421">
                  <c:v>44444</c:v>
                </c:pt>
                <c:pt idx="5422">
                  <c:v>44445</c:v>
                </c:pt>
                <c:pt idx="5423">
                  <c:v>44446</c:v>
                </c:pt>
                <c:pt idx="5424">
                  <c:v>44447</c:v>
                </c:pt>
                <c:pt idx="5425">
                  <c:v>44448</c:v>
                </c:pt>
                <c:pt idx="5426">
                  <c:v>44449</c:v>
                </c:pt>
                <c:pt idx="5427">
                  <c:v>44450</c:v>
                </c:pt>
                <c:pt idx="5428">
                  <c:v>44451</c:v>
                </c:pt>
                <c:pt idx="5429">
                  <c:v>44452</c:v>
                </c:pt>
                <c:pt idx="5430">
                  <c:v>44453</c:v>
                </c:pt>
                <c:pt idx="5431">
                  <c:v>44454</c:v>
                </c:pt>
                <c:pt idx="5432">
                  <c:v>44455</c:v>
                </c:pt>
                <c:pt idx="5433">
                  <c:v>44456</c:v>
                </c:pt>
                <c:pt idx="5434">
                  <c:v>44457</c:v>
                </c:pt>
                <c:pt idx="5435">
                  <c:v>44458</c:v>
                </c:pt>
                <c:pt idx="5436">
                  <c:v>44459</c:v>
                </c:pt>
                <c:pt idx="5437">
                  <c:v>44460</c:v>
                </c:pt>
                <c:pt idx="5438">
                  <c:v>44461</c:v>
                </c:pt>
                <c:pt idx="5439">
                  <c:v>44462</c:v>
                </c:pt>
                <c:pt idx="5440">
                  <c:v>44463</c:v>
                </c:pt>
                <c:pt idx="5441">
                  <c:v>44464</c:v>
                </c:pt>
                <c:pt idx="5442">
                  <c:v>44465</c:v>
                </c:pt>
                <c:pt idx="5443">
                  <c:v>44466</c:v>
                </c:pt>
                <c:pt idx="5444">
                  <c:v>44467</c:v>
                </c:pt>
                <c:pt idx="5445">
                  <c:v>44468</c:v>
                </c:pt>
                <c:pt idx="5446">
                  <c:v>44469</c:v>
                </c:pt>
                <c:pt idx="5447">
                  <c:v>44470</c:v>
                </c:pt>
                <c:pt idx="5448">
                  <c:v>44471</c:v>
                </c:pt>
                <c:pt idx="5449">
                  <c:v>44472</c:v>
                </c:pt>
                <c:pt idx="5450">
                  <c:v>44473</c:v>
                </c:pt>
                <c:pt idx="5451">
                  <c:v>44474</c:v>
                </c:pt>
                <c:pt idx="5452">
                  <c:v>44475</c:v>
                </c:pt>
                <c:pt idx="5453">
                  <c:v>44476</c:v>
                </c:pt>
                <c:pt idx="5454">
                  <c:v>44477</c:v>
                </c:pt>
                <c:pt idx="5455">
                  <c:v>44478</c:v>
                </c:pt>
                <c:pt idx="5456">
                  <c:v>44479</c:v>
                </c:pt>
                <c:pt idx="5457">
                  <c:v>44480</c:v>
                </c:pt>
                <c:pt idx="5458">
                  <c:v>44481</c:v>
                </c:pt>
                <c:pt idx="5459">
                  <c:v>44482</c:v>
                </c:pt>
                <c:pt idx="5460">
                  <c:v>44483</c:v>
                </c:pt>
                <c:pt idx="5461">
                  <c:v>44484</c:v>
                </c:pt>
                <c:pt idx="5462">
                  <c:v>44485</c:v>
                </c:pt>
                <c:pt idx="5463">
                  <c:v>44486</c:v>
                </c:pt>
                <c:pt idx="5464">
                  <c:v>44487</c:v>
                </c:pt>
                <c:pt idx="5465">
                  <c:v>44488</c:v>
                </c:pt>
                <c:pt idx="5466">
                  <c:v>44489</c:v>
                </c:pt>
                <c:pt idx="5467">
                  <c:v>44490</c:v>
                </c:pt>
                <c:pt idx="5468">
                  <c:v>44491</c:v>
                </c:pt>
                <c:pt idx="5469">
                  <c:v>44492</c:v>
                </c:pt>
                <c:pt idx="5470">
                  <c:v>44493</c:v>
                </c:pt>
                <c:pt idx="5471">
                  <c:v>44494</c:v>
                </c:pt>
                <c:pt idx="5472">
                  <c:v>44495</c:v>
                </c:pt>
                <c:pt idx="5473">
                  <c:v>44496</c:v>
                </c:pt>
                <c:pt idx="5474">
                  <c:v>44497</c:v>
                </c:pt>
                <c:pt idx="5475">
                  <c:v>44498</c:v>
                </c:pt>
                <c:pt idx="5476">
                  <c:v>44499</c:v>
                </c:pt>
                <c:pt idx="5477">
                  <c:v>44500</c:v>
                </c:pt>
                <c:pt idx="5478">
                  <c:v>44501</c:v>
                </c:pt>
                <c:pt idx="5479">
                  <c:v>44502</c:v>
                </c:pt>
                <c:pt idx="5480">
                  <c:v>44503</c:v>
                </c:pt>
                <c:pt idx="5481">
                  <c:v>44504</c:v>
                </c:pt>
                <c:pt idx="5482">
                  <c:v>44505</c:v>
                </c:pt>
                <c:pt idx="5483">
                  <c:v>44506</c:v>
                </c:pt>
                <c:pt idx="5484">
                  <c:v>44507</c:v>
                </c:pt>
                <c:pt idx="5485">
                  <c:v>44508</c:v>
                </c:pt>
                <c:pt idx="5486">
                  <c:v>44509</c:v>
                </c:pt>
                <c:pt idx="5487">
                  <c:v>44510</c:v>
                </c:pt>
                <c:pt idx="5488">
                  <c:v>44511</c:v>
                </c:pt>
                <c:pt idx="5489">
                  <c:v>44512</c:v>
                </c:pt>
                <c:pt idx="5490">
                  <c:v>44513</c:v>
                </c:pt>
                <c:pt idx="5491">
                  <c:v>44514</c:v>
                </c:pt>
                <c:pt idx="5492">
                  <c:v>44515</c:v>
                </c:pt>
                <c:pt idx="5493">
                  <c:v>44516</c:v>
                </c:pt>
                <c:pt idx="5494">
                  <c:v>44517</c:v>
                </c:pt>
                <c:pt idx="5495">
                  <c:v>44518</c:v>
                </c:pt>
                <c:pt idx="5496">
                  <c:v>44519</c:v>
                </c:pt>
                <c:pt idx="5497">
                  <c:v>44520</c:v>
                </c:pt>
                <c:pt idx="5498">
                  <c:v>44521</c:v>
                </c:pt>
                <c:pt idx="5499">
                  <c:v>44522</c:v>
                </c:pt>
                <c:pt idx="5500">
                  <c:v>44523</c:v>
                </c:pt>
                <c:pt idx="5501">
                  <c:v>44524</c:v>
                </c:pt>
                <c:pt idx="5502">
                  <c:v>44525</c:v>
                </c:pt>
                <c:pt idx="5503">
                  <c:v>44526</c:v>
                </c:pt>
                <c:pt idx="5504">
                  <c:v>44527</c:v>
                </c:pt>
                <c:pt idx="5505">
                  <c:v>44528</c:v>
                </c:pt>
                <c:pt idx="5506">
                  <c:v>44529</c:v>
                </c:pt>
                <c:pt idx="5507">
                  <c:v>44530</c:v>
                </c:pt>
                <c:pt idx="5508">
                  <c:v>44531</c:v>
                </c:pt>
                <c:pt idx="5509">
                  <c:v>44532</c:v>
                </c:pt>
                <c:pt idx="5510">
                  <c:v>44533</c:v>
                </c:pt>
                <c:pt idx="5511">
                  <c:v>44534</c:v>
                </c:pt>
                <c:pt idx="5512">
                  <c:v>44535</c:v>
                </c:pt>
                <c:pt idx="5513">
                  <c:v>44536</c:v>
                </c:pt>
                <c:pt idx="5514">
                  <c:v>44537</c:v>
                </c:pt>
                <c:pt idx="5515">
                  <c:v>44538</c:v>
                </c:pt>
                <c:pt idx="5516">
                  <c:v>44539</c:v>
                </c:pt>
                <c:pt idx="5517">
                  <c:v>44540</c:v>
                </c:pt>
                <c:pt idx="5518">
                  <c:v>44541</c:v>
                </c:pt>
                <c:pt idx="5519">
                  <c:v>44542</c:v>
                </c:pt>
                <c:pt idx="5520">
                  <c:v>44543</c:v>
                </c:pt>
                <c:pt idx="5521">
                  <c:v>44544</c:v>
                </c:pt>
                <c:pt idx="5522">
                  <c:v>44545</c:v>
                </c:pt>
                <c:pt idx="5523">
                  <c:v>44546</c:v>
                </c:pt>
                <c:pt idx="5524">
                  <c:v>44547</c:v>
                </c:pt>
                <c:pt idx="5525">
                  <c:v>44548</c:v>
                </c:pt>
                <c:pt idx="5526">
                  <c:v>44549</c:v>
                </c:pt>
                <c:pt idx="5527">
                  <c:v>44550</c:v>
                </c:pt>
                <c:pt idx="5528">
                  <c:v>44551</c:v>
                </c:pt>
                <c:pt idx="5529">
                  <c:v>44552</c:v>
                </c:pt>
                <c:pt idx="5530">
                  <c:v>44553</c:v>
                </c:pt>
                <c:pt idx="5531">
                  <c:v>44554</c:v>
                </c:pt>
                <c:pt idx="5532">
                  <c:v>44555</c:v>
                </c:pt>
                <c:pt idx="5533">
                  <c:v>44556</c:v>
                </c:pt>
                <c:pt idx="5534">
                  <c:v>44557</c:v>
                </c:pt>
                <c:pt idx="5535">
                  <c:v>44558</c:v>
                </c:pt>
                <c:pt idx="5536">
                  <c:v>44559</c:v>
                </c:pt>
                <c:pt idx="5537">
                  <c:v>44560</c:v>
                </c:pt>
                <c:pt idx="5538">
                  <c:v>44561</c:v>
                </c:pt>
                <c:pt idx="5539">
                  <c:v>44562</c:v>
                </c:pt>
                <c:pt idx="5540">
                  <c:v>44563</c:v>
                </c:pt>
                <c:pt idx="5541">
                  <c:v>44564</c:v>
                </c:pt>
                <c:pt idx="5542">
                  <c:v>44565</c:v>
                </c:pt>
                <c:pt idx="5543">
                  <c:v>44566</c:v>
                </c:pt>
                <c:pt idx="5544">
                  <c:v>44567</c:v>
                </c:pt>
                <c:pt idx="5545">
                  <c:v>44568</c:v>
                </c:pt>
                <c:pt idx="5546">
                  <c:v>44569</c:v>
                </c:pt>
                <c:pt idx="5547">
                  <c:v>44570</c:v>
                </c:pt>
                <c:pt idx="5548">
                  <c:v>44571</c:v>
                </c:pt>
                <c:pt idx="5549">
                  <c:v>44572</c:v>
                </c:pt>
                <c:pt idx="5550">
                  <c:v>44573</c:v>
                </c:pt>
                <c:pt idx="5551">
                  <c:v>44574</c:v>
                </c:pt>
                <c:pt idx="5552">
                  <c:v>44575</c:v>
                </c:pt>
                <c:pt idx="5553">
                  <c:v>44576</c:v>
                </c:pt>
                <c:pt idx="5554">
                  <c:v>44577</c:v>
                </c:pt>
                <c:pt idx="5555">
                  <c:v>44578</c:v>
                </c:pt>
                <c:pt idx="5556">
                  <c:v>44579</c:v>
                </c:pt>
                <c:pt idx="5557">
                  <c:v>44580</c:v>
                </c:pt>
                <c:pt idx="5558">
                  <c:v>44581</c:v>
                </c:pt>
                <c:pt idx="5559">
                  <c:v>44582</c:v>
                </c:pt>
                <c:pt idx="5560">
                  <c:v>44583</c:v>
                </c:pt>
                <c:pt idx="5561">
                  <c:v>44584</c:v>
                </c:pt>
                <c:pt idx="5562">
                  <c:v>44585</c:v>
                </c:pt>
                <c:pt idx="5563">
                  <c:v>44586</c:v>
                </c:pt>
                <c:pt idx="5564">
                  <c:v>44587</c:v>
                </c:pt>
                <c:pt idx="5565">
                  <c:v>44588</c:v>
                </c:pt>
                <c:pt idx="5566">
                  <c:v>44589</c:v>
                </c:pt>
                <c:pt idx="5567">
                  <c:v>44590</c:v>
                </c:pt>
                <c:pt idx="5568">
                  <c:v>44591</c:v>
                </c:pt>
                <c:pt idx="5569">
                  <c:v>44592</c:v>
                </c:pt>
                <c:pt idx="5570">
                  <c:v>44593</c:v>
                </c:pt>
                <c:pt idx="5571">
                  <c:v>44594</c:v>
                </c:pt>
                <c:pt idx="5572">
                  <c:v>44595</c:v>
                </c:pt>
                <c:pt idx="5573">
                  <c:v>44596</c:v>
                </c:pt>
                <c:pt idx="5574">
                  <c:v>44597</c:v>
                </c:pt>
                <c:pt idx="5575">
                  <c:v>44598</c:v>
                </c:pt>
                <c:pt idx="5576">
                  <c:v>44599</c:v>
                </c:pt>
                <c:pt idx="5577">
                  <c:v>44600</c:v>
                </c:pt>
                <c:pt idx="5578">
                  <c:v>44601</c:v>
                </c:pt>
                <c:pt idx="5579">
                  <c:v>44602</c:v>
                </c:pt>
                <c:pt idx="5580">
                  <c:v>44603</c:v>
                </c:pt>
                <c:pt idx="5581">
                  <c:v>44604</c:v>
                </c:pt>
                <c:pt idx="5582">
                  <c:v>44605</c:v>
                </c:pt>
                <c:pt idx="5583">
                  <c:v>44606</c:v>
                </c:pt>
                <c:pt idx="5584">
                  <c:v>44607</c:v>
                </c:pt>
                <c:pt idx="5585">
                  <c:v>44608</c:v>
                </c:pt>
                <c:pt idx="5586">
                  <c:v>44609</c:v>
                </c:pt>
                <c:pt idx="5587">
                  <c:v>44610</c:v>
                </c:pt>
                <c:pt idx="5588">
                  <c:v>44611</c:v>
                </c:pt>
                <c:pt idx="5589">
                  <c:v>44612</c:v>
                </c:pt>
                <c:pt idx="5590">
                  <c:v>44613</c:v>
                </c:pt>
                <c:pt idx="5591">
                  <c:v>44614</c:v>
                </c:pt>
                <c:pt idx="5592">
                  <c:v>44615</c:v>
                </c:pt>
                <c:pt idx="5593">
                  <c:v>44616</c:v>
                </c:pt>
                <c:pt idx="5594">
                  <c:v>44617</c:v>
                </c:pt>
                <c:pt idx="5595">
                  <c:v>44618</c:v>
                </c:pt>
                <c:pt idx="5596">
                  <c:v>44619</c:v>
                </c:pt>
                <c:pt idx="5597">
                  <c:v>44620</c:v>
                </c:pt>
                <c:pt idx="5598">
                  <c:v>44621</c:v>
                </c:pt>
                <c:pt idx="5599">
                  <c:v>44622</c:v>
                </c:pt>
                <c:pt idx="5600">
                  <c:v>44623</c:v>
                </c:pt>
                <c:pt idx="5601">
                  <c:v>44624</c:v>
                </c:pt>
                <c:pt idx="5602">
                  <c:v>44625</c:v>
                </c:pt>
                <c:pt idx="5603">
                  <c:v>44626</c:v>
                </c:pt>
                <c:pt idx="5604">
                  <c:v>44627</c:v>
                </c:pt>
                <c:pt idx="5605">
                  <c:v>44628</c:v>
                </c:pt>
                <c:pt idx="5606">
                  <c:v>44629</c:v>
                </c:pt>
                <c:pt idx="5607">
                  <c:v>44630</c:v>
                </c:pt>
                <c:pt idx="5608">
                  <c:v>44631</c:v>
                </c:pt>
                <c:pt idx="5609">
                  <c:v>44632</c:v>
                </c:pt>
                <c:pt idx="5610">
                  <c:v>44633</c:v>
                </c:pt>
                <c:pt idx="5611">
                  <c:v>44634</c:v>
                </c:pt>
                <c:pt idx="5612">
                  <c:v>44635</c:v>
                </c:pt>
                <c:pt idx="5613">
                  <c:v>44636</c:v>
                </c:pt>
                <c:pt idx="5614">
                  <c:v>44637</c:v>
                </c:pt>
                <c:pt idx="5615">
                  <c:v>44638</c:v>
                </c:pt>
                <c:pt idx="5616">
                  <c:v>44639</c:v>
                </c:pt>
                <c:pt idx="5617">
                  <c:v>44640</c:v>
                </c:pt>
                <c:pt idx="5618">
                  <c:v>44641</c:v>
                </c:pt>
                <c:pt idx="5619">
                  <c:v>44642</c:v>
                </c:pt>
                <c:pt idx="5620">
                  <c:v>44643</c:v>
                </c:pt>
                <c:pt idx="5621">
                  <c:v>44644</c:v>
                </c:pt>
                <c:pt idx="5622">
                  <c:v>44645</c:v>
                </c:pt>
                <c:pt idx="5623">
                  <c:v>44646</c:v>
                </c:pt>
                <c:pt idx="5624">
                  <c:v>44647</c:v>
                </c:pt>
                <c:pt idx="5625">
                  <c:v>44648</c:v>
                </c:pt>
                <c:pt idx="5626">
                  <c:v>44649</c:v>
                </c:pt>
                <c:pt idx="5627">
                  <c:v>44650</c:v>
                </c:pt>
                <c:pt idx="5628">
                  <c:v>44651</c:v>
                </c:pt>
                <c:pt idx="5629">
                  <c:v>44652</c:v>
                </c:pt>
                <c:pt idx="5630">
                  <c:v>44653</c:v>
                </c:pt>
                <c:pt idx="5631">
                  <c:v>44654</c:v>
                </c:pt>
                <c:pt idx="5632">
                  <c:v>44655</c:v>
                </c:pt>
                <c:pt idx="5633">
                  <c:v>44656</c:v>
                </c:pt>
                <c:pt idx="5634">
                  <c:v>44657</c:v>
                </c:pt>
                <c:pt idx="5635">
                  <c:v>44658</c:v>
                </c:pt>
                <c:pt idx="5636">
                  <c:v>44659</c:v>
                </c:pt>
                <c:pt idx="5637">
                  <c:v>44660</c:v>
                </c:pt>
                <c:pt idx="5638">
                  <c:v>44661</c:v>
                </c:pt>
                <c:pt idx="5639">
                  <c:v>44662</c:v>
                </c:pt>
                <c:pt idx="5640">
                  <c:v>44663</c:v>
                </c:pt>
                <c:pt idx="5641">
                  <c:v>44664</c:v>
                </c:pt>
                <c:pt idx="5642">
                  <c:v>44665</c:v>
                </c:pt>
                <c:pt idx="5643">
                  <c:v>44666</c:v>
                </c:pt>
                <c:pt idx="5644">
                  <c:v>44667</c:v>
                </c:pt>
                <c:pt idx="5645">
                  <c:v>44668</c:v>
                </c:pt>
                <c:pt idx="5646">
                  <c:v>44669</c:v>
                </c:pt>
                <c:pt idx="5647">
                  <c:v>44670</c:v>
                </c:pt>
                <c:pt idx="5648">
                  <c:v>44671</c:v>
                </c:pt>
                <c:pt idx="5649">
                  <c:v>44672</c:v>
                </c:pt>
                <c:pt idx="5650">
                  <c:v>44673</c:v>
                </c:pt>
                <c:pt idx="5651">
                  <c:v>44674</c:v>
                </c:pt>
                <c:pt idx="5652">
                  <c:v>44675</c:v>
                </c:pt>
                <c:pt idx="5653">
                  <c:v>44676</c:v>
                </c:pt>
                <c:pt idx="5654">
                  <c:v>44677</c:v>
                </c:pt>
                <c:pt idx="5655">
                  <c:v>44678</c:v>
                </c:pt>
                <c:pt idx="5656">
                  <c:v>44679</c:v>
                </c:pt>
                <c:pt idx="5657">
                  <c:v>44680</c:v>
                </c:pt>
                <c:pt idx="5658">
                  <c:v>44681</c:v>
                </c:pt>
                <c:pt idx="5659">
                  <c:v>44682</c:v>
                </c:pt>
                <c:pt idx="5660">
                  <c:v>44683</c:v>
                </c:pt>
                <c:pt idx="5661">
                  <c:v>44684</c:v>
                </c:pt>
                <c:pt idx="5662">
                  <c:v>44685</c:v>
                </c:pt>
                <c:pt idx="5663">
                  <c:v>44686</c:v>
                </c:pt>
                <c:pt idx="5664">
                  <c:v>44687</c:v>
                </c:pt>
                <c:pt idx="5665">
                  <c:v>44688</c:v>
                </c:pt>
                <c:pt idx="5666">
                  <c:v>44689</c:v>
                </c:pt>
                <c:pt idx="5667">
                  <c:v>44690</c:v>
                </c:pt>
                <c:pt idx="5668">
                  <c:v>44691</c:v>
                </c:pt>
                <c:pt idx="5669">
                  <c:v>44692</c:v>
                </c:pt>
                <c:pt idx="5670">
                  <c:v>44693</c:v>
                </c:pt>
                <c:pt idx="5671">
                  <c:v>44694</c:v>
                </c:pt>
                <c:pt idx="5672">
                  <c:v>44695</c:v>
                </c:pt>
                <c:pt idx="5673">
                  <c:v>44696</c:v>
                </c:pt>
                <c:pt idx="5674">
                  <c:v>44697</c:v>
                </c:pt>
                <c:pt idx="5675">
                  <c:v>44698</c:v>
                </c:pt>
                <c:pt idx="5676">
                  <c:v>44699</c:v>
                </c:pt>
                <c:pt idx="5677">
                  <c:v>44700</c:v>
                </c:pt>
                <c:pt idx="5678">
                  <c:v>44701</c:v>
                </c:pt>
                <c:pt idx="5679">
                  <c:v>44702</c:v>
                </c:pt>
                <c:pt idx="5680">
                  <c:v>44703</c:v>
                </c:pt>
                <c:pt idx="5681">
                  <c:v>44704</c:v>
                </c:pt>
                <c:pt idx="5682">
                  <c:v>44705</c:v>
                </c:pt>
                <c:pt idx="5683">
                  <c:v>44706</c:v>
                </c:pt>
                <c:pt idx="5684">
                  <c:v>44707</c:v>
                </c:pt>
                <c:pt idx="5685">
                  <c:v>44708</c:v>
                </c:pt>
                <c:pt idx="5686">
                  <c:v>44709</c:v>
                </c:pt>
                <c:pt idx="5687">
                  <c:v>44710</c:v>
                </c:pt>
                <c:pt idx="5688">
                  <c:v>44711</c:v>
                </c:pt>
                <c:pt idx="5689">
                  <c:v>44712</c:v>
                </c:pt>
                <c:pt idx="5690">
                  <c:v>44713</c:v>
                </c:pt>
                <c:pt idx="5691">
                  <c:v>44714</c:v>
                </c:pt>
                <c:pt idx="5692">
                  <c:v>44715</c:v>
                </c:pt>
                <c:pt idx="5693">
                  <c:v>44716</c:v>
                </c:pt>
                <c:pt idx="5694">
                  <c:v>44717</c:v>
                </c:pt>
                <c:pt idx="5695">
                  <c:v>44718</c:v>
                </c:pt>
                <c:pt idx="5696">
                  <c:v>44719</c:v>
                </c:pt>
                <c:pt idx="5697">
                  <c:v>44720</c:v>
                </c:pt>
                <c:pt idx="5698">
                  <c:v>44721</c:v>
                </c:pt>
                <c:pt idx="5699">
                  <c:v>44722</c:v>
                </c:pt>
                <c:pt idx="5700">
                  <c:v>44723</c:v>
                </c:pt>
                <c:pt idx="5701">
                  <c:v>44724</c:v>
                </c:pt>
                <c:pt idx="5702">
                  <c:v>44725</c:v>
                </c:pt>
                <c:pt idx="5703">
                  <c:v>44726</c:v>
                </c:pt>
                <c:pt idx="5704">
                  <c:v>44727</c:v>
                </c:pt>
                <c:pt idx="5705">
                  <c:v>44728</c:v>
                </c:pt>
                <c:pt idx="5706">
                  <c:v>44729</c:v>
                </c:pt>
                <c:pt idx="5707">
                  <c:v>44730</c:v>
                </c:pt>
                <c:pt idx="5708">
                  <c:v>44731</c:v>
                </c:pt>
                <c:pt idx="5709">
                  <c:v>44732</c:v>
                </c:pt>
                <c:pt idx="5710">
                  <c:v>44733</c:v>
                </c:pt>
                <c:pt idx="5711">
                  <c:v>44734</c:v>
                </c:pt>
                <c:pt idx="5712">
                  <c:v>44735</c:v>
                </c:pt>
                <c:pt idx="5713">
                  <c:v>44736</c:v>
                </c:pt>
                <c:pt idx="5714">
                  <c:v>44737</c:v>
                </c:pt>
                <c:pt idx="5715">
                  <c:v>44738</c:v>
                </c:pt>
                <c:pt idx="5716">
                  <c:v>44739</c:v>
                </c:pt>
                <c:pt idx="5717">
                  <c:v>44740</c:v>
                </c:pt>
                <c:pt idx="5718">
                  <c:v>44741</c:v>
                </c:pt>
                <c:pt idx="5719">
                  <c:v>44742</c:v>
                </c:pt>
                <c:pt idx="5720">
                  <c:v>44743</c:v>
                </c:pt>
                <c:pt idx="5721">
                  <c:v>44744</c:v>
                </c:pt>
                <c:pt idx="5722">
                  <c:v>44745</c:v>
                </c:pt>
                <c:pt idx="5723">
                  <c:v>44746</c:v>
                </c:pt>
                <c:pt idx="5724">
                  <c:v>44747</c:v>
                </c:pt>
                <c:pt idx="5725">
                  <c:v>44748</c:v>
                </c:pt>
                <c:pt idx="5726">
                  <c:v>44749</c:v>
                </c:pt>
                <c:pt idx="5727">
                  <c:v>44750</c:v>
                </c:pt>
                <c:pt idx="5728">
                  <c:v>44751</c:v>
                </c:pt>
                <c:pt idx="5729">
                  <c:v>44752</c:v>
                </c:pt>
                <c:pt idx="5730">
                  <c:v>44753</c:v>
                </c:pt>
                <c:pt idx="5731">
                  <c:v>44754</c:v>
                </c:pt>
                <c:pt idx="5732">
                  <c:v>44755</c:v>
                </c:pt>
                <c:pt idx="5733">
                  <c:v>44756</c:v>
                </c:pt>
                <c:pt idx="5734">
                  <c:v>44757</c:v>
                </c:pt>
                <c:pt idx="5735">
                  <c:v>44758</c:v>
                </c:pt>
                <c:pt idx="5736">
                  <c:v>44759</c:v>
                </c:pt>
                <c:pt idx="5737">
                  <c:v>44760</c:v>
                </c:pt>
                <c:pt idx="5738">
                  <c:v>44761</c:v>
                </c:pt>
                <c:pt idx="5739">
                  <c:v>44762</c:v>
                </c:pt>
                <c:pt idx="5740">
                  <c:v>44763</c:v>
                </c:pt>
                <c:pt idx="5741">
                  <c:v>44764</c:v>
                </c:pt>
                <c:pt idx="5742">
                  <c:v>44765</c:v>
                </c:pt>
                <c:pt idx="5743">
                  <c:v>44766</c:v>
                </c:pt>
                <c:pt idx="5744">
                  <c:v>44767</c:v>
                </c:pt>
                <c:pt idx="5745">
                  <c:v>44768</c:v>
                </c:pt>
                <c:pt idx="5746">
                  <c:v>44769</c:v>
                </c:pt>
                <c:pt idx="5747">
                  <c:v>44770</c:v>
                </c:pt>
                <c:pt idx="5748">
                  <c:v>44771</c:v>
                </c:pt>
                <c:pt idx="5749">
                  <c:v>44772</c:v>
                </c:pt>
                <c:pt idx="5750">
                  <c:v>44773</c:v>
                </c:pt>
                <c:pt idx="5751">
                  <c:v>44774</c:v>
                </c:pt>
                <c:pt idx="5752">
                  <c:v>44775</c:v>
                </c:pt>
                <c:pt idx="5753">
                  <c:v>44776</c:v>
                </c:pt>
                <c:pt idx="5754">
                  <c:v>44777</c:v>
                </c:pt>
                <c:pt idx="5755">
                  <c:v>44778</c:v>
                </c:pt>
                <c:pt idx="5756">
                  <c:v>44779</c:v>
                </c:pt>
                <c:pt idx="5757">
                  <c:v>44780</c:v>
                </c:pt>
                <c:pt idx="5758">
                  <c:v>44781</c:v>
                </c:pt>
                <c:pt idx="5759">
                  <c:v>44782</c:v>
                </c:pt>
                <c:pt idx="5760">
                  <c:v>44783</c:v>
                </c:pt>
                <c:pt idx="5761">
                  <c:v>44784</c:v>
                </c:pt>
                <c:pt idx="5762">
                  <c:v>44785</c:v>
                </c:pt>
                <c:pt idx="5763">
                  <c:v>44786</c:v>
                </c:pt>
                <c:pt idx="5764">
                  <c:v>44787</c:v>
                </c:pt>
                <c:pt idx="5765">
                  <c:v>44788</c:v>
                </c:pt>
                <c:pt idx="5766">
                  <c:v>44789</c:v>
                </c:pt>
                <c:pt idx="5767">
                  <c:v>44790</c:v>
                </c:pt>
                <c:pt idx="5768">
                  <c:v>44791</c:v>
                </c:pt>
                <c:pt idx="5769">
                  <c:v>44792</c:v>
                </c:pt>
                <c:pt idx="5770">
                  <c:v>44793</c:v>
                </c:pt>
                <c:pt idx="5771">
                  <c:v>44794</c:v>
                </c:pt>
                <c:pt idx="5772">
                  <c:v>44795</c:v>
                </c:pt>
                <c:pt idx="5773">
                  <c:v>44796</c:v>
                </c:pt>
                <c:pt idx="5774">
                  <c:v>44797</c:v>
                </c:pt>
                <c:pt idx="5775">
                  <c:v>44798</c:v>
                </c:pt>
                <c:pt idx="5776">
                  <c:v>44799</c:v>
                </c:pt>
                <c:pt idx="5777">
                  <c:v>44800</c:v>
                </c:pt>
                <c:pt idx="5778">
                  <c:v>44801</c:v>
                </c:pt>
                <c:pt idx="5779">
                  <c:v>44802</c:v>
                </c:pt>
                <c:pt idx="5780">
                  <c:v>44803</c:v>
                </c:pt>
                <c:pt idx="5781">
                  <c:v>44804</c:v>
                </c:pt>
                <c:pt idx="5782">
                  <c:v>44805</c:v>
                </c:pt>
                <c:pt idx="5783">
                  <c:v>44806</c:v>
                </c:pt>
                <c:pt idx="5784">
                  <c:v>44807</c:v>
                </c:pt>
                <c:pt idx="5785">
                  <c:v>44808</c:v>
                </c:pt>
                <c:pt idx="5786">
                  <c:v>44809</c:v>
                </c:pt>
                <c:pt idx="5787">
                  <c:v>44810</c:v>
                </c:pt>
                <c:pt idx="5788">
                  <c:v>44811</c:v>
                </c:pt>
                <c:pt idx="5789">
                  <c:v>44812</c:v>
                </c:pt>
                <c:pt idx="5790">
                  <c:v>44813</c:v>
                </c:pt>
                <c:pt idx="5791">
                  <c:v>44814</c:v>
                </c:pt>
                <c:pt idx="5792">
                  <c:v>44815</c:v>
                </c:pt>
                <c:pt idx="5793">
                  <c:v>44816</c:v>
                </c:pt>
                <c:pt idx="5794">
                  <c:v>44817</c:v>
                </c:pt>
                <c:pt idx="5795">
                  <c:v>44818</c:v>
                </c:pt>
                <c:pt idx="5796">
                  <c:v>44819</c:v>
                </c:pt>
                <c:pt idx="5797">
                  <c:v>44820</c:v>
                </c:pt>
                <c:pt idx="5798">
                  <c:v>44821</c:v>
                </c:pt>
                <c:pt idx="5799">
                  <c:v>44822</c:v>
                </c:pt>
                <c:pt idx="5800">
                  <c:v>44823</c:v>
                </c:pt>
                <c:pt idx="5801">
                  <c:v>44824</c:v>
                </c:pt>
                <c:pt idx="5802">
                  <c:v>44825</c:v>
                </c:pt>
                <c:pt idx="5803">
                  <c:v>44826</c:v>
                </c:pt>
                <c:pt idx="5804">
                  <c:v>44827</c:v>
                </c:pt>
                <c:pt idx="5805">
                  <c:v>44828</c:v>
                </c:pt>
                <c:pt idx="5806">
                  <c:v>44829</c:v>
                </c:pt>
                <c:pt idx="5807">
                  <c:v>44830</c:v>
                </c:pt>
                <c:pt idx="5808">
                  <c:v>44831</c:v>
                </c:pt>
                <c:pt idx="5809">
                  <c:v>44832</c:v>
                </c:pt>
                <c:pt idx="5810">
                  <c:v>44833</c:v>
                </c:pt>
                <c:pt idx="5811">
                  <c:v>44834</c:v>
                </c:pt>
                <c:pt idx="5812">
                  <c:v>44835</c:v>
                </c:pt>
                <c:pt idx="5813">
                  <c:v>44836</c:v>
                </c:pt>
                <c:pt idx="5814">
                  <c:v>44837</c:v>
                </c:pt>
                <c:pt idx="5815">
                  <c:v>44838</c:v>
                </c:pt>
                <c:pt idx="5816">
                  <c:v>44839</c:v>
                </c:pt>
                <c:pt idx="5817">
                  <c:v>44840</c:v>
                </c:pt>
                <c:pt idx="5818">
                  <c:v>44841</c:v>
                </c:pt>
                <c:pt idx="5819">
                  <c:v>44842</c:v>
                </c:pt>
                <c:pt idx="5820">
                  <c:v>44843</c:v>
                </c:pt>
                <c:pt idx="5821">
                  <c:v>44844</c:v>
                </c:pt>
                <c:pt idx="5822">
                  <c:v>44845</c:v>
                </c:pt>
                <c:pt idx="5823">
                  <c:v>44846</c:v>
                </c:pt>
                <c:pt idx="5824">
                  <c:v>44847</c:v>
                </c:pt>
                <c:pt idx="5825">
                  <c:v>44848</c:v>
                </c:pt>
                <c:pt idx="5826">
                  <c:v>44849</c:v>
                </c:pt>
                <c:pt idx="5827">
                  <c:v>44850</c:v>
                </c:pt>
                <c:pt idx="5828">
                  <c:v>44851</c:v>
                </c:pt>
                <c:pt idx="5829">
                  <c:v>44852</c:v>
                </c:pt>
                <c:pt idx="5830">
                  <c:v>44853</c:v>
                </c:pt>
                <c:pt idx="5831">
                  <c:v>44854</c:v>
                </c:pt>
                <c:pt idx="5832">
                  <c:v>44855</c:v>
                </c:pt>
                <c:pt idx="5833">
                  <c:v>44856</c:v>
                </c:pt>
                <c:pt idx="5834">
                  <c:v>44857</c:v>
                </c:pt>
                <c:pt idx="5835">
                  <c:v>44858</c:v>
                </c:pt>
                <c:pt idx="5836">
                  <c:v>44859</c:v>
                </c:pt>
                <c:pt idx="5837">
                  <c:v>44860</c:v>
                </c:pt>
                <c:pt idx="5838">
                  <c:v>44861</c:v>
                </c:pt>
                <c:pt idx="5839">
                  <c:v>44862</c:v>
                </c:pt>
                <c:pt idx="5840">
                  <c:v>44863</c:v>
                </c:pt>
                <c:pt idx="5841">
                  <c:v>44864</c:v>
                </c:pt>
                <c:pt idx="5842">
                  <c:v>44865</c:v>
                </c:pt>
                <c:pt idx="5843">
                  <c:v>44866</c:v>
                </c:pt>
                <c:pt idx="5844">
                  <c:v>44867</c:v>
                </c:pt>
                <c:pt idx="5845">
                  <c:v>44868</c:v>
                </c:pt>
                <c:pt idx="5846">
                  <c:v>44869</c:v>
                </c:pt>
                <c:pt idx="5847">
                  <c:v>44870</c:v>
                </c:pt>
                <c:pt idx="5848">
                  <c:v>44871</c:v>
                </c:pt>
                <c:pt idx="5849">
                  <c:v>44872</c:v>
                </c:pt>
                <c:pt idx="5850">
                  <c:v>44873</c:v>
                </c:pt>
                <c:pt idx="5851">
                  <c:v>44874</c:v>
                </c:pt>
                <c:pt idx="5852">
                  <c:v>44875</c:v>
                </c:pt>
                <c:pt idx="5853">
                  <c:v>44876</c:v>
                </c:pt>
                <c:pt idx="5854">
                  <c:v>44877</c:v>
                </c:pt>
                <c:pt idx="5855">
                  <c:v>44878</c:v>
                </c:pt>
                <c:pt idx="5856">
                  <c:v>44879</c:v>
                </c:pt>
                <c:pt idx="5857">
                  <c:v>44880</c:v>
                </c:pt>
                <c:pt idx="5858">
                  <c:v>44881</c:v>
                </c:pt>
                <c:pt idx="5859">
                  <c:v>44882</c:v>
                </c:pt>
                <c:pt idx="5860">
                  <c:v>44883</c:v>
                </c:pt>
                <c:pt idx="5861">
                  <c:v>44884</c:v>
                </c:pt>
                <c:pt idx="5862">
                  <c:v>44885</c:v>
                </c:pt>
                <c:pt idx="5863">
                  <c:v>44886</c:v>
                </c:pt>
                <c:pt idx="5864">
                  <c:v>44887</c:v>
                </c:pt>
                <c:pt idx="5865">
                  <c:v>44888</c:v>
                </c:pt>
                <c:pt idx="5866">
                  <c:v>44889</c:v>
                </c:pt>
                <c:pt idx="5867">
                  <c:v>44890</c:v>
                </c:pt>
                <c:pt idx="5868">
                  <c:v>44891</c:v>
                </c:pt>
                <c:pt idx="5869">
                  <c:v>44892</c:v>
                </c:pt>
                <c:pt idx="5870">
                  <c:v>44893</c:v>
                </c:pt>
                <c:pt idx="5871">
                  <c:v>44894</c:v>
                </c:pt>
                <c:pt idx="5872">
                  <c:v>44895</c:v>
                </c:pt>
                <c:pt idx="5873">
                  <c:v>44896</c:v>
                </c:pt>
                <c:pt idx="5874">
                  <c:v>44897</c:v>
                </c:pt>
                <c:pt idx="5875">
                  <c:v>44898</c:v>
                </c:pt>
                <c:pt idx="5876">
                  <c:v>44899</c:v>
                </c:pt>
                <c:pt idx="5877">
                  <c:v>44900</c:v>
                </c:pt>
                <c:pt idx="5878">
                  <c:v>44901</c:v>
                </c:pt>
                <c:pt idx="5879">
                  <c:v>44902</c:v>
                </c:pt>
                <c:pt idx="5880">
                  <c:v>44903</c:v>
                </c:pt>
                <c:pt idx="5881">
                  <c:v>44904</c:v>
                </c:pt>
                <c:pt idx="5882">
                  <c:v>44905</c:v>
                </c:pt>
                <c:pt idx="5883">
                  <c:v>44906</c:v>
                </c:pt>
                <c:pt idx="5884">
                  <c:v>44907</c:v>
                </c:pt>
                <c:pt idx="5885">
                  <c:v>44908</c:v>
                </c:pt>
                <c:pt idx="5886">
                  <c:v>44909</c:v>
                </c:pt>
                <c:pt idx="5887">
                  <c:v>44910</c:v>
                </c:pt>
                <c:pt idx="5888">
                  <c:v>44911</c:v>
                </c:pt>
                <c:pt idx="5889">
                  <c:v>44912</c:v>
                </c:pt>
                <c:pt idx="5890">
                  <c:v>44913</c:v>
                </c:pt>
                <c:pt idx="5891">
                  <c:v>44914</c:v>
                </c:pt>
                <c:pt idx="5892">
                  <c:v>44915</c:v>
                </c:pt>
                <c:pt idx="5893">
                  <c:v>44916</c:v>
                </c:pt>
                <c:pt idx="5894">
                  <c:v>44917</c:v>
                </c:pt>
                <c:pt idx="5895">
                  <c:v>44918</c:v>
                </c:pt>
                <c:pt idx="5896">
                  <c:v>44919</c:v>
                </c:pt>
                <c:pt idx="5897">
                  <c:v>44920</c:v>
                </c:pt>
                <c:pt idx="5898">
                  <c:v>44921</c:v>
                </c:pt>
                <c:pt idx="5899">
                  <c:v>44922</c:v>
                </c:pt>
                <c:pt idx="5900">
                  <c:v>44923</c:v>
                </c:pt>
                <c:pt idx="5901">
                  <c:v>44924</c:v>
                </c:pt>
                <c:pt idx="5902">
                  <c:v>44925</c:v>
                </c:pt>
                <c:pt idx="5903">
                  <c:v>44926</c:v>
                </c:pt>
                <c:pt idx="5904">
                  <c:v>44927</c:v>
                </c:pt>
                <c:pt idx="5905">
                  <c:v>44928</c:v>
                </c:pt>
                <c:pt idx="5906">
                  <c:v>44929</c:v>
                </c:pt>
                <c:pt idx="5907">
                  <c:v>44930</c:v>
                </c:pt>
                <c:pt idx="5908">
                  <c:v>44931</c:v>
                </c:pt>
                <c:pt idx="5909">
                  <c:v>44932</c:v>
                </c:pt>
                <c:pt idx="5910">
                  <c:v>44933</c:v>
                </c:pt>
                <c:pt idx="5911">
                  <c:v>44934</c:v>
                </c:pt>
                <c:pt idx="5912">
                  <c:v>44935</c:v>
                </c:pt>
                <c:pt idx="5913">
                  <c:v>44936</c:v>
                </c:pt>
                <c:pt idx="5914">
                  <c:v>44937</c:v>
                </c:pt>
                <c:pt idx="5915">
                  <c:v>44938</c:v>
                </c:pt>
                <c:pt idx="5916">
                  <c:v>44939</c:v>
                </c:pt>
                <c:pt idx="5917">
                  <c:v>44940</c:v>
                </c:pt>
                <c:pt idx="5918">
                  <c:v>44941</c:v>
                </c:pt>
                <c:pt idx="5919">
                  <c:v>44942</c:v>
                </c:pt>
                <c:pt idx="5920">
                  <c:v>44943</c:v>
                </c:pt>
                <c:pt idx="5921">
                  <c:v>44944</c:v>
                </c:pt>
                <c:pt idx="5922">
                  <c:v>44945</c:v>
                </c:pt>
                <c:pt idx="5923">
                  <c:v>44946</c:v>
                </c:pt>
                <c:pt idx="5924">
                  <c:v>44947</c:v>
                </c:pt>
                <c:pt idx="5925">
                  <c:v>44948</c:v>
                </c:pt>
                <c:pt idx="5926">
                  <c:v>44949</c:v>
                </c:pt>
                <c:pt idx="5927">
                  <c:v>44950</c:v>
                </c:pt>
                <c:pt idx="5928">
                  <c:v>44951</c:v>
                </c:pt>
                <c:pt idx="5929">
                  <c:v>44952</c:v>
                </c:pt>
                <c:pt idx="5930">
                  <c:v>44953</c:v>
                </c:pt>
                <c:pt idx="5931">
                  <c:v>44954</c:v>
                </c:pt>
                <c:pt idx="5932">
                  <c:v>44955</c:v>
                </c:pt>
                <c:pt idx="5933">
                  <c:v>44956</c:v>
                </c:pt>
                <c:pt idx="5934">
                  <c:v>44957</c:v>
                </c:pt>
                <c:pt idx="5935">
                  <c:v>44958</c:v>
                </c:pt>
                <c:pt idx="5936">
                  <c:v>44959</c:v>
                </c:pt>
                <c:pt idx="5937">
                  <c:v>44960</c:v>
                </c:pt>
                <c:pt idx="5938">
                  <c:v>44961</c:v>
                </c:pt>
                <c:pt idx="5939">
                  <c:v>44962</c:v>
                </c:pt>
                <c:pt idx="5940">
                  <c:v>44963</c:v>
                </c:pt>
                <c:pt idx="5941">
                  <c:v>44964</c:v>
                </c:pt>
                <c:pt idx="5942">
                  <c:v>44965</c:v>
                </c:pt>
                <c:pt idx="5943">
                  <c:v>44966</c:v>
                </c:pt>
                <c:pt idx="5944">
                  <c:v>44967</c:v>
                </c:pt>
                <c:pt idx="5945">
                  <c:v>44968</c:v>
                </c:pt>
                <c:pt idx="5946">
                  <c:v>44969</c:v>
                </c:pt>
                <c:pt idx="5947">
                  <c:v>44970</c:v>
                </c:pt>
                <c:pt idx="5948">
                  <c:v>44971</c:v>
                </c:pt>
                <c:pt idx="5949">
                  <c:v>44972</c:v>
                </c:pt>
                <c:pt idx="5950">
                  <c:v>44973</c:v>
                </c:pt>
                <c:pt idx="5951">
                  <c:v>44974</c:v>
                </c:pt>
                <c:pt idx="5952">
                  <c:v>44975</c:v>
                </c:pt>
                <c:pt idx="5953">
                  <c:v>44976</c:v>
                </c:pt>
                <c:pt idx="5954">
                  <c:v>44977</c:v>
                </c:pt>
                <c:pt idx="5955">
                  <c:v>44978</c:v>
                </c:pt>
                <c:pt idx="5956">
                  <c:v>44979</c:v>
                </c:pt>
                <c:pt idx="5957">
                  <c:v>44980</c:v>
                </c:pt>
                <c:pt idx="5958">
                  <c:v>44981</c:v>
                </c:pt>
                <c:pt idx="5959">
                  <c:v>44982</c:v>
                </c:pt>
                <c:pt idx="5960">
                  <c:v>44983</c:v>
                </c:pt>
                <c:pt idx="5961">
                  <c:v>44984</c:v>
                </c:pt>
                <c:pt idx="5962">
                  <c:v>44985</c:v>
                </c:pt>
                <c:pt idx="5963">
                  <c:v>44986</c:v>
                </c:pt>
                <c:pt idx="5964">
                  <c:v>44987</c:v>
                </c:pt>
                <c:pt idx="5965">
                  <c:v>44988</c:v>
                </c:pt>
                <c:pt idx="5966">
                  <c:v>44989</c:v>
                </c:pt>
                <c:pt idx="5967">
                  <c:v>44990</c:v>
                </c:pt>
                <c:pt idx="5968">
                  <c:v>44991</c:v>
                </c:pt>
                <c:pt idx="5969">
                  <c:v>44992</c:v>
                </c:pt>
                <c:pt idx="5970">
                  <c:v>44993</c:v>
                </c:pt>
                <c:pt idx="5971">
                  <c:v>44994</c:v>
                </c:pt>
                <c:pt idx="5972">
                  <c:v>44995</c:v>
                </c:pt>
                <c:pt idx="5973">
                  <c:v>44996</c:v>
                </c:pt>
                <c:pt idx="5974">
                  <c:v>44997</c:v>
                </c:pt>
                <c:pt idx="5975">
                  <c:v>44998</c:v>
                </c:pt>
                <c:pt idx="5976">
                  <c:v>44999</c:v>
                </c:pt>
                <c:pt idx="5977">
                  <c:v>45000</c:v>
                </c:pt>
                <c:pt idx="5978">
                  <c:v>45001</c:v>
                </c:pt>
                <c:pt idx="5979">
                  <c:v>45002</c:v>
                </c:pt>
                <c:pt idx="5980">
                  <c:v>45003</c:v>
                </c:pt>
                <c:pt idx="5981">
                  <c:v>45004</c:v>
                </c:pt>
                <c:pt idx="5982">
                  <c:v>45005</c:v>
                </c:pt>
                <c:pt idx="5983">
                  <c:v>45006</c:v>
                </c:pt>
                <c:pt idx="5984">
                  <c:v>45007</c:v>
                </c:pt>
                <c:pt idx="5985">
                  <c:v>45008</c:v>
                </c:pt>
                <c:pt idx="5986">
                  <c:v>45009</c:v>
                </c:pt>
                <c:pt idx="5987">
                  <c:v>45010</c:v>
                </c:pt>
                <c:pt idx="5988">
                  <c:v>45011</c:v>
                </c:pt>
                <c:pt idx="5989">
                  <c:v>45012</c:v>
                </c:pt>
                <c:pt idx="5990">
                  <c:v>45013</c:v>
                </c:pt>
                <c:pt idx="5991">
                  <c:v>45014</c:v>
                </c:pt>
                <c:pt idx="5992">
                  <c:v>45015</c:v>
                </c:pt>
                <c:pt idx="5993">
                  <c:v>45016</c:v>
                </c:pt>
                <c:pt idx="5994">
                  <c:v>45017</c:v>
                </c:pt>
                <c:pt idx="5995">
                  <c:v>45018</c:v>
                </c:pt>
                <c:pt idx="5996">
                  <c:v>45019</c:v>
                </c:pt>
                <c:pt idx="5997">
                  <c:v>45020</c:v>
                </c:pt>
                <c:pt idx="5998">
                  <c:v>45021</c:v>
                </c:pt>
                <c:pt idx="5999">
                  <c:v>45022</c:v>
                </c:pt>
                <c:pt idx="6000">
                  <c:v>45023</c:v>
                </c:pt>
                <c:pt idx="6001">
                  <c:v>45024</c:v>
                </c:pt>
                <c:pt idx="6002">
                  <c:v>45025</c:v>
                </c:pt>
                <c:pt idx="6003">
                  <c:v>45026</c:v>
                </c:pt>
                <c:pt idx="6004">
                  <c:v>45027</c:v>
                </c:pt>
                <c:pt idx="6005">
                  <c:v>45028</c:v>
                </c:pt>
                <c:pt idx="6006">
                  <c:v>45029</c:v>
                </c:pt>
                <c:pt idx="6007">
                  <c:v>45030</c:v>
                </c:pt>
                <c:pt idx="6008">
                  <c:v>45031</c:v>
                </c:pt>
                <c:pt idx="6009">
                  <c:v>45032</c:v>
                </c:pt>
                <c:pt idx="6010">
                  <c:v>45033</c:v>
                </c:pt>
                <c:pt idx="6011">
                  <c:v>45034</c:v>
                </c:pt>
                <c:pt idx="6012">
                  <c:v>45035</c:v>
                </c:pt>
                <c:pt idx="6013">
                  <c:v>45036</c:v>
                </c:pt>
                <c:pt idx="6014">
                  <c:v>45037</c:v>
                </c:pt>
                <c:pt idx="6015">
                  <c:v>45038</c:v>
                </c:pt>
                <c:pt idx="6016">
                  <c:v>45039</c:v>
                </c:pt>
                <c:pt idx="6017">
                  <c:v>45040</c:v>
                </c:pt>
                <c:pt idx="6018">
                  <c:v>45041</c:v>
                </c:pt>
                <c:pt idx="6019">
                  <c:v>45042</c:v>
                </c:pt>
                <c:pt idx="6020">
                  <c:v>45043</c:v>
                </c:pt>
                <c:pt idx="6021">
                  <c:v>45044</c:v>
                </c:pt>
                <c:pt idx="6022">
                  <c:v>45045</c:v>
                </c:pt>
                <c:pt idx="6023">
                  <c:v>45046</c:v>
                </c:pt>
                <c:pt idx="6024">
                  <c:v>45047</c:v>
                </c:pt>
                <c:pt idx="6025">
                  <c:v>45048</c:v>
                </c:pt>
                <c:pt idx="6026">
                  <c:v>45049</c:v>
                </c:pt>
                <c:pt idx="6027">
                  <c:v>45050</c:v>
                </c:pt>
                <c:pt idx="6028">
                  <c:v>45051</c:v>
                </c:pt>
                <c:pt idx="6029">
                  <c:v>45052</c:v>
                </c:pt>
                <c:pt idx="6030">
                  <c:v>45053</c:v>
                </c:pt>
                <c:pt idx="6031">
                  <c:v>45054</c:v>
                </c:pt>
                <c:pt idx="6032">
                  <c:v>45055</c:v>
                </c:pt>
                <c:pt idx="6033">
                  <c:v>45056</c:v>
                </c:pt>
                <c:pt idx="6034">
                  <c:v>45057</c:v>
                </c:pt>
                <c:pt idx="6035">
                  <c:v>45058</c:v>
                </c:pt>
                <c:pt idx="6036">
                  <c:v>45059</c:v>
                </c:pt>
                <c:pt idx="6037">
                  <c:v>45060</c:v>
                </c:pt>
                <c:pt idx="6038">
                  <c:v>45061</c:v>
                </c:pt>
                <c:pt idx="6039">
                  <c:v>45062</c:v>
                </c:pt>
                <c:pt idx="6040">
                  <c:v>45063</c:v>
                </c:pt>
                <c:pt idx="6041">
                  <c:v>45064</c:v>
                </c:pt>
                <c:pt idx="6042">
                  <c:v>45065</c:v>
                </c:pt>
                <c:pt idx="6043">
                  <c:v>45066</c:v>
                </c:pt>
                <c:pt idx="6044">
                  <c:v>45067</c:v>
                </c:pt>
                <c:pt idx="6045">
                  <c:v>45068</c:v>
                </c:pt>
                <c:pt idx="6046">
                  <c:v>45069</c:v>
                </c:pt>
                <c:pt idx="6047">
                  <c:v>45070</c:v>
                </c:pt>
                <c:pt idx="6048">
                  <c:v>45071</c:v>
                </c:pt>
                <c:pt idx="6049">
                  <c:v>45072</c:v>
                </c:pt>
                <c:pt idx="6050">
                  <c:v>45073</c:v>
                </c:pt>
                <c:pt idx="6051">
                  <c:v>45074</c:v>
                </c:pt>
                <c:pt idx="6052">
                  <c:v>45075</c:v>
                </c:pt>
                <c:pt idx="6053">
                  <c:v>45076</c:v>
                </c:pt>
                <c:pt idx="6054">
                  <c:v>45077</c:v>
                </c:pt>
                <c:pt idx="6055">
                  <c:v>45078</c:v>
                </c:pt>
                <c:pt idx="6056">
                  <c:v>45079</c:v>
                </c:pt>
                <c:pt idx="6057">
                  <c:v>45080</c:v>
                </c:pt>
                <c:pt idx="6058">
                  <c:v>45081</c:v>
                </c:pt>
                <c:pt idx="6059">
                  <c:v>45082</c:v>
                </c:pt>
                <c:pt idx="6060">
                  <c:v>45083</c:v>
                </c:pt>
                <c:pt idx="6061">
                  <c:v>45084</c:v>
                </c:pt>
                <c:pt idx="6062">
                  <c:v>45085</c:v>
                </c:pt>
                <c:pt idx="6063">
                  <c:v>45086</c:v>
                </c:pt>
                <c:pt idx="6064">
                  <c:v>45087</c:v>
                </c:pt>
                <c:pt idx="6065">
                  <c:v>45088</c:v>
                </c:pt>
                <c:pt idx="6066">
                  <c:v>45089</c:v>
                </c:pt>
                <c:pt idx="6067">
                  <c:v>45090</c:v>
                </c:pt>
                <c:pt idx="6068">
                  <c:v>45091</c:v>
                </c:pt>
                <c:pt idx="6069">
                  <c:v>45092</c:v>
                </c:pt>
                <c:pt idx="6070">
                  <c:v>45093</c:v>
                </c:pt>
                <c:pt idx="6071">
                  <c:v>45094</c:v>
                </c:pt>
                <c:pt idx="6072">
                  <c:v>45095</c:v>
                </c:pt>
                <c:pt idx="6073">
                  <c:v>45096</c:v>
                </c:pt>
                <c:pt idx="6074">
                  <c:v>45097</c:v>
                </c:pt>
                <c:pt idx="6075">
                  <c:v>45098</c:v>
                </c:pt>
                <c:pt idx="6076">
                  <c:v>45099</c:v>
                </c:pt>
                <c:pt idx="6077">
                  <c:v>45100</c:v>
                </c:pt>
                <c:pt idx="6078">
                  <c:v>45101</c:v>
                </c:pt>
                <c:pt idx="6079">
                  <c:v>45102</c:v>
                </c:pt>
                <c:pt idx="6080">
                  <c:v>45103</c:v>
                </c:pt>
                <c:pt idx="6081">
                  <c:v>45104</c:v>
                </c:pt>
                <c:pt idx="6082">
                  <c:v>45105</c:v>
                </c:pt>
                <c:pt idx="6083">
                  <c:v>45106</c:v>
                </c:pt>
                <c:pt idx="6084">
                  <c:v>45107</c:v>
                </c:pt>
                <c:pt idx="6085">
                  <c:v>45108</c:v>
                </c:pt>
                <c:pt idx="6086">
                  <c:v>45109</c:v>
                </c:pt>
                <c:pt idx="6087">
                  <c:v>45110</c:v>
                </c:pt>
                <c:pt idx="6088">
                  <c:v>45111</c:v>
                </c:pt>
                <c:pt idx="6089">
                  <c:v>45112</c:v>
                </c:pt>
                <c:pt idx="6090">
                  <c:v>45113</c:v>
                </c:pt>
                <c:pt idx="6091">
                  <c:v>45114</c:v>
                </c:pt>
                <c:pt idx="6092">
                  <c:v>45115</c:v>
                </c:pt>
                <c:pt idx="6093">
                  <c:v>45116</c:v>
                </c:pt>
                <c:pt idx="6094">
                  <c:v>45117</c:v>
                </c:pt>
                <c:pt idx="6095">
                  <c:v>45118</c:v>
                </c:pt>
                <c:pt idx="6096">
                  <c:v>45119</c:v>
                </c:pt>
                <c:pt idx="6097">
                  <c:v>45120</c:v>
                </c:pt>
                <c:pt idx="6098">
                  <c:v>45121</c:v>
                </c:pt>
                <c:pt idx="6099">
                  <c:v>45122</c:v>
                </c:pt>
                <c:pt idx="6100">
                  <c:v>45123</c:v>
                </c:pt>
                <c:pt idx="6101">
                  <c:v>45124</c:v>
                </c:pt>
                <c:pt idx="6102">
                  <c:v>45125</c:v>
                </c:pt>
                <c:pt idx="6103">
                  <c:v>45126</c:v>
                </c:pt>
                <c:pt idx="6104">
                  <c:v>45127</c:v>
                </c:pt>
                <c:pt idx="6105">
                  <c:v>45128</c:v>
                </c:pt>
                <c:pt idx="6106">
                  <c:v>45129</c:v>
                </c:pt>
                <c:pt idx="6107">
                  <c:v>45130</c:v>
                </c:pt>
                <c:pt idx="6108">
                  <c:v>45131</c:v>
                </c:pt>
                <c:pt idx="6109">
                  <c:v>45132</c:v>
                </c:pt>
                <c:pt idx="6110">
                  <c:v>45133</c:v>
                </c:pt>
                <c:pt idx="6111">
                  <c:v>45134</c:v>
                </c:pt>
                <c:pt idx="6112">
                  <c:v>45135</c:v>
                </c:pt>
                <c:pt idx="6113">
                  <c:v>45136</c:v>
                </c:pt>
                <c:pt idx="6114">
                  <c:v>45137</c:v>
                </c:pt>
                <c:pt idx="6115">
                  <c:v>45138</c:v>
                </c:pt>
                <c:pt idx="6116">
                  <c:v>45139</c:v>
                </c:pt>
                <c:pt idx="6117">
                  <c:v>45140</c:v>
                </c:pt>
                <c:pt idx="6118">
                  <c:v>45141</c:v>
                </c:pt>
                <c:pt idx="6119">
                  <c:v>45142</c:v>
                </c:pt>
                <c:pt idx="6120">
                  <c:v>45143</c:v>
                </c:pt>
                <c:pt idx="6121">
                  <c:v>45144</c:v>
                </c:pt>
                <c:pt idx="6122">
                  <c:v>45145</c:v>
                </c:pt>
                <c:pt idx="6123">
                  <c:v>45146</c:v>
                </c:pt>
                <c:pt idx="6124">
                  <c:v>45147</c:v>
                </c:pt>
                <c:pt idx="6125">
                  <c:v>45148</c:v>
                </c:pt>
                <c:pt idx="6126">
                  <c:v>45149</c:v>
                </c:pt>
                <c:pt idx="6127">
                  <c:v>45150</c:v>
                </c:pt>
                <c:pt idx="6128">
                  <c:v>45151</c:v>
                </c:pt>
                <c:pt idx="6129">
                  <c:v>45152</c:v>
                </c:pt>
                <c:pt idx="6130">
                  <c:v>45153</c:v>
                </c:pt>
                <c:pt idx="6131">
                  <c:v>45154</c:v>
                </c:pt>
                <c:pt idx="6132">
                  <c:v>45155</c:v>
                </c:pt>
                <c:pt idx="6133">
                  <c:v>45156</c:v>
                </c:pt>
                <c:pt idx="6134">
                  <c:v>45157</c:v>
                </c:pt>
                <c:pt idx="6135">
                  <c:v>45158</c:v>
                </c:pt>
                <c:pt idx="6136">
                  <c:v>45159</c:v>
                </c:pt>
                <c:pt idx="6137">
                  <c:v>45160</c:v>
                </c:pt>
                <c:pt idx="6138">
                  <c:v>45161</c:v>
                </c:pt>
                <c:pt idx="6139">
                  <c:v>45162</c:v>
                </c:pt>
                <c:pt idx="6140">
                  <c:v>45163</c:v>
                </c:pt>
                <c:pt idx="6141">
                  <c:v>45164</c:v>
                </c:pt>
                <c:pt idx="6142">
                  <c:v>45165</c:v>
                </c:pt>
                <c:pt idx="6143">
                  <c:v>45166</c:v>
                </c:pt>
                <c:pt idx="6144">
                  <c:v>45167</c:v>
                </c:pt>
                <c:pt idx="6145">
                  <c:v>45168</c:v>
                </c:pt>
                <c:pt idx="6146">
                  <c:v>45169</c:v>
                </c:pt>
                <c:pt idx="6147">
                  <c:v>45170</c:v>
                </c:pt>
                <c:pt idx="6148">
                  <c:v>45171</c:v>
                </c:pt>
                <c:pt idx="6149">
                  <c:v>45172</c:v>
                </c:pt>
                <c:pt idx="6150">
                  <c:v>45173</c:v>
                </c:pt>
                <c:pt idx="6151">
                  <c:v>45174</c:v>
                </c:pt>
                <c:pt idx="6152">
                  <c:v>45175</c:v>
                </c:pt>
                <c:pt idx="6153">
                  <c:v>45176</c:v>
                </c:pt>
                <c:pt idx="6154">
                  <c:v>45177</c:v>
                </c:pt>
                <c:pt idx="6155">
                  <c:v>45178</c:v>
                </c:pt>
                <c:pt idx="6156">
                  <c:v>45179</c:v>
                </c:pt>
                <c:pt idx="6157">
                  <c:v>45180</c:v>
                </c:pt>
                <c:pt idx="6158">
                  <c:v>45181</c:v>
                </c:pt>
                <c:pt idx="6159">
                  <c:v>45182</c:v>
                </c:pt>
                <c:pt idx="6160">
                  <c:v>45183</c:v>
                </c:pt>
                <c:pt idx="6161">
                  <c:v>45184</c:v>
                </c:pt>
                <c:pt idx="6162">
                  <c:v>45185</c:v>
                </c:pt>
                <c:pt idx="6163">
                  <c:v>45186</c:v>
                </c:pt>
                <c:pt idx="6164">
                  <c:v>45187</c:v>
                </c:pt>
                <c:pt idx="6165">
                  <c:v>45188</c:v>
                </c:pt>
                <c:pt idx="6166">
                  <c:v>45189</c:v>
                </c:pt>
                <c:pt idx="6167">
                  <c:v>45190</c:v>
                </c:pt>
                <c:pt idx="6168">
                  <c:v>45191</c:v>
                </c:pt>
                <c:pt idx="6169">
                  <c:v>45192</c:v>
                </c:pt>
                <c:pt idx="6170">
                  <c:v>45193</c:v>
                </c:pt>
                <c:pt idx="6171">
                  <c:v>45194</c:v>
                </c:pt>
                <c:pt idx="6172">
                  <c:v>45195</c:v>
                </c:pt>
                <c:pt idx="6173">
                  <c:v>45196</c:v>
                </c:pt>
                <c:pt idx="6174">
                  <c:v>45197</c:v>
                </c:pt>
                <c:pt idx="6175">
                  <c:v>45198</c:v>
                </c:pt>
                <c:pt idx="6176">
                  <c:v>45199</c:v>
                </c:pt>
                <c:pt idx="6177">
                  <c:v>45200</c:v>
                </c:pt>
                <c:pt idx="6178">
                  <c:v>45201</c:v>
                </c:pt>
                <c:pt idx="6179">
                  <c:v>45202</c:v>
                </c:pt>
                <c:pt idx="6180">
                  <c:v>45203</c:v>
                </c:pt>
                <c:pt idx="6181">
                  <c:v>45204</c:v>
                </c:pt>
                <c:pt idx="6182">
                  <c:v>45205</c:v>
                </c:pt>
                <c:pt idx="6183">
                  <c:v>45206</c:v>
                </c:pt>
                <c:pt idx="6184">
                  <c:v>45207</c:v>
                </c:pt>
                <c:pt idx="6185">
                  <c:v>45208</c:v>
                </c:pt>
                <c:pt idx="6186">
                  <c:v>45209</c:v>
                </c:pt>
                <c:pt idx="6187">
                  <c:v>45210</c:v>
                </c:pt>
                <c:pt idx="6188">
                  <c:v>45211</c:v>
                </c:pt>
                <c:pt idx="6189">
                  <c:v>45212</c:v>
                </c:pt>
                <c:pt idx="6190">
                  <c:v>45213</c:v>
                </c:pt>
                <c:pt idx="6191">
                  <c:v>45214</c:v>
                </c:pt>
                <c:pt idx="6192">
                  <c:v>45215</c:v>
                </c:pt>
                <c:pt idx="6193">
                  <c:v>45216</c:v>
                </c:pt>
                <c:pt idx="6194">
                  <c:v>45217</c:v>
                </c:pt>
                <c:pt idx="6195">
                  <c:v>45218</c:v>
                </c:pt>
                <c:pt idx="6196">
                  <c:v>45219</c:v>
                </c:pt>
                <c:pt idx="6197">
                  <c:v>45220</c:v>
                </c:pt>
                <c:pt idx="6198">
                  <c:v>45221</c:v>
                </c:pt>
                <c:pt idx="6199">
                  <c:v>45222</c:v>
                </c:pt>
                <c:pt idx="6200">
                  <c:v>45223</c:v>
                </c:pt>
                <c:pt idx="6201">
                  <c:v>45224</c:v>
                </c:pt>
                <c:pt idx="6202">
                  <c:v>45225</c:v>
                </c:pt>
                <c:pt idx="6203">
                  <c:v>45226</c:v>
                </c:pt>
                <c:pt idx="6204">
                  <c:v>45227</c:v>
                </c:pt>
                <c:pt idx="6205">
                  <c:v>45228</c:v>
                </c:pt>
                <c:pt idx="6206">
                  <c:v>45229</c:v>
                </c:pt>
                <c:pt idx="6207">
                  <c:v>45230</c:v>
                </c:pt>
                <c:pt idx="6208">
                  <c:v>45231</c:v>
                </c:pt>
                <c:pt idx="6209">
                  <c:v>45232</c:v>
                </c:pt>
                <c:pt idx="6210">
                  <c:v>45233</c:v>
                </c:pt>
                <c:pt idx="6211">
                  <c:v>45234</c:v>
                </c:pt>
                <c:pt idx="6212">
                  <c:v>45235</c:v>
                </c:pt>
                <c:pt idx="6213">
                  <c:v>45236</c:v>
                </c:pt>
                <c:pt idx="6214">
                  <c:v>45237</c:v>
                </c:pt>
                <c:pt idx="6215">
                  <c:v>45238</c:v>
                </c:pt>
                <c:pt idx="6216">
                  <c:v>45239</c:v>
                </c:pt>
                <c:pt idx="6217">
                  <c:v>45240</c:v>
                </c:pt>
                <c:pt idx="6218">
                  <c:v>45241</c:v>
                </c:pt>
                <c:pt idx="6219">
                  <c:v>45242</c:v>
                </c:pt>
                <c:pt idx="6220">
                  <c:v>45243</c:v>
                </c:pt>
                <c:pt idx="6221">
                  <c:v>45244</c:v>
                </c:pt>
                <c:pt idx="6222">
                  <c:v>45245</c:v>
                </c:pt>
                <c:pt idx="6223">
                  <c:v>45246</c:v>
                </c:pt>
                <c:pt idx="6224">
                  <c:v>45247</c:v>
                </c:pt>
                <c:pt idx="6225">
                  <c:v>45248</c:v>
                </c:pt>
                <c:pt idx="6226">
                  <c:v>45249</c:v>
                </c:pt>
                <c:pt idx="6227">
                  <c:v>45250</c:v>
                </c:pt>
                <c:pt idx="6228">
                  <c:v>45251</c:v>
                </c:pt>
                <c:pt idx="6229">
                  <c:v>45252</c:v>
                </c:pt>
                <c:pt idx="6230">
                  <c:v>45253</c:v>
                </c:pt>
                <c:pt idx="6231">
                  <c:v>45254</c:v>
                </c:pt>
                <c:pt idx="6232">
                  <c:v>45255</c:v>
                </c:pt>
                <c:pt idx="6233">
                  <c:v>45256</c:v>
                </c:pt>
                <c:pt idx="6234">
                  <c:v>45257</c:v>
                </c:pt>
                <c:pt idx="6235">
                  <c:v>45258</c:v>
                </c:pt>
                <c:pt idx="6236">
                  <c:v>45259</c:v>
                </c:pt>
                <c:pt idx="6237">
                  <c:v>45260</c:v>
                </c:pt>
                <c:pt idx="6238">
                  <c:v>45261</c:v>
                </c:pt>
                <c:pt idx="6239">
                  <c:v>45262</c:v>
                </c:pt>
                <c:pt idx="6240">
                  <c:v>45263</c:v>
                </c:pt>
                <c:pt idx="6241">
                  <c:v>45264</c:v>
                </c:pt>
                <c:pt idx="6242">
                  <c:v>45265</c:v>
                </c:pt>
                <c:pt idx="6243">
                  <c:v>45266</c:v>
                </c:pt>
                <c:pt idx="6244">
                  <c:v>45267</c:v>
                </c:pt>
                <c:pt idx="6245">
                  <c:v>45268</c:v>
                </c:pt>
                <c:pt idx="6246">
                  <c:v>45269</c:v>
                </c:pt>
                <c:pt idx="6247">
                  <c:v>45270</c:v>
                </c:pt>
                <c:pt idx="6248">
                  <c:v>45271</c:v>
                </c:pt>
                <c:pt idx="6249">
                  <c:v>45272</c:v>
                </c:pt>
                <c:pt idx="6250">
                  <c:v>45273</c:v>
                </c:pt>
                <c:pt idx="6251">
                  <c:v>45274</c:v>
                </c:pt>
                <c:pt idx="6252">
                  <c:v>45275</c:v>
                </c:pt>
                <c:pt idx="6253">
                  <c:v>45276</c:v>
                </c:pt>
                <c:pt idx="6254">
                  <c:v>45277</c:v>
                </c:pt>
                <c:pt idx="6255">
                  <c:v>45278</c:v>
                </c:pt>
                <c:pt idx="6256">
                  <c:v>45279</c:v>
                </c:pt>
                <c:pt idx="6257">
                  <c:v>45280</c:v>
                </c:pt>
                <c:pt idx="6258">
                  <c:v>45281</c:v>
                </c:pt>
                <c:pt idx="6259">
                  <c:v>45282</c:v>
                </c:pt>
                <c:pt idx="6260">
                  <c:v>45283</c:v>
                </c:pt>
                <c:pt idx="6261">
                  <c:v>45284</c:v>
                </c:pt>
                <c:pt idx="6262">
                  <c:v>45285</c:v>
                </c:pt>
                <c:pt idx="6263">
                  <c:v>45286</c:v>
                </c:pt>
                <c:pt idx="6264">
                  <c:v>45287</c:v>
                </c:pt>
                <c:pt idx="6265">
                  <c:v>45288</c:v>
                </c:pt>
                <c:pt idx="6266">
                  <c:v>45289</c:v>
                </c:pt>
                <c:pt idx="6267">
                  <c:v>45290</c:v>
                </c:pt>
                <c:pt idx="6268">
                  <c:v>45291</c:v>
                </c:pt>
                <c:pt idx="6269">
                  <c:v>45292</c:v>
                </c:pt>
                <c:pt idx="6270">
                  <c:v>45293</c:v>
                </c:pt>
                <c:pt idx="6271">
                  <c:v>45294</c:v>
                </c:pt>
                <c:pt idx="6272">
                  <c:v>45295</c:v>
                </c:pt>
                <c:pt idx="6273">
                  <c:v>45296</c:v>
                </c:pt>
                <c:pt idx="6274">
                  <c:v>45297</c:v>
                </c:pt>
                <c:pt idx="6275">
                  <c:v>45298</c:v>
                </c:pt>
                <c:pt idx="6276">
                  <c:v>45299</c:v>
                </c:pt>
                <c:pt idx="6277">
                  <c:v>45300</c:v>
                </c:pt>
                <c:pt idx="6278">
                  <c:v>45301</c:v>
                </c:pt>
                <c:pt idx="6279">
                  <c:v>45302</c:v>
                </c:pt>
                <c:pt idx="6280">
                  <c:v>45303</c:v>
                </c:pt>
                <c:pt idx="6281">
                  <c:v>45304</c:v>
                </c:pt>
                <c:pt idx="6282">
                  <c:v>45305</c:v>
                </c:pt>
                <c:pt idx="6283">
                  <c:v>45306</c:v>
                </c:pt>
                <c:pt idx="6284">
                  <c:v>45307</c:v>
                </c:pt>
                <c:pt idx="6285">
                  <c:v>45308</c:v>
                </c:pt>
                <c:pt idx="6286">
                  <c:v>45309</c:v>
                </c:pt>
                <c:pt idx="6287">
                  <c:v>45310</c:v>
                </c:pt>
                <c:pt idx="6288">
                  <c:v>45311</c:v>
                </c:pt>
                <c:pt idx="6289">
                  <c:v>45312</c:v>
                </c:pt>
                <c:pt idx="6290">
                  <c:v>45313</c:v>
                </c:pt>
              </c:numCache>
            </c:numRef>
          </c:cat>
          <c:val>
            <c:numRef>
              <c:f>磷肥价格及价差!$S$2:$S$6286</c:f>
              <c:numCache>
                <c:formatCode>0</c:formatCode>
                <c:ptCount val="6285"/>
                <c:pt idx="0">
                  <c:v>2450</c:v>
                </c:pt>
                <c:pt idx="1">
                  <c:v>2450</c:v>
                </c:pt>
                <c:pt idx="2">
                  <c:v>2450</c:v>
                </c:pt>
                <c:pt idx="3">
                  <c:v>2450</c:v>
                </c:pt>
                <c:pt idx="4">
                  <c:v>2450</c:v>
                </c:pt>
                <c:pt idx="5">
                  <c:v>2450</c:v>
                </c:pt>
                <c:pt idx="6">
                  <c:v>2450</c:v>
                </c:pt>
                <c:pt idx="7">
                  <c:v>2450</c:v>
                </c:pt>
                <c:pt idx="8">
                  <c:v>2450</c:v>
                </c:pt>
                <c:pt idx="9">
                  <c:v>2450</c:v>
                </c:pt>
                <c:pt idx="10">
                  <c:v>2375</c:v>
                </c:pt>
                <c:pt idx="11">
                  <c:v>2375</c:v>
                </c:pt>
                <c:pt idx="12">
                  <c:v>2375</c:v>
                </c:pt>
                <c:pt idx="13">
                  <c:v>2375</c:v>
                </c:pt>
                <c:pt idx="14">
                  <c:v>2375</c:v>
                </c:pt>
                <c:pt idx="15">
                  <c:v>2375</c:v>
                </c:pt>
                <c:pt idx="16">
                  <c:v>2375</c:v>
                </c:pt>
                <c:pt idx="17">
                  <c:v>2375</c:v>
                </c:pt>
                <c:pt idx="18">
                  <c:v>2375</c:v>
                </c:pt>
                <c:pt idx="19">
                  <c:v>2375</c:v>
                </c:pt>
                <c:pt idx="20">
                  <c:v>2375</c:v>
                </c:pt>
                <c:pt idx="21">
                  <c:v>2375</c:v>
                </c:pt>
                <c:pt idx="22">
                  <c:v>2375</c:v>
                </c:pt>
                <c:pt idx="23">
                  <c:v>2375</c:v>
                </c:pt>
                <c:pt idx="24">
                  <c:v>2375</c:v>
                </c:pt>
                <c:pt idx="25">
                  <c:v>2375</c:v>
                </c:pt>
                <c:pt idx="26">
                  <c:v>2375</c:v>
                </c:pt>
                <c:pt idx="27">
                  <c:v>2375</c:v>
                </c:pt>
                <c:pt idx="28">
                  <c:v>2375</c:v>
                </c:pt>
                <c:pt idx="29">
                  <c:v>2375</c:v>
                </c:pt>
                <c:pt idx="30">
                  <c:v>2375</c:v>
                </c:pt>
                <c:pt idx="31">
                  <c:v>2375</c:v>
                </c:pt>
                <c:pt idx="32">
                  <c:v>2375</c:v>
                </c:pt>
                <c:pt idx="33">
                  <c:v>2375</c:v>
                </c:pt>
                <c:pt idx="34">
                  <c:v>2375</c:v>
                </c:pt>
                <c:pt idx="35">
                  <c:v>2375</c:v>
                </c:pt>
                <c:pt idx="36">
                  <c:v>2375</c:v>
                </c:pt>
                <c:pt idx="37">
                  <c:v>2375</c:v>
                </c:pt>
                <c:pt idx="38">
                  <c:v>2375</c:v>
                </c:pt>
                <c:pt idx="39">
                  <c:v>2375</c:v>
                </c:pt>
                <c:pt idx="40">
                  <c:v>2375</c:v>
                </c:pt>
                <c:pt idx="41">
                  <c:v>2375</c:v>
                </c:pt>
                <c:pt idx="42">
                  <c:v>2375</c:v>
                </c:pt>
                <c:pt idx="43">
                  <c:v>2375</c:v>
                </c:pt>
                <c:pt idx="44">
                  <c:v>2375</c:v>
                </c:pt>
                <c:pt idx="45">
                  <c:v>2375</c:v>
                </c:pt>
                <c:pt idx="46">
                  <c:v>2375</c:v>
                </c:pt>
                <c:pt idx="47">
                  <c:v>2375</c:v>
                </c:pt>
                <c:pt idx="48">
                  <c:v>2375</c:v>
                </c:pt>
                <c:pt idx="49">
                  <c:v>2375</c:v>
                </c:pt>
                <c:pt idx="50">
                  <c:v>2375</c:v>
                </c:pt>
                <c:pt idx="51">
                  <c:v>2375</c:v>
                </c:pt>
                <c:pt idx="52">
                  <c:v>2375</c:v>
                </c:pt>
                <c:pt idx="53">
                  <c:v>2375</c:v>
                </c:pt>
                <c:pt idx="54">
                  <c:v>2375</c:v>
                </c:pt>
                <c:pt idx="55">
                  <c:v>2375</c:v>
                </c:pt>
                <c:pt idx="56">
                  <c:v>2375</c:v>
                </c:pt>
                <c:pt idx="57">
                  <c:v>2375</c:v>
                </c:pt>
                <c:pt idx="58">
                  <c:v>2375</c:v>
                </c:pt>
                <c:pt idx="59">
                  <c:v>2375</c:v>
                </c:pt>
                <c:pt idx="60">
                  <c:v>2375</c:v>
                </c:pt>
                <c:pt idx="61">
                  <c:v>2375</c:v>
                </c:pt>
                <c:pt idx="62">
                  <c:v>2375</c:v>
                </c:pt>
                <c:pt idx="63">
                  <c:v>2375</c:v>
                </c:pt>
                <c:pt idx="64">
                  <c:v>2375</c:v>
                </c:pt>
                <c:pt idx="65">
                  <c:v>2375</c:v>
                </c:pt>
                <c:pt idx="66">
                  <c:v>2375</c:v>
                </c:pt>
                <c:pt idx="67">
                  <c:v>2375</c:v>
                </c:pt>
                <c:pt idx="68">
                  <c:v>2375</c:v>
                </c:pt>
                <c:pt idx="69">
                  <c:v>2375</c:v>
                </c:pt>
                <c:pt idx="70">
                  <c:v>2375</c:v>
                </c:pt>
                <c:pt idx="71">
                  <c:v>2375</c:v>
                </c:pt>
                <c:pt idx="72">
                  <c:v>2375</c:v>
                </c:pt>
                <c:pt idx="73">
                  <c:v>2375</c:v>
                </c:pt>
                <c:pt idx="74">
                  <c:v>2375</c:v>
                </c:pt>
                <c:pt idx="75">
                  <c:v>2375</c:v>
                </c:pt>
                <c:pt idx="76">
                  <c:v>2375</c:v>
                </c:pt>
                <c:pt idx="77">
                  <c:v>2375</c:v>
                </c:pt>
                <c:pt idx="78">
                  <c:v>2375</c:v>
                </c:pt>
                <c:pt idx="79">
                  <c:v>2375</c:v>
                </c:pt>
                <c:pt idx="80">
                  <c:v>2375</c:v>
                </c:pt>
                <c:pt idx="81">
                  <c:v>2375</c:v>
                </c:pt>
                <c:pt idx="82">
                  <c:v>2375</c:v>
                </c:pt>
                <c:pt idx="83">
                  <c:v>2375</c:v>
                </c:pt>
                <c:pt idx="84">
                  <c:v>2375</c:v>
                </c:pt>
                <c:pt idx="85">
                  <c:v>2375</c:v>
                </c:pt>
                <c:pt idx="86">
                  <c:v>2375</c:v>
                </c:pt>
                <c:pt idx="87">
                  <c:v>2375</c:v>
                </c:pt>
                <c:pt idx="88">
                  <c:v>2375</c:v>
                </c:pt>
                <c:pt idx="89">
                  <c:v>2375</c:v>
                </c:pt>
                <c:pt idx="90">
                  <c:v>2360</c:v>
                </c:pt>
                <c:pt idx="91">
                  <c:v>2360</c:v>
                </c:pt>
                <c:pt idx="92">
                  <c:v>2360</c:v>
                </c:pt>
                <c:pt idx="93">
                  <c:v>2360</c:v>
                </c:pt>
                <c:pt idx="94">
                  <c:v>2360</c:v>
                </c:pt>
                <c:pt idx="95">
                  <c:v>2360</c:v>
                </c:pt>
                <c:pt idx="96">
                  <c:v>2360</c:v>
                </c:pt>
                <c:pt idx="97">
                  <c:v>2360</c:v>
                </c:pt>
                <c:pt idx="98">
                  <c:v>2360</c:v>
                </c:pt>
                <c:pt idx="99">
                  <c:v>2360</c:v>
                </c:pt>
                <c:pt idx="100">
                  <c:v>2360</c:v>
                </c:pt>
                <c:pt idx="101">
                  <c:v>2360</c:v>
                </c:pt>
                <c:pt idx="102">
                  <c:v>2360</c:v>
                </c:pt>
                <c:pt idx="103">
                  <c:v>2360</c:v>
                </c:pt>
                <c:pt idx="104">
                  <c:v>2360</c:v>
                </c:pt>
                <c:pt idx="105">
                  <c:v>2380</c:v>
                </c:pt>
                <c:pt idx="106">
                  <c:v>2380</c:v>
                </c:pt>
                <c:pt idx="107">
                  <c:v>2380</c:v>
                </c:pt>
                <c:pt idx="108">
                  <c:v>2380</c:v>
                </c:pt>
                <c:pt idx="109">
                  <c:v>2380</c:v>
                </c:pt>
                <c:pt idx="110">
                  <c:v>2380</c:v>
                </c:pt>
                <c:pt idx="111">
                  <c:v>2380</c:v>
                </c:pt>
                <c:pt idx="112">
                  <c:v>2380</c:v>
                </c:pt>
                <c:pt idx="113">
                  <c:v>2380</c:v>
                </c:pt>
                <c:pt idx="114">
                  <c:v>2380</c:v>
                </c:pt>
                <c:pt idx="115">
                  <c:v>2380</c:v>
                </c:pt>
                <c:pt idx="116">
                  <c:v>2380</c:v>
                </c:pt>
                <c:pt idx="117">
                  <c:v>2380</c:v>
                </c:pt>
                <c:pt idx="118">
                  <c:v>2380</c:v>
                </c:pt>
                <c:pt idx="119">
                  <c:v>2380</c:v>
                </c:pt>
                <c:pt idx="120">
                  <c:v>2380</c:v>
                </c:pt>
                <c:pt idx="121">
                  <c:v>2380</c:v>
                </c:pt>
                <c:pt idx="122">
                  <c:v>2380</c:v>
                </c:pt>
                <c:pt idx="123">
                  <c:v>2380</c:v>
                </c:pt>
                <c:pt idx="124">
                  <c:v>2380</c:v>
                </c:pt>
                <c:pt idx="125">
                  <c:v>2400</c:v>
                </c:pt>
                <c:pt idx="126">
                  <c:v>2400</c:v>
                </c:pt>
                <c:pt idx="127">
                  <c:v>2400</c:v>
                </c:pt>
                <c:pt idx="128">
                  <c:v>2400</c:v>
                </c:pt>
                <c:pt idx="129">
                  <c:v>2400</c:v>
                </c:pt>
                <c:pt idx="130">
                  <c:v>2400</c:v>
                </c:pt>
                <c:pt idx="131">
                  <c:v>2400</c:v>
                </c:pt>
                <c:pt idx="132">
                  <c:v>2400</c:v>
                </c:pt>
                <c:pt idx="133">
                  <c:v>2400</c:v>
                </c:pt>
                <c:pt idx="134">
                  <c:v>2400</c:v>
                </c:pt>
                <c:pt idx="135">
                  <c:v>2400</c:v>
                </c:pt>
                <c:pt idx="136">
                  <c:v>2400</c:v>
                </c:pt>
                <c:pt idx="137">
                  <c:v>2400</c:v>
                </c:pt>
                <c:pt idx="138">
                  <c:v>2400</c:v>
                </c:pt>
                <c:pt idx="139">
                  <c:v>2400</c:v>
                </c:pt>
                <c:pt idx="140">
                  <c:v>2400</c:v>
                </c:pt>
                <c:pt idx="141">
                  <c:v>2400</c:v>
                </c:pt>
                <c:pt idx="142">
                  <c:v>2400</c:v>
                </c:pt>
                <c:pt idx="143">
                  <c:v>2400</c:v>
                </c:pt>
                <c:pt idx="144">
                  <c:v>2400</c:v>
                </c:pt>
                <c:pt idx="145">
                  <c:v>2400</c:v>
                </c:pt>
                <c:pt idx="146">
                  <c:v>2400</c:v>
                </c:pt>
                <c:pt idx="147">
                  <c:v>2400</c:v>
                </c:pt>
                <c:pt idx="148">
                  <c:v>2400</c:v>
                </c:pt>
                <c:pt idx="149">
                  <c:v>2400</c:v>
                </c:pt>
                <c:pt idx="150">
                  <c:v>2450</c:v>
                </c:pt>
                <c:pt idx="151">
                  <c:v>2450</c:v>
                </c:pt>
                <c:pt idx="152">
                  <c:v>2450</c:v>
                </c:pt>
                <c:pt idx="153">
                  <c:v>2450</c:v>
                </c:pt>
                <c:pt idx="154">
                  <c:v>2450</c:v>
                </c:pt>
                <c:pt idx="155">
                  <c:v>2450</c:v>
                </c:pt>
                <c:pt idx="156">
                  <c:v>2450</c:v>
                </c:pt>
                <c:pt idx="157">
                  <c:v>2450</c:v>
                </c:pt>
                <c:pt idx="158">
                  <c:v>2460</c:v>
                </c:pt>
                <c:pt idx="159">
                  <c:v>2460</c:v>
                </c:pt>
                <c:pt idx="160">
                  <c:v>2465</c:v>
                </c:pt>
                <c:pt idx="161">
                  <c:v>2465</c:v>
                </c:pt>
                <c:pt idx="162">
                  <c:v>2550</c:v>
                </c:pt>
                <c:pt idx="163">
                  <c:v>2550</c:v>
                </c:pt>
                <c:pt idx="164">
                  <c:v>2550</c:v>
                </c:pt>
                <c:pt idx="165">
                  <c:v>2550</c:v>
                </c:pt>
                <c:pt idx="166">
                  <c:v>2550</c:v>
                </c:pt>
                <c:pt idx="167">
                  <c:v>2550</c:v>
                </c:pt>
                <c:pt idx="168">
                  <c:v>2550</c:v>
                </c:pt>
                <c:pt idx="169">
                  <c:v>2550</c:v>
                </c:pt>
                <c:pt idx="170">
                  <c:v>2550</c:v>
                </c:pt>
                <c:pt idx="171">
                  <c:v>2550</c:v>
                </c:pt>
                <c:pt idx="172">
                  <c:v>2550</c:v>
                </c:pt>
                <c:pt idx="173">
                  <c:v>2550</c:v>
                </c:pt>
                <c:pt idx="174">
                  <c:v>2550</c:v>
                </c:pt>
                <c:pt idx="175">
                  <c:v>2550</c:v>
                </c:pt>
                <c:pt idx="176">
                  <c:v>2490</c:v>
                </c:pt>
                <c:pt idx="177">
                  <c:v>2490</c:v>
                </c:pt>
                <c:pt idx="178">
                  <c:v>2490</c:v>
                </c:pt>
                <c:pt idx="179">
                  <c:v>2490</c:v>
                </c:pt>
                <c:pt idx="180">
                  <c:v>2490</c:v>
                </c:pt>
                <c:pt idx="181">
                  <c:v>2490</c:v>
                </c:pt>
                <c:pt idx="182">
                  <c:v>2490</c:v>
                </c:pt>
                <c:pt idx="183">
                  <c:v>2490</c:v>
                </c:pt>
                <c:pt idx="184">
                  <c:v>2490</c:v>
                </c:pt>
                <c:pt idx="185">
                  <c:v>2490</c:v>
                </c:pt>
                <c:pt idx="186">
                  <c:v>2490</c:v>
                </c:pt>
                <c:pt idx="187">
                  <c:v>2490</c:v>
                </c:pt>
                <c:pt idx="188">
                  <c:v>2490</c:v>
                </c:pt>
                <c:pt idx="189">
                  <c:v>2490</c:v>
                </c:pt>
                <c:pt idx="190">
                  <c:v>2540</c:v>
                </c:pt>
                <c:pt idx="191">
                  <c:v>2540</c:v>
                </c:pt>
                <c:pt idx="192">
                  <c:v>2540</c:v>
                </c:pt>
                <c:pt idx="193">
                  <c:v>2540</c:v>
                </c:pt>
                <c:pt idx="194">
                  <c:v>2540</c:v>
                </c:pt>
                <c:pt idx="195">
                  <c:v>2540</c:v>
                </c:pt>
                <c:pt idx="196">
                  <c:v>2530</c:v>
                </c:pt>
                <c:pt idx="197">
                  <c:v>2530</c:v>
                </c:pt>
                <c:pt idx="198">
                  <c:v>2530</c:v>
                </c:pt>
                <c:pt idx="199">
                  <c:v>2530</c:v>
                </c:pt>
                <c:pt idx="200">
                  <c:v>2530</c:v>
                </c:pt>
                <c:pt idx="201">
                  <c:v>2530</c:v>
                </c:pt>
                <c:pt idx="202">
                  <c:v>2530</c:v>
                </c:pt>
                <c:pt idx="203">
                  <c:v>2530</c:v>
                </c:pt>
                <c:pt idx="204">
                  <c:v>2530</c:v>
                </c:pt>
                <c:pt idx="205">
                  <c:v>2530</c:v>
                </c:pt>
                <c:pt idx="206">
                  <c:v>2530</c:v>
                </c:pt>
                <c:pt idx="207">
                  <c:v>2530</c:v>
                </c:pt>
                <c:pt idx="208">
                  <c:v>2530</c:v>
                </c:pt>
                <c:pt idx="209">
                  <c:v>2530</c:v>
                </c:pt>
                <c:pt idx="210">
                  <c:v>2530</c:v>
                </c:pt>
                <c:pt idx="211">
                  <c:v>2530</c:v>
                </c:pt>
                <c:pt idx="212">
                  <c:v>2530</c:v>
                </c:pt>
                <c:pt idx="213">
                  <c:v>2530</c:v>
                </c:pt>
                <c:pt idx="214">
                  <c:v>2540</c:v>
                </c:pt>
                <c:pt idx="215">
                  <c:v>2540</c:v>
                </c:pt>
                <c:pt idx="216">
                  <c:v>2540</c:v>
                </c:pt>
                <c:pt idx="217">
                  <c:v>2540</c:v>
                </c:pt>
                <c:pt idx="218">
                  <c:v>2540</c:v>
                </c:pt>
                <c:pt idx="219">
                  <c:v>2540</c:v>
                </c:pt>
                <c:pt idx="220">
                  <c:v>2540</c:v>
                </c:pt>
                <c:pt idx="221">
                  <c:v>2540</c:v>
                </c:pt>
                <c:pt idx="222">
                  <c:v>2540</c:v>
                </c:pt>
                <c:pt idx="223">
                  <c:v>2540</c:v>
                </c:pt>
                <c:pt idx="224">
                  <c:v>2540</c:v>
                </c:pt>
                <c:pt idx="225">
                  <c:v>2540</c:v>
                </c:pt>
                <c:pt idx="226">
                  <c:v>2540</c:v>
                </c:pt>
                <c:pt idx="227">
                  <c:v>2540</c:v>
                </c:pt>
                <c:pt idx="228">
                  <c:v>2540</c:v>
                </c:pt>
                <c:pt idx="229">
                  <c:v>2540</c:v>
                </c:pt>
                <c:pt idx="230">
                  <c:v>2540</c:v>
                </c:pt>
                <c:pt idx="231">
                  <c:v>2540</c:v>
                </c:pt>
                <c:pt idx="232">
                  <c:v>2540</c:v>
                </c:pt>
                <c:pt idx="233">
                  <c:v>2540</c:v>
                </c:pt>
                <c:pt idx="234">
                  <c:v>2540</c:v>
                </c:pt>
                <c:pt idx="235">
                  <c:v>2540</c:v>
                </c:pt>
                <c:pt idx="236">
                  <c:v>2540</c:v>
                </c:pt>
                <c:pt idx="237">
                  <c:v>2540</c:v>
                </c:pt>
                <c:pt idx="238">
                  <c:v>2540</c:v>
                </c:pt>
                <c:pt idx="239">
                  <c:v>2540</c:v>
                </c:pt>
                <c:pt idx="240">
                  <c:v>2540</c:v>
                </c:pt>
                <c:pt idx="241">
                  <c:v>2540</c:v>
                </c:pt>
                <c:pt idx="242">
                  <c:v>2540</c:v>
                </c:pt>
                <c:pt idx="243">
                  <c:v>2540</c:v>
                </c:pt>
                <c:pt idx="244">
                  <c:v>2540</c:v>
                </c:pt>
                <c:pt idx="245">
                  <c:v>2540</c:v>
                </c:pt>
                <c:pt idx="246">
                  <c:v>2540</c:v>
                </c:pt>
                <c:pt idx="247">
                  <c:v>2540</c:v>
                </c:pt>
                <c:pt idx="248">
                  <c:v>2540</c:v>
                </c:pt>
                <c:pt idx="249">
                  <c:v>2540</c:v>
                </c:pt>
                <c:pt idx="250">
                  <c:v>2540</c:v>
                </c:pt>
                <c:pt idx="251">
                  <c:v>2540</c:v>
                </c:pt>
                <c:pt idx="252">
                  <c:v>2540</c:v>
                </c:pt>
                <c:pt idx="253">
                  <c:v>2540</c:v>
                </c:pt>
                <c:pt idx="254">
                  <c:v>2540</c:v>
                </c:pt>
                <c:pt idx="255">
                  <c:v>2540</c:v>
                </c:pt>
                <c:pt idx="256">
                  <c:v>2540</c:v>
                </c:pt>
                <c:pt idx="257">
                  <c:v>2540</c:v>
                </c:pt>
                <c:pt idx="258">
                  <c:v>2540</c:v>
                </c:pt>
                <c:pt idx="259">
                  <c:v>2540</c:v>
                </c:pt>
                <c:pt idx="260">
                  <c:v>2540</c:v>
                </c:pt>
                <c:pt idx="261">
                  <c:v>2540</c:v>
                </c:pt>
                <c:pt idx="262">
                  <c:v>2540</c:v>
                </c:pt>
                <c:pt idx="263">
                  <c:v>2540</c:v>
                </c:pt>
                <c:pt idx="264">
                  <c:v>2540</c:v>
                </c:pt>
                <c:pt idx="265">
                  <c:v>2540</c:v>
                </c:pt>
                <c:pt idx="266">
                  <c:v>2540</c:v>
                </c:pt>
                <c:pt idx="267">
                  <c:v>2540</c:v>
                </c:pt>
                <c:pt idx="268">
                  <c:v>2550</c:v>
                </c:pt>
                <c:pt idx="269">
                  <c:v>2550</c:v>
                </c:pt>
                <c:pt idx="270">
                  <c:v>2550</c:v>
                </c:pt>
                <c:pt idx="271">
                  <c:v>2550</c:v>
                </c:pt>
                <c:pt idx="272">
                  <c:v>2550</c:v>
                </c:pt>
                <c:pt idx="273">
                  <c:v>2550</c:v>
                </c:pt>
                <c:pt idx="274">
                  <c:v>2550</c:v>
                </c:pt>
                <c:pt idx="275">
                  <c:v>2550</c:v>
                </c:pt>
                <c:pt idx="276">
                  <c:v>2550</c:v>
                </c:pt>
                <c:pt idx="277">
                  <c:v>2550</c:v>
                </c:pt>
                <c:pt idx="278">
                  <c:v>2550</c:v>
                </c:pt>
                <c:pt idx="279">
                  <c:v>2550</c:v>
                </c:pt>
                <c:pt idx="280">
                  <c:v>2550</c:v>
                </c:pt>
                <c:pt idx="281">
                  <c:v>2550</c:v>
                </c:pt>
                <c:pt idx="282">
                  <c:v>2550</c:v>
                </c:pt>
                <c:pt idx="283">
                  <c:v>2550</c:v>
                </c:pt>
                <c:pt idx="284">
                  <c:v>2550</c:v>
                </c:pt>
                <c:pt idx="285">
                  <c:v>2550</c:v>
                </c:pt>
                <c:pt idx="286">
                  <c:v>2550</c:v>
                </c:pt>
                <c:pt idx="287">
                  <c:v>2550</c:v>
                </c:pt>
                <c:pt idx="288">
                  <c:v>2550</c:v>
                </c:pt>
                <c:pt idx="289">
                  <c:v>2550</c:v>
                </c:pt>
                <c:pt idx="290">
                  <c:v>2550</c:v>
                </c:pt>
                <c:pt idx="291">
                  <c:v>2550</c:v>
                </c:pt>
                <c:pt idx="292">
                  <c:v>2550</c:v>
                </c:pt>
                <c:pt idx="293">
                  <c:v>2550</c:v>
                </c:pt>
                <c:pt idx="294">
                  <c:v>2550</c:v>
                </c:pt>
                <c:pt idx="295">
                  <c:v>2550</c:v>
                </c:pt>
                <c:pt idx="296">
                  <c:v>2550</c:v>
                </c:pt>
                <c:pt idx="297">
                  <c:v>2550</c:v>
                </c:pt>
                <c:pt idx="298">
                  <c:v>2550</c:v>
                </c:pt>
                <c:pt idx="299">
                  <c:v>2550</c:v>
                </c:pt>
                <c:pt idx="300">
                  <c:v>2550</c:v>
                </c:pt>
                <c:pt idx="301">
                  <c:v>2600</c:v>
                </c:pt>
                <c:pt idx="302">
                  <c:v>2600</c:v>
                </c:pt>
                <c:pt idx="303">
                  <c:v>2600</c:v>
                </c:pt>
                <c:pt idx="304">
                  <c:v>2600</c:v>
                </c:pt>
                <c:pt idx="305">
                  <c:v>2600</c:v>
                </c:pt>
                <c:pt idx="306">
                  <c:v>2600</c:v>
                </c:pt>
                <c:pt idx="307">
                  <c:v>2600</c:v>
                </c:pt>
                <c:pt idx="308">
                  <c:v>2630</c:v>
                </c:pt>
                <c:pt idx="309">
                  <c:v>2630</c:v>
                </c:pt>
                <c:pt idx="310">
                  <c:v>2630</c:v>
                </c:pt>
                <c:pt idx="311">
                  <c:v>2630</c:v>
                </c:pt>
                <c:pt idx="312">
                  <c:v>2630</c:v>
                </c:pt>
                <c:pt idx="313">
                  <c:v>2630</c:v>
                </c:pt>
                <c:pt idx="314">
                  <c:v>2630</c:v>
                </c:pt>
                <c:pt idx="315">
                  <c:v>2630</c:v>
                </c:pt>
                <c:pt idx="316">
                  <c:v>2630</c:v>
                </c:pt>
                <c:pt idx="317">
                  <c:v>2630</c:v>
                </c:pt>
                <c:pt idx="318">
                  <c:v>2630</c:v>
                </c:pt>
                <c:pt idx="319">
                  <c:v>2630</c:v>
                </c:pt>
                <c:pt idx="320">
                  <c:v>2630</c:v>
                </c:pt>
                <c:pt idx="321">
                  <c:v>2630</c:v>
                </c:pt>
                <c:pt idx="322">
                  <c:v>2630</c:v>
                </c:pt>
                <c:pt idx="323">
                  <c:v>2630</c:v>
                </c:pt>
                <c:pt idx="324">
                  <c:v>2630</c:v>
                </c:pt>
                <c:pt idx="325">
                  <c:v>2630</c:v>
                </c:pt>
                <c:pt idx="326">
                  <c:v>2630</c:v>
                </c:pt>
                <c:pt idx="327">
                  <c:v>2630</c:v>
                </c:pt>
                <c:pt idx="328">
                  <c:v>2630</c:v>
                </c:pt>
                <c:pt idx="329">
                  <c:v>2630</c:v>
                </c:pt>
                <c:pt idx="330">
                  <c:v>2630</c:v>
                </c:pt>
                <c:pt idx="331">
                  <c:v>2630</c:v>
                </c:pt>
                <c:pt idx="332">
                  <c:v>2630</c:v>
                </c:pt>
                <c:pt idx="333">
                  <c:v>2650</c:v>
                </c:pt>
                <c:pt idx="334">
                  <c:v>2650</c:v>
                </c:pt>
                <c:pt idx="335">
                  <c:v>2650</c:v>
                </c:pt>
                <c:pt idx="336">
                  <c:v>2650</c:v>
                </c:pt>
                <c:pt idx="337">
                  <c:v>2680</c:v>
                </c:pt>
                <c:pt idx="338">
                  <c:v>2680</c:v>
                </c:pt>
                <c:pt idx="339">
                  <c:v>2680</c:v>
                </c:pt>
                <c:pt idx="340">
                  <c:v>2680</c:v>
                </c:pt>
                <c:pt idx="341">
                  <c:v>2680</c:v>
                </c:pt>
                <c:pt idx="342">
                  <c:v>2680</c:v>
                </c:pt>
                <c:pt idx="343">
                  <c:v>2680</c:v>
                </c:pt>
                <c:pt idx="344">
                  <c:v>2700</c:v>
                </c:pt>
                <c:pt idx="345">
                  <c:v>2700</c:v>
                </c:pt>
                <c:pt idx="346">
                  <c:v>2700</c:v>
                </c:pt>
                <c:pt idx="347">
                  <c:v>2700</c:v>
                </c:pt>
                <c:pt idx="348">
                  <c:v>2700</c:v>
                </c:pt>
                <c:pt idx="349">
                  <c:v>2700</c:v>
                </c:pt>
                <c:pt idx="350">
                  <c:v>2780</c:v>
                </c:pt>
                <c:pt idx="351">
                  <c:v>2780</c:v>
                </c:pt>
                <c:pt idx="352">
                  <c:v>2780</c:v>
                </c:pt>
                <c:pt idx="353">
                  <c:v>2780</c:v>
                </c:pt>
                <c:pt idx="354">
                  <c:v>2780</c:v>
                </c:pt>
                <c:pt idx="355">
                  <c:v>2780</c:v>
                </c:pt>
                <c:pt idx="356">
                  <c:v>2780</c:v>
                </c:pt>
                <c:pt idx="357">
                  <c:v>2850</c:v>
                </c:pt>
                <c:pt idx="358">
                  <c:v>2850</c:v>
                </c:pt>
                <c:pt idx="359">
                  <c:v>2850</c:v>
                </c:pt>
                <c:pt idx="360">
                  <c:v>2850</c:v>
                </c:pt>
                <c:pt idx="361">
                  <c:v>2850</c:v>
                </c:pt>
                <c:pt idx="362">
                  <c:v>2850</c:v>
                </c:pt>
                <c:pt idx="363">
                  <c:v>2850</c:v>
                </c:pt>
                <c:pt idx="364">
                  <c:v>2850</c:v>
                </c:pt>
                <c:pt idx="365">
                  <c:v>2850</c:v>
                </c:pt>
                <c:pt idx="366">
                  <c:v>2850</c:v>
                </c:pt>
                <c:pt idx="367">
                  <c:v>2850</c:v>
                </c:pt>
                <c:pt idx="368">
                  <c:v>2850</c:v>
                </c:pt>
                <c:pt idx="369">
                  <c:v>2850</c:v>
                </c:pt>
                <c:pt idx="370">
                  <c:v>2850</c:v>
                </c:pt>
                <c:pt idx="371">
                  <c:v>2850</c:v>
                </c:pt>
                <c:pt idx="372">
                  <c:v>2850</c:v>
                </c:pt>
                <c:pt idx="373">
                  <c:v>2850</c:v>
                </c:pt>
                <c:pt idx="374">
                  <c:v>2850</c:v>
                </c:pt>
                <c:pt idx="375">
                  <c:v>2850</c:v>
                </c:pt>
                <c:pt idx="376">
                  <c:v>2850</c:v>
                </c:pt>
                <c:pt idx="377">
                  <c:v>2850</c:v>
                </c:pt>
                <c:pt idx="378">
                  <c:v>2850</c:v>
                </c:pt>
                <c:pt idx="379">
                  <c:v>2850</c:v>
                </c:pt>
                <c:pt idx="380">
                  <c:v>2850</c:v>
                </c:pt>
                <c:pt idx="381">
                  <c:v>2850</c:v>
                </c:pt>
                <c:pt idx="382">
                  <c:v>2850</c:v>
                </c:pt>
                <c:pt idx="383">
                  <c:v>2850</c:v>
                </c:pt>
                <c:pt idx="384">
                  <c:v>2850</c:v>
                </c:pt>
                <c:pt idx="385">
                  <c:v>2850</c:v>
                </c:pt>
                <c:pt idx="386">
                  <c:v>2880</c:v>
                </c:pt>
                <c:pt idx="387">
                  <c:v>2880</c:v>
                </c:pt>
                <c:pt idx="388">
                  <c:v>2880</c:v>
                </c:pt>
                <c:pt idx="389">
                  <c:v>2880</c:v>
                </c:pt>
                <c:pt idx="390">
                  <c:v>2880</c:v>
                </c:pt>
                <c:pt idx="391">
                  <c:v>2950</c:v>
                </c:pt>
                <c:pt idx="392">
                  <c:v>3000</c:v>
                </c:pt>
                <c:pt idx="393">
                  <c:v>3180</c:v>
                </c:pt>
                <c:pt idx="394">
                  <c:v>3180</c:v>
                </c:pt>
                <c:pt idx="395">
                  <c:v>3180</c:v>
                </c:pt>
                <c:pt idx="396">
                  <c:v>3200</c:v>
                </c:pt>
                <c:pt idx="397">
                  <c:v>3350</c:v>
                </c:pt>
                <c:pt idx="398">
                  <c:v>3350</c:v>
                </c:pt>
                <c:pt idx="399">
                  <c:v>3350</c:v>
                </c:pt>
                <c:pt idx="400">
                  <c:v>3350</c:v>
                </c:pt>
                <c:pt idx="401">
                  <c:v>3350</c:v>
                </c:pt>
                <c:pt idx="402">
                  <c:v>3350</c:v>
                </c:pt>
                <c:pt idx="403">
                  <c:v>3350</c:v>
                </c:pt>
                <c:pt idx="404">
                  <c:v>3350</c:v>
                </c:pt>
                <c:pt idx="405">
                  <c:v>3350</c:v>
                </c:pt>
                <c:pt idx="406">
                  <c:v>3500</c:v>
                </c:pt>
                <c:pt idx="407">
                  <c:v>3500</c:v>
                </c:pt>
                <c:pt idx="408">
                  <c:v>3500</c:v>
                </c:pt>
                <c:pt idx="409">
                  <c:v>3500</c:v>
                </c:pt>
                <c:pt idx="410">
                  <c:v>3500</c:v>
                </c:pt>
                <c:pt idx="411">
                  <c:v>3600</c:v>
                </c:pt>
                <c:pt idx="412">
                  <c:v>3600</c:v>
                </c:pt>
                <c:pt idx="413">
                  <c:v>3600</c:v>
                </c:pt>
                <c:pt idx="414">
                  <c:v>3600</c:v>
                </c:pt>
                <c:pt idx="415">
                  <c:v>3600</c:v>
                </c:pt>
                <c:pt idx="416">
                  <c:v>3600</c:v>
                </c:pt>
                <c:pt idx="417">
                  <c:v>3600</c:v>
                </c:pt>
                <c:pt idx="418">
                  <c:v>3600</c:v>
                </c:pt>
                <c:pt idx="419">
                  <c:v>3600</c:v>
                </c:pt>
                <c:pt idx="420">
                  <c:v>3700</c:v>
                </c:pt>
                <c:pt idx="421">
                  <c:v>3700</c:v>
                </c:pt>
                <c:pt idx="422">
                  <c:v>3700</c:v>
                </c:pt>
                <c:pt idx="423">
                  <c:v>3700</c:v>
                </c:pt>
                <c:pt idx="424">
                  <c:v>3700</c:v>
                </c:pt>
                <c:pt idx="425">
                  <c:v>3700</c:v>
                </c:pt>
                <c:pt idx="426">
                  <c:v>3700</c:v>
                </c:pt>
                <c:pt idx="427">
                  <c:v>3700</c:v>
                </c:pt>
                <c:pt idx="428">
                  <c:v>3700</c:v>
                </c:pt>
                <c:pt idx="429">
                  <c:v>3700</c:v>
                </c:pt>
                <c:pt idx="430">
                  <c:v>3700</c:v>
                </c:pt>
                <c:pt idx="431">
                  <c:v>3950</c:v>
                </c:pt>
                <c:pt idx="432">
                  <c:v>3950</c:v>
                </c:pt>
                <c:pt idx="433">
                  <c:v>3950</c:v>
                </c:pt>
                <c:pt idx="434">
                  <c:v>3950</c:v>
                </c:pt>
                <c:pt idx="435">
                  <c:v>3950</c:v>
                </c:pt>
                <c:pt idx="436">
                  <c:v>3950</c:v>
                </c:pt>
                <c:pt idx="437">
                  <c:v>3950</c:v>
                </c:pt>
                <c:pt idx="438">
                  <c:v>3950</c:v>
                </c:pt>
                <c:pt idx="439">
                  <c:v>3950</c:v>
                </c:pt>
                <c:pt idx="440">
                  <c:v>3950</c:v>
                </c:pt>
                <c:pt idx="441">
                  <c:v>3950</c:v>
                </c:pt>
                <c:pt idx="442">
                  <c:v>3950</c:v>
                </c:pt>
                <c:pt idx="443">
                  <c:v>3950</c:v>
                </c:pt>
                <c:pt idx="444">
                  <c:v>3950</c:v>
                </c:pt>
                <c:pt idx="445">
                  <c:v>3950</c:v>
                </c:pt>
                <c:pt idx="446">
                  <c:v>3950</c:v>
                </c:pt>
                <c:pt idx="447">
                  <c:v>3950</c:v>
                </c:pt>
                <c:pt idx="448">
                  <c:v>3950</c:v>
                </c:pt>
                <c:pt idx="449">
                  <c:v>3950</c:v>
                </c:pt>
                <c:pt idx="450">
                  <c:v>3950</c:v>
                </c:pt>
                <c:pt idx="451">
                  <c:v>3950</c:v>
                </c:pt>
                <c:pt idx="452">
                  <c:v>3950</c:v>
                </c:pt>
                <c:pt idx="453">
                  <c:v>3950</c:v>
                </c:pt>
                <c:pt idx="454">
                  <c:v>3950</c:v>
                </c:pt>
                <c:pt idx="455">
                  <c:v>3950</c:v>
                </c:pt>
                <c:pt idx="456">
                  <c:v>3950</c:v>
                </c:pt>
                <c:pt idx="457">
                  <c:v>3950</c:v>
                </c:pt>
                <c:pt idx="458">
                  <c:v>3950</c:v>
                </c:pt>
                <c:pt idx="459">
                  <c:v>3950</c:v>
                </c:pt>
                <c:pt idx="460">
                  <c:v>3950</c:v>
                </c:pt>
                <c:pt idx="461">
                  <c:v>3950</c:v>
                </c:pt>
                <c:pt idx="462">
                  <c:v>3950</c:v>
                </c:pt>
                <c:pt idx="463">
                  <c:v>3950</c:v>
                </c:pt>
                <c:pt idx="464">
                  <c:v>3950</c:v>
                </c:pt>
                <c:pt idx="465">
                  <c:v>3950</c:v>
                </c:pt>
                <c:pt idx="466">
                  <c:v>3950</c:v>
                </c:pt>
                <c:pt idx="467">
                  <c:v>3950</c:v>
                </c:pt>
                <c:pt idx="468">
                  <c:v>3950</c:v>
                </c:pt>
                <c:pt idx="469">
                  <c:v>3950</c:v>
                </c:pt>
                <c:pt idx="470">
                  <c:v>3950</c:v>
                </c:pt>
                <c:pt idx="471">
                  <c:v>3950</c:v>
                </c:pt>
                <c:pt idx="472">
                  <c:v>3950</c:v>
                </c:pt>
                <c:pt idx="473">
                  <c:v>3950</c:v>
                </c:pt>
                <c:pt idx="474">
                  <c:v>3950</c:v>
                </c:pt>
                <c:pt idx="475">
                  <c:v>3950</c:v>
                </c:pt>
                <c:pt idx="476">
                  <c:v>3950</c:v>
                </c:pt>
                <c:pt idx="477">
                  <c:v>3950</c:v>
                </c:pt>
                <c:pt idx="478">
                  <c:v>3950</c:v>
                </c:pt>
                <c:pt idx="479">
                  <c:v>3950</c:v>
                </c:pt>
                <c:pt idx="480">
                  <c:v>3950</c:v>
                </c:pt>
                <c:pt idx="481">
                  <c:v>3950</c:v>
                </c:pt>
                <c:pt idx="482">
                  <c:v>3950</c:v>
                </c:pt>
                <c:pt idx="483">
                  <c:v>4100</c:v>
                </c:pt>
                <c:pt idx="484">
                  <c:v>4100</c:v>
                </c:pt>
                <c:pt idx="485">
                  <c:v>4100</c:v>
                </c:pt>
                <c:pt idx="486">
                  <c:v>4100</c:v>
                </c:pt>
                <c:pt idx="487">
                  <c:v>4100</c:v>
                </c:pt>
                <c:pt idx="488">
                  <c:v>4100</c:v>
                </c:pt>
                <c:pt idx="489">
                  <c:v>4100</c:v>
                </c:pt>
                <c:pt idx="490">
                  <c:v>4100</c:v>
                </c:pt>
                <c:pt idx="491">
                  <c:v>4100</c:v>
                </c:pt>
                <c:pt idx="492">
                  <c:v>4100</c:v>
                </c:pt>
                <c:pt idx="493">
                  <c:v>4100</c:v>
                </c:pt>
                <c:pt idx="494">
                  <c:v>4100</c:v>
                </c:pt>
                <c:pt idx="495">
                  <c:v>4100</c:v>
                </c:pt>
                <c:pt idx="496">
                  <c:v>4100</c:v>
                </c:pt>
                <c:pt idx="497">
                  <c:v>4100</c:v>
                </c:pt>
                <c:pt idx="498">
                  <c:v>4100</c:v>
                </c:pt>
                <c:pt idx="499">
                  <c:v>4100</c:v>
                </c:pt>
                <c:pt idx="500">
                  <c:v>4100</c:v>
                </c:pt>
                <c:pt idx="501">
                  <c:v>4100</c:v>
                </c:pt>
                <c:pt idx="502">
                  <c:v>4100</c:v>
                </c:pt>
                <c:pt idx="503">
                  <c:v>4100</c:v>
                </c:pt>
                <c:pt idx="504">
                  <c:v>4100</c:v>
                </c:pt>
                <c:pt idx="505">
                  <c:v>4100</c:v>
                </c:pt>
                <c:pt idx="506">
                  <c:v>4100</c:v>
                </c:pt>
                <c:pt idx="507">
                  <c:v>4100</c:v>
                </c:pt>
                <c:pt idx="508">
                  <c:v>4100</c:v>
                </c:pt>
                <c:pt idx="509">
                  <c:v>4100</c:v>
                </c:pt>
                <c:pt idx="510">
                  <c:v>4100</c:v>
                </c:pt>
                <c:pt idx="511">
                  <c:v>4100</c:v>
                </c:pt>
                <c:pt idx="512">
                  <c:v>4100</c:v>
                </c:pt>
                <c:pt idx="513">
                  <c:v>4100</c:v>
                </c:pt>
                <c:pt idx="514">
                  <c:v>4100</c:v>
                </c:pt>
                <c:pt idx="515">
                  <c:v>4100</c:v>
                </c:pt>
                <c:pt idx="516">
                  <c:v>4100</c:v>
                </c:pt>
                <c:pt idx="517">
                  <c:v>4100</c:v>
                </c:pt>
                <c:pt idx="518">
                  <c:v>4100</c:v>
                </c:pt>
                <c:pt idx="519">
                  <c:v>4100</c:v>
                </c:pt>
                <c:pt idx="520">
                  <c:v>4100</c:v>
                </c:pt>
                <c:pt idx="521">
                  <c:v>4100</c:v>
                </c:pt>
                <c:pt idx="522">
                  <c:v>4100</c:v>
                </c:pt>
                <c:pt idx="523">
                  <c:v>4100</c:v>
                </c:pt>
                <c:pt idx="524">
                  <c:v>4100</c:v>
                </c:pt>
                <c:pt idx="525">
                  <c:v>4100</c:v>
                </c:pt>
                <c:pt idx="526">
                  <c:v>4100</c:v>
                </c:pt>
                <c:pt idx="527">
                  <c:v>4100</c:v>
                </c:pt>
                <c:pt idx="528">
                  <c:v>4100</c:v>
                </c:pt>
                <c:pt idx="529">
                  <c:v>4100</c:v>
                </c:pt>
                <c:pt idx="530">
                  <c:v>4100</c:v>
                </c:pt>
                <c:pt idx="531">
                  <c:v>4100</c:v>
                </c:pt>
                <c:pt idx="532">
                  <c:v>4100</c:v>
                </c:pt>
                <c:pt idx="533">
                  <c:v>4100</c:v>
                </c:pt>
                <c:pt idx="534">
                  <c:v>4100</c:v>
                </c:pt>
                <c:pt idx="535">
                  <c:v>4100</c:v>
                </c:pt>
                <c:pt idx="536">
                  <c:v>4100</c:v>
                </c:pt>
                <c:pt idx="537">
                  <c:v>4100</c:v>
                </c:pt>
                <c:pt idx="538">
                  <c:v>4100</c:v>
                </c:pt>
                <c:pt idx="539">
                  <c:v>4100</c:v>
                </c:pt>
                <c:pt idx="540">
                  <c:v>4100</c:v>
                </c:pt>
                <c:pt idx="541">
                  <c:v>4100</c:v>
                </c:pt>
                <c:pt idx="542">
                  <c:v>4100</c:v>
                </c:pt>
                <c:pt idx="543">
                  <c:v>4100</c:v>
                </c:pt>
                <c:pt idx="544">
                  <c:v>4100</c:v>
                </c:pt>
                <c:pt idx="545">
                  <c:v>4100</c:v>
                </c:pt>
                <c:pt idx="546">
                  <c:v>4100</c:v>
                </c:pt>
                <c:pt idx="547">
                  <c:v>4100</c:v>
                </c:pt>
                <c:pt idx="548">
                  <c:v>4100</c:v>
                </c:pt>
                <c:pt idx="549">
                  <c:v>4100</c:v>
                </c:pt>
                <c:pt idx="550">
                  <c:v>4100</c:v>
                </c:pt>
                <c:pt idx="551">
                  <c:v>4100</c:v>
                </c:pt>
                <c:pt idx="552">
                  <c:v>4100</c:v>
                </c:pt>
                <c:pt idx="553">
                  <c:v>4100</c:v>
                </c:pt>
                <c:pt idx="554">
                  <c:v>4100</c:v>
                </c:pt>
                <c:pt idx="555">
                  <c:v>4100</c:v>
                </c:pt>
                <c:pt idx="556">
                  <c:v>4100</c:v>
                </c:pt>
                <c:pt idx="557">
                  <c:v>4100</c:v>
                </c:pt>
                <c:pt idx="558">
                  <c:v>4100</c:v>
                </c:pt>
                <c:pt idx="559">
                  <c:v>4100</c:v>
                </c:pt>
                <c:pt idx="560">
                  <c:v>4100</c:v>
                </c:pt>
                <c:pt idx="561">
                  <c:v>4100</c:v>
                </c:pt>
                <c:pt idx="562">
                  <c:v>4100</c:v>
                </c:pt>
                <c:pt idx="563">
                  <c:v>4100</c:v>
                </c:pt>
                <c:pt idx="564">
                  <c:v>4100</c:v>
                </c:pt>
                <c:pt idx="565">
                  <c:v>4100</c:v>
                </c:pt>
                <c:pt idx="566">
                  <c:v>4100</c:v>
                </c:pt>
                <c:pt idx="567">
                  <c:v>4100</c:v>
                </c:pt>
                <c:pt idx="568">
                  <c:v>4100</c:v>
                </c:pt>
                <c:pt idx="569">
                  <c:v>4100</c:v>
                </c:pt>
                <c:pt idx="570">
                  <c:v>4100</c:v>
                </c:pt>
                <c:pt idx="571">
                  <c:v>4100</c:v>
                </c:pt>
                <c:pt idx="572">
                  <c:v>4100</c:v>
                </c:pt>
                <c:pt idx="573">
                  <c:v>4100</c:v>
                </c:pt>
                <c:pt idx="574">
                  <c:v>4100</c:v>
                </c:pt>
                <c:pt idx="575">
                  <c:v>4100</c:v>
                </c:pt>
                <c:pt idx="576">
                  <c:v>4100</c:v>
                </c:pt>
                <c:pt idx="577">
                  <c:v>4100</c:v>
                </c:pt>
                <c:pt idx="578">
                  <c:v>4100</c:v>
                </c:pt>
                <c:pt idx="579">
                  <c:v>4100</c:v>
                </c:pt>
                <c:pt idx="580">
                  <c:v>4100</c:v>
                </c:pt>
                <c:pt idx="581">
                  <c:v>4100</c:v>
                </c:pt>
                <c:pt idx="582">
                  <c:v>4100</c:v>
                </c:pt>
                <c:pt idx="583">
                  <c:v>4100</c:v>
                </c:pt>
                <c:pt idx="584">
                  <c:v>4100</c:v>
                </c:pt>
                <c:pt idx="585">
                  <c:v>4100</c:v>
                </c:pt>
                <c:pt idx="586">
                  <c:v>4100</c:v>
                </c:pt>
                <c:pt idx="587">
                  <c:v>4100</c:v>
                </c:pt>
                <c:pt idx="588">
                  <c:v>4100</c:v>
                </c:pt>
                <c:pt idx="589">
                  <c:v>4100</c:v>
                </c:pt>
                <c:pt idx="590">
                  <c:v>4100</c:v>
                </c:pt>
                <c:pt idx="591">
                  <c:v>4100</c:v>
                </c:pt>
                <c:pt idx="592">
                  <c:v>4100</c:v>
                </c:pt>
                <c:pt idx="593">
                  <c:v>4100</c:v>
                </c:pt>
                <c:pt idx="594">
                  <c:v>4100</c:v>
                </c:pt>
                <c:pt idx="595">
                  <c:v>4100</c:v>
                </c:pt>
                <c:pt idx="596">
                  <c:v>4100</c:v>
                </c:pt>
                <c:pt idx="597">
                  <c:v>4100</c:v>
                </c:pt>
                <c:pt idx="598">
                  <c:v>4100</c:v>
                </c:pt>
                <c:pt idx="599">
                  <c:v>4100</c:v>
                </c:pt>
                <c:pt idx="600">
                  <c:v>4100</c:v>
                </c:pt>
                <c:pt idx="601">
                  <c:v>4100</c:v>
                </c:pt>
                <c:pt idx="602">
                  <c:v>4100</c:v>
                </c:pt>
                <c:pt idx="603">
                  <c:v>4100</c:v>
                </c:pt>
                <c:pt idx="604">
                  <c:v>4100</c:v>
                </c:pt>
                <c:pt idx="605">
                  <c:v>4100</c:v>
                </c:pt>
                <c:pt idx="606">
                  <c:v>4100</c:v>
                </c:pt>
                <c:pt idx="607">
                  <c:v>4100</c:v>
                </c:pt>
                <c:pt idx="608">
                  <c:v>4100</c:v>
                </c:pt>
                <c:pt idx="609">
                  <c:v>4100</c:v>
                </c:pt>
                <c:pt idx="610">
                  <c:v>4100</c:v>
                </c:pt>
                <c:pt idx="611">
                  <c:v>4100</c:v>
                </c:pt>
                <c:pt idx="612">
                  <c:v>4100</c:v>
                </c:pt>
                <c:pt idx="613">
                  <c:v>4100</c:v>
                </c:pt>
                <c:pt idx="614">
                  <c:v>4100</c:v>
                </c:pt>
                <c:pt idx="615">
                  <c:v>4100</c:v>
                </c:pt>
                <c:pt idx="616">
                  <c:v>4100</c:v>
                </c:pt>
                <c:pt idx="617">
                  <c:v>4100</c:v>
                </c:pt>
                <c:pt idx="618">
                  <c:v>4100</c:v>
                </c:pt>
                <c:pt idx="619">
                  <c:v>4100</c:v>
                </c:pt>
                <c:pt idx="620">
                  <c:v>4100</c:v>
                </c:pt>
                <c:pt idx="621">
                  <c:v>4100</c:v>
                </c:pt>
                <c:pt idx="622">
                  <c:v>4100</c:v>
                </c:pt>
                <c:pt idx="623">
                  <c:v>4100</c:v>
                </c:pt>
                <c:pt idx="624">
                  <c:v>4100</c:v>
                </c:pt>
                <c:pt idx="625">
                  <c:v>4100</c:v>
                </c:pt>
                <c:pt idx="626">
                  <c:v>4100</c:v>
                </c:pt>
                <c:pt idx="627">
                  <c:v>4100</c:v>
                </c:pt>
                <c:pt idx="628">
                  <c:v>4100</c:v>
                </c:pt>
                <c:pt idx="629">
                  <c:v>4700</c:v>
                </c:pt>
                <c:pt idx="630">
                  <c:v>4700</c:v>
                </c:pt>
                <c:pt idx="631">
                  <c:v>4700</c:v>
                </c:pt>
                <c:pt idx="632">
                  <c:v>4700</c:v>
                </c:pt>
                <c:pt idx="633">
                  <c:v>4700</c:v>
                </c:pt>
                <c:pt idx="634">
                  <c:v>4700</c:v>
                </c:pt>
                <c:pt idx="635">
                  <c:v>4700</c:v>
                </c:pt>
                <c:pt idx="636">
                  <c:v>4700</c:v>
                </c:pt>
                <c:pt idx="637">
                  <c:v>4700</c:v>
                </c:pt>
                <c:pt idx="638">
                  <c:v>4700</c:v>
                </c:pt>
                <c:pt idx="639">
                  <c:v>4700</c:v>
                </c:pt>
                <c:pt idx="640">
                  <c:v>4700</c:v>
                </c:pt>
                <c:pt idx="641">
                  <c:v>4700</c:v>
                </c:pt>
                <c:pt idx="642">
                  <c:v>4700</c:v>
                </c:pt>
                <c:pt idx="643">
                  <c:v>4700</c:v>
                </c:pt>
                <c:pt idx="644">
                  <c:v>4700</c:v>
                </c:pt>
                <c:pt idx="645">
                  <c:v>4700</c:v>
                </c:pt>
                <c:pt idx="646">
                  <c:v>4700</c:v>
                </c:pt>
                <c:pt idx="647">
                  <c:v>4700</c:v>
                </c:pt>
                <c:pt idx="648">
                  <c:v>4700</c:v>
                </c:pt>
                <c:pt idx="649">
                  <c:v>4700</c:v>
                </c:pt>
                <c:pt idx="650">
                  <c:v>4700</c:v>
                </c:pt>
                <c:pt idx="651">
                  <c:v>4700</c:v>
                </c:pt>
                <c:pt idx="652">
                  <c:v>4700</c:v>
                </c:pt>
                <c:pt idx="653">
                  <c:v>4700</c:v>
                </c:pt>
                <c:pt idx="654">
                  <c:v>4700</c:v>
                </c:pt>
                <c:pt idx="655">
                  <c:v>4700</c:v>
                </c:pt>
                <c:pt idx="656">
                  <c:v>4700</c:v>
                </c:pt>
                <c:pt idx="657">
                  <c:v>4700</c:v>
                </c:pt>
                <c:pt idx="658">
                  <c:v>4700</c:v>
                </c:pt>
                <c:pt idx="659">
                  <c:v>4700</c:v>
                </c:pt>
                <c:pt idx="660">
                  <c:v>4700</c:v>
                </c:pt>
                <c:pt idx="661">
                  <c:v>4700</c:v>
                </c:pt>
                <c:pt idx="662">
                  <c:v>4700</c:v>
                </c:pt>
                <c:pt idx="663">
                  <c:v>4700</c:v>
                </c:pt>
                <c:pt idx="664">
                  <c:v>4700</c:v>
                </c:pt>
                <c:pt idx="665">
                  <c:v>4700</c:v>
                </c:pt>
                <c:pt idx="666">
                  <c:v>4700</c:v>
                </c:pt>
                <c:pt idx="667">
                  <c:v>4700</c:v>
                </c:pt>
                <c:pt idx="668">
                  <c:v>4700</c:v>
                </c:pt>
                <c:pt idx="669">
                  <c:v>4700</c:v>
                </c:pt>
                <c:pt idx="670">
                  <c:v>4700</c:v>
                </c:pt>
                <c:pt idx="671">
                  <c:v>4700</c:v>
                </c:pt>
                <c:pt idx="672">
                  <c:v>4700</c:v>
                </c:pt>
                <c:pt idx="673">
                  <c:v>4700</c:v>
                </c:pt>
                <c:pt idx="674">
                  <c:v>4700</c:v>
                </c:pt>
                <c:pt idx="675">
                  <c:v>4700</c:v>
                </c:pt>
                <c:pt idx="676">
                  <c:v>4700</c:v>
                </c:pt>
                <c:pt idx="677">
                  <c:v>4700</c:v>
                </c:pt>
                <c:pt idx="678">
                  <c:v>4700</c:v>
                </c:pt>
                <c:pt idx="679">
                  <c:v>4700</c:v>
                </c:pt>
                <c:pt idx="680">
                  <c:v>4700</c:v>
                </c:pt>
                <c:pt idx="681">
                  <c:v>4700</c:v>
                </c:pt>
                <c:pt idx="682">
                  <c:v>4700</c:v>
                </c:pt>
                <c:pt idx="683">
                  <c:v>4700</c:v>
                </c:pt>
                <c:pt idx="684">
                  <c:v>4700</c:v>
                </c:pt>
                <c:pt idx="685">
                  <c:v>4700</c:v>
                </c:pt>
                <c:pt idx="686">
                  <c:v>4700</c:v>
                </c:pt>
                <c:pt idx="687">
                  <c:v>4600</c:v>
                </c:pt>
                <c:pt idx="688">
                  <c:v>4600</c:v>
                </c:pt>
                <c:pt idx="689">
                  <c:v>4600</c:v>
                </c:pt>
                <c:pt idx="690">
                  <c:v>4600</c:v>
                </c:pt>
                <c:pt idx="691">
                  <c:v>4600</c:v>
                </c:pt>
                <c:pt idx="692">
                  <c:v>4600</c:v>
                </c:pt>
                <c:pt idx="693">
                  <c:v>4600</c:v>
                </c:pt>
                <c:pt idx="694">
                  <c:v>4600</c:v>
                </c:pt>
                <c:pt idx="695">
                  <c:v>4600</c:v>
                </c:pt>
                <c:pt idx="696">
                  <c:v>4600</c:v>
                </c:pt>
                <c:pt idx="697">
                  <c:v>4600</c:v>
                </c:pt>
                <c:pt idx="698">
                  <c:v>4600</c:v>
                </c:pt>
                <c:pt idx="699">
                  <c:v>4600</c:v>
                </c:pt>
                <c:pt idx="700">
                  <c:v>4600</c:v>
                </c:pt>
                <c:pt idx="701">
                  <c:v>4600</c:v>
                </c:pt>
                <c:pt idx="702">
                  <c:v>4600</c:v>
                </c:pt>
                <c:pt idx="703">
                  <c:v>4600</c:v>
                </c:pt>
                <c:pt idx="704">
                  <c:v>4600</c:v>
                </c:pt>
                <c:pt idx="705">
                  <c:v>4300</c:v>
                </c:pt>
                <c:pt idx="706">
                  <c:v>4300</c:v>
                </c:pt>
                <c:pt idx="707">
                  <c:v>4000</c:v>
                </c:pt>
                <c:pt idx="708">
                  <c:v>4000</c:v>
                </c:pt>
                <c:pt idx="709">
                  <c:v>4000</c:v>
                </c:pt>
                <c:pt idx="710">
                  <c:v>4000</c:v>
                </c:pt>
                <c:pt idx="711">
                  <c:v>4000</c:v>
                </c:pt>
                <c:pt idx="712">
                  <c:v>4000</c:v>
                </c:pt>
                <c:pt idx="713">
                  <c:v>4000</c:v>
                </c:pt>
                <c:pt idx="714">
                  <c:v>4000</c:v>
                </c:pt>
                <c:pt idx="715">
                  <c:v>4000</c:v>
                </c:pt>
                <c:pt idx="716">
                  <c:v>4000</c:v>
                </c:pt>
                <c:pt idx="717">
                  <c:v>4000</c:v>
                </c:pt>
                <c:pt idx="718">
                  <c:v>4000</c:v>
                </c:pt>
                <c:pt idx="719">
                  <c:v>4000</c:v>
                </c:pt>
                <c:pt idx="720">
                  <c:v>4000</c:v>
                </c:pt>
                <c:pt idx="721">
                  <c:v>4000</c:v>
                </c:pt>
                <c:pt idx="722">
                  <c:v>4000</c:v>
                </c:pt>
                <c:pt idx="723">
                  <c:v>4000</c:v>
                </c:pt>
                <c:pt idx="724">
                  <c:v>4000</c:v>
                </c:pt>
                <c:pt idx="725">
                  <c:v>4000</c:v>
                </c:pt>
                <c:pt idx="726">
                  <c:v>4000</c:v>
                </c:pt>
                <c:pt idx="727">
                  <c:v>4000</c:v>
                </c:pt>
                <c:pt idx="728">
                  <c:v>4000</c:v>
                </c:pt>
                <c:pt idx="729">
                  <c:v>4000</c:v>
                </c:pt>
                <c:pt idx="730">
                  <c:v>4000</c:v>
                </c:pt>
                <c:pt idx="731">
                  <c:v>4000</c:v>
                </c:pt>
                <c:pt idx="732">
                  <c:v>4000</c:v>
                </c:pt>
                <c:pt idx="733">
                  <c:v>4000</c:v>
                </c:pt>
                <c:pt idx="734">
                  <c:v>4000</c:v>
                </c:pt>
                <c:pt idx="735">
                  <c:v>4000</c:v>
                </c:pt>
                <c:pt idx="736">
                  <c:v>4000</c:v>
                </c:pt>
                <c:pt idx="737">
                  <c:v>4000</c:v>
                </c:pt>
                <c:pt idx="738">
                  <c:v>4000</c:v>
                </c:pt>
                <c:pt idx="739">
                  <c:v>4000</c:v>
                </c:pt>
                <c:pt idx="740">
                  <c:v>4000</c:v>
                </c:pt>
                <c:pt idx="741">
                  <c:v>4000</c:v>
                </c:pt>
                <c:pt idx="742">
                  <c:v>4000</c:v>
                </c:pt>
                <c:pt idx="743">
                  <c:v>4000</c:v>
                </c:pt>
                <c:pt idx="744">
                  <c:v>4000</c:v>
                </c:pt>
                <c:pt idx="745">
                  <c:v>4000</c:v>
                </c:pt>
                <c:pt idx="746">
                  <c:v>4000</c:v>
                </c:pt>
                <c:pt idx="747">
                  <c:v>4000</c:v>
                </c:pt>
                <c:pt idx="748">
                  <c:v>4000</c:v>
                </c:pt>
                <c:pt idx="749">
                  <c:v>4000</c:v>
                </c:pt>
                <c:pt idx="750">
                  <c:v>4000</c:v>
                </c:pt>
                <c:pt idx="751">
                  <c:v>4000</c:v>
                </c:pt>
                <c:pt idx="752">
                  <c:v>4000</c:v>
                </c:pt>
                <c:pt idx="753">
                  <c:v>4000</c:v>
                </c:pt>
                <c:pt idx="754">
                  <c:v>4000</c:v>
                </c:pt>
                <c:pt idx="755">
                  <c:v>4000</c:v>
                </c:pt>
                <c:pt idx="756">
                  <c:v>4000</c:v>
                </c:pt>
                <c:pt idx="757">
                  <c:v>4000</c:v>
                </c:pt>
                <c:pt idx="758">
                  <c:v>4000</c:v>
                </c:pt>
                <c:pt idx="759">
                  <c:v>4000</c:v>
                </c:pt>
                <c:pt idx="760">
                  <c:v>4000</c:v>
                </c:pt>
                <c:pt idx="761">
                  <c:v>4000</c:v>
                </c:pt>
                <c:pt idx="762">
                  <c:v>4000</c:v>
                </c:pt>
                <c:pt idx="763">
                  <c:v>4000</c:v>
                </c:pt>
                <c:pt idx="764">
                  <c:v>4000</c:v>
                </c:pt>
                <c:pt idx="765">
                  <c:v>4000</c:v>
                </c:pt>
                <c:pt idx="766">
                  <c:v>4000</c:v>
                </c:pt>
                <c:pt idx="767">
                  <c:v>4000</c:v>
                </c:pt>
                <c:pt idx="768">
                  <c:v>4000</c:v>
                </c:pt>
                <c:pt idx="769">
                  <c:v>4000</c:v>
                </c:pt>
                <c:pt idx="770">
                  <c:v>4000</c:v>
                </c:pt>
                <c:pt idx="771">
                  <c:v>4000</c:v>
                </c:pt>
                <c:pt idx="772">
                  <c:v>4000</c:v>
                </c:pt>
                <c:pt idx="773">
                  <c:v>4000</c:v>
                </c:pt>
                <c:pt idx="774">
                  <c:v>4000</c:v>
                </c:pt>
                <c:pt idx="775">
                  <c:v>3500</c:v>
                </c:pt>
                <c:pt idx="776">
                  <c:v>3500</c:v>
                </c:pt>
                <c:pt idx="777">
                  <c:v>3500</c:v>
                </c:pt>
                <c:pt idx="778">
                  <c:v>3500</c:v>
                </c:pt>
                <c:pt idx="779">
                  <c:v>3500</c:v>
                </c:pt>
                <c:pt idx="780">
                  <c:v>3500</c:v>
                </c:pt>
                <c:pt idx="781">
                  <c:v>3500</c:v>
                </c:pt>
                <c:pt idx="782">
                  <c:v>3000</c:v>
                </c:pt>
                <c:pt idx="783">
                  <c:v>3000</c:v>
                </c:pt>
                <c:pt idx="784">
                  <c:v>3000</c:v>
                </c:pt>
                <c:pt idx="785">
                  <c:v>3000</c:v>
                </c:pt>
                <c:pt idx="786">
                  <c:v>3000</c:v>
                </c:pt>
                <c:pt idx="787">
                  <c:v>3000</c:v>
                </c:pt>
                <c:pt idx="788">
                  <c:v>3000</c:v>
                </c:pt>
                <c:pt idx="789">
                  <c:v>3000</c:v>
                </c:pt>
                <c:pt idx="790">
                  <c:v>3000</c:v>
                </c:pt>
                <c:pt idx="791">
                  <c:v>3000</c:v>
                </c:pt>
                <c:pt idx="792">
                  <c:v>3000</c:v>
                </c:pt>
                <c:pt idx="793">
                  <c:v>3000</c:v>
                </c:pt>
                <c:pt idx="794">
                  <c:v>3000</c:v>
                </c:pt>
                <c:pt idx="795">
                  <c:v>3000</c:v>
                </c:pt>
                <c:pt idx="796">
                  <c:v>3000</c:v>
                </c:pt>
                <c:pt idx="797">
                  <c:v>3000</c:v>
                </c:pt>
                <c:pt idx="798">
                  <c:v>3000</c:v>
                </c:pt>
                <c:pt idx="799">
                  <c:v>3000</c:v>
                </c:pt>
                <c:pt idx="800">
                  <c:v>3000</c:v>
                </c:pt>
                <c:pt idx="801">
                  <c:v>3000</c:v>
                </c:pt>
                <c:pt idx="802">
                  <c:v>3000</c:v>
                </c:pt>
                <c:pt idx="803">
                  <c:v>3000</c:v>
                </c:pt>
                <c:pt idx="804">
                  <c:v>3000</c:v>
                </c:pt>
                <c:pt idx="805">
                  <c:v>3000</c:v>
                </c:pt>
                <c:pt idx="806">
                  <c:v>3000</c:v>
                </c:pt>
                <c:pt idx="807">
                  <c:v>3000</c:v>
                </c:pt>
                <c:pt idx="808">
                  <c:v>3000</c:v>
                </c:pt>
                <c:pt idx="809">
                  <c:v>3000</c:v>
                </c:pt>
                <c:pt idx="810">
                  <c:v>3000</c:v>
                </c:pt>
                <c:pt idx="811">
                  <c:v>3000</c:v>
                </c:pt>
                <c:pt idx="812">
                  <c:v>3000</c:v>
                </c:pt>
                <c:pt idx="813">
                  <c:v>3000</c:v>
                </c:pt>
                <c:pt idx="814">
                  <c:v>3000</c:v>
                </c:pt>
                <c:pt idx="815">
                  <c:v>3000</c:v>
                </c:pt>
                <c:pt idx="816">
                  <c:v>3000</c:v>
                </c:pt>
                <c:pt idx="817">
                  <c:v>3000</c:v>
                </c:pt>
                <c:pt idx="818">
                  <c:v>3000</c:v>
                </c:pt>
                <c:pt idx="819">
                  <c:v>3000</c:v>
                </c:pt>
                <c:pt idx="820">
                  <c:v>3000</c:v>
                </c:pt>
                <c:pt idx="821">
                  <c:v>3000</c:v>
                </c:pt>
                <c:pt idx="822">
                  <c:v>3000</c:v>
                </c:pt>
                <c:pt idx="823">
                  <c:v>3000</c:v>
                </c:pt>
                <c:pt idx="824">
                  <c:v>3000</c:v>
                </c:pt>
                <c:pt idx="825">
                  <c:v>3000</c:v>
                </c:pt>
                <c:pt idx="826">
                  <c:v>3000</c:v>
                </c:pt>
                <c:pt idx="827">
                  <c:v>3000</c:v>
                </c:pt>
                <c:pt idx="828">
                  <c:v>3000</c:v>
                </c:pt>
                <c:pt idx="829">
                  <c:v>3000</c:v>
                </c:pt>
                <c:pt idx="830">
                  <c:v>3000</c:v>
                </c:pt>
                <c:pt idx="831">
                  <c:v>3000</c:v>
                </c:pt>
                <c:pt idx="832">
                  <c:v>3000</c:v>
                </c:pt>
                <c:pt idx="833">
                  <c:v>2800</c:v>
                </c:pt>
                <c:pt idx="834">
                  <c:v>2800</c:v>
                </c:pt>
                <c:pt idx="835">
                  <c:v>2800</c:v>
                </c:pt>
                <c:pt idx="836">
                  <c:v>2800</c:v>
                </c:pt>
                <c:pt idx="837">
                  <c:v>2800</c:v>
                </c:pt>
                <c:pt idx="838">
                  <c:v>2800</c:v>
                </c:pt>
                <c:pt idx="839">
                  <c:v>2800</c:v>
                </c:pt>
                <c:pt idx="840">
                  <c:v>2800</c:v>
                </c:pt>
                <c:pt idx="841">
                  <c:v>2800</c:v>
                </c:pt>
                <c:pt idx="842">
                  <c:v>2800</c:v>
                </c:pt>
                <c:pt idx="843">
                  <c:v>2800</c:v>
                </c:pt>
                <c:pt idx="844">
                  <c:v>2800</c:v>
                </c:pt>
                <c:pt idx="845">
                  <c:v>2800</c:v>
                </c:pt>
                <c:pt idx="846">
                  <c:v>2800</c:v>
                </c:pt>
                <c:pt idx="847">
                  <c:v>2800</c:v>
                </c:pt>
                <c:pt idx="848">
                  <c:v>2800</c:v>
                </c:pt>
                <c:pt idx="849">
                  <c:v>2800</c:v>
                </c:pt>
                <c:pt idx="850">
                  <c:v>2800</c:v>
                </c:pt>
                <c:pt idx="851">
                  <c:v>2800</c:v>
                </c:pt>
                <c:pt idx="852">
                  <c:v>2800</c:v>
                </c:pt>
                <c:pt idx="853">
                  <c:v>2800</c:v>
                </c:pt>
                <c:pt idx="854">
                  <c:v>2800</c:v>
                </c:pt>
                <c:pt idx="855">
                  <c:v>2800</c:v>
                </c:pt>
                <c:pt idx="856">
                  <c:v>2800</c:v>
                </c:pt>
                <c:pt idx="857">
                  <c:v>2800</c:v>
                </c:pt>
                <c:pt idx="858">
                  <c:v>2800</c:v>
                </c:pt>
                <c:pt idx="859">
                  <c:v>2800</c:v>
                </c:pt>
                <c:pt idx="860">
                  <c:v>2800</c:v>
                </c:pt>
                <c:pt idx="861">
                  <c:v>2800</c:v>
                </c:pt>
                <c:pt idx="862">
                  <c:v>2800</c:v>
                </c:pt>
                <c:pt idx="863">
                  <c:v>2800</c:v>
                </c:pt>
                <c:pt idx="864">
                  <c:v>2800</c:v>
                </c:pt>
                <c:pt idx="865">
                  <c:v>2800</c:v>
                </c:pt>
                <c:pt idx="866">
                  <c:v>2800</c:v>
                </c:pt>
                <c:pt idx="867">
                  <c:v>2800</c:v>
                </c:pt>
                <c:pt idx="868">
                  <c:v>2800</c:v>
                </c:pt>
                <c:pt idx="869">
                  <c:v>2800</c:v>
                </c:pt>
                <c:pt idx="870">
                  <c:v>2800</c:v>
                </c:pt>
                <c:pt idx="871">
                  <c:v>2800</c:v>
                </c:pt>
                <c:pt idx="872">
                  <c:v>2800</c:v>
                </c:pt>
                <c:pt idx="873">
                  <c:v>2800</c:v>
                </c:pt>
                <c:pt idx="874">
                  <c:v>2800</c:v>
                </c:pt>
                <c:pt idx="875">
                  <c:v>2800</c:v>
                </c:pt>
                <c:pt idx="876">
                  <c:v>2800</c:v>
                </c:pt>
                <c:pt idx="877">
                  <c:v>2800</c:v>
                </c:pt>
                <c:pt idx="878">
                  <c:v>2800</c:v>
                </c:pt>
                <c:pt idx="879">
                  <c:v>2800</c:v>
                </c:pt>
                <c:pt idx="880">
                  <c:v>2700</c:v>
                </c:pt>
                <c:pt idx="881">
                  <c:v>2700</c:v>
                </c:pt>
                <c:pt idx="882">
                  <c:v>2700</c:v>
                </c:pt>
                <c:pt idx="883">
                  <c:v>2700</c:v>
                </c:pt>
                <c:pt idx="884">
                  <c:v>2700</c:v>
                </c:pt>
                <c:pt idx="885">
                  <c:v>2700</c:v>
                </c:pt>
                <c:pt idx="886">
                  <c:v>2700</c:v>
                </c:pt>
                <c:pt idx="887">
                  <c:v>2700</c:v>
                </c:pt>
                <c:pt idx="888">
                  <c:v>2700</c:v>
                </c:pt>
                <c:pt idx="889">
                  <c:v>2700</c:v>
                </c:pt>
                <c:pt idx="890">
                  <c:v>2700</c:v>
                </c:pt>
                <c:pt idx="891">
                  <c:v>2700</c:v>
                </c:pt>
                <c:pt idx="892">
                  <c:v>2700</c:v>
                </c:pt>
                <c:pt idx="893">
                  <c:v>2700</c:v>
                </c:pt>
                <c:pt idx="894">
                  <c:v>2700</c:v>
                </c:pt>
                <c:pt idx="895">
                  <c:v>2700</c:v>
                </c:pt>
                <c:pt idx="896">
                  <c:v>2700</c:v>
                </c:pt>
                <c:pt idx="897">
                  <c:v>2700</c:v>
                </c:pt>
                <c:pt idx="898">
                  <c:v>2700</c:v>
                </c:pt>
                <c:pt idx="899">
                  <c:v>2700</c:v>
                </c:pt>
                <c:pt idx="900">
                  <c:v>2700</c:v>
                </c:pt>
                <c:pt idx="901">
                  <c:v>2700</c:v>
                </c:pt>
                <c:pt idx="902">
                  <c:v>2700</c:v>
                </c:pt>
                <c:pt idx="903">
                  <c:v>2700</c:v>
                </c:pt>
                <c:pt idx="904">
                  <c:v>2700</c:v>
                </c:pt>
                <c:pt idx="905">
                  <c:v>2700</c:v>
                </c:pt>
                <c:pt idx="906">
                  <c:v>2700</c:v>
                </c:pt>
                <c:pt idx="907">
                  <c:v>2700</c:v>
                </c:pt>
                <c:pt idx="908">
                  <c:v>2700</c:v>
                </c:pt>
                <c:pt idx="909">
                  <c:v>2700</c:v>
                </c:pt>
                <c:pt idx="910">
                  <c:v>2700</c:v>
                </c:pt>
                <c:pt idx="911">
                  <c:v>2700</c:v>
                </c:pt>
                <c:pt idx="912">
                  <c:v>2700</c:v>
                </c:pt>
                <c:pt idx="913">
                  <c:v>2700</c:v>
                </c:pt>
                <c:pt idx="914">
                  <c:v>2700</c:v>
                </c:pt>
                <c:pt idx="915">
                  <c:v>2700</c:v>
                </c:pt>
                <c:pt idx="916">
                  <c:v>2700</c:v>
                </c:pt>
                <c:pt idx="917">
                  <c:v>2700</c:v>
                </c:pt>
                <c:pt idx="918">
                  <c:v>2700</c:v>
                </c:pt>
                <c:pt idx="919">
                  <c:v>2700</c:v>
                </c:pt>
                <c:pt idx="920">
                  <c:v>2700</c:v>
                </c:pt>
                <c:pt idx="921">
                  <c:v>2700</c:v>
                </c:pt>
                <c:pt idx="922">
                  <c:v>2700</c:v>
                </c:pt>
                <c:pt idx="923">
                  <c:v>2700</c:v>
                </c:pt>
                <c:pt idx="924">
                  <c:v>2700</c:v>
                </c:pt>
                <c:pt idx="925">
                  <c:v>2700</c:v>
                </c:pt>
                <c:pt idx="926">
                  <c:v>2700</c:v>
                </c:pt>
                <c:pt idx="927">
                  <c:v>2700</c:v>
                </c:pt>
                <c:pt idx="928">
                  <c:v>2700</c:v>
                </c:pt>
                <c:pt idx="929">
                  <c:v>2700</c:v>
                </c:pt>
                <c:pt idx="930">
                  <c:v>2700</c:v>
                </c:pt>
                <c:pt idx="931">
                  <c:v>2700</c:v>
                </c:pt>
                <c:pt idx="932">
                  <c:v>2700</c:v>
                </c:pt>
                <c:pt idx="933">
                  <c:v>2700</c:v>
                </c:pt>
                <c:pt idx="934">
                  <c:v>2700</c:v>
                </c:pt>
                <c:pt idx="935">
                  <c:v>2700</c:v>
                </c:pt>
                <c:pt idx="936">
                  <c:v>2700</c:v>
                </c:pt>
                <c:pt idx="937">
                  <c:v>2700</c:v>
                </c:pt>
                <c:pt idx="938">
                  <c:v>2700</c:v>
                </c:pt>
                <c:pt idx="939">
                  <c:v>2700</c:v>
                </c:pt>
                <c:pt idx="940">
                  <c:v>2700</c:v>
                </c:pt>
                <c:pt idx="941">
                  <c:v>2700</c:v>
                </c:pt>
                <c:pt idx="942">
                  <c:v>2700</c:v>
                </c:pt>
                <c:pt idx="943">
                  <c:v>2700</c:v>
                </c:pt>
                <c:pt idx="944">
                  <c:v>2700</c:v>
                </c:pt>
                <c:pt idx="945">
                  <c:v>2700</c:v>
                </c:pt>
                <c:pt idx="946">
                  <c:v>2700</c:v>
                </c:pt>
                <c:pt idx="947">
                  <c:v>2700</c:v>
                </c:pt>
                <c:pt idx="948">
                  <c:v>2700</c:v>
                </c:pt>
                <c:pt idx="949">
                  <c:v>2700</c:v>
                </c:pt>
                <c:pt idx="950">
                  <c:v>2700</c:v>
                </c:pt>
                <c:pt idx="951">
                  <c:v>2700</c:v>
                </c:pt>
                <c:pt idx="952">
                  <c:v>2700</c:v>
                </c:pt>
                <c:pt idx="953">
                  <c:v>2700</c:v>
                </c:pt>
                <c:pt idx="954">
                  <c:v>2700</c:v>
                </c:pt>
                <c:pt idx="955">
                  <c:v>2700</c:v>
                </c:pt>
                <c:pt idx="956">
                  <c:v>2400</c:v>
                </c:pt>
                <c:pt idx="957">
                  <c:v>2400</c:v>
                </c:pt>
                <c:pt idx="958">
                  <c:v>2400</c:v>
                </c:pt>
                <c:pt idx="959">
                  <c:v>2400</c:v>
                </c:pt>
                <c:pt idx="960">
                  <c:v>2400</c:v>
                </c:pt>
                <c:pt idx="961">
                  <c:v>2400</c:v>
                </c:pt>
                <c:pt idx="962">
                  <c:v>2400</c:v>
                </c:pt>
                <c:pt idx="963">
                  <c:v>2400</c:v>
                </c:pt>
                <c:pt idx="964">
                  <c:v>2400</c:v>
                </c:pt>
                <c:pt idx="965">
                  <c:v>2400</c:v>
                </c:pt>
                <c:pt idx="966">
                  <c:v>2400</c:v>
                </c:pt>
                <c:pt idx="967">
                  <c:v>2400</c:v>
                </c:pt>
                <c:pt idx="968">
                  <c:v>2400</c:v>
                </c:pt>
                <c:pt idx="969">
                  <c:v>2400</c:v>
                </c:pt>
                <c:pt idx="970">
                  <c:v>2400</c:v>
                </c:pt>
                <c:pt idx="971">
                  <c:v>2400</c:v>
                </c:pt>
                <c:pt idx="972">
                  <c:v>2400</c:v>
                </c:pt>
                <c:pt idx="973">
                  <c:v>2400</c:v>
                </c:pt>
                <c:pt idx="974">
                  <c:v>2400</c:v>
                </c:pt>
                <c:pt idx="975">
                  <c:v>2400</c:v>
                </c:pt>
                <c:pt idx="976">
                  <c:v>2400</c:v>
                </c:pt>
                <c:pt idx="977">
                  <c:v>2400</c:v>
                </c:pt>
                <c:pt idx="978">
                  <c:v>2400</c:v>
                </c:pt>
                <c:pt idx="979">
                  <c:v>2400</c:v>
                </c:pt>
                <c:pt idx="980">
                  <c:v>2400</c:v>
                </c:pt>
                <c:pt idx="981">
                  <c:v>2400</c:v>
                </c:pt>
                <c:pt idx="982">
                  <c:v>2400</c:v>
                </c:pt>
                <c:pt idx="983">
                  <c:v>2400</c:v>
                </c:pt>
                <c:pt idx="984">
                  <c:v>2400</c:v>
                </c:pt>
                <c:pt idx="985">
                  <c:v>2400</c:v>
                </c:pt>
                <c:pt idx="986">
                  <c:v>2400</c:v>
                </c:pt>
                <c:pt idx="987">
                  <c:v>2400</c:v>
                </c:pt>
                <c:pt idx="988">
                  <c:v>2400</c:v>
                </c:pt>
                <c:pt idx="989">
                  <c:v>2400</c:v>
                </c:pt>
                <c:pt idx="990">
                  <c:v>2400</c:v>
                </c:pt>
                <c:pt idx="991">
                  <c:v>2400</c:v>
                </c:pt>
                <c:pt idx="992">
                  <c:v>2400</c:v>
                </c:pt>
                <c:pt idx="993">
                  <c:v>2400</c:v>
                </c:pt>
                <c:pt idx="994">
                  <c:v>2400</c:v>
                </c:pt>
                <c:pt idx="995">
                  <c:v>2400</c:v>
                </c:pt>
                <c:pt idx="996">
                  <c:v>2400</c:v>
                </c:pt>
                <c:pt idx="997">
                  <c:v>2400</c:v>
                </c:pt>
                <c:pt idx="998">
                  <c:v>2400</c:v>
                </c:pt>
                <c:pt idx="999">
                  <c:v>2400</c:v>
                </c:pt>
                <c:pt idx="1000">
                  <c:v>2400</c:v>
                </c:pt>
                <c:pt idx="1001">
                  <c:v>2400</c:v>
                </c:pt>
                <c:pt idx="1002">
                  <c:v>2400</c:v>
                </c:pt>
                <c:pt idx="1003">
                  <c:v>2400</c:v>
                </c:pt>
                <c:pt idx="1004">
                  <c:v>2400</c:v>
                </c:pt>
                <c:pt idx="1005">
                  <c:v>2400</c:v>
                </c:pt>
                <c:pt idx="1006">
                  <c:v>2400</c:v>
                </c:pt>
                <c:pt idx="1007">
                  <c:v>2400</c:v>
                </c:pt>
                <c:pt idx="1008">
                  <c:v>2400</c:v>
                </c:pt>
                <c:pt idx="1009">
                  <c:v>2400</c:v>
                </c:pt>
                <c:pt idx="1010">
                  <c:v>2400</c:v>
                </c:pt>
                <c:pt idx="1011">
                  <c:v>2400</c:v>
                </c:pt>
                <c:pt idx="1012">
                  <c:v>2400</c:v>
                </c:pt>
                <c:pt idx="1013">
                  <c:v>2400</c:v>
                </c:pt>
                <c:pt idx="1014">
                  <c:v>2400</c:v>
                </c:pt>
                <c:pt idx="1015">
                  <c:v>2400</c:v>
                </c:pt>
                <c:pt idx="1016">
                  <c:v>2400</c:v>
                </c:pt>
                <c:pt idx="1017">
                  <c:v>2400</c:v>
                </c:pt>
                <c:pt idx="1018">
                  <c:v>2400</c:v>
                </c:pt>
                <c:pt idx="1019">
                  <c:v>2400</c:v>
                </c:pt>
                <c:pt idx="1020">
                  <c:v>2400</c:v>
                </c:pt>
                <c:pt idx="1021">
                  <c:v>2400</c:v>
                </c:pt>
                <c:pt idx="1022">
                  <c:v>2400</c:v>
                </c:pt>
                <c:pt idx="1023">
                  <c:v>2400</c:v>
                </c:pt>
                <c:pt idx="1024">
                  <c:v>2400</c:v>
                </c:pt>
                <c:pt idx="1025">
                  <c:v>2400</c:v>
                </c:pt>
                <c:pt idx="1026">
                  <c:v>2250</c:v>
                </c:pt>
                <c:pt idx="1027">
                  <c:v>2250</c:v>
                </c:pt>
                <c:pt idx="1028">
                  <c:v>2250</c:v>
                </c:pt>
                <c:pt idx="1029">
                  <c:v>2250</c:v>
                </c:pt>
                <c:pt idx="1030">
                  <c:v>2250</c:v>
                </c:pt>
                <c:pt idx="1031">
                  <c:v>2250</c:v>
                </c:pt>
                <c:pt idx="1032">
                  <c:v>2250</c:v>
                </c:pt>
                <c:pt idx="1033">
                  <c:v>2250</c:v>
                </c:pt>
                <c:pt idx="1034">
                  <c:v>2250</c:v>
                </c:pt>
                <c:pt idx="1035">
                  <c:v>2250</c:v>
                </c:pt>
                <c:pt idx="1036">
                  <c:v>2220</c:v>
                </c:pt>
                <c:pt idx="1037">
                  <c:v>2220</c:v>
                </c:pt>
                <c:pt idx="1038">
                  <c:v>2220</c:v>
                </c:pt>
                <c:pt idx="1039">
                  <c:v>2220</c:v>
                </c:pt>
                <c:pt idx="1040">
                  <c:v>2220</c:v>
                </c:pt>
                <c:pt idx="1041">
                  <c:v>2220</c:v>
                </c:pt>
                <c:pt idx="1042">
                  <c:v>2220</c:v>
                </c:pt>
                <c:pt idx="1043">
                  <c:v>2220</c:v>
                </c:pt>
                <c:pt idx="1044">
                  <c:v>2220</c:v>
                </c:pt>
                <c:pt idx="1045">
                  <c:v>2220</c:v>
                </c:pt>
                <c:pt idx="1046">
                  <c:v>2220</c:v>
                </c:pt>
                <c:pt idx="1047">
                  <c:v>2220</c:v>
                </c:pt>
                <c:pt idx="1048">
                  <c:v>2220</c:v>
                </c:pt>
                <c:pt idx="1049">
                  <c:v>2220</c:v>
                </c:pt>
                <c:pt idx="1050">
                  <c:v>2220</c:v>
                </c:pt>
                <c:pt idx="1051">
                  <c:v>2220</c:v>
                </c:pt>
                <c:pt idx="1052">
                  <c:v>2220</c:v>
                </c:pt>
                <c:pt idx="1053">
                  <c:v>2220</c:v>
                </c:pt>
                <c:pt idx="1054">
                  <c:v>2220</c:v>
                </c:pt>
                <c:pt idx="1055">
                  <c:v>2220</c:v>
                </c:pt>
                <c:pt idx="1056">
                  <c:v>2220</c:v>
                </c:pt>
                <c:pt idx="1057">
                  <c:v>2220</c:v>
                </c:pt>
                <c:pt idx="1058">
                  <c:v>2220</c:v>
                </c:pt>
                <c:pt idx="1059">
                  <c:v>2220</c:v>
                </c:pt>
                <c:pt idx="1060">
                  <c:v>2220</c:v>
                </c:pt>
                <c:pt idx="1061">
                  <c:v>2220</c:v>
                </c:pt>
                <c:pt idx="1062">
                  <c:v>2220</c:v>
                </c:pt>
                <c:pt idx="1063">
                  <c:v>2220</c:v>
                </c:pt>
                <c:pt idx="1064">
                  <c:v>2220</c:v>
                </c:pt>
                <c:pt idx="1065">
                  <c:v>2220</c:v>
                </c:pt>
                <c:pt idx="1066">
                  <c:v>2220</c:v>
                </c:pt>
                <c:pt idx="1067">
                  <c:v>2220</c:v>
                </c:pt>
                <c:pt idx="1068">
                  <c:v>2220</c:v>
                </c:pt>
                <c:pt idx="1069">
                  <c:v>2220</c:v>
                </c:pt>
                <c:pt idx="1070">
                  <c:v>2220</c:v>
                </c:pt>
                <c:pt idx="1071">
                  <c:v>2220</c:v>
                </c:pt>
                <c:pt idx="1072">
                  <c:v>2220</c:v>
                </c:pt>
                <c:pt idx="1073">
                  <c:v>2220</c:v>
                </c:pt>
                <c:pt idx="1074">
                  <c:v>2220</c:v>
                </c:pt>
                <c:pt idx="1075">
                  <c:v>2220</c:v>
                </c:pt>
                <c:pt idx="1076">
                  <c:v>2220</c:v>
                </c:pt>
                <c:pt idx="1077">
                  <c:v>2220</c:v>
                </c:pt>
                <c:pt idx="1078">
                  <c:v>2220</c:v>
                </c:pt>
                <c:pt idx="1079">
                  <c:v>2220</c:v>
                </c:pt>
                <c:pt idx="1080">
                  <c:v>2220</c:v>
                </c:pt>
                <c:pt idx="1081">
                  <c:v>2220</c:v>
                </c:pt>
                <c:pt idx="1082">
                  <c:v>2220</c:v>
                </c:pt>
                <c:pt idx="1083">
                  <c:v>2220</c:v>
                </c:pt>
                <c:pt idx="1084">
                  <c:v>2220</c:v>
                </c:pt>
                <c:pt idx="1085">
                  <c:v>2220</c:v>
                </c:pt>
                <c:pt idx="1086">
                  <c:v>2220</c:v>
                </c:pt>
                <c:pt idx="1087">
                  <c:v>2220</c:v>
                </c:pt>
                <c:pt idx="1088">
                  <c:v>2220</c:v>
                </c:pt>
                <c:pt idx="1089">
                  <c:v>2220</c:v>
                </c:pt>
                <c:pt idx="1090">
                  <c:v>2220</c:v>
                </c:pt>
                <c:pt idx="1091">
                  <c:v>2220</c:v>
                </c:pt>
                <c:pt idx="1092">
                  <c:v>2220</c:v>
                </c:pt>
                <c:pt idx="1093">
                  <c:v>2220</c:v>
                </c:pt>
                <c:pt idx="1094">
                  <c:v>2220</c:v>
                </c:pt>
                <c:pt idx="1095">
                  <c:v>2220</c:v>
                </c:pt>
                <c:pt idx="1096">
                  <c:v>2220</c:v>
                </c:pt>
                <c:pt idx="1097">
                  <c:v>2220</c:v>
                </c:pt>
                <c:pt idx="1098">
                  <c:v>2400</c:v>
                </c:pt>
                <c:pt idx="1099">
                  <c:v>2400</c:v>
                </c:pt>
                <c:pt idx="1100">
                  <c:v>2400</c:v>
                </c:pt>
                <c:pt idx="1101">
                  <c:v>2400</c:v>
                </c:pt>
                <c:pt idx="1102">
                  <c:v>2400</c:v>
                </c:pt>
                <c:pt idx="1103">
                  <c:v>2400</c:v>
                </c:pt>
                <c:pt idx="1104">
                  <c:v>2400</c:v>
                </c:pt>
                <c:pt idx="1105">
                  <c:v>2400</c:v>
                </c:pt>
                <c:pt idx="1106">
                  <c:v>2400</c:v>
                </c:pt>
                <c:pt idx="1107">
                  <c:v>2400</c:v>
                </c:pt>
                <c:pt idx="1108">
                  <c:v>2400</c:v>
                </c:pt>
                <c:pt idx="1109">
                  <c:v>2400</c:v>
                </c:pt>
                <c:pt idx="1110">
                  <c:v>2400</c:v>
                </c:pt>
                <c:pt idx="1111">
                  <c:v>2400</c:v>
                </c:pt>
                <c:pt idx="1112">
                  <c:v>2400</c:v>
                </c:pt>
                <c:pt idx="1113">
                  <c:v>2400</c:v>
                </c:pt>
                <c:pt idx="1114">
                  <c:v>2400</c:v>
                </c:pt>
                <c:pt idx="1115">
                  <c:v>2400</c:v>
                </c:pt>
                <c:pt idx="1116">
                  <c:v>2400</c:v>
                </c:pt>
                <c:pt idx="1117">
                  <c:v>2400</c:v>
                </c:pt>
                <c:pt idx="1118">
                  <c:v>2400</c:v>
                </c:pt>
                <c:pt idx="1119">
                  <c:v>2400</c:v>
                </c:pt>
                <c:pt idx="1120">
                  <c:v>2400</c:v>
                </c:pt>
                <c:pt idx="1121">
                  <c:v>2400</c:v>
                </c:pt>
                <c:pt idx="1122">
                  <c:v>2400</c:v>
                </c:pt>
                <c:pt idx="1123">
                  <c:v>2400</c:v>
                </c:pt>
                <c:pt idx="1124">
                  <c:v>2400</c:v>
                </c:pt>
                <c:pt idx="1125">
                  <c:v>2400</c:v>
                </c:pt>
                <c:pt idx="1126">
                  <c:v>2400</c:v>
                </c:pt>
                <c:pt idx="1127">
                  <c:v>2400</c:v>
                </c:pt>
                <c:pt idx="1128">
                  <c:v>2400</c:v>
                </c:pt>
                <c:pt idx="1129">
                  <c:v>2400</c:v>
                </c:pt>
                <c:pt idx="1130">
                  <c:v>2400</c:v>
                </c:pt>
                <c:pt idx="1131">
                  <c:v>2400</c:v>
                </c:pt>
                <c:pt idx="1132">
                  <c:v>2400</c:v>
                </c:pt>
                <c:pt idx="1133">
                  <c:v>2400</c:v>
                </c:pt>
                <c:pt idx="1134">
                  <c:v>2400</c:v>
                </c:pt>
                <c:pt idx="1135">
                  <c:v>2400</c:v>
                </c:pt>
                <c:pt idx="1136">
                  <c:v>2400</c:v>
                </c:pt>
                <c:pt idx="1137">
                  <c:v>2400</c:v>
                </c:pt>
                <c:pt idx="1138">
                  <c:v>2400</c:v>
                </c:pt>
                <c:pt idx="1139">
                  <c:v>2400</c:v>
                </c:pt>
                <c:pt idx="1140">
                  <c:v>2400</c:v>
                </c:pt>
                <c:pt idx="1141">
                  <c:v>2400</c:v>
                </c:pt>
                <c:pt idx="1142">
                  <c:v>2400</c:v>
                </c:pt>
                <c:pt idx="1143">
                  <c:v>2400</c:v>
                </c:pt>
                <c:pt idx="1144">
                  <c:v>2400</c:v>
                </c:pt>
                <c:pt idx="1145">
                  <c:v>2400</c:v>
                </c:pt>
                <c:pt idx="1146">
                  <c:v>2400</c:v>
                </c:pt>
                <c:pt idx="1147">
                  <c:v>2400</c:v>
                </c:pt>
                <c:pt idx="1148">
                  <c:v>2400</c:v>
                </c:pt>
                <c:pt idx="1149">
                  <c:v>2400</c:v>
                </c:pt>
                <c:pt idx="1150">
                  <c:v>2400</c:v>
                </c:pt>
                <c:pt idx="1151">
                  <c:v>2400</c:v>
                </c:pt>
                <c:pt idx="1152">
                  <c:v>2400</c:v>
                </c:pt>
                <c:pt idx="1153">
                  <c:v>2400</c:v>
                </c:pt>
                <c:pt idx="1154">
                  <c:v>2400</c:v>
                </c:pt>
                <c:pt idx="1155">
                  <c:v>2400</c:v>
                </c:pt>
                <c:pt idx="1156">
                  <c:v>2400</c:v>
                </c:pt>
                <c:pt idx="1157">
                  <c:v>2400</c:v>
                </c:pt>
                <c:pt idx="1158">
                  <c:v>2400</c:v>
                </c:pt>
                <c:pt idx="1159">
                  <c:v>2400</c:v>
                </c:pt>
                <c:pt idx="1160">
                  <c:v>2400</c:v>
                </c:pt>
                <c:pt idx="1161">
                  <c:v>2400</c:v>
                </c:pt>
                <c:pt idx="1162">
                  <c:v>2400</c:v>
                </c:pt>
                <c:pt idx="1163">
                  <c:v>2400</c:v>
                </c:pt>
                <c:pt idx="1164">
                  <c:v>2400</c:v>
                </c:pt>
                <c:pt idx="1165">
                  <c:v>2400</c:v>
                </c:pt>
                <c:pt idx="1166">
                  <c:v>2400</c:v>
                </c:pt>
                <c:pt idx="1167">
                  <c:v>2700</c:v>
                </c:pt>
                <c:pt idx="1168">
                  <c:v>2700</c:v>
                </c:pt>
                <c:pt idx="1169">
                  <c:v>2700</c:v>
                </c:pt>
                <c:pt idx="1170">
                  <c:v>2700</c:v>
                </c:pt>
                <c:pt idx="1171">
                  <c:v>2700</c:v>
                </c:pt>
                <c:pt idx="1172">
                  <c:v>2700</c:v>
                </c:pt>
                <c:pt idx="1173">
                  <c:v>2700</c:v>
                </c:pt>
                <c:pt idx="1174">
                  <c:v>2700</c:v>
                </c:pt>
                <c:pt idx="1175">
                  <c:v>2700</c:v>
                </c:pt>
                <c:pt idx="1176">
                  <c:v>2700</c:v>
                </c:pt>
                <c:pt idx="1177">
                  <c:v>2700</c:v>
                </c:pt>
                <c:pt idx="1178">
                  <c:v>2700</c:v>
                </c:pt>
                <c:pt idx="1179">
                  <c:v>2700</c:v>
                </c:pt>
                <c:pt idx="1180">
                  <c:v>2900</c:v>
                </c:pt>
                <c:pt idx="1181">
                  <c:v>2900</c:v>
                </c:pt>
                <c:pt idx="1182">
                  <c:v>2900</c:v>
                </c:pt>
                <c:pt idx="1183">
                  <c:v>2900</c:v>
                </c:pt>
                <c:pt idx="1184">
                  <c:v>2900</c:v>
                </c:pt>
                <c:pt idx="1185">
                  <c:v>2900</c:v>
                </c:pt>
                <c:pt idx="1186">
                  <c:v>2900</c:v>
                </c:pt>
                <c:pt idx="1187">
                  <c:v>2900</c:v>
                </c:pt>
                <c:pt idx="1188">
                  <c:v>2900</c:v>
                </c:pt>
                <c:pt idx="1189">
                  <c:v>2900</c:v>
                </c:pt>
                <c:pt idx="1190">
                  <c:v>2900</c:v>
                </c:pt>
                <c:pt idx="1191">
                  <c:v>2900</c:v>
                </c:pt>
                <c:pt idx="1192">
                  <c:v>2900</c:v>
                </c:pt>
                <c:pt idx="1193">
                  <c:v>2900</c:v>
                </c:pt>
                <c:pt idx="1194">
                  <c:v>2900</c:v>
                </c:pt>
                <c:pt idx="1195">
                  <c:v>2900</c:v>
                </c:pt>
                <c:pt idx="1196">
                  <c:v>2900</c:v>
                </c:pt>
                <c:pt idx="1197">
                  <c:v>2900</c:v>
                </c:pt>
                <c:pt idx="1198">
                  <c:v>2900</c:v>
                </c:pt>
                <c:pt idx="1199">
                  <c:v>2900</c:v>
                </c:pt>
                <c:pt idx="1200">
                  <c:v>2900</c:v>
                </c:pt>
                <c:pt idx="1201">
                  <c:v>2900</c:v>
                </c:pt>
                <c:pt idx="1202">
                  <c:v>2900</c:v>
                </c:pt>
                <c:pt idx="1203">
                  <c:v>2900</c:v>
                </c:pt>
                <c:pt idx="1204">
                  <c:v>2900</c:v>
                </c:pt>
                <c:pt idx="1205">
                  <c:v>2900</c:v>
                </c:pt>
                <c:pt idx="1206">
                  <c:v>2900</c:v>
                </c:pt>
                <c:pt idx="1207">
                  <c:v>2900</c:v>
                </c:pt>
                <c:pt idx="1208">
                  <c:v>2900</c:v>
                </c:pt>
                <c:pt idx="1209">
                  <c:v>2900</c:v>
                </c:pt>
                <c:pt idx="1210">
                  <c:v>2900</c:v>
                </c:pt>
                <c:pt idx="1211">
                  <c:v>2900</c:v>
                </c:pt>
                <c:pt idx="1212">
                  <c:v>2900</c:v>
                </c:pt>
                <c:pt idx="1213">
                  <c:v>2900</c:v>
                </c:pt>
                <c:pt idx="1214">
                  <c:v>2900</c:v>
                </c:pt>
                <c:pt idx="1215">
                  <c:v>2900</c:v>
                </c:pt>
                <c:pt idx="1216">
                  <c:v>2900</c:v>
                </c:pt>
                <c:pt idx="1217">
                  <c:v>2900</c:v>
                </c:pt>
                <c:pt idx="1218">
                  <c:v>2900</c:v>
                </c:pt>
                <c:pt idx="1219">
                  <c:v>2900</c:v>
                </c:pt>
                <c:pt idx="1220">
                  <c:v>2900</c:v>
                </c:pt>
                <c:pt idx="1221">
                  <c:v>2900</c:v>
                </c:pt>
                <c:pt idx="1222">
                  <c:v>2900</c:v>
                </c:pt>
                <c:pt idx="1223">
                  <c:v>2900</c:v>
                </c:pt>
                <c:pt idx="1224">
                  <c:v>2900</c:v>
                </c:pt>
                <c:pt idx="1225">
                  <c:v>2900</c:v>
                </c:pt>
                <c:pt idx="1226">
                  <c:v>2900</c:v>
                </c:pt>
                <c:pt idx="1227">
                  <c:v>2900</c:v>
                </c:pt>
                <c:pt idx="1228">
                  <c:v>2900</c:v>
                </c:pt>
                <c:pt idx="1229">
                  <c:v>2900</c:v>
                </c:pt>
                <c:pt idx="1230">
                  <c:v>2900</c:v>
                </c:pt>
                <c:pt idx="1231">
                  <c:v>2900</c:v>
                </c:pt>
                <c:pt idx="1232">
                  <c:v>2900</c:v>
                </c:pt>
                <c:pt idx="1233">
                  <c:v>2900</c:v>
                </c:pt>
                <c:pt idx="1234">
                  <c:v>2900</c:v>
                </c:pt>
                <c:pt idx="1235">
                  <c:v>2900</c:v>
                </c:pt>
                <c:pt idx="1236">
                  <c:v>2900</c:v>
                </c:pt>
                <c:pt idx="1237">
                  <c:v>2900</c:v>
                </c:pt>
                <c:pt idx="1238">
                  <c:v>2900</c:v>
                </c:pt>
                <c:pt idx="1239">
                  <c:v>2900</c:v>
                </c:pt>
                <c:pt idx="1240">
                  <c:v>2900</c:v>
                </c:pt>
                <c:pt idx="1241">
                  <c:v>2900</c:v>
                </c:pt>
                <c:pt idx="1242">
                  <c:v>2900</c:v>
                </c:pt>
                <c:pt idx="1243">
                  <c:v>2900</c:v>
                </c:pt>
                <c:pt idx="1244">
                  <c:v>2900</c:v>
                </c:pt>
                <c:pt idx="1245">
                  <c:v>2900</c:v>
                </c:pt>
                <c:pt idx="1246">
                  <c:v>2900</c:v>
                </c:pt>
                <c:pt idx="1247">
                  <c:v>2900</c:v>
                </c:pt>
                <c:pt idx="1248">
                  <c:v>2900</c:v>
                </c:pt>
                <c:pt idx="1249">
                  <c:v>2900</c:v>
                </c:pt>
                <c:pt idx="1250">
                  <c:v>2900</c:v>
                </c:pt>
                <c:pt idx="1251">
                  <c:v>2900</c:v>
                </c:pt>
                <c:pt idx="1252">
                  <c:v>2900</c:v>
                </c:pt>
                <c:pt idx="1253">
                  <c:v>2900</c:v>
                </c:pt>
                <c:pt idx="1254">
                  <c:v>2900</c:v>
                </c:pt>
                <c:pt idx="1255">
                  <c:v>2900</c:v>
                </c:pt>
                <c:pt idx="1256">
                  <c:v>2900</c:v>
                </c:pt>
                <c:pt idx="1257">
                  <c:v>2900</c:v>
                </c:pt>
                <c:pt idx="1258">
                  <c:v>2900</c:v>
                </c:pt>
                <c:pt idx="1259">
                  <c:v>2900</c:v>
                </c:pt>
                <c:pt idx="1260">
                  <c:v>2900</c:v>
                </c:pt>
                <c:pt idx="1261">
                  <c:v>2900</c:v>
                </c:pt>
                <c:pt idx="1262">
                  <c:v>2900</c:v>
                </c:pt>
                <c:pt idx="1263">
                  <c:v>2900</c:v>
                </c:pt>
                <c:pt idx="1264">
                  <c:v>2900</c:v>
                </c:pt>
                <c:pt idx="1265">
                  <c:v>2900</c:v>
                </c:pt>
                <c:pt idx="1266">
                  <c:v>2900</c:v>
                </c:pt>
                <c:pt idx="1267">
                  <c:v>2900</c:v>
                </c:pt>
                <c:pt idx="1268">
                  <c:v>2900</c:v>
                </c:pt>
                <c:pt idx="1269">
                  <c:v>2900</c:v>
                </c:pt>
                <c:pt idx="1270">
                  <c:v>2900</c:v>
                </c:pt>
                <c:pt idx="1271">
                  <c:v>2900</c:v>
                </c:pt>
                <c:pt idx="1272">
                  <c:v>2900</c:v>
                </c:pt>
                <c:pt idx="1273">
                  <c:v>2900</c:v>
                </c:pt>
                <c:pt idx="1274">
                  <c:v>2900</c:v>
                </c:pt>
                <c:pt idx="1275">
                  <c:v>2900</c:v>
                </c:pt>
                <c:pt idx="1276">
                  <c:v>2900</c:v>
                </c:pt>
                <c:pt idx="1277">
                  <c:v>2900</c:v>
                </c:pt>
                <c:pt idx="1278">
                  <c:v>2900</c:v>
                </c:pt>
                <c:pt idx="1279">
                  <c:v>2900</c:v>
                </c:pt>
                <c:pt idx="1280">
                  <c:v>2900</c:v>
                </c:pt>
                <c:pt idx="1281">
                  <c:v>2900</c:v>
                </c:pt>
                <c:pt idx="1282">
                  <c:v>2900</c:v>
                </c:pt>
                <c:pt idx="1283">
                  <c:v>2900</c:v>
                </c:pt>
                <c:pt idx="1284">
                  <c:v>2900</c:v>
                </c:pt>
                <c:pt idx="1285">
                  <c:v>2900</c:v>
                </c:pt>
                <c:pt idx="1286">
                  <c:v>2900</c:v>
                </c:pt>
                <c:pt idx="1287">
                  <c:v>2900</c:v>
                </c:pt>
                <c:pt idx="1288">
                  <c:v>2900</c:v>
                </c:pt>
                <c:pt idx="1289">
                  <c:v>2900</c:v>
                </c:pt>
                <c:pt idx="1290">
                  <c:v>2900</c:v>
                </c:pt>
                <c:pt idx="1291">
                  <c:v>2900</c:v>
                </c:pt>
                <c:pt idx="1292">
                  <c:v>2900</c:v>
                </c:pt>
                <c:pt idx="1293">
                  <c:v>2900</c:v>
                </c:pt>
                <c:pt idx="1294">
                  <c:v>2900</c:v>
                </c:pt>
                <c:pt idx="1295">
                  <c:v>2900</c:v>
                </c:pt>
                <c:pt idx="1296">
                  <c:v>2900</c:v>
                </c:pt>
                <c:pt idx="1297">
                  <c:v>2900</c:v>
                </c:pt>
                <c:pt idx="1298">
                  <c:v>2900</c:v>
                </c:pt>
                <c:pt idx="1299">
                  <c:v>2900</c:v>
                </c:pt>
                <c:pt idx="1300">
                  <c:v>2900</c:v>
                </c:pt>
                <c:pt idx="1301">
                  <c:v>2900</c:v>
                </c:pt>
                <c:pt idx="1302">
                  <c:v>2900</c:v>
                </c:pt>
                <c:pt idx="1303">
                  <c:v>2900</c:v>
                </c:pt>
                <c:pt idx="1304">
                  <c:v>2900</c:v>
                </c:pt>
                <c:pt idx="1305">
                  <c:v>2900</c:v>
                </c:pt>
                <c:pt idx="1306">
                  <c:v>2900</c:v>
                </c:pt>
                <c:pt idx="1307">
                  <c:v>2900</c:v>
                </c:pt>
                <c:pt idx="1308">
                  <c:v>2900</c:v>
                </c:pt>
                <c:pt idx="1309">
                  <c:v>2900</c:v>
                </c:pt>
                <c:pt idx="1310">
                  <c:v>2900</c:v>
                </c:pt>
                <c:pt idx="1311">
                  <c:v>2900</c:v>
                </c:pt>
                <c:pt idx="1312">
                  <c:v>2900</c:v>
                </c:pt>
                <c:pt idx="1313">
                  <c:v>2900</c:v>
                </c:pt>
                <c:pt idx="1314">
                  <c:v>2900</c:v>
                </c:pt>
                <c:pt idx="1315">
                  <c:v>2900</c:v>
                </c:pt>
                <c:pt idx="1316">
                  <c:v>2900</c:v>
                </c:pt>
                <c:pt idx="1317">
                  <c:v>2900</c:v>
                </c:pt>
                <c:pt idx="1318">
                  <c:v>2900</c:v>
                </c:pt>
                <c:pt idx="1319">
                  <c:v>2900</c:v>
                </c:pt>
                <c:pt idx="1320">
                  <c:v>2900</c:v>
                </c:pt>
                <c:pt idx="1321">
                  <c:v>2900</c:v>
                </c:pt>
                <c:pt idx="1322">
                  <c:v>2900</c:v>
                </c:pt>
                <c:pt idx="1323">
                  <c:v>2900</c:v>
                </c:pt>
                <c:pt idx="1324">
                  <c:v>2900</c:v>
                </c:pt>
                <c:pt idx="1325">
                  <c:v>2900</c:v>
                </c:pt>
                <c:pt idx="1326">
                  <c:v>2900</c:v>
                </c:pt>
                <c:pt idx="1327">
                  <c:v>2900</c:v>
                </c:pt>
                <c:pt idx="1328">
                  <c:v>2900</c:v>
                </c:pt>
                <c:pt idx="1329">
                  <c:v>2900</c:v>
                </c:pt>
                <c:pt idx="1330">
                  <c:v>2900</c:v>
                </c:pt>
                <c:pt idx="1331">
                  <c:v>2900</c:v>
                </c:pt>
                <c:pt idx="1332">
                  <c:v>2900</c:v>
                </c:pt>
                <c:pt idx="1333">
                  <c:v>2900</c:v>
                </c:pt>
                <c:pt idx="1334">
                  <c:v>2900</c:v>
                </c:pt>
                <c:pt idx="1335">
                  <c:v>2900</c:v>
                </c:pt>
                <c:pt idx="1336">
                  <c:v>2900</c:v>
                </c:pt>
                <c:pt idx="1337">
                  <c:v>2900</c:v>
                </c:pt>
                <c:pt idx="1338">
                  <c:v>2900</c:v>
                </c:pt>
                <c:pt idx="1339">
                  <c:v>2900</c:v>
                </c:pt>
                <c:pt idx="1340">
                  <c:v>2900</c:v>
                </c:pt>
                <c:pt idx="1341">
                  <c:v>2900</c:v>
                </c:pt>
                <c:pt idx="1342">
                  <c:v>2900</c:v>
                </c:pt>
                <c:pt idx="1343">
                  <c:v>2900</c:v>
                </c:pt>
                <c:pt idx="1344">
                  <c:v>2900</c:v>
                </c:pt>
                <c:pt idx="1345">
                  <c:v>2900</c:v>
                </c:pt>
                <c:pt idx="1346">
                  <c:v>2900</c:v>
                </c:pt>
                <c:pt idx="1347">
                  <c:v>2900</c:v>
                </c:pt>
                <c:pt idx="1348">
                  <c:v>2750</c:v>
                </c:pt>
                <c:pt idx="1349">
                  <c:v>2750</c:v>
                </c:pt>
                <c:pt idx="1350">
                  <c:v>2750</c:v>
                </c:pt>
                <c:pt idx="1351">
                  <c:v>2750</c:v>
                </c:pt>
                <c:pt idx="1352">
                  <c:v>2750</c:v>
                </c:pt>
                <c:pt idx="1353">
                  <c:v>2750</c:v>
                </c:pt>
                <c:pt idx="1354">
                  <c:v>2750</c:v>
                </c:pt>
                <c:pt idx="1355">
                  <c:v>2750</c:v>
                </c:pt>
                <c:pt idx="1356">
                  <c:v>2750</c:v>
                </c:pt>
                <c:pt idx="1357">
                  <c:v>2750</c:v>
                </c:pt>
                <c:pt idx="1358">
                  <c:v>2750</c:v>
                </c:pt>
                <c:pt idx="1359">
                  <c:v>2750</c:v>
                </c:pt>
                <c:pt idx="1360">
                  <c:v>2750</c:v>
                </c:pt>
                <c:pt idx="1361">
                  <c:v>2750</c:v>
                </c:pt>
                <c:pt idx="1362">
                  <c:v>2750</c:v>
                </c:pt>
                <c:pt idx="1363">
                  <c:v>2750</c:v>
                </c:pt>
                <c:pt idx="1364">
                  <c:v>2750</c:v>
                </c:pt>
                <c:pt idx="1365">
                  <c:v>2750</c:v>
                </c:pt>
                <c:pt idx="1366">
                  <c:v>2750</c:v>
                </c:pt>
                <c:pt idx="1367">
                  <c:v>2750</c:v>
                </c:pt>
                <c:pt idx="1368">
                  <c:v>2750</c:v>
                </c:pt>
                <c:pt idx="1369">
                  <c:v>2750</c:v>
                </c:pt>
                <c:pt idx="1370">
                  <c:v>2750</c:v>
                </c:pt>
                <c:pt idx="1371">
                  <c:v>2750</c:v>
                </c:pt>
                <c:pt idx="1372">
                  <c:v>2750</c:v>
                </c:pt>
                <c:pt idx="1373">
                  <c:v>2750</c:v>
                </c:pt>
                <c:pt idx="1374">
                  <c:v>2750</c:v>
                </c:pt>
                <c:pt idx="1375">
                  <c:v>2750</c:v>
                </c:pt>
                <c:pt idx="1376">
                  <c:v>2750</c:v>
                </c:pt>
                <c:pt idx="1377">
                  <c:v>2750</c:v>
                </c:pt>
                <c:pt idx="1378">
                  <c:v>2750</c:v>
                </c:pt>
                <c:pt idx="1379">
                  <c:v>2750</c:v>
                </c:pt>
                <c:pt idx="1380">
                  <c:v>2750</c:v>
                </c:pt>
                <c:pt idx="1381">
                  <c:v>2750</c:v>
                </c:pt>
                <c:pt idx="1382">
                  <c:v>2750</c:v>
                </c:pt>
                <c:pt idx="1383">
                  <c:v>2750</c:v>
                </c:pt>
                <c:pt idx="1384">
                  <c:v>2750</c:v>
                </c:pt>
                <c:pt idx="1385">
                  <c:v>2750</c:v>
                </c:pt>
                <c:pt idx="1386">
                  <c:v>2750</c:v>
                </c:pt>
                <c:pt idx="1387">
                  <c:v>2750</c:v>
                </c:pt>
                <c:pt idx="1388">
                  <c:v>2750</c:v>
                </c:pt>
                <c:pt idx="1389">
                  <c:v>2750</c:v>
                </c:pt>
                <c:pt idx="1390">
                  <c:v>2800</c:v>
                </c:pt>
                <c:pt idx="1391">
                  <c:v>2800</c:v>
                </c:pt>
                <c:pt idx="1392">
                  <c:v>2800</c:v>
                </c:pt>
                <c:pt idx="1393">
                  <c:v>2800</c:v>
                </c:pt>
                <c:pt idx="1394">
                  <c:v>2800</c:v>
                </c:pt>
                <c:pt idx="1395">
                  <c:v>2800</c:v>
                </c:pt>
                <c:pt idx="1396">
                  <c:v>2800</c:v>
                </c:pt>
                <c:pt idx="1397">
                  <c:v>2800</c:v>
                </c:pt>
                <c:pt idx="1398">
                  <c:v>2800</c:v>
                </c:pt>
                <c:pt idx="1399">
                  <c:v>2800</c:v>
                </c:pt>
                <c:pt idx="1400">
                  <c:v>2800</c:v>
                </c:pt>
                <c:pt idx="1401">
                  <c:v>2850</c:v>
                </c:pt>
                <c:pt idx="1402">
                  <c:v>2850</c:v>
                </c:pt>
                <c:pt idx="1403">
                  <c:v>2850</c:v>
                </c:pt>
                <c:pt idx="1404">
                  <c:v>2850</c:v>
                </c:pt>
                <c:pt idx="1405">
                  <c:v>2850</c:v>
                </c:pt>
                <c:pt idx="1406">
                  <c:v>2850</c:v>
                </c:pt>
                <c:pt idx="1407">
                  <c:v>2850</c:v>
                </c:pt>
                <c:pt idx="1408">
                  <c:v>2850</c:v>
                </c:pt>
                <c:pt idx="1409">
                  <c:v>2850</c:v>
                </c:pt>
                <c:pt idx="1410">
                  <c:v>2850</c:v>
                </c:pt>
                <c:pt idx="1411">
                  <c:v>2850</c:v>
                </c:pt>
                <c:pt idx="1412">
                  <c:v>2850</c:v>
                </c:pt>
                <c:pt idx="1413">
                  <c:v>2850</c:v>
                </c:pt>
                <c:pt idx="1414">
                  <c:v>2900</c:v>
                </c:pt>
                <c:pt idx="1415">
                  <c:v>2900</c:v>
                </c:pt>
                <c:pt idx="1416">
                  <c:v>2900</c:v>
                </c:pt>
                <c:pt idx="1417">
                  <c:v>2900</c:v>
                </c:pt>
                <c:pt idx="1418">
                  <c:v>2900</c:v>
                </c:pt>
                <c:pt idx="1419">
                  <c:v>2900</c:v>
                </c:pt>
                <c:pt idx="1420">
                  <c:v>2900</c:v>
                </c:pt>
                <c:pt idx="1421">
                  <c:v>2900</c:v>
                </c:pt>
                <c:pt idx="1422">
                  <c:v>2900</c:v>
                </c:pt>
                <c:pt idx="1423">
                  <c:v>2900</c:v>
                </c:pt>
                <c:pt idx="1424">
                  <c:v>2900</c:v>
                </c:pt>
                <c:pt idx="1425">
                  <c:v>2900</c:v>
                </c:pt>
                <c:pt idx="1426">
                  <c:v>2900</c:v>
                </c:pt>
                <c:pt idx="1427">
                  <c:v>2900</c:v>
                </c:pt>
                <c:pt idx="1428">
                  <c:v>2900</c:v>
                </c:pt>
                <c:pt idx="1429">
                  <c:v>2900</c:v>
                </c:pt>
                <c:pt idx="1430">
                  <c:v>2900</c:v>
                </c:pt>
                <c:pt idx="1431">
                  <c:v>2900</c:v>
                </c:pt>
                <c:pt idx="1432">
                  <c:v>2900</c:v>
                </c:pt>
                <c:pt idx="1433">
                  <c:v>2900</c:v>
                </c:pt>
                <c:pt idx="1434">
                  <c:v>2900</c:v>
                </c:pt>
                <c:pt idx="1435">
                  <c:v>2900</c:v>
                </c:pt>
                <c:pt idx="1436">
                  <c:v>2900</c:v>
                </c:pt>
                <c:pt idx="1437">
                  <c:v>2900</c:v>
                </c:pt>
                <c:pt idx="1438">
                  <c:v>2900</c:v>
                </c:pt>
                <c:pt idx="1439">
                  <c:v>2900</c:v>
                </c:pt>
                <c:pt idx="1440">
                  <c:v>2900</c:v>
                </c:pt>
                <c:pt idx="1441">
                  <c:v>2900</c:v>
                </c:pt>
                <c:pt idx="1442">
                  <c:v>2900</c:v>
                </c:pt>
                <c:pt idx="1443">
                  <c:v>2900</c:v>
                </c:pt>
                <c:pt idx="1444">
                  <c:v>2900</c:v>
                </c:pt>
                <c:pt idx="1445">
                  <c:v>2900</c:v>
                </c:pt>
                <c:pt idx="1446">
                  <c:v>2900</c:v>
                </c:pt>
                <c:pt idx="1447">
                  <c:v>2900</c:v>
                </c:pt>
                <c:pt idx="1448">
                  <c:v>2900</c:v>
                </c:pt>
                <c:pt idx="1449">
                  <c:v>3000</c:v>
                </c:pt>
                <c:pt idx="1450">
                  <c:v>3000</c:v>
                </c:pt>
                <c:pt idx="1451">
                  <c:v>3000</c:v>
                </c:pt>
                <c:pt idx="1452">
                  <c:v>3000</c:v>
                </c:pt>
                <c:pt idx="1453">
                  <c:v>3000</c:v>
                </c:pt>
                <c:pt idx="1454">
                  <c:v>3000</c:v>
                </c:pt>
                <c:pt idx="1455">
                  <c:v>3000</c:v>
                </c:pt>
                <c:pt idx="1456">
                  <c:v>3000</c:v>
                </c:pt>
                <c:pt idx="1457">
                  <c:v>3000</c:v>
                </c:pt>
                <c:pt idx="1458">
                  <c:v>3000</c:v>
                </c:pt>
                <c:pt idx="1459">
                  <c:v>3000</c:v>
                </c:pt>
                <c:pt idx="1460">
                  <c:v>3000</c:v>
                </c:pt>
                <c:pt idx="1461">
                  <c:v>3000</c:v>
                </c:pt>
                <c:pt idx="1462">
                  <c:v>3000</c:v>
                </c:pt>
                <c:pt idx="1463">
                  <c:v>3000</c:v>
                </c:pt>
                <c:pt idx="1464">
                  <c:v>3000</c:v>
                </c:pt>
                <c:pt idx="1465">
                  <c:v>3000</c:v>
                </c:pt>
                <c:pt idx="1466">
                  <c:v>3000</c:v>
                </c:pt>
                <c:pt idx="1467">
                  <c:v>3000</c:v>
                </c:pt>
                <c:pt idx="1468">
                  <c:v>3000</c:v>
                </c:pt>
                <c:pt idx="1469">
                  <c:v>3000</c:v>
                </c:pt>
                <c:pt idx="1470">
                  <c:v>3000</c:v>
                </c:pt>
                <c:pt idx="1471">
                  <c:v>3000</c:v>
                </c:pt>
                <c:pt idx="1472">
                  <c:v>3000</c:v>
                </c:pt>
                <c:pt idx="1473">
                  <c:v>3000</c:v>
                </c:pt>
                <c:pt idx="1474">
                  <c:v>3000</c:v>
                </c:pt>
                <c:pt idx="1475">
                  <c:v>3000</c:v>
                </c:pt>
                <c:pt idx="1476">
                  <c:v>3000</c:v>
                </c:pt>
                <c:pt idx="1477">
                  <c:v>3000</c:v>
                </c:pt>
                <c:pt idx="1478">
                  <c:v>3000</c:v>
                </c:pt>
                <c:pt idx="1479">
                  <c:v>3000</c:v>
                </c:pt>
                <c:pt idx="1480">
                  <c:v>3000</c:v>
                </c:pt>
                <c:pt idx="1481">
                  <c:v>3000</c:v>
                </c:pt>
                <c:pt idx="1482">
                  <c:v>3000</c:v>
                </c:pt>
                <c:pt idx="1483">
                  <c:v>3000</c:v>
                </c:pt>
                <c:pt idx="1484">
                  <c:v>3000</c:v>
                </c:pt>
                <c:pt idx="1485">
                  <c:v>3000</c:v>
                </c:pt>
                <c:pt idx="1486">
                  <c:v>3000</c:v>
                </c:pt>
                <c:pt idx="1487">
                  <c:v>3000</c:v>
                </c:pt>
                <c:pt idx="1488">
                  <c:v>3000</c:v>
                </c:pt>
                <c:pt idx="1489">
                  <c:v>3150</c:v>
                </c:pt>
                <c:pt idx="1490">
                  <c:v>3150</c:v>
                </c:pt>
                <c:pt idx="1491">
                  <c:v>3150</c:v>
                </c:pt>
                <c:pt idx="1492">
                  <c:v>3150</c:v>
                </c:pt>
                <c:pt idx="1493">
                  <c:v>3150</c:v>
                </c:pt>
                <c:pt idx="1494">
                  <c:v>3150</c:v>
                </c:pt>
                <c:pt idx="1495">
                  <c:v>3150</c:v>
                </c:pt>
                <c:pt idx="1496">
                  <c:v>3150</c:v>
                </c:pt>
                <c:pt idx="1497">
                  <c:v>3150</c:v>
                </c:pt>
                <c:pt idx="1498">
                  <c:v>3150</c:v>
                </c:pt>
                <c:pt idx="1499">
                  <c:v>3150</c:v>
                </c:pt>
                <c:pt idx="1500">
                  <c:v>3150</c:v>
                </c:pt>
                <c:pt idx="1501">
                  <c:v>3150</c:v>
                </c:pt>
                <c:pt idx="1502">
                  <c:v>3150</c:v>
                </c:pt>
                <c:pt idx="1503">
                  <c:v>3150</c:v>
                </c:pt>
                <c:pt idx="1504">
                  <c:v>3150</c:v>
                </c:pt>
                <c:pt idx="1505">
                  <c:v>3150</c:v>
                </c:pt>
                <c:pt idx="1506">
                  <c:v>3150</c:v>
                </c:pt>
                <c:pt idx="1507">
                  <c:v>3150</c:v>
                </c:pt>
                <c:pt idx="1508">
                  <c:v>3150</c:v>
                </c:pt>
                <c:pt idx="1509">
                  <c:v>3350</c:v>
                </c:pt>
                <c:pt idx="1510">
                  <c:v>3350</c:v>
                </c:pt>
                <c:pt idx="1511">
                  <c:v>3350</c:v>
                </c:pt>
                <c:pt idx="1512">
                  <c:v>3350</c:v>
                </c:pt>
                <c:pt idx="1513">
                  <c:v>3350</c:v>
                </c:pt>
                <c:pt idx="1514">
                  <c:v>3350</c:v>
                </c:pt>
                <c:pt idx="1515">
                  <c:v>3350</c:v>
                </c:pt>
                <c:pt idx="1516">
                  <c:v>3350</c:v>
                </c:pt>
                <c:pt idx="1517">
                  <c:v>3300</c:v>
                </c:pt>
                <c:pt idx="1518">
                  <c:v>3300</c:v>
                </c:pt>
                <c:pt idx="1519">
                  <c:v>3300</c:v>
                </c:pt>
                <c:pt idx="1520">
                  <c:v>3300</c:v>
                </c:pt>
                <c:pt idx="1521">
                  <c:v>3300</c:v>
                </c:pt>
                <c:pt idx="1522">
                  <c:v>3300</c:v>
                </c:pt>
                <c:pt idx="1523">
                  <c:v>3300</c:v>
                </c:pt>
                <c:pt idx="1524">
                  <c:v>3300</c:v>
                </c:pt>
                <c:pt idx="1525">
                  <c:v>3300</c:v>
                </c:pt>
                <c:pt idx="1526">
                  <c:v>3300</c:v>
                </c:pt>
                <c:pt idx="1527">
                  <c:v>3300</c:v>
                </c:pt>
                <c:pt idx="1528">
                  <c:v>3300</c:v>
                </c:pt>
                <c:pt idx="1529">
                  <c:v>3300</c:v>
                </c:pt>
                <c:pt idx="1530">
                  <c:v>3300</c:v>
                </c:pt>
                <c:pt idx="1531">
                  <c:v>3300</c:v>
                </c:pt>
                <c:pt idx="1532">
                  <c:v>3300</c:v>
                </c:pt>
                <c:pt idx="1533">
                  <c:v>3300</c:v>
                </c:pt>
                <c:pt idx="1534">
                  <c:v>3300</c:v>
                </c:pt>
                <c:pt idx="1535">
                  <c:v>3300</c:v>
                </c:pt>
                <c:pt idx="1536">
                  <c:v>3300</c:v>
                </c:pt>
                <c:pt idx="1537">
                  <c:v>3100</c:v>
                </c:pt>
                <c:pt idx="1538">
                  <c:v>3100</c:v>
                </c:pt>
                <c:pt idx="1539">
                  <c:v>3100</c:v>
                </c:pt>
                <c:pt idx="1540">
                  <c:v>3100</c:v>
                </c:pt>
                <c:pt idx="1541">
                  <c:v>3100</c:v>
                </c:pt>
                <c:pt idx="1542">
                  <c:v>3100</c:v>
                </c:pt>
                <c:pt idx="1543">
                  <c:v>3100</c:v>
                </c:pt>
                <c:pt idx="1544">
                  <c:v>3100</c:v>
                </c:pt>
                <c:pt idx="1545">
                  <c:v>3100</c:v>
                </c:pt>
                <c:pt idx="1546">
                  <c:v>3100</c:v>
                </c:pt>
                <c:pt idx="1547">
                  <c:v>3100</c:v>
                </c:pt>
                <c:pt idx="1548">
                  <c:v>3100</c:v>
                </c:pt>
                <c:pt idx="1549">
                  <c:v>3100</c:v>
                </c:pt>
                <c:pt idx="1550">
                  <c:v>3100</c:v>
                </c:pt>
                <c:pt idx="1551">
                  <c:v>3100</c:v>
                </c:pt>
                <c:pt idx="1552">
                  <c:v>3100</c:v>
                </c:pt>
                <c:pt idx="1553">
                  <c:v>3100</c:v>
                </c:pt>
                <c:pt idx="1554">
                  <c:v>3100</c:v>
                </c:pt>
                <c:pt idx="1555">
                  <c:v>3100</c:v>
                </c:pt>
                <c:pt idx="1556">
                  <c:v>3100</c:v>
                </c:pt>
                <c:pt idx="1557">
                  <c:v>3100</c:v>
                </c:pt>
                <c:pt idx="1558">
                  <c:v>3100</c:v>
                </c:pt>
                <c:pt idx="1559">
                  <c:v>3100</c:v>
                </c:pt>
                <c:pt idx="1560">
                  <c:v>3200</c:v>
                </c:pt>
                <c:pt idx="1561">
                  <c:v>3200</c:v>
                </c:pt>
                <c:pt idx="1562">
                  <c:v>3200</c:v>
                </c:pt>
                <c:pt idx="1563">
                  <c:v>3200</c:v>
                </c:pt>
                <c:pt idx="1564">
                  <c:v>3200</c:v>
                </c:pt>
                <c:pt idx="1565">
                  <c:v>3200</c:v>
                </c:pt>
                <c:pt idx="1566">
                  <c:v>3200</c:v>
                </c:pt>
                <c:pt idx="1567">
                  <c:v>3260</c:v>
                </c:pt>
                <c:pt idx="1568">
                  <c:v>3260</c:v>
                </c:pt>
                <c:pt idx="1569">
                  <c:v>3260</c:v>
                </c:pt>
                <c:pt idx="1570">
                  <c:v>3200</c:v>
                </c:pt>
                <c:pt idx="1571">
                  <c:v>3200</c:v>
                </c:pt>
                <c:pt idx="1572">
                  <c:v>3200</c:v>
                </c:pt>
                <c:pt idx="1573">
                  <c:v>3200</c:v>
                </c:pt>
                <c:pt idx="1574">
                  <c:v>3200</c:v>
                </c:pt>
                <c:pt idx="1575">
                  <c:v>3200</c:v>
                </c:pt>
                <c:pt idx="1576">
                  <c:v>3200</c:v>
                </c:pt>
                <c:pt idx="1577">
                  <c:v>2800</c:v>
                </c:pt>
                <c:pt idx="1578">
                  <c:v>2800</c:v>
                </c:pt>
                <c:pt idx="1579">
                  <c:v>2950</c:v>
                </c:pt>
                <c:pt idx="1580">
                  <c:v>3000</c:v>
                </c:pt>
                <c:pt idx="1581">
                  <c:v>3000</c:v>
                </c:pt>
                <c:pt idx="1582">
                  <c:v>3000</c:v>
                </c:pt>
                <c:pt idx="1583">
                  <c:v>3000</c:v>
                </c:pt>
                <c:pt idx="1584">
                  <c:v>3000</c:v>
                </c:pt>
                <c:pt idx="1585">
                  <c:v>3000</c:v>
                </c:pt>
                <c:pt idx="1586">
                  <c:v>3000</c:v>
                </c:pt>
                <c:pt idx="1587">
                  <c:v>3000</c:v>
                </c:pt>
                <c:pt idx="1588">
                  <c:v>3000</c:v>
                </c:pt>
                <c:pt idx="1589">
                  <c:v>3000</c:v>
                </c:pt>
                <c:pt idx="1590">
                  <c:v>3000</c:v>
                </c:pt>
                <c:pt idx="1591">
                  <c:v>3000</c:v>
                </c:pt>
                <c:pt idx="1592">
                  <c:v>3000</c:v>
                </c:pt>
                <c:pt idx="1593">
                  <c:v>3300</c:v>
                </c:pt>
                <c:pt idx="1594">
                  <c:v>3300</c:v>
                </c:pt>
                <c:pt idx="1595">
                  <c:v>3300</c:v>
                </c:pt>
                <c:pt idx="1596">
                  <c:v>3300</c:v>
                </c:pt>
                <c:pt idx="1597">
                  <c:v>3300</c:v>
                </c:pt>
                <c:pt idx="1598">
                  <c:v>3300</c:v>
                </c:pt>
                <c:pt idx="1599">
                  <c:v>3300</c:v>
                </c:pt>
                <c:pt idx="1600">
                  <c:v>3300</c:v>
                </c:pt>
                <c:pt idx="1601">
                  <c:v>3300</c:v>
                </c:pt>
                <c:pt idx="1602">
                  <c:v>3300</c:v>
                </c:pt>
                <c:pt idx="1603">
                  <c:v>3300</c:v>
                </c:pt>
                <c:pt idx="1604">
                  <c:v>3300</c:v>
                </c:pt>
                <c:pt idx="1605">
                  <c:v>3300</c:v>
                </c:pt>
                <c:pt idx="1606">
                  <c:v>3300</c:v>
                </c:pt>
                <c:pt idx="1607">
                  <c:v>3300</c:v>
                </c:pt>
                <c:pt idx="1608">
                  <c:v>3300</c:v>
                </c:pt>
                <c:pt idx="1609">
                  <c:v>3300</c:v>
                </c:pt>
                <c:pt idx="1610">
                  <c:v>3300</c:v>
                </c:pt>
                <c:pt idx="1611">
                  <c:v>3300</c:v>
                </c:pt>
                <c:pt idx="1612">
                  <c:v>3300</c:v>
                </c:pt>
                <c:pt idx="1613">
                  <c:v>3300</c:v>
                </c:pt>
                <c:pt idx="1614">
                  <c:v>3300</c:v>
                </c:pt>
                <c:pt idx="1615">
                  <c:v>3300</c:v>
                </c:pt>
                <c:pt idx="1616">
                  <c:v>3300</c:v>
                </c:pt>
                <c:pt idx="1617">
                  <c:v>3300</c:v>
                </c:pt>
                <c:pt idx="1618">
                  <c:v>3300</c:v>
                </c:pt>
                <c:pt idx="1619">
                  <c:v>3300</c:v>
                </c:pt>
                <c:pt idx="1620">
                  <c:v>3300</c:v>
                </c:pt>
                <c:pt idx="1621">
                  <c:v>3300</c:v>
                </c:pt>
                <c:pt idx="1622">
                  <c:v>3300</c:v>
                </c:pt>
                <c:pt idx="1623">
                  <c:v>3300</c:v>
                </c:pt>
                <c:pt idx="1624">
                  <c:v>3300</c:v>
                </c:pt>
                <c:pt idx="1625">
                  <c:v>3300</c:v>
                </c:pt>
                <c:pt idx="1626">
                  <c:v>3300</c:v>
                </c:pt>
                <c:pt idx="1627">
                  <c:v>3300</c:v>
                </c:pt>
                <c:pt idx="1628">
                  <c:v>3300</c:v>
                </c:pt>
                <c:pt idx="1629">
                  <c:v>3300</c:v>
                </c:pt>
                <c:pt idx="1630">
                  <c:v>3300</c:v>
                </c:pt>
                <c:pt idx="1631">
                  <c:v>3300</c:v>
                </c:pt>
                <c:pt idx="1632">
                  <c:v>3300</c:v>
                </c:pt>
                <c:pt idx="1633">
                  <c:v>3300</c:v>
                </c:pt>
                <c:pt idx="1634">
                  <c:v>3300</c:v>
                </c:pt>
                <c:pt idx="1635">
                  <c:v>3300</c:v>
                </c:pt>
                <c:pt idx="1636">
                  <c:v>3300</c:v>
                </c:pt>
                <c:pt idx="1637">
                  <c:v>3300</c:v>
                </c:pt>
                <c:pt idx="1638">
                  <c:v>3300</c:v>
                </c:pt>
                <c:pt idx="1639">
                  <c:v>3300</c:v>
                </c:pt>
                <c:pt idx="1640">
                  <c:v>3300</c:v>
                </c:pt>
                <c:pt idx="1641">
                  <c:v>3300</c:v>
                </c:pt>
                <c:pt idx="1642">
                  <c:v>3300</c:v>
                </c:pt>
                <c:pt idx="1643">
                  <c:v>3300</c:v>
                </c:pt>
                <c:pt idx="1644">
                  <c:v>3300</c:v>
                </c:pt>
                <c:pt idx="1645">
                  <c:v>3300</c:v>
                </c:pt>
                <c:pt idx="1646">
                  <c:v>3300</c:v>
                </c:pt>
                <c:pt idx="1647">
                  <c:v>3300</c:v>
                </c:pt>
                <c:pt idx="1648">
                  <c:v>3300</c:v>
                </c:pt>
                <c:pt idx="1649">
                  <c:v>3300</c:v>
                </c:pt>
                <c:pt idx="1650">
                  <c:v>3300</c:v>
                </c:pt>
                <c:pt idx="1651">
                  <c:v>3300</c:v>
                </c:pt>
                <c:pt idx="1652">
                  <c:v>3300</c:v>
                </c:pt>
                <c:pt idx="1653">
                  <c:v>3300</c:v>
                </c:pt>
                <c:pt idx="1654">
                  <c:v>3300</c:v>
                </c:pt>
                <c:pt idx="1655">
                  <c:v>3300</c:v>
                </c:pt>
                <c:pt idx="1656">
                  <c:v>3300</c:v>
                </c:pt>
                <c:pt idx="1657">
                  <c:v>3300</c:v>
                </c:pt>
                <c:pt idx="1658">
                  <c:v>3300</c:v>
                </c:pt>
                <c:pt idx="1659">
                  <c:v>3300</c:v>
                </c:pt>
                <c:pt idx="1660">
                  <c:v>3300</c:v>
                </c:pt>
                <c:pt idx="1661">
                  <c:v>3300</c:v>
                </c:pt>
                <c:pt idx="1662">
                  <c:v>3300</c:v>
                </c:pt>
                <c:pt idx="1663">
                  <c:v>3300</c:v>
                </c:pt>
                <c:pt idx="1664">
                  <c:v>3300</c:v>
                </c:pt>
                <c:pt idx="1665">
                  <c:v>3300</c:v>
                </c:pt>
                <c:pt idx="1666">
                  <c:v>3300</c:v>
                </c:pt>
                <c:pt idx="1667">
                  <c:v>3300</c:v>
                </c:pt>
                <c:pt idx="1668">
                  <c:v>3300</c:v>
                </c:pt>
                <c:pt idx="1669">
                  <c:v>3300</c:v>
                </c:pt>
                <c:pt idx="1670">
                  <c:v>3300</c:v>
                </c:pt>
                <c:pt idx="1671">
                  <c:v>3300</c:v>
                </c:pt>
                <c:pt idx="1672">
                  <c:v>3300</c:v>
                </c:pt>
                <c:pt idx="1673">
                  <c:v>3300</c:v>
                </c:pt>
                <c:pt idx="1674">
                  <c:v>3300</c:v>
                </c:pt>
                <c:pt idx="1675">
                  <c:v>3300</c:v>
                </c:pt>
                <c:pt idx="1676">
                  <c:v>3300</c:v>
                </c:pt>
                <c:pt idx="1677">
                  <c:v>3300</c:v>
                </c:pt>
                <c:pt idx="1678">
                  <c:v>3300</c:v>
                </c:pt>
                <c:pt idx="1679">
                  <c:v>3300</c:v>
                </c:pt>
                <c:pt idx="1680">
                  <c:v>3300</c:v>
                </c:pt>
                <c:pt idx="1681">
                  <c:v>3300</c:v>
                </c:pt>
                <c:pt idx="1682">
                  <c:v>3300</c:v>
                </c:pt>
                <c:pt idx="1683">
                  <c:v>3300</c:v>
                </c:pt>
                <c:pt idx="1684">
                  <c:v>3300</c:v>
                </c:pt>
                <c:pt idx="1685">
                  <c:v>3300</c:v>
                </c:pt>
                <c:pt idx="1686">
                  <c:v>3300</c:v>
                </c:pt>
                <c:pt idx="1687">
                  <c:v>3300</c:v>
                </c:pt>
                <c:pt idx="1688">
                  <c:v>3300</c:v>
                </c:pt>
                <c:pt idx="1689">
                  <c:v>3300</c:v>
                </c:pt>
                <c:pt idx="1690">
                  <c:v>3300</c:v>
                </c:pt>
                <c:pt idx="1691">
                  <c:v>3300</c:v>
                </c:pt>
                <c:pt idx="1692">
                  <c:v>3300</c:v>
                </c:pt>
                <c:pt idx="1693">
                  <c:v>3300</c:v>
                </c:pt>
                <c:pt idx="1694">
                  <c:v>3300</c:v>
                </c:pt>
                <c:pt idx="1695">
                  <c:v>3300</c:v>
                </c:pt>
                <c:pt idx="1696">
                  <c:v>3300</c:v>
                </c:pt>
                <c:pt idx="1697">
                  <c:v>3300</c:v>
                </c:pt>
                <c:pt idx="1698">
                  <c:v>3300</c:v>
                </c:pt>
                <c:pt idx="1699">
                  <c:v>3300</c:v>
                </c:pt>
                <c:pt idx="1700">
                  <c:v>3300</c:v>
                </c:pt>
                <c:pt idx="1701">
                  <c:v>3300</c:v>
                </c:pt>
                <c:pt idx="1702">
                  <c:v>3300</c:v>
                </c:pt>
                <c:pt idx="1703">
                  <c:v>3300</c:v>
                </c:pt>
                <c:pt idx="1704">
                  <c:v>3300</c:v>
                </c:pt>
                <c:pt idx="1705">
                  <c:v>3300</c:v>
                </c:pt>
                <c:pt idx="1706">
                  <c:v>3300</c:v>
                </c:pt>
                <c:pt idx="1707">
                  <c:v>3300</c:v>
                </c:pt>
                <c:pt idx="1708">
                  <c:v>3300</c:v>
                </c:pt>
                <c:pt idx="1709">
                  <c:v>3300</c:v>
                </c:pt>
                <c:pt idx="1710">
                  <c:v>3300</c:v>
                </c:pt>
                <c:pt idx="1711">
                  <c:v>3300</c:v>
                </c:pt>
                <c:pt idx="1712">
                  <c:v>3300</c:v>
                </c:pt>
                <c:pt idx="1713">
                  <c:v>3300</c:v>
                </c:pt>
                <c:pt idx="1714">
                  <c:v>3300</c:v>
                </c:pt>
                <c:pt idx="1715">
                  <c:v>3300</c:v>
                </c:pt>
                <c:pt idx="1716">
                  <c:v>3300</c:v>
                </c:pt>
                <c:pt idx="1717">
                  <c:v>3300</c:v>
                </c:pt>
                <c:pt idx="1718">
                  <c:v>3300</c:v>
                </c:pt>
                <c:pt idx="1719">
                  <c:v>3300</c:v>
                </c:pt>
                <c:pt idx="1720">
                  <c:v>3300</c:v>
                </c:pt>
                <c:pt idx="1721">
                  <c:v>3300</c:v>
                </c:pt>
                <c:pt idx="1722">
                  <c:v>3300</c:v>
                </c:pt>
                <c:pt idx="1723">
                  <c:v>3300</c:v>
                </c:pt>
                <c:pt idx="1724">
                  <c:v>3300</c:v>
                </c:pt>
                <c:pt idx="1725">
                  <c:v>3300</c:v>
                </c:pt>
                <c:pt idx="1726">
                  <c:v>3300</c:v>
                </c:pt>
                <c:pt idx="1727">
                  <c:v>3300</c:v>
                </c:pt>
                <c:pt idx="1728">
                  <c:v>3300</c:v>
                </c:pt>
                <c:pt idx="1729">
                  <c:v>3300</c:v>
                </c:pt>
                <c:pt idx="1730">
                  <c:v>3300</c:v>
                </c:pt>
                <c:pt idx="1731">
                  <c:v>3300</c:v>
                </c:pt>
                <c:pt idx="1732">
                  <c:v>3300</c:v>
                </c:pt>
                <c:pt idx="1733">
                  <c:v>3300</c:v>
                </c:pt>
                <c:pt idx="1734">
                  <c:v>3350</c:v>
                </c:pt>
                <c:pt idx="1735">
                  <c:v>3350</c:v>
                </c:pt>
                <c:pt idx="1736">
                  <c:v>3350</c:v>
                </c:pt>
                <c:pt idx="1737">
                  <c:v>3350</c:v>
                </c:pt>
                <c:pt idx="1738">
                  <c:v>3350</c:v>
                </c:pt>
                <c:pt idx="1739">
                  <c:v>3350</c:v>
                </c:pt>
                <c:pt idx="1740">
                  <c:v>3350</c:v>
                </c:pt>
                <c:pt idx="1741">
                  <c:v>3350</c:v>
                </c:pt>
                <c:pt idx="1742">
                  <c:v>3350</c:v>
                </c:pt>
                <c:pt idx="1743">
                  <c:v>3350</c:v>
                </c:pt>
                <c:pt idx="1744">
                  <c:v>3350</c:v>
                </c:pt>
                <c:pt idx="1745">
                  <c:v>3350</c:v>
                </c:pt>
                <c:pt idx="1746">
                  <c:v>3350</c:v>
                </c:pt>
                <c:pt idx="1747">
                  <c:v>3350</c:v>
                </c:pt>
                <c:pt idx="1748">
                  <c:v>3350</c:v>
                </c:pt>
                <c:pt idx="1749">
                  <c:v>3350</c:v>
                </c:pt>
                <c:pt idx="1750">
                  <c:v>3350</c:v>
                </c:pt>
                <c:pt idx="1751">
                  <c:v>3350</c:v>
                </c:pt>
                <c:pt idx="1752">
                  <c:v>3350</c:v>
                </c:pt>
                <c:pt idx="1753">
                  <c:v>3350</c:v>
                </c:pt>
                <c:pt idx="1754">
                  <c:v>3350</c:v>
                </c:pt>
                <c:pt idx="1755">
                  <c:v>3350</c:v>
                </c:pt>
                <c:pt idx="1756">
                  <c:v>3350</c:v>
                </c:pt>
                <c:pt idx="1757">
                  <c:v>3350</c:v>
                </c:pt>
                <c:pt idx="1758">
                  <c:v>3350</c:v>
                </c:pt>
                <c:pt idx="1759">
                  <c:v>3350</c:v>
                </c:pt>
                <c:pt idx="1760">
                  <c:v>3350</c:v>
                </c:pt>
                <c:pt idx="1761">
                  <c:v>3350</c:v>
                </c:pt>
                <c:pt idx="1762">
                  <c:v>3350</c:v>
                </c:pt>
                <c:pt idx="1763">
                  <c:v>3350</c:v>
                </c:pt>
                <c:pt idx="1764">
                  <c:v>3350</c:v>
                </c:pt>
                <c:pt idx="1765">
                  <c:v>3350</c:v>
                </c:pt>
                <c:pt idx="1766">
                  <c:v>3350</c:v>
                </c:pt>
                <c:pt idx="1767">
                  <c:v>3350</c:v>
                </c:pt>
                <c:pt idx="1768">
                  <c:v>3350</c:v>
                </c:pt>
                <c:pt idx="1769">
                  <c:v>3350</c:v>
                </c:pt>
                <c:pt idx="1770">
                  <c:v>3350</c:v>
                </c:pt>
                <c:pt idx="1771">
                  <c:v>3350</c:v>
                </c:pt>
                <c:pt idx="1772">
                  <c:v>3350</c:v>
                </c:pt>
                <c:pt idx="1773">
                  <c:v>3350</c:v>
                </c:pt>
                <c:pt idx="1774">
                  <c:v>3350</c:v>
                </c:pt>
                <c:pt idx="1775">
                  <c:v>3350</c:v>
                </c:pt>
                <c:pt idx="1776">
                  <c:v>3350</c:v>
                </c:pt>
                <c:pt idx="1777">
                  <c:v>3350</c:v>
                </c:pt>
                <c:pt idx="1778">
                  <c:v>3350</c:v>
                </c:pt>
                <c:pt idx="1779">
                  <c:v>3350</c:v>
                </c:pt>
                <c:pt idx="1780">
                  <c:v>3350</c:v>
                </c:pt>
                <c:pt idx="1781">
                  <c:v>3350</c:v>
                </c:pt>
                <c:pt idx="1782">
                  <c:v>3350</c:v>
                </c:pt>
                <c:pt idx="1783">
                  <c:v>3350</c:v>
                </c:pt>
                <c:pt idx="1784">
                  <c:v>3350</c:v>
                </c:pt>
                <c:pt idx="1785">
                  <c:v>3350</c:v>
                </c:pt>
                <c:pt idx="1786">
                  <c:v>3350</c:v>
                </c:pt>
                <c:pt idx="1787">
                  <c:v>3350</c:v>
                </c:pt>
                <c:pt idx="1788">
                  <c:v>3350</c:v>
                </c:pt>
                <c:pt idx="1789">
                  <c:v>3350</c:v>
                </c:pt>
                <c:pt idx="1790">
                  <c:v>3350</c:v>
                </c:pt>
                <c:pt idx="1791">
                  <c:v>3350</c:v>
                </c:pt>
                <c:pt idx="1792">
                  <c:v>3350</c:v>
                </c:pt>
                <c:pt idx="1793">
                  <c:v>3350</c:v>
                </c:pt>
                <c:pt idx="1794">
                  <c:v>3350</c:v>
                </c:pt>
                <c:pt idx="1795">
                  <c:v>3350</c:v>
                </c:pt>
                <c:pt idx="1796">
                  <c:v>3350</c:v>
                </c:pt>
                <c:pt idx="1797">
                  <c:v>3350</c:v>
                </c:pt>
                <c:pt idx="1798">
                  <c:v>3350</c:v>
                </c:pt>
                <c:pt idx="1799">
                  <c:v>3350</c:v>
                </c:pt>
                <c:pt idx="1800">
                  <c:v>3350</c:v>
                </c:pt>
                <c:pt idx="1801">
                  <c:v>3350</c:v>
                </c:pt>
                <c:pt idx="1802">
                  <c:v>3350</c:v>
                </c:pt>
                <c:pt idx="1803">
                  <c:v>3350</c:v>
                </c:pt>
                <c:pt idx="1804">
                  <c:v>3350</c:v>
                </c:pt>
                <c:pt idx="1805">
                  <c:v>3350</c:v>
                </c:pt>
                <c:pt idx="1806">
                  <c:v>3350</c:v>
                </c:pt>
                <c:pt idx="1807">
                  <c:v>3350</c:v>
                </c:pt>
                <c:pt idx="1808">
                  <c:v>3350</c:v>
                </c:pt>
                <c:pt idx="1809">
                  <c:v>3350</c:v>
                </c:pt>
                <c:pt idx="1810">
                  <c:v>3350</c:v>
                </c:pt>
                <c:pt idx="1811">
                  <c:v>3350</c:v>
                </c:pt>
                <c:pt idx="1812">
                  <c:v>3350</c:v>
                </c:pt>
                <c:pt idx="1813">
                  <c:v>3350</c:v>
                </c:pt>
                <c:pt idx="1814">
                  <c:v>3350</c:v>
                </c:pt>
                <c:pt idx="1815">
                  <c:v>3350</c:v>
                </c:pt>
                <c:pt idx="1816">
                  <c:v>3350</c:v>
                </c:pt>
                <c:pt idx="1817">
                  <c:v>3350</c:v>
                </c:pt>
                <c:pt idx="1818">
                  <c:v>3350</c:v>
                </c:pt>
                <c:pt idx="1819">
                  <c:v>3350</c:v>
                </c:pt>
                <c:pt idx="1820">
                  <c:v>3350</c:v>
                </c:pt>
                <c:pt idx="1821">
                  <c:v>3350</c:v>
                </c:pt>
                <c:pt idx="1822">
                  <c:v>3350</c:v>
                </c:pt>
                <c:pt idx="1823">
                  <c:v>3350</c:v>
                </c:pt>
                <c:pt idx="1824">
                  <c:v>3350</c:v>
                </c:pt>
                <c:pt idx="1825">
                  <c:v>3350</c:v>
                </c:pt>
                <c:pt idx="1826">
                  <c:v>3350</c:v>
                </c:pt>
                <c:pt idx="1827">
                  <c:v>3350</c:v>
                </c:pt>
                <c:pt idx="1828">
                  <c:v>3350</c:v>
                </c:pt>
                <c:pt idx="1829">
                  <c:v>3350</c:v>
                </c:pt>
                <c:pt idx="1830">
                  <c:v>3350</c:v>
                </c:pt>
                <c:pt idx="1831">
                  <c:v>3350</c:v>
                </c:pt>
                <c:pt idx="1832">
                  <c:v>3350</c:v>
                </c:pt>
                <c:pt idx="1833">
                  <c:v>3350</c:v>
                </c:pt>
                <c:pt idx="1834">
                  <c:v>3350</c:v>
                </c:pt>
                <c:pt idx="1835">
                  <c:v>3350</c:v>
                </c:pt>
                <c:pt idx="1836">
                  <c:v>3350</c:v>
                </c:pt>
                <c:pt idx="1837">
                  <c:v>3350</c:v>
                </c:pt>
                <c:pt idx="1838">
                  <c:v>3350</c:v>
                </c:pt>
                <c:pt idx="1839">
                  <c:v>3350</c:v>
                </c:pt>
                <c:pt idx="1840">
                  <c:v>3350</c:v>
                </c:pt>
                <c:pt idx="1841">
                  <c:v>3350</c:v>
                </c:pt>
                <c:pt idx="1842">
                  <c:v>3350</c:v>
                </c:pt>
                <c:pt idx="1843">
                  <c:v>3350</c:v>
                </c:pt>
                <c:pt idx="1844">
                  <c:v>3350</c:v>
                </c:pt>
                <c:pt idx="1845">
                  <c:v>3350</c:v>
                </c:pt>
                <c:pt idx="1846">
                  <c:v>3350</c:v>
                </c:pt>
                <c:pt idx="1847">
                  <c:v>3350</c:v>
                </c:pt>
                <c:pt idx="1848">
                  <c:v>3350</c:v>
                </c:pt>
                <c:pt idx="1849">
                  <c:v>3350</c:v>
                </c:pt>
                <c:pt idx="1850">
                  <c:v>3350</c:v>
                </c:pt>
                <c:pt idx="1851">
                  <c:v>3350</c:v>
                </c:pt>
                <c:pt idx="1852">
                  <c:v>3350</c:v>
                </c:pt>
                <c:pt idx="1853">
                  <c:v>3350</c:v>
                </c:pt>
                <c:pt idx="1854">
                  <c:v>3350</c:v>
                </c:pt>
                <c:pt idx="1855">
                  <c:v>3350</c:v>
                </c:pt>
                <c:pt idx="1856">
                  <c:v>3350</c:v>
                </c:pt>
                <c:pt idx="1857">
                  <c:v>3350</c:v>
                </c:pt>
                <c:pt idx="1858">
                  <c:v>3350</c:v>
                </c:pt>
                <c:pt idx="1859">
                  <c:v>3350</c:v>
                </c:pt>
                <c:pt idx="1860">
                  <c:v>3350</c:v>
                </c:pt>
                <c:pt idx="1861">
                  <c:v>3350</c:v>
                </c:pt>
                <c:pt idx="1862">
                  <c:v>3350</c:v>
                </c:pt>
                <c:pt idx="1863">
                  <c:v>3350</c:v>
                </c:pt>
                <c:pt idx="1864">
                  <c:v>3350</c:v>
                </c:pt>
                <c:pt idx="1865">
                  <c:v>3350</c:v>
                </c:pt>
                <c:pt idx="1866">
                  <c:v>3350</c:v>
                </c:pt>
                <c:pt idx="1867">
                  <c:v>3350</c:v>
                </c:pt>
                <c:pt idx="1868">
                  <c:v>3350</c:v>
                </c:pt>
                <c:pt idx="1869">
                  <c:v>3350</c:v>
                </c:pt>
                <c:pt idx="1870">
                  <c:v>3350</c:v>
                </c:pt>
                <c:pt idx="1871">
                  <c:v>3350</c:v>
                </c:pt>
                <c:pt idx="1872">
                  <c:v>3350</c:v>
                </c:pt>
                <c:pt idx="1873">
                  <c:v>3350</c:v>
                </c:pt>
                <c:pt idx="1874">
                  <c:v>3350</c:v>
                </c:pt>
                <c:pt idx="1875">
                  <c:v>3350</c:v>
                </c:pt>
                <c:pt idx="1876">
                  <c:v>3350</c:v>
                </c:pt>
                <c:pt idx="1877">
                  <c:v>3350</c:v>
                </c:pt>
                <c:pt idx="1878">
                  <c:v>3350</c:v>
                </c:pt>
                <c:pt idx="1879">
                  <c:v>3350</c:v>
                </c:pt>
                <c:pt idx="1880">
                  <c:v>3350</c:v>
                </c:pt>
                <c:pt idx="1881">
                  <c:v>3350</c:v>
                </c:pt>
                <c:pt idx="1882">
                  <c:v>3350</c:v>
                </c:pt>
                <c:pt idx="1883">
                  <c:v>3350</c:v>
                </c:pt>
                <c:pt idx="1884">
                  <c:v>3350</c:v>
                </c:pt>
                <c:pt idx="1885">
                  <c:v>3350</c:v>
                </c:pt>
                <c:pt idx="1886">
                  <c:v>3350</c:v>
                </c:pt>
                <c:pt idx="1887">
                  <c:v>3350</c:v>
                </c:pt>
                <c:pt idx="1888">
                  <c:v>3350</c:v>
                </c:pt>
                <c:pt idx="1889">
                  <c:v>3350</c:v>
                </c:pt>
                <c:pt idx="1890">
                  <c:v>3350</c:v>
                </c:pt>
                <c:pt idx="1891">
                  <c:v>3350</c:v>
                </c:pt>
                <c:pt idx="1892">
                  <c:v>3350</c:v>
                </c:pt>
                <c:pt idx="1893">
                  <c:v>3350</c:v>
                </c:pt>
                <c:pt idx="1894">
                  <c:v>3350</c:v>
                </c:pt>
                <c:pt idx="1895">
                  <c:v>3350</c:v>
                </c:pt>
                <c:pt idx="1896">
                  <c:v>3350</c:v>
                </c:pt>
                <c:pt idx="1897">
                  <c:v>3350</c:v>
                </c:pt>
                <c:pt idx="1898">
                  <c:v>3350</c:v>
                </c:pt>
                <c:pt idx="1899">
                  <c:v>3350</c:v>
                </c:pt>
                <c:pt idx="1900">
                  <c:v>3350</c:v>
                </c:pt>
                <c:pt idx="1901">
                  <c:v>3350</c:v>
                </c:pt>
                <c:pt idx="1902">
                  <c:v>3350</c:v>
                </c:pt>
                <c:pt idx="1903">
                  <c:v>3350</c:v>
                </c:pt>
                <c:pt idx="1904">
                  <c:v>3350</c:v>
                </c:pt>
                <c:pt idx="1905">
                  <c:v>3350</c:v>
                </c:pt>
                <c:pt idx="1906">
                  <c:v>3350</c:v>
                </c:pt>
                <c:pt idx="1907">
                  <c:v>3350</c:v>
                </c:pt>
                <c:pt idx="1908">
                  <c:v>3350</c:v>
                </c:pt>
                <c:pt idx="1909">
                  <c:v>3350</c:v>
                </c:pt>
                <c:pt idx="1910">
                  <c:v>3350</c:v>
                </c:pt>
                <c:pt idx="1911">
                  <c:v>3350</c:v>
                </c:pt>
                <c:pt idx="1912">
                  <c:v>3350</c:v>
                </c:pt>
                <c:pt idx="1913">
                  <c:v>3350</c:v>
                </c:pt>
                <c:pt idx="1914">
                  <c:v>3350</c:v>
                </c:pt>
                <c:pt idx="1915">
                  <c:v>3350</c:v>
                </c:pt>
                <c:pt idx="1916">
                  <c:v>3350</c:v>
                </c:pt>
                <c:pt idx="1917">
                  <c:v>3350</c:v>
                </c:pt>
                <c:pt idx="1918">
                  <c:v>3350</c:v>
                </c:pt>
                <c:pt idx="1919">
                  <c:v>3350</c:v>
                </c:pt>
                <c:pt idx="1920">
                  <c:v>3350</c:v>
                </c:pt>
                <c:pt idx="1921">
                  <c:v>3350</c:v>
                </c:pt>
                <c:pt idx="1922">
                  <c:v>3350</c:v>
                </c:pt>
                <c:pt idx="1923">
                  <c:v>3350</c:v>
                </c:pt>
                <c:pt idx="1924">
                  <c:v>3350</c:v>
                </c:pt>
                <c:pt idx="1925">
                  <c:v>3350</c:v>
                </c:pt>
                <c:pt idx="1926">
                  <c:v>3350</c:v>
                </c:pt>
                <c:pt idx="1927">
                  <c:v>3350</c:v>
                </c:pt>
                <c:pt idx="1928">
                  <c:v>3350</c:v>
                </c:pt>
                <c:pt idx="1929">
                  <c:v>3350</c:v>
                </c:pt>
                <c:pt idx="1930">
                  <c:v>3350</c:v>
                </c:pt>
                <c:pt idx="1931">
                  <c:v>3350</c:v>
                </c:pt>
                <c:pt idx="1932">
                  <c:v>3350</c:v>
                </c:pt>
                <c:pt idx="1933">
                  <c:v>3350</c:v>
                </c:pt>
                <c:pt idx="1934">
                  <c:v>3350</c:v>
                </c:pt>
                <c:pt idx="1935">
                  <c:v>3350</c:v>
                </c:pt>
                <c:pt idx="1936">
                  <c:v>3350</c:v>
                </c:pt>
                <c:pt idx="1937">
                  <c:v>3350</c:v>
                </c:pt>
                <c:pt idx="1938">
                  <c:v>3350</c:v>
                </c:pt>
                <c:pt idx="1939">
                  <c:v>3350</c:v>
                </c:pt>
                <c:pt idx="1940">
                  <c:v>3350</c:v>
                </c:pt>
                <c:pt idx="1941">
                  <c:v>3350</c:v>
                </c:pt>
                <c:pt idx="1942">
                  <c:v>3350</c:v>
                </c:pt>
                <c:pt idx="1943">
                  <c:v>3350</c:v>
                </c:pt>
                <c:pt idx="1944">
                  <c:v>3350</c:v>
                </c:pt>
                <c:pt idx="1945">
                  <c:v>3350</c:v>
                </c:pt>
                <c:pt idx="1946">
                  <c:v>3350</c:v>
                </c:pt>
                <c:pt idx="1947">
                  <c:v>3350</c:v>
                </c:pt>
                <c:pt idx="1948">
                  <c:v>3350</c:v>
                </c:pt>
                <c:pt idx="1949">
                  <c:v>3350</c:v>
                </c:pt>
                <c:pt idx="1950">
                  <c:v>3350</c:v>
                </c:pt>
                <c:pt idx="1951">
                  <c:v>3350</c:v>
                </c:pt>
                <c:pt idx="1952">
                  <c:v>3350</c:v>
                </c:pt>
                <c:pt idx="1953">
                  <c:v>3350</c:v>
                </c:pt>
                <c:pt idx="1954">
                  <c:v>3350</c:v>
                </c:pt>
                <c:pt idx="1955">
                  <c:v>3350</c:v>
                </c:pt>
                <c:pt idx="1956">
                  <c:v>3350</c:v>
                </c:pt>
                <c:pt idx="1957">
                  <c:v>3350</c:v>
                </c:pt>
                <c:pt idx="1958">
                  <c:v>3350</c:v>
                </c:pt>
                <c:pt idx="1959">
                  <c:v>3350</c:v>
                </c:pt>
                <c:pt idx="1960">
                  <c:v>3350</c:v>
                </c:pt>
                <c:pt idx="1961">
                  <c:v>3350</c:v>
                </c:pt>
                <c:pt idx="1962">
                  <c:v>3350</c:v>
                </c:pt>
                <c:pt idx="1963">
                  <c:v>3350</c:v>
                </c:pt>
                <c:pt idx="1964">
                  <c:v>3350</c:v>
                </c:pt>
                <c:pt idx="1965">
                  <c:v>3350</c:v>
                </c:pt>
                <c:pt idx="1966">
                  <c:v>3350</c:v>
                </c:pt>
                <c:pt idx="1967">
                  <c:v>3350</c:v>
                </c:pt>
                <c:pt idx="1968">
                  <c:v>3350</c:v>
                </c:pt>
                <c:pt idx="1969">
                  <c:v>3350</c:v>
                </c:pt>
                <c:pt idx="1970">
                  <c:v>3350</c:v>
                </c:pt>
                <c:pt idx="1971">
                  <c:v>3350</c:v>
                </c:pt>
                <c:pt idx="1972">
                  <c:v>3350</c:v>
                </c:pt>
                <c:pt idx="1973">
                  <c:v>3350</c:v>
                </c:pt>
                <c:pt idx="1974">
                  <c:v>3350</c:v>
                </c:pt>
                <c:pt idx="1975">
                  <c:v>3350</c:v>
                </c:pt>
                <c:pt idx="1976">
                  <c:v>3350</c:v>
                </c:pt>
                <c:pt idx="1977">
                  <c:v>3350</c:v>
                </c:pt>
                <c:pt idx="1978">
                  <c:v>3350</c:v>
                </c:pt>
                <c:pt idx="1979">
                  <c:v>3350</c:v>
                </c:pt>
                <c:pt idx="1980">
                  <c:v>3350</c:v>
                </c:pt>
                <c:pt idx="1981">
                  <c:v>3350</c:v>
                </c:pt>
                <c:pt idx="1982">
                  <c:v>3350</c:v>
                </c:pt>
                <c:pt idx="1983">
                  <c:v>3350</c:v>
                </c:pt>
                <c:pt idx="1984">
                  <c:v>3350</c:v>
                </c:pt>
                <c:pt idx="1985">
                  <c:v>3350</c:v>
                </c:pt>
                <c:pt idx="1986">
                  <c:v>3350</c:v>
                </c:pt>
                <c:pt idx="1987">
                  <c:v>3350</c:v>
                </c:pt>
                <c:pt idx="1988">
                  <c:v>3350</c:v>
                </c:pt>
                <c:pt idx="1989">
                  <c:v>3350</c:v>
                </c:pt>
                <c:pt idx="1990">
                  <c:v>3350</c:v>
                </c:pt>
                <c:pt idx="1991">
                  <c:v>3350</c:v>
                </c:pt>
                <c:pt idx="1992">
                  <c:v>3350</c:v>
                </c:pt>
                <c:pt idx="1993">
                  <c:v>3350</c:v>
                </c:pt>
                <c:pt idx="1994">
                  <c:v>3350</c:v>
                </c:pt>
                <c:pt idx="1995">
                  <c:v>3350</c:v>
                </c:pt>
                <c:pt idx="1996">
                  <c:v>3350</c:v>
                </c:pt>
                <c:pt idx="1997">
                  <c:v>3350</c:v>
                </c:pt>
                <c:pt idx="1998">
                  <c:v>3350</c:v>
                </c:pt>
                <c:pt idx="1999">
                  <c:v>3350</c:v>
                </c:pt>
                <c:pt idx="2000">
                  <c:v>3350</c:v>
                </c:pt>
                <c:pt idx="2001">
                  <c:v>3350</c:v>
                </c:pt>
                <c:pt idx="2002">
                  <c:v>3350</c:v>
                </c:pt>
                <c:pt idx="2003">
                  <c:v>3350</c:v>
                </c:pt>
                <c:pt idx="2004">
                  <c:v>3350</c:v>
                </c:pt>
                <c:pt idx="2005">
                  <c:v>3350</c:v>
                </c:pt>
                <c:pt idx="2006">
                  <c:v>3350</c:v>
                </c:pt>
                <c:pt idx="2007">
                  <c:v>3350</c:v>
                </c:pt>
                <c:pt idx="2008">
                  <c:v>3350</c:v>
                </c:pt>
                <c:pt idx="2009">
                  <c:v>3300</c:v>
                </c:pt>
                <c:pt idx="2010">
                  <c:v>3300</c:v>
                </c:pt>
                <c:pt idx="2011">
                  <c:v>3300</c:v>
                </c:pt>
                <c:pt idx="2012">
                  <c:v>3300</c:v>
                </c:pt>
                <c:pt idx="2013">
                  <c:v>3300</c:v>
                </c:pt>
                <c:pt idx="2014">
                  <c:v>3300</c:v>
                </c:pt>
                <c:pt idx="2015">
                  <c:v>3300</c:v>
                </c:pt>
                <c:pt idx="2016">
                  <c:v>3300</c:v>
                </c:pt>
                <c:pt idx="2017">
                  <c:v>3300</c:v>
                </c:pt>
                <c:pt idx="2018">
                  <c:v>3300</c:v>
                </c:pt>
                <c:pt idx="2019">
                  <c:v>3300</c:v>
                </c:pt>
                <c:pt idx="2020">
                  <c:v>3300</c:v>
                </c:pt>
                <c:pt idx="2021">
                  <c:v>3300</c:v>
                </c:pt>
                <c:pt idx="2022">
                  <c:v>3300</c:v>
                </c:pt>
                <c:pt idx="2023">
                  <c:v>3300</c:v>
                </c:pt>
                <c:pt idx="2024">
                  <c:v>3300</c:v>
                </c:pt>
                <c:pt idx="2025">
                  <c:v>3300</c:v>
                </c:pt>
                <c:pt idx="2026">
                  <c:v>3300</c:v>
                </c:pt>
                <c:pt idx="2027">
                  <c:v>3300</c:v>
                </c:pt>
                <c:pt idx="2028">
                  <c:v>3300</c:v>
                </c:pt>
                <c:pt idx="2029">
                  <c:v>3300</c:v>
                </c:pt>
                <c:pt idx="2030">
                  <c:v>3300</c:v>
                </c:pt>
                <c:pt idx="2031">
                  <c:v>3300</c:v>
                </c:pt>
                <c:pt idx="2032">
                  <c:v>3300</c:v>
                </c:pt>
                <c:pt idx="2033">
                  <c:v>3300</c:v>
                </c:pt>
                <c:pt idx="2034">
                  <c:v>3300</c:v>
                </c:pt>
                <c:pt idx="2035">
                  <c:v>3300</c:v>
                </c:pt>
                <c:pt idx="2036">
                  <c:v>3300</c:v>
                </c:pt>
                <c:pt idx="2037">
                  <c:v>3300</c:v>
                </c:pt>
                <c:pt idx="2038">
                  <c:v>3300</c:v>
                </c:pt>
                <c:pt idx="2039">
                  <c:v>3300</c:v>
                </c:pt>
                <c:pt idx="2040">
                  <c:v>3300</c:v>
                </c:pt>
                <c:pt idx="2041">
                  <c:v>3350</c:v>
                </c:pt>
                <c:pt idx="2042">
                  <c:v>3350</c:v>
                </c:pt>
                <c:pt idx="2043">
                  <c:v>3350</c:v>
                </c:pt>
                <c:pt idx="2044">
                  <c:v>3350</c:v>
                </c:pt>
                <c:pt idx="2045">
                  <c:v>3350</c:v>
                </c:pt>
                <c:pt idx="2046">
                  <c:v>3350</c:v>
                </c:pt>
                <c:pt idx="2047">
                  <c:v>3350</c:v>
                </c:pt>
                <c:pt idx="2048">
                  <c:v>3350</c:v>
                </c:pt>
                <c:pt idx="2049">
                  <c:v>3350</c:v>
                </c:pt>
                <c:pt idx="2050">
                  <c:v>3350</c:v>
                </c:pt>
                <c:pt idx="2051">
                  <c:v>3350</c:v>
                </c:pt>
                <c:pt idx="2052">
                  <c:v>3350</c:v>
                </c:pt>
                <c:pt idx="2053">
                  <c:v>3350</c:v>
                </c:pt>
                <c:pt idx="2054">
                  <c:v>3350</c:v>
                </c:pt>
                <c:pt idx="2055">
                  <c:v>3350</c:v>
                </c:pt>
                <c:pt idx="2056">
                  <c:v>3350</c:v>
                </c:pt>
                <c:pt idx="2057">
                  <c:v>3350</c:v>
                </c:pt>
                <c:pt idx="2058">
                  <c:v>3350</c:v>
                </c:pt>
                <c:pt idx="2059">
                  <c:v>3350</c:v>
                </c:pt>
                <c:pt idx="2060">
                  <c:v>3350</c:v>
                </c:pt>
                <c:pt idx="2061">
                  <c:v>3350</c:v>
                </c:pt>
                <c:pt idx="2062">
                  <c:v>3350</c:v>
                </c:pt>
                <c:pt idx="2063">
                  <c:v>3350</c:v>
                </c:pt>
                <c:pt idx="2064">
                  <c:v>3350</c:v>
                </c:pt>
                <c:pt idx="2065">
                  <c:v>3350</c:v>
                </c:pt>
                <c:pt idx="2066">
                  <c:v>3350</c:v>
                </c:pt>
                <c:pt idx="2067">
                  <c:v>3350</c:v>
                </c:pt>
                <c:pt idx="2068">
                  <c:v>3350</c:v>
                </c:pt>
                <c:pt idx="2069">
                  <c:v>3350</c:v>
                </c:pt>
                <c:pt idx="2070">
                  <c:v>3350</c:v>
                </c:pt>
                <c:pt idx="2071">
                  <c:v>3350</c:v>
                </c:pt>
                <c:pt idx="2072">
                  <c:v>3350</c:v>
                </c:pt>
                <c:pt idx="2073">
                  <c:v>3350</c:v>
                </c:pt>
                <c:pt idx="2074">
                  <c:v>3350</c:v>
                </c:pt>
                <c:pt idx="2075">
                  <c:v>3350</c:v>
                </c:pt>
                <c:pt idx="2076">
                  <c:v>3350</c:v>
                </c:pt>
                <c:pt idx="2077">
                  <c:v>3350</c:v>
                </c:pt>
                <c:pt idx="2078">
                  <c:v>3350</c:v>
                </c:pt>
                <c:pt idx="2079">
                  <c:v>3350</c:v>
                </c:pt>
                <c:pt idx="2080">
                  <c:v>3350</c:v>
                </c:pt>
                <c:pt idx="2081">
                  <c:v>3350</c:v>
                </c:pt>
                <c:pt idx="2082">
                  <c:v>3350</c:v>
                </c:pt>
                <c:pt idx="2083">
                  <c:v>3400</c:v>
                </c:pt>
                <c:pt idx="2084">
                  <c:v>3400</c:v>
                </c:pt>
                <c:pt idx="2085">
                  <c:v>3400</c:v>
                </c:pt>
                <c:pt idx="2086">
                  <c:v>3400</c:v>
                </c:pt>
                <c:pt idx="2087">
                  <c:v>3400</c:v>
                </c:pt>
                <c:pt idx="2088">
                  <c:v>3400</c:v>
                </c:pt>
                <c:pt idx="2089">
                  <c:v>3400</c:v>
                </c:pt>
                <c:pt idx="2090">
                  <c:v>3400</c:v>
                </c:pt>
                <c:pt idx="2091">
                  <c:v>3400</c:v>
                </c:pt>
                <c:pt idx="2092">
                  <c:v>3400</c:v>
                </c:pt>
                <c:pt idx="2093">
                  <c:v>3375</c:v>
                </c:pt>
                <c:pt idx="2094">
                  <c:v>3375</c:v>
                </c:pt>
                <c:pt idx="2095">
                  <c:v>3375</c:v>
                </c:pt>
                <c:pt idx="2096">
                  <c:v>3375</c:v>
                </c:pt>
                <c:pt idx="2097">
                  <c:v>3375</c:v>
                </c:pt>
                <c:pt idx="2098">
                  <c:v>3375</c:v>
                </c:pt>
                <c:pt idx="2099">
                  <c:v>3375</c:v>
                </c:pt>
                <c:pt idx="2100">
                  <c:v>3375</c:v>
                </c:pt>
                <c:pt idx="2101">
                  <c:v>3375</c:v>
                </c:pt>
                <c:pt idx="2102">
                  <c:v>3375</c:v>
                </c:pt>
                <c:pt idx="2103">
                  <c:v>3375</c:v>
                </c:pt>
                <c:pt idx="2104">
                  <c:v>3375</c:v>
                </c:pt>
                <c:pt idx="2105">
                  <c:v>3375</c:v>
                </c:pt>
                <c:pt idx="2106">
                  <c:v>3375</c:v>
                </c:pt>
                <c:pt idx="2107">
                  <c:v>3375</c:v>
                </c:pt>
                <c:pt idx="2108">
                  <c:v>3375</c:v>
                </c:pt>
                <c:pt idx="2109">
                  <c:v>3375</c:v>
                </c:pt>
                <c:pt idx="2110">
                  <c:v>3375</c:v>
                </c:pt>
                <c:pt idx="2111">
                  <c:v>3375</c:v>
                </c:pt>
                <c:pt idx="2112">
                  <c:v>3375</c:v>
                </c:pt>
                <c:pt idx="2113">
                  <c:v>3375</c:v>
                </c:pt>
                <c:pt idx="2114">
                  <c:v>3375</c:v>
                </c:pt>
                <c:pt idx="2115">
                  <c:v>3375</c:v>
                </c:pt>
                <c:pt idx="2116">
                  <c:v>3375</c:v>
                </c:pt>
                <c:pt idx="2117">
                  <c:v>3375</c:v>
                </c:pt>
                <c:pt idx="2118">
                  <c:v>3375</c:v>
                </c:pt>
                <c:pt idx="2119">
                  <c:v>3375</c:v>
                </c:pt>
                <c:pt idx="2120">
                  <c:v>3375</c:v>
                </c:pt>
                <c:pt idx="2121">
                  <c:v>3375</c:v>
                </c:pt>
                <c:pt idx="2122">
                  <c:v>3375</c:v>
                </c:pt>
                <c:pt idx="2123">
                  <c:v>3375</c:v>
                </c:pt>
                <c:pt idx="2124">
                  <c:v>3375</c:v>
                </c:pt>
                <c:pt idx="2125">
                  <c:v>3375</c:v>
                </c:pt>
                <c:pt idx="2126">
                  <c:v>3375</c:v>
                </c:pt>
                <c:pt idx="2127">
                  <c:v>3375</c:v>
                </c:pt>
                <c:pt idx="2128">
                  <c:v>3375</c:v>
                </c:pt>
                <c:pt idx="2129">
                  <c:v>3375</c:v>
                </c:pt>
                <c:pt idx="2130">
                  <c:v>3375</c:v>
                </c:pt>
                <c:pt idx="2131">
                  <c:v>3375</c:v>
                </c:pt>
                <c:pt idx="2132">
                  <c:v>3375</c:v>
                </c:pt>
                <c:pt idx="2133">
                  <c:v>3375</c:v>
                </c:pt>
                <c:pt idx="2134">
                  <c:v>3375</c:v>
                </c:pt>
                <c:pt idx="2135">
                  <c:v>3375</c:v>
                </c:pt>
                <c:pt idx="2136">
                  <c:v>3375</c:v>
                </c:pt>
                <c:pt idx="2137">
                  <c:v>3375</c:v>
                </c:pt>
                <c:pt idx="2138">
                  <c:v>3375</c:v>
                </c:pt>
                <c:pt idx="2139">
                  <c:v>3375</c:v>
                </c:pt>
                <c:pt idx="2140">
                  <c:v>3375</c:v>
                </c:pt>
                <c:pt idx="2141">
                  <c:v>3375</c:v>
                </c:pt>
                <c:pt idx="2142">
                  <c:v>3375</c:v>
                </c:pt>
                <c:pt idx="2143">
                  <c:v>3375</c:v>
                </c:pt>
                <c:pt idx="2144">
                  <c:v>3375</c:v>
                </c:pt>
                <c:pt idx="2145">
                  <c:v>3375</c:v>
                </c:pt>
                <c:pt idx="2146">
                  <c:v>3375</c:v>
                </c:pt>
                <c:pt idx="2147">
                  <c:v>3375</c:v>
                </c:pt>
                <c:pt idx="2148">
                  <c:v>3375</c:v>
                </c:pt>
                <c:pt idx="2149">
                  <c:v>3350</c:v>
                </c:pt>
                <c:pt idx="2150">
                  <c:v>3350</c:v>
                </c:pt>
                <c:pt idx="2151">
                  <c:v>3350</c:v>
                </c:pt>
                <c:pt idx="2152">
                  <c:v>3350</c:v>
                </c:pt>
                <c:pt idx="2153">
                  <c:v>3350</c:v>
                </c:pt>
                <c:pt idx="2154">
                  <c:v>3350</c:v>
                </c:pt>
                <c:pt idx="2155">
                  <c:v>3350</c:v>
                </c:pt>
                <c:pt idx="2156">
                  <c:v>3350</c:v>
                </c:pt>
                <c:pt idx="2157">
                  <c:v>3350</c:v>
                </c:pt>
                <c:pt idx="2158">
                  <c:v>3350</c:v>
                </c:pt>
                <c:pt idx="2159">
                  <c:v>3350</c:v>
                </c:pt>
                <c:pt idx="2160">
                  <c:v>3350</c:v>
                </c:pt>
                <c:pt idx="2161">
                  <c:v>3350</c:v>
                </c:pt>
                <c:pt idx="2162">
                  <c:v>3350</c:v>
                </c:pt>
                <c:pt idx="2163">
                  <c:v>3350</c:v>
                </c:pt>
                <c:pt idx="2164">
                  <c:v>3350</c:v>
                </c:pt>
                <c:pt idx="2165">
                  <c:v>3350</c:v>
                </c:pt>
                <c:pt idx="2166">
                  <c:v>3350</c:v>
                </c:pt>
                <c:pt idx="2167">
                  <c:v>3350</c:v>
                </c:pt>
                <c:pt idx="2168">
                  <c:v>3350</c:v>
                </c:pt>
                <c:pt idx="2169">
                  <c:v>3350</c:v>
                </c:pt>
                <c:pt idx="2170">
                  <c:v>3350</c:v>
                </c:pt>
                <c:pt idx="2171">
                  <c:v>3350</c:v>
                </c:pt>
                <c:pt idx="2172">
                  <c:v>3350</c:v>
                </c:pt>
                <c:pt idx="2173">
                  <c:v>3350</c:v>
                </c:pt>
                <c:pt idx="2174">
                  <c:v>3350</c:v>
                </c:pt>
                <c:pt idx="2175">
                  <c:v>3350</c:v>
                </c:pt>
                <c:pt idx="2176">
                  <c:v>3350</c:v>
                </c:pt>
                <c:pt idx="2177">
                  <c:v>3350</c:v>
                </c:pt>
                <c:pt idx="2178">
                  <c:v>3350</c:v>
                </c:pt>
                <c:pt idx="2179">
                  <c:v>3350</c:v>
                </c:pt>
                <c:pt idx="2180">
                  <c:v>3350</c:v>
                </c:pt>
                <c:pt idx="2181">
                  <c:v>3350</c:v>
                </c:pt>
                <c:pt idx="2182">
                  <c:v>3350</c:v>
                </c:pt>
                <c:pt idx="2183">
                  <c:v>3350</c:v>
                </c:pt>
                <c:pt idx="2184">
                  <c:v>3350</c:v>
                </c:pt>
                <c:pt idx="2185">
                  <c:v>3350</c:v>
                </c:pt>
                <c:pt idx="2186">
                  <c:v>3350</c:v>
                </c:pt>
                <c:pt idx="2187">
                  <c:v>3350</c:v>
                </c:pt>
                <c:pt idx="2188">
                  <c:v>3350</c:v>
                </c:pt>
                <c:pt idx="2189">
                  <c:v>3350</c:v>
                </c:pt>
                <c:pt idx="2190">
                  <c:v>3350</c:v>
                </c:pt>
                <c:pt idx="2191">
                  <c:v>3350</c:v>
                </c:pt>
                <c:pt idx="2192">
                  <c:v>3350</c:v>
                </c:pt>
                <c:pt idx="2193">
                  <c:v>3350</c:v>
                </c:pt>
                <c:pt idx="2194">
                  <c:v>3350</c:v>
                </c:pt>
                <c:pt idx="2195">
                  <c:v>3350</c:v>
                </c:pt>
                <c:pt idx="2196">
                  <c:v>3350</c:v>
                </c:pt>
                <c:pt idx="2197">
                  <c:v>3350</c:v>
                </c:pt>
                <c:pt idx="2198">
                  <c:v>3350</c:v>
                </c:pt>
                <c:pt idx="2199">
                  <c:v>3350</c:v>
                </c:pt>
                <c:pt idx="2200">
                  <c:v>3350</c:v>
                </c:pt>
                <c:pt idx="2201">
                  <c:v>3350</c:v>
                </c:pt>
                <c:pt idx="2202">
                  <c:v>3350</c:v>
                </c:pt>
                <c:pt idx="2203">
                  <c:v>3350</c:v>
                </c:pt>
                <c:pt idx="2204">
                  <c:v>3350</c:v>
                </c:pt>
                <c:pt idx="2205">
                  <c:v>3350</c:v>
                </c:pt>
                <c:pt idx="2206">
                  <c:v>3350</c:v>
                </c:pt>
                <c:pt idx="2207">
                  <c:v>3350</c:v>
                </c:pt>
                <c:pt idx="2208">
                  <c:v>3350</c:v>
                </c:pt>
                <c:pt idx="2209">
                  <c:v>3350</c:v>
                </c:pt>
                <c:pt idx="2210">
                  <c:v>3350</c:v>
                </c:pt>
                <c:pt idx="2211">
                  <c:v>3350</c:v>
                </c:pt>
                <c:pt idx="2212">
                  <c:v>3350</c:v>
                </c:pt>
                <c:pt idx="2213">
                  <c:v>3350</c:v>
                </c:pt>
                <c:pt idx="2214">
                  <c:v>3350</c:v>
                </c:pt>
                <c:pt idx="2215">
                  <c:v>3350</c:v>
                </c:pt>
                <c:pt idx="2216">
                  <c:v>3350</c:v>
                </c:pt>
                <c:pt idx="2217">
                  <c:v>3350</c:v>
                </c:pt>
                <c:pt idx="2218">
                  <c:v>3350</c:v>
                </c:pt>
                <c:pt idx="2219">
                  <c:v>3350</c:v>
                </c:pt>
                <c:pt idx="2220">
                  <c:v>3350</c:v>
                </c:pt>
                <c:pt idx="2221">
                  <c:v>3350</c:v>
                </c:pt>
                <c:pt idx="2222">
                  <c:v>3350</c:v>
                </c:pt>
                <c:pt idx="2223">
                  <c:v>3350</c:v>
                </c:pt>
                <c:pt idx="2224">
                  <c:v>3350</c:v>
                </c:pt>
                <c:pt idx="2225">
                  <c:v>3350</c:v>
                </c:pt>
                <c:pt idx="2226">
                  <c:v>3350</c:v>
                </c:pt>
                <c:pt idx="2227">
                  <c:v>3350</c:v>
                </c:pt>
                <c:pt idx="2228">
                  <c:v>3350</c:v>
                </c:pt>
                <c:pt idx="2229">
                  <c:v>3350</c:v>
                </c:pt>
                <c:pt idx="2230">
                  <c:v>3350</c:v>
                </c:pt>
                <c:pt idx="2231">
                  <c:v>3350</c:v>
                </c:pt>
                <c:pt idx="2232">
                  <c:v>3350</c:v>
                </c:pt>
                <c:pt idx="2233">
                  <c:v>3350</c:v>
                </c:pt>
                <c:pt idx="2234">
                  <c:v>3350</c:v>
                </c:pt>
                <c:pt idx="2235">
                  <c:v>3350</c:v>
                </c:pt>
                <c:pt idx="2236">
                  <c:v>3350</c:v>
                </c:pt>
                <c:pt idx="2237">
                  <c:v>3350</c:v>
                </c:pt>
                <c:pt idx="2238">
                  <c:v>3350</c:v>
                </c:pt>
                <c:pt idx="2239">
                  <c:v>3350</c:v>
                </c:pt>
                <c:pt idx="2240">
                  <c:v>3350</c:v>
                </c:pt>
                <c:pt idx="2241">
                  <c:v>3350</c:v>
                </c:pt>
                <c:pt idx="2242">
                  <c:v>3350</c:v>
                </c:pt>
                <c:pt idx="2243">
                  <c:v>3350</c:v>
                </c:pt>
                <c:pt idx="2244">
                  <c:v>3350</c:v>
                </c:pt>
                <c:pt idx="2245">
                  <c:v>3350</c:v>
                </c:pt>
                <c:pt idx="2246">
                  <c:v>3350</c:v>
                </c:pt>
                <c:pt idx="2247">
                  <c:v>3350</c:v>
                </c:pt>
                <c:pt idx="2248">
                  <c:v>3350</c:v>
                </c:pt>
                <c:pt idx="2249">
                  <c:v>3350</c:v>
                </c:pt>
                <c:pt idx="2250">
                  <c:v>3350</c:v>
                </c:pt>
                <c:pt idx="2251">
                  <c:v>3350</c:v>
                </c:pt>
                <c:pt idx="2252">
                  <c:v>3350</c:v>
                </c:pt>
                <c:pt idx="2253">
                  <c:v>3350</c:v>
                </c:pt>
                <c:pt idx="2254">
                  <c:v>3350</c:v>
                </c:pt>
                <c:pt idx="2255">
                  <c:v>3350</c:v>
                </c:pt>
                <c:pt idx="2256">
                  <c:v>3350</c:v>
                </c:pt>
                <c:pt idx="2257">
                  <c:v>3350</c:v>
                </c:pt>
                <c:pt idx="2258">
                  <c:v>3350</c:v>
                </c:pt>
                <c:pt idx="2259">
                  <c:v>3350</c:v>
                </c:pt>
                <c:pt idx="2260">
                  <c:v>3350</c:v>
                </c:pt>
                <c:pt idx="2261">
                  <c:v>3350</c:v>
                </c:pt>
                <c:pt idx="2262">
                  <c:v>3350</c:v>
                </c:pt>
                <c:pt idx="2263">
                  <c:v>3350</c:v>
                </c:pt>
                <c:pt idx="2264">
                  <c:v>3350</c:v>
                </c:pt>
                <c:pt idx="2265">
                  <c:v>3350</c:v>
                </c:pt>
                <c:pt idx="2266">
                  <c:v>3350</c:v>
                </c:pt>
                <c:pt idx="2267">
                  <c:v>3350</c:v>
                </c:pt>
                <c:pt idx="2268">
                  <c:v>3350</c:v>
                </c:pt>
                <c:pt idx="2269">
                  <c:v>3350</c:v>
                </c:pt>
                <c:pt idx="2270">
                  <c:v>3350</c:v>
                </c:pt>
                <c:pt idx="2271">
                  <c:v>3350</c:v>
                </c:pt>
                <c:pt idx="2272">
                  <c:v>3350</c:v>
                </c:pt>
                <c:pt idx="2273">
                  <c:v>3350</c:v>
                </c:pt>
                <c:pt idx="2274">
                  <c:v>3350</c:v>
                </c:pt>
                <c:pt idx="2275">
                  <c:v>3350</c:v>
                </c:pt>
                <c:pt idx="2276">
                  <c:v>3350</c:v>
                </c:pt>
                <c:pt idx="2277">
                  <c:v>3350</c:v>
                </c:pt>
                <c:pt idx="2278">
                  <c:v>3350</c:v>
                </c:pt>
                <c:pt idx="2279">
                  <c:v>3350</c:v>
                </c:pt>
                <c:pt idx="2280">
                  <c:v>3350</c:v>
                </c:pt>
                <c:pt idx="2281">
                  <c:v>3350</c:v>
                </c:pt>
                <c:pt idx="2282">
                  <c:v>3350</c:v>
                </c:pt>
                <c:pt idx="2283">
                  <c:v>3350</c:v>
                </c:pt>
                <c:pt idx="2284">
                  <c:v>3350</c:v>
                </c:pt>
                <c:pt idx="2285">
                  <c:v>3350</c:v>
                </c:pt>
                <c:pt idx="2286">
                  <c:v>3350</c:v>
                </c:pt>
                <c:pt idx="2287">
                  <c:v>3350</c:v>
                </c:pt>
                <c:pt idx="2288">
                  <c:v>3350</c:v>
                </c:pt>
                <c:pt idx="2289">
                  <c:v>3350</c:v>
                </c:pt>
                <c:pt idx="2290">
                  <c:v>3350</c:v>
                </c:pt>
                <c:pt idx="2291">
                  <c:v>3350</c:v>
                </c:pt>
                <c:pt idx="2292">
                  <c:v>3350</c:v>
                </c:pt>
                <c:pt idx="2293">
                  <c:v>3350</c:v>
                </c:pt>
                <c:pt idx="2294">
                  <c:v>3350</c:v>
                </c:pt>
                <c:pt idx="2295">
                  <c:v>3350</c:v>
                </c:pt>
                <c:pt idx="2296">
                  <c:v>3350</c:v>
                </c:pt>
                <c:pt idx="2297">
                  <c:v>3350</c:v>
                </c:pt>
                <c:pt idx="2298">
                  <c:v>3350</c:v>
                </c:pt>
                <c:pt idx="2299">
                  <c:v>3350</c:v>
                </c:pt>
                <c:pt idx="2300">
                  <c:v>3350</c:v>
                </c:pt>
                <c:pt idx="2301">
                  <c:v>3350</c:v>
                </c:pt>
                <c:pt idx="2302">
                  <c:v>3350</c:v>
                </c:pt>
                <c:pt idx="2303">
                  <c:v>3350</c:v>
                </c:pt>
                <c:pt idx="2304">
                  <c:v>3350</c:v>
                </c:pt>
                <c:pt idx="2305">
                  <c:v>3350</c:v>
                </c:pt>
                <c:pt idx="2306">
                  <c:v>3350</c:v>
                </c:pt>
                <c:pt idx="2307">
                  <c:v>3350</c:v>
                </c:pt>
                <c:pt idx="2308">
                  <c:v>3350</c:v>
                </c:pt>
                <c:pt idx="2309">
                  <c:v>3350</c:v>
                </c:pt>
                <c:pt idx="2310">
                  <c:v>3350</c:v>
                </c:pt>
                <c:pt idx="2311">
                  <c:v>3350</c:v>
                </c:pt>
                <c:pt idx="2312">
                  <c:v>3350</c:v>
                </c:pt>
                <c:pt idx="2313">
                  <c:v>3350</c:v>
                </c:pt>
                <c:pt idx="2314">
                  <c:v>3350</c:v>
                </c:pt>
                <c:pt idx="2315">
                  <c:v>3350</c:v>
                </c:pt>
                <c:pt idx="2316">
                  <c:v>3350</c:v>
                </c:pt>
                <c:pt idx="2317">
                  <c:v>3350</c:v>
                </c:pt>
                <c:pt idx="2318">
                  <c:v>3350</c:v>
                </c:pt>
                <c:pt idx="2319">
                  <c:v>3350</c:v>
                </c:pt>
                <c:pt idx="2320">
                  <c:v>3350</c:v>
                </c:pt>
                <c:pt idx="2321">
                  <c:v>3350</c:v>
                </c:pt>
                <c:pt idx="2322">
                  <c:v>3350</c:v>
                </c:pt>
                <c:pt idx="2323">
                  <c:v>3350</c:v>
                </c:pt>
                <c:pt idx="2324">
                  <c:v>3350</c:v>
                </c:pt>
                <c:pt idx="2325">
                  <c:v>3350</c:v>
                </c:pt>
                <c:pt idx="2326">
                  <c:v>3350</c:v>
                </c:pt>
                <c:pt idx="2327">
                  <c:v>3350</c:v>
                </c:pt>
                <c:pt idx="2328">
                  <c:v>3350</c:v>
                </c:pt>
                <c:pt idx="2329">
                  <c:v>3350</c:v>
                </c:pt>
                <c:pt idx="2330">
                  <c:v>3350</c:v>
                </c:pt>
                <c:pt idx="2331">
                  <c:v>3350</c:v>
                </c:pt>
                <c:pt idx="2332">
                  <c:v>3350</c:v>
                </c:pt>
                <c:pt idx="2333">
                  <c:v>3350</c:v>
                </c:pt>
                <c:pt idx="2334">
                  <c:v>3350</c:v>
                </c:pt>
                <c:pt idx="2335">
                  <c:v>3350</c:v>
                </c:pt>
                <c:pt idx="2336">
                  <c:v>3350</c:v>
                </c:pt>
                <c:pt idx="2337">
                  <c:v>3350</c:v>
                </c:pt>
                <c:pt idx="2338">
                  <c:v>3350</c:v>
                </c:pt>
                <c:pt idx="2339">
                  <c:v>3250</c:v>
                </c:pt>
                <c:pt idx="2340">
                  <c:v>3250</c:v>
                </c:pt>
                <c:pt idx="2341">
                  <c:v>3250</c:v>
                </c:pt>
                <c:pt idx="2342">
                  <c:v>3250</c:v>
                </c:pt>
                <c:pt idx="2343">
                  <c:v>3250</c:v>
                </c:pt>
                <c:pt idx="2344">
                  <c:v>3250</c:v>
                </c:pt>
                <c:pt idx="2345">
                  <c:v>3250</c:v>
                </c:pt>
                <c:pt idx="2346">
                  <c:v>3250</c:v>
                </c:pt>
                <c:pt idx="2347">
                  <c:v>3250</c:v>
                </c:pt>
                <c:pt idx="2348">
                  <c:v>3250</c:v>
                </c:pt>
                <c:pt idx="2349">
                  <c:v>3250</c:v>
                </c:pt>
                <c:pt idx="2350">
                  <c:v>3250</c:v>
                </c:pt>
                <c:pt idx="2351">
                  <c:v>3250</c:v>
                </c:pt>
                <c:pt idx="2352">
                  <c:v>3250</c:v>
                </c:pt>
                <c:pt idx="2353">
                  <c:v>3250</c:v>
                </c:pt>
                <c:pt idx="2354">
                  <c:v>3250</c:v>
                </c:pt>
                <c:pt idx="2355">
                  <c:v>3250</c:v>
                </c:pt>
                <c:pt idx="2356">
                  <c:v>3250</c:v>
                </c:pt>
                <c:pt idx="2357">
                  <c:v>3250</c:v>
                </c:pt>
                <c:pt idx="2358">
                  <c:v>3250</c:v>
                </c:pt>
                <c:pt idx="2359">
                  <c:v>3250</c:v>
                </c:pt>
                <c:pt idx="2360">
                  <c:v>3250</c:v>
                </c:pt>
                <c:pt idx="2361">
                  <c:v>3250</c:v>
                </c:pt>
                <c:pt idx="2362">
                  <c:v>3250</c:v>
                </c:pt>
                <c:pt idx="2363">
                  <c:v>3250</c:v>
                </c:pt>
                <c:pt idx="2364">
                  <c:v>3250</c:v>
                </c:pt>
                <c:pt idx="2365">
                  <c:v>3250</c:v>
                </c:pt>
                <c:pt idx="2366">
                  <c:v>3250</c:v>
                </c:pt>
                <c:pt idx="2367">
                  <c:v>3250</c:v>
                </c:pt>
                <c:pt idx="2368">
                  <c:v>3250</c:v>
                </c:pt>
                <c:pt idx="2369">
                  <c:v>3250</c:v>
                </c:pt>
                <c:pt idx="2370">
                  <c:v>3250</c:v>
                </c:pt>
                <c:pt idx="2371">
                  <c:v>3250</c:v>
                </c:pt>
                <c:pt idx="2372">
                  <c:v>3250</c:v>
                </c:pt>
                <c:pt idx="2373">
                  <c:v>3250</c:v>
                </c:pt>
                <c:pt idx="2374">
                  <c:v>3250</c:v>
                </c:pt>
                <c:pt idx="2375">
                  <c:v>3250</c:v>
                </c:pt>
                <c:pt idx="2376">
                  <c:v>3250</c:v>
                </c:pt>
                <c:pt idx="2377">
                  <c:v>3250</c:v>
                </c:pt>
                <c:pt idx="2378">
                  <c:v>3250</c:v>
                </c:pt>
                <c:pt idx="2379">
                  <c:v>3250</c:v>
                </c:pt>
                <c:pt idx="2380">
                  <c:v>3200</c:v>
                </c:pt>
                <c:pt idx="2381">
                  <c:v>3200</c:v>
                </c:pt>
                <c:pt idx="2382">
                  <c:v>3200</c:v>
                </c:pt>
                <c:pt idx="2383">
                  <c:v>3200</c:v>
                </c:pt>
                <c:pt idx="2384">
                  <c:v>3200</c:v>
                </c:pt>
                <c:pt idx="2385">
                  <c:v>3200</c:v>
                </c:pt>
                <c:pt idx="2386">
                  <c:v>3200</c:v>
                </c:pt>
                <c:pt idx="2387">
                  <c:v>3200</c:v>
                </c:pt>
                <c:pt idx="2388">
                  <c:v>3200</c:v>
                </c:pt>
                <c:pt idx="2389">
                  <c:v>3200</c:v>
                </c:pt>
                <c:pt idx="2390">
                  <c:v>3200</c:v>
                </c:pt>
                <c:pt idx="2391">
                  <c:v>3200</c:v>
                </c:pt>
                <c:pt idx="2392">
                  <c:v>3200</c:v>
                </c:pt>
                <c:pt idx="2393">
                  <c:v>3200</c:v>
                </c:pt>
                <c:pt idx="2394">
                  <c:v>3200</c:v>
                </c:pt>
                <c:pt idx="2395">
                  <c:v>3200</c:v>
                </c:pt>
                <c:pt idx="2396">
                  <c:v>3200</c:v>
                </c:pt>
                <c:pt idx="2397">
                  <c:v>3200</c:v>
                </c:pt>
                <c:pt idx="2398">
                  <c:v>3200</c:v>
                </c:pt>
                <c:pt idx="2399">
                  <c:v>3200</c:v>
                </c:pt>
                <c:pt idx="2400">
                  <c:v>3200</c:v>
                </c:pt>
                <c:pt idx="2401">
                  <c:v>3200</c:v>
                </c:pt>
                <c:pt idx="2402">
                  <c:v>3200</c:v>
                </c:pt>
                <c:pt idx="2403">
                  <c:v>3200</c:v>
                </c:pt>
                <c:pt idx="2404">
                  <c:v>3200</c:v>
                </c:pt>
                <c:pt idx="2405">
                  <c:v>3150</c:v>
                </c:pt>
                <c:pt idx="2406">
                  <c:v>3150</c:v>
                </c:pt>
                <c:pt idx="2407">
                  <c:v>3150</c:v>
                </c:pt>
                <c:pt idx="2408">
                  <c:v>3150</c:v>
                </c:pt>
                <c:pt idx="2409">
                  <c:v>3150</c:v>
                </c:pt>
                <c:pt idx="2410">
                  <c:v>3150</c:v>
                </c:pt>
                <c:pt idx="2411">
                  <c:v>3150</c:v>
                </c:pt>
                <c:pt idx="2412">
                  <c:v>3150</c:v>
                </c:pt>
                <c:pt idx="2413">
                  <c:v>3150</c:v>
                </c:pt>
                <c:pt idx="2414">
                  <c:v>3150</c:v>
                </c:pt>
                <c:pt idx="2415">
                  <c:v>3150</c:v>
                </c:pt>
                <c:pt idx="2416">
                  <c:v>3150</c:v>
                </c:pt>
                <c:pt idx="2417">
                  <c:v>3150</c:v>
                </c:pt>
                <c:pt idx="2418">
                  <c:v>3150</c:v>
                </c:pt>
                <c:pt idx="2419">
                  <c:v>3150</c:v>
                </c:pt>
                <c:pt idx="2420">
                  <c:v>3150</c:v>
                </c:pt>
                <c:pt idx="2421">
                  <c:v>3100</c:v>
                </c:pt>
                <c:pt idx="2422">
                  <c:v>3100</c:v>
                </c:pt>
                <c:pt idx="2423">
                  <c:v>3100</c:v>
                </c:pt>
                <c:pt idx="2424">
                  <c:v>3100</c:v>
                </c:pt>
                <c:pt idx="2425">
                  <c:v>3100</c:v>
                </c:pt>
                <c:pt idx="2426">
                  <c:v>3100</c:v>
                </c:pt>
                <c:pt idx="2427">
                  <c:v>3100</c:v>
                </c:pt>
                <c:pt idx="2428">
                  <c:v>3100</c:v>
                </c:pt>
                <c:pt idx="2429">
                  <c:v>3100</c:v>
                </c:pt>
                <c:pt idx="2430">
                  <c:v>2900</c:v>
                </c:pt>
                <c:pt idx="2431">
                  <c:v>2900</c:v>
                </c:pt>
                <c:pt idx="2432">
                  <c:v>2900</c:v>
                </c:pt>
                <c:pt idx="2433">
                  <c:v>2900</c:v>
                </c:pt>
                <c:pt idx="2434">
                  <c:v>2900</c:v>
                </c:pt>
                <c:pt idx="2435">
                  <c:v>2900</c:v>
                </c:pt>
                <c:pt idx="2436">
                  <c:v>2900</c:v>
                </c:pt>
                <c:pt idx="2437">
                  <c:v>2900</c:v>
                </c:pt>
                <c:pt idx="2438">
                  <c:v>2900</c:v>
                </c:pt>
                <c:pt idx="2439">
                  <c:v>2900</c:v>
                </c:pt>
                <c:pt idx="2440">
                  <c:v>2900</c:v>
                </c:pt>
                <c:pt idx="2441">
                  <c:v>2900</c:v>
                </c:pt>
                <c:pt idx="2442">
                  <c:v>2900</c:v>
                </c:pt>
                <c:pt idx="2443">
                  <c:v>2900</c:v>
                </c:pt>
                <c:pt idx="2444">
                  <c:v>2900</c:v>
                </c:pt>
                <c:pt idx="2445">
                  <c:v>2900</c:v>
                </c:pt>
                <c:pt idx="2446">
                  <c:v>2900</c:v>
                </c:pt>
                <c:pt idx="2447">
                  <c:v>2900</c:v>
                </c:pt>
                <c:pt idx="2448">
                  <c:v>2900</c:v>
                </c:pt>
                <c:pt idx="2449">
                  <c:v>2850</c:v>
                </c:pt>
                <c:pt idx="2450">
                  <c:v>2850</c:v>
                </c:pt>
                <c:pt idx="2451">
                  <c:v>2850</c:v>
                </c:pt>
                <c:pt idx="2452">
                  <c:v>2850</c:v>
                </c:pt>
                <c:pt idx="2453">
                  <c:v>2850</c:v>
                </c:pt>
                <c:pt idx="2454">
                  <c:v>2850</c:v>
                </c:pt>
                <c:pt idx="2455">
                  <c:v>2850</c:v>
                </c:pt>
                <c:pt idx="2456">
                  <c:v>2850</c:v>
                </c:pt>
                <c:pt idx="2457">
                  <c:v>2850</c:v>
                </c:pt>
                <c:pt idx="2458">
                  <c:v>2850</c:v>
                </c:pt>
                <c:pt idx="2459">
                  <c:v>2850</c:v>
                </c:pt>
                <c:pt idx="2460">
                  <c:v>2850</c:v>
                </c:pt>
                <c:pt idx="2461">
                  <c:v>2850</c:v>
                </c:pt>
                <c:pt idx="2462">
                  <c:v>2850</c:v>
                </c:pt>
                <c:pt idx="2463">
                  <c:v>2850</c:v>
                </c:pt>
                <c:pt idx="2464">
                  <c:v>2850</c:v>
                </c:pt>
                <c:pt idx="2465">
                  <c:v>2850</c:v>
                </c:pt>
                <c:pt idx="2466">
                  <c:v>2850</c:v>
                </c:pt>
                <c:pt idx="2467">
                  <c:v>2850</c:v>
                </c:pt>
                <c:pt idx="2468">
                  <c:v>2850</c:v>
                </c:pt>
                <c:pt idx="2469">
                  <c:v>2850</c:v>
                </c:pt>
                <c:pt idx="2470">
                  <c:v>2850</c:v>
                </c:pt>
                <c:pt idx="2471">
                  <c:v>2850</c:v>
                </c:pt>
                <c:pt idx="2472">
                  <c:v>2850</c:v>
                </c:pt>
                <c:pt idx="2473">
                  <c:v>2850</c:v>
                </c:pt>
                <c:pt idx="2474">
                  <c:v>2850</c:v>
                </c:pt>
                <c:pt idx="2475">
                  <c:v>2850</c:v>
                </c:pt>
                <c:pt idx="2476">
                  <c:v>2850</c:v>
                </c:pt>
                <c:pt idx="2477">
                  <c:v>2850</c:v>
                </c:pt>
                <c:pt idx="2478">
                  <c:v>2850</c:v>
                </c:pt>
                <c:pt idx="2479">
                  <c:v>2850</c:v>
                </c:pt>
                <c:pt idx="2480">
                  <c:v>2850</c:v>
                </c:pt>
                <c:pt idx="2481">
                  <c:v>2850</c:v>
                </c:pt>
                <c:pt idx="2482">
                  <c:v>2850</c:v>
                </c:pt>
                <c:pt idx="2483">
                  <c:v>2850</c:v>
                </c:pt>
                <c:pt idx="2484">
                  <c:v>2850</c:v>
                </c:pt>
                <c:pt idx="2485">
                  <c:v>2850</c:v>
                </c:pt>
                <c:pt idx="2486">
                  <c:v>2850</c:v>
                </c:pt>
                <c:pt idx="2487">
                  <c:v>2850</c:v>
                </c:pt>
                <c:pt idx="2488">
                  <c:v>2850</c:v>
                </c:pt>
                <c:pt idx="2489">
                  <c:v>2850</c:v>
                </c:pt>
                <c:pt idx="2490">
                  <c:v>2850</c:v>
                </c:pt>
                <c:pt idx="2491">
                  <c:v>2850</c:v>
                </c:pt>
                <c:pt idx="2492">
                  <c:v>2850</c:v>
                </c:pt>
                <c:pt idx="2493">
                  <c:v>2850</c:v>
                </c:pt>
                <c:pt idx="2494">
                  <c:v>2850</c:v>
                </c:pt>
                <c:pt idx="2495">
                  <c:v>2850</c:v>
                </c:pt>
                <c:pt idx="2496">
                  <c:v>2850</c:v>
                </c:pt>
                <c:pt idx="2497">
                  <c:v>2850</c:v>
                </c:pt>
                <c:pt idx="2498">
                  <c:v>2850</c:v>
                </c:pt>
                <c:pt idx="2499">
                  <c:v>2850</c:v>
                </c:pt>
                <c:pt idx="2500">
                  <c:v>2850</c:v>
                </c:pt>
                <c:pt idx="2501">
                  <c:v>2850</c:v>
                </c:pt>
                <c:pt idx="2502">
                  <c:v>2850</c:v>
                </c:pt>
                <c:pt idx="2503">
                  <c:v>2850</c:v>
                </c:pt>
                <c:pt idx="2504">
                  <c:v>2850</c:v>
                </c:pt>
                <c:pt idx="2505">
                  <c:v>2850</c:v>
                </c:pt>
                <c:pt idx="2506">
                  <c:v>2850</c:v>
                </c:pt>
                <c:pt idx="2507">
                  <c:v>2850</c:v>
                </c:pt>
                <c:pt idx="2508">
                  <c:v>2850</c:v>
                </c:pt>
                <c:pt idx="2509">
                  <c:v>2850</c:v>
                </c:pt>
                <c:pt idx="2510">
                  <c:v>2850</c:v>
                </c:pt>
                <c:pt idx="2511">
                  <c:v>2850</c:v>
                </c:pt>
                <c:pt idx="2512">
                  <c:v>2850</c:v>
                </c:pt>
                <c:pt idx="2513">
                  <c:v>2850</c:v>
                </c:pt>
                <c:pt idx="2514">
                  <c:v>2850</c:v>
                </c:pt>
                <c:pt idx="2515">
                  <c:v>2850</c:v>
                </c:pt>
                <c:pt idx="2516">
                  <c:v>2850</c:v>
                </c:pt>
                <c:pt idx="2517">
                  <c:v>2850</c:v>
                </c:pt>
                <c:pt idx="2518">
                  <c:v>2850</c:v>
                </c:pt>
                <c:pt idx="2519">
                  <c:v>2850</c:v>
                </c:pt>
                <c:pt idx="2520">
                  <c:v>2850</c:v>
                </c:pt>
                <c:pt idx="2521">
                  <c:v>2850</c:v>
                </c:pt>
                <c:pt idx="2522">
                  <c:v>2850</c:v>
                </c:pt>
                <c:pt idx="2523">
                  <c:v>2850</c:v>
                </c:pt>
                <c:pt idx="2524">
                  <c:v>2850</c:v>
                </c:pt>
                <c:pt idx="2525">
                  <c:v>2850</c:v>
                </c:pt>
                <c:pt idx="2526">
                  <c:v>2850</c:v>
                </c:pt>
                <c:pt idx="2527">
                  <c:v>2850</c:v>
                </c:pt>
                <c:pt idx="2528">
                  <c:v>2850</c:v>
                </c:pt>
                <c:pt idx="2529">
                  <c:v>2850</c:v>
                </c:pt>
                <c:pt idx="2530">
                  <c:v>2850</c:v>
                </c:pt>
                <c:pt idx="2531">
                  <c:v>2850</c:v>
                </c:pt>
                <c:pt idx="2532">
                  <c:v>2850</c:v>
                </c:pt>
                <c:pt idx="2533">
                  <c:v>2850</c:v>
                </c:pt>
                <c:pt idx="2534">
                  <c:v>2850</c:v>
                </c:pt>
                <c:pt idx="2535">
                  <c:v>2850</c:v>
                </c:pt>
                <c:pt idx="2536">
                  <c:v>2850</c:v>
                </c:pt>
                <c:pt idx="2537">
                  <c:v>2850</c:v>
                </c:pt>
                <c:pt idx="2538">
                  <c:v>2850</c:v>
                </c:pt>
                <c:pt idx="2539">
                  <c:v>2850</c:v>
                </c:pt>
                <c:pt idx="2540">
                  <c:v>2850</c:v>
                </c:pt>
                <c:pt idx="2541">
                  <c:v>2850</c:v>
                </c:pt>
                <c:pt idx="2542">
                  <c:v>2850</c:v>
                </c:pt>
                <c:pt idx="2543">
                  <c:v>2850</c:v>
                </c:pt>
                <c:pt idx="2544">
                  <c:v>2850</c:v>
                </c:pt>
                <c:pt idx="2545">
                  <c:v>2850</c:v>
                </c:pt>
                <c:pt idx="2546">
                  <c:v>2850</c:v>
                </c:pt>
                <c:pt idx="2547">
                  <c:v>2850</c:v>
                </c:pt>
                <c:pt idx="2548">
                  <c:v>2850</c:v>
                </c:pt>
                <c:pt idx="2549">
                  <c:v>2850</c:v>
                </c:pt>
                <c:pt idx="2550">
                  <c:v>2850</c:v>
                </c:pt>
                <c:pt idx="2551">
                  <c:v>2850</c:v>
                </c:pt>
                <c:pt idx="2552">
                  <c:v>2650</c:v>
                </c:pt>
                <c:pt idx="2553">
                  <c:v>2650</c:v>
                </c:pt>
                <c:pt idx="2554">
                  <c:v>2650</c:v>
                </c:pt>
                <c:pt idx="2555">
                  <c:v>2650</c:v>
                </c:pt>
                <c:pt idx="2556">
                  <c:v>2650</c:v>
                </c:pt>
                <c:pt idx="2557">
                  <c:v>2650</c:v>
                </c:pt>
                <c:pt idx="2558">
                  <c:v>2650</c:v>
                </c:pt>
                <c:pt idx="2559">
                  <c:v>2650</c:v>
                </c:pt>
                <c:pt idx="2560">
                  <c:v>2650</c:v>
                </c:pt>
                <c:pt idx="2561">
                  <c:v>2650</c:v>
                </c:pt>
                <c:pt idx="2562">
                  <c:v>2650</c:v>
                </c:pt>
                <c:pt idx="2563">
                  <c:v>2650</c:v>
                </c:pt>
                <c:pt idx="2564">
                  <c:v>2650</c:v>
                </c:pt>
                <c:pt idx="2565">
                  <c:v>2650</c:v>
                </c:pt>
                <c:pt idx="2566">
                  <c:v>2650</c:v>
                </c:pt>
                <c:pt idx="2567">
                  <c:v>2650</c:v>
                </c:pt>
                <c:pt idx="2568">
                  <c:v>2650</c:v>
                </c:pt>
                <c:pt idx="2569">
                  <c:v>2650</c:v>
                </c:pt>
                <c:pt idx="2570">
                  <c:v>2650</c:v>
                </c:pt>
                <c:pt idx="2571">
                  <c:v>2650</c:v>
                </c:pt>
                <c:pt idx="2572">
                  <c:v>2650</c:v>
                </c:pt>
                <c:pt idx="2573">
                  <c:v>2650</c:v>
                </c:pt>
                <c:pt idx="2574">
                  <c:v>2650</c:v>
                </c:pt>
                <c:pt idx="2575">
                  <c:v>2650</c:v>
                </c:pt>
                <c:pt idx="2576">
                  <c:v>2650</c:v>
                </c:pt>
                <c:pt idx="2577">
                  <c:v>2650</c:v>
                </c:pt>
                <c:pt idx="2578">
                  <c:v>2650</c:v>
                </c:pt>
                <c:pt idx="2579">
                  <c:v>2650</c:v>
                </c:pt>
                <c:pt idx="2580">
                  <c:v>2650</c:v>
                </c:pt>
                <c:pt idx="2581">
                  <c:v>2650</c:v>
                </c:pt>
                <c:pt idx="2582">
                  <c:v>2650</c:v>
                </c:pt>
                <c:pt idx="2583">
                  <c:v>2650</c:v>
                </c:pt>
                <c:pt idx="2584">
                  <c:v>2650</c:v>
                </c:pt>
                <c:pt idx="2585">
                  <c:v>2650</c:v>
                </c:pt>
                <c:pt idx="2586">
                  <c:v>2650</c:v>
                </c:pt>
                <c:pt idx="2587">
                  <c:v>2650</c:v>
                </c:pt>
                <c:pt idx="2588">
                  <c:v>2650</c:v>
                </c:pt>
                <c:pt idx="2589">
                  <c:v>2650</c:v>
                </c:pt>
                <c:pt idx="2590">
                  <c:v>2650</c:v>
                </c:pt>
                <c:pt idx="2591">
                  <c:v>2650</c:v>
                </c:pt>
                <c:pt idx="2592">
                  <c:v>2650</c:v>
                </c:pt>
                <c:pt idx="2593">
                  <c:v>2650</c:v>
                </c:pt>
                <c:pt idx="2594">
                  <c:v>2650</c:v>
                </c:pt>
                <c:pt idx="2595">
                  <c:v>2650</c:v>
                </c:pt>
                <c:pt idx="2596">
                  <c:v>2650</c:v>
                </c:pt>
                <c:pt idx="2597">
                  <c:v>2650</c:v>
                </c:pt>
                <c:pt idx="2598">
                  <c:v>2650</c:v>
                </c:pt>
                <c:pt idx="2599">
                  <c:v>2650</c:v>
                </c:pt>
                <c:pt idx="2600">
                  <c:v>2650</c:v>
                </c:pt>
                <c:pt idx="2601">
                  <c:v>2650</c:v>
                </c:pt>
                <c:pt idx="2602">
                  <c:v>2650</c:v>
                </c:pt>
                <c:pt idx="2603">
                  <c:v>2650</c:v>
                </c:pt>
                <c:pt idx="2604">
                  <c:v>2650</c:v>
                </c:pt>
                <c:pt idx="2605">
                  <c:v>2650</c:v>
                </c:pt>
                <c:pt idx="2606">
                  <c:v>2650</c:v>
                </c:pt>
                <c:pt idx="2607">
                  <c:v>2650</c:v>
                </c:pt>
                <c:pt idx="2608">
                  <c:v>2650</c:v>
                </c:pt>
                <c:pt idx="2609">
                  <c:v>2650</c:v>
                </c:pt>
                <c:pt idx="2610">
                  <c:v>2650</c:v>
                </c:pt>
                <c:pt idx="2611">
                  <c:v>2650</c:v>
                </c:pt>
                <c:pt idx="2612">
                  <c:v>2650</c:v>
                </c:pt>
                <c:pt idx="2613">
                  <c:v>2650</c:v>
                </c:pt>
                <c:pt idx="2614">
                  <c:v>2650</c:v>
                </c:pt>
                <c:pt idx="2615">
                  <c:v>2650</c:v>
                </c:pt>
                <c:pt idx="2616">
                  <c:v>2650</c:v>
                </c:pt>
                <c:pt idx="2617">
                  <c:v>2650</c:v>
                </c:pt>
                <c:pt idx="2618">
                  <c:v>2650</c:v>
                </c:pt>
                <c:pt idx="2619">
                  <c:v>2650</c:v>
                </c:pt>
                <c:pt idx="2620">
                  <c:v>2650</c:v>
                </c:pt>
                <c:pt idx="2621">
                  <c:v>2650</c:v>
                </c:pt>
                <c:pt idx="2622">
                  <c:v>2650</c:v>
                </c:pt>
                <c:pt idx="2623">
                  <c:v>2650</c:v>
                </c:pt>
                <c:pt idx="2624">
                  <c:v>2650</c:v>
                </c:pt>
                <c:pt idx="2625">
                  <c:v>2650</c:v>
                </c:pt>
                <c:pt idx="2626">
                  <c:v>2650</c:v>
                </c:pt>
                <c:pt idx="2627">
                  <c:v>2650</c:v>
                </c:pt>
                <c:pt idx="2628">
                  <c:v>2650</c:v>
                </c:pt>
                <c:pt idx="2629">
                  <c:v>2700</c:v>
                </c:pt>
                <c:pt idx="2630">
                  <c:v>2700</c:v>
                </c:pt>
                <c:pt idx="2631">
                  <c:v>2700</c:v>
                </c:pt>
                <c:pt idx="2632">
                  <c:v>2700</c:v>
                </c:pt>
                <c:pt idx="2633">
                  <c:v>2700</c:v>
                </c:pt>
                <c:pt idx="2634">
                  <c:v>2700</c:v>
                </c:pt>
                <c:pt idx="2635">
                  <c:v>2700</c:v>
                </c:pt>
                <c:pt idx="2636">
                  <c:v>2700</c:v>
                </c:pt>
                <c:pt idx="2637">
                  <c:v>2700</c:v>
                </c:pt>
                <c:pt idx="2638">
                  <c:v>2700</c:v>
                </c:pt>
                <c:pt idx="2639">
                  <c:v>2700</c:v>
                </c:pt>
                <c:pt idx="2640">
                  <c:v>2700</c:v>
                </c:pt>
                <c:pt idx="2641">
                  <c:v>2700</c:v>
                </c:pt>
                <c:pt idx="2642">
                  <c:v>2700</c:v>
                </c:pt>
                <c:pt idx="2643">
                  <c:v>2700</c:v>
                </c:pt>
                <c:pt idx="2644">
                  <c:v>2700</c:v>
                </c:pt>
                <c:pt idx="2645">
                  <c:v>2700</c:v>
                </c:pt>
                <c:pt idx="2646">
                  <c:v>2700</c:v>
                </c:pt>
                <c:pt idx="2647">
                  <c:v>2700</c:v>
                </c:pt>
                <c:pt idx="2648">
                  <c:v>2700</c:v>
                </c:pt>
                <c:pt idx="2649">
                  <c:v>2700</c:v>
                </c:pt>
                <c:pt idx="2650">
                  <c:v>2700</c:v>
                </c:pt>
                <c:pt idx="2651">
                  <c:v>2700</c:v>
                </c:pt>
                <c:pt idx="2652">
                  <c:v>2700</c:v>
                </c:pt>
                <c:pt idx="2653">
                  <c:v>2700</c:v>
                </c:pt>
                <c:pt idx="2654">
                  <c:v>2700</c:v>
                </c:pt>
                <c:pt idx="2655">
                  <c:v>2700</c:v>
                </c:pt>
                <c:pt idx="2656">
                  <c:v>2700</c:v>
                </c:pt>
                <c:pt idx="2657">
                  <c:v>2700</c:v>
                </c:pt>
                <c:pt idx="2658">
                  <c:v>2750</c:v>
                </c:pt>
                <c:pt idx="2659">
                  <c:v>2750</c:v>
                </c:pt>
                <c:pt idx="2660">
                  <c:v>2750</c:v>
                </c:pt>
                <c:pt idx="2661">
                  <c:v>2750</c:v>
                </c:pt>
                <c:pt idx="2662">
                  <c:v>2750</c:v>
                </c:pt>
                <c:pt idx="2663">
                  <c:v>2750</c:v>
                </c:pt>
                <c:pt idx="2664">
                  <c:v>2750</c:v>
                </c:pt>
                <c:pt idx="2665">
                  <c:v>2800</c:v>
                </c:pt>
                <c:pt idx="2666">
                  <c:v>2800</c:v>
                </c:pt>
                <c:pt idx="2667">
                  <c:v>2800</c:v>
                </c:pt>
                <c:pt idx="2668">
                  <c:v>2800</c:v>
                </c:pt>
                <c:pt idx="2669">
                  <c:v>2800</c:v>
                </c:pt>
                <c:pt idx="2670">
                  <c:v>2800</c:v>
                </c:pt>
                <c:pt idx="2671">
                  <c:v>2850</c:v>
                </c:pt>
                <c:pt idx="2672">
                  <c:v>2850</c:v>
                </c:pt>
                <c:pt idx="2673">
                  <c:v>2850</c:v>
                </c:pt>
                <c:pt idx="2674">
                  <c:v>2850</c:v>
                </c:pt>
                <c:pt idx="2675">
                  <c:v>2850</c:v>
                </c:pt>
                <c:pt idx="2676">
                  <c:v>2850</c:v>
                </c:pt>
                <c:pt idx="2677">
                  <c:v>2850</c:v>
                </c:pt>
                <c:pt idx="2678">
                  <c:v>2850</c:v>
                </c:pt>
                <c:pt idx="2679">
                  <c:v>2850</c:v>
                </c:pt>
                <c:pt idx="2680">
                  <c:v>2850</c:v>
                </c:pt>
                <c:pt idx="2681">
                  <c:v>2850</c:v>
                </c:pt>
                <c:pt idx="2682">
                  <c:v>2850</c:v>
                </c:pt>
                <c:pt idx="2683">
                  <c:v>2850</c:v>
                </c:pt>
                <c:pt idx="2684">
                  <c:v>2850</c:v>
                </c:pt>
                <c:pt idx="2685">
                  <c:v>2850</c:v>
                </c:pt>
                <c:pt idx="2686">
                  <c:v>2850</c:v>
                </c:pt>
                <c:pt idx="2687">
                  <c:v>2850</c:v>
                </c:pt>
                <c:pt idx="2688">
                  <c:v>2850</c:v>
                </c:pt>
                <c:pt idx="2689">
                  <c:v>2850</c:v>
                </c:pt>
                <c:pt idx="2690">
                  <c:v>2850</c:v>
                </c:pt>
                <c:pt idx="2691">
                  <c:v>2850</c:v>
                </c:pt>
                <c:pt idx="2692">
                  <c:v>2850</c:v>
                </c:pt>
                <c:pt idx="2693">
                  <c:v>2850</c:v>
                </c:pt>
                <c:pt idx="2694">
                  <c:v>2850</c:v>
                </c:pt>
                <c:pt idx="2695">
                  <c:v>2850</c:v>
                </c:pt>
                <c:pt idx="2696">
                  <c:v>2850</c:v>
                </c:pt>
                <c:pt idx="2697">
                  <c:v>2850</c:v>
                </c:pt>
                <c:pt idx="2698">
                  <c:v>2850</c:v>
                </c:pt>
                <c:pt idx="2699">
                  <c:v>2850</c:v>
                </c:pt>
                <c:pt idx="2700">
                  <c:v>2850</c:v>
                </c:pt>
                <c:pt idx="2701">
                  <c:v>2850</c:v>
                </c:pt>
                <c:pt idx="2702">
                  <c:v>2850</c:v>
                </c:pt>
                <c:pt idx="2703">
                  <c:v>2850</c:v>
                </c:pt>
                <c:pt idx="2704">
                  <c:v>2850</c:v>
                </c:pt>
                <c:pt idx="2705">
                  <c:v>2850</c:v>
                </c:pt>
                <c:pt idx="2706">
                  <c:v>2850</c:v>
                </c:pt>
                <c:pt idx="2707">
                  <c:v>2850</c:v>
                </c:pt>
                <c:pt idx="2708">
                  <c:v>2850</c:v>
                </c:pt>
                <c:pt idx="2709">
                  <c:v>2850</c:v>
                </c:pt>
                <c:pt idx="2710">
                  <c:v>2850</c:v>
                </c:pt>
                <c:pt idx="2711">
                  <c:v>2850</c:v>
                </c:pt>
                <c:pt idx="2712">
                  <c:v>2850</c:v>
                </c:pt>
                <c:pt idx="2713">
                  <c:v>2850</c:v>
                </c:pt>
                <c:pt idx="2714">
                  <c:v>2850</c:v>
                </c:pt>
                <c:pt idx="2715">
                  <c:v>2850</c:v>
                </c:pt>
                <c:pt idx="2716">
                  <c:v>2850</c:v>
                </c:pt>
                <c:pt idx="2717">
                  <c:v>2850</c:v>
                </c:pt>
                <c:pt idx="2718">
                  <c:v>2850</c:v>
                </c:pt>
                <c:pt idx="2719">
                  <c:v>2850</c:v>
                </c:pt>
                <c:pt idx="2720">
                  <c:v>2850</c:v>
                </c:pt>
                <c:pt idx="2721">
                  <c:v>2850</c:v>
                </c:pt>
                <c:pt idx="2722">
                  <c:v>2850</c:v>
                </c:pt>
                <c:pt idx="2723">
                  <c:v>2850</c:v>
                </c:pt>
                <c:pt idx="2724">
                  <c:v>2850</c:v>
                </c:pt>
                <c:pt idx="2725">
                  <c:v>2850</c:v>
                </c:pt>
                <c:pt idx="2726">
                  <c:v>2850</c:v>
                </c:pt>
                <c:pt idx="2727">
                  <c:v>2850</c:v>
                </c:pt>
                <c:pt idx="2728">
                  <c:v>2850</c:v>
                </c:pt>
                <c:pt idx="2729">
                  <c:v>2850</c:v>
                </c:pt>
                <c:pt idx="2730">
                  <c:v>2850</c:v>
                </c:pt>
                <c:pt idx="2731">
                  <c:v>2850</c:v>
                </c:pt>
                <c:pt idx="2732">
                  <c:v>2850</c:v>
                </c:pt>
                <c:pt idx="2733">
                  <c:v>2850</c:v>
                </c:pt>
                <c:pt idx="2734">
                  <c:v>2850</c:v>
                </c:pt>
                <c:pt idx="2735">
                  <c:v>2850</c:v>
                </c:pt>
                <c:pt idx="2736">
                  <c:v>2850</c:v>
                </c:pt>
                <c:pt idx="2737">
                  <c:v>2850</c:v>
                </c:pt>
                <c:pt idx="2738">
                  <c:v>2850</c:v>
                </c:pt>
                <c:pt idx="2739">
                  <c:v>2850</c:v>
                </c:pt>
                <c:pt idx="2740">
                  <c:v>2850</c:v>
                </c:pt>
                <c:pt idx="2741">
                  <c:v>2850</c:v>
                </c:pt>
                <c:pt idx="2742">
                  <c:v>2850</c:v>
                </c:pt>
                <c:pt idx="2743">
                  <c:v>2850</c:v>
                </c:pt>
                <c:pt idx="2744">
                  <c:v>2850</c:v>
                </c:pt>
                <c:pt idx="2745">
                  <c:v>2850</c:v>
                </c:pt>
                <c:pt idx="2746">
                  <c:v>2850</c:v>
                </c:pt>
                <c:pt idx="2747">
                  <c:v>2850</c:v>
                </c:pt>
                <c:pt idx="2748">
                  <c:v>2850</c:v>
                </c:pt>
                <c:pt idx="2749">
                  <c:v>2850</c:v>
                </c:pt>
                <c:pt idx="2750">
                  <c:v>2850</c:v>
                </c:pt>
                <c:pt idx="2751">
                  <c:v>2850</c:v>
                </c:pt>
                <c:pt idx="2752">
                  <c:v>2850</c:v>
                </c:pt>
                <c:pt idx="2753">
                  <c:v>2850</c:v>
                </c:pt>
                <c:pt idx="2754">
                  <c:v>2850</c:v>
                </c:pt>
                <c:pt idx="2755">
                  <c:v>2850</c:v>
                </c:pt>
                <c:pt idx="2756">
                  <c:v>2850</c:v>
                </c:pt>
                <c:pt idx="2757">
                  <c:v>2850</c:v>
                </c:pt>
                <c:pt idx="2758">
                  <c:v>2850</c:v>
                </c:pt>
                <c:pt idx="2759">
                  <c:v>2850</c:v>
                </c:pt>
                <c:pt idx="2760">
                  <c:v>2850</c:v>
                </c:pt>
                <c:pt idx="2761">
                  <c:v>2850</c:v>
                </c:pt>
                <c:pt idx="2762">
                  <c:v>2850</c:v>
                </c:pt>
                <c:pt idx="2763">
                  <c:v>2850</c:v>
                </c:pt>
                <c:pt idx="2764">
                  <c:v>2850</c:v>
                </c:pt>
                <c:pt idx="2765">
                  <c:v>2850</c:v>
                </c:pt>
                <c:pt idx="2766">
                  <c:v>2850</c:v>
                </c:pt>
                <c:pt idx="2767">
                  <c:v>2850</c:v>
                </c:pt>
                <c:pt idx="2768">
                  <c:v>2850</c:v>
                </c:pt>
                <c:pt idx="2769">
                  <c:v>2850</c:v>
                </c:pt>
                <c:pt idx="2770">
                  <c:v>2850</c:v>
                </c:pt>
                <c:pt idx="2771">
                  <c:v>2850</c:v>
                </c:pt>
                <c:pt idx="2772">
                  <c:v>2850</c:v>
                </c:pt>
                <c:pt idx="2773">
                  <c:v>2850</c:v>
                </c:pt>
                <c:pt idx="2774">
                  <c:v>2850</c:v>
                </c:pt>
                <c:pt idx="2775">
                  <c:v>2850</c:v>
                </c:pt>
                <c:pt idx="2776">
                  <c:v>2850</c:v>
                </c:pt>
                <c:pt idx="2777">
                  <c:v>2850</c:v>
                </c:pt>
                <c:pt idx="2778">
                  <c:v>2850</c:v>
                </c:pt>
                <c:pt idx="2779">
                  <c:v>2850</c:v>
                </c:pt>
                <c:pt idx="2780">
                  <c:v>2850</c:v>
                </c:pt>
                <c:pt idx="2781">
                  <c:v>2850</c:v>
                </c:pt>
                <c:pt idx="2782">
                  <c:v>2850</c:v>
                </c:pt>
                <c:pt idx="2783">
                  <c:v>2850</c:v>
                </c:pt>
                <c:pt idx="2784">
                  <c:v>2850</c:v>
                </c:pt>
                <c:pt idx="2785">
                  <c:v>2850</c:v>
                </c:pt>
                <c:pt idx="2786">
                  <c:v>2850</c:v>
                </c:pt>
                <c:pt idx="2787">
                  <c:v>2850</c:v>
                </c:pt>
                <c:pt idx="2788">
                  <c:v>2850</c:v>
                </c:pt>
                <c:pt idx="2789">
                  <c:v>2850</c:v>
                </c:pt>
                <c:pt idx="2790">
                  <c:v>2850</c:v>
                </c:pt>
                <c:pt idx="2791">
                  <c:v>2850</c:v>
                </c:pt>
                <c:pt idx="2792">
                  <c:v>2850</c:v>
                </c:pt>
                <c:pt idx="2793">
                  <c:v>2850</c:v>
                </c:pt>
                <c:pt idx="2794">
                  <c:v>2850</c:v>
                </c:pt>
                <c:pt idx="2795">
                  <c:v>2850</c:v>
                </c:pt>
                <c:pt idx="2796">
                  <c:v>2850</c:v>
                </c:pt>
                <c:pt idx="2797">
                  <c:v>2850</c:v>
                </c:pt>
                <c:pt idx="2798">
                  <c:v>2850</c:v>
                </c:pt>
                <c:pt idx="2799">
                  <c:v>2850</c:v>
                </c:pt>
                <c:pt idx="2800">
                  <c:v>2750</c:v>
                </c:pt>
                <c:pt idx="2801">
                  <c:v>2750</c:v>
                </c:pt>
                <c:pt idx="2802">
                  <c:v>2750</c:v>
                </c:pt>
                <c:pt idx="2803">
                  <c:v>2750</c:v>
                </c:pt>
                <c:pt idx="2804">
                  <c:v>2750</c:v>
                </c:pt>
                <c:pt idx="2805">
                  <c:v>2750</c:v>
                </c:pt>
                <c:pt idx="2806">
                  <c:v>2750</c:v>
                </c:pt>
                <c:pt idx="2807">
                  <c:v>2750</c:v>
                </c:pt>
                <c:pt idx="2808">
                  <c:v>2750</c:v>
                </c:pt>
                <c:pt idx="2809">
                  <c:v>2750</c:v>
                </c:pt>
                <c:pt idx="2810">
                  <c:v>2750</c:v>
                </c:pt>
                <c:pt idx="2811">
                  <c:v>2750</c:v>
                </c:pt>
                <c:pt idx="2812">
                  <c:v>2750</c:v>
                </c:pt>
                <c:pt idx="2813">
                  <c:v>2750</c:v>
                </c:pt>
                <c:pt idx="2814">
                  <c:v>2800</c:v>
                </c:pt>
                <c:pt idx="2815">
                  <c:v>2800</c:v>
                </c:pt>
                <c:pt idx="2816">
                  <c:v>2800</c:v>
                </c:pt>
                <c:pt idx="2817">
                  <c:v>2800</c:v>
                </c:pt>
                <c:pt idx="2818">
                  <c:v>2800</c:v>
                </c:pt>
                <c:pt idx="2819">
                  <c:v>2800</c:v>
                </c:pt>
                <c:pt idx="2820">
                  <c:v>2800</c:v>
                </c:pt>
                <c:pt idx="2821">
                  <c:v>2800</c:v>
                </c:pt>
                <c:pt idx="2822">
                  <c:v>2800</c:v>
                </c:pt>
                <c:pt idx="2823">
                  <c:v>2800</c:v>
                </c:pt>
                <c:pt idx="2824">
                  <c:v>2800</c:v>
                </c:pt>
                <c:pt idx="2825">
                  <c:v>2800</c:v>
                </c:pt>
                <c:pt idx="2826">
                  <c:v>2800</c:v>
                </c:pt>
                <c:pt idx="2827">
                  <c:v>2800</c:v>
                </c:pt>
                <c:pt idx="2828">
                  <c:v>2800</c:v>
                </c:pt>
                <c:pt idx="2829">
                  <c:v>2800</c:v>
                </c:pt>
                <c:pt idx="2830">
                  <c:v>2800</c:v>
                </c:pt>
                <c:pt idx="2831">
                  <c:v>2800</c:v>
                </c:pt>
                <c:pt idx="2832">
                  <c:v>2800</c:v>
                </c:pt>
                <c:pt idx="2833">
                  <c:v>2800</c:v>
                </c:pt>
                <c:pt idx="2834">
                  <c:v>2800</c:v>
                </c:pt>
                <c:pt idx="2835">
                  <c:v>2850</c:v>
                </c:pt>
                <c:pt idx="2836">
                  <c:v>2850</c:v>
                </c:pt>
                <c:pt idx="2837">
                  <c:v>2850</c:v>
                </c:pt>
                <c:pt idx="2838">
                  <c:v>2850</c:v>
                </c:pt>
                <c:pt idx="2839">
                  <c:v>2850</c:v>
                </c:pt>
                <c:pt idx="2840">
                  <c:v>2850</c:v>
                </c:pt>
                <c:pt idx="2841">
                  <c:v>2950</c:v>
                </c:pt>
                <c:pt idx="2842">
                  <c:v>2950</c:v>
                </c:pt>
                <c:pt idx="2843">
                  <c:v>2950</c:v>
                </c:pt>
                <c:pt idx="2844">
                  <c:v>2950</c:v>
                </c:pt>
                <c:pt idx="2845">
                  <c:v>2950</c:v>
                </c:pt>
                <c:pt idx="2846">
                  <c:v>2950</c:v>
                </c:pt>
                <c:pt idx="2847">
                  <c:v>2950</c:v>
                </c:pt>
                <c:pt idx="2848">
                  <c:v>2950</c:v>
                </c:pt>
                <c:pt idx="2849">
                  <c:v>2950</c:v>
                </c:pt>
                <c:pt idx="2850">
                  <c:v>2950</c:v>
                </c:pt>
                <c:pt idx="2851">
                  <c:v>2950</c:v>
                </c:pt>
                <c:pt idx="2852">
                  <c:v>2950</c:v>
                </c:pt>
                <c:pt idx="2853">
                  <c:v>2950</c:v>
                </c:pt>
                <c:pt idx="2854">
                  <c:v>2950</c:v>
                </c:pt>
                <c:pt idx="2855">
                  <c:v>2950</c:v>
                </c:pt>
                <c:pt idx="2856">
                  <c:v>2950</c:v>
                </c:pt>
                <c:pt idx="2857">
                  <c:v>2950</c:v>
                </c:pt>
                <c:pt idx="2858">
                  <c:v>2950</c:v>
                </c:pt>
                <c:pt idx="2859">
                  <c:v>2950</c:v>
                </c:pt>
                <c:pt idx="2860">
                  <c:v>2950</c:v>
                </c:pt>
                <c:pt idx="2861">
                  <c:v>2950</c:v>
                </c:pt>
                <c:pt idx="2862">
                  <c:v>2950</c:v>
                </c:pt>
                <c:pt idx="2863">
                  <c:v>2950</c:v>
                </c:pt>
                <c:pt idx="2864">
                  <c:v>2950</c:v>
                </c:pt>
                <c:pt idx="2865">
                  <c:v>2950</c:v>
                </c:pt>
                <c:pt idx="2866">
                  <c:v>2950</c:v>
                </c:pt>
                <c:pt idx="2867">
                  <c:v>2950</c:v>
                </c:pt>
                <c:pt idx="2868">
                  <c:v>2950</c:v>
                </c:pt>
                <c:pt idx="2869">
                  <c:v>2950</c:v>
                </c:pt>
                <c:pt idx="2870">
                  <c:v>2950</c:v>
                </c:pt>
                <c:pt idx="2871">
                  <c:v>2950</c:v>
                </c:pt>
                <c:pt idx="2872">
                  <c:v>2950</c:v>
                </c:pt>
                <c:pt idx="2873">
                  <c:v>2950</c:v>
                </c:pt>
                <c:pt idx="2874">
                  <c:v>2950</c:v>
                </c:pt>
                <c:pt idx="2875">
                  <c:v>2950</c:v>
                </c:pt>
                <c:pt idx="2876">
                  <c:v>2950</c:v>
                </c:pt>
                <c:pt idx="2877">
                  <c:v>2950</c:v>
                </c:pt>
                <c:pt idx="2878">
                  <c:v>2950</c:v>
                </c:pt>
                <c:pt idx="2879">
                  <c:v>2950</c:v>
                </c:pt>
                <c:pt idx="2880">
                  <c:v>2950</c:v>
                </c:pt>
                <c:pt idx="2881">
                  <c:v>2950</c:v>
                </c:pt>
                <c:pt idx="2882">
                  <c:v>2950</c:v>
                </c:pt>
                <c:pt idx="2883">
                  <c:v>2950</c:v>
                </c:pt>
                <c:pt idx="2884">
                  <c:v>2950</c:v>
                </c:pt>
                <c:pt idx="2885">
                  <c:v>2950</c:v>
                </c:pt>
                <c:pt idx="2886">
                  <c:v>2950</c:v>
                </c:pt>
                <c:pt idx="2887">
                  <c:v>2950</c:v>
                </c:pt>
                <c:pt idx="2888">
                  <c:v>2950</c:v>
                </c:pt>
                <c:pt idx="2889">
                  <c:v>2950</c:v>
                </c:pt>
                <c:pt idx="2890">
                  <c:v>2950</c:v>
                </c:pt>
                <c:pt idx="2891">
                  <c:v>2950</c:v>
                </c:pt>
                <c:pt idx="2892">
                  <c:v>2950</c:v>
                </c:pt>
                <c:pt idx="2893">
                  <c:v>2950</c:v>
                </c:pt>
                <c:pt idx="2894">
                  <c:v>2950</c:v>
                </c:pt>
                <c:pt idx="2895">
                  <c:v>2950</c:v>
                </c:pt>
                <c:pt idx="2896">
                  <c:v>2950</c:v>
                </c:pt>
                <c:pt idx="2897">
                  <c:v>2950</c:v>
                </c:pt>
                <c:pt idx="2898">
                  <c:v>2950</c:v>
                </c:pt>
                <c:pt idx="2899">
                  <c:v>2950</c:v>
                </c:pt>
                <c:pt idx="2900">
                  <c:v>2950</c:v>
                </c:pt>
                <c:pt idx="2901">
                  <c:v>2950</c:v>
                </c:pt>
                <c:pt idx="2902">
                  <c:v>2950</c:v>
                </c:pt>
                <c:pt idx="2903">
                  <c:v>2950</c:v>
                </c:pt>
                <c:pt idx="2904">
                  <c:v>2950</c:v>
                </c:pt>
                <c:pt idx="2905">
                  <c:v>2950</c:v>
                </c:pt>
                <c:pt idx="2906">
                  <c:v>2950</c:v>
                </c:pt>
                <c:pt idx="2907">
                  <c:v>2950</c:v>
                </c:pt>
                <c:pt idx="2908">
                  <c:v>2950</c:v>
                </c:pt>
                <c:pt idx="2909">
                  <c:v>2950</c:v>
                </c:pt>
                <c:pt idx="2910">
                  <c:v>3100</c:v>
                </c:pt>
                <c:pt idx="2911">
                  <c:v>3100</c:v>
                </c:pt>
                <c:pt idx="2912">
                  <c:v>3100</c:v>
                </c:pt>
                <c:pt idx="2913">
                  <c:v>3100</c:v>
                </c:pt>
                <c:pt idx="2914">
                  <c:v>3100</c:v>
                </c:pt>
                <c:pt idx="2915">
                  <c:v>3100</c:v>
                </c:pt>
                <c:pt idx="2916">
                  <c:v>3100</c:v>
                </c:pt>
                <c:pt idx="2917">
                  <c:v>3100</c:v>
                </c:pt>
                <c:pt idx="2918">
                  <c:v>3100</c:v>
                </c:pt>
                <c:pt idx="2919">
                  <c:v>3100</c:v>
                </c:pt>
                <c:pt idx="2920">
                  <c:v>3100</c:v>
                </c:pt>
                <c:pt idx="2921">
                  <c:v>3100</c:v>
                </c:pt>
                <c:pt idx="2922">
                  <c:v>3100</c:v>
                </c:pt>
                <c:pt idx="2923">
                  <c:v>3100</c:v>
                </c:pt>
                <c:pt idx="2924">
                  <c:v>3100</c:v>
                </c:pt>
                <c:pt idx="2925">
                  <c:v>3100</c:v>
                </c:pt>
                <c:pt idx="2926">
                  <c:v>3100</c:v>
                </c:pt>
                <c:pt idx="2927">
                  <c:v>3100</c:v>
                </c:pt>
                <c:pt idx="2928">
                  <c:v>3100</c:v>
                </c:pt>
                <c:pt idx="2929">
                  <c:v>3100</c:v>
                </c:pt>
                <c:pt idx="2930">
                  <c:v>3100</c:v>
                </c:pt>
                <c:pt idx="2931">
                  <c:v>3100</c:v>
                </c:pt>
                <c:pt idx="2932">
                  <c:v>3100</c:v>
                </c:pt>
                <c:pt idx="2933">
                  <c:v>3100</c:v>
                </c:pt>
                <c:pt idx="2934">
                  <c:v>3100</c:v>
                </c:pt>
                <c:pt idx="2935">
                  <c:v>3100</c:v>
                </c:pt>
                <c:pt idx="2936">
                  <c:v>3100</c:v>
                </c:pt>
                <c:pt idx="2937">
                  <c:v>3100</c:v>
                </c:pt>
                <c:pt idx="2938">
                  <c:v>3100</c:v>
                </c:pt>
                <c:pt idx="2939">
                  <c:v>3100</c:v>
                </c:pt>
                <c:pt idx="2940">
                  <c:v>3100</c:v>
                </c:pt>
                <c:pt idx="2941">
                  <c:v>3100</c:v>
                </c:pt>
                <c:pt idx="2942">
                  <c:v>3100</c:v>
                </c:pt>
                <c:pt idx="2943">
                  <c:v>3100</c:v>
                </c:pt>
                <c:pt idx="2944">
                  <c:v>3100</c:v>
                </c:pt>
                <c:pt idx="2945">
                  <c:v>3100</c:v>
                </c:pt>
                <c:pt idx="2946">
                  <c:v>3100</c:v>
                </c:pt>
                <c:pt idx="2947">
                  <c:v>3100</c:v>
                </c:pt>
                <c:pt idx="2948">
                  <c:v>3100</c:v>
                </c:pt>
                <c:pt idx="2949">
                  <c:v>3100</c:v>
                </c:pt>
                <c:pt idx="2950">
                  <c:v>3100</c:v>
                </c:pt>
                <c:pt idx="2951">
                  <c:v>3100</c:v>
                </c:pt>
                <c:pt idx="2952">
                  <c:v>3100</c:v>
                </c:pt>
                <c:pt idx="2953">
                  <c:v>3100</c:v>
                </c:pt>
                <c:pt idx="2954">
                  <c:v>3100</c:v>
                </c:pt>
                <c:pt idx="2955">
                  <c:v>3100</c:v>
                </c:pt>
                <c:pt idx="2956">
                  <c:v>3100</c:v>
                </c:pt>
                <c:pt idx="2957">
                  <c:v>3100</c:v>
                </c:pt>
                <c:pt idx="2958">
                  <c:v>3100</c:v>
                </c:pt>
                <c:pt idx="2959">
                  <c:v>3100</c:v>
                </c:pt>
                <c:pt idx="2960">
                  <c:v>3100</c:v>
                </c:pt>
                <c:pt idx="2961">
                  <c:v>3100</c:v>
                </c:pt>
                <c:pt idx="2962">
                  <c:v>3100</c:v>
                </c:pt>
                <c:pt idx="2963">
                  <c:v>3100</c:v>
                </c:pt>
                <c:pt idx="2964">
                  <c:v>3100</c:v>
                </c:pt>
                <c:pt idx="2965">
                  <c:v>3100</c:v>
                </c:pt>
                <c:pt idx="2966">
                  <c:v>3100</c:v>
                </c:pt>
                <c:pt idx="2967">
                  <c:v>3100</c:v>
                </c:pt>
                <c:pt idx="2968">
                  <c:v>3100</c:v>
                </c:pt>
                <c:pt idx="2969">
                  <c:v>3100</c:v>
                </c:pt>
                <c:pt idx="2970">
                  <c:v>3100</c:v>
                </c:pt>
                <c:pt idx="2971">
                  <c:v>3100</c:v>
                </c:pt>
                <c:pt idx="2972">
                  <c:v>3100</c:v>
                </c:pt>
                <c:pt idx="2973">
                  <c:v>3100</c:v>
                </c:pt>
                <c:pt idx="2974">
                  <c:v>3100</c:v>
                </c:pt>
                <c:pt idx="2975">
                  <c:v>3100</c:v>
                </c:pt>
                <c:pt idx="2976">
                  <c:v>3100</c:v>
                </c:pt>
                <c:pt idx="2977">
                  <c:v>3100</c:v>
                </c:pt>
                <c:pt idx="2978">
                  <c:v>3100</c:v>
                </c:pt>
                <c:pt idx="2979">
                  <c:v>3150</c:v>
                </c:pt>
                <c:pt idx="2980">
                  <c:v>3150</c:v>
                </c:pt>
                <c:pt idx="2981">
                  <c:v>3150</c:v>
                </c:pt>
                <c:pt idx="2982">
                  <c:v>3150</c:v>
                </c:pt>
                <c:pt idx="2983">
                  <c:v>3150</c:v>
                </c:pt>
                <c:pt idx="2984">
                  <c:v>3150</c:v>
                </c:pt>
                <c:pt idx="2985">
                  <c:v>3150</c:v>
                </c:pt>
                <c:pt idx="2986">
                  <c:v>3150</c:v>
                </c:pt>
                <c:pt idx="2987">
                  <c:v>3150</c:v>
                </c:pt>
                <c:pt idx="2988">
                  <c:v>3150</c:v>
                </c:pt>
                <c:pt idx="2989">
                  <c:v>3150</c:v>
                </c:pt>
                <c:pt idx="2990">
                  <c:v>3150</c:v>
                </c:pt>
                <c:pt idx="2991">
                  <c:v>3150</c:v>
                </c:pt>
                <c:pt idx="2992">
                  <c:v>3150</c:v>
                </c:pt>
                <c:pt idx="2993">
                  <c:v>3150</c:v>
                </c:pt>
                <c:pt idx="2994">
                  <c:v>3150</c:v>
                </c:pt>
                <c:pt idx="2995">
                  <c:v>3150</c:v>
                </c:pt>
                <c:pt idx="2996">
                  <c:v>3150</c:v>
                </c:pt>
                <c:pt idx="2997">
                  <c:v>3150</c:v>
                </c:pt>
                <c:pt idx="2998">
                  <c:v>3150</c:v>
                </c:pt>
                <c:pt idx="2999">
                  <c:v>3150</c:v>
                </c:pt>
                <c:pt idx="3000">
                  <c:v>3150</c:v>
                </c:pt>
                <c:pt idx="3001">
                  <c:v>3150</c:v>
                </c:pt>
                <c:pt idx="3002">
                  <c:v>3150</c:v>
                </c:pt>
                <c:pt idx="3003">
                  <c:v>3150</c:v>
                </c:pt>
                <c:pt idx="3004">
                  <c:v>3150</c:v>
                </c:pt>
                <c:pt idx="3005">
                  <c:v>3150</c:v>
                </c:pt>
                <c:pt idx="3006">
                  <c:v>3150</c:v>
                </c:pt>
                <c:pt idx="3007">
                  <c:v>3150</c:v>
                </c:pt>
                <c:pt idx="3008">
                  <c:v>3150</c:v>
                </c:pt>
                <c:pt idx="3009">
                  <c:v>3150</c:v>
                </c:pt>
                <c:pt idx="3010">
                  <c:v>3150</c:v>
                </c:pt>
                <c:pt idx="3011">
                  <c:v>3150</c:v>
                </c:pt>
                <c:pt idx="3012">
                  <c:v>3150</c:v>
                </c:pt>
                <c:pt idx="3013">
                  <c:v>3150</c:v>
                </c:pt>
                <c:pt idx="3014">
                  <c:v>3150</c:v>
                </c:pt>
                <c:pt idx="3015">
                  <c:v>3150</c:v>
                </c:pt>
                <c:pt idx="3016">
                  <c:v>3150</c:v>
                </c:pt>
                <c:pt idx="3017">
                  <c:v>3150</c:v>
                </c:pt>
                <c:pt idx="3018">
                  <c:v>3150</c:v>
                </c:pt>
                <c:pt idx="3019">
                  <c:v>3150</c:v>
                </c:pt>
                <c:pt idx="3020">
                  <c:v>3150</c:v>
                </c:pt>
                <c:pt idx="3021">
                  <c:v>3150</c:v>
                </c:pt>
                <c:pt idx="3022">
                  <c:v>3150</c:v>
                </c:pt>
                <c:pt idx="3023">
                  <c:v>3150</c:v>
                </c:pt>
                <c:pt idx="3024">
                  <c:v>3150</c:v>
                </c:pt>
                <c:pt idx="3025">
                  <c:v>3150</c:v>
                </c:pt>
                <c:pt idx="3026">
                  <c:v>3150</c:v>
                </c:pt>
                <c:pt idx="3027">
                  <c:v>3150</c:v>
                </c:pt>
                <c:pt idx="3028">
                  <c:v>3150</c:v>
                </c:pt>
                <c:pt idx="3029">
                  <c:v>3150</c:v>
                </c:pt>
                <c:pt idx="3030">
                  <c:v>3150</c:v>
                </c:pt>
                <c:pt idx="3031">
                  <c:v>3150</c:v>
                </c:pt>
                <c:pt idx="3032">
                  <c:v>3150</c:v>
                </c:pt>
                <c:pt idx="3033">
                  <c:v>3150</c:v>
                </c:pt>
                <c:pt idx="3034">
                  <c:v>3150</c:v>
                </c:pt>
                <c:pt idx="3035">
                  <c:v>3150</c:v>
                </c:pt>
                <c:pt idx="3036">
                  <c:v>3150</c:v>
                </c:pt>
                <c:pt idx="3037">
                  <c:v>3150</c:v>
                </c:pt>
                <c:pt idx="3038">
                  <c:v>3150</c:v>
                </c:pt>
                <c:pt idx="3039">
                  <c:v>3150</c:v>
                </c:pt>
                <c:pt idx="3040">
                  <c:v>3150</c:v>
                </c:pt>
                <c:pt idx="3041">
                  <c:v>3150</c:v>
                </c:pt>
                <c:pt idx="3042">
                  <c:v>3150</c:v>
                </c:pt>
                <c:pt idx="3043">
                  <c:v>3150</c:v>
                </c:pt>
                <c:pt idx="3044">
                  <c:v>3150</c:v>
                </c:pt>
                <c:pt idx="3045">
                  <c:v>3150</c:v>
                </c:pt>
                <c:pt idx="3046">
                  <c:v>3150</c:v>
                </c:pt>
                <c:pt idx="3047">
                  <c:v>3150</c:v>
                </c:pt>
                <c:pt idx="3048">
                  <c:v>3150</c:v>
                </c:pt>
                <c:pt idx="3049">
                  <c:v>3150</c:v>
                </c:pt>
                <c:pt idx="3050">
                  <c:v>3150</c:v>
                </c:pt>
                <c:pt idx="3051">
                  <c:v>3150</c:v>
                </c:pt>
                <c:pt idx="3052">
                  <c:v>3150</c:v>
                </c:pt>
                <c:pt idx="3053">
                  <c:v>3150</c:v>
                </c:pt>
                <c:pt idx="3054">
                  <c:v>3150</c:v>
                </c:pt>
                <c:pt idx="3055">
                  <c:v>3150</c:v>
                </c:pt>
                <c:pt idx="3056">
                  <c:v>3150</c:v>
                </c:pt>
                <c:pt idx="3057">
                  <c:v>3150</c:v>
                </c:pt>
                <c:pt idx="3058">
                  <c:v>3150</c:v>
                </c:pt>
                <c:pt idx="3059">
                  <c:v>3150</c:v>
                </c:pt>
                <c:pt idx="3060">
                  <c:v>3150</c:v>
                </c:pt>
                <c:pt idx="3061">
                  <c:v>3150</c:v>
                </c:pt>
                <c:pt idx="3062">
                  <c:v>3150</c:v>
                </c:pt>
                <c:pt idx="3063">
                  <c:v>3150</c:v>
                </c:pt>
                <c:pt idx="3064">
                  <c:v>3150</c:v>
                </c:pt>
                <c:pt idx="3065">
                  <c:v>3150</c:v>
                </c:pt>
                <c:pt idx="3066">
                  <c:v>3150</c:v>
                </c:pt>
                <c:pt idx="3067">
                  <c:v>3150</c:v>
                </c:pt>
                <c:pt idx="3068">
                  <c:v>3150</c:v>
                </c:pt>
                <c:pt idx="3069">
                  <c:v>3150</c:v>
                </c:pt>
                <c:pt idx="3070">
                  <c:v>3150</c:v>
                </c:pt>
                <c:pt idx="3071">
                  <c:v>3150</c:v>
                </c:pt>
                <c:pt idx="3072">
                  <c:v>3150</c:v>
                </c:pt>
                <c:pt idx="3073">
                  <c:v>3150</c:v>
                </c:pt>
                <c:pt idx="3074">
                  <c:v>3150</c:v>
                </c:pt>
                <c:pt idx="3075">
                  <c:v>3150</c:v>
                </c:pt>
                <c:pt idx="3076">
                  <c:v>3150</c:v>
                </c:pt>
                <c:pt idx="3077">
                  <c:v>3150</c:v>
                </c:pt>
                <c:pt idx="3078">
                  <c:v>3150</c:v>
                </c:pt>
                <c:pt idx="3079">
                  <c:v>3150</c:v>
                </c:pt>
                <c:pt idx="3080">
                  <c:v>3150</c:v>
                </c:pt>
                <c:pt idx="3081">
                  <c:v>3150</c:v>
                </c:pt>
                <c:pt idx="3082">
                  <c:v>3150</c:v>
                </c:pt>
                <c:pt idx="3083">
                  <c:v>3150</c:v>
                </c:pt>
                <c:pt idx="3084">
                  <c:v>3150</c:v>
                </c:pt>
                <c:pt idx="3085">
                  <c:v>3150</c:v>
                </c:pt>
                <c:pt idx="3086">
                  <c:v>3150</c:v>
                </c:pt>
                <c:pt idx="3087">
                  <c:v>3150</c:v>
                </c:pt>
                <c:pt idx="3088">
                  <c:v>3150</c:v>
                </c:pt>
                <c:pt idx="3089">
                  <c:v>3150</c:v>
                </c:pt>
                <c:pt idx="3090">
                  <c:v>3150</c:v>
                </c:pt>
                <c:pt idx="3091">
                  <c:v>3150</c:v>
                </c:pt>
                <c:pt idx="3092">
                  <c:v>3150</c:v>
                </c:pt>
                <c:pt idx="3093">
                  <c:v>3150</c:v>
                </c:pt>
                <c:pt idx="3094">
                  <c:v>3150</c:v>
                </c:pt>
                <c:pt idx="3095">
                  <c:v>3150</c:v>
                </c:pt>
                <c:pt idx="3096">
                  <c:v>3150</c:v>
                </c:pt>
                <c:pt idx="3097">
                  <c:v>3150</c:v>
                </c:pt>
                <c:pt idx="3098">
                  <c:v>3150</c:v>
                </c:pt>
                <c:pt idx="3099">
                  <c:v>3150</c:v>
                </c:pt>
                <c:pt idx="3100">
                  <c:v>3150</c:v>
                </c:pt>
                <c:pt idx="3101">
                  <c:v>3150</c:v>
                </c:pt>
                <c:pt idx="3102">
                  <c:v>3150</c:v>
                </c:pt>
                <c:pt idx="3103">
                  <c:v>3150</c:v>
                </c:pt>
                <c:pt idx="3104">
                  <c:v>3150</c:v>
                </c:pt>
                <c:pt idx="3105">
                  <c:v>3150</c:v>
                </c:pt>
                <c:pt idx="3106">
                  <c:v>3150</c:v>
                </c:pt>
                <c:pt idx="3107">
                  <c:v>3150</c:v>
                </c:pt>
                <c:pt idx="3108">
                  <c:v>3150</c:v>
                </c:pt>
                <c:pt idx="3109">
                  <c:v>3150</c:v>
                </c:pt>
                <c:pt idx="3110">
                  <c:v>3150</c:v>
                </c:pt>
                <c:pt idx="3111">
                  <c:v>3150</c:v>
                </c:pt>
                <c:pt idx="3112">
                  <c:v>3150</c:v>
                </c:pt>
                <c:pt idx="3113">
                  <c:v>3150</c:v>
                </c:pt>
                <c:pt idx="3114">
                  <c:v>3150</c:v>
                </c:pt>
                <c:pt idx="3115">
                  <c:v>3150</c:v>
                </c:pt>
                <c:pt idx="3116">
                  <c:v>3150</c:v>
                </c:pt>
                <c:pt idx="3117">
                  <c:v>3150</c:v>
                </c:pt>
                <c:pt idx="3118">
                  <c:v>3150</c:v>
                </c:pt>
                <c:pt idx="3119">
                  <c:v>3150</c:v>
                </c:pt>
                <c:pt idx="3120">
                  <c:v>3150</c:v>
                </c:pt>
                <c:pt idx="3121">
                  <c:v>3150</c:v>
                </c:pt>
                <c:pt idx="3122">
                  <c:v>3150</c:v>
                </c:pt>
                <c:pt idx="3123">
                  <c:v>3150</c:v>
                </c:pt>
                <c:pt idx="3124">
                  <c:v>3150</c:v>
                </c:pt>
                <c:pt idx="3125">
                  <c:v>3150</c:v>
                </c:pt>
                <c:pt idx="3126">
                  <c:v>3150</c:v>
                </c:pt>
                <c:pt idx="3127">
                  <c:v>3150</c:v>
                </c:pt>
                <c:pt idx="3128">
                  <c:v>3150</c:v>
                </c:pt>
                <c:pt idx="3129">
                  <c:v>3150</c:v>
                </c:pt>
                <c:pt idx="3130">
                  <c:v>3150</c:v>
                </c:pt>
                <c:pt idx="3131">
                  <c:v>3150</c:v>
                </c:pt>
                <c:pt idx="3132">
                  <c:v>3150</c:v>
                </c:pt>
                <c:pt idx="3133">
                  <c:v>3150</c:v>
                </c:pt>
                <c:pt idx="3134">
                  <c:v>3150</c:v>
                </c:pt>
                <c:pt idx="3135">
                  <c:v>3150</c:v>
                </c:pt>
                <c:pt idx="3136">
                  <c:v>3150</c:v>
                </c:pt>
                <c:pt idx="3137">
                  <c:v>3150</c:v>
                </c:pt>
                <c:pt idx="3138">
                  <c:v>3150</c:v>
                </c:pt>
                <c:pt idx="3139">
                  <c:v>3150</c:v>
                </c:pt>
                <c:pt idx="3140">
                  <c:v>3150</c:v>
                </c:pt>
                <c:pt idx="3141">
                  <c:v>3150</c:v>
                </c:pt>
                <c:pt idx="3142">
                  <c:v>3150</c:v>
                </c:pt>
                <c:pt idx="3143">
                  <c:v>3150</c:v>
                </c:pt>
                <c:pt idx="3144">
                  <c:v>3150</c:v>
                </c:pt>
                <c:pt idx="3145">
                  <c:v>3150</c:v>
                </c:pt>
                <c:pt idx="3146">
                  <c:v>3150</c:v>
                </c:pt>
                <c:pt idx="3147">
                  <c:v>3150</c:v>
                </c:pt>
                <c:pt idx="3148">
                  <c:v>3150</c:v>
                </c:pt>
                <c:pt idx="3149">
                  <c:v>3150</c:v>
                </c:pt>
                <c:pt idx="3150">
                  <c:v>3150</c:v>
                </c:pt>
                <c:pt idx="3151">
                  <c:v>3150</c:v>
                </c:pt>
                <c:pt idx="3152">
                  <c:v>3150</c:v>
                </c:pt>
                <c:pt idx="3153">
                  <c:v>3150</c:v>
                </c:pt>
                <c:pt idx="3154">
                  <c:v>3150</c:v>
                </c:pt>
                <c:pt idx="3155">
                  <c:v>3150</c:v>
                </c:pt>
                <c:pt idx="3156">
                  <c:v>3150</c:v>
                </c:pt>
                <c:pt idx="3157">
                  <c:v>3150</c:v>
                </c:pt>
                <c:pt idx="3158">
                  <c:v>3150</c:v>
                </c:pt>
                <c:pt idx="3159">
                  <c:v>3150</c:v>
                </c:pt>
                <c:pt idx="3160">
                  <c:v>3150</c:v>
                </c:pt>
                <c:pt idx="3161">
                  <c:v>3150</c:v>
                </c:pt>
                <c:pt idx="3162">
                  <c:v>3150</c:v>
                </c:pt>
                <c:pt idx="3163">
                  <c:v>3150</c:v>
                </c:pt>
                <c:pt idx="3164">
                  <c:v>3150</c:v>
                </c:pt>
                <c:pt idx="3165">
                  <c:v>3150</c:v>
                </c:pt>
                <c:pt idx="3166">
                  <c:v>3150</c:v>
                </c:pt>
                <c:pt idx="3167">
                  <c:v>3150</c:v>
                </c:pt>
                <c:pt idx="3168">
                  <c:v>3150</c:v>
                </c:pt>
                <c:pt idx="3169">
                  <c:v>3150</c:v>
                </c:pt>
                <c:pt idx="3170">
                  <c:v>3150</c:v>
                </c:pt>
                <c:pt idx="3171">
                  <c:v>3150</c:v>
                </c:pt>
                <c:pt idx="3172">
                  <c:v>3150</c:v>
                </c:pt>
                <c:pt idx="3173">
                  <c:v>3150</c:v>
                </c:pt>
                <c:pt idx="3174">
                  <c:v>3150</c:v>
                </c:pt>
                <c:pt idx="3175">
                  <c:v>3150</c:v>
                </c:pt>
                <c:pt idx="3176">
                  <c:v>3150</c:v>
                </c:pt>
                <c:pt idx="3177">
                  <c:v>3150</c:v>
                </c:pt>
                <c:pt idx="3178">
                  <c:v>3150</c:v>
                </c:pt>
                <c:pt idx="3179">
                  <c:v>3150</c:v>
                </c:pt>
                <c:pt idx="3180">
                  <c:v>3150</c:v>
                </c:pt>
                <c:pt idx="3181">
                  <c:v>3150</c:v>
                </c:pt>
                <c:pt idx="3182">
                  <c:v>3150</c:v>
                </c:pt>
                <c:pt idx="3183">
                  <c:v>3150</c:v>
                </c:pt>
                <c:pt idx="3184">
                  <c:v>3150</c:v>
                </c:pt>
                <c:pt idx="3185">
                  <c:v>3150</c:v>
                </c:pt>
                <c:pt idx="3186">
                  <c:v>3150</c:v>
                </c:pt>
                <c:pt idx="3187">
                  <c:v>3150</c:v>
                </c:pt>
                <c:pt idx="3188">
                  <c:v>3150</c:v>
                </c:pt>
                <c:pt idx="3189">
                  <c:v>3150</c:v>
                </c:pt>
                <c:pt idx="3190">
                  <c:v>3150</c:v>
                </c:pt>
                <c:pt idx="3191">
                  <c:v>2900</c:v>
                </c:pt>
                <c:pt idx="3192">
                  <c:v>2900</c:v>
                </c:pt>
                <c:pt idx="3193">
                  <c:v>2900</c:v>
                </c:pt>
                <c:pt idx="3194">
                  <c:v>2900</c:v>
                </c:pt>
                <c:pt idx="3195">
                  <c:v>2900</c:v>
                </c:pt>
                <c:pt idx="3196">
                  <c:v>2900</c:v>
                </c:pt>
                <c:pt idx="3197">
                  <c:v>2900</c:v>
                </c:pt>
                <c:pt idx="3198">
                  <c:v>2900</c:v>
                </c:pt>
                <c:pt idx="3199">
                  <c:v>2900</c:v>
                </c:pt>
                <c:pt idx="3200">
                  <c:v>2900</c:v>
                </c:pt>
                <c:pt idx="3201">
                  <c:v>2900</c:v>
                </c:pt>
                <c:pt idx="3202">
                  <c:v>2900</c:v>
                </c:pt>
                <c:pt idx="3203">
                  <c:v>2900</c:v>
                </c:pt>
                <c:pt idx="3204">
                  <c:v>2900</c:v>
                </c:pt>
                <c:pt idx="3205">
                  <c:v>2900</c:v>
                </c:pt>
                <c:pt idx="3206">
                  <c:v>2900</c:v>
                </c:pt>
                <c:pt idx="3207">
                  <c:v>2900</c:v>
                </c:pt>
                <c:pt idx="3208">
                  <c:v>2900</c:v>
                </c:pt>
                <c:pt idx="3209">
                  <c:v>2900</c:v>
                </c:pt>
                <c:pt idx="3210">
                  <c:v>2900</c:v>
                </c:pt>
                <c:pt idx="3211">
                  <c:v>2900</c:v>
                </c:pt>
                <c:pt idx="3212">
                  <c:v>2900</c:v>
                </c:pt>
                <c:pt idx="3213">
                  <c:v>2900</c:v>
                </c:pt>
                <c:pt idx="3214">
                  <c:v>2900</c:v>
                </c:pt>
                <c:pt idx="3215">
                  <c:v>2900</c:v>
                </c:pt>
                <c:pt idx="3216">
                  <c:v>2900</c:v>
                </c:pt>
                <c:pt idx="3217">
                  <c:v>2900</c:v>
                </c:pt>
                <c:pt idx="3218">
                  <c:v>2900</c:v>
                </c:pt>
                <c:pt idx="3219">
                  <c:v>2900</c:v>
                </c:pt>
                <c:pt idx="3220">
                  <c:v>2900</c:v>
                </c:pt>
                <c:pt idx="3221">
                  <c:v>2900</c:v>
                </c:pt>
                <c:pt idx="3222">
                  <c:v>2900</c:v>
                </c:pt>
                <c:pt idx="3223">
                  <c:v>2900</c:v>
                </c:pt>
                <c:pt idx="3224">
                  <c:v>2900</c:v>
                </c:pt>
                <c:pt idx="3225">
                  <c:v>2900</c:v>
                </c:pt>
                <c:pt idx="3226">
                  <c:v>2900</c:v>
                </c:pt>
                <c:pt idx="3227">
                  <c:v>2900</c:v>
                </c:pt>
                <c:pt idx="3228">
                  <c:v>2900</c:v>
                </c:pt>
                <c:pt idx="3229">
                  <c:v>2900</c:v>
                </c:pt>
                <c:pt idx="3230">
                  <c:v>2900</c:v>
                </c:pt>
                <c:pt idx="3231">
                  <c:v>2900</c:v>
                </c:pt>
                <c:pt idx="3232">
                  <c:v>2900</c:v>
                </c:pt>
                <c:pt idx="3233">
                  <c:v>2900</c:v>
                </c:pt>
                <c:pt idx="3234">
                  <c:v>2900</c:v>
                </c:pt>
                <c:pt idx="3235">
                  <c:v>2900</c:v>
                </c:pt>
                <c:pt idx="3236">
                  <c:v>2900</c:v>
                </c:pt>
                <c:pt idx="3237">
                  <c:v>2900</c:v>
                </c:pt>
                <c:pt idx="3238">
                  <c:v>2900</c:v>
                </c:pt>
                <c:pt idx="3239">
                  <c:v>2900</c:v>
                </c:pt>
                <c:pt idx="3240">
                  <c:v>2900</c:v>
                </c:pt>
                <c:pt idx="3241">
                  <c:v>2900</c:v>
                </c:pt>
                <c:pt idx="3242">
                  <c:v>2900</c:v>
                </c:pt>
                <c:pt idx="3243">
                  <c:v>2900</c:v>
                </c:pt>
                <c:pt idx="3244">
                  <c:v>2900</c:v>
                </c:pt>
                <c:pt idx="3245">
                  <c:v>2900</c:v>
                </c:pt>
                <c:pt idx="3246">
                  <c:v>2900</c:v>
                </c:pt>
                <c:pt idx="3247">
                  <c:v>2900</c:v>
                </c:pt>
                <c:pt idx="3248">
                  <c:v>2900</c:v>
                </c:pt>
                <c:pt idx="3249">
                  <c:v>2900</c:v>
                </c:pt>
                <c:pt idx="3250">
                  <c:v>2900</c:v>
                </c:pt>
                <c:pt idx="3251">
                  <c:v>2900</c:v>
                </c:pt>
                <c:pt idx="3252">
                  <c:v>2900</c:v>
                </c:pt>
                <c:pt idx="3253">
                  <c:v>2900</c:v>
                </c:pt>
                <c:pt idx="3254">
                  <c:v>2900</c:v>
                </c:pt>
                <c:pt idx="3255">
                  <c:v>2900</c:v>
                </c:pt>
                <c:pt idx="3256">
                  <c:v>2900</c:v>
                </c:pt>
                <c:pt idx="3257">
                  <c:v>2900</c:v>
                </c:pt>
                <c:pt idx="3258">
                  <c:v>2900</c:v>
                </c:pt>
                <c:pt idx="3259">
                  <c:v>2900</c:v>
                </c:pt>
                <c:pt idx="3260">
                  <c:v>2900</c:v>
                </c:pt>
                <c:pt idx="3261">
                  <c:v>2900</c:v>
                </c:pt>
                <c:pt idx="3262">
                  <c:v>2900</c:v>
                </c:pt>
                <c:pt idx="3263">
                  <c:v>2900</c:v>
                </c:pt>
                <c:pt idx="3264">
                  <c:v>2900</c:v>
                </c:pt>
                <c:pt idx="3265">
                  <c:v>2900</c:v>
                </c:pt>
                <c:pt idx="3266">
                  <c:v>2900</c:v>
                </c:pt>
                <c:pt idx="3267">
                  <c:v>2900</c:v>
                </c:pt>
                <c:pt idx="3268">
                  <c:v>2900</c:v>
                </c:pt>
                <c:pt idx="3269">
                  <c:v>2900</c:v>
                </c:pt>
                <c:pt idx="3270">
                  <c:v>2900</c:v>
                </c:pt>
                <c:pt idx="3271">
                  <c:v>2900</c:v>
                </c:pt>
                <c:pt idx="3272">
                  <c:v>2900</c:v>
                </c:pt>
                <c:pt idx="3273">
                  <c:v>2900</c:v>
                </c:pt>
                <c:pt idx="3274">
                  <c:v>2900</c:v>
                </c:pt>
                <c:pt idx="3275">
                  <c:v>2900</c:v>
                </c:pt>
                <c:pt idx="3276">
                  <c:v>2900</c:v>
                </c:pt>
                <c:pt idx="3277">
                  <c:v>2900</c:v>
                </c:pt>
                <c:pt idx="3278">
                  <c:v>2900</c:v>
                </c:pt>
                <c:pt idx="3279">
                  <c:v>2900</c:v>
                </c:pt>
                <c:pt idx="3280">
                  <c:v>2900</c:v>
                </c:pt>
                <c:pt idx="3281">
                  <c:v>2900</c:v>
                </c:pt>
                <c:pt idx="3282">
                  <c:v>2900</c:v>
                </c:pt>
                <c:pt idx="3283">
                  <c:v>2900</c:v>
                </c:pt>
                <c:pt idx="3284">
                  <c:v>2900</c:v>
                </c:pt>
                <c:pt idx="3285">
                  <c:v>2900</c:v>
                </c:pt>
                <c:pt idx="3286">
                  <c:v>2900</c:v>
                </c:pt>
                <c:pt idx="3287">
                  <c:v>2900</c:v>
                </c:pt>
                <c:pt idx="3288">
                  <c:v>2900</c:v>
                </c:pt>
                <c:pt idx="3289">
                  <c:v>2900</c:v>
                </c:pt>
                <c:pt idx="3290">
                  <c:v>2900</c:v>
                </c:pt>
                <c:pt idx="3291">
                  <c:v>2900</c:v>
                </c:pt>
                <c:pt idx="3292">
                  <c:v>2900</c:v>
                </c:pt>
                <c:pt idx="3293">
                  <c:v>2900</c:v>
                </c:pt>
                <c:pt idx="3294">
                  <c:v>2900</c:v>
                </c:pt>
                <c:pt idx="3295">
                  <c:v>2900</c:v>
                </c:pt>
                <c:pt idx="3296">
                  <c:v>2900</c:v>
                </c:pt>
                <c:pt idx="3297">
                  <c:v>2900</c:v>
                </c:pt>
                <c:pt idx="3298">
                  <c:v>2900</c:v>
                </c:pt>
                <c:pt idx="3299">
                  <c:v>2900</c:v>
                </c:pt>
                <c:pt idx="3300">
                  <c:v>2900</c:v>
                </c:pt>
                <c:pt idx="3301">
                  <c:v>2900</c:v>
                </c:pt>
                <c:pt idx="3302">
                  <c:v>2900</c:v>
                </c:pt>
                <c:pt idx="3303">
                  <c:v>2900</c:v>
                </c:pt>
                <c:pt idx="3304">
                  <c:v>2900</c:v>
                </c:pt>
                <c:pt idx="3305">
                  <c:v>2900</c:v>
                </c:pt>
                <c:pt idx="3306">
                  <c:v>2900</c:v>
                </c:pt>
                <c:pt idx="3307">
                  <c:v>2900</c:v>
                </c:pt>
                <c:pt idx="3308">
                  <c:v>2900</c:v>
                </c:pt>
                <c:pt idx="3309">
                  <c:v>2900</c:v>
                </c:pt>
                <c:pt idx="3310">
                  <c:v>2900</c:v>
                </c:pt>
                <c:pt idx="3311">
                  <c:v>2900</c:v>
                </c:pt>
                <c:pt idx="3312">
                  <c:v>2900</c:v>
                </c:pt>
                <c:pt idx="3313">
                  <c:v>2900</c:v>
                </c:pt>
                <c:pt idx="3314">
                  <c:v>2900</c:v>
                </c:pt>
                <c:pt idx="3315">
                  <c:v>2900</c:v>
                </c:pt>
                <c:pt idx="3316">
                  <c:v>2900</c:v>
                </c:pt>
                <c:pt idx="3317">
                  <c:v>2900</c:v>
                </c:pt>
                <c:pt idx="3318">
                  <c:v>2900</c:v>
                </c:pt>
                <c:pt idx="3319">
                  <c:v>2900</c:v>
                </c:pt>
                <c:pt idx="3320">
                  <c:v>2900</c:v>
                </c:pt>
                <c:pt idx="3321">
                  <c:v>2900</c:v>
                </c:pt>
                <c:pt idx="3322">
                  <c:v>2900</c:v>
                </c:pt>
                <c:pt idx="3323">
                  <c:v>2900</c:v>
                </c:pt>
                <c:pt idx="3324">
                  <c:v>2900</c:v>
                </c:pt>
                <c:pt idx="3325">
                  <c:v>2900</c:v>
                </c:pt>
                <c:pt idx="3326">
                  <c:v>2900</c:v>
                </c:pt>
                <c:pt idx="3327">
                  <c:v>2900</c:v>
                </c:pt>
                <c:pt idx="3328">
                  <c:v>2900</c:v>
                </c:pt>
                <c:pt idx="3329">
                  <c:v>2900</c:v>
                </c:pt>
                <c:pt idx="3330">
                  <c:v>2900</c:v>
                </c:pt>
                <c:pt idx="3331">
                  <c:v>2900</c:v>
                </c:pt>
                <c:pt idx="3332">
                  <c:v>2900</c:v>
                </c:pt>
                <c:pt idx="3333">
                  <c:v>2900</c:v>
                </c:pt>
                <c:pt idx="3334">
                  <c:v>2900</c:v>
                </c:pt>
                <c:pt idx="3335">
                  <c:v>2900</c:v>
                </c:pt>
                <c:pt idx="3336">
                  <c:v>2900</c:v>
                </c:pt>
                <c:pt idx="3337">
                  <c:v>2900</c:v>
                </c:pt>
                <c:pt idx="3338">
                  <c:v>2900</c:v>
                </c:pt>
                <c:pt idx="3339">
                  <c:v>2900</c:v>
                </c:pt>
                <c:pt idx="3340">
                  <c:v>2900</c:v>
                </c:pt>
                <c:pt idx="3341">
                  <c:v>2900</c:v>
                </c:pt>
                <c:pt idx="3342">
                  <c:v>2900</c:v>
                </c:pt>
                <c:pt idx="3343">
                  <c:v>2900</c:v>
                </c:pt>
                <c:pt idx="3344">
                  <c:v>2900</c:v>
                </c:pt>
                <c:pt idx="3345">
                  <c:v>2900</c:v>
                </c:pt>
                <c:pt idx="3346">
                  <c:v>2900</c:v>
                </c:pt>
                <c:pt idx="3347">
                  <c:v>2900</c:v>
                </c:pt>
                <c:pt idx="3348">
                  <c:v>2900</c:v>
                </c:pt>
                <c:pt idx="3349">
                  <c:v>2900</c:v>
                </c:pt>
                <c:pt idx="3350">
                  <c:v>2900</c:v>
                </c:pt>
                <c:pt idx="3351">
                  <c:v>2900</c:v>
                </c:pt>
                <c:pt idx="3352">
                  <c:v>2900</c:v>
                </c:pt>
                <c:pt idx="3353">
                  <c:v>2900</c:v>
                </c:pt>
                <c:pt idx="3354">
                  <c:v>2900</c:v>
                </c:pt>
                <c:pt idx="3355">
                  <c:v>2900</c:v>
                </c:pt>
                <c:pt idx="3356">
                  <c:v>2900</c:v>
                </c:pt>
                <c:pt idx="3357">
                  <c:v>2900</c:v>
                </c:pt>
                <c:pt idx="3358">
                  <c:v>2900</c:v>
                </c:pt>
                <c:pt idx="3359">
                  <c:v>2900</c:v>
                </c:pt>
                <c:pt idx="3360">
                  <c:v>2900</c:v>
                </c:pt>
                <c:pt idx="3361">
                  <c:v>2900</c:v>
                </c:pt>
                <c:pt idx="3362">
                  <c:v>2900</c:v>
                </c:pt>
                <c:pt idx="3363">
                  <c:v>2900</c:v>
                </c:pt>
                <c:pt idx="3364">
                  <c:v>2900</c:v>
                </c:pt>
                <c:pt idx="3365">
                  <c:v>2900</c:v>
                </c:pt>
                <c:pt idx="3366">
                  <c:v>2900</c:v>
                </c:pt>
                <c:pt idx="3367">
                  <c:v>2900</c:v>
                </c:pt>
                <c:pt idx="3368">
                  <c:v>2900</c:v>
                </c:pt>
                <c:pt idx="3369">
                  <c:v>2900</c:v>
                </c:pt>
                <c:pt idx="3370">
                  <c:v>2900</c:v>
                </c:pt>
                <c:pt idx="3371">
                  <c:v>2900</c:v>
                </c:pt>
                <c:pt idx="3372">
                  <c:v>2900</c:v>
                </c:pt>
                <c:pt idx="3373">
                  <c:v>2900</c:v>
                </c:pt>
                <c:pt idx="3374">
                  <c:v>2900</c:v>
                </c:pt>
                <c:pt idx="3375">
                  <c:v>2900</c:v>
                </c:pt>
                <c:pt idx="3376">
                  <c:v>2900</c:v>
                </c:pt>
                <c:pt idx="3377">
                  <c:v>2900</c:v>
                </c:pt>
                <c:pt idx="3378">
                  <c:v>2900</c:v>
                </c:pt>
                <c:pt idx="3379">
                  <c:v>2900</c:v>
                </c:pt>
                <c:pt idx="3380">
                  <c:v>2900</c:v>
                </c:pt>
                <c:pt idx="3381">
                  <c:v>2900</c:v>
                </c:pt>
                <c:pt idx="3382">
                  <c:v>2900</c:v>
                </c:pt>
                <c:pt idx="3383">
                  <c:v>2900</c:v>
                </c:pt>
                <c:pt idx="3384">
                  <c:v>2900</c:v>
                </c:pt>
                <c:pt idx="3385">
                  <c:v>2900</c:v>
                </c:pt>
                <c:pt idx="3386">
                  <c:v>2900</c:v>
                </c:pt>
                <c:pt idx="3387">
                  <c:v>2900</c:v>
                </c:pt>
                <c:pt idx="3388">
                  <c:v>2900</c:v>
                </c:pt>
                <c:pt idx="3389">
                  <c:v>2900</c:v>
                </c:pt>
                <c:pt idx="3390">
                  <c:v>2900</c:v>
                </c:pt>
                <c:pt idx="3391">
                  <c:v>2900</c:v>
                </c:pt>
                <c:pt idx="3392">
                  <c:v>2900</c:v>
                </c:pt>
                <c:pt idx="3393">
                  <c:v>2900</c:v>
                </c:pt>
                <c:pt idx="3394">
                  <c:v>2900</c:v>
                </c:pt>
                <c:pt idx="3395">
                  <c:v>2900</c:v>
                </c:pt>
                <c:pt idx="3396">
                  <c:v>2900</c:v>
                </c:pt>
                <c:pt idx="3397">
                  <c:v>2900</c:v>
                </c:pt>
                <c:pt idx="3398">
                  <c:v>2900</c:v>
                </c:pt>
                <c:pt idx="3399">
                  <c:v>2900</c:v>
                </c:pt>
                <c:pt idx="3400">
                  <c:v>2900</c:v>
                </c:pt>
                <c:pt idx="3401">
                  <c:v>2900</c:v>
                </c:pt>
                <c:pt idx="3402">
                  <c:v>2900</c:v>
                </c:pt>
                <c:pt idx="3403">
                  <c:v>2900</c:v>
                </c:pt>
                <c:pt idx="3404">
                  <c:v>2900</c:v>
                </c:pt>
                <c:pt idx="3405">
                  <c:v>2900</c:v>
                </c:pt>
                <c:pt idx="3406">
                  <c:v>2900</c:v>
                </c:pt>
                <c:pt idx="3407">
                  <c:v>2900</c:v>
                </c:pt>
                <c:pt idx="3408">
                  <c:v>2900</c:v>
                </c:pt>
                <c:pt idx="3409">
                  <c:v>2900</c:v>
                </c:pt>
                <c:pt idx="3410">
                  <c:v>2900</c:v>
                </c:pt>
                <c:pt idx="3411">
                  <c:v>2900</c:v>
                </c:pt>
                <c:pt idx="3412">
                  <c:v>2900</c:v>
                </c:pt>
                <c:pt idx="3413">
                  <c:v>2900</c:v>
                </c:pt>
                <c:pt idx="3414">
                  <c:v>2900</c:v>
                </c:pt>
                <c:pt idx="3415">
                  <c:v>2900</c:v>
                </c:pt>
                <c:pt idx="3416">
                  <c:v>2900</c:v>
                </c:pt>
                <c:pt idx="3417">
                  <c:v>2900</c:v>
                </c:pt>
                <c:pt idx="3418">
                  <c:v>2900</c:v>
                </c:pt>
                <c:pt idx="3419">
                  <c:v>2900</c:v>
                </c:pt>
                <c:pt idx="3420">
                  <c:v>2900</c:v>
                </c:pt>
                <c:pt idx="3421">
                  <c:v>2900</c:v>
                </c:pt>
                <c:pt idx="3422">
                  <c:v>2900</c:v>
                </c:pt>
                <c:pt idx="3423">
                  <c:v>2900</c:v>
                </c:pt>
                <c:pt idx="3424">
                  <c:v>2900</c:v>
                </c:pt>
                <c:pt idx="3425">
                  <c:v>2900</c:v>
                </c:pt>
                <c:pt idx="3426">
                  <c:v>2900</c:v>
                </c:pt>
                <c:pt idx="3427">
                  <c:v>2900</c:v>
                </c:pt>
                <c:pt idx="3428">
                  <c:v>2900</c:v>
                </c:pt>
                <c:pt idx="3429">
                  <c:v>2900</c:v>
                </c:pt>
                <c:pt idx="3430">
                  <c:v>2900</c:v>
                </c:pt>
                <c:pt idx="3431">
                  <c:v>2900</c:v>
                </c:pt>
                <c:pt idx="3432">
                  <c:v>2900</c:v>
                </c:pt>
                <c:pt idx="3433">
                  <c:v>2900</c:v>
                </c:pt>
                <c:pt idx="3434">
                  <c:v>2900</c:v>
                </c:pt>
                <c:pt idx="3435">
                  <c:v>2900</c:v>
                </c:pt>
                <c:pt idx="3436">
                  <c:v>2900</c:v>
                </c:pt>
                <c:pt idx="3437">
                  <c:v>2900</c:v>
                </c:pt>
                <c:pt idx="3438">
                  <c:v>2900</c:v>
                </c:pt>
                <c:pt idx="3439">
                  <c:v>2900</c:v>
                </c:pt>
                <c:pt idx="3440">
                  <c:v>2900</c:v>
                </c:pt>
                <c:pt idx="3441">
                  <c:v>2900</c:v>
                </c:pt>
                <c:pt idx="3442">
                  <c:v>2900</c:v>
                </c:pt>
                <c:pt idx="3443">
                  <c:v>2900</c:v>
                </c:pt>
                <c:pt idx="3444">
                  <c:v>2900</c:v>
                </c:pt>
                <c:pt idx="3445">
                  <c:v>2900</c:v>
                </c:pt>
                <c:pt idx="3446">
                  <c:v>2900</c:v>
                </c:pt>
                <c:pt idx="3447">
                  <c:v>2900</c:v>
                </c:pt>
                <c:pt idx="3448">
                  <c:v>2900</c:v>
                </c:pt>
                <c:pt idx="3449">
                  <c:v>2730</c:v>
                </c:pt>
                <c:pt idx="3450">
                  <c:v>2730</c:v>
                </c:pt>
                <c:pt idx="3451">
                  <c:v>2730</c:v>
                </c:pt>
                <c:pt idx="3452">
                  <c:v>2730</c:v>
                </c:pt>
                <c:pt idx="3453">
                  <c:v>2730</c:v>
                </c:pt>
                <c:pt idx="3454">
                  <c:v>2730</c:v>
                </c:pt>
                <c:pt idx="3455">
                  <c:v>2730</c:v>
                </c:pt>
                <c:pt idx="3456">
                  <c:v>2730</c:v>
                </c:pt>
                <c:pt idx="3457">
                  <c:v>2730</c:v>
                </c:pt>
                <c:pt idx="3458">
                  <c:v>2730</c:v>
                </c:pt>
                <c:pt idx="3459">
                  <c:v>2730</c:v>
                </c:pt>
                <c:pt idx="3460">
                  <c:v>2730</c:v>
                </c:pt>
                <c:pt idx="3461">
                  <c:v>2730</c:v>
                </c:pt>
                <c:pt idx="3462">
                  <c:v>2730</c:v>
                </c:pt>
                <c:pt idx="3463">
                  <c:v>2730</c:v>
                </c:pt>
                <c:pt idx="3464">
                  <c:v>2730</c:v>
                </c:pt>
                <c:pt idx="3465">
                  <c:v>2730</c:v>
                </c:pt>
                <c:pt idx="3466">
                  <c:v>2730</c:v>
                </c:pt>
                <c:pt idx="3467">
                  <c:v>2730</c:v>
                </c:pt>
                <c:pt idx="3468">
                  <c:v>2730</c:v>
                </c:pt>
                <c:pt idx="3469">
                  <c:v>2730</c:v>
                </c:pt>
                <c:pt idx="3470">
                  <c:v>2730</c:v>
                </c:pt>
                <c:pt idx="3471">
                  <c:v>2730</c:v>
                </c:pt>
                <c:pt idx="3472">
                  <c:v>2730</c:v>
                </c:pt>
                <c:pt idx="3473">
                  <c:v>2730</c:v>
                </c:pt>
                <c:pt idx="3474">
                  <c:v>2730</c:v>
                </c:pt>
                <c:pt idx="3475">
                  <c:v>2730</c:v>
                </c:pt>
                <c:pt idx="3476">
                  <c:v>2730</c:v>
                </c:pt>
                <c:pt idx="3477">
                  <c:v>2730</c:v>
                </c:pt>
                <c:pt idx="3478">
                  <c:v>2730</c:v>
                </c:pt>
                <c:pt idx="3479">
                  <c:v>2730</c:v>
                </c:pt>
                <c:pt idx="3480">
                  <c:v>2730</c:v>
                </c:pt>
                <c:pt idx="3481">
                  <c:v>2730</c:v>
                </c:pt>
                <c:pt idx="3482">
                  <c:v>2730</c:v>
                </c:pt>
                <c:pt idx="3483">
                  <c:v>2730</c:v>
                </c:pt>
                <c:pt idx="3484">
                  <c:v>2730</c:v>
                </c:pt>
                <c:pt idx="3485">
                  <c:v>2730</c:v>
                </c:pt>
                <c:pt idx="3486">
                  <c:v>2730</c:v>
                </c:pt>
                <c:pt idx="3487">
                  <c:v>2730</c:v>
                </c:pt>
                <c:pt idx="3488">
                  <c:v>2730</c:v>
                </c:pt>
                <c:pt idx="3489">
                  <c:v>2730</c:v>
                </c:pt>
                <c:pt idx="3490">
                  <c:v>2730</c:v>
                </c:pt>
                <c:pt idx="3491">
                  <c:v>2730</c:v>
                </c:pt>
                <c:pt idx="3492">
                  <c:v>2730</c:v>
                </c:pt>
                <c:pt idx="3493">
                  <c:v>2730</c:v>
                </c:pt>
                <c:pt idx="3494">
                  <c:v>2730</c:v>
                </c:pt>
                <c:pt idx="3495">
                  <c:v>2730</c:v>
                </c:pt>
                <c:pt idx="3496">
                  <c:v>2730</c:v>
                </c:pt>
                <c:pt idx="3497">
                  <c:v>2450</c:v>
                </c:pt>
                <c:pt idx="3498">
                  <c:v>2450</c:v>
                </c:pt>
                <c:pt idx="3499">
                  <c:v>2450</c:v>
                </c:pt>
                <c:pt idx="3500">
                  <c:v>2450</c:v>
                </c:pt>
                <c:pt idx="3501">
                  <c:v>2300</c:v>
                </c:pt>
                <c:pt idx="3502">
                  <c:v>2300</c:v>
                </c:pt>
                <c:pt idx="3503">
                  <c:v>2300</c:v>
                </c:pt>
                <c:pt idx="3504">
                  <c:v>2300</c:v>
                </c:pt>
                <c:pt idx="3505">
                  <c:v>2300</c:v>
                </c:pt>
                <c:pt idx="3506">
                  <c:v>2300</c:v>
                </c:pt>
                <c:pt idx="3507">
                  <c:v>2300</c:v>
                </c:pt>
                <c:pt idx="3508">
                  <c:v>2300</c:v>
                </c:pt>
                <c:pt idx="3509">
                  <c:v>2300</c:v>
                </c:pt>
                <c:pt idx="3510">
                  <c:v>2300</c:v>
                </c:pt>
                <c:pt idx="3511">
                  <c:v>2300</c:v>
                </c:pt>
                <c:pt idx="3512">
                  <c:v>2300</c:v>
                </c:pt>
                <c:pt idx="3513">
                  <c:v>2300</c:v>
                </c:pt>
                <c:pt idx="3514">
                  <c:v>2300</c:v>
                </c:pt>
                <c:pt idx="3515">
                  <c:v>2300</c:v>
                </c:pt>
                <c:pt idx="3516">
                  <c:v>2300</c:v>
                </c:pt>
                <c:pt idx="3517">
                  <c:v>2300</c:v>
                </c:pt>
                <c:pt idx="3518">
                  <c:v>2300</c:v>
                </c:pt>
                <c:pt idx="3519">
                  <c:v>2300</c:v>
                </c:pt>
                <c:pt idx="3520">
                  <c:v>2300</c:v>
                </c:pt>
                <c:pt idx="3521">
                  <c:v>2300</c:v>
                </c:pt>
                <c:pt idx="3522">
                  <c:v>2300</c:v>
                </c:pt>
                <c:pt idx="3523">
                  <c:v>2300</c:v>
                </c:pt>
                <c:pt idx="3524">
                  <c:v>2300</c:v>
                </c:pt>
                <c:pt idx="3525">
                  <c:v>2300</c:v>
                </c:pt>
                <c:pt idx="3526">
                  <c:v>2300</c:v>
                </c:pt>
                <c:pt idx="3527">
                  <c:v>2300</c:v>
                </c:pt>
                <c:pt idx="3528">
                  <c:v>2300</c:v>
                </c:pt>
                <c:pt idx="3529">
                  <c:v>2300</c:v>
                </c:pt>
                <c:pt idx="3530">
                  <c:v>2300</c:v>
                </c:pt>
                <c:pt idx="3531">
                  <c:v>2300</c:v>
                </c:pt>
                <c:pt idx="3532">
                  <c:v>2300</c:v>
                </c:pt>
                <c:pt idx="3533">
                  <c:v>2300</c:v>
                </c:pt>
                <c:pt idx="3534">
                  <c:v>2300</c:v>
                </c:pt>
                <c:pt idx="3535">
                  <c:v>2300</c:v>
                </c:pt>
                <c:pt idx="3536">
                  <c:v>2300</c:v>
                </c:pt>
                <c:pt idx="3537">
                  <c:v>2300</c:v>
                </c:pt>
                <c:pt idx="3538">
                  <c:v>2300</c:v>
                </c:pt>
                <c:pt idx="3539">
                  <c:v>2300</c:v>
                </c:pt>
                <c:pt idx="3540">
                  <c:v>2300</c:v>
                </c:pt>
                <c:pt idx="3541">
                  <c:v>2300</c:v>
                </c:pt>
                <c:pt idx="3542">
                  <c:v>2300</c:v>
                </c:pt>
                <c:pt idx="3543">
                  <c:v>2300</c:v>
                </c:pt>
                <c:pt idx="3544">
                  <c:v>2300</c:v>
                </c:pt>
                <c:pt idx="3545">
                  <c:v>2300</c:v>
                </c:pt>
                <c:pt idx="3546">
                  <c:v>2300</c:v>
                </c:pt>
                <c:pt idx="3547">
                  <c:v>2300</c:v>
                </c:pt>
                <c:pt idx="3548">
                  <c:v>2300</c:v>
                </c:pt>
                <c:pt idx="3549">
                  <c:v>2300</c:v>
                </c:pt>
                <c:pt idx="3550">
                  <c:v>2300</c:v>
                </c:pt>
                <c:pt idx="3551">
                  <c:v>2300</c:v>
                </c:pt>
                <c:pt idx="3552">
                  <c:v>2300</c:v>
                </c:pt>
                <c:pt idx="3553">
                  <c:v>2300</c:v>
                </c:pt>
                <c:pt idx="3554">
                  <c:v>2300</c:v>
                </c:pt>
                <c:pt idx="3555">
                  <c:v>2300</c:v>
                </c:pt>
                <c:pt idx="3556">
                  <c:v>2300</c:v>
                </c:pt>
                <c:pt idx="3557">
                  <c:v>2300</c:v>
                </c:pt>
                <c:pt idx="3558">
                  <c:v>2300</c:v>
                </c:pt>
                <c:pt idx="3559">
                  <c:v>2300</c:v>
                </c:pt>
                <c:pt idx="3560">
                  <c:v>2300</c:v>
                </c:pt>
                <c:pt idx="3561">
                  <c:v>2300</c:v>
                </c:pt>
                <c:pt idx="3562">
                  <c:v>2300</c:v>
                </c:pt>
                <c:pt idx="3563">
                  <c:v>2300</c:v>
                </c:pt>
                <c:pt idx="3564">
                  <c:v>2300</c:v>
                </c:pt>
                <c:pt idx="3565">
                  <c:v>2300</c:v>
                </c:pt>
                <c:pt idx="3566">
                  <c:v>2300</c:v>
                </c:pt>
                <c:pt idx="3567">
                  <c:v>2300</c:v>
                </c:pt>
                <c:pt idx="3568">
                  <c:v>2300</c:v>
                </c:pt>
                <c:pt idx="3569">
                  <c:v>2300</c:v>
                </c:pt>
                <c:pt idx="3570">
                  <c:v>2300</c:v>
                </c:pt>
                <c:pt idx="3571">
                  <c:v>2300</c:v>
                </c:pt>
                <c:pt idx="3572">
                  <c:v>2300</c:v>
                </c:pt>
                <c:pt idx="3573">
                  <c:v>2300</c:v>
                </c:pt>
                <c:pt idx="3574">
                  <c:v>2300</c:v>
                </c:pt>
                <c:pt idx="3575">
                  <c:v>2300</c:v>
                </c:pt>
                <c:pt idx="3576">
                  <c:v>2300</c:v>
                </c:pt>
                <c:pt idx="3577">
                  <c:v>2300</c:v>
                </c:pt>
                <c:pt idx="3578">
                  <c:v>2300</c:v>
                </c:pt>
                <c:pt idx="3579">
                  <c:v>2300</c:v>
                </c:pt>
                <c:pt idx="3580">
                  <c:v>2300</c:v>
                </c:pt>
                <c:pt idx="3581">
                  <c:v>2300</c:v>
                </c:pt>
                <c:pt idx="3582">
                  <c:v>2300</c:v>
                </c:pt>
                <c:pt idx="3583">
                  <c:v>2300</c:v>
                </c:pt>
                <c:pt idx="3584">
                  <c:v>2300</c:v>
                </c:pt>
                <c:pt idx="3585">
                  <c:v>2300</c:v>
                </c:pt>
                <c:pt idx="3586">
                  <c:v>2300</c:v>
                </c:pt>
                <c:pt idx="3587">
                  <c:v>2300</c:v>
                </c:pt>
                <c:pt idx="3588">
                  <c:v>2300</c:v>
                </c:pt>
                <c:pt idx="3589">
                  <c:v>2300</c:v>
                </c:pt>
                <c:pt idx="3590">
                  <c:v>2300</c:v>
                </c:pt>
                <c:pt idx="3591">
                  <c:v>2300</c:v>
                </c:pt>
                <c:pt idx="3592">
                  <c:v>2300</c:v>
                </c:pt>
                <c:pt idx="3593">
                  <c:v>2300</c:v>
                </c:pt>
                <c:pt idx="3594">
                  <c:v>2300</c:v>
                </c:pt>
                <c:pt idx="3595">
                  <c:v>2300</c:v>
                </c:pt>
                <c:pt idx="3596">
                  <c:v>2300</c:v>
                </c:pt>
                <c:pt idx="3597">
                  <c:v>2300</c:v>
                </c:pt>
                <c:pt idx="3598">
                  <c:v>2300</c:v>
                </c:pt>
                <c:pt idx="3599">
                  <c:v>2300</c:v>
                </c:pt>
                <c:pt idx="3600">
                  <c:v>2300</c:v>
                </c:pt>
                <c:pt idx="3601">
                  <c:v>2300</c:v>
                </c:pt>
                <c:pt idx="3602">
                  <c:v>2300</c:v>
                </c:pt>
                <c:pt idx="3603">
                  <c:v>2300</c:v>
                </c:pt>
                <c:pt idx="3604">
                  <c:v>2300</c:v>
                </c:pt>
                <c:pt idx="3605">
                  <c:v>2300</c:v>
                </c:pt>
                <c:pt idx="3606">
                  <c:v>2300</c:v>
                </c:pt>
                <c:pt idx="3607">
                  <c:v>2300</c:v>
                </c:pt>
                <c:pt idx="3608">
                  <c:v>2300</c:v>
                </c:pt>
                <c:pt idx="3609">
                  <c:v>2300</c:v>
                </c:pt>
                <c:pt idx="3610">
                  <c:v>2300</c:v>
                </c:pt>
                <c:pt idx="3611">
                  <c:v>2300</c:v>
                </c:pt>
                <c:pt idx="3612">
                  <c:v>2300</c:v>
                </c:pt>
                <c:pt idx="3613">
                  <c:v>2300</c:v>
                </c:pt>
                <c:pt idx="3614">
                  <c:v>2300</c:v>
                </c:pt>
                <c:pt idx="3615">
                  <c:v>2300</c:v>
                </c:pt>
                <c:pt idx="3616">
                  <c:v>2300</c:v>
                </c:pt>
                <c:pt idx="3617">
                  <c:v>2300</c:v>
                </c:pt>
                <c:pt idx="3618">
                  <c:v>2300</c:v>
                </c:pt>
                <c:pt idx="3619">
                  <c:v>2300</c:v>
                </c:pt>
                <c:pt idx="3620">
                  <c:v>2300</c:v>
                </c:pt>
                <c:pt idx="3621">
                  <c:v>2300</c:v>
                </c:pt>
                <c:pt idx="3622">
                  <c:v>2300</c:v>
                </c:pt>
                <c:pt idx="3623">
                  <c:v>2300</c:v>
                </c:pt>
                <c:pt idx="3624">
                  <c:v>2300</c:v>
                </c:pt>
                <c:pt idx="3625">
                  <c:v>2300</c:v>
                </c:pt>
                <c:pt idx="3626">
                  <c:v>2300</c:v>
                </c:pt>
                <c:pt idx="3627">
                  <c:v>2300</c:v>
                </c:pt>
                <c:pt idx="3628">
                  <c:v>2300</c:v>
                </c:pt>
                <c:pt idx="3629">
                  <c:v>2300</c:v>
                </c:pt>
                <c:pt idx="3630">
                  <c:v>2300</c:v>
                </c:pt>
                <c:pt idx="3631">
                  <c:v>2300</c:v>
                </c:pt>
                <c:pt idx="3632">
                  <c:v>2300</c:v>
                </c:pt>
                <c:pt idx="3633">
                  <c:v>2300</c:v>
                </c:pt>
                <c:pt idx="3634">
                  <c:v>2300</c:v>
                </c:pt>
                <c:pt idx="3635">
                  <c:v>2300</c:v>
                </c:pt>
                <c:pt idx="3636">
                  <c:v>2300</c:v>
                </c:pt>
                <c:pt idx="3637">
                  <c:v>2300</c:v>
                </c:pt>
                <c:pt idx="3638">
                  <c:v>2300</c:v>
                </c:pt>
                <c:pt idx="3639">
                  <c:v>2300</c:v>
                </c:pt>
                <c:pt idx="3640">
                  <c:v>2300</c:v>
                </c:pt>
                <c:pt idx="3641">
                  <c:v>2300</c:v>
                </c:pt>
                <c:pt idx="3642">
                  <c:v>2300</c:v>
                </c:pt>
                <c:pt idx="3643">
                  <c:v>2300</c:v>
                </c:pt>
                <c:pt idx="3644">
                  <c:v>2300</c:v>
                </c:pt>
                <c:pt idx="3645">
                  <c:v>2300</c:v>
                </c:pt>
                <c:pt idx="3646">
                  <c:v>2300</c:v>
                </c:pt>
                <c:pt idx="3647">
                  <c:v>2300</c:v>
                </c:pt>
                <c:pt idx="3648">
                  <c:v>2300</c:v>
                </c:pt>
                <c:pt idx="3649">
                  <c:v>2300</c:v>
                </c:pt>
                <c:pt idx="3650">
                  <c:v>2300</c:v>
                </c:pt>
                <c:pt idx="3651">
                  <c:v>2300</c:v>
                </c:pt>
                <c:pt idx="3652">
                  <c:v>2300</c:v>
                </c:pt>
                <c:pt idx="3653">
                  <c:v>2300</c:v>
                </c:pt>
                <c:pt idx="3654">
                  <c:v>2300</c:v>
                </c:pt>
                <c:pt idx="3655">
                  <c:v>2300</c:v>
                </c:pt>
                <c:pt idx="3656">
                  <c:v>2300</c:v>
                </c:pt>
                <c:pt idx="3657">
                  <c:v>2300</c:v>
                </c:pt>
                <c:pt idx="3658">
                  <c:v>2300</c:v>
                </c:pt>
                <c:pt idx="3659">
                  <c:v>2300</c:v>
                </c:pt>
                <c:pt idx="3660">
                  <c:v>2300</c:v>
                </c:pt>
                <c:pt idx="3661">
                  <c:v>2300</c:v>
                </c:pt>
                <c:pt idx="3662">
                  <c:v>2300</c:v>
                </c:pt>
                <c:pt idx="3663">
                  <c:v>2300</c:v>
                </c:pt>
                <c:pt idx="3664">
                  <c:v>2300</c:v>
                </c:pt>
                <c:pt idx="3665">
                  <c:v>2300</c:v>
                </c:pt>
                <c:pt idx="3666">
                  <c:v>2350</c:v>
                </c:pt>
                <c:pt idx="3667">
                  <c:v>2350</c:v>
                </c:pt>
                <c:pt idx="3668">
                  <c:v>2350</c:v>
                </c:pt>
                <c:pt idx="3669">
                  <c:v>2350</c:v>
                </c:pt>
                <c:pt idx="3670">
                  <c:v>2350</c:v>
                </c:pt>
                <c:pt idx="3671">
                  <c:v>2350</c:v>
                </c:pt>
                <c:pt idx="3672">
                  <c:v>2350</c:v>
                </c:pt>
                <c:pt idx="3673">
                  <c:v>2350</c:v>
                </c:pt>
                <c:pt idx="3674">
                  <c:v>2350</c:v>
                </c:pt>
                <c:pt idx="3675">
                  <c:v>2350</c:v>
                </c:pt>
                <c:pt idx="3676">
                  <c:v>2350</c:v>
                </c:pt>
                <c:pt idx="3677">
                  <c:v>2350</c:v>
                </c:pt>
                <c:pt idx="3678">
                  <c:v>2350</c:v>
                </c:pt>
                <c:pt idx="3679">
                  <c:v>2350</c:v>
                </c:pt>
                <c:pt idx="3680">
                  <c:v>2350</c:v>
                </c:pt>
                <c:pt idx="3681">
                  <c:v>2350</c:v>
                </c:pt>
                <c:pt idx="3682">
                  <c:v>2350</c:v>
                </c:pt>
                <c:pt idx="3683">
                  <c:v>2350</c:v>
                </c:pt>
                <c:pt idx="3684">
                  <c:v>2350</c:v>
                </c:pt>
                <c:pt idx="3685">
                  <c:v>2350</c:v>
                </c:pt>
                <c:pt idx="3686">
                  <c:v>2350</c:v>
                </c:pt>
                <c:pt idx="3687">
                  <c:v>2350</c:v>
                </c:pt>
                <c:pt idx="3688">
                  <c:v>2500</c:v>
                </c:pt>
                <c:pt idx="3689">
                  <c:v>2500</c:v>
                </c:pt>
                <c:pt idx="3690">
                  <c:v>2500</c:v>
                </c:pt>
                <c:pt idx="3691">
                  <c:v>2500</c:v>
                </c:pt>
                <c:pt idx="3692">
                  <c:v>2500</c:v>
                </c:pt>
                <c:pt idx="3693">
                  <c:v>2500</c:v>
                </c:pt>
                <c:pt idx="3694">
                  <c:v>2500</c:v>
                </c:pt>
                <c:pt idx="3695">
                  <c:v>2500</c:v>
                </c:pt>
                <c:pt idx="3696">
                  <c:v>2550</c:v>
                </c:pt>
                <c:pt idx="3697">
                  <c:v>2550</c:v>
                </c:pt>
                <c:pt idx="3698">
                  <c:v>2550</c:v>
                </c:pt>
                <c:pt idx="3699">
                  <c:v>2550</c:v>
                </c:pt>
                <c:pt idx="3700">
                  <c:v>2550</c:v>
                </c:pt>
                <c:pt idx="3701">
                  <c:v>2550</c:v>
                </c:pt>
                <c:pt idx="3702">
                  <c:v>2550</c:v>
                </c:pt>
                <c:pt idx="3703">
                  <c:v>2550</c:v>
                </c:pt>
                <c:pt idx="3704">
                  <c:v>2550</c:v>
                </c:pt>
                <c:pt idx="3705">
                  <c:v>2550</c:v>
                </c:pt>
                <c:pt idx="3706">
                  <c:v>2550</c:v>
                </c:pt>
                <c:pt idx="3707">
                  <c:v>2550</c:v>
                </c:pt>
                <c:pt idx="3708">
                  <c:v>2550</c:v>
                </c:pt>
                <c:pt idx="3709">
                  <c:v>2550</c:v>
                </c:pt>
                <c:pt idx="3710">
                  <c:v>2550</c:v>
                </c:pt>
                <c:pt idx="3711">
                  <c:v>2550</c:v>
                </c:pt>
                <c:pt idx="3712">
                  <c:v>2550</c:v>
                </c:pt>
                <c:pt idx="3713">
                  <c:v>2550</c:v>
                </c:pt>
                <c:pt idx="3714">
                  <c:v>2550</c:v>
                </c:pt>
                <c:pt idx="3715">
                  <c:v>2550</c:v>
                </c:pt>
                <c:pt idx="3716">
                  <c:v>2550</c:v>
                </c:pt>
                <c:pt idx="3717">
                  <c:v>2550</c:v>
                </c:pt>
                <c:pt idx="3718">
                  <c:v>2550</c:v>
                </c:pt>
                <c:pt idx="3719">
                  <c:v>2550</c:v>
                </c:pt>
                <c:pt idx="3720">
                  <c:v>2550</c:v>
                </c:pt>
                <c:pt idx="3721">
                  <c:v>2550</c:v>
                </c:pt>
                <c:pt idx="3722">
                  <c:v>2550</c:v>
                </c:pt>
                <c:pt idx="3723">
                  <c:v>2550</c:v>
                </c:pt>
                <c:pt idx="3724">
                  <c:v>2550</c:v>
                </c:pt>
                <c:pt idx="3725">
                  <c:v>2550</c:v>
                </c:pt>
                <c:pt idx="3726">
                  <c:v>2550</c:v>
                </c:pt>
                <c:pt idx="3727">
                  <c:v>2550</c:v>
                </c:pt>
                <c:pt idx="3728">
                  <c:v>2550</c:v>
                </c:pt>
                <c:pt idx="3729">
                  <c:v>2550</c:v>
                </c:pt>
                <c:pt idx="3730">
                  <c:v>2550</c:v>
                </c:pt>
                <c:pt idx="3731">
                  <c:v>2550</c:v>
                </c:pt>
                <c:pt idx="3732">
                  <c:v>2550</c:v>
                </c:pt>
                <c:pt idx="3733">
                  <c:v>2550</c:v>
                </c:pt>
                <c:pt idx="3734">
                  <c:v>2550</c:v>
                </c:pt>
                <c:pt idx="3735">
                  <c:v>2800</c:v>
                </c:pt>
                <c:pt idx="3736">
                  <c:v>2800</c:v>
                </c:pt>
                <c:pt idx="3737">
                  <c:v>2800</c:v>
                </c:pt>
                <c:pt idx="3738">
                  <c:v>2800</c:v>
                </c:pt>
                <c:pt idx="3739">
                  <c:v>2800</c:v>
                </c:pt>
                <c:pt idx="3740">
                  <c:v>2800</c:v>
                </c:pt>
                <c:pt idx="3741">
                  <c:v>2800</c:v>
                </c:pt>
                <c:pt idx="3742">
                  <c:v>2800</c:v>
                </c:pt>
                <c:pt idx="3743">
                  <c:v>2800</c:v>
                </c:pt>
                <c:pt idx="3744">
                  <c:v>2800</c:v>
                </c:pt>
                <c:pt idx="3745">
                  <c:v>2800</c:v>
                </c:pt>
                <c:pt idx="3746">
                  <c:v>2800</c:v>
                </c:pt>
                <c:pt idx="3747">
                  <c:v>2800</c:v>
                </c:pt>
                <c:pt idx="3748">
                  <c:v>2800</c:v>
                </c:pt>
                <c:pt idx="3749">
                  <c:v>2800</c:v>
                </c:pt>
                <c:pt idx="3750">
                  <c:v>2800</c:v>
                </c:pt>
                <c:pt idx="3751">
                  <c:v>2800</c:v>
                </c:pt>
                <c:pt idx="3752">
                  <c:v>2800</c:v>
                </c:pt>
                <c:pt idx="3753">
                  <c:v>2800</c:v>
                </c:pt>
                <c:pt idx="3754">
                  <c:v>2800</c:v>
                </c:pt>
                <c:pt idx="3755">
                  <c:v>2800</c:v>
                </c:pt>
                <c:pt idx="3756">
                  <c:v>2800</c:v>
                </c:pt>
                <c:pt idx="3757">
                  <c:v>2800</c:v>
                </c:pt>
                <c:pt idx="3758">
                  <c:v>2800</c:v>
                </c:pt>
                <c:pt idx="3759">
                  <c:v>2800</c:v>
                </c:pt>
                <c:pt idx="3760">
                  <c:v>2800</c:v>
                </c:pt>
                <c:pt idx="3761">
                  <c:v>2800</c:v>
                </c:pt>
                <c:pt idx="3762">
                  <c:v>2800</c:v>
                </c:pt>
                <c:pt idx="3763">
                  <c:v>2800</c:v>
                </c:pt>
                <c:pt idx="3764">
                  <c:v>2800</c:v>
                </c:pt>
                <c:pt idx="3765">
                  <c:v>2800</c:v>
                </c:pt>
                <c:pt idx="3766">
                  <c:v>2800</c:v>
                </c:pt>
                <c:pt idx="3767">
                  <c:v>2800</c:v>
                </c:pt>
                <c:pt idx="3768">
                  <c:v>2800</c:v>
                </c:pt>
                <c:pt idx="3769">
                  <c:v>2800</c:v>
                </c:pt>
                <c:pt idx="3770">
                  <c:v>2800</c:v>
                </c:pt>
                <c:pt idx="3771">
                  <c:v>2800</c:v>
                </c:pt>
                <c:pt idx="3772">
                  <c:v>2800</c:v>
                </c:pt>
                <c:pt idx="3773">
                  <c:v>2800</c:v>
                </c:pt>
                <c:pt idx="3774">
                  <c:v>2800</c:v>
                </c:pt>
                <c:pt idx="3775">
                  <c:v>2800</c:v>
                </c:pt>
                <c:pt idx="3776">
                  <c:v>2800</c:v>
                </c:pt>
                <c:pt idx="3777">
                  <c:v>2800</c:v>
                </c:pt>
                <c:pt idx="3778">
                  <c:v>2800</c:v>
                </c:pt>
                <c:pt idx="3779">
                  <c:v>2800</c:v>
                </c:pt>
                <c:pt idx="3780">
                  <c:v>2800</c:v>
                </c:pt>
                <c:pt idx="3781">
                  <c:v>2800</c:v>
                </c:pt>
                <c:pt idx="3782">
                  <c:v>2801</c:v>
                </c:pt>
                <c:pt idx="3783">
                  <c:v>2802</c:v>
                </c:pt>
                <c:pt idx="3784">
                  <c:v>2800</c:v>
                </c:pt>
                <c:pt idx="3785">
                  <c:v>2800</c:v>
                </c:pt>
                <c:pt idx="3786">
                  <c:v>2800</c:v>
                </c:pt>
                <c:pt idx="3787">
                  <c:v>2800</c:v>
                </c:pt>
                <c:pt idx="3788">
                  <c:v>2800</c:v>
                </c:pt>
                <c:pt idx="3789">
                  <c:v>2800</c:v>
                </c:pt>
                <c:pt idx="3790">
                  <c:v>2800</c:v>
                </c:pt>
                <c:pt idx="3791">
                  <c:v>2800</c:v>
                </c:pt>
                <c:pt idx="3792">
                  <c:v>2800</c:v>
                </c:pt>
                <c:pt idx="3793">
                  <c:v>2800</c:v>
                </c:pt>
                <c:pt idx="3794">
                  <c:v>2800</c:v>
                </c:pt>
                <c:pt idx="3795">
                  <c:v>2800</c:v>
                </c:pt>
                <c:pt idx="3796">
                  <c:v>2800</c:v>
                </c:pt>
                <c:pt idx="3797">
                  <c:v>2800</c:v>
                </c:pt>
                <c:pt idx="3798">
                  <c:v>2800</c:v>
                </c:pt>
                <c:pt idx="3799">
                  <c:v>2800</c:v>
                </c:pt>
                <c:pt idx="3800">
                  <c:v>2800</c:v>
                </c:pt>
                <c:pt idx="3801">
                  <c:v>2800</c:v>
                </c:pt>
                <c:pt idx="3802">
                  <c:v>2800</c:v>
                </c:pt>
                <c:pt idx="3803">
                  <c:v>2800</c:v>
                </c:pt>
                <c:pt idx="3804">
                  <c:v>2800</c:v>
                </c:pt>
                <c:pt idx="3805">
                  <c:v>2800</c:v>
                </c:pt>
                <c:pt idx="3806">
                  <c:v>2800</c:v>
                </c:pt>
                <c:pt idx="3807">
                  <c:v>2800</c:v>
                </c:pt>
                <c:pt idx="3808">
                  <c:v>2800</c:v>
                </c:pt>
                <c:pt idx="3809">
                  <c:v>2650</c:v>
                </c:pt>
                <c:pt idx="3810">
                  <c:v>2650</c:v>
                </c:pt>
                <c:pt idx="3811">
                  <c:v>2650</c:v>
                </c:pt>
                <c:pt idx="3812">
                  <c:v>2650</c:v>
                </c:pt>
                <c:pt idx="3813">
                  <c:v>2400</c:v>
                </c:pt>
                <c:pt idx="3814">
                  <c:v>2400</c:v>
                </c:pt>
                <c:pt idx="3815">
                  <c:v>2400</c:v>
                </c:pt>
                <c:pt idx="3816">
                  <c:v>2800</c:v>
                </c:pt>
                <c:pt idx="3817">
                  <c:v>2800</c:v>
                </c:pt>
                <c:pt idx="3818">
                  <c:v>2800</c:v>
                </c:pt>
                <c:pt idx="3819">
                  <c:v>2350</c:v>
                </c:pt>
                <c:pt idx="3820">
                  <c:v>2350</c:v>
                </c:pt>
                <c:pt idx="3821">
                  <c:v>2350</c:v>
                </c:pt>
                <c:pt idx="3822">
                  <c:v>2350</c:v>
                </c:pt>
                <c:pt idx="3823">
                  <c:v>2350</c:v>
                </c:pt>
                <c:pt idx="3824">
                  <c:v>2350</c:v>
                </c:pt>
                <c:pt idx="3825">
                  <c:v>2350</c:v>
                </c:pt>
                <c:pt idx="3826">
                  <c:v>2350</c:v>
                </c:pt>
                <c:pt idx="3827">
                  <c:v>2350</c:v>
                </c:pt>
                <c:pt idx="3828">
                  <c:v>2350</c:v>
                </c:pt>
                <c:pt idx="3829">
                  <c:v>2350</c:v>
                </c:pt>
                <c:pt idx="3830">
                  <c:v>2350</c:v>
                </c:pt>
                <c:pt idx="3831">
                  <c:v>2350</c:v>
                </c:pt>
                <c:pt idx="3832">
                  <c:v>2350</c:v>
                </c:pt>
                <c:pt idx="3833">
                  <c:v>2350</c:v>
                </c:pt>
                <c:pt idx="3834">
                  <c:v>2350</c:v>
                </c:pt>
                <c:pt idx="3835">
                  <c:v>2350</c:v>
                </c:pt>
                <c:pt idx="3836">
                  <c:v>2350</c:v>
                </c:pt>
                <c:pt idx="3837">
                  <c:v>2350</c:v>
                </c:pt>
                <c:pt idx="3838">
                  <c:v>2350</c:v>
                </c:pt>
                <c:pt idx="3839">
                  <c:v>2350</c:v>
                </c:pt>
                <c:pt idx="3840">
                  <c:v>2350</c:v>
                </c:pt>
                <c:pt idx="3841">
                  <c:v>2350</c:v>
                </c:pt>
                <c:pt idx="3842">
                  <c:v>2350</c:v>
                </c:pt>
                <c:pt idx="3843">
                  <c:v>2350</c:v>
                </c:pt>
                <c:pt idx="3844">
                  <c:v>2350</c:v>
                </c:pt>
                <c:pt idx="3845">
                  <c:v>2350</c:v>
                </c:pt>
                <c:pt idx="3846">
                  <c:v>2350</c:v>
                </c:pt>
                <c:pt idx="3847">
                  <c:v>2350</c:v>
                </c:pt>
                <c:pt idx="3848">
                  <c:v>2350</c:v>
                </c:pt>
                <c:pt idx="3849">
                  <c:v>2350</c:v>
                </c:pt>
                <c:pt idx="3850">
                  <c:v>2350</c:v>
                </c:pt>
                <c:pt idx="3851">
                  <c:v>2350</c:v>
                </c:pt>
                <c:pt idx="3852">
                  <c:v>2350</c:v>
                </c:pt>
                <c:pt idx="3853">
                  <c:v>2350</c:v>
                </c:pt>
                <c:pt idx="3854">
                  <c:v>2350</c:v>
                </c:pt>
                <c:pt idx="3855">
                  <c:v>2350</c:v>
                </c:pt>
                <c:pt idx="3856">
                  <c:v>2350</c:v>
                </c:pt>
                <c:pt idx="3857">
                  <c:v>2350</c:v>
                </c:pt>
                <c:pt idx="3858">
                  <c:v>2350</c:v>
                </c:pt>
                <c:pt idx="3859">
                  <c:v>2350</c:v>
                </c:pt>
                <c:pt idx="3860">
                  <c:v>2350</c:v>
                </c:pt>
                <c:pt idx="3861">
                  <c:v>2350</c:v>
                </c:pt>
                <c:pt idx="3862">
                  <c:v>2350</c:v>
                </c:pt>
                <c:pt idx="3863">
                  <c:v>2350</c:v>
                </c:pt>
                <c:pt idx="3864">
                  <c:v>2350</c:v>
                </c:pt>
                <c:pt idx="3865">
                  <c:v>2350</c:v>
                </c:pt>
                <c:pt idx="3866">
                  <c:v>2350</c:v>
                </c:pt>
                <c:pt idx="3867">
                  <c:v>2350</c:v>
                </c:pt>
                <c:pt idx="3868">
                  <c:v>2350</c:v>
                </c:pt>
                <c:pt idx="3869">
                  <c:v>2350</c:v>
                </c:pt>
                <c:pt idx="3870">
                  <c:v>2200</c:v>
                </c:pt>
                <c:pt idx="3871">
                  <c:v>2200</c:v>
                </c:pt>
                <c:pt idx="3872">
                  <c:v>2200</c:v>
                </c:pt>
                <c:pt idx="3873">
                  <c:v>2200</c:v>
                </c:pt>
                <c:pt idx="3874">
                  <c:v>2200</c:v>
                </c:pt>
                <c:pt idx="3875">
                  <c:v>2200</c:v>
                </c:pt>
                <c:pt idx="3876">
                  <c:v>2200</c:v>
                </c:pt>
                <c:pt idx="3877">
                  <c:v>2200</c:v>
                </c:pt>
                <c:pt idx="3878">
                  <c:v>2200</c:v>
                </c:pt>
                <c:pt idx="3879">
                  <c:v>2200</c:v>
                </c:pt>
                <c:pt idx="3880">
                  <c:v>2200</c:v>
                </c:pt>
                <c:pt idx="3881">
                  <c:v>2200</c:v>
                </c:pt>
                <c:pt idx="3882">
                  <c:v>2200</c:v>
                </c:pt>
                <c:pt idx="3883">
                  <c:v>2200</c:v>
                </c:pt>
                <c:pt idx="3884">
                  <c:v>2200</c:v>
                </c:pt>
                <c:pt idx="3885">
                  <c:v>2200</c:v>
                </c:pt>
                <c:pt idx="3886">
                  <c:v>2200</c:v>
                </c:pt>
                <c:pt idx="3887">
                  <c:v>2200</c:v>
                </c:pt>
                <c:pt idx="3888">
                  <c:v>2200</c:v>
                </c:pt>
                <c:pt idx="3889">
                  <c:v>2200</c:v>
                </c:pt>
                <c:pt idx="3890">
                  <c:v>2200</c:v>
                </c:pt>
                <c:pt idx="3891">
                  <c:v>2200</c:v>
                </c:pt>
                <c:pt idx="3892">
                  <c:v>2200</c:v>
                </c:pt>
                <c:pt idx="3893">
                  <c:v>2200</c:v>
                </c:pt>
                <c:pt idx="3894">
                  <c:v>2200</c:v>
                </c:pt>
                <c:pt idx="3895">
                  <c:v>2200</c:v>
                </c:pt>
                <c:pt idx="3896">
                  <c:v>2200</c:v>
                </c:pt>
                <c:pt idx="3897">
                  <c:v>2200</c:v>
                </c:pt>
                <c:pt idx="3898">
                  <c:v>2200</c:v>
                </c:pt>
                <c:pt idx="3899">
                  <c:v>2200</c:v>
                </c:pt>
                <c:pt idx="3900">
                  <c:v>2200</c:v>
                </c:pt>
                <c:pt idx="3901">
                  <c:v>2200</c:v>
                </c:pt>
                <c:pt idx="3902">
                  <c:v>2200</c:v>
                </c:pt>
                <c:pt idx="3903">
                  <c:v>2200</c:v>
                </c:pt>
                <c:pt idx="3904">
                  <c:v>2200</c:v>
                </c:pt>
                <c:pt idx="3905">
                  <c:v>2200</c:v>
                </c:pt>
                <c:pt idx="3906">
                  <c:v>2200</c:v>
                </c:pt>
                <c:pt idx="3907">
                  <c:v>2200</c:v>
                </c:pt>
                <c:pt idx="3908">
                  <c:v>2200</c:v>
                </c:pt>
                <c:pt idx="3909">
                  <c:v>2200</c:v>
                </c:pt>
                <c:pt idx="3910">
                  <c:v>2200</c:v>
                </c:pt>
                <c:pt idx="3911">
                  <c:v>2200</c:v>
                </c:pt>
                <c:pt idx="3912">
                  <c:v>2200</c:v>
                </c:pt>
                <c:pt idx="3913">
                  <c:v>2200</c:v>
                </c:pt>
                <c:pt idx="3914">
                  <c:v>2200</c:v>
                </c:pt>
                <c:pt idx="3915">
                  <c:v>2200</c:v>
                </c:pt>
                <c:pt idx="3916">
                  <c:v>2200</c:v>
                </c:pt>
                <c:pt idx="3917">
                  <c:v>2200</c:v>
                </c:pt>
                <c:pt idx="3918">
                  <c:v>2200</c:v>
                </c:pt>
                <c:pt idx="3919">
                  <c:v>2200</c:v>
                </c:pt>
                <c:pt idx="3920">
                  <c:v>2200</c:v>
                </c:pt>
                <c:pt idx="3921">
                  <c:v>2200</c:v>
                </c:pt>
                <c:pt idx="3922">
                  <c:v>2200</c:v>
                </c:pt>
                <c:pt idx="3923">
                  <c:v>2200</c:v>
                </c:pt>
                <c:pt idx="3924">
                  <c:v>2200</c:v>
                </c:pt>
                <c:pt idx="3925">
                  <c:v>2200</c:v>
                </c:pt>
                <c:pt idx="3926">
                  <c:v>2200</c:v>
                </c:pt>
                <c:pt idx="3927">
                  <c:v>2200</c:v>
                </c:pt>
                <c:pt idx="3928">
                  <c:v>2200</c:v>
                </c:pt>
                <c:pt idx="3929">
                  <c:v>2200</c:v>
                </c:pt>
                <c:pt idx="3930">
                  <c:v>2200</c:v>
                </c:pt>
                <c:pt idx="3931">
                  <c:v>2200</c:v>
                </c:pt>
                <c:pt idx="3932">
                  <c:v>2200</c:v>
                </c:pt>
                <c:pt idx="3933">
                  <c:v>2200</c:v>
                </c:pt>
                <c:pt idx="3934">
                  <c:v>2200</c:v>
                </c:pt>
                <c:pt idx="3935">
                  <c:v>2200</c:v>
                </c:pt>
                <c:pt idx="3936">
                  <c:v>2200</c:v>
                </c:pt>
                <c:pt idx="3937">
                  <c:v>2200</c:v>
                </c:pt>
                <c:pt idx="3938">
                  <c:v>2200</c:v>
                </c:pt>
                <c:pt idx="3939">
                  <c:v>2200</c:v>
                </c:pt>
                <c:pt idx="3940">
                  <c:v>2200</c:v>
                </c:pt>
                <c:pt idx="3941">
                  <c:v>2200</c:v>
                </c:pt>
                <c:pt idx="3942">
                  <c:v>2200</c:v>
                </c:pt>
                <c:pt idx="3943">
                  <c:v>2200</c:v>
                </c:pt>
                <c:pt idx="3944">
                  <c:v>2200</c:v>
                </c:pt>
                <c:pt idx="3945">
                  <c:v>2200</c:v>
                </c:pt>
                <c:pt idx="3946">
                  <c:v>2200</c:v>
                </c:pt>
                <c:pt idx="3947">
                  <c:v>2200</c:v>
                </c:pt>
                <c:pt idx="3948">
                  <c:v>2200</c:v>
                </c:pt>
                <c:pt idx="3949">
                  <c:v>2200</c:v>
                </c:pt>
                <c:pt idx="3950">
                  <c:v>2200</c:v>
                </c:pt>
                <c:pt idx="3951">
                  <c:v>2200</c:v>
                </c:pt>
                <c:pt idx="3952">
                  <c:v>2200</c:v>
                </c:pt>
                <c:pt idx="3953">
                  <c:v>2200</c:v>
                </c:pt>
                <c:pt idx="3954">
                  <c:v>2200</c:v>
                </c:pt>
                <c:pt idx="3955">
                  <c:v>2200</c:v>
                </c:pt>
                <c:pt idx="3956">
                  <c:v>2200</c:v>
                </c:pt>
                <c:pt idx="3957">
                  <c:v>2200</c:v>
                </c:pt>
                <c:pt idx="3958">
                  <c:v>2200</c:v>
                </c:pt>
                <c:pt idx="3959">
                  <c:v>2200</c:v>
                </c:pt>
                <c:pt idx="3960">
                  <c:v>2200</c:v>
                </c:pt>
                <c:pt idx="3961">
                  <c:v>2200</c:v>
                </c:pt>
                <c:pt idx="3962">
                  <c:v>2200</c:v>
                </c:pt>
                <c:pt idx="3963">
                  <c:v>2200</c:v>
                </c:pt>
                <c:pt idx="3964">
                  <c:v>2200</c:v>
                </c:pt>
                <c:pt idx="3965">
                  <c:v>2200</c:v>
                </c:pt>
                <c:pt idx="3966">
                  <c:v>2200</c:v>
                </c:pt>
                <c:pt idx="3967">
                  <c:v>2200</c:v>
                </c:pt>
                <c:pt idx="3968">
                  <c:v>2200</c:v>
                </c:pt>
                <c:pt idx="3969">
                  <c:v>2200</c:v>
                </c:pt>
                <c:pt idx="3970">
                  <c:v>2200</c:v>
                </c:pt>
                <c:pt idx="3971">
                  <c:v>2200</c:v>
                </c:pt>
                <c:pt idx="3972">
                  <c:v>2200</c:v>
                </c:pt>
                <c:pt idx="3973">
                  <c:v>2200</c:v>
                </c:pt>
                <c:pt idx="3974">
                  <c:v>2200</c:v>
                </c:pt>
                <c:pt idx="3975">
                  <c:v>2200</c:v>
                </c:pt>
                <c:pt idx="3976">
                  <c:v>2200</c:v>
                </c:pt>
                <c:pt idx="3977">
                  <c:v>2200</c:v>
                </c:pt>
                <c:pt idx="3978">
                  <c:v>2200</c:v>
                </c:pt>
                <c:pt idx="3979">
                  <c:v>2200</c:v>
                </c:pt>
                <c:pt idx="3980">
                  <c:v>2200</c:v>
                </c:pt>
                <c:pt idx="3981">
                  <c:v>2200</c:v>
                </c:pt>
                <c:pt idx="3982">
                  <c:v>2200</c:v>
                </c:pt>
                <c:pt idx="3983">
                  <c:v>2200</c:v>
                </c:pt>
                <c:pt idx="3984">
                  <c:v>2200</c:v>
                </c:pt>
                <c:pt idx="3985">
                  <c:v>2200</c:v>
                </c:pt>
                <c:pt idx="3986">
                  <c:v>2200</c:v>
                </c:pt>
                <c:pt idx="3987">
                  <c:v>2200</c:v>
                </c:pt>
                <c:pt idx="3988">
                  <c:v>2200</c:v>
                </c:pt>
                <c:pt idx="3989">
                  <c:v>2200</c:v>
                </c:pt>
                <c:pt idx="3990">
                  <c:v>2200</c:v>
                </c:pt>
                <c:pt idx="3991">
                  <c:v>2200</c:v>
                </c:pt>
                <c:pt idx="3992">
                  <c:v>2200</c:v>
                </c:pt>
                <c:pt idx="3993">
                  <c:v>2200</c:v>
                </c:pt>
                <c:pt idx="3994">
                  <c:v>2200</c:v>
                </c:pt>
                <c:pt idx="3995">
                  <c:v>2200</c:v>
                </c:pt>
                <c:pt idx="3996">
                  <c:v>2200</c:v>
                </c:pt>
                <c:pt idx="3997">
                  <c:v>2200</c:v>
                </c:pt>
                <c:pt idx="3998">
                  <c:v>2200</c:v>
                </c:pt>
                <c:pt idx="3999">
                  <c:v>2200</c:v>
                </c:pt>
                <c:pt idx="4000">
                  <c:v>2200</c:v>
                </c:pt>
                <c:pt idx="4001">
                  <c:v>2200</c:v>
                </c:pt>
                <c:pt idx="4002">
                  <c:v>2200</c:v>
                </c:pt>
                <c:pt idx="4003">
                  <c:v>2200</c:v>
                </c:pt>
                <c:pt idx="4004">
                  <c:v>2200</c:v>
                </c:pt>
                <c:pt idx="4005">
                  <c:v>2200</c:v>
                </c:pt>
                <c:pt idx="4006">
                  <c:v>2200</c:v>
                </c:pt>
                <c:pt idx="4007">
                  <c:v>2200</c:v>
                </c:pt>
                <c:pt idx="4008">
                  <c:v>2200</c:v>
                </c:pt>
                <c:pt idx="4009">
                  <c:v>2200</c:v>
                </c:pt>
                <c:pt idx="4010">
                  <c:v>2200</c:v>
                </c:pt>
                <c:pt idx="4011">
                  <c:v>2200</c:v>
                </c:pt>
                <c:pt idx="4012">
                  <c:v>2200</c:v>
                </c:pt>
                <c:pt idx="4013">
                  <c:v>2200</c:v>
                </c:pt>
                <c:pt idx="4014">
                  <c:v>2200</c:v>
                </c:pt>
                <c:pt idx="4015">
                  <c:v>2200</c:v>
                </c:pt>
                <c:pt idx="4016">
                  <c:v>2200</c:v>
                </c:pt>
                <c:pt idx="4017">
                  <c:v>2200</c:v>
                </c:pt>
                <c:pt idx="4018">
                  <c:v>2200</c:v>
                </c:pt>
                <c:pt idx="4019">
                  <c:v>2200</c:v>
                </c:pt>
                <c:pt idx="4020">
                  <c:v>2200</c:v>
                </c:pt>
                <c:pt idx="4021">
                  <c:v>2200</c:v>
                </c:pt>
                <c:pt idx="4022">
                  <c:v>2200</c:v>
                </c:pt>
                <c:pt idx="4023">
                  <c:v>2200</c:v>
                </c:pt>
                <c:pt idx="4024">
                  <c:v>2200</c:v>
                </c:pt>
                <c:pt idx="4025">
                  <c:v>2200</c:v>
                </c:pt>
                <c:pt idx="4026">
                  <c:v>2200</c:v>
                </c:pt>
                <c:pt idx="4027">
                  <c:v>2200</c:v>
                </c:pt>
                <c:pt idx="4028">
                  <c:v>2200</c:v>
                </c:pt>
                <c:pt idx="4029">
                  <c:v>2200</c:v>
                </c:pt>
                <c:pt idx="4030">
                  <c:v>2200</c:v>
                </c:pt>
                <c:pt idx="4031">
                  <c:v>2200</c:v>
                </c:pt>
                <c:pt idx="4032">
                  <c:v>2200</c:v>
                </c:pt>
                <c:pt idx="4033">
                  <c:v>2200</c:v>
                </c:pt>
                <c:pt idx="4034">
                  <c:v>2200</c:v>
                </c:pt>
                <c:pt idx="4035">
                  <c:v>2200</c:v>
                </c:pt>
                <c:pt idx="4036">
                  <c:v>2200</c:v>
                </c:pt>
                <c:pt idx="4037">
                  <c:v>2200</c:v>
                </c:pt>
                <c:pt idx="4038">
                  <c:v>2200</c:v>
                </c:pt>
                <c:pt idx="4039">
                  <c:v>2200</c:v>
                </c:pt>
                <c:pt idx="4040">
                  <c:v>2200</c:v>
                </c:pt>
                <c:pt idx="4041">
                  <c:v>2200</c:v>
                </c:pt>
                <c:pt idx="4042">
                  <c:v>2200</c:v>
                </c:pt>
                <c:pt idx="4043">
                  <c:v>2200</c:v>
                </c:pt>
                <c:pt idx="4044">
                  <c:v>2200</c:v>
                </c:pt>
                <c:pt idx="4045">
                  <c:v>2200</c:v>
                </c:pt>
                <c:pt idx="4046">
                  <c:v>2200</c:v>
                </c:pt>
                <c:pt idx="4047">
                  <c:v>2200</c:v>
                </c:pt>
                <c:pt idx="4048">
                  <c:v>2200</c:v>
                </c:pt>
                <c:pt idx="4049">
                  <c:v>2200</c:v>
                </c:pt>
                <c:pt idx="4050">
                  <c:v>2200</c:v>
                </c:pt>
                <c:pt idx="4051">
                  <c:v>2200</c:v>
                </c:pt>
                <c:pt idx="4052">
                  <c:v>2200</c:v>
                </c:pt>
                <c:pt idx="4053">
                  <c:v>2200</c:v>
                </c:pt>
                <c:pt idx="4054">
                  <c:v>2200</c:v>
                </c:pt>
                <c:pt idx="4055">
                  <c:v>2200</c:v>
                </c:pt>
                <c:pt idx="4056">
                  <c:v>2200</c:v>
                </c:pt>
                <c:pt idx="4057">
                  <c:v>2200</c:v>
                </c:pt>
                <c:pt idx="4058">
                  <c:v>2200</c:v>
                </c:pt>
                <c:pt idx="4059">
                  <c:v>2200</c:v>
                </c:pt>
                <c:pt idx="4060">
                  <c:v>2200</c:v>
                </c:pt>
                <c:pt idx="4061">
                  <c:v>2200</c:v>
                </c:pt>
                <c:pt idx="4062">
                  <c:v>2200</c:v>
                </c:pt>
                <c:pt idx="4063">
                  <c:v>2200</c:v>
                </c:pt>
                <c:pt idx="4064">
                  <c:v>2200</c:v>
                </c:pt>
                <c:pt idx="4065">
                  <c:v>2200</c:v>
                </c:pt>
                <c:pt idx="4066">
                  <c:v>2200</c:v>
                </c:pt>
                <c:pt idx="4067">
                  <c:v>2200</c:v>
                </c:pt>
                <c:pt idx="4068">
                  <c:v>2200</c:v>
                </c:pt>
                <c:pt idx="4069">
                  <c:v>2200</c:v>
                </c:pt>
                <c:pt idx="4070">
                  <c:v>2200</c:v>
                </c:pt>
                <c:pt idx="4071">
                  <c:v>2200</c:v>
                </c:pt>
                <c:pt idx="4072">
                  <c:v>2200</c:v>
                </c:pt>
                <c:pt idx="4073">
                  <c:v>2200</c:v>
                </c:pt>
                <c:pt idx="4074">
                  <c:v>2200</c:v>
                </c:pt>
                <c:pt idx="4075">
                  <c:v>2200</c:v>
                </c:pt>
                <c:pt idx="4076">
                  <c:v>2200</c:v>
                </c:pt>
                <c:pt idx="4077">
                  <c:v>2200</c:v>
                </c:pt>
                <c:pt idx="4078">
                  <c:v>2200</c:v>
                </c:pt>
                <c:pt idx="4079">
                  <c:v>2200</c:v>
                </c:pt>
                <c:pt idx="4080">
                  <c:v>2200</c:v>
                </c:pt>
                <c:pt idx="4081">
                  <c:v>2200</c:v>
                </c:pt>
                <c:pt idx="4082">
                  <c:v>2200</c:v>
                </c:pt>
                <c:pt idx="4083">
                  <c:v>2600</c:v>
                </c:pt>
                <c:pt idx="4084">
                  <c:v>2600</c:v>
                </c:pt>
                <c:pt idx="4085">
                  <c:v>2600</c:v>
                </c:pt>
                <c:pt idx="4086">
                  <c:v>2600</c:v>
                </c:pt>
                <c:pt idx="4087">
                  <c:v>2600</c:v>
                </c:pt>
                <c:pt idx="4088">
                  <c:v>2600</c:v>
                </c:pt>
                <c:pt idx="4089">
                  <c:v>2600</c:v>
                </c:pt>
                <c:pt idx="4090">
                  <c:v>2600</c:v>
                </c:pt>
                <c:pt idx="4091">
                  <c:v>2600</c:v>
                </c:pt>
                <c:pt idx="4092">
                  <c:v>2600</c:v>
                </c:pt>
                <c:pt idx="4093">
                  <c:v>2600</c:v>
                </c:pt>
                <c:pt idx="4094">
                  <c:v>2600</c:v>
                </c:pt>
                <c:pt idx="4095">
                  <c:v>2600</c:v>
                </c:pt>
                <c:pt idx="4096">
                  <c:v>2600</c:v>
                </c:pt>
                <c:pt idx="4097">
                  <c:v>2600</c:v>
                </c:pt>
                <c:pt idx="4098">
                  <c:v>2600</c:v>
                </c:pt>
                <c:pt idx="4099">
                  <c:v>2600</c:v>
                </c:pt>
                <c:pt idx="4100">
                  <c:v>2600</c:v>
                </c:pt>
                <c:pt idx="4101">
                  <c:v>2600</c:v>
                </c:pt>
                <c:pt idx="4102">
                  <c:v>2600</c:v>
                </c:pt>
                <c:pt idx="4103">
                  <c:v>2600</c:v>
                </c:pt>
                <c:pt idx="4104">
                  <c:v>2600</c:v>
                </c:pt>
                <c:pt idx="4105">
                  <c:v>2600</c:v>
                </c:pt>
                <c:pt idx="4106">
                  <c:v>2600</c:v>
                </c:pt>
                <c:pt idx="4107">
                  <c:v>2600</c:v>
                </c:pt>
                <c:pt idx="4108">
                  <c:v>2600</c:v>
                </c:pt>
                <c:pt idx="4109">
                  <c:v>2600</c:v>
                </c:pt>
                <c:pt idx="4110">
                  <c:v>2600</c:v>
                </c:pt>
                <c:pt idx="4111">
                  <c:v>2600</c:v>
                </c:pt>
                <c:pt idx="4112">
                  <c:v>2600</c:v>
                </c:pt>
                <c:pt idx="4113">
                  <c:v>2600</c:v>
                </c:pt>
                <c:pt idx="4114">
                  <c:v>2600</c:v>
                </c:pt>
                <c:pt idx="4115">
                  <c:v>2600</c:v>
                </c:pt>
                <c:pt idx="4116">
                  <c:v>2600</c:v>
                </c:pt>
                <c:pt idx="4117">
                  <c:v>2600</c:v>
                </c:pt>
                <c:pt idx="4118">
                  <c:v>2600</c:v>
                </c:pt>
                <c:pt idx="4119">
                  <c:v>2600</c:v>
                </c:pt>
                <c:pt idx="4120">
                  <c:v>2600</c:v>
                </c:pt>
                <c:pt idx="4121">
                  <c:v>2600</c:v>
                </c:pt>
                <c:pt idx="4122">
                  <c:v>2600</c:v>
                </c:pt>
                <c:pt idx="4123">
                  <c:v>2600</c:v>
                </c:pt>
                <c:pt idx="4124">
                  <c:v>2600</c:v>
                </c:pt>
                <c:pt idx="4125">
                  <c:v>2600</c:v>
                </c:pt>
                <c:pt idx="4126">
                  <c:v>2600</c:v>
                </c:pt>
                <c:pt idx="4127">
                  <c:v>2600</c:v>
                </c:pt>
                <c:pt idx="4128">
                  <c:v>2600</c:v>
                </c:pt>
                <c:pt idx="4129">
                  <c:v>2600</c:v>
                </c:pt>
                <c:pt idx="4130">
                  <c:v>2600</c:v>
                </c:pt>
                <c:pt idx="4131">
                  <c:v>2600</c:v>
                </c:pt>
                <c:pt idx="4132">
                  <c:v>2600</c:v>
                </c:pt>
                <c:pt idx="4133">
                  <c:v>2600</c:v>
                </c:pt>
                <c:pt idx="4134">
                  <c:v>2600</c:v>
                </c:pt>
                <c:pt idx="4135">
                  <c:v>2600</c:v>
                </c:pt>
                <c:pt idx="4136">
                  <c:v>2600</c:v>
                </c:pt>
                <c:pt idx="4137">
                  <c:v>2600</c:v>
                </c:pt>
                <c:pt idx="4138">
                  <c:v>2600</c:v>
                </c:pt>
                <c:pt idx="4139">
                  <c:v>2600</c:v>
                </c:pt>
                <c:pt idx="4140">
                  <c:v>2600</c:v>
                </c:pt>
                <c:pt idx="4141">
                  <c:v>2600</c:v>
                </c:pt>
                <c:pt idx="4142">
                  <c:v>2600</c:v>
                </c:pt>
                <c:pt idx="4143">
                  <c:v>2600</c:v>
                </c:pt>
                <c:pt idx="4144">
                  <c:v>2600</c:v>
                </c:pt>
                <c:pt idx="4145">
                  <c:v>2600</c:v>
                </c:pt>
                <c:pt idx="4146">
                  <c:v>2600</c:v>
                </c:pt>
                <c:pt idx="4147">
                  <c:v>2600</c:v>
                </c:pt>
                <c:pt idx="4148">
                  <c:v>2600</c:v>
                </c:pt>
                <c:pt idx="4149">
                  <c:v>2600</c:v>
                </c:pt>
                <c:pt idx="4150">
                  <c:v>2600</c:v>
                </c:pt>
                <c:pt idx="4151">
                  <c:v>2600</c:v>
                </c:pt>
                <c:pt idx="4152">
                  <c:v>2600</c:v>
                </c:pt>
                <c:pt idx="4153">
                  <c:v>2600</c:v>
                </c:pt>
                <c:pt idx="4154">
                  <c:v>2600</c:v>
                </c:pt>
                <c:pt idx="4155">
                  <c:v>2600</c:v>
                </c:pt>
                <c:pt idx="4156">
                  <c:v>2600</c:v>
                </c:pt>
                <c:pt idx="4157">
                  <c:v>2600</c:v>
                </c:pt>
                <c:pt idx="4158">
                  <c:v>2600</c:v>
                </c:pt>
                <c:pt idx="4159">
                  <c:v>2600</c:v>
                </c:pt>
                <c:pt idx="4160">
                  <c:v>2600</c:v>
                </c:pt>
                <c:pt idx="4161">
                  <c:v>2600</c:v>
                </c:pt>
                <c:pt idx="4162">
                  <c:v>2600</c:v>
                </c:pt>
                <c:pt idx="4163">
                  <c:v>2600</c:v>
                </c:pt>
                <c:pt idx="4164">
                  <c:v>2600</c:v>
                </c:pt>
                <c:pt idx="4165">
                  <c:v>2600</c:v>
                </c:pt>
                <c:pt idx="4166">
                  <c:v>2600</c:v>
                </c:pt>
                <c:pt idx="4167">
                  <c:v>2600</c:v>
                </c:pt>
                <c:pt idx="4168">
                  <c:v>2600</c:v>
                </c:pt>
                <c:pt idx="4169">
                  <c:v>2600</c:v>
                </c:pt>
                <c:pt idx="4170">
                  <c:v>2600</c:v>
                </c:pt>
                <c:pt idx="4171">
                  <c:v>2600</c:v>
                </c:pt>
                <c:pt idx="4172">
                  <c:v>2600</c:v>
                </c:pt>
                <c:pt idx="4173">
                  <c:v>2600</c:v>
                </c:pt>
                <c:pt idx="4174">
                  <c:v>2600</c:v>
                </c:pt>
                <c:pt idx="4175">
                  <c:v>2600</c:v>
                </c:pt>
                <c:pt idx="4176">
                  <c:v>2600</c:v>
                </c:pt>
                <c:pt idx="4177">
                  <c:v>2600</c:v>
                </c:pt>
                <c:pt idx="4178">
                  <c:v>2600</c:v>
                </c:pt>
                <c:pt idx="4179">
                  <c:v>2600</c:v>
                </c:pt>
                <c:pt idx="4180">
                  <c:v>2600</c:v>
                </c:pt>
                <c:pt idx="4181">
                  <c:v>2600</c:v>
                </c:pt>
                <c:pt idx="4182">
                  <c:v>2600</c:v>
                </c:pt>
                <c:pt idx="4183">
                  <c:v>2600</c:v>
                </c:pt>
                <c:pt idx="4184">
                  <c:v>2600</c:v>
                </c:pt>
                <c:pt idx="4185">
                  <c:v>2600</c:v>
                </c:pt>
                <c:pt idx="4186">
                  <c:v>2600</c:v>
                </c:pt>
                <c:pt idx="4187">
                  <c:v>2600</c:v>
                </c:pt>
                <c:pt idx="4188">
                  <c:v>2600</c:v>
                </c:pt>
                <c:pt idx="4189">
                  <c:v>2600</c:v>
                </c:pt>
                <c:pt idx="4190">
                  <c:v>2600</c:v>
                </c:pt>
                <c:pt idx="4191">
                  <c:v>2600</c:v>
                </c:pt>
                <c:pt idx="4192">
                  <c:v>2600</c:v>
                </c:pt>
                <c:pt idx="4193">
                  <c:v>2600</c:v>
                </c:pt>
                <c:pt idx="4194">
                  <c:v>2600</c:v>
                </c:pt>
                <c:pt idx="4195">
                  <c:v>2600</c:v>
                </c:pt>
                <c:pt idx="4196">
                  <c:v>2600</c:v>
                </c:pt>
                <c:pt idx="4197">
                  <c:v>2600</c:v>
                </c:pt>
                <c:pt idx="4198">
                  <c:v>2600</c:v>
                </c:pt>
                <c:pt idx="4199">
                  <c:v>2600</c:v>
                </c:pt>
                <c:pt idx="4200">
                  <c:v>2600</c:v>
                </c:pt>
                <c:pt idx="4201">
                  <c:v>2600</c:v>
                </c:pt>
                <c:pt idx="4202">
                  <c:v>2600</c:v>
                </c:pt>
                <c:pt idx="4203">
                  <c:v>2600</c:v>
                </c:pt>
                <c:pt idx="4204">
                  <c:v>2600</c:v>
                </c:pt>
                <c:pt idx="4205">
                  <c:v>2430</c:v>
                </c:pt>
                <c:pt idx="4206">
                  <c:v>2430</c:v>
                </c:pt>
                <c:pt idx="4207">
                  <c:v>2430</c:v>
                </c:pt>
                <c:pt idx="4208">
                  <c:v>2430</c:v>
                </c:pt>
                <c:pt idx="4209">
                  <c:v>2430</c:v>
                </c:pt>
                <c:pt idx="4210">
                  <c:v>2430</c:v>
                </c:pt>
                <c:pt idx="4211">
                  <c:v>2430</c:v>
                </c:pt>
                <c:pt idx="4212">
                  <c:v>2430</c:v>
                </c:pt>
                <c:pt idx="4213">
                  <c:v>2430</c:v>
                </c:pt>
                <c:pt idx="4214">
                  <c:v>2430</c:v>
                </c:pt>
                <c:pt idx="4215">
                  <c:v>2430</c:v>
                </c:pt>
                <c:pt idx="4216">
                  <c:v>2430</c:v>
                </c:pt>
                <c:pt idx="4217">
                  <c:v>2430</c:v>
                </c:pt>
                <c:pt idx="4218">
                  <c:v>2430</c:v>
                </c:pt>
                <c:pt idx="4219">
                  <c:v>2430</c:v>
                </c:pt>
                <c:pt idx="4220">
                  <c:v>2430</c:v>
                </c:pt>
                <c:pt idx="4221">
                  <c:v>2430</c:v>
                </c:pt>
                <c:pt idx="4222">
                  <c:v>2430</c:v>
                </c:pt>
                <c:pt idx="4223">
                  <c:v>2430</c:v>
                </c:pt>
                <c:pt idx="4224">
                  <c:v>2430</c:v>
                </c:pt>
                <c:pt idx="4225">
                  <c:v>2430</c:v>
                </c:pt>
                <c:pt idx="4226">
                  <c:v>2430</c:v>
                </c:pt>
                <c:pt idx="4227">
                  <c:v>2430</c:v>
                </c:pt>
                <c:pt idx="4228">
                  <c:v>2430</c:v>
                </c:pt>
                <c:pt idx="4229">
                  <c:v>2430</c:v>
                </c:pt>
                <c:pt idx="4230">
                  <c:v>2430</c:v>
                </c:pt>
                <c:pt idx="4231">
                  <c:v>2430</c:v>
                </c:pt>
                <c:pt idx="4232">
                  <c:v>2430</c:v>
                </c:pt>
                <c:pt idx="4233">
                  <c:v>2430</c:v>
                </c:pt>
                <c:pt idx="4234">
                  <c:v>2430</c:v>
                </c:pt>
                <c:pt idx="4235">
                  <c:v>2430</c:v>
                </c:pt>
                <c:pt idx="4236">
                  <c:v>2430</c:v>
                </c:pt>
                <c:pt idx="4237">
                  <c:v>2430</c:v>
                </c:pt>
                <c:pt idx="4238">
                  <c:v>2430</c:v>
                </c:pt>
                <c:pt idx="4239">
                  <c:v>2430</c:v>
                </c:pt>
                <c:pt idx="4240">
                  <c:v>2430</c:v>
                </c:pt>
                <c:pt idx="4241">
                  <c:v>2430</c:v>
                </c:pt>
                <c:pt idx="4242">
                  <c:v>2430</c:v>
                </c:pt>
                <c:pt idx="4243">
                  <c:v>2430</c:v>
                </c:pt>
                <c:pt idx="4244">
                  <c:v>2430</c:v>
                </c:pt>
                <c:pt idx="4245">
                  <c:v>2430</c:v>
                </c:pt>
                <c:pt idx="4246">
                  <c:v>2430</c:v>
                </c:pt>
                <c:pt idx="4247">
                  <c:v>2430</c:v>
                </c:pt>
                <c:pt idx="4248">
                  <c:v>2430</c:v>
                </c:pt>
                <c:pt idx="4249">
                  <c:v>2430</c:v>
                </c:pt>
                <c:pt idx="4250">
                  <c:v>2430</c:v>
                </c:pt>
                <c:pt idx="4251">
                  <c:v>2430</c:v>
                </c:pt>
                <c:pt idx="4252">
                  <c:v>2430</c:v>
                </c:pt>
                <c:pt idx="4253">
                  <c:v>2430</c:v>
                </c:pt>
                <c:pt idx="4254">
                  <c:v>2430</c:v>
                </c:pt>
                <c:pt idx="4255">
                  <c:v>2430</c:v>
                </c:pt>
                <c:pt idx="4256">
                  <c:v>2430</c:v>
                </c:pt>
                <c:pt idx="4257">
                  <c:v>2430</c:v>
                </c:pt>
                <c:pt idx="4258">
                  <c:v>2430</c:v>
                </c:pt>
                <c:pt idx="4259">
                  <c:v>2430</c:v>
                </c:pt>
                <c:pt idx="4260">
                  <c:v>2540</c:v>
                </c:pt>
                <c:pt idx="4261">
                  <c:v>2540</c:v>
                </c:pt>
                <c:pt idx="4262">
                  <c:v>2540</c:v>
                </c:pt>
                <c:pt idx="4263">
                  <c:v>2540</c:v>
                </c:pt>
                <c:pt idx="4264">
                  <c:v>2540</c:v>
                </c:pt>
                <c:pt idx="4265">
                  <c:v>2540</c:v>
                </c:pt>
                <c:pt idx="4266">
                  <c:v>2540</c:v>
                </c:pt>
                <c:pt idx="4267">
                  <c:v>2540</c:v>
                </c:pt>
                <c:pt idx="4268">
                  <c:v>2540</c:v>
                </c:pt>
                <c:pt idx="4269">
                  <c:v>2540</c:v>
                </c:pt>
                <c:pt idx="4270">
                  <c:v>2540</c:v>
                </c:pt>
                <c:pt idx="4271">
                  <c:v>2540</c:v>
                </c:pt>
                <c:pt idx="4272">
                  <c:v>2540</c:v>
                </c:pt>
                <c:pt idx="4273">
                  <c:v>2540</c:v>
                </c:pt>
                <c:pt idx="4274">
                  <c:v>2540</c:v>
                </c:pt>
                <c:pt idx="4275">
                  <c:v>2540</c:v>
                </c:pt>
                <c:pt idx="4276">
                  <c:v>2540</c:v>
                </c:pt>
                <c:pt idx="4277">
                  <c:v>2540</c:v>
                </c:pt>
                <c:pt idx="4278">
                  <c:v>2540</c:v>
                </c:pt>
                <c:pt idx="4279">
                  <c:v>2540</c:v>
                </c:pt>
                <c:pt idx="4280">
                  <c:v>2540</c:v>
                </c:pt>
                <c:pt idx="4281">
                  <c:v>2540</c:v>
                </c:pt>
                <c:pt idx="4282">
                  <c:v>2540</c:v>
                </c:pt>
                <c:pt idx="4283">
                  <c:v>2540</c:v>
                </c:pt>
                <c:pt idx="4284">
                  <c:v>2540</c:v>
                </c:pt>
                <c:pt idx="4285">
                  <c:v>2540</c:v>
                </c:pt>
                <c:pt idx="4286">
                  <c:v>2540</c:v>
                </c:pt>
                <c:pt idx="4287">
                  <c:v>2540</c:v>
                </c:pt>
                <c:pt idx="4288">
                  <c:v>2540</c:v>
                </c:pt>
                <c:pt idx="4289">
                  <c:v>2540</c:v>
                </c:pt>
                <c:pt idx="4290">
                  <c:v>2540</c:v>
                </c:pt>
                <c:pt idx="4291">
                  <c:v>2540</c:v>
                </c:pt>
                <c:pt idx="4292">
                  <c:v>2540</c:v>
                </c:pt>
                <c:pt idx="4293">
                  <c:v>2540</c:v>
                </c:pt>
                <c:pt idx="4294">
                  <c:v>2540</c:v>
                </c:pt>
                <c:pt idx="4295">
                  <c:v>2540</c:v>
                </c:pt>
                <c:pt idx="4296">
                  <c:v>2540</c:v>
                </c:pt>
                <c:pt idx="4297">
                  <c:v>2540</c:v>
                </c:pt>
                <c:pt idx="4298">
                  <c:v>2540</c:v>
                </c:pt>
                <c:pt idx="4299">
                  <c:v>2590</c:v>
                </c:pt>
                <c:pt idx="4300">
                  <c:v>2590</c:v>
                </c:pt>
                <c:pt idx="4301">
                  <c:v>2590</c:v>
                </c:pt>
                <c:pt idx="4302">
                  <c:v>2590</c:v>
                </c:pt>
                <c:pt idx="4303">
                  <c:v>2590</c:v>
                </c:pt>
                <c:pt idx="4304">
                  <c:v>2590</c:v>
                </c:pt>
                <c:pt idx="4305">
                  <c:v>2590</c:v>
                </c:pt>
                <c:pt idx="4306">
                  <c:v>2590</c:v>
                </c:pt>
                <c:pt idx="4307">
                  <c:v>2590</c:v>
                </c:pt>
                <c:pt idx="4308">
                  <c:v>2590</c:v>
                </c:pt>
                <c:pt idx="4309">
                  <c:v>2590</c:v>
                </c:pt>
                <c:pt idx="4310">
                  <c:v>2590</c:v>
                </c:pt>
                <c:pt idx="4311">
                  <c:v>2590</c:v>
                </c:pt>
                <c:pt idx="4312">
                  <c:v>2590</c:v>
                </c:pt>
                <c:pt idx="4313">
                  <c:v>2590</c:v>
                </c:pt>
                <c:pt idx="4314">
                  <c:v>2590</c:v>
                </c:pt>
                <c:pt idx="4315">
                  <c:v>2590</c:v>
                </c:pt>
                <c:pt idx="4316">
                  <c:v>2590</c:v>
                </c:pt>
                <c:pt idx="4317">
                  <c:v>2590</c:v>
                </c:pt>
                <c:pt idx="4318">
                  <c:v>2590</c:v>
                </c:pt>
                <c:pt idx="4319">
                  <c:v>2590</c:v>
                </c:pt>
                <c:pt idx="4320">
                  <c:v>2590</c:v>
                </c:pt>
                <c:pt idx="4321">
                  <c:v>2590</c:v>
                </c:pt>
                <c:pt idx="4322">
                  <c:v>2590</c:v>
                </c:pt>
                <c:pt idx="4323">
                  <c:v>2590</c:v>
                </c:pt>
                <c:pt idx="4324">
                  <c:v>2590</c:v>
                </c:pt>
                <c:pt idx="4325">
                  <c:v>2590</c:v>
                </c:pt>
                <c:pt idx="4326">
                  <c:v>2590</c:v>
                </c:pt>
                <c:pt idx="4327">
                  <c:v>2590</c:v>
                </c:pt>
                <c:pt idx="4328">
                  <c:v>2590</c:v>
                </c:pt>
                <c:pt idx="4329">
                  <c:v>2590</c:v>
                </c:pt>
                <c:pt idx="4330">
                  <c:v>2590</c:v>
                </c:pt>
                <c:pt idx="4331">
                  <c:v>2590</c:v>
                </c:pt>
                <c:pt idx="4332">
                  <c:v>2590</c:v>
                </c:pt>
                <c:pt idx="4333">
                  <c:v>2590</c:v>
                </c:pt>
                <c:pt idx="4334">
                  <c:v>2590</c:v>
                </c:pt>
                <c:pt idx="4335">
                  <c:v>2590</c:v>
                </c:pt>
                <c:pt idx="4336">
                  <c:v>2590</c:v>
                </c:pt>
                <c:pt idx="4337">
                  <c:v>2590</c:v>
                </c:pt>
                <c:pt idx="4338">
                  <c:v>2590</c:v>
                </c:pt>
                <c:pt idx="4339">
                  <c:v>2590</c:v>
                </c:pt>
                <c:pt idx="4340">
                  <c:v>2590</c:v>
                </c:pt>
                <c:pt idx="4341">
                  <c:v>2590</c:v>
                </c:pt>
                <c:pt idx="4342">
                  <c:v>2590</c:v>
                </c:pt>
                <c:pt idx="4343">
                  <c:v>2640</c:v>
                </c:pt>
                <c:pt idx="4344">
                  <c:v>2640</c:v>
                </c:pt>
                <c:pt idx="4345">
                  <c:v>2640</c:v>
                </c:pt>
                <c:pt idx="4346">
                  <c:v>2640</c:v>
                </c:pt>
                <c:pt idx="4347">
                  <c:v>2640</c:v>
                </c:pt>
                <c:pt idx="4348">
                  <c:v>2640</c:v>
                </c:pt>
                <c:pt idx="4349">
                  <c:v>2640</c:v>
                </c:pt>
                <c:pt idx="4350">
                  <c:v>2640</c:v>
                </c:pt>
                <c:pt idx="4351">
                  <c:v>2640</c:v>
                </c:pt>
                <c:pt idx="4352">
                  <c:v>2640</c:v>
                </c:pt>
                <c:pt idx="4353">
                  <c:v>2640</c:v>
                </c:pt>
                <c:pt idx="4354">
                  <c:v>2640</c:v>
                </c:pt>
                <c:pt idx="4355">
                  <c:v>2640</c:v>
                </c:pt>
                <c:pt idx="4356">
                  <c:v>2640</c:v>
                </c:pt>
                <c:pt idx="4357">
                  <c:v>2640</c:v>
                </c:pt>
                <c:pt idx="4358">
                  <c:v>2640</c:v>
                </c:pt>
                <c:pt idx="4359">
                  <c:v>2640</c:v>
                </c:pt>
                <c:pt idx="4360">
                  <c:v>2640</c:v>
                </c:pt>
                <c:pt idx="4361">
                  <c:v>2640</c:v>
                </c:pt>
                <c:pt idx="4362">
                  <c:v>2640</c:v>
                </c:pt>
                <c:pt idx="4363">
                  <c:v>2640</c:v>
                </c:pt>
                <c:pt idx="4364">
                  <c:v>2640</c:v>
                </c:pt>
                <c:pt idx="4365">
                  <c:v>2640</c:v>
                </c:pt>
                <c:pt idx="4366">
                  <c:v>2640</c:v>
                </c:pt>
                <c:pt idx="4367">
                  <c:v>2640</c:v>
                </c:pt>
                <c:pt idx="4368">
                  <c:v>2640</c:v>
                </c:pt>
                <c:pt idx="4369">
                  <c:v>2640</c:v>
                </c:pt>
                <c:pt idx="4370">
                  <c:v>2640</c:v>
                </c:pt>
                <c:pt idx="4371">
                  <c:v>2640</c:v>
                </c:pt>
                <c:pt idx="4372">
                  <c:v>2640</c:v>
                </c:pt>
                <c:pt idx="4373">
                  <c:v>2640</c:v>
                </c:pt>
                <c:pt idx="4374">
                  <c:v>2640</c:v>
                </c:pt>
                <c:pt idx="4375">
                  <c:v>2640</c:v>
                </c:pt>
                <c:pt idx="4376">
                  <c:v>2640</c:v>
                </c:pt>
                <c:pt idx="4377">
                  <c:v>2640</c:v>
                </c:pt>
                <c:pt idx="4378">
                  <c:v>2640</c:v>
                </c:pt>
                <c:pt idx="4379">
                  <c:v>2640</c:v>
                </c:pt>
                <c:pt idx="4380">
                  <c:v>2640</c:v>
                </c:pt>
                <c:pt idx="4381">
                  <c:v>2640</c:v>
                </c:pt>
                <c:pt idx="4382">
                  <c:v>2640</c:v>
                </c:pt>
                <c:pt idx="4383">
                  <c:v>2640</c:v>
                </c:pt>
                <c:pt idx="4384">
                  <c:v>2640</c:v>
                </c:pt>
                <c:pt idx="4385">
                  <c:v>2640</c:v>
                </c:pt>
                <c:pt idx="4386">
                  <c:v>2640</c:v>
                </c:pt>
                <c:pt idx="4387">
                  <c:v>2640</c:v>
                </c:pt>
                <c:pt idx="4388">
                  <c:v>2640</c:v>
                </c:pt>
                <c:pt idx="4389">
                  <c:v>2640</c:v>
                </c:pt>
                <c:pt idx="4390">
                  <c:v>2640</c:v>
                </c:pt>
                <c:pt idx="4391">
                  <c:v>2640</c:v>
                </c:pt>
                <c:pt idx="4392">
                  <c:v>2640</c:v>
                </c:pt>
                <c:pt idx="4393">
                  <c:v>2640</c:v>
                </c:pt>
                <c:pt idx="4394">
                  <c:v>2640</c:v>
                </c:pt>
                <c:pt idx="4395">
                  <c:v>2640</c:v>
                </c:pt>
                <c:pt idx="4396">
                  <c:v>2700</c:v>
                </c:pt>
                <c:pt idx="4397">
                  <c:v>2700</c:v>
                </c:pt>
                <c:pt idx="4398">
                  <c:v>2700</c:v>
                </c:pt>
                <c:pt idx="4399">
                  <c:v>2700</c:v>
                </c:pt>
                <c:pt idx="4400">
                  <c:v>2700</c:v>
                </c:pt>
                <c:pt idx="4401">
                  <c:v>2700</c:v>
                </c:pt>
                <c:pt idx="4402">
                  <c:v>2700</c:v>
                </c:pt>
                <c:pt idx="4403">
                  <c:v>2700</c:v>
                </c:pt>
                <c:pt idx="4404">
                  <c:v>2700</c:v>
                </c:pt>
                <c:pt idx="4405">
                  <c:v>2700</c:v>
                </c:pt>
                <c:pt idx="4406">
                  <c:v>2700</c:v>
                </c:pt>
                <c:pt idx="4407">
                  <c:v>2700</c:v>
                </c:pt>
                <c:pt idx="4408">
                  <c:v>2700</c:v>
                </c:pt>
                <c:pt idx="4409">
                  <c:v>2700</c:v>
                </c:pt>
                <c:pt idx="4410">
                  <c:v>2700</c:v>
                </c:pt>
                <c:pt idx="4411">
                  <c:v>2700</c:v>
                </c:pt>
                <c:pt idx="4412">
                  <c:v>2700</c:v>
                </c:pt>
                <c:pt idx="4413">
                  <c:v>2700</c:v>
                </c:pt>
                <c:pt idx="4414">
                  <c:v>2700</c:v>
                </c:pt>
                <c:pt idx="4415">
                  <c:v>2700</c:v>
                </c:pt>
                <c:pt idx="4416">
                  <c:v>2700</c:v>
                </c:pt>
                <c:pt idx="4417">
                  <c:v>2700</c:v>
                </c:pt>
                <c:pt idx="4418">
                  <c:v>2700</c:v>
                </c:pt>
                <c:pt idx="4419">
                  <c:v>2700</c:v>
                </c:pt>
                <c:pt idx="4420">
                  <c:v>2700</c:v>
                </c:pt>
                <c:pt idx="4421">
                  <c:v>2700</c:v>
                </c:pt>
                <c:pt idx="4422">
                  <c:v>2700</c:v>
                </c:pt>
                <c:pt idx="4423">
                  <c:v>2700</c:v>
                </c:pt>
                <c:pt idx="4424">
                  <c:v>2700</c:v>
                </c:pt>
                <c:pt idx="4425">
                  <c:v>2700</c:v>
                </c:pt>
                <c:pt idx="4426">
                  <c:v>2700</c:v>
                </c:pt>
                <c:pt idx="4427">
                  <c:v>2700</c:v>
                </c:pt>
                <c:pt idx="4428">
                  <c:v>2700</c:v>
                </c:pt>
                <c:pt idx="4429">
                  <c:v>2700</c:v>
                </c:pt>
                <c:pt idx="4430">
                  <c:v>2700</c:v>
                </c:pt>
                <c:pt idx="4431">
                  <c:v>2700</c:v>
                </c:pt>
                <c:pt idx="4432">
                  <c:v>2700</c:v>
                </c:pt>
                <c:pt idx="4433">
                  <c:v>2700</c:v>
                </c:pt>
                <c:pt idx="4434">
                  <c:v>2700</c:v>
                </c:pt>
                <c:pt idx="4435">
                  <c:v>2700</c:v>
                </c:pt>
                <c:pt idx="4436">
                  <c:v>2700</c:v>
                </c:pt>
                <c:pt idx="4437">
                  <c:v>2700</c:v>
                </c:pt>
                <c:pt idx="4438">
                  <c:v>2700</c:v>
                </c:pt>
                <c:pt idx="4439">
                  <c:v>2700</c:v>
                </c:pt>
                <c:pt idx="4440">
                  <c:v>2700</c:v>
                </c:pt>
                <c:pt idx="4441">
                  <c:v>2700</c:v>
                </c:pt>
                <c:pt idx="4442">
                  <c:v>2700</c:v>
                </c:pt>
                <c:pt idx="4443">
                  <c:v>2700</c:v>
                </c:pt>
                <c:pt idx="4444">
                  <c:v>2700</c:v>
                </c:pt>
                <c:pt idx="4445">
                  <c:v>2700</c:v>
                </c:pt>
                <c:pt idx="4446">
                  <c:v>2700</c:v>
                </c:pt>
                <c:pt idx="4447">
                  <c:v>2700</c:v>
                </c:pt>
                <c:pt idx="4448">
                  <c:v>2700</c:v>
                </c:pt>
                <c:pt idx="4449">
                  <c:v>2700</c:v>
                </c:pt>
                <c:pt idx="4450">
                  <c:v>2700</c:v>
                </c:pt>
                <c:pt idx="4451">
                  <c:v>2700</c:v>
                </c:pt>
                <c:pt idx="4452">
                  <c:v>2700</c:v>
                </c:pt>
                <c:pt idx="4453">
                  <c:v>2700</c:v>
                </c:pt>
                <c:pt idx="4454">
                  <c:v>2700</c:v>
                </c:pt>
                <c:pt idx="4455">
                  <c:v>2700</c:v>
                </c:pt>
                <c:pt idx="4456">
                  <c:v>2700</c:v>
                </c:pt>
                <c:pt idx="4457">
                  <c:v>2700</c:v>
                </c:pt>
                <c:pt idx="4458">
                  <c:v>2700</c:v>
                </c:pt>
                <c:pt idx="4459">
                  <c:v>2700</c:v>
                </c:pt>
                <c:pt idx="4460">
                  <c:v>2700</c:v>
                </c:pt>
                <c:pt idx="4461">
                  <c:v>2700</c:v>
                </c:pt>
                <c:pt idx="4462">
                  <c:v>2700</c:v>
                </c:pt>
                <c:pt idx="4463">
                  <c:v>2700</c:v>
                </c:pt>
                <c:pt idx="4464">
                  <c:v>2700</c:v>
                </c:pt>
                <c:pt idx="4465">
                  <c:v>2700</c:v>
                </c:pt>
                <c:pt idx="4466">
                  <c:v>2700</c:v>
                </c:pt>
                <c:pt idx="4467">
                  <c:v>2700</c:v>
                </c:pt>
                <c:pt idx="4468">
                  <c:v>2700</c:v>
                </c:pt>
                <c:pt idx="4469">
                  <c:v>2700</c:v>
                </c:pt>
                <c:pt idx="4470">
                  <c:v>2700</c:v>
                </c:pt>
                <c:pt idx="4471">
                  <c:v>2700</c:v>
                </c:pt>
                <c:pt idx="4472">
                  <c:v>2700</c:v>
                </c:pt>
                <c:pt idx="4473">
                  <c:v>2700</c:v>
                </c:pt>
                <c:pt idx="4474">
                  <c:v>2700</c:v>
                </c:pt>
                <c:pt idx="4475">
                  <c:v>2700</c:v>
                </c:pt>
                <c:pt idx="4476">
                  <c:v>2700</c:v>
                </c:pt>
                <c:pt idx="4477">
                  <c:v>2700</c:v>
                </c:pt>
                <c:pt idx="4478">
                  <c:v>2700</c:v>
                </c:pt>
                <c:pt idx="4479">
                  <c:v>2700</c:v>
                </c:pt>
                <c:pt idx="4480">
                  <c:v>2700</c:v>
                </c:pt>
                <c:pt idx="4481">
                  <c:v>2700</c:v>
                </c:pt>
                <c:pt idx="4482">
                  <c:v>2700</c:v>
                </c:pt>
                <c:pt idx="4483">
                  <c:v>2700</c:v>
                </c:pt>
                <c:pt idx="4484">
                  <c:v>2700</c:v>
                </c:pt>
                <c:pt idx="4485">
                  <c:v>2700</c:v>
                </c:pt>
                <c:pt idx="4486">
                  <c:v>2700</c:v>
                </c:pt>
                <c:pt idx="4487">
                  <c:v>2700</c:v>
                </c:pt>
                <c:pt idx="4488">
                  <c:v>2700</c:v>
                </c:pt>
                <c:pt idx="4489">
                  <c:v>2700</c:v>
                </c:pt>
                <c:pt idx="4490">
                  <c:v>2700</c:v>
                </c:pt>
                <c:pt idx="4491">
                  <c:v>2700</c:v>
                </c:pt>
                <c:pt idx="4492">
                  <c:v>2700</c:v>
                </c:pt>
                <c:pt idx="4493">
                  <c:v>2700</c:v>
                </c:pt>
                <c:pt idx="4494">
                  <c:v>2700</c:v>
                </c:pt>
                <c:pt idx="4495">
                  <c:v>2700</c:v>
                </c:pt>
                <c:pt idx="4496">
                  <c:v>2700</c:v>
                </c:pt>
                <c:pt idx="4497">
                  <c:v>2700</c:v>
                </c:pt>
                <c:pt idx="4498">
                  <c:v>2700</c:v>
                </c:pt>
                <c:pt idx="4499">
                  <c:v>2700</c:v>
                </c:pt>
                <c:pt idx="4500">
                  <c:v>2700</c:v>
                </c:pt>
                <c:pt idx="4501">
                  <c:v>2700</c:v>
                </c:pt>
                <c:pt idx="4502">
                  <c:v>2700</c:v>
                </c:pt>
                <c:pt idx="4503">
                  <c:v>2700</c:v>
                </c:pt>
                <c:pt idx="4504">
                  <c:v>2700</c:v>
                </c:pt>
                <c:pt idx="4505">
                  <c:v>2700</c:v>
                </c:pt>
                <c:pt idx="4506">
                  <c:v>2700</c:v>
                </c:pt>
                <c:pt idx="4507">
                  <c:v>2700</c:v>
                </c:pt>
                <c:pt idx="4508">
                  <c:v>2700</c:v>
                </c:pt>
                <c:pt idx="4509">
                  <c:v>2700</c:v>
                </c:pt>
                <c:pt idx="4510">
                  <c:v>2700</c:v>
                </c:pt>
                <c:pt idx="4511">
                  <c:v>2700</c:v>
                </c:pt>
                <c:pt idx="4512">
                  <c:v>2700</c:v>
                </c:pt>
                <c:pt idx="4513">
                  <c:v>2700</c:v>
                </c:pt>
                <c:pt idx="4514">
                  <c:v>2700</c:v>
                </c:pt>
                <c:pt idx="4515">
                  <c:v>2700</c:v>
                </c:pt>
                <c:pt idx="4516">
                  <c:v>2700</c:v>
                </c:pt>
                <c:pt idx="4517">
                  <c:v>2700</c:v>
                </c:pt>
                <c:pt idx="4518">
                  <c:v>2700</c:v>
                </c:pt>
                <c:pt idx="4519">
                  <c:v>2700</c:v>
                </c:pt>
                <c:pt idx="4520">
                  <c:v>2700</c:v>
                </c:pt>
                <c:pt idx="4521">
                  <c:v>2700</c:v>
                </c:pt>
                <c:pt idx="4522">
                  <c:v>2700</c:v>
                </c:pt>
                <c:pt idx="4523">
                  <c:v>2700</c:v>
                </c:pt>
                <c:pt idx="4524">
                  <c:v>2700</c:v>
                </c:pt>
                <c:pt idx="4525">
                  <c:v>2700</c:v>
                </c:pt>
                <c:pt idx="4526">
                  <c:v>2700</c:v>
                </c:pt>
                <c:pt idx="4527">
                  <c:v>2700</c:v>
                </c:pt>
                <c:pt idx="4528">
                  <c:v>2700</c:v>
                </c:pt>
                <c:pt idx="4529">
                  <c:v>2700</c:v>
                </c:pt>
                <c:pt idx="4530">
                  <c:v>2700</c:v>
                </c:pt>
                <c:pt idx="4531">
                  <c:v>2700</c:v>
                </c:pt>
                <c:pt idx="4532">
                  <c:v>2700</c:v>
                </c:pt>
                <c:pt idx="4533">
                  <c:v>2700</c:v>
                </c:pt>
                <c:pt idx="4534">
                  <c:v>2700</c:v>
                </c:pt>
                <c:pt idx="4535">
                  <c:v>2700</c:v>
                </c:pt>
                <c:pt idx="4536">
                  <c:v>2700</c:v>
                </c:pt>
                <c:pt idx="4537">
                  <c:v>2700</c:v>
                </c:pt>
                <c:pt idx="4538">
                  <c:v>2700</c:v>
                </c:pt>
                <c:pt idx="4539">
                  <c:v>2700</c:v>
                </c:pt>
                <c:pt idx="4540">
                  <c:v>2700</c:v>
                </c:pt>
                <c:pt idx="4541">
                  <c:v>2700</c:v>
                </c:pt>
                <c:pt idx="4542">
                  <c:v>2700</c:v>
                </c:pt>
                <c:pt idx="4543">
                  <c:v>2700</c:v>
                </c:pt>
                <c:pt idx="4544">
                  <c:v>2700</c:v>
                </c:pt>
                <c:pt idx="4545">
                  <c:v>2700</c:v>
                </c:pt>
                <c:pt idx="4546">
                  <c:v>2700</c:v>
                </c:pt>
                <c:pt idx="4547">
                  <c:v>2700</c:v>
                </c:pt>
                <c:pt idx="4548">
                  <c:v>2700</c:v>
                </c:pt>
                <c:pt idx="4549">
                  <c:v>2700</c:v>
                </c:pt>
                <c:pt idx="4550">
                  <c:v>2700</c:v>
                </c:pt>
                <c:pt idx="4551">
                  <c:v>2700</c:v>
                </c:pt>
                <c:pt idx="4552">
                  <c:v>2700</c:v>
                </c:pt>
                <c:pt idx="4553">
                  <c:v>2700</c:v>
                </c:pt>
                <c:pt idx="4554">
                  <c:v>2700</c:v>
                </c:pt>
                <c:pt idx="4555">
                  <c:v>2700</c:v>
                </c:pt>
                <c:pt idx="4556">
                  <c:v>2700</c:v>
                </c:pt>
                <c:pt idx="4557">
                  <c:v>2700</c:v>
                </c:pt>
                <c:pt idx="4558">
                  <c:v>2700</c:v>
                </c:pt>
                <c:pt idx="4559">
                  <c:v>2700</c:v>
                </c:pt>
                <c:pt idx="4560">
                  <c:v>2700</c:v>
                </c:pt>
                <c:pt idx="4561">
                  <c:v>2700</c:v>
                </c:pt>
                <c:pt idx="4562">
                  <c:v>2700</c:v>
                </c:pt>
                <c:pt idx="4563">
                  <c:v>2700</c:v>
                </c:pt>
                <c:pt idx="4564">
                  <c:v>2700</c:v>
                </c:pt>
                <c:pt idx="4565">
                  <c:v>2700</c:v>
                </c:pt>
                <c:pt idx="4566">
                  <c:v>2700</c:v>
                </c:pt>
                <c:pt idx="4567">
                  <c:v>2700</c:v>
                </c:pt>
                <c:pt idx="4568">
                  <c:v>2700</c:v>
                </c:pt>
                <c:pt idx="4569">
                  <c:v>2700</c:v>
                </c:pt>
                <c:pt idx="4570">
                  <c:v>2600</c:v>
                </c:pt>
                <c:pt idx="4571">
                  <c:v>2600</c:v>
                </c:pt>
                <c:pt idx="4572">
                  <c:v>2600</c:v>
                </c:pt>
                <c:pt idx="4573">
                  <c:v>2600</c:v>
                </c:pt>
                <c:pt idx="4574">
                  <c:v>2600</c:v>
                </c:pt>
                <c:pt idx="4575">
                  <c:v>2600</c:v>
                </c:pt>
                <c:pt idx="4576">
                  <c:v>2600</c:v>
                </c:pt>
                <c:pt idx="4577">
                  <c:v>2600</c:v>
                </c:pt>
                <c:pt idx="4578">
                  <c:v>2600</c:v>
                </c:pt>
                <c:pt idx="4579">
                  <c:v>2600</c:v>
                </c:pt>
                <c:pt idx="4580">
                  <c:v>2600</c:v>
                </c:pt>
                <c:pt idx="4581">
                  <c:v>2600</c:v>
                </c:pt>
                <c:pt idx="4582">
                  <c:v>2600</c:v>
                </c:pt>
                <c:pt idx="4583">
                  <c:v>2600</c:v>
                </c:pt>
                <c:pt idx="4584">
                  <c:v>2600</c:v>
                </c:pt>
                <c:pt idx="4585">
                  <c:v>2600</c:v>
                </c:pt>
                <c:pt idx="4586">
                  <c:v>2600</c:v>
                </c:pt>
                <c:pt idx="4587">
                  <c:v>2600</c:v>
                </c:pt>
                <c:pt idx="4588">
                  <c:v>2600</c:v>
                </c:pt>
                <c:pt idx="4589">
                  <c:v>2600</c:v>
                </c:pt>
                <c:pt idx="4590">
                  <c:v>2600</c:v>
                </c:pt>
                <c:pt idx="4591">
                  <c:v>2600</c:v>
                </c:pt>
                <c:pt idx="4592">
                  <c:v>2600</c:v>
                </c:pt>
                <c:pt idx="4593">
                  <c:v>2600</c:v>
                </c:pt>
                <c:pt idx="4594">
                  <c:v>2600</c:v>
                </c:pt>
                <c:pt idx="4595">
                  <c:v>2600</c:v>
                </c:pt>
                <c:pt idx="4596">
                  <c:v>2600</c:v>
                </c:pt>
                <c:pt idx="4597">
                  <c:v>2600</c:v>
                </c:pt>
                <c:pt idx="4598">
                  <c:v>2600</c:v>
                </c:pt>
                <c:pt idx="4599">
                  <c:v>2600</c:v>
                </c:pt>
                <c:pt idx="4600">
                  <c:v>2600</c:v>
                </c:pt>
                <c:pt idx="4601">
                  <c:v>2600</c:v>
                </c:pt>
                <c:pt idx="4602">
                  <c:v>2600</c:v>
                </c:pt>
                <c:pt idx="4603">
                  <c:v>2600</c:v>
                </c:pt>
                <c:pt idx="4604">
                  <c:v>2600</c:v>
                </c:pt>
                <c:pt idx="4605">
                  <c:v>2600</c:v>
                </c:pt>
                <c:pt idx="4606">
                  <c:v>2600</c:v>
                </c:pt>
                <c:pt idx="4607">
                  <c:v>2600</c:v>
                </c:pt>
                <c:pt idx="4608">
                  <c:v>2600</c:v>
                </c:pt>
                <c:pt idx="4609">
                  <c:v>2600</c:v>
                </c:pt>
                <c:pt idx="4610">
                  <c:v>2600</c:v>
                </c:pt>
                <c:pt idx="4611">
                  <c:v>2600</c:v>
                </c:pt>
                <c:pt idx="4612">
                  <c:v>2600</c:v>
                </c:pt>
                <c:pt idx="4613">
                  <c:v>2600</c:v>
                </c:pt>
                <c:pt idx="4614">
                  <c:v>2600</c:v>
                </c:pt>
                <c:pt idx="4615">
                  <c:v>2600</c:v>
                </c:pt>
                <c:pt idx="4616">
                  <c:v>2600</c:v>
                </c:pt>
                <c:pt idx="4617">
                  <c:v>2600</c:v>
                </c:pt>
                <c:pt idx="4618">
                  <c:v>2600</c:v>
                </c:pt>
                <c:pt idx="4619">
                  <c:v>2600</c:v>
                </c:pt>
                <c:pt idx="4620">
                  <c:v>2600</c:v>
                </c:pt>
                <c:pt idx="4621">
                  <c:v>2600</c:v>
                </c:pt>
                <c:pt idx="4622">
                  <c:v>2600</c:v>
                </c:pt>
                <c:pt idx="4623">
                  <c:v>2600</c:v>
                </c:pt>
                <c:pt idx="4624">
                  <c:v>2600</c:v>
                </c:pt>
                <c:pt idx="4625">
                  <c:v>2600</c:v>
                </c:pt>
                <c:pt idx="4626">
                  <c:v>2600</c:v>
                </c:pt>
                <c:pt idx="4627">
                  <c:v>2600</c:v>
                </c:pt>
                <c:pt idx="4628">
                  <c:v>2600</c:v>
                </c:pt>
                <c:pt idx="4629">
                  <c:v>2600</c:v>
                </c:pt>
                <c:pt idx="4630">
                  <c:v>2600</c:v>
                </c:pt>
                <c:pt idx="4631">
                  <c:v>2425</c:v>
                </c:pt>
                <c:pt idx="4632">
                  <c:v>2425</c:v>
                </c:pt>
                <c:pt idx="4633">
                  <c:v>2425</c:v>
                </c:pt>
                <c:pt idx="4634">
                  <c:v>2425</c:v>
                </c:pt>
                <c:pt idx="4635">
                  <c:v>2425</c:v>
                </c:pt>
                <c:pt idx="4636">
                  <c:v>2425</c:v>
                </c:pt>
                <c:pt idx="4637">
                  <c:v>2425</c:v>
                </c:pt>
                <c:pt idx="4638">
                  <c:v>2425</c:v>
                </c:pt>
                <c:pt idx="4639">
                  <c:v>2425</c:v>
                </c:pt>
                <c:pt idx="4640">
                  <c:v>2425</c:v>
                </c:pt>
                <c:pt idx="4641">
                  <c:v>2425</c:v>
                </c:pt>
                <c:pt idx="4642">
                  <c:v>2425</c:v>
                </c:pt>
                <c:pt idx="4643">
                  <c:v>2425</c:v>
                </c:pt>
                <c:pt idx="4644">
                  <c:v>2425</c:v>
                </c:pt>
                <c:pt idx="4645">
                  <c:v>2425</c:v>
                </c:pt>
                <c:pt idx="4646">
                  <c:v>2425</c:v>
                </c:pt>
                <c:pt idx="4647">
                  <c:v>2425</c:v>
                </c:pt>
                <c:pt idx="4648">
                  <c:v>2425</c:v>
                </c:pt>
                <c:pt idx="4649">
                  <c:v>2425</c:v>
                </c:pt>
                <c:pt idx="4650">
                  <c:v>2425</c:v>
                </c:pt>
                <c:pt idx="4651">
                  <c:v>2425</c:v>
                </c:pt>
                <c:pt idx="4652">
                  <c:v>2425</c:v>
                </c:pt>
                <c:pt idx="4653">
                  <c:v>2425</c:v>
                </c:pt>
                <c:pt idx="4654">
                  <c:v>2425</c:v>
                </c:pt>
                <c:pt idx="4655">
                  <c:v>2425</c:v>
                </c:pt>
                <c:pt idx="4656">
                  <c:v>2425</c:v>
                </c:pt>
                <c:pt idx="4657">
                  <c:v>2425</c:v>
                </c:pt>
                <c:pt idx="4658">
                  <c:v>2425</c:v>
                </c:pt>
                <c:pt idx="4659">
                  <c:v>2425</c:v>
                </c:pt>
                <c:pt idx="4660">
                  <c:v>2425</c:v>
                </c:pt>
                <c:pt idx="4661">
                  <c:v>2425</c:v>
                </c:pt>
                <c:pt idx="4662">
                  <c:v>2425</c:v>
                </c:pt>
                <c:pt idx="4663">
                  <c:v>2425</c:v>
                </c:pt>
                <c:pt idx="4664">
                  <c:v>2425</c:v>
                </c:pt>
                <c:pt idx="4665">
                  <c:v>2425</c:v>
                </c:pt>
                <c:pt idx="4666">
                  <c:v>2425</c:v>
                </c:pt>
                <c:pt idx="4667">
                  <c:v>2425</c:v>
                </c:pt>
                <c:pt idx="4668">
                  <c:v>2425</c:v>
                </c:pt>
                <c:pt idx="4669">
                  <c:v>2425</c:v>
                </c:pt>
                <c:pt idx="4670">
                  <c:v>2425</c:v>
                </c:pt>
                <c:pt idx="4671">
                  <c:v>2425</c:v>
                </c:pt>
                <c:pt idx="4672">
                  <c:v>2425</c:v>
                </c:pt>
                <c:pt idx="4673">
                  <c:v>2425</c:v>
                </c:pt>
                <c:pt idx="4674">
                  <c:v>2425</c:v>
                </c:pt>
                <c:pt idx="4675">
                  <c:v>2425</c:v>
                </c:pt>
                <c:pt idx="4676">
                  <c:v>2425</c:v>
                </c:pt>
                <c:pt idx="4677">
                  <c:v>2425</c:v>
                </c:pt>
                <c:pt idx="4678">
                  <c:v>2425</c:v>
                </c:pt>
                <c:pt idx="4679">
                  <c:v>2425</c:v>
                </c:pt>
                <c:pt idx="4680">
                  <c:v>2425</c:v>
                </c:pt>
                <c:pt idx="4681">
                  <c:v>2425</c:v>
                </c:pt>
                <c:pt idx="4682">
                  <c:v>2425</c:v>
                </c:pt>
                <c:pt idx="4683">
                  <c:v>2425</c:v>
                </c:pt>
                <c:pt idx="4684">
                  <c:v>2425</c:v>
                </c:pt>
                <c:pt idx="4685">
                  <c:v>2425</c:v>
                </c:pt>
                <c:pt idx="4686">
                  <c:v>2425</c:v>
                </c:pt>
                <c:pt idx="4687">
                  <c:v>2425</c:v>
                </c:pt>
                <c:pt idx="4688">
                  <c:v>2425</c:v>
                </c:pt>
                <c:pt idx="4689">
                  <c:v>2425</c:v>
                </c:pt>
                <c:pt idx="4690">
                  <c:v>2425</c:v>
                </c:pt>
                <c:pt idx="4691">
                  <c:v>2425</c:v>
                </c:pt>
                <c:pt idx="4692">
                  <c:v>2425</c:v>
                </c:pt>
                <c:pt idx="4693">
                  <c:v>2425</c:v>
                </c:pt>
                <c:pt idx="4694">
                  <c:v>2425</c:v>
                </c:pt>
                <c:pt idx="4695">
                  <c:v>2425</c:v>
                </c:pt>
                <c:pt idx="4696">
                  <c:v>2425</c:v>
                </c:pt>
                <c:pt idx="4697">
                  <c:v>2425</c:v>
                </c:pt>
                <c:pt idx="4698">
                  <c:v>2425</c:v>
                </c:pt>
                <c:pt idx="4699">
                  <c:v>2425</c:v>
                </c:pt>
                <c:pt idx="4700">
                  <c:v>2425</c:v>
                </c:pt>
                <c:pt idx="4701">
                  <c:v>2425</c:v>
                </c:pt>
                <c:pt idx="4702">
                  <c:v>2425</c:v>
                </c:pt>
                <c:pt idx="4703">
                  <c:v>2425</c:v>
                </c:pt>
                <c:pt idx="4704">
                  <c:v>2425</c:v>
                </c:pt>
                <c:pt idx="4705">
                  <c:v>2425</c:v>
                </c:pt>
                <c:pt idx="4706">
                  <c:v>2425</c:v>
                </c:pt>
                <c:pt idx="4707">
                  <c:v>2425</c:v>
                </c:pt>
                <c:pt idx="4708">
                  <c:v>2425</c:v>
                </c:pt>
                <c:pt idx="4709">
                  <c:v>2425</c:v>
                </c:pt>
                <c:pt idx="4710">
                  <c:v>2425</c:v>
                </c:pt>
                <c:pt idx="4711">
                  <c:v>2425</c:v>
                </c:pt>
                <c:pt idx="4712">
                  <c:v>2425</c:v>
                </c:pt>
                <c:pt idx="4713">
                  <c:v>2425</c:v>
                </c:pt>
                <c:pt idx="4714">
                  <c:v>2425</c:v>
                </c:pt>
                <c:pt idx="4715">
                  <c:v>2425</c:v>
                </c:pt>
                <c:pt idx="4716">
                  <c:v>2425</c:v>
                </c:pt>
                <c:pt idx="4717">
                  <c:v>2425</c:v>
                </c:pt>
                <c:pt idx="4718">
                  <c:v>2425</c:v>
                </c:pt>
                <c:pt idx="4719">
                  <c:v>2425</c:v>
                </c:pt>
                <c:pt idx="4720">
                  <c:v>2425</c:v>
                </c:pt>
                <c:pt idx="4721">
                  <c:v>2425</c:v>
                </c:pt>
                <c:pt idx="4722">
                  <c:v>2425</c:v>
                </c:pt>
                <c:pt idx="4723">
                  <c:v>2425</c:v>
                </c:pt>
                <c:pt idx="4724">
                  <c:v>2425</c:v>
                </c:pt>
                <c:pt idx="4725">
                  <c:v>2425</c:v>
                </c:pt>
                <c:pt idx="4726">
                  <c:v>2425</c:v>
                </c:pt>
                <c:pt idx="4727">
                  <c:v>2425</c:v>
                </c:pt>
                <c:pt idx="4728">
                  <c:v>2425</c:v>
                </c:pt>
                <c:pt idx="4729">
                  <c:v>2425</c:v>
                </c:pt>
                <c:pt idx="4730">
                  <c:v>2425</c:v>
                </c:pt>
                <c:pt idx="4731">
                  <c:v>2425</c:v>
                </c:pt>
                <c:pt idx="4732">
                  <c:v>2425</c:v>
                </c:pt>
                <c:pt idx="4733">
                  <c:v>2425</c:v>
                </c:pt>
                <c:pt idx="4734">
                  <c:v>2425</c:v>
                </c:pt>
                <c:pt idx="4735">
                  <c:v>2425</c:v>
                </c:pt>
                <c:pt idx="4736">
                  <c:v>2425</c:v>
                </c:pt>
                <c:pt idx="4737">
                  <c:v>2425</c:v>
                </c:pt>
                <c:pt idx="4738">
                  <c:v>2425</c:v>
                </c:pt>
                <c:pt idx="4739">
                  <c:v>2425</c:v>
                </c:pt>
                <c:pt idx="4740">
                  <c:v>2425</c:v>
                </c:pt>
                <c:pt idx="4741">
                  <c:v>2425</c:v>
                </c:pt>
                <c:pt idx="4742">
                  <c:v>2425</c:v>
                </c:pt>
                <c:pt idx="4743">
                  <c:v>2425</c:v>
                </c:pt>
                <c:pt idx="4744">
                  <c:v>2425</c:v>
                </c:pt>
                <c:pt idx="4745">
                  <c:v>2425</c:v>
                </c:pt>
                <c:pt idx="4746">
                  <c:v>2425</c:v>
                </c:pt>
                <c:pt idx="4747">
                  <c:v>2425</c:v>
                </c:pt>
                <c:pt idx="4748">
                  <c:v>2425</c:v>
                </c:pt>
                <c:pt idx="4749">
                  <c:v>2425</c:v>
                </c:pt>
                <c:pt idx="4750">
                  <c:v>2425</c:v>
                </c:pt>
                <c:pt idx="4751">
                  <c:v>2425</c:v>
                </c:pt>
                <c:pt idx="4752">
                  <c:v>2425</c:v>
                </c:pt>
                <c:pt idx="4753">
                  <c:v>2425</c:v>
                </c:pt>
                <c:pt idx="4754">
                  <c:v>2425</c:v>
                </c:pt>
                <c:pt idx="4755">
                  <c:v>2425</c:v>
                </c:pt>
                <c:pt idx="4756">
                  <c:v>2425</c:v>
                </c:pt>
                <c:pt idx="4757">
                  <c:v>2425</c:v>
                </c:pt>
                <c:pt idx="4758">
                  <c:v>2425</c:v>
                </c:pt>
                <c:pt idx="4759">
                  <c:v>2425</c:v>
                </c:pt>
                <c:pt idx="4760">
                  <c:v>2425</c:v>
                </c:pt>
                <c:pt idx="4761">
                  <c:v>2425</c:v>
                </c:pt>
                <c:pt idx="4762">
                  <c:v>2425</c:v>
                </c:pt>
                <c:pt idx="4763">
                  <c:v>2425</c:v>
                </c:pt>
                <c:pt idx="4764">
                  <c:v>2425</c:v>
                </c:pt>
                <c:pt idx="4765">
                  <c:v>2425</c:v>
                </c:pt>
                <c:pt idx="4766">
                  <c:v>2425</c:v>
                </c:pt>
                <c:pt idx="4767">
                  <c:v>2425</c:v>
                </c:pt>
                <c:pt idx="4768">
                  <c:v>2425</c:v>
                </c:pt>
                <c:pt idx="4769">
                  <c:v>2425</c:v>
                </c:pt>
                <c:pt idx="4770">
                  <c:v>2425</c:v>
                </c:pt>
                <c:pt idx="4771">
                  <c:v>2425</c:v>
                </c:pt>
                <c:pt idx="4772">
                  <c:v>2425</c:v>
                </c:pt>
                <c:pt idx="4773">
                  <c:v>2425</c:v>
                </c:pt>
                <c:pt idx="4774">
                  <c:v>2425</c:v>
                </c:pt>
                <c:pt idx="4775">
                  <c:v>2425</c:v>
                </c:pt>
                <c:pt idx="4776">
                  <c:v>2425</c:v>
                </c:pt>
                <c:pt idx="4777">
                  <c:v>2425</c:v>
                </c:pt>
                <c:pt idx="4778">
                  <c:v>2425</c:v>
                </c:pt>
                <c:pt idx="4779">
                  <c:v>2425</c:v>
                </c:pt>
                <c:pt idx="4780">
                  <c:v>2425</c:v>
                </c:pt>
                <c:pt idx="4781">
                  <c:v>2425</c:v>
                </c:pt>
                <c:pt idx="4782">
                  <c:v>2425</c:v>
                </c:pt>
                <c:pt idx="4783">
                  <c:v>2425</c:v>
                </c:pt>
                <c:pt idx="4784">
                  <c:v>2425</c:v>
                </c:pt>
                <c:pt idx="4785">
                  <c:v>2425</c:v>
                </c:pt>
                <c:pt idx="4786">
                  <c:v>2425</c:v>
                </c:pt>
                <c:pt idx="4787">
                  <c:v>2425</c:v>
                </c:pt>
                <c:pt idx="4788">
                  <c:v>2425</c:v>
                </c:pt>
                <c:pt idx="4789">
                  <c:v>2425</c:v>
                </c:pt>
                <c:pt idx="4790">
                  <c:v>2425</c:v>
                </c:pt>
                <c:pt idx="4791">
                  <c:v>2425</c:v>
                </c:pt>
                <c:pt idx="4792">
                  <c:v>2425</c:v>
                </c:pt>
                <c:pt idx="4793">
                  <c:v>2425</c:v>
                </c:pt>
                <c:pt idx="4794">
                  <c:v>2425</c:v>
                </c:pt>
                <c:pt idx="4795">
                  <c:v>2425</c:v>
                </c:pt>
                <c:pt idx="4796">
                  <c:v>2425</c:v>
                </c:pt>
                <c:pt idx="4797">
                  <c:v>2425</c:v>
                </c:pt>
                <c:pt idx="4798">
                  <c:v>2425</c:v>
                </c:pt>
                <c:pt idx="4799">
                  <c:v>2425</c:v>
                </c:pt>
                <c:pt idx="4800">
                  <c:v>2425</c:v>
                </c:pt>
                <c:pt idx="4801">
                  <c:v>2425</c:v>
                </c:pt>
                <c:pt idx="4802">
                  <c:v>2425</c:v>
                </c:pt>
                <c:pt idx="4803">
                  <c:v>2425</c:v>
                </c:pt>
                <c:pt idx="4804">
                  <c:v>2425</c:v>
                </c:pt>
                <c:pt idx="4805">
                  <c:v>2425</c:v>
                </c:pt>
                <c:pt idx="4806">
                  <c:v>2425</c:v>
                </c:pt>
                <c:pt idx="4807">
                  <c:v>2425</c:v>
                </c:pt>
                <c:pt idx="4808">
                  <c:v>2425</c:v>
                </c:pt>
                <c:pt idx="4809">
                  <c:v>2425</c:v>
                </c:pt>
                <c:pt idx="4810">
                  <c:v>2425</c:v>
                </c:pt>
                <c:pt idx="4811">
                  <c:v>2425</c:v>
                </c:pt>
                <c:pt idx="4812">
                  <c:v>2425</c:v>
                </c:pt>
                <c:pt idx="4813">
                  <c:v>2425</c:v>
                </c:pt>
                <c:pt idx="4814">
                  <c:v>2425</c:v>
                </c:pt>
                <c:pt idx="4815">
                  <c:v>2425</c:v>
                </c:pt>
                <c:pt idx="4816">
                  <c:v>2425</c:v>
                </c:pt>
                <c:pt idx="4817">
                  <c:v>2425</c:v>
                </c:pt>
                <c:pt idx="4818">
                  <c:v>2425</c:v>
                </c:pt>
                <c:pt idx="4819">
                  <c:v>2425</c:v>
                </c:pt>
                <c:pt idx="4820">
                  <c:v>2425</c:v>
                </c:pt>
                <c:pt idx="4821">
                  <c:v>2150</c:v>
                </c:pt>
                <c:pt idx="4822">
                  <c:v>2150</c:v>
                </c:pt>
                <c:pt idx="4823">
                  <c:v>2150</c:v>
                </c:pt>
                <c:pt idx="4824">
                  <c:v>2150</c:v>
                </c:pt>
                <c:pt idx="4825">
                  <c:v>2150</c:v>
                </c:pt>
                <c:pt idx="4826">
                  <c:v>2150</c:v>
                </c:pt>
                <c:pt idx="4827">
                  <c:v>2150</c:v>
                </c:pt>
                <c:pt idx="4828">
                  <c:v>2150</c:v>
                </c:pt>
                <c:pt idx="4829">
                  <c:v>2150</c:v>
                </c:pt>
                <c:pt idx="4830">
                  <c:v>2150</c:v>
                </c:pt>
                <c:pt idx="4831">
                  <c:v>2150</c:v>
                </c:pt>
                <c:pt idx="4832">
                  <c:v>2150</c:v>
                </c:pt>
                <c:pt idx="4833">
                  <c:v>2150</c:v>
                </c:pt>
                <c:pt idx="4834">
                  <c:v>2150</c:v>
                </c:pt>
                <c:pt idx="4835">
                  <c:v>2150</c:v>
                </c:pt>
                <c:pt idx="4836">
                  <c:v>2150</c:v>
                </c:pt>
                <c:pt idx="4837">
                  <c:v>2150</c:v>
                </c:pt>
                <c:pt idx="4838">
                  <c:v>2150</c:v>
                </c:pt>
                <c:pt idx="4839">
                  <c:v>2150</c:v>
                </c:pt>
                <c:pt idx="4840">
                  <c:v>2150</c:v>
                </c:pt>
                <c:pt idx="4841">
                  <c:v>2150</c:v>
                </c:pt>
                <c:pt idx="4842">
                  <c:v>2150</c:v>
                </c:pt>
                <c:pt idx="4843">
                  <c:v>2150</c:v>
                </c:pt>
                <c:pt idx="4844">
                  <c:v>2150</c:v>
                </c:pt>
                <c:pt idx="4845">
                  <c:v>2150</c:v>
                </c:pt>
                <c:pt idx="4846">
                  <c:v>2150</c:v>
                </c:pt>
                <c:pt idx="4847">
                  <c:v>2150</c:v>
                </c:pt>
                <c:pt idx="4848">
                  <c:v>2150</c:v>
                </c:pt>
                <c:pt idx="4849">
                  <c:v>2150</c:v>
                </c:pt>
                <c:pt idx="4850">
                  <c:v>2150</c:v>
                </c:pt>
                <c:pt idx="4851">
                  <c:v>2150</c:v>
                </c:pt>
                <c:pt idx="4852">
                  <c:v>2150</c:v>
                </c:pt>
                <c:pt idx="4853">
                  <c:v>2200</c:v>
                </c:pt>
                <c:pt idx="4854">
                  <c:v>2200</c:v>
                </c:pt>
                <c:pt idx="4855">
                  <c:v>2200</c:v>
                </c:pt>
                <c:pt idx="4856">
                  <c:v>2200</c:v>
                </c:pt>
                <c:pt idx="4857">
                  <c:v>2200</c:v>
                </c:pt>
                <c:pt idx="4858">
                  <c:v>2200</c:v>
                </c:pt>
                <c:pt idx="4859">
                  <c:v>2200</c:v>
                </c:pt>
                <c:pt idx="4860">
                  <c:v>2200</c:v>
                </c:pt>
                <c:pt idx="4861">
                  <c:v>2200</c:v>
                </c:pt>
                <c:pt idx="4862">
                  <c:v>2200</c:v>
                </c:pt>
                <c:pt idx="4863">
                  <c:v>2200</c:v>
                </c:pt>
                <c:pt idx="4864">
                  <c:v>2200</c:v>
                </c:pt>
                <c:pt idx="4865">
                  <c:v>2200</c:v>
                </c:pt>
                <c:pt idx="4866">
                  <c:v>2200</c:v>
                </c:pt>
                <c:pt idx="4867">
                  <c:v>2200</c:v>
                </c:pt>
                <c:pt idx="4868">
                  <c:v>2200</c:v>
                </c:pt>
                <c:pt idx="4869">
                  <c:v>2200</c:v>
                </c:pt>
                <c:pt idx="4870">
                  <c:v>2200</c:v>
                </c:pt>
                <c:pt idx="4871">
                  <c:v>2200</c:v>
                </c:pt>
                <c:pt idx="4872">
                  <c:v>2200</c:v>
                </c:pt>
                <c:pt idx="4873">
                  <c:v>2200</c:v>
                </c:pt>
                <c:pt idx="4874">
                  <c:v>2200</c:v>
                </c:pt>
                <c:pt idx="4875">
                  <c:v>2200</c:v>
                </c:pt>
                <c:pt idx="4876">
                  <c:v>2200</c:v>
                </c:pt>
                <c:pt idx="4877">
                  <c:v>2200</c:v>
                </c:pt>
                <c:pt idx="4878">
                  <c:v>2200</c:v>
                </c:pt>
                <c:pt idx="4879">
                  <c:v>2200</c:v>
                </c:pt>
                <c:pt idx="4880">
                  <c:v>2200</c:v>
                </c:pt>
                <c:pt idx="4881">
                  <c:v>2200</c:v>
                </c:pt>
                <c:pt idx="4882">
                  <c:v>2200</c:v>
                </c:pt>
                <c:pt idx="4883">
                  <c:v>2200</c:v>
                </c:pt>
                <c:pt idx="4884">
                  <c:v>2200</c:v>
                </c:pt>
                <c:pt idx="4885">
                  <c:v>2200</c:v>
                </c:pt>
                <c:pt idx="4886">
                  <c:v>2200</c:v>
                </c:pt>
                <c:pt idx="4887">
                  <c:v>2200</c:v>
                </c:pt>
                <c:pt idx="4888">
                  <c:v>2200</c:v>
                </c:pt>
                <c:pt idx="4889">
                  <c:v>2200</c:v>
                </c:pt>
                <c:pt idx="4890">
                  <c:v>2200</c:v>
                </c:pt>
                <c:pt idx="4891">
                  <c:v>2200</c:v>
                </c:pt>
                <c:pt idx="4892">
                  <c:v>2200</c:v>
                </c:pt>
                <c:pt idx="4893">
                  <c:v>2200</c:v>
                </c:pt>
                <c:pt idx="4894">
                  <c:v>2200</c:v>
                </c:pt>
                <c:pt idx="4895">
                  <c:v>2200</c:v>
                </c:pt>
                <c:pt idx="4896">
                  <c:v>2200</c:v>
                </c:pt>
                <c:pt idx="4897">
                  <c:v>2200</c:v>
                </c:pt>
                <c:pt idx="4898">
                  <c:v>2200</c:v>
                </c:pt>
                <c:pt idx="4899">
                  <c:v>2200</c:v>
                </c:pt>
                <c:pt idx="4900">
                  <c:v>2200</c:v>
                </c:pt>
                <c:pt idx="4901">
                  <c:v>2200</c:v>
                </c:pt>
                <c:pt idx="4902">
                  <c:v>2200</c:v>
                </c:pt>
                <c:pt idx="4903">
                  <c:v>2200</c:v>
                </c:pt>
                <c:pt idx="4904">
                  <c:v>2200</c:v>
                </c:pt>
                <c:pt idx="4905">
                  <c:v>2200</c:v>
                </c:pt>
                <c:pt idx="4906">
                  <c:v>2200</c:v>
                </c:pt>
                <c:pt idx="4907">
                  <c:v>2200</c:v>
                </c:pt>
                <c:pt idx="4908">
                  <c:v>2200</c:v>
                </c:pt>
                <c:pt idx="4909">
                  <c:v>2200</c:v>
                </c:pt>
                <c:pt idx="4910">
                  <c:v>2200</c:v>
                </c:pt>
                <c:pt idx="4911">
                  <c:v>2200</c:v>
                </c:pt>
                <c:pt idx="4912">
                  <c:v>2200</c:v>
                </c:pt>
                <c:pt idx="4913">
                  <c:v>2200</c:v>
                </c:pt>
                <c:pt idx="4914">
                  <c:v>2200</c:v>
                </c:pt>
                <c:pt idx="4915">
                  <c:v>2200</c:v>
                </c:pt>
                <c:pt idx="4916">
                  <c:v>2200</c:v>
                </c:pt>
                <c:pt idx="4917">
                  <c:v>2200</c:v>
                </c:pt>
                <c:pt idx="4918">
                  <c:v>2200</c:v>
                </c:pt>
                <c:pt idx="4919">
                  <c:v>2150</c:v>
                </c:pt>
                <c:pt idx="4920">
                  <c:v>2150</c:v>
                </c:pt>
                <c:pt idx="4921">
                  <c:v>2150</c:v>
                </c:pt>
                <c:pt idx="4922">
                  <c:v>2150</c:v>
                </c:pt>
                <c:pt idx="4923">
                  <c:v>2150</c:v>
                </c:pt>
                <c:pt idx="4924">
                  <c:v>2150</c:v>
                </c:pt>
                <c:pt idx="4925">
                  <c:v>2150</c:v>
                </c:pt>
                <c:pt idx="4926">
                  <c:v>2150</c:v>
                </c:pt>
                <c:pt idx="4927">
                  <c:v>2150</c:v>
                </c:pt>
                <c:pt idx="4928">
                  <c:v>2150</c:v>
                </c:pt>
                <c:pt idx="4929">
                  <c:v>2150</c:v>
                </c:pt>
                <c:pt idx="4930">
                  <c:v>2150</c:v>
                </c:pt>
                <c:pt idx="4931">
                  <c:v>2150</c:v>
                </c:pt>
                <c:pt idx="4932">
                  <c:v>2150</c:v>
                </c:pt>
                <c:pt idx="4933">
                  <c:v>2150</c:v>
                </c:pt>
                <c:pt idx="4934">
                  <c:v>2150</c:v>
                </c:pt>
                <c:pt idx="4935">
                  <c:v>2150</c:v>
                </c:pt>
                <c:pt idx="4936">
                  <c:v>2150</c:v>
                </c:pt>
                <c:pt idx="4937">
                  <c:v>2150</c:v>
                </c:pt>
                <c:pt idx="4938">
                  <c:v>2150</c:v>
                </c:pt>
                <c:pt idx="4939">
                  <c:v>2150</c:v>
                </c:pt>
                <c:pt idx="4940">
                  <c:v>2150</c:v>
                </c:pt>
                <c:pt idx="4941">
                  <c:v>2100</c:v>
                </c:pt>
                <c:pt idx="4942">
                  <c:v>2100</c:v>
                </c:pt>
                <c:pt idx="4943">
                  <c:v>2100</c:v>
                </c:pt>
                <c:pt idx="4944">
                  <c:v>2100</c:v>
                </c:pt>
                <c:pt idx="4945">
                  <c:v>2100</c:v>
                </c:pt>
                <c:pt idx="4946">
                  <c:v>2100</c:v>
                </c:pt>
                <c:pt idx="4947">
                  <c:v>2100</c:v>
                </c:pt>
                <c:pt idx="4948">
                  <c:v>2100</c:v>
                </c:pt>
                <c:pt idx="4949">
                  <c:v>2100</c:v>
                </c:pt>
                <c:pt idx="4950">
                  <c:v>2100</c:v>
                </c:pt>
                <c:pt idx="4951">
                  <c:v>2100</c:v>
                </c:pt>
                <c:pt idx="4952">
                  <c:v>2100</c:v>
                </c:pt>
                <c:pt idx="4953">
                  <c:v>2100</c:v>
                </c:pt>
                <c:pt idx="4954">
                  <c:v>2100</c:v>
                </c:pt>
                <c:pt idx="4955">
                  <c:v>2100</c:v>
                </c:pt>
                <c:pt idx="4956">
                  <c:v>2100</c:v>
                </c:pt>
                <c:pt idx="4957">
                  <c:v>2100</c:v>
                </c:pt>
                <c:pt idx="4958">
                  <c:v>2100</c:v>
                </c:pt>
                <c:pt idx="4959">
                  <c:v>2100</c:v>
                </c:pt>
                <c:pt idx="4960">
                  <c:v>2100</c:v>
                </c:pt>
                <c:pt idx="4961">
                  <c:v>2100</c:v>
                </c:pt>
                <c:pt idx="4962">
                  <c:v>2100</c:v>
                </c:pt>
                <c:pt idx="4963">
                  <c:v>2100</c:v>
                </c:pt>
                <c:pt idx="4964">
                  <c:v>2100</c:v>
                </c:pt>
                <c:pt idx="4965">
                  <c:v>2100</c:v>
                </c:pt>
                <c:pt idx="4966">
                  <c:v>2100</c:v>
                </c:pt>
                <c:pt idx="4967">
                  <c:v>2100</c:v>
                </c:pt>
                <c:pt idx="4968">
                  <c:v>2100</c:v>
                </c:pt>
                <c:pt idx="4969">
                  <c:v>2100</c:v>
                </c:pt>
                <c:pt idx="4970">
                  <c:v>2100</c:v>
                </c:pt>
                <c:pt idx="4971">
                  <c:v>2100</c:v>
                </c:pt>
                <c:pt idx="4972">
                  <c:v>2100</c:v>
                </c:pt>
                <c:pt idx="4973">
                  <c:v>2100</c:v>
                </c:pt>
                <c:pt idx="4974">
                  <c:v>2100</c:v>
                </c:pt>
                <c:pt idx="4975">
                  <c:v>2100</c:v>
                </c:pt>
                <c:pt idx="4976">
                  <c:v>2100</c:v>
                </c:pt>
                <c:pt idx="4977">
                  <c:v>2075</c:v>
                </c:pt>
                <c:pt idx="4978">
                  <c:v>2075</c:v>
                </c:pt>
                <c:pt idx="4979">
                  <c:v>2075</c:v>
                </c:pt>
                <c:pt idx="4980">
                  <c:v>2075</c:v>
                </c:pt>
                <c:pt idx="4981">
                  <c:v>2075</c:v>
                </c:pt>
                <c:pt idx="4982">
                  <c:v>2075</c:v>
                </c:pt>
                <c:pt idx="4983">
                  <c:v>2075</c:v>
                </c:pt>
                <c:pt idx="4984">
                  <c:v>2075</c:v>
                </c:pt>
                <c:pt idx="4985">
                  <c:v>2075</c:v>
                </c:pt>
                <c:pt idx="4986">
                  <c:v>2075</c:v>
                </c:pt>
                <c:pt idx="4987">
                  <c:v>2075</c:v>
                </c:pt>
                <c:pt idx="4988">
                  <c:v>2075</c:v>
                </c:pt>
                <c:pt idx="4989">
                  <c:v>2075</c:v>
                </c:pt>
                <c:pt idx="4990">
                  <c:v>2075</c:v>
                </c:pt>
                <c:pt idx="4991">
                  <c:v>2075</c:v>
                </c:pt>
                <c:pt idx="4992">
                  <c:v>2075</c:v>
                </c:pt>
                <c:pt idx="4993">
                  <c:v>2075</c:v>
                </c:pt>
                <c:pt idx="4994">
                  <c:v>2075</c:v>
                </c:pt>
                <c:pt idx="4995">
                  <c:v>2075</c:v>
                </c:pt>
                <c:pt idx="4996">
                  <c:v>2075</c:v>
                </c:pt>
                <c:pt idx="4997">
                  <c:v>2075</c:v>
                </c:pt>
                <c:pt idx="4998">
                  <c:v>2075</c:v>
                </c:pt>
                <c:pt idx="4999">
                  <c:v>2075</c:v>
                </c:pt>
                <c:pt idx="5000">
                  <c:v>2075</c:v>
                </c:pt>
                <c:pt idx="5001">
                  <c:v>2075</c:v>
                </c:pt>
                <c:pt idx="5002">
                  <c:v>2075</c:v>
                </c:pt>
                <c:pt idx="5003">
                  <c:v>2075</c:v>
                </c:pt>
                <c:pt idx="5004">
                  <c:v>2075</c:v>
                </c:pt>
                <c:pt idx="5005">
                  <c:v>2075</c:v>
                </c:pt>
                <c:pt idx="5006">
                  <c:v>2075</c:v>
                </c:pt>
                <c:pt idx="5007">
                  <c:v>2075</c:v>
                </c:pt>
                <c:pt idx="5008">
                  <c:v>2075</c:v>
                </c:pt>
                <c:pt idx="5009">
                  <c:v>2075</c:v>
                </c:pt>
                <c:pt idx="5010">
                  <c:v>2075</c:v>
                </c:pt>
                <c:pt idx="5011">
                  <c:v>2075</c:v>
                </c:pt>
                <c:pt idx="5012">
                  <c:v>2075</c:v>
                </c:pt>
                <c:pt idx="5013">
                  <c:v>2075</c:v>
                </c:pt>
                <c:pt idx="5014">
                  <c:v>2075</c:v>
                </c:pt>
                <c:pt idx="5015">
                  <c:v>2075</c:v>
                </c:pt>
                <c:pt idx="5016">
                  <c:v>2075</c:v>
                </c:pt>
                <c:pt idx="5017">
                  <c:v>2075</c:v>
                </c:pt>
                <c:pt idx="5018">
                  <c:v>2075</c:v>
                </c:pt>
                <c:pt idx="5019">
                  <c:v>2150</c:v>
                </c:pt>
                <c:pt idx="5020">
                  <c:v>2150</c:v>
                </c:pt>
                <c:pt idx="5021">
                  <c:v>2150</c:v>
                </c:pt>
                <c:pt idx="5022">
                  <c:v>2150</c:v>
                </c:pt>
                <c:pt idx="5023">
                  <c:v>2150</c:v>
                </c:pt>
                <c:pt idx="5024">
                  <c:v>2150</c:v>
                </c:pt>
                <c:pt idx="5025">
                  <c:v>2150</c:v>
                </c:pt>
                <c:pt idx="5026">
                  <c:v>2150</c:v>
                </c:pt>
                <c:pt idx="5027">
                  <c:v>2150</c:v>
                </c:pt>
                <c:pt idx="5028">
                  <c:v>2150</c:v>
                </c:pt>
                <c:pt idx="5029">
                  <c:v>2150</c:v>
                </c:pt>
                <c:pt idx="5030">
                  <c:v>2150</c:v>
                </c:pt>
                <c:pt idx="5031">
                  <c:v>2150</c:v>
                </c:pt>
                <c:pt idx="5032">
                  <c:v>2150</c:v>
                </c:pt>
                <c:pt idx="5033">
                  <c:v>2150</c:v>
                </c:pt>
                <c:pt idx="5034">
                  <c:v>2150</c:v>
                </c:pt>
                <c:pt idx="5035">
                  <c:v>2150</c:v>
                </c:pt>
                <c:pt idx="5036">
                  <c:v>2150</c:v>
                </c:pt>
                <c:pt idx="5037">
                  <c:v>2150</c:v>
                </c:pt>
                <c:pt idx="5038">
                  <c:v>2150</c:v>
                </c:pt>
                <c:pt idx="5039">
                  <c:v>2150</c:v>
                </c:pt>
                <c:pt idx="5040">
                  <c:v>2150</c:v>
                </c:pt>
                <c:pt idx="5041">
                  <c:v>2150</c:v>
                </c:pt>
                <c:pt idx="5042">
                  <c:v>2150</c:v>
                </c:pt>
                <c:pt idx="5043">
                  <c:v>2150</c:v>
                </c:pt>
                <c:pt idx="5044">
                  <c:v>2190</c:v>
                </c:pt>
                <c:pt idx="5045">
                  <c:v>2190</c:v>
                </c:pt>
                <c:pt idx="5046">
                  <c:v>2190</c:v>
                </c:pt>
                <c:pt idx="5047">
                  <c:v>2190</c:v>
                </c:pt>
                <c:pt idx="5048">
                  <c:v>2190</c:v>
                </c:pt>
                <c:pt idx="5049">
                  <c:v>2190</c:v>
                </c:pt>
                <c:pt idx="5050">
                  <c:v>2190</c:v>
                </c:pt>
                <c:pt idx="5051">
                  <c:v>2190</c:v>
                </c:pt>
                <c:pt idx="5052">
                  <c:v>2190</c:v>
                </c:pt>
                <c:pt idx="5053">
                  <c:v>2190</c:v>
                </c:pt>
                <c:pt idx="5054">
                  <c:v>2190</c:v>
                </c:pt>
                <c:pt idx="5055">
                  <c:v>2190</c:v>
                </c:pt>
                <c:pt idx="5056">
                  <c:v>2190</c:v>
                </c:pt>
                <c:pt idx="5057">
                  <c:v>2190</c:v>
                </c:pt>
                <c:pt idx="5058">
                  <c:v>2190</c:v>
                </c:pt>
                <c:pt idx="5059">
                  <c:v>2190</c:v>
                </c:pt>
                <c:pt idx="5060">
                  <c:v>2190</c:v>
                </c:pt>
                <c:pt idx="5061">
                  <c:v>2190</c:v>
                </c:pt>
                <c:pt idx="5062">
                  <c:v>2190</c:v>
                </c:pt>
                <c:pt idx="5063">
                  <c:v>2190</c:v>
                </c:pt>
                <c:pt idx="5064">
                  <c:v>2190</c:v>
                </c:pt>
                <c:pt idx="5065">
                  <c:v>2190</c:v>
                </c:pt>
                <c:pt idx="5066">
                  <c:v>2190</c:v>
                </c:pt>
                <c:pt idx="5067">
                  <c:v>2190</c:v>
                </c:pt>
                <c:pt idx="5068">
                  <c:v>2190</c:v>
                </c:pt>
                <c:pt idx="5069">
                  <c:v>2190</c:v>
                </c:pt>
                <c:pt idx="5070">
                  <c:v>2190</c:v>
                </c:pt>
                <c:pt idx="5071">
                  <c:v>2190</c:v>
                </c:pt>
                <c:pt idx="5072">
                  <c:v>2190</c:v>
                </c:pt>
                <c:pt idx="5073">
                  <c:v>2190</c:v>
                </c:pt>
                <c:pt idx="5074">
                  <c:v>2190</c:v>
                </c:pt>
                <c:pt idx="5075">
                  <c:v>2190</c:v>
                </c:pt>
                <c:pt idx="5076">
                  <c:v>2190</c:v>
                </c:pt>
                <c:pt idx="5077">
                  <c:v>2190</c:v>
                </c:pt>
                <c:pt idx="5078">
                  <c:v>2190</c:v>
                </c:pt>
                <c:pt idx="5079">
                  <c:v>2190</c:v>
                </c:pt>
                <c:pt idx="5080">
                  <c:v>2190</c:v>
                </c:pt>
                <c:pt idx="5081">
                  <c:v>2190</c:v>
                </c:pt>
                <c:pt idx="5082">
                  <c:v>2190</c:v>
                </c:pt>
                <c:pt idx="5083">
                  <c:v>2190</c:v>
                </c:pt>
                <c:pt idx="5084">
                  <c:v>2190</c:v>
                </c:pt>
                <c:pt idx="5085">
                  <c:v>2190</c:v>
                </c:pt>
                <c:pt idx="5086">
                  <c:v>2190</c:v>
                </c:pt>
                <c:pt idx="5087">
                  <c:v>2190</c:v>
                </c:pt>
                <c:pt idx="5088">
                  <c:v>2190</c:v>
                </c:pt>
                <c:pt idx="5089">
                  <c:v>2190</c:v>
                </c:pt>
                <c:pt idx="5090">
                  <c:v>2190</c:v>
                </c:pt>
                <c:pt idx="5091">
                  <c:v>2190</c:v>
                </c:pt>
                <c:pt idx="5092">
                  <c:v>2190</c:v>
                </c:pt>
                <c:pt idx="5093">
                  <c:v>2190</c:v>
                </c:pt>
                <c:pt idx="5094">
                  <c:v>2190</c:v>
                </c:pt>
                <c:pt idx="5095">
                  <c:v>2190</c:v>
                </c:pt>
                <c:pt idx="5096">
                  <c:v>2190</c:v>
                </c:pt>
                <c:pt idx="5097">
                  <c:v>2190</c:v>
                </c:pt>
                <c:pt idx="5098">
                  <c:v>2190</c:v>
                </c:pt>
                <c:pt idx="5099">
                  <c:v>2190</c:v>
                </c:pt>
                <c:pt idx="5100">
                  <c:v>2190</c:v>
                </c:pt>
                <c:pt idx="5101">
                  <c:v>2190</c:v>
                </c:pt>
                <c:pt idx="5102">
                  <c:v>2200</c:v>
                </c:pt>
                <c:pt idx="5103">
                  <c:v>2200</c:v>
                </c:pt>
                <c:pt idx="5104">
                  <c:v>2200</c:v>
                </c:pt>
                <c:pt idx="5105">
                  <c:v>2200</c:v>
                </c:pt>
                <c:pt idx="5106">
                  <c:v>2200</c:v>
                </c:pt>
                <c:pt idx="5107">
                  <c:v>2200</c:v>
                </c:pt>
                <c:pt idx="5108">
                  <c:v>2200</c:v>
                </c:pt>
                <c:pt idx="5109">
                  <c:v>2200</c:v>
                </c:pt>
                <c:pt idx="5110">
                  <c:v>2200</c:v>
                </c:pt>
                <c:pt idx="5111">
                  <c:v>2200</c:v>
                </c:pt>
                <c:pt idx="5112">
                  <c:v>2200</c:v>
                </c:pt>
                <c:pt idx="5113">
                  <c:v>2200</c:v>
                </c:pt>
                <c:pt idx="5114">
                  <c:v>2200</c:v>
                </c:pt>
                <c:pt idx="5115">
                  <c:v>2200</c:v>
                </c:pt>
                <c:pt idx="5116">
                  <c:v>2250</c:v>
                </c:pt>
                <c:pt idx="5117">
                  <c:v>2250</c:v>
                </c:pt>
                <c:pt idx="5118">
                  <c:v>2250</c:v>
                </c:pt>
                <c:pt idx="5119">
                  <c:v>2250</c:v>
                </c:pt>
                <c:pt idx="5120">
                  <c:v>2250</c:v>
                </c:pt>
                <c:pt idx="5121">
                  <c:v>2250</c:v>
                </c:pt>
                <c:pt idx="5122">
                  <c:v>2250</c:v>
                </c:pt>
                <c:pt idx="5123">
                  <c:v>2250</c:v>
                </c:pt>
                <c:pt idx="5124">
                  <c:v>2250</c:v>
                </c:pt>
                <c:pt idx="5125">
                  <c:v>2250</c:v>
                </c:pt>
                <c:pt idx="5126">
                  <c:v>2250</c:v>
                </c:pt>
                <c:pt idx="5127">
                  <c:v>2250</c:v>
                </c:pt>
                <c:pt idx="5128">
                  <c:v>2250</c:v>
                </c:pt>
                <c:pt idx="5129">
                  <c:v>2250</c:v>
                </c:pt>
                <c:pt idx="5130">
                  <c:v>2250</c:v>
                </c:pt>
                <c:pt idx="5131">
                  <c:v>2250</c:v>
                </c:pt>
                <c:pt idx="5132">
                  <c:v>2250</c:v>
                </c:pt>
                <c:pt idx="5133">
                  <c:v>2250</c:v>
                </c:pt>
                <c:pt idx="5134">
                  <c:v>2250</c:v>
                </c:pt>
                <c:pt idx="5135">
                  <c:v>2250</c:v>
                </c:pt>
                <c:pt idx="5136">
                  <c:v>2250</c:v>
                </c:pt>
                <c:pt idx="5137">
                  <c:v>2250</c:v>
                </c:pt>
                <c:pt idx="5138">
                  <c:v>2250</c:v>
                </c:pt>
                <c:pt idx="5139">
                  <c:v>2250</c:v>
                </c:pt>
                <c:pt idx="5140">
                  <c:v>2250</c:v>
                </c:pt>
                <c:pt idx="5141">
                  <c:v>2250</c:v>
                </c:pt>
                <c:pt idx="5142">
                  <c:v>2250</c:v>
                </c:pt>
                <c:pt idx="5143">
                  <c:v>2250</c:v>
                </c:pt>
                <c:pt idx="5144">
                  <c:v>2250</c:v>
                </c:pt>
                <c:pt idx="5145">
                  <c:v>2250</c:v>
                </c:pt>
                <c:pt idx="5146">
                  <c:v>2250</c:v>
                </c:pt>
                <c:pt idx="5147">
                  <c:v>2250</c:v>
                </c:pt>
                <c:pt idx="5148">
                  <c:v>2250</c:v>
                </c:pt>
                <c:pt idx="5149">
                  <c:v>2250</c:v>
                </c:pt>
                <c:pt idx="5150">
                  <c:v>2250</c:v>
                </c:pt>
                <c:pt idx="5151">
                  <c:v>2250</c:v>
                </c:pt>
                <c:pt idx="5152">
                  <c:v>2250</c:v>
                </c:pt>
                <c:pt idx="5153">
                  <c:v>2250</c:v>
                </c:pt>
                <c:pt idx="5154">
                  <c:v>2250</c:v>
                </c:pt>
                <c:pt idx="5155">
                  <c:v>2250</c:v>
                </c:pt>
                <c:pt idx="5156">
                  <c:v>2250</c:v>
                </c:pt>
                <c:pt idx="5157">
                  <c:v>2250</c:v>
                </c:pt>
                <c:pt idx="5158">
                  <c:v>2250</c:v>
                </c:pt>
                <c:pt idx="5159">
                  <c:v>2250</c:v>
                </c:pt>
                <c:pt idx="5160">
                  <c:v>2250</c:v>
                </c:pt>
                <c:pt idx="5161">
                  <c:v>2250</c:v>
                </c:pt>
                <c:pt idx="5162">
                  <c:v>2250</c:v>
                </c:pt>
                <c:pt idx="5163">
                  <c:v>2250</c:v>
                </c:pt>
                <c:pt idx="5164">
                  <c:v>2400</c:v>
                </c:pt>
                <c:pt idx="5165">
                  <c:v>2400</c:v>
                </c:pt>
                <c:pt idx="5166">
                  <c:v>2400</c:v>
                </c:pt>
                <c:pt idx="5167">
                  <c:v>2400</c:v>
                </c:pt>
                <c:pt idx="5168">
                  <c:v>2400</c:v>
                </c:pt>
                <c:pt idx="5169">
                  <c:v>2400</c:v>
                </c:pt>
                <c:pt idx="5170">
                  <c:v>2400</c:v>
                </c:pt>
                <c:pt idx="5171">
                  <c:v>2400</c:v>
                </c:pt>
                <c:pt idx="5172">
                  <c:v>2400</c:v>
                </c:pt>
                <c:pt idx="5173">
                  <c:v>2400</c:v>
                </c:pt>
                <c:pt idx="5174">
                  <c:v>2400</c:v>
                </c:pt>
                <c:pt idx="5175">
                  <c:v>2400</c:v>
                </c:pt>
                <c:pt idx="5176">
                  <c:v>2400</c:v>
                </c:pt>
                <c:pt idx="5177">
                  <c:v>2400</c:v>
                </c:pt>
                <c:pt idx="5178">
                  <c:v>2400</c:v>
                </c:pt>
                <c:pt idx="5179">
                  <c:v>2400</c:v>
                </c:pt>
                <c:pt idx="5180">
                  <c:v>2400</c:v>
                </c:pt>
                <c:pt idx="5181">
                  <c:v>2400</c:v>
                </c:pt>
                <c:pt idx="5182">
                  <c:v>2400</c:v>
                </c:pt>
                <c:pt idx="5183">
                  <c:v>2400</c:v>
                </c:pt>
                <c:pt idx="5184">
                  <c:v>2400</c:v>
                </c:pt>
                <c:pt idx="5185">
                  <c:v>2400</c:v>
                </c:pt>
                <c:pt idx="5186">
                  <c:v>2400</c:v>
                </c:pt>
                <c:pt idx="5187">
                  <c:v>2500</c:v>
                </c:pt>
                <c:pt idx="5188">
                  <c:v>2500</c:v>
                </c:pt>
                <c:pt idx="5189">
                  <c:v>2500</c:v>
                </c:pt>
                <c:pt idx="5190">
                  <c:v>2500</c:v>
                </c:pt>
                <c:pt idx="5191">
                  <c:v>2500</c:v>
                </c:pt>
                <c:pt idx="5192">
                  <c:v>2500</c:v>
                </c:pt>
                <c:pt idx="5193">
                  <c:v>2500</c:v>
                </c:pt>
                <c:pt idx="5194">
                  <c:v>2500</c:v>
                </c:pt>
                <c:pt idx="5195">
                  <c:v>2500</c:v>
                </c:pt>
                <c:pt idx="5196">
                  <c:v>2500</c:v>
                </c:pt>
                <c:pt idx="5197">
                  <c:v>2500</c:v>
                </c:pt>
                <c:pt idx="5198">
                  <c:v>2500</c:v>
                </c:pt>
                <c:pt idx="5199">
                  <c:v>2500</c:v>
                </c:pt>
                <c:pt idx="5200">
                  <c:v>2500</c:v>
                </c:pt>
                <c:pt idx="5201">
                  <c:v>2500</c:v>
                </c:pt>
                <c:pt idx="5202">
                  <c:v>2500</c:v>
                </c:pt>
                <c:pt idx="5203">
                  <c:v>2500</c:v>
                </c:pt>
                <c:pt idx="5204">
                  <c:v>2500</c:v>
                </c:pt>
                <c:pt idx="5205">
                  <c:v>2500</c:v>
                </c:pt>
                <c:pt idx="5206">
                  <c:v>2500</c:v>
                </c:pt>
                <c:pt idx="5207">
                  <c:v>2500</c:v>
                </c:pt>
                <c:pt idx="5208">
                  <c:v>2500</c:v>
                </c:pt>
                <c:pt idx="5209">
                  <c:v>2500</c:v>
                </c:pt>
                <c:pt idx="5210">
                  <c:v>2500</c:v>
                </c:pt>
                <c:pt idx="5211">
                  <c:v>2500</c:v>
                </c:pt>
                <c:pt idx="5212">
                  <c:v>2500</c:v>
                </c:pt>
                <c:pt idx="5213">
                  <c:v>2500</c:v>
                </c:pt>
                <c:pt idx="5214">
                  <c:v>2500</c:v>
                </c:pt>
                <c:pt idx="5215">
                  <c:v>2500</c:v>
                </c:pt>
                <c:pt idx="5216">
                  <c:v>2500</c:v>
                </c:pt>
                <c:pt idx="5217">
                  <c:v>2500</c:v>
                </c:pt>
                <c:pt idx="5218">
                  <c:v>2500</c:v>
                </c:pt>
                <c:pt idx="5219">
                  <c:v>2500</c:v>
                </c:pt>
                <c:pt idx="5220">
                  <c:v>2500</c:v>
                </c:pt>
                <c:pt idx="5221">
                  <c:v>2500</c:v>
                </c:pt>
                <c:pt idx="5222">
                  <c:v>2500</c:v>
                </c:pt>
                <c:pt idx="5223">
                  <c:v>2500</c:v>
                </c:pt>
                <c:pt idx="5224">
                  <c:v>2500</c:v>
                </c:pt>
                <c:pt idx="5225">
                  <c:v>2500</c:v>
                </c:pt>
                <c:pt idx="5226">
                  <c:v>2500</c:v>
                </c:pt>
                <c:pt idx="5227">
                  <c:v>2500</c:v>
                </c:pt>
                <c:pt idx="5228">
                  <c:v>2500</c:v>
                </c:pt>
                <c:pt idx="5229">
                  <c:v>2500</c:v>
                </c:pt>
                <c:pt idx="5230">
                  <c:v>2500</c:v>
                </c:pt>
                <c:pt idx="5231">
                  <c:v>2500</c:v>
                </c:pt>
                <c:pt idx="5232">
                  <c:v>2500</c:v>
                </c:pt>
                <c:pt idx="5233">
                  <c:v>2500</c:v>
                </c:pt>
                <c:pt idx="5234">
                  <c:v>2500</c:v>
                </c:pt>
                <c:pt idx="5235">
                  <c:v>2500</c:v>
                </c:pt>
                <c:pt idx="5236">
                  <c:v>2500</c:v>
                </c:pt>
                <c:pt idx="5237">
                  <c:v>2500</c:v>
                </c:pt>
                <c:pt idx="5238">
                  <c:v>2500</c:v>
                </c:pt>
                <c:pt idx="5239">
                  <c:v>2500</c:v>
                </c:pt>
                <c:pt idx="5240">
                  <c:v>2500</c:v>
                </c:pt>
                <c:pt idx="5241">
                  <c:v>2500</c:v>
                </c:pt>
                <c:pt idx="5242">
                  <c:v>2500</c:v>
                </c:pt>
                <c:pt idx="5243">
                  <c:v>2500</c:v>
                </c:pt>
                <c:pt idx="5244">
                  <c:v>2500</c:v>
                </c:pt>
                <c:pt idx="5245">
                  <c:v>2500</c:v>
                </c:pt>
                <c:pt idx="5246">
                  <c:v>2500</c:v>
                </c:pt>
                <c:pt idx="5247">
                  <c:v>2500</c:v>
                </c:pt>
                <c:pt idx="5248">
                  <c:v>2500</c:v>
                </c:pt>
                <c:pt idx="5249">
                  <c:v>2500</c:v>
                </c:pt>
                <c:pt idx="5250">
                  <c:v>2500</c:v>
                </c:pt>
                <c:pt idx="5251">
                  <c:v>2500</c:v>
                </c:pt>
                <c:pt idx="5252">
                  <c:v>2500</c:v>
                </c:pt>
                <c:pt idx="5253">
                  <c:v>2500</c:v>
                </c:pt>
                <c:pt idx="5254">
                  <c:v>2500</c:v>
                </c:pt>
                <c:pt idx="5255">
                  <c:v>2500</c:v>
                </c:pt>
                <c:pt idx="5256">
                  <c:v>2500</c:v>
                </c:pt>
                <c:pt idx="5257">
                  <c:v>2500</c:v>
                </c:pt>
                <c:pt idx="5258">
                  <c:v>2500</c:v>
                </c:pt>
                <c:pt idx="5259">
                  <c:v>2500</c:v>
                </c:pt>
                <c:pt idx="5260">
                  <c:v>2500</c:v>
                </c:pt>
                <c:pt idx="5261">
                  <c:v>3000</c:v>
                </c:pt>
                <c:pt idx="5262">
                  <c:v>3000</c:v>
                </c:pt>
                <c:pt idx="5263">
                  <c:v>3000</c:v>
                </c:pt>
                <c:pt idx="5264">
                  <c:v>3000</c:v>
                </c:pt>
                <c:pt idx="5265">
                  <c:v>3000</c:v>
                </c:pt>
                <c:pt idx="5266">
                  <c:v>3000</c:v>
                </c:pt>
                <c:pt idx="5267">
                  <c:v>3000</c:v>
                </c:pt>
                <c:pt idx="5268">
                  <c:v>3000</c:v>
                </c:pt>
                <c:pt idx="5269">
                  <c:v>3000</c:v>
                </c:pt>
                <c:pt idx="5270">
                  <c:v>3000</c:v>
                </c:pt>
                <c:pt idx="5271">
                  <c:v>3000</c:v>
                </c:pt>
                <c:pt idx="5272">
                  <c:v>3000</c:v>
                </c:pt>
                <c:pt idx="5273">
                  <c:v>3000</c:v>
                </c:pt>
                <c:pt idx="5274">
                  <c:v>3000</c:v>
                </c:pt>
                <c:pt idx="5275">
                  <c:v>3000</c:v>
                </c:pt>
                <c:pt idx="5276">
                  <c:v>3000</c:v>
                </c:pt>
                <c:pt idx="5277">
                  <c:v>3000</c:v>
                </c:pt>
                <c:pt idx="5278">
                  <c:v>3000</c:v>
                </c:pt>
                <c:pt idx="5279">
                  <c:v>3000</c:v>
                </c:pt>
                <c:pt idx="5280">
                  <c:v>3000</c:v>
                </c:pt>
                <c:pt idx="5281">
                  <c:v>3000</c:v>
                </c:pt>
                <c:pt idx="5282">
                  <c:v>3000</c:v>
                </c:pt>
                <c:pt idx="5283">
                  <c:v>3000</c:v>
                </c:pt>
                <c:pt idx="5284">
                  <c:v>3000</c:v>
                </c:pt>
                <c:pt idx="5285">
                  <c:v>3000</c:v>
                </c:pt>
                <c:pt idx="5286">
                  <c:v>3000</c:v>
                </c:pt>
                <c:pt idx="5287">
                  <c:v>3000</c:v>
                </c:pt>
                <c:pt idx="5288">
                  <c:v>3000</c:v>
                </c:pt>
                <c:pt idx="5289">
                  <c:v>3000</c:v>
                </c:pt>
                <c:pt idx="5290">
                  <c:v>3000</c:v>
                </c:pt>
                <c:pt idx="5291">
                  <c:v>3000</c:v>
                </c:pt>
                <c:pt idx="5292">
                  <c:v>3000</c:v>
                </c:pt>
                <c:pt idx="5293">
                  <c:v>3000</c:v>
                </c:pt>
                <c:pt idx="5294">
                  <c:v>3000</c:v>
                </c:pt>
                <c:pt idx="5295">
                  <c:v>3000</c:v>
                </c:pt>
                <c:pt idx="5296">
                  <c:v>3000</c:v>
                </c:pt>
                <c:pt idx="5297">
                  <c:v>3000</c:v>
                </c:pt>
                <c:pt idx="5298">
                  <c:v>3000</c:v>
                </c:pt>
                <c:pt idx="5299">
                  <c:v>3000</c:v>
                </c:pt>
                <c:pt idx="5300">
                  <c:v>3000</c:v>
                </c:pt>
                <c:pt idx="5301">
                  <c:v>3000</c:v>
                </c:pt>
                <c:pt idx="5302">
                  <c:v>3000</c:v>
                </c:pt>
                <c:pt idx="5303">
                  <c:v>3000</c:v>
                </c:pt>
                <c:pt idx="5304">
                  <c:v>3000</c:v>
                </c:pt>
                <c:pt idx="5305">
                  <c:v>3000</c:v>
                </c:pt>
                <c:pt idx="5306">
                  <c:v>3000</c:v>
                </c:pt>
                <c:pt idx="5307">
                  <c:v>3000</c:v>
                </c:pt>
                <c:pt idx="5308">
                  <c:v>3000</c:v>
                </c:pt>
                <c:pt idx="5309">
                  <c:v>3000</c:v>
                </c:pt>
                <c:pt idx="5310">
                  <c:v>3000</c:v>
                </c:pt>
                <c:pt idx="5311">
                  <c:v>3000</c:v>
                </c:pt>
                <c:pt idx="5312">
                  <c:v>3000</c:v>
                </c:pt>
                <c:pt idx="5313">
                  <c:v>3000</c:v>
                </c:pt>
                <c:pt idx="5314">
                  <c:v>3000</c:v>
                </c:pt>
                <c:pt idx="5315">
                  <c:v>3000</c:v>
                </c:pt>
                <c:pt idx="5316">
                  <c:v>3000</c:v>
                </c:pt>
                <c:pt idx="5317">
                  <c:v>3000</c:v>
                </c:pt>
                <c:pt idx="5318">
                  <c:v>3000</c:v>
                </c:pt>
                <c:pt idx="5319">
                  <c:v>3000</c:v>
                </c:pt>
                <c:pt idx="5320">
                  <c:v>3000</c:v>
                </c:pt>
                <c:pt idx="5321">
                  <c:v>3000</c:v>
                </c:pt>
                <c:pt idx="5322">
                  <c:v>3000</c:v>
                </c:pt>
                <c:pt idx="5323">
                  <c:v>3000</c:v>
                </c:pt>
                <c:pt idx="5324">
                  <c:v>3000</c:v>
                </c:pt>
                <c:pt idx="5325">
                  <c:v>3000</c:v>
                </c:pt>
                <c:pt idx="5326">
                  <c:v>3000</c:v>
                </c:pt>
                <c:pt idx="5327">
                  <c:v>3000</c:v>
                </c:pt>
                <c:pt idx="5328">
                  <c:v>3000</c:v>
                </c:pt>
                <c:pt idx="5329">
                  <c:v>3000</c:v>
                </c:pt>
                <c:pt idx="5330">
                  <c:v>3000</c:v>
                </c:pt>
                <c:pt idx="5331">
                  <c:v>3000</c:v>
                </c:pt>
                <c:pt idx="5332">
                  <c:v>3000</c:v>
                </c:pt>
                <c:pt idx="5333">
                  <c:v>3000</c:v>
                </c:pt>
                <c:pt idx="5334">
                  <c:v>3000</c:v>
                </c:pt>
                <c:pt idx="5335">
                  <c:v>3000</c:v>
                </c:pt>
                <c:pt idx="5336">
                  <c:v>3000</c:v>
                </c:pt>
                <c:pt idx="5337">
                  <c:v>3000</c:v>
                </c:pt>
                <c:pt idx="5338">
                  <c:v>3000</c:v>
                </c:pt>
                <c:pt idx="5339">
                  <c:v>3000</c:v>
                </c:pt>
                <c:pt idx="5340">
                  <c:v>3000</c:v>
                </c:pt>
                <c:pt idx="5341">
                  <c:v>3000</c:v>
                </c:pt>
                <c:pt idx="5342">
                  <c:v>3000</c:v>
                </c:pt>
                <c:pt idx="5343">
                  <c:v>3000</c:v>
                </c:pt>
                <c:pt idx="5344">
                  <c:v>3000</c:v>
                </c:pt>
                <c:pt idx="5345">
                  <c:v>3000</c:v>
                </c:pt>
                <c:pt idx="5346">
                  <c:v>3000</c:v>
                </c:pt>
                <c:pt idx="5347">
                  <c:v>3000</c:v>
                </c:pt>
                <c:pt idx="5348">
                  <c:v>3000</c:v>
                </c:pt>
                <c:pt idx="5349">
                  <c:v>3000</c:v>
                </c:pt>
                <c:pt idx="5350">
                  <c:v>3000</c:v>
                </c:pt>
                <c:pt idx="5351">
                  <c:v>3000</c:v>
                </c:pt>
                <c:pt idx="5352">
                  <c:v>3000</c:v>
                </c:pt>
                <c:pt idx="5353">
                  <c:v>3000</c:v>
                </c:pt>
                <c:pt idx="5354">
                  <c:v>3000</c:v>
                </c:pt>
                <c:pt idx="5355">
                  <c:v>3150</c:v>
                </c:pt>
                <c:pt idx="5356">
                  <c:v>3150</c:v>
                </c:pt>
                <c:pt idx="5357">
                  <c:v>3150</c:v>
                </c:pt>
                <c:pt idx="5358">
                  <c:v>3150</c:v>
                </c:pt>
                <c:pt idx="5359">
                  <c:v>3150</c:v>
                </c:pt>
                <c:pt idx="5360">
                  <c:v>3150</c:v>
                </c:pt>
                <c:pt idx="5361">
                  <c:v>3150</c:v>
                </c:pt>
                <c:pt idx="5362">
                  <c:v>3150</c:v>
                </c:pt>
                <c:pt idx="5363">
                  <c:v>3150</c:v>
                </c:pt>
                <c:pt idx="5364">
                  <c:v>3150</c:v>
                </c:pt>
                <c:pt idx="5365">
                  <c:v>3150</c:v>
                </c:pt>
                <c:pt idx="5366">
                  <c:v>3150</c:v>
                </c:pt>
                <c:pt idx="5367">
                  <c:v>3150</c:v>
                </c:pt>
                <c:pt idx="5368">
                  <c:v>3350</c:v>
                </c:pt>
                <c:pt idx="5369">
                  <c:v>3350</c:v>
                </c:pt>
                <c:pt idx="5370">
                  <c:v>3350</c:v>
                </c:pt>
                <c:pt idx="5371">
                  <c:v>3350</c:v>
                </c:pt>
                <c:pt idx="5372">
                  <c:v>3350</c:v>
                </c:pt>
                <c:pt idx="5373">
                  <c:v>3350</c:v>
                </c:pt>
                <c:pt idx="5374">
                  <c:v>3350</c:v>
                </c:pt>
                <c:pt idx="5375">
                  <c:v>3350</c:v>
                </c:pt>
                <c:pt idx="5376">
                  <c:v>3350</c:v>
                </c:pt>
                <c:pt idx="5377">
                  <c:v>3350</c:v>
                </c:pt>
                <c:pt idx="5378">
                  <c:v>3350</c:v>
                </c:pt>
                <c:pt idx="5379">
                  <c:v>3350</c:v>
                </c:pt>
                <c:pt idx="5380">
                  <c:v>3350</c:v>
                </c:pt>
                <c:pt idx="5381">
                  <c:v>3450</c:v>
                </c:pt>
                <c:pt idx="5382">
                  <c:v>3450</c:v>
                </c:pt>
                <c:pt idx="5383">
                  <c:v>3450</c:v>
                </c:pt>
                <c:pt idx="5384">
                  <c:v>3450</c:v>
                </c:pt>
                <c:pt idx="5385">
                  <c:v>3450</c:v>
                </c:pt>
                <c:pt idx="5386">
                  <c:v>3450</c:v>
                </c:pt>
                <c:pt idx="5387">
                  <c:v>3450</c:v>
                </c:pt>
                <c:pt idx="5388">
                  <c:v>3450</c:v>
                </c:pt>
                <c:pt idx="5389">
                  <c:v>3450</c:v>
                </c:pt>
                <c:pt idx="5390">
                  <c:v>3450</c:v>
                </c:pt>
                <c:pt idx="5391">
                  <c:v>3450</c:v>
                </c:pt>
                <c:pt idx="5392">
                  <c:v>3450</c:v>
                </c:pt>
                <c:pt idx="5393">
                  <c:v>3450</c:v>
                </c:pt>
                <c:pt idx="5394">
                  <c:v>3550</c:v>
                </c:pt>
                <c:pt idx="5395">
                  <c:v>3550</c:v>
                </c:pt>
                <c:pt idx="5396">
                  <c:v>3550</c:v>
                </c:pt>
                <c:pt idx="5397">
                  <c:v>3550</c:v>
                </c:pt>
                <c:pt idx="5398">
                  <c:v>3550</c:v>
                </c:pt>
                <c:pt idx="5399">
                  <c:v>3550</c:v>
                </c:pt>
                <c:pt idx="5400">
                  <c:v>3550</c:v>
                </c:pt>
                <c:pt idx="5401">
                  <c:v>3550</c:v>
                </c:pt>
                <c:pt idx="5402">
                  <c:v>3550</c:v>
                </c:pt>
                <c:pt idx="5403">
                  <c:v>3550</c:v>
                </c:pt>
                <c:pt idx="5404">
                  <c:v>3550</c:v>
                </c:pt>
                <c:pt idx="5405">
                  <c:v>3550</c:v>
                </c:pt>
                <c:pt idx="5406">
                  <c:v>3550</c:v>
                </c:pt>
                <c:pt idx="5407">
                  <c:v>3550</c:v>
                </c:pt>
                <c:pt idx="5408">
                  <c:v>3550</c:v>
                </c:pt>
                <c:pt idx="5409">
                  <c:v>3550</c:v>
                </c:pt>
                <c:pt idx="5410">
                  <c:v>3550</c:v>
                </c:pt>
                <c:pt idx="5411">
                  <c:v>3550</c:v>
                </c:pt>
                <c:pt idx="5412">
                  <c:v>3550</c:v>
                </c:pt>
                <c:pt idx="5413">
                  <c:v>3550</c:v>
                </c:pt>
                <c:pt idx="5414">
                  <c:v>3550</c:v>
                </c:pt>
                <c:pt idx="5415">
                  <c:v>3550</c:v>
                </c:pt>
                <c:pt idx="5416">
                  <c:v>3550</c:v>
                </c:pt>
                <c:pt idx="5417">
                  <c:v>3550</c:v>
                </c:pt>
                <c:pt idx="5418">
                  <c:v>3550</c:v>
                </c:pt>
                <c:pt idx="5419">
                  <c:v>3550</c:v>
                </c:pt>
                <c:pt idx="5420">
                  <c:v>3550</c:v>
                </c:pt>
                <c:pt idx="5421">
                  <c:v>3550</c:v>
                </c:pt>
                <c:pt idx="5422">
                  <c:v>3550</c:v>
                </c:pt>
                <c:pt idx="5423">
                  <c:v>3550</c:v>
                </c:pt>
                <c:pt idx="5424">
                  <c:v>3550</c:v>
                </c:pt>
                <c:pt idx="5425">
                  <c:v>3550</c:v>
                </c:pt>
                <c:pt idx="5426">
                  <c:v>3550</c:v>
                </c:pt>
                <c:pt idx="5427">
                  <c:v>3550</c:v>
                </c:pt>
                <c:pt idx="5428">
                  <c:v>3550</c:v>
                </c:pt>
                <c:pt idx="5429">
                  <c:v>3550</c:v>
                </c:pt>
                <c:pt idx="5430">
                  <c:v>3550</c:v>
                </c:pt>
                <c:pt idx="5431">
                  <c:v>3550</c:v>
                </c:pt>
                <c:pt idx="5432">
                  <c:v>3550</c:v>
                </c:pt>
                <c:pt idx="5433">
                  <c:v>3550</c:v>
                </c:pt>
                <c:pt idx="5434">
                  <c:v>3550</c:v>
                </c:pt>
                <c:pt idx="5435">
                  <c:v>3550</c:v>
                </c:pt>
                <c:pt idx="5436">
                  <c:v>3550</c:v>
                </c:pt>
                <c:pt idx="5437">
                  <c:v>3550</c:v>
                </c:pt>
                <c:pt idx="5438">
                  <c:v>3550</c:v>
                </c:pt>
                <c:pt idx="5439">
                  <c:v>3550</c:v>
                </c:pt>
                <c:pt idx="5440">
                  <c:v>3550</c:v>
                </c:pt>
                <c:pt idx="5441">
                  <c:v>3550</c:v>
                </c:pt>
                <c:pt idx="5442">
                  <c:v>3550</c:v>
                </c:pt>
                <c:pt idx="5443">
                  <c:v>3550</c:v>
                </c:pt>
                <c:pt idx="5444">
                  <c:v>3550</c:v>
                </c:pt>
                <c:pt idx="5445">
                  <c:v>3550</c:v>
                </c:pt>
                <c:pt idx="5446">
                  <c:v>3550</c:v>
                </c:pt>
                <c:pt idx="5447">
                  <c:v>3550</c:v>
                </c:pt>
                <c:pt idx="5448">
                  <c:v>3550</c:v>
                </c:pt>
                <c:pt idx="5449">
                  <c:v>3550</c:v>
                </c:pt>
                <c:pt idx="5450">
                  <c:v>3550</c:v>
                </c:pt>
                <c:pt idx="5451">
                  <c:v>3550</c:v>
                </c:pt>
                <c:pt idx="5452">
                  <c:v>3550</c:v>
                </c:pt>
                <c:pt idx="5453">
                  <c:v>3550</c:v>
                </c:pt>
                <c:pt idx="5454">
                  <c:v>3550</c:v>
                </c:pt>
                <c:pt idx="5455">
                  <c:v>3550</c:v>
                </c:pt>
                <c:pt idx="5456">
                  <c:v>3550</c:v>
                </c:pt>
                <c:pt idx="5457">
                  <c:v>3550</c:v>
                </c:pt>
                <c:pt idx="5458">
                  <c:v>3550</c:v>
                </c:pt>
                <c:pt idx="5459">
                  <c:v>3550</c:v>
                </c:pt>
                <c:pt idx="5460">
                  <c:v>3550</c:v>
                </c:pt>
                <c:pt idx="5461">
                  <c:v>3550</c:v>
                </c:pt>
                <c:pt idx="5462">
                  <c:v>3550</c:v>
                </c:pt>
                <c:pt idx="5463">
                  <c:v>3550</c:v>
                </c:pt>
                <c:pt idx="5464">
                  <c:v>3550</c:v>
                </c:pt>
                <c:pt idx="5465">
                  <c:v>3550</c:v>
                </c:pt>
                <c:pt idx="5466">
                  <c:v>3550</c:v>
                </c:pt>
                <c:pt idx="5467">
                  <c:v>3550</c:v>
                </c:pt>
                <c:pt idx="5468">
                  <c:v>3550</c:v>
                </c:pt>
                <c:pt idx="5469">
                  <c:v>3550</c:v>
                </c:pt>
                <c:pt idx="5470">
                  <c:v>3550</c:v>
                </c:pt>
                <c:pt idx="5471">
                  <c:v>3550</c:v>
                </c:pt>
                <c:pt idx="5472">
                  <c:v>3550</c:v>
                </c:pt>
                <c:pt idx="5473">
                  <c:v>3550</c:v>
                </c:pt>
                <c:pt idx="5474">
                  <c:v>3550</c:v>
                </c:pt>
                <c:pt idx="5475">
                  <c:v>3550</c:v>
                </c:pt>
                <c:pt idx="5476">
                  <c:v>3550</c:v>
                </c:pt>
                <c:pt idx="5477">
                  <c:v>3550</c:v>
                </c:pt>
                <c:pt idx="5478">
                  <c:v>3550</c:v>
                </c:pt>
                <c:pt idx="5479">
                  <c:v>3550</c:v>
                </c:pt>
                <c:pt idx="5480">
                  <c:v>3550</c:v>
                </c:pt>
                <c:pt idx="5481">
                  <c:v>3550</c:v>
                </c:pt>
                <c:pt idx="5482">
                  <c:v>3550</c:v>
                </c:pt>
                <c:pt idx="5483">
                  <c:v>3550</c:v>
                </c:pt>
                <c:pt idx="5484">
                  <c:v>3550</c:v>
                </c:pt>
                <c:pt idx="5485">
                  <c:v>3550</c:v>
                </c:pt>
                <c:pt idx="5486">
                  <c:v>3550</c:v>
                </c:pt>
                <c:pt idx="5487">
                  <c:v>3525</c:v>
                </c:pt>
                <c:pt idx="5488">
                  <c:v>3525</c:v>
                </c:pt>
                <c:pt idx="5489">
                  <c:v>3525</c:v>
                </c:pt>
                <c:pt idx="5490">
                  <c:v>3525</c:v>
                </c:pt>
                <c:pt idx="5491">
                  <c:v>3525</c:v>
                </c:pt>
                <c:pt idx="5492">
                  <c:v>3525</c:v>
                </c:pt>
                <c:pt idx="5493">
                  <c:v>3525</c:v>
                </c:pt>
                <c:pt idx="5494">
                  <c:v>3525</c:v>
                </c:pt>
                <c:pt idx="5495">
                  <c:v>3525</c:v>
                </c:pt>
                <c:pt idx="5496">
                  <c:v>3525</c:v>
                </c:pt>
                <c:pt idx="5497">
                  <c:v>3525</c:v>
                </c:pt>
                <c:pt idx="5498">
                  <c:v>3525</c:v>
                </c:pt>
                <c:pt idx="5499">
                  <c:v>3525</c:v>
                </c:pt>
                <c:pt idx="5500">
                  <c:v>3525</c:v>
                </c:pt>
                <c:pt idx="5501">
                  <c:v>3525</c:v>
                </c:pt>
                <c:pt idx="5502">
                  <c:v>3525</c:v>
                </c:pt>
                <c:pt idx="5503">
                  <c:v>3525</c:v>
                </c:pt>
                <c:pt idx="5504">
                  <c:v>3525</c:v>
                </c:pt>
                <c:pt idx="5505">
                  <c:v>3525</c:v>
                </c:pt>
                <c:pt idx="5506">
                  <c:v>3525</c:v>
                </c:pt>
                <c:pt idx="5507">
                  <c:v>3525</c:v>
                </c:pt>
                <c:pt idx="5508">
                  <c:v>3525</c:v>
                </c:pt>
                <c:pt idx="5509">
                  <c:v>3525</c:v>
                </c:pt>
                <c:pt idx="5510">
                  <c:v>3525</c:v>
                </c:pt>
                <c:pt idx="5511">
                  <c:v>3525</c:v>
                </c:pt>
                <c:pt idx="5512">
                  <c:v>3525</c:v>
                </c:pt>
                <c:pt idx="5513">
                  <c:v>3525</c:v>
                </c:pt>
                <c:pt idx="5514">
                  <c:v>3525</c:v>
                </c:pt>
                <c:pt idx="5515">
                  <c:v>3525</c:v>
                </c:pt>
                <c:pt idx="5516">
                  <c:v>3525</c:v>
                </c:pt>
                <c:pt idx="5517">
                  <c:v>3525</c:v>
                </c:pt>
                <c:pt idx="5518">
                  <c:v>3525</c:v>
                </c:pt>
                <c:pt idx="5519">
                  <c:v>3525</c:v>
                </c:pt>
                <c:pt idx="5520">
                  <c:v>3525</c:v>
                </c:pt>
                <c:pt idx="5521">
                  <c:v>3525</c:v>
                </c:pt>
                <c:pt idx="5522">
                  <c:v>3525</c:v>
                </c:pt>
                <c:pt idx="5523">
                  <c:v>3525</c:v>
                </c:pt>
                <c:pt idx="5524">
                  <c:v>3525</c:v>
                </c:pt>
                <c:pt idx="5525">
                  <c:v>3525</c:v>
                </c:pt>
                <c:pt idx="5526">
                  <c:v>3525</c:v>
                </c:pt>
                <c:pt idx="5527">
                  <c:v>3525</c:v>
                </c:pt>
                <c:pt idx="5528">
                  <c:v>3525</c:v>
                </c:pt>
                <c:pt idx="5529">
                  <c:v>3525</c:v>
                </c:pt>
                <c:pt idx="5530">
                  <c:v>3525</c:v>
                </c:pt>
                <c:pt idx="5531">
                  <c:v>3525</c:v>
                </c:pt>
                <c:pt idx="5532">
                  <c:v>3525</c:v>
                </c:pt>
                <c:pt idx="5533">
                  <c:v>3525</c:v>
                </c:pt>
                <c:pt idx="5534">
                  <c:v>3525</c:v>
                </c:pt>
                <c:pt idx="5535">
                  <c:v>3525</c:v>
                </c:pt>
                <c:pt idx="5536">
                  <c:v>3525</c:v>
                </c:pt>
                <c:pt idx="5537">
                  <c:v>3525</c:v>
                </c:pt>
                <c:pt idx="5538">
                  <c:v>3525</c:v>
                </c:pt>
                <c:pt idx="5539">
                  <c:v>3525</c:v>
                </c:pt>
                <c:pt idx="5540">
                  <c:v>3525</c:v>
                </c:pt>
                <c:pt idx="5541">
                  <c:v>3525</c:v>
                </c:pt>
                <c:pt idx="5542">
                  <c:v>3525</c:v>
                </c:pt>
                <c:pt idx="5543">
                  <c:v>3525</c:v>
                </c:pt>
                <c:pt idx="5544">
                  <c:v>3525</c:v>
                </c:pt>
                <c:pt idx="5545">
                  <c:v>3525</c:v>
                </c:pt>
                <c:pt idx="5546">
                  <c:v>3525</c:v>
                </c:pt>
                <c:pt idx="5547">
                  <c:v>3525</c:v>
                </c:pt>
                <c:pt idx="5548">
                  <c:v>3525</c:v>
                </c:pt>
                <c:pt idx="5549">
                  <c:v>3525</c:v>
                </c:pt>
                <c:pt idx="5550">
                  <c:v>3570</c:v>
                </c:pt>
                <c:pt idx="5551">
                  <c:v>3570</c:v>
                </c:pt>
                <c:pt idx="5552">
                  <c:v>3570</c:v>
                </c:pt>
                <c:pt idx="5553">
                  <c:v>3570</c:v>
                </c:pt>
                <c:pt idx="5554">
                  <c:v>3570</c:v>
                </c:pt>
                <c:pt idx="5555">
                  <c:v>3570</c:v>
                </c:pt>
                <c:pt idx="5556">
                  <c:v>3570</c:v>
                </c:pt>
                <c:pt idx="5557">
                  <c:v>3570</c:v>
                </c:pt>
                <c:pt idx="5558">
                  <c:v>3570</c:v>
                </c:pt>
                <c:pt idx="5559">
                  <c:v>3570</c:v>
                </c:pt>
                <c:pt idx="5560">
                  <c:v>3570</c:v>
                </c:pt>
                <c:pt idx="5561">
                  <c:v>3570</c:v>
                </c:pt>
                <c:pt idx="5562">
                  <c:v>3570</c:v>
                </c:pt>
                <c:pt idx="5563">
                  <c:v>3570</c:v>
                </c:pt>
                <c:pt idx="5564">
                  <c:v>3570</c:v>
                </c:pt>
                <c:pt idx="5565">
                  <c:v>3570</c:v>
                </c:pt>
                <c:pt idx="5566">
                  <c:v>3570</c:v>
                </c:pt>
                <c:pt idx="5567">
                  <c:v>3570</c:v>
                </c:pt>
                <c:pt idx="5568">
                  <c:v>3570</c:v>
                </c:pt>
                <c:pt idx="5569">
                  <c:v>3570</c:v>
                </c:pt>
                <c:pt idx="5570">
                  <c:v>3570</c:v>
                </c:pt>
                <c:pt idx="5571">
                  <c:v>3570</c:v>
                </c:pt>
                <c:pt idx="5572">
                  <c:v>3570</c:v>
                </c:pt>
                <c:pt idx="5573">
                  <c:v>3570</c:v>
                </c:pt>
                <c:pt idx="5574">
                  <c:v>3570</c:v>
                </c:pt>
                <c:pt idx="5575">
                  <c:v>3570</c:v>
                </c:pt>
                <c:pt idx="5576">
                  <c:v>3570</c:v>
                </c:pt>
                <c:pt idx="5577">
                  <c:v>3570</c:v>
                </c:pt>
                <c:pt idx="5578">
                  <c:v>3570</c:v>
                </c:pt>
                <c:pt idx="5579">
                  <c:v>3570</c:v>
                </c:pt>
                <c:pt idx="5580">
                  <c:v>3570</c:v>
                </c:pt>
                <c:pt idx="5581">
                  <c:v>3570</c:v>
                </c:pt>
                <c:pt idx="5582">
                  <c:v>3570</c:v>
                </c:pt>
                <c:pt idx="5583">
                  <c:v>3570</c:v>
                </c:pt>
                <c:pt idx="5584">
                  <c:v>3570</c:v>
                </c:pt>
                <c:pt idx="5585">
                  <c:v>3570</c:v>
                </c:pt>
                <c:pt idx="5586">
                  <c:v>3570</c:v>
                </c:pt>
                <c:pt idx="5587">
                  <c:v>3570</c:v>
                </c:pt>
                <c:pt idx="5588">
                  <c:v>3570</c:v>
                </c:pt>
                <c:pt idx="5589">
                  <c:v>3570</c:v>
                </c:pt>
                <c:pt idx="5590">
                  <c:v>3570</c:v>
                </c:pt>
                <c:pt idx="5591">
                  <c:v>3570</c:v>
                </c:pt>
                <c:pt idx="5592">
                  <c:v>3570</c:v>
                </c:pt>
                <c:pt idx="5593">
                  <c:v>3570</c:v>
                </c:pt>
                <c:pt idx="5594">
                  <c:v>3570</c:v>
                </c:pt>
                <c:pt idx="5595">
                  <c:v>3570</c:v>
                </c:pt>
                <c:pt idx="5596">
                  <c:v>3570</c:v>
                </c:pt>
                <c:pt idx="5597">
                  <c:v>3570</c:v>
                </c:pt>
                <c:pt idx="5598">
                  <c:v>3570</c:v>
                </c:pt>
                <c:pt idx="5599">
                  <c:v>3570</c:v>
                </c:pt>
                <c:pt idx="5600">
                  <c:v>3570</c:v>
                </c:pt>
                <c:pt idx="5601">
                  <c:v>3570</c:v>
                </c:pt>
                <c:pt idx="5602">
                  <c:v>3570</c:v>
                </c:pt>
                <c:pt idx="5603">
                  <c:v>3570</c:v>
                </c:pt>
                <c:pt idx="5604">
                  <c:v>3570</c:v>
                </c:pt>
                <c:pt idx="5605">
                  <c:v>3570</c:v>
                </c:pt>
                <c:pt idx="5606">
                  <c:v>3570</c:v>
                </c:pt>
                <c:pt idx="5607">
                  <c:v>3570</c:v>
                </c:pt>
                <c:pt idx="5608">
                  <c:v>3570</c:v>
                </c:pt>
                <c:pt idx="5609">
                  <c:v>3570</c:v>
                </c:pt>
                <c:pt idx="5610">
                  <c:v>3570</c:v>
                </c:pt>
                <c:pt idx="5611">
                  <c:v>3570</c:v>
                </c:pt>
                <c:pt idx="5612">
                  <c:v>3570</c:v>
                </c:pt>
                <c:pt idx="5613">
                  <c:v>3570</c:v>
                </c:pt>
                <c:pt idx="5614">
                  <c:v>3570</c:v>
                </c:pt>
                <c:pt idx="5615">
                  <c:v>3570</c:v>
                </c:pt>
                <c:pt idx="5616">
                  <c:v>3570</c:v>
                </c:pt>
                <c:pt idx="5617">
                  <c:v>3570</c:v>
                </c:pt>
                <c:pt idx="5618" formatCode="0_ ">
                  <c:v>3570</c:v>
                </c:pt>
                <c:pt idx="5619" formatCode="0_ ">
                  <c:v>3570</c:v>
                </c:pt>
                <c:pt idx="5620" formatCode="0_ ">
                  <c:v>3570</c:v>
                </c:pt>
                <c:pt idx="5621" formatCode="0_ ">
                  <c:v>3570</c:v>
                </c:pt>
                <c:pt idx="5622" formatCode="0_ ">
                  <c:v>3570</c:v>
                </c:pt>
                <c:pt idx="5623" formatCode="0_ ">
                  <c:v>3570</c:v>
                </c:pt>
                <c:pt idx="5624" formatCode="0_ ">
                  <c:v>3570</c:v>
                </c:pt>
                <c:pt idx="5625" formatCode="0_ ">
                  <c:v>3570</c:v>
                </c:pt>
                <c:pt idx="5626" formatCode="0_ ">
                  <c:v>3570</c:v>
                </c:pt>
                <c:pt idx="5627" formatCode="0_ ">
                  <c:v>3570</c:v>
                </c:pt>
                <c:pt idx="5628" formatCode="0_ ">
                  <c:v>3570</c:v>
                </c:pt>
                <c:pt idx="5629" formatCode="0_ ">
                  <c:v>3570</c:v>
                </c:pt>
                <c:pt idx="5630" formatCode="0_ ">
                  <c:v>3570</c:v>
                </c:pt>
                <c:pt idx="5631" formatCode="0_ ">
                  <c:v>3570</c:v>
                </c:pt>
                <c:pt idx="5632" formatCode="0_ ">
                  <c:v>3570</c:v>
                </c:pt>
                <c:pt idx="5633" formatCode="0_ ">
                  <c:v>3570</c:v>
                </c:pt>
                <c:pt idx="5634" formatCode="0_ ">
                  <c:v>3570</c:v>
                </c:pt>
                <c:pt idx="5635" formatCode="0_ ">
                  <c:v>3570</c:v>
                </c:pt>
                <c:pt idx="5636" formatCode="0_ ">
                  <c:v>3570</c:v>
                </c:pt>
                <c:pt idx="5637" formatCode="0_ ">
                  <c:v>3570</c:v>
                </c:pt>
                <c:pt idx="5638" formatCode="0_ ">
                  <c:v>3570</c:v>
                </c:pt>
                <c:pt idx="5639" formatCode="0_ ">
                  <c:v>3570</c:v>
                </c:pt>
                <c:pt idx="5640" formatCode="0_ ">
                  <c:v>3570</c:v>
                </c:pt>
                <c:pt idx="5641" formatCode="0_ ">
                  <c:v>3570</c:v>
                </c:pt>
                <c:pt idx="5642" formatCode="0_ ">
                  <c:v>3570</c:v>
                </c:pt>
                <c:pt idx="5643" formatCode="0_ ">
                  <c:v>3570</c:v>
                </c:pt>
                <c:pt idx="5644" formatCode="0_ ">
                  <c:v>3570</c:v>
                </c:pt>
                <c:pt idx="5645" formatCode="0_ ">
                  <c:v>3570</c:v>
                </c:pt>
                <c:pt idx="5646" formatCode="0_ ">
                  <c:v>3570</c:v>
                </c:pt>
                <c:pt idx="5647" formatCode="0_ ">
                  <c:v>3570</c:v>
                </c:pt>
                <c:pt idx="5648" formatCode="0_ ">
                  <c:v>3570</c:v>
                </c:pt>
                <c:pt idx="5649" formatCode="0_ ">
                  <c:v>3570</c:v>
                </c:pt>
                <c:pt idx="5650" formatCode="0_ ">
                  <c:v>3570</c:v>
                </c:pt>
                <c:pt idx="5651" formatCode="0_ ">
                  <c:v>3570</c:v>
                </c:pt>
                <c:pt idx="5652" formatCode="0_ ">
                  <c:v>3570</c:v>
                </c:pt>
                <c:pt idx="5653" formatCode="0_ ">
                  <c:v>3750</c:v>
                </c:pt>
                <c:pt idx="5654" formatCode="0_ ">
                  <c:v>3750</c:v>
                </c:pt>
                <c:pt idx="5655" formatCode="0_ ">
                  <c:v>3750</c:v>
                </c:pt>
                <c:pt idx="5656" formatCode="0_ ">
                  <c:v>3750</c:v>
                </c:pt>
                <c:pt idx="5657" formatCode="0_ ">
                  <c:v>3750</c:v>
                </c:pt>
                <c:pt idx="5658" formatCode="0_ ">
                  <c:v>3750</c:v>
                </c:pt>
                <c:pt idx="5659" formatCode="0_ ">
                  <c:v>3750</c:v>
                </c:pt>
                <c:pt idx="5660" formatCode="0_ ">
                  <c:v>3750</c:v>
                </c:pt>
                <c:pt idx="5661" formatCode="0_ ">
                  <c:v>3750</c:v>
                </c:pt>
                <c:pt idx="5662" formatCode="0_ ">
                  <c:v>3750</c:v>
                </c:pt>
                <c:pt idx="5663" formatCode="0_ ">
                  <c:v>3750</c:v>
                </c:pt>
                <c:pt idx="5664" formatCode="0_ ">
                  <c:v>3900</c:v>
                </c:pt>
                <c:pt idx="5665" formatCode="0_ ">
                  <c:v>3900</c:v>
                </c:pt>
                <c:pt idx="5666" formatCode="0_ ">
                  <c:v>3900</c:v>
                </c:pt>
                <c:pt idx="5667" formatCode="0_ ">
                  <c:v>3900</c:v>
                </c:pt>
                <c:pt idx="5668" formatCode="0_ ">
                  <c:v>3900</c:v>
                </c:pt>
                <c:pt idx="5669" formatCode="0_ ">
                  <c:v>3900</c:v>
                </c:pt>
                <c:pt idx="5670" formatCode="0_ ">
                  <c:v>3900</c:v>
                </c:pt>
                <c:pt idx="5671" formatCode="0_ ">
                  <c:v>3900</c:v>
                </c:pt>
                <c:pt idx="5672" formatCode="0_ ">
                  <c:v>3900</c:v>
                </c:pt>
                <c:pt idx="5673" formatCode="0_ ">
                  <c:v>3900</c:v>
                </c:pt>
                <c:pt idx="5674" formatCode="0_ ">
                  <c:v>3900</c:v>
                </c:pt>
                <c:pt idx="5675" formatCode="0_ ">
                  <c:v>3900</c:v>
                </c:pt>
                <c:pt idx="5676" formatCode="0_ ">
                  <c:v>3950</c:v>
                </c:pt>
                <c:pt idx="5677" formatCode="0_ ">
                  <c:v>3950</c:v>
                </c:pt>
                <c:pt idx="5678" formatCode="0_ ">
                  <c:v>4100</c:v>
                </c:pt>
                <c:pt idx="5679" formatCode="0_ ">
                  <c:v>4100</c:v>
                </c:pt>
                <c:pt idx="5680" formatCode="0_ ">
                  <c:v>4100</c:v>
                </c:pt>
                <c:pt idx="5681" formatCode="0_ ">
                  <c:v>4100</c:v>
                </c:pt>
                <c:pt idx="5682" formatCode="0_ ">
                  <c:v>4100</c:v>
                </c:pt>
                <c:pt idx="5683" formatCode="0_ ">
                  <c:v>4100</c:v>
                </c:pt>
                <c:pt idx="5684" formatCode="0_ ">
                  <c:v>4100</c:v>
                </c:pt>
                <c:pt idx="5685" formatCode="0_ ">
                  <c:v>4100</c:v>
                </c:pt>
                <c:pt idx="5686" formatCode="0_ ">
                  <c:v>4100</c:v>
                </c:pt>
                <c:pt idx="5687" formatCode="0_ ">
                  <c:v>4100</c:v>
                </c:pt>
                <c:pt idx="5688" formatCode="0_ ">
                  <c:v>4100</c:v>
                </c:pt>
                <c:pt idx="5689" formatCode="0_ ">
                  <c:v>4100</c:v>
                </c:pt>
                <c:pt idx="5690" formatCode="0_ ">
                  <c:v>4100</c:v>
                </c:pt>
                <c:pt idx="5691" formatCode="0_ ">
                  <c:v>4100</c:v>
                </c:pt>
                <c:pt idx="5692" formatCode="0_ ">
                  <c:v>4100</c:v>
                </c:pt>
                <c:pt idx="5693" formatCode="0_ ">
                  <c:v>4100</c:v>
                </c:pt>
                <c:pt idx="5694" formatCode="0_ ">
                  <c:v>4100</c:v>
                </c:pt>
                <c:pt idx="5695" formatCode="0_ ">
                  <c:v>4100</c:v>
                </c:pt>
                <c:pt idx="5696" formatCode="0_ ">
                  <c:v>4300</c:v>
                </c:pt>
                <c:pt idx="5697" formatCode="0_ ">
                  <c:v>4300</c:v>
                </c:pt>
                <c:pt idx="5698" formatCode="0_ ">
                  <c:v>4300</c:v>
                </c:pt>
                <c:pt idx="5699" formatCode="0_ ">
                  <c:v>4300</c:v>
                </c:pt>
                <c:pt idx="5700" formatCode="0_ ">
                  <c:v>4300</c:v>
                </c:pt>
                <c:pt idx="5701" formatCode="0_ ">
                  <c:v>4300</c:v>
                </c:pt>
                <c:pt idx="5702" formatCode="0_ ">
                  <c:v>4300</c:v>
                </c:pt>
                <c:pt idx="5703" formatCode="0_ ">
                  <c:v>4300</c:v>
                </c:pt>
                <c:pt idx="5704" formatCode="0_ ">
                  <c:v>4300</c:v>
                </c:pt>
                <c:pt idx="5705" formatCode="0_ ">
                  <c:v>4800</c:v>
                </c:pt>
                <c:pt idx="5706" formatCode="0_ ">
                  <c:v>4800</c:v>
                </c:pt>
                <c:pt idx="5707" formatCode="0_ ">
                  <c:v>4800</c:v>
                </c:pt>
                <c:pt idx="5708" formatCode="0_ ">
                  <c:v>4800</c:v>
                </c:pt>
                <c:pt idx="5709" formatCode="General">
                  <c:v>4800</c:v>
                </c:pt>
                <c:pt idx="5710" formatCode="General">
                  <c:v>4800</c:v>
                </c:pt>
                <c:pt idx="5711" formatCode="General">
                  <c:v>4800</c:v>
                </c:pt>
                <c:pt idx="5712" formatCode="General">
                  <c:v>4800</c:v>
                </c:pt>
                <c:pt idx="5713" formatCode="General">
                  <c:v>4800</c:v>
                </c:pt>
                <c:pt idx="5714" formatCode="General">
                  <c:v>4800</c:v>
                </c:pt>
                <c:pt idx="5715" formatCode="General">
                  <c:v>4800</c:v>
                </c:pt>
                <c:pt idx="5716" formatCode="General">
                  <c:v>4800</c:v>
                </c:pt>
                <c:pt idx="5717" formatCode="General">
                  <c:v>4800</c:v>
                </c:pt>
                <c:pt idx="5718" formatCode="General">
                  <c:v>4800</c:v>
                </c:pt>
                <c:pt idx="5719" formatCode="General">
                  <c:v>4800</c:v>
                </c:pt>
                <c:pt idx="5720" formatCode="General">
                  <c:v>4800</c:v>
                </c:pt>
                <c:pt idx="5721" formatCode="General">
                  <c:v>4800</c:v>
                </c:pt>
                <c:pt idx="5722" formatCode="General">
                  <c:v>4800</c:v>
                </c:pt>
                <c:pt idx="5723" formatCode="General">
                  <c:v>4800</c:v>
                </c:pt>
                <c:pt idx="5724" formatCode="General">
                  <c:v>4800</c:v>
                </c:pt>
                <c:pt idx="5725" formatCode="General">
                  <c:v>4800</c:v>
                </c:pt>
                <c:pt idx="5726" formatCode="General">
                  <c:v>4800</c:v>
                </c:pt>
                <c:pt idx="5727" formatCode="General">
                  <c:v>4800</c:v>
                </c:pt>
                <c:pt idx="5728" formatCode="General">
                  <c:v>4800</c:v>
                </c:pt>
                <c:pt idx="5729" formatCode="General">
                  <c:v>4800</c:v>
                </c:pt>
                <c:pt idx="5730" formatCode="General">
                  <c:v>4800</c:v>
                </c:pt>
                <c:pt idx="5731" formatCode="General">
                  <c:v>4800</c:v>
                </c:pt>
                <c:pt idx="5732" formatCode="General">
                  <c:v>4800</c:v>
                </c:pt>
                <c:pt idx="5733" formatCode="General">
                  <c:v>4800</c:v>
                </c:pt>
                <c:pt idx="5734" formatCode="General">
                  <c:v>4600</c:v>
                </c:pt>
                <c:pt idx="5735" formatCode="General">
                  <c:v>4600</c:v>
                </c:pt>
                <c:pt idx="5736" formatCode="General">
                  <c:v>4600</c:v>
                </c:pt>
                <c:pt idx="5737" formatCode="General">
                  <c:v>4600</c:v>
                </c:pt>
                <c:pt idx="5738" formatCode="General">
                  <c:v>4600</c:v>
                </c:pt>
                <c:pt idx="5739" formatCode="General">
                  <c:v>4600</c:v>
                </c:pt>
                <c:pt idx="5740" formatCode="General">
                  <c:v>4600</c:v>
                </c:pt>
                <c:pt idx="5741" formatCode="General">
                  <c:v>4600</c:v>
                </c:pt>
                <c:pt idx="5742" formatCode="General">
                  <c:v>4600</c:v>
                </c:pt>
                <c:pt idx="5743" formatCode="General">
                  <c:v>4600</c:v>
                </c:pt>
                <c:pt idx="5744" formatCode="General">
                  <c:v>4600</c:v>
                </c:pt>
                <c:pt idx="5745" formatCode="General">
                  <c:v>4600</c:v>
                </c:pt>
                <c:pt idx="5746" formatCode="General">
                  <c:v>4600</c:v>
                </c:pt>
                <c:pt idx="5747" formatCode="General">
                  <c:v>4600</c:v>
                </c:pt>
                <c:pt idx="5748" formatCode="General">
                  <c:v>4600</c:v>
                </c:pt>
                <c:pt idx="5749" formatCode="General">
                  <c:v>4600</c:v>
                </c:pt>
                <c:pt idx="5750" formatCode="General">
                  <c:v>4600</c:v>
                </c:pt>
                <c:pt idx="5751" formatCode="General">
                  <c:v>4600</c:v>
                </c:pt>
                <c:pt idx="5752" formatCode="General">
                  <c:v>4100</c:v>
                </c:pt>
                <c:pt idx="5753" formatCode="General">
                  <c:v>4100</c:v>
                </c:pt>
                <c:pt idx="5754" formatCode="General">
                  <c:v>4100</c:v>
                </c:pt>
                <c:pt idx="5755" formatCode="General">
                  <c:v>4100</c:v>
                </c:pt>
                <c:pt idx="5756" formatCode="General">
                  <c:v>4100</c:v>
                </c:pt>
                <c:pt idx="5757" formatCode="General">
                  <c:v>4100</c:v>
                </c:pt>
                <c:pt idx="5758" formatCode="General">
                  <c:v>4075</c:v>
                </c:pt>
                <c:pt idx="5759" formatCode="General">
                  <c:v>4075</c:v>
                </c:pt>
                <c:pt idx="5760" formatCode="General">
                  <c:v>4075</c:v>
                </c:pt>
                <c:pt idx="5761" formatCode="General">
                  <c:v>4075</c:v>
                </c:pt>
                <c:pt idx="5762" formatCode="General">
                  <c:v>4075</c:v>
                </c:pt>
                <c:pt idx="5763" formatCode="General">
                  <c:v>4075</c:v>
                </c:pt>
                <c:pt idx="5764" formatCode="General">
                  <c:v>4075</c:v>
                </c:pt>
                <c:pt idx="5765" formatCode="General">
                  <c:v>4075</c:v>
                </c:pt>
                <c:pt idx="5766" formatCode="General">
                  <c:v>4075</c:v>
                </c:pt>
                <c:pt idx="5767" formatCode="General">
                  <c:v>4075</c:v>
                </c:pt>
                <c:pt idx="5768" formatCode="General">
                  <c:v>4075</c:v>
                </c:pt>
                <c:pt idx="5769" formatCode="General">
                  <c:v>4075</c:v>
                </c:pt>
                <c:pt idx="5770" formatCode="General">
                  <c:v>4075</c:v>
                </c:pt>
                <c:pt idx="5771" formatCode="General">
                  <c:v>4075</c:v>
                </c:pt>
                <c:pt idx="5772" formatCode="General">
                  <c:v>4075</c:v>
                </c:pt>
                <c:pt idx="5773" formatCode="General">
                  <c:v>4075</c:v>
                </c:pt>
                <c:pt idx="5774" formatCode="General">
                  <c:v>3900</c:v>
                </c:pt>
                <c:pt idx="5775" formatCode="General">
                  <c:v>3900</c:v>
                </c:pt>
                <c:pt idx="5776" formatCode="General">
                  <c:v>3900</c:v>
                </c:pt>
                <c:pt idx="5777" formatCode="General">
                  <c:v>3900</c:v>
                </c:pt>
                <c:pt idx="5778" formatCode="General">
                  <c:v>3900</c:v>
                </c:pt>
                <c:pt idx="5779" formatCode="General">
                  <c:v>3800</c:v>
                </c:pt>
                <c:pt idx="5780" formatCode="General">
                  <c:v>3800</c:v>
                </c:pt>
                <c:pt idx="5781" formatCode="General">
                  <c:v>3800</c:v>
                </c:pt>
                <c:pt idx="5782" formatCode="General">
                  <c:v>3800</c:v>
                </c:pt>
                <c:pt idx="5783" formatCode="General">
                  <c:v>3800</c:v>
                </c:pt>
                <c:pt idx="5784" formatCode="General">
                  <c:v>3800</c:v>
                </c:pt>
                <c:pt idx="5785" formatCode="General">
                  <c:v>3800</c:v>
                </c:pt>
                <c:pt idx="5786" formatCode="General">
                  <c:v>3800</c:v>
                </c:pt>
                <c:pt idx="5787" formatCode="General">
                  <c:v>3800</c:v>
                </c:pt>
                <c:pt idx="5788" formatCode="General">
                  <c:v>3800</c:v>
                </c:pt>
                <c:pt idx="5789" formatCode="General">
                  <c:v>3800</c:v>
                </c:pt>
                <c:pt idx="5790" formatCode="General">
                  <c:v>3800</c:v>
                </c:pt>
                <c:pt idx="5791" formatCode="General">
                  <c:v>3800</c:v>
                </c:pt>
                <c:pt idx="5792" formatCode="General">
                  <c:v>3800</c:v>
                </c:pt>
                <c:pt idx="5793" formatCode="General">
                  <c:v>3800</c:v>
                </c:pt>
                <c:pt idx="5794" formatCode="General">
                  <c:v>3550</c:v>
                </c:pt>
                <c:pt idx="5795" formatCode="General">
                  <c:v>3550</c:v>
                </c:pt>
                <c:pt idx="5796" formatCode="General">
                  <c:v>3550</c:v>
                </c:pt>
                <c:pt idx="5797" formatCode="General">
                  <c:v>3550</c:v>
                </c:pt>
                <c:pt idx="5798" formatCode="General">
                  <c:v>3550</c:v>
                </c:pt>
                <c:pt idx="5799" formatCode="General">
                  <c:v>3550</c:v>
                </c:pt>
                <c:pt idx="5800" formatCode="General">
                  <c:v>3550</c:v>
                </c:pt>
                <c:pt idx="5801" formatCode="General">
                  <c:v>3550</c:v>
                </c:pt>
                <c:pt idx="5802" formatCode="General">
                  <c:v>3550</c:v>
                </c:pt>
                <c:pt idx="5803" formatCode="General">
                  <c:v>3475</c:v>
                </c:pt>
                <c:pt idx="5804" formatCode="General">
                  <c:v>3475</c:v>
                </c:pt>
                <c:pt idx="5805" formatCode="General">
                  <c:v>3475</c:v>
                </c:pt>
                <c:pt idx="5806" formatCode="General">
                  <c:v>3475</c:v>
                </c:pt>
                <c:pt idx="5807" formatCode="General">
                  <c:v>3475</c:v>
                </c:pt>
                <c:pt idx="5808" formatCode="General">
                  <c:v>3475</c:v>
                </c:pt>
                <c:pt idx="5809" formatCode="General">
                  <c:v>3475</c:v>
                </c:pt>
                <c:pt idx="5810" formatCode="General">
                  <c:v>3475</c:v>
                </c:pt>
                <c:pt idx="5811" formatCode="General">
                  <c:v>3475</c:v>
                </c:pt>
                <c:pt idx="5812" formatCode="General">
                  <c:v>3475</c:v>
                </c:pt>
                <c:pt idx="5813" formatCode="General">
                  <c:v>3475</c:v>
                </c:pt>
                <c:pt idx="5814" formatCode="General">
                  <c:v>3475</c:v>
                </c:pt>
                <c:pt idx="5815" formatCode="General">
                  <c:v>3475</c:v>
                </c:pt>
                <c:pt idx="5816" formatCode="General">
                  <c:v>3475</c:v>
                </c:pt>
                <c:pt idx="5817" formatCode="General">
                  <c:v>3475</c:v>
                </c:pt>
                <c:pt idx="5818" formatCode="General">
                  <c:v>3475</c:v>
                </c:pt>
                <c:pt idx="5819" formatCode="General">
                  <c:v>3475</c:v>
                </c:pt>
                <c:pt idx="5820" formatCode="General">
                  <c:v>3475</c:v>
                </c:pt>
                <c:pt idx="5821" formatCode="General">
                  <c:v>3475</c:v>
                </c:pt>
                <c:pt idx="5822" formatCode="General">
                  <c:v>3475</c:v>
                </c:pt>
                <c:pt idx="5823" formatCode="General">
                  <c:v>3475</c:v>
                </c:pt>
                <c:pt idx="5824" formatCode="General">
                  <c:v>3475</c:v>
                </c:pt>
                <c:pt idx="5825" formatCode="General">
                  <c:v>3475</c:v>
                </c:pt>
                <c:pt idx="5826" formatCode="General">
                  <c:v>3475</c:v>
                </c:pt>
                <c:pt idx="5827" formatCode="General">
                  <c:v>3475</c:v>
                </c:pt>
                <c:pt idx="5828" formatCode="General">
                  <c:v>3475</c:v>
                </c:pt>
                <c:pt idx="5829" formatCode="General">
                  <c:v>3475</c:v>
                </c:pt>
                <c:pt idx="5830" formatCode="General">
                  <c:v>3475</c:v>
                </c:pt>
                <c:pt idx="5831" formatCode="General">
                  <c:v>3475</c:v>
                </c:pt>
                <c:pt idx="5832" formatCode="General">
                  <c:v>3475</c:v>
                </c:pt>
                <c:pt idx="5833" formatCode="General">
                  <c:v>3475</c:v>
                </c:pt>
                <c:pt idx="5834" formatCode="General">
                  <c:v>3475</c:v>
                </c:pt>
                <c:pt idx="5835" formatCode="General">
                  <c:v>3475</c:v>
                </c:pt>
                <c:pt idx="5836" formatCode="General">
                  <c:v>3475</c:v>
                </c:pt>
                <c:pt idx="5837" formatCode="General">
                  <c:v>3475</c:v>
                </c:pt>
                <c:pt idx="5838" formatCode="General">
                  <c:v>3475</c:v>
                </c:pt>
                <c:pt idx="5839" formatCode="General">
                  <c:v>3475</c:v>
                </c:pt>
                <c:pt idx="5840" formatCode="General">
                  <c:v>3475</c:v>
                </c:pt>
                <c:pt idx="5841" formatCode="General">
                  <c:v>3475</c:v>
                </c:pt>
                <c:pt idx="5842" formatCode="General">
                  <c:v>3475</c:v>
                </c:pt>
                <c:pt idx="5843" formatCode="General">
                  <c:v>3475</c:v>
                </c:pt>
                <c:pt idx="5844" formatCode="General">
                  <c:v>3475</c:v>
                </c:pt>
                <c:pt idx="5845" formatCode="General">
                  <c:v>3475</c:v>
                </c:pt>
                <c:pt idx="5846" formatCode="General">
                  <c:v>3475</c:v>
                </c:pt>
                <c:pt idx="5847" formatCode="General">
                  <c:v>3475</c:v>
                </c:pt>
                <c:pt idx="5848" formatCode="General">
                  <c:v>3475</c:v>
                </c:pt>
                <c:pt idx="5849" formatCode="General">
                  <c:v>3475</c:v>
                </c:pt>
                <c:pt idx="5850" formatCode="General">
                  <c:v>3475</c:v>
                </c:pt>
                <c:pt idx="5851" formatCode="General">
                  <c:v>3475</c:v>
                </c:pt>
                <c:pt idx="5852" formatCode="General">
                  <c:v>3475</c:v>
                </c:pt>
                <c:pt idx="5853" formatCode="General">
                  <c:v>3475</c:v>
                </c:pt>
                <c:pt idx="5854" formatCode="General">
                  <c:v>3475</c:v>
                </c:pt>
                <c:pt idx="5855" formatCode="General">
                  <c:v>3475</c:v>
                </c:pt>
                <c:pt idx="5856" formatCode="General">
                  <c:v>3475</c:v>
                </c:pt>
                <c:pt idx="5857" formatCode="General">
                  <c:v>3475</c:v>
                </c:pt>
                <c:pt idx="5858" formatCode="General">
                  <c:v>3475</c:v>
                </c:pt>
                <c:pt idx="5859" formatCode="General">
                  <c:v>3475</c:v>
                </c:pt>
                <c:pt idx="5860" formatCode="General">
                  <c:v>3475</c:v>
                </c:pt>
                <c:pt idx="5861" formatCode="General">
                  <c:v>3475</c:v>
                </c:pt>
                <c:pt idx="5862" formatCode="General">
                  <c:v>3475</c:v>
                </c:pt>
                <c:pt idx="5863" formatCode="General">
                  <c:v>3475</c:v>
                </c:pt>
                <c:pt idx="5864" formatCode="General">
                  <c:v>3525</c:v>
                </c:pt>
                <c:pt idx="5865" formatCode="General">
                  <c:v>3525</c:v>
                </c:pt>
                <c:pt idx="5866" formatCode="General">
                  <c:v>3575</c:v>
                </c:pt>
                <c:pt idx="5867" formatCode="General">
                  <c:v>3575</c:v>
                </c:pt>
                <c:pt idx="5868" formatCode="General">
                  <c:v>3575</c:v>
                </c:pt>
                <c:pt idx="5869" formatCode="General">
                  <c:v>3575</c:v>
                </c:pt>
                <c:pt idx="5870" formatCode="General">
                  <c:v>3575</c:v>
                </c:pt>
                <c:pt idx="5871" formatCode="General">
                  <c:v>3575</c:v>
                </c:pt>
                <c:pt idx="5872" formatCode="General">
                  <c:v>3650</c:v>
                </c:pt>
                <c:pt idx="5873" formatCode="General">
                  <c:v>3650</c:v>
                </c:pt>
                <c:pt idx="5874" formatCode="General">
                  <c:v>3675</c:v>
                </c:pt>
                <c:pt idx="5875" formatCode="General">
                  <c:v>3675</c:v>
                </c:pt>
                <c:pt idx="5876" formatCode="General">
                  <c:v>3675</c:v>
                </c:pt>
                <c:pt idx="5877" formatCode="General">
                  <c:v>3675</c:v>
                </c:pt>
                <c:pt idx="5878" formatCode="General">
                  <c:v>3675</c:v>
                </c:pt>
                <c:pt idx="5879" formatCode="General">
                  <c:v>3675</c:v>
                </c:pt>
                <c:pt idx="5880" formatCode="General">
                  <c:v>3675</c:v>
                </c:pt>
                <c:pt idx="5881" formatCode="General">
                  <c:v>3675</c:v>
                </c:pt>
                <c:pt idx="5882" formatCode="General">
                  <c:v>3675</c:v>
                </c:pt>
                <c:pt idx="5883" formatCode="General">
                  <c:v>3675</c:v>
                </c:pt>
                <c:pt idx="5884" formatCode="General">
                  <c:v>3675</c:v>
                </c:pt>
                <c:pt idx="5885" formatCode="General">
                  <c:v>3675</c:v>
                </c:pt>
                <c:pt idx="5886" formatCode="General">
                  <c:v>3675</c:v>
                </c:pt>
                <c:pt idx="5887" formatCode="General">
                  <c:v>3675</c:v>
                </c:pt>
                <c:pt idx="5888" formatCode="General">
                  <c:v>3675</c:v>
                </c:pt>
                <c:pt idx="5889" formatCode="General">
                  <c:v>3675</c:v>
                </c:pt>
                <c:pt idx="5890" formatCode="General">
                  <c:v>3675</c:v>
                </c:pt>
                <c:pt idx="5891" formatCode="General">
                  <c:v>3675</c:v>
                </c:pt>
                <c:pt idx="5892" formatCode="General">
                  <c:v>3675</c:v>
                </c:pt>
                <c:pt idx="5893" formatCode="General">
                  <c:v>3675</c:v>
                </c:pt>
                <c:pt idx="5894" formatCode="General">
                  <c:v>3675</c:v>
                </c:pt>
                <c:pt idx="5895" formatCode="General">
                  <c:v>3675</c:v>
                </c:pt>
                <c:pt idx="5896" formatCode="General">
                  <c:v>3675</c:v>
                </c:pt>
                <c:pt idx="5897" formatCode="General">
                  <c:v>3675</c:v>
                </c:pt>
                <c:pt idx="5898" formatCode="General">
                  <c:v>3675</c:v>
                </c:pt>
                <c:pt idx="5899" formatCode="General">
                  <c:v>3675</c:v>
                </c:pt>
                <c:pt idx="5900" formatCode="General">
                  <c:v>3675</c:v>
                </c:pt>
                <c:pt idx="5901" formatCode="General">
                  <c:v>3675</c:v>
                </c:pt>
                <c:pt idx="5902" formatCode="General">
                  <c:v>3675</c:v>
                </c:pt>
                <c:pt idx="5903" formatCode="General">
                  <c:v>3675</c:v>
                </c:pt>
                <c:pt idx="5904" formatCode="General">
                  <c:v>3675</c:v>
                </c:pt>
                <c:pt idx="5905" formatCode="General">
                  <c:v>3675</c:v>
                </c:pt>
                <c:pt idx="5906" formatCode="General">
                  <c:v>3675</c:v>
                </c:pt>
                <c:pt idx="5907" formatCode="General">
                  <c:v>3675</c:v>
                </c:pt>
                <c:pt idx="5908" formatCode="General">
                  <c:v>3675</c:v>
                </c:pt>
                <c:pt idx="5909" formatCode="General">
                  <c:v>3675</c:v>
                </c:pt>
                <c:pt idx="5910" formatCode="General">
                  <c:v>3675</c:v>
                </c:pt>
                <c:pt idx="5911" formatCode="General">
                  <c:v>3675</c:v>
                </c:pt>
                <c:pt idx="5912" formatCode="General">
                  <c:v>3775</c:v>
                </c:pt>
                <c:pt idx="5913" formatCode="General">
                  <c:v>3775</c:v>
                </c:pt>
                <c:pt idx="5914" formatCode="General">
                  <c:v>3775</c:v>
                </c:pt>
                <c:pt idx="5915" formatCode="General">
                  <c:v>3775</c:v>
                </c:pt>
                <c:pt idx="5916" formatCode="General">
                  <c:v>3775</c:v>
                </c:pt>
                <c:pt idx="5917" formatCode="General">
                  <c:v>3775</c:v>
                </c:pt>
                <c:pt idx="5918" formatCode="General">
                  <c:v>3775</c:v>
                </c:pt>
                <c:pt idx="5919" formatCode="General">
                  <c:v>3775</c:v>
                </c:pt>
                <c:pt idx="5920" formatCode="General">
                  <c:v>3775</c:v>
                </c:pt>
                <c:pt idx="5921" formatCode="General">
                  <c:v>3775</c:v>
                </c:pt>
                <c:pt idx="5922" formatCode="General">
                  <c:v>3775</c:v>
                </c:pt>
                <c:pt idx="5923" formatCode="General">
                  <c:v>3775</c:v>
                </c:pt>
                <c:pt idx="5924" formatCode="General">
                  <c:v>3775</c:v>
                </c:pt>
                <c:pt idx="5925" formatCode="General">
                  <c:v>3775</c:v>
                </c:pt>
                <c:pt idx="5926" formatCode="General">
                  <c:v>3775</c:v>
                </c:pt>
                <c:pt idx="5927" formatCode="General">
                  <c:v>3775</c:v>
                </c:pt>
                <c:pt idx="5928" formatCode="General">
                  <c:v>3775</c:v>
                </c:pt>
                <c:pt idx="5929" formatCode="General">
                  <c:v>3775</c:v>
                </c:pt>
                <c:pt idx="5930" formatCode="General">
                  <c:v>3775</c:v>
                </c:pt>
                <c:pt idx="5931" formatCode="General">
                  <c:v>3775</c:v>
                </c:pt>
                <c:pt idx="5932" formatCode="General">
                  <c:v>3775</c:v>
                </c:pt>
                <c:pt idx="5933" formatCode="General">
                  <c:v>3775</c:v>
                </c:pt>
                <c:pt idx="5934" formatCode="General">
                  <c:v>3775</c:v>
                </c:pt>
                <c:pt idx="5935" formatCode="General">
                  <c:v>3775</c:v>
                </c:pt>
                <c:pt idx="5936" formatCode="General">
                  <c:v>3775</c:v>
                </c:pt>
                <c:pt idx="5937" formatCode="General">
                  <c:v>3775</c:v>
                </c:pt>
                <c:pt idx="5938" formatCode="General">
                  <c:v>3775</c:v>
                </c:pt>
                <c:pt idx="5939" formatCode="General">
                  <c:v>3775</c:v>
                </c:pt>
                <c:pt idx="5940" formatCode="General">
                  <c:v>3775</c:v>
                </c:pt>
                <c:pt idx="5941" formatCode="General">
                  <c:v>3775</c:v>
                </c:pt>
                <c:pt idx="5942" formatCode="General">
                  <c:v>3800</c:v>
                </c:pt>
                <c:pt idx="5943" formatCode="General">
                  <c:v>3800</c:v>
                </c:pt>
                <c:pt idx="5944" formatCode="General">
                  <c:v>3800</c:v>
                </c:pt>
                <c:pt idx="5945" formatCode="General">
                  <c:v>3800</c:v>
                </c:pt>
                <c:pt idx="5946" formatCode="General">
                  <c:v>3800</c:v>
                </c:pt>
                <c:pt idx="5947" formatCode="General">
                  <c:v>3800</c:v>
                </c:pt>
                <c:pt idx="5948" formatCode="General">
                  <c:v>3800</c:v>
                </c:pt>
                <c:pt idx="5949" formatCode="General">
                  <c:v>3800</c:v>
                </c:pt>
                <c:pt idx="5950" formatCode="General">
                  <c:v>3800</c:v>
                </c:pt>
                <c:pt idx="5951" formatCode="General">
                  <c:v>3800</c:v>
                </c:pt>
                <c:pt idx="5952" formatCode="General">
                  <c:v>3800</c:v>
                </c:pt>
                <c:pt idx="5953" formatCode="General">
                  <c:v>3800</c:v>
                </c:pt>
                <c:pt idx="5954" formatCode="General">
                  <c:v>3800</c:v>
                </c:pt>
                <c:pt idx="5955" formatCode="General">
                  <c:v>3800</c:v>
                </c:pt>
                <c:pt idx="5956" formatCode="General">
                  <c:v>3800</c:v>
                </c:pt>
                <c:pt idx="5957" formatCode="General">
                  <c:v>3800</c:v>
                </c:pt>
                <c:pt idx="5958" formatCode="General">
                  <c:v>3800</c:v>
                </c:pt>
                <c:pt idx="5959" formatCode="General">
                  <c:v>3800</c:v>
                </c:pt>
                <c:pt idx="5960" formatCode="General">
                  <c:v>3800</c:v>
                </c:pt>
                <c:pt idx="5961" formatCode="General">
                  <c:v>3800</c:v>
                </c:pt>
                <c:pt idx="5962" formatCode="General">
                  <c:v>3800</c:v>
                </c:pt>
                <c:pt idx="5963" formatCode="General">
                  <c:v>3800</c:v>
                </c:pt>
                <c:pt idx="5964" formatCode="General">
                  <c:v>3800</c:v>
                </c:pt>
                <c:pt idx="5965" formatCode="General">
                  <c:v>3800</c:v>
                </c:pt>
                <c:pt idx="5966" formatCode="General">
                  <c:v>3800</c:v>
                </c:pt>
                <c:pt idx="5967" formatCode="General">
                  <c:v>3800</c:v>
                </c:pt>
                <c:pt idx="5968" formatCode="General">
                  <c:v>3815</c:v>
                </c:pt>
                <c:pt idx="5969" formatCode="General">
                  <c:v>3815</c:v>
                </c:pt>
                <c:pt idx="5970" formatCode="General">
                  <c:v>3815</c:v>
                </c:pt>
                <c:pt idx="5971" formatCode="General">
                  <c:v>3815</c:v>
                </c:pt>
                <c:pt idx="5972" formatCode="General">
                  <c:v>3815</c:v>
                </c:pt>
                <c:pt idx="5973" formatCode="General">
                  <c:v>3815</c:v>
                </c:pt>
                <c:pt idx="5974" formatCode="General">
                  <c:v>3815</c:v>
                </c:pt>
                <c:pt idx="5975" formatCode="General">
                  <c:v>3815</c:v>
                </c:pt>
                <c:pt idx="5976" formatCode="General">
                  <c:v>3815</c:v>
                </c:pt>
                <c:pt idx="5977" formatCode="General">
                  <c:v>3815</c:v>
                </c:pt>
                <c:pt idx="5978" formatCode="General">
                  <c:v>3815</c:v>
                </c:pt>
                <c:pt idx="5979" formatCode="General">
                  <c:v>3830</c:v>
                </c:pt>
                <c:pt idx="5980" formatCode="General">
                  <c:v>3830</c:v>
                </c:pt>
                <c:pt idx="5981" formatCode="General">
                  <c:v>3830</c:v>
                </c:pt>
                <c:pt idx="5982" formatCode="General">
                  <c:v>3830</c:v>
                </c:pt>
                <c:pt idx="5983" formatCode="General">
                  <c:v>3830</c:v>
                </c:pt>
                <c:pt idx="5984" formatCode="General">
                  <c:v>3830</c:v>
                </c:pt>
                <c:pt idx="5985" formatCode="General">
                  <c:v>3810</c:v>
                </c:pt>
                <c:pt idx="5986" formatCode="General">
                  <c:v>3810</c:v>
                </c:pt>
                <c:pt idx="5987" formatCode="General">
                  <c:v>3810</c:v>
                </c:pt>
                <c:pt idx="5988" formatCode="General">
                  <c:v>3810</c:v>
                </c:pt>
                <c:pt idx="5989" formatCode="General">
                  <c:v>3810</c:v>
                </c:pt>
                <c:pt idx="5990" formatCode="General">
                  <c:v>3810</c:v>
                </c:pt>
                <c:pt idx="5991" formatCode="General">
                  <c:v>3810</c:v>
                </c:pt>
                <c:pt idx="5992" formatCode="General">
                  <c:v>3810</c:v>
                </c:pt>
                <c:pt idx="5993" formatCode="General">
                  <c:v>3810</c:v>
                </c:pt>
                <c:pt idx="5994" formatCode="General">
                  <c:v>3810</c:v>
                </c:pt>
                <c:pt idx="5995" formatCode="General">
                  <c:v>3810</c:v>
                </c:pt>
                <c:pt idx="5996" formatCode="General">
                  <c:v>3810</c:v>
                </c:pt>
                <c:pt idx="5997" formatCode="General">
                  <c:v>3810</c:v>
                </c:pt>
                <c:pt idx="5998" formatCode="General">
                  <c:v>3810</c:v>
                </c:pt>
                <c:pt idx="5999" formatCode="General">
                  <c:v>3810</c:v>
                </c:pt>
                <c:pt idx="6000" formatCode="General">
                  <c:v>3810</c:v>
                </c:pt>
                <c:pt idx="6001" formatCode="General">
                  <c:v>3810</c:v>
                </c:pt>
                <c:pt idx="6002" formatCode="General">
                  <c:v>3810</c:v>
                </c:pt>
                <c:pt idx="6003" formatCode="General">
                  <c:v>3810</c:v>
                </c:pt>
                <c:pt idx="6004" formatCode="General">
                  <c:v>3810</c:v>
                </c:pt>
                <c:pt idx="6005" formatCode="General">
                  <c:v>3800</c:v>
                </c:pt>
                <c:pt idx="6006" formatCode="General">
                  <c:v>3800</c:v>
                </c:pt>
                <c:pt idx="6007" formatCode="General">
                  <c:v>3800</c:v>
                </c:pt>
                <c:pt idx="6008" formatCode="General">
                  <c:v>3800</c:v>
                </c:pt>
                <c:pt idx="6009" formatCode="General">
                  <c:v>3800</c:v>
                </c:pt>
                <c:pt idx="6010" formatCode="General">
                  <c:v>3800</c:v>
                </c:pt>
                <c:pt idx="6011" formatCode="General">
                  <c:v>3800</c:v>
                </c:pt>
                <c:pt idx="6012" formatCode="General">
                  <c:v>3750</c:v>
                </c:pt>
                <c:pt idx="6013" formatCode="General">
                  <c:v>3700</c:v>
                </c:pt>
                <c:pt idx="6014" formatCode="General">
                  <c:v>3700</c:v>
                </c:pt>
                <c:pt idx="6015" formatCode="General">
                  <c:v>3700</c:v>
                </c:pt>
                <c:pt idx="6016" formatCode="General">
                  <c:v>3700</c:v>
                </c:pt>
                <c:pt idx="6017" formatCode="General">
                  <c:v>3700</c:v>
                </c:pt>
                <c:pt idx="6018" formatCode="General">
                  <c:v>3700</c:v>
                </c:pt>
                <c:pt idx="6019" formatCode="General">
                  <c:v>3700</c:v>
                </c:pt>
                <c:pt idx="6020" formatCode="General">
                  <c:v>3700</c:v>
                </c:pt>
                <c:pt idx="6021" formatCode="General">
                  <c:v>3700</c:v>
                </c:pt>
                <c:pt idx="6022" formatCode="General">
                  <c:v>3700</c:v>
                </c:pt>
                <c:pt idx="6023" formatCode="General">
                  <c:v>3700</c:v>
                </c:pt>
                <c:pt idx="6024" formatCode="General">
                  <c:v>3700</c:v>
                </c:pt>
                <c:pt idx="6025" formatCode="General">
                  <c:v>3700</c:v>
                </c:pt>
                <c:pt idx="6026" formatCode="General">
                  <c:v>3700</c:v>
                </c:pt>
                <c:pt idx="6027" formatCode="General">
                  <c:v>3700</c:v>
                </c:pt>
                <c:pt idx="6028" formatCode="General">
                  <c:v>3700</c:v>
                </c:pt>
                <c:pt idx="6029" formatCode="General">
                  <c:v>3700</c:v>
                </c:pt>
                <c:pt idx="6030" formatCode="General">
                  <c:v>3700</c:v>
                </c:pt>
                <c:pt idx="6031" formatCode="General">
                  <c:v>3625</c:v>
                </c:pt>
                <c:pt idx="6032" formatCode="General">
                  <c:v>3600</c:v>
                </c:pt>
                <c:pt idx="6033" formatCode="General">
                  <c:v>3600</c:v>
                </c:pt>
                <c:pt idx="6034" formatCode="General">
                  <c:v>3600</c:v>
                </c:pt>
                <c:pt idx="6035" formatCode="General">
                  <c:v>3600</c:v>
                </c:pt>
                <c:pt idx="6036" formatCode="General">
                  <c:v>3600</c:v>
                </c:pt>
                <c:pt idx="6037" formatCode="General">
                  <c:v>3600</c:v>
                </c:pt>
                <c:pt idx="6038" formatCode="General">
                  <c:v>3600</c:v>
                </c:pt>
                <c:pt idx="6039" formatCode="General">
                  <c:v>3550</c:v>
                </c:pt>
                <c:pt idx="6040" formatCode="General">
                  <c:v>3525</c:v>
                </c:pt>
                <c:pt idx="6041" formatCode="General">
                  <c:v>3525</c:v>
                </c:pt>
                <c:pt idx="6042" formatCode="General">
                  <c:v>3525</c:v>
                </c:pt>
                <c:pt idx="6043" formatCode="General">
                  <c:v>3525</c:v>
                </c:pt>
                <c:pt idx="6044" formatCode="General">
                  <c:v>3525</c:v>
                </c:pt>
                <c:pt idx="6045" formatCode="General">
                  <c:v>3525</c:v>
                </c:pt>
                <c:pt idx="6046" formatCode="General">
                  <c:v>3525</c:v>
                </c:pt>
                <c:pt idx="6047" formatCode="General">
                  <c:v>3525</c:v>
                </c:pt>
                <c:pt idx="6048" formatCode="General">
                  <c:v>3475</c:v>
                </c:pt>
                <c:pt idx="6049" formatCode="General">
                  <c:v>3475</c:v>
                </c:pt>
                <c:pt idx="6050" formatCode="General">
                  <c:v>3475</c:v>
                </c:pt>
                <c:pt idx="6051" formatCode="General">
                  <c:v>3475</c:v>
                </c:pt>
                <c:pt idx="6052" formatCode="General">
                  <c:v>3475</c:v>
                </c:pt>
                <c:pt idx="6053" formatCode="General">
                  <c:v>3475</c:v>
                </c:pt>
                <c:pt idx="6054" formatCode="General">
                  <c:v>3475</c:v>
                </c:pt>
                <c:pt idx="6055" formatCode="General">
                  <c:v>3450</c:v>
                </c:pt>
                <c:pt idx="6056" formatCode="General">
                  <c:v>3450</c:v>
                </c:pt>
                <c:pt idx="6057" formatCode="General">
                  <c:v>3450</c:v>
                </c:pt>
                <c:pt idx="6058" formatCode="General">
                  <c:v>3450</c:v>
                </c:pt>
                <c:pt idx="6059" formatCode="General">
                  <c:v>3450</c:v>
                </c:pt>
                <c:pt idx="6060" formatCode="General">
                  <c:v>3450</c:v>
                </c:pt>
                <c:pt idx="6061" formatCode="General">
                  <c:v>3400</c:v>
                </c:pt>
                <c:pt idx="6062" formatCode="General">
                  <c:v>3400</c:v>
                </c:pt>
                <c:pt idx="6063" formatCode="General">
                  <c:v>3400</c:v>
                </c:pt>
                <c:pt idx="6064" formatCode="General">
                  <c:v>3400</c:v>
                </c:pt>
                <c:pt idx="6065" formatCode="General">
                  <c:v>3400</c:v>
                </c:pt>
                <c:pt idx="6066" formatCode="General">
                  <c:v>3400</c:v>
                </c:pt>
                <c:pt idx="6067" formatCode="General">
                  <c:v>3400</c:v>
                </c:pt>
                <c:pt idx="6068" formatCode="General">
                  <c:v>3375</c:v>
                </c:pt>
                <c:pt idx="6069" formatCode="General">
                  <c:v>3375</c:v>
                </c:pt>
                <c:pt idx="6070" formatCode="General">
                  <c:v>3375</c:v>
                </c:pt>
                <c:pt idx="6071" formatCode="General">
                  <c:v>3375</c:v>
                </c:pt>
                <c:pt idx="6072" formatCode="General">
                  <c:v>3375</c:v>
                </c:pt>
                <c:pt idx="6073" formatCode="General">
                  <c:v>3375</c:v>
                </c:pt>
                <c:pt idx="6074" formatCode="General">
                  <c:v>3375</c:v>
                </c:pt>
                <c:pt idx="6075" formatCode="General">
                  <c:v>3375</c:v>
                </c:pt>
                <c:pt idx="6076" formatCode="General">
                  <c:v>3375</c:v>
                </c:pt>
                <c:pt idx="6077" formatCode="General">
                  <c:v>3375</c:v>
                </c:pt>
                <c:pt idx="6078" formatCode="General">
                  <c:v>3375</c:v>
                </c:pt>
                <c:pt idx="6079" formatCode="General">
                  <c:v>3375</c:v>
                </c:pt>
                <c:pt idx="6080" formatCode="General">
                  <c:v>3350</c:v>
                </c:pt>
                <c:pt idx="6081" formatCode="General">
                  <c:v>3350</c:v>
                </c:pt>
                <c:pt idx="6082" formatCode="General">
                  <c:v>3350</c:v>
                </c:pt>
                <c:pt idx="6083" formatCode="General">
                  <c:v>3300</c:v>
                </c:pt>
                <c:pt idx="6084" formatCode="General">
                  <c:v>3300</c:v>
                </c:pt>
                <c:pt idx="6085" formatCode="General">
                  <c:v>3300</c:v>
                </c:pt>
                <c:pt idx="6086" formatCode="General">
                  <c:v>3300</c:v>
                </c:pt>
                <c:pt idx="6087" formatCode="General">
                  <c:v>3300</c:v>
                </c:pt>
                <c:pt idx="6088" formatCode="General">
                  <c:v>3300</c:v>
                </c:pt>
                <c:pt idx="6089" formatCode="General">
                  <c:v>3250</c:v>
                </c:pt>
                <c:pt idx="6090" formatCode="General">
                  <c:v>3250</c:v>
                </c:pt>
                <c:pt idx="6091" formatCode="General">
                  <c:v>3250</c:v>
                </c:pt>
                <c:pt idx="6092" formatCode="General">
                  <c:v>3250</c:v>
                </c:pt>
                <c:pt idx="6093" formatCode="General">
                  <c:v>3250</c:v>
                </c:pt>
                <c:pt idx="6094" formatCode="General">
                  <c:v>3250</c:v>
                </c:pt>
                <c:pt idx="6095" formatCode="General">
                  <c:v>3200</c:v>
                </c:pt>
                <c:pt idx="6096" formatCode="General">
                  <c:v>3200</c:v>
                </c:pt>
                <c:pt idx="6097" formatCode="General">
                  <c:v>3200</c:v>
                </c:pt>
                <c:pt idx="6098" formatCode="General">
                  <c:v>3200</c:v>
                </c:pt>
                <c:pt idx="6099" formatCode="General">
                  <c:v>3200</c:v>
                </c:pt>
                <c:pt idx="6100" formatCode="General">
                  <c:v>3200</c:v>
                </c:pt>
                <c:pt idx="6101" formatCode="General">
                  <c:v>3200</c:v>
                </c:pt>
                <c:pt idx="6102" formatCode="General">
                  <c:v>3200</c:v>
                </c:pt>
                <c:pt idx="6103" formatCode="General">
                  <c:v>3200</c:v>
                </c:pt>
                <c:pt idx="6104" formatCode="General">
                  <c:v>3200</c:v>
                </c:pt>
                <c:pt idx="6105" formatCode="General">
                  <c:v>3200</c:v>
                </c:pt>
                <c:pt idx="6106" formatCode="General">
                  <c:v>3200</c:v>
                </c:pt>
                <c:pt idx="6107" formatCode="General">
                  <c:v>3200</c:v>
                </c:pt>
                <c:pt idx="6108" formatCode="General">
                  <c:v>3200</c:v>
                </c:pt>
                <c:pt idx="6109" formatCode="General">
                  <c:v>3200</c:v>
                </c:pt>
                <c:pt idx="6110" formatCode="General">
                  <c:v>3200</c:v>
                </c:pt>
                <c:pt idx="6111" formatCode="General">
                  <c:v>3200</c:v>
                </c:pt>
                <c:pt idx="6112" formatCode="General">
                  <c:v>3200</c:v>
                </c:pt>
                <c:pt idx="6113" formatCode="General">
                  <c:v>3200</c:v>
                </c:pt>
                <c:pt idx="6114" formatCode="General">
                  <c:v>3200</c:v>
                </c:pt>
                <c:pt idx="6115" formatCode="General">
                  <c:v>3250</c:v>
                </c:pt>
                <c:pt idx="6116" formatCode="General">
                  <c:v>3250</c:v>
                </c:pt>
                <c:pt idx="6117" formatCode="General">
                  <c:v>3250</c:v>
                </c:pt>
                <c:pt idx="6118" formatCode="General">
                  <c:v>3300</c:v>
                </c:pt>
                <c:pt idx="6119" formatCode="General">
                  <c:v>3300</c:v>
                </c:pt>
                <c:pt idx="6120" formatCode="General">
                  <c:v>3300</c:v>
                </c:pt>
                <c:pt idx="6121" formatCode="General">
                  <c:v>3300</c:v>
                </c:pt>
                <c:pt idx="6122" formatCode="0_);[Red]\(0\)">
                  <c:v>3300</c:v>
                </c:pt>
                <c:pt idx="6123" formatCode="0_);[Red]\(0\)">
                  <c:v>3350</c:v>
                </c:pt>
                <c:pt idx="6124" formatCode="General">
                  <c:v>3400</c:v>
                </c:pt>
                <c:pt idx="6125" formatCode="General">
                  <c:v>3400</c:v>
                </c:pt>
                <c:pt idx="6126" formatCode="General">
                  <c:v>3450</c:v>
                </c:pt>
                <c:pt idx="6127" formatCode="General">
                  <c:v>3450</c:v>
                </c:pt>
                <c:pt idx="6128" formatCode="General">
                  <c:v>3450</c:v>
                </c:pt>
                <c:pt idx="6129" formatCode="General">
                  <c:v>3450</c:v>
                </c:pt>
                <c:pt idx="6130" formatCode="General">
                  <c:v>3500</c:v>
                </c:pt>
                <c:pt idx="6131" formatCode="General">
                  <c:v>3500</c:v>
                </c:pt>
                <c:pt idx="6132" formatCode="General">
                  <c:v>3500</c:v>
                </c:pt>
                <c:pt idx="6133" formatCode="General">
                  <c:v>3500</c:v>
                </c:pt>
                <c:pt idx="6134" formatCode="General">
                  <c:v>3500</c:v>
                </c:pt>
                <c:pt idx="6135" formatCode="General">
                  <c:v>3500</c:v>
                </c:pt>
                <c:pt idx="6136" formatCode="General">
                  <c:v>3550</c:v>
                </c:pt>
                <c:pt idx="6137" formatCode="General">
                  <c:v>3550</c:v>
                </c:pt>
                <c:pt idx="6138" formatCode="General">
                  <c:v>3600</c:v>
                </c:pt>
                <c:pt idx="6139" formatCode="General">
                  <c:v>3600</c:v>
                </c:pt>
                <c:pt idx="6140" formatCode="General">
                  <c:v>3600</c:v>
                </c:pt>
                <c:pt idx="6141" formatCode="General">
                  <c:v>3600</c:v>
                </c:pt>
                <c:pt idx="6142" formatCode="General">
                  <c:v>3600</c:v>
                </c:pt>
                <c:pt idx="6143" formatCode="General">
                  <c:v>3600</c:v>
                </c:pt>
                <c:pt idx="6144" formatCode="General">
                  <c:v>3600</c:v>
                </c:pt>
                <c:pt idx="6145" formatCode="General">
                  <c:v>3600</c:v>
                </c:pt>
                <c:pt idx="6146" formatCode="General">
                  <c:v>3625</c:v>
                </c:pt>
                <c:pt idx="6147" formatCode="General">
                  <c:v>3625</c:v>
                </c:pt>
                <c:pt idx="6148" formatCode="General">
                  <c:v>3625</c:v>
                </c:pt>
                <c:pt idx="6149" formatCode="General">
                  <c:v>3625</c:v>
                </c:pt>
                <c:pt idx="6150" formatCode="General">
                  <c:v>3625</c:v>
                </c:pt>
                <c:pt idx="6151" formatCode="General">
                  <c:v>3625</c:v>
                </c:pt>
                <c:pt idx="6152" formatCode="General">
                  <c:v>3625</c:v>
                </c:pt>
                <c:pt idx="6153" formatCode="General">
                  <c:v>3625</c:v>
                </c:pt>
                <c:pt idx="6154" formatCode="General">
                  <c:v>3625</c:v>
                </c:pt>
                <c:pt idx="6155" formatCode="General">
                  <c:v>3625</c:v>
                </c:pt>
                <c:pt idx="6156" formatCode="General">
                  <c:v>3625</c:v>
                </c:pt>
                <c:pt idx="6157" formatCode="General">
                  <c:v>3700</c:v>
                </c:pt>
                <c:pt idx="6158" formatCode="General">
                  <c:v>3700</c:v>
                </c:pt>
                <c:pt idx="6159" formatCode="General">
                  <c:v>3700</c:v>
                </c:pt>
                <c:pt idx="6160" formatCode="General">
                  <c:v>3700</c:v>
                </c:pt>
                <c:pt idx="6161" formatCode="General">
                  <c:v>3700</c:v>
                </c:pt>
                <c:pt idx="6162" formatCode="General">
                  <c:v>3700</c:v>
                </c:pt>
                <c:pt idx="6163" formatCode="General">
                  <c:v>3700</c:v>
                </c:pt>
                <c:pt idx="6164" formatCode="General">
                  <c:v>3700</c:v>
                </c:pt>
                <c:pt idx="6165" formatCode="General">
                  <c:v>3700</c:v>
                </c:pt>
                <c:pt idx="6166" formatCode="General">
                  <c:v>3700</c:v>
                </c:pt>
                <c:pt idx="6167" formatCode="General">
                  <c:v>3700</c:v>
                </c:pt>
                <c:pt idx="6168" formatCode="General">
                  <c:v>3700</c:v>
                </c:pt>
                <c:pt idx="6169" formatCode="General">
                  <c:v>3700</c:v>
                </c:pt>
                <c:pt idx="6170" formatCode="General">
                  <c:v>3700</c:v>
                </c:pt>
                <c:pt idx="6171" formatCode="General">
                  <c:v>3700</c:v>
                </c:pt>
                <c:pt idx="6172" formatCode="General">
                  <c:v>3700</c:v>
                </c:pt>
                <c:pt idx="6173" formatCode="General">
                  <c:v>3700</c:v>
                </c:pt>
                <c:pt idx="6174" formatCode="General">
                  <c:v>3700</c:v>
                </c:pt>
                <c:pt idx="6175" formatCode="General">
                  <c:v>3700</c:v>
                </c:pt>
                <c:pt idx="6176" formatCode="General">
                  <c:v>3700</c:v>
                </c:pt>
                <c:pt idx="6177" formatCode="General">
                  <c:v>3700</c:v>
                </c:pt>
                <c:pt idx="6178" formatCode="General">
                  <c:v>3700</c:v>
                </c:pt>
                <c:pt idx="6179" formatCode="General">
                  <c:v>3700</c:v>
                </c:pt>
                <c:pt idx="6180" formatCode="General">
                  <c:v>3700</c:v>
                </c:pt>
                <c:pt idx="6181" formatCode="General">
                  <c:v>3700</c:v>
                </c:pt>
                <c:pt idx="6182" formatCode="General">
                  <c:v>3700</c:v>
                </c:pt>
                <c:pt idx="6183" formatCode="General">
                  <c:v>3675</c:v>
                </c:pt>
                <c:pt idx="6184" formatCode="General">
                  <c:v>3675</c:v>
                </c:pt>
                <c:pt idx="6185" formatCode="General">
                  <c:v>3675</c:v>
                </c:pt>
                <c:pt idx="6186" formatCode="General">
                  <c:v>3675</c:v>
                </c:pt>
                <c:pt idx="6187" formatCode="General">
                  <c:v>3675</c:v>
                </c:pt>
                <c:pt idx="6188" formatCode="General">
                  <c:v>3675</c:v>
                </c:pt>
                <c:pt idx="6189" formatCode="General">
                  <c:v>3675</c:v>
                </c:pt>
                <c:pt idx="6190" formatCode="General">
                  <c:v>3675</c:v>
                </c:pt>
                <c:pt idx="6191" formatCode="General">
                  <c:v>3675</c:v>
                </c:pt>
                <c:pt idx="6192" formatCode="General">
                  <c:v>3675</c:v>
                </c:pt>
                <c:pt idx="6193" formatCode="General">
                  <c:v>3675</c:v>
                </c:pt>
                <c:pt idx="6194" formatCode="General">
                  <c:v>3675</c:v>
                </c:pt>
                <c:pt idx="6195" formatCode="General">
                  <c:v>3675</c:v>
                </c:pt>
                <c:pt idx="6196" formatCode="General">
                  <c:v>3675</c:v>
                </c:pt>
                <c:pt idx="6197" formatCode="General">
                  <c:v>3675</c:v>
                </c:pt>
                <c:pt idx="6198" formatCode="General">
                  <c:v>3675</c:v>
                </c:pt>
                <c:pt idx="6199" formatCode="General">
                  <c:v>3675</c:v>
                </c:pt>
                <c:pt idx="6200" formatCode="General">
                  <c:v>3675</c:v>
                </c:pt>
                <c:pt idx="6201" formatCode="General">
                  <c:v>3700</c:v>
                </c:pt>
                <c:pt idx="6202" formatCode="General">
                  <c:v>3700</c:v>
                </c:pt>
                <c:pt idx="6203" formatCode="General">
                  <c:v>3700</c:v>
                </c:pt>
                <c:pt idx="6204" formatCode="General">
                  <c:v>3700</c:v>
                </c:pt>
                <c:pt idx="6205" formatCode="General">
                  <c:v>3700</c:v>
                </c:pt>
                <c:pt idx="6206" formatCode="General">
                  <c:v>3700</c:v>
                </c:pt>
                <c:pt idx="6207" formatCode="General">
                  <c:v>3700</c:v>
                </c:pt>
                <c:pt idx="6208" formatCode="General">
                  <c:v>3725</c:v>
                </c:pt>
                <c:pt idx="6209" formatCode="General">
                  <c:v>3725</c:v>
                </c:pt>
                <c:pt idx="6210" formatCode="General">
                  <c:v>3725</c:v>
                </c:pt>
                <c:pt idx="6211" formatCode="General">
                  <c:v>3725</c:v>
                </c:pt>
                <c:pt idx="6212" formatCode="General">
                  <c:v>3725</c:v>
                </c:pt>
                <c:pt idx="6213" formatCode="General">
                  <c:v>3750</c:v>
                </c:pt>
                <c:pt idx="6214" formatCode="General">
                  <c:v>3750</c:v>
                </c:pt>
                <c:pt idx="6215" formatCode="General">
                  <c:v>3750</c:v>
                </c:pt>
                <c:pt idx="6216" formatCode="General">
                  <c:v>3750</c:v>
                </c:pt>
                <c:pt idx="6217" formatCode="General">
                  <c:v>3750</c:v>
                </c:pt>
                <c:pt idx="6218" formatCode="General">
                  <c:v>3750</c:v>
                </c:pt>
                <c:pt idx="6219" formatCode="General">
                  <c:v>3750</c:v>
                </c:pt>
                <c:pt idx="6220" formatCode="General">
                  <c:v>3750</c:v>
                </c:pt>
                <c:pt idx="6221" formatCode="General">
                  <c:v>3750</c:v>
                </c:pt>
                <c:pt idx="6222" formatCode="General">
                  <c:v>3750</c:v>
                </c:pt>
                <c:pt idx="6223" formatCode="General">
                  <c:v>3750</c:v>
                </c:pt>
                <c:pt idx="6224" formatCode="General">
                  <c:v>3750</c:v>
                </c:pt>
                <c:pt idx="6225" formatCode="General">
                  <c:v>3750</c:v>
                </c:pt>
                <c:pt idx="6226" formatCode="General">
                  <c:v>3750</c:v>
                </c:pt>
                <c:pt idx="6227" formatCode="General">
                  <c:v>3750</c:v>
                </c:pt>
                <c:pt idx="6228" formatCode="General">
                  <c:v>3750</c:v>
                </c:pt>
                <c:pt idx="6229" formatCode="General">
                  <c:v>3750</c:v>
                </c:pt>
                <c:pt idx="6230" formatCode="General">
                  <c:v>3750</c:v>
                </c:pt>
                <c:pt idx="6231" formatCode="General">
                  <c:v>3750</c:v>
                </c:pt>
                <c:pt idx="6232" formatCode="General">
                  <c:v>3750</c:v>
                </c:pt>
                <c:pt idx="6233" formatCode="General">
                  <c:v>3750</c:v>
                </c:pt>
                <c:pt idx="6234" formatCode="General">
                  <c:v>3750</c:v>
                </c:pt>
                <c:pt idx="6235" formatCode="General">
                  <c:v>3750</c:v>
                </c:pt>
                <c:pt idx="6236" formatCode="General">
                  <c:v>3750</c:v>
                </c:pt>
                <c:pt idx="6237" formatCode="General">
                  <c:v>3750</c:v>
                </c:pt>
                <c:pt idx="6238" formatCode="General">
                  <c:v>3750</c:v>
                </c:pt>
                <c:pt idx="6239" formatCode="General">
                  <c:v>3750</c:v>
                </c:pt>
                <c:pt idx="6240" formatCode="General">
                  <c:v>3750</c:v>
                </c:pt>
                <c:pt idx="6241" formatCode="General">
                  <c:v>3750</c:v>
                </c:pt>
                <c:pt idx="6242" formatCode="General">
                  <c:v>3750</c:v>
                </c:pt>
                <c:pt idx="6243" formatCode="General">
                  <c:v>3750</c:v>
                </c:pt>
                <c:pt idx="6244" formatCode="General">
                  <c:v>3750</c:v>
                </c:pt>
                <c:pt idx="6245" formatCode="General">
                  <c:v>3750</c:v>
                </c:pt>
                <c:pt idx="6246" formatCode="General">
                  <c:v>3750</c:v>
                </c:pt>
                <c:pt idx="6247" formatCode="General">
                  <c:v>3750</c:v>
                </c:pt>
                <c:pt idx="6248" formatCode="General">
                  <c:v>3750</c:v>
                </c:pt>
                <c:pt idx="6249" formatCode="General">
                  <c:v>3750</c:v>
                </c:pt>
                <c:pt idx="6250" formatCode="General">
                  <c:v>3750</c:v>
                </c:pt>
                <c:pt idx="6251" formatCode="General">
                  <c:v>3750</c:v>
                </c:pt>
                <c:pt idx="6252" formatCode="General">
                  <c:v>3750</c:v>
                </c:pt>
                <c:pt idx="6253" formatCode="General">
                  <c:v>3750</c:v>
                </c:pt>
                <c:pt idx="6254" formatCode="General">
                  <c:v>3750</c:v>
                </c:pt>
                <c:pt idx="6255" formatCode="General">
                  <c:v>3750</c:v>
                </c:pt>
                <c:pt idx="6256" formatCode="General">
                  <c:v>3750</c:v>
                </c:pt>
                <c:pt idx="6257" formatCode="General">
                  <c:v>3750</c:v>
                </c:pt>
                <c:pt idx="6258" formatCode="General">
                  <c:v>3750</c:v>
                </c:pt>
                <c:pt idx="6259" formatCode="General">
                  <c:v>3750</c:v>
                </c:pt>
                <c:pt idx="6260" formatCode="General">
                  <c:v>3750</c:v>
                </c:pt>
                <c:pt idx="6261" formatCode="General">
                  <c:v>3750</c:v>
                </c:pt>
                <c:pt idx="6262" formatCode="General">
                  <c:v>3750</c:v>
                </c:pt>
                <c:pt idx="6263" formatCode="General">
                  <c:v>3750</c:v>
                </c:pt>
                <c:pt idx="6264" formatCode="General">
                  <c:v>3750</c:v>
                </c:pt>
                <c:pt idx="6265" formatCode="General">
                  <c:v>3750</c:v>
                </c:pt>
                <c:pt idx="6266" formatCode="General">
                  <c:v>3750</c:v>
                </c:pt>
                <c:pt idx="6267" formatCode="General">
                  <c:v>3750</c:v>
                </c:pt>
                <c:pt idx="6268" formatCode="General">
                  <c:v>3750</c:v>
                </c:pt>
                <c:pt idx="6269" formatCode="General">
                  <c:v>3750</c:v>
                </c:pt>
                <c:pt idx="6270" formatCode="General">
                  <c:v>3750</c:v>
                </c:pt>
                <c:pt idx="6271" formatCode="General">
                  <c:v>3750</c:v>
                </c:pt>
                <c:pt idx="6272" formatCode="General">
                  <c:v>3750</c:v>
                </c:pt>
                <c:pt idx="6273" formatCode="General">
                  <c:v>3750</c:v>
                </c:pt>
                <c:pt idx="6274" formatCode="General">
                  <c:v>3750</c:v>
                </c:pt>
                <c:pt idx="6275" formatCode="General">
                  <c:v>3750</c:v>
                </c:pt>
                <c:pt idx="6276" formatCode="General">
                  <c:v>3750</c:v>
                </c:pt>
                <c:pt idx="6277" formatCode="General">
                  <c:v>3750</c:v>
                </c:pt>
                <c:pt idx="6278" formatCode="General">
                  <c:v>3750</c:v>
                </c:pt>
                <c:pt idx="6279" formatCode="General">
                  <c:v>3750</c:v>
                </c:pt>
                <c:pt idx="6280" formatCode="General">
                  <c:v>3750</c:v>
                </c:pt>
                <c:pt idx="6281" formatCode="General">
                  <c:v>3750</c:v>
                </c:pt>
                <c:pt idx="6282" formatCode="General">
                  <c:v>3750</c:v>
                </c:pt>
                <c:pt idx="6283" formatCode="General">
                  <c:v>3750</c:v>
                </c:pt>
                <c:pt idx="6284" formatCode="General">
                  <c:v>3750</c:v>
                </c:pt>
              </c:numCache>
            </c:numRef>
          </c:val>
          <c:smooth val="1"/>
          <c:extLst xmlns:c16r2="http://schemas.microsoft.com/office/drawing/2015/06/chart">
            <c:ext xmlns:c16="http://schemas.microsoft.com/office/drawing/2014/chart" uri="{C3380CC4-5D6E-409C-BE32-E72D297353CC}">
              <c16:uniqueId val="{00000001-32EE-43B0-8F96-D6FFB2774AF7}"/>
            </c:ext>
          </c:extLst>
        </c:ser>
        <c:dLbls>
          <c:showLegendKey val="0"/>
          <c:showVal val="0"/>
          <c:showCatName val="0"/>
          <c:showSerName val="0"/>
          <c:showPercent val="0"/>
          <c:showBubbleSize val="0"/>
        </c:dLbls>
        <c:marker val="1"/>
        <c:smooth val="0"/>
        <c:axId val="631986752"/>
        <c:axId val="631982400"/>
      </c:lineChart>
      <c:dateAx>
        <c:axId val="631986752"/>
        <c:scaling>
          <c:orientation val="minMax"/>
          <c:min val="43101"/>
        </c:scaling>
        <c:delete val="0"/>
        <c:axPos val="b"/>
        <c:numFmt formatCode="yy/mm" sourceLinked="0"/>
        <c:majorTickMark val="in"/>
        <c:minorTickMark val="none"/>
        <c:tickLblPos val="nextTo"/>
        <c:spPr>
          <a:ln w="6350" cap="flat" cmpd="sng" algn="ctr">
            <a:solidFill>
              <a:srgbClr val="000000"/>
            </a:solidFill>
            <a:prstDash val="solid"/>
            <a:round/>
          </a:ln>
        </c:spPr>
        <c:txPr>
          <a:bodyPr rot="0" vert="horz"/>
          <a:lstStyle/>
          <a:p>
            <a:pPr>
              <a:defRPr/>
            </a:pPr>
            <a:endParaRPr lang="zh-CN"/>
          </a:p>
        </c:txPr>
        <c:crossAx val="631982400"/>
        <c:crosses val="autoZero"/>
        <c:auto val="1"/>
        <c:lblOffset val="100"/>
        <c:baseTimeUnit val="days"/>
      </c:dateAx>
      <c:valAx>
        <c:axId val="631982400"/>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vert="horz"/>
          <a:lstStyle/>
          <a:p>
            <a:pPr>
              <a:defRPr/>
            </a:pPr>
            <a:endParaRPr lang="zh-CN"/>
          </a:p>
        </c:txPr>
        <c:crossAx val="631986752"/>
        <c:crosses val="autoZero"/>
        <c:crossBetween val="between"/>
      </c:valAx>
      <c:spPr>
        <a:noFill/>
        <a:ln w="25400">
          <a:noFill/>
        </a:ln>
      </c:spPr>
    </c:plotArea>
    <c:legend>
      <c:legendPos val="t"/>
      <c:overlay val="0"/>
      <c:spPr>
        <a:noFill/>
        <a:ln w="25400">
          <a:noFill/>
        </a:ln>
        <a:effectLst/>
      </c:spPr>
      <c:txPr>
        <a:bodyPr rot="0" vert="horz"/>
        <a:lstStyle/>
        <a:p>
          <a:pPr>
            <a:defRPr/>
          </a:pPr>
          <a:endParaRPr lang="zh-CN"/>
        </a:p>
      </c:txPr>
    </c:legend>
    <c:plotVisOnly val="1"/>
    <c:dispBlanksAs val="gap"/>
    <c:showDLblsOverMax val="0"/>
  </c:chart>
  <c:spPr>
    <a:noFill/>
    <a:ln w="25400" cap="flat" cmpd="sng" algn="ctr">
      <a:noFill/>
      <a:prstDash val="solid"/>
      <a:round/>
    </a:ln>
  </c:spPr>
  <c:txPr>
    <a:bodyPr/>
    <a:lstStyle/>
    <a:p>
      <a:pPr>
        <a:defRPr lang="zh-CN" sz="1000" b="1">
          <a:solidFill>
            <a:schemeClr val="tx1"/>
          </a:solidFill>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1"/>
          <c:order val="1"/>
          <c:tx>
            <c:strRef>
              <c:f>价差走势表!$AU$1</c:f>
              <c:strCache>
                <c:ptCount val="1"/>
                <c:pt idx="0">
                  <c:v>价差</c:v>
                </c:pt>
              </c:strCache>
            </c:strRef>
          </c:tx>
          <c:spPr>
            <a:solidFill>
              <a:srgbClr val="E10000"/>
            </a:solidFill>
            <a:ln w="6350">
              <a:noFill/>
              <a:prstDash val="solid"/>
            </a:ln>
            <a:effectLst/>
          </c:spPr>
          <c:invertIfNegative val="0"/>
          <c:cat>
            <c:numRef>
              <c:f>价差走势表!$A$2:$A$6638</c:f>
              <c:numCache>
                <c:formatCode>m/d/yyyy</c:formatCode>
                <c:ptCount val="6637"/>
                <c:pt idx="0">
                  <c:v>38718</c:v>
                </c:pt>
                <c:pt idx="1">
                  <c:v>38719</c:v>
                </c:pt>
                <c:pt idx="2">
                  <c:v>38720</c:v>
                </c:pt>
                <c:pt idx="3">
                  <c:v>38721</c:v>
                </c:pt>
                <c:pt idx="4">
                  <c:v>38722</c:v>
                </c:pt>
                <c:pt idx="5">
                  <c:v>38723</c:v>
                </c:pt>
                <c:pt idx="6">
                  <c:v>38724</c:v>
                </c:pt>
                <c:pt idx="7">
                  <c:v>38725</c:v>
                </c:pt>
                <c:pt idx="8">
                  <c:v>38726</c:v>
                </c:pt>
                <c:pt idx="9">
                  <c:v>38727</c:v>
                </c:pt>
                <c:pt idx="10">
                  <c:v>38728</c:v>
                </c:pt>
                <c:pt idx="11">
                  <c:v>38729</c:v>
                </c:pt>
                <c:pt idx="12">
                  <c:v>38730</c:v>
                </c:pt>
                <c:pt idx="13">
                  <c:v>38731</c:v>
                </c:pt>
                <c:pt idx="14">
                  <c:v>38732</c:v>
                </c:pt>
                <c:pt idx="15">
                  <c:v>38733</c:v>
                </c:pt>
                <c:pt idx="16">
                  <c:v>38734</c:v>
                </c:pt>
                <c:pt idx="17">
                  <c:v>38735</c:v>
                </c:pt>
                <c:pt idx="18">
                  <c:v>38736</c:v>
                </c:pt>
                <c:pt idx="19">
                  <c:v>38737</c:v>
                </c:pt>
                <c:pt idx="20">
                  <c:v>38738</c:v>
                </c:pt>
                <c:pt idx="21">
                  <c:v>38739</c:v>
                </c:pt>
                <c:pt idx="22">
                  <c:v>38740</c:v>
                </c:pt>
                <c:pt idx="23">
                  <c:v>38741</c:v>
                </c:pt>
                <c:pt idx="24">
                  <c:v>38742</c:v>
                </c:pt>
                <c:pt idx="25">
                  <c:v>38743</c:v>
                </c:pt>
                <c:pt idx="26">
                  <c:v>38744</c:v>
                </c:pt>
                <c:pt idx="27">
                  <c:v>38745</c:v>
                </c:pt>
                <c:pt idx="28">
                  <c:v>38746</c:v>
                </c:pt>
                <c:pt idx="29">
                  <c:v>38747</c:v>
                </c:pt>
                <c:pt idx="30">
                  <c:v>38748</c:v>
                </c:pt>
                <c:pt idx="31">
                  <c:v>38749</c:v>
                </c:pt>
                <c:pt idx="32">
                  <c:v>38750</c:v>
                </c:pt>
                <c:pt idx="33">
                  <c:v>38751</c:v>
                </c:pt>
                <c:pt idx="34">
                  <c:v>38752</c:v>
                </c:pt>
                <c:pt idx="35">
                  <c:v>38753</c:v>
                </c:pt>
                <c:pt idx="36">
                  <c:v>38754</c:v>
                </c:pt>
                <c:pt idx="37">
                  <c:v>38755</c:v>
                </c:pt>
                <c:pt idx="38">
                  <c:v>38756</c:v>
                </c:pt>
                <c:pt idx="39">
                  <c:v>38757</c:v>
                </c:pt>
                <c:pt idx="40">
                  <c:v>38758</c:v>
                </c:pt>
                <c:pt idx="41">
                  <c:v>38759</c:v>
                </c:pt>
                <c:pt idx="42">
                  <c:v>38760</c:v>
                </c:pt>
                <c:pt idx="43">
                  <c:v>38761</c:v>
                </c:pt>
                <c:pt idx="44">
                  <c:v>38762</c:v>
                </c:pt>
                <c:pt idx="45">
                  <c:v>38763</c:v>
                </c:pt>
                <c:pt idx="46">
                  <c:v>38764</c:v>
                </c:pt>
                <c:pt idx="47">
                  <c:v>38765</c:v>
                </c:pt>
                <c:pt idx="48">
                  <c:v>38766</c:v>
                </c:pt>
                <c:pt idx="49">
                  <c:v>38767</c:v>
                </c:pt>
                <c:pt idx="50">
                  <c:v>38768</c:v>
                </c:pt>
                <c:pt idx="51">
                  <c:v>38769</c:v>
                </c:pt>
                <c:pt idx="52">
                  <c:v>38770</c:v>
                </c:pt>
                <c:pt idx="53">
                  <c:v>38771</c:v>
                </c:pt>
                <c:pt idx="54">
                  <c:v>38772</c:v>
                </c:pt>
                <c:pt idx="55">
                  <c:v>38773</c:v>
                </c:pt>
                <c:pt idx="56">
                  <c:v>38774</c:v>
                </c:pt>
                <c:pt idx="57">
                  <c:v>38775</c:v>
                </c:pt>
                <c:pt idx="58">
                  <c:v>38776</c:v>
                </c:pt>
                <c:pt idx="59">
                  <c:v>38777</c:v>
                </c:pt>
                <c:pt idx="60">
                  <c:v>38778</c:v>
                </c:pt>
                <c:pt idx="61">
                  <c:v>38779</c:v>
                </c:pt>
                <c:pt idx="62">
                  <c:v>38780</c:v>
                </c:pt>
                <c:pt idx="63">
                  <c:v>38781</c:v>
                </c:pt>
                <c:pt idx="64">
                  <c:v>38782</c:v>
                </c:pt>
                <c:pt idx="65">
                  <c:v>38783</c:v>
                </c:pt>
                <c:pt idx="66">
                  <c:v>38784</c:v>
                </c:pt>
                <c:pt idx="67">
                  <c:v>38785</c:v>
                </c:pt>
                <c:pt idx="68">
                  <c:v>38786</c:v>
                </c:pt>
                <c:pt idx="69">
                  <c:v>38787</c:v>
                </c:pt>
                <c:pt idx="70">
                  <c:v>38788</c:v>
                </c:pt>
                <c:pt idx="71">
                  <c:v>38789</c:v>
                </c:pt>
                <c:pt idx="72">
                  <c:v>38790</c:v>
                </c:pt>
                <c:pt idx="73">
                  <c:v>38791</c:v>
                </c:pt>
                <c:pt idx="74">
                  <c:v>38792</c:v>
                </c:pt>
                <c:pt idx="75">
                  <c:v>38793</c:v>
                </c:pt>
                <c:pt idx="76">
                  <c:v>38794</c:v>
                </c:pt>
                <c:pt idx="77">
                  <c:v>38795</c:v>
                </c:pt>
                <c:pt idx="78">
                  <c:v>38796</c:v>
                </c:pt>
                <c:pt idx="79">
                  <c:v>38797</c:v>
                </c:pt>
                <c:pt idx="80">
                  <c:v>38798</c:v>
                </c:pt>
                <c:pt idx="81">
                  <c:v>38799</c:v>
                </c:pt>
                <c:pt idx="82">
                  <c:v>38800</c:v>
                </c:pt>
                <c:pt idx="83">
                  <c:v>38801</c:v>
                </c:pt>
                <c:pt idx="84">
                  <c:v>38802</c:v>
                </c:pt>
                <c:pt idx="85">
                  <c:v>38803</c:v>
                </c:pt>
                <c:pt idx="86">
                  <c:v>38804</c:v>
                </c:pt>
                <c:pt idx="87">
                  <c:v>38805</c:v>
                </c:pt>
                <c:pt idx="88">
                  <c:v>38806</c:v>
                </c:pt>
                <c:pt idx="89">
                  <c:v>38807</c:v>
                </c:pt>
                <c:pt idx="90">
                  <c:v>38808</c:v>
                </c:pt>
                <c:pt idx="91">
                  <c:v>38809</c:v>
                </c:pt>
                <c:pt idx="92">
                  <c:v>38810</c:v>
                </c:pt>
                <c:pt idx="93">
                  <c:v>38811</c:v>
                </c:pt>
                <c:pt idx="94">
                  <c:v>38812</c:v>
                </c:pt>
                <c:pt idx="95">
                  <c:v>38813</c:v>
                </c:pt>
                <c:pt idx="96">
                  <c:v>38814</c:v>
                </c:pt>
                <c:pt idx="97">
                  <c:v>38815</c:v>
                </c:pt>
                <c:pt idx="98">
                  <c:v>38816</c:v>
                </c:pt>
                <c:pt idx="99">
                  <c:v>38817</c:v>
                </c:pt>
                <c:pt idx="100">
                  <c:v>38818</c:v>
                </c:pt>
                <c:pt idx="101">
                  <c:v>38819</c:v>
                </c:pt>
                <c:pt idx="102">
                  <c:v>38820</c:v>
                </c:pt>
                <c:pt idx="103">
                  <c:v>38821</c:v>
                </c:pt>
                <c:pt idx="104">
                  <c:v>38822</c:v>
                </c:pt>
                <c:pt idx="105">
                  <c:v>38823</c:v>
                </c:pt>
                <c:pt idx="106">
                  <c:v>38824</c:v>
                </c:pt>
                <c:pt idx="107">
                  <c:v>38825</c:v>
                </c:pt>
                <c:pt idx="108">
                  <c:v>38826</c:v>
                </c:pt>
                <c:pt idx="109">
                  <c:v>38827</c:v>
                </c:pt>
                <c:pt idx="110">
                  <c:v>38828</c:v>
                </c:pt>
                <c:pt idx="111">
                  <c:v>38829</c:v>
                </c:pt>
                <c:pt idx="112">
                  <c:v>38830</c:v>
                </c:pt>
                <c:pt idx="113">
                  <c:v>38831</c:v>
                </c:pt>
                <c:pt idx="114">
                  <c:v>38832</c:v>
                </c:pt>
                <c:pt idx="115">
                  <c:v>38833</c:v>
                </c:pt>
                <c:pt idx="116">
                  <c:v>38834</c:v>
                </c:pt>
                <c:pt idx="117">
                  <c:v>38835</c:v>
                </c:pt>
                <c:pt idx="118">
                  <c:v>38836</c:v>
                </c:pt>
                <c:pt idx="119">
                  <c:v>38837</c:v>
                </c:pt>
                <c:pt idx="120">
                  <c:v>38838</c:v>
                </c:pt>
                <c:pt idx="121">
                  <c:v>38839</c:v>
                </c:pt>
                <c:pt idx="122">
                  <c:v>38840</c:v>
                </c:pt>
                <c:pt idx="123">
                  <c:v>38841</c:v>
                </c:pt>
                <c:pt idx="124">
                  <c:v>38842</c:v>
                </c:pt>
                <c:pt idx="125">
                  <c:v>38843</c:v>
                </c:pt>
                <c:pt idx="126">
                  <c:v>38844</c:v>
                </c:pt>
                <c:pt idx="127">
                  <c:v>38845</c:v>
                </c:pt>
                <c:pt idx="128">
                  <c:v>38846</c:v>
                </c:pt>
                <c:pt idx="129">
                  <c:v>38847</c:v>
                </c:pt>
                <c:pt idx="130">
                  <c:v>38848</c:v>
                </c:pt>
                <c:pt idx="131">
                  <c:v>38849</c:v>
                </c:pt>
                <c:pt idx="132">
                  <c:v>38850</c:v>
                </c:pt>
                <c:pt idx="133">
                  <c:v>38851</c:v>
                </c:pt>
                <c:pt idx="134">
                  <c:v>38852</c:v>
                </c:pt>
                <c:pt idx="135">
                  <c:v>38853</c:v>
                </c:pt>
                <c:pt idx="136">
                  <c:v>38854</c:v>
                </c:pt>
                <c:pt idx="137">
                  <c:v>38855</c:v>
                </c:pt>
                <c:pt idx="138">
                  <c:v>38856</c:v>
                </c:pt>
                <c:pt idx="139">
                  <c:v>38857</c:v>
                </c:pt>
                <c:pt idx="140">
                  <c:v>38858</c:v>
                </c:pt>
                <c:pt idx="141">
                  <c:v>38859</c:v>
                </c:pt>
                <c:pt idx="142">
                  <c:v>38860</c:v>
                </c:pt>
                <c:pt idx="143">
                  <c:v>38861</c:v>
                </c:pt>
                <c:pt idx="144">
                  <c:v>38862</c:v>
                </c:pt>
                <c:pt idx="145">
                  <c:v>38863</c:v>
                </c:pt>
                <c:pt idx="146">
                  <c:v>38864</c:v>
                </c:pt>
                <c:pt idx="147">
                  <c:v>38865</c:v>
                </c:pt>
                <c:pt idx="148">
                  <c:v>38866</c:v>
                </c:pt>
                <c:pt idx="149">
                  <c:v>38867</c:v>
                </c:pt>
                <c:pt idx="150">
                  <c:v>38868</c:v>
                </c:pt>
                <c:pt idx="151">
                  <c:v>38869</c:v>
                </c:pt>
                <c:pt idx="152">
                  <c:v>38870</c:v>
                </c:pt>
                <c:pt idx="153">
                  <c:v>38871</c:v>
                </c:pt>
                <c:pt idx="154">
                  <c:v>38872</c:v>
                </c:pt>
                <c:pt idx="155">
                  <c:v>38873</c:v>
                </c:pt>
                <c:pt idx="156">
                  <c:v>38874</c:v>
                </c:pt>
                <c:pt idx="157">
                  <c:v>38875</c:v>
                </c:pt>
                <c:pt idx="158">
                  <c:v>38876</c:v>
                </c:pt>
                <c:pt idx="159">
                  <c:v>38877</c:v>
                </c:pt>
                <c:pt idx="160">
                  <c:v>38878</c:v>
                </c:pt>
                <c:pt idx="161">
                  <c:v>38879</c:v>
                </c:pt>
                <c:pt idx="162">
                  <c:v>38880</c:v>
                </c:pt>
                <c:pt idx="163">
                  <c:v>38881</c:v>
                </c:pt>
                <c:pt idx="164">
                  <c:v>38882</c:v>
                </c:pt>
                <c:pt idx="165">
                  <c:v>38883</c:v>
                </c:pt>
                <c:pt idx="166">
                  <c:v>38884</c:v>
                </c:pt>
                <c:pt idx="167">
                  <c:v>38885</c:v>
                </c:pt>
                <c:pt idx="168">
                  <c:v>38886</c:v>
                </c:pt>
                <c:pt idx="169">
                  <c:v>38887</c:v>
                </c:pt>
                <c:pt idx="170">
                  <c:v>38888</c:v>
                </c:pt>
                <c:pt idx="171">
                  <c:v>38889</c:v>
                </c:pt>
                <c:pt idx="172">
                  <c:v>38890</c:v>
                </c:pt>
                <c:pt idx="173">
                  <c:v>38891</c:v>
                </c:pt>
                <c:pt idx="174">
                  <c:v>38892</c:v>
                </c:pt>
                <c:pt idx="175">
                  <c:v>38893</c:v>
                </c:pt>
                <c:pt idx="176">
                  <c:v>38894</c:v>
                </c:pt>
                <c:pt idx="177">
                  <c:v>38895</c:v>
                </c:pt>
                <c:pt idx="178">
                  <c:v>38896</c:v>
                </c:pt>
                <c:pt idx="179">
                  <c:v>38897</c:v>
                </c:pt>
                <c:pt idx="180">
                  <c:v>38898</c:v>
                </c:pt>
                <c:pt idx="181">
                  <c:v>38899</c:v>
                </c:pt>
                <c:pt idx="182">
                  <c:v>38900</c:v>
                </c:pt>
                <c:pt idx="183">
                  <c:v>38901</c:v>
                </c:pt>
                <c:pt idx="184">
                  <c:v>38902</c:v>
                </c:pt>
                <c:pt idx="185">
                  <c:v>38903</c:v>
                </c:pt>
                <c:pt idx="186">
                  <c:v>38904</c:v>
                </c:pt>
                <c:pt idx="187">
                  <c:v>38905</c:v>
                </c:pt>
                <c:pt idx="188">
                  <c:v>38906</c:v>
                </c:pt>
                <c:pt idx="189">
                  <c:v>38907</c:v>
                </c:pt>
                <c:pt idx="190">
                  <c:v>38908</c:v>
                </c:pt>
                <c:pt idx="191">
                  <c:v>38909</c:v>
                </c:pt>
                <c:pt idx="192">
                  <c:v>38910</c:v>
                </c:pt>
                <c:pt idx="193">
                  <c:v>38911</c:v>
                </c:pt>
                <c:pt idx="194">
                  <c:v>38912</c:v>
                </c:pt>
                <c:pt idx="195">
                  <c:v>38913</c:v>
                </c:pt>
                <c:pt idx="196">
                  <c:v>38914</c:v>
                </c:pt>
                <c:pt idx="197">
                  <c:v>38915</c:v>
                </c:pt>
                <c:pt idx="198">
                  <c:v>38916</c:v>
                </c:pt>
                <c:pt idx="199">
                  <c:v>38917</c:v>
                </c:pt>
                <c:pt idx="200">
                  <c:v>38918</c:v>
                </c:pt>
                <c:pt idx="201">
                  <c:v>38919</c:v>
                </c:pt>
                <c:pt idx="202">
                  <c:v>38920</c:v>
                </c:pt>
                <c:pt idx="203">
                  <c:v>38921</c:v>
                </c:pt>
                <c:pt idx="204">
                  <c:v>38922</c:v>
                </c:pt>
                <c:pt idx="205">
                  <c:v>38923</c:v>
                </c:pt>
                <c:pt idx="206">
                  <c:v>38924</c:v>
                </c:pt>
                <c:pt idx="207">
                  <c:v>38925</c:v>
                </c:pt>
                <c:pt idx="208">
                  <c:v>38926</c:v>
                </c:pt>
                <c:pt idx="209">
                  <c:v>38927</c:v>
                </c:pt>
                <c:pt idx="210">
                  <c:v>38928</c:v>
                </c:pt>
                <c:pt idx="211">
                  <c:v>38929</c:v>
                </c:pt>
                <c:pt idx="212">
                  <c:v>38930</c:v>
                </c:pt>
                <c:pt idx="213">
                  <c:v>38931</c:v>
                </c:pt>
                <c:pt idx="214">
                  <c:v>38932</c:v>
                </c:pt>
                <c:pt idx="215">
                  <c:v>38933</c:v>
                </c:pt>
                <c:pt idx="216">
                  <c:v>38934</c:v>
                </c:pt>
                <c:pt idx="217">
                  <c:v>38935</c:v>
                </c:pt>
                <c:pt idx="218">
                  <c:v>38936</c:v>
                </c:pt>
                <c:pt idx="219">
                  <c:v>38937</c:v>
                </c:pt>
                <c:pt idx="220">
                  <c:v>38938</c:v>
                </c:pt>
                <c:pt idx="221">
                  <c:v>38939</c:v>
                </c:pt>
                <c:pt idx="222">
                  <c:v>38940</c:v>
                </c:pt>
                <c:pt idx="223">
                  <c:v>38941</c:v>
                </c:pt>
                <c:pt idx="224">
                  <c:v>38942</c:v>
                </c:pt>
                <c:pt idx="225">
                  <c:v>38943</c:v>
                </c:pt>
                <c:pt idx="226">
                  <c:v>38944</c:v>
                </c:pt>
                <c:pt idx="227">
                  <c:v>38945</c:v>
                </c:pt>
                <c:pt idx="228">
                  <c:v>38946</c:v>
                </c:pt>
                <c:pt idx="229">
                  <c:v>38947</c:v>
                </c:pt>
                <c:pt idx="230">
                  <c:v>38948</c:v>
                </c:pt>
                <c:pt idx="231">
                  <c:v>38949</c:v>
                </c:pt>
                <c:pt idx="232">
                  <c:v>38950</c:v>
                </c:pt>
                <c:pt idx="233">
                  <c:v>38951</c:v>
                </c:pt>
                <c:pt idx="234">
                  <c:v>38952</c:v>
                </c:pt>
                <c:pt idx="235">
                  <c:v>38953</c:v>
                </c:pt>
                <c:pt idx="236">
                  <c:v>38954</c:v>
                </c:pt>
                <c:pt idx="237">
                  <c:v>38955</c:v>
                </c:pt>
                <c:pt idx="238">
                  <c:v>38956</c:v>
                </c:pt>
                <c:pt idx="239">
                  <c:v>38957</c:v>
                </c:pt>
                <c:pt idx="240">
                  <c:v>38958</c:v>
                </c:pt>
                <c:pt idx="241">
                  <c:v>38959</c:v>
                </c:pt>
                <c:pt idx="242">
                  <c:v>38960</c:v>
                </c:pt>
                <c:pt idx="243">
                  <c:v>38961</c:v>
                </c:pt>
                <c:pt idx="244">
                  <c:v>38962</c:v>
                </c:pt>
                <c:pt idx="245">
                  <c:v>38963</c:v>
                </c:pt>
                <c:pt idx="246">
                  <c:v>38964</c:v>
                </c:pt>
                <c:pt idx="247">
                  <c:v>38965</c:v>
                </c:pt>
                <c:pt idx="248">
                  <c:v>38966</c:v>
                </c:pt>
                <c:pt idx="249">
                  <c:v>38967</c:v>
                </c:pt>
                <c:pt idx="250">
                  <c:v>38968</c:v>
                </c:pt>
                <c:pt idx="251">
                  <c:v>38969</c:v>
                </c:pt>
                <c:pt idx="252">
                  <c:v>38970</c:v>
                </c:pt>
                <c:pt idx="253">
                  <c:v>38971</c:v>
                </c:pt>
                <c:pt idx="254">
                  <c:v>38972</c:v>
                </c:pt>
                <c:pt idx="255">
                  <c:v>38973</c:v>
                </c:pt>
                <c:pt idx="256">
                  <c:v>38974</c:v>
                </c:pt>
                <c:pt idx="257">
                  <c:v>38975</c:v>
                </c:pt>
                <c:pt idx="258">
                  <c:v>38976</c:v>
                </c:pt>
                <c:pt idx="259">
                  <c:v>38977</c:v>
                </c:pt>
                <c:pt idx="260">
                  <c:v>38978</c:v>
                </c:pt>
                <c:pt idx="261">
                  <c:v>38979</c:v>
                </c:pt>
                <c:pt idx="262">
                  <c:v>38980</c:v>
                </c:pt>
                <c:pt idx="263">
                  <c:v>38981</c:v>
                </c:pt>
                <c:pt idx="264">
                  <c:v>38982</c:v>
                </c:pt>
                <c:pt idx="265">
                  <c:v>38983</c:v>
                </c:pt>
                <c:pt idx="266">
                  <c:v>38984</c:v>
                </c:pt>
                <c:pt idx="267">
                  <c:v>38985</c:v>
                </c:pt>
                <c:pt idx="268">
                  <c:v>38986</c:v>
                </c:pt>
                <c:pt idx="269">
                  <c:v>38987</c:v>
                </c:pt>
                <c:pt idx="270">
                  <c:v>38988</c:v>
                </c:pt>
                <c:pt idx="271">
                  <c:v>38989</c:v>
                </c:pt>
                <c:pt idx="272">
                  <c:v>38990</c:v>
                </c:pt>
                <c:pt idx="273">
                  <c:v>38991</c:v>
                </c:pt>
                <c:pt idx="274">
                  <c:v>38992</c:v>
                </c:pt>
                <c:pt idx="275">
                  <c:v>38993</c:v>
                </c:pt>
                <c:pt idx="276">
                  <c:v>38994</c:v>
                </c:pt>
                <c:pt idx="277">
                  <c:v>38995</c:v>
                </c:pt>
                <c:pt idx="278">
                  <c:v>38996</c:v>
                </c:pt>
                <c:pt idx="279">
                  <c:v>38997</c:v>
                </c:pt>
                <c:pt idx="280">
                  <c:v>38998</c:v>
                </c:pt>
                <c:pt idx="281">
                  <c:v>38999</c:v>
                </c:pt>
                <c:pt idx="282">
                  <c:v>39000</c:v>
                </c:pt>
                <c:pt idx="283">
                  <c:v>39001</c:v>
                </c:pt>
                <c:pt idx="284">
                  <c:v>39002</c:v>
                </c:pt>
                <c:pt idx="285">
                  <c:v>39003</c:v>
                </c:pt>
                <c:pt idx="286">
                  <c:v>39004</c:v>
                </c:pt>
                <c:pt idx="287">
                  <c:v>39005</c:v>
                </c:pt>
                <c:pt idx="288">
                  <c:v>39006</c:v>
                </c:pt>
                <c:pt idx="289">
                  <c:v>39007</c:v>
                </c:pt>
                <c:pt idx="290">
                  <c:v>39008</c:v>
                </c:pt>
                <c:pt idx="291">
                  <c:v>39009</c:v>
                </c:pt>
                <c:pt idx="292">
                  <c:v>39010</c:v>
                </c:pt>
                <c:pt idx="293">
                  <c:v>39011</c:v>
                </c:pt>
                <c:pt idx="294">
                  <c:v>39012</c:v>
                </c:pt>
                <c:pt idx="295">
                  <c:v>39013</c:v>
                </c:pt>
                <c:pt idx="296">
                  <c:v>39014</c:v>
                </c:pt>
                <c:pt idx="297">
                  <c:v>39015</c:v>
                </c:pt>
                <c:pt idx="298">
                  <c:v>39016</c:v>
                </c:pt>
                <c:pt idx="299">
                  <c:v>39017</c:v>
                </c:pt>
                <c:pt idx="300">
                  <c:v>39018</c:v>
                </c:pt>
                <c:pt idx="301">
                  <c:v>39019</c:v>
                </c:pt>
                <c:pt idx="302">
                  <c:v>39020</c:v>
                </c:pt>
                <c:pt idx="303">
                  <c:v>39021</c:v>
                </c:pt>
                <c:pt idx="304">
                  <c:v>39022</c:v>
                </c:pt>
                <c:pt idx="305">
                  <c:v>39023</c:v>
                </c:pt>
                <c:pt idx="306">
                  <c:v>39024</c:v>
                </c:pt>
                <c:pt idx="307">
                  <c:v>39025</c:v>
                </c:pt>
                <c:pt idx="308">
                  <c:v>39026</c:v>
                </c:pt>
                <c:pt idx="309">
                  <c:v>39027</c:v>
                </c:pt>
                <c:pt idx="310">
                  <c:v>39028</c:v>
                </c:pt>
                <c:pt idx="311">
                  <c:v>39029</c:v>
                </c:pt>
                <c:pt idx="312">
                  <c:v>39030</c:v>
                </c:pt>
                <c:pt idx="313">
                  <c:v>39031</c:v>
                </c:pt>
                <c:pt idx="314">
                  <c:v>39032</c:v>
                </c:pt>
                <c:pt idx="315">
                  <c:v>39033</c:v>
                </c:pt>
                <c:pt idx="316">
                  <c:v>39034</c:v>
                </c:pt>
                <c:pt idx="317">
                  <c:v>39035</c:v>
                </c:pt>
                <c:pt idx="318">
                  <c:v>39036</c:v>
                </c:pt>
                <c:pt idx="319">
                  <c:v>39037</c:v>
                </c:pt>
                <c:pt idx="320">
                  <c:v>39038</c:v>
                </c:pt>
                <c:pt idx="321">
                  <c:v>39039</c:v>
                </c:pt>
                <c:pt idx="322">
                  <c:v>39040</c:v>
                </c:pt>
                <c:pt idx="323">
                  <c:v>39041</c:v>
                </c:pt>
                <c:pt idx="324">
                  <c:v>39042</c:v>
                </c:pt>
                <c:pt idx="325">
                  <c:v>39043</c:v>
                </c:pt>
                <c:pt idx="326">
                  <c:v>39044</c:v>
                </c:pt>
                <c:pt idx="327">
                  <c:v>39045</c:v>
                </c:pt>
                <c:pt idx="328">
                  <c:v>39046</c:v>
                </c:pt>
                <c:pt idx="329">
                  <c:v>39047</c:v>
                </c:pt>
                <c:pt idx="330">
                  <c:v>39048</c:v>
                </c:pt>
                <c:pt idx="331">
                  <c:v>39049</c:v>
                </c:pt>
                <c:pt idx="332">
                  <c:v>39050</c:v>
                </c:pt>
                <c:pt idx="333">
                  <c:v>39051</c:v>
                </c:pt>
                <c:pt idx="334">
                  <c:v>39052</c:v>
                </c:pt>
                <c:pt idx="335">
                  <c:v>39053</c:v>
                </c:pt>
                <c:pt idx="336">
                  <c:v>39054</c:v>
                </c:pt>
                <c:pt idx="337">
                  <c:v>39055</c:v>
                </c:pt>
                <c:pt idx="338">
                  <c:v>39056</c:v>
                </c:pt>
                <c:pt idx="339">
                  <c:v>39057</c:v>
                </c:pt>
                <c:pt idx="340">
                  <c:v>39058</c:v>
                </c:pt>
                <c:pt idx="341">
                  <c:v>39059</c:v>
                </c:pt>
                <c:pt idx="342">
                  <c:v>39060</c:v>
                </c:pt>
                <c:pt idx="343">
                  <c:v>39061</c:v>
                </c:pt>
                <c:pt idx="344">
                  <c:v>39062</c:v>
                </c:pt>
                <c:pt idx="345">
                  <c:v>39063</c:v>
                </c:pt>
                <c:pt idx="346">
                  <c:v>39064</c:v>
                </c:pt>
                <c:pt idx="347">
                  <c:v>39065</c:v>
                </c:pt>
                <c:pt idx="348">
                  <c:v>39066</c:v>
                </c:pt>
                <c:pt idx="349">
                  <c:v>39067</c:v>
                </c:pt>
                <c:pt idx="350">
                  <c:v>39068</c:v>
                </c:pt>
                <c:pt idx="351">
                  <c:v>39069</c:v>
                </c:pt>
                <c:pt idx="352">
                  <c:v>39070</c:v>
                </c:pt>
                <c:pt idx="353">
                  <c:v>39071</c:v>
                </c:pt>
                <c:pt idx="354">
                  <c:v>39072</c:v>
                </c:pt>
                <c:pt idx="355">
                  <c:v>39073</c:v>
                </c:pt>
                <c:pt idx="356">
                  <c:v>39074</c:v>
                </c:pt>
                <c:pt idx="357">
                  <c:v>39075</c:v>
                </c:pt>
                <c:pt idx="358">
                  <c:v>39076</c:v>
                </c:pt>
                <c:pt idx="359">
                  <c:v>39077</c:v>
                </c:pt>
                <c:pt idx="360">
                  <c:v>39078</c:v>
                </c:pt>
                <c:pt idx="361">
                  <c:v>39079</c:v>
                </c:pt>
                <c:pt idx="362">
                  <c:v>39080</c:v>
                </c:pt>
                <c:pt idx="363">
                  <c:v>39081</c:v>
                </c:pt>
                <c:pt idx="364">
                  <c:v>39082</c:v>
                </c:pt>
                <c:pt idx="365">
                  <c:v>39083</c:v>
                </c:pt>
                <c:pt idx="366">
                  <c:v>39084</c:v>
                </c:pt>
                <c:pt idx="367">
                  <c:v>39085</c:v>
                </c:pt>
                <c:pt idx="368">
                  <c:v>39086</c:v>
                </c:pt>
                <c:pt idx="369">
                  <c:v>39087</c:v>
                </c:pt>
                <c:pt idx="370">
                  <c:v>39088</c:v>
                </c:pt>
                <c:pt idx="371">
                  <c:v>39089</c:v>
                </c:pt>
                <c:pt idx="372">
                  <c:v>39090</c:v>
                </c:pt>
                <c:pt idx="373">
                  <c:v>39091</c:v>
                </c:pt>
                <c:pt idx="374">
                  <c:v>39092</c:v>
                </c:pt>
                <c:pt idx="375">
                  <c:v>39093</c:v>
                </c:pt>
                <c:pt idx="376">
                  <c:v>39094</c:v>
                </c:pt>
                <c:pt idx="377">
                  <c:v>39095</c:v>
                </c:pt>
                <c:pt idx="378">
                  <c:v>39096</c:v>
                </c:pt>
                <c:pt idx="379">
                  <c:v>39097</c:v>
                </c:pt>
                <c:pt idx="380">
                  <c:v>39098</c:v>
                </c:pt>
                <c:pt idx="381">
                  <c:v>39099</c:v>
                </c:pt>
                <c:pt idx="382">
                  <c:v>39100</c:v>
                </c:pt>
                <c:pt idx="383">
                  <c:v>39101</c:v>
                </c:pt>
                <c:pt idx="384">
                  <c:v>39102</c:v>
                </c:pt>
                <c:pt idx="385">
                  <c:v>39103</c:v>
                </c:pt>
                <c:pt idx="386">
                  <c:v>39104</c:v>
                </c:pt>
                <c:pt idx="387">
                  <c:v>39105</c:v>
                </c:pt>
                <c:pt idx="388">
                  <c:v>39106</c:v>
                </c:pt>
                <c:pt idx="389">
                  <c:v>39107</c:v>
                </c:pt>
                <c:pt idx="390">
                  <c:v>39108</c:v>
                </c:pt>
                <c:pt idx="391">
                  <c:v>39109</c:v>
                </c:pt>
                <c:pt idx="392">
                  <c:v>39110</c:v>
                </c:pt>
                <c:pt idx="393">
                  <c:v>39111</c:v>
                </c:pt>
                <c:pt idx="394">
                  <c:v>39112</c:v>
                </c:pt>
                <c:pt idx="395">
                  <c:v>39113</c:v>
                </c:pt>
                <c:pt idx="396">
                  <c:v>39114</c:v>
                </c:pt>
                <c:pt idx="397">
                  <c:v>39115</c:v>
                </c:pt>
                <c:pt idx="398">
                  <c:v>39116</c:v>
                </c:pt>
                <c:pt idx="399">
                  <c:v>39117</c:v>
                </c:pt>
                <c:pt idx="400">
                  <c:v>39118</c:v>
                </c:pt>
                <c:pt idx="401">
                  <c:v>39119</c:v>
                </c:pt>
                <c:pt idx="402">
                  <c:v>39120</c:v>
                </c:pt>
                <c:pt idx="403">
                  <c:v>39121</c:v>
                </c:pt>
                <c:pt idx="404">
                  <c:v>39122</c:v>
                </c:pt>
                <c:pt idx="405">
                  <c:v>39123</c:v>
                </c:pt>
                <c:pt idx="406">
                  <c:v>39124</c:v>
                </c:pt>
                <c:pt idx="407">
                  <c:v>39125</c:v>
                </c:pt>
                <c:pt idx="408">
                  <c:v>39126</c:v>
                </c:pt>
                <c:pt idx="409">
                  <c:v>39127</c:v>
                </c:pt>
                <c:pt idx="410">
                  <c:v>39128</c:v>
                </c:pt>
                <c:pt idx="411">
                  <c:v>39129</c:v>
                </c:pt>
                <c:pt idx="412">
                  <c:v>39130</c:v>
                </c:pt>
                <c:pt idx="413">
                  <c:v>39131</c:v>
                </c:pt>
                <c:pt idx="414">
                  <c:v>39132</c:v>
                </c:pt>
                <c:pt idx="415">
                  <c:v>39133</c:v>
                </c:pt>
                <c:pt idx="416">
                  <c:v>39134</c:v>
                </c:pt>
                <c:pt idx="417">
                  <c:v>39135</c:v>
                </c:pt>
                <c:pt idx="418">
                  <c:v>39136</c:v>
                </c:pt>
                <c:pt idx="419">
                  <c:v>39137</c:v>
                </c:pt>
                <c:pt idx="420">
                  <c:v>39138</c:v>
                </c:pt>
                <c:pt idx="421">
                  <c:v>39139</c:v>
                </c:pt>
                <c:pt idx="422">
                  <c:v>39140</c:v>
                </c:pt>
                <c:pt idx="423">
                  <c:v>39141</c:v>
                </c:pt>
                <c:pt idx="424">
                  <c:v>39142</c:v>
                </c:pt>
                <c:pt idx="425">
                  <c:v>39143</c:v>
                </c:pt>
                <c:pt idx="426">
                  <c:v>39144</c:v>
                </c:pt>
                <c:pt idx="427">
                  <c:v>39145</c:v>
                </c:pt>
                <c:pt idx="428">
                  <c:v>39146</c:v>
                </c:pt>
                <c:pt idx="429">
                  <c:v>39147</c:v>
                </c:pt>
                <c:pt idx="430">
                  <c:v>39148</c:v>
                </c:pt>
                <c:pt idx="431">
                  <c:v>39149</c:v>
                </c:pt>
                <c:pt idx="432">
                  <c:v>39150</c:v>
                </c:pt>
                <c:pt idx="433">
                  <c:v>39151</c:v>
                </c:pt>
                <c:pt idx="434">
                  <c:v>39152</c:v>
                </c:pt>
                <c:pt idx="435">
                  <c:v>39153</c:v>
                </c:pt>
                <c:pt idx="436">
                  <c:v>39154</c:v>
                </c:pt>
                <c:pt idx="437">
                  <c:v>39155</c:v>
                </c:pt>
                <c:pt idx="438">
                  <c:v>39156</c:v>
                </c:pt>
                <c:pt idx="439">
                  <c:v>39157</c:v>
                </c:pt>
                <c:pt idx="440">
                  <c:v>39158</c:v>
                </c:pt>
                <c:pt idx="441">
                  <c:v>39159</c:v>
                </c:pt>
                <c:pt idx="442">
                  <c:v>39160</c:v>
                </c:pt>
                <c:pt idx="443">
                  <c:v>39161</c:v>
                </c:pt>
                <c:pt idx="444">
                  <c:v>39162</c:v>
                </c:pt>
                <c:pt idx="445">
                  <c:v>39163</c:v>
                </c:pt>
                <c:pt idx="446">
                  <c:v>39164</c:v>
                </c:pt>
                <c:pt idx="447">
                  <c:v>39165</c:v>
                </c:pt>
                <c:pt idx="448">
                  <c:v>39166</c:v>
                </c:pt>
                <c:pt idx="449">
                  <c:v>39167</c:v>
                </c:pt>
                <c:pt idx="450">
                  <c:v>39168</c:v>
                </c:pt>
                <c:pt idx="451">
                  <c:v>39169</c:v>
                </c:pt>
                <c:pt idx="452">
                  <c:v>39170</c:v>
                </c:pt>
                <c:pt idx="453">
                  <c:v>39171</c:v>
                </c:pt>
                <c:pt idx="454">
                  <c:v>39172</c:v>
                </c:pt>
                <c:pt idx="455">
                  <c:v>39173</c:v>
                </c:pt>
                <c:pt idx="456">
                  <c:v>39174</c:v>
                </c:pt>
                <c:pt idx="457">
                  <c:v>39175</c:v>
                </c:pt>
                <c:pt idx="458">
                  <c:v>39176</c:v>
                </c:pt>
                <c:pt idx="459">
                  <c:v>39177</c:v>
                </c:pt>
                <c:pt idx="460">
                  <c:v>39178</c:v>
                </c:pt>
                <c:pt idx="461">
                  <c:v>39179</c:v>
                </c:pt>
                <c:pt idx="462">
                  <c:v>39180</c:v>
                </c:pt>
                <c:pt idx="463">
                  <c:v>39181</c:v>
                </c:pt>
                <c:pt idx="464">
                  <c:v>39182</c:v>
                </c:pt>
                <c:pt idx="465">
                  <c:v>39183</c:v>
                </c:pt>
                <c:pt idx="466">
                  <c:v>39184</c:v>
                </c:pt>
                <c:pt idx="467">
                  <c:v>39185</c:v>
                </c:pt>
                <c:pt idx="468">
                  <c:v>39186</c:v>
                </c:pt>
                <c:pt idx="469">
                  <c:v>39187</c:v>
                </c:pt>
                <c:pt idx="470">
                  <c:v>39188</c:v>
                </c:pt>
                <c:pt idx="471">
                  <c:v>39189</c:v>
                </c:pt>
                <c:pt idx="472">
                  <c:v>39190</c:v>
                </c:pt>
                <c:pt idx="473">
                  <c:v>39191</c:v>
                </c:pt>
                <c:pt idx="474">
                  <c:v>39192</c:v>
                </c:pt>
                <c:pt idx="475">
                  <c:v>39193</c:v>
                </c:pt>
                <c:pt idx="476">
                  <c:v>39194</c:v>
                </c:pt>
                <c:pt idx="477">
                  <c:v>39195</c:v>
                </c:pt>
                <c:pt idx="478">
                  <c:v>39196</c:v>
                </c:pt>
                <c:pt idx="479">
                  <c:v>39197</c:v>
                </c:pt>
                <c:pt idx="480">
                  <c:v>39198</c:v>
                </c:pt>
                <c:pt idx="481">
                  <c:v>39199</c:v>
                </c:pt>
                <c:pt idx="482">
                  <c:v>39200</c:v>
                </c:pt>
                <c:pt idx="483">
                  <c:v>39201</c:v>
                </c:pt>
                <c:pt idx="484">
                  <c:v>39202</c:v>
                </c:pt>
                <c:pt idx="485">
                  <c:v>39203</c:v>
                </c:pt>
                <c:pt idx="486">
                  <c:v>39204</c:v>
                </c:pt>
                <c:pt idx="487">
                  <c:v>39205</c:v>
                </c:pt>
                <c:pt idx="488">
                  <c:v>39206</c:v>
                </c:pt>
                <c:pt idx="489">
                  <c:v>39207</c:v>
                </c:pt>
                <c:pt idx="490">
                  <c:v>39208</c:v>
                </c:pt>
                <c:pt idx="491">
                  <c:v>39209</c:v>
                </c:pt>
                <c:pt idx="492">
                  <c:v>39210</c:v>
                </c:pt>
                <c:pt idx="493">
                  <c:v>39211</c:v>
                </c:pt>
                <c:pt idx="494">
                  <c:v>39212</c:v>
                </c:pt>
                <c:pt idx="495">
                  <c:v>39213</c:v>
                </c:pt>
                <c:pt idx="496">
                  <c:v>39214</c:v>
                </c:pt>
                <c:pt idx="497">
                  <c:v>39215</c:v>
                </c:pt>
                <c:pt idx="498">
                  <c:v>39216</c:v>
                </c:pt>
                <c:pt idx="499">
                  <c:v>39217</c:v>
                </c:pt>
                <c:pt idx="500">
                  <c:v>39218</c:v>
                </c:pt>
                <c:pt idx="501">
                  <c:v>39219</c:v>
                </c:pt>
                <c:pt idx="502">
                  <c:v>39220</c:v>
                </c:pt>
                <c:pt idx="503">
                  <c:v>39221</c:v>
                </c:pt>
                <c:pt idx="504">
                  <c:v>39222</c:v>
                </c:pt>
                <c:pt idx="505">
                  <c:v>39223</c:v>
                </c:pt>
                <c:pt idx="506">
                  <c:v>39224</c:v>
                </c:pt>
                <c:pt idx="507">
                  <c:v>39225</c:v>
                </c:pt>
                <c:pt idx="508">
                  <c:v>39226</c:v>
                </c:pt>
                <c:pt idx="509">
                  <c:v>39227</c:v>
                </c:pt>
                <c:pt idx="510">
                  <c:v>39228</c:v>
                </c:pt>
                <c:pt idx="511">
                  <c:v>39229</c:v>
                </c:pt>
                <c:pt idx="512">
                  <c:v>39230</c:v>
                </c:pt>
                <c:pt idx="513">
                  <c:v>39231</c:v>
                </c:pt>
                <c:pt idx="514">
                  <c:v>39232</c:v>
                </c:pt>
                <c:pt idx="515">
                  <c:v>39233</c:v>
                </c:pt>
                <c:pt idx="516">
                  <c:v>39234</c:v>
                </c:pt>
                <c:pt idx="517">
                  <c:v>39235</c:v>
                </c:pt>
                <c:pt idx="518">
                  <c:v>39236</c:v>
                </c:pt>
                <c:pt idx="519">
                  <c:v>39237</c:v>
                </c:pt>
                <c:pt idx="520">
                  <c:v>39238</c:v>
                </c:pt>
                <c:pt idx="521">
                  <c:v>39239</c:v>
                </c:pt>
                <c:pt idx="522">
                  <c:v>39240</c:v>
                </c:pt>
                <c:pt idx="523">
                  <c:v>39241</c:v>
                </c:pt>
                <c:pt idx="524">
                  <c:v>39242</c:v>
                </c:pt>
                <c:pt idx="525">
                  <c:v>39243</c:v>
                </c:pt>
                <c:pt idx="526">
                  <c:v>39244</c:v>
                </c:pt>
                <c:pt idx="527">
                  <c:v>39245</c:v>
                </c:pt>
                <c:pt idx="528">
                  <c:v>39246</c:v>
                </c:pt>
                <c:pt idx="529">
                  <c:v>39247</c:v>
                </c:pt>
                <c:pt idx="530">
                  <c:v>39248</c:v>
                </c:pt>
                <c:pt idx="531">
                  <c:v>39249</c:v>
                </c:pt>
                <c:pt idx="532">
                  <c:v>39250</c:v>
                </c:pt>
                <c:pt idx="533">
                  <c:v>39251</c:v>
                </c:pt>
                <c:pt idx="534">
                  <c:v>39252</c:v>
                </c:pt>
                <c:pt idx="535">
                  <c:v>39253</c:v>
                </c:pt>
                <c:pt idx="536">
                  <c:v>39254</c:v>
                </c:pt>
                <c:pt idx="537">
                  <c:v>39255</c:v>
                </c:pt>
                <c:pt idx="538">
                  <c:v>39256</c:v>
                </c:pt>
                <c:pt idx="539">
                  <c:v>39257</c:v>
                </c:pt>
                <c:pt idx="540">
                  <c:v>39258</c:v>
                </c:pt>
                <c:pt idx="541">
                  <c:v>39259</c:v>
                </c:pt>
                <c:pt idx="542">
                  <c:v>39260</c:v>
                </c:pt>
                <c:pt idx="543">
                  <c:v>39261</c:v>
                </c:pt>
                <c:pt idx="544">
                  <c:v>39262</c:v>
                </c:pt>
                <c:pt idx="545">
                  <c:v>39263</c:v>
                </c:pt>
                <c:pt idx="546">
                  <c:v>39264</c:v>
                </c:pt>
                <c:pt idx="547">
                  <c:v>39265</c:v>
                </c:pt>
                <c:pt idx="548">
                  <c:v>39266</c:v>
                </c:pt>
                <c:pt idx="549">
                  <c:v>39267</c:v>
                </c:pt>
                <c:pt idx="550">
                  <c:v>39268</c:v>
                </c:pt>
                <c:pt idx="551">
                  <c:v>39269</c:v>
                </c:pt>
                <c:pt idx="552">
                  <c:v>39270</c:v>
                </c:pt>
                <c:pt idx="553">
                  <c:v>39271</c:v>
                </c:pt>
                <c:pt idx="554">
                  <c:v>39272</c:v>
                </c:pt>
                <c:pt idx="555">
                  <c:v>39273</c:v>
                </c:pt>
                <c:pt idx="556">
                  <c:v>39274</c:v>
                </c:pt>
                <c:pt idx="557">
                  <c:v>39275</c:v>
                </c:pt>
                <c:pt idx="558">
                  <c:v>39276</c:v>
                </c:pt>
                <c:pt idx="559">
                  <c:v>39277</c:v>
                </c:pt>
                <c:pt idx="560">
                  <c:v>39278</c:v>
                </c:pt>
                <c:pt idx="561">
                  <c:v>39279</c:v>
                </c:pt>
                <c:pt idx="562">
                  <c:v>39280</c:v>
                </c:pt>
                <c:pt idx="563">
                  <c:v>39281</c:v>
                </c:pt>
                <c:pt idx="564">
                  <c:v>39282</c:v>
                </c:pt>
                <c:pt idx="565">
                  <c:v>39283</c:v>
                </c:pt>
                <c:pt idx="566">
                  <c:v>39284</c:v>
                </c:pt>
                <c:pt idx="567">
                  <c:v>39285</c:v>
                </c:pt>
                <c:pt idx="568">
                  <c:v>39286</c:v>
                </c:pt>
                <c:pt idx="569">
                  <c:v>39287</c:v>
                </c:pt>
                <c:pt idx="570">
                  <c:v>39288</c:v>
                </c:pt>
                <c:pt idx="571">
                  <c:v>39289</c:v>
                </c:pt>
                <c:pt idx="572">
                  <c:v>39290</c:v>
                </c:pt>
                <c:pt idx="573">
                  <c:v>39291</c:v>
                </c:pt>
                <c:pt idx="574">
                  <c:v>39292</c:v>
                </c:pt>
                <c:pt idx="575">
                  <c:v>39293</c:v>
                </c:pt>
                <c:pt idx="576">
                  <c:v>39294</c:v>
                </c:pt>
                <c:pt idx="577">
                  <c:v>39295</c:v>
                </c:pt>
                <c:pt idx="578">
                  <c:v>39296</c:v>
                </c:pt>
                <c:pt idx="579">
                  <c:v>39297</c:v>
                </c:pt>
                <c:pt idx="580">
                  <c:v>39298</c:v>
                </c:pt>
                <c:pt idx="581">
                  <c:v>39299</c:v>
                </c:pt>
                <c:pt idx="582">
                  <c:v>39300</c:v>
                </c:pt>
                <c:pt idx="583">
                  <c:v>39301</c:v>
                </c:pt>
                <c:pt idx="584">
                  <c:v>39302</c:v>
                </c:pt>
                <c:pt idx="585">
                  <c:v>39303</c:v>
                </c:pt>
                <c:pt idx="586">
                  <c:v>39304</c:v>
                </c:pt>
                <c:pt idx="587">
                  <c:v>39305</c:v>
                </c:pt>
                <c:pt idx="588">
                  <c:v>39306</c:v>
                </c:pt>
                <c:pt idx="589">
                  <c:v>39307</c:v>
                </c:pt>
                <c:pt idx="590">
                  <c:v>39308</c:v>
                </c:pt>
                <c:pt idx="591">
                  <c:v>39309</c:v>
                </c:pt>
                <c:pt idx="592">
                  <c:v>39310</c:v>
                </c:pt>
                <c:pt idx="593">
                  <c:v>39311</c:v>
                </c:pt>
                <c:pt idx="594">
                  <c:v>39312</c:v>
                </c:pt>
                <c:pt idx="595">
                  <c:v>39313</c:v>
                </c:pt>
                <c:pt idx="596">
                  <c:v>39314</c:v>
                </c:pt>
                <c:pt idx="597">
                  <c:v>39315</c:v>
                </c:pt>
                <c:pt idx="598">
                  <c:v>39316</c:v>
                </c:pt>
                <c:pt idx="599">
                  <c:v>39317</c:v>
                </c:pt>
                <c:pt idx="600">
                  <c:v>39318</c:v>
                </c:pt>
                <c:pt idx="601">
                  <c:v>39319</c:v>
                </c:pt>
                <c:pt idx="602">
                  <c:v>39320</c:v>
                </c:pt>
                <c:pt idx="603">
                  <c:v>39321</c:v>
                </c:pt>
                <c:pt idx="604">
                  <c:v>39322</c:v>
                </c:pt>
                <c:pt idx="605">
                  <c:v>39323</c:v>
                </c:pt>
                <c:pt idx="606">
                  <c:v>39324</c:v>
                </c:pt>
                <c:pt idx="607">
                  <c:v>39325</c:v>
                </c:pt>
                <c:pt idx="608">
                  <c:v>39326</c:v>
                </c:pt>
                <c:pt idx="609">
                  <c:v>39327</c:v>
                </c:pt>
                <c:pt idx="610">
                  <c:v>39328</c:v>
                </c:pt>
                <c:pt idx="611">
                  <c:v>39329</c:v>
                </c:pt>
                <c:pt idx="612">
                  <c:v>39330</c:v>
                </c:pt>
                <c:pt idx="613">
                  <c:v>39331</c:v>
                </c:pt>
                <c:pt idx="614">
                  <c:v>39332</c:v>
                </c:pt>
                <c:pt idx="615">
                  <c:v>39333</c:v>
                </c:pt>
                <c:pt idx="616">
                  <c:v>39334</c:v>
                </c:pt>
                <c:pt idx="617">
                  <c:v>39335</c:v>
                </c:pt>
                <c:pt idx="618">
                  <c:v>39336</c:v>
                </c:pt>
                <c:pt idx="619">
                  <c:v>39337</c:v>
                </c:pt>
                <c:pt idx="620">
                  <c:v>39338</c:v>
                </c:pt>
                <c:pt idx="621">
                  <c:v>39339</c:v>
                </c:pt>
                <c:pt idx="622">
                  <c:v>39340</c:v>
                </c:pt>
                <c:pt idx="623">
                  <c:v>39341</c:v>
                </c:pt>
                <c:pt idx="624">
                  <c:v>39342</c:v>
                </c:pt>
                <c:pt idx="625">
                  <c:v>39343</c:v>
                </c:pt>
                <c:pt idx="626">
                  <c:v>39344</c:v>
                </c:pt>
                <c:pt idx="627">
                  <c:v>39345</c:v>
                </c:pt>
                <c:pt idx="628">
                  <c:v>39346</c:v>
                </c:pt>
                <c:pt idx="629">
                  <c:v>39347</c:v>
                </c:pt>
                <c:pt idx="630">
                  <c:v>39348</c:v>
                </c:pt>
                <c:pt idx="631">
                  <c:v>39349</c:v>
                </c:pt>
                <c:pt idx="632">
                  <c:v>39350</c:v>
                </c:pt>
                <c:pt idx="633">
                  <c:v>39351</c:v>
                </c:pt>
                <c:pt idx="634">
                  <c:v>39352</c:v>
                </c:pt>
                <c:pt idx="635">
                  <c:v>39353</c:v>
                </c:pt>
                <c:pt idx="636">
                  <c:v>39354</c:v>
                </c:pt>
                <c:pt idx="637">
                  <c:v>39355</c:v>
                </c:pt>
                <c:pt idx="638">
                  <c:v>39356</c:v>
                </c:pt>
                <c:pt idx="639">
                  <c:v>39357</c:v>
                </c:pt>
                <c:pt idx="640">
                  <c:v>39358</c:v>
                </c:pt>
                <c:pt idx="641">
                  <c:v>39359</c:v>
                </c:pt>
                <c:pt idx="642">
                  <c:v>39360</c:v>
                </c:pt>
                <c:pt idx="643">
                  <c:v>39361</c:v>
                </c:pt>
                <c:pt idx="644">
                  <c:v>39362</c:v>
                </c:pt>
                <c:pt idx="645">
                  <c:v>39363</c:v>
                </c:pt>
                <c:pt idx="646">
                  <c:v>39364</c:v>
                </c:pt>
                <c:pt idx="647">
                  <c:v>39365</c:v>
                </c:pt>
                <c:pt idx="648">
                  <c:v>39366</c:v>
                </c:pt>
                <c:pt idx="649">
                  <c:v>39367</c:v>
                </c:pt>
                <c:pt idx="650">
                  <c:v>39368</c:v>
                </c:pt>
                <c:pt idx="651">
                  <c:v>39369</c:v>
                </c:pt>
                <c:pt idx="652">
                  <c:v>39370</c:v>
                </c:pt>
                <c:pt idx="653">
                  <c:v>39371</c:v>
                </c:pt>
                <c:pt idx="654">
                  <c:v>39372</c:v>
                </c:pt>
                <c:pt idx="655">
                  <c:v>39373</c:v>
                </c:pt>
                <c:pt idx="656">
                  <c:v>39374</c:v>
                </c:pt>
                <c:pt idx="657">
                  <c:v>39375</c:v>
                </c:pt>
                <c:pt idx="658">
                  <c:v>39376</c:v>
                </c:pt>
                <c:pt idx="659">
                  <c:v>39377</c:v>
                </c:pt>
                <c:pt idx="660">
                  <c:v>39378</c:v>
                </c:pt>
                <c:pt idx="661">
                  <c:v>39379</c:v>
                </c:pt>
                <c:pt idx="662">
                  <c:v>39380</c:v>
                </c:pt>
                <c:pt idx="663">
                  <c:v>39381</c:v>
                </c:pt>
                <c:pt idx="664">
                  <c:v>39382</c:v>
                </c:pt>
                <c:pt idx="665">
                  <c:v>39383</c:v>
                </c:pt>
                <c:pt idx="666">
                  <c:v>39384</c:v>
                </c:pt>
                <c:pt idx="667">
                  <c:v>39385</c:v>
                </c:pt>
                <c:pt idx="668">
                  <c:v>39386</c:v>
                </c:pt>
                <c:pt idx="669">
                  <c:v>39387</c:v>
                </c:pt>
                <c:pt idx="670">
                  <c:v>39388</c:v>
                </c:pt>
                <c:pt idx="671">
                  <c:v>39389</c:v>
                </c:pt>
                <c:pt idx="672">
                  <c:v>39390</c:v>
                </c:pt>
                <c:pt idx="673">
                  <c:v>39391</c:v>
                </c:pt>
                <c:pt idx="674">
                  <c:v>39392</c:v>
                </c:pt>
                <c:pt idx="675">
                  <c:v>39393</c:v>
                </c:pt>
                <c:pt idx="676">
                  <c:v>39394</c:v>
                </c:pt>
                <c:pt idx="677">
                  <c:v>39395</c:v>
                </c:pt>
                <c:pt idx="678">
                  <c:v>39396</c:v>
                </c:pt>
                <c:pt idx="679">
                  <c:v>39397</c:v>
                </c:pt>
                <c:pt idx="680">
                  <c:v>39398</c:v>
                </c:pt>
                <c:pt idx="681">
                  <c:v>39399</c:v>
                </c:pt>
                <c:pt idx="682">
                  <c:v>39400</c:v>
                </c:pt>
                <c:pt idx="683">
                  <c:v>39401</c:v>
                </c:pt>
                <c:pt idx="684">
                  <c:v>39402</c:v>
                </c:pt>
                <c:pt idx="685">
                  <c:v>39403</c:v>
                </c:pt>
                <c:pt idx="686">
                  <c:v>39404</c:v>
                </c:pt>
                <c:pt idx="687">
                  <c:v>39405</c:v>
                </c:pt>
                <c:pt idx="688">
                  <c:v>39406</c:v>
                </c:pt>
                <c:pt idx="689">
                  <c:v>39407</c:v>
                </c:pt>
                <c:pt idx="690">
                  <c:v>39408</c:v>
                </c:pt>
                <c:pt idx="691">
                  <c:v>39409</c:v>
                </c:pt>
                <c:pt idx="692">
                  <c:v>39410</c:v>
                </c:pt>
                <c:pt idx="693">
                  <c:v>39411</c:v>
                </c:pt>
                <c:pt idx="694">
                  <c:v>39412</c:v>
                </c:pt>
                <c:pt idx="695">
                  <c:v>39413</c:v>
                </c:pt>
                <c:pt idx="696">
                  <c:v>39414</c:v>
                </c:pt>
                <c:pt idx="697">
                  <c:v>39415</c:v>
                </c:pt>
                <c:pt idx="698">
                  <c:v>39416</c:v>
                </c:pt>
                <c:pt idx="699">
                  <c:v>39417</c:v>
                </c:pt>
                <c:pt idx="700">
                  <c:v>39418</c:v>
                </c:pt>
                <c:pt idx="701">
                  <c:v>39419</c:v>
                </c:pt>
                <c:pt idx="702">
                  <c:v>39420</c:v>
                </c:pt>
                <c:pt idx="703">
                  <c:v>39421</c:v>
                </c:pt>
                <c:pt idx="704">
                  <c:v>39422</c:v>
                </c:pt>
                <c:pt idx="705">
                  <c:v>39423</c:v>
                </c:pt>
                <c:pt idx="706">
                  <c:v>39424</c:v>
                </c:pt>
                <c:pt idx="707">
                  <c:v>39425</c:v>
                </c:pt>
                <c:pt idx="708">
                  <c:v>39426</c:v>
                </c:pt>
                <c:pt idx="709">
                  <c:v>39427</c:v>
                </c:pt>
                <c:pt idx="710">
                  <c:v>39428</c:v>
                </c:pt>
                <c:pt idx="711">
                  <c:v>39429</c:v>
                </c:pt>
                <c:pt idx="712">
                  <c:v>39430</c:v>
                </c:pt>
                <c:pt idx="713">
                  <c:v>39431</c:v>
                </c:pt>
                <c:pt idx="714">
                  <c:v>39432</c:v>
                </c:pt>
                <c:pt idx="715">
                  <c:v>39433</c:v>
                </c:pt>
                <c:pt idx="716">
                  <c:v>39434</c:v>
                </c:pt>
                <c:pt idx="717">
                  <c:v>39435</c:v>
                </c:pt>
                <c:pt idx="718">
                  <c:v>39436</c:v>
                </c:pt>
                <c:pt idx="719">
                  <c:v>39437</c:v>
                </c:pt>
                <c:pt idx="720">
                  <c:v>39438</c:v>
                </c:pt>
                <c:pt idx="721">
                  <c:v>39439</c:v>
                </c:pt>
                <c:pt idx="722">
                  <c:v>39440</c:v>
                </c:pt>
                <c:pt idx="723">
                  <c:v>39441</c:v>
                </c:pt>
                <c:pt idx="724">
                  <c:v>39442</c:v>
                </c:pt>
                <c:pt idx="725">
                  <c:v>39443</c:v>
                </c:pt>
                <c:pt idx="726">
                  <c:v>39444</c:v>
                </c:pt>
                <c:pt idx="727">
                  <c:v>39445</c:v>
                </c:pt>
                <c:pt idx="728">
                  <c:v>39446</c:v>
                </c:pt>
                <c:pt idx="729">
                  <c:v>39447</c:v>
                </c:pt>
                <c:pt idx="730">
                  <c:v>39448</c:v>
                </c:pt>
                <c:pt idx="731">
                  <c:v>39449</c:v>
                </c:pt>
                <c:pt idx="732">
                  <c:v>39450</c:v>
                </c:pt>
                <c:pt idx="733">
                  <c:v>39451</c:v>
                </c:pt>
                <c:pt idx="734">
                  <c:v>39452</c:v>
                </c:pt>
                <c:pt idx="735">
                  <c:v>39453</c:v>
                </c:pt>
                <c:pt idx="736">
                  <c:v>39454</c:v>
                </c:pt>
                <c:pt idx="737">
                  <c:v>39455</c:v>
                </c:pt>
                <c:pt idx="738">
                  <c:v>39456</c:v>
                </c:pt>
                <c:pt idx="739">
                  <c:v>39457</c:v>
                </c:pt>
                <c:pt idx="740">
                  <c:v>39458</c:v>
                </c:pt>
                <c:pt idx="741">
                  <c:v>39459</c:v>
                </c:pt>
                <c:pt idx="742">
                  <c:v>39460</c:v>
                </c:pt>
                <c:pt idx="743">
                  <c:v>39461</c:v>
                </c:pt>
                <c:pt idx="744">
                  <c:v>39462</c:v>
                </c:pt>
                <c:pt idx="745">
                  <c:v>39463</c:v>
                </c:pt>
                <c:pt idx="746">
                  <c:v>39464</c:v>
                </c:pt>
                <c:pt idx="747">
                  <c:v>39465</c:v>
                </c:pt>
                <c:pt idx="748">
                  <c:v>39466</c:v>
                </c:pt>
                <c:pt idx="749">
                  <c:v>39467</c:v>
                </c:pt>
                <c:pt idx="750">
                  <c:v>39468</c:v>
                </c:pt>
                <c:pt idx="751">
                  <c:v>39469</c:v>
                </c:pt>
                <c:pt idx="752">
                  <c:v>39470</c:v>
                </c:pt>
                <c:pt idx="753">
                  <c:v>39471</c:v>
                </c:pt>
                <c:pt idx="754">
                  <c:v>39472</c:v>
                </c:pt>
                <c:pt idx="755">
                  <c:v>39473</c:v>
                </c:pt>
                <c:pt idx="756">
                  <c:v>39474</c:v>
                </c:pt>
                <c:pt idx="757">
                  <c:v>39475</c:v>
                </c:pt>
                <c:pt idx="758">
                  <c:v>39476</c:v>
                </c:pt>
                <c:pt idx="759">
                  <c:v>39477</c:v>
                </c:pt>
                <c:pt idx="760">
                  <c:v>39478</c:v>
                </c:pt>
                <c:pt idx="761">
                  <c:v>39479</c:v>
                </c:pt>
                <c:pt idx="762">
                  <c:v>39480</c:v>
                </c:pt>
                <c:pt idx="763">
                  <c:v>39481</c:v>
                </c:pt>
                <c:pt idx="764">
                  <c:v>39482</c:v>
                </c:pt>
                <c:pt idx="765">
                  <c:v>39483</c:v>
                </c:pt>
                <c:pt idx="766">
                  <c:v>39484</c:v>
                </c:pt>
                <c:pt idx="767">
                  <c:v>39485</c:v>
                </c:pt>
                <c:pt idx="768">
                  <c:v>39486</c:v>
                </c:pt>
                <c:pt idx="769">
                  <c:v>39487</c:v>
                </c:pt>
                <c:pt idx="770">
                  <c:v>39488</c:v>
                </c:pt>
                <c:pt idx="771">
                  <c:v>39489</c:v>
                </c:pt>
                <c:pt idx="772">
                  <c:v>39490</c:v>
                </c:pt>
                <c:pt idx="773">
                  <c:v>39491</c:v>
                </c:pt>
                <c:pt idx="774">
                  <c:v>39492</c:v>
                </c:pt>
                <c:pt idx="775">
                  <c:v>39493</c:v>
                </c:pt>
                <c:pt idx="776">
                  <c:v>39494</c:v>
                </c:pt>
                <c:pt idx="777">
                  <c:v>39495</c:v>
                </c:pt>
                <c:pt idx="778">
                  <c:v>39496</c:v>
                </c:pt>
                <c:pt idx="779">
                  <c:v>39497</c:v>
                </c:pt>
                <c:pt idx="780">
                  <c:v>39498</c:v>
                </c:pt>
                <c:pt idx="781">
                  <c:v>39499</c:v>
                </c:pt>
                <c:pt idx="782">
                  <c:v>39500</c:v>
                </c:pt>
                <c:pt idx="783">
                  <c:v>39501</c:v>
                </c:pt>
                <c:pt idx="784">
                  <c:v>39502</c:v>
                </c:pt>
                <c:pt idx="785">
                  <c:v>39503</c:v>
                </c:pt>
                <c:pt idx="786">
                  <c:v>39504</c:v>
                </c:pt>
                <c:pt idx="787">
                  <c:v>39505</c:v>
                </c:pt>
                <c:pt idx="788">
                  <c:v>39506</c:v>
                </c:pt>
                <c:pt idx="789">
                  <c:v>39507</c:v>
                </c:pt>
                <c:pt idx="790">
                  <c:v>39508</c:v>
                </c:pt>
                <c:pt idx="791">
                  <c:v>39509</c:v>
                </c:pt>
                <c:pt idx="792">
                  <c:v>39510</c:v>
                </c:pt>
                <c:pt idx="793">
                  <c:v>39511</c:v>
                </c:pt>
                <c:pt idx="794">
                  <c:v>39512</c:v>
                </c:pt>
                <c:pt idx="795">
                  <c:v>39513</c:v>
                </c:pt>
                <c:pt idx="796">
                  <c:v>39514</c:v>
                </c:pt>
                <c:pt idx="797">
                  <c:v>39515</c:v>
                </c:pt>
                <c:pt idx="798">
                  <c:v>39516</c:v>
                </c:pt>
                <c:pt idx="799">
                  <c:v>39517</c:v>
                </c:pt>
                <c:pt idx="800">
                  <c:v>39518</c:v>
                </c:pt>
                <c:pt idx="801">
                  <c:v>39519</c:v>
                </c:pt>
                <c:pt idx="802">
                  <c:v>39520</c:v>
                </c:pt>
                <c:pt idx="803">
                  <c:v>39521</c:v>
                </c:pt>
                <c:pt idx="804">
                  <c:v>39522</c:v>
                </c:pt>
                <c:pt idx="805">
                  <c:v>39523</c:v>
                </c:pt>
                <c:pt idx="806">
                  <c:v>39524</c:v>
                </c:pt>
                <c:pt idx="807">
                  <c:v>39525</c:v>
                </c:pt>
                <c:pt idx="808">
                  <c:v>39526</c:v>
                </c:pt>
                <c:pt idx="809">
                  <c:v>39527</c:v>
                </c:pt>
                <c:pt idx="810">
                  <c:v>39528</c:v>
                </c:pt>
                <c:pt idx="811">
                  <c:v>39529</c:v>
                </c:pt>
                <c:pt idx="812">
                  <c:v>39530</c:v>
                </c:pt>
                <c:pt idx="813">
                  <c:v>39531</c:v>
                </c:pt>
                <c:pt idx="814">
                  <c:v>39532</c:v>
                </c:pt>
                <c:pt idx="815">
                  <c:v>39533</c:v>
                </c:pt>
                <c:pt idx="816">
                  <c:v>39534</c:v>
                </c:pt>
                <c:pt idx="817">
                  <c:v>39535</c:v>
                </c:pt>
                <c:pt idx="818">
                  <c:v>39536</c:v>
                </c:pt>
                <c:pt idx="819">
                  <c:v>39537</c:v>
                </c:pt>
                <c:pt idx="820">
                  <c:v>39538</c:v>
                </c:pt>
                <c:pt idx="821">
                  <c:v>39539</c:v>
                </c:pt>
                <c:pt idx="822">
                  <c:v>39540</c:v>
                </c:pt>
                <c:pt idx="823">
                  <c:v>39541</c:v>
                </c:pt>
                <c:pt idx="824">
                  <c:v>39542</c:v>
                </c:pt>
                <c:pt idx="825">
                  <c:v>39543</c:v>
                </c:pt>
                <c:pt idx="826">
                  <c:v>39544</c:v>
                </c:pt>
                <c:pt idx="827">
                  <c:v>39545</c:v>
                </c:pt>
                <c:pt idx="828">
                  <c:v>39546</c:v>
                </c:pt>
                <c:pt idx="829">
                  <c:v>39547</c:v>
                </c:pt>
                <c:pt idx="830">
                  <c:v>39548</c:v>
                </c:pt>
                <c:pt idx="831">
                  <c:v>39549</c:v>
                </c:pt>
                <c:pt idx="832">
                  <c:v>39550</c:v>
                </c:pt>
                <c:pt idx="833">
                  <c:v>39551</c:v>
                </c:pt>
                <c:pt idx="834">
                  <c:v>39552</c:v>
                </c:pt>
                <c:pt idx="835">
                  <c:v>39553</c:v>
                </c:pt>
                <c:pt idx="836">
                  <c:v>39554</c:v>
                </c:pt>
                <c:pt idx="837">
                  <c:v>39555</c:v>
                </c:pt>
                <c:pt idx="838">
                  <c:v>39556</c:v>
                </c:pt>
                <c:pt idx="839">
                  <c:v>39557</c:v>
                </c:pt>
                <c:pt idx="840">
                  <c:v>39558</c:v>
                </c:pt>
                <c:pt idx="841">
                  <c:v>39559</c:v>
                </c:pt>
                <c:pt idx="842">
                  <c:v>39560</c:v>
                </c:pt>
                <c:pt idx="843">
                  <c:v>39561</c:v>
                </c:pt>
                <c:pt idx="844">
                  <c:v>39562</c:v>
                </c:pt>
                <c:pt idx="845">
                  <c:v>39563</c:v>
                </c:pt>
                <c:pt idx="846">
                  <c:v>39564</c:v>
                </c:pt>
                <c:pt idx="847">
                  <c:v>39565</c:v>
                </c:pt>
                <c:pt idx="848">
                  <c:v>39566</c:v>
                </c:pt>
                <c:pt idx="849">
                  <c:v>39567</c:v>
                </c:pt>
                <c:pt idx="850">
                  <c:v>39568</c:v>
                </c:pt>
                <c:pt idx="851">
                  <c:v>39569</c:v>
                </c:pt>
                <c:pt idx="852">
                  <c:v>39570</c:v>
                </c:pt>
                <c:pt idx="853">
                  <c:v>39571</c:v>
                </c:pt>
                <c:pt idx="854">
                  <c:v>39572</c:v>
                </c:pt>
                <c:pt idx="855">
                  <c:v>39573</c:v>
                </c:pt>
                <c:pt idx="856">
                  <c:v>39574</c:v>
                </c:pt>
                <c:pt idx="857">
                  <c:v>39575</c:v>
                </c:pt>
                <c:pt idx="858">
                  <c:v>39576</c:v>
                </c:pt>
                <c:pt idx="859">
                  <c:v>39577</c:v>
                </c:pt>
                <c:pt idx="860">
                  <c:v>39578</c:v>
                </c:pt>
                <c:pt idx="861">
                  <c:v>39579</c:v>
                </c:pt>
                <c:pt idx="862">
                  <c:v>39580</c:v>
                </c:pt>
                <c:pt idx="863">
                  <c:v>39581</c:v>
                </c:pt>
                <c:pt idx="864">
                  <c:v>39582</c:v>
                </c:pt>
                <c:pt idx="865">
                  <c:v>39583</c:v>
                </c:pt>
                <c:pt idx="866">
                  <c:v>39584</c:v>
                </c:pt>
                <c:pt idx="867">
                  <c:v>39585</c:v>
                </c:pt>
                <c:pt idx="868">
                  <c:v>39586</c:v>
                </c:pt>
                <c:pt idx="869">
                  <c:v>39587</c:v>
                </c:pt>
                <c:pt idx="870">
                  <c:v>39588</c:v>
                </c:pt>
                <c:pt idx="871">
                  <c:v>39589</c:v>
                </c:pt>
                <c:pt idx="872">
                  <c:v>39590</c:v>
                </c:pt>
                <c:pt idx="873">
                  <c:v>39591</c:v>
                </c:pt>
                <c:pt idx="874">
                  <c:v>39592</c:v>
                </c:pt>
                <c:pt idx="875">
                  <c:v>39593</c:v>
                </c:pt>
                <c:pt idx="876">
                  <c:v>39594</c:v>
                </c:pt>
                <c:pt idx="877">
                  <c:v>39595</c:v>
                </c:pt>
                <c:pt idx="878">
                  <c:v>39596</c:v>
                </c:pt>
                <c:pt idx="879">
                  <c:v>39597</c:v>
                </c:pt>
                <c:pt idx="880">
                  <c:v>39598</c:v>
                </c:pt>
                <c:pt idx="881">
                  <c:v>39599</c:v>
                </c:pt>
                <c:pt idx="882">
                  <c:v>39600</c:v>
                </c:pt>
                <c:pt idx="883">
                  <c:v>39601</c:v>
                </c:pt>
                <c:pt idx="884">
                  <c:v>39602</c:v>
                </c:pt>
                <c:pt idx="885">
                  <c:v>39603</c:v>
                </c:pt>
                <c:pt idx="886">
                  <c:v>39604</c:v>
                </c:pt>
                <c:pt idx="887">
                  <c:v>39605</c:v>
                </c:pt>
                <c:pt idx="888">
                  <c:v>39606</c:v>
                </c:pt>
                <c:pt idx="889">
                  <c:v>39607</c:v>
                </c:pt>
                <c:pt idx="890">
                  <c:v>39608</c:v>
                </c:pt>
                <c:pt idx="891">
                  <c:v>39609</c:v>
                </c:pt>
                <c:pt idx="892">
                  <c:v>39610</c:v>
                </c:pt>
                <c:pt idx="893">
                  <c:v>39611</c:v>
                </c:pt>
                <c:pt idx="894">
                  <c:v>39612</c:v>
                </c:pt>
                <c:pt idx="895">
                  <c:v>39613</c:v>
                </c:pt>
                <c:pt idx="896">
                  <c:v>39614</c:v>
                </c:pt>
                <c:pt idx="897">
                  <c:v>39615</c:v>
                </c:pt>
                <c:pt idx="898">
                  <c:v>39616</c:v>
                </c:pt>
                <c:pt idx="899">
                  <c:v>39617</c:v>
                </c:pt>
                <c:pt idx="900">
                  <c:v>39618</c:v>
                </c:pt>
                <c:pt idx="901">
                  <c:v>39619</c:v>
                </c:pt>
                <c:pt idx="902">
                  <c:v>39620</c:v>
                </c:pt>
                <c:pt idx="903">
                  <c:v>39621</c:v>
                </c:pt>
                <c:pt idx="904">
                  <c:v>39622</c:v>
                </c:pt>
                <c:pt idx="905">
                  <c:v>39623</c:v>
                </c:pt>
                <c:pt idx="906">
                  <c:v>39624</c:v>
                </c:pt>
                <c:pt idx="907">
                  <c:v>39625</c:v>
                </c:pt>
                <c:pt idx="908">
                  <c:v>39626</c:v>
                </c:pt>
                <c:pt idx="909">
                  <c:v>39627</c:v>
                </c:pt>
                <c:pt idx="910">
                  <c:v>39628</c:v>
                </c:pt>
                <c:pt idx="911">
                  <c:v>39629</c:v>
                </c:pt>
                <c:pt idx="912">
                  <c:v>39630</c:v>
                </c:pt>
                <c:pt idx="913">
                  <c:v>39631</c:v>
                </c:pt>
                <c:pt idx="914">
                  <c:v>39632</c:v>
                </c:pt>
                <c:pt idx="915">
                  <c:v>39633</c:v>
                </c:pt>
                <c:pt idx="916">
                  <c:v>39634</c:v>
                </c:pt>
                <c:pt idx="917">
                  <c:v>39635</c:v>
                </c:pt>
                <c:pt idx="918">
                  <c:v>39636</c:v>
                </c:pt>
                <c:pt idx="919">
                  <c:v>39637</c:v>
                </c:pt>
                <c:pt idx="920">
                  <c:v>39638</c:v>
                </c:pt>
                <c:pt idx="921">
                  <c:v>39639</c:v>
                </c:pt>
                <c:pt idx="922">
                  <c:v>39640</c:v>
                </c:pt>
                <c:pt idx="923">
                  <c:v>39641</c:v>
                </c:pt>
                <c:pt idx="924">
                  <c:v>39642</c:v>
                </c:pt>
                <c:pt idx="925">
                  <c:v>39643</c:v>
                </c:pt>
                <c:pt idx="926">
                  <c:v>39644</c:v>
                </c:pt>
                <c:pt idx="927">
                  <c:v>39645</c:v>
                </c:pt>
                <c:pt idx="928">
                  <c:v>39646</c:v>
                </c:pt>
                <c:pt idx="929">
                  <c:v>39647</c:v>
                </c:pt>
                <c:pt idx="930">
                  <c:v>39648</c:v>
                </c:pt>
                <c:pt idx="931">
                  <c:v>39649</c:v>
                </c:pt>
                <c:pt idx="932">
                  <c:v>39650</c:v>
                </c:pt>
                <c:pt idx="933">
                  <c:v>39651</c:v>
                </c:pt>
                <c:pt idx="934">
                  <c:v>39652</c:v>
                </c:pt>
                <c:pt idx="935">
                  <c:v>39653</c:v>
                </c:pt>
                <c:pt idx="936">
                  <c:v>39654</c:v>
                </c:pt>
                <c:pt idx="937">
                  <c:v>39655</c:v>
                </c:pt>
                <c:pt idx="938">
                  <c:v>39656</c:v>
                </c:pt>
                <c:pt idx="939">
                  <c:v>39657</c:v>
                </c:pt>
                <c:pt idx="940">
                  <c:v>39658</c:v>
                </c:pt>
                <c:pt idx="941">
                  <c:v>39659</c:v>
                </c:pt>
                <c:pt idx="942">
                  <c:v>39660</c:v>
                </c:pt>
                <c:pt idx="943">
                  <c:v>39661</c:v>
                </c:pt>
                <c:pt idx="944">
                  <c:v>39662</c:v>
                </c:pt>
                <c:pt idx="945">
                  <c:v>39663</c:v>
                </c:pt>
                <c:pt idx="946">
                  <c:v>39664</c:v>
                </c:pt>
                <c:pt idx="947">
                  <c:v>39665</c:v>
                </c:pt>
                <c:pt idx="948">
                  <c:v>39666</c:v>
                </c:pt>
                <c:pt idx="949">
                  <c:v>39667</c:v>
                </c:pt>
                <c:pt idx="950">
                  <c:v>39668</c:v>
                </c:pt>
                <c:pt idx="951">
                  <c:v>39669</c:v>
                </c:pt>
                <c:pt idx="952">
                  <c:v>39670</c:v>
                </c:pt>
                <c:pt idx="953">
                  <c:v>39671</c:v>
                </c:pt>
                <c:pt idx="954">
                  <c:v>39672</c:v>
                </c:pt>
                <c:pt idx="955">
                  <c:v>39673</c:v>
                </c:pt>
                <c:pt idx="956">
                  <c:v>39674</c:v>
                </c:pt>
                <c:pt idx="957">
                  <c:v>39675</c:v>
                </c:pt>
                <c:pt idx="958">
                  <c:v>39676</c:v>
                </c:pt>
                <c:pt idx="959">
                  <c:v>39677</c:v>
                </c:pt>
                <c:pt idx="960">
                  <c:v>39678</c:v>
                </c:pt>
                <c:pt idx="961">
                  <c:v>39679</c:v>
                </c:pt>
                <c:pt idx="962">
                  <c:v>39680</c:v>
                </c:pt>
                <c:pt idx="963">
                  <c:v>39681</c:v>
                </c:pt>
                <c:pt idx="964">
                  <c:v>39682</c:v>
                </c:pt>
                <c:pt idx="965">
                  <c:v>39683</c:v>
                </c:pt>
                <c:pt idx="966">
                  <c:v>39684</c:v>
                </c:pt>
                <c:pt idx="967">
                  <c:v>39685</c:v>
                </c:pt>
                <c:pt idx="968">
                  <c:v>39686</c:v>
                </c:pt>
                <c:pt idx="969">
                  <c:v>39687</c:v>
                </c:pt>
                <c:pt idx="970">
                  <c:v>39688</c:v>
                </c:pt>
                <c:pt idx="971">
                  <c:v>39689</c:v>
                </c:pt>
                <c:pt idx="972">
                  <c:v>39690</c:v>
                </c:pt>
                <c:pt idx="973">
                  <c:v>39691</c:v>
                </c:pt>
                <c:pt idx="974">
                  <c:v>39692</c:v>
                </c:pt>
                <c:pt idx="975">
                  <c:v>39693</c:v>
                </c:pt>
                <c:pt idx="976">
                  <c:v>39694</c:v>
                </c:pt>
                <c:pt idx="977">
                  <c:v>39695</c:v>
                </c:pt>
                <c:pt idx="978">
                  <c:v>39696</c:v>
                </c:pt>
                <c:pt idx="979">
                  <c:v>39697</c:v>
                </c:pt>
                <c:pt idx="980">
                  <c:v>39698</c:v>
                </c:pt>
                <c:pt idx="981">
                  <c:v>39699</c:v>
                </c:pt>
                <c:pt idx="982">
                  <c:v>39700</c:v>
                </c:pt>
                <c:pt idx="983">
                  <c:v>39701</c:v>
                </c:pt>
                <c:pt idx="984">
                  <c:v>39702</c:v>
                </c:pt>
                <c:pt idx="985">
                  <c:v>39703</c:v>
                </c:pt>
                <c:pt idx="986">
                  <c:v>39704</c:v>
                </c:pt>
                <c:pt idx="987">
                  <c:v>39705</c:v>
                </c:pt>
                <c:pt idx="988">
                  <c:v>39706</c:v>
                </c:pt>
                <c:pt idx="989">
                  <c:v>39707</c:v>
                </c:pt>
                <c:pt idx="990">
                  <c:v>39708</c:v>
                </c:pt>
                <c:pt idx="991">
                  <c:v>39709</c:v>
                </c:pt>
                <c:pt idx="992">
                  <c:v>39710</c:v>
                </c:pt>
                <c:pt idx="993">
                  <c:v>39711</c:v>
                </c:pt>
                <c:pt idx="994">
                  <c:v>39712</c:v>
                </c:pt>
                <c:pt idx="995">
                  <c:v>39713</c:v>
                </c:pt>
                <c:pt idx="996">
                  <c:v>39714</c:v>
                </c:pt>
                <c:pt idx="997">
                  <c:v>39715</c:v>
                </c:pt>
                <c:pt idx="998">
                  <c:v>39716</c:v>
                </c:pt>
                <c:pt idx="999">
                  <c:v>39717</c:v>
                </c:pt>
                <c:pt idx="1000">
                  <c:v>39718</c:v>
                </c:pt>
                <c:pt idx="1001">
                  <c:v>39719</c:v>
                </c:pt>
                <c:pt idx="1002">
                  <c:v>39720</c:v>
                </c:pt>
                <c:pt idx="1003">
                  <c:v>39721</c:v>
                </c:pt>
                <c:pt idx="1004">
                  <c:v>39722</c:v>
                </c:pt>
                <c:pt idx="1005">
                  <c:v>39723</c:v>
                </c:pt>
                <c:pt idx="1006">
                  <c:v>39724</c:v>
                </c:pt>
                <c:pt idx="1007">
                  <c:v>39725</c:v>
                </c:pt>
                <c:pt idx="1008">
                  <c:v>39726</c:v>
                </c:pt>
                <c:pt idx="1009">
                  <c:v>39727</c:v>
                </c:pt>
                <c:pt idx="1010">
                  <c:v>39728</c:v>
                </c:pt>
                <c:pt idx="1011">
                  <c:v>39729</c:v>
                </c:pt>
                <c:pt idx="1012">
                  <c:v>39730</c:v>
                </c:pt>
                <c:pt idx="1013">
                  <c:v>39731</c:v>
                </c:pt>
                <c:pt idx="1014">
                  <c:v>39732</c:v>
                </c:pt>
                <c:pt idx="1015">
                  <c:v>39733</c:v>
                </c:pt>
                <c:pt idx="1016">
                  <c:v>39734</c:v>
                </c:pt>
                <c:pt idx="1017">
                  <c:v>39735</c:v>
                </c:pt>
                <c:pt idx="1018">
                  <c:v>39736</c:v>
                </c:pt>
                <c:pt idx="1019">
                  <c:v>39737</c:v>
                </c:pt>
                <c:pt idx="1020">
                  <c:v>39738</c:v>
                </c:pt>
                <c:pt idx="1021">
                  <c:v>39739</c:v>
                </c:pt>
                <c:pt idx="1022">
                  <c:v>39740</c:v>
                </c:pt>
                <c:pt idx="1023">
                  <c:v>39741</c:v>
                </c:pt>
                <c:pt idx="1024">
                  <c:v>39742</c:v>
                </c:pt>
                <c:pt idx="1025">
                  <c:v>39743</c:v>
                </c:pt>
                <c:pt idx="1026">
                  <c:v>39744</c:v>
                </c:pt>
                <c:pt idx="1027">
                  <c:v>39745</c:v>
                </c:pt>
                <c:pt idx="1028">
                  <c:v>39746</c:v>
                </c:pt>
                <c:pt idx="1029">
                  <c:v>39747</c:v>
                </c:pt>
                <c:pt idx="1030">
                  <c:v>39748</c:v>
                </c:pt>
                <c:pt idx="1031">
                  <c:v>39749</c:v>
                </c:pt>
                <c:pt idx="1032">
                  <c:v>39750</c:v>
                </c:pt>
                <c:pt idx="1033">
                  <c:v>39751</c:v>
                </c:pt>
                <c:pt idx="1034">
                  <c:v>39752</c:v>
                </c:pt>
                <c:pt idx="1035">
                  <c:v>39753</c:v>
                </c:pt>
                <c:pt idx="1036">
                  <c:v>39754</c:v>
                </c:pt>
                <c:pt idx="1037">
                  <c:v>39755</c:v>
                </c:pt>
                <c:pt idx="1038">
                  <c:v>39756</c:v>
                </c:pt>
                <c:pt idx="1039">
                  <c:v>39757</c:v>
                </c:pt>
                <c:pt idx="1040">
                  <c:v>39758</c:v>
                </c:pt>
                <c:pt idx="1041">
                  <c:v>39759</c:v>
                </c:pt>
                <c:pt idx="1042">
                  <c:v>39760</c:v>
                </c:pt>
                <c:pt idx="1043">
                  <c:v>39761</c:v>
                </c:pt>
                <c:pt idx="1044">
                  <c:v>39762</c:v>
                </c:pt>
                <c:pt idx="1045">
                  <c:v>39763</c:v>
                </c:pt>
                <c:pt idx="1046">
                  <c:v>39764</c:v>
                </c:pt>
                <c:pt idx="1047">
                  <c:v>39765</c:v>
                </c:pt>
                <c:pt idx="1048">
                  <c:v>39766</c:v>
                </c:pt>
                <c:pt idx="1049">
                  <c:v>39767</c:v>
                </c:pt>
                <c:pt idx="1050">
                  <c:v>39768</c:v>
                </c:pt>
                <c:pt idx="1051">
                  <c:v>39769</c:v>
                </c:pt>
                <c:pt idx="1052">
                  <c:v>39770</c:v>
                </c:pt>
                <c:pt idx="1053">
                  <c:v>39771</c:v>
                </c:pt>
                <c:pt idx="1054">
                  <c:v>39772</c:v>
                </c:pt>
                <c:pt idx="1055">
                  <c:v>39773</c:v>
                </c:pt>
                <c:pt idx="1056">
                  <c:v>39774</c:v>
                </c:pt>
                <c:pt idx="1057">
                  <c:v>39775</c:v>
                </c:pt>
                <c:pt idx="1058">
                  <c:v>39776</c:v>
                </c:pt>
                <c:pt idx="1059">
                  <c:v>39777</c:v>
                </c:pt>
                <c:pt idx="1060">
                  <c:v>39778</c:v>
                </c:pt>
                <c:pt idx="1061">
                  <c:v>39779</c:v>
                </c:pt>
                <c:pt idx="1062">
                  <c:v>39780</c:v>
                </c:pt>
                <c:pt idx="1063">
                  <c:v>39781</c:v>
                </c:pt>
                <c:pt idx="1064">
                  <c:v>39782</c:v>
                </c:pt>
                <c:pt idx="1065">
                  <c:v>39783</c:v>
                </c:pt>
                <c:pt idx="1066">
                  <c:v>39784</c:v>
                </c:pt>
                <c:pt idx="1067">
                  <c:v>39785</c:v>
                </c:pt>
                <c:pt idx="1068">
                  <c:v>39786</c:v>
                </c:pt>
                <c:pt idx="1069">
                  <c:v>39787</c:v>
                </c:pt>
                <c:pt idx="1070">
                  <c:v>39788</c:v>
                </c:pt>
                <c:pt idx="1071">
                  <c:v>39789</c:v>
                </c:pt>
                <c:pt idx="1072">
                  <c:v>39790</c:v>
                </c:pt>
                <c:pt idx="1073">
                  <c:v>39791</c:v>
                </c:pt>
                <c:pt idx="1074">
                  <c:v>39792</c:v>
                </c:pt>
                <c:pt idx="1075">
                  <c:v>39793</c:v>
                </c:pt>
                <c:pt idx="1076">
                  <c:v>39794</c:v>
                </c:pt>
                <c:pt idx="1077">
                  <c:v>39795</c:v>
                </c:pt>
                <c:pt idx="1078">
                  <c:v>39796</c:v>
                </c:pt>
                <c:pt idx="1079">
                  <c:v>39797</c:v>
                </c:pt>
                <c:pt idx="1080">
                  <c:v>39798</c:v>
                </c:pt>
                <c:pt idx="1081">
                  <c:v>39799</c:v>
                </c:pt>
                <c:pt idx="1082">
                  <c:v>39800</c:v>
                </c:pt>
                <c:pt idx="1083">
                  <c:v>39801</c:v>
                </c:pt>
                <c:pt idx="1084">
                  <c:v>39802</c:v>
                </c:pt>
                <c:pt idx="1085">
                  <c:v>39803</c:v>
                </c:pt>
                <c:pt idx="1086">
                  <c:v>39804</c:v>
                </c:pt>
                <c:pt idx="1087">
                  <c:v>39805</c:v>
                </c:pt>
                <c:pt idx="1088">
                  <c:v>39806</c:v>
                </c:pt>
                <c:pt idx="1089">
                  <c:v>39807</c:v>
                </c:pt>
                <c:pt idx="1090">
                  <c:v>39808</c:v>
                </c:pt>
                <c:pt idx="1091">
                  <c:v>39809</c:v>
                </c:pt>
                <c:pt idx="1092">
                  <c:v>39810</c:v>
                </c:pt>
                <c:pt idx="1093">
                  <c:v>39811</c:v>
                </c:pt>
                <c:pt idx="1094">
                  <c:v>39812</c:v>
                </c:pt>
                <c:pt idx="1095">
                  <c:v>39813</c:v>
                </c:pt>
                <c:pt idx="1096">
                  <c:v>39814</c:v>
                </c:pt>
                <c:pt idx="1097">
                  <c:v>39815</c:v>
                </c:pt>
                <c:pt idx="1098">
                  <c:v>39816</c:v>
                </c:pt>
                <c:pt idx="1099">
                  <c:v>39817</c:v>
                </c:pt>
                <c:pt idx="1100">
                  <c:v>39818</c:v>
                </c:pt>
                <c:pt idx="1101">
                  <c:v>39819</c:v>
                </c:pt>
                <c:pt idx="1102">
                  <c:v>39820</c:v>
                </c:pt>
                <c:pt idx="1103">
                  <c:v>39821</c:v>
                </c:pt>
                <c:pt idx="1104">
                  <c:v>39822</c:v>
                </c:pt>
                <c:pt idx="1105">
                  <c:v>39823</c:v>
                </c:pt>
                <c:pt idx="1106">
                  <c:v>39824</c:v>
                </c:pt>
                <c:pt idx="1107">
                  <c:v>39825</c:v>
                </c:pt>
                <c:pt idx="1108">
                  <c:v>39826</c:v>
                </c:pt>
                <c:pt idx="1109">
                  <c:v>39827</c:v>
                </c:pt>
                <c:pt idx="1110">
                  <c:v>39828</c:v>
                </c:pt>
                <c:pt idx="1111">
                  <c:v>39829</c:v>
                </c:pt>
                <c:pt idx="1112">
                  <c:v>39830</c:v>
                </c:pt>
                <c:pt idx="1113">
                  <c:v>39831</c:v>
                </c:pt>
                <c:pt idx="1114">
                  <c:v>39832</c:v>
                </c:pt>
                <c:pt idx="1115">
                  <c:v>39833</c:v>
                </c:pt>
                <c:pt idx="1116">
                  <c:v>39834</c:v>
                </c:pt>
                <c:pt idx="1117">
                  <c:v>39835</c:v>
                </c:pt>
                <c:pt idx="1118">
                  <c:v>39836</c:v>
                </c:pt>
                <c:pt idx="1119">
                  <c:v>39837</c:v>
                </c:pt>
                <c:pt idx="1120">
                  <c:v>39838</c:v>
                </c:pt>
                <c:pt idx="1121">
                  <c:v>39839</c:v>
                </c:pt>
                <c:pt idx="1122">
                  <c:v>39840</c:v>
                </c:pt>
                <c:pt idx="1123">
                  <c:v>39841</c:v>
                </c:pt>
                <c:pt idx="1124">
                  <c:v>39842</c:v>
                </c:pt>
                <c:pt idx="1125">
                  <c:v>39843</c:v>
                </c:pt>
                <c:pt idx="1126">
                  <c:v>39844</c:v>
                </c:pt>
                <c:pt idx="1127">
                  <c:v>39845</c:v>
                </c:pt>
                <c:pt idx="1128">
                  <c:v>39846</c:v>
                </c:pt>
                <c:pt idx="1129">
                  <c:v>39847</c:v>
                </c:pt>
                <c:pt idx="1130">
                  <c:v>39848</c:v>
                </c:pt>
                <c:pt idx="1131">
                  <c:v>39849</c:v>
                </c:pt>
                <c:pt idx="1132">
                  <c:v>39850</c:v>
                </c:pt>
                <c:pt idx="1133">
                  <c:v>39851</c:v>
                </c:pt>
                <c:pt idx="1134">
                  <c:v>39852</c:v>
                </c:pt>
                <c:pt idx="1135">
                  <c:v>39853</c:v>
                </c:pt>
                <c:pt idx="1136">
                  <c:v>39854</c:v>
                </c:pt>
                <c:pt idx="1137">
                  <c:v>39855</c:v>
                </c:pt>
                <c:pt idx="1138">
                  <c:v>39856</c:v>
                </c:pt>
                <c:pt idx="1139">
                  <c:v>39857</c:v>
                </c:pt>
                <c:pt idx="1140">
                  <c:v>39858</c:v>
                </c:pt>
                <c:pt idx="1141">
                  <c:v>39859</c:v>
                </c:pt>
                <c:pt idx="1142">
                  <c:v>39860</c:v>
                </c:pt>
                <c:pt idx="1143">
                  <c:v>39861</c:v>
                </c:pt>
                <c:pt idx="1144">
                  <c:v>39862</c:v>
                </c:pt>
                <c:pt idx="1145">
                  <c:v>39863</c:v>
                </c:pt>
                <c:pt idx="1146">
                  <c:v>39864</c:v>
                </c:pt>
                <c:pt idx="1147">
                  <c:v>39865</c:v>
                </c:pt>
                <c:pt idx="1148">
                  <c:v>39866</c:v>
                </c:pt>
                <c:pt idx="1149">
                  <c:v>39867</c:v>
                </c:pt>
                <c:pt idx="1150">
                  <c:v>39868</c:v>
                </c:pt>
                <c:pt idx="1151">
                  <c:v>39869</c:v>
                </c:pt>
                <c:pt idx="1152">
                  <c:v>39870</c:v>
                </c:pt>
                <c:pt idx="1153">
                  <c:v>39871</c:v>
                </c:pt>
                <c:pt idx="1154">
                  <c:v>39872</c:v>
                </c:pt>
                <c:pt idx="1155">
                  <c:v>39873</c:v>
                </c:pt>
                <c:pt idx="1156">
                  <c:v>39874</c:v>
                </c:pt>
                <c:pt idx="1157">
                  <c:v>39875</c:v>
                </c:pt>
                <c:pt idx="1158">
                  <c:v>39876</c:v>
                </c:pt>
                <c:pt idx="1159">
                  <c:v>39877</c:v>
                </c:pt>
                <c:pt idx="1160">
                  <c:v>39878</c:v>
                </c:pt>
                <c:pt idx="1161">
                  <c:v>39879</c:v>
                </c:pt>
                <c:pt idx="1162">
                  <c:v>39880</c:v>
                </c:pt>
                <c:pt idx="1163">
                  <c:v>39881</c:v>
                </c:pt>
                <c:pt idx="1164">
                  <c:v>39882</c:v>
                </c:pt>
                <c:pt idx="1165">
                  <c:v>39883</c:v>
                </c:pt>
                <c:pt idx="1166">
                  <c:v>39884</c:v>
                </c:pt>
                <c:pt idx="1167">
                  <c:v>39885</c:v>
                </c:pt>
                <c:pt idx="1168">
                  <c:v>39886</c:v>
                </c:pt>
                <c:pt idx="1169">
                  <c:v>39887</c:v>
                </c:pt>
                <c:pt idx="1170">
                  <c:v>39888</c:v>
                </c:pt>
                <c:pt idx="1171">
                  <c:v>39889</c:v>
                </c:pt>
                <c:pt idx="1172">
                  <c:v>39890</c:v>
                </c:pt>
                <c:pt idx="1173">
                  <c:v>39891</c:v>
                </c:pt>
                <c:pt idx="1174">
                  <c:v>39892</c:v>
                </c:pt>
                <c:pt idx="1175">
                  <c:v>39893</c:v>
                </c:pt>
                <c:pt idx="1176">
                  <c:v>39894</c:v>
                </c:pt>
                <c:pt idx="1177">
                  <c:v>39895</c:v>
                </c:pt>
                <c:pt idx="1178">
                  <c:v>39896</c:v>
                </c:pt>
                <c:pt idx="1179">
                  <c:v>39897</c:v>
                </c:pt>
                <c:pt idx="1180">
                  <c:v>39898</c:v>
                </c:pt>
                <c:pt idx="1181">
                  <c:v>39899</c:v>
                </c:pt>
                <c:pt idx="1182">
                  <c:v>39900</c:v>
                </c:pt>
                <c:pt idx="1183">
                  <c:v>39901</c:v>
                </c:pt>
                <c:pt idx="1184">
                  <c:v>39902</c:v>
                </c:pt>
                <c:pt idx="1185">
                  <c:v>39903</c:v>
                </c:pt>
                <c:pt idx="1186">
                  <c:v>39904</c:v>
                </c:pt>
                <c:pt idx="1187">
                  <c:v>39905</c:v>
                </c:pt>
                <c:pt idx="1188">
                  <c:v>39906</c:v>
                </c:pt>
                <c:pt idx="1189">
                  <c:v>39907</c:v>
                </c:pt>
                <c:pt idx="1190">
                  <c:v>39908</c:v>
                </c:pt>
                <c:pt idx="1191">
                  <c:v>39909</c:v>
                </c:pt>
                <c:pt idx="1192">
                  <c:v>39910</c:v>
                </c:pt>
                <c:pt idx="1193">
                  <c:v>39911</c:v>
                </c:pt>
                <c:pt idx="1194">
                  <c:v>39912</c:v>
                </c:pt>
                <c:pt idx="1195">
                  <c:v>39913</c:v>
                </c:pt>
                <c:pt idx="1196">
                  <c:v>39914</c:v>
                </c:pt>
                <c:pt idx="1197">
                  <c:v>39915</c:v>
                </c:pt>
                <c:pt idx="1198">
                  <c:v>39916</c:v>
                </c:pt>
                <c:pt idx="1199">
                  <c:v>39917</c:v>
                </c:pt>
                <c:pt idx="1200">
                  <c:v>39918</c:v>
                </c:pt>
                <c:pt idx="1201">
                  <c:v>39919</c:v>
                </c:pt>
                <c:pt idx="1202">
                  <c:v>39920</c:v>
                </c:pt>
                <c:pt idx="1203">
                  <c:v>39921</c:v>
                </c:pt>
                <c:pt idx="1204">
                  <c:v>39922</c:v>
                </c:pt>
                <c:pt idx="1205">
                  <c:v>39923</c:v>
                </c:pt>
                <c:pt idx="1206">
                  <c:v>39924</c:v>
                </c:pt>
                <c:pt idx="1207">
                  <c:v>39925</c:v>
                </c:pt>
                <c:pt idx="1208">
                  <c:v>39926</c:v>
                </c:pt>
                <c:pt idx="1209">
                  <c:v>39927</c:v>
                </c:pt>
                <c:pt idx="1210">
                  <c:v>39928</c:v>
                </c:pt>
                <c:pt idx="1211">
                  <c:v>39929</c:v>
                </c:pt>
                <c:pt idx="1212">
                  <c:v>39930</c:v>
                </c:pt>
                <c:pt idx="1213">
                  <c:v>39931</c:v>
                </c:pt>
                <c:pt idx="1214">
                  <c:v>39932</c:v>
                </c:pt>
                <c:pt idx="1215">
                  <c:v>39933</c:v>
                </c:pt>
                <c:pt idx="1216">
                  <c:v>39934</c:v>
                </c:pt>
                <c:pt idx="1217">
                  <c:v>39935</c:v>
                </c:pt>
                <c:pt idx="1218">
                  <c:v>39936</c:v>
                </c:pt>
                <c:pt idx="1219">
                  <c:v>39937</c:v>
                </c:pt>
                <c:pt idx="1220">
                  <c:v>39938</c:v>
                </c:pt>
                <c:pt idx="1221">
                  <c:v>39939</c:v>
                </c:pt>
                <c:pt idx="1222">
                  <c:v>39940</c:v>
                </c:pt>
                <c:pt idx="1223">
                  <c:v>39941</c:v>
                </c:pt>
                <c:pt idx="1224">
                  <c:v>39942</c:v>
                </c:pt>
                <c:pt idx="1225">
                  <c:v>39943</c:v>
                </c:pt>
                <c:pt idx="1226">
                  <c:v>39944</c:v>
                </c:pt>
                <c:pt idx="1227">
                  <c:v>39945</c:v>
                </c:pt>
                <c:pt idx="1228">
                  <c:v>39946</c:v>
                </c:pt>
                <c:pt idx="1229">
                  <c:v>39947</c:v>
                </c:pt>
                <c:pt idx="1230">
                  <c:v>39948</c:v>
                </c:pt>
                <c:pt idx="1231">
                  <c:v>39949</c:v>
                </c:pt>
                <c:pt idx="1232">
                  <c:v>39950</c:v>
                </c:pt>
                <c:pt idx="1233">
                  <c:v>39951</c:v>
                </c:pt>
                <c:pt idx="1234">
                  <c:v>39952</c:v>
                </c:pt>
                <c:pt idx="1235">
                  <c:v>39953</c:v>
                </c:pt>
                <c:pt idx="1236">
                  <c:v>39954</c:v>
                </c:pt>
                <c:pt idx="1237">
                  <c:v>39955</c:v>
                </c:pt>
                <c:pt idx="1238">
                  <c:v>39956</c:v>
                </c:pt>
                <c:pt idx="1239">
                  <c:v>39957</c:v>
                </c:pt>
                <c:pt idx="1240">
                  <c:v>39958</c:v>
                </c:pt>
                <c:pt idx="1241">
                  <c:v>39959</c:v>
                </c:pt>
                <c:pt idx="1242">
                  <c:v>39960</c:v>
                </c:pt>
                <c:pt idx="1243">
                  <c:v>39961</c:v>
                </c:pt>
                <c:pt idx="1244">
                  <c:v>39962</c:v>
                </c:pt>
                <c:pt idx="1245">
                  <c:v>39963</c:v>
                </c:pt>
                <c:pt idx="1246">
                  <c:v>39964</c:v>
                </c:pt>
                <c:pt idx="1247">
                  <c:v>39965</c:v>
                </c:pt>
                <c:pt idx="1248">
                  <c:v>39966</c:v>
                </c:pt>
                <c:pt idx="1249">
                  <c:v>39967</c:v>
                </c:pt>
                <c:pt idx="1250">
                  <c:v>39968</c:v>
                </c:pt>
                <c:pt idx="1251">
                  <c:v>39969</c:v>
                </c:pt>
                <c:pt idx="1252">
                  <c:v>39970</c:v>
                </c:pt>
                <c:pt idx="1253">
                  <c:v>39971</c:v>
                </c:pt>
                <c:pt idx="1254">
                  <c:v>39972</c:v>
                </c:pt>
                <c:pt idx="1255">
                  <c:v>39973</c:v>
                </c:pt>
                <c:pt idx="1256">
                  <c:v>39974</c:v>
                </c:pt>
                <c:pt idx="1257">
                  <c:v>39975</c:v>
                </c:pt>
                <c:pt idx="1258">
                  <c:v>39976</c:v>
                </c:pt>
                <c:pt idx="1259">
                  <c:v>39977</c:v>
                </c:pt>
                <c:pt idx="1260">
                  <c:v>39978</c:v>
                </c:pt>
                <c:pt idx="1261">
                  <c:v>39979</c:v>
                </c:pt>
                <c:pt idx="1262">
                  <c:v>39980</c:v>
                </c:pt>
                <c:pt idx="1263">
                  <c:v>39981</c:v>
                </c:pt>
                <c:pt idx="1264">
                  <c:v>39982</c:v>
                </c:pt>
                <c:pt idx="1265">
                  <c:v>39983</c:v>
                </c:pt>
                <c:pt idx="1266">
                  <c:v>39984</c:v>
                </c:pt>
                <c:pt idx="1267">
                  <c:v>39985</c:v>
                </c:pt>
                <c:pt idx="1268">
                  <c:v>39986</c:v>
                </c:pt>
                <c:pt idx="1269">
                  <c:v>39987</c:v>
                </c:pt>
                <c:pt idx="1270">
                  <c:v>39988</c:v>
                </c:pt>
                <c:pt idx="1271">
                  <c:v>39989</c:v>
                </c:pt>
                <c:pt idx="1272">
                  <c:v>39990</c:v>
                </c:pt>
                <c:pt idx="1273">
                  <c:v>39991</c:v>
                </c:pt>
                <c:pt idx="1274">
                  <c:v>39992</c:v>
                </c:pt>
                <c:pt idx="1275">
                  <c:v>39993</c:v>
                </c:pt>
                <c:pt idx="1276">
                  <c:v>39994</c:v>
                </c:pt>
                <c:pt idx="1277">
                  <c:v>39995</c:v>
                </c:pt>
                <c:pt idx="1278">
                  <c:v>39996</c:v>
                </c:pt>
                <c:pt idx="1279">
                  <c:v>39997</c:v>
                </c:pt>
                <c:pt idx="1280">
                  <c:v>39998</c:v>
                </c:pt>
                <c:pt idx="1281">
                  <c:v>39999</c:v>
                </c:pt>
                <c:pt idx="1282">
                  <c:v>40000</c:v>
                </c:pt>
                <c:pt idx="1283">
                  <c:v>40001</c:v>
                </c:pt>
                <c:pt idx="1284">
                  <c:v>40002</c:v>
                </c:pt>
                <c:pt idx="1285">
                  <c:v>40003</c:v>
                </c:pt>
                <c:pt idx="1286">
                  <c:v>40004</c:v>
                </c:pt>
                <c:pt idx="1287">
                  <c:v>40005</c:v>
                </c:pt>
                <c:pt idx="1288">
                  <c:v>40006</c:v>
                </c:pt>
                <c:pt idx="1289">
                  <c:v>40007</c:v>
                </c:pt>
                <c:pt idx="1290">
                  <c:v>40008</c:v>
                </c:pt>
                <c:pt idx="1291">
                  <c:v>40009</c:v>
                </c:pt>
                <c:pt idx="1292">
                  <c:v>40010</c:v>
                </c:pt>
                <c:pt idx="1293">
                  <c:v>40011</c:v>
                </c:pt>
                <c:pt idx="1294">
                  <c:v>40012</c:v>
                </c:pt>
                <c:pt idx="1295">
                  <c:v>40013</c:v>
                </c:pt>
                <c:pt idx="1296">
                  <c:v>40014</c:v>
                </c:pt>
                <c:pt idx="1297">
                  <c:v>40015</c:v>
                </c:pt>
                <c:pt idx="1298">
                  <c:v>40016</c:v>
                </c:pt>
                <c:pt idx="1299">
                  <c:v>40017</c:v>
                </c:pt>
                <c:pt idx="1300">
                  <c:v>40018</c:v>
                </c:pt>
                <c:pt idx="1301">
                  <c:v>40019</c:v>
                </c:pt>
                <c:pt idx="1302">
                  <c:v>40020</c:v>
                </c:pt>
                <c:pt idx="1303">
                  <c:v>40021</c:v>
                </c:pt>
                <c:pt idx="1304">
                  <c:v>40022</c:v>
                </c:pt>
                <c:pt idx="1305">
                  <c:v>40023</c:v>
                </c:pt>
                <c:pt idx="1306">
                  <c:v>40024</c:v>
                </c:pt>
                <c:pt idx="1307">
                  <c:v>40025</c:v>
                </c:pt>
                <c:pt idx="1308">
                  <c:v>40026</c:v>
                </c:pt>
                <c:pt idx="1309">
                  <c:v>40027</c:v>
                </c:pt>
                <c:pt idx="1310">
                  <c:v>40028</c:v>
                </c:pt>
                <c:pt idx="1311">
                  <c:v>40029</c:v>
                </c:pt>
                <c:pt idx="1312">
                  <c:v>40030</c:v>
                </c:pt>
                <c:pt idx="1313">
                  <c:v>40031</c:v>
                </c:pt>
                <c:pt idx="1314">
                  <c:v>40032</c:v>
                </c:pt>
                <c:pt idx="1315">
                  <c:v>40033</c:v>
                </c:pt>
                <c:pt idx="1316">
                  <c:v>40034</c:v>
                </c:pt>
                <c:pt idx="1317">
                  <c:v>40035</c:v>
                </c:pt>
                <c:pt idx="1318">
                  <c:v>40036</c:v>
                </c:pt>
                <c:pt idx="1319">
                  <c:v>40037</c:v>
                </c:pt>
                <c:pt idx="1320">
                  <c:v>40038</c:v>
                </c:pt>
                <c:pt idx="1321">
                  <c:v>40039</c:v>
                </c:pt>
                <c:pt idx="1322">
                  <c:v>40040</c:v>
                </c:pt>
                <c:pt idx="1323">
                  <c:v>40041</c:v>
                </c:pt>
                <c:pt idx="1324">
                  <c:v>40042</c:v>
                </c:pt>
                <c:pt idx="1325">
                  <c:v>40043</c:v>
                </c:pt>
                <c:pt idx="1326">
                  <c:v>40044</c:v>
                </c:pt>
                <c:pt idx="1327">
                  <c:v>40045</c:v>
                </c:pt>
                <c:pt idx="1328">
                  <c:v>40046</c:v>
                </c:pt>
                <c:pt idx="1329">
                  <c:v>40047</c:v>
                </c:pt>
                <c:pt idx="1330">
                  <c:v>40048</c:v>
                </c:pt>
                <c:pt idx="1331">
                  <c:v>40049</c:v>
                </c:pt>
                <c:pt idx="1332">
                  <c:v>40050</c:v>
                </c:pt>
                <c:pt idx="1333">
                  <c:v>40051</c:v>
                </c:pt>
                <c:pt idx="1334">
                  <c:v>40052</c:v>
                </c:pt>
                <c:pt idx="1335">
                  <c:v>40053</c:v>
                </c:pt>
                <c:pt idx="1336">
                  <c:v>40054</c:v>
                </c:pt>
                <c:pt idx="1337">
                  <c:v>40055</c:v>
                </c:pt>
                <c:pt idx="1338">
                  <c:v>40056</c:v>
                </c:pt>
                <c:pt idx="1339">
                  <c:v>40057</c:v>
                </c:pt>
                <c:pt idx="1340">
                  <c:v>40058</c:v>
                </c:pt>
                <c:pt idx="1341">
                  <c:v>40059</c:v>
                </c:pt>
                <c:pt idx="1342">
                  <c:v>40060</c:v>
                </c:pt>
                <c:pt idx="1343">
                  <c:v>40061</c:v>
                </c:pt>
                <c:pt idx="1344">
                  <c:v>40062</c:v>
                </c:pt>
                <c:pt idx="1345">
                  <c:v>40063</c:v>
                </c:pt>
                <c:pt idx="1346">
                  <c:v>40064</c:v>
                </c:pt>
                <c:pt idx="1347">
                  <c:v>40065</c:v>
                </c:pt>
                <c:pt idx="1348">
                  <c:v>40066</c:v>
                </c:pt>
                <c:pt idx="1349">
                  <c:v>40067</c:v>
                </c:pt>
                <c:pt idx="1350">
                  <c:v>40068</c:v>
                </c:pt>
                <c:pt idx="1351">
                  <c:v>40069</c:v>
                </c:pt>
                <c:pt idx="1352">
                  <c:v>40070</c:v>
                </c:pt>
                <c:pt idx="1353">
                  <c:v>40071</c:v>
                </c:pt>
                <c:pt idx="1354">
                  <c:v>40072</c:v>
                </c:pt>
                <c:pt idx="1355">
                  <c:v>40073</c:v>
                </c:pt>
                <c:pt idx="1356">
                  <c:v>40074</c:v>
                </c:pt>
                <c:pt idx="1357">
                  <c:v>40075</c:v>
                </c:pt>
                <c:pt idx="1358">
                  <c:v>40076</c:v>
                </c:pt>
                <c:pt idx="1359">
                  <c:v>40077</c:v>
                </c:pt>
                <c:pt idx="1360">
                  <c:v>40078</c:v>
                </c:pt>
                <c:pt idx="1361">
                  <c:v>40079</c:v>
                </c:pt>
                <c:pt idx="1362">
                  <c:v>40080</c:v>
                </c:pt>
                <c:pt idx="1363">
                  <c:v>40081</c:v>
                </c:pt>
                <c:pt idx="1364">
                  <c:v>40082</c:v>
                </c:pt>
                <c:pt idx="1365">
                  <c:v>40083</c:v>
                </c:pt>
                <c:pt idx="1366">
                  <c:v>40084</c:v>
                </c:pt>
                <c:pt idx="1367">
                  <c:v>40085</c:v>
                </c:pt>
                <c:pt idx="1368">
                  <c:v>40086</c:v>
                </c:pt>
                <c:pt idx="1369">
                  <c:v>40087</c:v>
                </c:pt>
                <c:pt idx="1370">
                  <c:v>40088</c:v>
                </c:pt>
                <c:pt idx="1371">
                  <c:v>40089</c:v>
                </c:pt>
                <c:pt idx="1372">
                  <c:v>40090</c:v>
                </c:pt>
                <c:pt idx="1373">
                  <c:v>40091</c:v>
                </c:pt>
                <c:pt idx="1374">
                  <c:v>40092</c:v>
                </c:pt>
                <c:pt idx="1375">
                  <c:v>40093</c:v>
                </c:pt>
                <c:pt idx="1376">
                  <c:v>40094</c:v>
                </c:pt>
                <c:pt idx="1377">
                  <c:v>40095</c:v>
                </c:pt>
                <c:pt idx="1378">
                  <c:v>40096</c:v>
                </c:pt>
                <c:pt idx="1379">
                  <c:v>40097</c:v>
                </c:pt>
                <c:pt idx="1380">
                  <c:v>40098</c:v>
                </c:pt>
                <c:pt idx="1381">
                  <c:v>40099</c:v>
                </c:pt>
                <c:pt idx="1382">
                  <c:v>40100</c:v>
                </c:pt>
                <c:pt idx="1383">
                  <c:v>40101</c:v>
                </c:pt>
                <c:pt idx="1384">
                  <c:v>40102</c:v>
                </c:pt>
                <c:pt idx="1385">
                  <c:v>40103</c:v>
                </c:pt>
                <c:pt idx="1386">
                  <c:v>40104</c:v>
                </c:pt>
                <c:pt idx="1387">
                  <c:v>40105</c:v>
                </c:pt>
                <c:pt idx="1388">
                  <c:v>40106</c:v>
                </c:pt>
                <c:pt idx="1389">
                  <c:v>40107</c:v>
                </c:pt>
                <c:pt idx="1390">
                  <c:v>40108</c:v>
                </c:pt>
                <c:pt idx="1391">
                  <c:v>40109</c:v>
                </c:pt>
                <c:pt idx="1392">
                  <c:v>40110</c:v>
                </c:pt>
                <c:pt idx="1393">
                  <c:v>40111</c:v>
                </c:pt>
                <c:pt idx="1394">
                  <c:v>40112</c:v>
                </c:pt>
                <c:pt idx="1395">
                  <c:v>40113</c:v>
                </c:pt>
                <c:pt idx="1396">
                  <c:v>40114</c:v>
                </c:pt>
                <c:pt idx="1397">
                  <c:v>40115</c:v>
                </c:pt>
                <c:pt idx="1398">
                  <c:v>40116</c:v>
                </c:pt>
                <c:pt idx="1399">
                  <c:v>40117</c:v>
                </c:pt>
                <c:pt idx="1400">
                  <c:v>40118</c:v>
                </c:pt>
                <c:pt idx="1401">
                  <c:v>40119</c:v>
                </c:pt>
                <c:pt idx="1402">
                  <c:v>40120</c:v>
                </c:pt>
                <c:pt idx="1403">
                  <c:v>40121</c:v>
                </c:pt>
                <c:pt idx="1404">
                  <c:v>40122</c:v>
                </c:pt>
                <c:pt idx="1405">
                  <c:v>40123</c:v>
                </c:pt>
                <c:pt idx="1406">
                  <c:v>40124</c:v>
                </c:pt>
                <c:pt idx="1407">
                  <c:v>40125</c:v>
                </c:pt>
                <c:pt idx="1408">
                  <c:v>40126</c:v>
                </c:pt>
                <c:pt idx="1409">
                  <c:v>40127</c:v>
                </c:pt>
                <c:pt idx="1410">
                  <c:v>40128</c:v>
                </c:pt>
                <c:pt idx="1411">
                  <c:v>40129</c:v>
                </c:pt>
                <c:pt idx="1412">
                  <c:v>40130</c:v>
                </c:pt>
                <c:pt idx="1413">
                  <c:v>40131</c:v>
                </c:pt>
                <c:pt idx="1414">
                  <c:v>40132</c:v>
                </c:pt>
                <c:pt idx="1415">
                  <c:v>40133</c:v>
                </c:pt>
                <c:pt idx="1416">
                  <c:v>40134</c:v>
                </c:pt>
                <c:pt idx="1417">
                  <c:v>40135</c:v>
                </c:pt>
                <c:pt idx="1418">
                  <c:v>40136</c:v>
                </c:pt>
                <c:pt idx="1419">
                  <c:v>40137</c:v>
                </c:pt>
                <c:pt idx="1420">
                  <c:v>40138</c:v>
                </c:pt>
                <c:pt idx="1421">
                  <c:v>40139</c:v>
                </c:pt>
                <c:pt idx="1422">
                  <c:v>40140</c:v>
                </c:pt>
                <c:pt idx="1423">
                  <c:v>40141</c:v>
                </c:pt>
                <c:pt idx="1424">
                  <c:v>40142</c:v>
                </c:pt>
                <c:pt idx="1425">
                  <c:v>40143</c:v>
                </c:pt>
                <c:pt idx="1426">
                  <c:v>40144</c:v>
                </c:pt>
                <c:pt idx="1427">
                  <c:v>40145</c:v>
                </c:pt>
                <c:pt idx="1428">
                  <c:v>40146</c:v>
                </c:pt>
                <c:pt idx="1429">
                  <c:v>40147</c:v>
                </c:pt>
                <c:pt idx="1430">
                  <c:v>40148</c:v>
                </c:pt>
                <c:pt idx="1431">
                  <c:v>40149</c:v>
                </c:pt>
                <c:pt idx="1432">
                  <c:v>40150</c:v>
                </c:pt>
                <c:pt idx="1433">
                  <c:v>40151</c:v>
                </c:pt>
                <c:pt idx="1434">
                  <c:v>40152</c:v>
                </c:pt>
                <c:pt idx="1435">
                  <c:v>40153</c:v>
                </c:pt>
                <c:pt idx="1436">
                  <c:v>40154</c:v>
                </c:pt>
                <c:pt idx="1437">
                  <c:v>40155</c:v>
                </c:pt>
                <c:pt idx="1438">
                  <c:v>40156</c:v>
                </c:pt>
                <c:pt idx="1439">
                  <c:v>40157</c:v>
                </c:pt>
                <c:pt idx="1440">
                  <c:v>40158</c:v>
                </c:pt>
                <c:pt idx="1441">
                  <c:v>40159</c:v>
                </c:pt>
                <c:pt idx="1442">
                  <c:v>40160</c:v>
                </c:pt>
                <c:pt idx="1443">
                  <c:v>40161</c:v>
                </c:pt>
                <c:pt idx="1444">
                  <c:v>40162</c:v>
                </c:pt>
                <c:pt idx="1445">
                  <c:v>40163</c:v>
                </c:pt>
                <c:pt idx="1446">
                  <c:v>40164</c:v>
                </c:pt>
                <c:pt idx="1447">
                  <c:v>40165</c:v>
                </c:pt>
                <c:pt idx="1448">
                  <c:v>40166</c:v>
                </c:pt>
                <c:pt idx="1449">
                  <c:v>40167</c:v>
                </c:pt>
                <c:pt idx="1450">
                  <c:v>40168</c:v>
                </c:pt>
                <c:pt idx="1451">
                  <c:v>40169</c:v>
                </c:pt>
                <c:pt idx="1452">
                  <c:v>40170</c:v>
                </c:pt>
                <c:pt idx="1453">
                  <c:v>40171</c:v>
                </c:pt>
                <c:pt idx="1454">
                  <c:v>40172</c:v>
                </c:pt>
                <c:pt idx="1455">
                  <c:v>40173</c:v>
                </c:pt>
                <c:pt idx="1456">
                  <c:v>40174</c:v>
                </c:pt>
                <c:pt idx="1457">
                  <c:v>40175</c:v>
                </c:pt>
                <c:pt idx="1458">
                  <c:v>40176</c:v>
                </c:pt>
                <c:pt idx="1459">
                  <c:v>40177</c:v>
                </c:pt>
                <c:pt idx="1460">
                  <c:v>40178</c:v>
                </c:pt>
                <c:pt idx="1461">
                  <c:v>40179</c:v>
                </c:pt>
                <c:pt idx="1462">
                  <c:v>40180</c:v>
                </c:pt>
                <c:pt idx="1463">
                  <c:v>40181</c:v>
                </c:pt>
                <c:pt idx="1464">
                  <c:v>40182</c:v>
                </c:pt>
                <c:pt idx="1465">
                  <c:v>40183</c:v>
                </c:pt>
                <c:pt idx="1466">
                  <c:v>40184</c:v>
                </c:pt>
                <c:pt idx="1467">
                  <c:v>40185</c:v>
                </c:pt>
                <c:pt idx="1468">
                  <c:v>40186</c:v>
                </c:pt>
                <c:pt idx="1469">
                  <c:v>40187</c:v>
                </c:pt>
                <c:pt idx="1470">
                  <c:v>40188</c:v>
                </c:pt>
                <c:pt idx="1471">
                  <c:v>40189</c:v>
                </c:pt>
                <c:pt idx="1472">
                  <c:v>40190</c:v>
                </c:pt>
                <c:pt idx="1473">
                  <c:v>40191</c:v>
                </c:pt>
                <c:pt idx="1474">
                  <c:v>40192</c:v>
                </c:pt>
                <c:pt idx="1475">
                  <c:v>40193</c:v>
                </c:pt>
                <c:pt idx="1476">
                  <c:v>40194</c:v>
                </c:pt>
                <c:pt idx="1477">
                  <c:v>40195</c:v>
                </c:pt>
                <c:pt idx="1478">
                  <c:v>40196</c:v>
                </c:pt>
                <c:pt idx="1479">
                  <c:v>40197</c:v>
                </c:pt>
                <c:pt idx="1480">
                  <c:v>40198</c:v>
                </c:pt>
                <c:pt idx="1481">
                  <c:v>40199</c:v>
                </c:pt>
                <c:pt idx="1482">
                  <c:v>40200</c:v>
                </c:pt>
                <c:pt idx="1483">
                  <c:v>40201</c:v>
                </c:pt>
                <c:pt idx="1484">
                  <c:v>40202</c:v>
                </c:pt>
                <c:pt idx="1485">
                  <c:v>40203</c:v>
                </c:pt>
                <c:pt idx="1486">
                  <c:v>40204</c:v>
                </c:pt>
                <c:pt idx="1487">
                  <c:v>40205</c:v>
                </c:pt>
                <c:pt idx="1488">
                  <c:v>40206</c:v>
                </c:pt>
                <c:pt idx="1489">
                  <c:v>40207</c:v>
                </c:pt>
                <c:pt idx="1490">
                  <c:v>40208</c:v>
                </c:pt>
                <c:pt idx="1491">
                  <c:v>40209</c:v>
                </c:pt>
                <c:pt idx="1492">
                  <c:v>40210</c:v>
                </c:pt>
                <c:pt idx="1493">
                  <c:v>40211</c:v>
                </c:pt>
                <c:pt idx="1494">
                  <c:v>40212</c:v>
                </c:pt>
                <c:pt idx="1495">
                  <c:v>40213</c:v>
                </c:pt>
                <c:pt idx="1496">
                  <c:v>40214</c:v>
                </c:pt>
                <c:pt idx="1497">
                  <c:v>40215</c:v>
                </c:pt>
                <c:pt idx="1498">
                  <c:v>40216</c:v>
                </c:pt>
                <c:pt idx="1499">
                  <c:v>40217</c:v>
                </c:pt>
                <c:pt idx="1500">
                  <c:v>40218</c:v>
                </c:pt>
                <c:pt idx="1501">
                  <c:v>40219</c:v>
                </c:pt>
                <c:pt idx="1502">
                  <c:v>40220</c:v>
                </c:pt>
                <c:pt idx="1503">
                  <c:v>40221</c:v>
                </c:pt>
                <c:pt idx="1504">
                  <c:v>40222</c:v>
                </c:pt>
                <c:pt idx="1505">
                  <c:v>40223</c:v>
                </c:pt>
                <c:pt idx="1506">
                  <c:v>40224</c:v>
                </c:pt>
                <c:pt idx="1507">
                  <c:v>40225</c:v>
                </c:pt>
                <c:pt idx="1508">
                  <c:v>40226</c:v>
                </c:pt>
                <c:pt idx="1509">
                  <c:v>40227</c:v>
                </c:pt>
                <c:pt idx="1510">
                  <c:v>40228</c:v>
                </c:pt>
                <c:pt idx="1511">
                  <c:v>40229</c:v>
                </c:pt>
                <c:pt idx="1512">
                  <c:v>40230</c:v>
                </c:pt>
                <c:pt idx="1513">
                  <c:v>40231</c:v>
                </c:pt>
                <c:pt idx="1514">
                  <c:v>40232</c:v>
                </c:pt>
                <c:pt idx="1515">
                  <c:v>40233</c:v>
                </c:pt>
                <c:pt idx="1516">
                  <c:v>40234</c:v>
                </c:pt>
                <c:pt idx="1517">
                  <c:v>40235</c:v>
                </c:pt>
                <c:pt idx="1518">
                  <c:v>40236</c:v>
                </c:pt>
                <c:pt idx="1519">
                  <c:v>40237</c:v>
                </c:pt>
                <c:pt idx="1520">
                  <c:v>40238</c:v>
                </c:pt>
                <c:pt idx="1521">
                  <c:v>40239</c:v>
                </c:pt>
                <c:pt idx="1522">
                  <c:v>40240</c:v>
                </c:pt>
                <c:pt idx="1523">
                  <c:v>40241</c:v>
                </c:pt>
                <c:pt idx="1524">
                  <c:v>40242</c:v>
                </c:pt>
                <c:pt idx="1525">
                  <c:v>40243</c:v>
                </c:pt>
                <c:pt idx="1526">
                  <c:v>40244</c:v>
                </c:pt>
                <c:pt idx="1527">
                  <c:v>40245</c:v>
                </c:pt>
                <c:pt idx="1528">
                  <c:v>40246</c:v>
                </c:pt>
                <c:pt idx="1529">
                  <c:v>40247</c:v>
                </c:pt>
                <c:pt idx="1530">
                  <c:v>40248</c:v>
                </c:pt>
                <c:pt idx="1531">
                  <c:v>40249</c:v>
                </c:pt>
                <c:pt idx="1532">
                  <c:v>40250</c:v>
                </c:pt>
                <c:pt idx="1533">
                  <c:v>40251</c:v>
                </c:pt>
                <c:pt idx="1534">
                  <c:v>40252</c:v>
                </c:pt>
                <c:pt idx="1535">
                  <c:v>40253</c:v>
                </c:pt>
                <c:pt idx="1536">
                  <c:v>40254</c:v>
                </c:pt>
                <c:pt idx="1537">
                  <c:v>40255</c:v>
                </c:pt>
                <c:pt idx="1538">
                  <c:v>40256</c:v>
                </c:pt>
                <c:pt idx="1539">
                  <c:v>40257</c:v>
                </c:pt>
                <c:pt idx="1540">
                  <c:v>40258</c:v>
                </c:pt>
                <c:pt idx="1541">
                  <c:v>40259</c:v>
                </c:pt>
                <c:pt idx="1542">
                  <c:v>40260</c:v>
                </c:pt>
                <c:pt idx="1543">
                  <c:v>40261</c:v>
                </c:pt>
                <c:pt idx="1544">
                  <c:v>40262</c:v>
                </c:pt>
                <c:pt idx="1545">
                  <c:v>40263</c:v>
                </c:pt>
                <c:pt idx="1546">
                  <c:v>40264</c:v>
                </c:pt>
                <c:pt idx="1547">
                  <c:v>40265</c:v>
                </c:pt>
                <c:pt idx="1548">
                  <c:v>40266</c:v>
                </c:pt>
                <c:pt idx="1549">
                  <c:v>40267</c:v>
                </c:pt>
                <c:pt idx="1550">
                  <c:v>40268</c:v>
                </c:pt>
                <c:pt idx="1551">
                  <c:v>40269</c:v>
                </c:pt>
                <c:pt idx="1552">
                  <c:v>40270</c:v>
                </c:pt>
                <c:pt idx="1553">
                  <c:v>40271</c:v>
                </c:pt>
                <c:pt idx="1554">
                  <c:v>40272</c:v>
                </c:pt>
                <c:pt idx="1555">
                  <c:v>40273</c:v>
                </c:pt>
                <c:pt idx="1556">
                  <c:v>40274</c:v>
                </c:pt>
                <c:pt idx="1557">
                  <c:v>40275</c:v>
                </c:pt>
                <c:pt idx="1558">
                  <c:v>40276</c:v>
                </c:pt>
                <c:pt idx="1559">
                  <c:v>40277</c:v>
                </c:pt>
                <c:pt idx="1560">
                  <c:v>40278</c:v>
                </c:pt>
                <c:pt idx="1561">
                  <c:v>40279</c:v>
                </c:pt>
                <c:pt idx="1562">
                  <c:v>40280</c:v>
                </c:pt>
                <c:pt idx="1563">
                  <c:v>40281</c:v>
                </c:pt>
                <c:pt idx="1564">
                  <c:v>40282</c:v>
                </c:pt>
                <c:pt idx="1565">
                  <c:v>40283</c:v>
                </c:pt>
                <c:pt idx="1566">
                  <c:v>40284</c:v>
                </c:pt>
                <c:pt idx="1567">
                  <c:v>40285</c:v>
                </c:pt>
                <c:pt idx="1568">
                  <c:v>40286</c:v>
                </c:pt>
                <c:pt idx="1569">
                  <c:v>40287</c:v>
                </c:pt>
                <c:pt idx="1570">
                  <c:v>40288</c:v>
                </c:pt>
                <c:pt idx="1571">
                  <c:v>40289</c:v>
                </c:pt>
                <c:pt idx="1572">
                  <c:v>40290</c:v>
                </c:pt>
                <c:pt idx="1573">
                  <c:v>40291</c:v>
                </c:pt>
                <c:pt idx="1574">
                  <c:v>40292</c:v>
                </c:pt>
                <c:pt idx="1575">
                  <c:v>40293</c:v>
                </c:pt>
                <c:pt idx="1576">
                  <c:v>40294</c:v>
                </c:pt>
                <c:pt idx="1577">
                  <c:v>40295</c:v>
                </c:pt>
                <c:pt idx="1578">
                  <c:v>40296</c:v>
                </c:pt>
                <c:pt idx="1579">
                  <c:v>40297</c:v>
                </c:pt>
                <c:pt idx="1580">
                  <c:v>40298</c:v>
                </c:pt>
                <c:pt idx="1581">
                  <c:v>40299</c:v>
                </c:pt>
                <c:pt idx="1582">
                  <c:v>40300</c:v>
                </c:pt>
                <c:pt idx="1583">
                  <c:v>40301</c:v>
                </c:pt>
                <c:pt idx="1584">
                  <c:v>40302</c:v>
                </c:pt>
                <c:pt idx="1585">
                  <c:v>40303</c:v>
                </c:pt>
                <c:pt idx="1586">
                  <c:v>40304</c:v>
                </c:pt>
                <c:pt idx="1587">
                  <c:v>40305</c:v>
                </c:pt>
                <c:pt idx="1588">
                  <c:v>40306</c:v>
                </c:pt>
                <c:pt idx="1589">
                  <c:v>40307</c:v>
                </c:pt>
                <c:pt idx="1590">
                  <c:v>40308</c:v>
                </c:pt>
                <c:pt idx="1591">
                  <c:v>40309</c:v>
                </c:pt>
                <c:pt idx="1592">
                  <c:v>40310</c:v>
                </c:pt>
                <c:pt idx="1593">
                  <c:v>40311</c:v>
                </c:pt>
                <c:pt idx="1594">
                  <c:v>40312</c:v>
                </c:pt>
                <c:pt idx="1595">
                  <c:v>40313</c:v>
                </c:pt>
                <c:pt idx="1596">
                  <c:v>40314</c:v>
                </c:pt>
                <c:pt idx="1597">
                  <c:v>40315</c:v>
                </c:pt>
                <c:pt idx="1598">
                  <c:v>40316</c:v>
                </c:pt>
                <c:pt idx="1599">
                  <c:v>40317</c:v>
                </c:pt>
                <c:pt idx="1600">
                  <c:v>40318</c:v>
                </c:pt>
                <c:pt idx="1601">
                  <c:v>40319</c:v>
                </c:pt>
                <c:pt idx="1602">
                  <c:v>40320</c:v>
                </c:pt>
                <c:pt idx="1603">
                  <c:v>40321</c:v>
                </c:pt>
                <c:pt idx="1604">
                  <c:v>40322</c:v>
                </c:pt>
                <c:pt idx="1605">
                  <c:v>40323</c:v>
                </c:pt>
                <c:pt idx="1606">
                  <c:v>40324</c:v>
                </c:pt>
                <c:pt idx="1607">
                  <c:v>40325</c:v>
                </c:pt>
                <c:pt idx="1608">
                  <c:v>40326</c:v>
                </c:pt>
                <c:pt idx="1609">
                  <c:v>40327</c:v>
                </c:pt>
                <c:pt idx="1610">
                  <c:v>40328</c:v>
                </c:pt>
                <c:pt idx="1611">
                  <c:v>40329</c:v>
                </c:pt>
                <c:pt idx="1612">
                  <c:v>40330</c:v>
                </c:pt>
                <c:pt idx="1613">
                  <c:v>40331</c:v>
                </c:pt>
                <c:pt idx="1614">
                  <c:v>40332</c:v>
                </c:pt>
                <c:pt idx="1615">
                  <c:v>40333</c:v>
                </c:pt>
                <c:pt idx="1616">
                  <c:v>40334</c:v>
                </c:pt>
                <c:pt idx="1617">
                  <c:v>40335</c:v>
                </c:pt>
                <c:pt idx="1618">
                  <c:v>40336</c:v>
                </c:pt>
                <c:pt idx="1619">
                  <c:v>40337</c:v>
                </c:pt>
                <c:pt idx="1620">
                  <c:v>40338</c:v>
                </c:pt>
                <c:pt idx="1621">
                  <c:v>40339</c:v>
                </c:pt>
                <c:pt idx="1622">
                  <c:v>40340</c:v>
                </c:pt>
                <c:pt idx="1623">
                  <c:v>40341</c:v>
                </c:pt>
                <c:pt idx="1624">
                  <c:v>40342</c:v>
                </c:pt>
                <c:pt idx="1625">
                  <c:v>40343</c:v>
                </c:pt>
                <c:pt idx="1626">
                  <c:v>40344</c:v>
                </c:pt>
                <c:pt idx="1627">
                  <c:v>40345</c:v>
                </c:pt>
                <c:pt idx="1628">
                  <c:v>40346</c:v>
                </c:pt>
                <c:pt idx="1629">
                  <c:v>40347</c:v>
                </c:pt>
                <c:pt idx="1630">
                  <c:v>40348</c:v>
                </c:pt>
                <c:pt idx="1631">
                  <c:v>40349</c:v>
                </c:pt>
                <c:pt idx="1632">
                  <c:v>40350</c:v>
                </c:pt>
                <c:pt idx="1633">
                  <c:v>40351</c:v>
                </c:pt>
                <c:pt idx="1634">
                  <c:v>40352</c:v>
                </c:pt>
                <c:pt idx="1635">
                  <c:v>40353</c:v>
                </c:pt>
                <c:pt idx="1636">
                  <c:v>40354</c:v>
                </c:pt>
                <c:pt idx="1637">
                  <c:v>40355</c:v>
                </c:pt>
                <c:pt idx="1638">
                  <c:v>40356</c:v>
                </c:pt>
                <c:pt idx="1639">
                  <c:v>40357</c:v>
                </c:pt>
                <c:pt idx="1640">
                  <c:v>40358</c:v>
                </c:pt>
                <c:pt idx="1641">
                  <c:v>40359</c:v>
                </c:pt>
                <c:pt idx="1642">
                  <c:v>40360</c:v>
                </c:pt>
                <c:pt idx="1643">
                  <c:v>40361</c:v>
                </c:pt>
                <c:pt idx="1644">
                  <c:v>40362</c:v>
                </c:pt>
                <c:pt idx="1645">
                  <c:v>40363</c:v>
                </c:pt>
                <c:pt idx="1646">
                  <c:v>40364</c:v>
                </c:pt>
                <c:pt idx="1647">
                  <c:v>40365</c:v>
                </c:pt>
                <c:pt idx="1648">
                  <c:v>40366</c:v>
                </c:pt>
                <c:pt idx="1649">
                  <c:v>40367</c:v>
                </c:pt>
                <c:pt idx="1650">
                  <c:v>40368</c:v>
                </c:pt>
                <c:pt idx="1651">
                  <c:v>40369</c:v>
                </c:pt>
                <c:pt idx="1652">
                  <c:v>40370</c:v>
                </c:pt>
                <c:pt idx="1653">
                  <c:v>40371</c:v>
                </c:pt>
                <c:pt idx="1654">
                  <c:v>40372</c:v>
                </c:pt>
                <c:pt idx="1655">
                  <c:v>40373</c:v>
                </c:pt>
                <c:pt idx="1656">
                  <c:v>40374</c:v>
                </c:pt>
                <c:pt idx="1657">
                  <c:v>40375</c:v>
                </c:pt>
                <c:pt idx="1658">
                  <c:v>40376</c:v>
                </c:pt>
                <c:pt idx="1659">
                  <c:v>40377</c:v>
                </c:pt>
                <c:pt idx="1660">
                  <c:v>40378</c:v>
                </c:pt>
                <c:pt idx="1661">
                  <c:v>40379</c:v>
                </c:pt>
                <c:pt idx="1662">
                  <c:v>40380</c:v>
                </c:pt>
                <c:pt idx="1663">
                  <c:v>40381</c:v>
                </c:pt>
                <c:pt idx="1664">
                  <c:v>40382</c:v>
                </c:pt>
                <c:pt idx="1665">
                  <c:v>40383</c:v>
                </c:pt>
                <c:pt idx="1666">
                  <c:v>40384</c:v>
                </c:pt>
                <c:pt idx="1667">
                  <c:v>40385</c:v>
                </c:pt>
                <c:pt idx="1668">
                  <c:v>40386</c:v>
                </c:pt>
                <c:pt idx="1669">
                  <c:v>40387</c:v>
                </c:pt>
                <c:pt idx="1670">
                  <c:v>40388</c:v>
                </c:pt>
                <c:pt idx="1671">
                  <c:v>40389</c:v>
                </c:pt>
                <c:pt idx="1672">
                  <c:v>40390</c:v>
                </c:pt>
                <c:pt idx="1673">
                  <c:v>40391</c:v>
                </c:pt>
                <c:pt idx="1674">
                  <c:v>40392</c:v>
                </c:pt>
                <c:pt idx="1675">
                  <c:v>40393</c:v>
                </c:pt>
                <c:pt idx="1676">
                  <c:v>40394</c:v>
                </c:pt>
                <c:pt idx="1677">
                  <c:v>40395</c:v>
                </c:pt>
                <c:pt idx="1678">
                  <c:v>40396</c:v>
                </c:pt>
                <c:pt idx="1679">
                  <c:v>40397</c:v>
                </c:pt>
                <c:pt idx="1680">
                  <c:v>40398</c:v>
                </c:pt>
                <c:pt idx="1681">
                  <c:v>40399</c:v>
                </c:pt>
                <c:pt idx="1682">
                  <c:v>40400</c:v>
                </c:pt>
                <c:pt idx="1683">
                  <c:v>40401</c:v>
                </c:pt>
                <c:pt idx="1684">
                  <c:v>40402</c:v>
                </c:pt>
                <c:pt idx="1685">
                  <c:v>40403</c:v>
                </c:pt>
                <c:pt idx="1686">
                  <c:v>40404</c:v>
                </c:pt>
                <c:pt idx="1687">
                  <c:v>40405</c:v>
                </c:pt>
                <c:pt idx="1688">
                  <c:v>40406</c:v>
                </c:pt>
                <c:pt idx="1689">
                  <c:v>40407</c:v>
                </c:pt>
                <c:pt idx="1690">
                  <c:v>40408</c:v>
                </c:pt>
                <c:pt idx="1691">
                  <c:v>40409</c:v>
                </c:pt>
                <c:pt idx="1692">
                  <c:v>40410</c:v>
                </c:pt>
                <c:pt idx="1693">
                  <c:v>40411</c:v>
                </c:pt>
                <c:pt idx="1694">
                  <c:v>40412</c:v>
                </c:pt>
                <c:pt idx="1695">
                  <c:v>40413</c:v>
                </c:pt>
                <c:pt idx="1696">
                  <c:v>40414</c:v>
                </c:pt>
                <c:pt idx="1697">
                  <c:v>40415</c:v>
                </c:pt>
                <c:pt idx="1698">
                  <c:v>40416</c:v>
                </c:pt>
                <c:pt idx="1699">
                  <c:v>40417</c:v>
                </c:pt>
                <c:pt idx="1700">
                  <c:v>40418</c:v>
                </c:pt>
                <c:pt idx="1701">
                  <c:v>40419</c:v>
                </c:pt>
                <c:pt idx="1702">
                  <c:v>40420</c:v>
                </c:pt>
                <c:pt idx="1703">
                  <c:v>40421</c:v>
                </c:pt>
                <c:pt idx="1704">
                  <c:v>40422</c:v>
                </c:pt>
                <c:pt idx="1705">
                  <c:v>40423</c:v>
                </c:pt>
                <c:pt idx="1706">
                  <c:v>40424</c:v>
                </c:pt>
                <c:pt idx="1707">
                  <c:v>40425</c:v>
                </c:pt>
                <c:pt idx="1708">
                  <c:v>40426</c:v>
                </c:pt>
                <c:pt idx="1709">
                  <c:v>40427</c:v>
                </c:pt>
                <c:pt idx="1710">
                  <c:v>40428</c:v>
                </c:pt>
                <c:pt idx="1711">
                  <c:v>40429</c:v>
                </c:pt>
                <c:pt idx="1712">
                  <c:v>40430</c:v>
                </c:pt>
                <c:pt idx="1713">
                  <c:v>40431</c:v>
                </c:pt>
                <c:pt idx="1714">
                  <c:v>40432</c:v>
                </c:pt>
                <c:pt idx="1715">
                  <c:v>40433</c:v>
                </c:pt>
                <c:pt idx="1716">
                  <c:v>40434</c:v>
                </c:pt>
                <c:pt idx="1717">
                  <c:v>40435</c:v>
                </c:pt>
                <c:pt idx="1718">
                  <c:v>40436</c:v>
                </c:pt>
                <c:pt idx="1719">
                  <c:v>40437</c:v>
                </c:pt>
                <c:pt idx="1720">
                  <c:v>40438</c:v>
                </c:pt>
                <c:pt idx="1721">
                  <c:v>40439</c:v>
                </c:pt>
                <c:pt idx="1722">
                  <c:v>40440</c:v>
                </c:pt>
                <c:pt idx="1723">
                  <c:v>40441</c:v>
                </c:pt>
                <c:pt idx="1724">
                  <c:v>40442</c:v>
                </c:pt>
                <c:pt idx="1725">
                  <c:v>40443</c:v>
                </c:pt>
                <c:pt idx="1726">
                  <c:v>40444</c:v>
                </c:pt>
                <c:pt idx="1727">
                  <c:v>40445</c:v>
                </c:pt>
                <c:pt idx="1728">
                  <c:v>40446</c:v>
                </c:pt>
                <c:pt idx="1729">
                  <c:v>40447</c:v>
                </c:pt>
                <c:pt idx="1730">
                  <c:v>40448</c:v>
                </c:pt>
                <c:pt idx="1731">
                  <c:v>40449</c:v>
                </c:pt>
                <c:pt idx="1732">
                  <c:v>40450</c:v>
                </c:pt>
                <c:pt idx="1733">
                  <c:v>40451</c:v>
                </c:pt>
                <c:pt idx="1734">
                  <c:v>40452</c:v>
                </c:pt>
                <c:pt idx="1735">
                  <c:v>40453</c:v>
                </c:pt>
                <c:pt idx="1736">
                  <c:v>40454</c:v>
                </c:pt>
                <c:pt idx="1737">
                  <c:v>40455</c:v>
                </c:pt>
                <c:pt idx="1738">
                  <c:v>40456</c:v>
                </c:pt>
                <c:pt idx="1739">
                  <c:v>40457</c:v>
                </c:pt>
                <c:pt idx="1740">
                  <c:v>40458</c:v>
                </c:pt>
                <c:pt idx="1741">
                  <c:v>40459</c:v>
                </c:pt>
                <c:pt idx="1742">
                  <c:v>40460</c:v>
                </c:pt>
                <c:pt idx="1743">
                  <c:v>40461</c:v>
                </c:pt>
                <c:pt idx="1744">
                  <c:v>40462</c:v>
                </c:pt>
                <c:pt idx="1745">
                  <c:v>40463</c:v>
                </c:pt>
                <c:pt idx="1746">
                  <c:v>40464</c:v>
                </c:pt>
                <c:pt idx="1747">
                  <c:v>40465</c:v>
                </c:pt>
                <c:pt idx="1748">
                  <c:v>40466</c:v>
                </c:pt>
                <c:pt idx="1749">
                  <c:v>40467</c:v>
                </c:pt>
                <c:pt idx="1750">
                  <c:v>40468</c:v>
                </c:pt>
                <c:pt idx="1751">
                  <c:v>40469</c:v>
                </c:pt>
                <c:pt idx="1752">
                  <c:v>40470</c:v>
                </c:pt>
                <c:pt idx="1753">
                  <c:v>40471</c:v>
                </c:pt>
                <c:pt idx="1754">
                  <c:v>40472</c:v>
                </c:pt>
                <c:pt idx="1755">
                  <c:v>40473</c:v>
                </c:pt>
                <c:pt idx="1756">
                  <c:v>40474</c:v>
                </c:pt>
                <c:pt idx="1757">
                  <c:v>40475</c:v>
                </c:pt>
                <c:pt idx="1758">
                  <c:v>40476</c:v>
                </c:pt>
                <c:pt idx="1759">
                  <c:v>40477</c:v>
                </c:pt>
                <c:pt idx="1760">
                  <c:v>40478</c:v>
                </c:pt>
                <c:pt idx="1761">
                  <c:v>40479</c:v>
                </c:pt>
                <c:pt idx="1762">
                  <c:v>40480</c:v>
                </c:pt>
                <c:pt idx="1763">
                  <c:v>40481</c:v>
                </c:pt>
                <c:pt idx="1764">
                  <c:v>40482</c:v>
                </c:pt>
                <c:pt idx="1765">
                  <c:v>40483</c:v>
                </c:pt>
                <c:pt idx="1766">
                  <c:v>40484</c:v>
                </c:pt>
                <c:pt idx="1767">
                  <c:v>40485</c:v>
                </c:pt>
                <c:pt idx="1768">
                  <c:v>40486</c:v>
                </c:pt>
                <c:pt idx="1769">
                  <c:v>40487</c:v>
                </c:pt>
                <c:pt idx="1770">
                  <c:v>40488</c:v>
                </c:pt>
                <c:pt idx="1771">
                  <c:v>40489</c:v>
                </c:pt>
                <c:pt idx="1772">
                  <c:v>40490</c:v>
                </c:pt>
                <c:pt idx="1773">
                  <c:v>40491</c:v>
                </c:pt>
                <c:pt idx="1774">
                  <c:v>40492</c:v>
                </c:pt>
                <c:pt idx="1775">
                  <c:v>40493</c:v>
                </c:pt>
                <c:pt idx="1776">
                  <c:v>40494</c:v>
                </c:pt>
                <c:pt idx="1777">
                  <c:v>40495</c:v>
                </c:pt>
                <c:pt idx="1778">
                  <c:v>40496</c:v>
                </c:pt>
                <c:pt idx="1779">
                  <c:v>40497</c:v>
                </c:pt>
                <c:pt idx="1780">
                  <c:v>40498</c:v>
                </c:pt>
                <c:pt idx="1781">
                  <c:v>40499</c:v>
                </c:pt>
                <c:pt idx="1782">
                  <c:v>40500</c:v>
                </c:pt>
                <c:pt idx="1783">
                  <c:v>40501</c:v>
                </c:pt>
                <c:pt idx="1784">
                  <c:v>40502</c:v>
                </c:pt>
                <c:pt idx="1785">
                  <c:v>40503</c:v>
                </c:pt>
                <c:pt idx="1786">
                  <c:v>40504</c:v>
                </c:pt>
                <c:pt idx="1787">
                  <c:v>40505</c:v>
                </c:pt>
                <c:pt idx="1788">
                  <c:v>40506</c:v>
                </c:pt>
                <c:pt idx="1789">
                  <c:v>40507</c:v>
                </c:pt>
                <c:pt idx="1790">
                  <c:v>40508</c:v>
                </c:pt>
                <c:pt idx="1791">
                  <c:v>40509</c:v>
                </c:pt>
                <c:pt idx="1792">
                  <c:v>40510</c:v>
                </c:pt>
                <c:pt idx="1793">
                  <c:v>40511</c:v>
                </c:pt>
                <c:pt idx="1794">
                  <c:v>40512</c:v>
                </c:pt>
                <c:pt idx="1795">
                  <c:v>40513</c:v>
                </c:pt>
                <c:pt idx="1796">
                  <c:v>40514</c:v>
                </c:pt>
                <c:pt idx="1797">
                  <c:v>40515</c:v>
                </c:pt>
                <c:pt idx="1798">
                  <c:v>40516</c:v>
                </c:pt>
                <c:pt idx="1799">
                  <c:v>40517</c:v>
                </c:pt>
                <c:pt idx="1800">
                  <c:v>40518</c:v>
                </c:pt>
                <c:pt idx="1801">
                  <c:v>40519</c:v>
                </c:pt>
                <c:pt idx="1802">
                  <c:v>40520</c:v>
                </c:pt>
                <c:pt idx="1803">
                  <c:v>40521</c:v>
                </c:pt>
                <c:pt idx="1804">
                  <c:v>40522</c:v>
                </c:pt>
                <c:pt idx="1805">
                  <c:v>40523</c:v>
                </c:pt>
                <c:pt idx="1806">
                  <c:v>40524</c:v>
                </c:pt>
                <c:pt idx="1807">
                  <c:v>40525</c:v>
                </c:pt>
                <c:pt idx="1808">
                  <c:v>40526</c:v>
                </c:pt>
                <c:pt idx="1809">
                  <c:v>40527</c:v>
                </c:pt>
                <c:pt idx="1810">
                  <c:v>40528</c:v>
                </c:pt>
                <c:pt idx="1811">
                  <c:v>40529</c:v>
                </c:pt>
                <c:pt idx="1812">
                  <c:v>40530</c:v>
                </c:pt>
                <c:pt idx="1813">
                  <c:v>40531</c:v>
                </c:pt>
                <c:pt idx="1814">
                  <c:v>40532</c:v>
                </c:pt>
                <c:pt idx="1815">
                  <c:v>40533</c:v>
                </c:pt>
                <c:pt idx="1816">
                  <c:v>40534</c:v>
                </c:pt>
                <c:pt idx="1817">
                  <c:v>40535</c:v>
                </c:pt>
                <c:pt idx="1818">
                  <c:v>40536</c:v>
                </c:pt>
                <c:pt idx="1819">
                  <c:v>40537</c:v>
                </c:pt>
                <c:pt idx="1820">
                  <c:v>40538</c:v>
                </c:pt>
                <c:pt idx="1821">
                  <c:v>40539</c:v>
                </c:pt>
                <c:pt idx="1822">
                  <c:v>40540</c:v>
                </c:pt>
                <c:pt idx="1823">
                  <c:v>40541</c:v>
                </c:pt>
                <c:pt idx="1824">
                  <c:v>40542</c:v>
                </c:pt>
                <c:pt idx="1825">
                  <c:v>40543</c:v>
                </c:pt>
                <c:pt idx="1826">
                  <c:v>40544</c:v>
                </c:pt>
                <c:pt idx="1827">
                  <c:v>40545</c:v>
                </c:pt>
                <c:pt idx="1828">
                  <c:v>40546</c:v>
                </c:pt>
                <c:pt idx="1829">
                  <c:v>40547</c:v>
                </c:pt>
                <c:pt idx="1830">
                  <c:v>40548</c:v>
                </c:pt>
                <c:pt idx="1831">
                  <c:v>40549</c:v>
                </c:pt>
                <c:pt idx="1832">
                  <c:v>40550</c:v>
                </c:pt>
                <c:pt idx="1833">
                  <c:v>40551</c:v>
                </c:pt>
                <c:pt idx="1834">
                  <c:v>40552</c:v>
                </c:pt>
                <c:pt idx="1835">
                  <c:v>40553</c:v>
                </c:pt>
                <c:pt idx="1836">
                  <c:v>40554</c:v>
                </c:pt>
                <c:pt idx="1837">
                  <c:v>40555</c:v>
                </c:pt>
                <c:pt idx="1838">
                  <c:v>40556</c:v>
                </c:pt>
                <c:pt idx="1839">
                  <c:v>40557</c:v>
                </c:pt>
                <c:pt idx="1840">
                  <c:v>40558</c:v>
                </c:pt>
                <c:pt idx="1841">
                  <c:v>40559</c:v>
                </c:pt>
                <c:pt idx="1842">
                  <c:v>40560</c:v>
                </c:pt>
                <c:pt idx="1843">
                  <c:v>40561</c:v>
                </c:pt>
                <c:pt idx="1844">
                  <c:v>40562</c:v>
                </c:pt>
                <c:pt idx="1845">
                  <c:v>40563</c:v>
                </c:pt>
                <c:pt idx="1846">
                  <c:v>40564</c:v>
                </c:pt>
                <c:pt idx="1847">
                  <c:v>40565</c:v>
                </c:pt>
                <c:pt idx="1848">
                  <c:v>40566</c:v>
                </c:pt>
                <c:pt idx="1849">
                  <c:v>40567</c:v>
                </c:pt>
                <c:pt idx="1850">
                  <c:v>40568</c:v>
                </c:pt>
                <c:pt idx="1851">
                  <c:v>40569</c:v>
                </c:pt>
                <c:pt idx="1852">
                  <c:v>40570</c:v>
                </c:pt>
                <c:pt idx="1853">
                  <c:v>40571</c:v>
                </c:pt>
                <c:pt idx="1854">
                  <c:v>40572</c:v>
                </c:pt>
                <c:pt idx="1855">
                  <c:v>40573</c:v>
                </c:pt>
                <c:pt idx="1856">
                  <c:v>40574</c:v>
                </c:pt>
                <c:pt idx="1857">
                  <c:v>40575</c:v>
                </c:pt>
                <c:pt idx="1858">
                  <c:v>40576</c:v>
                </c:pt>
                <c:pt idx="1859">
                  <c:v>40577</c:v>
                </c:pt>
                <c:pt idx="1860">
                  <c:v>40578</c:v>
                </c:pt>
                <c:pt idx="1861">
                  <c:v>40579</c:v>
                </c:pt>
                <c:pt idx="1862">
                  <c:v>40580</c:v>
                </c:pt>
                <c:pt idx="1863">
                  <c:v>40581</c:v>
                </c:pt>
                <c:pt idx="1864">
                  <c:v>40582</c:v>
                </c:pt>
                <c:pt idx="1865">
                  <c:v>40583</c:v>
                </c:pt>
                <c:pt idx="1866">
                  <c:v>40584</c:v>
                </c:pt>
                <c:pt idx="1867">
                  <c:v>40585</c:v>
                </c:pt>
                <c:pt idx="1868">
                  <c:v>40586</c:v>
                </c:pt>
                <c:pt idx="1869">
                  <c:v>40587</c:v>
                </c:pt>
                <c:pt idx="1870">
                  <c:v>40588</c:v>
                </c:pt>
                <c:pt idx="1871">
                  <c:v>40589</c:v>
                </c:pt>
                <c:pt idx="1872">
                  <c:v>40590</c:v>
                </c:pt>
                <c:pt idx="1873">
                  <c:v>40591</c:v>
                </c:pt>
                <c:pt idx="1874">
                  <c:v>40592</c:v>
                </c:pt>
                <c:pt idx="1875">
                  <c:v>40593</c:v>
                </c:pt>
                <c:pt idx="1876">
                  <c:v>40594</c:v>
                </c:pt>
                <c:pt idx="1877">
                  <c:v>40595</c:v>
                </c:pt>
                <c:pt idx="1878">
                  <c:v>40596</c:v>
                </c:pt>
                <c:pt idx="1879">
                  <c:v>40597</c:v>
                </c:pt>
                <c:pt idx="1880">
                  <c:v>40598</c:v>
                </c:pt>
                <c:pt idx="1881">
                  <c:v>40599</c:v>
                </c:pt>
                <c:pt idx="1882">
                  <c:v>40600</c:v>
                </c:pt>
                <c:pt idx="1883">
                  <c:v>40601</c:v>
                </c:pt>
                <c:pt idx="1884">
                  <c:v>40602</c:v>
                </c:pt>
                <c:pt idx="1885">
                  <c:v>40603</c:v>
                </c:pt>
                <c:pt idx="1886">
                  <c:v>40604</c:v>
                </c:pt>
                <c:pt idx="1887">
                  <c:v>40605</c:v>
                </c:pt>
                <c:pt idx="1888">
                  <c:v>40606</c:v>
                </c:pt>
                <c:pt idx="1889">
                  <c:v>40607</c:v>
                </c:pt>
                <c:pt idx="1890">
                  <c:v>40608</c:v>
                </c:pt>
                <c:pt idx="1891">
                  <c:v>40609</c:v>
                </c:pt>
                <c:pt idx="1892">
                  <c:v>40610</c:v>
                </c:pt>
                <c:pt idx="1893">
                  <c:v>40611</c:v>
                </c:pt>
                <c:pt idx="1894">
                  <c:v>40612</c:v>
                </c:pt>
                <c:pt idx="1895">
                  <c:v>40613</c:v>
                </c:pt>
                <c:pt idx="1896">
                  <c:v>40614</c:v>
                </c:pt>
                <c:pt idx="1897">
                  <c:v>40615</c:v>
                </c:pt>
                <c:pt idx="1898">
                  <c:v>40616</c:v>
                </c:pt>
                <c:pt idx="1899">
                  <c:v>40617</c:v>
                </c:pt>
                <c:pt idx="1900">
                  <c:v>40618</c:v>
                </c:pt>
                <c:pt idx="1901">
                  <c:v>40619</c:v>
                </c:pt>
                <c:pt idx="1902">
                  <c:v>40620</c:v>
                </c:pt>
                <c:pt idx="1903">
                  <c:v>40621</c:v>
                </c:pt>
                <c:pt idx="1904">
                  <c:v>40622</c:v>
                </c:pt>
                <c:pt idx="1905">
                  <c:v>40623</c:v>
                </c:pt>
                <c:pt idx="1906">
                  <c:v>40624</c:v>
                </c:pt>
                <c:pt idx="1907">
                  <c:v>40625</c:v>
                </c:pt>
                <c:pt idx="1908">
                  <c:v>40626</c:v>
                </c:pt>
                <c:pt idx="1909">
                  <c:v>40627</c:v>
                </c:pt>
                <c:pt idx="1910">
                  <c:v>40628</c:v>
                </c:pt>
                <c:pt idx="1911">
                  <c:v>40629</c:v>
                </c:pt>
                <c:pt idx="1912">
                  <c:v>40630</c:v>
                </c:pt>
                <c:pt idx="1913">
                  <c:v>40631</c:v>
                </c:pt>
                <c:pt idx="1914">
                  <c:v>40632</c:v>
                </c:pt>
                <c:pt idx="1915">
                  <c:v>40633</c:v>
                </c:pt>
                <c:pt idx="1916">
                  <c:v>40634</c:v>
                </c:pt>
                <c:pt idx="1917">
                  <c:v>40635</c:v>
                </c:pt>
                <c:pt idx="1918">
                  <c:v>40636</c:v>
                </c:pt>
                <c:pt idx="1919">
                  <c:v>40637</c:v>
                </c:pt>
                <c:pt idx="1920">
                  <c:v>40638</c:v>
                </c:pt>
                <c:pt idx="1921">
                  <c:v>40639</c:v>
                </c:pt>
                <c:pt idx="1922">
                  <c:v>40640</c:v>
                </c:pt>
                <c:pt idx="1923">
                  <c:v>40641</c:v>
                </c:pt>
                <c:pt idx="1924">
                  <c:v>40642</c:v>
                </c:pt>
                <c:pt idx="1925">
                  <c:v>40643</c:v>
                </c:pt>
                <c:pt idx="1926">
                  <c:v>40644</c:v>
                </c:pt>
                <c:pt idx="1927">
                  <c:v>40645</c:v>
                </c:pt>
                <c:pt idx="1928">
                  <c:v>40646</c:v>
                </c:pt>
                <c:pt idx="1929">
                  <c:v>40647</c:v>
                </c:pt>
                <c:pt idx="1930">
                  <c:v>40648</c:v>
                </c:pt>
                <c:pt idx="1931">
                  <c:v>40649</c:v>
                </c:pt>
                <c:pt idx="1932">
                  <c:v>40650</c:v>
                </c:pt>
                <c:pt idx="1933">
                  <c:v>40651</c:v>
                </c:pt>
                <c:pt idx="1934">
                  <c:v>40652</c:v>
                </c:pt>
                <c:pt idx="1935">
                  <c:v>40653</c:v>
                </c:pt>
                <c:pt idx="1936">
                  <c:v>40654</c:v>
                </c:pt>
                <c:pt idx="1937">
                  <c:v>40655</c:v>
                </c:pt>
                <c:pt idx="1938">
                  <c:v>40656</c:v>
                </c:pt>
                <c:pt idx="1939">
                  <c:v>40657</c:v>
                </c:pt>
                <c:pt idx="1940">
                  <c:v>40658</c:v>
                </c:pt>
                <c:pt idx="1941">
                  <c:v>40659</c:v>
                </c:pt>
                <c:pt idx="1942">
                  <c:v>40660</c:v>
                </c:pt>
                <c:pt idx="1943">
                  <c:v>40661</c:v>
                </c:pt>
                <c:pt idx="1944">
                  <c:v>40662</c:v>
                </c:pt>
                <c:pt idx="1945">
                  <c:v>40663</c:v>
                </c:pt>
                <c:pt idx="1946">
                  <c:v>40664</c:v>
                </c:pt>
                <c:pt idx="1947">
                  <c:v>40665</c:v>
                </c:pt>
                <c:pt idx="1948">
                  <c:v>40666</c:v>
                </c:pt>
                <c:pt idx="1949">
                  <c:v>40667</c:v>
                </c:pt>
                <c:pt idx="1950">
                  <c:v>40668</c:v>
                </c:pt>
                <c:pt idx="1951">
                  <c:v>40669</c:v>
                </c:pt>
                <c:pt idx="1952">
                  <c:v>40670</c:v>
                </c:pt>
                <c:pt idx="1953">
                  <c:v>40671</c:v>
                </c:pt>
                <c:pt idx="1954">
                  <c:v>40672</c:v>
                </c:pt>
                <c:pt idx="1955">
                  <c:v>40673</c:v>
                </c:pt>
                <c:pt idx="1956">
                  <c:v>40674</c:v>
                </c:pt>
                <c:pt idx="1957">
                  <c:v>40675</c:v>
                </c:pt>
                <c:pt idx="1958">
                  <c:v>40676</c:v>
                </c:pt>
                <c:pt idx="1959">
                  <c:v>40677</c:v>
                </c:pt>
                <c:pt idx="1960">
                  <c:v>40678</c:v>
                </c:pt>
                <c:pt idx="1961">
                  <c:v>40679</c:v>
                </c:pt>
                <c:pt idx="1962">
                  <c:v>40680</c:v>
                </c:pt>
                <c:pt idx="1963">
                  <c:v>40681</c:v>
                </c:pt>
                <c:pt idx="1964">
                  <c:v>40682</c:v>
                </c:pt>
                <c:pt idx="1965">
                  <c:v>40683</c:v>
                </c:pt>
                <c:pt idx="1966">
                  <c:v>40684</c:v>
                </c:pt>
                <c:pt idx="1967">
                  <c:v>40685</c:v>
                </c:pt>
                <c:pt idx="1968">
                  <c:v>40686</c:v>
                </c:pt>
                <c:pt idx="1969">
                  <c:v>40687</c:v>
                </c:pt>
                <c:pt idx="1970">
                  <c:v>40688</c:v>
                </c:pt>
                <c:pt idx="1971">
                  <c:v>40689</c:v>
                </c:pt>
                <c:pt idx="1972">
                  <c:v>40690</c:v>
                </c:pt>
                <c:pt idx="1973">
                  <c:v>40691</c:v>
                </c:pt>
                <c:pt idx="1974">
                  <c:v>40692</c:v>
                </c:pt>
                <c:pt idx="1975">
                  <c:v>40693</c:v>
                </c:pt>
                <c:pt idx="1976">
                  <c:v>40694</c:v>
                </c:pt>
                <c:pt idx="1977">
                  <c:v>40695</c:v>
                </c:pt>
                <c:pt idx="1978">
                  <c:v>40696</c:v>
                </c:pt>
                <c:pt idx="1979">
                  <c:v>40697</c:v>
                </c:pt>
                <c:pt idx="1980">
                  <c:v>40698</c:v>
                </c:pt>
                <c:pt idx="1981">
                  <c:v>40699</c:v>
                </c:pt>
                <c:pt idx="1982">
                  <c:v>40700</c:v>
                </c:pt>
                <c:pt idx="1983">
                  <c:v>40701</c:v>
                </c:pt>
                <c:pt idx="1984">
                  <c:v>40702</c:v>
                </c:pt>
                <c:pt idx="1985">
                  <c:v>40703</c:v>
                </c:pt>
                <c:pt idx="1986">
                  <c:v>40704</c:v>
                </c:pt>
                <c:pt idx="1987">
                  <c:v>40705</c:v>
                </c:pt>
                <c:pt idx="1988">
                  <c:v>40706</c:v>
                </c:pt>
                <c:pt idx="1989">
                  <c:v>40707</c:v>
                </c:pt>
                <c:pt idx="1990">
                  <c:v>40708</c:v>
                </c:pt>
                <c:pt idx="1991">
                  <c:v>40709</c:v>
                </c:pt>
                <c:pt idx="1992">
                  <c:v>40710</c:v>
                </c:pt>
                <c:pt idx="1993">
                  <c:v>40711</c:v>
                </c:pt>
                <c:pt idx="1994">
                  <c:v>40712</c:v>
                </c:pt>
                <c:pt idx="1995">
                  <c:v>40713</c:v>
                </c:pt>
                <c:pt idx="1996">
                  <c:v>40714</c:v>
                </c:pt>
                <c:pt idx="1997">
                  <c:v>40715</c:v>
                </c:pt>
                <c:pt idx="1998">
                  <c:v>40716</c:v>
                </c:pt>
                <c:pt idx="1999">
                  <c:v>40717</c:v>
                </c:pt>
                <c:pt idx="2000">
                  <c:v>40718</c:v>
                </c:pt>
                <c:pt idx="2001">
                  <c:v>40719</c:v>
                </c:pt>
                <c:pt idx="2002">
                  <c:v>40720</c:v>
                </c:pt>
                <c:pt idx="2003">
                  <c:v>40721</c:v>
                </c:pt>
                <c:pt idx="2004">
                  <c:v>40722</c:v>
                </c:pt>
                <c:pt idx="2005">
                  <c:v>40723</c:v>
                </c:pt>
                <c:pt idx="2006">
                  <c:v>40724</c:v>
                </c:pt>
                <c:pt idx="2007">
                  <c:v>40725</c:v>
                </c:pt>
                <c:pt idx="2008">
                  <c:v>40726</c:v>
                </c:pt>
                <c:pt idx="2009">
                  <c:v>40727</c:v>
                </c:pt>
                <c:pt idx="2010">
                  <c:v>40728</c:v>
                </c:pt>
                <c:pt idx="2011">
                  <c:v>40729</c:v>
                </c:pt>
                <c:pt idx="2012">
                  <c:v>40730</c:v>
                </c:pt>
                <c:pt idx="2013">
                  <c:v>40731</c:v>
                </c:pt>
                <c:pt idx="2014">
                  <c:v>40732</c:v>
                </c:pt>
                <c:pt idx="2015">
                  <c:v>40733</c:v>
                </c:pt>
                <c:pt idx="2016">
                  <c:v>40734</c:v>
                </c:pt>
                <c:pt idx="2017">
                  <c:v>40735</c:v>
                </c:pt>
                <c:pt idx="2018">
                  <c:v>40736</c:v>
                </c:pt>
                <c:pt idx="2019">
                  <c:v>40737</c:v>
                </c:pt>
                <c:pt idx="2020">
                  <c:v>40738</c:v>
                </c:pt>
                <c:pt idx="2021">
                  <c:v>40739</c:v>
                </c:pt>
                <c:pt idx="2022">
                  <c:v>40740</c:v>
                </c:pt>
                <c:pt idx="2023">
                  <c:v>40741</c:v>
                </c:pt>
                <c:pt idx="2024">
                  <c:v>40742</c:v>
                </c:pt>
                <c:pt idx="2025">
                  <c:v>40743</c:v>
                </c:pt>
                <c:pt idx="2026">
                  <c:v>40744</c:v>
                </c:pt>
                <c:pt idx="2027">
                  <c:v>40745</c:v>
                </c:pt>
                <c:pt idx="2028">
                  <c:v>40746</c:v>
                </c:pt>
                <c:pt idx="2029">
                  <c:v>40747</c:v>
                </c:pt>
                <c:pt idx="2030">
                  <c:v>40748</c:v>
                </c:pt>
                <c:pt idx="2031">
                  <c:v>40749</c:v>
                </c:pt>
                <c:pt idx="2032">
                  <c:v>40750</c:v>
                </c:pt>
                <c:pt idx="2033">
                  <c:v>40751</c:v>
                </c:pt>
                <c:pt idx="2034">
                  <c:v>40752</c:v>
                </c:pt>
                <c:pt idx="2035">
                  <c:v>40753</c:v>
                </c:pt>
                <c:pt idx="2036">
                  <c:v>40754</c:v>
                </c:pt>
                <c:pt idx="2037">
                  <c:v>40755</c:v>
                </c:pt>
                <c:pt idx="2038">
                  <c:v>40756</c:v>
                </c:pt>
                <c:pt idx="2039">
                  <c:v>40757</c:v>
                </c:pt>
                <c:pt idx="2040">
                  <c:v>40758</c:v>
                </c:pt>
                <c:pt idx="2041">
                  <c:v>40759</c:v>
                </c:pt>
                <c:pt idx="2042">
                  <c:v>40760</c:v>
                </c:pt>
                <c:pt idx="2043">
                  <c:v>40761</c:v>
                </c:pt>
                <c:pt idx="2044">
                  <c:v>40762</c:v>
                </c:pt>
                <c:pt idx="2045">
                  <c:v>40763</c:v>
                </c:pt>
                <c:pt idx="2046">
                  <c:v>40764</c:v>
                </c:pt>
                <c:pt idx="2047">
                  <c:v>40765</c:v>
                </c:pt>
                <c:pt idx="2048">
                  <c:v>40766</c:v>
                </c:pt>
                <c:pt idx="2049">
                  <c:v>40767</c:v>
                </c:pt>
                <c:pt idx="2050">
                  <c:v>40768</c:v>
                </c:pt>
                <c:pt idx="2051">
                  <c:v>40769</c:v>
                </c:pt>
                <c:pt idx="2052">
                  <c:v>40770</c:v>
                </c:pt>
                <c:pt idx="2053">
                  <c:v>40771</c:v>
                </c:pt>
                <c:pt idx="2054">
                  <c:v>40772</c:v>
                </c:pt>
                <c:pt idx="2055">
                  <c:v>40773</c:v>
                </c:pt>
                <c:pt idx="2056">
                  <c:v>40774</c:v>
                </c:pt>
                <c:pt idx="2057">
                  <c:v>40775</c:v>
                </c:pt>
                <c:pt idx="2058">
                  <c:v>40776</c:v>
                </c:pt>
                <c:pt idx="2059">
                  <c:v>40777</c:v>
                </c:pt>
                <c:pt idx="2060">
                  <c:v>40778</c:v>
                </c:pt>
                <c:pt idx="2061">
                  <c:v>40779</c:v>
                </c:pt>
                <c:pt idx="2062">
                  <c:v>40780</c:v>
                </c:pt>
                <c:pt idx="2063">
                  <c:v>40781</c:v>
                </c:pt>
                <c:pt idx="2064">
                  <c:v>40782</c:v>
                </c:pt>
                <c:pt idx="2065">
                  <c:v>40783</c:v>
                </c:pt>
                <c:pt idx="2066">
                  <c:v>40784</c:v>
                </c:pt>
                <c:pt idx="2067">
                  <c:v>40785</c:v>
                </c:pt>
                <c:pt idx="2068">
                  <c:v>40786</c:v>
                </c:pt>
                <c:pt idx="2069">
                  <c:v>40787</c:v>
                </c:pt>
                <c:pt idx="2070">
                  <c:v>40788</c:v>
                </c:pt>
                <c:pt idx="2071">
                  <c:v>40789</c:v>
                </c:pt>
                <c:pt idx="2072">
                  <c:v>40790</c:v>
                </c:pt>
                <c:pt idx="2073">
                  <c:v>40791</c:v>
                </c:pt>
                <c:pt idx="2074">
                  <c:v>40792</c:v>
                </c:pt>
                <c:pt idx="2075">
                  <c:v>40793</c:v>
                </c:pt>
                <c:pt idx="2076">
                  <c:v>40794</c:v>
                </c:pt>
                <c:pt idx="2077">
                  <c:v>40795</c:v>
                </c:pt>
                <c:pt idx="2078">
                  <c:v>40796</c:v>
                </c:pt>
                <c:pt idx="2079">
                  <c:v>40797</c:v>
                </c:pt>
                <c:pt idx="2080">
                  <c:v>40798</c:v>
                </c:pt>
                <c:pt idx="2081">
                  <c:v>40799</c:v>
                </c:pt>
                <c:pt idx="2082">
                  <c:v>40800</c:v>
                </c:pt>
                <c:pt idx="2083">
                  <c:v>40801</c:v>
                </c:pt>
                <c:pt idx="2084">
                  <c:v>40802</c:v>
                </c:pt>
                <c:pt idx="2085">
                  <c:v>40803</c:v>
                </c:pt>
                <c:pt idx="2086">
                  <c:v>40804</c:v>
                </c:pt>
                <c:pt idx="2087">
                  <c:v>40805</c:v>
                </c:pt>
                <c:pt idx="2088">
                  <c:v>40806</c:v>
                </c:pt>
                <c:pt idx="2089">
                  <c:v>40807</c:v>
                </c:pt>
                <c:pt idx="2090">
                  <c:v>40808</c:v>
                </c:pt>
                <c:pt idx="2091">
                  <c:v>40809</c:v>
                </c:pt>
                <c:pt idx="2092">
                  <c:v>40810</c:v>
                </c:pt>
                <c:pt idx="2093">
                  <c:v>40811</c:v>
                </c:pt>
                <c:pt idx="2094">
                  <c:v>40812</c:v>
                </c:pt>
                <c:pt idx="2095">
                  <c:v>40813</c:v>
                </c:pt>
                <c:pt idx="2096">
                  <c:v>40814</c:v>
                </c:pt>
                <c:pt idx="2097">
                  <c:v>40815</c:v>
                </c:pt>
                <c:pt idx="2098">
                  <c:v>40816</c:v>
                </c:pt>
                <c:pt idx="2099">
                  <c:v>40817</c:v>
                </c:pt>
                <c:pt idx="2100">
                  <c:v>40818</c:v>
                </c:pt>
                <c:pt idx="2101">
                  <c:v>40819</c:v>
                </c:pt>
                <c:pt idx="2102">
                  <c:v>40820</c:v>
                </c:pt>
                <c:pt idx="2103">
                  <c:v>40821</c:v>
                </c:pt>
                <c:pt idx="2104">
                  <c:v>40822</c:v>
                </c:pt>
                <c:pt idx="2105">
                  <c:v>40823</c:v>
                </c:pt>
                <c:pt idx="2106">
                  <c:v>40824</c:v>
                </c:pt>
                <c:pt idx="2107">
                  <c:v>40825</c:v>
                </c:pt>
                <c:pt idx="2108">
                  <c:v>40826</c:v>
                </c:pt>
                <c:pt idx="2109">
                  <c:v>40827</c:v>
                </c:pt>
                <c:pt idx="2110">
                  <c:v>40828</c:v>
                </c:pt>
                <c:pt idx="2111">
                  <c:v>40829</c:v>
                </c:pt>
                <c:pt idx="2112">
                  <c:v>40830</c:v>
                </c:pt>
                <c:pt idx="2113">
                  <c:v>40831</c:v>
                </c:pt>
                <c:pt idx="2114">
                  <c:v>40832</c:v>
                </c:pt>
                <c:pt idx="2115">
                  <c:v>40833</c:v>
                </c:pt>
                <c:pt idx="2116">
                  <c:v>40834</c:v>
                </c:pt>
                <c:pt idx="2117">
                  <c:v>40835</c:v>
                </c:pt>
                <c:pt idx="2118">
                  <c:v>40836</c:v>
                </c:pt>
                <c:pt idx="2119">
                  <c:v>40837</c:v>
                </c:pt>
                <c:pt idx="2120">
                  <c:v>40838</c:v>
                </c:pt>
                <c:pt idx="2121">
                  <c:v>40839</c:v>
                </c:pt>
                <c:pt idx="2122">
                  <c:v>40840</c:v>
                </c:pt>
                <c:pt idx="2123">
                  <c:v>40841</c:v>
                </c:pt>
                <c:pt idx="2124">
                  <c:v>40842</c:v>
                </c:pt>
                <c:pt idx="2125">
                  <c:v>40843</c:v>
                </c:pt>
                <c:pt idx="2126">
                  <c:v>40844</c:v>
                </c:pt>
                <c:pt idx="2127">
                  <c:v>40845</c:v>
                </c:pt>
                <c:pt idx="2128">
                  <c:v>40846</c:v>
                </c:pt>
                <c:pt idx="2129">
                  <c:v>40847</c:v>
                </c:pt>
                <c:pt idx="2130">
                  <c:v>40848</c:v>
                </c:pt>
                <c:pt idx="2131">
                  <c:v>40849</c:v>
                </c:pt>
                <c:pt idx="2132">
                  <c:v>40850</c:v>
                </c:pt>
                <c:pt idx="2133">
                  <c:v>40851</c:v>
                </c:pt>
                <c:pt idx="2134">
                  <c:v>40852</c:v>
                </c:pt>
                <c:pt idx="2135">
                  <c:v>40853</c:v>
                </c:pt>
                <c:pt idx="2136">
                  <c:v>40854</c:v>
                </c:pt>
                <c:pt idx="2137">
                  <c:v>40855</c:v>
                </c:pt>
                <c:pt idx="2138">
                  <c:v>40856</c:v>
                </c:pt>
                <c:pt idx="2139">
                  <c:v>40857</c:v>
                </c:pt>
                <c:pt idx="2140">
                  <c:v>40858</c:v>
                </c:pt>
                <c:pt idx="2141">
                  <c:v>40859</c:v>
                </c:pt>
                <c:pt idx="2142">
                  <c:v>40860</c:v>
                </c:pt>
                <c:pt idx="2143">
                  <c:v>40861</c:v>
                </c:pt>
                <c:pt idx="2144">
                  <c:v>40862</c:v>
                </c:pt>
                <c:pt idx="2145">
                  <c:v>40863</c:v>
                </c:pt>
                <c:pt idx="2146">
                  <c:v>40864</c:v>
                </c:pt>
                <c:pt idx="2147">
                  <c:v>40865</c:v>
                </c:pt>
                <c:pt idx="2148">
                  <c:v>40866</c:v>
                </c:pt>
                <c:pt idx="2149">
                  <c:v>40867</c:v>
                </c:pt>
                <c:pt idx="2150">
                  <c:v>40868</c:v>
                </c:pt>
                <c:pt idx="2151">
                  <c:v>40869</c:v>
                </c:pt>
                <c:pt idx="2152">
                  <c:v>40870</c:v>
                </c:pt>
                <c:pt idx="2153">
                  <c:v>40871</c:v>
                </c:pt>
                <c:pt idx="2154">
                  <c:v>40872</c:v>
                </c:pt>
                <c:pt idx="2155">
                  <c:v>40873</c:v>
                </c:pt>
                <c:pt idx="2156">
                  <c:v>40874</c:v>
                </c:pt>
                <c:pt idx="2157">
                  <c:v>40875</c:v>
                </c:pt>
                <c:pt idx="2158">
                  <c:v>40876</c:v>
                </c:pt>
                <c:pt idx="2159">
                  <c:v>40877</c:v>
                </c:pt>
                <c:pt idx="2160">
                  <c:v>40878</c:v>
                </c:pt>
                <c:pt idx="2161">
                  <c:v>40879</c:v>
                </c:pt>
                <c:pt idx="2162">
                  <c:v>40880</c:v>
                </c:pt>
                <c:pt idx="2163">
                  <c:v>40881</c:v>
                </c:pt>
                <c:pt idx="2164">
                  <c:v>40882</c:v>
                </c:pt>
                <c:pt idx="2165">
                  <c:v>40883</c:v>
                </c:pt>
                <c:pt idx="2166">
                  <c:v>40884</c:v>
                </c:pt>
                <c:pt idx="2167">
                  <c:v>40885</c:v>
                </c:pt>
                <c:pt idx="2168">
                  <c:v>40886</c:v>
                </c:pt>
                <c:pt idx="2169">
                  <c:v>40887</c:v>
                </c:pt>
                <c:pt idx="2170">
                  <c:v>40888</c:v>
                </c:pt>
                <c:pt idx="2171">
                  <c:v>40889</c:v>
                </c:pt>
                <c:pt idx="2172">
                  <c:v>40890</c:v>
                </c:pt>
                <c:pt idx="2173">
                  <c:v>40891</c:v>
                </c:pt>
                <c:pt idx="2174">
                  <c:v>40892</c:v>
                </c:pt>
                <c:pt idx="2175">
                  <c:v>40893</c:v>
                </c:pt>
                <c:pt idx="2176">
                  <c:v>40894</c:v>
                </c:pt>
                <c:pt idx="2177">
                  <c:v>40895</c:v>
                </c:pt>
                <c:pt idx="2178">
                  <c:v>40896</c:v>
                </c:pt>
                <c:pt idx="2179">
                  <c:v>40897</c:v>
                </c:pt>
                <c:pt idx="2180">
                  <c:v>40898</c:v>
                </c:pt>
                <c:pt idx="2181">
                  <c:v>40899</c:v>
                </c:pt>
                <c:pt idx="2182">
                  <c:v>40900</c:v>
                </c:pt>
                <c:pt idx="2183">
                  <c:v>40901</c:v>
                </c:pt>
                <c:pt idx="2184">
                  <c:v>40902</c:v>
                </c:pt>
                <c:pt idx="2185">
                  <c:v>40903</c:v>
                </c:pt>
                <c:pt idx="2186">
                  <c:v>40904</c:v>
                </c:pt>
                <c:pt idx="2187">
                  <c:v>40905</c:v>
                </c:pt>
                <c:pt idx="2188">
                  <c:v>40906</c:v>
                </c:pt>
                <c:pt idx="2189">
                  <c:v>40907</c:v>
                </c:pt>
                <c:pt idx="2190">
                  <c:v>40908</c:v>
                </c:pt>
                <c:pt idx="2191">
                  <c:v>40909</c:v>
                </c:pt>
                <c:pt idx="2192">
                  <c:v>40910</c:v>
                </c:pt>
                <c:pt idx="2193">
                  <c:v>40911</c:v>
                </c:pt>
                <c:pt idx="2194">
                  <c:v>40912</c:v>
                </c:pt>
                <c:pt idx="2195">
                  <c:v>40913</c:v>
                </c:pt>
                <c:pt idx="2196">
                  <c:v>40914</c:v>
                </c:pt>
                <c:pt idx="2197">
                  <c:v>40915</c:v>
                </c:pt>
                <c:pt idx="2198">
                  <c:v>40916</c:v>
                </c:pt>
                <c:pt idx="2199">
                  <c:v>40917</c:v>
                </c:pt>
                <c:pt idx="2200">
                  <c:v>40918</c:v>
                </c:pt>
                <c:pt idx="2201">
                  <c:v>40919</c:v>
                </c:pt>
                <c:pt idx="2202">
                  <c:v>40920</c:v>
                </c:pt>
                <c:pt idx="2203">
                  <c:v>40921</c:v>
                </c:pt>
                <c:pt idx="2204">
                  <c:v>40922</c:v>
                </c:pt>
                <c:pt idx="2205">
                  <c:v>40923</c:v>
                </c:pt>
                <c:pt idx="2206">
                  <c:v>40924</c:v>
                </c:pt>
                <c:pt idx="2207">
                  <c:v>40925</c:v>
                </c:pt>
                <c:pt idx="2208">
                  <c:v>40926</c:v>
                </c:pt>
                <c:pt idx="2209">
                  <c:v>40927</c:v>
                </c:pt>
                <c:pt idx="2210">
                  <c:v>40928</c:v>
                </c:pt>
                <c:pt idx="2211">
                  <c:v>40929</c:v>
                </c:pt>
                <c:pt idx="2212">
                  <c:v>40930</c:v>
                </c:pt>
                <c:pt idx="2213">
                  <c:v>40931</c:v>
                </c:pt>
                <c:pt idx="2214">
                  <c:v>40932</c:v>
                </c:pt>
                <c:pt idx="2215">
                  <c:v>40933</c:v>
                </c:pt>
                <c:pt idx="2216">
                  <c:v>40934</c:v>
                </c:pt>
                <c:pt idx="2217">
                  <c:v>40935</c:v>
                </c:pt>
                <c:pt idx="2218">
                  <c:v>40936</c:v>
                </c:pt>
                <c:pt idx="2219">
                  <c:v>40937</c:v>
                </c:pt>
                <c:pt idx="2220">
                  <c:v>40938</c:v>
                </c:pt>
                <c:pt idx="2221">
                  <c:v>40939</c:v>
                </c:pt>
                <c:pt idx="2222">
                  <c:v>40940</c:v>
                </c:pt>
                <c:pt idx="2223">
                  <c:v>40941</c:v>
                </c:pt>
                <c:pt idx="2224">
                  <c:v>40942</c:v>
                </c:pt>
                <c:pt idx="2225">
                  <c:v>40943</c:v>
                </c:pt>
                <c:pt idx="2226">
                  <c:v>40944</c:v>
                </c:pt>
                <c:pt idx="2227">
                  <c:v>40945</c:v>
                </c:pt>
                <c:pt idx="2228">
                  <c:v>40946</c:v>
                </c:pt>
                <c:pt idx="2229">
                  <c:v>40947</c:v>
                </c:pt>
                <c:pt idx="2230">
                  <c:v>40948</c:v>
                </c:pt>
                <c:pt idx="2231">
                  <c:v>40949</c:v>
                </c:pt>
                <c:pt idx="2232">
                  <c:v>40950</c:v>
                </c:pt>
                <c:pt idx="2233">
                  <c:v>40951</c:v>
                </c:pt>
                <c:pt idx="2234">
                  <c:v>40952</c:v>
                </c:pt>
                <c:pt idx="2235">
                  <c:v>40953</c:v>
                </c:pt>
                <c:pt idx="2236">
                  <c:v>40954</c:v>
                </c:pt>
                <c:pt idx="2237">
                  <c:v>40955</c:v>
                </c:pt>
                <c:pt idx="2238">
                  <c:v>40956</c:v>
                </c:pt>
                <c:pt idx="2239">
                  <c:v>40957</c:v>
                </c:pt>
                <c:pt idx="2240">
                  <c:v>40958</c:v>
                </c:pt>
                <c:pt idx="2241">
                  <c:v>40959</c:v>
                </c:pt>
                <c:pt idx="2242">
                  <c:v>40960</c:v>
                </c:pt>
                <c:pt idx="2243">
                  <c:v>40961</c:v>
                </c:pt>
                <c:pt idx="2244">
                  <c:v>40962</c:v>
                </c:pt>
                <c:pt idx="2245">
                  <c:v>40963</c:v>
                </c:pt>
                <c:pt idx="2246">
                  <c:v>40964</c:v>
                </c:pt>
                <c:pt idx="2247">
                  <c:v>40965</c:v>
                </c:pt>
                <c:pt idx="2248">
                  <c:v>40966</c:v>
                </c:pt>
                <c:pt idx="2249">
                  <c:v>40967</c:v>
                </c:pt>
                <c:pt idx="2250">
                  <c:v>40968</c:v>
                </c:pt>
                <c:pt idx="2251">
                  <c:v>40969</c:v>
                </c:pt>
                <c:pt idx="2252">
                  <c:v>40970</c:v>
                </c:pt>
                <c:pt idx="2253">
                  <c:v>40971</c:v>
                </c:pt>
                <c:pt idx="2254">
                  <c:v>40972</c:v>
                </c:pt>
                <c:pt idx="2255">
                  <c:v>40973</c:v>
                </c:pt>
                <c:pt idx="2256">
                  <c:v>40974</c:v>
                </c:pt>
                <c:pt idx="2257">
                  <c:v>40975</c:v>
                </c:pt>
                <c:pt idx="2258">
                  <c:v>40976</c:v>
                </c:pt>
                <c:pt idx="2259">
                  <c:v>40977</c:v>
                </c:pt>
                <c:pt idx="2260">
                  <c:v>40978</c:v>
                </c:pt>
                <c:pt idx="2261">
                  <c:v>40979</c:v>
                </c:pt>
                <c:pt idx="2262">
                  <c:v>40980</c:v>
                </c:pt>
                <c:pt idx="2263">
                  <c:v>40981</c:v>
                </c:pt>
                <c:pt idx="2264">
                  <c:v>40982</c:v>
                </c:pt>
                <c:pt idx="2265">
                  <c:v>40983</c:v>
                </c:pt>
                <c:pt idx="2266">
                  <c:v>40984</c:v>
                </c:pt>
                <c:pt idx="2267">
                  <c:v>40985</c:v>
                </c:pt>
                <c:pt idx="2268">
                  <c:v>40986</c:v>
                </c:pt>
                <c:pt idx="2269">
                  <c:v>40987</c:v>
                </c:pt>
                <c:pt idx="2270">
                  <c:v>40988</c:v>
                </c:pt>
                <c:pt idx="2271">
                  <c:v>40989</c:v>
                </c:pt>
                <c:pt idx="2272">
                  <c:v>40990</c:v>
                </c:pt>
                <c:pt idx="2273">
                  <c:v>40991</c:v>
                </c:pt>
                <c:pt idx="2274">
                  <c:v>40992</c:v>
                </c:pt>
                <c:pt idx="2275">
                  <c:v>40993</c:v>
                </c:pt>
                <c:pt idx="2276">
                  <c:v>40994</c:v>
                </c:pt>
                <c:pt idx="2277">
                  <c:v>40995</c:v>
                </c:pt>
                <c:pt idx="2278">
                  <c:v>40996</c:v>
                </c:pt>
                <c:pt idx="2279">
                  <c:v>40997</c:v>
                </c:pt>
                <c:pt idx="2280">
                  <c:v>40998</c:v>
                </c:pt>
                <c:pt idx="2281">
                  <c:v>40999</c:v>
                </c:pt>
                <c:pt idx="2282">
                  <c:v>41000</c:v>
                </c:pt>
                <c:pt idx="2283">
                  <c:v>41001</c:v>
                </c:pt>
                <c:pt idx="2284">
                  <c:v>41002</c:v>
                </c:pt>
                <c:pt idx="2285">
                  <c:v>41003</c:v>
                </c:pt>
                <c:pt idx="2286">
                  <c:v>41004</c:v>
                </c:pt>
                <c:pt idx="2287">
                  <c:v>41005</c:v>
                </c:pt>
                <c:pt idx="2288">
                  <c:v>41006</c:v>
                </c:pt>
                <c:pt idx="2289">
                  <c:v>41007</c:v>
                </c:pt>
                <c:pt idx="2290">
                  <c:v>41008</c:v>
                </c:pt>
                <c:pt idx="2291">
                  <c:v>41009</c:v>
                </c:pt>
                <c:pt idx="2292">
                  <c:v>41010</c:v>
                </c:pt>
                <c:pt idx="2293">
                  <c:v>41011</c:v>
                </c:pt>
                <c:pt idx="2294">
                  <c:v>41012</c:v>
                </c:pt>
                <c:pt idx="2295">
                  <c:v>41013</c:v>
                </c:pt>
                <c:pt idx="2296">
                  <c:v>41014</c:v>
                </c:pt>
                <c:pt idx="2297">
                  <c:v>41015</c:v>
                </c:pt>
                <c:pt idx="2298">
                  <c:v>41016</c:v>
                </c:pt>
                <c:pt idx="2299">
                  <c:v>41017</c:v>
                </c:pt>
                <c:pt idx="2300">
                  <c:v>41018</c:v>
                </c:pt>
                <c:pt idx="2301">
                  <c:v>41019</c:v>
                </c:pt>
                <c:pt idx="2302">
                  <c:v>41020</c:v>
                </c:pt>
                <c:pt idx="2303">
                  <c:v>41021</c:v>
                </c:pt>
                <c:pt idx="2304">
                  <c:v>41022</c:v>
                </c:pt>
                <c:pt idx="2305">
                  <c:v>41023</c:v>
                </c:pt>
                <c:pt idx="2306">
                  <c:v>41024</c:v>
                </c:pt>
                <c:pt idx="2307">
                  <c:v>41025</c:v>
                </c:pt>
                <c:pt idx="2308">
                  <c:v>41026</c:v>
                </c:pt>
                <c:pt idx="2309">
                  <c:v>41027</c:v>
                </c:pt>
                <c:pt idx="2310">
                  <c:v>41028</c:v>
                </c:pt>
                <c:pt idx="2311">
                  <c:v>41029</c:v>
                </c:pt>
                <c:pt idx="2312">
                  <c:v>41030</c:v>
                </c:pt>
                <c:pt idx="2313">
                  <c:v>41031</c:v>
                </c:pt>
                <c:pt idx="2314">
                  <c:v>41032</c:v>
                </c:pt>
                <c:pt idx="2315">
                  <c:v>41033</c:v>
                </c:pt>
                <c:pt idx="2316">
                  <c:v>41034</c:v>
                </c:pt>
                <c:pt idx="2317">
                  <c:v>41035</c:v>
                </c:pt>
                <c:pt idx="2318">
                  <c:v>41036</c:v>
                </c:pt>
                <c:pt idx="2319">
                  <c:v>41037</c:v>
                </c:pt>
                <c:pt idx="2320">
                  <c:v>41038</c:v>
                </c:pt>
                <c:pt idx="2321">
                  <c:v>41039</c:v>
                </c:pt>
                <c:pt idx="2322">
                  <c:v>41040</c:v>
                </c:pt>
                <c:pt idx="2323">
                  <c:v>41041</c:v>
                </c:pt>
                <c:pt idx="2324">
                  <c:v>41042</c:v>
                </c:pt>
                <c:pt idx="2325">
                  <c:v>41043</c:v>
                </c:pt>
                <c:pt idx="2326">
                  <c:v>41044</c:v>
                </c:pt>
                <c:pt idx="2327">
                  <c:v>41045</c:v>
                </c:pt>
                <c:pt idx="2328">
                  <c:v>41046</c:v>
                </c:pt>
                <c:pt idx="2329">
                  <c:v>41047</c:v>
                </c:pt>
                <c:pt idx="2330">
                  <c:v>41048</c:v>
                </c:pt>
                <c:pt idx="2331">
                  <c:v>41049</c:v>
                </c:pt>
                <c:pt idx="2332">
                  <c:v>41050</c:v>
                </c:pt>
                <c:pt idx="2333">
                  <c:v>41051</c:v>
                </c:pt>
                <c:pt idx="2334">
                  <c:v>41052</c:v>
                </c:pt>
                <c:pt idx="2335">
                  <c:v>41053</c:v>
                </c:pt>
                <c:pt idx="2336">
                  <c:v>41054</c:v>
                </c:pt>
                <c:pt idx="2337">
                  <c:v>41055</c:v>
                </c:pt>
                <c:pt idx="2338">
                  <c:v>41056</c:v>
                </c:pt>
                <c:pt idx="2339">
                  <c:v>41057</c:v>
                </c:pt>
                <c:pt idx="2340">
                  <c:v>41058</c:v>
                </c:pt>
                <c:pt idx="2341">
                  <c:v>41059</c:v>
                </c:pt>
                <c:pt idx="2342">
                  <c:v>41060</c:v>
                </c:pt>
                <c:pt idx="2343">
                  <c:v>41061</c:v>
                </c:pt>
                <c:pt idx="2344">
                  <c:v>41062</c:v>
                </c:pt>
                <c:pt idx="2345">
                  <c:v>41063</c:v>
                </c:pt>
                <c:pt idx="2346">
                  <c:v>41064</c:v>
                </c:pt>
                <c:pt idx="2347">
                  <c:v>41065</c:v>
                </c:pt>
                <c:pt idx="2348">
                  <c:v>41066</c:v>
                </c:pt>
                <c:pt idx="2349">
                  <c:v>41067</c:v>
                </c:pt>
                <c:pt idx="2350">
                  <c:v>41068</c:v>
                </c:pt>
                <c:pt idx="2351">
                  <c:v>41069</c:v>
                </c:pt>
                <c:pt idx="2352">
                  <c:v>41070</c:v>
                </c:pt>
                <c:pt idx="2353">
                  <c:v>41071</c:v>
                </c:pt>
                <c:pt idx="2354">
                  <c:v>41072</c:v>
                </c:pt>
                <c:pt idx="2355">
                  <c:v>41073</c:v>
                </c:pt>
                <c:pt idx="2356">
                  <c:v>41074</c:v>
                </c:pt>
                <c:pt idx="2357">
                  <c:v>41075</c:v>
                </c:pt>
                <c:pt idx="2358">
                  <c:v>41076</c:v>
                </c:pt>
                <c:pt idx="2359">
                  <c:v>41077</c:v>
                </c:pt>
                <c:pt idx="2360">
                  <c:v>41078</c:v>
                </c:pt>
                <c:pt idx="2361">
                  <c:v>41079</c:v>
                </c:pt>
                <c:pt idx="2362">
                  <c:v>41080</c:v>
                </c:pt>
                <c:pt idx="2363">
                  <c:v>41081</c:v>
                </c:pt>
                <c:pt idx="2364">
                  <c:v>41082</c:v>
                </c:pt>
                <c:pt idx="2365">
                  <c:v>41083</c:v>
                </c:pt>
                <c:pt idx="2366">
                  <c:v>41084</c:v>
                </c:pt>
                <c:pt idx="2367">
                  <c:v>41085</c:v>
                </c:pt>
                <c:pt idx="2368">
                  <c:v>41086</c:v>
                </c:pt>
                <c:pt idx="2369">
                  <c:v>41087</c:v>
                </c:pt>
                <c:pt idx="2370">
                  <c:v>41088</c:v>
                </c:pt>
                <c:pt idx="2371">
                  <c:v>41089</c:v>
                </c:pt>
                <c:pt idx="2372">
                  <c:v>41090</c:v>
                </c:pt>
                <c:pt idx="2373">
                  <c:v>41091</c:v>
                </c:pt>
                <c:pt idx="2374">
                  <c:v>41092</c:v>
                </c:pt>
                <c:pt idx="2375">
                  <c:v>41093</c:v>
                </c:pt>
                <c:pt idx="2376">
                  <c:v>41094</c:v>
                </c:pt>
                <c:pt idx="2377">
                  <c:v>41095</c:v>
                </c:pt>
                <c:pt idx="2378">
                  <c:v>41096</c:v>
                </c:pt>
                <c:pt idx="2379">
                  <c:v>41097</c:v>
                </c:pt>
                <c:pt idx="2380">
                  <c:v>41098</c:v>
                </c:pt>
                <c:pt idx="2381">
                  <c:v>41099</c:v>
                </c:pt>
                <c:pt idx="2382">
                  <c:v>41100</c:v>
                </c:pt>
                <c:pt idx="2383">
                  <c:v>41101</c:v>
                </c:pt>
                <c:pt idx="2384">
                  <c:v>41102</c:v>
                </c:pt>
                <c:pt idx="2385">
                  <c:v>41103</c:v>
                </c:pt>
                <c:pt idx="2386">
                  <c:v>41104</c:v>
                </c:pt>
                <c:pt idx="2387">
                  <c:v>41105</c:v>
                </c:pt>
                <c:pt idx="2388">
                  <c:v>41106</c:v>
                </c:pt>
                <c:pt idx="2389">
                  <c:v>41107</c:v>
                </c:pt>
                <c:pt idx="2390">
                  <c:v>41108</c:v>
                </c:pt>
                <c:pt idx="2391">
                  <c:v>41109</c:v>
                </c:pt>
                <c:pt idx="2392">
                  <c:v>41110</c:v>
                </c:pt>
                <c:pt idx="2393">
                  <c:v>41111</c:v>
                </c:pt>
                <c:pt idx="2394">
                  <c:v>41112</c:v>
                </c:pt>
                <c:pt idx="2395">
                  <c:v>41113</c:v>
                </c:pt>
                <c:pt idx="2396">
                  <c:v>41114</c:v>
                </c:pt>
                <c:pt idx="2397">
                  <c:v>41115</c:v>
                </c:pt>
                <c:pt idx="2398">
                  <c:v>41116</c:v>
                </c:pt>
                <c:pt idx="2399">
                  <c:v>41117</c:v>
                </c:pt>
                <c:pt idx="2400">
                  <c:v>41118</c:v>
                </c:pt>
                <c:pt idx="2401">
                  <c:v>41119</c:v>
                </c:pt>
                <c:pt idx="2402">
                  <c:v>41120</c:v>
                </c:pt>
                <c:pt idx="2403">
                  <c:v>41121</c:v>
                </c:pt>
                <c:pt idx="2404">
                  <c:v>41122</c:v>
                </c:pt>
                <c:pt idx="2405">
                  <c:v>41123</c:v>
                </c:pt>
                <c:pt idx="2406">
                  <c:v>41124</c:v>
                </c:pt>
                <c:pt idx="2407">
                  <c:v>41125</c:v>
                </c:pt>
                <c:pt idx="2408">
                  <c:v>41126</c:v>
                </c:pt>
                <c:pt idx="2409">
                  <c:v>41127</c:v>
                </c:pt>
                <c:pt idx="2410">
                  <c:v>41128</c:v>
                </c:pt>
                <c:pt idx="2411">
                  <c:v>41129</c:v>
                </c:pt>
                <c:pt idx="2412">
                  <c:v>41130</c:v>
                </c:pt>
                <c:pt idx="2413">
                  <c:v>41131</c:v>
                </c:pt>
                <c:pt idx="2414">
                  <c:v>41132</c:v>
                </c:pt>
                <c:pt idx="2415">
                  <c:v>41133</c:v>
                </c:pt>
                <c:pt idx="2416">
                  <c:v>41134</c:v>
                </c:pt>
                <c:pt idx="2417">
                  <c:v>41135</c:v>
                </c:pt>
                <c:pt idx="2418">
                  <c:v>41136</c:v>
                </c:pt>
                <c:pt idx="2419">
                  <c:v>41137</c:v>
                </c:pt>
                <c:pt idx="2420">
                  <c:v>41138</c:v>
                </c:pt>
                <c:pt idx="2421">
                  <c:v>41139</c:v>
                </c:pt>
                <c:pt idx="2422">
                  <c:v>41140</c:v>
                </c:pt>
                <c:pt idx="2423">
                  <c:v>41141</c:v>
                </c:pt>
                <c:pt idx="2424">
                  <c:v>41142</c:v>
                </c:pt>
                <c:pt idx="2425">
                  <c:v>41143</c:v>
                </c:pt>
                <c:pt idx="2426">
                  <c:v>41144</c:v>
                </c:pt>
                <c:pt idx="2427">
                  <c:v>41145</c:v>
                </c:pt>
                <c:pt idx="2428">
                  <c:v>41146</c:v>
                </c:pt>
                <c:pt idx="2429">
                  <c:v>41147</c:v>
                </c:pt>
                <c:pt idx="2430">
                  <c:v>41148</c:v>
                </c:pt>
                <c:pt idx="2431">
                  <c:v>41149</c:v>
                </c:pt>
                <c:pt idx="2432">
                  <c:v>41150</c:v>
                </c:pt>
                <c:pt idx="2433">
                  <c:v>41151</c:v>
                </c:pt>
                <c:pt idx="2434">
                  <c:v>41152</c:v>
                </c:pt>
                <c:pt idx="2435">
                  <c:v>41153</c:v>
                </c:pt>
                <c:pt idx="2436">
                  <c:v>41154</c:v>
                </c:pt>
                <c:pt idx="2437">
                  <c:v>41155</c:v>
                </c:pt>
                <c:pt idx="2438">
                  <c:v>41156</c:v>
                </c:pt>
                <c:pt idx="2439">
                  <c:v>41157</c:v>
                </c:pt>
                <c:pt idx="2440">
                  <c:v>41158</c:v>
                </c:pt>
                <c:pt idx="2441">
                  <c:v>41159</c:v>
                </c:pt>
                <c:pt idx="2442">
                  <c:v>41160</c:v>
                </c:pt>
                <c:pt idx="2443">
                  <c:v>41161</c:v>
                </c:pt>
                <c:pt idx="2444">
                  <c:v>41162</c:v>
                </c:pt>
                <c:pt idx="2445">
                  <c:v>41163</c:v>
                </c:pt>
                <c:pt idx="2446">
                  <c:v>41164</c:v>
                </c:pt>
                <c:pt idx="2447">
                  <c:v>41165</c:v>
                </c:pt>
                <c:pt idx="2448">
                  <c:v>41166</c:v>
                </c:pt>
                <c:pt idx="2449">
                  <c:v>41167</c:v>
                </c:pt>
                <c:pt idx="2450">
                  <c:v>41168</c:v>
                </c:pt>
                <c:pt idx="2451">
                  <c:v>41169</c:v>
                </c:pt>
                <c:pt idx="2452">
                  <c:v>41170</c:v>
                </c:pt>
                <c:pt idx="2453">
                  <c:v>41171</c:v>
                </c:pt>
                <c:pt idx="2454">
                  <c:v>41172</c:v>
                </c:pt>
                <c:pt idx="2455">
                  <c:v>41173</c:v>
                </c:pt>
                <c:pt idx="2456">
                  <c:v>41174</c:v>
                </c:pt>
                <c:pt idx="2457">
                  <c:v>41175</c:v>
                </c:pt>
                <c:pt idx="2458">
                  <c:v>41176</c:v>
                </c:pt>
                <c:pt idx="2459">
                  <c:v>41177</c:v>
                </c:pt>
                <c:pt idx="2460">
                  <c:v>41178</c:v>
                </c:pt>
                <c:pt idx="2461">
                  <c:v>41179</c:v>
                </c:pt>
                <c:pt idx="2462">
                  <c:v>41180</c:v>
                </c:pt>
                <c:pt idx="2463">
                  <c:v>41181</c:v>
                </c:pt>
                <c:pt idx="2464">
                  <c:v>41182</c:v>
                </c:pt>
                <c:pt idx="2465">
                  <c:v>41183</c:v>
                </c:pt>
                <c:pt idx="2466">
                  <c:v>41184</c:v>
                </c:pt>
                <c:pt idx="2467">
                  <c:v>41185</c:v>
                </c:pt>
                <c:pt idx="2468">
                  <c:v>41186</c:v>
                </c:pt>
                <c:pt idx="2469">
                  <c:v>41187</c:v>
                </c:pt>
                <c:pt idx="2470">
                  <c:v>41188</c:v>
                </c:pt>
                <c:pt idx="2471">
                  <c:v>41189</c:v>
                </c:pt>
                <c:pt idx="2472">
                  <c:v>41190</c:v>
                </c:pt>
                <c:pt idx="2473">
                  <c:v>41191</c:v>
                </c:pt>
                <c:pt idx="2474">
                  <c:v>41192</c:v>
                </c:pt>
                <c:pt idx="2475">
                  <c:v>41193</c:v>
                </c:pt>
                <c:pt idx="2476">
                  <c:v>41194</c:v>
                </c:pt>
                <c:pt idx="2477">
                  <c:v>41195</c:v>
                </c:pt>
                <c:pt idx="2478">
                  <c:v>41196</c:v>
                </c:pt>
                <c:pt idx="2479">
                  <c:v>41197</c:v>
                </c:pt>
                <c:pt idx="2480">
                  <c:v>41198</c:v>
                </c:pt>
                <c:pt idx="2481">
                  <c:v>41199</c:v>
                </c:pt>
                <c:pt idx="2482">
                  <c:v>41200</c:v>
                </c:pt>
                <c:pt idx="2483">
                  <c:v>41201</c:v>
                </c:pt>
                <c:pt idx="2484">
                  <c:v>41202</c:v>
                </c:pt>
                <c:pt idx="2485">
                  <c:v>41203</c:v>
                </c:pt>
                <c:pt idx="2486">
                  <c:v>41204</c:v>
                </c:pt>
                <c:pt idx="2487">
                  <c:v>41205</c:v>
                </c:pt>
                <c:pt idx="2488">
                  <c:v>41206</c:v>
                </c:pt>
                <c:pt idx="2489">
                  <c:v>41207</c:v>
                </c:pt>
                <c:pt idx="2490">
                  <c:v>41208</c:v>
                </c:pt>
                <c:pt idx="2491">
                  <c:v>41209</c:v>
                </c:pt>
                <c:pt idx="2492">
                  <c:v>41210</c:v>
                </c:pt>
                <c:pt idx="2493">
                  <c:v>41211</c:v>
                </c:pt>
                <c:pt idx="2494">
                  <c:v>41212</c:v>
                </c:pt>
                <c:pt idx="2495">
                  <c:v>41213</c:v>
                </c:pt>
                <c:pt idx="2496">
                  <c:v>41214</c:v>
                </c:pt>
                <c:pt idx="2497">
                  <c:v>41215</c:v>
                </c:pt>
                <c:pt idx="2498">
                  <c:v>41216</c:v>
                </c:pt>
                <c:pt idx="2499">
                  <c:v>41217</c:v>
                </c:pt>
                <c:pt idx="2500">
                  <c:v>41218</c:v>
                </c:pt>
                <c:pt idx="2501">
                  <c:v>41219</c:v>
                </c:pt>
                <c:pt idx="2502">
                  <c:v>41220</c:v>
                </c:pt>
                <c:pt idx="2503">
                  <c:v>41221</c:v>
                </c:pt>
                <c:pt idx="2504">
                  <c:v>41222</c:v>
                </c:pt>
                <c:pt idx="2505">
                  <c:v>41223</c:v>
                </c:pt>
                <c:pt idx="2506">
                  <c:v>41224</c:v>
                </c:pt>
                <c:pt idx="2507">
                  <c:v>41225</c:v>
                </c:pt>
                <c:pt idx="2508">
                  <c:v>41226</c:v>
                </c:pt>
                <c:pt idx="2509">
                  <c:v>41227</c:v>
                </c:pt>
                <c:pt idx="2510">
                  <c:v>41228</c:v>
                </c:pt>
                <c:pt idx="2511">
                  <c:v>41229</c:v>
                </c:pt>
                <c:pt idx="2512">
                  <c:v>41230</c:v>
                </c:pt>
                <c:pt idx="2513">
                  <c:v>41231</c:v>
                </c:pt>
                <c:pt idx="2514">
                  <c:v>41232</c:v>
                </c:pt>
                <c:pt idx="2515">
                  <c:v>41233</c:v>
                </c:pt>
                <c:pt idx="2516">
                  <c:v>41234</c:v>
                </c:pt>
                <c:pt idx="2517">
                  <c:v>41235</c:v>
                </c:pt>
                <c:pt idx="2518">
                  <c:v>41236</c:v>
                </c:pt>
                <c:pt idx="2519">
                  <c:v>41237</c:v>
                </c:pt>
                <c:pt idx="2520">
                  <c:v>41238</c:v>
                </c:pt>
                <c:pt idx="2521">
                  <c:v>41239</c:v>
                </c:pt>
                <c:pt idx="2522">
                  <c:v>41240</c:v>
                </c:pt>
                <c:pt idx="2523">
                  <c:v>41241</c:v>
                </c:pt>
                <c:pt idx="2524">
                  <c:v>41242</c:v>
                </c:pt>
                <c:pt idx="2525">
                  <c:v>41243</c:v>
                </c:pt>
                <c:pt idx="2526">
                  <c:v>41244</c:v>
                </c:pt>
                <c:pt idx="2527">
                  <c:v>41245</c:v>
                </c:pt>
                <c:pt idx="2528">
                  <c:v>41246</c:v>
                </c:pt>
                <c:pt idx="2529">
                  <c:v>41247</c:v>
                </c:pt>
                <c:pt idx="2530">
                  <c:v>41248</c:v>
                </c:pt>
                <c:pt idx="2531">
                  <c:v>41249</c:v>
                </c:pt>
                <c:pt idx="2532">
                  <c:v>41250</c:v>
                </c:pt>
                <c:pt idx="2533">
                  <c:v>41251</c:v>
                </c:pt>
                <c:pt idx="2534">
                  <c:v>41252</c:v>
                </c:pt>
                <c:pt idx="2535">
                  <c:v>41253</c:v>
                </c:pt>
                <c:pt idx="2536">
                  <c:v>41254</c:v>
                </c:pt>
                <c:pt idx="2537">
                  <c:v>41255</c:v>
                </c:pt>
                <c:pt idx="2538">
                  <c:v>41256</c:v>
                </c:pt>
                <c:pt idx="2539">
                  <c:v>41257</c:v>
                </c:pt>
                <c:pt idx="2540">
                  <c:v>41258</c:v>
                </c:pt>
                <c:pt idx="2541">
                  <c:v>41259</c:v>
                </c:pt>
                <c:pt idx="2542">
                  <c:v>41260</c:v>
                </c:pt>
                <c:pt idx="2543">
                  <c:v>41261</c:v>
                </c:pt>
                <c:pt idx="2544">
                  <c:v>41262</c:v>
                </c:pt>
                <c:pt idx="2545">
                  <c:v>41263</c:v>
                </c:pt>
                <c:pt idx="2546">
                  <c:v>41264</c:v>
                </c:pt>
                <c:pt idx="2547">
                  <c:v>41265</c:v>
                </c:pt>
                <c:pt idx="2548">
                  <c:v>41266</c:v>
                </c:pt>
                <c:pt idx="2549">
                  <c:v>41267</c:v>
                </c:pt>
                <c:pt idx="2550">
                  <c:v>41268</c:v>
                </c:pt>
                <c:pt idx="2551">
                  <c:v>41269</c:v>
                </c:pt>
                <c:pt idx="2552">
                  <c:v>41270</c:v>
                </c:pt>
                <c:pt idx="2553">
                  <c:v>41271</c:v>
                </c:pt>
                <c:pt idx="2554">
                  <c:v>41272</c:v>
                </c:pt>
                <c:pt idx="2555">
                  <c:v>41273</c:v>
                </c:pt>
                <c:pt idx="2556">
                  <c:v>41274</c:v>
                </c:pt>
                <c:pt idx="2557">
                  <c:v>41275</c:v>
                </c:pt>
                <c:pt idx="2558">
                  <c:v>41276</c:v>
                </c:pt>
                <c:pt idx="2559">
                  <c:v>41277</c:v>
                </c:pt>
                <c:pt idx="2560">
                  <c:v>41278</c:v>
                </c:pt>
                <c:pt idx="2561">
                  <c:v>41279</c:v>
                </c:pt>
                <c:pt idx="2562">
                  <c:v>41280</c:v>
                </c:pt>
                <c:pt idx="2563">
                  <c:v>41281</c:v>
                </c:pt>
                <c:pt idx="2564">
                  <c:v>41282</c:v>
                </c:pt>
                <c:pt idx="2565">
                  <c:v>41283</c:v>
                </c:pt>
                <c:pt idx="2566">
                  <c:v>41284</c:v>
                </c:pt>
                <c:pt idx="2567">
                  <c:v>41285</c:v>
                </c:pt>
                <c:pt idx="2568">
                  <c:v>41286</c:v>
                </c:pt>
                <c:pt idx="2569">
                  <c:v>41287</c:v>
                </c:pt>
                <c:pt idx="2570">
                  <c:v>41288</c:v>
                </c:pt>
                <c:pt idx="2571">
                  <c:v>41289</c:v>
                </c:pt>
                <c:pt idx="2572">
                  <c:v>41290</c:v>
                </c:pt>
                <c:pt idx="2573">
                  <c:v>41291</c:v>
                </c:pt>
                <c:pt idx="2574">
                  <c:v>41292</c:v>
                </c:pt>
                <c:pt idx="2575">
                  <c:v>41293</c:v>
                </c:pt>
                <c:pt idx="2576">
                  <c:v>41294</c:v>
                </c:pt>
                <c:pt idx="2577">
                  <c:v>41295</c:v>
                </c:pt>
                <c:pt idx="2578">
                  <c:v>41296</c:v>
                </c:pt>
                <c:pt idx="2579">
                  <c:v>41297</c:v>
                </c:pt>
                <c:pt idx="2580">
                  <c:v>41298</c:v>
                </c:pt>
                <c:pt idx="2581">
                  <c:v>41299</c:v>
                </c:pt>
                <c:pt idx="2582">
                  <c:v>41300</c:v>
                </c:pt>
                <c:pt idx="2583">
                  <c:v>41301</c:v>
                </c:pt>
                <c:pt idx="2584">
                  <c:v>41302</c:v>
                </c:pt>
                <c:pt idx="2585">
                  <c:v>41303</c:v>
                </c:pt>
                <c:pt idx="2586">
                  <c:v>41304</c:v>
                </c:pt>
                <c:pt idx="2587">
                  <c:v>41305</c:v>
                </c:pt>
                <c:pt idx="2588">
                  <c:v>41306</c:v>
                </c:pt>
                <c:pt idx="2589">
                  <c:v>41307</c:v>
                </c:pt>
                <c:pt idx="2590">
                  <c:v>41308</c:v>
                </c:pt>
                <c:pt idx="2591">
                  <c:v>41309</c:v>
                </c:pt>
                <c:pt idx="2592">
                  <c:v>41310</c:v>
                </c:pt>
                <c:pt idx="2593">
                  <c:v>41311</c:v>
                </c:pt>
                <c:pt idx="2594">
                  <c:v>41312</c:v>
                </c:pt>
                <c:pt idx="2595">
                  <c:v>41313</c:v>
                </c:pt>
                <c:pt idx="2596">
                  <c:v>41314</c:v>
                </c:pt>
                <c:pt idx="2597">
                  <c:v>41315</c:v>
                </c:pt>
                <c:pt idx="2598">
                  <c:v>41316</c:v>
                </c:pt>
                <c:pt idx="2599">
                  <c:v>41317</c:v>
                </c:pt>
                <c:pt idx="2600">
                  <c:v>41318</c:v>
                </c:pt>
                <c:pt idx="2601">
                  <c:v>41319</c:v>
                </c:pt>
                <c:pt idx="2602">
                  <c:v>41320</c:v>
                </c:pt>
                <c:pt idx="2603">
                  <c:v>41321</c:v>
                </c:pt>
                <c:pt idx="2604">
                  <c:v>41322</c:v>
                </c:pt>
                <c:pt idx="2605">
                  <c:v>41323</c:v>
                </c:pt>
                <c:pt idx="2606">
                  <c:v>41324</c:v>
                </c:pt>
                <c:pt idx="2607">
                  <c:v>41325</c:v>
                </c:pt>
                <c:pt idx="2608">
                  <c:v>41326</c:v>
                </c:pt>
                <c:pt idx="2609">
                  <c:v>41327</c:v>
                </c:pt>
                <c:pt idx="2610">
                  <c:v>41328</c:v>
                </c:pt>
                <c:pt idx="2611">
                  <c:v>41329</c:v>
                </c:pt>
                <c:pt idx="2612">
                  <c:v>41330</c:v>
                </c:pt>
                <c:pt idx="2613">
                  <c:v>41331</c:v>
                </c:pt>
                <c:pt idx="2614">
                  <c:v>41332</c:v>
                </c:pt>
                <c:pt idx="2615">
                  <c:v>41333</c:v>
                </c:pt>
                <c:pt idx="2616">
                  <c:v>41334</c:v>
                </c:pt>
                <c:pt idx="2617">
                  <c:v>41335</c:v>
                </c:pt>
                <c:pt idx="2618">
                  <c:v>41336</c:v>
                </c:pt>
                <c:pt idx="2619">
                  <c:v>41337</c:v>
                </c:pt>
                <c:pt idx="2620">
                  <c:v>41338</c:v>
                </c:pt>
                <c:pt idx="2621">
                  <c:v>41339</c:v>
                </c:pt>
                <c:pt idx="2622">
                  <c:v>41340</c:v>
                </c:pt>
                <c:pt idx="2623">
                  <c:v>41341</c:v>
                </c:pt>
                <c:pt idx="2624">
                  <c:v>41342</c:v>
                </c:pt>
                <c:pt idx="2625">
                  <c:v>41343</c:v>
                </c:pt>
                <c:pt idx="2626">
                  <c:v>41344</c:v>
                </c:pt>
                <c:pt idx="2627">
                  <c:v>41345</c:v>
                </c:pt>
                <c:pt idx="2628">
                  <c:v>41346</c:v>
                </c:pt>
                <c:pt idx="2629">
                  <c:v>41347</c:v>
                </c:pt>
                <c:pt idx="2630">
                  <c:v>41348</c:v>
                </c:pt>
                <c:pt idx="2631">
                  <c:v>41349</c:v>
                </c:pt>
                <c:pt idx="2632">
                  <c:v>41350</c:v>
                </c:pt>
                <c:pt idx="2633">
                  <c:v>41351</c:v>
                </c:pt>
                <c:pt idx="2634">
                  <c:v>41352</c:v>
                </c:pt>
                <c:pt idx="2635">
                  <c:v>41353</c:v>
                </c:pt>
                <c:pt idx="2636">
                  <c:v>41354</c:v>
                </c:pt>
                <c:pt idx="2637">
                  <c:v>41355</c:v>
                </c:pt>
                <c:pt idx="2638">
                  <c:v>41356</c:v>
                </c:pt>
                <c:pt idx="2639">
                  <c:v>41357</c:v>
                </c:pt>
                <c:pt idx="2640">
                  <c:v>41358</c:v>
                </c:pt>
                <c:pt idx="2641">
                  <c:v>41359</c:v>
                </c:pt>
                <c:pt idx="2642">
                  <c:v>41360</c:v>
                </c:pt>
                <c:pt idx="2643">
                  <c:v>41361</c:v>
                </c:pt>
                <c:pt idx="2644">
                  <c:v>41362</c:v>
                </c:pt>
                <c:pt idx="2645">
                  <c:v>41363</c:v>
                </c:pt>
                <c:pt idx="2646">
                  <c:v>41364</c:v>
                </c:pt>
                <c:pt idx="2647">
                  <c:v>41365</c:v>
                </c:pt>
                <c:pt idx="2648">
                  <c:v>41366</c:v>
                </c:pt>
                <c:pt idx="2649">
                  <c:v>41367</c:v>
                </c:pt>
                <c:pt idx="2650">
                  <c:v>41368</c:v>
                </c:pt>
                <c:pt idx="2651">
                  <c:v>41369</c:v>
                </c:pt>
                <c:pt idx="2652">
                  <c:v>41370</c:v>
                </c:pt>
                <c:pt idx="2653">
                  <c:v>41371</c:v>
                </c:pt>
                <c:pt idx="2654">
                  <c:v>41372</c:v>
                </c:pt>
                <c:pt idx="2655">
                  <c:v>41373</c:v>
                </c:pt>
                <c:pt idx="2656">
                  <c:v>41374</c:v>
                </c:pt>
                <c:pt idx="2657">
                  <c:v>41375</c:v>
                </c:pt>
                <c:pt idx="2658">
                  <c:v>41376</c:v>
                </c:pt>
                <c:pt idx="2659">
                  <c:v>41377</c:v>
                </c:pt>
                <c:pt idx="2660">
                  <c:v>41378</c:v>
                </c:pt>
                <c:pt idx="2661">
                  <c:v>41379</c:v>
                </c:pt>
                <c:pt idx="2662">
                  <c:v>41380</c:v>
                </c:pt>
                <c:pt idx="2663">
                  <c:v>41381</c:v>
                </c:pt>
                <c:pt idx="2664">
                  <c:v>41382</c:v>
                </c:pt>
                <c:pt idx="2665">
                  <c:v>41383</c:v>
                </c:pt>
                <c:pt idx="2666">
                  <c:v>41384</c:v>
                </c:pt>
                <c:pt idx="2667">
                  <c:v>41385</c:v>
                </c:pt>
                <c:pt idx="2668">
                  <c:v>41386</c:v>
                </c:pt>
                <c:pt idx="2669">
                  <c:v>41387</c:v>
                </c:pt>
                <c:pt idx="2670">
                  <c:v>41388</c:v>
                </c:pt>
                <c:pt idx="2671">
                  <c:v>41389</c:v>
                </c:pt>
                <c:pt idx="2672">
                  <c:v>41390</c:v>
                </c:pt>
                <c:pt idx="2673">
                  <c:v>41391</c:v>
                </c:pt>
                <c:pt idx="2674">
                  <c:v>41392</c:v>
                </c:pt>
                <c:pt idx="2675">
                  <c:v>41393</c:v>
                </c:pt>
                <c:pt idx="2676">
                  <c:v>41394</c:v>
                </c:pt>
                <c:pt idx="2677">
                  <c:v>41395</c:v>
                </c:pt>
                <c:pt idx="2678">
                  <c:v>41396</c:v>
                </c:pt>
                <c:pt idx="2679">
                  <c:v>41397</c:v>
                </c:pt>
                <c:pt idx="2680">
                  <c:v>41398</c:v>
                </c:pt>
                <c:pt idx="2681">
                  <c:v>41399</c:v>
                </c:pt>
                <c:pt idx="2682">
                  <c:v>41400</c:v>
                </c:pt>
                <c:pt idx="2683">
                  <c:v>41401</c:v>
                </c:pt>
                <c:pt idx="2684">
                  <c:v>41402</c:v>
                </c:pt>
                <c:pt idx="2685">
                  <c:v>41403</c:v>
                </c:pt>
                <c:pt idx="2686">
                  <c:v>41404</c:v>
                </c:pt>
                <c:pt idx="2687">
                  <c:v>41405</c:v>
                </c:pt>
                <c:pt idx="2688">
                  <c:v>41406</c:v>
                </c:pt>
                <c:pt idx="2689">
                  <c:v>41407</c:v>
                </c:pt>
                <c:pt idx="2690">
                  <c:v>41408</c:v>
                </c:pt>
                <c:pt idx="2691">
                  <c:v>41409</c:v>
                </c:pt>
                <c:pt idx="2692">
                  <c:v>41410</c:v>
                </c:pt>
                <c:pt idx="2693">
                  <c:v>41411</c:v>
                </c:pt>
                <c:pt idx="2694">
                  <c:v>41412</c:v>
                </c:pt>
                <c:pt idx="2695">
                  <c:v>41413</c:v>
                </c:pt>
                <c:pt idx="2696">
                  <c:v>41414</c:v>
                </c:pt>
                <c:pt idx="2697">
                  <c:v>41415</c:v>
                </c:pt>
                <c:pt idx="2698">
                  <c:v>41416</c:v>
                </c:pt>
                <c:pt idx="2699">
                  <c:v>41417</c:v>
                </c:pt>
                <c:pt idx="2700">
                  <c:v>41418</c:v>
                </c:pt>
                <c:pt idx="2701">
                  <c:v>41419</c:v>
                </c:pt>
                <c:pt idx="2702">
                  <c:v>41420</c:v>
                </c:pt>
                <c:pt idx="2703">
                  <c:v>41421</c:v>
                </c:pt>
                <c:pt idx="2704">
                  <c:v>41422</c:v>
                </c:pt>
                <c:pt idx="2705">
                  <c:v>41423</c:v>
                </c:pt>
                <c:pt idx="2706">
                  <c:v>41424</c:v>
                </c:pt>
                <c:pt idx="2707">
                  <c:v>41425</c:v>
                </c:pt>
                <c:pt idx="2708">
                  <c:v>41426</c:v>
                </c:pt>
                <c:pt idx="2709">
                  <c:v>41427</c:v>
                </c:pt>
                <c:pt idx="2710">
                  <c:v>41428</c:v>
                </c:pt>
                <c:pt idx="2711">
                  <c:v>41429</c:v>
                </c:pt>
                <c:pt idx="2712">
                  <c:v>41430</c:v>
                </c:pt>
                <c:pt idx="2713">
                  <c:v>41431</c:v>
                </c:pt>
                <c:pt idx="2714">
                  <c:v>41432</c:v>
                </c:pt>
                <c:pt idx="2715">
                  <c:v>41433</c:v>
                </c:pt>
                <c:pt idx="2716">
                  <c:v>41434</c:v>
                </c:pt>
                <c:pt idx="2717">
                  <c:v>41435</c:v>
                </c:pt>
                <c:pt idx="2718">
                  <c:v>41436</c:v>
                </c:pt>
                <c:pt idx="2719">
                  <c:v>41437</c:v>
                </c:pt>
                <c:pt idx="2720">
                  <c:v>41438</c:v>
                </c:pt>
                <c:pt idx="2721">
                  <c:v>41439</c:v>
                </c:pt>
                <c:pt idx="2722">
                  <c:v>41440</c:v>
                </c:pt>
                <c:pt idx="2723">
                  <c:v>41441</c:v>
                </c:pt>
                <c:pt idx="2724">
                  <c:v>41442</c:v>
                </c:pt>
                <c:pt idx="2725">
                  <c:v>41443</c:v>
                </c:pt>
                <c:pt idx="2726">
                  <c:v>41444</c:v>
                </c:pt>
                <c:pt idx="2727">
                  <c:v>41445</c:v>
                </c:pt>
                <c:pt idx="2728">
                  <c:v>41446</c:v>
                </c:pt>
                <c:pt idx="2729">
                  <c:v>41447</c:v>
                </c:pt>
                <c:pt idx="2730">
                  <c:v>41448</c:v>
                </c:pt>
                <c:pt idx="2731">
                  <c:v>41449</c:v>
                </c:pt>
                <c:pt idx="2732">
                  <c:v>41450</c:v>
                </c:pt>
                <c:pt idx="2733">
                  <c:v>41451</c:v>
                </c:pt>
                <c:pt idx="2734">
                  <c:v>41452</c:v>
                </c:pt>
                <c:pt idx="2735">
                  <c:v>41453</c:v>
                </c:pt>
                <c:pt idx="2736">
                  <c:v>41454</c:v>
                </c:pt>
                <c:pt idx="2737">
                  <c:v>41455</c:v>
                </c:pt>
                <c:pt idx="2738">
                  <c:v>41456</c:v>
                </c:pt>
                <c:pt idx="2739">
                  <c:v>41457</c:v>
                </c:pt>
                <c:pt idx="2740">
                  <c:v>41458</c:v>
                </c:pt>
                <c:pt idx="2741">
                  <c:v>41459</c:v>
                </c:pt>
                <c:pt idx="2742">
                  <c:v>41460</c:v>
                </c:pt>
                <c:pt idx="2743">
                  <c:v>41461</c:v>
                </c:pt>
                <c:pt idx="2744">
                  <c:v>41462</c:v>
                </c:pt>
                <c:pt idx="2745">
                  <c:v>41463</c:v>
                </c:pt>
                <c:pt idx="2746">
                  <c:v>41464</c:v>
                </c:pt>
                <c:pt idx="2747">
                  <c:v>41465</c:v>
                </c:pt>
                <c:pt idx="2748">
                  <c:v>41466</c:v>
                </c:pt>
                <c:pt idx="2749">
                  <c:v>41467</c:v>
                </c:pt>
                <c:pt idx="2750">
                  <c:v>41468</c:v>
                </c:pt>
                <c:pt idx="2751">
                  <c:v>41469</c:v>
                </c:pt>
                <c:pt idx="2752">
                  <c:v>41470</c:v>
                </c:pt>
                <c:pt idx="2753">
                  <c:v>41471</c:v>
                </c:pt>
                <c:pt idx="2754">
                  <c:v>41472</c:v>
                </c:pt>
                <c:pt idx="2755">
                  <c:v>41473</c:v>
                </c:pt>
                <c:pt idx="2756">
                  <c:v>41474</c:v>
                </c:pt>
                <c:pt idx="2757">
                  <c:v>41475</c:v>
                </c:pt>
                <c:pt idx="2758">
                  <c:v>41476</c:v>
                </c:pt>
                <c:pt idx="2759">
                  <c:v>41477</c:v>
                </c:pt>
                <c:pt idx="2760">
                  <c:v>41478</c:v>
                </c:pt>
                <c:pt idx="2761">
                  <c:v>41479</c:v>
                </c:pt>
                <c:pt idx="2762">
                  <c:v>41480</c:v>
                </c:pt>
                <c:pt idx="2763">
                  <c:v>41481</c:v>
                </c:pt>
                <c:pt idx="2764">
                  <c:v>41482</c:v>
                </c:pt>
                <c:pt idx="2765">
                  <c:v>41483</c:v>
                </c:pt>
                <c:pt idx="2766">
                  <c:v>41484</c:v>
                </c:pt>
                <c:pt idx="2767">
                  <c:v>41485</c:v>
                </c:pt>
                <c:pt idx="2768">
                  <c:v>41486</c:v>
                </c:pt>
                <c:pt idx="2769">
                  <c:v>41487</c:v>
                </c:pt>
                <c:pt idx="2770">
                  <c:v>41488</c:v>
                </c:pt>
                <c:pt idx="2771">
                  <c:v>41489</c:v>
                </c:pt>
                <c:pt idx="2772">
                  <c:v>41490</c:v>
                </c:pt>
                <c:pt idx="2773">
                  <c:v>41491</c:v>
                </c:pt>
                <c:pt idx="2774">
                  <c:v>41492</c:v>
                </c:pt>
                <c:pt idx="2775">
                  <c:v>41493</c:v>
                </c:pt>
                <c:pt idx="2776">
                  <c:v>41494</c:v>
                </c:pt>
                <c:pt idx="2777">
                  <c:v>41495</c:v>
                </c:pt>
                <c:pt idx="2778">
                  <c:v>41496</c:v>
                </c:pt>
                <c:pt idx="2779">
                  <c:v>41497</c:v>
                </c:pt>
                <c:pt idx="2780">
                  <c:v>41498</c:v>
                </c:pt>
                <c:pt idx="2781">
                  <c:v>41499</c:v>
                </c:pt>
                <c:pt idx="2782">
                  <c:v>41500</c:v>
                </c:pt>
                <c:pt idx="2783">
                  <c:v>41501</c:v>
                </c:pt>
                <c:pt idx="2784">
                  <c:v>41502</c:v>
                </c:pt>
                <c:pt idx="2785">
                  <c:v>41503</c:v>
                </c:pt>
                <c:pt idx="2786">
                  <c:v>41504</c:v>
                </c:pt>
                <c:pt idx="2787">
                  <c:v>41505</c:v>
                </c:pt>
                <c:pt idx="2788">
                  <c:v>41506</c:v>
                </c:pt>
                <c:pt idx="2789">
                  <c:v>41507</c:v>
                </c:pt>
                <c:pt idx="2790">
                  <c:v>41508</c:v>
                </c:pt>
                <c:pt idx="2791">
                  <c:v>41509</c:v>
                </c:pt>
                <c:pt idx="2792">
                  <c:v>41510</c:v>
                </c:pt>
                <c:pt idx="2793">
                  <c:v>41511</c:v>
                </c:pt>
                <c:pt idx="2794">
                  <c:v>41512</c:v>
                </c:pt>
                <c:pt idx="2795">
                  <c:v>41513</c:v>
                </c:pt>
                <c:pt idx="2796">
                  <c:v>41514</c:v>
                </c:pt>
                <c:pt idx="2797">
                  <c:v>41515</c:v>
                </c:pt>
                <c:pt idx="2798">
                  <c:v>41516</c:v>
                </c:pt>
                <c:pt idx="2799">
                  <c:v>41517</c:v>
                </c:pt>
                <c:pt idx="2800">
                  <c:v>41518</c:v>
                </c:pt>
                <c:pt idx="2801">
                  <c:v>41519</c:v>
                </c:pt>
                <c:pt idx="2802">
                  <c:v>41520</c:v>
                </c:pt>
                <c:pt idx="2803">
                  <c:v>41521</c:v>
                </c:pt>
                <c:pt idx="2804">
                  <c:v>41522</c:v>
                </c:pt>
                <c:pt idx="2805">
                  <c:v>41523</c:v>
                </c:pt>
                <c:pt idx="2806">
                  <c:v>41524</c:v>
                </c:pt>
                <c:pt idx="2807">
                  <c:v>41525</c:v>
                </c:pt>
                <c:pt idx="2808">
                  <c:v>41526</c:v>
                </c:pt>
                <c:pt idx="2809">
                  <c:v>41527</c:v>
                </c:pt>
                <c:pt idx="2810">
                  <c:v>41528</c:v>
                </c:pt>
                <c:pt idx="2811">
                  <c:v>41529</c:v>
                </c:pt>
                <c:pt idx="2812">
                  <c:v>41530</c:v>
                </c:pt>
                <c:pt idx="2813">
                  <c:v>41531</c:v>
                </c:pt>
                <c:pt idx="2814">
                  <c:v>41532</c:v>
                </c:pt>
                <c:pt idx="2815">
                  <c:v>41533</c:v>
                </c:pt>
                <c:pt idx="2816">
                  <c:v>41534</c:v>
                </c:pt>
                <c:pt idx="2817">
                  <c:v>41535</c:v>
                </c:pt>
                <c:pt idx="2818">
                  <c:v>41536</c:v>
                </c:pt>
                <c:pt idx="2819">
                  <c:v>41537</c:v>
                </c:pt>
                <c:pt idx="2820">
                  <c:v>41538</c:v>
                </c:pt>
                <c:pt idx="2821">
                  <c:v>41539</c:v>
                </c:pt>
                <c:pt idx="2822">
                  <c:v>41540</c:v>
                </c:pt>
                <c:pt idx="2823">
                  <c:v>41541</c:v>
                </c:pt>
                <c:pt idx="2824">
                  <c:v>41542</c:v>
                </c:pt>
                <c:pt idx="2825">
                  <c:v>41543</c:v>
                </c:pt>
                <c:pt idx="2826">
                  <c:v>41544</c:v>
                </c:pt>
                <c:pt idx="2827">
                  <c:v>41545</c:v>
                </c:pt>
                <c:pt idx="2828">
                  <c:v>41546</c:v>
                </c:pt>
                <c:pt idx="2829">
                  <c:v>41547</c:v>
                </c:pt>
                <c:pt idx="2830">
                  <c:v>41548</c:v>
                </c:pt>
                <c:pt idx="2831">
                  <c:v>41549</c:v>
                </c:pt>
                <c:pt idx="2832">
                  <c:v>41550</c:v>
                </c:pt>
                <c:pt idx="2833">
                  <c:v>41551</c:v>
                </c:pt>
                <c:pt idx="2834">
                  <c:v>41552</c:v>
                </c:pt>
                <c:pt idx="2835">
                  <c:v>41553</c:v>
                </c:pt>
                <c:pt idx="2836">
                  <c:v>41554</c:v>
                </c:pt>
                <c:pt idx="2837">
                  <c:v>41555</c:v>
                </c:pt>
                <c:pt idx="2838">
                  <c:v>41556</c:v>
                </c:pt>
                <c:pt idx="2839">
                  <c:v>41557</c:v>
                </c:pt>
                <c:pt idx="2840">
                  <c:v>41558</c:v>
                </c:pt>
                <c:pt idx="2841">
                  <c:v>41559</c:v>
                </c:pt>
                <c:pt idx="2842">
                  <c:v>41560</c:v>
                </c:pt>
                <c:pt idx="2843">
                  <c:v>41561</c:v>
                </c:pt>
                <c:pt idx="2844">
                  <c:v>41562</c:v>
                </c:pt>
                <c:pt idx="2845">
                  <c:v>41563</c:v>
                </c:pt>
                <c:pt idx="2846">
                  <c:v>41564</c:v>
                </c:pt>
                <c:pt idx="2847">
                  <c:v>41565</c:v>
                </c:pt>
                <c:pt idx="2848">
                  <c:v>41566</c:v>
                </c:pt>
                <c:pt idx="2849">
                  <c:v>41567</c:v>
                </c:pt>
                <c:pt idx="2850">
                  <c:v>41568</c:v>
                </c:pt>
                <c:pt idx="2851">
                  <c:v>41569</c:v>
                </c:pt>
                <c:pt idx="2852">
                  <c:v>41570</c:v>
                </c:pt>
                <c:pt idx="2853">
                  <c:v>41571</c:v>
                </c:pt>
                <c:pt idx="2854">
                  <c:v>41572</c:v>
                </c:pt>
                <c:pt idx="2855">
                  <c:v>41573</c:v>
                </c:pt>
                <c:pt idx="2856">
                  <c:v>41574</c:v>
                </c:pt>
                <c:pt idx="2857">
                  <c:v>41575</c:v>
                </c:pt>
                <c:pt idx="2858">
                  <c:v>41576</c:v>
                </c:pt>
                <c:pt idx="2859">
                  <c:v>41577</c:v>
                </c:pt>
                <c:pt idx="2860">
                  <c:v>41578</c:v>
                </c:pt>
                <c:pt idx="2861">
                  <c:v>41579</c:v>
                </c:pt>
                <c:pt idx="2862">
                  <c:v>41580</c:v>
                </c:pt>
                <c:pt idx="2863">
                  <c:v>41581</c:v>
                </c:pt>
                <c:pt idx="2864">
                  <c:v>41582</c:v>
                </c:pt>
                <c:pt idx="2865">
                  <c:v>41583</c:v>
                </c:pt>
                <c:pt idx="2866">
                  <c:v>41584</c:v>
                </c:pt>
                <c:pt idx="2867">
                  <c:v>41585</c:v>
                </c:pt>
                <c:pt idx="2868">
                  <c:v>41586</c:v>
                </c:pt>
                <c:pt idx="2869">
                  <c:v>41587</c:v>
                </c:pt>
                <c:pt idx="2870">
                  <c:v>41588</c:v>
                </c:pt>
                <c:pt idx="2871">
                  <c:v>41589</c:v>
                </c:pt>
                <c:pt idx="2872">
                  <c:v>41590</c:v>
                </c:pt>
                <c:pt idx="2873">
                  <c:v>41591</c:v>
                </c:pt>
                <c:pt idx="2874">
                  <c:v>41592</c:v>
                </c:pt>
                <c:pt idx="2875">
                  <c:v>41593</c:v>
                </c:pt>
                <c:pt idx="2876">
                  <c:v>41594</c:v>
                </c:pt>
                <c:pt idx="2877">
                  <c:v>41595</c:v>
                </c:pt>
                <c:pt idx="2878">
                  <c:v>41596</c:v>
                </c:pt>
                <c:pt idx="2879">
                  <c:v>41597</c:v>
                </c:pt>
                <c:pt idx="2880">
                  <c:v>41598</c:v>
                </c:pt>
                <c:pt idx="2881">
                  <c:v>41599</c:v>
                </c:pt>
                <c:pt idx="2882">
                  <c:v>41600</c:v>
                </c:pt>
                <c:pt idx="2883">
                  <c:v>41601</c:v>
                </c:pt>
                <c:pt idx="2884">
                  <c:v>41602</c:v>
                </c:pt>
                <c:pt idx="2885">
                  <c:v>41603</c:v>
                </c:pt>
                <c:pt idx="2886">
                  <c:v>41604</c:v>
                </c:pt>
                <c:pt idx="2887">
                  <c:v>41605</c:v>
                </c:pt>
                <c:pt idx="2888">
                  <c:v>41606</c:v>
                </c:pt>
                <c:pt idx="2889">
                  <c:v>41607</c:v>
                </c:pt>
                <c:pt idx="2890">
                  <c:v>41608</c:v>
                </c:pt>
                <c:pt idx="2891">
                  <c:v>41609</c:v>
                </c:pt>
                <c:pt idx="2892">
                  <c:v>41610</c:v>
                </c:pt>
                <c:pt idx="2893">
                  <c:v>41611</c:v>
                </c:pt>
                <c:pt idx="2894">
                  <c:v>41612</c:v>
                </c:pt>
                <c:pt idx="2895">
                  <c:v>41613</c:v>
                </c:pt>
                <c:pt idx="2896">
                  <c:v>41614</c:v>
                </c:pt>
                <c:pt idx="2897">
                  <c:v>41615</c:v>
                </c:pt>
                <c:pt idx="2898">
                  <c:v>41616</c:v>
                </c:pt>
                <c:pt idx="2899">
                  <c:v>41617</c:v>
                </c:pt>
                <c:pt idx="2900">
                  <c:v>41618</c:v>
                </c:pt>
                <c:pt idx="2901">
                  <c:v>41619</c:v>
                </c:pt>
                <c:pt idx="2902">
                  <c:v>41620</c:v>
                </c:pt>
                <c:pt idx="2903">
                  <c:v>41621</c:v>
                </c:pt>
                <c:pt idx="2904">
                  <c:v>41622</c:v>
                </c:pt>
                <c:pt idx="2905">
                  <c:v>41623</c:v>
                </c:pt>
                <c:pt idx="2906">
                  <c:v>41624</c:v>
                </c:pt>
                <c:pt idx="2907">
                  <c:v>41625</c:v>
                </c:pt>
                <c:pt idx="2908">
                  <c:v>41626</c:v>
                </c:pt>
                <c:pt idx="2909">
                  <c:v>41627</c:v>
                </c:pt>
                <c:pt idx="2910">
                  <c:v>41628</c:v>
                </c:pt>
                <c:pt idx="2911">
                  <c:v>41629</c:v>
                </c:pt>
                <c:pt idx="2912">
                  <c:v>41630</c:v>
                </c:pt>
                <c:pt idx="2913">
                  <c:v>41631</c:v>
                </c:pt>
                <c:pt idx="2914">
                  <c:v>41632</c:v>
                </c:pt>
                <c:pt idx="2915">
                  <c:v>41633</c:v>
                </c:pt>
                <c:pt idx="2916">
                  <c:v>41634</c:v>
                </c:pt>
                <c:pt idx="2917">
                  <c:v>41635</c:v>
                </c:pt>
                <c:pt idx="2918">
                  <c:v>41636</c:v>
                </c:pt>
                <c:pt idx="2919">
                  <c:v>41637</c:v>
                </c:pt>
                <c:pt idx="2920">
                  <c:v>41638</c:v>
                </c:pt>
                <c:pt idx="2921">
                  <c:v>41639</c:v>
                </c:pt>
                <c:pt idx="2922">
                  <c:v>41640</c:v>
                </c:pt>
                <c:pt idx="2923">
                  <c:v>41641</c:v>
                </c:pt>
                <c:pt idx="2924">
                  <c:v>41642</c:v>
                </c:pt>
                <c:pt idx="2925">
                  <c:v>41643</c:v>
                </c:pt>
                <c:pt idx="2926">
                  <c:v>41644</c:v>
                </c:pt>
                <c:pt idx="2927">
                  <c:v>41645</c:v>
                </c:pt>
                <c:pt idx="2928">
                  <c:v>41646</c:v>
                </c:pt>
                <c:pt idx="2929">
                  <c:v>41647</c:v>
                </c:pt>
                <c:pt idx="2930">
                  <c:v>41648</c:v>
                </c:pt>
                <c:pt idx="2931">
                  <c:v>41649</c:v>
                </c:pt>
                <c:pt idx="2932">
                  <c:v>41650</c:v>
                </c:pt>
                <c:pt idx="2933">
                  <c:v>41651</c:v>
                </c:pt>
                <c:pt idx="2934">
                  <c:v>41652</c:v>
                </c:pt>
                <c:pt idx="2935">
                  <c:v>41653</c:v>
                </c:pt>
                <c:pt idx="2936">
                  <c:v>41654</c:v>
                </c:pt>
                <c:pt idx="2937">
                  <c:v>41655</c:v>
                </c:pt>
                <c:pt idx="2938">
                  <c:v>41656</c:v>
                </c:pt>
                <c:pt idx="2939">
                  <c:v>41657</c:v>
                </c:pt>
                <c:pt idx="2940">
                  <c:v>41658</c:v>
                </c:pt>
                <c:pt idx="2941">
                  <c:v>41659</c:v>
                </c:pt>
                <c:pt idx="2942">
                  <c:v>41660</c:v>
                </c:pt>
                <c:pt idx="2943">
                  <c:v>41661</c:v>
                </c:pt>
                <c:pt idx="2944">
                  <c:v>41662</c:v>
                </c:pt>
                <c:pt idx="2945">
                  <c:v>41663</c:v>
                </c:pt>
                <c:pt idx="2946">
                  <c:v>41664</c:v>
                </c:pt>
                <c:pt idx="2947">
                  <c:v>41665</c:v>
                </c:pt>
                <c:pt idx="2948">
                  <c:v>41666</c:v>
                </c:pt>
                <c:pt idx="2949">
                  <c:v>41667</c:v>
                </c:pt>
                <c:pt idx="2950">
                  <c:v>41668</c:v>
                </c:pt>
                <c:pt idx="2951">
                  <c:v>41669</c:v>
                </c:pt>
                <c:pt idx="2952">
                  <c:v>41670</c:v>
                </c:pt>
                <c:pt idx="2953">
                  <c:v>41671</c:v>
                </c:pt>
                <c:pt idx="2954">
                  <c:v>41672</c:v>
                </c:pt>
                <c:pt idx="2955">
                  <c:v>41673</c:v>
                </c:pt>
                <c:pt idx="2956">
                  <c:v>41674</c:v>
                </c:pt>
                <c:pt idx="2957">
                  <c:v>41675</c:v>
                </c:pt>
                <c:pt idx="2958">
                  <c:v>41676</c:v>
                </c:pt>
                <c:pt idx="2959">
                  <c:v>41677</c:v>
                </c:pt>
                <c:pt idx="2960">
                  <c:v>41678</c:v>
                </c:pt>
                <c:pt idx="2961">
                  <c:v>41679</c:v>
                </c:pt>
                <c:pt idx="2962">
                  <c:v>41680</c:v>
                </c:pt>
                <c:pt idx="2963">
                  <c:v>41681</c:v>
                </c:pt>
                <c:pt idx="2964">
                  <c:v>41682</c:v>
                </c:pt>
                <c:pt idx="2965">
                  <c:v>41683</c:v>
                </c:pt>
                <c:pt idx="2966">
                  <c:v>41684</c:v>
                </c:pt>
                <c:pt idx="2967">
                  <c:v>41685</c:v>
                </c:pt>
                <c:pt idx="2968">
                  <c:v>41686</c:v>
                </c:pt>
                <c:pt idx="2969">
                  <c:v>41687</c:v>
                </c:pt>
                <c:pt idx="2970">
                  <c:v>41688</c:v>
                </c:pt>
                <c:pt idx="2971">
                  <c:v>41689</c:v>
                </c:pt>
                <c:pt idx="2972">
                  <c:v>41690</c:v>
                </c:pt>
                <c:pt idx="2973">
                  <c:v>41691</c:v>
                </c:pt>
                <c:pt idx="2974">
                  <c:v>41692</c:v>
                </c:pt>
                <c:pt idx="2975">
                  <c:v>41693</c:v>
                </c:pt>
                <c:pt idx="2976">
                  <c:v>41694</c:v>
                </c:pt>
                <c:pt idx="2977">
                  <c:v>41695</c:v>
                </c:pt>
                <c:pt idx="2978">
                  <c:v>41696</c:v>
                </c:pt>
                <c:pt idx="2979">
                  <c:v>41697</c:v>
                </c:pt>
                <c:pt idx="2980">
                  <c:v>41698</c:v>
                </c:pt>
                <c:pt idx="2981">
                  <c:v>41699</c:v>
                </c:pt>
                <c:pt idx="2982">
                  <c:v>41700</c:v>
                </c:pt>
                <c:pt idx="2983">
                  <c:v>41701</c:v>
                </c:pt>
                <c:pt idx="2984">
                  <c:v>41702</c:v>
                </c:pt>
                <c:pt idx="2985">
                  <c:v>41703</c:v>
                </c:pt>
                <c:pt idx="2986">
                  <c:v>41704</c:v>
                </c:pt>
                <c:pt idx="2987">
                  <c:v>41705</c:v>
                </c:pt>
                <c:pt idx="2988">
                  <c:v>41706</c:v>
                </c:pt>
                <c:pt idx="2989">
                  <c:v>41707</c:v>
                </c:pt>
                <c:pt idx="2990">
                  <c:v>41708</c:v>
                </c:pt>
                <c:pt idx="2991">
                  <c:v>41709</c:v>
                </c:pt>
                <c:pt idx="2992">
                  <c:v>41710</c:v>
                </c:pt>
                <c:pt idx="2993">
                  <c:v>41711</c:v>
                </c:pt>
                <c:pt idx="2994">
                  <c:v>41712</c:v>
                </c:pt>
                <c:pt idx="2995">
                  <c:v>41713</c:v>
                </c:pt>
                <c:pt idx="2996">
                  <c:v>41714</c:v>
                </c:pt>
                <c:pt idx="2997">
                  <c:v>41715</c:v>
                </c:pt>
                <c:pt idx="2998">
                  <c:v>41716</c:v>
                </c:pt>
                <c:pt idx="2999">
                  <c:v>41717</c:v>
                </c:pt>
                <c:pt idx="3000">
                  <c:v>41718</c:v>
                </c:pt>
                <c:pt idx="3001">
                  <c:v>41719</c:v>
                </c:pt>
                <c:pt idx="3002">
                  <c:v>41720</c:v>
                </c:pt>
                <c:pt idx="3003">
                  <c:v>41721</c:v>
                </c:pt>
                <c:pt idx="3004">
                  <c:v>41722</c:v>
                </c:pt>
                <c:pt idx="3005">
                  <c:v>41723</c:v>
                </c:pt>
                <c:pt idx="3006">
                  <c:v>41724</c:v>
                </c:pt>
                <c:pt idx="3007">
                  <c:v>41725</c:v>
                </c:pt>
                <c:pt idx="3008">
                  <c:v>41726</c:v>
                </c:pt>
                <c:pt idx="3009">
                  <c:v>41727</c:v>
                </c:pt>
                <c:pt idx="3010">
                  <c:v>41728</c:v>
                </c:pt>
                <c:pt idx="3011">
                  <c:v>41729</c:v>
                </c:pt>
                <c:pt idx="3012">
                  <c:v>41730</c:v>
                </c:pt>
                <c:pt idx="3013">
                  <c:v>41731</c:v>
                </c:pt>
                <c:pt idx="3014">
                  <c:v>41732</c:v>
                </c:pt>
                <c:pt idx="3015">
                  <c:v>41733</c:v>
                </c:pt>
                <c:pt idx="3016">
                  <c:v>41734</c:v>
                </c:pt>
                <c:pt idx="3017">
                  <c:v>41735</c:v>
                </c:pt>
                <c:pt idx="3018">
                  <c:v>41736</c:v>
                </c:pt>
                <c:pt idx="3019">
                  <c:v>41737</c:v>
                </c:pt>
                <c:pt idx="3020">
                  <c:v>41738</c:v>
                </c:pt>
                <c:pt idx="3021">
                  <c:v>41739</c:v>
                </c:pt>
                <c:pt idx="3022">
                  <c:v>41740</c:v>
                </c:pt>
                <c:pt idx="3023">
                  <c:v>41741</c:v>
                </c:pt>
                <c:pt idx="3024">
                  <c:v>41742</c:v>
                </c:pt>
                <c:pt idx="3025">
                  <c:v>41743</c:v>
                </c:pt>
                <c:pt idx="3026">
                  <c:v>41744</c:v>
                </c:pt>
                <c:pt idx="3027">
                  <c:v>41745</c:v>
                </c:pt>
                <c:pt idx="3028">
                  <c:v>41746</c:v>
                </c:pt>
                <c:pt idx="3029">
                  <c:v>41747</c:v>
                </c:pt>
                <c:pt idx="3030">
                  <c:v>41748</c:v>
                </c:pt>
                <c:pt idx="3031">
                  <c:v>41749</c:v>
                </c:pt>
                <c:pt idx="3032">
                  <c:v>41750</c:v>
                </c:pt>
                <c:pt idx="3033">
                  <c:v>41751</c:v>
                </c:pt>
                <c:pt idx="3034">
                  <c:v>41752</c:v>
                </c:pt>
                <c:pt idx="3035">
                  <c:v>41753</c:v>
                </c:pt>
                <c:pt idx="3036">
                  <c:v>41754</c:v>
                </c:pt>
                <c:pt idx="3037">
                  <c:v>41755</c:v>
                </c:pt>
                <c:pt idx="3038">
                  <c:v>41756</c:v>
                </c:pt>
                <c:pt idx="3039">
                  <c:v>41757</c:v>
                </c:pt>
                <c:pt idx="3040">
                  <c:v>41758</c:v>
                </c:pt>
                <c:pt idx="3041">
                  <c:v>41759</c:v>
                </c:pt>
                <c:pt idx="3042">
                  <c:v>41760</c:v>
                </c:pt>
                <c:pt idx="3043">
                  <c:v>41761</c:v>
                </c:pt>
                <c:pt idx="3044">
                  <c:v>41762</c:v>
                </c:pt>
                <c:pt idx="3045">
                  <c:v>41763</c:v>
                </c:pt>
                <c:pt idx="3046">
                  <c:v>41764</c:v>
                </c:pt>
                <c:pt idx="3047">
                  <c:v>41765</c:v>
                </c:pt>
                <c:pt idx="3048">
                  <c:v>41766</c:v>
                </c:pt>
                <c:pt idx="3049">
                  <c:v>41767</c:v>
                </c:pt>
                <c:pt idx="3050">
                  <c:v>41768</c:v>
                </c:pt>
                <c:pt idx="3051">
                  <c:v>41769</c:v>
                </c:pt>
                <c:pt idx="3052">
                  <c:v>41770</c:v>
                </c:pt>
                <c:pt idx="3053">
                  <c:v>41771</c:v>
                </c:pt>
                <c:pt idx="3054">
                  <c:v>41772</c:v>
                </c:pt>
                <c:pt idx="3055">
                  <c:v>41773</c:v>
                </c:pt>
                <c:pt idx="3056">
                  <c:v>41774</c:v>
                </c:pt>
                <c:pt idx="3057">
                  <c:v>41775</c:v>
                </c:pt>
                <c:pt idx="3058">
                  <c:v>41776</c:v>
                </c:pt>
                <c:pt idx="3059">
                  <c:v>41777</c:v>
                </c:pt>
                <c:pt idx="3060">
                  <c:v>41778</c:v>
                </c:pt>
                <c:pt idx="3061">
                  <c:v>41779</c:v>
                </c:pt>
                <c:pt idx="3062">
                  <c:v>41780</c:v>
                </c:pt>
                <c:pt idx="3063">
                  <c:v>41781</c:v>
                </c:pt>
                <c:pt idx="3064">
                  <c:v>41782</c:v>
                </c:pt>
                <c:pt idx="3065">
                  <c:v>41783</c:v>
                </c:pt>
                <c:pt idx="3066">
                  <c:v>41784</c:v>
                </c:pt>
                <c:pt idx="3067">
                  <c:v>41785</c:v>
                </c:pt>
                <c:pt idx="3068">
                  <c:v>41786</c:v>
                </c:pt>
                <c:pt idx="3069">
                  <c:v>41787</c:v>
                </c:pt>
                <c:pt idx="3070">
                  <c:v>41788</c:v>
                </c:pt>
                <c:pt idx="3071">
                  <c:v>41789</c:v>
                </c:pt>
                <c:pt idx="3072">
                  <c:v>41790</c:v>
                </c:pt>
                <c:pt idx="3073">
                  <c:v>41791</c:v>
                </c:pt>
                <c:pt idx="3074">
                  <c:v>41792</c:v>
                </c:pt>
                <c:pt idx="3075">
                  <c:v>41793</c:v>
                </c:pt>
                <c:pt idx="3076">
                  <c:v>41794</c:v>
                </c:pt>
                <c:pt idx="3077">
                  <c:v>41795</c:v>
                </c:pt>
                <c:pt idx="3078">
                  <c:v>41796</c:v>
                </c:pt>
                <c:pt idx="3079">
                  <c:v>41797</c:v>
                </c:pt>
                <c:pt idx="3080">
                  <c:v>41798</c:v>
                </c:pt>
                <c:pt idx="3081">
                  <c:v>41799</c:v>
                </c:pt>
                <c:pt idx="3082">
                  <c:v>41800</c:v>
                </c:pt>
                <c:pt idx="3083">
                  <c:v>41801</c:v>
                </c:pt>
                <c:pt idx="3084">
                  <c:v>41802</c:v>
                </c:pt>
                <c:pt idx="3085">
                  <c:v>41803</c:v>
                </c:pt>
                <c:pt idx="3086">
                  <c:v>41804</c:v>
                </c:pt>
                <c:pt idx="3087">
                  <c:v>41805</c:v>
                </c:pt>
                <c:pt idx="3088">
                  <c:v>41806</c:v>
                </c:pt>
                <c:pt idx="3089">
                  <c:v>41807</c:v>
                </c:pt>
                <c:pt idx="3090">
                  <c:v>41808</c:v>
                </c:pt>
                <c:pt idx="3091">
                  <c:v>41809</c:v>
                </c:pt>
                <c:pt idx="3092">
                  <c:v>41810</c:v>
                </c:pt>
                <c:pt idx="3093">
                  <c:v>41811</c:v>
                </c:pt>
                <c:pt idx="3094">
                  <c:v>41812</c:v>
                </c:pt>
                <c:pt idx="3095">
                  <c:v>41813</c:v>
                </c:pt>
                <c:pt idx="3096">
                  <c:v>41814</c:v>
                </c:pt>
                <c:pt idx="3097">
                  <c:v>41815</c:v>
                </c:pt>
                <c:pt idx="3098">
                  <c:v>41816</c:v>
                </c:pt>
                <c:pt idx="3099">
                  <c:v>41817</c:v>
                </c:pt>
                <c:pt idx="3100">
                  <c:v>41818</c:v>
                </c:pt>
                <c:pt idx="3101">
                  <c:v>41819</c:v>
                </c:pt>
                <c:pt idx="3102">
                  <c:v>41820</c:v>
                </c:pt>
                <c:pt idx="3103">
                  <c:v>41821</c:v>
                </c:pt>
                <c:pt idx="3104">
                  <c:v>41822</c:v>
                </c:pt>
                <c:pt idx="3105">
                  <c:v>41823</c:v>
                </c:pt>
                <c:pt idx="3106">
                  <c:v>41824</c:v>
                </c:pt>
                <c:pt idx="3107">
                  <c:v>41825</c:v>
                </c:pt>
                <c:pt idx="3108">
                  <c:v>41826</c:v>
                </c:pt>
                <c:pt idx="3109">
                  <c:v>41827</c:v>
                </c:pt>
                <c:pt idx="3110">
                  <c:v>41828</c:v>
                </c:pt>
                <c:pt idx="3111">
                  <c:v>41829</c:v>
                </c:pt>
                <c:pt idx="3112">
                  <c:v>41830</c:v>
                </c:pt>
                <c:pt idx="3113">
                  <c:v>41831</c:v>
                </c:pt>
                <c:pt idx="3114">
                  <c:v>41832</c:v>
                </c:pt>
                <c:pt idx="3115">
                  <c:v>41833</c:v>
                </c:pt>
                <c:pt idx="3116">
                  <c:v>41834</c:v>
                </c:pt>
                <c:pt idx="3117">
                  <c:v>41835</c:v>
                </c:pt>
                <c:pt idx="3118">
                  <c:v>41836</c:v>
                </c:pt>
                <c:pt idx="3119">
                  <c:v>41837</c:v>
                </c:pt>
                <c:pt idx="3120">
                  <c:v>41838</c:v>
                </c:pt>
                <c:pt idx="3121">
                  <c:v>41839</c:v>
                </c:pt>
                <c:pt idx="3122">
                  <c:v>41840</c:v>
                </c:pt>
                <c:pt idx="3123">
                  <c:v>41841</c:v>
                </c:pt>
                <c:pt idx="3124">
                  <c:v>41842</c:v>
                </c:pt>
                <c:pt idx="3125">
                  <c:v>41843</c:v>
                </c:pt>
                <c:pt idx="3126">
                  <c:v>41844</c:v>
                </c:pt>
                <c:pt idx="3127">
                  <c:v>41845</c:v>
                </c:pt>
                <c:pt idx="3128">
                  <c:v>41846</c:v>
                </c:pt>
                <c:pt idx="3129">
                  <c:v>41847</c:v>
                </c:pt>
                <c:pt idx="3130">
                  <c:v>41848</c:v>
                </c:pt>
                <c:pt idx="3131">
                  <c:v>41849</c:v>
                </c:pt>
                <c:pt idx="3132">
                  <c:v>41850</c:v>
                </c:pt>
                <c:pt idx="3133">
                  <c:v>41851</c:v>
                </c:pt>
                <c:pt idx="3134">
                  <c:v>41852</c:v>
                </c:pt>
                <c:pt idx="3135">
                  <c:v>41853</c:v>
                </c:pt>
                <c:pt idx="3136">
                  <c:v>41854</c:v>
                </c:pt>
                <c:pt idx="3137">
                  <c:v>41855</c:v>
                </c:pt>
                <c:pt idx="3138">
                  <c:v>41856</c:v>
                </c:pt>
                <c:pt idx="3139">
                  <c:v>41857</c:v>
                </c:pt>
                <c:pt idx="3140">
                  <c:v>41858</c:v>
                </c:pt>
                <c:pt idx="3141">
                  <c:v>41859</c:v>
                </c:pt>
                <c:pt idx="3142">
                  <c:v>41860</c:v>
                </c:pt>
                <c:pt idx="3143">
                  <c:v>41861</c:v>
                </c:pt>
                <c:pt idx="3144">
                  <c:v>41862</c:v>
                </c:pt>
                <c:pt idx="3145">
                  <c:v>41863</c:v>
                </c:pt>
                <c:pt idx="3146">
                  <c:v>41864</c:v>
                </c:pt>
                <c:pt idx="3147">
                  <c:v>41865</c:v>
                </c:pt>
                <c:pt idx="3148">
                  <c:v>41866</c:v>
                </c:pt>
                <c:pt idx="3149">
                  <c:v>41867</c:v>
                </c:pt>
                <c:pt idx="3150">
                  <c:v>41868</c:v>
                </c:pt>
                <c:pt idx="3151">
                  <c:v>41869</c:v>
                </c:pt>
                <c:pt idx="3152">
                  <c:v>41870</c:v>
                </c:pt>
                <c:pt idx="3153">
                  <c:v>41871</c:v>
                </c:pt>
                <c:pt idx="3154">
                  <c:v>41872</c:v>
                </c:pt>
                <c:pt idx="3155">
                  <c:v>41873</c:v>
                </c:pt>
                <c:pt idx="3156">
                  <c:v>41874</c:v>
                </c:pt>
                <c:pt idx="3157">
                  <c:v>41875</c:v>
                </c:pt>
                <c:pt idx="3158">
                  <c:v>41876</c:v>
                </c:pt>
                <c:pt idx="3159">
                  <c:v>41877</c:v>
                </c:pt>
                <c:pt idx="3160">
                  <c:v>41878</c:v>
                </c:pt>
                <c:pt idx="3161">
                  <c:v>41879</c:v>
                </c:pt>
                <c:pt idx="3162">
                  <c:v>41880</c:v>
                </c:pt>
                <c:pt idx="3163">
                  <c:v>41881</c:v>
                </c:pt>
                <c:pt idx="3164">
                  <c:v>41882</c:v>
                </c:pt>
                <c:pt idx="3165">
                  <c:v>41883</c:v>
                </c:pt>
                <c:pt idx="3166">
                  <c:v>41884</c:v>
                </c:pt>
                <c:pt idx="3167">
                  <c:v>41885</c:v>
                </c:pt>
                <c:pt idx="3168">
                  <c:v>41886</c:v>
                </c:pt>
                <c:pt idx="3169">
                  <c:v>41887</c:v>
                </c:pt>
                <c:pt idx="3170">
                  <c:v>41888</c:v>
                </c:pt>
                <c:pt idx="3171">
                  <c:v>41889</c:v>
                </c:pt>
                <c:pt idx="3172">
                  <c:v>41890</c:v>
                </c:pt>
                <c:pt idx="3173">
                  <c:v>41891</c:v>
                </c:pt>
                <c:pt idx="3174">
                  <c:v>41892</c:v>
                </c:pt>
                <c:pt idx="3175">
                  <c:v>41893</c:v>
                </c:pt>
                <c:pt idx="3176">
                  <c:v>41894</c:v>
                </c:pt>
                <c:pt idx="3177">
                  <c:v>41895</c:v>
                </c:pt>
                <c:pt idx="3178">
                  <c:v>41896</c:v>
                </c:pt>
                <c:pt idx="3179">
                  <c:v>41897</c:v>
                </c:pt>
                <c:pt idx="3180">
                  <c:v>41898</c:v>
                </c:pt>
                <c:pt idx="3181">
                  <c:v>41899</c:v>
                </c:pt>
                <c:pt idx="3182">
                  <c:v>41900</c:v>
                </c:pt>
                <c:pt idx="3183">
                  <c:v>41901</c:v>
                </c:pt>
                <c:pt idx="3184">
                  <c:v>41902</c:v>
                </c:pt>
                <c:pt idx="3185">
                  <c:v>41903</c:v>
                </c:pt>
                <c:pt idx="3186">
                  <c:v>41904</c:v>
                </c:pt>
                <c:pt idx="3187">
                  <c:v>41905</c:v>
                </c:pt>
                <c:pt idx="3188">
                  <c:v>41906</c:v>
                </c:pt>
                <c:pt idx="3189">
                  <c:v>41907</c:v>
                </c:pt>
                <c:pt idx="3190">
                  <c:v>41908</c:v>
                </c:pt>
                <c:pt idx="3191">
                  <c:v>41909</c:v>
                </c:pt>
                <c:pt idx="3192">
                  <c:v>41910</c:v>
                </c:pt>
                <c:pt idx="3193">
                  <c:v>41911</c:v>
                </c:pt>
                <c:pt idx="3194">
                  <c:v>41912</c:v>
                </c:pt>
                <c:pt idx="3195">
                  <c:v>41913</c:v>
                </c:pt>
                <c:pt idx="3196">
                  <c:v>41914</c:v>
                </c:pt>
                <c:pt idx="3197">
                  <c:v>41915</c:v>
                </c:pt>
                <c:pt idx="3198">
                  <c:v>41916</c:v>
                </c:pt>
                <c:pt idx="3199">
                  <c:v>41917</c:v>
                </c:pt>
                <c:pt idx="3200">
                  <c:v>41918</c:v>
                </c:pt>
                <c:pt idx="3201">
                  <c:v>41919</c:v>
                </c:pt>
                <c:pt idx="3202">
                  <c:v>41920</c:v>
                </c:pt>
                <c:pt idx="3203">
                  <c:v>41921</c:v>
                </c:pt>
                <c:pt idx="3204">
                  <c:v>41922</c:v>
                </c:pt>
                <c:pt idx="3205">
                  <c:v>41923</c:v>
                </c:pt>
                <c:pt idx="3206">
                  <c:v>41924</c:v>
                </c:pt>
                <c:pt idx="3207">
                  <c:v>41925</c:v>
                </c:pt>
                <c:pt idx="3208">
                  <c:v>41926</c:v>
                </c:pt>
                <c:pt idx="3209">
                  <c:v>41927</c:v>
                </c:pt>
                <c:pt idx="3210">
                  <c:v>41928</c:v>
                </c:pt>
                <c:pt idx="3211">
                  <c:v>41929</c:v>
                </c:pt>
                <c:pt idx="3212">
                  <c:v>41930</c:v>
                </c:pt>
                <c:pt idx="3213">
                  <c:v>41931</c:v>
                </c:pt>
                <c:pt idx="3214">
                  <c:v>41932</c:v>
                </c:pt>
                <c:pt idx="3215">
                  <c:v>41933</c:v>
                </c:pt>
                <c:pt idx="3216">
                  <c:v>41934</c:v>
                </c:pt>
                <c:pt idx="3217">
                  <c:v>41935</c:v>
                </c:pt>
                <c:pt idx="3218">
                  <c:v>41936</c:v>
                </c:pt>
                <c:pt idx="3219">
                  <c:v>41937</c:v>
                </c:pt>
                <c:pt idx="3220">
                  <c:v>41938</c:v>
                </c:pt>
                <c:pt idx="3221">
                  <c:v>41939</c:v>
                </c:pt>
                <c:pt idx="3222">
                  <c:v>41940</c:v>
                </c:pt>
                <c:pt idx="3223">
                  <c:v>41941</c:v>
                </c:pt>
                <c:pt idx="3224">
                  <c:v>41942</c:v>
                </c:pt>
                <c:pt idx="3225">
                  <c:v>41943</c:v>
                </c:pt>
                <c:pt idx="3226">
                  <c:v>41944</c:v>
                </c:pt>
                <c:pt idx="3227">
                  <c:v>41945</c:v>
                </c:pt>
                <c:pt idx="3228">
                  <c:v>41946</c:v>
                </c:pt>
                <c:pt idx="3229">
                  <c:v>41947</c:v>
                </c:pt>
                <c:pt idx="3230">
                  <c:v>41948</c:v>
                </c:pt>
                <c:pt idx="3231">
                  <c:v>41949</c:v>
                </c:pt>
                <c:pt idx="3232">
                  <c:v>41950</c:v>
                </c:pt>
                <c:pt idx="3233">
                  <c:v>41951</c:v>
                </c:pt>
                <c:pt idx="3234">
                  <c:v>41952</c:v>
                </c:pt>
                <c:pt idx="3235">
                  <c:v>41953</c:v>
                </c:pt>
                <c:pt idx="3236">
                  <c:v>41954</c:v>
                </c:pt>
                <c:pt idx="3237">
                  <c:v>41955</c:v>
                </c:pt>
                <c:pt idx="3238">
                  <c:v>41956</c:v>
                </c:pt>
                <c:pt idx="3239">
                  <c:v>41957</c:v>
                </c:pt>
                <c:pt idx="3240">
                  <c:v>41958</c:v>
                </c:pt>
                <c:pt idx="3241">
                  <c:v>41959</c:v>
                </c:pt>
                <c:pt idx="3242">
                  <c:v>41960</c:v>
                </c:pt>
                <c:pt idx="3243">
                  <c:v>41961</c:v>
                </c:pt>
                <c:pt idx="3244">
                  <c:v>41962</c:v>
                </c:pt>
                <c:pt idx="3245">
                  <c:v>41963</c:v>
                </c:pt>
                <c:pt idx="3246">
                  <c:v>41964</c:v>
                </c:pt>
                <c:pt idx="3247">
                  <c:v>41965</c:v>
                </c:pt>
                <c:pt idx="3248">
                  <c:v>41966</c:v>
                </c:pt>
                <c:pt idx="3249">
                  <c:v>41967</c:v>
                </c:pt>
                <c:pt idx="3250">
                  <c:v>41968</c:v>
                </c:pt>
                <c:pt idx="3251">
                  <c:v>41969</c:v>
                </c:pt>
                <c:pt idx="3252">
                  <c:v>41970</c:v>
                </c:pt>
                <c:pt idx="3253">
                  <c:v>41971</c:v>
                </c:pt>
                <c:pt idx="3254">
                  <c:v>41972</c:v>
                </c:pt>
                <c:pt idx="3255">
                  <c:v>41973</c:v>
                </c:pt>
                <c:pt idx="3256">
                  <c:v>41974</c:v>
                </c:pt>
                <c:pt idx="3257">
                  <c:v>41975</c:v>
                </c:pt>
                <c:pt idx="3258">
                  <c:v>41976</c:v>
                </c:pt>
                <c:pt idx="3259">
                  <c:v>41977</c:v>
                </c:pt>
                <c:pt idx="3260">
                  <c:v>41978</c:v>
                </c:pt>
                <c:pt idx="3261">
                  <c:v>41979</c:v>
                </c:pt>
                <c:pt idx="3262">
                  <c:v>41980</c:v>
                </c:pt>
                <c:pt idx="3263">
                  <c:v>41981</c:v>
                </c:pt>
                <c:pt idx="3264">
                  <c:v>41982</c:v>
                </c:pt>
                <c:pt idx="3265">
                  <c:v>41983</c:v>
                </c:pt>
                <c:pt idx="3266">
                  <c:v>41984</c:v>
                </c:pt>
                <c:pt idx="3267">
                  <c:v>41985</c:v>
                </c:pt>
                <c:pt idx="3268">
                  <c:v>41986</c:v>
                </c:pt>
                <c:pt idx="3269">
                  <c:v>41987</c:v>
                </c:pt>
                <c:pt idx="3270">
                  <c:v>41988</c:v>
                </c:pt>
                <c:pt idx="3271">
                  <c:v>41989</c:v>
                </c:pt>
                <c:pt idx="3272">
                  <c:v>41990</c:v>
                </c:pt>
                <c:pt idx="3273">
                  <c:v>41991</c:v>
                </c:pt>
                <c:pt idx="3274">
                  <c:v>41992</c:v>
                </c:pt>
                <c:pt idx="3275">
                  <c:v>41993</c:v>
                </c:pt>
                <c:pt idx="3276">
                  <c:v>41994</c:v>
                </c:pt>
                <c:pt idx="3277">
                  <c:v>41995</c:v>
                </c:pt>
                <c:pt idx="3278">
                  <c:v>41996</c:v>
                </c:pt>
                <c:pt idx="3279">
                  <c:v>41997</c:v>
                </c:pt>
                <c:pt idx="3280">
                  <c:v>41998</c:v>
                </c:pt>
                <c:pt idx="3281">
                  <c:v>41999</c:v>
                </c:pt>
                <c:pt idx="3282">
                  <c:v>42000</c:v>
                </c:pt>
                <c:pt idx="3283">
                  <c:v>42001</c:v>
                </c:pt>
                <c:pt idx="3284">
                  <c:v>42002</c:v>
                </c:pt>
                <c:pt idx="3285">
                  <c:v>42003</c:v>
                </c:pt>
                <c:pt idx="3286">
                  <c:v>42004</c:v>
                </c:pt>
                <c:pt idx="3287">
                  <c:v>42005</c:v>
                </c:pt>
                <c:pt idx="3288">
                  <c:v>42006</c:v>
                </c:pt>
                <c:pt idx="3289">
                  <c:v>42007</c:v>
                </c:pt>
                <c:pt idx="3290">
                  <c:v>42008</c:v>
                </c:pt>
                <c:pt idx="3291">
                  <c:v>42009</c:v>
                </c:pt>
                <c:pt idx="3292">
                  <c:v>42010</c:v>
                </c:pt>
                <c:pt idx="3293">
                  <c:v>42011</c:v>
                </c:pt>
                <c:pt idx="3294">
                  <c:v>42012</c:v>
                </c:pt>
                <c:pt idx="3295">
                  <c:v>42013</c:v>
                </c:pt>
                <c:pt idx="3296">
                  <c:v>42014</c:v>
                </c:pt>
                <c:pt idx="3297">
                  <c:v>42015</c:v>
                </c:pt>
                <c:pt idx="3298">
                  <c:v>42016</c:v>
                </c:pt>
                <c:pt idx="3299">
                  <c:v>42017</c:v>
                </c:pt>
                <c:pt idx="3300">
                  <c:v>42018</c:v>
                </c:pt>
                <c:pt idx="3301">
                  <c:v>42019</c:v>
                </c:pt>
                <c:pt idx="3302">
                  <c:v>42020</c:v>
                </c:pt>
                <c:pt idx="3303">
                  <c:v>42021</c:v>
                </c:pt>
                <c:pt idx="3304">
                  <c:v>42022</c:v>
                </c:pt>
                <c:pt idx="3305">
                  <c:v>42023</c:v>
                </c:pt>
                <c:pt idx="3306">
                  <c:v>42024</c:v>
                </c:pt>
                <c:pt idx="3307">
                  <c:v>42025</c:v>
                </c:pt>
                <c:pt idx="3308">
                  <c:v>42026</c:v>
                </c:pt>
                <c:pt idx="3309">
                  <c:v>42027</c:v>
                </c:pt>
                <c:pt idx="3310">
                  <c:v>42028</c:v>
                </c:pt>
                <c:pt idx="3311">
                  <c:v>42029</c:v>
                </c:pt>
                <c:pt idx="3312">
                  <c:v>42030</c:v>
                </c:pt>
                <c:pt idx="3313">
                  <c:v>42031</c:v>
                </c:pt>
                <c:pt idx="3314">
                  <c:v>42032</c:v>
                </c:pt>
                <c:pt idx="3315">
                  <c:v>42033</c:v>
                </c:pt>
                <c:pt idx="3316">
                  <c:v>42034</c:v>
                </c:pt>
                <c:pt idx="3317">
                  <c:v>42035</c:v>
                </c:pt>
                <c:pt idx="3318">
                  <c:v>42036</c:v>
                </c:pt>
                <c:pt idx="3319">
                  <c:v>42037</c:v>
                </c:pt>
                <c:pt idx="3320">
                  <c:v>42038</c:v>
                </c:pt>
                <c:pt idx="3321">
                  <c:v>42039</c:v>
                </c:pt>
                <c:pt idx="3322">
                  <c:v>42040</c:v>
                </c:pt>
                <c:pt idx="3323">
                  <c:v>42041</c:v>
                </c:pt>
                <c:pt idx="3324">
                  <c:v>42042</c:v>
                </c:pt>
                <c:pt idx="3325">
                  <c:v>42043</c:v>
                </c:pt>
                <c:pt idx="3326">
                  <c:v>42044</c:v>
                </c:pt>
                <c:pt idx="3327">
                  <c:v>42045</c:v>
                </c:pt>
                <c:pt idx="3328">
                  <c:v>42046</c:v>
                </c:pt>
                <c:pt idx="3329">
                  <c:v>42047</c:v>
                </c:pt>
                <c:pt idx="3330">
                  <c:v>42048</c:v>
                </c:pt>
                <c:pt idx="3331">
                  <c:v>42049</c:v>
                </c:pt>
                <c:pt idx="3332">
                  <c:v>42050</c:v>
                </c:pt>
                <c:pt idx="3333">
                  <c:v>42051</c:v>
                </c:pt>
                <c:pt idx="3334">
                  <c:v>42052</c:v>
                </c:pt>
                <c:pt idx="3335">
                  <c:v>42053</c:v>
                </c:pt>
                <c:pt idx="3336">
                  <c:v>42054</c:v>
                </c:pt>
                <c:pt idx="3337">
                  <c:v>42055</c:v>
                </c:pt>
                <c:pt idx="3338">
                  <c:v>42056</c:v>
                </c:pt>
                <c:pt idx="3339">
                  <c:v>42057</c:v>
                </c:pt>
                <c:pt idx="3340">
                  <c:v>42058</c:v>
                </c:pt>
                <c:pt idx="3341">
                  <c:v>42059</c:v>
                </c:pt>
                <c:pt idx="3342">
                  <c:v>42060</c:v>
                </c:pt>
                <c:pt idx="3343">
                  <c:v>42061</c:v>
                </c:pt>
                <c:pt idx="3344">
                  <c:v>42062</c:v>
                </c:pt>
                <c:pt idx="3345">
                  <c:v>42063</c:v>
                </c:pt>
                <c:pt idx="3346">
                  <c:v>42064</c:v>
                </c:pt>
                <c:pt idx="3347">
                  <c:v>42065</c:v>
                </c:pt>
                <c:pt idx="3348">
                  <c:v>42066</c:v>
                </c:pt>
                <c:pt idx="3349">
                  <c:v>42067</c:v>
                </c:pt>
                <c:pt idx="3350">
                  <c:v>42068</c:v>
                </c:pt>
                <c:pt idx="3351">
                  <c:v>42069</c:v>
                </c:pt>
                <c:pt idx="3352">
                  <c:v>42070</c:v>
                </c:pt>
                <c:pt idx="3353">
                  <c:v>42071</c:v>
                </c:pt>
                <c:pt idx="3354">
                  <c:v>42072</c:v>
                </c:pt>
                <c:pt idx="3355">
                  <c:v>42073</c:v>
                </c:pt>
                <c:pt idx="3356">
                  <c:v>42074</c:v>
                </c:pt>
                <c:pt idx="3357">
                  <c:v>42075</c:v>
                </c:pt>
                <c:pt idx="3358">
                  <c:v>42076</c:v>
                </c:pt>
                <c:pt idx="3359">
                  <c:v>42077</c:v>
                </c:pt>
                <c:pt idx="3360">
                  <c:v>42078</c:v>
                </c:pt>
                <c:pt idx="3361">
                  <c:v>42079</c:v>
                </c:pt>
                <c:pt idx="3362">
                  <c:v>42080</c:v>
                </c:pt>
                <c:pt idx="3363">
                  <c:v>42081</c:v>
                </c:pt>
                <c:pt idx="3364">
                  <c:v>42082</c:v>
                </c:pt>
                <c:pt idx="3365">
                  <c:v>42083</c:v>
                </c:pt>
                <c:pt idx="3366">
                  <c:v>42084</c:v>
                </c:pt>
                <c:pt idx="3367">
                  <c:v>42085</c:v>
                </c:pt>
                <c:pt idx="3368">
                  <c:v>42086</c:v>
                </c:pt>
                <c:pt idx="3369">
                  <c:v>42087</c:v>
                </c:pt>
                <c:pt idx="3370">
                  <c:v>42088</c:v>
                </c:pt>
                <c:pt idx="3371">
                  <c:v>42089</c:v>
                </c:pt>
                <c:pt idx="3372">
                  <c:v>42090</c:v>
                </c:pt>
                <c:pt idx="3373">
                  <c:v>42091</c:v>
                </c:pt>
                <c:pt idx="3374">
                  <c:v>42092</c:v>
                </c:pt>
                <c:pt idx="3375">
                  <c:v>42093</c:v>
                </c:pt>
                <c:pt idx="3376">
                  <c:v>42094</c:v>
                </c:pt>
                <c:pt idx="3377">
                  <c:v>42095</c:v>
                </c:pt>
                <c:pt idx="3378">
                  <c:v>42096</c:v>
                </c:pt>
                <c:pt idx="3379">
                  <c:v>42097</c:v>
                </c:pt>
                <c:pt idx="3380">
                  <c:v>42098</c:v>
                </c:pt>
                <c:pt idx="3381">
                  <c:v>42099</c:v>
                </c:pt>
                <c:pt idx="3382">
                  <c:v>42100</c:v>
                </c:pt>
                <c:pt idx="3383">
                  <c:v>42101</c:v>
                </c:pt>
                <c:pt idx="3384">
                  <c:v>42102</c:v>
                </c:pt>
                <c:pt idx="3385">
                  <c:v>42103</c:v>
                </c:pt>
                <c:pt idx="3386">
                  <c:v>42104</c:v>
                </c:pt>
                <c:pt idx="3387">
                  <c:v>42105</c:v>
                </c:pt>
                <c:pt idx="3388">
                  <c:v>42106</c:v>
                </c:pt>
                <c:pt idx="3389">
                  <c:v>42107</c:v>
                </c:pt>
                <c:pt idx="3390">
                  <c:v>42108</c:v>
                </c:pt>
                <c:pt idx="3391">
                  <c:v>42109</c:v>
                </c:pt>
                <c:pt idx="3392">
                  <c:v>42110</c:v>
                </c:pt>
                <c:pt idx="3393">
                  <c:v>42111</c:v>
                </c:pt>
                <c:pt idx="3394">
                  <c:v>42112</c:v>
                </c:pt>
                <c:pt idx="3395">
                  <c:v>42113</c:v>
                </c:pt>
                <c:pt idx="3396">
                  <c:v>42114</c:v>
                </c:pt>
                <c:pt idx="3397">
                  <c:v>42115</c:v>
                </c:pt>
                <c:pt idx="3398">
                  <c:v>42116</c:v>
                </c:pt>
                <c:pt idx="3399">
                  <c:v>42117</c:v>
                </c:pt>
                <c:pt idx="3400">
                  <c:v>42118</c:v>
                </c:pt>
                <c:pt idx="3401">
                  <c:v>42119</c:v>
                </c:pt>
                <c:pt idx="3402">
                  <c:v>42120</c:v>
                </c:pt>
                <c:pt idx="3403">
                  <c:v>42121</c:v>
                </c:pt>
                <c:pt idx="3404">
                  <c:v>42122</c:v>
                </c:pt>
                <c:pt idx="3405">
                  <c:v>42123</c:v>
                </c:pt>
                <c:pt idx="3406">
                  <c:v>42124</c:v>
                </c:pt>
                <c:pt idx="3407">
                  <c:v>42125</c:v>
                </c:pt>
                <c:pt idx="3408">
                  <c:v>42126</c:v>
                </c:pt>
                <c:pt idx="3409">
                  <c:v>42127</c:v>
                </c:pt>
                <c:pt idx="3410">
                  <c:v>42128</c:v>
                </c:pt>
                <c:pt idx="3411">
                  <c:v>42129</c:v>
                </c:pt>
                <c:pt idx="3412">
                  <c:v>42130</c:v>
                </c:pt>
                <c:pt idx="3413">
                  <c:v>42131</c:v>
                </c:pt>
                <c:pt idx="3414">
                  <c:v>42132</c:v>
                </c:pt>
                <c:pt idx="3415">
                  <c:v>42133</c:v>
                </c:pt>
                <c:pt idx="3416">
                  <c:v>42134</c:v>
                </c:pt>
                <c:pt idx="3417">
                  <c:v>42135</c:v>
                </c:pt>
                <c:pt idx="3418">
                  <c:v>42136</c:v>
                </c:pt>
                <c:pt idx="3419">
                  <c:v>42137</c:v>
                </c:pt>
                <c:pt idx="3420">
                  <c:v>42138</c:v>
                </c:pt>
                <c:pt idx="3421">
                  <c:v>42139</c:v>
                </c:pt>
                <c:pt idx="3422">
                  <c:v>42140</c:v>
                </c:pt>
                <c:pt idx="3423">
                  <c:v>42141</c:v>
                </c:pt>
                <c:pt idx="3424">
                  <c:v>42142</c:v>
                </c:pt>
                <c:pt idx="3425">
                  <c:v>42143</c:v>
                </c:pt>
                <c:pt idx="3426">
                  <c:v>42144</c:v>
                </c:pt>
                <c:pt idx="3427">
                  <c:v>42145</c:v>
                </c:pt>
                <c:pt idx="3428">
                  <c:v>42146</c:v>
                </c:pt>
                <c:pt idx="3429">
                  <c:v>42147</c:v>
                </c:pt>
                <c:pt idx="3430">
                  <c:v>42148</c:v>
                </c:pt>
                <c:pt idx="3431">
                  <c:v>42149</c:v>
                </c:pt>
                <c:pt idx="3432">
                  <c:v>42150</c:v>
                </c:pt>
                <c:pt idx="3433">
                  <c:v>42151</c:v>
                </c:pt>
                <c:pt idx="3434">
                  <c:v>42152</c:v>
                </c:pt>
                <c:pt idx="3435">
                  <c:v>42153</c:v>
                </c:pt>
                <c:pt idx="3436">
                  <c:v>42154</c:v>
                </c:pt>
                <c:pt idx="3437">
                  <c:v>42155</c:v>
                </c:pt>
                <c:pt idx="3438">
                  <c:v>42156</c:v>
                </c:pt>
                <c:pt idx="3439">
                  <c:v>42157</c:v>
                </c:pt>
                <c:pt idx="3440">
                  <c:v>42158</c:v>
                </c:pt>
                <c:pt idx="3441">
                  <c:v>42159</c:v>
                </c:pt>
                <c:pt idx="3442">
                  <c:v>42160</c:v>
                </c:pt>
                <c:pt idx="3443">
                  <c:v>42161</c:v>
                </c:pt>
                <c:pt idx="3444">
                  <c:v>42162</c:v>
                </c:pt>
                <c:pt idx="3445">
                  <c:v>42163</c:v>
                </c:pt>
                <c:pt idx="3446">
                  <c:v>42164</c:v>
                </c:pt>
                <c:pt idx="3447">
                  <c:v>42165</c:v>
                </c:pt>
                <c:pt idx="3448">
                  <c:v>42166</c:v>
                </c:pt>
                <c:pt idx="3449">
                  <c:v>42167</c:v>
                </c:pt>
                <c:pt idx="3450">
                  <c:v>42168</c:v>
                </c:pt>
                <c:pt idx="3451">
                  <c:v>42169</c:v>
                </c:pt>
                <c:pt idx="3452">
                  <c:v>42170</c:v>
                </c:pt>
                <c:pt idx="3453">
                  <c:v>42171</c:v>
                </c:pt>
                <c:pt idx="3454">
                  <c:v>42172</c:v>
                </c:pt>
                <c:pt idx="3455">
                  <c:v>42173</c:v>
                </c:pt>
                <c:pt idx="3456">
                  <c:v>42174</c:v>
                </c:pt>
                <c:pt idx="3457">
                  <c:v>42175</c:v>
                </c:pt>
                <c:pt idx="3458">
                  <c:v>42176</c:v>
                </c:pt>
                <c:pt idx="3459">
                  <c:v>42177</c:v>
                </c:pt>
                <c:pt idx="3460">
                  <c:v>42178</c:v>
                </c:pt>
                <c:pt idx="3461">
                  <c:v>42179</c:v>
                </c:pt>
                <c:pt idx="3462">
                  <c:v>42180</c:v>
                </c:pt>
                <c:pt idx="3463">
                  <c:v>42181</c:v>
                </c:pt>
                <c:pt idx="3464">
                  <c:v>42182</c:v>
                </c:pt>
                <c:pt idx="3465">
                  <c:v>42183</c:v>
                </c:pt>
                <c:pt idx="3466">
                  <c:v>42184</c:v>
                </c:pt>
                <c:pt idx="3467">
                  <c:v>42185</c:v>
                </c:pt>
                <c:pt idx="3468">
                  <c:v>42186</c:v>
                </c:pt>
                <c:pt idx="3469">
                  <c:v>42187</c:v>
                </c:pt>
                <c:pt idx="3470">
                  <c:v>42188</c:v>
                </c:pt>
                <c:pt idx="3471">
                  <c:v>42189</c:v>
                </c:pt>
                <c:pt idx="3472">
                  <c:v>42190</c:v>
                </c:pt>
                <c:pt idx="3473">
                  <c:v>42191</c:v>
                </c:pt>
                <c:pt idx="3474">
                  <c:v>42192</c:v>
                </c:pt>
                <c:pt idx="3475">
                  <c:v>42193</c:v>
                </c:pt>
                <c:pt idx="3476">
                  <c:v>42194</c:v>
                </c:pt>
                <c:pt idx="3477">
                  <c:v>42195</c:v>
                </c:pt>
                <c:pt idx="3478">
                  <c:v>42196</c:v>
                </c:pt>
                <c:pt idx="3479">
                  <c:v>42197</c:v>
                </c:pt>
                <c:pt idx="3480">
                  <c:v>42198</c:v>
                </c:pt>
                <c:pt idx="3481">
                  <c:v>42199</c:v>
                </c:pt>
                <c:pt idx="3482">
                  <c:v>42200</c:v>
                </c:pt>
                <c:pt idx="3483">
                  <c:v>42201</c:v>
                </c:pt>
                <c:pt idx="3484">
                  <c:v>42202</c:v>
                </c:pt>
                <c:pt idx="3485">
                  <c:v>42203</c:v>
                </c:pt>
                <c:pt idx="3486">
                  <c:v>42204</c:v>
                </c:pt>
                <c:pt idx="3487">
                  <c:v>42205</c:v>
                </c:pt>
                <c:pt idx="3488">
                  <c:v>42206</c:v>
                </c:pt>
                <c:pt idx="3489">
                  <c:v>42207</c:v>
                </c:pt>
                <c:pt idx="3490">
                  <c:v>42208</c:v>
                </c:pt>
                <c:pt idx="3491">
                  <c:v>42209</c:v>
                </c:pt>
                <c:pt idx="3492">
                  <c:v>42210</c:v>
                </c:pt>
                <c:pt idx="3493">
                  <c:v>42211</c:v>
                </c:pt>
                <c:pt idx="3494">
                  <c:v>42212</c:v>
                </c:pt>
                <c:pt idx="3495">
                  <c:v>42213</c:v>
                </c:pt>
                <c:pt idx="3496">
                  <c:v>42214</c:v>
                </c:pt>
                <c:pt idx="3497">
                  <c:v>42215</c:v>
                </c:pt>
                <c:pt idx="3498">
                  <c:v>42216</c:v>
                </c:pt>
                <c:pt idx="3499">
                  <c:v>42217</c:v>
                </c:pt>
                <c:pt idx="3500">
                  <c:v>42218</c:v>
                </c:pt>
                <c:pt idx="3501">
                  <c:v>42219</c:v>
                </c:pt>
                <c:pt idx="3502">
                  <c:v>42220</c:v>
                </c:pt>
                <c:pt idx="3503">
                  <c:v>42221</c:v>
                </c:pt>
                <c:pt idx="3504">
                  <c:v>42222</c:v>
                </c:pt>
                <c:pt idx="3505">
                  <c:v>42223</c:v>
                </c:pt>
                <c:pt idx="3506">
                  <c:v>42224</c:v>
                </c:pt>
                <c:pt idx="3507">
                  <c:v>42225</c:v>
                </c:pt>
                <c:pt idx="3508">
                  <c:v>42226</c:v>
                </c:pt>
                <c:pt idx="3509">
                  <c:v>42227</c:v>
                </c:pt>
                <c:pt idx="3510">
                  <c:v>42228</c:v>
                </c:pt>
                <c:pt idx="3511">
                  <c:v>42229</c:v>
                </c:pt>
                <c:pt idx="3512">
                  <c:v>42230</c:v>
                </c:pt>
                <c:pt idx="3513">
                  <c:v>42231</c:v>
                </c:pt>
                <c:pt idx="3514">
                  <c:v>42232</c:v>
                </c:pt>
                <c:pt idx="3515">
                  <c:v>42233</c:v>
                </c:pt>
                <c:pt idx="3516">
                  <c:v>42234</c:v>
                </c:pt>
                <c:pt idx="3517">
                  <c:v>42235</c:v>
                </c:pt>
                <c:pt idx="3518">
                  <c:v>42236</c:v>
                </c:pt>
                <c:pt idx="3519">
                  <c:v>42237</c:v>
                </c:pt>
                <c:pt idx="3520">
                  <c:v>42238</c:v>
                </c:pt>
                <c:pt idx="3521">
                  <c:v>42239</c:v>
                </c:pt>
                <c:pt idx="3522">
                  <c:v>42240</c:v>
                </c:pt>
                <c:pt idx="3523">
                  <c:v>42241</c:v>
                </c:pt>
                <c:pt idx="3524">
                  <c:v>42242</c:v>
                </c:pt>
                <c:pt idx="3525">
                  <c:v>42243</c:v>
                </c:pt>
                <c:pt idx="3526">
                  <c:v>42244</c:v>
                </c:pt>
                <c:pt idx="3527">
                  <c:v>42245</c:v>
                </c:pt>
                <c:pt idx="3528">
                  <c:v>42246</c:v>
                </c:pt>
                <c:pt idx="3529">
                  <c:v>42247</c:v>
                </c:pt>
                <c:pt idx="3530">
                  <c:v>42248</c:v>
                </c:pt>
                <c:pt idx="3531">
                  <c:v>42249</c:v>
                </c:pt>
                <c:pt idx="3532">
                  <c:v>42250</c:v>
                </c:pt>
                <c:pt idx="3533">
                  <c:v>42251</c:v>
                </c:pt>
                <c:pt idx="3534">
                  <c:v>42252</c:v>
                </c:pt>
                <c:pt idx="3535">
                  <c:v>42253</c:v>
                </c:pt>
                <c:pt idx="3536">
                  <c:v>42254</c:v>
                </c:pt>
                <c:pt idx="3537">
                  <c:v>42255</c:v>
                </c:pt>
                <c:pt idx="3538">
                  <c:v>42256</c:v>
                </c:pt>
                <c:pt idx="3539">
                  <c:v>42257</c:v>
                </c:pt>
                <c:pt idx="3540">
                  <c:v>42258</c:v>
                </c:pt>
                <c:pt idx="3541">
                  <c:v>42259</c:v>
                </c:pt>
                <c:pt idx="3542">
                  <c:v>42260</c:v>
                </c:pt>
                <c:pt idx="3543">
                  <c:v>42261</c:v>
                </c:pt>
                <c:pt idx="3544">
                  <c:v>42262</c:v>
                </c:pt>
                <c:pt idx="3545">
                  <c:v>42263</c:v>
                </c:pt>
                <c:pt idx="3546">
                  <c:v>42264</c:v>
                </c:pt>
                <c:pt idx="3547">
                  <c:v>42265</c:v>
                </c:pt>
                <c:pt idx="3548">
                  <c:v>42266</c:v>
                </c:pt>
                <c:pt idx="3549">
                  <c:v>42267</c:v>
                </c:pt>
                <c:pt idx="3550">
                  <c:v>42268</c:v>
                </c:pt>
                <c:pt idx="3551">
                  <c:v>42269</c:v>
                </c:pt>
                <c:pt idx="3552">
                  <c:v>42270</c:v>
                </c:pt>
                <c:pt idx="3553">
                  <c:v>42271</c:v>
                </c:pt>
                <c:pt idx="3554">
                  <c:v>42272</c:v>
                </c:pt>
                <c:pt idx="3555">
                  <c:v>42273</c:v>
                </c:pt>
                <c:pt idx="3556">
                  <c:v>42274</c:v>
                </c:pt>
                <c:pt idx="3557">
                  <c:v>42275</c:v>
                </c:pt>
                <c:pt idx="3558">
                  <c:v>42276</c:v>
                </c:pt>
                <c:pt idx="3559">
                  <c:v>42277</c:v>
                </c:pt>
                <c:pt idx="3560">
                  <c:v>42278</c:v>
                </c:pt>
                <c:pt idx="3561">
                  <c:v>42279</c:v>
                </c:pt>
                <c:pt idx="3562">
                  <c:v>42280</c:v>
                </c:pt>
                <c:pt idx="3563">
                  <c:v>42281</c:v>
                </c:pt>
                <c:pt idx="3564">
                  <c:v>42282</c:v>
                </c:pt>
                <c:pt idx="3565">
                  <c:v>42283</c:v>
                </c:pt>
                <c:pt idx="3566">
                  <c:v>42284</c:v>
                </c:pt>
                <c:pt idx="3567">
                  <c:v>42285</c:v>
                </c:pt>
                <c:pt idx="3568">
                  <c:v>42286</c:v>
                </c:pt>
                <c:pt idx="3569">
                  <c:v>42287</c:v>
                </c:pt>
                <c:pt idx="3570">
                  <c:v>42288</c:v>
                </c:pt>
                <c:pt idx="3571">
                  <c:v>42289</c:v>
                </c:pt>
                <c:pt idx="3572">
                  <c:v>42290</c:v>
                </c:pt>
                <c:pt idx="3573">
                  <c:v>42291</c:v>
                </c:pt>
                <c:pt idx="3574">
                  <c:v>42292</c:v>
                </c:pt>
                <c:pt idx="3575">
                  <c:v>42293</c:v>
                </c:pt>
                <c:pt idx="3576">
                  <c:v>42294</c:v>
                </c:pt>
                <c:pt idx="3577">
                  <c:v>42295</c:v>
                </c:pt>
                <c:pt idx="3578">
                  <c:v>42296</c:v>
                </c:pt>
                <c:pt idx="3579">
                  <c:v>42297</c:v>
                </c:pt>
                <c:pt idx="3580">
                  <c:v>42298</c:v>
                </c:pt>
                <c:pt idx="3581">
                  <c:v>42299</c:v>
                </c:pt>
                <c:pt idx="3582">
                  <c:v>42300</c:v>
                </c:pt>
                <c:pt idx="3583">
                  <c:v>42301</c:v>
                </c:pt>
                <c:pt idx="3584">
                  <c:v>42302</c:v>
                </c:pt>
                <c:pt idx="3585">
                  <c:v>42303</c:v>
                </c:pt>
                <c:pt idx="3586">
                  <c:v>42304</c:v>
                </c:pt>
                <c:pt idx="3587">
                  <c:v>42305</c:v>
                </c:pt>
                <c:pt idx="3588">
                  <c:v>42306</c:v>
                </c:pt>
                <c:pt idx="3589">
                  <c:v>42307</c:v>
                </c:pt>
                <c:pt idx="3590">
                  <c:v>42308</c:v>
                </c:pt>
                <c:pt idx="3591">
                  <c:v>42309</c:v>
                </c:pt>
                <c:pt idx="3592">
                  <c:v>42310</c:v>
                </c:pt>
                <c:pt idx="3593">
                  <c:v>42311</c:v>
                </c:pt>
                <c:pt idx="3594">
                  <c:v>42312</c:v>
                </c:pt>
                <c:pt idx="3595">
                  <c:v>42313</c:v>
                </c:pt>
                <c:pt idx="3596">
                  <c:v>42314</c:v>
                </c:pt>
                <c:pt idx="3597">
                  <c:v>42315</c:v>
                </c:pt>
                <c:pt idx="3598">
                  <c:v>42316</c:v>
                </c:pt>
                <c:pt idx="3599">
                  <c:v>42317</c:v>
                </c:pt>
                <c:pt idx="3600">
                  <c:v>42318</c:v>
                </c:pt>
                <c:pt idx="3601">
                  <c:v>42319</c:v>
                </c:pt>
                <c:pt idx="3602">
                  <c:v>42320</c:v>
                </c:pt>
                <c:pt idx="3603">
                  <c:v>42321</c:v>
                </c:pt>
                <c:pt idx="3604">
                  <c:v>42322</c:v>
                </c:pt>
                <c:pt idx="3605">
                  <c:v>42323</c:v>
                </c:pt>
                <c:pt idx="3606">
                  <c:v>42324</c:v>
                </c:pt>
                <c:pt idx="3607">
                  <c:v>42325</c:v>
                </c:pt>
                <c:pt idx="3608">
                  <c:v>42326</c:v>
                </c:pt>
                <c:pt idx="3609">
                  <c:v>42327</c:v>
                </c:pt>
                <c:pt idx="3610">
                  <c:v>42328</c:v>
                </c:pt>
                <c:pt idx="3611">
                  <c:v>42329</c:v>
                </c:pt>
                <c:pt idx="3612">
                  <c:v>42330</c:v>
                </c:pt>
                <c:pt idx="3613">
                  <c:v>42331</c:v>
                </c:pt>
                <c:pt idx="3614">
                  <c:v>42332</c:v>
                </c:pt>
                <c:pt idx="3615">
                  <c:v>42333</c:v>
                </c:pt>
                <c:pt idx="3616">
                  <c:v>42334</c:v>
                </c:pt>
                <c:pt idx="3617">
                  <c:v>42335</c:v>
                </c:pt>
                <c:pt idx="3618">
                  <c:v>42336</c:v>
                </c:pt>
                <c:pt idx="3619">
                  <c:v>42337</c:v>
                </c:pt>
                <c:pt idx="3620">
                  <c:v>42338</c:v>
                </c:pt>
                <c:pt idx="3621">
                  <c:v>42339</c:v>
                </c:pt>
                <c:pt idx="3622">
                  <c:v>42340</c:v>
                </c:pt>
                <c:pt idx="3623">
                  <c:v>42341</c:v>
                </c:pt>
                <c:pt idx="3624">
                  <c:v>42342</c:v>
                </c:pt>
                <c:pt idx="3625">
                  <c:v>42343</c:v>
                </c:pt>
                <c:pt idx="3626">
                  <c:v>42344</c:v>
                </c:pt>
                <c:pt idx="3627">
                  <c:v>42345</c:v>
                </c:pt>
                <c:pt idx="3628">
                  <c:v>42346</c:v>
                </c:pt>
                <c:pt idx="3629">
                  <c:v>42347</c:v>
                </c:pt>
                <c:pt idx="3630">
                  <c:v>42348</c:v>
                </c:pt>
                <c:pt idx="3631">
                  <c:v>42349</c:v>
                </c:pt>
                <c:pt idx="3632">
                  <c:v>42350</c:v>
                </c:pt>
                <c:pt idx="3633">
                  <c:v>42351</c:v>
                </c:pt>
                <c:pt idx="3634">
                  <c:v>42352</c:v>
                </c:pt>
                <c:pt idx="3635">
                  <c:v>42353</c:v>
                </c:pt>
                <c:pt idx="3636">
                  <c:v>42354</c:v>
                </c:pt>
                <c:pt idx="3637">
                  <c:v>42355</c:v>
                </c:pt>
                <c:pt idx="3638">
                  <c:v>42356</c:v>
                </c:pt>
                <c:pt idx="3639">
                  <c:v>42357</c:v>
                </c:pt>
                <c:pt idx="3640">
                  <c:v>42358</c:v>
                </c:pt>
                <c:pt idx="3641">
                  <c:v>42359</c:v>
                </c:pt>
                <c:pt idx="3642">
                  <c:v>42360</c:v>
                </c:pt>
                <c:pt idx="3643">
                  <c:v>42361</c:v>
                </c:pt>
                <c:pt idx="3644">
                  <c:v>42362</c:v>
                </c:pt>
                <c:pt idx="3645">
                  <c:v>42363</c:v>
                </c:pt>
                <c:pt idx="3646">
                  <c:v>42364</c:v>
                </c:pt>
                <c:pt idx="3647">
                  <c:v>42365</c:v>
                </c:pt>
                <c:pt idx="3648">
                  <c:v>42366</c:v>
                </c:pt>
                <c:pt idx="3649">
                  <c:v>42367</c:v>
                </c:pt>
                <c:pt idx="3650">
                  <c:v>42368</c:v>
                </c:pt>
                <c:pt idx="3651">
                  <c:v>42369</c:v>
                </c:pt>
                <c:pt idx="3652">
                  <c:v>42370</c:v>
                </c:pt>
                <c:pt idx="3653">
                  <c:v>42371</c:v>
                </c:pt>
                <c:pt idx="3654">
                  <c:v>42372</c:v>
                </c:pt>
                <c:pt idx="3655">
                  <c:v>42373</c:v>
                </c:pt>
                <c:pt idx="3656">
                  <c:v>42374</c:v>
                </c:pt>
                <c:pt idx="3657">
                  <c:v>42375</c:v>
                </c:pt>
                <c:pt idx="3658">
                  <c:v>42376</c:v>
                </c:pt>
                <c:pt idx="3659">
                  <c:v>42377</c:v>
                </c:pt>
                <c:pt idx="3660">
                  <c:v>42378</c:v>
                </c:pt>
                <c:pt idx="3661">
                  <c:v>42379</c:v>
                </c:pt>
                <c:pt idx="3662">
                  <c:v>42380</c:v>
                </c:pt>
                <c:pt idx="3663">
                  <c:v>42381</c:v>
                </c:pt>
                <c:pt idx="3664">
                  <c:v>42382</c:v>
                </c:pt>
                <c:pt idx="3665">
                  <c:v>42383</c:v>
                </c:pt>
                <c:pt idx="3666">
                  <c:v>42384</c:v>
                </c:pt>
                <c:pt idx="3667">
                  <c:v>42385</c:v>
                </c:pt>
                <c:pt idx="3668">
                  <c:v>42386</c:v>
                </c:pt>
                <c:pt idx="3669">
                  <c:v>42387</c:v>
                </c:pt>
                <c:pt idx="3670">
                  <c:v>42388</c:v>
                </c:pt>
                <c:pt idx="3671">
                  <c:v>42389</c:v>
                </c:pt>
                <c:pt idx="3672">
                  <c:v>42390</c:v>
                </c:pt>
                <c:pt idx="3673">
                  <c:v>42391</c:v>
                </c:pt>
                <c:pt idx="3674">
                  <c:v>42392</c:v>
                </c:pt>
                <c:pt idx="3675">
                  <c:v>42393</c:v>
                </c:pt>
                <c:pt idx="3676">
                  <c:v>42394</c:v>
                </c:pt>
                <c:pt idx="3677">
                  <c:v>42395</c:v>
                </c:pt>
                <c:pt idx="3678">
                  <c:v>42396</c:v>
                </c:pt>
                <c:pt idx="3679">
                  <c:v>42397</c:v>
                </c:pt>
                <c:pt idx="3680">
                  <c:v>42398</c:v>
                </c:pt>
                <c:pt idx="3681">
                  <c:v>42399</c:v>
                </c:pt>
                <c:pt idx="3682">
                  <c:v>42400</c:v>
                </c:pt>
                <c:pt idx="3683">
                  <c:v>42401</c:v>
                </c:pt>
                <c:pt idx="3684">
                  <c:v>42402</c:v>
                </c:pt>
                <c:pt idx="3685">
                  <c:v>42403</c:v>
                </c:pt>
                <c:pt idx="3686">
                  <c:v>42404</c:v>
                </c:pt>
                <c:pt idx="3687">
                  <c:v>42405</c:v>
                </c:pt>
                <c:pt idx="3688">
                  <c:v>42406</c:v>
                </c:pt>
                <c:pt idx="3689">
                  <c:v>42407</c:v>
                </c:pt>
                <c:pt idx="3690">
                  <c:v>42408</c:v>
                </c:pt>
                <c:pt idx="3691">
                  <c:v>42409</c:v>
                </c:pt>
                <c:pt idx="3692">
                  <c:v>42410</c:v>
                </c:pt>
                <c:pt idx="3693">
                  <c:v>42411</c:v>
                </c:pt>
                <c:pt idx="3694">
                  <c:v>42412</c:v>
                </c:pt>
                <c:pt idx="3695">
                  <c:v>42413</c:v>
                </c:pt>
                <c:pt idx="3696">
                  <c:v>42414</c:v>
                </c:pt>
                <c:pt idx="3697">
                  <c:v>42415</c:v>
                </c:pt>
                <c:pt idx="3698">
                  <c:v>42416</c:v>
                </c:pt>
                <c:pt idx="3699">
                  <c:v>42417</c:v>
                </c:pt>
                <c:pt idx="3700">
                  <c:v>42418</c:v>
                </c:pt>
                <c:pt idx="3701">
                  <c:v>42419</c:v>
                </c:pt>
                <c:pt idx="3702">
                  <c:v>42420</c:v>
                </c:pt>
                <c:pt idx="3703">
                  <c:v>42421</c:v>
                </c:pt>
                <c:pt idx="3704">
                  <c:v>42422</c:v>
                </c:pt>
                <c:pt idx="3705">
                  <c:v>42423</c:v>
                </c:pt>
                <c:pt idx="3706">
                  <c:v>42424</c:v>
                </c:pt>
                <c:pt idx="3707">
                  <c:v>42425</c:v>
                </c:pt>
                <c:pt idx="3708">
                  <c:v>42426</c:v>
                </c:pt>
                <c:pt idx="3709">
                  <c:v>42427</c:v>
                </c:pt>
                <c:pt idx="3710">
                  <c:v>42428</c:v>
                </c:pt>
                <c:pt idx="3711">
                  <c:v>42429</c:v>
                </c:pt>
                <c:pt idx="3712">
                  <c:v>42430</c:v>
                </c:pt>
                <c:pt idx="3713">
                  <c:v>42431</c:v>
                </c:pt>
                <c:pt idx="3714">
                  <c:v>42432</c:v>
                </c:pt>
                <c:pt idx="3715">
                  <c:v>42433</c:v>
                </c:pt>
                <c:pt idx="3716">
                  <c:v>42434</c:v>
                </c:pt>
                <c:pt idx="3717">
                  <c:v>42435</c:v>
                </c:pt>
                <c:pt idx="3718">
                  <c:v>42436</c:v>
                </c:pt>
                <c:pt idx="3719">
                  <c:v>42437</c:v>
                </c:pt>
                <c:pt idx="3720">
                  <c:v>42438</c:v>
                </c:pt>
                <c:pt idx="3721">
                  <c:v>42439</c:v>
                </c:pt>
                <c:pt idx="3722">
                  <c:v>42440</c:v>
                </c:pt>
                <c:pt idx="3723">
                  <c:v>42441</c:v>
                </c:pt>
                <c:pt idx="3724">
                  <c:v>42442</c:v>
                </c:pt>
                <c:pt idx="3725">
                  <c:v>42443</c:v>
                </c:pt>
                <c:pt idx="3726">
                  <c:v>42444</c:v>
                </c:pt>
                <c:pt idx="3727">
                  <c:v>42445</c:v>
                </c:pt>
                <c:pt idx="3728">
                  <c:v>42446</c:v>
                </c:pt>
                <c:pt idx="3729">
                  <c:v>42447</c:v>
                </c:pt>
                <c:pt idx="3730">
                  <c:v>42448</c:v>
                </c:pt>
                <c:pt idx="3731">
                  <c:v>42449</c:v>
                </c:pt>
                <c:pt idx="3732">
                  <c:v>42450</c:v>
                </c:pt>
                <c:pt idx="3733">
                  <c:v>42451</c:v>
                </c:pt>
                <c:pt idx="3734">
                  <c:v>42452</c:v>
                </c:pt>
                <c:pt idx="3735">
                  <c:v>42453</c:v>
                </c:pt>
                <c:pt idx="3736">
                  <c:v>42454</c:v>
                </c:pt>
                <c:pt idx="3737">
                  <c:v>42455</c:v>
                </c:pt>
                <c:pt idx="3738">
                  <c:v>42456</c:v>
                </c:pt>
                <c:pt idx="3739">
                  <c:v>42457</c:v>
                </c:pt>
                <c:pt idx="3740">
                  <c:v>42458</c:v>
                </c:pt>
                <c:pt idx="3741">
                  <c:v>42459</c:v>
                </c:pt>
                <c:pt idx="3742">
                  <c:v>42460</c:v>
                </c:pt>
                <c:pt idx="3743">
                  <c:v>42461</c:v>
                </c:pt>
                <c:pt idx="3744">
                  <c:v>42462</c:v>
                </c:pt>
                <c:pt idx="3745">
                  <c:v>42463</c:v>
                </c:pt>
                <c:pt idx="3746">
                  <c:v>42464</c:v>
                </c:pt>
                <c:pt idx="3747">
                  <c:v>42465</c:v>
                </c:pt>
                <c:pt idx="3748">
                  <c:v>42466</c:v>
                </c:pt>
                <c:pt idx="3749">
                  <c:v>42467</c:v>
                </c:pt>
                <c:pt idx="3750">
                  <c:v>42468</c:v>
                </c:pt>
                <c:pt idx="3751">
                  <c:v>42469</c:v>
                </c:pt>
                <c:pt idx="3752">
                  <c:v>42470</c:v>
                </c:pt>
                <c:pt idx="3753">
                  <c:v>42471</c:v>
                </c:pt>
                <c:pt idx="3754">
                  <c:v>42472</c:v>
                </c:pt>
                <c:pt idx="3755">
                  <c:v>42473</c:v>
                </c:pt>
                <c:pt idx="3756">
                  <c:v>42474</c:v>
                </c:pt>
                <c:pt idx="3757">
                  <c:v>42475</c:v>
                </c:pt>
                <c:pt idx="3758">
                  <c:v>42476</c:v>
                </c:pt>
                <c:pt idx="3759">
                  <c:v>42477</c:v>
                </c:pt>
                <c:pt idx="3760">
                  <c:v>42478</c:v>
                </c:pt>
                <c:pt idx="3761">
                  <c:v>42479</c:v>
                </c:pt>
                <c:pt idx="3762">
                  <c:v>42480</c:v>
                </c:pt>
                <c:pt idx="3763">
                  <c:v>42481</c:v>
                </c:pt>
                <c:pt idx="3764">
                  <c:v>42482</c:v>
                </c:pt>
                <c:pt idx="3765">
                  <c:v>42483</c:v>
                </c:pt>
                <c:pt idx="3766">
                  <c:v>42484</c:v>
                </c:pt>
                <c:pt idx="3767">
                  <c:v>42485</c:v>
                </c:pt>
                <c:pt idx="3768">
                  <c:v>42486</c:v>
                </c:pt>
                <c:pt idx="3769">
                  <c:v>42487</c:v>
                </c:pt>
                <c:pt idx="3770">
                  <c:v>42488</c:v>
                </c:pt>
                <c:pt idx="3771">
                  <c:v>42489</c:v>
                </c:pt>
                <c:pt idx="3772">
                  <c:v>42490</c:v>
                </c:pt>
                <c:pt idx="3773">
                  <c:v>42491</c:v>
                </c:pt>
                <c:pt idx="3774">
                  <c:v>42492</c:v>
                </c:pt>
                <c:pt idx="3775">
                  <c:v>42493</c:v>
                </c:pt>
                <c:pt idx="3776">
                  <c:v>42494</c:v>
                </c:pt>
                <c:pt idx="3777">
                  <c:v>42495</c:v>
                </c:pt>
                <c:pt idx="3778">
                  <c:v>42496</c:v>
                </c:pt>
                <c:pt idx="3779">
                  <c:v>42497</c:v>
                </c:pt>
                <c:pt idx="3780">
                  <c:v>42498</c:v>
                </c:pt>
                <c:pt idx="3781">
                  <c:v>42499</c:v>
                </c:pt>
                <c:pt idx="3782">
                  <c:v>42500</c:v>
                </c:pt>
                <c:pt idx="3783">
                  <c:v>42501</c:v>
                </c:pt>
                <c:pt idx="3784">
                  <c:v>42502</c:v>
                </c:pt>
                <c:pt idx="3785">
                  <c:v>42503</c:v>
                </c:pt>
                <c:pt idx="3786">
                  <c:v>42504</c:v>
                </c:pt>
                <c:pt idx="3787">
                  <c:v>42505</c:v>
                </c:pt>
                <c:pt idx="3788">
                  <c:v>42506</c:v>
                </c:pt>
                <c:pt idx="3789">
                  <c:v>42507</c:v>
                </c:pt>
                <c:pt idx="3790">
                  <c:v>42508</c:v>
                </c:pt>
                <c:pt idx="3791">
                  <c:v>42509</c:v>
                </c:pt>
                <c:pt idx="3792">
                  <c:v>42510</c:v>
                </c:pt>
                <c:pt idx="3793">
                  <c:v>42511</c:v>
                </c:pt>
                <c:pt idx="3794">
                  <c:v>42512</c:v>
                </c:pt>
                <c:pt idx="3795">
                  <c:v>42513</c:v>
                </c:pt>
                <c:pt idx="3796">
                  <c:v>42514</c:v>
                </c:pt>
                <c:pt idx="3797">
                  <c:v>42515</c:v>
                </c:pt>
                <c:pt idx="3798">
                  <c:v>42516</c:v>
                </c:pt>
                <c:pt idx="3799">
                  <c:v>42517</c:v>
                </c:pt>
                <c:pt idx="3800">
                  <c:v>42518</c:v>
                </c:pt>
                <c:pt idx="3801">
                  <c:v>42519</c:v>
                </c:pt>
                <c:pt idx="3802">
                  <c:v>42520</c:v>
                </c:pt>
                <c:pt idx="3803">
                  <c:v>42521</c:v>
                </c:pt>
                <c:pt idx="3804">
                  <c:v>42522</c:v>
                </c:pt>
                <c:pt idx="3805">
                  <c:v>42523</c:v>
                </c:pt>
                <c:pt idx="3806">
                  <c:v>42524</c:v>
                </c:pt>
                <c:pt idx="3807">
                  <c:v>42525</c:v>
                </c:pt>
                <c:pt idx="3808">
                  <c:v>42526</c:v>
                </c:pt>
                <c:pt idx="3809">
                  <c:v>42527</c:v>
                </c:pt>
                <c:pt idx="3810">
                  <c:v>42528</c:v>
                </c:pt>
                <c:pt idx="3811">
                  <c:v>42529</c:v>
                </c:pt>
                <c:pt idx="3812">
                  <c:v>42530</c:v>
                </c:pt>
                <c:pt idx="3813">
                  <c:v>42531</c:v>
                </c:pt>
                <c:pt idx="3814">
                  <c:v>42532</c:v>
                </c:pt>
                <c:pt idx="3815">
                  <c:v>42533</c:v>
                </c:pt>
                <c:pt idx="3816">
                  <c:v>42534</c:v>
                </c:pt>
                <c:pt idx="3817">
                  <c:v>42535</c:v>
                </c:pt>
                <c:pt idx="3818">
                  <c:v>42536</c:v>
                </c:pt>
                <c:pt idx="3819">
                  <c:v>42537</c:v>
                </c:pt>
                <c:pt idx="3820">
                  <c:v>42538</c:v>
                </c:pt>
                <c:pt idx="3821">
                  <c:v>42539</c:v>
                </c:pt>
                <c:pt idx="3822">
                  <c:v>42540</c:v>
                </c:pt>
                <c:pt idx="3823">
                  <c:v>42541</c:v>
                </c:pt>
                <c:pt idx="3824">
                  <c:v>42542</c:v>
                </c:pt>
                <c:pt idx="3825">
                  <c:v>42543</c:v>
                </c:pt>
                <c:pt idx="3826">
                  <c:v>42544</c:v>
                </c:pt>
                <c:pt idx="3827">
                  <c:v>42545</c:v>
                </c:pt>
                <c:pt idx="3828">
                  <c:v>42546</c:v>
                </c:pt>
                <c:pt idx="3829">
                  <c:v>42547</c:v>
                </c:pt>
                <c:pt idx="3830">
                  <c:v>42548</c:v>
                </c:pt>
                <c:pt idx="3831">
                  <c:v>42549</c:v>
                </c:pt>
                <c:pt idx="3832">
                  <c:v>42550</c:v>
                </c:pt>
                <c:pt idx="3833">
                  <c:v>42551</c:v>
                </c:pt>
                <c:pt idx="3834">
                  <c:v>42552</c:v>
                </c:pt>
                <c:pt idx="3835">
                  <c:v>42553</c:v>
                </c:pt>
                <c:pt idx="3836">
                  <c:v>42554</c:v>
                </c:pt>
                <c:pt idx="3837">
                  <c:v>42555</c:v>
                </c:pt>
                <c:pt idx="3838">
                  <c:v>42556</c:v>
                </c:pt>
                <c:pt idx="3839">
                  <c:v>42557</c:v>
                </c:pt>
                <c:pt idx="3840">
                  <c:v>42558</c:v>
                </c:pt>
                <c:pt idx="3841">
                  <c:v>42559</c:v>
                </c:pt>
                <c:pt idx="3842">
                  <c:v>42560</c:v>
                </c:pt>
                <c:pt idx="3843">
                  <c:v>42561</c:v>
                </c:pt>
                <c:pt idx="3844">
                  <c:v>42562</c:v>
                </c:pt>
                <c:pt idx="3845">
                  <c:v>42563</c:v>
                </c:pt>
                <c:pt idx="3846">
                  <c:v>42564</c:v>
                </c:pt>
                <c:pt idx="3847">
                  <c:v>42565</c:v>
                </c:pt>
                <c:pt idx="3848">
                  <c:v>42566</c:v>
                </c:pt>
                <c:pt idx="3849">
                  <c:v>42567</c:v>
                </c:pt>
                <c:pt idx="3850">
                  <c:v>42568</c:v>
                </c:pt>
                <c:pt idx="3851">
                  <c:v>42569</c:v>
                </c:pt>
                <c:pt idx="3852">
                  <c:v>42570</c:v>
                </c:pt>
                <c:pt idx="3853">
                  <c:v>42571</c:v>
                </c:pt>
                <c:pt idx="3854">
                  <c:v>42572</c:v>
                </c:pt>
                <c:pt idx="3855">
                  <c:v>42573</c:v>
                </c:pt>
                <c:pt idx="3856">
                  <c:v>42574</c:v>
                </c:pt>
                <c:pt idx="3857">
                  <c:v>42575</c:v>
                </c:pt>
                <c:pt idx="3858">
                  <c:v>42576</c:v>
                </c:pt>
                <c:pt idx="3859">
                  <c:v>42577</c:v>
                </c:pt>
                <c:pt idx="3860">
                  <c:v>42578</c:v>
                </c:pt>
                <c:pt idx="3861">
                  <c:v>42579</c:v>
                </c:pt>
                <c:pt idx="3862">
                  <c:v>42580</c:v>
                </c:pt>
                <c:pt idx="3863">
                  <c:v>42581</c:v>
                </c:pt>
                <c:pt idx="3864">
                  <c:v>42582</c:v>
                </c:pt>
                <c:pt idx="3865">
                  <c:v>42583</c:v>
                </c:pt>
                <c:pt idx="3866">
                  <c:v>42584</c:v>
                </c:pt>
                <c:pt idx="3867">
                  <c:v>42585</c:v>
                </c:pt>
                <c:pt idx="3868">
                  <c:v>42586</c:v>
                </c:pt>
                <c:pt idx="3869">
                  <c:v>42587</c:v>
                </c:pt>
                <c:pt idx="3870">
                  <c:v>42588</c:v>
                </c:pt>
                <c:pt idx="3871">
                  <c:v>42589</c:v>
                </c:pt>
                <c:pt idx="3872">
                  <c:v>42590</c:v>
                </c:pt>
                <c:pt idx="3873">
                  <c:v>42591</c:v>
                </c:pt>
                <c:pt idx="3874">
                  <c:v>42592</c:v>
                </c:pt>
                <c:pt idx="3875">
                  <c:v>42593</c:v>
                </c:pt>
                <c:pt idx="3876">
                  <c:v>42594</c:v>
                </c:pt>
                <c:pt idx="3877">
                  <c:v>42595</c:v>
                </c:pt>
                <c:pt idx="3878">
                  <c:v>42596</c:v>
                </c:pt>
                <c:pt idx="3879">
                  <c:v>42597</c:v>
                </c:pt>
                <c:pt idx="3880">
                  <c:v>42598</c:v>
                </c:pt>
                <c:pt idx="3881">
                  <c:v>42599</c:v>
                </c:pt>
                <c:pt idx="3882">
                  <c:v>42600</c:v>
                </c:pt>
                <c:pt idx="3883">
                  <c:v>42601</c:v>
                </c:pt>
                <c:pt idx="3884">
                  <c:v>42602</c:v>
                </c:pt>
                <c:pt idx="3885">
                  <c:v>42603</c:v>
                </c:pt>
                <c:pt idx="3886">
                  <c:v>42604</c:v>
                </c:pt>
                <c:pt idx="3887">
                  <c:v>42605</c:v>
                </c:pt>
                <c:pt idx="3888">
                  <c:v>42606</c:v>
                </c:pt>
                <c:pt idx="3889">
                  <c:v>42607</c:v>
                </c:pt>
                <c:pt idx="3890">
                  <c:v>42608</c:v>
                </c:pt>
                <c:pt idx="3891">
                  <c:v>42609</c:v>
                </c:pt>
                <c:pt idx="3892">
                  <c:v>42610</c:v>
                </c:pt>
                <c:pt idx="3893">
                  <c:v>42611</c:v>
                </c:pt>
                <c:pt idx="3894">
                  <c:v>42612</c:v>
                </c:pt>
                <c:pt idx="3895">
                  <c:v>42613</c:v>
                </c:pt>
                <c:pt idx="3896">
                  <c:v>42614</c:v>
                </c:pt>
                <c:pt idx="3897">
                  <c:v>42615</c:v>
                </c:pt>
                <c:pt idx="3898">
                  <c:v>42616</c:v>
                </c:pt>
                <c:pt idx="3899">
                  <c:v>42617</c:v>
                </c:pt>
                <c:pt idx="3900">
                  <c:v>42618</c:v>
                </c:pt>
                <c:pt idx="3901">
                  <c:v>42619</c:v>
                </c:pt>
                <c:pt idx="3902">
                  <c:v>42620</c:v>
                </c:pt>
                <c:pt idx="3903">
                  <c:v>42621</c:v>
                </c:pt>
                <c:pt idx="3904">
                  <c:v>42622</c:v>
                </c:pt>
                <c:pt idx="3905">
                  <c:v>42623</c:v>
                </c:pt>
                <c:pt idx="3906">
                  <c:v>42624</c:v>
                </c:pt>
                <c:pt idx="3907">
                  <c:v>42625</c:v>
                </c:pt>
                <c:pt idx="3908">
                  <c:v>42626</c:v>
                </c:pt>
                <c:pt idx="3909">
                  <c:v>42627</c:v>
                </c:pt>
                <c:pt idx="3910">
                  <c:v>42628</c:v>
                </c:pt>
                <c:pt idx="3911">
                  <c:v>42629</c:v>
                </c:pt>
                <c:pt idx="3912">
                  <c:v>42630</c:v>
                </c:pt>
                <c:pt idx="3913">
                  <c:v>42631</c:v>
                </c:pt>
                <c:pt idx="3914">
                  <c:v>42632</c:v>
                </c:pt>
                <c:pt idx="3915">
                  <c:v>42633</c:v>
                </c:pt>
                <c:pt idx="3916">
                  <c:v>42634</c:v>
                </c:pt>
                <c:pt idx="3917">
                  <c:v>42635</c:v>
                </c:pt>
                <c:pt idx="3918">
                  <c:v>42636</c:v>
                </c:pt>
                <c:pt idx="3919">
                  <c:v>42637</c:v>
                </c:pt>
                <c:pt idx="3920">
                  <c:v>42638</c:v>
                </c:pt>
                <c:pt idx="3921">
                  <c:v>42639</c:v>
                </c:pt>
                <c:pt idx="3922">
                  <c:v>42640</c:v>
                </c:pt>
                <c:pt idx="3923">
                  <c:v>42641</c:v>
                </c:pt>
                <c:pt idx="3924">
                  <c:v>42642</c:v>
                </c:pt>
                <c:pt idx="3925">
                  <c:v>42643</c:v>
                </c:pt>
                <c:pt idx="3926">
                  <c:v>42644</c:v>
                </c:pt>
                <c:pt idx="3927">
                  <c:v>42645</c:v>
                </c:pt>
                <c:pt idx="3928">
                  <c:v>42646</c:v>
                </c:pt>
                <c:pt idx="3929">
                  <c:v>42647</c:v>
                </c:pt>
                <c:pt idx="3930">
                  <c:v>42648</c:v>
                </c:pt>
                <c:pt idx="3931">
                  <c:v>42649</c:v>
                </c:pt>
                <c:pt idx="3932">
                  <c:v>42650</c:v>
                </c:pt>
                <c:pt idx="3933">
                  <c:v>42651</c:v>
                </c:pt>
                <c:pt idx="3934">
                  <c:v>42652</c:v>
                </c:pt>
                <c:pt idx="3935">
                  <c:v>42653</c:v>
                </c:pt>
                <c:pt idx="3936">
                  <c:v>42654</c:v>
                </c:pt>
                <c:pt idx="3937">
                  <c:v>42655</c:v>
                </c:pt>
                <c:pt idx="3938">
                  <c:v>42656</c:v>
                </c:pt>
                <c:pt idx="3939">
                  <c:v>42657</c:v>
                </c:pt>
                <c:pt idx="3940">
                  <c:v>42658</c:v>
                </c:pt>
                <c:pt idx="3941">
                  <c:v>42659</c:v>
                </c:pt>
                <c:pt idx="3942">
                  <c:v>42660</c:v>
                </c:pt>
                <c:pt idx="3943">
                  <c:v>42661</c:v>
                </c:pt>
                <c:pt idx="3944">
                  <c:v>42662</c:v>
                </c:pt>
                <c:pt idx="3945">
                  <c:v>42663</c:v>
                </c:pt>
                <c:pt idx="3946">
                  <c:v>42664</c:v>
                </c:pt>
                <c:pt idx="3947">
                  <c:v>42665</c:v>
                </c:pt>
                <c:pt idx="3948">
                  <c:v>42666</c:v>
                </c:pt>
                <c:pt idx="3949">
                  <c:v>42667</c:v>
                </c:pt>
                <c:pt idx="3950">
                  <c:v>42668</c:v>
                </c:pt>
                <c:pt idx="3951">
                  <c:v>42669</c:v>
                </c:pt>
                <c:pt idx="3952">
                  <c:v>42670</c:v>
                </c:pt>
                <c:pt idx="3953">
                  <c:v>42671</c:v>
                </c:pt>
                <c:pt idx="3954">
                  <c:v>42672</c:v>
                </c:pt>
                <c:pt idx="3955">
                  <c:v>42673</c:v>
                </c:pt>
                <c:pt idx="3956">
                  <c:v>42674</c:v>
                </c:pt>
                <c:pt idx="3957">
                  <c:v>42675</c:v>
                </c:pt>
                <c:pt idx="3958">
                  <c:v>42676</c:v>
                </c:pt>
                <c:pt idx="3959">
                  <c:v>42677</c:v>
                </c:pt>
                <c:pt idx="3960">
                  <c:v>42678</c:v>
                </c:pt>
                <c:pt idx="3961">
                  <c:v>42679</c:v>
                </c:pt>
                <c:pt idx="3962">
                  <c:v>42680</c:v>
                </c:pt>
                <c:pt idx="3963">
                  <c:v>42681</c:v>
                </c:pt>
                <c:pt idx="3964">
                  <c:v>42682</c:v>
                </c:pt>
                <c:pt idx="3965">
                  <c:v>42683</c:v>
                </c:pt>
                <c:pt idx="3966">
                  <c:v>42684</c:v>
                </c:pt>
                <c:pt idx="3967">
                  <c:v>42685</c:v>
                </c:pt>
                <c:pt idx="3968">
                  <c:v>42686</c:v>
                </c:pt>
                <c:pt idx="3969">
                  <c:v>42687</c:v>
                </c:pt>
                <c:pt idx="3970">
                  <c:v>42688</c:v>
                </c:pt>
                <c:pt idx="3971">
                  <c:v>42689</c:v>
                </c:pt>
                <c:pt idx="3972">
                  <c:v>42690</c:v>
                </c:pt>
                <c:pt idx="3973">
                  <c:v>42691</c:v>
                </c:pt>
                <c:pt idx="3974">
                  <c:v>42692</c:v>
                </c:pt>
                <c:pt idx="3975">
                  <c:v>42693</c:v>
                </c:pt>
                <c:pt idx="3976">
                  <c:v>42694</c:v>
                </c:pt>
                <c:pt idx="3977">
                  <c:v>42695</c:v>
                </c:pt>
                <c:pt idx="3978">
                  <c:v>42696</c:v>
                </c:pt>
                <c:pt idx="3979">
                  <c:v>42697</c:v>
                </c:pt>
                <c:pt idx="3980">
                  <c:v>42698</c:v>
                </c:pt>
                <c:pt idx="3981">
                  <c:v>42699</c:v>
                </c:pt>
                <c:pt idx="3982">
                  <c:v>42700</c:v>
                </c:pt>
                <c:pt idx="3983">
                  <c:v>42701</c:v>
                </c:pt>
                <c:pt idx="3984">
                  <c:v>42702</c:v>
                </c:pt>
                <c:pt idx="3985">
                  <c:v>42703</c:v>
                </c:pt>
                <c:pt idx="3986">
                  <c:v>42704</c:v>
                </c:pt>
                <c:pt idx="3987">
                  <c:v>42705</c:v>
                </c:pt>
                <c:pt idx="3988">
                  <c:v>42706</c:v>
                </c:pt>
                <c:pt idx="3989">
                  <c:v>42707</c:v>
                </c:pt>
                <c:pt idx="3990">
                  <c:v>42708</c:v>
                </c:pt>
                <c:pt idx="3991">
                  <c:v>42709</c:v>
                </c:pt>
                <c:pt idx="3992">
                  <c:v>42710</c:v>
                </c:pt>
                <c:pt idx="3993">
                  <c:v>42711</c:v>
                </c:pt>
                <c:pt idx="3994">
                  <c:v>42712</c:v>
                </c:pt>
                <c:pt idx="3995">
                  <c:v>42713</c:v>
                </c:pt>
                <c:pt idx="3996">
                  <c:v>42714</c:v>
                </c:pt>
                <c:pt idx="3997">
                  <c:v>42715</c:v>
                </c:pt>
                <c:pt idx="3998">
                  <c:v>42716</c:v>
                </c:pt>
                <c:pt idx="3999">
                  <c:v>42717</c:v>
                </c:pt>
                <c:pt idx="4000">
                  <c:v>42718</c:v>
                </c:pt>
                <c:pt idx="4001">
                  <c:v>42719</c:v>
                </c:pt>
                <c:pt idx="4002">
                  <c:v>42720</c:v>
                </c:pt>
                <c:pt idx="4003">
                  <c:v>42721</c:v>
                </c:pt>
                <c:pt idx="4004">
                  <c:v>42722</c:v>
                </c:pt>
                <c:pt idx="4005">
                  <c:v>42723</c:v>
                </c:pt>
                <c:pt idx="4006">
                  <c:v>42724</c:v>
                </c:pt>
                <c:pt idx="4007">
                  <c:v>42725</c:v>
                </c:pt>
                <c:pt idx="4008">
                  <c:v>42726</c:v>
                </c:pt>
                <c:pt idx="4009">
                  <c:v>42727</c:v>
                </c:pt>
                <c:pt idx="4010">
                  <c:v>42728</c:v>
                </c:pt>
                <c:pt idx="4011">
                  <c:v>42729</c:v>
                </c:pt>
                <c:pt idx="4012">
                  <c:v>42730</c:v>
                </c:pt>
                <c:pt idx="4013">
                  <c:v>42731</c:v>
                </c:pt>
                <c:pt idx="4014">
                  <c:v>42732</c:v>
                </c:pt>
                <c:pt idx="4015">
                  <c:v>42733</c:v>
                </c:pt>
                <c:pt idx="4016">
                  <c:v>42734</c:v>
                </c:pt>
                <c:pt idx="4017">
                  <c:v>42735</c:v>
                </c:pt>
                <c:pt idx="4018">
                  <c:v>42736</c:v>
                </c:pt>
                <c:pt idx="4019">
                  <c:v>42737</c:v>
                </c:pt>
                <c:pt idx="4020">
                  <c:v>42738</c:v>
                </c:pt>
                <c:pt idx="4021">
                  <c:v>42739</c:v>
                </c:pt>
                <c:pt idx="4022">
                  <c:v>42740</c:v>
                </c:pt>
                <c:pt idx="4023">
                  <c:v>42741</c:v>
                </c:pt>
                <c:pt idx="4024">
                  <c:v>42742</c:v>
                </c:pt>
                <c:pt idx="4025">
                  <c:v>42743</c:v>
                </c:pt>
                <c:pt idx="4026">
                  <c:v>42744</c:v>
                </c:pt>
                <c:pt idx="4027">
                  <c:v>42745</c:v>
                </c:pt>
                <c:pt idx="4028">
                  <c:v>42746</c:v>
                </c:pt>
                <c:pt idx="4029">
                  <c:v>42747</c:v>
                </c:pt>
                <c:pt idx="4030">
                  <c:v>42748</c:v>
                </c:pt>
                <c:pt idx="4031">
                  <c:v>42749</c:v>
                </c:pt>
                <c:pt idx="4032">
                  <c:v>42750</c:v>
                </c:pt>
                <c:pt idx="4033">
                  <c:v>42751</c:v>
                </c:pt>
                <c:pt idx="4034">
                  <c:v>42752</c:v>
                </c:pt>
                <c:pt idx="4035">
                  <c:v>42753</c:v>
                </c:pt>
                <c:pt idx="4036">
                  <c:v>42754</c:v>
                </c:pt>
                <c:pt idx="4037">
                  <c:v>42755</c:v>
                </c:pt>
                <c:pt idx="4038">
                  <c:v>42756</c:v>
                </c:pt>
                <c:pt idx="4039">
                  <c:v>42757</c:v>
                </c:pt>
                <c:pt idx="4040">
                  <c:v>42758</c:v>
                </c:pt>
                <c:pt idx="4041">
                  <c:v>42759</c:v>
                </c:pt>
                <c:pt idx="4042">
                  <c:v>42760</c:v>
                </c:pt>
                <c:pt idx="4043">
                  <c:v>42761</c:v>
                </c:pt>
                <c:pt idx="4044">
                  <c:v>42762</c:v>
                </c:pt>
                <c:pt idx="4045">
                  <c:v>42763</c:v>
                </c:pt>
                <c:pt idx="4046">
                  <c:v>42764</c:v>
                </c:pt>
                <c:pt idx="4047">
                  <c:v>42765</c:v>
                </c:pt>
                <c:pt idx="4048">
                  <c:v>42766</c:v>
                </c:pt>
                <c:pt idx="4049">
                  <c:v>42767</c:v>
                </c:pt>
                <c:pt idx="4050">
                  <c:v>42768</c:v>
                </c:pt>
                <c:pt idx="4051">
                  <c:v>42769</c:v>
                </c:pt>
                <c:pt idx="4052">
                  <c:v>42770</c:v>
                </c:pt>
                <c:pt idx="4053">
                  <c:v>42771</c:v>
                </c:pt>
                <c:pt idx="4054">
                  <c:v>42772</c:v>
                </c:pt>
                <c:pt idx="4055">
                  <c:v>42773</c:v>
                </c:pt>
                <c:pt idx="4056">
                  <c:v>42774</c:v>
                </c:pt>
                <c:pt idx="4057">
                  <c:v>42775</c:v>
                </c:pt>
                <c:pt idx="4058">
                  <c:v>42776</c:v>
                </c:pt>
                <c:pt idx="4059">
                  <c:v>42777</c:v>
                </c:pt>
                <c:pt idx="4060">
                  <c:v>42778</c:v>
                </c:pt>
                <c:pt idx="4061">
                  <c:v>42779</c:v>
                </c:pt>
                <c:pt idx="4062">
                  <c:v>42780</c:v>
                </c:pt>
                <c:pt idx="4063">
                  <c:v>42781</c:v>
                </c:pt>
                <c:pt idx="4064">
                  <c:v>42782</c:v>
                </c:pt>
                <c:pt idx="4065">
                  <c:v>42783</c:v>
                </c:pt>
                <c:pt idx="4066">
                  <c:v>42784</c:v>
                </c:pt>
                <c:pt idx="4067">
                  <c:v>42785</c:v>
                </c:pt>
                <c:pt idx="4068">
                  <c:v>42786</c:v>
                </c:pt>
                <c:pt idx="4069">
                  <c:v>42787</c:v>
                </c:pt>
                <c:pt idx="4070">
                  <c:v>42788</c:v>
                </c:pt>
                <c:pt idx="4071">
                  <c:v>42789</c:v>
                </c:pt>
                <c:pt idx="4072">
                  <c:v>42790</c:v>
                </c:pt>
                <c:pt idx="4073">
                  <c:v>42791</c:v>
                </c:pt>
                <c:pt idx="4074">
                  <c:v>42792</c:v>
                </c:pt>
                <c:pt idx="4075">
                  <c:v>42793</c:v>
                </c:pt>
                <c:pt idx="4076">
                  <c:v>42794</c:v>
                </c:pt>
                <c:pt idx="4077">
                  <c:v>42795</c:v>
                </c:pt>
                <c:pt idx="4078">
                  <c:v>42796</c:v>
                </c:pt>
                <c:pt idx="4079">
                  <c:v>42797</c:v>
                </c:pt>
                <c:pt idx="4080">
                  <c:v>42798</c:v>
                </c:pt>
                <c:pt idx="4081">
                  <c:v>42799</c:v>
                </c:pt>
                <c:pt idx="4082">
                  <c:v>42800</c:v>
                </c:pt>
                <c:pt idx="4083">
                  <c:v>42801</c:v>
                </c:pt>
                <c:pt idx="4084">
                  <c:v>42802</c:v>
                </c:pt>
                <c:pt idx="4085">
                  <c:v>42803</c:v>
                </c:pt>
                <c:pt idx="4086">
                  <c:v>42804</c:v>
                </c:pt>
                <c:pt idx="4087">
                  <c:v>42805</c:v>
                </c:pt>
                <c:pt idx="4088">
                  <c:v>42806</c:v>
                </c:pt>
                <c:pt idx="4089">
                  <c:v>42807</c:v>
                </c:pt>
                <c:pt idx="4090">
                  <c:v>42808</c:v>
                </c:pt>
                <c:pt idx="4091">
                  <c:v>42809</c:v>
                </c:pt>
                <c:pt idx="4092">
                  <c:v>42810</c:v>
                </c:pt>
                <c:pt idx="4093">
                  <c:v>42811</c:v>
                </c:pt>
                <c:pt idx="4094">
                  <c:v>42812</c:v>
                </c:pt>
                <c:pt idx="4095">
                  <c:v>42813</c:v>
                </c:pt>
                <c:pt idx="4096">
                  <c:v>42814</c:v>
                </c:pt>
                <c:pt idx="4097">
                  <c:v>42815</c:v>
                </c:pt>
                <c:pt idx="4098">
                  <c:v>42816</c:v>
                </c:pt>
                <c:pt idx="4099">
                  <c:v>42817</c:v>
                </c:pt>
                <c:pt idx="4100">
                  <c:v>42818</c:v>
                </c:pt>
                <c:pt idx="4101">
                  <c:v>42819</c:v>
                </c:pt>
                <c:pt idx="4102">
                  <c:v>42820</c:v>
                </c:pt>
                <c:pt idx="4103">
                  <c:v>42821</c:v>
                </c:pt>
                <c:pt idx="4104">
                  <c:v>42822</c:v>
                </c:pt>
                <c:pt idx="4105">
                  <c:v>42823</c:v>
                </c:pt>
                <c:pt idx="4106">
                  <c:v>42824</c:v>
                </c:pt>
                <c:pt idx="4107">
                  <c:v>42825</c:v>
                </c:pt>
                <c:pt idx="4108">
                  <c:v>42826</c:v>
                </c:pt>
                <c:pt idx="4109">
                  <c:v>42827</c:v>
                </c:pt>
                <c:pt idx="4110">
                  <c:v>42828</c:v>
                </c:pt>
                <c:pt idx="4111">
                  <c:v>42829</c:v>
                </c:pt>
                <c:pt idx="4112">
                  <c:v>42830</c:v>
                </c:pt>
                <c:pt idx="4113">
                  <c:v>42831</c:v>
                </c:pt>
                <c:pt idx="4114">
                  <c:v>42832</c:v>
                </c:pt>
                <c:pt idx="4115">
                  <c:v>42833</c:v>
                </c:pt>
                <c:pt idx="4116">
                  <c:v>42834</c:v>
                </c:pt>
                <c:pt idx="4117">
                  <c:v>42835</c:v>
                </c:pt>
                <c:pt idx="4118">
                  <c:v>42836</c:v>
                </c:pt>
                <c:pt idx="4119">
                  <c:v>42837</c:v>
                </c:pt>
                <c:pt idx="4120">
                  <c:v>42838</c:v>
                </c:pt>
                <c:pt idx="4121">
                  <c:v>42839</c:v>
                </c:pt>
                <c:pt idx="4122">
                  <c:v>42840</c:v>
                </c:pt>
                <c:pt idx="4123">
                  <c:v>42841</c:v>
                </c:pt>
                <c:pt idx="4124">
                  <c:v>42842</c:v>
                </c:pt>
                <c:pt idx="4125">
                  <c:v>42843</c:v>
                </c:pt>
                <c:pt idx="4126">
                  <c:v>42844</c:v>
                </c:pt>
                <c:pt idx="4127">
                  <c:v>42845</c:v>
                </c:pt>
                <c:pt idx="4128">
                  <c:v>42846</c:v>
                </c:pt>
                <c:pt idx="4129">
                  <c:v>42847</c:v>
                </c:pt>
                <c:pt idx="4130">
                  <c:v>42848</c:v>
                </c:pt>
                <c:pt idx="4131">
                  <c:v>42849</c:v>
                </c:pt>
                <c:pt idx="4132">
                  <c:v>42850</c:v>
                </c:pt>
                <c:pt idx="4133">
                  <c:v>42851</c:v>
                </c:pt>
                <c:pt idx="4134">
                  <c:v>42852</c:v>
                </c:pt>
                <c:pt idx="4135">
                  <c:v>42853</c:v>
                </c:pt>
                <c:pt idx="4136">
                  <c:v>42854</c:v>
                </c:pt>
                <c:pt idx="4137">
                  <c:v>42855</c:v>
                </c:pt>
                <c:pt idx="4138">
                  <c:v>42856</c:v>
                </c:pt>
                <c:pt idx="4139">
                  <c:v>42857</c:v>
                </c:pt>
                <c:pt idx="4140">
                  <c:v>42858</c:v>
                </c:pt>
                <c:pt idx="4141">
                  <c:v>42859</c:v>
                </c:pt>
                <c:pt idx="4142">
                  <c:v>42860</c:v>
                </c:pt>
                <c:pt idx="4143">
                  <c:v>42861</c:v>
                </c:pt>
                <c:pt idx="4144">
                  <c:v>42862</c:v>
                </c:pt>
                <c:pt idx="4145">
                  <c:v>42863</c:v>
                </c:pt>
                <c:pt idx="4146">
                  <c:v>42864</c:v>
                </c:pt>
                <c:pt idx="4147">
                  <c:v>42865</c:v>
                </c:pt>
                <c:pt idx="4148">
                  <c:v>42866</c:v>
                </c:pt>
                <c:pt idx="4149">
                  <c:v>42867</c:v>
                </c:pt>
                <c:pt idx="4150">
                  <c:v>42868</c:v>
                </c:pt>
                <c:pt idx="4151">
                  <c:v>42869</c:v>
                </c:pt>
                <c:pt idx="4152">
                  <c:v>42870</c:v>
                </c:pt>
                <c:pt idx="4153">
                  <c:v>42871</c:v>
                </c:pt>
                <c:pt idx="4154">
                  <c:v>42872</c:v>
                </c:pt>
                <c:pt idx="4155">
                  <c:v>42873</c:v>
                </c:pt>
                <c:pt idx="4156">
                  <c:v>42874</c:v>
                </c:pt>
                <c:pt idx="4157">
                  <c:v>42875</c:v>
                </c:pt>
                <c:pt idx="4158">
                  <c:v>42876</c:v>
                </c:pt>
                <c:pt idx="4159">
                  <c:v>42877</c:v>
                </c:pt>
                <c:pt idx="4160">
                  <c:v>42878</c:v>
                </c:pt>
                <c:pt idx="4161">
                  <c:v>42879</c:v>
                </c:pt>
                <c:pt idx="4162">
                  <c:v>42880</c:v>
                </c:pt>
                <c:pt idx="4163">
                  <c:v>42881</c:v>
                </c:pt>
                <c:pt idx="4164">
                  <c:v>42882</c:v>
                </c:pt>
                <c:pt idx="4165">
                  <c:v>42883</c:v>
                </c:pt>
                <c:pt idx="4166">
                  <c:v>42884</c:v>
                </c:pt>
                <c:pt idx="4167">
                  <c:v>42885</c:v>
                </c:pt>
                <c:pt idx="4168">
                  <c:v>42886</c:v>
                </c:pt>
                <c:pt idx="4169">
                  <c:v>42887</c:v>
                </c:pt>
                <c:pt idx="4170">
                  <c:v>42888</c:v>
                </c:pt>
                <c:pt idx="4171">
                  <c:v>42889</c:v>
                </c:pt>
                <c:pt idx="4172">
                  <c:v>42890</c:v>
                </c:pt>
                <c:pt idx="4173">
                  <c:v>42891</c:v>
                </c:pt>
                <c:pt idx="4174">
                  <c:v>42892</c:v>
                </c:pt>
                <c:pt idx="4175">
                  <c:v>42893</c:v>
                </c:pt>
                <c:pt idx="4176">
                  <c:v>42894</c:v>
                </c:pt>
                <c:pt idx="4177">
                  <c:v>42895</c:v>
                </c:pt>
                <c:pt idx="4178">
                  <c:v>42896</c:v>
                </c:pt>
                <c:pt idx="4179">
                  <c:v>42897</c:v>
                </c:pt>
                <c:pt idx="4180">
                  <c:v>42898</c:v>
                </c:pt>
                <c:pt idx="4181">
                  <c:v>42899</c:v>
                </c:pt>
                <c:pt idx="4182">
                  <c:v>42900</c:v>
                </c:pt>
                <c:pt idx="4183">
                  <c:v>42901</c:v>
                </c:pt>
                <c:pt idx="4184">
                  <c:v>42902</c:v>
                </c:pt>
                <c:pt idx="4185">
                  <c:v>42903</c:v>
                </c:pt>
                <c:pt idx="4186">
                  <c:v>42904</c:v>
                </c:pt>
                <c:pt idx="4187">
                  <c:v>42905</c:v>
                </c:pt>
                <c:pt idx="4188">
                  <c:v>42906</c:v>
                </c:pt>
                <c:pt idx="4189">
                  <c:v>42907</c:v>
                </c:pt>
                <c:pt idx="4190">
                  <c:v>42908</c:v>
                </c:pt>
                <c:pt idx="4191">
                  <c:v>42909</c:v>
                </c:pt>
                <c:pt idx="4192">
                  <c:v>42910</c:v>
                </c:pt>
                <c:pt idx="4193">
                  <c:v>42911</c:v>
                </c:pt>
                <c:pt idx="4194">
                  <c:v>42912</c:v>
                </c:pt>
                <c:pt idx="4195">
                  <c:v>42913</c:v>
                </c:pt>
                <c:pt idx="4196">
                  <c:v>42914</c:v>
                </c:pt>
                <c:pt idx="4197">
                  <c:v>42915</c:v>
                </c:pt>
                <c:pt idx="4198">
                  <c:v>42916</c:v>
                </c:pt>
                <c:pt idx="4199">
                  <c:v>42917</c:v>
                </c:pt>
                <c:pt idx="4200">
                  <c:v>42918</c:v>
                </c:pt>
                <c:pt idx="4201">
                  <c:v>42919</c:v>
                </c:pt>
                <c:pt idx="4202">
                  <c:v>42920</c:v>
                </c:pt>
                <c:pt idx="4203">
                  <c:v>42921</c:v>
                </c:pt>
                <c:pt idx="4204">
                  <c:v>42922</c:v>
                </c:pt>
                <c:pt idx="4205">
                  <c:v>42923</c:v>
                </c:pt>
                <c:pt idx="4206">
                  <c:v>42924</c:v>
                </c:pt>
                <c:pt idx="4207">
                  <c:v>42925</c:v>
                </c:pt>
                <c:pt idx="4208">
                  <c:v>42926</c:v>
                </c:pt>
                <c:pt idx="4209">
                  <c:v>42927</c:v>
                </c:pt>
                <c:pt idx="4210">
                  <c:v>42928</c:v>
                </c:pt>
                <c:pt idx="4211">
                  <c:v>42929</c:v>
                </c:pt>
                <c:pt idx="4212">
                  <c:v>42930</c:v>
                </c:pt>
                <c:pt idx="4213">
                  <c:v>42931</c:v>
                </c:pt>
                <c:pt idx="4214">
                  <c:v>42932</c:v>
                </c:pt>
                <c:pt idx="4215">
                  <c:v>42933</c:v>
                </c:pt>
                <c:pt idx="4216">
                  <c:v>42934</c:v>
                </c:pt>
                <c:pt idx="4217">
                  <c:v>42935</c:v>
                </c:pt>
                <c:pt idx="4218">
                  <c:v>42936</c:v>
                </c:pt>
                <c:pt idx="4219">
                  <c:v>42937</c:v>
                </c:pt>
                <c:pt idx="4220">
                  <c:v>42938</c:v>
                </c:pt>
                <c:pt idx="4221">
                  <c:v>42939</c:v>
                </c:pt>
                <c:pt idx="4222">
                  <c:v>42940</c:v>
                </c:pt>
                <c:pt idx="4223">
                  <c:v>42941</c:v>
                </c:pt>
                <c:pt idx="4224">
                  <c:v>42942</c:v>
                </c:pt>
                <c:pt idx="4225">
                  <c:v>42943</c:v>
                </c:pt>
                <c:pt idx="4226">
                  <c:v>42944</c:v>
                </c:pt>
                <c:pt idx="4227">
                  <c:v>42945</c:v>
                </c:pt>
                <c:pt idx="4228">
                  <c:v>42946</c:v>
                </c:pt>
                <c:pt idx="4229">
                  <c:v>42947</c:v>
                </c:pt>
                <c:pt idx="4230">
                  <c:v>42948</c:v>
                </c:pt>
                <c:pt idx="4231">
                  <c:v>42949</c:v>
                </c:pt>
                <c:pt idx="4232">
                  <c:v>42950</c:v>
                </c:pt>
                <c:pt idx="4233">
                  <c:v>42951</c:v>
                </c:pt>
                <c:pt idx="4234">
                  <c:v>42952</c:v>
                </c:pt>
                <c:pt idx="4235">
                  <c:v>42953</c:v>
                </c:pt>
                <c:pt idx="4236">
                  <c:v>42954</c:v>
                </c:pt>
                <c:pt idx="4237">
                  <c:v>42955</c:v>
                </c:pt>
                <c:pt idx="4238">
                  <c:v>42956</c:v>
                </c:pt>
                <c:pt idx="4239">
                  <c:v>42957</c:v>
                </c:pt>
                <c:pt idx="4240">
                  <c:v>42958</c:v>
                </c:pt>
                <c:pt idx="4241">
                  <c:v>42959</c:v>
                </c:pt>
                <c:pt idx="4242">
                  <c:v>42960</c:v>
                </c:pt>
                <c:pt idx="4243">
                  <c:v>42961</c:v>
                </c:pt>
                <c:pt idx="4244">
                  <c:v>42962</c:v>
                </c:pt>
                <c:pt idx="4245">
                  <c:v>42963</c:v>
                </c:pt>
                <c:pt idx="4246">
                  <c:v>42964</c:v>
                </c:pt>
                <c:pt idx="4247">
                  <c:v>42965</c:v>
                </c:pt>
                <c:pt idx="4248">
                  <c:v>42966</c:v>
                </c:pt>
                <c:pt idx="4249">
                  <c:v>42967</c:v>
                </c:pt>
                <c:pt idx="4250">
                  <c:v>42968</c:v>
                </c:pt>
                <c:pt idx="4251">
                  <c:v>42969</c:v>
                </c:pt>
                <c:pt idx="4252">
                  <c:v>42970</c:v>
                </c:pt>
                <c:pt idx="4253">
                  <c:v>42971</c:v>
                </c:pt>
                <c:pt idx="4254">
                  <c:v>42972</c:v>
                </c:pt>
                <c:pt idx="4255">
                  <c:v>42973</c:v>
                </c:pt>
                <c:pt idx="4256">
                  <c:v>42974</c:v>
                </c:pt>
                <c:pt idx="4257">
                  <c:v>42975</c:v>
                </c:pt>
                <c:pt idx="4258">
                  <c:v>42976</c:v>
                </c:pt>
                <c:pt idx="4259">
                  <c:v>42977</c:v>
                </c:pt>
                <c:pt idx="4260">
                  <c:v>42978</c:v>
                </c:pt>
                <c:pt idx="4261">
                  <c:v>42979</c:v>
                </c:pt>
                <c:pt idx="4262">
                  <c:v>42980</c:v>
                </c:pt>
                <c:pt idx="4263">
                  <c:v>42981</c:v>
                </c:pt>
                <c:pt idx="4264">
                  <c:v>42982</c:v>
                </c:pt>
                <c:pt idx="4265">
                  <c:v>42983</c:v>
                </c:pt>
                <c:pt idx="4266">
                  <c:v>42984</c:v>
                </c:pt>
                <c:pt idx="4267">
                  <c:v>42985</c:v>
                </c:pt>
                <c:pt idx="4268">
                  <c:v>42986</c:v>
                </c:pt>
                <c:pt idx="4269">
                  <c:v>42987</c:v>
                </c:pt>
                <c:pt idx="4270">
                  <c:v>42988</c:v>
                </c:pt>
                <c:pt idx="4271">
                  <c:v>42989</c:v>
                </c:pt>
                <c:pt idx="4272">
                  <c:v>42990</c:v>
                </c:pt>
                <c:pt idx="4273">
                  <c:v>42991</c:v>
                </c:pt>
                <c:pt idx="4274">
                  <c:v>42992</c:v>
                </c:pt>
                <c:pt idx="4275">
                  <c:v>42993</c:v>
                </c:pt>
                <c:pt idx="4276">
                  <c:v>42994</c:v>
                </c:pt>
                <c:pt idx="4277">
                  <c:v>42995</c:v>
                </c:pt>
                <c:pt idx="4278">
                  <c:v>42996</c:v>
                </c:pt>
                <c:pt idx="4279">
                  <c:v>42997</c:v>
                </c:pt>
                <c:pt idx="4280">
                  <c:v>42998</c:v>
                </c:pt>
                <c:pt idx="4281">
                  <c:v>42999</c:v>
                </c:pt>
                <c:pt idx="4282">
                  <c:v>43000</c:v>
                </c:pt>
                <c:pt idx="4283">
                  <c:v>43001</c:v>
                </c:pt>
                <c:pt idx="4284">
                  <c:v>43002</c:v>
                </c:pt>
                <c:pt idx="4285">
                  <c:v>43003</c:v>
                </c:pt>
                <c:pt idx="4286">
                  <c:v>43004</c:v>
                </c:pt>
                <c:pt idx="4287">
                  <c:v>43005</c:v>
                </c:pt>
                <c:pt idx="4288">
                  <c:v>43006</c:v>
                </c:pt>
                <c:pt idx="4289">
                  <c:v>43007</c:v>
                </c:pt>
                <c:pt idx="4290">
                  <c:v>43008</c:v>
                </c:pt>
                <c:pt idx="4291">
                  <c:v>43009</c:v>
                </c:pt>
                <c:pt idx="4292">
                  <c:v>43010</c:v>
                </c:pt>
                <c:pt idx="4293">
                  <c:v>43011</c:v>
                </c:pt>
                <c:pt idx="4294">
                  <c:v>43012</c:v>
                </c:pt>
                <c:pt idx="4295">
                  <c:v>43013</c:v>
                </c:pt>
                <c:pt idx="4296">
                  <c:v>43014</c:v>
                </c:pt>
                <c:pt idx="4297">
                  <c:v>43015</c:v>
                </c:pt>
                <c:pt idx="4298">
                  <c:v>43016</c:v>
                </c:pt>
                <c:pt idx="4299">
                  <c:v>43017</c:v>
                </c:pt>
                <c:pt idx="4300">
                  <c:v>43018</c:v>
                </c:pt>
                <c:pt idx="4301">
                  <c:v>43019</c:v>
                </c:pt>
                <c:pt idx="4302">
                  <c:v>43020</c:v>
                </c:pt>
                <c:pt idx="4303">
                  <c:v>43021</c:v>
                </c:pt>
                <c:pt idx="4304">
                  <c:v>43022</c:v>
                </c:pt>
                <c:pt idx="4305">
                  <c:v>43023</c:v>
                </c:pt>
                <c:pt idx="4306">
                  <c:v>43024</c:v>
                </c:pt>
                <c:pt idx="4307">
                  <c:v>43025</c:v>
                </c:pt>
                <c:pt idx="4308">
                  <c:v>43026</c:v>
                </c:pt>
                <c:pt idx="4309">
                  <c:v>43027</c:v>
                </c:pt>
                <c:pt idx="4310">
                  <c:v>43028</c:v>
                </c:pt>
                <c:pt idx="4311">
                  <c:v>43029</c:v>
                </c:pt>
                <c:pt idx="4312">
                  <c:v>43030</c:v>
                </c:pt>
                <c:pt idx="4313">
                  <c:v>43031</c:v>
                </c:pt>
                <c:pt idx="4314">
                  <c:v>43032</c:v>
                </c:pt>
                <c:pt idx="4315">
                  <c:v>43033</c:v>
                </c:pt>
                <c:pt idx="4316">
                  <c:v>43034</c:v>
                </c:pt>
                <c:pt idx="4317">
                  <c:v>43035</c:v>
                </c:pt>
                <c:pt idx="4318">
                  <c:v>43036</c:v>
                </c:pt>
                <c:pt idx="4319">
                  <c:v>43037</c:v>
                </c:pt>
                <c:pt idx="4320">
                  <c:v>43038</c:v>
                </c:pt>
                <c:pt idx="4321">
                  <c:v>43039</c:v>
                </c:pt>
                <c:pt idx="4322">
                  <c:v>43040</c:v>
                </c:pt>
                <c:pt idx="4323">
                  <c:v>43041</c:v>
                </c:pt>
                <c:pt idx="4324">
                  <c:v>43042</c:v>
                </c:pt>
                <c:pt idx="4325">
                  <c:v>43043</c:v>
                </c:pt>
                <c:pt idx="4326">
                  <c:v>43044</c:v>
                </c:pt>
                <c:pt idx="4327">
                  <c:v>43045</c:v>
                </c:pt>
                <c:pt idx="4328">
                  <c:v>43046</c:v>
                </c:pt>
                <c:pt idx="4329">
                  <c:v>43047</c:v>
                </c:pt>
                <c:pt idx="4330">
                  <c:v>43048</c:v>
                </c:pt>
                <c:pt idx="4331">
                  <c:v>43049</c:v>
                </c:pt>
                <c:pt idx="4332">
                  <c:v>43050</c:v>
                </c:pt>
                <c:pt idx="4333">
                  <c:v>43051</c:v>
                </c:pt>
                <c:pt idx="4334">
                  <c:v>43052</c:v>
                </c:pt>
                <c:pt idx="4335">
                  <c:v>43053</c:v>
                </c:pt>
                <c:pt idx="4336">
                  <c:v>43054</c:v>
                </c:pt>
                <c:pt idx="4337">
                  <c:v>43055</c:v>
                </c:pt>
                <c:pt idx="4338">
                  <c:v>43056</c:v>
                </c:pt>
                <c:pt idx="4339">
                  <c:v>43057</c:v>
                </c:pt>
                <c:pt idx="4340">
                  <c:v>43058</c:v>
                </c:pt>
                <c:pt idx="4341">
                  <c:v>43059</c:v>
                </c:pt>
                <c:pt idx="4342">
                  <c:v>43060</c:v>
                </c:pt>
                <c:pt idx="4343">
                  <c:v>43061</c:v>
                </c:pt>
                <c:pt idx="4344">
                  <c:v>43062</c:v>
                </c:pt>
                <c:pt idx="4345">
                  <c:v>43063</c:v>
                </c:pt>
                <c:pt idx="4346">
                  <c:v>43064</c:v>
                </c:pt>
                <c:pt idx="4347">
                  <c:v>43065</c:v>
                </c:pt>
                <c:pt idx="4348">
                  <c:v>43066</c:v>
                </c:pt>
                <c:pt idx="4349">
                  <c:v>43067</c:v>
                </c:pt>
                <c:pt idx="4350">
                  <c:v>43068</c:v>
                </c:pt>
                <c:pt idx="4351">
                  <c:v>43069</c:v>
                </c:pt>
                <c:pt idx="4352">
                  <c:v>43070</c:v>
                </c:pt>
                <c:pt idx="4353">
                  <c:v>43071</c:v>
                </c:pt>
                <c:pt idx="4354">
                  <c:v>43072</c:v>
                </c:pt>
                <c:pt idx="4355">
                  <c:v>43073</c:v>
                </c:pt>
                <c:pt idx="4356">
                  <c:v>43074</c:v>
                </c:pt>
                <c:pt idx="4357">
                  <c:v>43075</c:v>
                </c:pt>
                <c:pt idx="4358">
                  <c:v>43076</c:v>
                </c:pt>
                <c:pt idx="4359">
                  <c:v>43077</c:v>
                </c:pt>
                <c:pt idx="4360">
                  <c:v>43078</c:v>
                </c:pt>
                <c:pt idx="4361">
                  <c:v>43079</c:v>
                </c:pt>
                <c:pt idx="4362">
                  <c:v>43080</c:v>
                </c:pt>
                <c:pt idx="4363">
                  <c:v>43081</c:v>
                </c:pt>
                <c:pt idx="4364">
                  <c:v>43082</c:v>
                </c:pt>
                <c:pt idx="4365">
                  <c:v>43083</c:v>
                </c:pt>
                <c:pt idx="4366">
                  <c:v>43084</c:v>
                </c:pt>
                <c:pt idx="4367">
                  <c:v>43085</c:v>
                </c:pt>
                <c:pt idx="4368">
                  <c:v>43086</c:v>
                </c:pt>
                <c:pt idx="4369">
                  <c:v>43087</c:v>
                </c:pt>
                <c:pt idx="4370">
                  <c:v>43088</c:v>
                </c:pt>
                <c:pt idx="4371">
                  <c:v>43089</c:v>
                </c:pt>
                <c:pt idx="4372">
                  <c:v>43090</c:v>
                </c:pt>
                <c:pt idx="4373">
                  <c:v>43091</c:v>
                </c:pt>
                <c:pt idx="4374">
                  <c:v>43092</c:v>
                </c:pt>
                <c:pt idx="4375">
                  <c:v>43093</c:v>
                </c:pt>
                <c:pt idx="4376">
                  <c:v>43094</c:v>
                </c:pt>
                <c:pt idx="4377">
                  <c:v>43095</c:v>
                </c:pt>
                <c:pt idx="4378">
                  <c:v>43096</c:v>
                </c:pt>
                <c:pt idx="4379">
                  <c:v>43097</c:v>
                </c:pt>
                <c:pt idx="4380">
                  <c:v>43098</c:v>
                </c:pt>
                <c:pt idx="4381">
                  <c:v>43099</c:v>
                </c:pt>
                <c:pt idx="4382">
                  <c:v>43100</c:v>
                </c:pt>
                <c:pt idx="4383">
                  <c:v>43101</c:v>
                </c:pt>
                <c:pt idx="4384">
                  <c:v>43102</c:v>
                </c:pt>
                <c:pt idx="4385">
                  <c:v>43103</c:v>
                </c:pt>
                <c:pt idx="4386">
                  <c:v>43104</c:v>
                </c:pt>
                <c:pt idx="4387">
                  <c:v>43105</c:v>
                </c:pt>
                <c:pt idx="4388">
                  <c:v>43106</c:v>
                </c:pt>
                <c:pt idx="4389">
                  <c:v>43107</c:v>
                </c:pt>
                <c:pt idx="4390">
                  <c:v>43108</c:v>
                </c:pt>
                <c:pt idx="4391">
                  <c:v>43109</c:v>
                </c:pt>
                <c:pt idx="4392">
                  <c:v>43110</c:v>
                </c:pt>
                <c:pt idx="4393">
                  <c:v>43111</c:v>
                </c:pt>
                <c:pt idx="4394">
                  <c:v>43112</c:v>
                </c:pt>
                <c:pt idx="4395">
                  <c:v>43113</c:v>
                </c:pt>
                <c:pt idx="4396">
                  <c:v>43114</c:v>
                </c:pt>
                <c:pt idx="4397">
                  <c:v>43115</c:v>
                </c:pt>
                <c:pt idx="4398">
                  <c:v>43116</c:v>
                </c:pt>
                <c:pt idx="4399">
                  <c:v>43117</c:v>
                </c:pt>
                <c:pt idx="4400">
                  <c:v>43118</c:v>
                </c:pt>
                <c:pt idx="4401">
                  <c:v>43119</c:v>
                </c:pt>
                <c:pt idx="4402">
                  <c:v>43120</c:v>
                </c:pt>
                <c:pt idx="4403">
                  <c:v>43121</c:v>
                </c:pt>
                <c:pt idx="4404">
                  <c:v>43122</c:v>
                </c:pt>
                <c:pt idx="4405">
                  <c:v>43123</c:v>
                </c:pt>
                <c:pt idx="4406">
                  <c:v>43124</c:v>
                </c:pt>
                <c:pt idx="4407">
                  <c:v>43125</c:v>
                </c:pt>
                <c:pt idx="4408">
                  <c:v>43126</c:v>
                </c:pt>
                <c:pt idx="4409">
                  <c:v>43127</c:v>
                </c:pt>
                <c:pt idx="4410">
                  <c:v>43128</c:v>
                </c:pt>
                <c:pt idx="4411">
                  <c:v>43129</c:v>
                </c:pt>
                <c:pt idx="4412">
                  <c:v>43130</c:v>
                </c:pt>
                <c:pt idx="4413">
                  <c:v>43131</c:v>
                </c:pt>
                <c:pt idx="4414">
                  <c:v>43132</c:v>
                </c:pt>
                <c:pt idx="4415">
                  <c:v>43133</c:v>
                </c:pt>
                <c:pt idx="4416">
                  <c:v>43134</c:v>
                </c:pt>
                <c:pt idx="4417">
                  <c:v>43135</c:v>
                </c:pt>
                <c:pt idx="4418">
                  <c:v>43136</c:v>
                </c:pt>
                <c:pt idx="4419">
                  <c:v>43137</c:v>
                </c:pt>
                <c:pt idx="4420">
                  <c:v>43138</c:v>
                </c:pt>
                <c:pt idx="4421">
                  <c:v>43139</c:v>
                </c:pt>
                <c:pt idx="4422">
                  <c:v>43140</c:v>
                </c:pt>
                <c:pt idx="4423">
                  <c:v>43141</c:v>
                </c:pt>
                <c:pt idx="4424">
                  <c:v>43142</c:v>
                </c:pt>
                <c:pt idx="4425">
                  <c:v>43143</c:v>
                </c:pt>
                <c:pt idx="4426">
                  <c:v>43144</c:v>
                </c:pt>
                <c:pt idx="4427">
                  <c:v>43145</c:v>
                </c:pt>
                <c:pt idx="4428">
                  <c:v>43146</c:v>
                </c:pt>
                <c:pt idx="4429">
                  <c:v>43147</c:v>
                </c:pt>
                <c:pt idx="4430">
                  <c:v>43148</c:v>
                </c:pt>
                <c:pt idx="4431">
                  <c:v>43149</c:v>
                </c:pt>
                <c:pt idx="4432">
                  <c:v>43150</c:v>
                </c:pt>
                <c:pt idx="4433">
                  <c:v>43151</c:v>
                </c:pt>
                <c:pt idx="4434">
                  <c:v>43152</c:v>
                </c:pt>
                <c:pt idx="4435">
                  <c:v>43153</c:v>
                </c:pt>
                <c:pt idx="4436">
                  <c:v>43154</c:v>
                </c:pt>
                <c:pt idx="4437">
                  <c:v>43155</c:v>
                </c:pt>
                <c:pt idx="4438">
                  <c:v>43156</c:v>
                </c:pt>
                <c:pt idx="4439">
                  <c:v>43157</c:v>
                </c:pt>
                <c:pt idx="4440">
                  <c:v>43158</c:v>
                </c:pt>
                <c:pt idx="4441">
                  <c:v>43159</c:v>
                </c:pt>
                <c:pt idx="4442">
                  <c:v>43160</c:v>
                </c:pt>
                <c:pt idx="4443">
                  <c:v>43161</c:v>
                </c:pt>
                <c:pt idx="4444">
                  <c:v>43162</c:v>
                </c:pt>
                <c:pt idx="4445">
                  <c:v>43163</c:v>
                </c:pt>
                <c:pt idx="4446">
                  <c:v>43164</c:v>
                </c:pt>
                <c:pt idx="4447">
                  <c:v>43165</c:v>
                </c:pt>
                <c:pt idx="4448">
                  <c:v>43166</c:v>
                </c:pt>
                <c:pt idx="4449">
                  <c:v>43167</c:v>
                </c:pt>
                <c:pt idx="4450">
                  <c:v>43168</c:v>
                </c:pt>
                <c:pt idx="4451">
                  <c:v>43169</c:v>
                </c:pt>
                <c:pt idx="4452">
                  <c:v>43170</c:v>
                </c:pt>
                <c:pt idx="4453">
                  <c:v>43171</c:v>
                </c:pt>
                <c:pt idx="4454">
                  <c:v>43172</c:v>
                </c:pt>
                <c:pt idx="4455">
                  <c:v>43173</c:v>
                </c:pt>
                <c:pt idx="4456">
                  <c:v>43174</c:v>
                </c:pt>
                <c:pt idx="4457">
                  <c:v>43175</c:v>
                </c:pt>
                <c:pt idx="4458">
                  <c:v>43176</c:v>
                </c:pt>
                <c:pt idx="4459">
                  <c:v>43177</c:v>
                </c:pt>
                <c:pt idx="4460">
                  <c:v>43178</c:v>
                </c:pt>
                <c:pt idx="4461">
                  <c:v>43179</c:v>
                </c:pt>
                <c:pt idx="4462">
                  <c:v>43180</c:v>
                </c:pt>
                <c:pt idx="4463">
                  <c:v>43181</c:v>
                </c:pt>
                <c:pt idx="4464">
                  <c:v>43182</c:v>
                </c:pt>
                <c:pt idx="4465">
                  <c:v>43183</c:v>
                </c:pt>
                <c:pt idx="4466">
                  <c:v>43184</c:v>
                </c:pt>
                <c:pt idx="4467">
                  <c:v>43185</c:v>
                </c:pt>
                <c:pt idx="4468">
                  <c:v>43186</c:v>
                </c:pt>
                <c:pt idx="4469">
                  <c:v>43187</c:v>
                </c:pt>
                <c:pt idx="4470">
                  <c:v>43188</c:v>
                </c:pt>
                <c:pt idx="4471">
                  <c:v>43189</c:v>
                </c:pt>
                <c:pt idx="4472">
                  <c:v>43190</c:v>
                </c:pt>
                <c:pt idx="4473">
                  <c:v>43191</c:v>
                </c:pt>
                <c:pt idx="4474">
                  <c:v>43192</c:v>
                </c:pt>
                <c:pt idx="4475">
                  <c:v>43193</c:v>
                </c:pt>
                <c:pt idx="4476">
                  <c:v>43194</c:v>
                </c:pt>
                <c:pt idx="4477">
                  <c:v>43195</c:v>
                </c:pt>
                <c:pt idx="4478">
                  <c:v>43196</c:v>
                </c:pt>
                <c:pt idx="4479">
                  <c:v>43197</c:v>
                </c:pt>
                <c:pt idx="4480">
                  <c:v>43198</c:v>
                </c:pt>
                <c:pt idx="4481">
                  <c:v>43199</c:v>
                </c:pt>
                <c:pt idx="4482">
                  <c:v>43200</c:v>
                </c:pt>
                <c:pt idx="4483">
                  <c:v>43201</c:v>
                </c:pt>
                <c:pt idx="4484">
                  <c:v>43202</c:v>
                </c:pt>
                <c:pt idx="4485">
                  <c:v>43203</c:v>
                </c:pt>
                <c:pt idx="4486">
                  <c:v>43204</c:v>
                </c:pt>
                <c:pt idx="4487">
                  <c:v>43205</c:v>
                </c:pt>
                <c:pt idx="4488">
                  <c:v>43206</c:v>
                </c:pt>
                <c:pt idx="4489">
                  <c:v>43207</c:v>
                </c:pt>
                <c:pt idx="4490">
                  <c:v>43208</c:v>
                </c:pt>
                <c:pt idx="4491">
                  <c:v>43209</c:v>
                </c:pt>
                <c:pt idx="4492">
                  <c:v>43210</c:v>
                </c:pt>
                <c:pt idx="4493">
                  <c:v>43211</c:v>
                </c:pt>
                <c:pt idx="4494">
                  <c:v>43212</c:v>
                </c:pt>
                <c:pt idx="4495">
                  <c:v>43213</c:v>
                </c:pt>
                <c:pt idx="4496">
                  <c:v>43214</c:v>
                </c:pt>
                <c:pt idx="4497">
                  <c:v>43215</c:v>
                </c:pt>
                <c:pt idx="4498">
                  <c:v>43216</c:v>
                </c:pt>
                <c:pt idx="4499">
                  <c:v>43217</c:v>
                </c:pt>
                <c:pt idx="4500">
                  <c:v>43218</c:v>
                </c:pt>
                <c:pt idx="4501">
                  <c:v>43219</c:v>
                </c:pt>
                <c:pt idx="4502">
                  <c:v>43220</c:v>
                </c:pt>
                <c:pt idx="4503">
                  <c:v>43221</c:v>
                </c:pt>
                <c:pt idx="4504">
                  <c:v>43222</c:v>
                </c:pt>
                <c:pt idx="4505">
                  <c:v>43223</c:v>
                </c:pt>
                <c:pt idx="4506">
                  <c:v>43224</c:v>
                </c:pt>
                <c:pt idx="4507">
                  <c:v>43225</c:v>
                </c:pt>
                <c:pt idx="4508">
                  <c:v>43226</c:v>
                </c:pt>
                <c:pt idx="4509">
                  <c:v>43227</c:v>
                </c:pt>
                <c:pt idx="4510">
                  <c:v>43228</c:v>
                </c:pt>
                <c:pt idx="4511">
                  <c:v>43229</c:v>
                </c:pt>
                <c:pt idx="4512">
                  <c:v>43230</c:v>
                </c:pt>
                <c:pt idx="4513">
                  <c:v>43231</c:v>
                </c:pt>
                <c:pt idx="4514">
                  <c:v>43232</c:v>
                </c:pt>
                <c:pt idx="4515">
                  <c:v>43233</c:v>
                </c:pt>
                <c:pt idx="4516">
                  <c:v>43234</c:v>
                </c:pt>
                <c:pt idx="4517">
                  <c:v>43235</c:v>
                </c:pt>
                <c:pt idx="4518">
                  <c:v>43236</c:v>
                </c:pt>
                <c:pt idx="4519">
                  <c:v>43237</c:v>
                </c:pt>
                <c:pt idx="4520">
                  <c:v>43238</c:v>
                </c:pt>
                <c:pt idx="4521">
                  <c:v>43239</c:v>
                </c:pt>
                <c:pt idx="4522">
                  <c:v>43240</c:v>
                </c:pt>
                <c:pt idx="4523">
                  <c:v>43241</c:v>
                </c:pt>
                <c:pt idx="4524">
                  <c:v>43242</c:v>
                </c:pt>
                <c:pt idx="4525">
                  <c:v>43243</c:v>
                </c:pt>
                <c:pt idx="4526">
                  <c:v>43244</c:v>
                </c:pt>
                <c:pt idx="4527">
                  <c:v>43245</c:v>
                </c:pt>
                <c:pt idx="4528">
                  <c:v>43246</c:v>
                </c:pt>
                <c:pt idx="4529">
                  <c:v>43247</c:v>
                </c:pt>
                <c:pt idx="4530">
                  <c:v>43248</c:v>
                </c:pt>
                <c:pt idx="4531">
                  <c:v>43249</c:v>
                </c:pt>
                <c:pt idx="4532">
                  <c:v>43250</c:v>
                </c:pt>
                <c:pt idx="4533">
                  <c:v>43251</c:v>
                </c:pt>
                <c:pt idx="4534">
                  <c:v>43252</c:v>
                </c:pt>
                <c:pt idx="4535">
                  <c:v>43253</c:v>
                </c:pt>
                <c:pt idx="4536">
                  <c:v>43254</c:v>
                </c:pt>
                <c:pt idx="4537">
                  <c:v>43255</c:v>
                </c:pt>
                <c:pt idx="4538">
                  <c:v>43256</c:v>
                </c:pt>
                <c:pt idx="4539">
                  <c:v>43257</c:v>
                </c:pt>
                <c:pt idx="4540">
                  <c:v>43258</c:v>
                </c:pt>
                <c:pt idx="4541">
                  <c:v>43259</c:v>
                </c:pt>
                <c:pt idx="4542">
                  <c:v>43260</c:v>
                </c:pt>
                <c:pt idx="4543">
                  <c:v>43261</c:v>
                </c:pt>
                <c:pt idx="4544">
                  <c:v>43262</c:v>
                </c:pt>
                <c:pt idx="4545">
                  <c:v>43263</c:v>
                </c:pt>
                <c:pt idx="4546">
                  <c:v>43264</c:v>
                </c:pt>
                <c:pt idx="4547">
                  <c:v>43265</c:v>
                </c:pt>
                <c:pt idx="4548">
                  <c:v>43266</c:v>
                </c:pt>
                <c:pt idx="4549">
                  <c:v>43267</c:v>
                </c:pt>
                <c:pt idx="4550">
                  <c:v>43268</c:v>
                </c:pt>
                <c:pt idx="4551">
                  <c:v>43269</c:v>
                </c:pt>
                <c:pt idx="4552">
                  <c:v>43270</c:v>
                </c:pt>
                <c:pt idx="4553">
                  <c:v>43271</c:v>
                </c:pt>
                <c:pt idx="4554">
                  <c:v>43272</c:v>
                </c:pt>
                <c:pt idx="4555">
                  <c:v>43273</c:v>
                </c:pt>
                <c:pt idx="4556">
                  <c:v>43274</c:v>
                </c:pt>
                <c:pt idx="4557">
                  <c:v>43275</c:v>
                </c:pt>
                <c:pt idx="4558">
                  <c:v>43276</c:v>
                </c:pt>
                <c:pt idx="4559">
                  <c:v>43277</c:v>
                </c:pt>
                <c:pt idx="4560">
                  <c:v>43278</c:v>
                </c:pt>
                <c:pt idx="4561">
                  <c:v>43279</c:v>
                </c:pt>
                <c:pt idx="4562">
                  <c:v>43280</c:v>
                </c:pt>
                <c:pt idx="4563">
                  <c:v>43281</c:v>
                </c:pt>
                <c:pt idx="4564">
                  <c:v>43282</c:v>
                </c:pt>
                <c:pt idx="4565">
                  <c:v>43283</c:v>
                </c:pt>
                <c:pt idx="4566">
                  <c:v>43284</c:v>
                </c:pt>
                <c:pt idx="4567">
                  <c:v>43285</c:v>
                </c:pt>
                <c:pt idx="4568">
                  <c:v>43286</c:v>
                </c:pt>
                <c:pt idx="4569">
                  <c:v>43287</c:v>
                </c:pt>
                <c:pt idx="4570">
                  <c:v>43288</c:v>
                </c:pt>
                <c:pt idx="4571">
                  <c:v>43289</c:v>
                </c:pt>
                <c:pt idx="4572">
                  <c:v>43290</c:v>
                </c:pt>
                <c:pt idx="4573">
                  <c:v>43291</c:v>
                </c:pt>
                <c:pt idx="4574">
                  <c:v>43292</c:v>
                </c:pt>
                <c:pt idx="4575">
                  <c:v>43293</c:v>
                </c:pt>
                <c:pt idx="4576">
                  <c:v>43294</c:v>
                </c:pt>
                <c:pt idx="4577">
                  <c:v>43295</c:v>
                </c:pt>
                <c:pt idx="4578">
                  <c:v>43296</c:v>
                </c:pt>
                <c:pt idx="4579">
                  <c:v>43297</c:v>
                </c:pt>
                <c:pt idx="4580">
                  <c:v>43298</c:v>
                </c:pt>
                <c:pt idx="4581">
                  <c:v>43299</c:v>
                </c:pt>
                <c:pt idx="4582">
                  <c:v>43300</c:v>
                </c:pt>
                <c:pt idx="4583">
                  <c:v>43301</c:v>
                </c:pt>
                <c:pt idx="4584">
                  <c:v>43302</c:v>
                </c:pt>
                <c:pt idx="4585">
                  <c:v>43303</c:v>
                </c:pt>
                <c:pt idx="4586">
                  <c:v>43304</c:v>
                </c:pt>
                <c:pt idx="4587">
                  <c:v>43305</c:v>
                </c:pt>
                <c:pt idx="4588">
                  <c:v>43306</c:v>
                </c:pt>
                <c:pt idx="4589">
                  <c:v>43307</c:v>
                </c:pt>
                <c:pt idx="4590">
                  <c:v>43308</c:v>
                </c:pt>
                <c:pt idx="4591">
                  <c:v>43309</c:v>
                </c:pt>
                <c:pt idx="4592">
                  <c:v>43310</c:v>
                </c:pt>
                <c:pt idx="4593">
                  <c:v>43311</c:v>
                </c:pt>
                <c:pt idx="4594">
                  <c:v>43312</c:v>
                </c:pt>
                <c:pt idx="4595">
                  <c:v>43313</c:v>
                </c:pt>
                <c:pt idx="4596">
                  <c:v>43314</c:v>
                </c:pt>
                <c:pt idx="4597">
                  <c:v>43315</c:v>
                </c:pt>
                <c:pt idx="4598">
                  <c:v>43316</c:v>
                </c:pt>
                <c:pt idx="4599">
                  <c:v>43317</c:v>
                </c:pt>
                <c:pt idx="4600">
                  <c:v>43318</c:v>
                </c:pt>
                <c:pt idx="4601">
                  <c:v>43319</c:v>
                </c:pt>
                <c:pt idx="4602">
                  <c:v>43320</c:v>
                </c:pt>
                <c:pt idx="4603">
                  <c:v>43321</c:v>
                </c:pt>
                <c:pt idx="4604">
                  <c:v>43322</c:v>
                </c:pt>
                <c:pt idx="4605">
                  <c:v>43323</c:v>
                </c:pt>
                <c:pt idx="4606">
                  <c:v>43324</c:v>
                </c:pt>
                <c:pt idx="4607">
                  <c:v>43325</c:v>
                </c:pt>
                <c:pt idx="4608">
                  <c:v>43326</c:v>
                </c:pt>
                <c:pt idx="4609">
                  <c:v>43327</c:v>
                </c:pt>
                <c:pt idx="4610">
                  <c:v>43328</c:v>
                </c:pt>
                <c:pt idx="4611">
                  <c:v>43329</c:v>
                </c:pt>
                <c:pt idx="4612">
                  <c:v>43330</c:v>
                </c:pt>
                <c:pt idx="4613">
                  <c:v>43331</c:v>
                </c:pt>
                <c:pt idx="4614">
                  <c:v>43332</c:v>
                </c:pt>
                <c:pt idx="4615">
                  <c:v>43333</c:v>
                </c:pt>
                <c:pt idx="4616">
                  <c:v>43334</c:v>
                </c:pt>
                <c:pt idx="4617">
                  <c:v>43335</c:v>
                </c:pt>
                <c:pt idx="4618">
                  <c:v>43336</c:v>
                </c:pt>
                <c:pt idx="4619">
                  <c:v>43337</c:v>
                </c:pt>
                <c:pt idx="4620">
                  <c:v>43338</c:v>
                </c:pt>
                <c:pt idx="4621">
                  <c:v>43339</c:v>
                </c:pt>
                <c:pt idx="4622">
                  <c:v>43340</c:v>
                </c:pt>
                <c:pt idx="4623">
                  <c:v>43341</c:v>
                </c:pt>
                <c:pt idx="4624">
                  <c:v>43342</c:v>
                </c:pt>
                <c:pt idx="4625">
                  <c:v>43343</c:v>
                </c:pt>
                <c:pt idx="4626">
                  <c:v>43344</c:v>
                </c:pt>
                <c:pt idx="4627">
                  <c:v>43345</c:v>
                </c:pt>
                <c:pt idx="4628">
                  <c:v>43346</c:v>
                </c:pt>
                <c:pt idx="4629">
                  <c:v>43347</c:v>
                </c:pt>
                <c:pt idx="4630">
                  <c:v>43348</c:v>
                </c:pt>
                <c:pt idx="4631">
                  <c:v>43349</c:v>
                </c:pt>
                <c:pt idx="4632">
                  <c:v>43350</c:v>
                </c:pt>
                <c:pt idx="4633">
                  <c:v>43351</c:v>
                </c:pt>
                <c:pt idx="4634">
                  <c:v>43352</c:v>
                </c:pt>
                <c:pt idx="4635">
                  <c:v>43353</c:v>
                </c:pt>
                <c:pt idx="4636">
                  <c:v>43354</c:v>
                </c:pt>
                <c:pt idx="4637">
                  <c:v>43355</c:v>
                </c:pt>
                <c:pt idx="4638">
                  <c:v>43356</c:v>
                </c:pt>
                <c:pt idx="4639">
                  <c:v>43357</c:v>
                </c:pt>
                <c:pt idx="4640">
                  <c:v>43358</c:v>
                </c:pt>
                <c:pt idx="4641">
                  <c:v>43359</c:v>
                </c:pt>
                <c:pt idx="4642">
                  <c:v>43360</c:v>
                </c:pt>
                <c:pt idx="4643">
                  <c:v>43361</c:v>
                </c:pt>
                <c:pt idx="4644">
                  <c:v>43362</c:v>
                </c:pt>
                <c:pt idx="4645">
                  <c:v>43363</c:v>
                </c:pt>
                <c:pt idx="4646">
                  <c:v>43364</c:v>
                </c:pt>
                <c:pt idx="4647">
                  <c:v>43365</c:v>
                </c:pt>
                <c:pt idx="4648">
                  <c:v>43366</c:v>
                </c:pt>
                <c:pt idx="4649">
                  <c:v>43367</c:v>
                </c:pt>
                <c:pt idx="4650">
                  <c:v>43368</c:v>
                </c:pt>
                <c:pt idx="4651">
                  <c:v>43369</c:v>
                </c:pt>
                <c:pt idx="4652">
                  <c:v>43370</c:v>
                </c:pt>
                <c:pt idx="4653">
                  <c:v>43371</c:v>
                </c:pt>
                <c:pt idx="4654">
                  <c:v>43372</c:v>
                </c:pt>
                <c:pt idx="4655">
                  <c:v>43373</c:v>
                </c:pt>
                <c:pt idx="4656">
                  <c:v>43374</c:v>
                </c:pt>
                <c:pt idx="4657">
                  <c:v>43375</c:v>
                </c:pt>
                <c:pt idx="4658">
                  <c:v>43376</c:v>
                </c:pt>
                <c:pt idx="4659">
                  <c:v>43377</c:v>
                </c:pt>
                <c:pt idx="4660">
                  <c:v>43378</c:v>
                </c:pt>
                <c:pt idx="4661">
                  <c:v>43379</c:v>
                </c:pt>
                <c:pt idx="4662">
                  <c:v>43380</c:v>
                </c:pt>
                <c:pt idx="4663">
                  <c:v>43381</c:v>
                </c:pt>
                <c:pt idx="4664">
                  <c:v>43382</c:v>
                </c:pt>
                <c:pt idx="4665">
                  <c:v>43383</c:v>
                </c:pt>
                <c:pt idx="4666">
                  <c:v>43384</c:v>
                </c:pt>
                <c:pt idx="4667">
                  <c:v>43385</c:v>
                </c:pt>
                <c:pt idx="4668">
                  <c:v>43386</c:v>
                </c:pt>
                <c:pt idx="4669">
                  <c:v>43387</c:v>
                </c:pt>
                <c:pt idx="4670">
                  <c:v>43388</c:v>
                </c:pt>
                <c:pt idx="4671">
                  <c:v>43389</c:v>
                </c:pt>
                <c:pt idx="4672">
                  <c:v>43390</c:v>
                </c:pt>
                <c:pt idx="4673">
                  <c:v>43391</c:v>
                </c:pt>
                <c:pt idx="4674">
                  <c:v>43392</c:v>
                </c:pt>
                <c:pt idx="4675">
                  <c:v>43393</c:v>
                </c:pt>
                <c:pt idx="4676">
                  <c:v>43394</c:v>
                </c:pt>
                <c:pt idx="4677">
                  <c:v>43395</c:v>
                </c:pt>
                <c:pt idx="4678">
                  <c:v>43396</c:v>
                </c:pt>
                <c:pt idx="4679">
                  <c:v>43397</c:v>
                </c:pt>
                <c:pt idx="4680">
                  <c:v>43398</c:v>
                </c:pt>
                <c:pt idx="4681">
                  <c:v>43399</c:v>
                </c:pt>
                <c:pt idx="4682">
                  <c:v>43400</c:v>
                </c:pt>
                <c:pt idx="4683">
                  <c:v>43401</c:v>
                </c:pt>
                <c:pt idx="4684">
                  <c:v>43402</c:v>
                </c:pt>
                <c:pt idx="4685">
                  <c:v>43403</c:v>
                </c:pt>
                <c:pt idx="4686">
                  <c:v>43404</c:v>
                </c:pt>
                <c:pt idx="4687">
                  <c:v>43405</c:v>
                </c:pt>
                <c:pt idx="4688">
                  <c:v>43406</c:v>
                </c:pt>
                <c:pt idx="4689">
                  <c:v>43407</c:v>
                </c:pt>
                <c:pt idx="4690">
                  <c:v>43408</c:v>
                </c:pt>
                <c:pt idx="4691">
                  <c:v>43409</c:v>
                </c:pt>
                <c:pt idx="4692">
                  <c:v>43410</c:v>
                </c:pt>
                <c:pt idx="4693">
                  <c:v>43411</c:v>
                </c:pt>
                <c:pt idx="4694">
                  <c:v>43412</c:v>
                </c:pt>
                <c:pt idx="4695">
                  <c:v>43413</c:v>
                </c:pt>
                <c:pt idx="4696">
                  <c:v>43414</c:v>
                </c:pt>
                <c:pt idx="4697">
                  <c:v>43415</c:v>
                </c:pt>
                <c:pt idx="4698">
                  <c:v>43416</c:v>
                </c:pt>
                <c:pt idx="4699">
                  <c:v>43417</c:v>
                </c:pt>
                <c:pt idx="4700">
                  <c:v>43418</c:v>
                </c:pt>
                <c:pt idx="4701">
                  <c:v>43419</c:v>
                </c:pt>
                <c:pt idx="4702">
                  <c:v>43420</c:v>
                </c:pt>
                <c:pt idx="4703">
                  <c:v>43421</c:v>
                </c:pt>
                <c:pt idx="4704">
                  <c:v>43422</c:v>
                </c:pt>
                <c:pt idx="4705">
                  <c:v>43423</c:v>
                </c:pt>
                <c:pt idx="4706">
                  <c:v>43424</c:v>
                </c:pt>
                <c:pt idx="4707">
                  <c:v>43425</c:v>
                </c:pt>
                <c:pt idx="4708">
                  <c:v>43426</c:v>
                </c:pt>
                <c:pt idx="4709">
                  <c:v>43427</c:v>
                </c:pt>
                <c:pt idx="4710">
                  <c:v>43428</c:v>
                </c:pt>
                <c:pt idx="4711">
                  <c:v>43429</c:v>
                </c:pt>
                <c:pt idx="4712">
                  <c:v>43430</c:v>
                </c:pt>
                <c:pt idx="4713">
                  <c:v>43431</c:v>
                </c:pt>
                <c:pt idx="4714">
                  <c:v>43432</c:v>
                </c:pt>
                <c:pt idx="4715">
                  <c:v>43433</c:v>
                </c:pt>
                <c:pt idx="4716">
                  <c:v>43434</c:v>
                </c:pt>
                <c:pt idx="4717">
                  <c:v>43435</c:v>
                </c:pt>
                <c:pt idx="4718">
                  <c:v>43436</c:v>
                </c:pt>
                <c:pt idx="4719">
                  <c:v>43437</c:v>
                </c:pt>
                <c:pt idx="4720">
                  <c:v>43438</c:v>
                </c:pt>
                <c:pt idx="4721">
                  <c:v>43439</c:v>
                </c:pt>
                <c:pt idx="4722">
                  <c:v>43440</c:v>
                </c:pt>
                <c:pt idx="4723">
                  <c:v>43441</c:v>
                </c:pt>
                <c:pt idx="4724">
                  <c:v>43442</c:v>
                </c:pt>
                <c:pt idx="4725">
                  <c:v>43443</c:v>
                </c:pt>
                <c:pt idx="4726">
                  <c:v>43444</c:v>
                </c:pt>
                <c:pt idx="4727">
                  <c:v>43445</c:v>
                </c:pt>
                <c:pt idx="4728">
                  <c:v>43446</c:v>
                </c:pt>
                <c:pt idx="4729">
                  <c:v>43447</c:v>
                </c:pt>
                <c:pt idx="4730">
                  <c:v>43448</c:v>
                </c:pt>
                <c:pt idx="4731">
                  <c:v>43449</c:v>
                </c:pt>
                <c:pt idx="4732">
                  <c:v>43450</c:v>
                </c:pt>
                <c:pt idx="4733">
                  <c:v>43451</c:v>
                </c:pt>
                <c:pt idx="4734">
                  <c:v>43452</c:v>
                </c:pt>
                <c:pt idx="4735">
                  <c:v>43453</c:v>
                </c:pt>
                <c:pt idx="4736">
                  <c:v>43454</c:v>
                </c:pt>
                <c:pt idx="4737">
                  <c:v>43455</c:v>
                </c:pt>
                <c:pt idx="4738">
                  <c:v>43456</c:v>
                </c:pt>
                <c:pt idx="4739">
                  <c:v>43457</c:v>
                </c:pt>
                <c:pt idx="4740">
                  <c:v>43458</c:v>
                </c:pt>
                <c:pt idx="4741">
                  <c:v>43459</c:v>
                </c:pt>
                <c:pt idx="4742">
                  <c:v>43460</c:v>
                </c:pt>
                <c:pt idx="4743">
                  <c:v>43461</c:v>
                </c:pt>
                <c:pt idx="4744">
                  <c:v>43462</c:v>
                </c:pt>
                <c:pt idx="4745">
                  <c:v>43463</c:v>
                </c:pt>
                <c:pt idx="4746">
                  <c:v>43464</c:v>
                </c:pt>
                <c:pt idx="4747">
                  <c:v>43465</c:v>
                </c:pt>
                <c:pt idx="4748">
                  <c:v>43466</c:v>
                </c:pt>
                <c:pt idx="4749">
                  <c:v>43467</c:v>
                </c:pt>
                <c:pt idx="4750">
                  <c:v>43468</c:v>
                </c:pt>
                <c:pt idx="4751">
                  <c:v>43469</c:v>
                </c:pt>
                <c:pt idx="4752">
                  <c:v>43470</c:v>
                </c:pt>
                <c:pt idx="4753">
                  <c:v>43471</c:v>
                </c:pt>
                <c:pt idx="4754">
                  <c:v>43472</c:v>
                </c:pt>
                <c:pt idx="4755">
                  <c:v>43473</c:v>
                </c:pt>
                <c:pt idx="4756">
                  <c:v>43474</c:v>
                </c:pt>
                <c:pt idx="4757">
                  <c:v>43475</c:v>
                </c:pt>
                <c:pt idx="4758">
                  <c:v>43476</c:v>
                </c:pt>
                <c:pt idx="4759">
                  <c:v>43477</c:v>
                </c:pt>
                <c:pt idx="4760">
                  <c:v>43478</c:v>
                </c:pt>
                <c:pt idx="4761">
                  <c:v>43479</c:v>
                </c:pt>
                <c:pt idx="4762">
                  <c:v>43480</c:v>
                </c:pt>
                <c:pt idx="4763">
                  <c:v>43481</c:v>
                </c:pt>
                <c:pt idx="4764">
                  <c:v>43482</c:v>
                </c:pt>
                <c:pt idx="4765">
                  <c:v>43483</c:v>
                </c:pt>
                <c:pt idx="4766">
                  <c:v>43484</c:v>
                </c:pt>
                <c:pt idx="4767">
                  <c:v>43485</c:v>
                </c:pt>
                <c:pt idx="4768">
                  <c:v>43486</c:v>
                </c:pt>
                <c:pt idx="4769">
                  <c:v>43487</c:v>
                </c:pt>
                <c:pt idx="4770">
                  <c:v>43488</c:v>
                </c:pt>
                <c:pt idx="4771">
                  <c:v>43489</c:v>
                </c:pt>
                <c:pt idx="4772">
                  <c:v>43490</c:v>
                </c:pt>
                <c:pt idx="4773">
                  <c:v>43491</c:v>
                </c:pt>
                <c:pt idx="4774">
                  <c:v>43492</c:v>
                </c:pt>
                <c:pt idx="4775">
                  <c:v>43493</c:v>
                </c:pt>
                <c:pt idx="4776">
                  <c:v>43494</c:v>
                </c:pt>
                <c:pt idx="4777">
                  <c:v>43495</c:v>
                </c:pt>
                <c:pt idx="4778">
                  <c:v>43496</c:v>
                </c:pt>
                <c:pt idx="4779">
                  <c:v>43497</c:v>
                </c:pt>
                <c:pt idx="4780">
                  <c:v>43498</c:v>
                </c:pt>
                <c:pt idx="4781">
                  <c:v>43499</c:v>
                </c:pt>
                <c:pt idx="4782">
                  <c:v>43500</c:v>
                </c:pt>
                <c:pt idx="4783">
                  <c:v>43501</c:v>
                </c:pt>
                <c:pt idx="4784">
                  <c:v>43502</c:v>
                </c:pt>
                <c:pt idx="4785">
                  <c:v>43503</c:v>
                </c:pt>
                <c:pt idx="4786">
                  <c:v>43504</c:v>
                </c:pt>
                <c:pt idx="4787">
                  <c:v>43505</c:v>
                </c:pt>
                <c:pt idx="4788">
                  <c:v>43506</c:v>
                </c:pt>
                <c:pt idx="4789">
                  <c:v>43507</c:v>
                </c:pt>
                <c:pt idx="4790">
                  <c:v>43508</c:v>
                </c:pt>
                <c:pt idx="4791">
                  <c:v>43509</c:v>
                </c:pt>
                <c:pt idx="4792">
                  <c:v>43510</c:v>
                </c:pt>
                <c:pt idx="4793">
                  <c:v>43511</c:v>
                </c:pt>
                <c:pt idx="4794">
                  <c:v>43512</c:v>
                </c:pt>
                <c:pt idx="4795">
                  <c:v>43513</c:v>
                </c:pt>
                <c:pt idx="4796">
                  <c:v>43514</c:v>
                </c:pt>
                <c:pt idx="4797">
                  <c:v>43515</c:v>
                </c:pt>
                <c:pt idx="4798">
                  <c:v>43516</c:v>
                </c:pt>
                <c:pt idx="4799">
                  <c:v>43517</c:v>
                </c:pt>
                <c:pt idx="4800">
                  <c:v>43518</c:v>
                </c:pt>
                <c:pt idx="4801">
                  <c:v>43519</c:v>
                </c:pt>
                <c:pt idx="4802">
                  <c:v>43520</c:v>
                </c:pt>
                <c:pt idx="4803">
                  <c:v>43521</c:v>
                </c:pt>
                <c:pt idx="4804">
                  <c:v>43522</c:v>
                </c:pt>
                <c:pt idx="4805">
                  <c:v>43523</c:v>
                </c:pt>
                <c:pt idx="4806">
                  <c:v>43524</c:v>
                </c:pt>
                <c:pt idx="4807">
                  <c:v>43525</c:v>
                </c:pt>
                <c:pt idx="4808">
                  <c:v>43526</c:v>
                </c:pt>
                <c:pt idx="4809">
                  <c:v>43527</c:v>
                </c:pt>
                <c:pt idx="4810">
                  <c:v>43528</c:v>
                </c:pt>
                <c:pt idx="4811">
                  <c:v>43529</c:v>
                </c:pt>
                <c:pt idx="4812">
                  <c:v>43530</c:v>
                </c:pt>
                <c:pt idx="4813">
                  <c:v>43531</c:v>
                </c:pt>
                <c:pt idx="4814">
                  <c:v>43532</c:v>
                </c:pt>
                <c:pt idx="4815">
                  <c:v>43533</c:v>
                </c:pt>
                <c:pt idx="4816">
                  <c:v>43534</c:v>
                </c:pt>
                <c:pt idx="4817">
                  <c:v>43535</c:v>
                </c:pt>
                <c:pt idx="4818">
                  <c:v>43536</c:v>
                </c:pt>
                <c:pt idx="4819">
                  <c:v>43537</c:v>
                </c:pt>
                <c:pt idx="4820">
                  <c:v>43538</c:v>
                </c:pt>
                <c:pt idx="4821">
                  <c:v>43539</c:v>
                </c:pt>
                <c:pt idx="4822">
                  <c:v>43540</c:v>
                </c:pt>
                <c:pt idx="4823">
                  <c:v>43541</c:v>
                </c:pt>
                <c:pt idx="4824">
                  <c:v>43542</c:v>
                </c:pt>
                <c:pt idx="4825">
                  <c:v>43543</c:v>
                </c:pt>
                <c:pt idx="4826">
                  <c:v>43544</c:v>
                </c:pt>
                <c:pt idx="4827">
                  <c:v>43545</c:v>
                </c:pt>
                <c:pt idx="4828">
                  <c:v>43546</c:v>
                </c:pt>
                <c:pt idx="4829">
                  <c:v>43547</c:v>
                </c:pt>
                <c:pt idx="4830">
                  <c:v>43548</c:v>
                </c:pt>
                <c:pt idx="4831">
                  <c:v>43549</c:v>
                </c:pt>
                <c:pt idx="4832">
                  <c:v>43550</c:v>
                </c:pt>
                <c:pt idx="4833">
                  <c:v>43551</c:v>
                </c:pt>
                <c:pt idx="4834">
                  <c:v>43552</c:v>
                </c:pt>
                <c:pt idx="4835">
                  <c:v>43553</c:v>
                </c:pt>
                <c:pt idx="4836">
                  <c:v>43554</c:v>
                </c:pt>
                <c:pt idx="4837">
                  <c:v>43555</c:v>
                </c:pt>
                <c:pt idx="4838">
                  <c:v>43556</c:v>
                </c:pt>
                <c:pt idx="4839">
                  <c:v>43557</c:v>
                </c:pt>
                <c:pt idx="4840">
                  <c:v>43558</c:v>
                </c:pt>
                <c:pt idx="4841">
                  <c:v>43559</c:v>
                </c:pt>
                <c:pt idx="4842">
                  <c:v>43560</c:v>
                </c:pt>
                <c:pt idx="4843">
                  <c:v>43561</c:v>
                </c:pt>
                <c:pt idx="4844">
                  <c:v>43562</c:v>
                </c:pt>
                <c:pt idx="4845">
                  <c:v>43563</c:v>
                </c:pt>
                <c:pt idx="4846">
                  <c:v>43564</c:v>
                </c:pt>
                <c:pt idx="4847">
                  <c:v>43565</c:v>
                </c:pt>
                <c:pt idx="4848">
                  <c:v>43566</c:v>
                </c:pt>
                <c:pt idx="4849">
                  <c:v>43567</c:v>
                </c:pt>
                <c:pt idx="4850">
                  <c:v>43568</c:v>
                </c:pt>
                <c:pt idx="4851">
                  <c:v>43569</c:v>
                </c:pt>
                <c:pt idx="4852">
                  <c:v>43570</c:v>
                </c:pt>
                <c:pt idx="4853">
                  <c:v>43571</c:v>
                </c:pt>
                <c:pt idx="4854">
                  <c:v>43572</c:v>
                </c:pt>
                <c:pt idx="4855">
                  <c:v>43573</c:v>
                </c:pt>
                <c:pt idx="4856">
                  <c:v>43574</c:v>
                </c:pt>
                <c:pt idx="4857">
                  <c:v>43575</c:v>
                </c:pt>
                <c:pt idx="4858">
                  <c:v>43576</c:v>
                </c:pt>
                <c:pt idx="4859">
                  <c:v>43577</c:v>
                </c:pt>
                <c:pt idx="4860">
                  <c:v>43578</c:v>
                </c:pt>
                <c:pt idx="4861">
                  <c:v>43579</c:v>
                </c:pt>
                <c:pt idx="4862">
                  <c:v>43580</c:v>
                </c:pt>
                <c:pt idx="4863">
                  <c:v>43581</c:v>
                </c:pt>
                <c:pt idx="4864">
                  <c:v>43582</c:v>
                </c:pt>
                <c:pt idx="4865">
                  <c:v>43583</c:v>
                </c:pt>
                <c:pt idx="4866">
                  <c:v>43584</c:v>
                </c:pt>
                <c:pt idx="4867">
                  <c:v>43585</c:v>
                </c:pt>
                <c:pt idx="4868">
                  <c:v>43586</c:v>
                </c:pt>
                <c:pt idx="4869">
                  <c:v>43587</c:v>
                </c:pt>
                <c:pt idx="4870">
                  <c:v>43588</c:v>
                </c:pt>
                <c:pt idx="4871">
                  <c:v>43589</c:v>
                </c:pt>
                <c:pt idx="4872">
                  <c:v>43590</c:v>
                </c:pt>
                <c:pt idx="4873">
                  <c:v>43591</c:v>
                </c:pt>
                <c:pt idx="4874">
                  <c:v>43592</c:v>
                </c:pt>
                <c:pt idx="4875">
                  <c:v>43593</c:v>
                </c:pt>
                <c:pt idx="4876">
                  <c:v>43594</c:v>
                </c:pt>
                <c:pt idx="4877">
                  <c:v>43595</c:v>
                </c:pt>
                <c:pt idx="4878">
                  <c:v>43596</c:v>
                </c:pt>
                <c:pt idx="4879">
                  <c:v>43597</c:v>
                </c:pt>
                <c:pt idx="4880">
                  <c:v>43598</c:v>
                </c:pt>
                <c:pt idx="4881">
                  <c:v>43599</c:v>
                </c:pt>
                <c:pt idx="4882">
                  <c:v>43600</c:v>
                </c:pt>
                <c:pt idx="4883">
                  <c:v>43601</c:v>
                </c:pt>
                <c:pt idx="4884">
                  <c:v>43602</c:v>
                </c:pt>
                <c:pt idx="4885">
                  <c:v>43603</c:v>
                </c:pt>
                <c:pt idx="4886">
                  <c:v>43604</c:v>
                </c:pt>
                <c:pt idx="4887">
                  <c:v>43605</c:v>
                </c:pt>
                <c:pt idx="4888">
                  <c:v>43606</c:v>
                </c:pt>
                <c:pt idx="4889">
                  <c:v>43607</c:v>
                </c:pt>
                <c:pt idx="4890">
                  <c:v>43608</c:v>
                </c:pt>
                <c:pt idx="4891">
                  <c:v>43609</c:v>
                </c:pt>
                <c:pt idx="4892">
                  <c:v>43610</c:v>
                </c:pt>
                <c:pt idx="4893">
                  <c:v>43611</c:v>
                </c:pt>
                <c:pt idx="4894">
                  <c:v>43612</c:v>
                </c:pt>
                <c:pt idx="4895">
                  <c:v>43613</c:v>
                </c:pt>
                <c:pt idx="4896">
                  <c:v>43614</c:v>
                </c:pt>
                <c:pt idx="4897">
                  <c:v>43615</c:v>
                </c:pt>
                <c:pt idx="4898">
                  <c:v>43616</c:v>
                </c:pt>
                <c:pt idx="4899">
                  <c:v>43617</c:v>
                </c:pt>
                <c:pt idx="4900">
                  <c:v>43618</c:v>
                </c:pt>
                <c:pt idx="4901">
                  <c:v>43619</c:v>
                </c:pt>
                <c:pt idx="4902">
                  <c:v>43620</c:v>
                </c:pt>
                <c:pt idx="4903">
                  <c:v>43621</c:v>
                </c:pt>
                <c:pt idx="4904">
                  <c:v>43622</c:v>
                </c:pt>
                <c:pt idx="4905">
                  <c:v>43623</c:v>
                </c:pt>
                <c:pt idx="4906">
                  <c:v>43624</c:v>
                </c:pt>
                <c:pt idx="4907">
                  <c:v>43625</c:v>
                </c:pt>
                <c:pt idx="4908">
                  <c:v>43626</c:v>
                </c:pt>
                <c:pt idx="4909">
                  <c:v>43627</c:v>
                </c:pt>
                <c:pt idx="4910">
                  <c:v>43628</c:v>
                </c:pt>
                <c:pt idx="4911">
                  <c:v>43629</c:v>
                </c:pt>
                <c:pt idx="4912">
                  <c:v>43630</c:v>
                </c:pt>
                <c:pt idx="4913">
                  <c:v>43631</c:v>
                </c:pt>
                <c:pt idx="4914">
                  <c:v>43632</c:v>
                </c:pt>
                <c:pt idx="4915">
                  <c:v>43633</c:v>
                </c:pt>
                <c:pt idx="4916">
                  <c:v>43634</c:v>
                </c:pt>
                <c:pt idx="4917">
                  <c:v>43635</c:v>
                </c:pt>
                <c:pt idx="4918">
                  <c:v>43636</c:v>
                </c:pt>
                <c:pt idx="4919">
                  <c:v>43637</c:v>
                </c:pt>
                <c:pt idx="4920">
                  <c:v>43638</c:v>
                </c:pt>
                <c:pt idx="4921">
                  <c:v>43639</c:v>
                </c:pt>
                <c:pt idx="4922">
                  <c:v>43640</c:v>
                </c:pt>
                <c:pt idx="4923">
                  <c:v>43641</c:v>
                </c:pt>
                <c:pt idx="4924">
                  <c:v>43642</c:v>
                </c:pt>
                <c:pt idx="4925">
                  <c:v>43643</c:v>
                </c:pt>
                <c:pt idx="4926">
                  <c:v>43644</c:v>
                </c:pt>
                <c:pt idx="4927">
                  <c:v>43645</c:v>
                </c:pt>
                <c:pt idx="4928">
                  <c:v>43646</c:v>
                </c:pt>
                <c:pt idx="4929">
                  <c:v>43647</c:v>
                </c:pt>
                <c:pt idx="4930">
                  <c:v>43648</c:v>
                </c:pt>
                <c:pt idx="4931">
                  <c:v>43649</c:v>
                </c:pt>
                <c:pt idx="4932">
                  <c:v>43650</c:v>
                </c:pt>
                <c:pt idx="4933">
                  <c:v>43651</c:v>
                </c:pt>
                <c:pt idx="4934">
                  <c:v>43652</c:v>
                </c:pt>
                <c:pt idx="4935">
                  <c:v>43653</c:v>
                </c:pt>
                <c:pt idx="4936">
                  <c:v>43654</c:v>
                </c:pt>
                <c:pt idx="4937">
                  <c:v>43655</c:v>
                </c:pt>
                <c:pt idx="4938">
                  <c:v>43656</c:v>
                </c:pt>
                <c:pt idx="4939">
                  <c:v>43657</c:v>
                </c:pt>
                <c:pt idx="4940">
                  <c:v>43658</c:v>
                </c:pt>
                <c:pt idx="4941">
                  <c:v>43659</c:v>
                </c:pt>
                <c:pt idx="4942">
                  <c:v>43660</c:v>
                </c:pt>
                <c:pt idx="4943">
                  <c:v>43661</c:v>
                </c:pt>
                <c:pt idx="4944">
                  <c:v>43662</c:v>
                </c:pt>
                <c:pt idx="4945">
                  <c:v>43663</c:v>
                </c:pt>
                <c:pt idx="4946">
                  <c:v>43664</c:v>
                </c:pt>
                <c:pt idx="4947">
                  <c:v>43665</c:v>
                </c:pt>
                <c:pt idx="4948">
                  <c:v>43666</c:v>
                </c:pt>
                <c:pt idx="4949">
                  <c:v>43667</c:v>
                </c:pt>
                <c:pt idx="4950">
                  <c:v>43668</c:v>
                </c:pt>
                <c:pt idx="4951">
                  <c:v>43669</c:v>
                </c:pt>
                <c:pt idx="4952">
                  <c:v>43670</c:v>
                </c:pt>
                <c:pt idx="4953">
                  <c:v>43671</c:v>
                </c:pt>
                <c:pt idx="4954">
                  <c:v>43672</c:v>
                </c:pt>
                <c:pt idx="4955">
                  <c:v>43673</c:v>
                </c:pt>
                <c:pt idx="4956">
                  <c:v>43674</c:v>
                </c:pt>
                <c:pt idx="4957">
                  <c:v>43675</c:v>
                </c:pt>
                <c:pt idx="4958">
                  <c:v>43676</c:v>
                </c:pt>
                <c:pt idx="4959">
                  <c:v>43677</c:v>
                </c:pt>
                <c:pt idx="4960">
                  <c:v>43678</c:v>
                </c:pt>
                <c:pt idx="4961">
                  <c:v>43679</c:v>
                </c:pt>
                <c:pt idx="4962">
                  <c:v>43680</c:v>
                </c:pt>
                <c:pt idx="4963">
                  <c:v>43681</c:v>
                </c:pt>
                <c:pt idx="4964">
                  <c:v>43682</c:v>
                </c:pt>
                <c:pt idx="4965">
                  <c:v>43683</c:v>
                </c:pt>
                <c:pt idx="4966">
                  <c:v>43684</c:v>
                </c:pt>
                <c:pt idx="4967">
                  <c:v>43685</c:v>
                </c:pt>
                <c:pt idx="4968">
                  <c:v>43686</c:v>
                </c:pt>
                <c:pt idx="4969">
                  <c:v>43687</c:v>
                </c:pt>
                <c:pt idx="4970">
                  <c:v>43688</c:v>
                </c:pt>
                <c:pt idx="4971">
                  <c:v>43689</c:v>
                </c:pt>
                <c:pt idx="4972">
                  <c:v>43690</c:v>
                </c:pt>
                <c:pt idx="4973">
                  <c:v>43691</c:v>
                </c:pt>
                <c:pt idx="4974">
                  <c:v>43692</c:v>
                </c:pt>
                <c:pt idx="4975">
                  <c:v>43693</c:v>
                </c:pt>
                <c:pt idx="4976">
                  <c:v>43694</c:v>
                </c:pt>
                <c:pt idx="4977">
                  <c:v>43695</c:v>
                </c:pt>
                <c:pt idx="4978">
                  <c:v>43696</c:v>
                </c:pt>
                <c:pt idx="4979">
                  <c:v>43697</c:v>
                </c:pt>
                <c:pt idx="4980">
                  <c:v>43698</c:v>
                </c:pt>
                <c:pt idx="4981">
                  <c:v>43699</c:v>
                </c:pt>
                <c:pt idx="4982">
                  <c:v>43700</c:v>
                </c:pt>
                <c:pt idx="4983">
                  <c:v>43701</c:v>
                </c:pt>
                <c:pt idx="4984">
                  <c:v>43702</c:v>
                </c:pt>
                <c:pt idx="4985">
                  <c:v>43703</c:v>
                </c:pt>
                <c:pt idx="4986">
                  <c:v>43704</c:v>
                </c:pt>
                <c:pt idx="4987">
                  <c:v>43705</c:v>
                </c:pt>
                <c:pt idx="4988">
                  <c:v>43706</c:v>
                </c:pt>
                <c:pt idx="4989">
                  <c:v>43707</c:v>
                </c:pt>
                <c:pt idx="4990">
                  <c:v>43708</c:v>
                </c:pt>
                <c:pt idx="4991">
                  <c:v>43709</c:v>
                </c:pt>
                <c:pt idx="4992">
                  <c:v>43710</c:v>
                </c:pt>
                <c:pt idx="4993">
                  <c:v>43711</c:v>
                </c:pt>
                <c:pt idx="4994">
                  <c:v>43712</c:v>
                </c:pt>
                <c:pt idx="4995">
                  <c:v>43713</c:v>
                </c:pt>
                <c:pt idx="4996">
                  <c:v>43714</c:v>
                </c:pt>
                <c:pt idx="4997">
                  <c:v>43715</c:v>
                </c:pt>
                <c:pt idx="4998">
                  <c:v>43716</c:v>
                </c:pt>
                <c:pt idx="4999">
                  <c:v>43717</c:v>
                </c:pt>
                <c:pt idx="5000">
                  <c:v>43718</c:v>
                </c:pt>
                <c:pt idx="5001">
                  <c:v>43719</c:v>
                </c:pt>
                <c:pt idx="5002">
                  <c:v>43720</c:v>
                </c:pt>
                <c:pt idx="5003">
                  <c:v>43721</c:v>
                </c:pt>
                <c:pt idx="5004">
                  <c:v>43722</c:v>
                </c:pt>
                <c:pt idx="5005">
                  <c:v>43723</c:v>
                </c:pt>
                <c:pt idx="5006">
                  <c:v>43724</c:v>
                </c:pt>
                <c:pt idx="5007">
                  <c:v>43725</c:v>
                </c:pt>
                <c:pt idx="5008">
                  <c:v>43726</c:v>
                </c:pt>
                <c:pt idx="5009">
                  <c:v>43727</c:v>
                </c:pt>
                <c:pt idx="5010">
                  <c:v>43728</c:v>
                </c:pt>
                <c:pt idx="5011">
                  <c:v>43729</c:v>
                </c:pt>
                <c:pt idx="5012">
                  <c:v>43730</c:v>
                </c:pt>
                <c:pt idx="5013">
                  <c:v>43731</c:v>
                </c:pt>
                <c:pt idx="5014">
                  <c:v>43732</c:v>
                </c:pt>
                <c:pt idx="5015">
                  <c:v>43733</c:v>
                </c:pt>
                <c:pt idx="5016">
                  <c:v>43734</c:v>
                </c:pt>
                <c:pt idx="5017">
                  <c:v>43735</c:v>
                </c:pt>
                <c:pt idx="5018">
                  <c:v>43736</c:v>
                </c:pt>
                <c:pt idx="5019">
                  <c:v>43737</c:v>
                </c:pt>
                <c:pt idx="5020">
                  <c:v>43738</c:v>
                </c:pt>
                <c:pt idx="5021">
                  <c:v>43739</c:v>
                </c:pt>
                <c:pt idx="5022">
                  <c:v>43740</c:v>
                </c:pt>
                <c:pt idx="5023">
                  <c:v>43741</c:v>
                </c:pt>
                <c:pt idx="5024">
                  <c:v>43742</c:v>
                </c:pt>
                <c:pt idx="5025">
                  <c:v>43743</c:v>
                </c:pt>
                <c:pt idx="5026">
                  <c:v>43744</c:v>
                </c:pt>
                <c:pt idx="5027">
                  <c:v>43745</c:v>
                </c:pt>
                <c:pt idx="5028">
                  <c:v>43746</c:v>
                </c:pt>
                <c:pt idx="5029">
                  <c:v>43747</c:v>
                </c:pt>
                <c:pt idx="5030">
                  <c:v>43748</c:v>
                </c:pt>
                <c:pt idx="5031">
                  <c:v>43749</c:v>
                </c:pt>
                <c:pt idx="5032">
                  <c:v>43750</c:v>
                </c:pt>
                <c:pt idx="5033">
                  <c:v>43751</c:v>
                </c:pt>
                <c:pt idx="5034">
                  <c:v>43752</c:v>
                </c:pt>
                <c:pt idx="5035">
                  <c:v>43753</c:v>
                </c:pt>
                <c:pt idx="5036">
                  <c:v>43754</c:v>
                </c:pt>
                <c:pt idx="5037">
                  <c:v>43755</c:v>
                </c:pt>
                <c:pt idx="5038">
                  <c:v>43756</c:v>
                </c:pt>
                <c:pt idx="5039">
                  <c:v>43757</c:v>
                </c:pt>
                <c:pt idx="5040">
                  <c:v>43758</c:v>
                </c:pt>
                <c:pt idx="5041">
                  <c:v>43759</c:v>
                </c:pt>
                <c:pt idx="5042">
                  <c:v>43760</c:v>
                </c:pt>
                <c:pt idx="5043">
                  <c:v>43761</c:v>
                </c:pt>
                <c:pt idx="5044">
                  <c:v>43762</c:v>
                </c:pt>
                <c:pt idx="5045">
                  <c:v>43763</c:v>
                </c:pt>
                <c:pt idx="5046">
                  <c:v>43764</c:v>
                </c:pt>
                <c:pt idx="5047">
                  <c:v>43765</c:v>
                </c:pt>
                <c:pt idx="5048">
                  <c:v>43766</c:v>
                </c:pt>
                <c:pt idx="5049">
                  <c:v>43767</c:v>
                </c:pt>
                <c:pt idx="5050">
                  <c:v>43768</c:v>
                </c:pt>
                <c:pt idx="5051">
                  <c:v>43769</c:v>
                </c:pt>
                <c:pt idx="5052">
                  <c:v>43770</c:v>
                </c:pt>
                <c:pt idx="5053">
                  <c:v>43771</c:v>
                </c:pt>
                <c:pt idx="5054">
                  <c:v>43772</c:v>
                </c:pt>
                <c:pt idx="5055">
                  <c:v>43773</c:v>
                </c:pt>
                <c:pt idx="5056">
                  <c:v>43774</c:v>
                </c:pt>
                <c:pt idx="5057">
                  <c:v>43775</c:v>
                </c:pt>
                <c:pt idx="5058">
                  <c:v>43776</c:v>
                </c:pt>
                <c:pt idx="5059">
                  <c:v>43777</c:v>
                </c:pt>
                <c:pt idx="5060">
                  <c:v>43778</c:v>
                </c:pt>
                <c:pt idx="5061">
                  <c:v>43779</c:v>
                </c:pt>
                <c:pt idx="5062">
                  <c:v>43780</c:v>
                </c:pt>
                <c:pt idx="5063">
                  <c:v>43781</c:v>
                </c:pt>
                <c:pt idx="5064">
                  <c:v>43782</c:v>
                </c:pt>
                <c:pt idx="5065">
                  <c:v>43783</c:v>
                </c:pt>
                <c:pt idx="5066">
                  <c:v>43784</c:v>
                </c:pt>
                <c:pt idx="5067">
                  <c:v>43785</c:v>
                </c:pt>
                <c:pt idx="5068">
                  <c:v>43786</c:v>
                </c:pt>
                <c:pt idx="5069">
                  <c:v>43787</c:v>
                </c:pt>
                <c:pt idx="5070">
                  <c:v>43788</c:v>
                </c:pt>
                <c:pt idx="5071">
                  <c:v>43789</c:v>
                </c:pt>
                <c:pt idx="5072">
                  <c:v>43790</c:v>
                </c:pt>
                <c:pt idx="5073">
                  <c:v>43791</c:v>
                </c:pt>
                <c:pt idx="5074">
                  <c:v>43792</c:v>
                </c:pt>
                <c:pt idx="5075">
                  <c:v>43793</c:v>
                </c:pt>
                <c:pt idx="5076">
                  <c:v>43794</c:v>
                </c:pt>
                <c:pt idx="5077">
                  <c:v>43795</c:v>
                </c:pt>
                <c:pt idx="5078">
                  <c:v>43796</c:v>
                </c:pt>
                <c:pt idx="5079">
                  <c:v>43797</c:v>
                </c:pt>
                <c:pt idx="5080">
                  <c:v>43798</c:v>
                </c:pt>
                <c:pt idx="5081">
                  <c:v>43799</c:v>
                </c:pt>
                <c:pt idx="5082">
                  <c:v>43800</c:v>
                </c:pt>
                <c:pt idx="5083">
                  <c:v>43801</c:v>
                </c:pt>
                <c:pt idx="5084">
                  <c:v>43802</c:v>
                </c:pt>
                <c:pt idx="5085">
                  <c:v>43803</c:v>
                </c:pt>
                <c:pt idx="5086">
                  <c:v>43804</c:v>
                </c:pt>
                <c:pt idx="5087">
                  <c:v>43805</c:v>
                </c:pt>
                <c:pt idx="5088">
                  <c:v>43806</c:v>
                </c:pt>
                <c:pt idx="5089">
                  <c:v>43807</c:v>
                </c:pt>
                <c:pt idx="5090">
                  <c:v>43808</c:v>
                </c:pt>
                <c:pt idx="5091">
                  <c:v>43809</c:v>
                </c:pt>
                <c:pt idx="5092">
                  <c:v>43810</c:v>
                </c:pt>
                <c:pt idx="5093">
                  <c:v>43811</c:v>
                </c:pt>
                <c:pt idx="5094">
                  <c:v>43812</c:v>
                </c:pt>
                <c:pt idx="5095">
                  <c:v>43813</c:v>
                </c:pt>
                <c:pt idx="5096">
                  <c:v>43814</c:v>
                </c:pt>
                <c:pt idx="5097">
                  <c:v>43815</c:v>
                </c:pt>
                <c:pt idx="5098">
                  <c:v>43816</c:v>
                </c:pt>
                <c:pt idx="5099">
                  <c:v>43817</c:v>
                </c:pt>
                <c:pt idx="5100">
                  <c:v>43818</c:v>
                </c:pt>
                <c:pt idx="5101">
                  <c:v>43819</c:v>
                </c:pt>
                <c:pt idx="5102">
                  <c:v>43820</c:v>
                </c:pt>
                <c:pt idx="5103">
                  <c:v>43821</c:v>
                </c:pt>
                <c:pt idx="5104">
                  <c:v>43822</c:v>
                </c:pt>
                <c:pt idx="5105">
                  <c:v>43823</c:v>
                </c:pt>
                <c:pt idx="5106">
                  <c:v>43824</c:v>
                </c:pt>
                <c:pt idx="5107">
                  <c:v>43825</c:v>
                </c:pt>
                <c:pt idx="5108">
                  <c:v>43826</c:v>
                </c:pt>
                <c:pt idx="5109">
                  <c:v>43827</c:v>
                </c:pt>
                <c:pt idx="5110">
                  <c:v>43828</c:v>
                </c:pt>
                <c:pt idx="5111">
                  <c:v>43829</c:v>
                </c:pt>
                <c:pt idx="5112">
                  <c:v>43830</c:v>
                </c:pt>
                <c:pt idx="5113">
                  <c:v>43831</c:v>
                </c:pt>
                <c:pt idx="5114">
                  <c:v>43832</c:v>
                </c:pt>
                <c:pt idx="5115">
                  <c:v>43833</c:v>
                </c:pt>
                <c:pt idx="5116">
                  <c:v>43834</c:v>
                </c:pt>
                <c:pt idx="5117">
                  <c:v>43835</c:v>
                </c:pt>
                <c:pt idx="5118">
                  <c:v>43836</c:v>
                </c:pt>
                <c:pt idx="5119">
                  <c:v>43837</c:v>
                </c:pt>
                <c:pt idx="5120">
                  <c:v>43838</c:v>
                </c:pt>
                <c:pt idx="5121">
                  <c:v>43839</c:v>
                </c:pt>
                <c:pt idx="5122">
                  <c:v>43840</c:v>
                </c:pt>
                <c:pt idx="5123">
                  <c:v>43841</c:v>
                </c:pt>
                <c:pt idx="5124">
                  <c:v>43842</c:v>
                </c:pt>
                <c:pt idx="5125">
                  <c:v>43843</c:v>
                </c:pt>
                <c:pt idx="5126">
                  <c:v>43844</c:v>
                </c:pt>
                <c:pt idx="5127">
                  <c:v>43845</c:v>
                </c:pt>
                <c:pt idx="5128">
                  <c:v>43846</c:v>
                </c:pt>
                <c:pt idx="5129">
                  <c:v>43847</c:v>
                </c:pt>
                <c:pt idx="5130">
                  <c:v>43848</c:v>
                </c:pt>
                <c:pt idx="5131">
                  <c:v>43849</c:v>
                </c:pt>
                <c:pt idx="5132">
                  <c:v>43850</c:v>
                </c:pt>
                <c:pt idx="5133">
                  <c:v>43851</c:v>
                </c:pt>
                <c:pt idx="5134">
                  <c:v>43852</c:v>
                </c:pt>
                <c:pt idx="5135">
                  <c:v>43853</c:v>
                </c:pt>
                <c:pt idx="5136">
                  <c:v>43854</c:v>
                </c:pt>
                <c:pt idx="5137">
                  <c:v>43855</c:v>
                </c:pt>
                <c:pt idx="5138">
                  <c:v>43856</c:v>
                </c:pt>
                <c:pt idx="5139">
                  <c:v>43857</c:v>
                </c:pt>
                <c:pt idx="5140">
                  <c:v>43858</c:v>
                </c:pt>
                <c:pt idx="5141">
                  <c:v>43859</c:v>
                </c:pt>
                <c:pt idx="5142">
                  <c:v>43860</c:v>
                </c:pt>
                <c:pt idx="5143">
                  <c:v>43861</c:v>
                </c:pt>
                <c:pt idx="5144">
                  <c:v>43862</c:v>
                </c:pt>
                <c:pt idx="5145">
                  <c:v>43863</c:v>
                </c:pt>
                <c:pt idx="5146">
                  <c:v>43864</c:v>
                </c:pt>
                <c:pt idx="5147">
                  <c:v>43865</c:v>
                </c:pt>
                <c:pt idx="5148">
                  <c:v>43866</c:v>
                </c:pt>
                <c:pt idx="5149">
                  <c:v>43867</c:v>
                </c:pt>
                <c:pt idx="5150">
                  <c:v>43868</c:v>
                </c:pt>
                <c:pt idx="5151">
                  <c:v>43869</c:v>
                </c:pt>
                <c:pt idx="5152">
                  <c:v>43870</c:v>
                </c:pt>
                <c:pt idx="5153">
                  <c:v>43871</c:v>
                </c:pt>
                <c:pt idx="5154">
                  <c:v>43872</c:v>
                </c:pt>
                <c:pt idx="5155">
                  <c:v>43873</c:v>
                </c:pt>
                <c:pt idx="5156">
                  <c:v>43874</c:v>
                </c:pt>
                <c:pt idx="5157">
                  <c:v>43875</c:v>
                </c:pt>
                <c:pt idx="5158">
                  <c:v>43876</c:v>
                </c:pt>
                <c:pt idx="5159">
                  <c:v>43877</c:v>
                </c:pt>
                <c:pt idx="5160">
                  <c:v>43878</c:v>
                </c:pt>
                <c:pt idx="5161">
                  <c:v>43879</c:v>
                </c:pt>
                <c:pt idx="5162">
                  <c:v>43880</c:v>
                </c:pt>
                <c:pt idx="5163">
                  <c:v>43881</c:v>
                </c:pt>
                <c:pt idx="5164">
                  <c:v>43882</c:v>
                </c:pt>
                <c:pt idx="5165">
                  <c:v>43883</c:v>
                </c:pt>
                <c:pt idx="5166">
                  <c:v>43884</c:v>
                </c:pt>
                <c:pt idx="5167">
                  <c:v>43885</c:v>
                </c:pt>
                <c:pt idx="5168">
                  <c:v>43886</c:v>
                </c:pt>
                <c:pt idx="5169">
                  <c:v>43887</c:v>
                </c:pt>
                <c:pt idx="5170">
                  <c:v>43888</c:v>
                </c:pt>
                <c:pt idx="5171">
                  <c:v>43889</c:v>
                </c:pt>
                <c:pt idx="5172">
                  <c:v>43890</c:v>
                </c:pt>
                <c:pt idx="5173">
                  <c:v>43891</c:v>
                </c:pt>
                <c:pt idx="5174">
                  <c:v>43892</c:v>
                </c:pt>
                <c:pt idx="5175">
                  <c:v>43893</c:v>
                </c:pt>
                <c:pt idx="5176">
                  <c:v>43894</c:v>
                </c:pt>
                <c:pt idx="5177">
                  <c:v>43895</c:v>
                </c:pt>
                <c:pt idx="5178">
                  <c:v>43896</c:v>
                </c:pt>
                <c:pt idx="5179">
                  <c:v>43897</c:v>
                </c:pt>
                <c:pt idx="5180">
                  <c:v>43898</c:v>
                </c:pt>
                <c:pt idx="5181">
                  <c:v>43899</c:v>
                </c:pt>
                <c:pt idx="5182">
                  <c:v>43900</c:v>
                </c:pt>
                <c:pt idx="5183">
                  <c:v>43901</c:v>
                </c:pt>
                <c:pt idx="5184">
                  <c:v>43902</c:v>
                </c:pt>
                <c:pt idx="5185">
                  <c:v>43903</c:v>
                </c:pt>
                <c:pt idx="5186">
                  <c:v>43904</c:v>
                </c:pt>
                <c:pt idx="5187">
                  <c:v>43905</c:v>
                </c:pt>
                <c:pt idx="5188">
                  <c:v>43906</c:v>
                </c:pt>
                <c:pt idx="5189">
                  <c:v>43907</c:v>
                </c:pt>
                <c:pt idx="5190">
                  <c:v>43908</c:v>
                </c:pt>
                <c:pt idx="5191">
                  <c:v>43909</c:v>
                </c:pt>
                <c:pt idx="5192">
                  <c:v>43910</c:v>
                </c:pt>
                <c:pt idx="5193">
                  <c:v>43911</c:v>
                </c:pt>
                <c:pt idx="5194">
                  <c:v>43912</c:v>
                </c:pt>
                <c:pt idx="5195">
                  <c:v>43913</c:v>
                </c:pt>
                <c:pt idx="5196">
                  <c:v>43914</c:v>
                </c:pt>
                <c:pt idx="5197">
                  <c:v>43915</c:v>
                </c:pt>
                <c:pt idx="5198">
                  <c:v>43916</c:v>
                </c:pt>
                <c:pt idx="5199">
                  <c:v>43917</c:v>
                </c:pt>
                <c:pt idx="5200">
                  <c:v>43918</c:v>
                </c:pt>
                <c:pt idx="5201">
                  <c:v>43919</c:v>
                </c:pt>
                <c:pt idx="5202">
                  <c:v>43920</c:v>
                </c:pt>
                <c:pt idx="5203">
                  <c:v>43921</c:v>
                </c:pt>
                <c:pt idx="5204">
                  <c:v>43922</c:v>
                </c:pt>
                <c:pt idx="5205">
                  <c:v>43923</c:v>
                </c:pt>
                <c:pt idx="5206">
                  <c:v>43924</c:v>
                </c:pt>
                <c:pt idx="5207">
                  <c:v>43925</c:v>
                </c:pt>
                <c:pt idx="5208">
                  <c:v>43926</c:v>
                </c:pt>
                <c:pt idx="5209">
                  <c:v>43927</c:v>
                </c:pt>
                <c:pt idx="5210">
                  <c:v>43928</c:v>
                </c:pt>
                <c:pt idx="5211">
                  <c:v>43929</c:v>
                </c:pt>
                <c:pt idx="5212">
                  <c:v>43930</c:v>
                </c:pt>
                <c:pt idx="5213">
                  <c:v>43931</c:v>
                </c:pt>
                <c:pt idx="5214">
                  <c:v>43932</c:v>
                </c:pt>
                <c:pt idx="5215">
                  <c:v>43933</c:v>
                </c:pt>
                <c:pt idx="5216">
                  <c:v>43934</c:v>
                </c:pt>
                <c:pt idx="5217">
                  <c:v>43935</c:v>
                </c:pt>
                <c:pt idx="5218">
                  <c:v>43936</c:v>
                </c:pt>
                <c:pt idx="5219">
                  <c:v>43937</c:v>
                </c:pt>
                <c:pt idx="5220">
                  <c:v>43938</c:v>
                </c:pt>
                <c:pt idx="5221">
                  <c:v>43939</c:v>
                </c:pt>
                <c:pt idx="5222">
                  <c:v>43940</c:v>
                </c:pt>
                <c:pt idx="5223">
                  <c:v>43941</c:v>
                </c:pt>
                <c:pt idx="5224">
                  <c:v>43942</c:v>
                </c:pt>
                <c:pt idx="5225">
                  <c:v>43943</c:v>
                </c:pt>
                <c:pt idx="5226">
                  <c:v>43944</c:v>
                </c:pt>
                <c:pt idx="5227">
                  <c:v>43945</c:v>
                </c:pt>
                <c:pt idx="5228">
                  <c:v>43946</c:v>
                </c:pt>
                <c:pt idx="5229">
                  <c:v>43947</c:v>
                </c:pt>
                <c:pt idx="5230">
                  <c:v>43948</c:v>
                </c:pt>
                <c:pt idx="5231">
                  <c:v>43949</c:v>
                </c:pt>
                <c:pt idx="5232">
                  <c:v>43950</c:v>
                </c:pt>
                <c:pt idx="5233">
                  <c:v>43951</c:v>
                </c:pt>
                <c:pt idx="5234">
                  <c:v>43952</c:v>
                </c:pt>
                <c:pt idx="5235">
                  <c:v>43953</c:v>
                </c:pt>
                <c:pt idx="5236">
                  <c:v>43954</c:v>
                </c:pt>
                <c:pt idx="5237">
                  <c:v>43955</c:v>
                </c:pt>
                <c:pt idx="5238">
                  <c:v>43956</c:v>
                </c:pt>
                <c:pt idx="5239">
                  <c:v>43957</c:v>
                </c:pt>
                <c:pt idx="5240">
                  <c:v>43958</c:v>
                </c:pt>
                <c:pt idx="5241">
                  <c:v>43959</c:v>
                </c:pt>
                <c:pt idx="5242">
                  <c:v>43960</c:v>
                </c:pt>
                <c:pt idx="5243">
                  <c:v>43961</c:v>
                </c:pt>
                <c:pt idx="5244">
                  <c:v>43962</c:v>
                </c:pt>
                <c:pt idx="5245">
                  <c:v>43963</c:v>
                </c:pt>
                <c:pt idx="5246">
                  <c:v>43964</c:v>
                </c:pt>
                <c:pt idx="5247">
                  <c:v>43965</c:v>
                </c:pt>
                <c:pt idx="5248">
                  <c:v>43966</c:v>
                </c:pt>
                <c:pt idx="5249">
                  <c:v>43967</c:v>
                </c:pt>
                <c:pt idx="5250">
                  <c:v>43968</c:v>
                </c:pt>
                <c:pt idx="5251">
                  <c:v>43969</c:v>
                </c:pt>
                <c:pt idx="5252">
                  <c:v>43970</c:v>
                </c:pt>
                <c:pt idx="5253">
                  <c:v>43971</c:v>
                </c:pt>
                <c:pt idx="5254">
                  <c:v>43972</c:v>
                </c:pt>
                <c:pt idx="5255">
                  <c:v>43973</c:v>
                </c:pt>
                <c:pt idx="5256">
                  <c:v>43974</c:v>
                </c:pt>
                <c:pt idx="5257">
                  <c:v>43975</c:v>
                </c:pt>
                <c:pt idx="5258">
                  <c:v>43976</c:v>
                </c:pt>
                <c:pt idx="5259">
                  <c:v>43977</c:v>
                </c:pt>
                <c:pt idx="5260">
                  <c:v>43978</c:v>
                </c:pt>
                <c:pt idx="5261">
                  <c:v>43979</c:v>
                </c:pt>
                <c:pt idx="5262">
                  <c:v>43980</c:v>
                </c:pt>
                <c:pt idx="5263">
                  <c:v>43981</c:v>
                </c:pt>
                <c:pt idx="5264">
                  <c:v>43982</c:v>
                </c:pt>
                <c:pt idx="5265">
                  <c:v>43983</c:v>
                </c:pt>
                <c:pt idx="5266">
                  <c:v>43984</c:v>
                </c:pt>
                <c:pt idx="5267">
                  <c:v>43985</c:v>
                </c:pt>
                <c:pt idx="5268">
                  <c:v>43986</c:v>
                </c:pt>
                <c:pt idx="5269">
                  <c:v>43987</c:v>
                </c:pt>
                <c:pt idx="5270">
                  <c:v>43988</c:v>
                </c:pt>
                <c:pt idx="5271">
                  <c:v>43989</c:v>
                </c:pt>
                <c:pt idx="5272">
                  <c:v>43990</c:v>
                </c:pt>
                <c:pt idx="5273">
                  <c:v>43991</c:v>
                </c:pt>
                <c:pt idx="5274">
                  <c:v>43992</c:v>
                </c:pt>
                <c:pt idx="5275">
                  <c:v>43993</c:v>
                </c:pt>
                <c:pt idx="5276">
                  <c:v>43994</c:v>
                </c:pt>
                <c:pt idx="5277">
                  <c:v>43995</c:v>
                </c:pt>
                <c:pt idx="5278">
                  <c:v>43996</c:v>
                </c:pt>
                <c:pt idx="5279">
                  <c:v>43997</c:v>
                </c:pt>
                <c:pt idx="5280">
                  <c:v>43998</c:v>
                </c:pt>
                <c:pt idx="5281">
                  <c:v>43999</c:v>
                </c:pt>
                <c:pt idx="5282">
                  <c:v>44000</c:v>
                </c:pt>
                <c:pt idx="5283">
                  <c:v>44001</c:v>
                </c:pt>
                <c:pt idx="5284">
                  <c:v>44002</c:v>
                </c:pt>
                <c:pt idx="5285">
                  <c:v>44003</c:v>
                </c:pt>
                <c:pt idx="5286">
                  <c:v>44004</c:v>
                </c:pt>
                <c:pt idx="5287">
                  <c:v>44005</c:v>
                </c:pt>
                <c:pt idx="5288">
                  <c:v>44006</c:v>
                </c:pt>
                <c:pt idx="5289">
                  <c:v>44007</c:v>
                </c:pt>
                <c:pt idx="5290">
                  <c:v>44008</c:v>
                </c:pt>
                <c:pt idx="5291">
                  <c:v>44009</c:v>
                </c:pt>
                <c:pt idx="5292">
                  <c:v>44010</c:v>
                </c:pt>
                <c:pt idx="5293">
                  <c:v>44011</c:v>
                </c:pt>
                <c:pt idx="5294">
                  <c:v>44012</c:v>
                </c:pt>
                <c:pt idx="5295">
                  <c:v>44013</c:v>
                </c:pt>
                <c:pt idx="5296">
                  <c:v>44014</c:v>
                </c:pt>
                <c:pt idx="5297">
                  <c:v>44015</c:v>
                </c:pt>
                <c:pt idx="5298">
                  <c:v>44016</c:v>
                </c:pt>
                <c:pt idx="5299">
                  <c:v>44017</c:v>
                </c:pt>
                <c:pt idx="5300">
                  <c:v>44018</c:v>
                </c:pt>
                <c:pt idx="5301">
                  <c:v>44019</c:v>
                </c:pt>
                <c:pt idx="5302">
                  <c:v>44020</c:v>
                </c:pt>
                <c:pt idx="5303">
                  <c:v>44021</c:v>
                </c:pt>
                <c:pt idx="5304">
                  <c:v>44022</c:v>
                </c:pt>
                <c:pt idx="5305">
                  <c:v>44023</c:v>
                </c:pt>
                <c:pt idx="5306">
                  <c:v>44024</c:v>
                </c:pt>
                <c:pt idx="5307">
                  <c:v>44025</c:v>
                </c:pt>
                <c:pt idx="5308">
                  <c:v>44026</c:v>
                </c:pt>
                <c:pt idx="5309">
                  <c:v>44027</c:v>
                </c:pt>
                <c:pt idx="5310">
                  <c:v>44028</c:v>
                </c:pt>
                <c:pt idx="5311">
                  <c:v>44029</c:v>
                </c:pt>
                <c:pt idx="5312">
                  <c:v>44030</c:v>
                </c:pt>
                <c:pt idx="5313">
                  <c:v>44031</c:v>
                </c:pt>
                <c:pt idx="5314">
                  <c:v>44032</c:v>
                </c:pt>
                <c:pt idx="5315">
                  <c:v>44033</c:v>
                </c:pt>
                <c:pt idx="5316">
                  <c:v>44034</c:v>
                </c:pt>
                <c:pt idx="5317">
                  <c:v>44035</c:v>
                </c:pt>
                <c:pt idx="5318">
                  <c:v>44036</c:v>
                </c:pt>
                <c:pt idx="5319">
                  <c:v>44037</c:v>
                </c:pt>
                <c:pt idx="5320">
                  <c:v>44038</c:v>
                </c:pt>
                <c:pt idx="5321">
                  <c:v>44039</c:v>
                </c:pt>
                <c:pt idx="5322">
                  <c:v>44040</c:v>
                </c:pt>
                <c:pt idx="5323">
                  <c:v>44041</c:v>
                </c:pt>
                <c:pt idx="5324">
                  <c:v>44042</c:v>
                </c:pt>
                <c:pt idx="5325">
                  <c:v>44043</c:v>
                </c:pt>
                <c:pt idx="5326">
                  <c:v>44044</c:v>
                </c:pt>
                <c:pt idx="5327">
                  <c:v>44045</c:v>
                </c:pt>
                <c:pt idx="5328">
                  <c:v>44046</c:v>
                </c:pt>
                <c:pt idx="5329">
                  <c:v>44047</c:v>
                </c:pt>
                <c:pt idx="5330">
                  <c:v>44048</c:v>
                </c:pt>
                <c:pt idx="5331">
                  <c:v>44049</c:v>
                </c:pt>
                <c:pt idx="5332">
                  <c:v>44050</c:v>
                </c:pt>
                <c:pt idx="5333">
                  <c:v>44051</c:v>
                </c:pt>
                <c:pt idx="5334">
                  <c:v>44052</c:v>
                </c:pt>
                <c:pt idx="5335">
                  <c:v>44053</c:v>
                </c:pt>
                <c:pt idx="5336">
                  <c:v>44054</c:v>
                </c:pt>
                <c:pt idx="5337">
                  <c:v>44055</c:v>
                </c:pt>
                <c:pt idx="5338">
                  <c:v>44056</c:v>
                </c:pt>
                <c:pt idx="5339">
                  <c:v>44057</c:v>
                </c:pt>
                <c:pt idx="5340">
                  <c:v>44058</c:v>
                </c:pt>
                <c:pt idx="5341">
                  <c:v>44059</c:v>
                </c:pt>
                <c:pt idx="5342">
                  <c:v>44060</c:v>
                </c:pt>
                <c:pt idx="5343">
                  <c:v>44061</c:v>
                </c:pt>
                <c:pt idx="5344">
                  <c:v>44062</c:v>
                </c:pt>
                <c:pt idx="5345">
                  <c:v>44063</c:v>
                </c:pt>
                <c:pt idx="5346">
                  <c:v>44064</c:v>
                </c:pt>
                <c:pt idx="5347">
                  <c:v>44065</c:v>
                </c:pt>
                <c:pt idx="5348">
                  <c:v>44066</c:v>
                </c:pt>
                <c:pt idx="5349">
                  <c:v>44067</c:v>
                </c:pt>
                <c:pt idx="5350">
                  <c:v>44068</c:v>
                </c:pt>
                <c:pt idx="5351">
                  <c:v>44069</c:v>
                </c:pt>
                <c:pt idx="5352">
                  <c:v>44070</c:v>
                </c:pt>
                <c:pt idx="5353">
                  <c:v>44071</c:v>
                </c:pt>
                <c:pt idx="5354">
                  <c:v>44072</c:v>
                </c:pt>
                <c:pt idx="5355">
                  <c:v>44073</c:v>
                </c:pt>
                <c:pt idx="5356">
                  <c:v>44074</c:v>
                </c:pt>
                <c:pt idx="5357">
                  <c:v>44075</c:v>
                </c:pt>
                <c:pt idx="5358">
                  <c:v>44076</c:v>
                </c:pt>
                <c:pt idx="5359">
                  <c:v>44077</c:v>
                </c:pt>
                <c:pt idx="5360">
                  <c:v>44078</c:v>
                </c:pt>
                <c:pt idx="5361">
                  <c:v>44079</c:v>
                </c:pt>
                <c:pt idx="5362">
                  <c:v>44080</c:v>
                </c:pt>
                <c:pt idx="5363">
                  <c:v>44081</c:v>
                </c:pt>
                <c:pt idx="5364">
                  <c:v>44082</c:v>
                </c:pt>
                <c:pt idx="5365">
                  <c:v>44083</c:v>
                </c:pt>
                <c:pt idx="5366">
                  <c:v>44084</c:v>
                </c:pt>
                <c:pt idx="5367">
                  <c:v>44085</c:v>
                </c:pt>
                <c:pt idx="5368">
                  <c:v>44086</c:v>
                </c:pt>
                <c:pt idx="5369">
                  <c:v>44087</c:v>
                </c:pt>
                <c:pt idx="5370">
                  <c:v>44088</c:v>
                </c:pt>
                <c:pt idx="5371">
                  <c:v>44089</c:v>
                </c:pt>
                <c:pt idx="5372">
                  <c:v>44090</c:v>
                </c:pt>
                <c:pt idx="5373">
                  <c:v>44091</c:v>
                </c:pt>
                <c:pt idx="5374">
                  <c:v>44092</c:v>
                </c:pt>
                <c:pt idx="5375">
                  <c:v>44093</c:v>
                </c:pt>
                <c:pt idx="5376">
                  <c:v>44094</c:v>
                </c:pt>
                <c:pt idx="5377">
                  <c:v>44095</c:v>
                </c:pt>
                <c:pt idx="5378">
                  <c:v>44096</c:v>
                </c:pt>
                <c:pt idx="5379">
                  <c:v>44097</c:v>
                </c:pt>
                <c:pt idx="5380">
                  <c:v>44098</c:v>
                </c:pt>
                <c:pt idx="5381">
                  <c:v>44099</c:v>
                </c:pt>
                <c:pt idx="5382">
                  <c:v>44100</c:v>
                </c:pt>
                <c:pt idx="5383">
                  <c:v>44101</c:v>
                </c:pt>
                <c:pt idx="5384">
                  <c:v>44102</c:v>
                </c:pt>
                <c:pt idx="5385">
                  <c:v>44103</c:v>
                </c:pt>
                <c:pt idx="5386">
                  <c:v>44104</c:v>
                </c:pt>
                <c:pt idx="5387">
                  <c:v>44105</c:v>
                </c:pt>
                <c:pt idx="5388">
                  <c:v>44106</c:v>
                </c:pt>
                <c:pt idx="5389">
                  <c:v>44107</c:v>
                </c:pt>
                <c:pt idx="5390">
                  <c:v>44108</c:v>
                </c:pt>
                <c:pt idx="5391">
                  <c:v>44109</c:v>
                </c:pt>
                <c:pt idx="5392">
                  <c:v>44110</c:v>
                </c:pt>
                <c:pt idx="5393">
                  <c:v>44111</c:v>
                </c:pt>
                <c:pt idx="5394">
                  <c:v>44112</c:v>
                </c:pt>
                <c:pt idx="5395">
                  <c:v>44113</c:v>
                </c:pt>
                <c:pt idx="5396">
                  <c:v>44114</c:v>
                </c:pt>
                <c:pt idx="5397">
                  <c:v>44115</c:v>
                </c:pt>
                <c:pt idx="5398">
                  <c:v>44116</c:v>
                </c:pt>
                <c:pt idx="5399">
                  <c:v>44117</c:v>
                </c:pt>
                <c:pt idx="5400">
                  <c:v>44118</c:v>
                </c:pt>
                <c:pt idx="5401">
                  <c:v>44119</c:v>
                </c:pt>
                <c:pt idx="5402">
                  <c:v>44120</c:v>
                </c:pt>
                <c:pt idx="5403">
                  <c:v>44121</c:v>
                </c:pt>
                <c:pt idx="5404">
                  <c:v>44122</c:v>
                </c:pt>
                <c:pt idx="5405">
                  <c:v>44123</c:v>
                </c:pt>
                <c:pt idx="5406">
                  <c:v>44124</c:v>
                </c:pt>
                <c:pt idx="5407">
                  <c:v>44125</c:v>
                </c:pt>
                <c:pt idx="5408">
                  <c:v>44126</c:v>
                </c:pt>
                <c:pt idx="5409">
                  <c:v>44127</c:v>
                </c:pt>
                <c:pt idx="5410">
                  <c:v>44128</c:v>
                </c:pt>
                <c:pt idx="5411">
                  <c:v>44129</c:v>
                </c:pt>
                <c:pt idx="5412">
                  <c:v>44130</c:v>
                </c:pt>
                <c:pt idx="5413">
                  <c:v>44131</c:v>
                </c:pt>
                <c:pt idx="5414">
                  <c:v>44132</c:v>
                </c:pt>
                <c:pt idx="5415">
                  <c:v>44133</c:v>
                </c:pt>
                <c:pt idx="5416">
                  <c:v>44134</c:v>
                </c:pt>
                <c:pt idx="5417">
                  <c:v>44135</c:v>
                </c:pt>
                <c:pt idx="5418">
                  <c:v>44136</c:v>
                </c:pt>
                <c:pt idx="5419">
                  <c:v>44137</c:v>
                </c:pt>
                <c:pt idx="5420">
                  <c:v>44138</c:v>
                </c:pt>
                <c:pt idx="5421">
                  <c:v>44139</c:v>
                </c:pt>
                <c:pt idx="5422">
                  <c:v>44140</c:v>
                </c:pt>
                <c:pt idx="5423">
                  <c:v>44141</c:v>
                </c:pt>
                <c:pt idx="5424">
                  <c:v>44142</c:v>
                </c:pt>
                <c:pt idx="5425">
                  <c:v>44143</c:v>
                </c:pt>
                <c:pt idx="5426">
                  <c:v>44144</c:v>
                </c:pt>
                <c:pt idx="5427">
                  <c:v>44145</c:v>
                </c:pt>
                <c:pt idx="5428">
                  <c:v>44146</c:v>
                </c:pt>
                <c:pt idx="5429">
                  <c:v>44147</c:v>
                </c:pt>
                <c:pt idx="5430">
                  <c:v>44148</c:v>
                </c:pt>
                <c:pt idx="5431">
                  <c:v>44149</c:v>
                </c:pt>
                <c:pt idx="5432">
                  <c:v>44150</c:v>
                </c:pt>
                <c:pt idx="5433">
                  <c:v>44151</c:v>
                </c:pt>
                <c:pt idx="5434">
                  <c:v>44152</c:v>
                </c:pt>
                <c:pt idx="5435">
                  <c:v>44153</c:v>
                </c:pt>
                <c:pt idx="5436">
                  <c:v>44154</c:v>
                </c:pt>
                <c:pt idx="5437">
                  <c:v>44155</c:v>
                </c:pt>
                <c:pt idx="5438">
                  <c:v>44156</c:v>
                </c:pt>
                <c:pt idx="5439">
                  <c:v>44157</c:v>
                </c:pt>
                <c:pt idx="5440">
                  <c:v>44158</c:v>
                </c:pt>
                <c:pt idx="5441">
                  <c:v>44159</c:v>
                </c:pt>
                <c:pt idx="5442">
                  <c:v>44160</c:v>
                </c:pt>
                <c:pt idx="5443">
                  <c:v>44161</c:v>
                </c:pt>
                <c:pt idx="5444">
                  <c:v>44162</c:v>
                </c:pt>
                <c:pt idx="5445">
                  <c:v>44163</c:v>
                </c:pt>
                <c:pt idx="5446">
                  <c:v>44164</c:v>
                </c:pt>
                <c:pt idx="5447">
                  <c:v>44165</c:v>
                </c:pt>
                <c:pt idx="5448">
                  <c:v>44166</c:v>
                </c:pt>
                <c:pt idx="5449">
                  <c:v>44167</c:v>
                </c:pt>
                <c:pt idx="5450">
                  <c:v>44168</c:v>
                </c:pt>
                <c:pt idx="5451">
                  <c:v>44169</c:v>
                </c:pt>
                <c:pt idx="5452">
                  <c:v>44170</c:v>
                </c:pt>
                <c:pt idx="5453">
                  <c:v>44171</c:v>
                </c:pt>
                <c:pt idx="5454">
                  <c:v>44172</c:v>
                </c:pt>
                <c:pt idx="5455">
                  <c:v>44173</c:v>
                </c:pt>
                <c:pt idx="5456">
                  <c:v>44174</c:v>
                </c:pt>
                <c:pt idx="5457">
                  <c:v>44175</c:v>
                </c:pt>
                <c:pt idx="5458">
                  <c:v>44176</c:v>
                </c:pt>
                <c:pt idx="5459">
                  <c:v>44177</c:v>
                </c:pt>
                <c:pt idx="5460">
                  <c:v>44178</c:v>
                </c:pt>
                <c:pt idx="5461">
                  <c:v>44179</c:v>
                </c:pt>
                <c:pt idx="5462">
                  <c:v>44180</c:v>
                </c:pt>
                <c:pt idx="5463">
                  <c:v>44181</c:v>
                </c:pt>
                <c:pt idx="5464">
                  <c:v>44182</c:v>
                </c:pt>
                <c:pt idx="5465">
                  <c:v>44183</c:v>
                </c:pt>
                <c:pt idx="5466">
                  <c:v>44184</c:v>
                </c:pt>
                <c:pt idx="5467">
                  <c:v>44185</c:v>
                </c:pt>
                <c:pt idx="5468">
                  <c:v>44186</c:v>
                </c:pt>
                <c:pt idx="5469">
                  <c:v>44187</c:v>
                </c:pt>
                <c:pt idx="5470">
                  <c:v>44188</c:v>
                </c:pt>
                <c:pt idx="5471">
                  <c:v>44189</c:v>
                </c:pt>
                <c:pt idx="5472">
                  <c:v>44190</c:v>
                </c:pt>
                <c:pt idx="5473">
                  <c:v>44191</c:v>
                </c:pt>
                <c:pt idx="5474">
                  <c:v>44192</c:v>
                </c:pt>
                <c:pt idx="5475">
                  <c:v>44193</c:v>
                </c:pt>
                <c:pt idx="5476">
                  <c:v>44194</c:v>
                </c:pt>
                <c:pt idx="5477">
                  <c:v>44195</c:v>
                </c:pt>
                <c:pt idx="5478">
                  <c:v>44196</c:v>
                </c:pt>
                <c:pt idx="5479">
                  <c:v>44197</c:v>
                </c:pt>
                <c:pt idx="5480">
                  <c:v>44198</c:v>
                </c:pt>
                <c:pt idx="5481">
                  <c:v>44199</c:v>
                </c:pt>
                <c:pt idx="5482">
                  <c:v>44200</c:v>
                </c:pt>
                <c:pt idx="5483">
                  <c:v>44201</c:v>
                </c:pt>
                <c:pt idx="5484">
                  <c:v>44202</c:v>
                </c:pt>
                <c:pt idx="5485">
                  <c:v>44203</c:v>
                </c:pt>
                <c:pt idx="5486">
                  <c:v>44204</c:v>
                </c:pt>
                <c:pt idx="5487">
                  <c:v>44205</c:v>
                </c:pt>
                <c:pt idx="5488">
                  <c:v>44206</c:v>
                </c:pt>
                <c:pt idx="5489">
                  <c:v>44207</c:v>
                </c:pt>
                <c:pt idx="5490">
                  <c:v>44208</c:v>
                </c:pt>
                <c:pt idx="5491">
                  <c:v>44209</c:v>
                </c:pt>
                <c:pt idx="5492">
                  <c:v>44210</c:v>
                </c:pt>
                <c:pt idx="5493">
                  <c:v>44211</c:v>
                </c:pt>
                <c:pt idx="5494">
                  <c:v>44212</c:v>
                </c:pt>
                <c:pt idx="5495">
                  <c:v>44213</c:v>
                </c:pt>
                <c:pt idx="5496">
                  <c:v>44214</c:v>
                </c:pt>
                <c:pt idx="5497">
                  <c:v>44215</c:v>
                </c:pt>
                <c:pt idx="5498">
                  <c:v>44216</c:v>
                </c:pt>
                <c:pt idx="5499">
                  <c:v>44217</c:v>
                </c:pt>
                <c:pt idx="5500">
                  <c:v>44218</c:v>
                </c:pt>
                <c:pt idx="5501">
                  <c:v>44219</c:v>
                </c:pt>
                <c:pt idx="5502">
                  <c:v>44220</c:v>
                </c:pt>
                <c:pt idx="5503">
                  <c:v>44221</c:v>
                </c:pt>
                <c:pt idx="5504">
                  <c:v>44222</c:v>
                </c:pt>
                <c:pt idx="5505">
                  <c:v>44223</c:v>
                </c:pt>
                <c:pt idx="5506">
                  <c:v>44224</c:v>
                </c:pt>
                <c:pt idx="5507">
                  <c:v>44225</c:v>
                </c:pt>
                <c:pt idx="5508">
                  <c:v>44226</c:v>
                </c:pt>
                <c:pt idx="5509">
                  <c:v>44227</c:v>
                </c:pt>
                <c:pt idx="5510">
                  <c:v>44228</c:v>
                </c:pt>
                <c:pt idx="5511">
                  <c:v>44229</c:v>
                </c:pt>
                <c:pt idx="5512">
                  <c:v>44230</c:v>
                </c:pt>
                <c:pt idx="5513">
                  <c:v>44231</c:v>
                </c:pt>
                <c:pt idx="5514">
                  <c:v>44232</c:v>
                </c:pt>
                <c:pt idx="5515">
                  <c:v>44233</c:v>
                </c:pt>
                <c:pt idx="5516">
                  <c:v>44234</c:v>
                </c:pt>
                <c:pt idx="5517">
                  <c:v>44235</c:v>
                </c:pt>
                <c:pt idx="5518">
                  <c:v>44236</c:v>
                </c:pt>
                <c:pt idx="5519">
                  <c:v>44237</c:v>
                </c:pt>
                <c:pt idx="5520">
                  <c:v>44238</c:v>
                </c:pt>
                <c:pt idx="5521">
                  <c:v>44239</c:v>
                </c:pt>
                <c:pt idx="5522">
                  <c:v>44240</c:v>
                </c:pt>
                <c:pt idx="5523">
                  <c:v>44241</c:v>
                </c:pt>
                <c:pt idx="5524">
                  <c:v>44242</c:v>
                </c:pt>
                <c:pt idx="5525">
                  <c:v>44243</c:v>
                </c:pt>
                <c:pt idx="5526">
                  <c:v>44244</c:v>
                </c:pt>
                <c:pt idx="5527">
                  <c:v>44245</c:v>
                </c:pt>
                <c:pt idx="5528">
                  <c:v>44246</c:v>
                </c:pt>
                <c:pt idx="5529">
                  <c:v>44247</c:v>
                </c:pt>
                <c:pt idx="5530">
                  <c:v>44248</c:v>
                </c:pt>
                <c:pt idx="5531">
                  <c:v>44249</c:v>
                </c:pt>
                <c:pt idx="5532">
                  <c:v>44250</c:v>
                </c:pt>
                <c:pt idx="5533">
                  <c:v>44251</c:v>
                </c:pt>
                <c:pt idx="5534">
                  <c:v>44252</c:v>
                </c:pt>
                <c:pt idx="5535">
                  <c:v>44253</c:v>
                </c:pt>
                <c:pt idx="5536">
                  <c:v>44254</c:v>
                </c:pt>
                <c:pt idx="5537">
                  <c:v>44255</c:v>
                </c:pt>
                <c:pt idx="5538">
                  <c:v>44256</c:v>
                </c:pt>
                <c:pt idx="5539">
                  <c:v>44257</c:v>
                </c:pt>
                <c:pt idx="5540">
                  <c:v>44258</c:v>
                </c:pt>
                <c:pt idx="5541">
                  <c:v>44259</c:v>
                </c:pt>
                <c:pt idx="5542">
                  <c:v>44260</c:v>
                </c:pt>
                <c:pt idx="5543">
                  <c:v>44261</c:v>
                </c:pt>
                <c:pt idx="5544">
                  <c:v>44262</c:v>
                </c:pt>
                <c:pt idx="5545">
                  <c:v>44263</c:v>
                </c:pt>
                <c:pt idx="5546">
                  <c:v>44264</c:v>
                </c:pt>
                <c:pt idx="5547">
                  <c:v>44265</c:v>
                </c:pt>
                <c:pt idx="5548">
                  <c:v>44266</c:v>
                </c:pt>
                <c:pt idx="5549">
                  <c:v>44267</c:v>
                </c:pt>
                <c:pt idx="5550">
                  <c:v>44268</c:v>
                </c:pt>
                <c:pt idx="5551">
                  <c:v>44269</c:v>
                </c:pt>
                <c:pt idx="5552">
                  <c:v>44270</c:v>
                </c:pt>
                <c:pt idx="5553">
                  <c:v>44271</c:v>
                </c:pt>
                <c:pt idx="5554">
                  <c:v>44272</c:v>
                </c:pt>
                <c:pt idx="5555">
                  <c:v>44273</c:v>
                </c:pt>
                <c:pt idx="5556">
                  <c:v>44274</c:v>
                </c:pt>
                <c:pt idx="5557">
                  <c:v>44275</c:v>
                </c:pt>
                <c:pt idx="5558">
                  <c:v>44276</c:v>
                </c:pt>
                <c:pt idx="5559">
                  <c:v>44277</c:v>
                </c:pt>
                <c:pt idx="5560">
                  <c:v>44278</c:v>
                </c:pt>
                <c:pt idx="5561">
                  <c:v>44279</c:v>
                </c:pt>
                <c:pt idx="5562">
                  <c:v>44280</c:v>
                </c:pt>
                <c:pt idx="5563">
                  <c:v>44281</c:v>
                </c:pt>
                <c:pt idx="5564">
                  <c:v>44282</c:v>
                </c:pt>
                <c:pt idx="5565">
                  <c:v>44283</c:v>
                </c:pt>
                <c:pt idx="5566">
                  <c:v>44284</c:v>
                </c:pt>
                <c:pt idx="5567">
                  <c:v>44285</c:v>
                </c:pt>
                <c:pt idx="5568">
                  <c:v>44286</c:v>
                </c:pt>
                <c:pt idx="5569">
                  <c:v>44287</c:v>
                </c:pt>
                <c:pt idx="5570">
                  <c:v>44288</c:v>
                </c:pt>
                <c:pt idx="5571">
                  <c:v>44289</c:v>
                </c:pt>
                <c:pt idx="5572">
                  <c:v>44290</c:v>
                </c:pt>
                <c:pt idx="5573">
                  <c:v>44291</c:v>
                </c:pt>
                <c:pt idx="5574">
                  <c:v>44292</c:v>
                </c:pt>
                <c:pt idx="5575">
                  <c:v>44293</c:v>
                </c:pt>
                <c:pt idx="5576">
                  <c:v>44294</c:v>
                </c:pt>
                <c:pt idx="5577">
                  <c:v>44295</c:v>
                </c:pt>
                <c:pt idx="5578">
                  <c:v>44296</c:v>
                </c:pt>
                <c:pt idx="5579">
                  <c:v>44297</c:v>
                </c:pt>
                <c:pt idx="5580">
                  <c:v>44298</c:v>
                </c:pt>
                <c:pt idx="5581">
                  <c:v>44299</c:v>
                </c:pt>
                <c:pt idx="5582">
                  <c:v>44300</c:v>
                </c:pt>
                <c:pt idx="5583">
                  <c:v>44301</c:v>
                </c:pt>
                <c:pt idx="5584">
                  <c:v>44302</c:v>
                </c:pt>
                <c:pt idx="5585">
                  <c:v>44303</c:v>
                </c:pt>
                <c:pt idx="5586">
                  <c:v>44304</c:v>
                </c:pt>
                <c:pt idx="5587">
                  <c:v>44305</c:v>
                </c:pt>
                <c:pt idx="5588">
                  <c:v>44306</c:v>
                </c:pt>
                <c:pt idx="5589">
                  <c:v>44307</c:v>
                </c:pt>
                <c:pt idx="5590">
                  <c:v>44308</c:v>
                </c:pt>
                <c:pt idx="5591">
                  <c:v>44309</c:v>
                </c:pt>
                <c:pt idx="5592">
                  <c:v>44310</c:v>
                </c:pt>
                <c:pt idx="5593">
                  <c:v>44311</c:v>
                </c:pt>
                <c:pt idx="5594">
                  <c:v>44312</c:v>
                </c:pt>
                <c:pt idx="5595">
                  <c:v>44313</c:v>
                </c:pt>
                <c:pt idx="5596">
                  <c:v>44314</c:v>
                </c:pt>
                <c:pt idx="5597">
                  <c:v>44315</c:v>
                </c:pt>
                <c:pt idx="5598">
                  <c:v>44316</c:v>
                </c:pt>
                <c:pt idx="5599">
                  <c:v>44317</c:v>
                </c:pt>
                <c:pt idx="5600">
                  <c:v>44318</c:v>
                </c:pt>
                <c:pt idx="5601">
                  <c:v>44319</c:v>
                </c:pt>
                <c:pt idx="5602">
                  <c:v>44320</c:v>
                </c:pt>
                <c:pt idx="5603">
                  <c:v>44321</c:v>
                </c:pt>
                <c:pt idx="5604">
                  <c:v>44322</c:v>
                </c:pt>
                <c:pt idx="5605">
                  <c:v>44323</c:v>
                </c:pt>
                <c:pt idx="5606">
                  <c:v>44324</c:v>
                </c:pt>
                <c:pt idx="5607">
                  <c:v>44325</c:v>
                </c:pt>
                <c:pt idx="5608">
                  <c:v>44326</c:v>
                </c:pt>
                <c:pt idx="5609">
                  <c:v>44327</c:v>
                </c:pt>
                <c:pt idx="5610">
                  <c:v>44328</c:v>
                </c:pt>
                <c:pt idx="5611">
                  <c:v>44329</c:v>
                </c:pt>
                <c:pt idx="5612">
                  <c:v>44330</c:v>
                </c:pt>
                <c:pt idx="5613">
                  <c:v>44331</c:v>
                </c:pt>
                <c:pt idx="5614">
                  <c:v>44332</c:v>
                </c:pt>
                <c:pt idx="5615">
                  <c:v>44333</c:v>
                </c:pt>
                <c:pt idx="5616">
                  <c:v>44334</c:v>
                </c:pt>
                <c:pt idx="5617">
                  <c:v>44335</c:v>
                </c:pt>
                <c:pt idx="5618">
                  <c:v>44336</c:v>
                </c:pt>
                <c:pt idx="5619">
                  <c:v>44337</c:v>
                </c:pt>
                <c:pt idx="5620">
                  <c:v>44338</c:v>
                </c:pt>
                <c:pt idx="5621">
                  <c:v>44339</c:v>
                </c:pt>
                <c:pt idx="5622">
                  <c:v>44340</c:v>
                </c:pt>
                <c:pt idx="5623">
                  <c:v>44341</c:v>
                </c:pt>
                <c:pt idx="5624">
                  <c:v>44342</c:v>
                </c:pt>
                <c:pt idx="5625">
                  <c:v>44343</c:v>
                </c:pt>
                <c:pt idx="5626">
                  <c:v>44344</c:v>
                </c:pt>
                <c:pt idx="5627">
                  <c:v>44345</c:v>
                </c:pt>
                <c:pt idx="5628">
                  <c:v>44346</c:v>
                </c:pt>
                <c:pt idx="5629">
                  <c:v>44347</c:v>
                </c:pt>
                <c:pt idx="5630">
                  <c:v>44348</c:v>
                </c:pt>
                <c:pt idx="5631">
                  <c:v>44349</c:v>
                </c:pt>
                <c:pt idx="5632">
                  <c:v>44350</c:v>
                </c:pt>
                <c:pt idx="5633">
                  <c:v>44351</c:v>
                </c:pt>
                <c:pt idx="5634">
                  <c:v>44352</c:v>
                </c:pt>
                <c:pt idx="5635">
                  <c:v>44353</c:v>
                </c:pt>
                <c:pt idx="5636">
                  <c:v>44354</c:v>
                </c:pt>
                <c:pt idx="5637">
                  <c:v>44355</c:v>
                </c:pt>
                <c:pt idx="5638">
                  <c:v>44356</c:v>
                </c:pt>
                <c:pt idx="5639">
                  <c:v>44357</c:v>
                </c:pt>
                <c:pt idx="5640">
                  <c:v>44358</c:v>
                </c:pt>
                <c:pt idx="5641">
                  <c:v>44359</c:v>
                </c:pt>
                <c:pt idx="5642">
                  <c:v>44360</c:v>
                </c:pt>
                <c:pt idx="5643">
                  <c:v>44361</c:v>
                </c:pt>
                <c:pt idx="5644">
                  <c:v>44362</c:v>
                </c:pt>
                <c:pt idx="5645">
                  <c:v>44363</c:v>
                </c:pt>
                <c:pt idx="5646">
                  <c:v>44364</c:v>
                </c:pt>
                <c:pt idx="5647">
                  <c:v>44365</c:v>
                </c:pt>
                <c:pt idx="5648">
                  <c:v>44366</c:v>
                </c:pt>
                <c:pt idx="5649">
                  <c:v>44367</c:v>
                </c:pt>
                <c:pt idx="5650">
                  <c:v>44368</c:v>
                </c:pt>
                <c:pt idx="5651">
                  <c:v>44369</c:v>
                </c:pt>
                <c:pt idx="5652">
                  <c:v>44370</c:v>
                </c:pt>
                <c:pt idx="5653">
                  <c:v>44371</c:v>
                </c:pt>
                <c:pt idx="5654">
                  <c:v>44372</c:v>
                </c:pt>
                <c:pt idx="5655">
                  <c:v>44373</c:v>
                </c:pt>
                <c:pt idx="5656">
                  <c:v>44374</c:v>
                </c:pt>
                <c:pt idx="5657">
                  <c:v>44375</c:v>
                </c:pt>
                <c:pt idx="5658">
                  <c:v>44376</c:v>
                </c:pt>
                <c:pt idx="5659">
                  <c:v>44377</c:v>
                </c:pt>
                <c:pt idx="5660">
                  <c:v>44378</c:v>
                </c:pt>
                <c:pt idx="5661">
                  <c:v>44379</c:v>
                </c:pt>
                <c:pt idx="5662">
                  <c:v>44380</c:v>
                </c:pt>
                <c:pt idx="5663">
                  <c:v>44381</c:v>
                </c:pt>
                <c:pt idx="5664">
                  <c:v>44382</c:v>
                </c:pt>
                <c:pt idx="5665">
                  <c:v>44383</c:v>
                </c:pt>
                <c:pt idx="5666">
                  <c:v>44384</c:v>
                </c:pt>
                <c:pt idx="5667">
                  <c:v>44385</c:v>
                </c:pt>
                <c:pt idx="5668">
                  <c:v>44386</c:v>
                </c:pt>
                <c:pt idx="5669">
                  <c:v>44387</c:v>
                </c:pt>
                <c:pt idx="5670">
                  <c:v>44388</c:v>
                </c:pt>
                <c:pt idx="5671">
                  <c:v>44389</c:v>
                </c:pt>
                <c:pt idx="5672">
                  <c:v>44390</c:v>
                </c:pt>
                <c:pt idx="5673">
                  <c:v>44391</c:v>
                </c:pt>
                <c:pt idx="5674">
                  <c:v>44392</c:v>
                </c:pt>
                <c:pt idx="5675">
                  <c:v>44393</c:v>
                </c:pt>
                <c:pt idx="5676">
                  <c:v>44394</c:v>
                </c:pt>
                <c:pt idx="5677">
                  <c:v>44395</c:v>
                </c:pt>
                <c:pt idx="5678">
                  <c:v>44396</c:v>
                </c:pt>
                <c:pt idx="5679">
                  <c:v>44397</c:v>
                </c:pt>
                <c:pt idx="5680">
                  <c:v>44398</c:v>
                </c:pt>
                <c:pt idx="5681">
                  <c:v>44399</c:v>
                </c:pt>
                <c:pt idx="5682">
                  <c:v>44400</c:v>
                </c:pt>
                <c:pt idx="5683">
                  <c:v>44401</c:v>
                </c:pt>
                <c:pt idx="5684">
                  <c:v>44402</c:v>
                </c:pt>
                <c:pt idx="5685">
                  <c:v>44403</c:v>
                </c:pt>
                <c:pt idx="5686">
                  <c:v>44404</c:v>
                </c:pt>
                <c:pt idx="5687">
                  <c:v>44405</c:v>
                </c:pt>
                <c:pt idx="5688">
                  <c:v>44406</c:v>
                </c:pt>
                <c:pt idx="5689">
                  <c:v>44407</c:v>
                </c:pt>
                <c:pt idx="5690">
                  <c:v>44408</c:v>
                </c:pt>
                <c:pt idx="5691">
                  <c:v>44409</c:v>
                </c:pt>
                <c:pt idx="5692">
                  <c:v>44410</c:v>
                </c:pt>
                <c:pt idx="5693">
                  <c:v>44411</c:v>
                </c:pt>
                <c:pt idx="5694">
                  <c:v>44412</c:v>
                </c:pt>
                <c:pt idx="5695">
                  <c:v>44413</c:v>
                </c:pt>
                <c:pt idx="5696">
                  <c:v>44414</c:v>
                </c:pt>
                <c:pt idx="5697">
                  <c:v>44415</c:v>
                </c:pt>
                <c:pt idx="5698">
                  <c:v>44416</c:v>
                </c:pt>
                <c:pt idx="5699">
                  <c:v>44417</c:v>
                </c:pt>
                <c:pt idx="5700">
                  <c:v>44418</c:v>
                </c:pt>
                <c:pt idx="5701">
                  <c:v>44419</c:v>
                </c:pt>
                <c:pt idx="5702">
                  <c:v>44420</c:v>
                </c:pt>
                <c:pt idx="5703">
                  <c:v>44421</c:v>
                </c:pt>
                <c:pt idx="5704">
                  <c:v>44422</c:v>
                </c:pt>
                <c:pt idx="5705">
                  <c:v>44423</c:v>
                </c:pt>
                <c:pt idx="5706">
                  <c:v>44424</c:v>
                </c:pt>
                <c:pt idx="5707">
                  <c:v>44425</c:v>
                </c:pt>
                <c:pt idx="5708">
                  <c:v>44426</c:v>
                </c:pt>
                <c:pt idx="5709">
                  <c:v>44427</c:v>
                </c:pt>
                <c:pt idx="5710">
                  <c:v>44428</c:v>
                </c:pt>
                <c:pt idx="5711">
                  <c:v>44429</c:v>
                </c:pt>
                <c:pt idx="5712">
                  <c:v>44430</c:v>
                </c:pt>
                <c:pt idx="5713">
                  <c:v>44431</c:v>
                </c:pt>
                <c:pt idx="5714">
                  <c:v>44432</c:v>
                </c:pt>
                <c:pt idx="5715">
                  <c:v>44433</c:v>
                </c:pt>
                <c:pt idx="5716">
                  <c:v>44434</c:v>
                </c:pt>
                <c:pt idx="5717">
                  <c:v>44435</c:v>
                </c:pt>
                <c:pt idx="5718">
                  <c:v>44436</c:v>
                </c:pt>
                <c:pt idx="5719">
                  <c:v>44437</c:v>
                </c:pt>
                <c:pt idx="5720">
                  <c:v>44438</c:v>
                </c:pt>
                <c:pt idx="5721">
                  <c:v>44439</c:v>
                </c:pt>
                <c:pt idx="5722">
                  <c:v>44440</c:v>
                </c:pt>
                <c:pt idx="5723">
                  <c:v>44441</c:v>
                </c:pt>
                <c:pt idx="5724">
                  <c:v>44442</c:v>
                </c:pt>
                <c:pt idx="5725">
                  <c:v>44443</c:v>
                </c:pt>
                <c:pt idx="5726">
                  <c:v>44444</c:v>
                </c:pt>
                <c:pt idx="5727">
                  <c:v>44445</c:v>
                </c:pt>
                <c:pt idx="5728">
                  <c:v>44446</c:v>
                </c:pt>
                <c:pt idx="5729">
                  <c:v>44447</c:v>
                </c:pt>
                <c:pt idx="5730">
                  <c:v>44448</c:v>
                </c:pt>
                <c:pt idx="5731">
                  <c:v>44449</c:v>
                </c:pt>
                <c:pt idx="5732">
                  <c:v>44450</c:v>
                </c:pt>
                <c:pt idx="5733">
                  <c:v>44451</c:v>
                </c:pt>
                <c:pt idx="5734">
                  <c:v>44452</c:v>
                </c:pt>
                <c:pt idx="5735">
                  <c:v>44453</c:v>
                </c:pt>
                <c:pt idx="5736">
                  <c:v>44454</c:v>
                </c:pt>
                <c:pt idx="5737">
                  <c:v>44455</c:v>
                </c:pt>
                <c:pt idx="5738">
                  <c:v>44456</c:v>
                </c:pt>
                <c:pt idx="5739">
                  <c:v>44457</c:v>
                </c:pt>
                <c:pt idx="5740">
                  <c:v>44458</c:v>
                </c:pt>
                <c:pt idx="5741">
                  <c:v>44459</c:v>
                </c:pt>
                <c:pt idx="5742">
                  <c:v>44460</c:v>
                </c:pt>
                <c:pt idx="5743">
                  <c:v>44461</c:v>
                </c:pt>
                <c:pt idx="5744">
                  <c:v>44462</c:v>
                </c:pt>
                <c:pt idx="5745">
                  <c:v>44463</c:v>
                </c:pt>
                <c:pt idx="5746">
                  <c:v>44464</c:v>
                </c:pt>
                <c:pt idx="5747">
                  <c:v>44465</c:v>
                </c:pt>
                <c:pt idx="5748">
                  <c:v>44466</c:v>
                </c:pt>
                <c:pt idx="5749">
                  <c:v>44467</c:v>
                </c:pt>
                <c:pt idx="5750">
                  <c:v>44468</c:v>
                </c:pt>
                <c:pt idx="5751">
                  <c:v>44469</c:v>
                </c:pt>
                <c:pt idx="5752">
                  <c:v>44470</c:v>
                </c:pt>
                <c:pt idx="5753">
                  <c:v>44471</c:v>
                </c:pt>
                <c:pt idx="5754">
                  <c:v>44472</c:v>
                </c:pt>
                <c:pt idx="5755">
                  <c:v>44473</c:v>
                </c:pt>
                <c:pt idx="5756">
                  <c:v>44474</c:v>
                </c:pt>
                <c:pt idx="5757">
                  <c:v>44475</c:v>
                </c:pt>
                <c:pt idx="5758">
                  <c:v>44476</c:v>
                </c:pt>
                <c:pt idx="5759">
                  <c:v>44477</c:v>
                </c:pt>
                <c:pt idx="5760">
                  <c:v>44478</c:v>
                </c:pt>
                <c:pt idx="5761">
                  <c:v>44479</c:v>
                </c:pt>
                <c:pt idx="5762">
                  <c:v>44480</c:v>
                </c:pt>
                <c:pt idx="5763">
                  <c:v>44481</c:v>
                </c:pt>
                <c:pt idx="5764">
                  <c:v>44482</c:v>
                </c:pt>
                <c:pt idx="5765">
                  <c:v>44483</c:v>
                </c:pt>
                <c:pt idx="5766">
                  <c:v>44484</c:v>
                </c:pt>
                <c:pt idx="5767">
                  <c:v>44485</c:v>
                </c:pt>
                <c:pt idx="5768">
                  <c:v>44486</c:v>
                </c:pt>
                <c:pt idx="5769">
                  <c:v>44487</c:v>
                </c:pt>
                <c:pt idx="5770">
                  <c:v>44488</c:v>
                </c:pt>
                <c:pt idx="5771">
                  <c:v>44489</c:v>
                </c:pt>
                <c:pt idx="5772">
                  <c:v>44490</c:v>
                </c:pt>
                <c:pt idx="5773">
                  <c:v>44491</c:v>
                </c:pt>
                <c:pt idx="5774">
                  <c:v>44492</c:v>
                </c:pt>
                <c:pt idx="5775">
                  <c:v>44493</c:v>
                </c:pt>
                <c:pt idx="5776">
                  <c:v>44494</c:v>
                </c:pt>
                <c:pt idx="5777">
                  <c:v>44495</c:v>
                </c:pt>
                <c:pt idx="5778">
                  <c:v>44496</c:v>
                </c:pt>
                <c:pt idx="5779">
                  <c:v>44497</c:v>
                </c:pt>
                <c:pt idx="5780">
                  <c:v>44498</c:v>
                </c:pt>
                <c:pt idx="5781">
                  <c:v>44499</c:v>
                </c:pt>
                <c:pt idx="5782">
                  <c:v>44500</c:v>
                </c:pt>
                <c:pt idx="5783">
                  <c:v>44501</c:v>
                </c:pt>
                <c:pt idx="5784">
                  <c:v>44502</c:v>
                </c:pt>
                <c:pt idx="5785">
                  <c:v>44503</c:v>
                </c:pt>
                <c:pt idx="5786">
                  <c:v>44504</c:v>
                </c:pt>
                <c:pt idx="5787">
                  <c:v>44505</c:v>
                </c:pt>
                <c:pt idx="5788">
                  <c:v>44506</c:v>
                </c:pt>
                <c:pt idx="5789">
                  <c:v>44507</c:v>
                </c:pt>
                <c:pt idx="5790">
                  <c:v>44508</c:v>
                </c:pt>
                <c:pt idx="5791">
                  <c:v>44509</c:v>
                </c:pt>
                <c:pt idx="5792">
                  <c:v>44510</c:v>
                </c:pt>
                <c:pt idx="5793">
                  <c:v>44511</c:v>
                </c:pt>
                <c:pt idx="5794">
                  <c:v>44512</c:v>
                </c:pt>
                <c:pt idx="5795">
                  <c:v>44513</c:v>
                </c:pt>
                <c:pt idx="5796">
                  <c:v>44514</c:v>
                </c:pt>
                <c:pt idx="5797">
                  <c:v>44515</c:v>
                </c:pt>
                <c:pt idx="5798">
                  <c:v>44516</c:v>
                </c:pt>
                <c:pt idx="5799">
                  <c:v>44517</c:v>
                </c:pt>
                <c:pt idx="5800">
                  <c:v>44518</c:v>
                </c:pt>
                <c:pt idx="5801">
                  <c:v>44519</c:v>
                </c:pt>
                <c:pt idx="5802">
                  <c:v>44520</c:v>
                </c:pt>
                <c:pt idx="5803">
                  <c:v>44521</c:v>
                </c:pt>
                <c:pt idx="5804">
                  <c:v>44522</c:v>
                </c:pt>
                <c:pt idx="5805">
                  <c:v>44523</c:v>
                </c:pt>
                <c:pt idx="5806">
                  <c:v>44524</c:v>
                </c:pt>
                <c:pt idx="5807">
                  <c:v>44525</c:v>
                </c:pt>
                <c:pt idx="5808">
                  <c:v>44526</c:v>
                </c:pt>
                <c:pt idx="5809">
                  <c:v>44527</c:v>
                </c:pt>
                <c:pt idx="5810">
                  <c:v>44528</c:v>
                </c:pt>
                <c:pt idx="5811">
                  <c:v>44529</c:v>
                </c:pt>
                <c:pt idx="5812">
                  <c:v>44530</c:v>
                </c:pt>
                <c:pt idx="5813">
                  <c:v>44531</c:v>
                </c:pt>
                <c:pt idx="5814">
                  <c:v>44532</c:v>
                </c:pt>
                <c:pt idx="5815">
                  <c:v>44533</c:v>
                </c:pt>
                <c:pt idx="5816">
                  <c:v>44534</c:v>
                </c:pt>
                <c:pt idx="5817">
                  <c:v>44535</c:v>
                </c:pt>
                <c:pt idx="5818">
                  <c:v>44536</c:v>
                </c:pt>
                <c:pt idx="5819">
                  <c:v>44537</c:v>
                </c:pt>
                <c:pt idx="5820">
                  <c:v>44538</c:v>
                </c:pt>
                <c:pt idx="5821">
                  <c:v>44539</c:v>
                </c:pt>
                <c:pt idx="5822">
                  <c:v>44540</c:v>
                </c:pt>
                <c:pt idx="5823">
                  <c:v>44541</c:v>
                </c:pt>
                <c:pt idx="5824">
                  <c:v>44542</c:v>
                </c:pt>
                <c:pt idx="5825">
                  <c:v>44543</c:v>
                </c:pt>
                <c:pt idx="5826">
                  <c:v>44544</c:v>
                </c:pt>
                <c:pt idx="5827">
                  <c:v>44545</c:v>
                </c:pt>
                <c:pt idx="5828">
                  <c:v>44546</c:v>
                </c:pt>
                <c:pt idx="5829">
                  <c:v>44547</c:v>
                </c:pt>
                <c:pt idx="5830">
                  <c:v>44548</c:v>
                </c:pt>
                <c:pt idx="5831">
                  <c:v>44549</c:v>
                </c:pt>
                <c:pt idx="5832">
                  <c:v>44550</c:v>
                </c:pt>
                <c:pt idx="5833">
                  <c:v>44551</c:v>
                </c:pt>
                <c:pt idx="5834">
                  <c:v>44552</c:v>
                </c:pt>
                <c:pt idx="5835">
                  <c:v>44553</c:v>
                </c:pt>
                <c:pt idx="5836">
                  <c:v>44554</c:v>
                </c:pt>
                <c:pt idx="5837">
                  <c:v>44555</c:v>
                </c:pt>
                <c:pt idx="5838">
                  <c:v>44556</c:v>
                </c:pt>
                <c:pt idx="5839">
                  <c:v>44557</c:v>
                </c:pt>
                <c:pt idx="5840">
                  <c:v>44558</c:v>
                </c:pt>
                <c:pt idx="5841">
                  <c:v>44559</c:v>
                </c:pt>
                <c:pt idx="5842">
                  <c:v>44560</c:v>
                </c:pt>
                <c:pt idx="5843">
                  <c:v>44561</c:v>
                </c:pt>
                <c:pt idx="5844">
                  <c:v>44562</c:v>
                </c:pt>
                <c:pt idx="5845">
                  <c:v>44563</c:v>
                </c:pt>
                <c:pt idx="5846">
                  <c:v>44564</c:v>
                </c:pt>
                <c:pt idx="5847">
                  <c:v>44565</c:v>
                </c:pt>
                <c:pt idx="5848">
                  <c:v>44566</c:v>
                </c:pt>
                <c:pt idx="5849">
                  <c:v>44567</c:v>
                </c:pt>
                <c:pt idx="5850">
                  <c:v>44568</c:v>
                </c:pt>
                <c:pt idx="5851">
                  <c:v>44569</c:v>
                </c:pt>
                <c:pt idx="5852">
                  <c:v>44570</c:v>
                </c:pt>
                <c:pt idx="5853">
                  <c:v>44571</c:v>
                </c:pt>
                <c:pt idx="5854">
                  <c:v>44572</c:v>
                </c:pt>
                <c:pt idx="5855">
                  <c:v>44573</c:v>
                </c:pt>
                <c:pt idx="5856">
                  <c:v>44574</c:v>
                </c:pt>
                <c:pt idx="5857">
                  <c:v>44575</c:v>
                </c:pt>
                <c:pt idx="5858">
                  <c:v>44576</c:v>
                </c:pt>
                <c:pt idx="5859">
                  <c:v>44577</c:v>
                </c:pt>
                <c:pt idx="5860">
                  <c:v>44578</c:v>
                </c:pt>
                <c:pt idx="5861">
                  <c:v>44579</c:v>
                </c:pt>
                <c:pt idx="5862">
                  <c:v>44580</c:v>
                </c:pt>
                <c:pt idx="5863">
                  <c:v>44581</c:v>
                </c:pt>
                <c:pt idx="5864">
                  <c:v>44582</c:v>
                </c:pt>
                <c:pt idx="5865">
                  <c:v>44583</c:v>
                </c:pt>
                <c:pt idx="5866">
                  <c:v>44584</c:v>
                </c:pt>
                <c:pt idx="5867">
                  <c:v>44585</c:v>
                </c:pt>
                <c:pt idx="5868">
                  <c:v>44586</c:v>
                </c:pt>
                <c:pt idx="5869">
                  <c:v>44587</c:v>
                </c:pt>
                <c:pt idx="5870">
                  <c:v>44588</c:v>
                </c:pt>
                <c:pt idx="5871">
                  <c:v>44589</c:v>
                </c:pt>
                <c:pt idx="5872">
                  <c:v>44590</c:v>
                </c:pt>
                <c:pt idx="5873">
                  <c:v>44591</c:v>
                </c:pt>
                <c:pt idx="5874">
                  <c:v>44592</c:v>
                </c:pt>
                <c:pt idx="5875">
                  <c:v>44593</c:v>
                </c:pt>
                <c:pt idx="5876">
                  <c:v>44594</c:v>
                </c:pt>
                <c:pt idx="5877">
                  <c:v>44595</c:v>
                </c:pt>
                <c:pt idx="5878">
                  <c:v>44596</c:v>
                </c:pt>
                <c:pt idx="5879">
                  <c:v>44597</c:v>
                </c:pt>
                <c:pt idx="5880">
                  <c:v>44598</c:v>
                </c:pt>
                <c:pt idx="5881">
                  <c:v>44599</c:v>
                </c:pt>
                <c:pt idx="5882">
                  <c:v>44600</c:v>
                </c:pt>
                <c:pt idx="5883">
                  <c:v>44601</c:v>
                </c:pt>
                <c:pt idx="5884">
                  <c:v>44602</c:v>
                </c:pt>
                <c:pt idx="5885">
                  <c:v>44603</c:v>
                </c:pt>
                <c:pt idx="5886">
                  <c:v>44604</c:v>
                </c:pt>
                <c:pt idx="5887">
                  <c:v>44605</c:v>
                </c:pt>
                <c:pt idx="5888">
                  <c:v>44606</c:v>
                </c:pt>
                <c:pt idx="5889">
                  <c:v>44607</c:v>
                </c:pt>
                <c:pt idx="5890">
                  <c:v>44608</c:v>
                </c:pt>
                <c:pt idx="5891">
                  <c:v>44609</c:v>
                </c:pt>
                <c:pt idx="5892">
                  <c:v>44610</c:v>
                </c:pt>
                <c:pt idx="5893">
                  <c:v>44611</c:v>
                </c:pt>
                <c:pt idx="5894">
                  <c:v>44612</c:v>
                </c:pt>
                <c:pt idx="5895">
                  <c:v>44613</c:v>
                </c:pt>
                <c:pt idx="5896">
                  <c:v>44614</c:v>
                </c:pt>
                <c:pt idx="5897">
                  <c:v>44615</c:v>
                </c:pt>
                <c:pt idx="5898">
                  <c:v>44616</c:v>
                </c:pt>
                <c:pt idx="5899">
                  <c:v>44617</c:v>
                </c:pt>
                <c:pt idx="5900">
                  <c:v>44618</c:v>
                </c:pt>
                <c:pt idx="5901">
                  <c:v>44619</c:v>
                </c:pt>
                <c:pt idx="5902">
                  <c:v>44620</c:v>
                </c:pt>
                <c:pt idx="5903">
                  <c:v>44621</c:v>
                </c:pt>
                <c:pt idx="5904">
                  <c:v>44622</c:v>
                </c:pt>
                <c:pt idx="5905">
                  <c:v>44623</c:v>
                </c:pt>
                <c:pt idx="5906">
                  <c:v>44624</c:v>
                </c:pt>
                <c:pt idx="5907">
                  <c:v>44625</c:v>
                </c:pt>
                <c:pt idx="5908">
                  <c:v>44626</c:v>
                </c:pt>
                <c:pt idx="5909">
                  <c:v>44627</c:v>
                </c:pt>
                <c:pt idx="5910">
                  <c:v>44628</c:v>
                </c:pt>
                <c:pt idx="5911">
                  <c:v>44629</c:v>
                </c:pt>
                <c:pt idx="5912">
                  <c:v>44630</c:v>
                </c:pt>
                <c:pt idx="5913">
                  <c:v>44631</c:v>
                </c:pt>
                <c:pt idx="5914">
                  <c:v>44632</c:v>
                </c:pt>
                <c:pt idx="5915">
                  <c:v>44633</c:v>
                </c:pt>
                <c:pt idx="5916">
                  <c:v>44634</c:v>
                </c:pt>
                <c:pt idx="5917">
                  <c:v>44635</c:v>
                </c:pt>
                <c:pt idx="5918">
                  <c:v>44636</c:v>
                </c:pt>
                <c:pt idx="5919">
                  <c:v>44637</c:v>
                </c:pt>
                <c:pt idx="5920">
                  <c:v>44638</c:v>
                </c:pt>
                <c:pt idx="5921">
                  <c:v>44639</c:v>
                </c:pt>
                <c:pt idx="5922">
                  <c:v>44640</c:v>
                </c:pt>
                <c:pt idx="5923">
                  <c:v>44641</c:v>
                </c:pt>
                <c:pt idx="5924">
                  <c:v>44642</c:v>
                </c:pt>
                <c:pt idx="5925">
                  <c:v>44643</c:v>
                </c:pt>
                <c:pt idx="5926">
                  <c:v>44644</c:v>
                </c:pt>
                <c:pt idx="5927">
                  <c:v>44645</c:v>
                </c:pt>
                <c:pt idx="5928">
                  <c:v>44646</c:v>
                </c:pt>
                <c:pt idx="5929">
                  <c:v>44647</c:v>
                </c:pt>
                <c:pt idx="5930">
                  <c:v>44648</c:v>
                </c:pt>
                <c:pt idx="5931">
                  <c:v>44649</c:v>
                </c:pt>
                <c:pt idx="5932">
                  <c:v>44650</c:v>
                </c:pt>
                <c:pt idx="5933">
                  <c:v>44651</c:v>
                </c:pt>
                <c:pt idx="5934">
                  <c:v>44652</c:v>
                </c:pt>
                <c:pt idx="5935">
                  <c:v>44653</c:v>
                </c:pt>
                <c:pt idx="5936">
                  <c:v>44654</c:v>
                </c:pt>
                <c:pt idx="5937">
                  <c:v>44655</c:v>
                </c:pt>
                <c:pt idx="5938">
                  <c:v>44656</c:v>
                </c:pt>
                <c:pt idx="5939">
                  <c:v>44657</c:v>
                </c:pt>
                <c:pt idx="5940">
                  <c:v>44658</c:v>
                </c:pt>
                <c:pt idx="5941">
                  <c:v>44659</c:v>
                </c:pt>
                <c:pt idx="5942">
                  <c:v>44660</c:v>
                </c:pt>
                <c:pt idx="5943">
                  <c:v>44661</c:v>
                </c:pt>
                <c:pt idx="5944">
                  <c:v>44662</c:v>
                </c:pt>
                <c:pt idx="5945">
                  <c:v>44663</c:v>
                </c:pt>
                <c:pt idx="5946">
                  <c:v>44664</c:v>
                </c:pt>
                <c:pt idx="5947">
                  <c:v>44665</c:v>
                </c:pt>
                <c:pt idx="5948">
                  <c:v>44666</c:v>
                </c:pt>
                <c:pt idx="5949">
                  <c:v>44667</c:v>
                </c:pt>
                <c:pt idx="5950">
                  <c:v>44668</c:v>
                </c:pt>
                <c:pt idx="5951">
                  <c:v>44669</c:v>
                </c:pt>
                <c:pt idx="5952">
                  <c:v>44670</c:v>
                </c:pt>
                <c:pt idx="5953">
                  <c:v>44671</c:v>
                </c:pt>
                <c:pt idx="5954">
                  <c:v>44672</c:v>
                </c:pt>
                <c:pt idx="5955">
                  <c:v>44673</c:v>
                </c:pt>
                <c:pt idx="5956">
                  <c:v>44674</c:v>
                </c:pt>
                <c:pt idx="5957">
                  <c:v>44675</c:v>
                </c:pt>
                <c:pt idx="5958">
                  <c:v>44676</c:v>
                </c:pt>
                <c:pt idx="5959">
                  <c:v>44677</c:v>
                </c:pt>
                <c:pt idx="5960">
                  <c:v>44678</c:v>
                </c:pt>
                <c:pt idx="5961">
                  <c:v>44679</c:v>
                </c:pt>
                <c:pt idx="5962">
                  <c:v>44680</c:v>
                </c:pt>
                <c:pt idx="5963">
                  <c:v>44681</c:v>
                </c:pt>
                <c:pt idx="5964">
                  <c:v>44682</c:v>
                </c:pt>
                <c:pt idx="5965">
                  <c:v>44683</c:v>
                </c:pt>
                <c:pt idx="5966">
                  <c:v>44684</c:v>
                </c:pt>
                <c:pt idx="5967">
                  <c:v>44685</c:v>
                </c:pt>
                <c:pt idx="5968">
                  <c:v>44686</c:v>
                </c:pt>
                <c:pt idx="5969">
                  <c:v>44687</c:v>
                </c:pt>
                <c:pt idx="5970">
                  <c:v>44688</c:v>
                </c:pt>
                <c:pt idx="5971">
                  <c:v>44689</c:v>
                </c:pt>
                <c:pt idx="5972">
                  <c:v>44690</c:v>
                </c:pt>
                <c:pt idx="5973">
                  <c:v>44691</c:v>
                </c:pt>
                <c:pt idx="5974">
                  <c:v>44692</c:v>
                </c:pt>
                <c:pt idx="5975">
                  <c:v>44693</c:v>
                </c:pt>
                <c:pt idx="5976">
                  <c:v>44694</c:v>
                </c:pt>
                <c:pt idx="5977">
                  <c:v>44695</c:v>
                </c:pt>
                <c:pt idx="5978">
                  <c:v>44696</c:v>
                </c:pt>
                <c:pt idx="5979">
                  <c:v>44697</c:v>
                </c:pt>
                <c:pt idx="5980">
                  <c:v>44698</c:v>
                </c:pt>
                <c:pt idx="5981">
                  <c:v>44699</c:v>
                </c:pt>
                <c:pt idx="5982">
                  <c:v>44700</c:v>
                </c:pt>
                <c:pt idx="5983">
                  <c:v>44701</c:v>
                </c:pt>
                <c:pt idx="5984">
                  <c:v>44702</c:v>
                </c:pt>
                <c:pt idx="5985">
                  <c:v>44703</c:v>
                </c:pt>
                <c:pt idx="5986">
                  <c:v>44704</c:v>
                </c:pt>
                <c:pt idx="5987">
                  <c:v>44705</c:v>
                </c:pt>
                <c:pt idx="5988">
                  <c:v>44706</c:v>
                </c:pt>
                <c:pt idx="5989">
                  <c:v>44707</c:v>
                </c:pt>
                <c:pt idx="5990">
                  <c:v>44708</c:v>
                </c:pt>
                <c:pt idx="5991">
                  <c:v>44709</c:v>
                </c:pt>
                <c:pt idx="5992">
                  <c:v>44710</c:v>
                </c:pt>
                <c:pt idx="5993">
                  <c:v>44711</c:v>
                </c:pt>
                <c:pt idx="5994">
                  <c:v>44712</c:v>
                </c:pt>
                <c:pt idx="5995">
                  <c:v>44713</c:v>
                </c:pt>
                <c:pt idx="5996">
                  <c:v>44714</c:v>
                </c:pt>
                <c:pt idx="5997">
                  <c:v>44715</c:v>
                </c:pt>
                <c:pt idx="5998">
                  <c:v>44716</c:v>
                </c:pt>
                <c:pt idx="5999">
                  <c:v>44717</c:v>
                </c:pt>
                <c:pt idx="6000">
                  <c:v>44718</c:v>
                </c:pt>
                <c:pt idx="6001">
                  <c:v>44719</c:v>
                </c:pt>
                <c:pt idx="6002">
                  <c:v>44720</c:v>
                </c:pt>
                <c:pt idx="6003">
                  <c:v>44721</c:v>
                </c:pt>
                <c:pt idx="6004">
                  <c:v>44722</c:v>
                </c:pt>
                <c:pt idx="6005">
                  <c:v>44723</c:v>
                </c:pt>
                <c:pt idx="6006">
                  <c:v>44724</c:v>
                </c:pt>
                <c:pt idx="6007">
                  <c:v>44725</c:v>
                </c:pt>
                <c:pt idx="6008">
                  <c:v>44726</c:v>
                </c:pt>
                <c:pt idx="6009">
                  <c:v>44727</c:v>
                </c:pt>
                <c:pt idx="6010">
                  <c:v>44728</c:v>
                </c:pt>
                <c:pt idx="6011">
                  <c:v>44729</c:v>
                </c:pt>
                <c:pt idx="6012">
                  <c:v>44730</c:v>
                </c:pt>
                <c:pt idx="6013">
                  <c:v>44731</c:v>
                </c:pt>
                <c:pt idx="6014">
                  <c:v>44732</c:v>
                </c:pt>
                <c:pt idx="6015">
                  <c:v>44733</c:v>
                </c:pt>
                <c:pt idx="6016">
                  <c:v>44734</c:v>
                </c:pt>
                <c:pt idx="6017">
                  <c:v>44735</c:v>
                </c:pt>
                <c:pt idx="6018">
                  <c:v>44736</c:v>
                </c:pt>
                <c:pt idx="6019">
                  <c:v>44737</c:v>
                </c:pt>
                <c:pt idx="6020">
                  <c:v>44738</c:v>
                </c:pt>
                <c:pt idx="6021">
                  <c:v>44739</c:v>
                </c:pt>
                <c:pt idx="6022">
                  <c:v>44740</c:v>
                </c:pt>
                <c:pt idx="6023">
                  <c:v>44741</c:v>
                </c:pt>
                <c:pt idx="6024">
                  <c:v>44742</c:v>
                </c:pt>
                <c:pt idx="6025">
                  <c:v>44743</c:v>
                </c:pt>
                <c:pt idx="6026">
                  <c:v>44744</c:v>
                </c:pt>
                <c:pt idx="6027">
                  <c:v>44745</c:v>
                </c:pt>
                <c:pt idx="6028">
                  <c:v>44746</c:v>
                </c:pt>
                <c:pt idx="6029">
                  <c:v>44747</c:v>
                </c:pt>
                <c:pt idx="6030">
                  <c:v>44748</c:v>
                </c:pt>
                <c:pt idx="6031">
                  <c:v>44749</c:v>
                </c:pt>
                <c:pt idx="6032">
                  <c:v>44750</c:v>
                </c:pt>
                <c:pt idx="6033">
                  <c:v>44751</c:v>
                </c:pt>
                <c:pt idx="6034">
                  <c:v>44752</c:v>
                </c:pt>
                <c:pt idx="6035">
                  <c:v>44753</c:v>
                </c:pt>
                <c:pt idx="6036">
                  <c:v>44754</c:v>
                </c:pt>
                <c:pt idx="6037">
                  <c:v>44755</c:v>
                </c:pt>
                <c:pt idx="6038">
                  <c:v>44756</c:v>
                </c:pt>
                <c:pt idx="6039">
                  <c:v>44757</c:v>
                </c:pt>
                <c:pt idx="6040">
                  <c:v>44758</c:v>
                </c:pt>
                <c:pt idx="6041">
                  <c:v>44759</c:v>
                </c:pt>
                <c:pt idx="6042">
                  <c:v>44760</c:v>
                </c:pt>
                <c:pt idx="6043">
                  <c:v>44761</c:v>
                </c:pt>
                <c:pt idx="6044">
                  <c:v>44762</c:v>
                </c:pt>
                <c:pt idx="6045">
                  <c:v>44763</c:v>
                </c:pt>
                <c:pt idx="6046">
                  <c:v>44764</c:v>
                </c:pt>
                <c:pt idx="6047">
                  <c:v>44765</c:v>
                </c:pt>
                <c:pt idx="6048">
                  <c:v>44766</c:v>
                </c:pt>
                <c:pt idx="6049">
                  <c:v>44767</c:v>
                </c:pt>
                <c:pt idx="6050">
                  <c:v>44768</c:v>
                </c:pt>
                <c:pt idx="6051">
                  <c:v>44769</c:v>
                </c:pt>
                <c:pt idx="6052">
                  <c:v>44770</c:v>
                </c:pt>
                <c:pt idx="6053">
                  <c:v>44771</c:v>
                </c:pt>
                <c:pt idx="6054">
                  <c:v>44772</c:v>
                </c:pt>
                <c:pt idx="6055">
                  <c:v>44773</c:v>
                </c:pt>
                <c:pt idx="6056">
                  <c:v>44774</c:v>
                </c:pt>
                <c:pt idx="6057">
                  <c:v>44775</c:v>
                </c:pt>
                <c:pt idx="6058">
                  <c:v>44776</c:v>
                </c:pt>
                <c:pt idx="6059">
                  <c:v>44777</c:v>
                </c:pt>
                <c:pt idx="6060">
                  <c:v>44778</c:v>
                </c:pt>
                <c:pt idx="6061">
                  <c:v>44779</c:v>
                </c:pt>
                <c:pt idx="6062">
                  <c:v>44780</c:v>
                </c:pt>
                <c:pt idx="6063">
                  <c:v>44781</c:v>
                </c:pt>
                <c:pt idx="6064">
                  <c:v>44782</c:v>
                </c:pt>
                <c:pt idx="6065">
                  <c:v>44783</c:v>
                </c:pt>
                <c:pt idx="6066">
                  <c:v>44784</c:v>
                </c:pt>
                <c:pt idx="6067">
                  <c:v>44785</c:v>
                </c:pt>
                <c:pt idx="6068">
                  <c:v>44786</c:v>
                </c:pt>
                <c:pt idx="6069">
                  <c:v>44787</c:v>
                </c:pt>
                <c:pt idx="6070">
                  <c:v>44788</c:v>
                </c:pt>
                <c:pt idx="6071">
                  <c:v>44789</c:v>
                </c:pt>
                <c:pt idx="6072">
                  <c:v>44790</c:v>
                </c:pt>
                <c:pt idx="6073">
                  <c:v>44791</c:v>
                </c:pt>
                <c:pt idx="6074">
                  <c:v>44792</c:v>
                </c:pt>
                <c:pt idx="6075">
                  <c:v>44793</c:v>
                </c:pt>
                <c:pt idx="6076">
                  <c:v>44794</c:v>
                </c:pt>
                <c:pt idx="6077">
                  <c:v>44795</c:v>
                </c:pt>
                <c:pt idx="6078">
                  <c:v>44796</c:v>
                </c:pt>
                <c:pt idx="6079">
                  <c:v>44797</c:v>
                </c:pt>
                <c:pt idx="6080">
                  <c:v>44798</c:v>
                </c:pt>
                <c:pt idx="6081">
                  <c:v>44799</c:v>
                </c:pt>
                <c:pt idx="6082">
                  <c:v>44800</c:v>
                </c:pt>
                <c:pt idx="6083">
                  <c:v>44801</c:v>
                </c:pt>
                <c:pt idx="6084">
                  <c:v>44802</c:v>
                </c:pt>
                <c:pt idx="6085">
                  <c:v>44803</c:v>
                </c:pt>
                <c:pt idx="6086">
                  <c:v>44804</c:v>
                </c:pt>
                <c:pt idx="6087">
                  <c:v>44805</c:v>
                </c:pt>
                <c:pt idx="6088">
                  <c:v>44806</c:v>
                </c:pt>
                <c:pt idx="6089">
                  <c:v>44807</c:v>
                </c:pt>
                <c:pt idx="6090">
                  <c:v>44808</c:v>
                </c:pt>
                <c:pt idx="6091">
                  <c:v>44809</c:v>
                </c:pt>
                <c:pt idx="6092">
                  <c:v>44810</c:v>
                </c:pt>
                <c:pt idx="6093">
                  <c:v>44811</c:v>
                </c:pt>
                <c:pt idx="6094">
                  <c:v>44812</c:v>
                </c:pt>
                <c:pt idx="6095">
                  <c:v>44813</c:v>
                </c:pt>
                <c:pt idx="6096">
                  <c:v>44814</c:v>
                </c:pt>
                <c:pt idx="6097">
                  <c:v>44815</c:v>
                </c:pt>
                <c:pt idx="6098">
                  <c:v>44816</c:v>
                </c:pt>
                <c:pt idx="6099">
                  <c:v>44817</c:v>
                </c:pt>
                <c:pt idx="6100">
                  <c:v>44818</c:v>
                </c:pt>
                <c:pt idx="6101">
                  <c:v>44819</c:v>
                </c:pt>
                <c:pt idx="6102">
                  <c:v>44820</c:v>
                </c:pt>
                <c:pt idx="6103">
                  <c:v>44821</c:v>
                </c:pt>
                <c:pt idx="6104">
                  <c:v>44822</c:v>
                </c:pt>
                <c:pt idx="6105">
                  <c:v>44823</c:v>
                </c:pt>
                <c:pt idx="6106">
                  <c:v>44824</c:v>
                </c:pt>
                <c:pt idx="6107">
                  <c:v>44825</c:v>
                </c:pt>
                <c:pt idx="6108">
                  <c:v>44826</c:v>
                </c:pt>
                <c:pt idx="6109">
                  <c:v>44827</c:v>
                </c:pt>
                <c:pt idx="6110">
                  <c:v>44828</c:v>
                </c:pt>
                <c:pt idx="6111">
                  <c:v>44829</c:v>
                </c:pt>
                <c:pt idx="6112">
                  <c:v>44830</c:v>
                </c:pt>
                <c:pt idx="6113">
                  <c:v>44831</c:v>
                </c:pt>
                <c:pt idx="6114">
                  <c:v>44832</c:v>
                </c:pt>
                <c:pt idx="6115">
                  <c:v>44833</c:v>
                </c:pt>
                <c:pt idx="6116">
                  <c:v>44834</c:v>
                </c:pt>
                <c:pt idx="6117">
                  <c:v>44835</c:v>
                </c:pt>
                <c:pt idx="6118">
                  <c:v>44836</c:v>
                </c:pt>
                <c:pt idx="6119">
                  <c:v>44837</c:v>
                </c:pt>
                <c:pt idx="6120">
                  <c:v>44838</c:v>
                </c:pt>
                <c:pt idx="6121">
                  <c:v>44839</c:v>
                </c:pt>
                <c:pt idx="6122">
                  <c:v>44840</c:v>
                </c:pt>
                <c:pt idx="6123">
                  <c:v>44841</c:v>
                </c:pt>
                <c:pt idx="6124">
                  <c:v>44842</c:v>
                </c:pt>
                <c:pt idx="6125">
                  <c:v>44843</c:v>
                </c:pt>
                <c:pt idx="6126">
                  <c:v>44844</c:v>
                </c:pt>
                <c:pt idx="6127">
                  <c:v>44845</c:v>
                </c:pt>
                <c:pt idx="6128">
                  <c:v>44846</c:v>
                </c:pt>
                <c:pt idx="6129">
                  <c:v>44847</c:v>
                </c:pt>
                <c:pt idx="6130">
                  <c:v>44848</c:v>
                </c:pt>
                <c:pt idx="6131">
                  <c:v>44849</c:v>
                </c:pt>
                <c:pt idx="6132">
                  <c:v>44850</c:v>
                </c:pt>
                <c:pt idx="6133">
                  <c:v>44851</c:v>
                </c:pt>
                <c:pt idx="6134">
                  <c:v>44852</c:v>
                </c:pt>
                <c:pt idx="6135">
                  <c:v>44853</c:v>
                </c:pt>
                <c:pt idx="6136">
                  <c:v>44854</c:v>
                </c:pt>
                <c:pt idx="6137">
                  <c:v>44855</c:v>
                </c:pt>
                <c:pt idx="6138">
                  <c:v>44856</c:v>
                </c:pt>
                <c:pt idx="6139">
                  <c:v>44857</c:v>
                </c:pt>
                <c:pt idx="6140">
                  <c:v>44858</c:v>
                </c:pt>
                <c:pt idx="6141">
                  <c:v>44859</c:v>
                </c:pt>
                <c:pt idx="6142">
                  <c:v>44860</c:v>
                </c:pt>
                <c:pt idx="6143">
                  <c:v>44861</c:v>
                </c:pt>
                <c:pt idx="6144">
                  <c:v>44862</c:v>
                </c:pt>
                <c:pt idx="6145">
                  <c:v>44863</c:v>
                </c:pt>
                <c:pt idx="6146">
                  <c:v>44864</c:v>
                </c:pt>
                <c:pt idx="6147">
                  <c:v>44865</c:v>
                </c:pt>
                <c:pt idx="6148">
                  <c:v>44866</c:v>
                </c:pt>
                <c:pt idx="6149">
                  <c:v>44867</c:v>
                </c:pt>
                <c:pt idx="6150">
                  <c:v>44868</c:v>
                </c:pt>
                <c:pt idx="6151">
                  <c:v>44869</c:v>
                </c:pt>
                <c:pt idx="6152">
                  <c:v>44870</c:v>
                </c:pt>
                <c:pt idx="6153">
                  <c:v>44871</c:v>
                </c:pt>
                <c:pt idx="6154">
                  <c:v>44872</c:v>
                </c:pt>
                <c:pt idx="6155">
                  <c:v>44873</c:v>
                </c:pt>
                <c:pt idx="6156">
                  <c:v>44874</c:v>
                </c:pt>
                <c:pt idx="6157">
                  <c:v>44875</c:v>
                </c:pt>
                <c:pt idx="6158">
                  <c:v>44876</c:v>
                </c:pt>
                <c:pt idx="6159">
                  <c:v>44877</c:v>
                </c:pt>
                <c:pt idx="6160">
                  <c:v>44878</c:v>
                </c:pt>
                <c:pt idx="6161">
                  <c:v>44879</c:v>
                </c:pt>
                <c:pt idx="6162">
                  <c:v>44880</c:v>
                </c:pt>
                <c:pt idx="6163">
                  <c:v>44881</c:v>
                </c:pt>
                <c:pt idx="6164">
                  <c:v>44882</c:v>
                </c:pt>
                <c:pt idx="6165">
                  <c:v>44883</c:v>
                </c:pt>
                <c:pt idx="6166">
                  <c:v>44884</c:v>
                </c:pt>
                <c:pt idx="6167">
                  <c:v>44885</c:v>
                </c:pt>
                <c:pt idx="6168">
                  <c:v>44886</c:v>
                </c:pt>
                <c:pt idx="6169">
                  <c:v>44887</c:v>
                </c:pt>
                <c:pt idx="6170">
                  <c:v>44888</c:v>
                </c:pt>
                <c:pt idx="6171">
                  <c:v>44889</c:v>
                </c:pt>
                <c:pt idx="6172">
                  <c:v>44890</c:v>
                </c:pt>
                <c:pt idx="6173">
                  <c:v>44891</c:v>
                </c:pt>
                <c:pt idx="6174">
                  <c:v>44892</c:v>
                </c:pt>
                <c:pt idx="6175">
                  <c:v>44893</c:v>
                </c:pt>
                <c:pt idx="6176">
                  <c:v>44894</c:v>
                </c:pt>
                <c:pt idx="6177">
                  <c:v>44895</c:v>
                </c:pt>
                <c:pt idx="6178">
                  <c:v>44896</c:v>
                </c:pt>
                <c:pt idx="6179">
                  <c:v>44897</c:v>
                </c:pt>
                <c:pt idx="6180">
                  <c:v>44898</c:v>
                </c:pt>
                <c:pt idx="6181">
                  <c:v>44899</c:v>
                </c:pt>
                <c:pt idx="6182">
                  <c:v>44900</c:v>
                </c:pt>
                <c:pt idx="6183">
                  <c:v>44901</c:v>
                </c:pt>
                <c:pt idx="6184">
                  <c:v>44902</c:v>
                </c:pt>
                <c:pt idx="6185">
                  <c:v>44903</c:v>
                </c:pt>
                <c:pt idx="6186">
                  <c:v>44904</c:v>
                </c:pt>
                <c:pt idx="6187">
                  <c:v>44905</c:v>
                </c:pt>
                <c:pt idx="6188">
                  <c:v>44906</c:v>
                </c:pt>
                <c:pt idx="6189">
                  <c:v>44907</c:v>
                </c:pt>
                <c:pt idx="6190">
                  <c:v>44908</c:v>
                </c:pt>
                <c:pt idx="6191">
                  <c:v>44909</c:v>
                </c:pt>
                <c:pt idx="6192">
                  <c:v>44910</c:v>
                </c:pt>
                <c:pt idx="6193">
                  <c:v>44911</c:v>
                </c:pt>
                <c:pt idx="6194">
                  <c:v>44912</c:v>
                </c:pt>
                <c:pt idx="6195">
                  <c:v>44913</c:v>
                </c:pt>
                <c:pt idx="6196">
                  <c:v>44914</c:v>
                </c:pt>
                <c:pt idx="6197">
                  <c:v>44915</c:v>
                </c:pt>
                <c:pt idx="6198">
                  <c:v>44916</c:v>
                </c:pt>
                <c:pt idx="6199">
                  <c:v>44917</c:v>
                </c:pt>
                <c:pt idx="6200">
                  <c:v>44918</c:v>
                </c:pt>
                <c:pt idx="6201">
                  <c:v>44919</c:v>
                </c:pt>
                <c:pt idx="6202">
                  <c:v>44920</c:v>
                </c:pt>
                <c:pt idx="6203">
                  <c:v>44921</c:v>
                </c:pt>
                <c:pt idx="6204">
                  <c:v>44922</c:v>
                </c:pt>
                <c:pt idx="6205">
                  <c:v>44923</c:v>
                </c:pt>
                <c:pt idx="6206">
                  <c:v>44924</c:v>
                </c:pt>
                <c:pt idx="6207">
                  <c:v>44925</c:v>
                </c:pt>
                <c:pt idx="6208">
                  <c:v>44926</c:v>
                </c:pt>
                <c:pt idx="6209">
                  <c:v>44927</c:v>
                </c:pt>
                <c:pt idx="6210">
                  <c:v>44928</c:v>
                </c:pt>
                <c:pt idx="6211">
                  <c:v>44929</c:v>
                </c:pt>
                <c:pt idx="6212">
                  <c:v>44930</c:v>
                </c:pt>
                <c:pt idx="6213">
                  <c:v>44931</c:v>
                </c:pt>
                <c:pt idx="6214">
                  <c:v>44932</c:v>
                </c:pt>
                <c:pt idx="6215">
                  <c:v>44933</c:v>
                </c:pt>
                <c:pt idx="6216">
                  <c:v>44934</c:v>
                </c:pt>
                <c:pt idx="6217">
                  <c:v>44935</c:v>
                </c:pt>
                <c:pt idx="6218">
                  <c:v>44936</c:v>
                </c:pt>
                <c:pt idx="6219">
                  <c:v>44937</c:v>
                </c:pt>
                <c:pt idx="6220">
                  <c:v>44938</c:v>
                </c:pt>
                <c:pt idx="6221">
                  <c:v>44939</c:v>
                </c:pt>
                <c:pt idx="6222">
                  <c:v>44940</c:v>
                </c:pt>
                <c:pt idx="6223">
                  <c:v>44941</c:v>
                </c:pt>
                <c:pt idx="6224">
                  <c:v>44942</c:v>
                </c:pt>
                <c:pt idx="6225">
                  <c:v>44943</c:v>
                </c:pt>
                <c:pt idx="6226">
                  <c:v>44944</c:v>
                </c:pt>
                <c:pt idx="6227">
                  <c:v>44945</c:v>
                </c:pt>
                <c:pt idx="6228">
                  <c:v>44946</c:v>
                </c:pt>
                <c:pt idx="6229">
                  <c:v>44947</c:v>
                </c:pt>
                <c:pt idx="6230">
                  <c:v>44948</c:v>
                </c:pt>
                <c:pt idx="6231">
                  <c:v>44949</c:v>
                </c:pt>
                <c:pt idx="6232">
                  <c:v>44950</c:v>
                </c:pt>
                <c:pt idx="6233">
                  <c:v>44951</c:v>
                </c:pt>
                <c:pt idx="6234">
                  <c:v>44952</c:v>
                </c:pt>
                <c:pt idx="6235">
                  <c:v>44953</c:v>
                </c:pt>
                <c:pt idx="6236">
                  <c:v>44954</c:v>
                </c:pt>
                <c:pt idx="6237">
                  <c:v>44955</c:v>
                </c:pt>
                <c:pt idx="6238">
                  <c:v>44956</c:v>
                </c:pt>
                <c:pt idx="6239">
                  <c:v>44957</c:v>
                </c:pt>
                <c:pt idx="6240">
                  <c:v>44958</c:v>
                </c:pt>
                <c:pt idx="6241">
                  <c:v>44959</c:v>
                </c:pt>
                <c:pt idx="6242">
                  <c:v>44960</c:v>
                </c:pt>
                <c:pt idx="6243">
                  <c:v>44961</c:v>
                </c:pt>
                <c:pt idx="6244">
                  <c:v>44962</c:v>
                </c:pt>
                <c:pt idx="6245">
                  <c:v>44963</c:v>
                </c:pt>
                <c:pt idx="6246">
                  <c:v>44964</c:v>
                </c:pt>
                <c:pt idx="6247">
                  <c:v>44965</c:v>
                </c:pt>
                <c:pt idx="6248">
                  <c:v>44966</c:v>
                </c:pt>
                <c:pt idx="6249">
                  <c:v>44967</c:v>
                </c:pt>
                <c:pt idx="6250">
                  <c:v>44968</c:v>
                </c:pt>
                <c:pt idx="6251">
                  <c:v>44969</c:v>
                </c:pt>
                <c:pt idx="6252">
                  <c:v>44970</c:v>
                </c:pt>
                <c:pt idx="6253">
                  <c:v>44971</c:v>
                </c:pt>
                <c:pt idx="6254">
                  <c:v>44972</c:v>
                </c:pt>
                <c:pt idx="6255">
                  <c:v>44973</c:v>
                </c:pt>
                <c:pt idx="6256">
                  <c:v>44974</c:v>
                </c:pt>
                <c:pt idx="6257">
                  <c:v>44975</c:v>
                </c:pt>
                <c:pt idx="6258">
                  <c:v>44976</c:v>
                </c:pt>
                <c:pt idx="6259">
                  <c:v>44977</c:v>
                </c:pt>
                <c:pt idx="6260">
                  <c:v>44978</c:v>
                </c:pt>
                <c:pt idx="6261">
                  <c:v>44979</c:v>
                </c:pt>
                <c:pt idx="6262">
                  <c:v>44980</c:v>
                </c:pt>
                <c:pt idx="6263">
                  <c:v>44981</c:v>
                </c:pt>
                <c:pt idx="6264">
                  <c:v>44982</c:v>
                </c:pt>
                <c:pt idx="6265">
                  <c:v>44983</c:v>
                </c:pt>
                <c:pt idx="6266">
                  <c:v>44984</c:v>
                </c:pt>
                <c:pt idx="6267">
                  <c:v>44985</c:v>
                </c:pt>
                <c:pt idx="6268">
                  <c:v>44986</c:v>
                </c:pt>
                <c:pt idx="6269">
                  <c:v>44987</c:v>
                </c:pt>
                <c:pt idx="6270">
                  <c:v>44988</c:v>
                </c:pt>
                <c:pt idx="6271">
                  <c:v>44989</c:v>
                </c:pt>
                <c:pt idx="6272">
                  <c:v>44990</c:v>
                </c:pt>
                <c:pt idx="6273">
                  <c:v>44991</c:v>
                </c:pt>
                <c:pt idx="6274">
                  <c:v>44992</c:v>
                </c:pt>
                <c:pt idx="6275">
                  <c:v>44993</c:v>
                </c:pt>
                <c:pt idx="6276">
                  <c:v>44994</c:v>
                </c:pt>
                <c:pt idx="6277">
                  <c:v>44995</c:v>
                </c:pt>
                <c:pt idx="6278">
                  <c:v>44996</c:v>
                </c:pt>
                <c:pt idx="6279">
                  <c:v>44997</c:v>
                </c:pt>
                <c:pt idx="6280">
                  <c:v>44998</c:v>
                </c:pt>
                <c:pt idx="6281">
                  <c:v>44999</c:v>
                </c:pt>
                <c:pt idx="6282">
                  <c:v>45000</c:v>
                </c:pt>
                <c:pt idx="6283">
                  <c:v>45001</c:v>
                </c:pt>
                <c:pt idx="6284">
                  <c:v>45002</c:v>
                </c:pt>
                <c:pt idx="6285">
                  <c:v>45003</c:v>
                </c:pt>
                <c:pt idx="6286">
                  <c:v>45004</c:v>
                </c:pt>
                <c:pt idx="6287">
                  <c:v>45005</c:v>
                </c:pt>
                <c:pt idx="6288">
                  <c:v>45006</c:v>
                </c:pt>
                <c:pt idx="6289">
                  <c:v>45007</c:v>
                </c:pt>
                <c:pt idx="6290">
                  <c:v>45008</c:v>
                </c:pt>
                <c:pt idx="6291">
                  <c:v>45009</c:v>
                </c:pt>
                <c:pt idx="6292">
                  <c:v>45010</c:v>
                </c:pt>
                <c:pt idx="6293">
                  <c:v>45011</c:v>
                </c:pt>
                <c:pt idx="6294">
                  <c:v>45012</c:v>
                </c:pt>
                <c:pt idx="6295">
                  <c:v>45013</c:v>
                </c:pt>
                <c:pt idx="6296">
                  <c:v>45014</c:v>
                </c:pt>
                <c:pt idx="6297">
                  <c:v>45015</c:v>
                </c:pt>
                <c:pt idx="6298">
                  <c:v>45016</c:v>
                </c:pt>
                <c:pt idx="6299">
                  <c:v>45017</c:v>
                </c:pt>
                <c:pt idx="6300">
                  <c:v>45018</c:v>
                </c:pt>
                <c:pt idx="6301">
                  <c:v>45019</c:v>
                </c:pt>
                <c:pt idx="6302">
                  <c:v>45020</c:v>
                </c:pt>
                <c:pt idx="6303">
                  <c:v>45021</c:v>
                </c:pt>
                <c:pt idx="6304">
                  <c:v>45022</c:v>
                </c:pt>
                <c:pt idx="6305">
                  <c:v>45023</c:v>
                </c:pt>
                <c:pt idx="6306">
                  <c:v>45024</c:v>
                </c:pt>
                <c:pt idx="6307">
                  <c:v>45025</c:v>
                </c:pt>
                <c:pt idx="6308">
                  <c:v>45026</c:v>
                </c:pt>
                <c:pt idx="6309">
                  <c:v>45027</c:v>
                </c:pt>
                <c:pt idx="6310">
                  <c:v>45028</c:v>
                </c:pt>
                <c:pt idx="6311">
                  <c:v>45029</c:v>
                </c:pt>
                <c:pt idx="6312">
                  <c:v>45030</c:v>
                </c:pt>
                <c:pt idx="6313">
                  <c:v>45031</c:v>
                </c:pt>
                <c:pt idx="6314">
                  <c:v>45032</c:v>
                </c:pt>
                <c:pt idx="6315">
                  <c:v>45033</c:v>
                </c:pt>
                <c:pt idx="6316">
                  <c:v>45034</c:v>
                </c:pt>
                <c:pt idx="6317">
                  <c:v>45035</c:v>
                </c:pt>
                <c:pt idx="6318">
                  <c:v>45036</c:v>
                </c:pt>
                <c:pt idx="6319">
                  <c:v>45037</c:v>
                </c:pt>
                <c:pt idx="6320">
                  <c:v>45038</c:v>
                </c:pt>
                <c:pt idx="6321">
                  <c:v>45039</c:v>
                </c:pt>
                <c:pt idx="6322">
                  <c:v>45040</c:v>
                </c:pt>
                <c:pt idx="6323">
                  <c:v>45041</c:v>
                </c:pt>
                <c:pt idx="6324">
                  <c:v>45042</c:v>
                </c:pt>
                <c:pt idx="6325">
                  <c:v>45043</c:v>
                </c:pt>
                <c:pt idx="6326">
                  <c:v>45044</c:v>
                </c:pt>
                <c:pt idx="6327">
                  <c:v>45045</c:v>
                </c:pt>
                <c:pt idx="6328">
                  <c:v>45046</c:v>
                </c:pt>
                <c:pt idx="6329">
                  <c:v>45047</c:v>
                </c:pt>
                <c:pt idx="6330">
                  <c:v>45048</c:v>
                </c:pt>
                <c:pt idx="6331">
                  <c:v>45049</c:v>
                </c:pt>
                <c:pt idx="6332">
                  <c:v>45050</c:v>
                </c:pt>
                <c:pt idx="6333">
                  <c:v>45051</c:v>
                </c:pt>
                <c:pt idx="6334">
                  <c:v>45052</c:v>
                </c:pt>
                <c:pt idx="6335">
                  <c:v>45053</c:v>
                </c:pt>
                <c:pt idx="6336">
                  <c:v>45054</c:v>
                </c:pt>
                <c:pt idx="6337">
                  <c:v>45055</c:v>
                </c:pt>
                <c:pt idx="6338">
                  <c:v>45056</c:v>
                </c:pt>
                <c:pt idx="6339">
                  <c:v>45057</c:v>
                </c:pt>
                <c:pt idx="6340">
                  <c:v>45058</c:v>
                </c:pt>
                <c:pt idx="6341">
                  <c:v>45059</c:v>
                </c:pt>
                <c:pt idx="6342">
                  <c:v>45060</c:v>
                </c:pt>
                <c:pt idx="6343">
                  <c:v>45061</c:v>
                </c:pt>
                <c:pt idx="6344">
                  <c:v>45062</c:v>
                </c:pt>
                <c:pt idx="6345">
                  <c:v>45063</c:v>
                </c:pt>
                <c:pt idx="6346">
                  <c:v>45064</c:v>
                </c:pt>
                <c:pt idx="6347">
                  <c:v>45065</c:v>
                </c:pt>
                <c:pt idx="6348">
                  <c:v>45066</c:v>
                </c:pt>
                <c:pt idx="6349">
                  <c:v>45067</c:v>
                </c:pt>
                <c:pt idx="6350">
                  <c:v>45068</c:v>
                </c:pt>
                <c:pt idx="6351">
                  <c:v>45069</c:v>
                </c:pt>
                <c:pt idx="6352">
                  <c:v>45070</c:v>
                </c:pt>
                <c:pt idx="6353">
                  <c:v>45071</c:v>
                </c:pt>
                <c:pt idx="6354">
                  <c:v>45072</c:v>
                </c:pt>
                <c:pt idx="6355">
                  <c:v>45073</c:v>
                </c:pt>
                <c:pt idx="6356">
                  <c:v>45074</c:v>
                </c:pt>
                <c:pt idx="6357">
                  <c:v>45075</c:v>
                </c:pt>
                <c:pt idx="6358">
                  <c:v>45076</c:v>
                </c:pt>
                <c:pt idx="6359">
                  <c:v>45077</c:v>
                </c:pt>
                <c:pt idx="6360">
                  <c:v>45078</c:v>
                </c:pt>
                <c:pt idx="6361">
                  <c:v>45079</c:v>
                </c:pt>
                <c:pt idx="6362">
                  <c:v>45080</c:v>
                </c:pt>
                <c:pt idx="6363">
                  <c:v>45081</c:v>
                </c:pt>
                <c:pt idx="6364">
                  <c:v>45082</c:v>
                </c:pt>
                <c:pt idx="6365">
                  <c:v>45083</c:v>
                </c:pt>
                <c:pt idx="6366">
                  <c:v>45084</c:v>
                </c:pt>
                <c:pt idx="6367">
                  <c:v>45085</c:v>
                </c:pt>
                <c:pt idx="6368">
                  <c:v>45086</c:v>
                </c:pt>
                <c:pt idx="6369">
                  <c:v>45087</c:v>
                </c:pt>
                <c:pt idx="6370">
                  <c:v>45088</c:v>
                </c:pt>
                <c:pt idx="6371">
                  <c:v>45089</c:v>
                </c:pt>
                <c:pt idx="6372">
                  <c:v>45090</c:v>
                </c:pt>
                <c:pt idx="6373">
                  <c:v>45091</c:v>
                </c:pt>
                <c:pt idx="6374">
                  <c:v>45092</c:v>
                </c:pt>
                <c:pt idx="6375">
                  <c:v>45093</c:v>
                </c:pt>
                <c:pt idx="6376">
                  <c:v>45094</c:v>
                </c:pt>
                <c:pt idx="6377">
                  <c:v>45095</c:v>
                </c:pt>
                <c:pt idx="6378">
                  <c:v>45096</c:v>
                </c:pt>
                <c:pt idx="6379">
                  <c:v>45097</c:v>
                </c:pt>
                <c:pt idx="6380">
                  <c:v>45098</c:v>
                </c:pt>
                <c:pt idx="6381">
                  <c:v>45099</c:v>
                </c:pt>
                <c:pt idx="6382">
                  <c:v>45100</c:v>
                </c:pt>
                <c:pt idx="6383">
                  <c:v>45101</c:v>
                </c:pt>
                <c:pt idx="6384">
                  <c:v>45102</c:v>
                </c:pt>
                <c:pt idx="6385">
                  <c:v>45103</c:v>
                </c:pt>
                <c:pt idx="6386">
                  <c:v>45104</c:v>
                </c:pt>
                <c:pt idx="6387">
                  <c:v>45105</c:v>
                </c:pt>
                <c:pt idx="6388">
                  <c:v>45106</c:v>
                </c:pt>
                <c:pt idx="6389">
                  <c:v>45107</c:v>
                </c:pt>
                <c:pt idx="6390">
                  <c:v>45108</c:v>
                </c:pt>
                <c:pt idx="6391">
                  <c:v>45109</c:v>
                </c:pt>
                <c:pt idx="6392">
                  <c:v>45110</c:v>
                </c:pt>
                <c:pt idx="6393">
                  <c:v>45111</c:v>
                </c:pt>
                <c:pt idx="6394">
                  <c:v>45112</c:v>
                </c:pt>
                <c:pt idx="6395">
                  <c:v>45113</c:v>
                </c:pt>
                <c:pt idx="6396">
                  <c:v>45114</c:v>
                </c:pt>
                <c:pt idx="6397">
                  <c:v>45115</c:v>
                </c:pt>
                <c:pt idx="6398">
                  <c:v>45116</c:v>
                </c:pt>
                <c:pt idx="6399">
                  <c:v>45117</c:v>
                </c:pt>
                <c:pt idx="6400">
                  <c:v>45118</c:v>
                </c:pt>
                <c:pt idx="6401">
                  <c:v>45119</c:v>
                </c:pt>
                <c:pt idx="6402">
                  <c:v>45120</c:v>
                </c:pt>
                <c:pt idx="6403">
                  <c:v>45121</c:v>
                </c:pt>
                <c:pt idx="6404">
                  <c:v>45122</c:v>
                </c:pt>
                <c:pt idx="6405">
                  <c:v>45123</c:v>
                </c:pt>
                <c:pt idx="6406">
                  <c:v>45124</c:v>
                </c:pt>
                <c:pt idx="6407">
                  <c:v>45125</c:v>
                </c:pt>
                <c:pt idx="6408">
                  <c:v>45126</c:v>
                </c:pt>
                <c:pt idx="6409">
                  <c:v>45127</c:v>
                </c:pt>
                <c:pt idx="6410">
                  <c:v>45128</c:v>
                </c:pt>
                <c:pt idx="6411">
                  <c:v>45129</c:v>
                </c:pt>
                <c:pt idx="6412">
                  <c:v>45130</c:v>
                </c:pt>
                <c:pt idx="6413">
                  <c:v>45131</c:v>
                </c:pt>
                <c:pt idx="6414">
                  <c:v>45132</c:v>
                </c:pt>
                <c:pt idx="6415">
                  <c:v>45133</c:v>
                </c:pt>
                <c:pt idx="6416">
                  <c:v>45134</c:v>
                </c:pt>
                <c:pt idx="6417">
                  <c:v>45135</c:v>
                </c:pt>
                <c:pt idx="6418">
                  <c:v>45136</c:v>
                </c:pt>
                <c:pt idx="6419">
                  <c:v>45137</c:v>
                </c:pt>
                <c:pt idx="6420">
                  <c:v>45138</c:v>
                </c:pt>
                <c:pt idx="6421">
                  <c:v>45139</c:v>
                </c:pt>
                <c:pt idx="6422">
                  <c:v>45140</c:v>
                </c:pt>
                <c:pt idx="6423">
                  <c:v>45141</c:v>
                </c:pt>
                <c:pt idx="6424">
                  <c:v>45142</c:v>
                </c:pt>
                <c:pt idx="6425">
                  <c:v>45143</c:v>
                </c:pt>
                <c:pt idx="6426">
                  <c:v>45144</c:v>
                </c:pt>
                <c:pt idx="6427">
                  <c:v>45145</c:v>
                </c:pt>
                <c:pt idx="6428">
                  <c:v>45146</c:v>
                </c:pt>
                <c:pt idx="6429">
                  <c:v>45147</c:v>
                </c:pt>
                <c:pt idx="6430">
                  <c:v>45148</c:v>
                </c:pt>
                <c:pt idx="6431">
                  <c:v>45149</c:v>
                </c:pt>
                <c:pt idx="6432">
                  <c:v>45150</c:v>
                </c:pt>
                <c:pt idx="6433">
                  <c:v>45151</c:v>
                </c:pt>
                <c:pt idx="6434">
                  <c:v>45152</c:v>
                </c:pt>
                <c:pt idx="6435">
                  <c:v>45153</c:v>
                </c:pt>
                <c:pt idx="6436">
                  <c:v>45154</c:v>
                </c:pt>
                <c:pt idx="6437">
                  <c:v>45155</c:v>
                </c:pt>
                <c:pt idx="6438">
                  <c:v>45156</c:v>
                </c:pt>
                <c:pt idx="6439">
                  <c:v>45157</c:v>
                </c:pt>
                <c:pt idx="6440">
                  <c:v>45158</c:v>
                </c:pt>
                <c:pt idx="6441">
                  <c:v>45159</c:v>
                </c:pt>
                <c:pt idx="6442">
                  <c:v>45160</c:v>
                </c:pt>
                <c:pt idx="6443">
                  <c:v>45161</c:v>
                </c:pt>
                <c:pt idx="6444">
                  <c:v>45162</c:v>
                </c:pt>
                <c:pt idx="6445">
                  <c:v>45163</c:v>
                </c:pt>
                <c:pt idx="6446">
                  <c:v>45164</c:v>
                </c:pt>
                <c:pt idx="6447">
                  <c:v>45165</c:v>
                </c:pt>
                <c:pt idx="6448">
                  <c:v>45166</c:v>
                </c:pt>
                <c:pt idx="6449">
                  <c:v>45167</c:v>
                </c:pt>
                <c:pt idx="6450">
                  <c:v>45168</c:v>
                </c:pt>
                <c:pt idx="6451">
                  <c:v>45169</c:v>
                </c:pt>
                <c:pt idx="6452">
                  <c:v>45170</c:v>
                </c:pt>
                <c:pt idx="6453">
                  <c:v>45171</c:v>
                </c:pt>
                <c:pt idx="6454">
                  <c:v>45172</c:v>
                </c:pt>
                <c:pt idx="6455">
                  <c:v>45173</c:v>
                </c:pt>
                <c:pt idx="6456">
                  <c:v>45174</c:v>
                </c:pt>
                <c:pt idx="6457">
                  <c:v>45175</c:v>
                </c:pt>
                <c:pt idx="6458">
                  <c:v>45176</c:v>
                </c:pt>
                <c:pt idx="6459">
                  <c:v>45177</c:v>
                </c:pt>
                <c:pt idx="6460">
                  <c:v>45178</c:v>
                </c:pt>
                <c:pt idx="6461">
                  <c:v>45179</c:v>
                </c:pt>
                <c:pt idx="6462">
                  <c:v>45180</c:v>
                </c:pt>
                <c:pt idx="6463">
                  <c:v>45181</c:v>
                </c:pt>
                <c:pt idx="6464">
                  <c:v>45182</c:v>
                </c:pt>
                <c:pt idx="6465">
                  <c:v>45183</c:v>
                </c:pt>
                <c:pt idx="6466">
                  <c:v>45184</c:v>
                </c:pt>
                <c:pt idx="6467">
                  <c:v>45185</c:v>
                </c:pt>
                <c:pt idx="6468">
                  <c:v>45186</c:v>
                </c:pt>
                <c:pt idx="6469">
                  <c:v>45187</c:v>
                </c:pt>
                <c:pt idx="6470">
                  <c:v>45188</c:v>
                </c:pt>
                <c:pt idx="6471">
                  <c:v>45189</c:v>
                </c:pt>
                <c:pt idx="6472">
                  <c:v>45190</c:v>
                </c:pt>
                <c:pt idx="6473">
                  <c:v>45191</c:v>
                </c:pt>
                <c:pt idx="6474">
                  <c:v>45192</c:v>
                </c:pt>
                <c:pt idx="6475">
                  <c:v>45193</c:v>
                </c:pt>
                <c:pt idx="6476">
                  <c:v>45194</c:v>
                </c:pt>
                <c:pt idx="6477">
                  <c:v>45195</c:v>
                </c:pt>
                <c:pt idx="6478">
                  <c:v>45196</c:v>
                </c:pt>
                <c:pt idx="6479">
                  <c:v>45197</c:v>
                </c:pt>
                <c:pt idx="6480">
                  <c:v>45198</c:v>
                </c:pt>
                <c:pt idx="6481">
                  <c:v>45199</c:v>
                </c:pt>
                <c:pt idx="6482">
                  <c:v>45200</c:v>
                </c:pt>
                <c:pt idx="6483">
                  <c:v>45201</c:v>
                </c:pt>
                <c:pt idx="6484">
                  <c:v>45202</c:v>
                </c:pt>
                <c:pt idx="6485">
                  <c:v>45203</c:v>
                </c:pt>
                <c:pt idx="6486">
                  <c:v>45204</c:v>
                </c:pt>
                <c:pt idx="6487">
                  <c:v>45205</c:v>
                </c:pt>
                <c:pt idx="6488">
                  <c:v>45206</c:v>
                </c:pt>
                <c:pt idx="6489">
                  <c:v>45207</c:v>
                </c:pt>
                <c:pt idx="6490">
                  <c:v>45208</c:v>
                </c:pt>
                <c:pt idx="6491">
                  <c:v>45209</c:v>
                </c:pt>
                <c:pt idx="6492">
                  <c:v>45210</c:v>
                </c:pt>
                <c:pt idx="6493">
                  <c:v>45211</c:v>
                </c:pt>
                <c:pt idx="6494">
                  <c:v>45212</c:v>
                </c:pt>
                <c:pt idx="6495">
                  <c:v>45213</c:v>
                </c:pt>
                <c:pt idx="6496">
                  <c:v>45214</c:v>
                </c:pt>
                <c:pt idx="6497">
                  <c:v>45215</c:v>
                </c:pt>
                <c:pt idx="6498">
                  <c:v>45216</c:v>
                </c:pt>
                <c:pt idx="6499">
                  <c:v>45217</c:v>
                </c:pt>
                <c:pt idx="6500">
                  <c:v>45218</c:v>
                </c:pt>
                <c:pt idx="6501">
                  <c:v>45219</c:v>
                </c:pt>
                <c:pt idx="6502">
                  <c:v>45220</c:v>
                </c:pt>
                <c:pt idx="6503">
                  <c:v>45221</c:v>
                </c:pt>
                <c:pt idx="6504">
                  <c:v>45222</c:v>
                </c:pt>
                <c:pt idx="6505">
                  <c:v>45223</c:v>
                </c:pt>
                <c:pt idx="6506">
                  <c:v>45224</c:v>
                </c:pt>
                <c:pt idx="6507">
                  <c:v>45225</c:v>
                </c:pt>
                <c:pt idx="6508">
                  <c:v>45226</c:v>
                </c:pt>
                <c:pt idx="6509">
                  <c:v>45227</c:v>
                </c:pt>
                <c:pt idx="6510">
                  <c:v>45228</c:v>
                </c:pt>
                <c:pt idx="6511">
                  <c:v>45229</c:v>
                </c:pt>
                <c:pt idx="6512">
                  <c:v>45230</c:v>
                </c:pt>
                <c:pt idx="6513">
                  <c:v>45231</c:v>
                </c:pt>
                <c:pt idx="6514">
                  <c:v>45232</c:v>
                </c:pt>
                <c:pt idx="6515">
                  <c:v>45233</c:v>
                </c:pt>
                <c:pt idx="6516">
                  <c:v>45234</c:v>
                </c:pt>
                <c:pt idx="6517">
                  <c:v>45235</c:v>
                </c:pt>
                <c:pt idx="6518">
                  <c:v>45236</c:v>
                </c:pt>
                <c:pt idx="6519">
                  <c:v>45237</c:v>
                </c:pt>
                <c:pt idx="6520">
                  <c:v>45238</c:v>
                </c:pt>
                <c:pt idx="6521">
                  <c:v>45239</c:v>
                </c:pt>
                <c:pt idx="6522">
                  <c:v>45240</c:v>
                </c:pt>
                <c:pt idx="6523">
                  <c:v>45241</c:v>
                </c:pt>
                <c:pt idx="6524">
                  <c:v>45242</c:v>
                </c:pt>
                <c:pt idx="6525">
                  <c:v>45243</c:v>
                </c:pt>
                <c:pt idx="6526">
                  <c:v>45244</c:v>
                </c:pt>
                <c:pt idx="6527">
                  <c:v>45245</c:v>
                </c:pt>
                <c:pt idx="6528">
                  <c:v>45246</c:v>
                </c:pt>
                <c:pt idx="6529">
                  <c:v>45247</c:v>
                </c:pt>
                <c:pt idx="6530">
                  <c:v>45248</c:v>
                </c:pt>
                <c:pt idx="6531">
                  <c:v>45249</c:v>
                </c:pt>
                <c:pt idx="6532">
                  <c:v>45250</c:v>
                </c:pt>
                <c:pt idx="6533">
                  <c:v>45251</c:v>
                </c:pt>
                <c:pt idx="6534">
                  <c:v>45252</c:v>
                </c:pt>
                <c:pt idx="6535">
                  <c:v>45253</c:v>
                </c:pt>
                <c:pt idx="6536">
                  <c:v>45254</c:v>
                </c:pt>
                <c:pt idx="6537">
                  <c:v>45255</c:v>
                </c:pt>
                <c:pt idx="6538">
                  <c:v>45256</c:v>
                </c:pt>
                <c:pt idx="6539">
                  <c:v>45257</c:v>
                </c:pt>
                <c:pt idx="6540">
                  <c:v>45258</c:v>
                </c:pt>
                <c:pt idx="6541">
                  <c:v>45259</c:v>
                </c:pt>
                <c:pt idx="6542">
                  <c:v>45260</c:v>
                </c:pt>
                <c:pt idx="6543">
                  <c:v>45261</c:v>
                </c:pt>
                <c:pt idx="6544">
                  <c:v>45262</c:v>
                </c:pt>
                <c:pt idx="6545">
                  <c:v>45263</c:v>
                </c:pt>
                <c:pt idx="6546">
                  <c:v>45264</c:v>
                </c:pt>
                <c:pt idx="6547">
                  <c:v>45265</c:v>
                </c:pt>
                <c:pt idx="6548">
                  <c:v>45266</c:v>
                </c:pt>
                <c:pt idx="6549">
                  <c:v>45267</c:v>
                </c:pt>
                <c:pt idx="6550">
                  <c:v>45268</c:v>
                </c:pt>
                <c:pt idx="6551">
                  <c:v>45269</c:v>
                </c:pt>
                <c:pt idx="6552">
                  <c:v>45270</c:v>
                </c:pt>
                <c:pt idx="6553">
                  <c:v>45271</c:v>
                </c:pt>
                <c:pt idx="6554">
                  <c:v>45272</c:v>
                </c:pt>
                <c:pt idx="6555">
                  <c:v>45273</c:v>
                </c:pt>
                <c:pt idx="6556">
                  <c:v>45274</c:v>
                </c:pt>
                <c:pt idx="6557">
                  <c:v>45275</c:v>
                </c:pt>
                <c:pt idx="6558">
                  <c:v>45276</c:v>
                </c:pt>
                <c:pt idx="6559">
                  <c:v>45277</c:v>
                </c:pt>
                <c:pt idx="6560">
                  <c:v>45278</c:v>
                </c:pt>
                <c:pt idx="6561">
                  <c:v>45279</c:v>
                </c:pt>
                <c:pt idx="6562">
                  <c:v>45280</c:v>
                </c:pt>
                <c:pt idx="6563">
                  <c:v>45281</c:v>
                </c:pt>
                <c:pt idx="6564">
                  <c:v>45282</c:v>
                </c:pt>
                <c:pt idx="6565">
                  <c:v>45283</c:v>
                </c:pt>
                <c:pt idx="6566">
                  <c:v>45284</c:v>
                </c:pt>
                <c:pt idx="6567">
                  <c:v>45285</c:v>
                </c:pt>
                <c:pt idx="6568">
                  <c:v>45286</c:v>
                </c:pt>
                <c:pt idx="6569">
                  <c:v>45287</c:v>
                </c:pt>
                <c:pt idx="6570">
                  <c:v>45288</c:v>
                </c:pt>
                <c:pt idx="6571">
                  <c:v>45289</c:v>
                </c:pt>
                <c:pt idx="6572">
                  <c:v>45290</c:v>
                </c:pt>
                <c:pt idx="6573">
                  <c:v>45291</c:v>
                </c:pt>
                <c:pt idx="6574">
                  <c:v>45292</c:v>
                </c:pt>
                <c:pt idx="6575">
                  <c:v>45293</c:v>
                </c:pt>
                <c:pt idx="6576">
                  <c:v>45294</c:v>
                </c:pt>
                <c:pt idx="6577">
                  <c:v>45295</c:v>
                </c:pt>
                <c:pt idx="6578">
                  <c:v>45296</c:v>
                </c:pt>
                <c:pt idx="6579">
                  <c:v>45297</c:v>
                </c:pt>
                <c:pt idx="6580">
                  <c:v>45298</c:v>
                </c:pt>
                <c:pt idx="6581">
                  <c:v>45299</c:v>
                </c:pt>
                <c:pt idx="6582">
                  <c:v>45300</c:v>
                </c:pt>
                <c:pt idx="6583">
                  <c:v>45301</c:v>
                </c:pt>
                <c:pt idx="6584">
                  <c:v>45302</c:v>
                </c:pt>
                <c:pt idx="6585">
                  <c:v>45303</c:v>
                </c:pt>
                <c:pt idx="6586">
                  <c:v>45304</c:v>
                </c:pt>
                <c:pt idx="6587">
                  <c:v>45305</c:v>
                </c:pt>
                <c:pt idx="6588">
                  <c:v>45306</c:v>
                </c:pt>
                <c:pt idx="6589">
                  <c:v>45307</c:v>
                </c:pt>
                <c:pt idx="6590">
                  <c:v>45308</c:v>
                </c:pt>
                <c:pt idx="6591">
                  <c:v>45309</c:v>
                </c:pt>
                <c:pt idx="6592">
                  <c:v>45310</c:v>
                </c:pt>
                <c:pt idx="6593">
                  <c:v>45311</c:v>
                </c:pt>
                <c:pt idx="6594">
                  <c:v>45312</c:v>
                </c:pt>
                <c:pt idx="6595">
                  <c:v>45313</c:v>
                </c:pt>
                <c:pt idx="6596">
                  <c:v>45314</c:v>
                </c:pt>
                <c:pt idx="6597">
                  <c:v>45315</c:v>
                </c:pt>
                <c:pt idx="6598">
                  <c:v>45316</c:v>
                </c:pt>
                <c:pt idx="6599">
                  <c:v>45317</c:v>
                </c:pt>
                <c:pt idx="6600">
                  <c:v>45318</c:v>
                </c:pt>
                <c:pt idx="6601">
                  <c:v>45319</c:v>
                </c:pt>
                <c:pt idx="6602">
                  <c:v>45320</c:v>
                </c:pt>
                <c:pt idx="6603">
                  <c:v>45321</c:v>
                </c:pt>
                <c:pt idx="6604">
                  <c:v>45322</c:v>
                </c:pt>
                <c:pt idx="6605">
                  <c:v>45323</c:v>
                </c:pt>
                <c:pt idx="6606">
                  <c:v>45324</c:v>
                </c:pt>
                <c:pt idx="6607">
                  <c:v>45325</c:v>
                </c:pt>
                <c:pt idx="6608">
                  <c:v>45326</c:v>
                </c:pt>
                <c:pt idx="6609">
                  <c:v>45327</c:v>
                </c:pt>
                <c:pt idx="6610">
                  <c:v>45328</c:v>
                </c:pt>
                <c:pt idx="6611">
                  <c:v>45329</c:v>
                </c:pt>
                <c:pt idx="6612">
                  <c:v>45330</c:v>
                </c:pt>
                <c:pt idx="6613">
                  <c:v>45331</c:v>
                </c:pt>
                <c:pt idx="6614">
                  <c:v>45332</c:v>
                </c:pt>
                <c:pt idx="6615">
                  <c:v>45333</c:v>
                </c:pt>
                <c:pt idx="6616">
                  <c:v>45334</c:v>
                </c:pt>
                <c:pt idx="6617">
                  <c:v>45335</c:v>
                </c:pt>
                <c:pt idx="6618">
                  <c:v>45336</c:v>
                </c:pt>
                <c:pt idx="6619">
                  <c:v>45337</c:v>
                </c:pt>
                <c:pt idx="6620">
                  <c:v>45338</c:v>
                </c:pt>
                <c:pt idx="6621">
                  <c:v>45339</c:v>
                </c:pt>
                <c:pt idx="6622">
                  <c:v>45340</c:v>
                </c:pt>
                <c:pt idx="6623">
                  <c:v>45341</c:v>
                </c:pt>
                <c:pt idx="6624">
                  <c:v>45342</c:v>
                </c:pt>
                <c:pt idx="6625">
                  <c:v>45343</c:v>
                </c:pt>
                <c:pt idx="6626">
                  <c:v>45344</c:v>
                </c:pt>
                <c:pt idx="6627">
                  <c:v>45345</c:v>
                </c:pt>
                <c:pt idx="6628">
                  <c:v>45346</c:v>
                </c:pt>
                <c:pt idx="6629">
                  <c:v>45347</c:v>
                </c:pt>
                <c:pt idx="6630">
                  <c:v>45348</c:v>
                </c:pt>
                <c:pt idx="6631">
                  <c:v>45349</c:v>
                </c:pt>
                <c:pt idx="6632">
                  <c:v>45350</c:v>
                </c:pt>
                <c:pt idx="6633">
                  <c:v>45351</c:v>
                </c:pt>
                <c:pt idx="6634">
                  <c:v>45352</c:v>
                </c:pt>
                <c:pt idx="6635">
                  <c:v>45353</c:v>
                </c:pt>
                <c:pt idx="6636">
                  <c:v>45354</c:v>
                </c:pt>
              </c:numCache>
            </c:numRef>
          </c:cat>
          <c:val>
            <c:numRef>
              <c:f>价差走势表!$AU$2:$AU$6638</c:f>
              <c:numCache>
                <c:formatCode>General</c:formatCode>
                <c:ptCount val="6637"/>
                <c:pt idx="381" formatCode="0_);[Red]\(0\)">
                  <c:v>3322.5714285714284</c:v>
                </c:pt>
                <c:pt idx="382" formatCode="0_);[Red]\(0\)">
                  <c:v>3172.5714285714284</c:v>
                </c:pt>
                <c:pt idx="383" formatCode="0_);[Red]\(0\)">
                  <c:v>3172.5714285714284</c:v>
                </c:pt>
                <c:pt idx="384" formatCode="0_);[Red]\(0\)">
                  <c:v>3172.5714285714284</c:v>
                </c:pt>
                <c:pt idx="385" formatCode="0_);[Red]\(0\)">
                  <c:v>3172.5714285714284</c:v>
                </c:pt>
                <c:pt idx="386" formatCode="0_);[Red]\(0\)">
                  <c:v>3172.5714285714284</c:v>
                </c:pt>
                <c:pt idx="387" formatCode="0_);[Red]\(0\)">
                  <c:v>3172.5714285714284</c:v>
                </c:pt>
                <c:pt idx="388" formatCode="0_);[Red]\(0\)">
                  <c:v>3172.5714285714284</c:v>
                </c:pt>
                <c:pt idx="389" formatCode="0_);[Red]\(0\)">
                  <c:v>3012.5714285714284</c:v>
                </c:pt>
                <c:pt idx="390" formatCode="0_);[Red]\(0\)">
                  <c:v>3012.5714285714284</c:v>
                </c:pt>
                <c:pt idx="391" formatCode="0_);[Red]\(0\)">
                  <c:v>3012.5714285714284</c:v>
                </c:pt>
                <c:pt idx="392" formatCode="0_);[Red]\(0\)">
                  <c:v>3012.5714285714284</c:v>
                </c:pt>
                <c:pt idx="393" formatCode="0_);[Red]\(0\)">
                  <c:v>3012.5714285714284</c:v>
                </c:pt>
                <c:pt idx="394" formatCode="0_);[Red]\(0\)">
                  <c:v>3012.5714285714284</c:v>
                </c:pt>
                <c:pt idx="395" formatCode="0_);[Red]\(0\)">
                  <c:v>3012.5714285714284</c:v>
                </c:pt>
                <c:pt idx="396" formatCode="0_);[Red]\(0\)">
                  <c:v>2908.5714285714284</c:v>
                </c:pt>
                <c:pt idx="397" formatCode="0_);[Red]\(0\)">
                  <c:v>2908.5714285714284</c:v>
                </c:pt>
                <c:pt idx="398" formatCode="0_);[Red]\(0\)">
                  <c:v>2908.5714285714284</c:v>
                </c:pt>
                <c:pt idx="399" formatCode="0_);[Red]\(0\)">
                  <c:v>2908.5714285714284</c:v>
                </c:pt>
                <c:pt idx="400" formatCode="0_);[Red]\(0\)">
                  <c:v>2908.5714285714284</c:v>
                </c:pt>
                <c:pt idx="401" formatCode="0_);[Red]\(0\)">
                  <c:v>2908.5714285714284</c:v>
                </c:pt>
                <c:pt idx="402" formatCode="0_);[Red]\(0\)">
                  <c:v>2858.5714285714284</c:v>
                </c:pt>
                <c:pt idx="403" formatCode="0_);[Red]\(0\)">
                  <c:v>2858.5714285714284</c:v>
                </c:pt>
                <c:pt idx="404" formatCode="0_);[Red]\(0\)">
                  <c:v>2858.5714285714284</c:v>
                </c:pt>
                <c:pt idx="405" formatCode="0_);[Red]\(0\)">
                  <c:v>2858.5714285714284</c:v>
                </c:pt>
                <c:pt idx="406" formatCode="0_);[Red]\(0\)">
                  <c:v>2858.5714285714284</c:v>
                </c:pt>
                <c:pt idx="407" formatCode="0_);[Red]\(0\)">
                  <c:v>2858.5714285714284</c:v>
                </c:pt>
                <c:pt idx="408" formatCode="0_);[Red]\(0\)">
                  <c:v>2858.5714285714284</c:v>
                </c:pt>
                <c:pt idx="409" formatCode="0_);[Red]\(0\)">
                  <c:v>3208.5714285714284</c:v>
                </c:pt>
                <c:pt idx="410" formatCode="0_);[Red]\(0\)">
                  <c:v>3208.5714285714284</c:v>
                </c:pt>
                <c:pt idx="411" formatCode="0_);[Red]\(0\)">
                  <c:v>3208.5714285714284</c:v>
                </c:pt>
                <c:pt idx="412" formatCode="0_);[Red]\(0\)">
                  <c:v>3208.5714285714284</c:v>
                </c:pt>
                <c:pt idx="413" formatCode="0_);[Red]\(0\)">
                  <c:v>3208.5714285714284</c:v>
                </c:pt>
                <c:pt idx="414" formatCode="0_);[Red]\(0\)">
                  <c:v>3208.5714285714284</c:v>
                </c:pt>
                <c:pt idx="415" formatCode="0_);[Red]\(0\)">
                  <c:v>3208.5714285714284</c:v>
                </c:pt>
                <c:pt idx="416" formatCode="0_);[Red]\(0\)">
                  <c:v>3208.5714285714284</c:v>
                </c:pt>
                <c:pt idx="417" formatCode="0_);[Red]\(0\)">
                  <c:v>3208.5714285714284</c:v>
                </c:pt>
                <c:pt idx="418" formatCode="0_);[Red]\(0\)">
                  <c:v>3208.5714285714284</c:v>
                </c:pt>
                <c:pt idx="419" formatCode="0_);[Red]\(0\)">
                  <c:v>3208.5714285714284</c:v>
                </c:pt>
                <c:pt idx="420" formatCode="0_);[Red]\(0\)">
                  <c:v>3208.5714285714284</c:v>
                </c:pt>
                <c:pt idx="421" formatCode="0_);[Red]\(0\)">
                  <c:v>3208.5714285714284</c:v>
                </c:pt>
                <c:pt idx="422" formatCode="0_);[Red]\(0\)">
                  <c:v>3208.5714285714284</c:v>
                </c:pt>
                <c:pt idx="423" formatCode="0_);[Red]\(0\)">
                  <c:v>3208.5714285714284</c:v>
                </c:pt>
                <c:pt idx="424" formatCode="0_);[Red]\(0\)">
                  <c:v>3208.5714285714284</c:v>
                </c:pt>
                <c:pt idx="425" formatCode="0_);[Red]\(0\)">
                  <c:v>3208.5714285714284</c:v>
                </c:pt>
                <c:pt idx="426" formatCode="0_);[Red]\(0\)">
                  <c:v>3208.5714285714284</c:v>
                </c:pt>
                <c:pt idx="427" formatCode="0_);[Red]\(0\)">
                  <c:v>3208.5714285714284</c:v>
                </c:pt>
                <c:pt idx="428" formatCode="0_);[Red]\(0\)">
                  <c:v>3208.5714285714284</c:v>
                </c:pt>
                <c:pt idx="429" formatCode="0_);[Red]\(0\)">
                  <c:v>3208.5714285714284</c:v>
                </c:pt>
                <c:pt idx="430" formatCode="0_);[Red]\(0\)">
                  <c:v>3208.5714285714284</c:v>
                </c:pt>
                <c:pt idx="431" formatCode="0_);[Red]\(0\)">
                  <c:v>3258.5714285714284</c:v>
                </c:pt>
                <c:pt idx="432" formatCode="0_);[Red]\(0\)">
                  <c:v>3258.5714285714284</c:v>
                </c:pt>
                <c:pt idx="433" formatCode="0_);[Red]\(0\)">
                  <c:v>3258.5714285714284</c:v>
                </c:pt>
                <c:pt idx="434" formatCode="0_);[Red]\(0\)">
                  <c:v>3258.5714285714284</c:v>
                </c:pt>
                <c:pt idx="435" formatCode="0_);[Red]\(0\)">
                  <c:v>3258.5714285714284</c:v>
                </c:pt>
                <c:pt idx="436" formatCode="0_);[Red]\(0\)">
                  <c:v>3258.5714285714284</c:v>
                </c:pt>
                <c:pt idx="437" formatCode="0_);[Red]\(0\)">
                  <c:v>3258.5714285714284</c:v>
                </c:pt>
                <c:pt idx="438" formatCode="0_);[Red]\(0\)">
                  <c:v>3908.5714285714284</c:v>
                </c:pt>
                <c:pt idx="439" formatCode="0_);[Red]\(0\)">
                  <c:v>3908.5714285714284</c:v>
                </c:pt>
                <c:pt idx="440" formatCode="0_);[Red]\(0\)">
                  <c:v>3908.5714285714284</c:v>
                </c:pt>
                <c:pt idx="441" formatCode="0_);[Red]\(0\)">
                  <c:v>3908.5714285714284</c:v>
                </c:pt>
                <c:pt idx="442" formatCode="0_);[Red]\(0\)">
                  <c:v>3908.5714285714284</c:v>
                </c:pt>
                <c:pt idx="443" formatCode="0_);[Red]\(0\)">
                  <c:v>3908.5714285714284</c:v>
                </c:pt>
                <c:pt idx="444" formatCode="0_);[Red]\(0\)">
                  <c:v>3908.5714285714284</c:v>
                </c:pt>
                <c:pt idx="445" formatCode="0_);[Red]\(0\)">
                  <c:v>3908.5714285714284</c:v>
                </c:pt>
                <c:pt idx="446" formatCode="0_);[Red]\(0\)">
                  <c:v>3308.5714285714284</c:v>
                </c:pt>
                <c:pt idx="447" formatCode="0_);[Red]\(0\)">
                  <c:v>3308.5714285714284</c:v>
                </c:pt>
                <c:pt idx="448" formatCode="0_);[Red]\(0\)">
                  <c:v>3308.5714285714284</c:v>
                </c:pt>
                <c:pt idx="449" formatCode="0_);[Red]\(0\)">
                  <c:v>3308.5714285714284</c:v>
                </c:pt>
                <c:pt idx="450" formatCode="0_);[Red]\(0\)">
                  <c:v>3308.5714285714284</c:v>
                </c:pt>
                <c:pt idx="451" formatCode="0_);[Red]\(0\)">
                  <c:v>3308.5714285714284</c:v>
                </c:pt>
                <c:pt idx="452" formatCode="0_);[Red]\(0\)">
                  <c:v>3308.5714285714284</c:v>
                </c:pt>
                <c:pt idx="453" formatCode="0_);[Red]\(0\)">
                  <c:v>3308.5714285714284</c:v>
                </c:pt>
                <c:pt idx="454" formatCode="0_);[Red]\(0\)">
                  <c:v>3308.5714285714284</c:v>
                </c:pt>
                <c:pt idx="455" formatCode="0_);[Red]\(0\)">
                  <c:v>3372.5714285714284</c:v>
                </c:pt>
                <c:pt idx="456" formatCode="0_);[Red]\(0\)">
                  <c:v>3372.5714285714284</c:v>
                </c:pt>
                <c:pt idx="457" formatCode="0_);[Red]\(0\)">
                  <c:v>3372.5714285714284</c:v>
                </c:pt>
                <c:pt idx="458" formatCode="0_);[Red]\(0\)">
                  <c:v>3372.5714285714284</c:v>
                </c:pt>
                <c:pt idx="459" formatCode="0_);[Red]\(0\)">
                  <c:v>3372.5714285714284</c:v>
                </c:pt>
                <c:pt idx="460" formatCode="0_);[Red]\(0\)">
                  <c:v>3372.5714285714284</c:v>
                </c:pt>
                <c:pt idx="461" formatCode="0_);[Red]\(0\)">
                  <c:v>3372.5714285714284</c:v>
                </c:pt>
                <c:pt idx="462" formatCode="0_);[Red]\(0\)">
                  <c:v>3372.5714285714284</c:v>
                </c:pt>
                <c:pt idx="463" formatCode="0_);[Red]\(0\)">
                  <c:v>3172.5714285714284</c:v>
                </c:pt>
                <c:pt idx="464" formatCode="0_);[Red]\(0\)">
                  <c:v>3172.5714285714284</c:v>
                </c:pt>
                <c:pt idx="465" formatCode="0_);[Red]\(0\)">
                  <c:v>3172.5714285714284</c:v>
                </c:pt>
                <c:pt idx="466" formatCode="0_);[Red]\(0\)">
                  <c:v>3172.5714285714284</c:v>
                </c:pt>
                <c:pt idx="467" formatCode="0_);[Red]\(0\)">
                  <c:v>3272.5714285714284</c:v>
                </c:pt>
                <c:pt idx="468" formatCode="0_);[Red]\(0\)">
                  <c:v>3272.5714285714284</c:v>
                </c:pt>
                <c:pt idx="469" formatCode="0_);[Red]\(0\)">
                  <c:v>3272.5714285714284</c:v>
                </c:pt>
                <c:pt idx="470" formatCode="0_);[Red]\(0\)">
                  <c:v>3272.5714285714284</c:v>
                </c:pt>
                <c:pt idx="471" formatCode="0_);[Red]\(0\)">
                  <c:v>3272.5714285714284</c:v>
                </c:pt>
                <c:pt idx="472" formatCode="0_);[Red]\(0\)">
                  <c:v>3272.5714285714284</c:v>
                </c:pt>
                <c:pt idx="473" formatCode="0_);[Red]\(0\)">
                  <c:v>3172.5714285714284</c:v>
                </c:pt>
                <c:pt idx="474" formatCode="0_);[Red]\(0\)">
                  <c:v>3272.5714285714284</c:v>
                </c:pt>
                <c:pt idx="475" formatCode="0_);[Red]\(0\)">
                  <c:v>3272.5714285714284</c:v>
                </c:pt>
                <c:pt idx="476" formatCode="0_);[Red]\(0\)">
                  <c:v>3272.5714285714284</c:v>
                </c:pt>
                <c:pt idx="477" formatCode="0_);[Red]\(0\)">
                  <c:v>3272.5714285714284</c:v>
                </c:pt>
                <c:pt idx="478" formatCode="0_);[Red]\(0\)">
                  <c:v>3272.5714285714284</c:v>
                </c:pt>
                <c:pt idx="479" formatCode="0_);[Red]\(0\)">
                  <c:v>2972.5714285714284</c:v>
                </c:pt>
                <c:pt idx="480" formatCode="0_);[Red]\(0\)">
                  <c:v>2972.5714285714284</c:v>
                </c:pt>
                <c:pt idx="481" formatCode="0_);[Red]\(0\)">
                  <c:v>2972.5714285714284</c:v>
                </c:pt>
                <c:pt idx="482" formatCode="0_);[Red]\(0\)">
                  <c:v>2972.5714285714284</c:v>
                </c:pt>
                <c:pt idx="483" formatCode="0_);[Red]\(0\)">
                  <c:v>2972.5714285714284</c:v>
                </c:pt>
                <c:pt idx="484" formatCode="0_);[Red]\(0\)">
                  <c:v>2972.5714285714284</c:v>
                </c:pt>
                <c:pt idx="485" formatCode="0_);[Red]\(0\)">
                  <c:v>3100.5714285714284</c:v>
                </c:pt>
                <c:pt idx="486" formatCode="0_);[Red]\(0\)">
                  <c:v>3100.5714285714284</c:v>
                </c:pt>
                <c:pt idx="487" formatCode="0_);[Red]\(0\)">
                  <c:v>3100.5714285714284</c:v>
                </c:pt>
                <c:pt idx="488" formatCode="0_);[Red]\(0\)">
                  <c:v>3100.5714285714284</c:v>
                </c:pt>
                <c:pt idx="489" formatCode="0_);[Red]\(0\)">
                  <c:v>3100.5714285714284</c:v>
                </c:pt>
                <c:pt idx="490" formatCode="0_);[Red]\(0\)">
                  <c:v>3100.5714285714284</c:v>
                </c:pt>
                <c:pt idx="491" formatCode="0_);[Red]\(0\)">
                  <c:v>3100.5714285714284</c:v>
                </c:pt>
                <c:pt idx="492" formatCode="0_);[Red]\(0\)">
                  <c:v>3100.5714285714284</c:v>
                </c:pt>
                <c:pt idx="493" formatCode="0_);[Red]\(0\)">
                  <c:v>3100.5714285714284</c:v>
                </c:pt>
                <c:pt idx="494" formatCode="0_);[Red]\(0\)">
                  <c:v>3100.5714285714284</c:v>
                </c:pt>
                <c:pt idx="495" formatCode="0_);[Red]\(0\)">
                  <c:v>3100.5714285714284</c:v>
                </c:pt>
                <c:pt idx="496" formatCode="0_);[Red]\(0\)">
                  <c:v>3100.5714285714284</c:v>
                </c:pt>
                <c:pt idx="497" formatCode="0_);[Red]\(0\)">
                  <c:v>3100.5714285714284</c:v>
                </c:pt>
                <c:pt idx="498" formatCode="0_);[Red]\(0\)">
                  <c:v>3100.5714285714284</c:v>
                </c:pt>
                <c:pt idx="499" formatCode="0_);[Red]\(0\)">
                  <c:v>3100.5714285714284</c:v>
                </c:pt>
                <c:pt idx="500" formatCode="0_);[Red]\(0\)">
                  <c:v>3100.5714285714284</c:v>
                </c:pt>
                <c:pt idx="501" formatCode="0_);[Red]\(0\)">
                  <c:v>3100.5714285714284</c:v>
                </c:pt>
                <c:pt idx="502" formatCode="0_);[Red]\(0\)">
                  <c:v>3100.5714285714284</c:v>
                </c:pt>
                <c:pt idx="503" formatCode="0_);[Red]\(0\)">
                  <c:v>3100.5714285714284</c:v>
                </c:pt>
                <c:pt idx="504" formatCode="0_);[Red]\(0\)">
                  <c:v>3100.5714285714284</c:v>
                </c:pt>
                <c:pt idx="505" formatCode="0_);[Red]\(0\)">
                  <c:v>3100.5714285714284</c:v>
                </c:pt>
                <c:pt idx="506" formatCode="0_);[Red]\(0\)">
                  <c:v>3100.5714285714284</c:v>
                </c:pt>
                <c:pt idx="507" formatCode="0_);[Red]\(0\)">
                  <c:v>3100.5714285714284</c:v>
                </c:pt>
                <c:pt idx="508" formatCode="0_);[Red]\(0\)">
                  <c:v>3050.5714285714284</c:v>
                </c:pt>
                <c:pt idx="509" formatCode="0_);[Red]\(0\)">
                  <c:v>3100.5714285714284</c:v>
                </c:pt>
                <c:pt idx="510" formatCode="0_);[Red]\(0\)">
                  <c:v>3100.5714285714284</c:v>
                </c:pt>
                <c:pt idx="511" formatCode="0_);[Red]\(0\)">
                  <c:v>3100.5714285714284</c:v>
                </c:pt>
                <c:pt idx="512" formatCode="0_);[Red]\(0\)">
                  <c:v>3100.5714285714284</c:v>
                </c:pt>
                <c:pt idx="513" formatCode="0_);[Red]\(0\)">
                  <c:v>3100.5714285714284</c:v>
                </c:pt>
                <c:pt idx="514" formatCode="0_);[Red]\(0\)">
                  <c:v>3100.5714285714284</c:v>
                </c:pt>
                <c:pt idx="515" formatCode="0_);[Red]\(0\)">
                  <c:v>3000.5714285714284</c:v>
                </c:pt>
                <c:pt idx="516" formatCode="0_);[Red]\(0\)">
                  <c:v>3000.5714285714284</c:v>
                </c:pt>
                <c:pt idx="517" formatCode="0_);[Red]\(0\)">
                  <c:v>3000.5714285714284</c:v>
                </c:pt>
                <c:pt idx="518" formatCode="0_);[Red]\(0\)">
                  <c:v>3000.5714285714284</c:v>
                </c:pt>
                <c:pt idx="519" formatCode="0_);[Red]\(0\)">
                  <c:v>3000.5714285714284</c:v>
                </c:pt>
                <c:pt idx="520" formatCode="0_);[Red]\(0\)">
                  <c:v>3000.5714285714284</c:v>
                </c:pt>
                <c:pt idx="521" formatCode="0_);[Red]\(0\)">
                  <c:v>3000.5714285714284</c:v>
                </c:pt>
                <c:pt idx="522" formatCode="0_);[Red]\(0\)">
                  <c:v>3000.5714285714284</c:v>
                </c:pt>
                <c:pt idx="523" formatCode="0_);[Red]\(0\)">
                  <c:v>3400.5714285714284</c:v>
                </c:pt>
                <c:pt idx="524" formatCode="0_);[Red]\(0\)">
                  <c:v>3400.5714285714284</c:v>
                </c:pt>
                <c:pt idx="525" formatCode="0_);[Red]\(0\)">
                  <c:v>3400.5714285714284</c:v>
                </c:pt>
                <c:pt idx="526" formatCode="0_);[Red]\(0\)">
                  <c:v>3400.5714285714284</c:v>
                </c:pt>
                <c:pt idx="527" formatCode="0_);[Red]\(0\)">
                  <c:v>3400.5714285714284</c:v>
                </c:pt>
                <c:pt idx="528" formatCode="0_);[Red]\(0\)">
                  <c:v>3400.5714285714284</c:v>
                </c:pt>
                <c:pt idx="529" formatCode="0_);[Red]\(0\)">
                  <c:v>3400.5714285714284</c:v>
                </c:pt>
                <c:pt idx="530" formatCode="0_);[Red]\(0\)">
                  <c:v>3400.5714285714284</c:v>
                </c:pt>
                <c:pt idx="531" formatCode="0_);[Red]\(0\)">
                  <c:v>3400.5714285714284</c:v>
                </c:pt>
                <c:pt idx="532" formatCode="0_);[Red]\(0\)">
                  <c:v>3400.5714285714284</c:v>
                </c:pt>
                <c:pt idx="533" formatCode="0_);[Red]\(0\)">
                  <c:v>3400.5714285714284</c:v>
                </c:pt>
                <c:pt idx="534" formatCode="0_);[Red]\(0\)">
                  <c:v>3400.5714285714284</c:v>
                </c:pt>
                <c:pt idx="535" formatCode="0_);[Red]\(0\)">
                  <c:v>3400.5714285714284</c:v>
                </c:pt>
                <c:pt idx="536" formatCode="0_);[Red]\(0\)">
                  <c:v>3400.5714285714284</c:v>
                </c:pt>
                <c:pt idx="537" formatCode="0_);[Red]\(0\)">
                  <c:v>3100.5714285714284</c:v>
                </c:pt>
                <c:pt idx="538" formatCode="0_);[Red]\(0\)">
                  <c:v>3100.5714285714284</c:v>
                </c:pt>
                <c:pt idx="539" formatCode="0_);[Red]\(0\)">
                  <c:v>3100.5714285714284</c:v>
                </c:pt>
                <c:pt idx="540" formatCode="0_);[Red]\(0\)">
                  <c:v>3100.5714285714284</c:v>
                </c:pt>
                <c:pt idx="541" formatCode="0_);[Red]\(0\)">
                  <c:v>3100.5714285714284</c:v>
                </c:pt>
                <c:pt idx="542" formatCode="0_);[Red]\(0\)">
                  <c:v>3300.5714285714284</c:v>
                </c:pt>
                <c:pt idx="543" formatCode="0_);[Red]\(0\)">
                  <c:v>3300.5714285714284</c:v>
                </c:pt>
                <c:pt idx="544" formatCode="0_);[Red]\(0\)">
                  <c:v>3300.5714285714284</c:v>
                </c:pt>
                <c:pt idx="545" formatCode="0_);[Red]\(0\)">
                  <c:v>3300.5714285714284</c:v>
                </c:pt>
                <c:pt idx="546" formatCode="0_);[Red]\(0\)">
                  <c:v>3300.5714285714284</c:v>
                </c:pt>
                <c:pt idx="547" formatCode="0_);[Red]\(0\)">
                  <c:v>3300.5714285714284</c:v>
                </c:pt>
                <c:pt idx="548" formatCode="0_);[Red]\(0\)">
                  <c:v>3300.5714285714284</c:v>
                </c:pt>
                <c:pt idx="549" formatCode="0_);[Red]\(0\)">
                  <c:v>3300.5714285714284</c:v>
                </c:pt>
                <c:pt idx="550" formatCode="0_);[Red]\(0\)">
                  <c:v>3300.5714285714284</c:v>
                </c:pt>
                <c:pt idx="551" formatCode="0_);[Red]\(0\)">
                  <c:v>3300.5714285714284</c:v>
                </c:pt>
                <c:pt idx="552" formatCode="0_);[Red]\(0\)">
                  <c:v>3300.5714285714284</c:v>
                </c:pt>
                <c:pt idx="553" formatCode="0_);[Red]\(0\)">
                  <c:v>3300.5714285714284</c:v>
                </c:pt>
                <c:pt idx="554" formatCode="0_);[Red]\(0\)">
                  <c:v>3300.5714285714284</c:v>
                </c:pt>
                <c:pt idx="555" formatCode="0_);[Red]\(0\)">
                  <c:v>3300.5714285714284</c:v>
                </c:pt>
                <c:pt idx="556" formatCode="0_);[Red]\(0\)">
                  <c:v>3300.5714285714284</c:v>
                </c:pt>
                <c:pt idx="557" formatCode="0_);[Red]\(0\)">
                  <c:v>3300.5714285714284</c:v>
                </c:pt>
                <c:pt idx="558" formatCode="0_);[Red]\(0\)">
                  <c:v>3300.5714285714284</c:v>
                </c:pt>
                <c:pt idx="559" formatCode="0_);[Red]\(0\)">
                  <c:v>3300.5714285714284</c:v>
                </c:pt>
                <c:pt idx="560" formatCode="0_);[Red]\(0\)">
                  <c:v>3300.5714285714284</c:v>
                </c:pt>
                <c:pt idx="561" formatCode="0_);[Red]\(0\)">
                  <c:v>12300.571428571428</c:v>
                </c:pt>
                <c:pt idx="562" formatCode="0_);[Red]\(0\)">
                  <c:v>12300.571428571428</c:v>
                </c:pt>
                <c:pt idx="563" formatCode="0_);[Red]\(0\)">
                  <c:v>12300.571428571428</c:v>
                </c:pt>
                <c:pt idx="564" formatCode="0_);[Red]\(0\)">
                  <c:v>11900.571428571428</c:v>
                </c:pt>
                <c:pt idx="565" formatCode="0_);[Red]\(0\)">
                  <c:v>11900.571428571428</c:v>
                </c:pt>
                <c:pt idx="566" formatCode="0_);[Red]\(0\)">
                  <c:v>11900.571428571428</c:v>
                </c:pt>
                <c:pt idx="567" formatCode="0_);[Red]\(0\)">
                  <c:v>11900.571428571428</c:v>
                </c:pt>
                <c:pt idx="568" formatCode="0_);[Red]\(0\)">
                  <c:v>11900.571428571428</c:v>
                </c:pt>
                <c:pt idx="569" formatCode="0_);[Red]\(0\)">
                  <c:v>11900.571428571428</c:v>
                </c:pt>
                <c:pt idx="570" formatCode="0_);[Red]\(0\)">
                  <c:v>11900.571428571428</c:v>
                </c:pt>
                <c:pt idx="571" formatCode="0_);[Red]\(0\)">
                  <c:v>11900.571428571428</c:v>
                </c:pt>
                <c:pt idx="572" formatCode="0_);[Red]\(0\)">
                  <c:v>11900.571428571428</c:v>
                </c:pt>
                <c:pt idx="573" formatCode="0_);[Red]\(0\)">
                  <c:v>11900.571428571428</c:v>
                </c:pt>
                <c:pt idx="574" formatCode="0_);[Red]\(0\)">
                  <c:v>11900.571428571428</c:v>
                </c:pt>
                <c:pt idx="575" formatCode="0_);[Red]\(0\)">
                  <c:v>11900.571428571428</c:v>
                </c:pt>
                <c:pt idx="576" formatCode="0_);[Red]\(0\)">
                  <c:v>11900.571428571428</c:v>
                </c:pt>
                <c:pt idx="577" formatCode="0_);[Red]\(0\)">
                  <c:v>11900.571428571428</c:v>
                </c:pt>
                <c:pt idx="578" formatCode="0_);[Red]\(0\)">
                  <c:v>12400.571428571428</c:v>
                </c:pt>
                <c:pt idx="579" formatCode="0_);[Red]\(0\)">
                  <c:v>11900.571428571428</c:v>
                </c:pt>
                <c:pt idx="580" formatCode="0_);[Red]\(0\)">
                  <c:v>11900.571428571428</c:v>
                </c:pt>
                <c:pt idx="581" formatCode="0_);[Red]\(0\)">
                  <c:v>11900.571428571428</c:v>
                </c:pt>
                <c:pt idx="582" formatCode="0_);[Red]\(0\)">
                  <c:v>12400.571428571428</c:v>
                </c:pt>
                <c:pt idx="583" formatCode="0_);[Red]\(0\)">
                  <c:v>12400.571428571428</c:v>
                </c:pt>
                <c:pt idx="584" formatCode="0_);[Red]\(0\)">
                  <c:v>12400.571428571428</c:v>
                </c:pt>
                <c:pt idx="585" formatCode="0_);[Red]\(0\)">
                  <c:v>12400.571428571428</c:v>
                </c:pt>
                <c:pt idx="586" formatCode="0_);[Red]\(0\)">
                  <c:v>12400.571428571428</c:v>
                </c:pt>
                <c:pt idx="587" formatCode="0_);[Red]\(0\)">
                  <c:v>12400.571428571428</c:v>
                </c:pt>
                <c:pt idx="588" formatCode="0_);[Red]\(0\)">
                  <c:v>12400.571428571428</c:v>
                </c:pt>
                <c:pt idx="589" formatCode="0_);[Red]\(0\)">
                  <c:v>12400.571428571428</c:v>
                </c:pt>
                <c:pt idx="590" formatCode="0_);[Red]\(0\)">
                  <c:v>12400.571428571428</c:v>
                </c:pt>
                <c:pt idx="591" formatCode="0_);[Red]\(0\)">
                  <c:v>10800.571428571428</c:v>
                </c:pt>
                <c:pt idx="592" formatCode="0_);[Red]\(0\)">
                  <c:v>10800.571428571428</c:v>
                </c:pt>
                <c:pt idx="593" formatCode="0_);[Red]\(0\)">
                  <c:v>10800.571428571428</c:v>
                </c:pt>
                <c:pt idx="594" formatCode="0_);[Red]\(0\)">
                  <c:v>10800.571428571428</c:v>
                </c:pt>
                <c:pt idx="595" formatCode="0_);[Red]\(0\)">
                  <c:v>10800.571428571428</c:v>
                </c:pt>
                <c:pt idx="596" formatCode="0_);[Red]\(0\)">
                  <c:v>10800.571428571428</c:v>
                </c:pt>
                <c:pt idx="597" formatCode="0_);[Red]\(0\)">
                  <c:v>10800.571428571428</c:v>
                </c:pt>
                <c:pt idx="598" formatCode="0_);[Red]\(0\)">
                  <c:v>10800.571428571428</c:v>
                </c:pt>
                <c:pt idx="599" formatCode="0_);[Red]\(0\)">
                  <c:v>10800.571428571428</c:v>
                </c:pt>
                <c:pt idx="600" formatCode="0_);[Red]\(0\)">
                  <c:v>10800.571428571428</c:v>
                </c:pt>
                <c:pt idx="601" formatCode="0_);[Red]\(0\)">
                  <c:v>10800.571428571428</c:v>
                </c:pt>
                <c:pt idx="602" formatCode="0_);[Red]\(0\)">
                  <c:v>10800.571428571428</c:v>
                </c:pt>
                <c:pt idx="603" formatCode="0_);[Red]\(0\)">
                  <c:v>12400.571428571428</c:v>
                </c:pt>
                <c:pt idx="604" formatCode="0_);[Red]\(0\)">
                  <c:v>12400.571428571428</c:v>
                </c:pt>
                <c:pt idx="605" formatCode="0_);[Red]\(0\)">
                  <c:v>12400.571428571428</c:v>
                </c:pt>
                <c:pt idx="606" formatCode="0_);[Red]\(0\)">
                  <c:v>12400.571428571428</c:v>
                </c:pt>
                <c:pt idx="607" formatCode="0_);[Red]\(0\)">
                  <c:v>7900.5714285714284</c:v>
                </c:pt>
                <c:pt idx="608" formatCode="0_);[Red]\(0\)">
                  <c:v>7836.5714285714284</c:v>
                </c:pt>
                <c:pt idx="609" formatCode="0_);[Red]\(0\)">
                  <c:v>7836.5714285714284</c:v>
                </c:pt>
                <c:pt idx="610" formatCode="0_);[Red]\(0\)">
                  <c:v>7236.5714285714284</c:v>
                </c:pt>
                <c:pt idx="611" formatCode="0_);[Red]\(0\)">
                  <c:v>7236.5714285714284</c:v>
                </c:pt>
                <c:pt idx="612" formatCode="0_);[Red]\(0\)">
                  <c:v>7176.5714285714284</c:v>
                </c:pt>
                <c:pt idx="613" formatCode="0_);[Red]\(0\)">
                  <c:v>7176.5714285714284</c:v>
                </c:pt>
                <c:pt idx="614" formatCode="0_);[Red]\(0\)">
                  <c:v>7176.5714285714284</c:v>
                </c:pt>
                <c:pt idx="615" formatCode="0_);[Red]\(0\)">
                  <c:v>7176.5714285714284</c:v>
                </c:pt>
                <c:pt idx="616" formatCode="0_);[Red]\(0\)">
                  <c:v>7176.5714285714284</c:v>
                </c:pt>
                <c:pt idx="617" formatCode="0_);[Red]\(0\)">
                  <c:v>13836.571428571428</c:v>
                </c:pt>
                <c:pt idx="618" formatCode="0_);[Red]\(0\)">
                  <c:v>13836.571428571428</c:v>
                </c:pt>
                <c:pt idx="619" formatCode="0_);[Red]\(0\)">
                  <c:v>13836.571428571428</c:v>
                </c:pt>
                <c:pt idx="620" formatCode="0_);[Red]\(0\)">
                  <c:v>13736.571428571428</c:v>
                </c:pt>
                <c:pt idx="621" formatCode="0_);[Red]\(0\)">
                  <c:v>13736.571428571428</c:v>
                </c:pt>
                <c:pt idx="622" formatCode="0_);[Red]\(0\)">
                  <c:v>13836.571428571428</c:v>
                </c:pt>
                <c:pt idx="623" formatCode="0_);[Red]\(0\)">
                  <c:v>13836.571428571428</c:v>
                </c:pt>
                <c:pt idx="624" formatCode="0_);[Red]\(0\)">
                  <c:v>13736.571428571428</c:v>
                </c:pt>
                <c:pt idx="625" formatCode="0_);[Red]\(0\)">
                  <c:v>12336.571428571428</c:v>
                </c:pt>
                <c:pt idx="626" formatCode="0_);[Red]\(0\)">
                  <c:v>12336.571428571428</c:v>
                </c:pt>
                <c:pt idx="627" formatCode="0_);[Red]\(0\)">
                  <c:v>12336.571428571428</c:v>
                </c:pt>
                <c:pt idx="628" formatCode="0_);[Red]\(0\)">
                  <c:v>13736.571428571428</c:v>
                </c:pt>
                <c:pt idx="629" formatCode="0_);[Red]\(0\)">
                  <c:v>13736.571428571428</c:v>
                </c:pt>
                <c:pt idx="630" formatCode="0_);[Red]\(0\)">
                  <c:v>13736.571428571428</c:v>
                </c:pt>
                <c:pt idx="631" formatCode="0_);[Red]\(0\)">
                  <c:v>13736.571428571428</c:v>
                </c:pt>
                <c:pt idx="632" formatCode="0_);[Red]\(0\)">
                  <c:v>12336.571428571428</c:v>
                </c:pt>
                <c:pt idx="633" formatCode="0_);[Red]\(0\)">
                  <c:v>12336.571428571428</c:v>
                </c:pt>
                <c:pt idx="634" formatCode="0_);[Red]\(0\)">
                  <c:v>12836.571428571428</c:v>
                </c:pt>
                <c:pt idx="635" formatCode="0_);[Red]\(0\)">
                  <c:v>12836.571428571428</c:v>
                </c:pt>
                <c:pt idx="636" formatCode="0_);[Red]\(0\)">
                  <c:v>12836.571428571428</c:v>
                </c:pt>
                <c:pt idx="637" formatCode="0_);[Red]\(0\)">
                  <c:v>12836.571428571428</c:v>
                </c:pt>
                <c:pt idx="638" formatCode="0_);[Red]\(0\)">
                  <c:v>12772.571428571428</c:v>
                </c:pt>
                <c:pt idx="639" formatCode="0_);[Red]\(0\)">
                  <c:v>12772.571428571428</c:v>
                </c:pt>
                <c:pt idx="640" formatCode="0_);[Red]\(0\)">
                  <c:v>12772.571428571428</c:v>
                </c:pt>
                <c:pt idx="641" formatCode="0_);[Red]\(0\)">
                  <c:v>12772.571428571428</c:v>
                </c:pt>
                <c:pt idx="642" formatCode="0_);[Red]\(0\)">
                  <c:v>12772.571428571428</c:v>
                </c:pt>
                <c:pt idx="643" formatCode="0_);[Red]\(0\)">
                  <c:v>12772.571428571428</c:v>
                </c:pt>
                <c:pt idx="644" formatCode="0_);[Red]\(0\)">
                  <c:v>12772.571428571428</c:v>
                </c:pt>
                <c:pt idx="645" formatCode="0_);[Red]\(0\)">
                  <c:v>12772.571428571428</c:v>
                </c:pt>
                <c:pt idx="646" formatCode="0_);[Red]\(0\)">
                  <c:v>12772.571428571428</c:v>
                </c:pt>
                <c:pt idx="647" formatCode="0_);[Red]\(0\)">
                  <c:v>12772.571428571428</c:v>
                </c:pt>
                <c:pt idx="648" formatCode="0_);[Red]\(0\)">
                  <c:v>12772.571428571428</c:v>
                </c:pt>
                <c:pt idx="649" formatCode="0_);[Red]\(0\)">
                  <c:v>12772.571428571428</c:v>
                </c:pt>
                <c:pt idx="650" formatCode="0_);[Red]\(0\)">
                  <c:v>12772.571428571428</c:v>
                </c:pt>
                <c:pt idx="651" formatCode="0_);[Red]\(0\)">
                  <c:v>12772.571428571428</c:v>
                </c:pt>
                <c:pt idx="652" formatCode="0_);[Red]\(0\)">
                  <c:v>18772.571428571428</c:v>
                </c:pt>
                <c:pt idx="653" formatCode="0_);[Red]\(0\)">
                  <c:v>18772.571428571428</c:v>
                </c:pt>
                <c:pt idx="654" formatCode="0_);[Red]\(0\)">
                  <c:v>18772.571428571428</c:v>
                </c:pt>
                <c:pt idx="655" formatCode="0_);[Red]\(0\)">
                  <c:v>18772.571428571428</c:v>
                </c:pt>
                <c:pt idx="656" formatCode="0_);[Red]\(0\)">
                  <c:v>17772.571428571428</c:v>
                </c:pt>
                <c:pt idx="657" formatCode="0_);[Red]\(0\)">
                  <c:v>17772.571428571428</c:v>
                </c:pt>
                <c:pt idx="658" formatCode="0_);[Red]\(0\)">
                  <c:v>17772.571428571428</c:v>
                </c:pt>
                <c:pt idx="659" formatCode="0_);[Red]\(0\)">
                  <c:v>17772.571428571428</c:v>
                </c:pt>
                <c:pt idx="660" formatCode="0_);[Red]\(0\)">
                  <c:v>17772.571428571428</c:v>
                </c:pt>
                <c:pt idx="661" formatCode="0_);[Red]\(0\)">
                  <c:v>17772.571428571428</c:v>
                </c:pt>
                <c:pt idx="662" formatCode="0_);[Red]\(0\)">
                  <c:v>18772.571428571428</c:v>
                </c:pt>
                <c:pt idx="663" formatCode="0_);[Red]\(0\)">
                  <c:v>18772.571428571428</c:v>
                </c:pt>
                <c:pt idx="664" formatCode="0_);[Red]\(0\)">
                  <c:v>18772.571428571428</c:v>
                </c:pt>
                <c:pt idx="665" formatCode="0_);[Red]\(0\)">
                  <c:v>18772.571428571428</c:v>
                </c:pt>
                <c:pt idx="666" formatCode="0_);[Red]\(0\)">
                  <c:v>18772.571428571428</c:v>
                </c:pt>
                <c:pt idx="667" formatCode="0_);[Red]\(0\)">
                  <c:v>18772.571428571428</c:v>
                </c:pt>
                <c:pt idx="668" formatCode="0_);[Red]\(0\)">
                  <c:v>18772.571428571428</c:v>
                </c:pt>
                <c:pt idx="669" formatCode="0_);[Red]\(0\)">
                  <c:v>17428.571428571428</c:v>
                </c:pt>
                <c:pt idx="670" formatCode="0_);[Red]\(0\)">
                  <c:v>12928.571428571428</c:v>
                </c:pt>
                <c:pt idx="671" formatCode="0_);[Red]\(0\)">
                  <c:v>12928.571428571428</c:v>
                </c:pt>
                <c:pt idx="672" formatCode="0_);[Red]\(0\)">
                  <c:v>12928.571428571428</c:v>
                </c:pt>
                <c:pt idx="673" formatCode="0_);[Red]\(0\)">
                  <c:v>12928.571428571428</c:v>
                </c:pt>
                <c:pt idx="674" formatCode="0_);[Red]\(0\)">
                  <c:v>12928.571428571428</c:v>
                </c:pt>
                <c:pt idx="675" formatCode="0_);[Red]\(0\)">
                  <c:v>19428.571428571428</c:v>
                </c:pt>
                <c:pt idx="676" formatCode="0_);[Red]\(0\)">
                  <c:v>19428.571428571428</c:v>
                </c:pt>
                <c:pt idx="677" formatCode="0_);[Red]\(0\)">
                  <c:v>18428.571428571428</c:v>
                </c:pt>
                <c:pt idx="678" formatCode="0_);[Red]\(0\)">
                  <c:v>18428.571428571428</c:v>
                </c:pt>
                <c:pt idx="679" formatCode="0_);[Red]\(0\)">
                  <c:v>18428.571428571428</c:v>
                </c:pt>
                <c:pt idx="680" formatCode="0_);[Red]\(0\)">
                  <c:v>18428.571428571428</c:v>
                </c:pt>
                <c:pt idx="681" formatCode="0_);[Red]\(0\)">
                  <c:v>18428.571428571428</c:v>
                </c:pt>
                <c:pt idx="682" formatCode="0_);[Red]\(0\)">
                  <c:v>18428.571428571428</c:v>
                </c:pt>
                <c:pt idx="683" formatCode="0_);[Red]\(0\)">
                  <c:v>18428.571428571428</c:v>
                </c:pt>
                <c:pt idx="684" formatCode="0_);[Red]\(0\)">
                  <c:v>16928.571428571428</c:v>
                </c:pt>
                <c:pt idx="685" formatCode="0_);[Red]\(0\)">
                  <c:v>16928.571428571428</c:v>
                </c:pt>
                <c:pt idx="686" formatCode="0_);[Red]\(0\)">
                  <c:v>16928.571428571428</c:v>
                </c:pt>
                <c:pt idx="687" formatCode="0_);[Red]\(0\)">
                  <c:v>16928.571428571428</c:v>
                </c:pt>
                <c:pt idx="688" formatCode="0_);[Red]\(0\)">
                  <c:v>16928.571428571428</c:v>
                </c:pt>
                <c:pt idx="689" formatCode="0_);[Red]\(0\)">
                  <c:v>16928.571428571428</c:v>
                </c:pt>
                <c:pt idx="690" formatCode="0_);[Red]\(0\)">
                  <c:v>15528.571428571428</c:v>
                </c:pt>
                <c:pt idx="691" formatCode="0_);[Red]\(0\)">
                  <c:v>15528.571428571428</c:v>
                </c:pt>
                <c:pt idx="692" formatCode="0_);[Red]\(0\)">
                  <c:v>15528.571428571428</c:v>
                </c:pt>
                <c:pt idx="693" formatCode="0_);[Red]\(0\)">
                  <c:v>15528.571428571428</c:v>
                </c:pt>
                <c:pt idx="694" formatCode="0_);[Red]\(0\)">
                  <c:v>15528.571428571428</c:v>
                </c:pt>
                <c:pt idx="695" formatCode="0_);[Red]\(0\)">
                  <c:v>15528.571428571428</c:v>
                </c:pt>
                <c:pt idx="696" formatCode="0_);[Red]\(0\)">
                  <c:v>15528.571428571428</c:v>
                </c:pt>
                <c:pt idx="697" formatCode="0_);[Red]\(0\)">
                  <c:v>15528.571428571428</c:v>
                </c:pt>
                <c:pt idx="698" formatCode="0_);[Red]\(0\)">
                  <c:v>15528.571428571428</c:v>
                </c:pt>
                <c:pt idx="699" formatCode="0_);[Red]\(0\)">
                  <c:v>15784.571428571428</c:v>
                </c:pt>
                <c:pt idx="700" formatCode="0_);[Red]\(0\)">
                  <c:v>15784.571428571428</c:v>
                </c:pt>
                <c:pt idx="701" formatCode="0_);[Red]\(0\)">
                  <c:v>17784.571428571428</c:v>
                </c:pt>
                <c:pt idx="702" formatCode="0_);[Red]\(0\)">
                  <c:v>17784.571428571428</c:v>
                </c:pt>
                <c:pt idx="703" formatCode="0_);[Red]\(0\)">
                  <c:v>17784.571428571428</c:v>
                </c:pt>
                <c:pt idx="704" formatCode="0_);[Red]\(0\)">
                  <c:v>17784.571428571428</c:v>
                </c:pt>
                <c:pt idx="705" formatCode="0_);[Red]\(0\)">
                  <c:v>16684.571428571428</c:v>
                </c:pt>
                <c:pt idx="706" formatCode="0_);[Red]\(0\)">
                  <c:v>16684.571428571428</c:v>
                </c:pt>
                <c:pt idx="707" formatCode="0_);[Red]\(0\)">
                  <c:v>16684.571428571428</c:v>
                </c:pt>
                <c:pt idx="708" formatCode="0_);[Red]\(0\)">
                  <c:v>24684.571428571428</c:v>
                </c:pt>
                <c:pt idx="709" formatCode="0_);[Red]\(0\)">
                  <c:v>24684.571428571428</c:v>
                </c:pt>
                <c:pt idx="710" formatCode="0_);[Red]\(0\)">
                  <c:v>24184.571428571428</c:v>
                </c:pt>
                <c:pt idx="711" formatCode="0_);[Red]\(0\)">
                  <c:v>24184.571428571428</c:v>
                </c:pt>
                <c:pt idx="712" formatCode="0_);[Red]\(0\)">
                  <c:v>24184.571428571428</c:v>
                </c:pt>
                <c:pt idx="713" formatCode="0_);[Red]\(0\)">
                  <c:v>24184.571428571428</c:v>
                </c:pt>
                <c:pt idx="714" formatCode="0_);[Red]\(0\)">
                  <c:v>24184.571428571428</c:v>
                </c:pt>
                <c:pt idx="715" formatCode="0_);[Red]\(0\)">
                  <c:v>24184.571428571428</c:v>
                </c:pt>
                <c:pt idx="716" formatCode="0_);[Red]\(0\)">
                  <c:v>24184.571428571428</c:v>
                </c:pt>
                <c:pt idx="717" formatCode="0_);[Red]\(0\)">
                  <c:v>24184.571428571428</c:v>
                </c:pt>
                <c:pt idx="718" formatCode="0_);[Red]\(0\)">
                  <c:v>24184.571428571428</c:v>
                </c:pt>
                <c:pt idx="719" formatCode="0_);[Red]\(0\)">
                  <c:v>24184.571428571428</c:v>
                </c:pt>
                <c:pt idx="720" formatCode="0_);[Red]\(0\)">
                  <c:v>24184.571428571428</c:v>
                </c:pt>
                <c:pt idx="721" formatCode="0_);[Red]\(0\)">
                  <c:v>24184.571428571428</c:v>
                </c:pt>
                <c:pt idx="722" formatCode="0_);[Red]\(0\)">
                  <c:v>24184.571428571428</c:v>
                </c:pt>
                <c:pt idx="723" formatCode="0_);[Red]\(0\)">
                  <c:v>24684.571428571428</c:v>
                </c:pt>
                <c:pt idx="724" formatCode="0_);[Red]\(0\)">
                  <c:v>24684.571428571428</c:v>
                </c:pt>
                <c:pt idx="725" formatCode="0_);[Red]\(0\)">
                  <c:v>24684.571428571428</c:v>
                </c:pt>
                <c:pt idx="726" formatCode="0_);[Red]\(0\)">
                  <c:v>27684.571428571428</c:v>
                </c:pt>
                <c:pt idx="727" formatCode="0_);[Red]\(0\)">
                  <c:v>27684.571428571428</c:v>
                </c:pt>
                <c:pt idx="728" formatCode="0_);[Red]\(0\)">
                  <c:v>27684.571428571428</c:v>
                </c:pt>
                <c:pt idx="729" formatCode="0_);[Red]\(0\)">
                  <c:v>27684.571428571428</c:v>
                </c:pt>
                <c:pt idx="730" formatCode="0_);[Red]\(0\)">
                  <c:v>25370.071428571428</c:v>
                </c:pt>
                <c:pt idx="731" formatCode="0_);[Red]\(0\)">
                  <c:v>23515.071428571428</c:v>
                </c:pt>
                <c:pt idx="732" formatCode="0_);[Red]\(0\)">
                  <c:v>23515.071428571428</c:v>
                </c:pt>
                <c:pt idx="733" formatCode="0_);[Red]\(0\)">
                  <c:v>27462.071428571428</c:v>
                </c:pt>
                <c:pt idx="734" formatCode="0_);[Red]\(0\)">
                  <c:v>27568.071428571428</c:v>
                </c:pt>
                <c:pt idx="735" formatCode="0_);[Red]\(0\)">
                  <c:v>27515.071428571428</c:v>
                </c:pt>
                <c:pt idx="736" formatCode="0_);[Red]\(0\)">
                  <c:v>32515.071428571428</c:v>
                </c:pt>
                <c:pt idx="737" formatCode="0_);[Red]\(0\)">
                  <c:v>32515.071428571428</c:v>
                </c:pt>
                <c:pt idx="738" formatCode="0_);[Red]\(0\)">
                  <c:v>33515.071428571428</c:v>
                </c:pt>
                <c:pt idx="739" formatCode="0_);[Red]\(0\)">
                  <c:v>32862.071428571428</c:v>
                </c:pt>
                <c:pt idx="740" formatCode="0_);[Red]\(0\)">
                  <c:v>32862.071428571428</c:v>
                </c:pt>
                <c:pt idx="741" formatCode="0_);[Red]\(0\)">
                  <c:v>32862.071428571428</c:v>
                </c:pt>
                <c:pt idx="742" formatCode="0_);[Red]\(0\)">
                  <c:v>32862.071428571428</c:v>
                </c:pt>
                <c:pt idx="743" formatCode="0_);[Red]\(0\)">
                  <c:v>33051.071428571428</c:v>
                </c:pt>
                <c:pt idx="744" formatCode="0_);[Red]\(0\)">
                  <c:v>33051.071428571428</c:v>
                </c:pt>
                <c:pt idx="745" formatCode="0_);[Red]\(0\)">
                  <c:v>33051.071428571428</c:v>
                </c:pt>
                <c:pt idx="746" formatCode="0_);[Red]\(0\)">
                  <c:v>33051.071428571428</c:v>
                </c:pt>
                <c:pt idx="747" formatCode="0_);[Red]\(0\)">
                  <c:v>33651.071428571428</c:v>
                </c:pt>
                <c:pt idx="748" formatCode="0_);[Red]\(0\)">
                  <c:v>33651.071428571428</c:v>
                </c:pt>
                <c:pt idx="749" formatCode="0_);[Red]\(0\)">
                  <c:v>33651.071428571428</c:v>
                </c:pt>
                <c:pt idx="750" formatCode="0_);[Red]\(0\)">
                  <c:v>35703.571428571428</c:v>
                </c:pt>
                <c:pt idx="751" formatCode="0_);[Red]\(0\)">
                  <c:v>35703.571428571428</c:v>
                </c:pt>
                <c:pt idx="752" formatCode="0_);[Red]\(0\)">
                  <c:v>35703.571428571428</c:v>
                </c:pt>
                <c:pt idx="753" formatCode="0_);[Red]\(0\)">
                  <c:v>35403.571428571428</c:v>
                </c:pt>
                <c:pt idx="754" formatCode="0_);[Red]\(0\)">
                  <c:v>35456.571428571428</c:v>
                </c:pt>
                <c:pt idx="755" formatCode="0_);[Red]\(0\)">
                  <c:v>35456.571428571428</c:v>
                </c:pt>
                <c:pt idx="756" formatCode="0_);[Red]\(0\)">
                  <c:v>35456.571428571428</c:v>
                </c:pt>
                <c:pt idx="757" formatCode="0_);[Red]\(0\)">
                  <c:v>35509.571428571428</c:v>
                </c:pt>
                <c:pt idx="758" formatCode="0_);[Red]\(0\)">
                  <c:v>37509.571428571428</c:v>
                </c:pt>
                <c:pt idx="759" formatCode="0_);[Red]\(0\)">
                  <c:v>37509.571428571428</c:v>
                </c:pt>
                <c:pt idx="760" formatCode="0_);[Red]\(0\)">
                  <c:v>37059.571428571428</c:v>
                </c:pt>
                <c:pt idx="761" formatCode="0_);[Red]\(0\)">
                  <c:v>36824.571428571428</c:v>
                </c:pt>
                <c:pt idx="762" formatCode="0_);[Red]\(0\)">
                  <c:v>36824.571428571428</c:v>
                </c:pt>
                <c:pt idx="763" formatCode="0_);[Red]\(0\)">
                  <c:v>36824.571428571428</c:v>
                </c:pt>
                <c:pt idx="764" formatCode="0_);[Red]\(0\)">
                  <c:v>36845.571428571428</c:v>
                </c:pt>
                <c:pt idx="765" formatCode="0_);[Red]\(0\)">
                  <c:v>36845.571428571428</c:v>
                </c:pt>
                <c:pt idx="766" formatCode="0_);[Red]\(0\)">
                  <c:v>36845.571428571428</c:v>
                </c:pt>
                <c:pt idx="767" formatCode="0_);[Red]\(0\)">
                  <c:v>36739.571428571428</c:v>
                </c:pt>
                <c:pt idx="768" formatCode="0_);[Red]\(0\)">
                  <c:v>36739.571428571428</c:v>
                </c:pt>
                <c:pt idx="769" formatCode="0_);[Red]\(0\)">
                  <c:v>36845.571428571428</c:v>
                </c:pt>
                <c:pt idx="770" formatCode="0_);[Red]\(0\)">
                  <c:v>36845.571428571428</c:v>
                </c:pt>
                <c:pt idx="771" formatCode="0_);[Red]\(0\)">
                  <c:v>36845.571428571428</c:v>
                </c:pt>
                <c:pt idx="772" formatCode="0_);[Red]\(0\)">
                  <c:v>36739.571428571428</c:v>
                </c:pt>
                <c:pt idx="773" formatCode="0_);[Red]\(0\)">
                  <c:v>37898.571428571428</c:v>
                </c:pt>
                <c:pt idx="774" formatCode="0_);[Red]\(0\)">
                  <c:v>37845.571428571428</c:v>
                </c:pt>
                <c:pt idx="775" formatCode="0_);[Red]\(0\)">
                  <c:v>42845.571428571428</c:v>
                </c:pt>
                <c:pt idx="776" formatCode="0_);[Red]\(0\)">
                  <c:v>42845.571428571428</c:v>
                </c:pt>
                <c:pt idx="777" formatCode="0_);[Red]\(0\)">
                  <c:v>42845.571428571428</c:v>
                </c:pt>
                <c:pt idx="778" formatCode="0_);[Red]\(0\)">
                  <c:v>39824.071428571428</c:v>
                </c:pt>
                <c:pt idx="779" formatCode="0_);[Red]\(0\)">
                  <c:v>39877.071428571428</c:v>
                </c:pt>
                <c:pt idx="780" formatCode="0_);[Red]\(0\)">
                  <c:v>39877.071428571428</c:v>
                </c:pt>
                <c:pt idx="781" formatCode="0_);[Red]\(0\)">
                  <c:v>39877.071428571428</c:v>
                </c:pt>
                <c:pt idx="782" formatCode="0_);[Red]\(0\)">
                  <c:v>42807.071428571428</c:v>
                </c:pt>
                <c:pt idx="783" formatCode="0_);[Red]\(0\)">
                  <c:v>42807.071428571428</c:v>
                </c:pt>
                <c:pt idx="784" formatCode="0_);[Red]\(0\)">
                  <c:v>42807.071428571428</c:v>
                </c:pt>
                <c:pt idx="785" formatCode="0_);[Red]\(0\)">
                  <c:v>44807.071428571428</c:v>
                </c:pt>
                <c:pt idx="786" formatCode="0_);[Red]\(0\)">
                  <c:v>44807.071428571428</c:v>
                </c:pt>
                <c:pt idx="787" formatCode="0_);[Red]\(0\)">
                  <c:v>44807.071428571428</c:v>
                </c:pt>
                <c:pt idx="788" formatCode="0_);[Red]\(0\)">
                  <c:v>45627.071428571428</c:v>
                </c:pt>
                <c:pt idx="789" formatCode="0_);[Red]\(0\)">
                  <c:v>45627.071428571428</c:v>
                </c:pt>
                <c:pt idx="790" formatCode="0_);[Red]\(0\)">
                  <c:v>45467.071428571428</c:v>
                </c:pt>
                <c:pt idx="791" formatCode="0_);[Red]\(0\)">
                  <c:v>45435.271428571425</c:v>
                </c:pt>
                <c:pt idx="792" formatCode="0_);[Red]\(0\)">
                  <c:v>45382.771428571425</c:v>
                </c:pt>
                <c:pt idx="793" formatCode="0_);[Red]\(0\)">
                  <c:v>45382.771428571425</c:v>
                </c:pt>
                <c:pt idx="794" formatCode="0_);[Red]\(0\)">
                  <c:v>45382.771428571425</c:v>
                </c:pt>
                <c:pt idx="795" formatCode="0_);[Red]\(0\)">
                  <c:v>45182.771428571425</c:v>
                </c:pt>
                <c:pt idx="796" formatCode="0_);[Red]\(0\)">
                  <c:v>45161.571428571428</c:v>
                </c:pt>
                <c:pt idx="797" formatCode="0_);[Red]\(0\)">
                  <c:v>45161.571428571428</c:v>
                </c:pt>
                <c:pt idx="798" formatCode="0_);[Red]\(0\)">
                  <c:v>45108.571428571428</c:v>
                </c:pt>
                <c:pt idx="799" formatCode="0_);[Red]\(0\)">
                  <c:v>43077.071428571428</c:v>
                </c:pt>
                <c:pt idx="800" formatCode="0_);[Red]\(0\)">
                  <c:v>43077.071428571428</c:v>
                </c:pt>
                <c:pt idx="801" formatCode="0_);[Red]\(0\)">
                  <c:v>43077.071428571428</c:v>
                </c:pt>
                <c:pt idx="802" formatCode="0_);[Red]\(0\)">
                  <c:v>41977.071428571428</c:v>
                </c:pt>
                <c:pt idx="803" formatCode="0_);[Red]\(0\)">
                  <c:v>45977.071428571428</c:v>
                </c:pt>
                <c:pt idx="804" formatCode="0_);[Red]\(0\)">
                  <c:v>45977.071428571428</c:v>
                </c:pt>
                <c:pt idx="805" formatCode="0_);[Red]\(0\)">
                  <c:v>45977.071428571428</c:v>
                </c:pt>
                <c:pt idx="806" formatCode="0_);[Red]\(0\)">
                  <c:v>45977.071428571428</c:v>
                </c:pt>
                <c:pt idx="807" formatCode="0_);[Red]\(0\)">
                  <c:v>46083.071428571428</c:v>
                </c:pt>
                <c:pt idx="808" formatCode="0_);[Red]\(0\)">
                  <c:v>48924.071428571428</c:v>
                </c:pt>
                <c:pt idx="809" formatCode="0_);[Red]\(0\)">
                  <c:v>48224.071428571428</c:v>
                </c:pt>
                <c:pt idx="810" formatCode="0_);[Red]\(0\)">
                  <c:v>48224.071428571428</c:v>
                </c:pt>
                <c:pt idx="811" formatCode="0_);[Red]\(0\)">
                  <c:v>48224.071428571428</c:v>
                </c:pt>
                <c:pt idx="812" formatCode="0_);[Red]\(0\)">
                  <c:v>48171.071428571428</c:v>
                </c:pt>
                <c:pt idx="813" formatCode="0_);[Red]\(0\)">
                  <c:v>53150.071428571428</c:v>
                </c:pt>
                <c:pt idx="814" formatCode="0_);[Red]\(0\)">
                  <c:v>53150.071428571428</c:v>
                </c:pt>
                <c:pt idx="815" formatCode="0_);[Red]\(0\)">
                  <c:v>53097.071428571428</c:v>
                </c:pt>
                <c:pt idx="816" formatCode="0_);[Red]\(0\)">
                  <c:v>53097.071428571428</c:v>
                </c:pt>
                <c:pt idx="817" formatCode="0_);[Red]\(0\)">
                  <c:v>53044.071428571428</c:v>
                </c:pt>
                <c:pt idx="818" formatCode="0_);[Red]\(0\)">
                  <c:v>53044.071428571428</c:v>
                </c:pt>
                <c:pt idx="819" formatCode="0_);[Red]\(0\)">
                  <c:v>53044.071428571428</c:v>
                </c:pt>
                <c:pt idx="820" formatCode="0_);[Red]\(0\)">
                  <c:v>52991.571428571428</c:v>
                </c:pt>
                <c:pt idx="821" formatCode="0_);[Red]\(0\)">
                  <c:v>52831.571428571428</c:v>
                </c:pt>
                <c:pt idx="822" formatCode="0_);[Red]\(0\)">
                  <c:v>52831.571428571428</c:v>
                </c:pt>
                <c:pt idx="823" formatCode="0_);[Red]\(0\)">
                  <c:v>52831.571428571428</c:v>
                </c:pt>
                <c:pt idx="824" formatCode="0_);[Red]\(0\)">
                  <c:v>52831.571428571428</c:v>
                </c:pt>
                <c:pt idx="825" formatCode="0_);[Red]\(0\)">
                  <c:v>52778.571428571428</c:v>
                </c:pt>
                <c:pt idx="826" formatCode="0_);[Red]\(0\)">
                  <c:v>52778.571428571428</c:v>
                </c:pt>
                <c:pt idx="827" formatCode="0_);[Red]\(0\)">
                  <c:v>51948.571428571428</c:v>
                </c:pt>
                <c:pt idx="828" formatCode="0_);[Red]\(0\)">
                  <c:v>52001.571428571428</c:v>
                </c:pt>
                <c:pt idx="829" formatCode="0_);[Red]\(0\)">
                  <c:v>52001.571428571428</c:v>
                </c:pt>
                <c:pt idx="830" formatCode="0_);[Red]\(0\)">
                  <c:v>47001.571428571428</c:v>
                </c:pt>
                <c:pt idx="831" formatCode="0_);[Red]\(0\)">
                  <c:v>47001.571428571428</c:v>
                </c:pt>
                <c:pt idx="832" formatCode="0_);[Red]\(0\)">
                  <c:v>47054.571428571428</c:v>
                </c:pt>
                <c:pt idx="833" formatCode="0_);[Red]\(0\)">
                  <c:v>47054.571428571428</c:v>
                </c:pt>
                <c:pt idx="834" formatCode="0_);[Red]\(0\)">
                  <c:v>47023.071428571428</c:v>
                </c:pt>
                <c:pt idx="835" formatCode="0_);[Red]\(0\)">
                  <c:v>47129.071428571428</c:v>
                </c:pt>
                <c:pt idx="836" formatCode="0_);[Red]\(0\)">
                  <c:v>49459.071428571428</c:v>
                </c:pt>
                <c:pt idx="837" formatCode="0_);[Red]\(0\)">
                  <c:v>49459.071428571428</c:v>
                </c:pt>
                <c:pt idx="838" formatCode="0_);[Red]\(0\)">
                  <c:v>49459.071428571428</c:v>
                </c:pt>
                <c:pt idx="839" formatCode="0_);[Red]\(0\)">
                  <c:v>49459.071428571428</c:v>
                </c:pt>
                <c:pt idx="840" formatCode="0_);[Red]\(0\)">
                  <c:v>49459.071428571428</c:v>
                </c:pt>
                <c:pt idx="841" formatCode="0_);[Red]\(0\)">
                  <c:v>49385.571428571428</c:v>
                </c:pt>
                <c:pt idx="842" formatCode="0_);[Red]\(0\)">
                  <c:v>44385.571428571428</c:v>
                </c:pt>
                <c:pt idx="843" formatCode="0_);[Red]\(0\)">
                  <c:v>44385.571428571428</c:v>
                </c:pt>
                <c:pt idx="844" formatCode="0_);[Red]\(0\)">
                  <c:v>44438.571428571428</c:v>
                </c:pt>
                <c:pt idx="845" formatCode="0_);[Red]\(0\)">
                  <c:v>44438.571428571428</c:v>
                </c:pt>
                <c:pt idx="846" formatCode="0_);[Red]\(0\)">
                  <c:v>44491.571428571428</c:v>
                </c:pt>
                <c:pt idx="847" formatCode="0_);[Red]\(0\)">
                  <c:v>44491.571428571428</c:v>
                </c:pt>
                <c:pt idx="848" formatCode="0_);[Red]\(0\)">
                  <c:v>44292.071428571428</c:v>
                </c:pt>
                <c:pt idx="849" formatCode="0_);[Red]\(0\)">
                  <c:v>44292.071428571428</c:v>
                </c:pt>
                <c:pt idx="850" formatCode="0_);[Red]\(0\)">
                  <c:v>44292.071428571428</c:v>
                </c:pt>
                <c:pt idx="851" formatCode="0_);[Red]\(0\)">
                  <c:v>43652.071428571428</c:v>
                </c:pt>
                <c:pt idx="852" formatCode="0_);[Red]\(0\)">
                  <c:v>43652.071428571428</c:v>
                </c:pt>
                <c:pt idx="853" formatCode="0_);[Red]\(0\)">
                  <c:v>43652.071428571428</c:v>
                </c:pt>
                <c:pt idx="854" formatCode="0_);[Red]\(0\)">
                  <c:v>43405.071428571428</c:v>
                </c:pt>
                <c:pt idx="855" formatCode="0_);[Red]\(0\)">
                  <c:v>45652.571428571428</c:v>
                </c:pt>
                <c:pt idx="856" formatCode="0_);[Red]\(0\)">
                  <c:v>45652.571428571428</c:v>
                </c:pt>
                <c:pt idx="857" formatCode="0_);[Red]\(0\)">
                  <c:v>45705.571428571428</c:v>
                </c:pt>
                <c:pt idx="858" formatCode="0_);[Red]\(0\)">
                  <c:v>45705.571428571428</c:v>
                </c:pt>
                <c:pt idx="859" formatCode="0_);[Red]\(0\)">
                  <c:v>45705.571428571428</c:v>
                </c:pt>
                <c:pt idx="860" formatCode="0_);[Red]\(0\)">
                  <c:v>45758.571428571428</c:v>
                </c:pt>
                <c:pt idx="861" formatCode="0_);[Red]\(0\)">
                  <c:v>45758.571428571428</c:v>
                </c:pt>
                <c:pt idx="862" formatCode="0_);[Red]\(0\)">
                  <c:v>45758.571428571428</c:v>
                </c:pt>
                <c:pt idx="863" formatCode="0_);[Red]\(0\)">
                  <c:v>45758.571428571428</c:v>
                </c:pt>
                <c:pt idx="864" formatCode="0_);[Red]\(0\)">
                  <c:v>44958.571428571428</c:v>
                </c:pt>
                <c:pt idx="865" formatCode="0_);[Red]\(0\)">
                  <c:v>44958.571428571428</c:v>
                </c:pt>
                <c:pt idx="866" formatCode="0_);[Red]\(0\)">
                  <c:v>44958.571428571428</c:v>
                </c:pt>
                <c:pt idx="867" formatCode="0_);[Red]\(0\)">
                  <c:v>44958.571428571428</c:v>
                </c:pt>
                <c:pt idx="868" formatCode="0_);[Red]\(0\)">
                  <c:v>44958.571428571428</c:v>
                </c:pt>
                <c:pt idx="869" formatCode="0_);[Red]\(0\)">
                  <c:v>44696.071428571428</c:v>
                </c:pt>
                <c:pt idx="870" formatCode="0_);[Red]\(0\)">
                  <c:v>44696.071428571428</c:v>
                </c:pt>
                <c:pt idx="871" formatCode="0_);[Red]\(0\)">
                  <c:v>45196.071428571428</c:v>
                </c:pt>
                <c:pt idx="872" formatCode="0_);[Red]\(0\)">
                  <c:v>45196.071428571428</c:v>
                </c:pt>
                <c:pt idx="873" formatCode="0_);[Red]\(0\)">
                  <c:v>45196.071428571428</c:v>
                </c:pt>
                <c:pt idx="874" formatCode="0_);[Red]\(0\)">
                  <c:v>45196.071428571428</c:v>
                </c:pt>
                <c:pt idx="875" formatCode="0_);[Red]\(0\)">
                  <c:v>45196.071428571428</c:v>
                </c:pt>
                <c:pt idx="876" formatCode="0_);[Red]\(0\)">
                  <c:v>44986.071428571428</c:v>
                </c:pt>
                <c:pt idx="877" formatCode="0_);[Red]\(0\)">
                  <c:v>44986.071428571428</c:v>
                </c:pt>
                <c:pt idx="878" formatCode="0_);[Red]\(0\)">
                  <c:v>44986.071428571428</c:v>
                </c:pt>
                <c:pt idx="879" formatCode="0_);[Red]\(0\)">
                  <c:v>44906.071428571428</c:v>
                </c:pt>
                <c:pt idx="880" formatCode="0_);[Red]\(0\)">
                  <c:v>44906.071428571428</c:v>
                </c:pt>
                <c:pt idx="881" formatCode="0_);[Red]\(0\)">
                  <c:v>44906.071428571428</c:v>
                </c:pt>
                <c:pt idx="882" formatCode="0_);[Red]\(0\)">
                  <c:v>44330.071428571428</c:v>
                </c:pt>
                <c:pt idx="883" formatCode="0_);[Red]\(0\)">
                  <c:v>43984.071428571428</c:v>
                </c:pt>
                <c:pt idx="884" formatCode="0_);[Red]\(0\)">
                  <c:v>43984.071428571428</c:v>
                </c:pt>
                <c:pt idx="885" formatCode="0_);[Red]\(0\)">
                  <c:v>44237.071428571428</c:v>
                </c:pt>
                <c:pt idx="886" formatCode="0_);[Red]\(0\)">
                  <c:v>45037.071428571428</c:v>
                </c:pt>
                <c:pt idx="887" formatCode="0_);[Red]\(0\)">
                  <c:v>46090.071428571428</c:v>
                </c:pt>
                <c:pt idx="888" formatCode="0_);[Red]\(0\)">
                  <c:v>46090.071428571428</c:v>
                </c:pt>
                <c:pt idx="889" formatCode="0_);[Red]\(0\)">
                  <c:v>46090.071428571428</c:v>
                </c:pt>
                <c:pt idx="890" formatCode="0_);[Red]\(0\)">
                  <c:v>46090.071428571428</c:v>
                </c:pt>
                <c:pt idx="891" formatCode="0_);[Red]\(0\)">
                  <c:v>46142.571428571428</c:v>
                </c:pt>
                <c:pt idx="892" formatCode="0_);[Red]\(0\)">
                  <c:v>45342.571428571428</c:v>
                </c:pt>
                <c:pt idx="893" formatCode="0_);[Red]\(0\)">
                  <c:v>44342.571428571428</c:v>
                </c:pt>
                <c:pt idx="894" formatCode="0_);[Red]\(0\)">
                  <c:v>41289.571428571428</c:v>
                </c:pt>
                <c:pt idx="895" formatCode="0_);[Red]\(0\)">
                  <c:v>41289.571428571428</c:v>
                </c:pt>
                <c:pt idx="896" formatCode="0_);[Red]\(0\)">
                  <c:v>41289.571428571428</c:v>
                </c:pt>
                <c:pt idx="897" formatCode="0_);[Red]\(0\)">
                  <c:v>41342.071428571428</c:v>
                </c:pt>
                <c:pt idx="898" formatCode="0_);[Red]\(0\)">
                  <c:v>41289.071428571428</c:v>
                </c:pt>
                <c:pt idx="899" formatCode="0_);[Red]\(0\)">
                  <c:v>40089.071428571428</c:v>
                </c:pt>
                <c:pt idx="900" formatCode="0_);[Red]\(0\)">
                  <c:v>40089.071428571428</c:v>
                </c:pt>
                <c:pt idx="901" formatCode="0_);[Red]\(0\)">
                  <c:v>40089.071428571428</c:v>
                </c:pt>
                <c:pt idx="902" formatCode="0_);[Red]\(0\)">
                  <c:v>40089.071428571428</c:v>
                </c:pt>
                <c:pt idx="903" formatCode="0_);[Red]\(0\)">
                  <c:v>40089.071428571428</c:v>
                </c:pt>
                <c:pt idx="904" formatCode="0_);[Red]\(0\)">
                  <c:v>40225.071428571428</c:v>
                </c:pt>
                <c:pt idx="905" formatCode="0_);[Red]\(0\)">
                  <c:v>40025.071428571428</c:v>
                </c:pt>
                <c:pt idx="906" formatCode="0_);[Red]\(0\)">
                  <c:v>39972.071428571428</c:v>
                </c:pt>
                <c:pt idx="907" formatCode="0_);[Red]\(0\)">
                  <c:v>39859.071428571428</c:v>
                </c:pt>
                <c:pt idx="908" formatCode="0_);[Red]\(0\)">
                  <c:v>39859.071428571428</c:v>
                </c:pt>
                <c:pt idx="909" formatCode="0_);[Red]\(0\)">
                  <c:v>39859.071428571428</c:v>
                </c:pt>
                <c:pt idx="910" formatCode="0_);[Red]\(0\)">
                  <c:v>39859.071428571428</c:v>
                </c:pt>
                <c:pt idx="911" formatCode="0_);[Red]\(0\)">
                  <c:v>39932.571428571428</c:v>
                </c:pt>
                <c:pt idx="912" formatCode="0_);[Red]\(0\)">
                  <c:v>38048.571428571428</c:v>
                </c:pt>
                <c:pt idx="913" formatCode="0_);[Red]\(0\)">
                  <c:v>38048.571428571428</c:v>
                </c:pt>
                <c:pt idx="914" formatCode="0_);[Red]\(0\)">
                  <c:v>38048.571428571428</c:v>
                </c:pt>
                <c:pt idx="915" formatCode="0_);[Red]\(0\)">
                  <c:v>37995.571428571428</c:v>
                </c:pt>
                <c:pt idx="916" formatCode="0_);[Red]\(0\)">
                  <c:v>37995.571428571428</c:v>
                </c:pt>
                <c:pt idx="917" formatCode="0_);[Red]\(0\)">
                  <c:v>37995.571428571428</c:v>
                </c:pt>
                <c:pt idx="918" formatCode="0_);[Red]\(0\)">
                  <c:v>38048.071428571428</c:v>
                </c:pt>
                <c:pt idx="919" formatCode="0_);[Red]\(0\)">
                  <c:v>37995.071428571428</c:v>
                </c:pt>
                <c:pt idx="920" formatCode="0_);[Red]\(0\)">
                  <c:v>32495.071428571428</c:v>
                </c:pt>
                <c:pt idx="921" formatCode="0_);[Red]\(0\)">
                  <c:v>32495.071428571428</c:v>
                </c:pt>
                <c:pt idx="922" formatCode="0_);[Red]\(0\)">
                  <c:v>32495.071428571428</c:v>
                </c:pt>
                <c:pt idx="923" formatCode="0_);[Red]\(0\)">
                  <c:v>32495.071428571428</c:v>
                </c:pt>
                <c:pt idx="924" formatCode="0_);[Red]\(0\)">
                  <c:v>32495.071428571428</c:v>
                </c:pt>
                <c:pt idx="925" formatCode="0_);[Red]\(0\)">
                  <c:v>29495.071428571428</c:v>
                </c:pt>
                <c:pt idx="926" formatCode="0_);[Red]\(0\)">
                  <c:v>29495.071428571428</c:v>
                </c:pt>
                <c:pt idx="927" formatCode="0_);[Red]\(0\)">
                  <c:v>32495.071428571428</c:v>
                </c:pt>
                <c:pt idx="928" formatCode="0_);[Red]\(0\)">
                  <c:v>32443.87142857143</c:v>
                </c:pt>
                <c:pt idx="929" formatCode="0_);[Red]\(0\)">
                  <c:v>32549.87142857143</c:v>
                </c:pt>
                <c:pt idx="930" formatCode="0_);[Red]\(0\)">
                  <c:v>32549.87142857143</c:v>
                </c:pt>
                <c:pt idx="931" formatCode="0_);[Red]\(0\)">
                  <c:v>32549.87142857143</c:v>
                </c:pt>
                <c:pt idx="932" formatCode="0_);[Red]\(0\)">
                  <c:v>32581.37142857143</c:v>
                </c:pt>
                <c:pt idx="933" formatCode="0_);[Red]\(0\)">
                  <c:v>32581.37142857143</c:v>
                </c:pt>
                <c:pt idx="934" formatCode="0_);[Red]\(0\)">
                  <c:v>32581.37142857143</c:v>
                </c:pt>
                <c:pt idx="935" formatCode="0_);[Red]\(0\)">
                  <c:v>29681.37142857143</c:v>
                </c:pt>
                <c:pt idx="936" formatCode="0_);[Red]\(0\)">
                  <c:v>29681.37142857143</c:v>
                </c:pt>
                <c:pt idx="937" formatCode="0_);[Red]\(0\)">
                  <c:v>29681.37142857143</c:v>
                </c:pt>
                <c:pt idx="938" formatCode="0_);[Red]\(0\)">
                  <c:v>29681.37142857143</c:v>
                </c:pt>
                <c:pt idx="939" formatCode="0_);[Red]\(0\)">
                  <c:v>29808.37142857143</c:v>
                </c:pt>
                <c:pt idx="940" formatCode="0_);[Red]\(0\)">
                  <c:v>29808.37142857143</c:v>
                </c:pt>
                <c:pt idx="941" formatCode="0_);[Red]\(0\)">
                  <c:v>29808.37142857143</c:v>
                </c:pt>
                <c:pt idx="942" formatCode="0_);[Red]\(0\)">
                  <c:v>29283.571428571428</c:v>
                </c:pt>
                <c:pt idx="943" formatCode="0_);[Red]\(0\)">
                  <c:v>24389.571428571428</c:v>
                </c:pt>
                <c:pt idx="944" formatCode="0_);[Red]\(0\)">
                  <c:v>24389.571428571428</c:v>
                </c:pt>
                <c:pt idx="945" formatCode="0_);[Red]\(0\)">
                  <c:v>24389.571428571428</c:v>
                </c:pt>
                <c:pt idx="946" formatCode="0_);[Red]\(0\)">
                  <c:v>24473.571428571428</c:v>
                </c:pt>
                <c:pt idx="947" formatCode="0_);[Red]\(0\)">
                  <c:v>25079.571428571428</c:v>
                </c:pt>
                <c:pt idx="948" formatCode="0_);[Red]\(0\)">
                  <c:v>25184.571428571428</c:v>
                </c:pt>
                <c:pt idx="949" formatCode="0_);[Red]\(0\)">
                  <c:v>25205.571428571428</c:v>
                </c:pt>
                <c:pt idx="950" formatCode="0_);[Red]\(0\)">
                  <c:v>25237.071428571428</c:v>
                </c:pt>
                <c:pt idx="951" formatCode="0_);[Red]\(0\)">
                  <c:v>25237.071428571428</c:v>
                </c:pt>
                <c:pt idx="952" formatCode="0_);[Red]\(0\)">
                  <c:v>25237.071428571428</c:v>
                </c:pt>
                <c:pt idx="953" formatCode="0_);[Red]\(0\)">
                  <c:v>25289.571428571428</c:v>
                </c:pt>
                <c:pt idx="954" formatCode="0_);[Red]\(0\)">
                  <c:v>25300.071428571428</c:v>
                </c:pt>
                <c:pt idx="955" formatCode="0_);[Red]\(0\)">
                  <c:v>25300.071428571428</c:v>
                </c:pt>
                <c:pt idx="956" formatCode="0_);[Red]\(0\)">
                  <c:v>25310.571428571428</c:v>
                </c:pt>
                <c:pt idx="957" formatCode="0_);[Red]\(0\)">
                  <c:v>25257.571428571428</c:v>
                </c:pt>
                <c:pt idx="958" formatCode="0_);[Red]\(0\)">
                  <c:v>25257.571428571428</c:v>
                </c:pt>
                <c:pt idx="959" formatCode="0_);[Red]\(0\)">
                  <c:v>25257.571428571428</c:v>
                </c:pt>
                <c:pt idx="960" formatCode="0_);[Red]\(0\)">
                  <c:v>15278.571428571428</c:v>
                </c:pt>
                <c:pt idx="961" formatCode="0_);[Red]\(0\)">
                  <c:v>15278.571428571428</c:v>
                </c:pt>
                <c:pt idx="962" formatCode="0_);[Red]\(0\)">
                  <c:v>18278.571428571428</c:v>
                </c:pt>
                <c:pt idx="963" formatCode="0_);[Red]\(0\)">
                  <c:v>18278.571428571428</c:v>
                </c:pt>
                <c:pt idx="964" formatCode="0_);[Red]\(0\)">
                  <c:v>18225.571428571428</c:v>
                </c:pt>
                <c:pt idx="965" formatCode="0_);[Red]\(0\)">
                  <c:v>18225.571428571428</c:v>
                </c:pt>
                <c:pt idx="966" formatCode="0_);[Red]\(0\)">
                  <c:v>18225.571428571428</c:v>
                </c:pt>
                <c:pt idx="967" formatCode="0_);[Red]\(0\)">
                  <c:v>18342.071428571428</c:v>
                </c:pt>
                <c:pt idx="968" formatCode="0_);[Red]\(0\)">
                  <c:v>13395.071428571428</c:v>
                </c:pt>
                <c:pt idx="969" formatCode="0_);[Red]\(0\)">
                  <c:v>13842.571428571428</c:v>
                </c:pt>
                <c:pt idx="970" formatCode="0_);[Red]\(0\)">
                  <c:v>13895.571428571428</c:v>
                </c:pt>
                <c:pt idx="971" formatCode="0_);[Red]\(0\)">
                  <c:v>13895.571428571428</c:v>
                </c:pt>
                <c:pt idx="972" formatCode="0_);[Red]\(0\)">
                  <c:v>13895.571428571428</c:v>
                </c:pt>
                <c:pt idx="973" formatCode="0_);[Red]\(0\)">
                  <c:v>13842.571428571428</c:v>
                </c:pt>
                <c:pt idx="974" formatCode="0_);[Red]\(0\)">
                  <c:v>18501.571428571428</c:v>
                </c:pt>
                <c:pt idx="975" formatCode="0_);[Red]\(0\)">
                  <c:v>18501.571428571428</c:v>
                </c:pt>
                <c:pt idx="976" formatCode="0_);[Red]\(0\)">
                  <c:v>18522.571428571428</c:v>
                </c:pt>
                <c:pt idx="977" formatCode="0_);[Red]\(0\)">
                  <c:v>13554.071428571428</c:v>
                </c:pt>
                <c:pt idx="978" formatCode="0_);[Red]\(0\)">
                  <c:v>10554.071428571428</c:v>
                </c:pt>
                <c:pt idx="979" formatCode="0_);[Red]\(0\)">
                  <c:v>10554.071428571428</c:v>
                </c:pt>
                <c:pt idx="980" formatCode="0_);[Red]\(0\)">
                  <c:v>10554.071428571428</c:v>
                </c:pt>
                <c:pt idx="981" formatCode="0_);[Red]\(0\)">
                  <c:v>3554.0714285714284</c:v>
                </c:pt>
                <c:pt idx="982" formatCode="0_);[Red]\(0\)">
                  <c:v>4770.0714285714284</c:v>
                </c:pt>
                <c:pt idx="983" formatCode="0_);[Red]\(0\)">
                  <c:v>4770.0714285714284</c:v>
                </c:pt>
                <c:pt idx="984" formatCode="0_);[Red]\(0\)">
                  <c:v>4770.0714285714284</c:v>
                </c:pt>
                <c:pt idx="985" formatCode="0_);[Red]\(0\)">
                  <c:v>5270.0714285714284</c:v>
                </c:pt>
                <c:pt idx="986" formatCode="0_);[Red]\(0\)">
                  <c:v>5270.0714285714284</c:v>
                </c:pt>
                <c:pt idx="987" formatCode="0_);[Red]\(0\)">
                  <c:v>5270.0714285714284</c:v>
                </c:pt>
                <c:pt idx="988" formatCode="0_);[Red]\(0\)">
                  <c:v>5270.0714285714284</c:v>
                </c:pt>
                <c:pt idx="989" formatCode="0_);[Red]\(0\)">
                  <c:v>5322.5714285714284</c:v>
                </c:pt>
                <c:pt idx="990" formatCode="0_);[Red]\(0\)">
                  <c:v>5322.5714285714284</c:v>
                </c:pt>
                <c:pt idx="991" formatCode="0_);[Red]\(0\)">
                  <c:v>6928.5714285714284</c:v>
                </c:pt>
                <c:pt idx="992" formatCode="0_);[Red]\(0\)">
                  <c:v>6822.5714285714284</c:v>
                </c:pt>
                <c:pt idx="993" formatCode="0_);[Red]\(0\)">
                  <c:v>6822.5714285714284</c:v>
                </c:pt>
                <c:pt idx="994" formatCode="0_);[Red]\(0\)">
                  <c:v>6822.5714285714284</c:v>
                </c:pt>
                <c:pt idx="995" formatCode="0_);[Red]\(0\)">
                  <c:v>-3550.4285714285716</c:v>
                </c:pt>
                <c:pt idx="996" formatCode="0_);[Red]\(0\)">
                  <c:v>-3550.4285714285716</c:v>
                </c:pt>
                <c:pt idx="997" formatCode="0_);[Red]\(0\)">
                  <c:v>-3550.4285714285716</c:v>
                </c:pt>
                <c:pt idx="998" formatCode="0_);[Red]\(0\)">
                  <c:v>-2518.9285714285716</c:v>
                </c:pt>
                <c:pt idx="999" formatCode="0_);[Red]\(0\)">
                  <c:v>-1018.9285714285716</c:v>
                </c:pt>
                <c:pt idx="1000" formatCode="0_);[Red]\(0\)">
                  <c:v>-1018.9285714285716</c:v>
                </c:pt>
                <c:pt idx="1001" formatCode="0_);[Red]\(0\)">
                  <c:v>-858.92857142857156</c:v>
                </c:pt>
                <c:pt idx="1002" formatCode="0_);[Red]\(0\)">
                  <c:v>-858.92857142857156</c:v>
                </c:pt>
                <c:pt idx="1003" formatCode="0_);[Red]\(0\)">
                  <c:v>-858.92857142857156</c:v>
                </c:pt>
                <c:pt idx="1004" formatCode="0_);[Red]\(0\)">
                  <c:v>-858.92857142857156</c:v>
                </c:pt>
                <c:pt idx="1005" formatCode="0_);[Red]\(0\)">
                  <c:v>-858.92857142857156</c:v>
                </c:pt>
                <c:pt idx="1006" formatCode="0_);[Red]\(0\)">
                  <c:v>-858.92857142857156</c:v>
                </c:pt>
                <c:pt idx="1007" formatCode="0_);[Red]\(0\)">
                  <c:v>-858.92857142857156</c:v>
                </c:pt>
                <c:pt idx="1008" formatCode="0_);[Red]\(0\)">
                  <c:v>-858.92857142857156</c:v>
                </c:pt>
                <c:pt idx="1009" formatCode="0_);[Red]\(0\)">
                  <c:v>1036.0714285714284</c:v>
                </c:pt>
                <c:pt idx="1010" formatCode="0_);[Red]\(0\)">
                  <c:v>1142.0714285714284</c:v>
                </c:pt>
                <c:pt idx="1011" formatCode="0_);[Red]\(0\)">
                  <c:v>1142.0714285714284</c:v>
                </c:pt>
                <c:pt idx="1012" formatCode="0_);[Red]\(0\)">
                  <c:v>1142.0714285714284</c:v>
                </c:pt>
                <c:pt idx="1013" formatCode="0_);[Red]\(0\)">
                  <c:v>1354.0714285714284</c:v>
                </c:pt>
                <c:pt idx="1014" formatCode="0_);[Red]\(0\)">
                  <c:v>1354.0714285714284</c:v>
                </c:pt>
                <c:pt idx="1015" formatCode="0_);[Red]\(0\)">
                  <c:v>1354.0714285714284</c:v>
                </c:pt>
                <c:pt idx="1016" formatCode="0_);[Red]\(0\)">
                  <c:v>4634.0714285714284</c:v>
                </c:pt>
                <c:pt idx="1017" formatCode="0_);[Red]\(0\)">
                  <c:v>4634.0714285714284</c:v>
                </c:pt>
                <c:pt idx="1018" formatCode="0_);[Red]\(0\)">
                  <c:v>4634.0714285714284</c:v>
                </c:pt>
                <c:pt idx="1019" formatCode="0_);[Red]\(0\)">
                  <c:v>4740.0714285714284</c:v>
                </c:pt>
                <c:pt idx="1020" formatCode="0_);[Red]\(0\)">
                  <c:v>4740.0714285714284</c:v>
                </c:pt>
                <c:pt idx="1021" formatCode="0_);[Red]\(0\)">
                  <c:v>4740.0714285714284</c:v>
                </c:pt>
                <c:pt idx="1022" formatCode="0_);[Red]\(0\)">
                  <c:v>4740.0714285714284</c:v>
                </c:pt>
                <c:pt idx="1023" formatCode="0_);[Red]\(0\)">
                  <c:v>4792.5714285714284</c:v>
                </c:pt>
                <c:pt idx="1024" formatCode="0_);[Red]\(0\)">
                  <c:v>4792.5714285714284</c:v>
                </c:pt>
                <c:pt idx="1025" formatCode="0_);[Red]\(0\)">
                  <c:v>1792.5714285714284</c:v>
                </c:pt>
                <c:pt idx="1026" formatCode="0_);[Red]\(0\)">
                  <c:v>1792.5714285714284</c:v>
                </c:pt>
                <c:pt idx="1027" formatCode="0_);[Red]\(0\)">
                  <c:v>3792.5714285714284</c:v>
                </c:pt>
                <c:pt idx="1028" formatCode="0_);[Red]\(0\)">
                  <c:v>3792.5714285714284</c:v>
                </c:pt>
                <c:pt idx="1029" formatCode="0_);[Red]\(0\)">
                  <c:v>3792.5714285714284</c:v>
                </c:pt>
                <c:pt idx="1030" formatCode="0_);[Red]\(0\)">
                  <c:v>3897.5714285714284</c:v>
                </c:pt>
                <c:pt idx="1031" formatCode="0_);[Red]\(0\)">
                  <c:v>3109.5714285714284</c:v>
                </c:pt>
                <c:pt idx="1032" formatCode="0_);[Red]\(0\)">
                  <c:v>3109.5714285714284</c:v>
                </c:pt>
                <c:pt idx="1033" formatCode="0_);[Red]\(0\)">
                  <c:v>3109.5714285714284</c:v>
                </c:pt>
                <c:pt idx="1034" formatCode="0_);[Red]\(0\)">
                  <c:v>109.57142857142844</c:v>
                </c:pt>
                <c:pt idx="1035" formatCode="0_);[Red]\(0\)">
                  <c:v>109.57142857142844</c:v>
                </c:pt>
                <c:pt idx="1036" formatCode="0_);[Red]\(0\)">
                  <c:v>109.57142857142844</c:v>
                </c:pt>
                <c:pt idx="1037" formatCode="0_);[Red]\(0\)">
                  <c:v>802.07142857142844</c:v>
                </c:pt>
                <c:pt idx="1038" formatCode="0_);[Red]\(0\)">
                  <c:v>696.07142857142844</c:v>
                </c:pt>
                <c:pt idx="1039" formatCode="0_);[Red]\(0\)">
                  <c:v>801.07142857142844</c:v>
                </c:pt>
                <c:pt idx="1040" formatCode="0_);[Red]\(0\)">
                  <c:v>-18.428571428571558</c:v>
                </c:pt>
                <c:pt idx="1041" formatCode="0_);[Red]\(0\)">
                  <c:v>-18.428571428571558</c:v>
                </c:pt>
                <c:pt idx="1042" formatCode="0_);[Red]\(0\)">
                  <c:v>-18.428571428571558</c:v>
                </c:pt>
                <c:pt idx="1043" formatCode="0_);[Red]\(0\)">
                  <c:v>-18.428571428571558</c:v>
                </c:pt>
                <c:pt idx="1044" formatCode="0_);[Red]\(0\)">
                  <c:v>86.571428571428442</c:v>
                </c:pt>
                <c:pt idx="1045" formatCode="0_);[Red]\(0\)">
                  <c:v>586.57142857142844</c:v>
                </c:pt>
                <c:pt idx="1046" formatCode="0_);[Red]\(0\)">
                  <c:v>586.57142857142844</c:v>
                </c:pt>
                <c:pt idx="1047" formatCode="0_);[Red]\(0\)">
                  <c:v>692.57142857142844</c:v>
                </c:pt>
                <c:pt idx="1048" formatCode="0_);[Red]\(0\)">
                  <c:v>2139.5714285714284</c:v>
                </c:pt>
                <c:pt idx="1049" formatCode="0_);[Red]\(0\)">
                  <c:v>2139.5714285714284</c:v>
                </c:pt>
                <c:pt idx="1050" formatCode="0_);[Red]\(0\)">
                  <c:v>2139.5714285714284</c:v>
                </c:pt>
                <c:pt idx="1051" formatCode="0_);[Red]\(0\)">
                  <c:v>2139.5714285714284</c:v>
                </c:pt>
                <c:pt idx="1052" formatCode="0_);[Red]\(0\)">
                  <c:v>2139.5714285714284</c:v>
                </c:pt>
                <c:pt idx="1053" formatCode="0_);[Red]\(0\)">
                  <c:v>2139.5714285714284</c:v>
                </c:pt>
                <c:pt idx="1054" formatCode="0_);[Red]\(0\)">
                  <c:v>1491.5714285714284</c:v>
                </c:pt>
                <c:pt idx="1055" formatCode="0_);[Red]\(0\)">
                  <c:v>491.57142857142844</c:v>
                </c:pt>
                <c:pt idx="1056" formatCode="0_);[Red]\(0\)">
                  <c:v>491.57142857142844</c:v>
                </c:pt>
                <c:pt idx="1057" formatCode="0_);[Red]\(0\)">
                  <c:v>491.57142857142844</c:v>
                </c:pt>
                <c:pt idx="1058" formatCode="0_);[Red]\(0\)">
                  <c:v>512.57142857142844</c:v>
                </c:pt>
                <c:pt idx="1059" formatCode="0_);[Red]\(0\)">
                  <c:v>512.57142857142844</c:v>
                </c:pt>
                <c:pt idx="1060" formatCode="0_);[Red]\(0\)">
                  <c:v>512.57142857142844</c:v>
                </c:pt>
                <c:pt idx="1061" formatCode="0_);[Red]\(0\)">
                  <c:v>533.57142857142844</c:v>
                </c:pt>
                <c:pt idx="1062" formatCode="0_);[Red]\(0\)">
                  <c:v>533.57142857142844</c:v>
                </c:pt>
                <c:pt idx="1063" formatCode="0_);[Red]\(0\)">
                  <c:v>533.57142857142844</c:v>
                </c:pt>
                <c:pt idx="1064" formatCode="0_);[Red]\(0\)">
                  <c:v>533.57142857142844</c:v>
                </c:pt>
                <c:pt idx="1065" formatCode="0_);[Red]\(0\)">
                  <c:v>554.57142857142844</c:v>
                </c:pt>
                <c:pt idx="1066" formatCode="0_);[Red]\(0\)">
                  <c:v>554.57142857142844</c:v>
                </c:pt>
                <c:pt idx="1067" formatCode="0_);[Red]\(0\)">
                  <c:v>448.57142857142844</c:v>
                </c:pt>
                <c:pt idx="1068" formatCode="0_);[Red]\(0\)">
                  <c:v>789.57142857142844</c:v>
                </c:pt>
                <c:pt idx="1069" formatCode="0_);[Red]\(0\)">
                  <c:v>789.57142857142844</c:v>
                </c:pt>
                <c:pt idx="1070" formatCode="0_);[Red]\(0\)">
                  <c:v>789.57142857142844</c:v>
                </c:pt>
                <c:pt idx="1071" formatCode="0_);[Red]\(0\)">
                  <c:v>789.57142857142844</c:v>
                </c:pt>
                <c:pt idx="1072" formatCode="0_);[Red]\(0\)">
                  <c:v>789.57142857142844</c:v>
                </c:pt>
                <c:pt idx="1073" formatCode="0_);[Red]\(0\)">
                  <c:v>789.57142857142844</c:v>
                </c:pt>
                <c:pt idx="1074" formatCode="0_);[Red]\(0\)">
                  <c:v>789.57142857142844</c:v>
                </c:pt>
                <c:pt idx="1075" formatCode="0_);[Red]\(0\)">
                  <c:v>289.57142857142844</c:v>
                </c:pt>
                <c:pt idx="1076" formatCode="0_);[Red]\(0\)">
                  <c:v>2342.5714285714284</c:v>
                </c:pt>
                <c:pt idx="1077" formatCode="0_);[Red]\(0\)">
                  <c:v>2342.5714285714284</c:v>
                </c:pt>
                <c:pt idx="1078" formatCode="0_);[Red]\(0\)">
                  <c:v>2342.5714285714284</c:v>
                </c:pt>
                <c:pt idx="1079" formatCode="0_);[Red]\(0\)">
                  <c:v>2353.0714285714284</c:v>
                </c:pt>
                <c:pt idx="1080" formatCode="0_);[Red]\(0\)">
                  <c:v>2353.0714285714284</c:v>
                </c:pt>
                <c:pt idx="1081" formatCode="0_);[Red]\(0\)">
                  <c:v>2363.5714285714284</c:v>
                </c:pt>
                <c:pt idx="1082" formatCode="0_);[Red]\(0\)">
                  <c:v>1884.5714285714284</c:v>
                </c:pt>
                <c:pt idx="1083" formatCode="0_);[Red]\(0\)">
                  <c:v>1884.5714285714284</c:v>
                </c:pt>
                <c:pt idx="1084" formatCode="0_);[Red]\(0\)">
                  <c:v>1884.5714285714284</c:v>
                </c:pt>
                <c:pt idx="1085" formatCode="0_);[Red]\(0\)">
                  <c:v>1884.5714285714284</c:v>
                </c:pt>
                <c:pt idx="1086" formatCode="0_);[Red]\(0\)">
                  <c:v>1916.0714285714284</c:v>
                </c:pt>
                <c:pt idx="1087" formatCode="0_);[Red]\(0\)">
                  <c:v>1916.0714285714284</c:v>
                </c:pt>
                <c:pt idx="1088" formatCode="0_);[Red]\(0\)">
                  <c:v>1916.0714285714284</c:v>
                </c:pt>
                <c:pt idx="1089" formatCode="0_);[Red]\(0\)">
                  <c:v>1916.0714285714284</c:v>
                </c:pt>
                <c:pt idx="1090" formatCode="0_);[Red]\(0\)">
                  <c:v>2416.0714285714284</c:v>
                </c:pt>
                <c:pt idx="1091" formatCode="0_);[Red]\(0\)">
                  <c:v>2416.0714285714284</c:v>
                </c:pt>
                <c:pt idx="1092" formatCode="0_);[Red]\(0\)">
                  <c:v>2416.0714285714284</c:v>
                </c:pt>
                <c:pt idx="1093" formatCode="0_);[Red]\(0\)">
                  <c:v>1468.5714285714284</c:v>
                </c:pt>
                <c:pt idx="1094" formatCode="0_);[Red]\(0\)">
                  <c:v>1468.5714285714284</c:v>
                </c:pt>
                <c:pt idx="1095" formatCode="0_);[Red]\(0\)">
                  <c:v>1468.5714285714284</c:v>
                </c:pt>
                <c:pt idx="1096" formatCode="0_);[Red]\(0\)">
                  <c:v>1468.5714285714284</c:v>
                </c:pt>
                <c:pt idx="1097" formatCode="0_);[Red]\(0\)">
                  <c:v>1468.5714285714284</c:v>
                </c:pt>
                <c:pt idx="1098" formatCode="0_);[Red]\(0\)">
                  <c:v>1468.5714285714284</c:v>
                </c:pt>
                <c:pt idx="1099" formatCode="0_);[Red]\(0\)">
                  <c:v>1489.5714285714284</c:v>
                </c:pt>
                <c:pt idx="1100" formatCode="0_);[Red]\(0\)">
                  <c:v>989.57142857142844</c:v>
                </c:pt>
                <c:pt idx="1101" formatCode="0_);[Red]\(0\)">
                  <c:v>1042.5714285714284</c:v>
                </c:pt>
                <c:pt idx="1102" formatCode="0_);[Red]\(0\)">
                  <c:v>1042.5714285714284</c:v>
                </c:pt>
                <c:pt idx="1103" formatCode="0_);[Red]\(0\)">
                  <c:v>1042.5714285714284</c:v>
                </c:pt>
                <c:pt idx="1104" formatCode="0_);[Red]\(0\)">
                  <c:v>2442.5714285714284</c:v>
                </c:pt>
                <c:pt idx="1105" formatCode="0_);[Red]\(0\)">
                  <c:v>2442.5714285714284</c:v>
                </c:pt>
                <c:pt idx="1106" formatCode="0_);[Red]\(0\)">
                  <c:v>2442.5714285714284</c:v>
                </c:pt>
                <c:pt idx="1107" formatCode="0_);[Red]\(0\)">
                  <c:v>2442.5714285714284</c:v>
                </c:pt>
                <c:pt idx="1108" formatCode="0_);[Red]\(0\)">
                  <c:v>2389.5714285714284</c:v>
                </c:pt>
                <c:pt idx="1109" formatCode="0_);[Red]\(0\)">
                  <c:v>2410.5714285714284</c:v>
                </c:pt>
                <c:pt idx="1110" formatCode="0_);[Red]\(0\)">
                  <c:v>2410.5714285714284</c:v>
                </c:pt>
                <c:pt idx="1111" formatCode="0_);[Red]\(0\)">
                  <c:v>2410.5714285714284</c:v>
                </c:pt>
                <c:pt idx="1112" formatCode="0_);[Red]\(0\)">
                  <c:v>2410.5714285714284</c:v>
                </c:pt>
                <c:pt idx="1113" formatCode="0_);[Red]\(0\)">
                  <c:v>2410.5714285714284</c:v>
                </c:pt>
                <c:pt idx="1114" formatCode="0_);[Red]\(0\)">
                  <c:v>2410.5714285714284</c:v>
                </c:pt>
                <c:pt idx="1115" formatCode="0_);[Red]\(0\)">
                  <c:v>2410.5714285714284</c:v>
                </c:pt>
                <c:pt idx="1116" formatCode="0_);[Red]\(0\)">
                  <c:v>2410.5714285714284</c:v>
                </c:pt>
                <c:pt idx="1117" formatCode="0_);[Red]\(0\)">
                  <c:v>2410.5714285714284</c:v>
                </c:pt>
                <c:pt idx="1118" formatCode="0_);[Red]\(0\)">
                  <c:v>2410.5714285714284</c:v>
                </c:pt>
                <c:pt idx="1119" formatCode="0_);[Red]\(0\)">
                  <c:v>2410.5714285714284</c:v>
                </c:pt>
                <c:pt idx="1120" formatCode="0_);[Red]\(0\)">
                  <c:v>2410.5714285714284</c:v>
                </c:pt>
                <c:pt idx="1121" formatCode="0_);[Red]\(0\)">
                  <c:v>2410.5714285714284</c:v>
                </c:pt>
                <c:pt idx="1122" formatCode="0_);[Red]\(0\)">
                  <c:v>2410.5714285714284</c:v>
                </c:pt>
                <c:pt idx="1123" formatCode="0_);[Red]\(0\)">
                  <c:v>2410.5714285714284</c:v>
                </c:pt>
                <c:pt idx="1124" formatCode="0_);[Red]\(0\)">
                  <c:v>2410.5714285714284</c:v>
                </c:pt>
                <c:pt idx="1125" formatCode="0_);[Red]\(0\)">
                  <c:v>2410.5714285714284</c:v>
                </c:pt>
                <c:pt idx="1126" formatCode="0_);[Red]\(0\)">
                  <c:v>2410.5714285714284</c:v>
                </c:pt>
                <c:pt idx="1127" formatCode="0_);[Red]\(0\)">
                  <c:v>2410.5714285714284</c:v>
                </c:pt>
                <c:pt idx="1128" formatCode="0_);[Red]\(0\)">
                  <c:v>2010.5714285714284</c:v>
                </c:pt>
                <c:pt idx="1129" formatCode="0_);[Red]\(0\)">
                  <c:v>3457.5714285714284</c:v>
                </c:pt>
                <c:pt idx="1130" formatCode="0_);[Red]\(0\)">
                  <c:v>3457.5714285714284</c:v>
                </c:pt>
                <c:pt idx="1131" formatCode="0_);[Red]\(0\)">
                  <c:v>3105.5714285714284</c:v>
                </c:pt>
                <c:pt idx="1132" formatCode="0_);[Red]\(0\)">
                  <c:v>3105.5714285714284</c:v>
                </c:pt>
                <c:pt idx="1133" formatCode="0_);[Red]\(0\)">
                  <c:v>4005.5714285714284</c:v>
                </c:pt>
                <c:pt idx="1134" formatCode="0_);[Red]\(0\)">
                  <c:v>4005.5714285714284</c:v>
                </c:pt>
                <c:pt idx="1135" formatCode="0_);[Red]\(0\)">
                  <c:v>3284.5714285714284</c:v>
                </c:pt>
                <c:pt idx="1136" formatCode="0_);[Red]\(0\)">
                  <c:v>3284.5714285714284</c:v>
                </c:pt>
                <c:pt idx="1137" formatCode="0_);[Red]\(0\)">
                  <c:v>3284.5714285714284</c:v>
                </c:pt>
                <c:pt idx="1138" formatCode="0_);[Red]\(0\)">
                  <c:v>3284.5714285714284</c:v>
                </c:pt>
                <c:pt idx="1139" formatCode="0_);[Red]\(0\)">
                  <c:v>3784.5714285714284</c:v>
                </c:pt>
                <c:pt idx="1140" formatCode="0_);[Red]\(0\)">
                  <c:v>4484.5714285714284</c:v>
                </c:pt>
                <c:pt idx="1141" formatCode="0_);[Red]\(0\)">
                  <c:v>4484.5714285714284</c:v>
                </c:pt>
                <c:pt idx="1142" formatCode="0_);[Red]\(0\)">
                  <c:v>3957.5714285714284</c:v>
                </c:pt>
                <c:pt idx="1143" formatCode="0_);[Red]\(0\)">
                  <c:v>3957.5714285714284</c:v>
                </c:pt>
                <c:pt idx="1144" formatCode="0_);[Red]\(0\)">
                  <c:v>3904.5714285714284</c:v>
                </c:pt>
                <c:pt idx="1145" formatCode="0_);[Red]\(0\)">
                  <c:v>3904.5714285714284</c:v>
                </c:pt>
                <c:pt idx="1146" formatCode="0_);[Red]\(0\)">
                  <c:v>4851.5714285714284</c:v>
                </c:pt>
                <c:pt idx="1147" formatCode="0_);[Red]\(0\)">
                  <c:v>5251.5714285714284</c:v>
                </c:pt>
                <c:pt idx="1148" formatCode="0_);[Red]\(0\)">
                  <c:v>5198.5714285714284</c:v>
                </c:pt>
                <c:pt idx="1149" formatCode="0_);[Red]\(0\)">
                  <c:v>5445.5714285714284</c:v>
                </c:pt>
                <c:pt idx="1150" formatCode="0_);[Red]\(0\)">
                  <c:v>5445.5714285714284</c:v>
                </c:pt>
                <c:pt idx="1151" formatCode="0_);[Red]\(0\)">
                  <c:v>5445.5714285714284</c:v>
                </c:pt>
                <c:pt idx="1152" formatCode="0_);[Red]\(0\)">
                  <c:v>6286.5714285714284</c:v>
                </c:pt>
                <c:pt idx="1153" formatCode="0_);[Red]\(0\)">
                  <c:v>6286.5714285714284</c:v>
                </c:pt>
                <c:pt idx="1154" formatCode="0_);[Red]\(0\)">
                  <c:v>6986.5714285714284</c:v>
                </c:pt>
                <c:pt idx="1155" formatCode="0_);[Red]\(0\)">
                  <c:v>6986.5714285714284</c:v>
                </c:pt>
                <c:pt idx="1156" formatCode="0_);[Red]\(0\)">
                  <c:v>7456.5714285714284</c:v>
                </c:pt>
                <c:pt idx="1157" formatCode="0_);[Red]\(0\)">
                  <c:v>7456.5714285714284</c:v>
                </c:pt>
                <c:pt idx="1158" formatCode="0_);[Red]\(0\)">
                  <c:v>7956.5714285714284</c:v>
                </c:pt>
                <c:pt idx="1159" formatCode="0_);[Red]\(0\)">
                  <c:v>7956.5714285714284</c:v>
                </c:pt>
                <c:pt idx="1160" formatCode="0_);[Red]\(0\)">
                  <c:v>7956.5714285714284</c:v>
                </c:pt>
                <c:pt idx="1161" formatCode="0_);[Red]\(0\)">
                  <c:v>7956.5714285714284</c:v>
                </c:pt>
                <c:pt idx="1162" formatCode="0_);[Red]\(0\)">
                  <c:v>7956.5714285714284</c:v>
                </c:pt>
                <c:pt idx="1163" formatCode="0_);[Red]\(0\)">
                  <c:v>7956.5714285714284</c:v>
                </c:pt>
                <c:pt idx="1164" formatCode="0_);[Red]\(0\)">
                  <c:v>7850.5714285714284</c:v>
                </c:pt>
                <c:pt idx="1165" formatCode="0_);[Red]\(0\)">
                  <c:v>7882.5714285714284</c:v>
                </c:pt>
                <c:pt idx="1166" formatCode="0_);[Red]\(0\)">
                  <c:v>7830.0714285714284</c:v>
                </c:pt>
                <c:pt idx="1167" formatCode="0_);[Red]\(0\)">
                  <c:v>8830.0714285714275</c:v>
                </c:pt>
                <c:pt idx="1168" formatCode="0_);[Red]\(0\)">
                  <c:v>8830.0714285714275</c:v>
                </c:pt>
                <c:pt idx="1169" formatCode="0_);[Red]\(0\)">
                  <c:v>8830.0714285714275</c:v>
                </c:pt>
                <c:pt idx="1170" formatCode="0_);[Red]\(0\)">
                  <c:v>8510.0714285714275</c:v>
                </c:pt>
                <c:pt idx="1171" formatCode="0_);[Red]\(0\)">
                  <c:v>8510.0714285714275</c:v>
                </c:pt>
                <c:pt idx="1172" formatCode="0_);[Red]\(0\)">
                  <c:v>8510.0714285714275</c:v>
                </c:pt>
                <c:pt idx="1173" formatCode="0_);[Red]\(0\)">
                  <c:v>7510.0714285714284</c:v>
                </c:pt>
                <c:pt idx="1174" formatCode="0_);[Red]\(0\)">
                  <c:v>7716.0714285714284</c:v>
                </c:pt>
                <c:pt idx="1175" formatCode="0_);[Red]\(0\)">
                  <c:v>7716.0714285714284</c:v>
                </c:pt>
                <c:pt idx="1176" formatCode="0_);[Red]\(0\)">
                  <c:v>7716.0714285714284</c:v>
                </c:pt>
                <c:pt idx="1177" formatCode="0_);[Red]\(0\)">
                  <c:v>7716.0714285714284</c:v>
                </c:pt>
                <c:pt idx="1178" formatCode="0_);[Red]\(0\)">
                  <c:v>8716.0714285714275</c:v>
                </c:pt>
                <c:pt idx="1179" formatCode="0_);[Red]\(0\)">
                  <c:v>8716.0714285714275</c:v>
                </c:pt>
                <c:pt idx="1180" formatCode="0_);[Red]\(0\)">
                  <c:v>8768.5714285714275</c:v>
                </c:pt>
                <c:pt idx="1181" formatCode="0_);[Red]\(0\)">
                  <c:v>8768.5714285714275</c:v>
                </c:pt>
                <c:pt idx="1182" formatCode="0_);[Red]\(0\)">
                  <c:v>8768.5714285714275</c:v>
                </c:pt>
                <c:pt idx="1183" formatCode="0_);[Red]\(0\)">
                  <c:v>8768.5714285714275</c:v>
                </c:pt>
                <c:pt idx="1184" formatCode="0_);[Red]\(0\)">
                  <c:v>7768.5714285714284</c:v>
                </c:pt>
                <c:pt idx="1185" formatCode="0_);[Red]\(0\)">
                  <c:v>7268.5714285714284</c:v>
                </c:pt>
                <c:pt idx="1186" formatCode="0_);[Red]\(0\)">
                  <c:v>5663.5714285714284</c:v>
                </c:pt>
                <c:pt idx="1187" formatCode="0_);[Red]\(0\)">
                  <c:v>5663.5714285714284</c:v>
                </c:pt>
                <c:pt idx="1188" formatCode="0_);[Red]\(0\)">
                  <c:v>5663.5714285714284</c:v>
                </c:pt>
                <c:pt idx="1189" formatCode="0_);[Red]\(0\)">
                  <c:v>5663.5714285714284</c:v>
                </c:pt>
                <c:pt idx="1190" formatCode="0_);[Red]\(0\)">
                  <c:v>5663.5714285714284</c:v>
                </c:pt>
                <c:pt idx="1191" formatCode="0_);[Red]\(0\)">
                  <c:v>5663.5714285714284</c:v>
                </c:pt>
                <c:pt idx="1192" formatCode="0_);[Red]\(0\)">
                  <c:v>4259.5714285714284</c:v>
                </c:pt>
                <c:pt idx="1193" formatCode="0_);[Red]\(0\)">
                  <c:v>3512.0714285714284</c:v>
                </c:pt>
                <c:pt idx="1194" formatCode="0_);[Red]\(0\)">
                  <c:v>3812.0714285714284</c:v>
                </c:pt>
                <c:pt idx="1195" formatCode="0_);[Red]\(0\)">
                  <c:v>4312.0714285714284</c:v>
                </c:pt>
                <c:pt idx="1196" formatCode="0_);[Red]\(0\)">
                  <c:v>4312.0714285714284</c:v>
                </c:pt>
                <c:pt idx="1197" formatCode="0_);[Red]\(0\)">
                  <c:v>4312.0714285714284</c:v>
                </c:pt>
                <c:pt idx="1198" formatCode="0_);[Red]\(0\)">
                  <c:v>4312.0714285714284</c:v>
                </c:pt>
                <c:pt idx="1199" formatCode="0_);[Red]\(0\)">
                  <c:v>4312.0714285714284</c:v>
                </c:pt>
                <c:pt idx="1200" formatCode="0_);[Red]\(0\)">
                  <c:v>4312.0714285714284</c:v>
                </c:pt>
                <c:pt idx="1201" formatCode="0_);[Red]\(0\)">
                  <c:v>4312.0714285714284</c:v>
                </c:pt>
                <c:pt idx="1202" formatCode="0_);[Red]\(0\)">
                  <c:v>4312.0714285714284</c:v>
                </c:pt>
                <c:pt idx="1203" formatCode="0_);[Red]\(0\)">
                  <c:v>4312.0714285714284</c:v>
                </c:pt>
                <c:pt idx="1204" formatCode="0_);[Red]\(0\)">
                  <c:v>4312.0714285714284</c:v>
                </c:pt>
                <c:pt idx="1205" formatCode="0_);[Red]\(0\)">
                  <c:v>4228.0714285714284</c:v>
                </c:pt>
                <c:pt idx="1206" formatCode="0_);[Red]\(0\)">
                  <c:v>4207.0714285714284</c:v>
                </c:pt>
                <c:pt idx="1207" formatCode="0_);[Red]\(0\)">
                  <c:v>4525.0714285714284</c:v>
                </c:pt>
                <c:pt idx="1208" formatCode="0_);[Red]\(0\)">
                  <c:v>4525.0714285714284</c:v>
                </c:pt>
                <c:pt idx="1209" formatCode="0_);[Red]\(0\)">
                  <c:v>4525.0714285714284</c:v>
                </c:pt>
                <c:pt idx="1210" formatCode="0_);[Red]\(0\)">
                  <c:v>4525.0714285714284</c:v>
                </c:pt>
                <c:pt idx="1211" formatCode="0_);[Red]\(0\)">
                  <c:v>4525.0714285714284</c:v>
                </c:pt>
                <c:pt idx="1212" formatCode="0_);[Red]\(0\)">
                  <c:v>4577.5714285714284</c:v>
                </c:pt>
                <c:pt idx="1213" formatCode="0_);[Red]\(0\)">
                  <c:v>4577.5714285714284</c:v>
                </c:pt>
                <c:pt idx="1214" formatCode="0_);[Red]\(0\)">
                  <c:v>4077.5714285714284</c:v>
                </c:pt>
                <c:pt idx="1215" formatCode="0_);[Red]\(0\)">
                  <c:v>4077.5714285714284</c:v>
                </c:pt>
                <c:pt idx="1216" formatCode="0_);[Red]\(0\)">
                  <c:v>4077.5714285714284</c:v>
                </c:pt>
                <c:pt idx="1217" formatCode="0_);[Red]\(0\)">
                  <c:v>4077.5714285714284</c:v>
                </c:pt>
                <c:pt idx="1218" formatCode="0_);[Red]\(0\)">
                  <c:v>4077.5714285714284</c:v>
                </c:pt>
                <c:pt idx="1219" formatCode="0_);[Red]\(0\)">
                  <c:v>4077.5714285714284</c:v>
                </c:pt>
                <c:pt idx="1220" formatCode="0_);[Red]\(0\)">
                  <c:v>4077.5714285714284</c:v>
                </c:pt>
                <c:pt idx="1221" formatCode="0_);[Red]\(0\)">
                  <c:v>4685.5714285714284</c:v>
                </c:pt>
                <c:pt idx="1222" formatCode="0_);[Red]\(0\)">
                  <c:v>4685.5714285714284</c:v>
                </c:pt>
                <c:pt idx="1223" formatCode="0_);[Red]\(0\)">
                  <c:v>2185.5714285714284</c:v>
                </c:pt>
                <c:pt idx="1224" formatCode="0_);[Red]\(0\)">
                  <c:v>2185.5714285714284</c:v>
                </c:pt>
                <c:pt idx="1225" formatCode="0_);[Red]\(0\)">
                  <c:v>2185.5714285714284</c:v>
                </c:pt>
                <c:pt idx="1226" formatCode="0_);[Red]\(0\)">
                  <c:v>1885.5714285714284</c:v>
                </c:pt>
                <c:pt idx="1227" formatCode="0_);[Red]\(0\)">
                  <c:v>2097.5714285714284</c:v>
                </c:pt>
                <c:pt idx="1228" formatCode="0_);[Red]\(0\)">
                  <c:v>2193.5714285714284</c:v>
                </c:pt>
                <c:pt idx="1229" formatCode="0_);[Red]\(0\)">
                  <c:v>2193.5714285714284</c:v>
                </c:pt>
                <c:pt idx="1230" formatCode="0_);[Red]\(0\)">
                  <c:v>2193.5714285714284</c:v>
                </c:pt>
                <c:pt idx="1231" formatCode="0_);[Red]\(0\)">
                  <c:v>2193.5714285714284</c:v>
                </c:pt>
                <c:pt idx="1232" formatCode="0_);[Red]\(0\)">
                  <c:v>2193.5714285714284</c:v>
                </c:pt>
                <c:pt idx="1233" formatCode="0_);[Red]\(0\)">
                  <c:v>2193.5714285714284</c:v>
                </c:pt>
                <c:pt idx="1234" formatCode="0_);[Red]\(0\)">
                  <c:v>2193.5714285714284</c:v>
                </c:pt>
                <c:pt idx="1235" formatCode="0_);[Red]\(0\)">
                  <c:v>2246.5714285714284</c:v>
                </c:pt>
                <c:pt idx="1236" formatCode="0_);[Red]\(0\)">
                  <c:v>2246.5714285714284</c:v>
                </c:pt>
                <c:pt idx="1237" formatCode="0_);[Red]\(0\)">
                  <c:v>2246.5714285714284</c:v>
                </c:pt>
                <c:pt idx="1238" formatCode="0_);[Red]\(0\)">
                  <c:v>2246.5714285714284</c:v>
                </c:pt>
                <c:pt idx="1239" formatCode="0_);[Red]\(0\)">
                  <c:v>2246.5714285714284</c:v>
                </c:pt>
                <c:pt idx="1240" formatCode="0_);[Red]\(0\)">
                  <c:v>2546.5714285714284</c:v>
                </c:pt>
                <c:pt idx="1241" formatCode="0_);[Red]\(0\)">
                  <c:v>2567.5714285714284</c:v>
                </c:pt>
                <c:pt idx="1242" formatCode="0_);[Red]\(0\)">
                  <c:v>2567.5714285714284</c:v>
                </c:pt>
                <c:pt idx="1243" formatCode="0_);[Red]\(0\)">
                  <c:v>1867.5714285714284</c:v>
                </c:pt>
                <c:pt idx="1244" formatCode="0_);[Red]\(0\)">
                  <c:v>367.57142857142844</c:v>
                </c:pt>
                <c:pt idx="1245" formatCode="0_);[Red]\(0\)">
                  <c:v>367.57142857142844</c:v>
                </c:pt>
                <c:pt idx="1246" formatCode="0_);[Red]\(0\)">
                  <c:v>367.57142857142844</c:v>
                </c:pt>
                <c:pt idx="1247" formatCode="0_);[Red]\(0\)">
                  <c:v>1567.5714285714284</c:v>
                </c:pt>
                <c:pt idx="1248" formatCode="0_);[Red]\(0\)">
                  <c:v>1567.5714285714284</c:v>
                </c:pt>
                <c:pt idx="1249" formatCode="0_);[Red]\(0\)">
                  <c:v>1567.5714285714284</c:v>
                </c:pt>
                <c:pt idx="1250" formatCode="0_);[Red]\(0\)">
                  <c:v>1367.5714285714284</c:v>
                </c:pt>
                <c:pt idx="1251" formatCode="0_);[Red]\(0\)">
                  <c:v>1067.5714285714284</c:v>
                </c:pt>
                <c:pt idx="1252" formatCode="0_);[Red]\(0\)">
                  <c:v>1567.5714285714284</c:v>
                </c:pt>
                <c:pt idx="1253" formatCode="0_);[Red]\(0\)">
                  <c:v>1567.5714285714284</c:v>
                </c:pt>
                <c:pt idx="1254" formatCode="0_);[Red]\(0\)">
                  <c:v>567.57142857142844</c:v>
                </c:pt>
                <c:pt idx="1255" formatCode="0_);[Red]\(0\)">
                  <c:v>567.57142857142844</c:v>
                </c:pt>
                <c:pt idx="1256" formatCode="0_);[Red]\(0\)">
                  <c:v>567.57142857142844</c:v>
                </c:pt>
                <c:pt idx="1257" formatCode="0_);[Red]\(0\)">
                  <c:v>567.57142857142844</c:v>
                </c:pt>
                <c:pt idx="1258" formatCode="0_);[Red]\(0\)">
                  <c:v>567.57142857142844</c:v>
                </c:pt>
                <c:pt idx="1259" formatCode="0_);[Red]\(0\)">
                  <c:v>567.57142857142844</c:v>
                </c:pt>
                <c:pt idx="1260" formatCode="0_);[Red]\(0\)">
                  <c:v>567.57142857142844</c:v>
                </c:pt>
                <c:pt idx="1261" formatCode="0_);[Red]\(0\)">
                  <c:v>535.57142857142844</c:v>
                </c:pt>
                <c:pt idx="1262" formatCode="0_);[Red]\(0\)">
                  <c:v>482.57142857142844</c:v>
                </c:pt>
                <c:pt idx="1263" formatCode="0_);[Red]\(0\)">
                  <c:v>482.57142857142844</c:v>
                </c:pt>
                <c:pt idx="1264" formatCode="0_);[Red]\(0\)">
                  <c:v>982.57142857142844</c:v>
                </c:pt>
                <c:pt idx="1265" formatCode="0_);[Red]\(0\)">
                  <c:v>982.57142857142844</c:v>
                </c:pt>
                <c:pt idx="1266" formatCode="0_);[Red]\(0\)">
                  <c:v>982.57142857142844</c:v>
                </c:pt>
                <c:pt idx="1267" formatCode="0_);[Red]\(0\)">
                  <c:v>982.57142857142844</c:v>
                </c:pt>
                <c:pt idx="1268" formatCode="0_);[Red]\(0\)">
                  <c:v>993.07142857142844</c:v>
                </c:pt>
                <c:pt idx="1269" formatCode="0_);[Red]\(0\)">
                  <c:v>493.07142857142844</c:v>
                </c:pt>
                <c:pt idx="1270" formatCode="0_);[Red]\(0\)">
                  <c:v>993.07142857142844</c:v>
                </c:pt>
                <c:pt idx="1271" formatCode="0_);[Red]\(0\)">
                  <c:v>993.07142857142844</c:v>
                </c:pt>
                <c:pt idx="1272" formatCode="0_);[Red]\(0\)">
                  <c:v>993.07142857142844</c:v>
                </c:pt>
                <c:pt idx="1273" formatCode="0_);[Red]\(0\)">
                  <c:v>993.07142857142844</c:v>
                </c:pt>
                <c:pt idx="1274" formatCode="0_);[Red]\(0\)">
                  <c:v>993.07142857142844</c:v>
                </c:pt>
                <c:pt idx="1275" formatCode="0_);[Red]\(0\)">
                  <c:v>993.07142857142844</c:v>
                </c:pt>
                <c:pt idx="1276" formatCode="0_);[Red]\(0\)">
                  <c:v>993.07142857142844</c:v>
                </c:pt>
                <c:pt idx="1277" formatCode="0_);[Red]\(0\)">
                  <c:v>993.07142857142844</c:v>
                </c:pt>
                <c:pt idx="1278" formatCode="0_);[Red]\(0\)">
                  <c:v>993.07142857142844</c:v>
                </c:pt>
                <c:pt idx="1279" formatCode="0_);[Red]\(0\)">
                  <c:v>993.07142857142844</c:v>
                </c:pt>
                <c:pt idx="1280" formatCode="0_);[Red]\(0\)">
                  <c:v>993.07142857142844</c:v>
                </c:pt>
                <c:pt idx="1281" formatCode="0_);[Red]\(0\)">
                  <c:v>993.07142857142844</c:v>
                </c:pt>
                <c:pt idx="1282" formatCode="0_);[Red]\(0\)">
                  <c:v>993.07142857142844</c:v>
                </c:pt>
                <c:pt idx="1283" formatCode="0_);[Red]\(0\)">
                  <c:v>993.07142857142844</c:v>
                </c:pt>
                <c:pt idx="1284" formatCode="0_);[Red]\(0\)">
                  <c:v>993.07142857142844</c:v>
                </c:pt>
                <c:pt idx="1285" formatCode="0_);[Red]\(0\)">
                  <c:v>993.07142857142844</c:v>
                </c:pt>
                <c:pt idx="1286" formatCode="0_);[Red]\(0\)">
                  <c:v>993.07142857142844</c:v>
                </c:pt>
                <c:pt idx="1287" formatCode="0_);[Red]\(0\)">
                  <c:v>993.07142857142844</c:v>
                </c:pt>
                <c:pt idx="1288" formatCode="0_);[Red]\(0\)">
                  <c:v>993.07142857142844</c:v>
                </c:pt>
                <c:pt idx="1289" formatCode="0_);[Red]\(0\)">
                  <c:v>693.07142857142844</c:v>
                </c:pt>
                <c:pt idx="1290" formatCode="0_);[Red]\(0\)">
                  <c:v>534.07142857142844</c:v>
                </c:pt>
                <c:pt idx="1291" formatCode="0_);[Red]\(0\)">
                  <c:v>534.07142857142844</c:v>
                </c:pt>
                <c:pt idx="1292" formatCode="0_);[Red]\(0\)">
                  <c:v>534.07142857142844</c:v>
                </c:pt>
                <c:pt idx="1293" formatCode="0_);[Red]\(0\)">
                  <c:v>534.07142857142844</c:v>
                </c:pt>
                <c:pt idx="1294" formatCode="0_);[Red]\(0\)">
                  <c:v>534.07142857142844</c:v>
                </c:pt>
                <c:pt idx="1295" formatCode="0_);[Red]\(0\)">
                  <c:v>534.07142857142844</c:v>
                </c:pt>
                <c:pt idx="1296" formatCode="0_);[Red]\(0\)">
                  <c:v>534.07142857142844</c:v>
                </c:pt>
                <c:pt idx="1297" formatCode="0_);[Red]\(0\)">
                  <c:v>534.07142857142844</c:v>
                </c:pt>
                <c:pt idx="1298" formatCode="0_);[Red]\(0\)">
                  <c:v>544.57142857142844</c:v>
                </c:pt>
                <c:pt idx="1299" formatCode="0_);[Red]\(0\)">
                  <c:v>427.97142857142808</c:v>
                </c:pt>
                <c:pt idx="1300" formatCode="0_);[Red]\(0\)">
                  <c:v>427.97142857142808</c:v>
                </c:pt>
                <c:pt idx="1301" formatCode="0_);[Red]\(0\)">
                  <c:v>427.97142857142808</c:v>
                </c:pt>
                <c:pt idx="1302" formatCode="0_);[Red]\(0\)">
                  <c:v>427.97142857142808</c:v>
                </c:pt>
                <c:pt idx="1303" formatCode="0_);[Red]\(0\)">
                  <c:v>427.97142857142808</c:v>
                </c:pt>
                <c:pt idx="1304" formatCode="0_);[Red]\(0\)">
                  <c:v>427.97142857142808</c:v>
                </c:pt>
                <c:pt idx="1305" formatCode="0_);[Red]\(0\)">
                  <c:v>427.97142857142808</c:v>
                </c:pt>
                <c:pt idx="1306" formatCode="0_);[Red]\(0\)">
                  <c:v>427.97142857142808</c:v>
                </c:pt>
                <c:pt idx="1307" formatCode="0_);[Red]\(0\)">
                  <c:v>427.97142857142808</c:v>
                </c:pt>
                <c:pt idx="1308" formatCode="0_);[Red]\(0\)">
                  <c:v>427.97142857142808</c:v>
                </c:pt>
                <c:pt idx="1309" formatCode="0_);[Red]\(0\)">
                  <c:v>427.97142857142808</c:v>
                </c:pt>
                <c:pt idx="1310" formatCode="0_);[Red]\(0\)">
                  <c:v>727.97142857142808</c:v>
                </c:pt>
                <c:pt idx="1311" formatCode="0_);[Red]\(0\)">
                  <c:v>727.97142857142808</c:v>
                </c:pt>
                <c:pt idx="1312" formatCode="0_);[Red]\(0\)">
                  <c:v>717.57142857142844</c:v>
                </c:pt>
                <c:pt idx="1313" formatCode="0_);[Red]\(0\)">
                  <c:v>717.57142857142844</c:v>
                </c:pt>
                <c:pt idx="1314" formatCode="0_);[Red]\(0\)">
                  <c:v>717.57142857142844</c:v>
                </c:pt>
                <c:pt idx="1315" formatCode="0_);[Red]\(0\)">
                  <c:v>717.57142857142844</c:v>
                </c:pt>
                <c:pt idx="1316" formatCode="0_);[Red]\(0\)">
                  <c:v>717.57142857142844</c:v>
                </c:pt>
                <c:pt idx="1317" formatCode="0_);[Red]\(0\)">
                  <c:v>717.57142857142844</c:v>
                </c:pt>
                <c:pt idx="1318" formatCode="0_);[Red]\(0\)">
                  <c:v>696.57142857142844</c:v>
                </c:pt>
                <c:pt idx="1319" formatCode="0_);[Red]\(0\)">
                  <c:v>696.57142857142844</c:v>
                </c:pt>
                <c:pt idx="1320" formatCode="0_);[Red]\(0\)">
                  <c:v>696.57142857142844</c:v>
                </c:pt>
                <c:pt idx="1321" formatCode="0_);[Red]\(0\)">
                  <c:v>696.57142857142844</c:v>
                </c:pt>
                <c:pt idx="1322" formatCode="0_);[Red]\(0\)">
                  <c:v>696.57142857142844</c:v>
                </c:pt>
                <c:pt idx="1323" formatCode="0_);[Red]\(0\)">
                  <c:v>696.57142857142844</c:v>
                </c:pt>
                <c:pt idx="1324" formatCode="0_);[Red]\(0\)">
                  <c:v>696.57142857142844</c:v>
                </c:pt>
                <c:pt idx="1325" formatCode="0_);[Red]\(0\)">
                  <c:v>675.57142857142844</c:v>
                </c:pt>
                <c:pt idx="1326" formatCode="0_);[Red]\(0\)">
                  <c:v>975.57142857142844</c:v>
                </c:pt>
                <c:pt idx="1327" formatCode="0_);[Red]\(0\)">
                  <c:v>975.57142857142844</c:v>
                </c:pt>
                <c:pt idx="1328" formatCode="0_);[Red]\(0\)">
                  <c:v>1975.5714285714284</c:v>
                </c:pt>
                <c:pt idx="1329" formatCode="0_);[Red]\(0\)">
                  <c:v>1975.5714285714284</c:v>
                </c:pt>
                <c:pt idx="1330" formatCode="0_);[Red]\(0\)">
                  <c:v>1975.5714285714284</c:v>
                </c:pt>
                <c:pt idx="1331" formatCode="0_);[Red]\(0\)">
                  <c:v>1905.6114285714284</c:v>
                </c:pt>
                <c:pt idx="1332" formatCode="0_);[Red]\(0\)">
                  <c:v>1905.6114285714284</c:v>
                </c:pt>
                <c:pt idx="1333" formatCode="0_);[Red]\(0\)">
                  <c:v>1821.1114285714284</c:v>
                </c:pt>
                <c:pt idx="1334" formatCode="0_);[Red]\(0\)">
                  <c:v>1821.1114285714284</c:v>
                </c:pt>
                <c:pt idx="1335" formatCode="0_);[Red]\(0\)">
                  <c:v>1803.0914285714289</c:v>
                </c:pt>
                <c:pt idx="1336" formatCode="0_);[Red]\(0\)">
                  <c:v>1803.0914285714289</c:v>
                </c:pt>
                <c:pt idx="1337" formatCode="0_);[Red]\(0\)">
                  <c:v>1803.0914285714289</c:v>
                </c:pt>
                <c:pt idx="1338" formatCode="0_);[Red]\(0\)">
                  <c:v>1803.0914285714289</c:v>
                </c:pt>
                <c:pt idx="1339" formatCode="0_);[Red]\(0\)">
                  <c:v>1834.5914285714289</c:v>
                </c:pt>
                <c:pt idx="1340" formatCode="0_);[Red]\(0\)">
                  <c:v>1758.5714285714284</c:v>
                </c:pt>
                <c:pt idx="1341" formatCode="0_);[Red]\(0\)">
                  <c:v>1758.5714285714284</c:v>
                </c:pt>
                <c:pt idx="1342" formatCode="0_);[Red]\(0\)">
                  <c:v>1758.5714285714284</c:v>
                </c:pt>
                <c:pt idx="1343" formatCode="0_);[Red]\(0\)">
                  <c:v>1758.5714285714284</c:v>
                </c:pt>
                <c:pt idx="1344" formatCode="0_);[Red]\(0\)">
                  <c:v>1758.5714285714284</c:v>
                </c:pt>
                <c:pt idx="1345" formatCode="0_);[Red]\(0\)">
                  <c:v>1769.0714285714284</c:v>
                </c:pt>
                <c:pt idx="1346" formatCode="0_);[Red]\(0\)">
                  <c:v>1769.0714285714284</c:v>
                </c:pt>
                <c:pt idx="1347" formatCode="0_);[Red]\(0\)">
                  <c:v>1748.0714285714284</c:v>
                </c:pt>
                <c:pt idx="1348" formatCode="0_);[Red]\(0\)">
                  <c:v>1774.5714285714284</c:v>
                </c:pt>
                <c:pt idx="1349" formatCode="0_);[Red]\(0\)">
                  <c:v>1774.5714285714284</c:v>
                </c:pt>
                <c:pt idx="1350" formatCode="0_);[Red]\(0\)">
                  <c:v>1774.5714285714284</c:v>
                </c:pt>
                <c:pt idx="1351" formatCode="0_);[Red]\(0\)">
                  <c:v>1774.5714285714284</c:v>
                </c:pt>
                <c:pt idx="1352" formatCode="0_);[Red]\(0\)">
                  <c:v>1774.5714285714284</c:v>
                </c:pt>
                <c:pt idx="1353" formatCode="0_);[Red]\(0\)">
                  <c:v>1774.5714285714284</c:v>
                </c:pt>
                <c:pt idx="1354" formatCode="0_);[Red]\(0\)">
                  <c:v>1774.5714285714284</c:v>
                </c:pt>
                <c:pt idx="1355" formatCode="0_);[Red]\(0\)">
                  <c:v>1774.5714285714284</c:v>
                </c:pt>
                <c:pt idx="1356" formatCode="0_);[Red]\(0\)">
                  <c:v>1474.5714285714284</c:v>
                </c:pt>
                <c:pt idx="1357" formatCode="0_);[Red]\(0\)">
                  <c:v>1474.5714285714284</c:v>
                </c:pt>
                <c:pt idx="1358" formatCode="0_);[Red]\(0\)">
                  <c:v>1474.5714285714284</c:v>
                </c:pt>
                <c:pt idx="1359" formatCode="0_);[Red]\(0\)">
                  <c:v>1474.5714285714284</c:v>
                </c:pt>
                <c:pt idx="1360" formatCode="0_);[Red]\(0\)">
                  <c:v>1464.0714285714284</c:v>
                </c:pt>
                <c:pt idx="1361" formatCode="0_);[Red]\(0\)">
                  <c:v>1358.0714285714284</c:v>
                </c:pt>
                <c:pt idx="1362" formatCode="0_);[Red]\(0\)">
                  <c:v>1358.0714285714284</c:v>
                </c:pt>
                <c:pt idx="1363" formatCode="0_);[Red]\(0\)">
                  <c:v>1358.0714285714284</c:v>
                </c:pt>
                <c:pt idx="1364" formatCode="0_);[Red]\(0\)">
                  <c:v>1358.0714285714284</c:v>
                </c:pt>
                <c:pt idx="1365" formatCode="0_);[Red]\(0\)">
                  <c:v>1358.0714285714284</c:v>
                </c:pt>
                <c:pt idx="1366" formatCode="0_);[Red]\(0\)">
                  <c:v>1358.0714285714284</c:v>
                </c:pt>
                <c:pt idx="1367" formatCode="0_);[Red]\(0\)">
                  <c:v>1358.0714285714284</c:v>
                </c:pt>
                <c:pt idx="1368" formatCode="0_);[Red]\(0\)">
                  <c:v>1358.0714285714284</c:v>
                </c:pt>
                <c:pt idx="1369" formatCode="0_);[Red]\(0\)">
                  <c:v>1358.0714285714284</c:v>
                </c:pt>
                <c:pt idx="1370" formatCode="0_);[Red]\(0\)">
                  <c:v>1358.0714285714284</c:v>
                </c:pt>
                <c:pt idx="1371" formatCode="0_);[Red]\(0\)">
                  <c:v>1358.0714285714284</c:v>
                </c:pt>
                <c:pt idx="1372" formatCode="0_);[Red]\(0\)">
                  <c:v>1358.0714285714284</c:v>
                </c:pt>
                <c:pt idx="1373" formatCode="0_);[Red]\(0\)">
                  <c:v>1358.0714285714284</c:v>
                </c:pt>
                <c:pt idx="1374" formatCode="0_);[Red]\(0\)">
                  <c:v>1358.0714285714284</c:v>
                </c:pt>
                <c:pt idx="1375" formatCode="0_);[Red]\(0\)">
                  <c:v>1358.0714285714284</c:v>
                </c:pt>
                <c:pt idx="1376" formatCode="0_);[Red]\(0\)">
                  <c:v>1358.0714285714284</c:v>
                </c:pt>
                <c:pt idx="1377" formatCode="0_);[Red]\(0\)">
                  <c:v>1464.0714285714284</c:v>
                </c:pt>
                <c:pt idx="1378" formatCode="0_);[Red]\(0\)">
                  <c:v>1517.0714285714284</c:v>
                </c:pt>
                <c:pt idx="1379" formatCode="0_);[Red]\(0\)">
                  <c:v>1517.0714285714284</c:v>
                </c:pt>
                <c:pt idx="1380" formatCode="0_);[Red]\(0\)">
                  <c:v>1517.0714285714284</c:v>
                </c:pt>
                <c:pt idx="1381" formatCode="0_);[Red]\(0\)">
                  <c:v>1517.0714285714284</c:v>
                </c:pt>
                <c:pt idx="1382" formatCode="0_);[Red]\(0\)">
                  <c:v>2017.0714285714284</c:v>
                </c:pt>
                <c:pt idx="1383" formatCode="0_);[Red]\(0\)">
                  <c:v>2017.0714285714284</c:v>
                </c:pt>
                <c:pt idx="1384" formatCode="0_);[Red]\(0\)">
                  <c:v>2017.0714285714284</c:v>
                </c:pt>
                <c:pt idx="1385" formatCode="0_);[Red]\(0\)">
                  <c:v>2017.0714285714284</c:v>
                </c:pt>
                <c:pt idx="1386" formatCode="0_);[Red]\(0\)">
                  <c:v>2017.0714285714284</c:v>
                </c:pt>
                <c:pt idx="1387" formatCode="0_);[Red]\(0\)">
                  <c:v>2038.2714285714283</c:v>
                </c:pt>
                <c:pt idx="1388" formatCode="0_);[Red]\(0\)">
                  <c:v>2038.2714285714283</c:v>
                </c:pt>
                <c:pt idx="1389" formatCode="0_);[Red]\(0\)">
                  <c:v>2038.2714285714283</c:v>
                </c:pt>
                <c:pt idx="1390" formatCode="0_);[Red]\(0\)">
                  <c:v>2059.2714285714283</c:v>
                </c:pt>
                <c:pt idx="1391" formatCode="0_);[Red]\(0\)">
                  <c:v>1559.2714285714283</c:v>
                </c:pt>
                <c:pt idx="1392" formatCode="0_);[Red]\(0\)">
                  <c:v>1559.2714285714283</c:v>
                </c:pt>
                <c:pt idx="1393" formatCode="0_);[Red]\(0\)">
                  <c:v>1559.2714285714283</c:v>
                </c:pt>
                <c:pt idx="1394" formatCode="0_);[Red]\(0\)">
                  <c:v>1431.2714285714283</c:v>
                </c:pt>
                <c:pt idx="1395" formatCode="0_);[Red]\(0\)">
                  <c:v>1431.2714285714283</c:v>
                </c:pt>
                <c:pt idx="1396" formatCode="0_);[Red]\(0\)">
                  <c:v>1431.2714285714283</c:v>
                </c:pt>
                <c:pt idx="1397" formatCode="0_);[Red]\(0\)">
                  <c:v>1335.2714285714283</c:v>
                </c:pt>
                <c:pt idx="1398" formatCode="0_);[Red]\(0\)">
                  <c:v>835.27142857142826</c:v>
                </c:pt>
                <c:pt idx="1399" formatCode="0_);[Red]\(0\)">
                  <c:v>835.27142857142826</c:v>
                </c:pt>
                <c:pt idx="1400" formatCode="0_);[Red]\(0\)">
                  <c:v>835.27142857142826</c:v>
                </c:pt>
                <c:pt idx="1401" formatCode="0_);[Red]\(0\)">
                  <c:v>835.27142857142826</c:v>
                </c:pt>
                <c:pt idx="1402" formatCode="0_);[Red]\(0\)">
                  <c:v>913.51142857142804</c:v>
                </c:pt>
                <c:pt idx="1403" formatCode="0_);[Red]\(0\)">
                  <c:v>913.51142857142804</c:v>
                </c:pt>
                <c:pt idx="1404" formatCode="0_);[Red]\(0\)">
                  <c:v>913.51142857142804</c:v>
                </c:pt>
                <c:pt idx="1405" formatCode="0_);[Red]\(0\)">
                  <c:v>913.51142857142804</c:v>
                </c:pt>
                <c:pt idx="1406" formatCode="0_);[Red]\(0\)">
                  <c:v>-86.488571428571959</c:v>
                </c:pt>
                <c:pt idx="1407" formatCode="0_);[Red]\(0\)">
                  <c:v>-86.488571428571959</c:v>
                </c:pt>
                <c:pt idx="1408" formatCode="0_);[Red]\(0\)">
                  <c:v>1049.511428571428</c:v>
                </c:pt>
                <c:pt idx="1409" formatCode="0_);[Red]\(0\)">
                  <c:v>1049.511428571428</c:v>
                </c:pt>
                <c:pt idx="1410" formatCode="0_);[Red]\(0\)">
                  <c:v>1049.511428571428</c:v>
                </c:pt>
                <c:pt idx="1411" formatCode="0_);[Red]\(0\)">
                  <c:v>1049.511428571428</c:v>
                </c:pt>
                <c:pt idx="1412" formatCode="0_);[Red]\(0\)">
                  <c:v>1049.511428571428</c:v>
                </c:pt>
                <c:pt idx="1413" formatCode="0_);[Red]\(0\)">
                  <c:v>-150.48857142857196</c:v>
                </c:pt>
                <c:pt idx="1414" formatCode="0_);[Red]\(0\)">
                  <c:v>-150.48857142857196</c:v>
                </c:pt>
                <c:pt idx="1415" formatCode="0_);[Red]\(0\)">
                  <c:v>1049.511428571428</c:v>
                </c:pt>
                <c:pt idx="1416" formatCode="0_);[Red]\(0\)">
                  <c:v>889.51142857142804</c:v>
                </c:pt>
                <c:pt idx="1417" formatCode="0_);[Red]\(0\)">
                  <c:v>665.51142857142804</c:v>
                </c:pt>
                <c:pt idx="1418" formatCode="0_);[Red]\(0\)">
                  <c:v>665.51142857142804</c:v>
                </c:pt>
                <c:pt idx="1419" formatCode="0_);[Red]\(0\)">
                  <c:v>-555.48857142857196</c:v>
                </c:pt>
                <c:pt idx="1420" formatCode="0_);[Red]\(0\)">
                  <c:v>-555.48857142857196</c:v>
                </c:pt>
                <c:pt idx="1421" formatCode="0_);[Red]\(0\)">
                  <c:v>-555.48857142857196</c:v>
                </c:pt>
                <c:pt idx="1422" formatCode="0_);[Red]\(0\)">
                  <c:v>513.01142857142804</c:v>
                </c:pt>
                <c:pt idx="1423" formatCode="0_);[Red]\(0\)">
                  <c:v>492.01142857142804</c:v>
                </c:pt>
                <c:pt idx="1424" formatCode="0_);[Red]\(0\)">
                  <c:v>236.01142857142804</c:v>
                </c:pt>
                <c:pt idx="1425" formatCode="0_);[Red]\(0\)">
                  <c:v>3.8714285714286234</c:v>
                </c:pt>
                <c:pt idx="1426" formatCode="0_);[Red]\(0\)">
                  <c:v>-1148.6285714285714</c:v>
                </c:pt>
                <c:pt idx="1427" formatCode="0_);[Red]\(0\)">
                  <c:v>-1148.6285714285714</c:v>
                </c:pt>
                <c:pt idx="1428" formatCode="0_);[Red]\(0\)">
                  <c:v>-1148.6285714285714</c:v>
                </c:pt>
                <c:pt idx="1429" formatCode="0_);[Red]\(0\)">
                  <c:v>-1148.6285714285714</c:v>
                </c:pt>
                <c:pt idx="1430" formatCode="0_);[Red]\(0\)">
                  <c:v>-1148.6285714285714</c:v>
                </c:pt>
                <c:pt idx="1431" formatCode="0_);[Red]\(0\)">
                  <c:v>-1148.6285714285714</c:v>
                </c:pt>
                <c:pt idx="1432" formatCode="0_);[Red]\(0\)">
                  <c:v>-1142.2685714285717</c:v>
                </c:pt>
                <c:pt idx="1433" formatCode="0_);[Red]\(0\)">
                  <c:v>-1142.2685714285717</c:v>
                </c:pt>
                <c:pt idx="1434" formatCode="0_);[Red]\(0\)">
                  <c:v>-1142.2685714285717</c:v>
                </c:pt>
                <c:pt idx="1435" formatCode="0_);[Red]\(0\)">
                  <c:v>-1142.2685714285717</c:v>
                </c:pt>
                <c:pt idx="1436" formatCode="0_);[Red]\(0\)">
                  <c:v>165.7314285714283</c:v>
                </c:pt>
                <c:pt idx="1437" formatCode="0_);[Red]\(0\)">
                  <c:v>60.731428571428296</c:v>
                </c:pt>
                <c:pt idx="1438" formatCode="0_);[Red]\(0\)">
                  <c:v>60.731428571428296</c:v>
                </c:pt>
                <c:pt idx="1439" formatCode="0_);[Red]\(0\)">
                  <c:v>1060.7314285714283</c:v>
                </c:pt>
                <c:pt idx="1440" formatCode="0_);[Red]\(0\)">
                  <c:v>1060.7314285714283</c:v>
                </c:pt>
                <c:pt idx="1441" formatCode="0_);[Red]\(0\)">
                  <c:v>1060.7314285714283</c:v>
                </c:pt>
                <c:pt idx="1442" formatCode="0_);[Red]\(0\)">
                  <c:v>1060.7314285714283</c:v>
                </c:pt>
                <c:pt idx="1443" formatCode="0_);[Red]\(0\)">
                  <c:v>1008.2314285714283</c:v>
                </c:pt>
                <c:pt idx="1444" formatCode="0_);[Red]\(0\)">
                  <c:v>1008.2314285714283</c:v>
                </c:pt>
                <c:pt idx="1445" formatCode="0_);[Red]\(0\)">
                  <c:v>1008.2314285714283</c:v>
                </c:pt>
                <c:pt idx="1446" formatCode="0_);[Red]\(0\)">
                  <c:v>816.2314285714283</c:v>
                </c:pt>
                <c:pt idx="1447" formatCode="0_);[Red]\(0\)">
                  <c:v>1318.7114285714279</c:v>
                </c:pt>
                <c:pt idx="1448" formatCode="0_);[Red]\(0\)">
                  <c:v>1318.7114285714279</c:v>
                </c:pt>
                <c:pt idx="1449" formatCode="0_);[Red]\(0\)">
                  <c:v>1318.7114285714279</c:v>
                </c:pt>
                <c:pt idx="1450" formatCode="0_);[Red]\(0\)">
                  <c:v>1318.7114285714279</c:v>
                </c:pt>
                <c:pt idx="1451" formatCode="0_);[Red]\(0\)">
                  <c:v>1218.7114285714279</c:v>
                </c:pt>
                <c:pt idx="1452" formatCode="0_);[Red]\(0\)">
                  <c:v>2718.7114285714279</c:v>
                </c:pt>
                <c:pt idx="1453" formatCode="0_);[Red]\(0\)">
                  <c:v>2782.7114285714279</c:v>
                </c:pt>
                <c:pt idx="1454" formatCode="0_);[Red]\(0\)">
                  <c:v>2782.7114285714279</c:v>
                </c:pt>
                <c:pt idx="1455" formatCode="0_);[Red]\(0\)">
                  <c:v>2782.7114285714279</c:v>
                </c:pt>
                <c:pt idx="1456" formatCode="0_);[Red]\(0\)">
                  <c:v>2782.7114285714279</c:v>
                </c:pt>
                <c:pt idx="1457" formatCode="0_);[Red]\(0\)">
                  <c:v>2927.9314285714281</c:v>
                </c:pt>
                <c:pt idx="1458" formatCode="0_);[Red]\(0\)">
                  <c:v>2927.9314285714281</c:v>
                </c:pt>
                <c:pt idx="1459" formatCode="0_);[Red]\(0\)">
                  <c:v>2927.9314285714281</c:v>
                </c:pt>
                <c:pt idx="1460" formatCode="0_);[Red]\(0\)">
                  <c:v>2927.9314285714281</c:v>
                </c:pt>
                <c:pt idx="1461" formatCode="0_);[Red]\(0\)">
                  <c:v>2927.9314285714281</c:v>
                </c:pt>
                <c:pt idx="1462" formatCode="0_);[Red]\(0\)">
                  <c:v>2927.9314285714281</c:v>
                </c:pt>
                <c:pt idx="1463" formatCode="0_);[Red]\(0\)">
                  <c:v>2927.9314285714281</c:v>
                </c:pt>
                <c:pt idx="1464" formatCode="0_);[Red]\(0\)">
                  <c:v>2927.9314285714281</c:v>
                </c:pt>
                <c:pt idx="1465" formatCode="0_);[Red]\(0\)">
                  <c:v>3043.931428571429</c:v>
                </c:pt>
                <c:pt idx="1466" formatCode="0_);[Red]\(0\)">
                  <c:v>2843.9314285714281</c:v>
                </c:pt>
                <c:pt idx="1467" formatCode="0_);[Red]\(0\)">
                  <c:v>2843.9314285714281</c:v>
                </c:pt>
                <c:pt idx="1468" formatCode="0_);[Red]\(0\)">
                  <c:v>2843.9314285714281</c:v>
                </c:pt>
                <c:pt idx="1469" formatCode="0_);[Red]\(0\)">
                  <c:v>2843.9314285714281</c:v>
                </c:pt>
                <c:pt idx="1470" formatCode="0_);[Red]\(0\)">
                  <c:v>2843.9314285714281</c:v>
                </c:pt>
                <c:pt idx="1471" formatCode="0_);[Red]\(0\)">
                  <c:v>2843.9314285714281</c:v>
                </c:pt>
                <c:pt idx="1472" formatCode="0_);[Red]\(0\)">
                  <c:v>2791.4314285714281</c:v>
                </c:pt>
                <c:pt idx="1473" formatCode="0_);[Red]\(0\)">
                  <c:v>2691.4314285714281</c:v>
                </c:pt>
                <c:pt idx="1474" formatCode="0_);[Red]\(0\)">
                  <c:v>2691.4314285714281</c:v>
                </c:pt>
                <c:pt idx="1475" formatCode="0_);[Red]\(0\)">
                  <c:v>2691.4314285714281</c:v>
                </c:pt>
                <c:pt idx="1476" formatCode="0_);[Red]\(0\)">
                  <c:v>2691.4314285714281</c:v>
                </c:pt>
                <c:pt idx="1477" formatCode="0_);[Red]\(0\)">
                  <c:v>2691.4314285714281</c:v>
                </c:pt>
                <c:pt idx="1478" formatCode="0_);[Red]\(0\)">
                  <c:v>2691.4314285714281</c:v>
                </c:pt>
                <c:pt idx="1479" formatCode="0_);[Red]\(0\)">
                  <c:v>2691.4314285714281</c:v>
                </c:pt>
                <c:pt idx="1480" formatCode="0_);[Red]\(0\)">
                  <c:v>2691.4314285714281</c:v>
                </c:pt>
                <c:pt idx="1481" formatCode="0_);[Red]\(0\)">
                  <c:v>2691.4314285714281</c:v>
                </c:pt>
                <c:pt idx="1482" formatCode="0_);[Red]\(0\)">
                  <c:v>2691.4314285714281</c:v>
                </c:pt>
                <c:pt idx="1483" formatCode="0_);[Red]\(0\)">
                  <c:v>2691.4314285714281</c:v>
                </c:pt>
                <c:pt idx="1484" formatCode="0_);[Red]\(0\)">
                  <c:v>2691.4314285714281</c:v>
                </c:pt>
                <c:pt idx="1485" formatCode="0_);[Red]\(0\)">
                  <c:v>2691.4314285714281</c:v>
                </c:pt>
                <c:pt idx="1486" formatCode="0_);[Red]\(0\)">
                  <c:v>2901.4314285714281</c:v>
                </c:pt>
                <c:pt idx="1487" formatCode="0_);[Red]\(0\)">
                  <c:v>2901.4314285714281</c:v>
                </c:pt>
                <c:pt idx="1488" formatCode="0_);[Red]\(0\)">
                  <c:v>3125.431428571429</c:v>
                </c:pt>
                <c:pt idx="1489" formatCode="0_);[Red]\(0\)">
                  <c:v>3125.431428571429</c:v>
                </c:pt>
                <c:pt idx="1490" formatCode="0_);[Red]\(0\)">
                  <c:v>3125.431428571429</c:v>
                </c:pt>
                <c:pt idx="1491" formatCode="0_);[Red]\(0\)">
                  <c:v>3125.431428571429</c:v>
                </c:pt>
                <c:pt idx="1492" formatCode="0_);[Red]\(0\)">
                  <c:v>2826.0714285714284</c:v>
                </c:pt>
                <c:pt idx="1493" formatCode="0_);[Red]\(0\)">
                  <c:v>2721.0714285714284</c:v>
                </c:pt>
                <c:pt idx="1494" formatCode="0_);[Red]\(0\)">
                  <c:v>2721.0714285714284</c:v>
                </c:pt>
                <c:pt idx="1495" formatCode="0_);[Red]\(0\)">
                  <c:v>2721.0714285714284</c:v>
                </c:pt>
                <c:pt idx="1496" formatCode="0_);[Red]\(0\)">
                  <c:v>2721.0714285714284</c:v>
                </c:pt>
                <c:pt idx="1497" formatCode="0_);[Red]\(0\)">
                  <c:v>2721.0714285714284</c:v>
                </c:pt>
                <c:pt idx="1498" formatCode="0_);[Red]\(0\)">
                  <c:v>2721.0714285714284</c:v>
                </c:pt>
                <c:pt idx="1499" formatCode="0_);[Red]\(0\)">
                  <c:v>2721.0714285714284</c:v>
                </c:pt>
                <c:pt idx="1500" formatCode="0_);[Red]\(0\)">
                  <c:v>2773.5714285714284</c:v>
                </c:pt>
                <c:pt idx="1501" formatCode="0_);[Red]\(0\)">
                  <c:v>2773.5714285714284</c:v>
                </c:pt>
                <c:pt idx="1502" formatCode="0_);[Red]\(0\)">
                  <c:v>2773.5714285714284</c:v>
                </c:pt>
                <c:pt idx="1503" formatCode="0_);[Red]\(0\)">
                  <c:v>2573.5714285714284</c:v>
                </c:pt>
                <c:pt idx="1504" formatCode="0_);[Red]\(0\)">
                  <c:v>2573.5714285714284</c:v>
                </c:pt>
                <c:pt idx="1505" formatCode="0_);[Red]\(0\)">
                  <c:v>2573.5714285714284</c:v>
                </c:pt>
                <c:pt idx="1506" formatCode="0_);[Red]\(0\)">
                  <c:v>2573.5714285714284</c:v>
                </c:pt>
                <c:pt idx="1507" formatCode="0_);[Red]\(0\)">
                  <c:v>2573.5714285714284</c:v>
                </c:pt>
                <c:pt idx="1508" formatCode="0_);[Red]\(0\)">
                  <c:v>2573.5714285714284</c:v>
                </c:pt>
                <c:pt idx="1509" formatCode="0_);[Red]\(0\)">
                  <c:v>2573.5714285714284</c:v>
                </c:pt>
                <c:pt idx="1510" formatCode="0_);[Red]\(0\)">
                  <c:v>2573.5714285714284</c:v>
                </c:pt>
                <c:pt idx="1511" formatCode="0_);[Red]\(0\)">
                  <c:v>2573.5714285714284</c:v>
                </c:pt>
                <c:pt idx="1512" formatCode="0_);[Red]\(0\)">
                  <c:v>2573.5714285714284</c:v>
                </c:pt>
                <c:pt idx="1513" formatCode="0_);[Red]\(0\)">
                  <c:v>2573.5714285714284</c:v>
                </c:pt>
                <c:pt idx="1514" formatCode="0_);[Red]\(0\)">
                  <c:v>2573.5714285714284</c:v>
                </c:pt>
                <c:pt idx="1515" formatCode="0_);[Red]\(0\)">
                  <c:v>2573.5714285714284</c:v>
                </c:pt>
                <c:pt idx="1516" formatCode="0_);[Red]\(0\)">
                  <c:v>2573.5714285714284</c:v>
                </c:pt>
                <c:pt idx="1517" formatCode="0_);[Red]\(0\)">
                  <c:v>2414.5714285714284</c:v>
                </c:pt>
                <c:pt idx="1518" formatCode="0_);[Red]\(0\)">
                  <c:v>2414.5714285714284</c:v>
                </c:pt>
                <c:pt idx="1519" formatCode="0_);[Red]\(0\)">
                  <c:v>2414.5714285714284</c:v>
                </c:pt>
                <c:pt idx="1520" formatCode="0_);[Red]\(0\)">
                  <c:v>2414.5714285714284</c:v>
                </c:pt>
                <c:pt idx="1521" formatCode="0_);[Red]\(0\)">
                  <c:v>2414.5714285714284</c:v>
                </c:pt>
                <c:pt idx="1522" formatCode="0_);[Red]\(0\)">
                  <c:v>2562.0714285714284</c:v>
                </c:pt>
                <c:pt idx="1523" formatCode="0_);[Red]\(0\)">
                  <c:v>2562.0714285714284</c:v>
                </c:pt>
                <c:pt idx="1524" formatCode="0_);[Red]\(0\)">
                  <c:v>2562.0714285714284</c:v>
                </c:pt>
                <c:pt idx="1525" formatCode="0_);[Red]\(0\)">
                  <c:v>2562.0714285714284</c:v>
                </c:pt>
                <c:pt idx="1526" formatCode="0_);[Red]\(0\)">
                  <c:v>2562.0714285714284</c:v>
                </c:pt>
                <c:pt idx="1527" formatCode="0_);[Red]\(0\)">
                  <c:v>2562.0714285714284</c:v>
                </c:pt>
                <c:pt idx="1528" formatCode="0_);[Red]\(0\)">
                  <c:v>2562.0714285714284</c:v>
                </c:pt>
                <c:pt idx="1529" formatCode="0_);[Red]\(0\)">
                  <c:v>2562.0714285714284</c:v>
                </c:pt>
                <c:pt idx="1530" formatCode="0_);[Red]\(0\)">
                  <c:v>2562.0714285714284</c:v>
                </c:pt>
                <c:pt idx="1531" formatCode="0_);[Red]\(0\)">
                  <c:v>2562.0714285714284</c:v>
                </c:pt>
                <c:pt idx="1532" formatCode="0_);[Red]\(0\)">
                  <c:v>2562.0714285714284</c:v>
                </c:pt>
                <c:pt idx="1533" formatCode="0_);[Red]\(0\)">
                  <c:v>2562.0714285714284</c:v>
                </c:pt>
                <c:pt idx="1534" formatCode="0_);[Red]\(0\)">
                  <c:v>1876.0714285714284</c:v>
                </c:pt>
                <c:pt idx="1535" formatCode="0_);[Red]\(0\)">
                  <c:v>1897.0714285714284</c:v>
                </c:pt>
                <c:pt idx="1536" formatCode="0_);[Red]\(0\)">
                  <c:v>1897.0714285714284</c:v>
                </c:pt>
                <c:pt idx="1537" formatCode="0_);[Red]\(0\)">
                  <c:v>1897.0714285714284</c:v>
                </c:pt>
                <c:pt idx="1538" formatCode="0_);[Red]\(0\)">
                  <c:v>1897.0714285714284</c:v>
                </c:pt>
                <c:pt idx="1539" formatCode="0_);[Red]\(0\)">
                  <c:v>1897.0714285714284</c:v>
                </c:pt>
                <c:pt idx="1540" formatCode="0_);[Red]\(0\)">
                  <c:v>1897.0714285714284</c:v>
                </c:pt>
                <c:pt idx="1541" formatCode="0_);[Red]\(0\)">
                  <c:v>1897.0714285714284</c:v>
                </c:pt>
                <c:pt idx="1542" formatCode="0_);[Red]\(0\)">
                  <c:v>1928.5714285714284</c:v>
                </c:pt>
                <c:pt idx="1543" formatCode="0_);[Red]\(0\)">
                  <c:v>1802.5714285714284</c:v>
                </c:pt>
                <c:pt idx="1544" formatCode="0_);[Red]\(0\)">
                  <c:v>1802.5714285714284</c:v>
                </c:pt>
                <c:pt idx="1545" formatCode="0_);[Red]\(0\)">
                  <c:v>1802.5714285714284</c:v>
                </c:pt>
                <c:pt idx="1546" formatCode="0_);[Red]\(0\)">
                  <c:v>1802.5714285714284</c:v>
                </c:pt>
                <c:pt idx="1547" formatCode="0_);[Red]\(0\)">
                  <c:v>1802.5714285714284</c:v>
                </c:pt>
                <c:pt idx="1548" formatCode="0_);[Red]\(0\)">
                  <c:v>1882.0714285714284</c:v>
                </c:pt>
                <c:pt idx="1549" formatCode="0_);[Red]\(0\)">
                  <c:v>1882.0714285714284</c:v>
                </c:pt>
                <c:pt idx="1550" formatCode="0_);[Red]\(0\)">
                  <c:v>2138.0714285714284</c:v>
                </c:pt>
                <c:pt idx="1551" formatCode="0_);[Red]\(0\)">
                  <c:v>-2361.9285714285716</c:v>
                </c:pt>
                <c:pt idx="1552" formatCode="0_);[Red]\(0\)">
                  <c:v>-2361.9285714285716</c:v>
                </c:pt>
                <c:pt idx="1553" formatCode="0_);[Red]\(0\)">
                  <c:v>-2361.9285714285716</c:v>
                </c:pt>
                <c:pt idx="1554" formatCode="0_);[Red]\(0\)">
                  <c:v>-2361.9285714285716</c:v>
                </c:pt>
                <c:pt idx="1555" formatCode="0_);[Red]\(0\)">
                  <c:v>-2361.9285714285716</c:v>
                </c:pt>
                <c:pt idx="1556" formatCode="0_);[Red]\(0\)">
                  <c:v>-2105.9285714285716</c:v>
                </c:pt>
                <c:pt idx="1557" formatCode="0_);[Red]\(0\)">
                  <c:v>-2605.9285714285716</c:v>
                </c:pt>
                <c:pt idx="1558" formatCode="0_);[Red]\(0\)">
                  <c:v>-2605.9285714285716</c:v>
                </c:pt>
                <c:pt idx="1559" formatCode="0_);[Red]\(0\)">
                  <c:v>-2605.9285714285716</c:v>
                </c:pt>
                <c:pt idx="1560" formatCode="0_);[Red]\(0\)">
                  <c:v>-2605.9285714285716</c:v>
                </c:pt>
                <c:pt idx="1561" formatCode="0_);[Red]\(0\)">
                  <c:v>-2605.9285714285716</c:v>
                </c:pt>
                <c:pt idx="1562" formatCode="0_);[Red]\(0\)">
                  <c:v>-2711.0685714285719</c:v>
                </c:pt>
                <c:pt idx="1563" formatCode="0_);[Red]\(0\)">
                  <c:v>-3196.5685714285719</c:v>
                </c:pt>
                <c:pt idx="1564" formatCode="0_);[Red]\(0\)">
                  <c:v>-3196.5685714285719</c:v>
                </c:pt>
                <c:pt idx="1565" formatCode="0_);[Red]\(0\)">
                  <c:v>-5196.5685714285719</c:v>
                </c:pt>
                <c:pt idx="1566" formatCode="0_);[Red]\(0\)">
                  <c:v>-5196.5685714285719</c:v>
                </c:pt>
                <c:pt idx="1567" formatCode="0_);[Red]\(0\)">
                  <c:v>-5196.5685714285719</c:v>
                </c:pt>
                <c:pt idx="1568" formatCode="0_);[Red]\(0\)">
                  <c:v>-5196.5685714285719</c:v>
                </c:pt>
                <c:pt idx="1569" formatCode="0_);[Red]\(0\)">
                  <c:v>-5196.5685714285719</c:v>
                </c:pt>
                <c:pt idx="1570" formatCode="0_);[Red]\(0\)">
                  <c:v>-5335.4285714285716</c:v>
                </c:pt>
                <c:pt idx="1571" formatCode="0_);[Red]\(0\)">
                  <c:v>-5314.4285714285716</c:v>
                </c:pt>
                <c:pt idx="1572" formatCode="0_);[Red]\(0\)">
                  <c:v>-5314.4285714285716</c:v>
                </c:pt>
                <c:pt idx="1573" formatCode="0_);[Red]\(0\)">
                  <c:v>-3314.4285714285716</c:v>
                </c:pt>
                <c:pt idx="1574" formatCode="0_);[Red]\(0\)">
                  <c:v>-3314.4285714285716</c:v>
                </c:pt>
                <c:pt idx="1575" formatCode="0_);[Red]\(0\)">
                  <c:v>-3314.4285714285716</c:v>
                </c:pt>
                <c:pt idx="1576" formatCode="0_);[Red]\(0\)">
                  <c:v>-3314.4285714285716</c:v>
                </c:pt>
                <c:pt idx="1577" formatCode="0_);[Red]\(0\)">
                  <c:v>-2522.4285714285716</c:v>
                </c:pt>
                <c:pt idx="1578" formatCode="0_);[Red]\(0\)">
                  <c:v>-2490.9285714285716</c:v>
                </c:pt>
                <c:pt idx="1579" formatCode="0_);[Red]\(0\)">
                  <c:v>-2490.9285714285716</c:v>
                </c:pt>
                <c:pt idx="1580" formatCode="0_);[Red]\(0\)">
                  <c:v>-2490.9285714285716</c:v>
                </c:pt>
                <c:pt idx="1581" formatCode="0_);[Red]\(0\)">
                  <c:v>-2490.9285714285716</c:v>
                </c:pt>
                <c:pt idx="1582" formatCode="0_);[Red]\(0\)">
                  <c:v>-2490.9285714285716</c:v>
                </c:pt>
                <c:pt idx="1583" formatCode="0_);[Red]\(0\)">
                  <c:v>-2490.9285714285716</c:v>
                </c:pt>
                <c:pt idx="1584" formatCode="0_);[Red]\(0\)">
                  <c:v>-2278.9285714285716</c:v>
                </c:pt>
                <c:pt idx="1585" formatCode="0_);[Red]\(0\)">
                  <c:v>-2278.9285714285716</c:v>
                </c:pt>
                <c:pt idx="1586" formatCode="0_);[Red]\(0\)">
                  <c:v>-1578.9285714285716</c:v>
                </c:pt>
                <c:pt idx="1587" formatCode="0_);[Red]\(0\)">
                  <c:v>-1450.9285714285716</c:v>
                </c:pt>
                <c:pt idx="1588" formatCode="0_);[Red]\(0\)">
                  <c:v>-1450.9285714285716</c:v>
                </c:pt>
                <c:pt idx="1589" formatCode="0_);[Red]\(0\)">
                  <c:v>-1450.9285714285716</c:v>
                </c:pt>
                <c:pt idx="1590" formatCode="0_);[Red]\(0\)">
                  <c:v>-1910.9285714285716</c:v>
                </c:pt>
                <c:pt idx="1591" formatCode="0_);[Red]\(0\)">
                  <c:v>-1910.9285714285716</c:v>
                </c:pt>
                <c:pt idx="1592" formatCode="0_);[Red]\(0\)">
                  <c:v>-1910.9285714285716</c:v>
                </c:pt>
                <c:pt idx="1593" formatCode="0_);[Red]\(0\)">
                  <c:v>-1858.4285714285716</c:v>
                </c:pt>
                <c:pt idx="1594" formatCode="0_);[Red]\(0\)">
                  <c:v>-1646.4285714285716</c:v>
                </c:pt>
                <c:pt idx="1595" formatCode="0_);[Red]\(0\)">
                  <c:v>-1646.4285714285716</c:v>
                </c:pt>
                <c:pt idx="1596" formatCode="0_);[Red]\(0\)">
                  <c:v>-1646.4285714285716</c:v>
                </c:pt>
                <c:pt idx="1597" formatCode="0_);[Red]\(0\)">
                  <c:v>-1255.6285714285714</c:v>
                </c:pt>
                <c:pt idx="1598" formatCode="0_);[Red]\(0\)">
                  <c:v>-1255.6285714285714</c:v>
                </c:pt>
                <c:pt idx="1599" formatCode="0_);[Red]\(0\)">
                  <c:v>-1234.6285714285714</c:v>
                </c:pt>
                <c:pt idx="1600" formatCode="0_);[Red]\(0\)">
                  <c:v>-978.62857142857138</c:v>
                </c:pt>
                <c:pt idx="1601" formatCode="0_);[Red]\(0\)">
                  <c:v>-978.62857142857138</c:v>
                </c:pt>
                <c:pt idx="1602" formatCode="0_);[Red]\(0\)">
                  <c:v>-978.62857142857138</c:v>
                </c:pt>
                <c:pt idx="1603" formatCode="0_);[Red]\(0\)">
                  <c:v>-978.62857142857138</c:v>
                </c:pt>
                <c:pt idx="1604" formatCode="0_);[Red]\(0\)">
                  <c:v>-1298.6285714285714</c:v>
                </c:pt>
                <c:pt idx="1605" formatCode="0_);[Red]\(0\)">
                  <c:v>-1298.6285714285714</c:v>
                </c:pt>
                <c:pt idx="1606" formatCode="0_);[Red]\(0\)">
                  <c:v>-1298.6285714285714</c:v>
                </c:pt>
                <c:pt idx="1607" formatCode="0_);[Red]\(0\)">
                  <c:v>-1298.6285714285714</c:v>
                </c:pt>
                <c:pt idx="1608" formatCode="0_);[Red]\(0\)">
                  <c:v>-1298.6285714285714</c:v>
                </c:pt>
                <c:pt idx="1609" formatCode="0_);[Red]\(0\)">
                  <c:v>-1298.6285714285714</c:v>
                </c:pt>
                <c:pt idx="1610" formatCode="0_);[Red]\(0\)">
                  <c:v>-1298.6285714285714</c:v>
                </c:pt>
                <c:pt idx="1611" formatCode="0_);[Red]\(0\)">
                  <c:v>-1298.6285714285714</c:v>
                </c:pt>
                <c:pt idx="1612" formatCode="0_);[Red]\(0\)">
                  <c:v>-1545.4285714285716</c:v>
                </c:pt>
                <c:pt idx="1613" formatCode="0_);[Red]\(0\)">
                  <c:v>-1513.9285714285716</c:v>
                </c:pt>
                <c:pt idx="1614" formatCode="0_);[Red]\(0\)">
                  <c:v>-1513.9285714285716</c:v>
                </c:pt>
                <c:pt idx="1615" formatCode="0_);[Red]\(0\)">
                  <c:v>-1513.9285714285716</c:v>
                </c:pt>
                <c:pt idx="1616" formatCode="0_);[Red]\(0\)">
                  <c:v>-1513.9285714285716</c:v>
                </c:pt>
                <c:pt idx="1617" formatCode="0_);[Red]\(0\)">
                  <c:v>-1513.9285714285716</c:v>
                </c:pt>
                <c:pt idx="1618" formatCode="0_);[Red]\(0\)">
                  <c:v>-1480.9285714285716</c:v>
                </c:pt>
                <c:pt idx="1619" formatCode="0_);[Red]\(0\)">
                  <c:v>-1480.9285714285716</c:v>
                </c:pt>
                <c:pt idx="1620" formatCode="0_);[Red]\(0\)">
                  <c:v>-1480.9285714285716</c:v>
                </c:pt>
                <c:pt idx="1621" formatCode="0_);[Red]\(0\)">
                  <c:v>-1480.9285714285716</c:v>
                </c:pt>
                <c:pt idx="1622" formatCode="0_);[Red]\(0\)">
                  <c:v>-1480.9285714285716</c:v>
                </c:pt>
                <c:pt idx="1623" formatCode="0_);[Red]\(0\)">
                  <c:v>-1480.9285714285716</c:v>
                </c:pt>
                <c:pt idx="1624" formatCode="0_);[Red]\(0\)">
                  <c:v>-1480.9285714285716</c:v>
                </c:pt>
                <c:pt idx="1625" formatCode="0_);[Red]\(0\)">
                  <c:v>-1480.9285714285716</c:v>
                </c:pt>
                <c:pt idx="1626" formatCode="0_);[Red]\(0\)">
                  <c:v>-1480.9285714285716</c:v>
                </c:pt>
                <c:pt idx="1627" formatCode="0_);[Red]\(0\)">
                  <c:v>-1480.9285714285716</c:v>
                </c:pt>
                <c:pt idx="1628" formatCode="0_);[Red]\(0\)">
                  <c:v>-1480.9285714285716</c:v>
                </c:pt>
                <c:pt idx="1629" formatCode="0_);[Red]\(0\)">
                  <c:v>-1480.9285714285716</c:v>
                </c:pt>
                <c:pt idx="1630" formatCode="0_);[Red]\(0\)">
                  <c:v>-1480.9285714285716</c:v>
                </c:pt>
                <c:pt idx="1631" formatCode="0_);[Red]\(0\)">
                  <c:v>-1480.9285714285716</c:v>
                </c:pt>
                <c:pt idx="1632" formatCode="0_);[Red]\(0\)">
                  <c:v>-1660.9285714285716</c:v>
                </c:pt>
                <c:pt idx="1633" formatCode="0_);[Red]\(0\)">
                  <c:v>-1660.9285714285716</c:v>
                </c:pt>
                <c:pt idx="1634" formatCode="0_);[Red]\(0\)">
                  <c:v>-2160.9285714285716</c:v>
                </c:pt>
                <c:pt idx="1635" formatCode="0_);[Red]\(0\)">
                  <c:v>-2160.9285714285716</c:v>
                </c:pt>
                <c:pt idx="1636" formatCode="0_);[Red]\(0\)">
                  <c:v>-2160.9285714285716</c:v>
                </c:pt>
                <c:pt idx="1637" formatCode="0_);[Red]\(0\)">
                  <c:v>-2160.9285714285716</c:v>
                </c:pt>
                <c:pt idx="1638" formatCode="0_);[Red]\(0\)">
                  <c:v>-2160.9285714285716</c:v>
                </c:pt>
                <c:pt idx="1639" formatCode="0_);[Red]\(0\)">
                  <c:v>-2013.4285714285716</c:v>
                </c:pt>
                <c:pt idx="1640" formatCode="0_);[Red]\(0\)">
                  <c:v>-2013.4285714285716</c:v>
                </c:pt>
                <c:pt idx="1641" formatCode="0_);[Red]\(0\)">
                  <c:v>-2013.4285714285716</c:v>
                </c:pt>
                <c:pt idx="1642" formatCode="0_);[Red]\(0\)">
                  <c:v>486.57142857142844</c:v>
                </c:pt>
                <c:pt idx="1643" formatCode="0_);[Red]\(0\)">
                  <c:v>486.57142857142844</c:v>
                </c:pt>
                <c:pt idx="1644" formatCode="0_);[Red]\(0\)">
                  <c:v>486.57142857142844</c:v>
                </c:pt>
                <c:pt idx="1645" formatCode="0_);[Red]\(0\)">
                  <c:v>486.57142857142844</c:v>
                </c:pt>
                <c:pt idx="1646" formatCode="0_);[Red]\(0\)">
                  <c:v>486.57142857142844</c:v>
                </c:pt>
                <c:pt idx="1647" formatCode="0_);[Red]\(0\)">
                  <c:v>433.57142857142844</c:v>
                </c:pt>
                <c:pt idx="1648" formatCode="0_);[Red]\(0\)">
                  <c:v>433.57142857142844</c:v>
                </c:pt>
                <c:pt idx="1649" formatCode="0_);[Red]\(0\)">
                  <c:v>433.57142857142844</c:v>
                </c:pt>
                <c:pt idx="1650" formatCode="0_);[Red]\(0\)">
                  <c:v>433.57142857142844</c:v>
                </c:pt>
                <c:pt idx="1651" formatCode="0_);[Red]\(0\)">
                  <c:v>433.57142857142844</c:v>
                </c:pt>
                <c:pt idx="1652" formatCode="0_);[Red]\(0\)">
                  <c:v>433.57142857142844</c:v>
                </c:pt>
                <c:pt idx="1653" formatCode="0_);[Red]\(0\)">
                  <c:v>406.57142857142844</c:v>
                </c:pt>
                <c:pt idx="1654" formatCode="0_);[Red]\(0\)">
                  <c:v>406.57142857142844</c:v>
                </c:pt>
                <c:pt idx="1655" formatCode="0_);[Red]\(0\)">
                  <c:v>194.57142857142844</c:v>
                </c:pt>
                <c:pt idx="1656" formatCode="0_);[Red]\(0\)">
                  <c:v>194.57142857142844</c:v>
                </c:pt>
                <c:pt idx="1657" formatCode="0_);[Red]\(0\)">
                  <c:v>194.57142857142844</c:v>
                </c:pt>
                <c:pt idx="1658" formatCode="0_);[Red]\(0\)">
                  <c:v>194.57142857142844</c:v>
                </c:pt>
                <c:pt idx="1659" formatCode="0_);[Red]\(0\)">
                  <c:v>194.57142857142844</c:v>
                </c:pt>
                <c:pt idx="1660" formatCode="0_);[Red]\(0\)">
                  <c:v>-225.42857142857156</c:v>
                </c:pt>
                <c:pt idx="1661" formatCode="0_);[Red]\(0\)">
                  <c:v>-225.42857142857156</c:v>
                </c:pt>
                <c:pt idx="1662" formatCode="0_);[Red]\(0\)">
                  <c:v>-225.42857142857156</c:v>
                </c:pt>
                <c:pt idx="1663" formatCode="0_);[Red]\(0\)">
                  <c:v>-225.42857142857156</c:v>
                </c:pt>
                <c:pt idx="1664" formatCode="0_);[Red]\(0\)">
                  <c:v>-225.42857142857156</c:v>
                </c:pt>
                <c:pt idx="1665" formatCode="0_);[Red]\(0\)">
                  <c:v>-225.42857142857156</c:v>
                </c:pt>
                <c:pt idx="1666" formatCode="0_);[Red]\(0\)">
                  <c:v>-225.42857142857156</c:v>
                </c:pt>
                <c:pt idx="1667" formatCode="0_);[Red]\(0\)">
                  <c:v>-207.42857142857156</c:v>
                </c:pt>
                <c:pt idx="1668" formatCode="0_);[Red]\(0\)">
                  <c:v>-207.42857142857156</c:v>
                </c:pt>
                <c:pt idx="1669" formatCode="0_);[Red]\(0\)">
                  <c:v>-495.42857142857156</c:v>
                </c:pt>
                <c:pt idx="1670" formatCode="0_);[Red]\(0\)">
                  <c:v>-495.42857142857156</c:v>
                </c:pt>
                <c:pt idx="1671" formatCode="0_);[Red]\(0\)">
                  <c:v>-389.42857142857156</c:v>
                </c:pt>
                <c:pt idx="1672" formatCode="0_);[Red]\(0\)">
                  <c:v>-389.42857142857156</c:v>
                </c:pt>
                <c:pt idx="1673" formatCode="0_);[Red]\(0\)">
                  <c:v>-389.42857142857156</c:v>
                </c:pt>
                <c:pt idx="1674" formatCode="0_);[Red]\(0\)">
                  <c:v>10.571428571428442</c:v>
                </c:pt>
                <c:pt idx="1675" formatCode="0_);[Red]\(0\)">
                  <c:v>10.571428571428442</c:v>
                </c:pt>
                <c:pt idx="1676" formatCode="0_);[Red]\(0\)">
                  <c:v>10.571428571428442</c:v>
                </c:pt>
                <c:pt idx="1677" formatCode="0_);[Red]\(0\)">
                  <c:v>-149.42857142857156</c:v>
                </c:pt>
                <c:pt idx="1678" formatCode="0_);[Red]\(0\)">
                  <c:v>-149.42857142857156</c:v>
                </c:pt>
                <c:pt idx="1679" formatCode="0_);[Red]\(0\)">
                  <c:v>-149.42857142857156</c:v>
                </c:pt>
                <c:pt idx="1680" formatCode="0_);[Red]\(0\)">
                  <c:v>-149.42857142857156</c:v>
                </c:pt>
                <c:pt idx="1681" formatCode="0_);[Red]\(0\)">
                  <c:v>-521.42857142857156</c:v>
                </c:pt>
                <c:pt idx="1682" formatCode="0_);[Red]\(0\)">
                  <c:v>-521.42857142857156</c:v>
                </c:pt>
                <c:pt idx="1683" formatCode="0_);[Red]\(0\)">
                  <c:v>-1021.4285714285716</c:v>
                </c:pt>
                <c:pt idx="1684" formatCode="0_);[Red]\(0\)">
                  <c:v>-1021.4285714285716</c:v>
                </c:pt>
                <c:pt idx="1685" formatCode="0_);[Red]\(0\)">
                  <c:v>-1021.4285714285716</c:v>
                </c:pt>
                <c:pt idx="1686" formatCode="0_);[Red]\(0\)">
                  <c:v>-1021.4285714285716</c:v>
                </c:pt>
                <c:pt idx="1687" formatCode="0_);[Red]\(0\)">
                  <c:v>-1021.4285714285716</c:v>
                </c:pt>
                <c:pt idx="1688" formatCode="0_);[Red]\(0\)">
                  <c:v>-1241.4285714285716</c:v>
                </c:pt>
                <c:pt idx="1689" formatCode="0_);[Red]\(0\)">
                  <c:v>-1241.4285714285716</c:v>
                </c:pt>
                <c:pt idx="1690" formatCode="0_);[Red]\(0\)">
                  <c:v>-1241.4285714285716</c:v>
                </c:pt>
                <c:pt idx="1691" formatCode="0_);[Red]\(0\)">
                  <c:v>-1081.4285714285716</c:v>
                </c:pt>
                <c:pt idx="1692" formatCode="0_);[Red]\(0\)">
                  <c:v>-1081.4285714285716</c:v>
                </c:pt>
                <c:pt idx="1693" formatCode="0_);[Red]\(0\)">
                  <c:v>-1081.4285714285716</c:v>
                </c:pt>
                <c:pt idx="1694" formatCode="0_);[Red]\(0\)">
                  <c:v>-1081.4285714285716</c:v>
                </c:pt>
                <c:pt idx="1695" formatCode="0_);[Red]\(0\)">
                  <c:v>-1081.4285714285716</c:v>
                </c:pt>
                <c:pt idx="1696" formatCode="0_);[Red]\(0\)">
                  <c:v>-1081.4285714285716</c:v>
                </c:pt>
                <c:pt idx="1697" formatCode="0_);[Red]\(0\)">
                  <c:v>-1081.4285714285716</c:v>
                </c:pt>
                <c:pt idx="1698" formatCode="0_);[Red]\(0\)">
                  <c:v>-1081.4285714285716</c:v>
                </c:pt>
                <c:pt idx="1699" formatCode="0_);[Red]\(0\)">
                  <c:v>-1081.4285714285716</c:v>
                </c:pt>
                <c:pt idx="1700" formatCode="0_);[Red]\(0\)">
                  <c:v>-1081.4285714285716</c:v>
                </c:pt>
                <c:pt idx="1701" formatCode="0_);[Red]\(0\)">
                  <c:v>-1081.4285714285716</c:v>
                </c:pt>
                <c:pt idx="1702" formatCode="0_);[Red]\(0\)">
                  <c:v>-1233.9285714285716</c:v>
                </c:pt>
                <c:pt idx="1703" formatCode="0_);[Red]\(0\)">
                  <c:v>-1233.9285714285716</c:v>
                </c:pt>
                <c:pt idx="1704" formatCode="0_);[Red]\(0\)">
                  <c:v>-1233.9285714285716</c:v>
                </c:pt>
                <c:pt idx="1705" formatCode="0_);[Red]\(0\)">
                  <c:v>-1457.9285714285716</c:v>
                </c:pt>
                <c:pt idx="1706" formatCode="0_);[Red]\(0\)">
                  <c:v>-1457.9285714285716</c:v>
                </c:pt>
                <c:pt idx="1707" formatCode="0_);[Red]\(0\)">
                  <c:v>-1457.9285714285716</c:v>
                </c:pt>
                <c:pt idx="1708" formatCode="0_);[Red]\(0\)">
                  <c:v>-1457.9285714285716</c:v>
                </c:pt>
                <c:pt idx="1709" formatCode="0_);[Red]\(0\)">
                  <c:v>-2155.9285714285716</c:v>
                </c:pt>
                <c:pt idx="1710" formatCode="0_);[Red]\(0\)">
                  <c:v>-2155.9285714285716</c:v>
                </c:pt>
                <c:pt idx="1711" formatCode="0_);[Red]\(0\)">
                  <c:v>-2155.9285714285716</c:v>
                </c:pt>
                <c:pt idx="1712" formatCode="0_);[Red]\(0\)">
                  <c:v>-2155.9285714285716</c:v>
                </c:pt>
                <c:pt idx="1713" formatCode="0_);[Red]\(0\)">
                  <c:v>-2155.9285714285716</c:v>
                </c:pt>
                <c:pt idx="1714" formatCode="0_);[Red]\(0\)">
                  <c:v>-2155.9285714285716</c:v>
                </c:pt>
                <c:pt idx="1715" formatCode="0_);[Red]\(0\)">
                  <c:v>-2155.9285714285716</c:v>
                </c:pt>
                <c:pt idx="1716" formatCode="0_);[Red]\(0\)">
                  <c:v>-2651.9285714285716</c:v>
                </c:pt>
                <c:pt idx="1717" formatCode="0_);[Red]\(0\)">
                  <c:v>-2651.9285714285716</c:v>
                </c:pt>
                <c:pt idx="1718" formatCode="0_);[Red]\(0\)">
                  <c:v>-2662.4285714285716</c:v>
                </c:pt>
                <c:pt idx="1719" formatCode="0_);[Red]\(0\)">
                  <c:v>-2662.4285714285716</c:v>
                </c:pt>
                <c:pt idx="1720" formatCode="0_);[Red]\(0\)">
                  <c:v>-2662.4285714285716</c:v>
                </c:pt>
                <c:pt idx="1721" formatCode="0_);[Red]\(0\)">
                  <c:v>-2662.4285714285716</c:v>
                </c:pt>
                <c:pt idx="1722" formatCode="0_);[Red]\(0\)">
                  <c:v>-2662.4285714285716</c:v>
                </c:pt>
                <c:pt idx="1723" formatCode="0_);[Red]\(0\)">
                  <c:v>-2548.4285714285716</c:v>
                </c:pt>
                <c:pt idx="1724" formatCode="0_);[Red]\(0\)">
                  <c:v>-2548.4285714285716</c:v>
                </c:pt>
                <c:pt idx="1725" formatCode="0_);[Red]\(0\)">
                  <c:v>-2548.4285714285716</c:v>
                </c:pt>
                <c:pt idx="1726" formatCode="0_);[Red]\(0\)">
                  <c:v>-2548.4285714285716</c:v>
                </c:pt>
                <c:pt idx="1727" formatCode="0_);[Red]\(0\)">
                  <c:v>-2548.4285714285716</c:v>
                </c:pt>
                <c:pt idx="1728" formatCode="0_);[Red]\(0\)">
                  <c:v>-2548.4285714285716</c:v>
                </c:pt>
                <c:pt idx="1729" formatCode="0_);[Red]\(0\)">
                  <c:v>-2548.4285714285716</c:v>
                </c:pt>
                <c:pt idx="1730" formatCode="0_);[Red]\(0\)">
                  <c:v>-2605.4285714285716</c:v>
                </c:pt>
                <c:pt idx="1731" formatCode="0_);[Red]\(0\)">
                  <c:v>-2605.4285714285716</c:v>
                </c:pt>
                <c:pt idx="1732" formatCode="0_);[Red]\(0\)">
                  <c:v>-2605.4285714285716</c:v>
                </c:pt>
                <c:pt idx="1733" formatCode="0_);[Red]\(0\)">
                  <c:v>-2605.4285714285716</c:v>
                </c:pt>
                <c:pt idx="1734" formatCode="0_);[Red]\(0\)">
                  <c:v>-2605.4285714285716</c:v>
                </c:pt>
                <c:pt idx="1735" formatCode="0_);[Red]\(0\)">
                  <c:v>-2605.4285714285716</c:v>
                </c:pt>
                <c:pt idx="1736" formatCode="0_);[Red]\(0\)">
                  <c:v>-2605.4285714285716</c:v>
                </c:pt>
                <c:pt idx="1737" formatCode="0_);[Red]\(0\)">
                  <c:v>-2605.4285714285716</c:v>
                </c:pt>
                <c:pt idx="1738" formatCode="0_);[Red]\(0\)">
                  <c:v>-2605.4285714285716</c:v>
                </c:pt>
                <c:pt idx="1739" formatCode="0_);[Red]\(0\)">
                  <c:v>-2605.4285714285716</c:v>
                </c:pt>
                <c:pt idx="1740" formatCode="0_);[Red]\(0\)">
                  <c:v>-2605.4285714285716</c:v>
                </c:pt>
                <c:pt idx="1741" formatCode="0_);[Red]\(0\)">
                  <c:v>-2605.4285714285716</c:v>
                </c:pt>
                <c:pt idx="1742" formatCode="0_);[Red]\(0\)">
                  <c:v>-3605.4285714285716</c:v>
                </c:pt>
                <c:pt idx="1743" formatCode="0_);[Red]\(0\)">
                  <c:v>-3605.4285714285716</c:v>
                </c:pt>
                <c:pt idx="1744" formatCode="0_);[Red]\(0\)">
                  <c:v>-3494.4285714285716</c:v>
                </c:pt>
                <c:pt idx="1745" formatCode="0_);[Red]\(0\)">
                  <c:v>-3494.4285714285716</c:v>
                </c:pt>
                <c:pt idx="1746" formatCode="0_);[Red]\(0\)">
                  <c:v>-3536.4285714285716</c:v>
                </c:pt>
                <c:pt idx="1747" formatCode="0_);[Red]\(0\)">
                  <c:v>-3536.4285714285716</c:v>
                </c:pt>
                <c:pt idx="1748" formatCode="0_);[Red]\(0\)">
                  <c:v>-3536.4285714285716</c:v>
                </c:pt>
                <c:pt idx="1749" formatCode="0_);[Red]\(0\)">
                  <c:v>-3536.4285714285716</c:v>
                </c:pt>
                <c:pt idx="1750" formatCode="0_);[Red]\(0\)">
                  <c:v>-3536.4285714285716</c:v>
                </c:pt>
                <c:pt idx="1751" formatCode="0_);[Red]\(0\)">
                  <c:v>-3052.4285714285716</c:v>
                </c:pt>
                <c:pt idx="1752" formatCode="0_);[Red]\(0\)">
                  <c:v>-3052.4285714285716</c:v>
                </c:pt>
                <c:pt idx="1753" formatCode="0_);[Red]\(0\)">
                  <c:v>-3052.4285714285716</c:v>
                </c:pt>
                <c:pt idx="1754" formatCode="0_);[Red]\(0\)">
                  <c:v>-3052.4285714285716</c:v>
                </c:pt>
                <c:pt idx="1755" formatCode="0_);[Red]\(0\)">
                  <c:v>-3052.4285714285716</c:v>
                </c:pt>
                <c:pt idx="1756" formatCode="0_);[Red]\(0\)">
                  <c:v>-3052.4285714285716</c:v>
                </c:pt>
                <c:pt idx="1757" formatCode="0_);[Red]\(0\)">
                  <c:v>-3052.4285714285716</c:v>
                </c:pt>
                <c:pt idx="1758" formatCode="0_);[Red]\(0\)">
                  <c:v>-3357.4285714285716</c:v>
                </c:pt>
                <c:pt idx="1759" formatCode="0_);[Red]\(0\)">
                  <c:v>-3357.4285714285716</c:v>
                </c:pt>
                <c:pt idx="1760" formatCode="0_);[Red]\(0\)">
                  <c:v>-3357.4285714285716</c:v>
                </c:pt>
                <c:pt idx="1761" formatCode="0_);[Red]\(0\)">
                  <c:v>-3357.4285714285716</c:v>
                </c:pt>
                <c:pt idx="1762" formatCode="0_);[Red]\(0\)">
                  <c:v>-3357.4285714285716</c:v>
                </c:pt>
                <c:pt idx="1763" formatCode="0_);[Red]\(0\)">
                  <c:v>-3357.4285714285716</c:v>
                </c:pt>
                <c:pt idx="1764" formatCode="0_);[Red]\(0\)">
                  <c:v>-3357.4285714285716</c:v>
                </c:pt>
                <c:pt idx="1765" formatCode="0_);[Red]\(0\)">
                  <c:v>-3314.4285714285716</c:v>
                </c:pt>
                <c:pt idx="1766" formatCode="0_);[Red]\(0\)">
                  <c:v>-3314.4285714285716</c:v>
                </c:pt>
                <c:pt idx="1767" formatCode="0_);[Red]\(0\)">
                  <c:v>-3419.4285714285716</c:v>
                </c:pt>
                <c:pt idx="1768" formatCode="0_);[Red]\(0\)">
                  <c:v>-3524.4285714285716</c:v>
                </c:pt>
                <c:pt idx="1769" formatCode="0_);[Red]\(0\)">
                  <c:v>-3324.4285714285716</c:v>
                </c:pt>
                <c:pt idx="1770" formatCode="0_);[Red]\(0\)">
                  <c:v>-3324.4285714285716</c:v>
                </c:pt>
                <c:pt idx="1771" formatCode="0_);[Red]\(0\)">
                  <c:v>-3324.4285714285716</c:v>
                </c:pt>
                <c:pt idx="1772" formatCode="0_);[Red]\(0\)">
                  <c:v>-3429.4285714285716</c:v>
                </c:pt>
                <c:pt idx="1773" formatCode="0_);[Red]\(0\)">
                  <c:v>-4061.9285714285716</c:v>
                </c:pt>
                <c:pt idx="1774" formatCode="0_);[Red]\(0\)">
                  <c:v>-4114.4285714285716</c:v>
                </c:pt>
                <c:pt idx="1775" formatCode="0_);[Red]\(0\)">
                  <c:v>-4114.4285714285716</c:v>
                </c:pt>
                <c:pt idx="1776" formatCode="0_);[Red]\(0\)">
                  <c:v>-4114.4285714285716</c:v>
                </c:pt>
                <c:pt idx="1777" formatCode="0_);[Red]\(0\)">
                  <c:v>-4114.4285714285716</c:v>
                </c:pt>
                <c:pt idx="1778" formatCode="0_);[Red]\(0\)">
                  <c:v>-4114.4285714285716</c:v>
                </c:pt>
                <c:pt idx="1779" formatCode="0_);[Red]\(0\)">
                  <c:v>-3314.4285714285716</c:v>
                </c:pt>
                <c:pt idx="1780" formatCode="0_);[Red]\(0\)">
                  <c:v>-3314.4285714285716</c:v>
                </c:pt>
                <c:pt idx="1781" formatCode="0_);[Red]\(0\)">
                  <c:v>-2222.4285714285716</c:v>
                </c:pt>
                <c:pt idx="1782" formatCode="0_);[Red]\(0\)">
                  <c:v>-2222.4285714285716</c:v>
                </c:pt>
                <c:pt idx="1783" formatCode="0_);[Red]\(0\)">
                  <c:v>-2222.4285714285716</c:v>
                </c:pt>
                <c:pt idx="1784" formatCode="0_);[Red]\(0\)">
                  <c:v>-2222.4285714285716</c:v>
                </c:pt>
                <c:pt idx="1785" formatCode="0_);[Red]\(0\)">
                  <c:v>-2222.4285714285716</c:v>
                </c:pt>
                <c:pt idx="1786" formatCode="0_);[Red]\(0\)">
                  <c:v>-2222.4285714285716</c:v>
                </c:pt>
                <c:pt idx="1787" formatCode="0_);[Red]\(0\)">
                  <c:v>781.57142857142844</c:v>
                </c:pt>
                <c:pt idx="1788" formatCode="0_);[Red]\(0\)">
                  <c:v>781.57142857142844</c:v>
                </c:pt>
                <c:pt idx="1789" formatCode="0_);[Red]\(0\)">
                  <c:v>749.57142857142844</c:v>
                </c:pt>
                <c:pt idx="1790" formatCode="0_);[Red]\(0\)">
                  <c:v>749.57142857142844</c:v>
                </c:pt>
                <c:pt idx="1791" formatCode="0_);[Red]\(0\)">
                  <c:v>749.57142857142844</c:v>
                </c:pt>
                <c:pt idx="1792" formatCode="0_);[Red]\(0\)">
                  <c:v>749.57142857142844</c:v>
                </c:pt>
                <c:pt idx="1793" formatCode="0_);[Red]\(0\)">
                  <c:v>749.57142857142844</c:v>
                </c:pt>
                <c:pt idx="1794" formatCode="0_);[Red]\(0\)">
                  <c:v>544.57142857142844</c:v>
                </c:pt>
                <c:pt idx="1795" formatCode="0_);[Red]\(0\)">
                  <c:v>544.57142857142844</c:v>
                </c:pt>
                <c:pt idx="1796" formatCode="0_);[Red]\(0\)">
                  <c:v>628.57142857142844</c:v>
                </c:pt>
                <c:pt idx="1797" formatCode="0_);[Red]\(0\)">
                  <c:v>628.57142857142844</c:v>
                </c:pt>
                <c:pt idx="1798" formatCode="0_);[Red]\(0\)">
                  <c:v>628.57142857142844</c:v>
                </c:pt>
                <c:pt idx="1799" formatCode="0_);[Red]\(0\)">
                  <c:v>628.57142857142844</c:v>
                </c:pt>
                <c:pt idx="1800" formatCode="0_);[Red]\(0\)">
                  <c:v>628.57142857142844</c:v>
                </c:pt>
                <c:pt idx="1801" formatCode="0_);[Red]\(0\)">
                  <c:v>581.57142857142844</c:v>
                </c:pt>
                <c:pt idx="1802" formatCode="0_);[Red]\(0\)">
                  <c:v>497.07142857142844</c:v>
                </c:pt>
                <c:pt idx="1803" formatCode="0_);[Red]\(0\)">
                  <c:v>497.07142857142844</c:v>
                </c:pt>
                <c:pt idx="1804" formatCode="0_);[Red]\(0\)">
                  <c:v>497.07142857142844</c:v>
                </c:pt>
                <c:pt idx="1805" formatCode="0_);[Red]\(0\)">
                  <c:v>497.07142857142844</c:v>
                </c:pt>
                <c:pt idx="1806" formatCode="0_);[Red]\(0\)">
                  <c:v>497.07142857142844</c:v>
                </c:pt>
                <c:pt idx="1807" formatCode="0_);[Red]\(0\)">
                  <c:v>497.07142857142844</c:v>
                </c:pt>
                <c:pt idx="1808" formatCode="0_);[Red]\(0\)">
                  <c:v>655.57142857142844</c:v>
                </c:pt>
                <c:pt idx="1809" formatCode="0_);[Red]\(0\)">
                  <c:v>761.57142857142844</c:v>
                </c:pt>
                <c:pt idx="1810" formatCode="0_);[Red]\(0\)">
                  <c:v>782.57142857142844</c:v>
                </c:pt>
                <c:pt idx="1811" formatCode="0_);[Red]\(0\)">
                  <c:v>782.57142857142844</c:v>
                </c:pt>
                <c:pt idx="1812" formatCode="0_);[Red]\(0\)">
                  <c:v>782.57142857142844</c:v>
                </c:pt>
                <c:pt idx="1813" formatCode="0_);[Red]\(0\)">
                  <c:v>782.57142857142844</c:v>
                </c:pt>
                <c:pt idx="1814" formatCode="0_);[Red]\(0\)">
                  <c:v>782.57142857142844</c:v>
                </c:pt>
                <c:pt idx="1815" formatCode="0_);[Red]\(0\)">
                  <c:v>922.57142857142844</c:v>
                </c:pt>
                <c:pt idx="1816" formatCode="0_);[Red]\(0\)">
                  <c:v>1187.5714285714284</c:v>
                </c:pt>
                <c:pt idx="1817" formatCode="0_);[Red]\(0\)">
                  <c:v>1187.5714285714284</c:v>
                </c:pt>
                <c:pt idx="1818" formatCode="0_);[Red]\(0\)">
                  <c:v>1203.5714285714284</c:v>
                </c:pt>
                <c:pt idx="1819" formatCode="0_);[Red]\(0\)">
                  <c:v>1203.5714285714284</c:v>
                </c:pt>
                <c:pt idx="1820" formatCode="0_);[Red]\(0\)">
                  <c:v>1203.5714285714284</c:v>
                </c:pt>
                <c:pt idx="1821" formatCode="0_);[Red]\(0\)">
                  <c:v>1203.5714285714284</c:v>
                </c:pt>
                <c:pt idx="1822" formatCode="0_);[Red]\(0\)">
                  <c:v>1251.5714285714284</c:v>
                </c:pt>
                <c:pt idx="1823" formatCode="0_);[Red]\(0\)">
                  <c:v>1304.5714285714284</c:v>
                </c:pt>
                <c:pt idx="1824" formatCode="0_);[Red]\(0\)">
                  <c:v>1304.5714285714284</c:v>
                </c:pt>
                <c:pt idx="1825" formatCode="0_);[Red]\(0\)">
                  <c:v>1304.5714285714284</c:v>
                </c:pt>
                <c:pt idx="1826" formatCode="0_);[Red]\(0\)">
                  <c:v>1304.5714285714284</c:v>
                </c:pt>
                <c:pt idx="1827" formatCode="0_);[Red]\(0\)">
                  <c:v>1304.5714285714284</c:v>
                </c:pt>
                <c:pt idx="1828" formatCode="0_);[Red]\(0\)">
                  <c:v>1304.5714285714284</c:v>
                </c:pt>
                <c:pt idx="1829" formatCode="0_);[Red]\(0\)">
                  <c:v>1304.5714285714284</c:v>
                </c:pt>
                <c:pt idx="1830" formatCode="0_);[Red]\(0\)">
                  <c:v>1264.5714285714284</c:v>
                </c:pt>
                <c:pt idx="1831" formatCode="0_);[Red]\(0\)">
                  <c:v>1296.5714285714284</c:v>
                </c:pt>
                <c:pt idx="1832" formatCode="0_);[Red]\(0\)">
                  <c:v>1296.5714285714284</c:v>
                </c:pt>
                <c:pt idx="1833" formatCode="0_);[Red]\(0\)">
                  <c:v>1296.5714285714284</c:v>
                </c:pt>
                <c:pt idx="1834" formatCode="0_);[Red]\(0\)">
                  <c:v>1296.5714285714284</c:v>
                </c:pt>
                <c:pt idx="1835" formatCode="0_);[Red]\(0\)">
                  <c:v>1296.5714285714284</c:v>
                </c:pt>
                <c:pt idx="1836" formatCode="0_);[Red]\(0\)">
                  <c:v>1296.5714285714284</c:v>
                </c:pt>
                <c:pt idx="1837" formatCode="0_);[Red]\(0\)">
                  <c:v>1540.0714285714284</c:v>
                </c:pt>
                <c:pt idx="1838" formatCode="0_);[Red]\(0\)">
                  <c:v>1540.0714285714284</c:v>
                </c:pt>
                <c:pt idx="1839" formatCode="0_);[Red]\(0\)">
                  <c:v>1572.0714285714284</c:v>
                </c:pt>
                <c:pt idx="1840" formatCode="0_);[Red]\(0\)">
                  <c:v>1572.0714285714284</c:v>
                </c:pt>
                <c:pt idx="1841" formatCode="0_);[Red]\(0\)">
                  <c:v>1572.0714285714284</c:v>
                </c:pt>
                <c:pt idx="1842" formatCode="0_);[Red]\(0\)">
                  <c:v>1572.0714285714284</c:v>
                </c:pt>
                <c:pt idx="1843" formatCode="0_);[Red]\(0\)">
                  <c:v>1572.0714285714284</c:v>
                </c:pt>
                <c:pt idx="1844" formatCode="0_);[Red]\(0\)">
                  <c:v>1449.0714285714284</c:v>
                </c:pt>
                <c:pt idx="1845" formatCode="0_);[Red]\(0\)">
                  <c:v>1449.0714285714284</c:v>
                </c:pt>
                <c:pt idx="1846" formatCode="0_);[Red]\(0\)">
                  <c:v>949.07142857142844</c:v>
                </c:pt>
                <c:pt idx="1847" formatCode="0_);[Red]\(0\)">
                  <c:v>949.07142857142844</c:v>
                </c:pt>
                <c:pt idx="1848" formatCode="0_);[Red]\(0\)">
                  <c:v>949.07142857142844</c:v>
                </c:pt>
                <c:pt idx="1849" formatCode="0_);[Red]\(0\)">
                  <c:v>949.07142857142844</c:v>
                </c:pt>
                <c:pt idx="1850" formatCode="0_);[Red]\(0\)">
                  <c:v>949.07142857142844</c:v>
                </c:pt>
                <c:pt idx="1851" formatCode="0_);[Red]\(0\)">
                  <c:v>1427.0714285714284</c:v>
                </c:pt>
                <c:pt idx="1852" formatCode="0_);[Red]\(0\)">
                  <c:v>1479.5714285714284</c:v>
                </c:pt>
                <c:pt idx="1853" formatCode="0_);[Red]\(0\)">
                  <c:v>1479.5714285714284</c:v>
                </c:pt>
                <c:pt idx="1854" formatCode="0_);[Red]\(0\)">
                  <c:v>1479.5714285714284</c:v>
                </c:pt>
                <c:pt idx="1855" formatCode="0_);[Red]\(0\)">
                  <c:v>1479.5714285714284</c:v>
                </c:pt>
                <c:pt idx="1856" formatCode="0_);[Red]\(0\)">
                  <c:v>1479.5714285714284</c:v>
                </c:pt>
                <c:pt idx="1857" formatCode="0_);[Red]\(0\)">
                  <c:v>1479.5714285714284</c:v>
                </c:pt>
                <c:pt idx="1858" formatCode="0_);[Red]\(0\)">
                  <c:v>1479.5714285714284</c:v>
                </c:pt>
                <c:pt idx="1859" formatCode="0_);[Red]\(0\)">
                  <c:v>1479.5714285714284</c:v>
                </c:pt>
                <c:pt idx="1860" formatCode="0_);[Red]\(0\)">
                  <c:v>1479.5714285714284</c:v>
                </c:pt>
                <c:pt idx="1861" formatCode="0_);[Red]\(0\)">
                  <c:v>1479.5714285714284</c:v>
                </c:pt>
                <c:pt idx="1862" formatCode="0_);[Red]\(0\)">
                  <c:v>1479.5714285714284</c:v>
                </c:pt>
                <c:pt idx="1863" formatCode="0_);[Red]\(0\)">
                  <c:v>1479.5714285714284</c:v>
                </c:pt>
                <c:pt idx="1864" formatCode="0_);[Red]\(0\)">
                  <c:v>1479.5714285714284</c:v>
                </c:pt>
                <c:pt idx="1865" formatCode="0_);[Red]\(0\)">
                  <c:v>1479.5714285714284</c:v>
                </c:pt>
                <c:pt idx="1866" formatCode="0_);[Red]\(0\)">
                  <c:v>1479.5714285714284</c:v>
                </c:pt>
                <c:pt idx="1867" formatCode="0_);[Red]\(0\)">
                  <c:v>1479.5714285714284</c:v>
                </c:pt>
                <c:pt idx="1868" formatCode="0_);[Red]\(0\)">
                  <c:v>1479.5714285714284</c:v>
                </c:pt>
                <c:pt idx="1869" formatCode="0_);[Red]\(0\)">
                  <c:v>1479.5714285714284</c:v>
                </c:pt>
                <c:pt idx="1870" formatCode="0_);[Red]\(0\)">
                  <c:v>1458.5714285714284</c:v>
                </c:pt>
                <c:pt idx="1871" formatCode="0_);[Red]\(0\)">
                  <c:v>1438.5714285714284</c:v>
                </c:pt>
                <c:pt idx="1872" formatCode="0_);[Red]\(0\)">
                  <c:v>1438.5714285714284</c:v>
                </c:pt>
                <c:pt idx="1873" formatCode="0_);[Red]\(0\)">
                  <c:v>1438.5714285714284</c:v>
                </c:pt>
                <c:pt idx="1874" formatCode="0_);[Red]\(0\)">
                  <c:v>1358.5714285714284</c:v>
                </c:pt>
                <c:pt idx="1875" formatCode="0_);[Red]\(0\)">
                  <c:v>1358.5714285714284</c:v>
                </c:pt>
                <c:pt idx="1876" formatCode="0_);[Red]\(0\)">
                  <c:v>1358.5714285714284</c:v>
                </c:pt>
                <c:pt idx="1877" formatCode="0_);[Red]\(0\)">
                  <c:v>1358.5714285714284</c:v>
                </c:pt>
                <c:pt idx="1878" formatCode="0_);[Red]\(0\)">
                  <c:v>1230.5714285714284</c:v>
                </c:pt>
                <c:pt idx="1879" formatCode="0_);[Red]\(0\)">
                  <c:v>1230.5714285714284</c:v>
                </c:pt>
                <c:pt idx="1880" formatCode="0_);[Red]\(0\)">
                  <c:v>1230.5714285714284</c:v>
                </c:pt>
                <c:pt idx="1881" formatCode="0_);[Red]\(0\)">
                  <c:v>1230.5714285714284</c:v>
                </c:pt>
                <c:pt idx="1882" formatCode="0_);[Red]\(0\)">
                  <c:v>1230.5714285714284</c:v>
                </c:pt>
                <c:pt idx="1883" formatCode="0_);[Red]\(0\)">
                  <c:v>1230.5714285714284</c:v>
                </c:pt>
                <c:pt idx="1884" formatCode="0_);[Red]\(0\)">
                  <c:v>1109.5714285714284</c:v>
                </c:pt>
                <c:pt idx="1885" formatCode="0_);[Red]\(0\)">
                  <c:v>1109.5714285714284</c:v>
                </c:pt>
                <c:pt idx="1886" formatCode="0_);[Red]\(0\)">
                  <c:v>1109.5714285714284</c:v>
                </c:pt>
                <c:pt idx="1887" formatCode="0_);[Red]\(0\)">
                  <c:v>1109.5714285714284</c:v>
                </c:pt>
                <c:pt idx="1888" formatCode="0_);[Red]\(0\)">
                  <c:v>1109.5714285714284</c:v>
                </c:pt>
                <c:pt idx="1889" formatCode="0_);[Red]\(0\)">
                  <c:v>1109.5714285714284</c:v>
                </c:pt>
                <c:pt idx="1890" formatCode="0_);[Red]\(0\)">
                  <c:v>1109.5714285714284</c:v>
                </c:pt>
                <c:pt idx="1891" formatCode="0_);[Red]\(0\)">
                  <c:v>1172.5714285714284</c:v>
                </c:pt>
                <c:pt idx="1892" formatCode="0_);[Red]\(0\)">
                  <c:v>1172.5714285714284</c:v>
                </c:pt>
                <c:pt idx="1893" formatCode="0_);[Red]\(0\)">
                  <c:v>1066.5714285714284</c:v>
                </c:pt>
                <c:pt idx="1894" formatCode="0_);[Red]\(0\)">
                  <c:v>1066.5714285714284</c:v>
                </c:pt>
                <c:pt idx="1895" formatCode="0_);[Red]\(0\)">
                  <c:v>1066.5714285714284</c:v>
                </c:pt>
                <c:pt idx="1896" formatCode="0_);[Red]\(0\)">
                  <c:v>1066.5714285714284</c:v>
                </c:pt>
                <c:pt idx="1897" formatCode="0_);[Red]\(0\)">
                  <c:v>1066.5714285714284</c:v>
                </c:pt>
                <c:pt idx="1898" formatCode="0_);[Red]\(0\)">
                  <c:v>922.57142857142844</c:v>
                </c:pt>
                <c:pt idx="1899" formatCode="0_);[Red]\(0\)">
                  <c:v>668.07142857142844</c:v>
                </c:pt>
                <c:pt idx="1900" formatCode="0_);[Red]\(0\)">
                  <c:v>668.07142857142844</c:v>
                </c:pt>
                <c:pt idx="1901" formatCode="0_);[Red]\(0\)">
                  <c:v>1168.0714285714284</c:v>
                </c:pt>
                <c:pt idx="1902" formatCode="0_);[Red]\(0\)">
                  <c:v>1668.0714285714284</c:v>
                </c:pt>
                <c:pt idx="1903" formatCode="0_);[Red]\(0\)">
                  <c:v>1668.0714285714284</c:v>
                </c:pt>
                <c:pt idx="1904" formatCode="0_);[Red]\(0\)">
                  <c:v>1668.0714285714284</c:v>
                </c:pt>
                <c:pt idx="1905" formatCode="0_);[Red]\(0\)">
                  <c:v>1668.0714285714284</c:v>
                </c:pt>
                <c:pt idx="1906" formatCode="0_);[Red]\(0\)">
                  <c:v>1668.0714285714284</c:v>
                </c:pt>
                <c:pt idx="1907" formatCode="0_);[Red]\(0\)">
                  <c:v>1631.3214285714284</c:v>
                </c:pt>
                <c:pt idx="1908" formatCode="0_);[Red]\(0\)">
                  <c:v>1631.3214285714284</c:v>
                </c:pt>
                <c:pt idx="1909" formatCode="0_);[Red]\(0\)">
                  <c:v>1631.3214285714284</c:v>
                </c:pt>
                <c:pt idx="1910" formatCode="0_);[Red]\(0\)">
                  <c:v>1631.3214285714284</c:v>
                </c:pt>
                <c:pt idx="1911" formatCode="0_);[Red]\(0\)">
                  <c:v>1631.3214285714284</c:v>
                </c:pt>
                <c:pt idx="1912" formatCode="0_);[Red]\(0\)">
                  <c:v>1631.3214285714284</c:v>
                </c:pt>
                <c:pt idx="1913" formatCode="0_);[Red]\(0\)">
                  <c:v>1731.3214285714284</c:v>
                </c:pt>
                <c:pt idx="1914" formatCode="0_);[Red]\(0\)">
                  <c:v>1890.3214285714284</c:v>
                </c:pt>
                <c:pt idx="1915" formatCode="0_);[Red]\(0\)">
                  <c:v>1874.5714285714284</c:v>
                </c:pt>
                <c:pt idx="1916" formatCode="0_);[Red]\(0\)">
                  <c:v>1874.5714285714284</c:v>
                </c:pt>
                <c:pt idx="1917" formatCode="0_);[Red]\(0\)">
                  <c:v>1874.5714285714284</c:v>
                </c:pt>
                <c:pt idx="1918" formatCode="0_);[Red]\(0\)">
                  <c:v>1874.5714285714284</c:v>
                </c:pt>
                <c:pt idx="1919" formatCode="0_);[Red]\(0\)">
                  <c:v>1874.5714285714284</c:v>
                </c:pt>
                <c:pt idx="1920" formatCode="0_);[Red]\(0\)">
                  <c:v>1874.5714285714284</c:v>
                </c:pt>
                <c:pt idx="1921" formatCode="0_);[Red]\(0\)">
                  <c:v>1874.5714285714284</c:v>
                </c:pt>
                <c:pt idx="1922" formatCode="0_);[Red]\(0\)">
                  <c:v>1890.5714285714284</c:v>
                </c:pt>
                <c:pt idx="1923" formatCode="0_);[Red]\(0\)">
                  <c:v>1890.5714285714284</c:v>
                </c:pt>
                <c:pt idx="1924" formatCode="0_);[Red]\(0\)">
                  <c:v>1890.5714285714284</c:v>
                </c:pt>
                <c:pt idx="1925" formatCode="0_);[Red]\(0\)">
                  <c:v>1880.0714285714284</c:v>
                </c:pt>
                <c:pt idx="1926" formatCode="0_);[Red]\(0\)">
                  <c:v>1976.0714285714284</c:v>
                </c:pt>
                <c:pt idx="1927" formatCode="0_);[Red]\(0\)">
                  <c:v>1976.0714285714284</c:v>
                </c:pt>
                <c:pt idx="1928" formatCode="0_);[Red]\(0\)">
                  <c:v>1711.0714285714284</c:v>
                </c:pt>
                <c:pt idx="1929" formatCode="0_);[Red]\(0\)">
                  <c:v>1711.0714285714284</c:v>
                </c:pt>
                <c:pt idx="1930" formatCode="0_);[Red]\(0\)">
                  <c:v>1711.0714285714284</c:v>
                </c:pt>
                <c:pt idx="1931" formatCode="0_);[Red]\(0\)">
                  <c:v>1711.0714285714284</c:v>
                </c:pt>
                <c:pt idx="1932" formatCode="0_);[Red]\(0\)">
                  <c:v>1711.0714285714284</c:v>
                </c:pt>
                <c:pt idx="1933" formatCode="0_);[Red]\(0\)">
                  <c:v>1711.0714285714284</c:v>
                </c:pt>
                <c:pt idx="1934" formatCode="0_);[Red]\(0\)">
                  <c:v>1641.8214285714284</c:v>
                </c:pt>
                <c:pt idx="1935" formatCode="0_);[Red]\(0\)">
                  <c:v>1641.8214285714284</c:v>
                </c:pt>
                <c:pt idx="1936" formatCode="0_);[Red]\(0\)">
                  <c:v>1641.8214285714284</c:v>
                </c:pt>
                <c:pt idx="1937" formatCode="0_);[Red]\(0\)">
                  <c:v>800.82142857142844</c:v>
                </c:pt>
                <c:pt idx="1938" formatCode="0_);[Red]\(0\)">
                  <c:v>800.82142857142844</c:v>
                </c:pt>
                <c:pt idx="1939" formatCode="0_);[Red]\(0\)">
                  <c:v>795.57142857142844</c:v>
                </c:pt>
                <c:pt idx="1940" formatCode="0_);[Red]\(0\)">
                  <c:v>875.57142857142844</c:v>
                </c:pt>
                <c:pt idx="1941" formatCode="0_);[Red]\(0\)">
                  <c:v>1034.5714285714284</c:v>
                </c:pt>
                <c:pt idx="1942" formatCode="0_);[Red]\(0\)">
                  <c:v>1034.5714285714284</c:v>
                </c:pt>
                <c:pt idx="1943" formatCode="0_);[Red]\(0\)">
                  <c:v>1352.5714285714284</c:v>
                </c:pt>
                <c:pt idx="1944" formatCode="0_);[Red]\(0\)">
                  <c:v>1352.5714285714284</c:v>
                </c:pt>
                <c:pt idx="1945" formatCode="0_);[Red]\(0\)">
                  <c:v>1352.5714285714284</c:v>
                </c:pt>
                <c:pt idx="1946" formatCode="0_);[Red]\(0\)">
                  <c:v>1352.5714285714284</c:v>
                </c:pt>
                <c:pt idx="1947" formatCode="0_);[Red]\(0\)">
                  <c:v>1352.5714285714284</c:v>
                </c:pt>
                <c:pt idx="1948" formatCode="0_);[Red]\(0\)">
                  <c:v>1506.5714285714284</c:v>
                </c:pt>
                <c:pt idx="1949" formatCode="0_);[Red]\(0\)">
                  <c:v>1506.5714285714284</c:v>
                </c:pt>
                <c:pt idx="1950" formatCode="0_);[Red]\(0\)">
                  <c:v>1506.5714285714284</c:v>
                </c:pt>
                <c:pt idx="1951" formatCode="0_);[Red]\(0\)">
                  <c:v>1506.5714285714284</c:v>
                </c:pt>
                <c:pt idx="1952" formatCode="0_);[Red]\(0\)">
                  <c:v>1506.5714285714284</c:v>
                </c:pt>
                <c:pt idx="1953" formatCode="0_);[Red]\(0\)">
                  <c:v>1517.0714285714284</c:v>
                </c:pt>
                <c:pt idx="1954" formatCode="0_);[Red]\(0\)">
                  <c:v>1677.0714285714284</c:v>
                </c:pt>
                <c:pt idx="1955" formatCode="0_);[Red]\(0\)">
                  <c:v>677.07142857142844</c:v>
                </c:pt>
                <c:pt idx="1956" formatCode="0_);[Red]\(0\)">
                  <c:v>682.32142857142844</c:v>
                </c:pt>
                <c:pt idx="1957" formatCode="0_);[Red]\(0\)">
                  <c:v>682.32142857142844</c:v>
                </c:pt>
                <c:pt idx="1958" formatCode="0_);[Red]\(0\)">
                  <c:v>682.32142857142844</c:v>
                </c:pt>
                <c:pt idx="1959" formatCode="0_);[Red]\(0\)">
                  <c:v>682.32142857142844</c:v>
                </c:pt>
                <c:pt idx="1960" formatCode="0_);[Red]\(0\)">
                  <c:v>682.32142857142844</c:v>
                </c:pt>
                <c:pt idx="1961" formatCode="0_);[Red]\(0\)">
                  <c:v>129.32142857142844</c:v>
                </c:pt>
                <c:pt idx="1962" formatCode="0_);[Red]\(0\)">
                  <c:v>129.32142857142844</c:v>
                </c:pt>
                <c:pt idx="1963" formatCode="0_);[Red]\(0\)">
                  <c:v>129.32142857142844</c:v>
                </c:pt>
                <c:pt idx="1964" formatCode="0_);[Red]\(0\)">
                  <c:v>209.32142857142844</c:v>
                </c:pt>
                <c:pt idx="1965" formatCode="0_);[Red]\(0\)">
                  <c:v>209.32142857142844</c:v>
                </c:pt>
                <c:pt idx="1966" formatCode="0_);[Red]\(0\)">
                  <c:v>209.32142857142844</c:v>
                </c:pt>
                <c:pt idx="1967" formatCode="0_);[Red]\(0\)">
                  <c:v>214.57142857142844</c:v>
                </c:pt>
                <c:pt idx="1968" formatCode="0_);[Red]\(0\)">
                  <c:v>94.77142857142826</c:v>
                </c:pt>
                <c:pt idx="1969" formatCode="0_);[Red]\(0\)">
                  <c:v>94.77142857142826</c:v>
                </c:pt>
                <c:pt idx="1970" formatCode="0_);[Red]\(0\)">
                  <c:v>94.77142857142826</c:v>
                </c:pt>
                <c:pt idx="1971" formatCode="0_);[Red]\(0\)">
                  <c:v>100.02142857142826</c:v>
                </c:pt>
                <c:pt idx="1972" formatCode="0_);[Red]\(0\)">
                  <c:v>100.02142857142826</c:v>
                </c:pt>
                <c:pt idx="1973" formatCode="0_);[Red]\(0\)">
                  <c:v>100.02142857142826</c:v>
                </c:pt>
                <c:pt idx="1974" formatCode="0_);[Red]\(0\)">
                  <c:v>100.02142857142826</c:v>
                </c:pt>
                <c:pt idx="1975" formatCode="0_);[Red]\(0\)">
                  <c:v>-399.97857142857174</c:v>
                </c:pt>
                <c:pt idx="1976" formatCode="0_);[Red]\(0\)">
                  <c:v>-399.97857142857174</c:v>
                </c:pt>
                <c:pt idx="1977" formatCode="0_);[Red]\(0\)">
                  <c:v>-521.92857142857156</c:v>
                </c:pt>
                <c:pt idx="1978" formatCode="0_);[Red]\(0\)">
                  <c:v>-521.92857142857156</c:v>
                </c:pt>
                <c:pt idx="1979" formatCode="0_);[Red]\(0\)">
                  <c:v>-521.92857142857156</c:v>
                </c:pt>
                <c:pt idx="1980" formatCode="0_);[Red]\(0\)">
                  <c:v>-521.92857142857156</c:v>
                </c:pt>
                <c:pt idx="1981" formatCode="0_);[Red]\(0\)">
                  <c:v>-521.92857142857156</c:v>
                </c:pt>
                <c:pt idx="1982" formatCode="0_);[Red]\(0\)">
                  <c:v>-521.92857142857156</c:v>
                </c:pt>
                <c:pt idx="1983" formatCode="0_);[Red]\(0\)">
                  <c:v>-521.92857142857156</c:v>
                </c:pt>
                <c:pt idx="1984" formatCode="0_);[Red]\(0\)">
                  <c:v>-622.92857142857156</c:v>
                </c:pt>
                <c:pt idx="1985" formatCode="0_);[Red]\(0\)">
                  <c:v>-702.92857142857156</c:v>
                </c:pt>
                <c:pt idx="1986" formatCode="0_);[Red]\(0\)">
                  <c:v>-702.92857142857156</c:v>
                </c:pt>
                <c:pt idx="1987" formatCode="0_);[Red]\(0\)">
                  <c:v>-702.92857142857156</c:v>
                </c:pt>
                <c:pt idx="1988" formatCode="0_);[Red]\(0\)">
                  <c:v>-702.92857142857156</c:v>
                </c:pt>
                <c:pt idx="1989" formatCode="0_);[Red]\(0\)">
                  <c:v>-702.92857142857156</c:v>
                </c:pt>
                <c:pt idx="1990" formatCode="0_);[Red]\(0\)">
                  <c:v>-809.67857142857156</c:v>
                </c:pt>
                <c:pt idx="1991" formatCode="0_);[Red]\(0\)">
                  <c:v>-809.67857142857156</c:v>
                </c:pt>
                <c:pt idx="1992" formatCode="0_);[Red]\(0\)">
                  <c:v>-809.67857142857156</c:v>
                </c:pt>
                <c:pt idx="1993" formatCode="0_);[Red]\(0\)">
                  <c:v>-809.67857142857156</c:v>
                </c:pt>
                <c:pt idx="1994" formatCode="0_);[Red]\(0\)">
                  <c:v>-809.67857142857156</c:v>
                </c:pt>
                <c:pt idx="1995" formatCode="0_);[Red]\(0\)">
                  <c:v>-809.67857142857156</c:v>
                </c:pt>
                <c:pt idx="1996" formatCode="0_);[Red]\(0\)">
                  <c:v>-809.67857142857156</c:v>
                </c:pt>
                <c:pt idx="1997" formatCode="0_);[Red]\(0\)">
                  <c:v>-809.67857142857156</c:v>
                </c:pt>
                <c:pt idx="1998" formatCode="0_);[Red]\(0\)">
                  <c:v>-296.67857142857156</c:v>
                </c:pt>
                <c:pt idx="1999" formatCode="0_);[Red]\(0\)">
                  <c:v>-296.67857142857156</c:v>
                </c:pt>
                <c:pt idx="2000" formatCode="0_);[Red]\(0\)">
                  <c:v>-296.67857142857156</c:v>
                </c:pt>
                <c:pt idx="2001" formatCode="0_);[Red]\(0\)">
                  <c:v>-296.67857142857156</c:v>
                </c:pt>
                <c:pt idx="2002" formatCode="0_);[Red]\(0\)">
                  <c:v>-296.67857142857156</c:v>
                </c:pt>
                <c:pt idx="2003" formatCode="0_);[Red]\(0\)">
                  <c:v>-296.67857142857156</c:v>
                </c:pt>
                <c:pt idx="2004" formatCode="0_);[Red]\(0\)">
                  <c:v>-296.67857142857156</c:v>
                </c:pt>
                <c:pt idx="2005" formatCode="0_);[Red]\(0\)">
                  <c:v>-349.67857142857156</c:v>
                </c:pt>
                <c:pt idx="2006" formatCode="0_);[Red]\(0\)">
                  <c:v>-349.67857142857156</c:v>
                </c:pt>
                <c:pt idx="2007" formatCode="0_);[Red]\(0\)">
                  <c:v>-349.67857142857156</c:v>
                </c:pt>
                <c:pt idx="2008" formatCode="0_);[Red]\(0\)">
                  <c:v>-349.67857142857156</c:v>
                </c:pt>
                <c:pt idx="2009" formatCode="0_);[Red]\(0\)">
                  <c:v>-349.67857142857156</c:v>
                </c:pt>
                <c:pt idx="2010" formatCode="0_);[Red]\(0\)">
                  <c:v>-349.67857142857156</c:v>
                </c:pt>
                <c:pt idx="2011" formatCode="0_);[Red]\(0\)">
                  <c:v>-349.67857142857156</c:v>
                </c:pt>
                <c:pt idx="2012" formatCode="0_);[Red]\(0\)">
                  <c:v>-349.67857142857156</c:v>
                </c:pt>
                <c:pt idx="2013" formatCode="0_);[Red]\(0\)">
                  <c:v>-349.67857142857156</c:v>
                </c:pt>
                <c:pt idx="2014" formatCode="0_);[Red]\(0\)">
                  <c:v>-349.67857142857156</c:v>
                </c:pt>
                <c:pt idx="2015" formatCode="0_);[Red]\(0\)">
                  <c:v>-349.67857142857156</c:v>
                </c:pt>
                <c:pt idx="2016" formatCode="0_);[Red]\(0\)">
                  <c:v>-349.67857142857156</c:v>
                </c:pt>
                <c:pt idx="2017" formatCode="0_);[Red]\(0\)">
                  <c:v>-668.67857142857156</c:v>
                </c:pt>
                <c:pt idx="2018" formatCode="0_);[Red]\(0\)">
                  <c:v>-620.67857142857156</c:v>
                </c:pt>
                <c:pt idx="2019" formatCode="0_);[Red]\(0\)">
                  <c:v>-620.67857142857156</c:v>
                </c:pt>
                <c:pt idx="2020" formatCode="0_);[Red]\(0\)">
                  <c:v>-620.67857142857156</c:v>
                </c:pt>
                <c:pt idx="2021" formatCode="0_);[Red]\(0\)">
                  <c:v>-620.67857142857156</c:v>
                </c:pt>
                <c:pt idx="2022" formatCode="0_);[Red]\(0\)">
                  <c:v>-620.67857142857156</c:v>
                </c:pt>
                <c:pt idx="2023" formatCode="0_);[Red]\(0\)">
                  <c:v>-620.67857142857156</c:v>
                </c:pt>
                <c:pt idx="2024" formatCode="0_);[Red]\(0\)">
                  <c:v>-625.92857142857156</c:v>
                </c:pt>
                <c:pt idx="2025" formatCode="0_);[Red]\(0\)">
                  <c:v>-529.92857142857156</c:v>
                </c:pt>
                <c:pt idx="2026" formatCode="0_);[Red]\(0\)">
                  <c:v>-593.52857142857192</c:v>
                </c:pt>
                <c:pt idx="2027" formatCode="0_);[Red]\(0\)">
                  <c:v>-593.52857142857192</c:v>
                </c:pt>
                <c:pt idx="2028" formatCode="0_);[Red]\(0\)">
                  <c:v>-593.52857142857192</c:v>
                </c:pt>
                <c:pt idx="2029" formatCode="0_);[Red]\(0\)">
                  <c:v>-593.52857142857192</c:v>
                </c:pt>
                <c:pt idx="2030" formatCode="0_);[Red]\(0\)">
                  <c:v>-593.52857142857192</c:v>
                </c:pt>
                <c:pt idx="2031" formatCode="0_);[Red]\(0\)">
                  <c:v>-593.52857142857192</c:v>
                </c:pt>
                <c:pt idx="2032" formatCode="0_);[Red]\(0\)">
                  <c:v>-593.52857142857192</c:v>
                </c:pt>
                <c:pt idx="2033" formatCode="0_);[Red]\(0\)">
                  <c:v>-593.52857142857192</c:v>
                </c:pt>
                <c:pt idx="2034" formatCode="0_);[Red]\(0\)">
                  <c:v>-1146.0285714285719</c:v>
                </c:pt>
                <c:pt idx="2035" formatCode="0_);[Red]\(0\)">
                  <c:v>-1146.0285714285719</c:v>
                </c:pt>
                <c:pt idx="2036" formatCode="0_);[Red]\(0\)">
                  <c:v>-1146.0285714285719</c:v>
                </c:pt>
                <c:pt idx="2037" formatCode="0_);[Red]\(0\)">
                  <c:v>-1146.0285714285719</c:v>
                </c:pt>
                <c:pt idx="2038" formatCode="0_);[Red]\(0\)">
                  <c:v>-1082.0285714285719</c:v>
                </c:pt>
                <c:pt idx="2039" formatCode="0_);[Red]\(0\)">
                  <c:v>-1082.0285714285719</c:v>
                </c:pt>
                <c:pt idx="2040" formatCode="0_);[Red]\(0\)">
                  <c:v>-752.42857142857156</c:v>
                </c:pt>
                <c:pt idx="2041" formatCode="0_);[Red]\(0\)">
                  <c:v>-752.42857142857156</c:v>
                </c:pt>
                <c:pt idx="2042" formatCode="0_);[Red]\(0\)">
                  <c:v>-688.42857142857156</c:v>
                </c:pt>
                <c:pt idx="2043" formatCode="0_);[Red]\(0\)">
                  <c:v>-688.42857142857156</c:v>
                </c:pt>
                <c:pt idx="2044" formatCode="0_);[Red]\(0\)">
                  <c:v>-688.42857142857156</c:v>
                </c:pt>
                <c:pt idx="2045" formatCode="0_);[Red]\(0\)">
                  <c:v>-1188.4285714285716</c:v>
                </c:pt>
                <c:pt idx="2046" formatCode="0_);[Red]\(0\)">
                  <c:v>-1188.4285714285716</c:v>
                </c:pt>
                <c:pt idx="2047" formatCode="0_);[Red]\(0\)">
                  <c:v>-1188.4285714285716</c:v>
                </c:pt>
                <c:pt idx="2048" formatCode="0_);[Red]\(0\)">
                  <c:v>-1188.4285714285716</c:v>
                </c:pt>
                <c:pt idx="2049" formatCode="0_);[Red]\(0\)">
                  <c:v>-1188.4285714285716</c:v>
                </c:pt>
                <c:pt idx="2050" formatCode="0_);[Red]\(0\)">
                  <c:v>-1188.4285714285716</c:v>
                </c:pt>
                <c:pt idx="2051" formatCode="0_);[Red]\(0\)">
                  <c:v>-1188.4285714285716</c:v>
                </c:pt>
                <c:pt idx="2052" formatCode="0_);[Red]\(0\)">
                  <c:v>-1188.4285714285716</c:v>
                </c:pt>
                <c:pt idx="2053" formatCode="0_);[Red]\(0\)">
                  <c:v>-1332.4285714285716</c:v>
                </c:pt>
                <c:pt idx="2054" formatCode="0_);[Red]\(0\)">
                  <c:v>-1290.4285714285716</c:v>
                </c:pt>
                <c:pt idx="2055" formatCode="0_);[Red]\(0\)">
                  <c:v>-1279.9285714285716</c:v>
                </c:pt>
                <c:pt idx="2056" formatCode="0_);[Red]\(0\)">
                  <c:v>-1279.9285714285716</c:v>
                </c:pt>
                <c:pt idx="2057" formatCode="0_);[Red]\(0\)">
                  <c:v>-1279.9285714285716</c:v>
                </c:pt>
                <c:pt idx="2058" formatCode="0_);[Red]\(0\)">
                  <c:v>-1279.9285714285716</c:v>
                </c:pt>
                <c:pt idx="2059" formatCode="0_);[Red]\(0\)">
                  <c:v>-779.92857142857156</c:v>
                </c:pt>
                <c:pt idx="2060" formatCode="0_);[Red]\(0\)">
                  <c:v>-779.92857142857156</c:v>
                </c:pt>
                <c:pt idx="2061" formatCode="0_);[Red]\(0\)">
                  <c:v>-311.92857142857156</c:v>
                </c:pt>
                <c:pt idx="2062" formatCode="0_);[Red]\(0\)">
                  <c:v>-111.92857142857156</c:v>
                </c:pt>
                <c:pt idx="2063" formatCode="0_);[Red]\(0\)">
                  <c:v>-111.92857142857156</c:v>
                </c:pt>
                <c:pt idx="2064" formatCode="0_);[Red]\(0\)">
                  <c:v>-111.92857142857156</c:v>
                </c:pt>
                <c:pt idx="2065" formatCode="0_);[Red]\(0\)">
                  <c:v>-111.92857142857156</c:v>
                </c:pt>
                <c:pt idx="2066" formatCode="0_);[Red]\(0\)">
                  <c:v>-11.928571428571558</c:v>
                </c:pt>
                <c:pt idx="2067" formatCode="0_);[Red]\(0\)">
                  <c:v>188.07142857142844</c:v>
                </c:pt>
                <c:pt idx="2068" formatCode="0_);[Red]\(0\)">
                  <c:v>288.07142857142844</c:v>
                </c:pt>
                <c:pt idx="2069" formatCode="0_);[Red]\(0\)">
                  <c:v>288.07142857142844</c:v>
                </c:pt>
                <c:pt idx="2070" formatCode="0_);[Red]\(0\)">
                  <c:v>288.07142857142844</c:v>
                </c:pt>
                <c:pt idx="2071" formatCode="0_);[Red]\(0\)">
                  <c:v>288.07142857142844</c:v>
                </c:pt>
                <c:pt idx="2072" formatCode="0_);[Red]\(0\)">
                  <c:v>288.07142857142844</c:v>
                </c:pt>
                <c:pt idx="2073" formatCode="0_);[Red]\(0\)">
                  <c:v>-232.92857142857156</c:v>
                </c:pt>
                <c:pt idx="2074" formatCode="0_);[Red]\(0\)">
                  <c:v>-164.42857142857156</c:v>
                </c:pt>
                <c:pt idx="2075" formatCode="0_);[Red]\(0\)">
                  <c:v>-64.428571428571558</c:v>
                </c:pt>
                <c:pt idx="2076" formatCode="0_);[Red]\(0\)">
                  <c:v>-96.428571428571558</c:v>
                </c:pt>
                <c:pt idx="2077" formatCode="0_);[Red]\(0\)">
                  <c:v>39.571428571428442</c:v>
                </c:pt>
                <c:pt idx="2078" formatCode="0_);[Red]\(0\)">
                  <c:v>39.571428571428442</c:v>
                </c:pt>
                <c:pt idx="2079" formatCode="0_);[Red]\(0\)">
                  <c:v>39.571428571428442</c:v>
                </c:pt>
                <c:pt idx="2080" formatCode="0_);[Red]\(0\)">
                  <c:v>39.571428571428442</c:v>
                </c:pt>
                <c:pt idx="2081" formatCode="0_);[Red]\(0\)">
                  <c:v>39.571428571428442</c:v>
                </c:pt>
                <c:pt idx="2082" formatCode="0_);[Red]\(0\)">
                  <c:v>-460.42857142857156</c:v>
                </c:pt>
                <c:pt idx="2083" formatCode="0_);[Red]\(0\)">
                  <c:v>-460.42857142857156</c:v>
                </c:pt>
                <c:pt idx="2084" formatCode="0_);[Red]\(0\)">
                  <c:v>-460.42857142857156</c:v>
                </c:pt>
                <c:pt idx="2085" formatCode="0_);[Red]\(0\)">
                  <c:v>-460.42857142857156</c:v>
                </c:pt>
                <c:pt idx="2086" formatCode="0_);[Red]\(0\)">
                  <c:v>-460.42857142857156</c:v>
                </c:pt>
                <c:pt idx="2087" formatCode="0_);[Red]\(0\)">
                  <c:v>386.77142857142826</c:v>
                </c:pt>
                <c:pt idx="2088" formatCode="0_);[Red]\(0\)">
                  <c:v>114.77142857142826</c:v>
                </c:pt>
                <c:pt idx="2089" formatCode="0_);[Red]\(0\)">
                  <c:v>-45.22857142857174</c:v>
                </c:pt>
                <c:pt idx="2090" formatCode="0_);[Red]\(0\)">
                  <c:v>-105.22857142857174</c:v>
                </c:pt>
                <c:pt idx="2091" formatCode="0_);[Red]\(0\)">
                  <c:v>194.77142857142826</c:v>
                </c:pt>
                <c:pt idx="2092" formatCode="0_);[Red]\(0\)">
                  <c:v>194.77142857142826</c:v>
                </c:pt>
                <c:pt idx="2093" formatCode="0_);[Red]\(0\)">
                  <c:v>194.77142857142826</c:v>
                </c:pt>
                <c:pt idx="2094" formatCode="0_);[Red]\(0\)">
                  <c:v>194.77142857142826</c:v>
                </c:pt>
                <c:pt idx="2095" formatCode="0_);[Red]\(0\)">
                  <c:v>294.77142857142826</c:v>
                </c:pt>
                <c:pt idx="2096" formatCode="0_);[Red]\(0\)">
                  <c:v>294.77142857142826</c:v>
                </c:pt>
                <c:pt idx="2097" formatCode="0_);[Red]\(0\)">
                  <c:v>294.77142857142826</c:v>
                </c:pt>
                <c:pt idx="2098" formatCode="0_);[Red]\(0\)">
                  <c:v>294.77142857142826</c:v>
                </c:pt>
                <c:pt idx="2099" formatCode="0_);[Red]\(0\)">
                  <c:v>294.77142857142826</c:v>
                </c:pt>
                <c:pt idx="2100" formatCode="0_);[Red]\(0\)">
                  <c:v>294.77142857142826</c:v>
                </c:pt>
                <c:pt idx="2101" formatCode="0_);[Red]\(0\)">
                  <c:v>294.77142857142826</c:v>
                </c:pt>
                <c:pt idx="2102" formatCode="0_);[Red]\(0\)">
                  <c:v>294.77142857142826</c:v>
                </c:pt>
                <c:pt idx="2103" formatCode="0_);[Red]\(0\)">
                  <c:v>294.77142857142826</c:v>
                </c:pt>
                <c:pt idx="2104" formatCode="0_);[Red]\(0\)">
                  <c:v>294.77142857142826</c:v>
                </c:pt>
                <c:pt idx="2105" formatCode="0_);[Red]\(0\)">
                  <c:v>294.77142857142826</c:v>
                </c:pt>
                <c:pt idx="2106" formatCode="0_);[Red]\(0\)">
                  <c:v>394.77142857142826</c:v>
                </c:pt>
                <c:pt idx="2107" formatCode="0_);[Red]\(0\)">
                  <c:v>845.37142857142862</c:v>
                </c:pt>
                <c:pt idx="2108" formatCode="0_);[Red]\(0\)">
                  <c:v>845.37142857142862</c:v>
                </c:pt>
                <c:pt idx="2109" formatCode="0_);[Red]\(0\)">
                  <c:v>1645.3714285714286</c:v>
                </c:pt>
                <c:pt idx="2110" formatCode="0_);[Red]\(0\)">
                  <c:v>1645.3714285714286</c:v>
                </c:pt>
                <c:pt idx="2111" formatCode="0_);[Red]\(0\)">
                  <c:v>1592.8714285714286</c:v>
                </c:pt>
                <c:pt idx="2112" formatCode="0_);[Red]\(0\)">
                  <c:v>2312.8714285714286</c:v>
                </c:pt>
                <c:pt idx="2113" formatCode="0_);[Red]\(0\)">
                  <c:v>2312.8714285714286</c:v>
                </c:pt>
                <c:pt idx="2114" formatCode="0_);[Red]\(0\)">
                  <c:v>2312.8714285714286</c:v>
                </c:pt>
                <c:pt idx="2115" formatCode="0_);[Red]\(0\)">
                  <c:v>2412.8714285714286</c:v>
                </c:pt>
                <c:pt idx="2116" formatCode="0_);[Red]\(0\)">
                  <c:v>2312.8714285714286</c:v>
                </c:pt>
                <c:pt idx="2117" formatCode="0_);[Red]\(0\)">
                  <c:v>2194.3714285714286</c:v>
                </c:pt>
                <c:pt idx="2118" formatCode="0_);[Red]\(0\)">
                  <c:v>2194.3714285714286</c:v>
                </c:pt>
                <c:pt idx="2119" formatCode="0_);[Red]\(0\)">
                  <c:v>2194.3714285714286</c:v>
                </c:pt>
                <c:pt idx="2120" formatCode="0_);[Red]\(0\)">
                  <c:v>2194.3714285714286</c:v>
                </c:pt>
                <c:pt idx="2121" formatCode="0_);[Red]\(0\)">
                  <c:v>2194.3714285714286</c:v>
                </c:pt>
                <c:pt idx="2122" formatCode="0_);[Red]\(0\)">
                  <c:v>2194.3714285714286</c:v>
                </c:pt>
                <c:pt idx="2123" formatCode="0_);[Red]\(0\)">
                  <c:v>2194.3714285714286</c:v>
                </c:pt>
                <c:pt idx="2124" formatCode="0_);[Red]\(0\)">
                  <c:v>2194.3714285714286</c:v>
                </c:pt>
                <c:pt idx="2125" formatCode="0_);[Red]\(0\)">
                  <c:v>2299.3714285714286</c:v>
                </c:pt>
                <c:pt idx="2126" formatCode="0_);[Red]\(0\)">
                  <c:v>2299.3714285714286</c:v>
                </c:pt>
                <c:pt idx="2127" formatCode="0_);[Red]\(0\)">
                  <c:v>2299.3714285714286</c:v>
                </c:pt>
                <c:pt idx="2128" formatCode="0_);[Red]\(0\)">
                  <c:v>2299.3714285714286</c:v>
                </c:pt>
                <c:pt idx="2129" formatCode="0_);[Red]\(0\)">
                  <c:v>2314.7714285714283</c:v>
                </c:pt>
                <c:pt idx="2130" formatCode="0_);[Red]\(0\)">
                  <c:v>2314.7714285714283</c:v>
                </c:pt>
                <c:pt idx="2131" formatCode="0_);[Red]\(0\)">
                  <c:v>1814.7714285714283</c:v>
                </c:pt>
                <c:pt idx="2132" formatCode="0_);[Red]\(0\)">
                  <c:v>1814.2714285714283</c:v>
                </c:pt>
                <c:pt idx="2133" formatCode="0_);[Red]\(0\)">
                  <c:v>1814.2714285714283</c:v>
                </c:pt>
                <c:pt idx="2134" formatCode="0_);[Red]\(0\)">
                  <c:v>1814.2714285714283</c:v>
                </c:pt>
                <c:pt idx="2135" formatCode="0_);[Red]\(0\)">
                  <c:v>1814.2714285714283</c:v>
                </c:pt>
                <c:pt idx="2136" formatCode="0_);[Red]\(0\)">
                  <c:v>1814.2714285714283</c:v>
                </c:pt>
                <c:pt idx="2137" formatCode="0_);[Red]\(0\)">
                  <c:v>2022.2714285714283</c:v>
                </c:pt>
                <c:pt idx="2138" formatCode="0_);[Red]\(0\)">
                  <c:v>2028.2714285714283</c:v>
                </c:pt>
                <c:pt idx="2139" formatCode="0_);[Red]\(0\)">
                  <c:v>2028.2714285714283</c:v>
                </c:pt>
                <c:pt idx="2140" formatCode="0_);[Red]\(0\)">
                  <c:v>2028.2714285714283</c:v>
                </c:pt>
                <c:pt idx="2141" formatCode="0_);[Red]\(0\)">
                  <c:v>2028.2714285714283</c:v>
                </c:pt>
                <c:pt idx="2142" formatCode="0_);[Red]\(0\)">
                  <c:v>2028.2714285714283</c:v>
                </c:pt>
                <c:pt idx="2143" formatCode="0_);[Red]\(0\)">
                  <c:v>2080.7714285714283</c:v>
                </c:pt>
                <c:pt idx="2144" formatCode="0_);[Red]\(0\)">
                  <c:v>2080.7714285714283</c:v>
                </c:pt>
                <c:pt idx="2145" formatCode="0_);[Red]\(0\)">
                  <c:v>2080.7714285714283</c:v>
                </c:pt>
                <c:pt idx="2146" formatCode="0_);[Red]\(0\)">
                  <c:v>2080.7714285714283</c:v>
                </c:pt>
                <c:pt idx="2147" formatCode="0_);[Red]\(0\)">
                  <c:v>1880.7714285714283</c:v>
                </c:pt>
                <c:pt idx="2148" formatCode="0_);[Red]\(0\)">
                  <c:v>1880.7714285714283</c:v>
                </c:pt>
                <c:pt idx="2149" formatCode="0_);[Red]\(0\)">
                  <c:v>1880.7714285714283</c:v>
                </c:pt>
                <c:pt idx="2150" formatCode="0_);[Red]\(0\)">
                  <c:v>1831.3714285714286</c:v>
                </c:pt>
                <c:pt idx="2151" formatCode="0_);[Red]\(0\)">
                  <c:v>1831.3714285714286</c:v>
                </c:pt>
                <c:pt idx="2152" formatCode="0_);[Red]\(0\)">
                  <c:v>1431.3714285714286</c:v>
                </c:pt>
                <c:pt idx="2153" formatCode="0_);[Red]\(0\)">
                  <c:v>1431.3714285714286</c:v>
                </c:pt>
                <c:pt idx="2154" formatCode="0_);[Red]\(0\)">
                  <c:v>1431.3714285714286</c:v>
                </c:pt>
                <c:pt idx="2155" formatCode="0_);[Red]\(0\)">
                  <c:v>1431.3714285714286</c:v>
                </c:pt>
                <c:pt idx="2156" formatCode="0_);[Red]\(0\)">
                  <c:v>1431.3714285714286</c:v>
                </c:pt>
                <c:pt idx="2157" formatCode="0_);[Red]\(0\)">
                  <c:v>1758.5714285714284</c:v>
                </c:pt>
                <c:pt idx="2158" formatCode="0_);[Red]\(0\)">
                  <c:v>2258.5714285714284</c:v>
                </c:pt>
                <c:pt idx="2159" formatCode="0_);[Red]\(0\)">
                  <c:v>2258.5714285714284</c:v>
                </c:pt>
                <c:pt idx="2160" formatCode="0_);[Red]\(0\)">
                  <c:v>2237.5714285714284</c:v>
                </c:pt>
                <c:pt idx="2161" formatCode="0_);[Red]\(0\)">
                  <c:v>2173.5714285714284</c:v>
                </c:pt>
                <c:pt idx="2162" formatCode="0_);[Red]\(0\)">
                  <c:v>2173.5714285714284</c:v>
                </c:pt>
                <c:pt idx="2163" formatCode="0_);[Red]\(0\)">
                  <c:v>2173.5714285714284</c:v>
                </c:pt>
                <c:pt idx="2164" formatCode="0_);[Red]\(0\)">
                  <c:v>2225.5714285714284</c:v>
                </c:pt>
                <c:pt idx="2165" formatCode="0_);[Red]\(0\)">
                  <c:v>2299.0714285714284</c:v>
                </c:pt>
                <c:pt idx="2166" formatCode="0_);[Red]\(0\)">
                  <c:v>2299.0714285714284</c:v>
                </c:pt>
                <c:pt idx="2167" formatCode="0_);[Red]\(0\)">
                  <c:v>2299.0714285714284</c:v>
                </c:pt>
                <c:pt idx="2168" formatCode="0_);[Red]\(0\)">
                  <c:v>2299.0714285714284</c:v>
                </c:pt>
                <c:pt idx="2169" formatCode="0_);[Red]\(0\)">
                  <c:v>2299.0714285714284</c:v>
                </c:pt>
                <c:pt idx="2170" formatCode="0_);[Red]\(0\)">
                  <c:v>2299.0714285714284</c:v>
                </c:pt>
                <c:pt idx="2171" formatCode="0_);[Red]\(0\)">
                  <c:v>2299.0714285714284</c:v>
                </c:pt>
                <c:pt idx="2172" formatCode="0_);[Red]\(0\)">
                  <c:v>2299.0714285714284</c:v>
                </c:pt>
                <c:pt idx="2173" formatCode="0_);[Red]\(0\)">
                  <c:v>2299.0714285714284</c:v>
                </c:pt>
                <c:pt idx="2174" formatCode="0_);[Red]\(0\)">
                  <c:v>2331.0714285714284</c:v>
                </c:pt>
                <c:pt idx="2175" formatCode="0_);[Red]\(0\)">
                  <c:v>2331.0714285714284</c:v>
                </c:pt>
                <c:pt idx="2176" formatCode="0_);[Red]\(0\)">
                  <c:v>2331.0714285714284</c:v>
                </c:pt>
                <c:pt idx="2177" formatCode="0_);[Red]\(0\)">
                  <c:v>2331.0714285714284</c:v>
                </c:pt>
                <c:pt idx="2178" formatCode="0_);[Red]\(0\)">
                  <c:v>2363.0714285714284</c:v>
                </c:pt>
                <c:pt idx="2179" formatCode="0_);[Red]\(0\)">
                  <c:v>2363.0714285714284</c:v>
                </c:pt>
                <c:pt idx="2180" formatCode="0_);[Red]\(0\)">
                  <c:v>2363.0714285714284</c:v>
                </c:pt>
                <c:pt idx="2181" formatCode="0_);[Red]\(0\)">
                  <c:v>2427.0714285714284</c:v>
                </c:pt>
                <c:pt idx="2182" formatCode="0_);[Red]\(0\)">
                  <c:v>2427.0714285714284</c:v>
                </c:pt>
                <c:pt idx="2183" formatCode="0_);[Red]\(0\)">
                  <c:v>2427.0714285714284</c:v>
                </c:pt>
                <c:pt idx="2184" formatCode="0_);[Red]\(0\)">
                  <c:v>2427.0714285714284</c:v>
                </c:pt>
                <c:pt idx="2185" formatCode="0_);[Red]\(0\)">
                  <c:v>2327.0714285714284</c:v>
                </c:pt>
                <c:pt idx="2186" formatCode="0_);[Red]\(0\)">
                  <c:v>2327.0714285714284</c:v>
                </c:pt>
                <c:pt idx="2187" formatCode="0_);[Red]\(0\)">
                  <c:v>2327.0714285714284</c:v>
                </c:pt>
                <c:pt idx="2188" formatCode="0_);[Red]\(0\)">
                  <c:v>2327.0714285714284</c:v>
                </c:pt>
                <c:pt idx="2189" formatCode="0_);[Red]\(0\)">
                  <c:v>2327.0714285714284</c:v>
                </c:pt>
                <c:pt idx="2190" formatCode="0_);[Red]\(0\)">
                  <c:v>2327.0714285714284</c:v>
                </c:pt>
                <c:pt idx="2191" formatCode="0_);[Red]\(0\)">
                  <c:v>2327.0714285714284</c:v>
                </c:pt>
                <c:pt idx="2192" formatCode="0_);[Red]\(0\)">
                  <c:v>2327.0714285714284</c:v>
                </c:pt>
                <c:pt idx="2193" formatCode="0_);[Red]\(0\)">
                  <c:v>2327.0714285714284</c:v>
                </c:pt>
                <c:pt idx="2194" formatCode="0_);[Red]\(0\)">
                  <c:v>2327.0714285714284</c:v>
                </c:pt>
                <c:pt idx="2195" formatCode="0_);[Red]\(0\)">
                  <c:v>2327.0714285714284</c:v>
                </c:pt>
                <c:pt idx="2196" formatCode="0_);[Red]\(0\)">
                  <c:v>2327.0714285714284</c:v>
                </c:pt>
                <c:pt idx="2197" formatCode="0_);[Red]\(0\)">
                  <c:v>2327.0714285714284</c:v>
                </c:pt>
                <c:pt idx="2198" formatCode="0_);[Red]\(0\)">
                  <c:v>2327.0714285714284</c:v>
                </c:pt>
                <c:pt idx="2199" formatCode="0_);[Red]\(0\)">
                  <c:v>2054.2714285714283</c:v>
                </c:pt>
                <c:pt idx="2200" formatCode="0_);[Red]\(0\)">
                  <c:v>2043.7714285714283</c:v>
                </c:pt>
                <c:pt idx="2201" formatCode="0_);[Red]\(0\)">
                  <c:v>2043.7714285714283</c:v>
                </c:pt>
                <c:pt idx="2202" formatCode="0_);[Red]\(0\)">
                  <c:v>2085.7714285714283</c:v>
                </c:pt>
                <c:pt idx="2203" formatCode="0_);[Red]\(0\)">
                  <c:v>2085.7714285714283</c:v>
                </c:pt>
                <c:pt idx="2204" formatCode="0_);[Red]\(0\)">
                  <c:v>2085.7714285714283</c:v>
                </c:pt>
                <c:pt idx="2205" formatCode="0_);[Red]\(0\)">
                  <c:v>2085.7714285714283</c:v>
                </c:pt>
                <c:pt idx="2206" formatCode="0_);[Red]\(0\)">
                  <c:v>2085.7714285714283</c:v>
                </c:pt>
                <c:pt idx="2207" formatCode="0_);[Red]\(0\)">
                  <c:v>2085.7714285714283</c:v>
                </c:pt>
                <c:pt idx="2208" formatCode="0_);[Red]\(0\)">
                  <c:v>2085.7714285714283</c:v>
                </c:pt>
                <c:pt idx="2209" formatCode="0_);[Red]\(0\)">
                  <c:v>2085.7714285714283</c:v>
                </c:pt>
                <c:pt idx="2210" formatCode="0_);[Red]\(0\)">
                  <c:v>2106.7714285714283</c:v>
                </c:pt>
                <c:pt idx="2211" formatCode="0_);[Red]\(0\)">
                  <c:v>2106.7714285714283</c:v>
                </c:pt>
                <c:pt idx="2212" formatCode="0_);[Red]\(0\)">
                  <c:v>2106.7714285714283</c:v>
                </c:pt>
                <c:pt idx="2213" formatCode="0_);[Red]\(0\)">
                  <c:v>2106.7714285714283</c:v>
                </c:pt>
                <c:pt idx="2214" formatCode="0_);[Red]\(0\)">
                  <c:v>2106.7714285714283</c:v>
                </c:pt>
                <c:pt idx="2215" formatCode="0_);[Red]\(0\)">
                  <c:v>2106.7714285714283</c:v>
                </c:pt>
                <c:pt idx="2216" formatCode="0_);[Red]\(0\)">
                  <c:v>2106.7714285714283</c:v>
                </c:pt>
                <c:pt idx="2217" formatCode="0_);[Red]\(0\)">
                  <c:v>2106.7714285714283</c:v>
                </c:pt>
                <c:pt idx="2218" formatCode="0_);[Red]\(0\)">
                  <c:v>2106.7714285714283</c:v>
                </c:pt>
                <c:pt idx="2219" formatCode="0_);[Red]\(0\)">
                  <c:v>2106.7714285714283</c:v>
                </c:pt>
                <c:pt idx="2220" formatCode="0_);[Red]\(0\)">
                  <c:v>1906.7714285714283</c:v>
                </c:pt>
                <c:pt idx="2221" formatCode="0_);[Red]\(0\)">
                  <c:v>1856.7714285714283</c:v>
                </c:pt>
                <c:pt idx="2222" formatCode="0_);[Red]\(0\)">
                  <c:v>1856.7714285714283</c:v>
                </c:pt>
                <c:pt idx="2223" formatCode="0_);[Red]\(0\)">
                  <c:v>1824.7714285714283</c:v>
                </c:pt>
                <c:pt idx="2224" formatCode="0_);[Red]\(0\)">
                  <c:v>1824.7714285714283</c:v>
                </c:pt>
                <c:pt idx="2225" formatCode="0_);[Red]\(0\)">
                  <c:v>1824.7714285714283</c:v>
                </c:pt>
                <c:pt idx="2226" formatCode="0_);[Red]\(0\)">
                  <c:v>1824.7714285714283</c:v>
                </c:pt>
                <c:pt idx="2227" formatCode="0_);[Red]\(0\)">
                  <c:v>2177.7714285714283</c:v>
                </c:pt>
                <c:pt idx="2228" formatCode="0_);[Red]\(0\)">
                  <c:v>2177.7714285714283</c:v>
                </c:pt>
                <c:pt idx="2229" formatCode="0_);[Red]\(0\)">
                  <c:v>2177.7714285714283</c:v>
                </c:pt>
                <c:pt idx="2230" formatCode="0_);[Red]\(0\)">
                  <c:v>2177.7714285714283</c:v>
                </c:pt>
                <c:pt idx="2231" formatCode="0_);[Red]\(0\)">
                  <c:v>2177.7714285714283</c:v>
                </c:pt>
                <c:pt idx="2232" formatCode="0_);[Red]\(0\)">
                  <c:v>2177.7714285714283</c:v>
                </c:pt>
                <c:pt idx="2233" formatCode="0_);[Red]\(0\)">
                  <c:v>2177.7714285714283</c:v>
                </c:pt>
                <c:pt idx="2234" formatCode="0_);[Red]\(0\)">
                  <c:v>2427.7714285714283</c:v>
                </c:pt>
                <c:pt idx="2235" formatCode="0_);[Red]\(0\)">
                  <c:v>2331.7714285714283</c:v>
                </c:pt>
                <c:pt idx="2236" formatCode="0_);[Red]\(0\)">
                  <c:v>2331.7714285714283</c:v>
                </c:pt>
                <c:pt idx="2237" formatCode="0_);[Red]\(0\)">
                  <c:v>2331.7714285714283</c:v>
                </c:pt>
                <c:pt idx="2238" formatCode="0_);[Red]\(0\)">
                  <c:v>2331.7714285714283</c:v>
                </c:pt>
                <c:pt idx="2239" formatCode="0_);[Red]\(0\)">
                  <c:v>2331.7714285714283</c:v>
                </c:pt>
                <c:pt idx="2240" formatCode="0_);[Red]\(0\)">
                  <c:v>2331.7714285714283</c:v>
                </c:pt>
                <c:pt idx="2241" formatCode="0_);[Red]\(0\)">
                  <c:v>2331.7714285714283</c:v>
                </c:pt>
                <c:pt idx="2242" formatCode="0_);[Red]\(0\)">
                  <c:v>2331.7714285714283</c:v>
                </c:pt>
                <c:pt idx="2243" formatCode="0_);[Red]\(0\)">
                  <c:v>2331.7714285714283</c:v>
                </c:pt>
                <c:pt idx="2244" formatCode="0_);[Red]\(0\)">
                  <c:v>2283.7714285714283</c:v>
                </c:pt>
                <c:pt idx="2245" formatCode="0_);[Red]\(0\)">
                  <c:v>2209.5714285714284</c:v>
                </c:pt>
                <c:pt idx="2246" formatCode="0_);[Red]\(0\)">
                  <c:v>2209.5714285714284</c:v>
                </c:pt>
                <c:pt idx="2247" formatCode="0_);[Red]\(0\)">
                  <c:v>2209.5714285714284</c:v>
                </c:pt>
                <c:pt idx="2248" formatCode="0_);[Red]\(0\)">
                  <c:v>2093.0714285714284</c:v>
                </c:pt>
                <c:pt idx="2249" formatCode="0_);[Red]\(0\)">
                  <c:v>1987.0714285714284</c:v>
                </c:pt>
                <c:pt idx="2250" formatCode="0_);[Red]\(0\)">
                  <c:v>1828.0714285714284</c:v>
                </c:pt>
                <c:pt idx="2251" formatCode="0_);[Red]\(0\)">
                  <c:v>1863.5714285714284</c:v>
                </c:pt>
                <c:pt idx="2252" formatCode="0_);[Red]\(0\)">
                  <c:v>1821.5714285714284</c:v>
                </c:pt>
                <c:pt idx="2253" formatCode="0_);[Red]\(0\)">
                  <c:v>1821.5714285714284</c:v>
                </c:pt>
                <c:pt idx="2254" formatCode="0_);[Red]\(0\)">
                  <c:v>1821.5714285714284</c:v>
                </c:pt>
                <c:pt idx="2255" formatCode="0_);[Red]\(0\)">
                  <c:v>1673.5714285714284</c:v>
                </c:pt>
                <c:pt idx="2256" formatCode="0_);[Red]\(0\)">
                  <c:v>1293.5714285714284</c:v>
                </c:pt>
                <c:pt idx="2257" formatCode="0_);[Red]\(0\)">
                  <c:v>1272.5714285714284</c:v>
                </c:pt>
                <c:pt idx="2258" formatCode="0_);[Red]\(0\)">
                  <c:v>1204.0714285714284</c:v>
                </c:pt>
                <c:pt idx="2259" formatCode="0_);[Red]\(0\)">
                  <c:v>1204.0714285714284</c:v>
                </c:pt>
                <c:pt idx="2260" formatCode="0_);[Red]\(0\)">
                  <c:v>1204.0714285714284</c:v>
                </c:pt>
                <c:pt idx="2261" formatCode="0_);[Red]\(0\)">
                  <c:v>1204.0714285714284</c:v>
                </c:pt>
                <c:pt idx="2262" formatCode="0_);[Red]\(0\)">
                  <c:v>1346.2714285714283</c:v>
                </c:pt>
                <c:pt idx="2263" formatCode="0_);[Red]\(0\)">
                  <c:v>1567.5714285714284</c:v>
                </c:pt>
                <c:pt idx="2264" formatCode="0_);[Red]\(0\)">
                  <c:v>1741.5714285714284</c:v>
                </c:pt>
                <c:pt idx="2265" formatCode="0_);[Red]\(0\)">
                  <c:v>1889.9714285714281</c:v>
                </c:pt>
                <c:pt idx="2266" formatCode="0_);[Red]\(0\)">
                  <c:v>2089.9714285714281</c:v>
                </c:pt>
                <c:pt idx="2267" formatCode="0_);[Red]\(0\)">
                  <c:v>2089.9714285714281</c:v>
                </c:pt>
                <c:pt idx="2268" formatCode="0_);[Red]\(0\)">
                  <c:v>2089.9714285714281</c:v>
                </c:pt>
                <c:pt idx="2269" formatCode="0_);[Red]\(0\)">
                  <c:v>1889.9714285714281</c:v>
                </c:pt>
                <c:pt idx="2270" formatCode="0_);[Red]\(0\)">
                  <c:v>2431.8714285714286</c:v>
                </c:pt>
                <c:pt idx="2271" formatCode="0_);[Red]\(0\)">
                  <c:v>2431.8714285714286</c:v>
                </c:pt>
                <c:pt idx="2272" formatCode="0_);[Red]\(0\)">
                  <c:v>2421.2714285714283</c:v>
                </c:pt>
                <c:pt idx="2273" formatCode="0_);[Red]\(0\)">
                  <c:v>2421.2714285714283</c:v>
                </c:pt>
                <c:pt idx="2274" formatCode="0_);[Red]\(0\)">
                  <c:v>2421.2714285714283</c:v>
                </c:pt>
                <c:pt idx="2275" formatCode="0_);[Red]\(0\)">
                  <c:v>2421.2714285714283</c:v>
                </c:pt>
                <c:pt idx="2276" formatCode="0_);[Red]\(0\)">
                  <c:v>2421.2714285714283</c:v>
                </c:pt>
                <c:pt idx="2277" formatCode="0_);[Red]\(0\)">
                  <c:v>2506.0714285714284</c:v>
                </c:pt>
                <c:pt idx="2278" formatCode="0_);[Red]\(0\)">
                  <c:v>2506.0714285714284</c:v>
                </c:pt>
                <c:pt idx="2279" formatCode="0_);[Red]\(0\)">
                  <c:v>2506.0714285714284</c:v>
                </c:pt>
                <c:pt idx="2280" formatCode="0_);[Red]\(0\)">
                  <c:v>2138.0714285714284</c:v>
                </c:pt>
                <c:pt idx="2281" formatCode="0_);[Red]\(0\)">
                  <c:v>2191.0714285714284</c:v>
                </c:pt>
                <c:pt idx="2282" formatCode="0_);[Red]\(0\)">
                  <c:v>2233.4714285714281</c:v>
                </c:pt>
                <c:pt idx="2283" formatCode="0_);[Red]\(0\)">
                  <c:v>2233.4714285714281</c:v>
                </c:pt>
                <c:pt idx="2284" formatCode="0_);[Red]\(0\)">
                  <c:v>2233.4714285714281</c:v>
                </c:pt>
                <c:pt idx="2285" formatCode="0_);[Red]\(0\)">
                  <c:v>2233.4714285714281</c:v>
                </c:pt>
                <c:pt idx="2286" formatCode="0_);[Red]\(0\)">
                  <c:v>2465.4714285714281</c:v>
                </c:pt>
                <c:pt idx="2287" formatCode="0_);[Red]\(0\)">
                  <c:v>2465.4714285714281</c:v>
                </c:pt>
                <c:pt idx="2288" formatCode="0_);[Red]\(0\)">
                  <c:v>2465.4714285714281</c:v>
                </c:pt>
                <c:pt idx="2289" formatCode="0_);[Red]\(0\)">
                  <c:v>2465.4714285714281</c:v>
                </c:pt>
                <c:pt idx="2290" formatCode="0_);[Red]\(0\)">
                  <c:v>2113.6714285714288</c:v>
                </c:pt>
                <c:pt idx="2291" formatCode="0_);[Red]\(0\)">
                  <c:v>2340.8714285714286</c:v>
                </c:pt>
                <c:pt idx="2292" formatCode="0_);[Red]\(0\)">
                  <c:v>2340.8714285714286</c:v>
                </c:pt>
                <c:pt idx="2293" formatCode="0_);[Red]\(0\)">
                  <c:v>2365.0714285714284</c:v>
                </c:pt>
                <c:pt idx="2294" formatCode="0_);[Red]\(0\)">
                  <c:v>2429.0714285714284</c:v>
                </c:pt>
                <c:pt idx="2295" formatCode="0_);[Red]\(0\)">
                  <c:v>2429.0714285714284</c:v>
                </c:pt>
                <c:pt idx="2296" formatCode="0_);[Red]\(0\)">
                  <c:v>2429.0714285714284</c:v>
                </c:pt>
                <c:pt idx="2297" formatCode="0_);[Red]\(0\)">
                  <c:v>2426.0714285714284</c:v>
                </c:pt>
                <c:pt idx="2298" formatCode="0_);[Red]\(0\)">
                  <c:v>2426.0714285714284</c:v>
                </c:pt>
                <c:pt idx="2299" formatCode="0_);[Red]\(0\)">
                  <c:v>2405.0714285714284</c:v>
                </c:pt>
                <c:pt idx="2300" formatCode="0_);[Red]\(0\)">
                  <c:v>2405.0714285714284</c:v>
                </c:pt>
                <c:pt idx="2301" formatCode="0_);[Red]\(0\)">
                  <c:v>2479.2714285714283</c:v>
                </c:pt>
                <c:pt idx="2302" formatCode="0_);[Red]\(0\)">
                  <c:v>2479.2714285714283</c:v>
                </c:pt>
                <c:pt idx="2303" formatCode="0_);[Red]\(0\)">
                  <c:v>2479.2714285714283</c:v>
                </c:pt>
                <c:pt idx="2304" formatCode="0_);[Red]\(0\)">
                  <c:v>2479.4714285714281</c:v>
                </c:pt>
                <c:pt idx="2305" formatCode="0_);[Red]\(0\)">
                  <c:v>2211.2714285714283</c:v>
                </c:pt>
                <c:pt idx="2306" formatCode="0_);[Red]\(0\)">
                  <c:v>2243.2714285714283</c:v>
                </c:pt>
                <c:pt idx="2307" formatCode="0_);[Red]\(0\)">
                  <c:v>2243.2714285714283</c:v>
                </c:pt>
                <c:pt idx="2308" formatCode="0_);[Red]\(0\)">
                  <c:v>2222.0714285714284</c:v>
                </c:pt>
                <c:pt idx="2309" formatCode="0_);[Red]\(0\)">
                  <c:v>2222.0714285714284</c:v>
                </c:pt>
                <c:pt idx="2310" formatCode="0_);[Red]\(0\)">
                  <c:v>2222.0714285714284</c:v>
                </c:pt>
                <c:pt idx="2311" formatCode="0_);[Red]\(0\)">
                  <c:v>2222.0714285714284</c:v>
                </c:pt>
                <c:pt idx="2312" formatCode="0_);[Red]\(0\)">
                  <c:v>2222.0714285714284</c:v>
                </c:pt>
                <c:pt idx="2313" formatCode="0_);[Red]\(0\)">
                  <c:v>2232.7714285714283</c:v>
                </c:pt>
                <c:pt idx="2314" formatCode="0_);[Red]\(0\)">
                  <c:v>2296.7714285714283</c:v>
                </c:pt>
                <c:pt idx="2315" formatCode="0_);[Red]\(0\)">
                  <c:v>2307.5714285714284</c:v>
                </c:pt>
                <c:pt idx="2316" formatCode="0_);[Red]\(0\)">
                  <c:v>2307.5714285714284</c:v>
                </c:pt>
                <c:pt idx="2317" formatCode="0_);[Red]\(0\)">
                  <c:v>2307.5714285714284</c:v>
                </c:pt>
                <c:pt idx="2318" formatCode="0_);[Red]\(0\)">
                  <c:v>2650.2714285714283</c:v>
                </c:pt>
                <c:pt idx="2319" formatCode="0_);[Red]\(0\)">
                  <c:v>2650.2714285714283</c:v>
                </c:pt>
                <c:pt idx="2320" formatCode="0_);[Red]\(0\)">
                  <c:v>2786.6714285714288</c:v>
                </c:pt>
                <c:pt idx="2321" formatCode="0_);[Red]\(0\)">
                  <c:v>2707.8714285714286</c:v>
                </c:pt>
                <c:pt idx="2322" formatCode="0_);[Red]\(0\)">
                  <c:v>2846.6714285714288</c:v>
                </c:pt>
                <c:pt idx="2323" formatCode="0_);[Red]\(0\)">
                  <c:v>2846.6714285714288</c:v>
                </c:pt>
                <c:pt idx="2324" formatCode="0_);[Red]\(0\)">
                  <c:v>2846.6714285714288</c:v>
                </c:pt>
                <c:pt idx="2325" formatCode="0_);[Red]\(0\)">
                  <c:v>2978.1714285714288</c:v>
                </c:pt>
                <c:pt idx="2326" formatCode="0_);[Red]\(0\)">
                  <c:v>2967.5714285714284</c:v>
                </c:pt>
                <c:pt idx="2327" formatCode="0_);[Red]\(0\)">
                  <c:v>3099.0714285714284</c:v>
                </c:pt>
                <c:pt idx="2328" formatCode="0_);[Red]\(0\)">
                  <c:v>3220.2714285714292</c:v>
                </c:pt>
                <c:pt idx="2329" formatCode="0_);[Red]\(0\)">
                  <c:v>3372.7714285714292</c:v>
                </c:pt>
                <c:pt idx="2330" formatCode="0_);[Red]\(0\)">
                  <c:v>3372.7714285714292</c:v>
                </c:pt>
                <c:pt idx="2331" formatCode="0_);[Red]\(0\)">
                  <c:v>3372.7714285714292</c:v>
                </c:pt>
                <c:pt idx="2332" formatCode="0_);[Red]\(0\)">
                  <c:v>3172.7714285714292</c:v>
                </c:pt>
                <c:pt idx="2333" formatCode="0_);[Red]\(0\)">
                  <c:v>2872.7714285714292</c:v>
                </c:pt>
                <c:pt idx="2334" formatCode="0_);[Red]\(0\)">
                  <c:v>2972.7714285714292</c:v>
                </c:pt>
                <c:pt idx="2335" formatCode="0_);[Red]\(0\)">
                  <c:v>3004.5714285714284</c:v>
                </c:pt>
                <c:pt idx="2336" formatCode="0_);[Red]\(0\)">
                  <c:v>3104.5714285714284</c:v>
                </c:pt>
                <c:pt idx="2337" formatCode="0_);[Red]\(0\)">
                  <c:v>3104.5714285714284</c:v>
                </c:pt>
                <c:pt idx="2338" formatCode="0_);[Red]\(0\)">
                  <c:v>3104.5714285714284</c:v>
                </c:pt>
                <c:pt idx="2339" formatCode="0_);[Red]\(0\)">
                  <c:v>3136.5714285714284</c:v>
                </c:pt>
                <c:pt idx="2340" formatCode="0_);[Red]\(0\)">
                  <c:v>3136.5714285714284</c:v>
                </c:pt>
                <c:pt idx="2341" formatCode="0_);[Red]\(0\)">
                  <c:v>3300.5714285714284</c:v>
                </c:pt>
                <c:pt idx="2342" formatCode="0_);[Red]\(0\)">
                  <c:v>3300.5714285714284</c:v>
                </c:pt>
                <c:pt idx="2343" formatCode="0_);[Red]\(0\)">
                  <c:v>3500.5714285714284</c:v>
                </c:pt>
                <c:pt idx="2344" formatCode="0_);[Red]\(0\)">
                  <c:v>3500.5714285714284</c:v>
                </c:pt>
                <c:pt idx="2345" formatCode="0_);[Red]\(0\)">
                  <c:v>3500.5714285714284</c:v>
                </c:pt>
                <c:pt idx="2346" formatCode="0_);[Red]\(0\)">
                  <c:v>3564.5714285714284</c:v>
                </c:pt>
                <c:pt idx="2347" formatCode="0_);[Red]\(0\)">
                  <c:v>3564.5714285714284</c:v>
                </c:pt>
                <c:pt idx="2348" formatCode="0_);[Red]\(0\)">
                  <c:v>3564.5714285714284</c:v>
                </c:pt>
                <c:pt idx="2349" formatCode="0_);[Red]\(0\)">
                  <c:v>3564.5714285714284</c:v>
                </c:pt>
                <c:pt idx="2350" formatCode="0_);[Red]\(0\)">
                  <c:v>3664.5714285714284</c:v>
                </c:pt>
                <c:pt idx="2351" formatCode="0_);[Red]\(0\)">
                  <c:v>3664.5714285714284</c:v>
                </c:pt>
                <c:pt idx="2352" formatCode="0_);[Red]\(0\)">
                  <c:v>3664.5714285714284</c:v>
                </c:pt>
                <c:pt idx="2353" formatCode="0_);[Red]\(0\)">
                  <c:v>3764.5714285714284</c:v>
                </c:pt>
                <c:pt idx="2354" formatCode="0_);[Red]\(0\)">
                  <c:v>3864.5714285714284</c:v>
                </c:pt>
                <c:pt idx="2355" formatCode="0_);[Red]\(0\)">
                  <c:v>3885.7714285714292</c:v>
                </c:pt>
                <c:pt idx="2356" formatCode="0_);[Red]\(0\)">
                  <c:v>4013.5714285714284</c:v>
                </c:pt>
                <c:pt idx="2357" formatCode="0_);[Red]\(0\)">
                  <c:v>4166.5714285714284</c:v>
                </c:pt>
                <c:pt idx="2358" formatCode="0_);[Red]\(0\)">
                  <c:v>4166.5714285714284</c:v>
                </c:pt>
                <c:pt idx="2359" formatCode="0_);[Red]\(0\)">
                  <c:v>4166.5714285714284</c:v>
                </c:pt>
                <c:pt idx="2360" formatCode="0_);[Red]\(0\)">
                  <c:v>4366.5714285714284</c:v>
                </c:pt>
                <c:pt idx="2361" formatCode="0_);[Red]\(0\)">
                  <c:v>4566.5714285714284</c:v>
                </c:pt>
                <c:pt idx="2362" formatCode="0_);[Red]\(0\)">
                  <c:v>4971.5714285714284</c:v>
                </c:pt>
                <c:pt idx="2363" formatCode="0_);[Red]\(0\)">
                  <c:v>5071.5714285714284</c:v>
                </c:pt>
                <c:pt idx="2364" formatCode="0_);[Red]\(0\)">
                  <c:v>5071.5714285714284</c:v>
                </c:pt>
                <c:pt idx="2365" formatCode="0_);[Red]\(0\)">
                  <c:v>5071.5714285714284</c:v>
                </c:pt>
                <c:pt idx="2366" formatCode="0_);[Red]\(0\)">
                  <c:v>5071.5714285714284</c:v>
                </c:pt>
                <c:pt idx="2367" formatCode="0_);[Red]\(0\)">
                  <c:v>5171.5714285714284</c:v>
                </c:pt>
                <c:pt idx="2368" formatCode="0_);[Red]\(0\)">
                  <c:v>5171.5714285714284</c:v>
                </c:pt>
                <c:pt idx="2369" formatCode="0_);[Red]\(0\)">
                  <c:v>5119.5714285714284</c:v>
                </c:pt>
                <c:pt idx="2370" formatCode="0_);[Red]\(0\)">
                  <c:v>5219.5714285714284</c:v>
                </c:pt>
                <c:pt idx="2371" formatCode="0_);[Red]\(0\)">
                  <c:v>5219.5714285714284</c:v>
                </c:pt>
                <c:pt idx="2372" formatCode="0_);[Red]\(0\)">
                  <c:v>5219.5714285714284</c:v>
                </c:pt>
                <c:pt idx="2373" formatCode="0_);[Red]\(0\)">
                  <c:v>5219.5714285714284</c:v>
                </c:pt>
                <c:pt idx="2374" formatCode="0_);[Red]\(0\)">
                  <c:v>5219.5714285714284</c:v>
                </c:pt>
                <c:pt idx="2375" formatCode="0_);[Red]\(0\)">
                  <c:v>5219.5714285714284</c:v>
                </c:pt>
                <c:pt idx="2376" formatCode="0_);[Red]\(0\)">
                  <c:v>5398.5714285714284</c:v>
                </c:pt>
                <c:pt idx="2377" formatCode="0_);[Red]\(0\)">
                  <c:v>5348.5714285714284</c:v>
                </c:pt>
                <c:pt idx="2378" formatCode="0_);[Red]\(0\)">
                  <c:v>5346.5714285714284</c:v>
                </c:pt>
                <c:pt idx="2379" formatCode="0_);[Red]\(0\)">
                  <c:v>5346.5714285714284</c:v>
                </c:pt>
                <c:pt idx="2380" formatCode="0_);[Red]\(0\)">
                  <c:v>5346.5714285714284</c:v>
                </c:pt>
                <c:pt idx="2381" formatCode="0_);[Red]\(0\)">
                  <c:v>5246.5714285714284</c:v>
                </c:pt>
                <c:pt idx="2382" formatCode="0_);[Red]\(0\)">
                  <c:v>5657.1714285714288</c:v>
                </c:pt>
                <c:pt idx="2383" formatCode="0_);[Red]\(0\)">
                  <c:v>5667.7714285714292</c:v>
                </c:pt>
                <c:pt idx="2384" formatCode="0_);[Red]\(0\)">
                  <c:v>5678.3714285714277</c:v>
                </c:pt>
                <c:pt idx="2385" formatCode="0_);[Red]\(0\)">
                  <c:v>5920.9714285714281</c:v>
                </c:pt>
                <c:pt idx="2386" formatCode="0_);[Red]\(0\)">
                  <c:v>5920.9714285714281</c:v>
                </c:pt>
                <c:pt idx="2387" formatCode="0_);[Red]\(0\)">
                  <c:v>5920.9714285714281</c:v>
                </c:pt>
                <c:pt idx="2388" formatCode="0_);[Red]\(0\)">
                  <c:v>5900.0714285714284</c:v>
                </c:pt>
                <c:pt idx="2389" formatCode="0_);[Red]\(0\)">
                  <c:v>5750.0714285714284</c:v>
                </c:pt>
                <c:pt idx="2390" formatCode="0_);[Red]\(0\)">
                  <c:v>5200.0714285714284</c:v>
                </c:pt>
                <c:pt idx="2391" formatCode="0_);[Red]\(0\)">
                  <c:v>4900.0714285714284</c:v>
                </c:pt>
                <c:pt idx="2392" formatCode="0_);[Red]\(0\)">
                  <c:v>4400.0714285714284</c:v>
                </c:pt>
                <c:pt idx="2393" formatCode="0_);[Red]\(0\)">
                  <c:v>4400.0714285714284</c:v>
                </c:pt>
                <c:pt idx="2394" formatCode="0_);[Red]\(0\)">
                  <c:v>4400.0714285714284</c:v>
                </c:pt>
                <c:pt idx="2395" formatCode="0_);[Red]\(0\)">
                  <c:v>4600.0714285714284</c:v>
                </c:pt>
                <c:pt idx="2396" formatCode="0_);[Red]\(0\)">
                  <c:v>4600.0714285714284</c:v>
                </c:pt>
                <c:pt idx="2397" formatCode="0_);[Red]\(0\)">
                  <c:v>4400.0714285714284</c:v>
                </c:pt>
                <c:pt idx="2398" formatCode="0_);[Red]\(0\)">
                  <c:v>4400.0714285714284</c:v>
                </c:pt>
                <c:pt idx="2399" formatCode="0_);[Red]\(0\)">
                  <c:v>4400.0714285714284</c:v>
                </c:pt>
                <c:pt idx="2400" formatCode="0_);[Red]\(0\)">
                  <c:v>4400.0714285714284</c:v>
                </c:pt>
                <c:pt idx="2401" formatCode="0_);[Red]\(0\)">
                  <c:v>4400.0714285714284</c:v>
                </c:pt>
                <c:pt idx="2402" formatCode="0_);[Red]\(0\)">
                  <c:v>4332.0714285714284</c:v>
                </c:pt>
                <c:pt idx="2403" formatCode="0_);[Red]\(0\)">
                  <c:v>4432.0714285714284</c:v>
                </c:pt>
                <c:pt idx="2404" formatCode="0_);[Red]\(0\)">
                  <c:v>4932.0714285714284</c:v>
                </c:pt>
                <c:pt idx="2405" formatCode="0_);[Red]\(0\)">
                  <c:v>4942.6714285714288</c:v>
                </c:pt>
                <c:pt idx="2406" formatCode="0_);[Red]\(0\)">
                  <c:v>5453.2714285714292</c:v>
                </c:pt>
                <c:pt idx="2407" formatCode="0_);[Red]\(0\)">
                  <c:v>5453.2714285714292</c:v>
                </c:pt>
                <c:pt idx="2408" formatCode="0_);[Red]\(0\)">
                  <c:v>5453.2714285714292</c:v>
                </c:pt>
                <c:pt idx="2409" formatCode="0_);[Red]\(0\)">
                  <c:v>6589.3714285714277</c:v>
                </c:pt>
                <c:pt idx="2410" formatCode="0_);[Red]\(0\)">
                  <c:v>7289.3714285714277</c:v>
                </c:pt>
                <c:pt idx="2411" formatCode="0_);[Red]\(0\)">
                  <c:v>7178.8714285714277</c:v>
                </c:pt>
                <c:pt idx="2412" formatCode="0_);[Red]\(0\)">
                  <c:v>6689.4714285714281</c:v>
                </c:pt>
                <c:pt idx="2413" formatCode="0_);[Red]\(0\)">
                  <c:v>6089.4714285714281</c:v>
                </c:pt>
                <c:pt idx="2414" formatCode="0_);[Red]\(0\)">
                  <c:v>6089.4714285714281</c:v>
                </c:pt>
                <c:pt idx="2415" formatCode="0_);[Red]\(0\)">
                  <c:v>6089.4714285714281</c:v>
                </c:pt>
                <c:pt idx="2416" formatCode="0_);[Red]\(0\)">
                  <c:v>5789.4714285714281</c:v>
                </c:pt>
                <c:pt idx="2417" formatCode="0_);[Red]\(0\)">
                  <c:v>6262.8714285714277</c:v>
                </c:pt>
                <c:pt idx="2418" formatCode="0_);[Red]\(0\)">
                  <c:v>6262.8714285714277</c:v>
                </c:pt>
                <c:pt idx="2419" formatCode="0_);[Red]\(0\)">
                  <c:v>6283.8714285714277</c:v>
                </c:pt>
                <c:pt idx="2420" formatCode="0_);[Red]\(0\)">
                  <c:v>5783.8714285714277</c:v>
                </c:pt>
                <c:pt idx="2421" formatCode="0_);[Red]\(0\)">
                  <c:v>5783.8714285714277</c:v>
                </c:pt>
                <c:pt idx="2422" formatCode="0_);[Red]\(0\)">
                  <c:v>5783.8714285714277</c:v>
                </c:pt>
                <c:pt idx="2423" formatCode="0_);[Red]\(0\)">
                  <c:v>5304.8714285714277</c:v>
                </c:pt>
                <c:pt idx="2424" formatCode="0_);[Red]\(0\)">
                  <c:v>5056.8714285714277</c:v>
                </c:pt>
                <c:pt idx="2425" formatCode="0_);[Red]\(0\)">
                  <c:v>5004.3714285714277</c:v>
                </c:pt>
                <c:pt idx="2426" formatCode="0_);[Red]\(0\)">
                  <c:v>5204.3714285714277</c:v>
                </c:pt>
                <c:pt idx="2427" formatCode="0_);[Red]\(0\)">
                  <c:v>5404.3714285714277</c:v>
                </c:pt>
                <c:pt idx="2428" formatCode="0_);[Red]\(0\)">
                  <c:v>5404.3714285714277</c:v>
                </c:pt>
                <c:pt idx="2429" formatCode="0_);[Red]\(0\)">
                  <c:v>5404.3714285714277</c:v>
                </c:pt>
                <c:pt idx="2430" formatCode="0_);[Red]\(0\)">
                  <c:v>5625.3714285714277</c:v>
                </c:pt>
                <c:pt idx="2431" formatCode="0_);[Red]\(0\)">
                  <c:v>5529.3714285714277</c:v>
                </c:pt>
                <c:pt idx="2432" formatCode="0_);[Red]\(0\)">
                  <c:v>5597.3714285714277</c:v>
                </c:pt>
                <c:pt idx="2433" formatCode="0_);[Red]\(0\)">
                  <c:v>5397.3714285714277</c:v>
                </c:pt>
                <c:pt idx="2434" formatCode="0_);[Red]\(0\)">
                  <c:v>5597.3714285714277</c:v>
                </c:pt>
                <c:pt idx="2435" formatCode="0_);[Red]\(0\)">
                  <c:v>5597.3714285714277</c:v>
                </c:pt>
                <c:pt idx="2436" formatCode="0_);[Red]\(0\)">
                  <c:v>5597.3714285714277</c:v>
                </c:pt>
                <c:pt idx="2437" formatCode="0_);[Red]\(0\)">
                  <c:v>6086.8714285714277</c:v>
                </c:pt>
                <c:pt idx="2438" formatCode="0_);[Red]\(0\)">
                  <c:v>5976.3714285714277</c:v>
                </c:pt>
                <c:pt idx="2439" formatCode="0_);[Red]\(0\)">
                  <c:v>5876.3714285714277</c:v>
                </c:pt>
                <c:pt idx="2440" formatCode="0_);[Red]\(0\)">
                  <c:v>5901.8714285714277</c:v>
                </c:pt>
                <c:pt idx="2441" formatCode="0_);[Red]\(0\)">
                  <c:v>6701.8714285714277</c:v>
                </c:pt>
                <c:pt idx="2442" formatCode="0_);[Red]\(0\)">
                  <c:v>6701.8714285714277</c:v>
                </c:pt>
                <c:pt idx="2443" formatCode="0_);[Red]\(0\)">
                  <c:v>6701.8714285714277</c:v>
                </c:pt>
                <c:pt idx="2444" formatCode="0_);[Red]\(0\)">
                  <c:v>7191.3714285714277</c:v>
                </c:pt>
                <c:pt idx="2445" formatCode="0_);[Red]\(0\)">
                  <c:v>7691.3714285714277</c:v>
                </c:pt>
                <c:pt idx="2446" formatCode="0_);[Red]\(0\)">
                  <c:v>7643.3714285714277</c:v>
                </c:pt>
                <c:pt idx="2447" formatCode="0_);[Red]\(0\)">
                  <c:v>8143.3714285714277</c:v>
                </c:pt>
                <c:pt idx="2448" formatCode="0_);[Red]\(0\)">
                  <c:v>8043.3714285714277</c:v>
                </c:pt>
                <c:pt idx="2449" formatCode="0_);[Red]\(0\)">
                  <c:v>8043.3714285714277</c:v>
                </c:pt>
                <c:pt idx="2450" formatCode="0_);[Red]\(0\)">
                  <c:v>8043.3714285714277</c:v>
                </c:pt>
                <c:pt idx="2451" formatCode="0_);[Red]\(0\)">
                  <c:v>8743.3714285714268</c:v>
                </c:pt>
                <c:pt idx="2452" formatCode="0_);[Red]\(0\)">
                  <c:v>9032.7714285714283</c:v>
                </c:pt>
                <c:pt idx="2453" formatCode="0_);[Red]\(0\)">
                  <c:v>9322.3714285714268</c:v>
                </c:pt>
                <c:pt idx="2454" formatCode="0_);[Red]\(0\)">
                  <c:v>9790.5714285714275</c:v>
                </c:pt>
                <c:pt idx="2455" formatCode="0_);[Red]\(0\)">
                  <c:v>9884.5714285714275</c:v>
                </c:pt>
                <c:pt idx="2456" formatCode="0_);[Red]\(0\)">
                  <c:v>9884.5714285714275</c:v>
                </c:pt>
                <c:pt idx="2457" formatCode="0_);[Red]\(0\)">
                  <c:v>9884.5714285714275</c:v>
                </c:pt>
                <c:pt idx="2458" formatCode="0_);[Red]\(0\)">
                  <c:v>9778.5714285714275</c:v>
                </c:pt>
                <c:pt idx="2459" formatCode="0_);[Red]\(0\)">
                  <c:v>9672.5714285714275</c:v>
                </c:pt>
                <c:pt idx="2460" formatCode="0_);[Red]\(0\)">
                  <c:v>10072.571428571428</c:v>
                </c:pt>
                <c:pt idx="2461" formatCode="0_);[Red]\(0\)">
                  <c:v>10125.071428571428</c:v>
                </c:pt>
                <c:pt idx="2462" formatCode="0_);[Red]\(0\)">
                  <c:v>10103.571428571428</c:v>
                </c:pt>
                <c:pt idx="2463" formatCode="0_);[Red]\(0\)">
                  <c:v>10103.571428571428</c:v>
                </c:pt>
                <c:pt idx="2464" formatCode="0_);[Red]\(0\)">
                  <c:v>10103.571428571428</c:v>
                </c:pt>
                <c:pt idx="2465" formatCode="0_);[Red]\(0\)">
                  <c:v>10103.571428571428</c:v>
                </c:pt>
                <c:pt idx="2466" formatCode="0_);[Red]\(0\)">
                  <c:v>10103.571428571428</c:v>
                </c:pt>
                <c:pt idx="2467" formatCode="0_);[Red]\(0\)">
                  <c:v>10103.571428571428</c:v>
                </c:pt>
                <c:pt idx="2468" formatCode="0_);[Red]\(0\)">
                  <c:v>10103.571428571428</c:v>
                </c:pt>
                <c:pt idx="2469" formatCode="0_);[Red]\(0\)">
                  <c:v>10103.571428571428</c:v>
                </c:pt>
                <c:pt idx="2470" formatCode="0_);[Red]\(0\)">
                  <c:v>10103.571428571428</c:v>
                </c:pt>
                <c:pt idx="2471" formatCode="0_);[Red]\(0\)">
                  <c:v>10103.571428571428</c:v>
                </c:pt>
                <c:pt idx="2472" formatCode="0_);[Red]\(0\)">
                  <c:v>10103.571428571428</c:v>
                </c:pt>
                <c:pt idx="2473" formatCode="0_);[Red]\(0\)">
                  <c:v>10103.571428571428</c:v>
                </c:pt>
                <c:pt idx="2474" formatCode="0_);[Red]\(0\)">
                  <c:v>10103.571428571428</c:v>
                </c:pt>
                <c:pt idx="2475" formatCode="0_);[Red]\(0\)">
                  <c:v>9944.5714285714275</c:v>
                </c:pt>
                <c:pt idx="2476" formatCode="0_);[Red]\(0\)">
                  <c:v>9785.5714285714275</c:v>
                </c:pt>
                <c:pt idx="2477" formatCode="0_);[Red]\(0\)">
                  <c:v>9785.5714285714275</c:v>
                </c:pt>
                <c:pt idx="2478" formatCode="0_);[Red]\(0\)">
                  <c:v>9785.5714285714275</c:v>
                </c:pt>
                <c:pt idx="2479" formatCode="0_);[Red]\(0\)">
                  <c:v>9785.5714285714275</c:v>
                </c:pt>
                <c:pt idx="2480" formatCode="0_);[Red]\(0\)">
                  <c:v>9785.5714285714275</c:v>
                </c:pt>
                <c:pt idx="2481" formatCode="0_);[Red]\(0\)">
                  <c:v>9785.5714285714275</c:v>
                </c:pt>
                <c:pt idx="2482" formatCode="0_);[Red]\(0\)">
                  <c:v>9838.5714285714275</c:v>
                </c:pt>
                <c:pt idx="2483" formatCode="0_);[Red]\(0\)">
                  <c:v>9828.0714285714275</c:v>
                </c:pt>
                <c:pt idx="2484" formatCode="0_);[Red]\(0\)">
                  <c:v>9828.0714285714275</c:v>
                </c:pt>
                <c:pt idx="2485" formatCode="0_);[Red]\(0\)">
                  <c:v>9828.0714285714275</c:v>
                </c:pt>
                <c:pt idx="2486" formatCode="0_);[Red]\(0\)">
                  <c:v>10040.071428571428</c:v>
                </c:pt>
                <c:pt idx="2487" formatCode="0_);[Red]\(0\)">
                  <c:v>10093.071428571428</c:v>
                </c:pt>
                <c:pt idx="2488" formatCode="0_);[Red]\(0\)">
                  <c:v>10124.771428571428</c:v>
                </c:pt>
                <c:pt idx="2489" formatCode="0_);[Red]\(0\)">
                  <c:v>10124.771428571428</c:v>
                </c:pt>
                <c:pt idx="2490" formatCode="0_);[Red]\(0\)">
                  <c:v>10124.771428571428</c:v>
                </c:pt>
                <c:pt idx="2491" formatCode="0_);[Red]\(0\)">
                  <c:v>10124.771428571428</c:v>
                </c:pt>
                <c:pt idx="2492" formatCode="0_);[Red]\(0\)">
                  <c:v>10124.771428571428</c:v>
                </c:pt>
                <c:pt idx="2493" formatCode="0_);[Red]\(0\)">
                  <c:v>10124.771428571428</c:v>
                </c:pt>
                <c:pt idx="2494" formatCode="0_);[Red]\(0\)">
                  <c:v>10060.771428571428</c:v>
                </c:pt>
                <c:pt idx="2495" formatCode="0_);[Red]\(0\)">
                  <c:v>10071.271428571428</c:v>
                </c:pt>
                <c:pt idx="2496" formatCode="0_);[Red]\(0\)">
                  <c:v>10071.271428571428</c:v>
                </c:pt>
                <c:pt idx="2497" formatCode="0_);[Red]\(0\)">
                  <c:v>10071.271428571428</c:v>
                </c:pt>
                <c:pt idx="2498" formatCode="0_);[Red]\(0\)">
                  <c:v>10071.271428571428</c:v>
                </c:pt>
                <c:pt idx="2499" formatCode="0_);[Red]\(0\)">
                  <c:v>10071.271428571428</c:v>
                </c:pt>
                <c:pt idx="2500" formatCode="0_);[Red]\(0\)">
                  <c:v>9981.8714285714268</c:v>
                </c:pt>
                <c:pt idx="2501" formatCode="0_);[Red]\(0\)">
                  <c:v>9992.471428571429</c:v>
                </c:pt>
                <c:pt idx="2502" formatCode="0_);[Red]\(0\)">
                  <c:v>10003.071428571428</c:v>
                </c:pt>
                <c:pt idx="2503" formatCode="0_);[Red]\(0\)">
                  <c:v>10024.271428571428</c:v>
                </c:pt>
                <c:pt idx="2504" formatCode="0_);[Red]\(0\)">
                  <c:v>10124.271428571428</c:v>
                </c:pt>
                <c:pt idx="2505" formatCode="0_);[Red]\(0\)">
                  <c:v>10124.271428571428</c:v>
                </c:pt>
                <c:pt idx="2506" formatCode="0_);[Red]\(0\)">
                  <c:v>10124.271428571428</c:v>
                </c:pt>
                <c:pt idx="2507" formatCode="0_);[Red]\(0\)">
                  <c:v>10134.871428571427</c:v>
                </c:pt>
                <c:pt idx="2508" formatCode="0_);[Red]\(0\)">
                  <c:v>10156.071428571428</c:v>
                </c:pt>
                <c:pt idx="2509" formatCode="0_);[Red]\(0\)">
                  <c:v>10356.071428571428</c:v>
                </c:pt>
                <c:pt idx="2510" formatCode="0_);[Red]\(0\)">
                  <c:v>10566.571428571428</c:v>
                </c:pt>
                <c:pt idx="2511" formatCode="0_);[Red]\(0\)">
                  <c:v>10566.571428571428</c:v>
                </c:pt>
                <c:pt idx="2512" formatCode="0_);[Red]\(0\)">
                  <c:v>10566.571428571428</c:v>
                </c:pt>
                <c:pt idx="2513" formatCode="0_);[Red]\(0\)">
                  <c:v>10566.571428571428</c:v>
                </c:pt>
                <c:pt idx="2514" formatCode="0_);[Red]\(0\)">
                  <c:v>10534.771428571428</c:v>
                </c:pt>
                <c:pt idx="2515" formatCode="0_);[Red]\(0\)">
                  <c:v>10434.771428571428</c:v>
                </c:pt>
                <c:pt idx="2516" formatCode="0_);[Red]\(0\)">
                  <c:v>10424.17142857143</c:v>
                </c:pt>
                <c:pt idx="2517" formatCode="0_);[Red]\(0\)">
                  <c:v>10413.571428571428</c:v>
                </c:pt>
                <c:pt idx="2518" formatCode="0_);[Red]\(0\)">
                  <c:v>10402.971428571429</c:v>
                </c:pt>
                <c:pt idx="2519" formatCode="0_);[Red]\(0\)">
                  <c:v>10402.971428571429</c:v>
                </c:pt>
                <c:pt idx="2520" formatCode="0_);[Red]\(0\)">
                  <c:v>10402.971428571429</c:v>
                </c:pt>
                <c:pt idx="2521" formatCode="0_);[Red]\(0\)">
                  <c:v>10460.571428571428</c:v>
                </c:pt>
                <c:pt idx="2522" formatCode="0_);[Red]\(0\)">
                  <c:v>10549.871428571427</c:v>
                </c:pt>
                <c:pt idx="2523" formatCode="0_);[Red]\(0\)">
                  <c:v>10628.67142857143</c:v>
                </c:pt>
                <c:pt idx="2524" formatCode="0_);[Red]\(0\)">
                  <c:v>10628.67142857143</c:v>
                </c:pt>
                <c:pt idx="2525" formatCode="0_);[Red]\(0\)">
                  <c:v>10628.67142857143</c:v>
                </c:pt>
                <c:pt idx="2526" formatCode="0_);[Red]\(0\)">
                  <c:v>10628.67142857143</c:v>
                </c:pt>
                <c:pt idx="2527" formatCode="0_);[Red]\(0\)">
                  <c:v>10628.67142857143</c:v>
                </c:pt>
                <c:pt idx="2528" formatCode="0_);[Red]\(0\)">
                  <c:v>10671.071428571428</c:v>
                </c:pt>
                <c:pt idx="2529" formatCode="0_);[Red]\(0\)">
                  <c:v>10866.571428571428</c:v>
                </c:pt>
                <c:pt idx="2530" formatCode="0_);[Red]\(0\)">
                  <c:v>11039.771428571428</c:v>
                </c:pt>
                <c:pt idx="2531" formatCode="0_);[Red]\(0\)">
                  <c:v>11260.971428571429</c:v>
                </c:pt>
                <c:pt idx="2532" formatCode="0_);[Red]\(0\)">
                  <c:v>11382.271428571428</c:v>
                </c:pt>
                <c:pt idx="2533" formatCode="0_);[Red]\(0\)">
                  <c:v>11382.271428571428</c:v>
                </c:pt>
                <c:pt idx="2534" formatCode="0_);[Red]\(0\)">
                  <c:v>11382.271428571428</c:v>
                </c:pt>
                <c:pt idx="2535" formatCode="0_);[Red]\(0\)">
                  <c:v>11392.771428571428</c:v>
                </c:pt>
                <c:pt idx="2536" formatCode="0_);[Red]\(0\)">
                  <c:v>11350.371428571427</c:v>
                </c:pt>
                <c:pt idx="2537" formatCode="0_);[Red]\(0\)">
                  <c:v>11350.371428571427</c:v>
                </c:pt>
                <c:pt idx="2538" formatCode="0_);[Red]\(0\)">
                  <c:v>11471.571428571428</c:v>
                </c:pt>
                <c:pt idx="2539" formatCode="0_);[Red]\(0\)">
                  <c:v>10971.571428571428</c:v>
                </c:pt>
                <c:pt idx="2540" formatCode="0_);[Red]\(0\)">
                  <c:v>10971.571428571428</c:v>
                </c:pt>
                <c:pt idx="2541" formatCode="0_);[Red]\(0\)">
                  <c:v>10971.571428571428</c:v>
                </c:pt>
                <c:pt idx="2542" formatCode="0_);[Red]\(0\)">
                  <c:v>11171.571428571428</c:v>
                </c:pt>
                <c:pt idx="2543" formatCode="0_);[Red]\(0\)">
                  <c:v>10971.571428571428</c:v>
                </c:pt>
                <c:pt idx="2544" formatCode="0_);[Red]\(0\)">
                  <c:v>10982.17142857143</c:v>
                </c:pt>
                <c:pt idx="2545" formatCode="0_);[Red]\(0\)">
                  <c:v>10982.17142857143</c:v>
                </c:pt>
                <c:pt idx="2546" formatCode="0_);[Red]\(0\)">
                  <c:v>10992.771428571428</c:v>
                </c:pt>
                <c:pt idx="2547" formatCode="0_);[Red]\(0\)">
                  <c:v>10992.771428571428</c:v>
                </c:pt>
                <c:pt idx="2548" formatCode="0_);[Red]\(0\)">
                  <c:v>10992.771428571428</c:v>
                </c:pt>
                <c:pt idx="2549" formatCode="0_);[Red]\(0\)">
                  <c:v>10882.17142857143</c:v>
                </c:pt>
                <c:pt idx="2550" formatCode="0_);[Red]\(0\)">
                  <c:v>10892.67142857143</c:v>
                </c:pt>
                <c:pt idx="2551" formatCode="0_);[Red]\(0\)">
                  <c:v>10892.67142857143</c:v>
                </c:pt>
                <c:pt idx="2552" formatCode="0_);[Red]\(0\)">
                  <c:v>10992.67142857143</c:v>
                </c:pt>
                <c:pt idx="2553" formatCode="0_);[Red]\(0\)">
                  <c:v>11013.67142857143</c:v>
                </c:pt>
                <c:pt idx="2554" formatCode="0_);[Red]\(0\)">
                  <c:v>11213.671428571426</c:v>
                </c:pt>
                <c:pt idx="2555" formatCode="0_);[Red]\(0\)">
                  <c:v>11213.671428571426</c:v>
                </c:pt>
                <c:pt idx="2556" formatCode="0_);[Red]\(0\)">
                  <c:v>11213.671428571426</c:v>
                </c:pt>
                <c:pt idx="2557" formatCode="0_);[Red]\(0\)">
                  <c:v>11213.671428571426</c:v>
                </c:pt>
                <c:pt idx="2558" formatCode="0_);[Red]\(0\)">
                  <c:v>11213.671428571426</c:v>
                </c:pt>
                <c:pt idx="2559" formatCode="0_);[Red]\(0\)">
                  <c:v>11213.671428571426</c:v>
                </c:pt>
                <c:pt idx="2560" formatCode="0_);[Red]\(0\)">
                  <c:v>11403.071428571428</c:v>
                </c:pt>
                <c:pt idx="2561" formatCode="0_);[Red]\(0\)">
                  <c:v>11413.571428571428</c:v>
                </c:pt>
                <c:pt idx="2562" formatCode="0_);[Red]\(0\)">
                  <c:v>11413.571428571428</c:v>
                </c:pt>
                <c:pt idx="2563" formatCode="0_);[Red]\(0\)">
                  <c:v>11413.571428571428</c:v>
                </c:pt>
                <c:pt idx="2564" formatCode="0_);[Red]\(0\)">
                  <c:v>11513.571428571428</c:v>
                </c:pt>
                <c:pt idx="2565" formatCode="0_);[Red]\(0\)">
                  <c:v>11413.571428571428</c:v>
                </c:pt>
                <c:pt idx="2566" formatCode="0_);[Red]\(0\)">
                  <c:v>10813.571428571428</c:v>
                </c:pt>
                <c:pt idx="2567" formatCode="0_);[Red]\(0\)">
                  <c:v>10713.571428571428</c:v>
                </c:pt>
                <c:pt idx="2568" formatCode="0_);[Red]\(0\)">
                  <c:v>10713.571428571428</c:v>
                </c:pt>
                <c:pt idx="2569" formatCode="0_);[Red]\(0\)">
                  <c:v>10713.571428571428</c:v>
                </c:pt>
                <c:pt idx="2570" formatCode="0_);[Red]\(0\)">
                  <c:v>10702.971428571429</c:v>
                </c:pt>
                <c:pt idx="2571" formatCode="0_);[Red]\(0\)">
                  <c:v>10602.971428571429</c:v>
                </c:pt>
                <c:pt idx="2572" formatCode="0_);[Red]\(0\)">
                  <c:v>10602.871428571427</c:v>
                </c:pt>
                <c:pt idx="2573" formatCode="0_);[Red]\(0\)">
                  <c:v>10202.871428571427</c:v>
                </c:pt>
                <c:pt idx="2574" formatCode="0_);[Red]\(0\)">
                  <c:v>10102.871428571427</c:v>
                </c:pt>
                <c:pt idx="2575" formatCode="0_);[Red]\(0\)">
                  <c:v>10102.871428571427</c:v>
                </c:pt>
                <c:pt idx="2576" formatCode="0_);[Red]\(0\)">
                  <c:v>10102.871428571427</c:v>
                </c:pt>
                <c:pt idx="2577" formatCode="0_);[Red]\(0\)">
                  <c:v>10092.371428571427</c:v>
                </c:pt>
                <c:pt idx="2578" formatCode="0_);[Red]\(0\)">
                  <c:v>9960.5714285714275</c:v>
                </c:pt>
                <c:pt idx="2579" formatCode="0_);[Red]\(0\)">
                  <c:v>9907.5714285714275</c:v>
                </c:pt>
                <c:pt idx="2580" formatCode="0_);[Red]\(0\)">
                  <c:v>9554.5714285714275</c:v>
                </c:pt>
                <c:pt idx="2581" formatCode="0_);[Red]\(0\)">
                  <c:v>9354.5714285714275</c:v>
                </c:pt>
                <c:pt idx="2582" formatCode="0_);[Red]\(0\)">
                  <c:v>9354.5714285714275</c:v>
                </c:pt>
                <c:pt idx="2583" formatCode="0_);[Red]\(0\)">
                  <c:v>9354.5714285714275</c:v>
                </c:pt>
                <c:pt idx="2584" formatCode="0_);[Red]\(0\)">
                  <c:v>9344.0714285714275</c:v>
                </c:pt>
                <c:pt idx="2585" formatCode="0_);[Red]\(0\)">
                  <c:v>9212.5714285714275</c:v>
                </c:pt>
                <c:pt idx="2586" formatCode="0_);[Red]\(0\)">
                  <c:v>9212.5714285714275</c:v>
                </c:pt>
                <c:pt idx="2587" formatCode="0_);[Red]\(0\)">
                  <c:v>9112.5714285714275</c:v>
                </c:pt>
                <c:pt idx="2588" formatCode="0_);[Red]\(0\)">
                  <c:v>8733.7714285714283</c:v>
                </c:pt>
                <c:pt idx="2589" formatCode="0_);[Red]\(0\)">
                  <c:v>8733.7714285714283</c:v>
                </c:pt>
                <c:pt idx="2590" formatCode="0_);[Red]\(0\)">
                  <c:v>8733.7714285714283</c:v>
                </c:pt>
                <c:pt idx="2591" formatCode="0_);[Red]\(0\)">
                  <c:v>8829.1714285714297</c:v>
                </c:pt>
                <c:pt idx="2592" formatCode="0_);[Red]\(0\)">
                  <c:v>8829.1714285714297</c:v>
                </c:pt>
                <c:pt idx="2593" formatCode="0_);[Red]\(0\)">
                  <c:v>8829.1714285714297</c:v>
                </c:pt>
                <c:pt idx="2594" formatCode="0_);[Red]\(0\)">
                  <c:v>8850.1714285714297</c:v>
                </c:pt>
                <c:pt idx="2595" formatCode="0_);[Red]\(0\)">
                  <c:v>8850.1714285714297</c:v>
                </c:pt>
                <c:pt idx="2596" formatCode="0_);[Red]\(0\)">
                  <c:v>8850.1714285714297</c:v>
                </c:pt>
                <c:pt idx="2597" formatCode="0_);[Red]\(0\)">
                  <c:v>8850.1714285714297</c:v>
                </c:pt>
                <c:pt idx="2598" formatCode="0_);[Red]\(0\)">
                  <c:v>8850.1714285714297</c:v>
                </c:pt>
                <c:pt idx="2599" formatCode="0_);[Red]\(0\)">
                  <c:v>8850.1714285714297</c:v>
                </c:pt>
                <c:pt idx="2600" formatCode="0_);[Red]\(0\)">
                  <c:v>8850.1714285714297</c:v>
                </c:pt>
                <c:pt idx="2601" formatCode="0_);[Red]\(0\)">
                  <c:v>8850.1714285714297</c:v>
                </c:pt>
                <c:pt idx="2602" formatCode="0_);[Red]\(0\)">
                  <c:v>8850.1714285714297</c:v>
                </c:pt>
                <c:pt idx="2603" formatCode="0_);[Red]\(0\)">
                  <c:v>8903.1714285714297</c:v>
                </c:pt>
                <c:pt idx="2604" formatCode="0_);[Red]\(0\)">
                  <c:v>8856.1714285714297</c:v>
                </c:pt>
                <c:pt idx="2605" formatCode="0_);[Red]\(0\)">
                  <c:v>8856.1714285714297</c:v>
                </c:pt>
                <c:pt idx="2606" formatCode="0_);[Red]\(0\)">
                  <c:v>8503.1714285714297</c:v>
                </c:pt>
                <c:pt idx="2607" formatCode="0_);[Red]\(0\)">
                  <c:v>8392.5714285714275</c:v>
                </c:pt>
                <c:pt idx="2608" formatCode="0_);[Red]\(0\)">
                  <c:v>8092.5714285714284</c:v>
                </c:pt>
                <c:pt idx="2609" formatCode="0_);[Red]\(0\)">
                  <c:v>7792.5714285714284</c:v>
                </c:pt>
                <c:pt idx="2610" formatCode="0_);[Red]\(0\)">
                  <c:v>7792.5714285714284</c:v>
                </c:pt>
                <c:pt idx="2611" formatCode="0_);[Red]\(0\)">
                  <c:v>7792.5714285714284</c:v>
                </c:pt>
                <c:pt idx="2612" formatCode="0_);[Red]\(0\)">
                  <c:v>7629.0714285714284</c:v>
                </c:pt>
                <c:pt idx="2613" formatCode="0_);[Red]\(0\)">
                  <c:v>7576.0714285714284</c:v>
                </c:pt>
                <c:pt idx="2614" formatCode="0_);[Red]\(0\)">
                  <c:v>7576.0714285714284</c:v>
                </c:pt>
                <c:pt idx="2615" formatCode="0_);[Red]\(0\)">
                  <c:v>7576.0714285714284</c:v>
                </c:pt>
                <c:pt idx="2616" formatCode="0_);[Red]\(0\)">
                  <c:v>7528.5714285714284</c:v>
                </c:pt>
                <c:pt idx="2617" formatCode="0_);[Red]\(0\)">
                  <c:v>7528.5714285714284</c:v>
                </c:pt>
                <c:pt idx="2618" formatCode="0_);[Red]\(0\)">
                  <c:v>7528.5714285714284</c:v>
                </c:pt>
                <c:pt idx="2619" formatCode="0_);[Red]\(0\)">
                  <c:v>7428.5714285714284</c:v>
                </c:pt>
                <c:pt idx="2620" formatCode="0_);[Red]\(0\)">
                  <c:v>7470.9714285714281</c:v>
                </c:pt>
                <c:pt idx="2621" formatCode="0_);[Red]\(0\)">
                  <c:v>7481.4714285714281</c:v>
                </c:pt>
                <c:pt idx="2622" formatCode="0_);[Red]\(0\)">
                  <c:v>7692.0714285714284</c:v>
                </c:pt>
                <c:pt idx="2623" formatCode="0_);[Red]\(0\)">
                  <c:v>7692.0714285714284</c:v>
                </c:pt>
                <c:pt idx="2624" formatCode="0_);[Red]\(0\)">
                  <c:v>7692.0714285714284</c:v>
                </c:pt>
                <c:pt idx="2625" formatCode="0_);[Red]\(0\)">
                  <c:v>7692.0714285714284</c:v>
                </c:pt>
                <c:pt idx="2626" formatCode="0_);[Red]\(0\)">
                  <c:v>7702.5714285714284</c:v>
                </c:pt>
                <c:pt idx="2627" formatCode="0_);[Red]\(0\)">
                  <c:v>7449.5714285714284</c:v>
                </c:pt>
                <c:pt idx="2628" formatCode="0_);[Red]\(0\)">
                  <c:v>7396.5714285714284</c:v>
                </c:pt>
                <c:pt idx="2629" formatCode="0_);[Red]\(0\)">
                  <c:v>8575.3714285714268</c:v>
                </c:pt>
                <c:pt idx="2630" formatCode="0_);[Red]\(0\)">
                  <c:v>8490.5714285714275</c:v>
                </c:pt>
                <c:pt idx="2631" formatCode="0_);[Red]\(0\)">
                  <c:v>8490.5714285714275</c:v>
                </c:pt>
                <c:pt idx="2632" formatCode="0_);[Red]\(0\)">
                  <c:v>8490.5714285714275</c:v>
                </c:pt>
                <c:pt idx="2633" formatCode="0_);[Red]\(0\)">
                  <c:v>9037.5714285714275</c:v>
                </c:pt>
                <c:pt idx="2634" formatCode="0_);[Red]\(0\)">
                  <c:v>9337.5714285714275</c:v>
                </c:pt>
                <c:pt idx="2635" formatCode="0_);[Red]\(0\)">
                  <c:v>9337.5714285714275</c:v>
                </c:pt>
                <c:pt idx="2636" formatCode="0_);[Red]\(0\)">
                  <c:v>9384.5714285714275</c:v>
                </c:pt>
                <c:pt idx="2637" formatCode="0_);[Red]\(0\)">
                  <c:v>9331.5714285714275</c:v>
                </c:pt>
                <c:pt idx="2638" formatCode="0_);[Red]\(0\)">
                  <c:v>9331.5714285714275</c:v>
                </c:pt>
                <c:pt idx="2639" formatCode="0_);[Red]\(0\)">
                  <c:v>9331.5714285714275</c:v>
                </c:pt>
                <c:pt idx="2640" formatCode="0_);[Red]\(0\)">
                  <c:v>9431.5714285714275</c:v>
                </c:pt>
                <c:pt idx="2641" formatCode="0_);[Red]\(0\)">
                  <c:v>9742.1714285714297</c:v>
                </c:pt>
                <c:pt idx="2642" formatCode="0_);[Red]\(0\)">
                  <c:v>9752.7714285714283</c:v>
                </c:pt>
                <c:pt idx="2643" formatCode="0_);[Red]\(0\)">
                  <c:v>9842.2714285714283</c:v>
                </c:pt>
                <c:pt idx="2644" formatCode="0_);[Red]\(0\)">
                  <c:v>9942.2714285714283</c:v>
                </c:pt>
                <c:pt idx="2645" formatCode="0_);[Red]\(0\)">
                  <c:v>9942.2714285714283</c:v>
                </c:pt>
                <c:pt idx="2646" formatCode="0_);[Red]\(0\)">
                  <c:v>9942.2714285714283</c:v>
                </c:pt>
                <c:pt idx="2647" formatCode="0_);[Red]\(0\)">
                  <c:v>10058.271428571428</c:v>
                </c:pt>
                <c:pt idx="2648" formatCode="0_);[Red]\(0\)">
                  <c:v>10243.071428571428</c:v>
                </c:pt>
                <c:pt idx="2649" formatCode="0_);[Red]\(0\)">
                  <c:v>10353.571428571428</c:v>
                </c:pt>
                <c:pt idx="2650" formatCode="0_);[Red]\(0\)">
                  <c:v>10353.571428571428</c:v>
                </c:pt>
                <c:pt idx="2651" formatCode="0_);[Red]\(0\)">
                  <c:v>10353.571428571428</c:v>
                </c:pt>
                <c:pt idx="2652" formatCode="0_);[Red]\(0\)">
                  <c:v>10353.571428571428</c:v>
                </c:pt>
                <c:pt idx="2653" formatCode="0_);[Red]\(0\)">
                  <c:v>10553.571428571428</c:v>
                </c:pt>
                <c:pt idx="2654" formatCode="0_);[Red]\(0\)">
                  <c:v>10479.371428571427</c:v>
                </c:pt>
                <c:pt idx="2655" formatCode="0_);[Red]\(0\)">
                  <c:v>11390.071428571428</c:v>
                </c:pt>
                <c:pt idx="2656" formatCode="0_);[Red]\(0\)">
                  <c:v>11400.671428571426</c:v>
                </c:pt>
                <c:pt idx="2657" formatCode="0_);[Red]\(0\)">
                  <c:v>12100.671428571426</c:v>
                </c:pt>
                <c:pt idx="2658" formatCode="0_);[Red]\(0\)">
                  <c:v>13200.671428571426</c:v>
                </c:pt>
                <c:pt idx="2659" formatCode="0_);[Red]\(0\)">
                  <c:v>13200.671428571426</c:v>
                </c:pt>
                <c:pt idx="2660" formatCode="0_);[Red]\(0\)">
                  <c:v>13200.671428571426</c:v>
                </c:pt>
                <c:pt idx="2661" formatCode="0_);[Red]\(0\)">
                  <c:v>13411.271428571428</c:v>
                </c:pt>
                <c:pt idx="2662" formatCode="0_);[Red]\(0\)">
                  <c:v>13511.271428571428</c:v>
                </c:pt>
                <c:pt idx="2663" formatCode="0_);[Red]\(0\)">
                  <c:v>13490.071428571428</c:v>
                </c:pt>
                <c:pt idx="2664" formatCode="0_);[Red]\(0\)">
                  <c:v>14490.071428571428</c:v>
                </c:pt>
                <c:pt idx="2665" formatCode="0_);[Red]\(0\)">
                  <c:v>14490.071428571428</c:v>
                </c:pt>
                <c:pt idx="2666" formatCode="0_);[Red]\(0\)">
                  <c:v>14490.071428571428</c:v>
                </c:pt>
                <c:pt idx="2667" formatCode="0_);[Red]\(0\)">
                  <c:v>14490.071428571428</c:v>
                </c:pt>
                <c:pt idx="2668" formatCode="0_);[Red]\(0\)">
                  <c:v>14522.071428571428</c:v>
                </c:pt>
                <c:pt idx="2669" formatCode="0_);[Red]\(0\)">
                  <c:v>14832.571428571428</c:v>
                </c:pt>
                <c:pt idx="2670" formatCode="0_);[Red]\(0\)">
                  <c:v>14832.571428571428</c:v>
                </c:pt>
                <c:pt idx="2671" formatCode="0_);[Red]\(0\)">
                  <c:v>14843.071428571428</c:v>
                </c:pt>
                <c:pt idx="2672" formatCode="0_);[Red]\(0\)">
                  <c:v>14843.071428571428</c:v>
                </c:pt>
                <c:pt idx="2673" formatCode="0_);[Red]\(0\)">
                  <c:v>14843.071428571428</c:v>
                </c:pt>
                <c:pt idx="2674" formatCode="0_);[Red]\(0\)">
                  <c:v>14843.071428571428</c:v>
                </c:pt>
                <c:pt idx="2675" formatCode="0_);[Red]\(0\)">
                  <c:v>14843.071428571428</c:v>
                </c:pt>
                <c:pt idx="2676" formatCode="0_);[Red]\(0\)">
                  <c:v>14843.071428571428</c:v>
                </c:pt>
                <c:pt idx="2677" formatCode="0_);[Red]\(0\)">
                  <c:v>14843.071428571428</c:v>
                </c:pt>
                <c:pt idx="2678" formatCode="0_);[Red]\(0\)">
                  <c:v>14843.071428571428</c:v>
                </c:pt>
                <c:pt idx="2679" formatCode="0_);[Red]\(0\)">
                  <c:v>15043.071428571428</c:v>
                </c:pt>
                <c:pt idx="2680" formatCode="0_);[Red]\(0\)">
                  <c:v>15043.071428571428</c:v>
                </c:pt>
                <c:pt idx="2681" formatCode="0_);[Red]\(0\)">
                  <c:v>15043.071428571428</c:v>
                </c:pt>
                <c:pt idx="2682" formatCode="0_);[Red]\(0\)">
                  <c:v>15021.871428571427</c:v>
                </c:pt>
                <c:pt idx="2683" formatCode="0_);[Red]\(0\)">
                  <c:v>15021.871428571427</c:v>
                </c:pt>
                <c:pt idx="2684" formatCode="0_);[Red]\(0\)">
                  <c:v>15011.271428571428</c:v>
                </c:pt>
                <c:pt idx="2685" formatCode="0_);[Red]\(0\)">
                  <c:v>15011.271428571428</c:v>
                </c:pt>
                <c:pt idx="2686" formatCode="0_);[Red]\(0\)">
                  <c:v>14511.271428571428</c:v>
                </c:pt>
                <c:pt idx="2687" formatCode="0_);[Red]\(0\)">
                  <c:v>14511.271428571428</c:v>
                </c:pt>
                <c:pt idx="2688" formatCode="0_);[Red]\(0\)">
                  <c:v>14511.271428571428</c:v>
                </c:pt>
                <c:pt idx="2689" formatCode="0_);[Red]\(0\)">
                  <c:v>14411.271428571428</c:v>
                </c:pt>
                <c:pt idx="2690" formatCode="0_);[Red]\(0\)">
                  <c:v>14321.771428571428</c:v>
                </c:pt>
                <c:pt idx="2691" formatCode="0_);[Red]\(0\)">
                  <c:v>14332.371428571427</c:v>
                </c:pt>
                <c:pt idx="2692" formatCode="0_);[Red]\(0\)">
                  <c:v>14232.371428571427</c:v>
                </c:pt>
                <c:pt idx="2693" formatCode="0_);[Red]\(0\)">
                  <c:v>14232.371428571427</c:v>
                </c:pt>
                <c:pt idx="2694" formatCode="0_);[Red]\(0\)">
                  <c:v>14232.371428571427</c:v>
                </c:pt>
                <c:pt idx="2695" formatCode="0_);[Red]\(0\)">
                  <c:v>14232.371428571427</c:v>
                </c:pt>
                <c:pt idx="2696" formatCode="0_);[Red]\(0\)">
                  <c:v>14232.371428571427</c:v>
                </c:pt>
                <c:pt idx="2697" formatCode="0_);[Red]\(0\)">
                  <c:v>14232.371428571427</c:v>
                </c:pt>
                <c:pt idx="2698" formatCode="0_);[Red]\(0\)">
                  <c:v>14232.371428571427</c:v>
                </c:pt>
                <c:pt idx="2699" formatCode="0_);[Red]\(0\)">
                  <c:v>14132.371428571427</c:v>
                </c:pt>
                <c:pt idx="2700" formatCode="0_);[Red]\(0\)">
                  <c:v>14132.371428571427</c:v>
                </c:pt>
                <c:pt idx="2701" formatCode="0_);[Red]\(0\)">
                  <c:v>14132.371428571427</c:v>
                </c:pt>
                <c:pt idx="2702" formatCode="0_);[Red]\(0\)">
                  <c:v>14132.371428571427</c:v>
                </c:pt>
                <c:pt idx="2703" formatCode="0_);[Red]\(0\)">
                  <c:v>14095.871428571427</c:v>
                </c:pt>
                <c:pt idx="2704" formatCode="0_);[Red]\(0\)">
                  <c:v>14148.371428571427</c:v>
                </c:pt>
                <c:pt idx="2705" formatCode="0_);[Red]\(0\)">
                  <c:v>14269.371428571427</c:v>
                </c:pt>
                <c:pt idx="2706" formatCode="0_);[Red]\(0\)">
                  <c:v>14379.871428571427</c:v>
                </c:pt>
                <c:pt idx="2707" formatCode="0_);[Red]\(0\)">
                  <c:v>14390.371428571427</c:v>
                </c:pt>
                <c:pt idx="2708" formatCode="0_);[Red]\(0\)">
                  <c:v>14390.371428571427</c:v>
                </c:pt>
                <c:pt idx="2709" formatCode="0_);[Red]\(0\)">
                  <c:v>14390.371428571427</c:v>
                </c:pt>
                <c:pt idx="2710" formatCode="0_);[Red]\(0\)">
                  <c:v>14390.271428571428</c:v>
                </c:pt>
                <c:pt idx="2711" formatCode="0_);[Red]\(0\)">
                  <c:v>14390.271428571428</c:v>
                </c:pt>
                <c:pt idx="2712" formatCode="0_);[Red]\(0\)">
                  <c:v>14490.271428571428</c:v>
                </c:pt>
                <c:pt idx="2713" formatCode="0_);[Red]\(0\)">
                  <c:v>14290.271428571428</c:v>
                </c:pt>
                <c:pt idx="2714" formatCode="0_);[Red]\(0\)">
                  <c:v>14300.771428571428</c:v>
                </c:pt>
                <c:pt idx="2715" formatCode="0_);[Red]\(0\)">
                  <c:v>14221.871428571427</c:v>
                </c:pt>
                <c:pt idx="2716" formatCode="0_);[Red]\(0\)">
                  <c:v>14232.371428571427</c:v>
                </c:pt>
                <c:pt idx="2717" formatCode="0_);[Red]\(0\)">
                  <c:v>14232.371428571427</c:v>
                </c:pt>
                <c:pt idx="2718" formatCode="0_);[Red]\(0\)">
                  <c:v>14232.371428571427</c:v>
                </c:pt>
                <c:pt idx="2719" formatCode="0_);[Red]\(0\)">
                  <c:v>14232.371428571427</c:v>
                </c:pt>
                <c:pt idx="2720" formatCode="0_);[Red]\(0\)">
                  <c:v>14353.571428571428</c:v>
                </c:pt>
                <c:pt idx="2721" formatCode="0_);[Red]\(0\)">
                  <c:v>14153.571428571428</c:v>
                </c:pt>
                <c:pt idx="2722" formatCode="0_);[Red]\(0\)">
                  <c:v>14153.571428571428</c:v>
                </c:pt>
                <c:pt idx="2723" formatCode="0_);[Red]\(0\)">
                  <c:v>14153.571428571428</c:v>
                </c:pt>
                <c:pt idx="2724" formatCode="0_);[Red]\(0\)">
                  <c:v>14238.671428571426</c:v>
                </c:pt>
                <c:pt idx="2725" formatCode="0_);[Red]\(0\)">
                  <c:v>13970.371428571427</c:v>
                </c:pt>
                <c:pt idx="2726" formatCode="0_);[Red]\(0\)">
                  <c:v>14087.471428571429</c:v>
                </c:pt>
                <c:pt idx="2727" formatCode="0_);[Red]\(0\)">
                  <c:v>14276.971428571429</c:v>
                </c:pt>
                <c:pt idx="2728" formatCode="0_);[Red]\(0\)">
                  <c:v>14308.971428571429</c:v>
                </c:pt>
                <c:pt idx="2729" formatCode="0_);[Red]\(0\)">
                  <c:v>14308.971428571429</c:v>
                </c:pt>
                <c:pt idx="2730" formatCode="0_);[Red]\(0\)">
                  <c:v>14308.971428571429</c:v>
                </c:pt>
                <c:pt idx="2731" formatCode="0_);[Red]\(0\)">
                  <c:v>14500.071428571428</c:v>
                </c:pt>
                <c:pt idx="2732" formatCode="0_);[Red]\(0\)">
                  <c:v>14712.071428571428</c:v>
                </c:pt>
                <c:pt idx="2733" formatCode="0_);[Red]\(0\)">
                  <c:v>14597.071428571428</c:v>
                </c:pt>
                <c:pt idx="2734" formatCode="0_);[Red]\(0\)">
                  <c:v>14639.571428571428</c:v>
                </c:pt>
                <c:pt idx="2735" formatCode="0_);[Red]\(0\)">
                  <c:v>14760.771428571428</c:v>
                </c:pt>
                <c:pt idx="2736" formatCode="0_);[Red]\(0\)">
                  <c:v>14760.771428571428</c:v>
                </c:pt>
                <c:pt idx="2737" formatCode="0_);[Red]\(0\)">
                  <c:v>14760.771428571428</c:v>
                </c:pt>
                <c:pt idx="2738" formatCode="0_);[Red]\(0\)">
                  <c:v>15013.571428571428</c:v>
                </c:pt>
                <c:pt idx="2739" formatCode="0_);[Red]\(0\)">
                  <c:v>15013.571428571428</c:v>
                </c:pt>
                <c:pt idx="2740" formatCode="0_);[Red]\(0\)">
                  <c:v>15577.571428571428</c:v>
                </c:pt>
                <c:pt idx="2741" formatCode="0_);[Red]\(0\)">
                  <c:v>15830.571428571428</c:v>
                </c:pt>
                <c:pt idx="2742" formatCode="0_);[Red]\(0\)">
                  <c:v>15930.571428571428</c:v>
                </c:pt>
                <c:pt idx="2743" formatCode="0_);[Red]\(0\)">
                  <c:v>15930.571428571428</c:v>
                </c:pt>
                <c:pt idx="2744" formatCode="0_);[Red]\(0\)">
                  <c:v>15930.571428571428</c:v>
                </c:pt>
                <c:pt idx="2745" formatCode="0_);[Red]\(0\)">
                  <c:v>15871.571428571428</c:v>
                </c:pt>
                <c:pt idx="2746" formatCode="0_);[Red]\(0\)">
                  <c:v>15865.571428571428</c:v>
                </c:pt>
                <c:pt idx="2747" formatCode="0_);[Red]\(0\)">
                  <c:v>15865.571428571428</c:v>
                </c:pt>
                <c:pt idx="2748" formatCode="0_);[Red]\(0\)">
                  <c:v>15865.571428571428</c:v>
                </c:pt>
                <c:pt idx="2749" formatCode="0_);[Red]\(0\)">
                  <c:v>16155.071428571428</c:v>
                </c:pt>
                <c:pt idx="2750" formatCode="0_);[Red]\(0\)">
                  <c:v>16155.071428571428</c:v>
                </c:pt>
                <c:pt idx="2751" formatCode="0_);[Red]\(0\)">
                  <c:v>16155.071428571428</c:v>
                </c:pt>
                <c:pt idx="2752" formatCode="0_);[Red]\(0\)">
                  <c:v>16176.571428571428</c:v>
                </c:pt>
                <c:pt idx="2753" formatCode="0_);[Red]\(0\)">
                  <c:v>16165.971428571429</c:v>
                </c:pt>
                <c:pt idx="2754" formatCode="0_);[Red]\(0\)">
                  <c:v>16355.371428571427</c:v>
                </c:pt>
                <c:pt idx="2755" formatCode="0_);[Red]\(0\)">
                  <c:v>16376.571428571428</c:v>
                </c:pt>
                <c:pt idx="2756" formatCode="0_);[Red]\(0\)">
                  <c:v>16376.571428571428</c:v>
                </c:pt>
                <c:pt idx="2757" formatCode="0_);[Red]\(0\)">
                  <c:v>16376.571428571428</c:v>
                </c:pt>
                <c:pt idx="2758" formatCode="0_);[Red]\(0\)">
                  <c:v>16376.571428571428</c:v>
                </c:pt>
                <c:pt idx="2759" formatCode="0_);[Red]\(0\)">
                  <c:v>16493.671428571426</c:v>
                </c:pt>
                <c:pt idx="2760" formatCode="0_);[Red]\(0\)">
                  <c:v>16614.771428571428</c:v>
                </c:pt>
                <c:pt idx="2761" formatCode="0_);[Red]\(0\)">
                  <c:v>16604.171428571426</c:v>
                </c:pt>
                <c:pt idx="2762" formatCode="0_);[Red]\(0\)">
                  <c:v>17014.771428571428</c:v>
                </c:pt>
                <c:pt idx="2763" formatCode="0_);[Red]\(0\)">
                  <c:v>17325.371428571427</c:v>
                </c:pt>
                <c:pt idx="2764" formatCode="0_);[Red]\(0\)">
                  <c:v>17325.371428571427</c:v>
                </c:pt>
                <c:pt idx="2765" formatCode="0_);[Red]\(0\)">
                  <c:v>17325.371428571427</c:v>
                </c:pt>
                <c:pt idx="2766" formatCode="0_);[Red]\(0\)">
                  <c:v>17614.971428571429</c:v>
                </c:pt>
                <c:pt idx="2767" formatCode="0_);[Red]\(0\)">
                  <c:v>17761.571428571428</c:v>
                </c:pt>
                <c:pt idx="2768" formatCode="0_);[Red]\(0\)">
                  <c:v>18172.071428571428</c:v>
                </c:pt>
                <c:pt idx="2769" formatCode="0_);[Red]\(0\)">
                  <c:v>18361.571428571428</c:v>
                </c:pt>
                <c:pt idx="2770" formatCode="0_);[Red]\(0\)">
                  <c:v>18561.571428571428</c:v>
                </c:pt>
                <c:pt idx="2771" formatCode="0_);[Red]\(0\)">
                  <c:v>18561.571428571428</c:v>
                </c:pt>
                <c:pt idx="2772" formatCode="0_);[Red]\(0\)">
                  <c:v>18561.571428571428</c:v>
                </c:pt>
                <c:pt idx="2773" formatCode="0_);[Red]\(0\)">
                  <c:v>18782.671428571426</c:v>
                </c:pt>
                <c:pt idx="2774" formatCode="0_);[Red]\(0\)">
                  <c:v>19293.271428571428</c:v>
                </c:pt>
                <c:pt idx="2775" formatCode="0_);[Red]\(0\)">
                  <c:v>19303.871428571427</c:v>
                </c:pt>
                <c:pt idx="2776" formatCode="0_);[Red]\(0\)">
                  <c:v>19272.371428571427</c:v>
                </c:pt>
                <c:pt idx="2777" formatCode="0_);[Red]\(0\)">
                  <c:v>19304.371428571427</c:v>
                </c:pt>
                <c:pt idx="2778" formatCode="0_);[Red]\(0\)">
                  <c:v>19304.371428571427</c:v>
                </c:pt>
                <c:pt idx="2779" formatCode="0_);[Red]\(0\)">
                  <c:v>19304.371428571427</c:v>
                </c:pt>
                <c:pt idx="2780" formatCode="0_);[Red]\(0\)">
                  <c:v>19493.871428571427</c:v>
                </c:pt>
                <c:pt idx="2781" formatCode="0_);[Red]\(0\)">
                  <c:v>19483.271428571428</c:v>
                </c:pt>
                <c:pt idx="2782" formatCode="0_);[Red]\(0\)">
                  <c:v>19483.271428571428</c:v>
                </c:pt>
                <c:pt idx="2783" formatCode="0_);[Red]\(0\)">
                  <c:v>19793.871428571427</c:v>
                </c:pt>
                <c:pt idx="2784" formatCode="0_);[Red]\(0\)">
                  <c:v>19793.871428571427</c:v>
                </c:pt>
                <c:pt idx="2785" formatCode="0_);[Red]\(0\)">
                  <c:v>19793.871428571427</c:v>
                </c:pt>
                <c:pt idx="2786" formatCode="0_);[Red]\(0\)">
                  <c:v>19793.871428571427</c:v>
                </c:pt>
                <c:pt idx="2787" formatCode="0_);[Red]\(0\)">
                  <c:v>19793.871428571427</c:v>
                </c:pt>
                <c:pt idx="2788" formatCode="0_);[Red]\(0\)">
                  <c:v>19593.871428571427</c:v>
                </c:pt>
                <c:pt idx="2789" formatCode="0_);[Red]\(0\)">
                  <c:v>19493.871428571427</c:v>
                </c:pt>
                <c:pt idx="2790" formatCode="0_);[Red]\(0\)">
                  <c:v>19893.871428571427</c:v>
                </c:pt>
                <c:pt idx="2791" formatCode="0_);[Red]\(0\)">
                  <c:v>20193.971428571429</c:v>
                </c:pt>
                <c:pt idx="2792" formatCode="0_);[Red]\(0\)">
                  <c:v>20193.971428571429</c:v>
                </c:pt>
                <c:pt idx="2793" formatCode="0_);[Red]\(0\)">
                  <c:v>20193.971428571429</c:v>
                </c:pt>
                <c:pt idx="2794" formatCode="0_);[Red]\(0\)">
                  <c:v>20172.871428571427</c:v>
                </c:pt>
                <c:pt idx="2795" formatCode="0_);[Red]\(0\)">
                  <c:v>20141.071428571428</c:v>
                </c:pt>
                <c:pt idx="2796" formatCode="0_);[Red]\(0\)">
                  <c:v>20119.971428571429</c:v>
                </c:pt>
                <c:pt idx="2797" formatCode="0_);[Red]\(0\)">
                  <c:v>20761.371428571427</c:v>
                </c:pt>
                <c:pt idx="2798" formatCode="0_);[Red]\(0\)">
                  <c:v>20734.771428571428</c:v>
                </c:pt>
                <c:pt idx="2799" formatCode="0_);[Red]\(0\)">
                  <c:v>20734.771428571428</c:v>
                </c:pt>
                <c:pt idx="2800" formatCode="0_);[Red]\(0\)">
                  <c:v>20734.771428571428</c:v>
                </c:pt>
                <c:pt idx="2801" formatCode="0_);[Red]\(0\)">
                  <c:v>20734.771428571428</c:v>
                </c:pt>
                <c:pt idx="2802" formatCode="0_);[Red]\(0\)">
                  <c:v>21134.771428571428</c:v>
                </c:pt>
                <c:pt idx="2803" formatCode="0_);[Red]\(0\)">
                  <c:v>21645.371428571427</c:v>
                </c:pt>
                <c:pt idx="2804" formatCode="0_);[Red]\(0\)">
                  <c:v>21945.371428571427</c:v>
                </c:pt>
                <c:pt idx="2805" formatCode="0_);[Red]\(0\)">
                  <c:v>21845.371428571427</c:v>
                </c:pt>
                <c:pt idx="2806" formatCode="0_);[Red]\(0\)">
                  <c:v>21845.371428571427</c:v>
                </c:pt>
                <c:pt idx="2807" formatCode="0_);[Red]\(0\)">
                  <c:v>21845.371428571427</c:v>
                </c:pt>
                <c:pt idx="2808" formatCode="0_);[Red]\(0\)">
                  <c:v>21803.171428571426</c:v>
                </c:pt>
                <c:pt idx="2809" formatCode="0_);[Red]\(0\)">
                  <c:v>21771.471428571429</c:v>
                </c:pt>
                <c:pt idx="2810" formatCode="0_);[Red]\(0\)">
                  <c:v>21760.771428571428</c:v>
                </c:pt>
                <c:pt idx="2811" formatCode="0_);[Red]\(0\)">
                  <c:v>22007.571428571428</c:v>
                </c:pt>
                <c:pt idx="2812" formatCode="0_);[Red]\(0\)">
                  <c:v>21986.371428571427</c:v>
                </c:pt>
                <c:pt idx="2813" formatCode="0_);[Red]\(0\)">
                  <c:v>21986.371428571427</c:v>
                </c:pt>
                <c:pt idx="2814" formatCode="0_);[Red]\(0\)">
                  <c:v>21986.371428571427</c:v>
                </c:pt>
                <c:pt idx="2815" formatCode="0_);[Red]\(0\)">
                  <c:v>21954.671428571426</c:v>
                </c:pt>
                <c:pt idx="2816" formatCode="0_);[Red]\(0\)">
                  <c:v>21643.971428571429</c:v>
                </c:pt>
                <c:pt idx="2817" formatCode="0_);[Red]\(0\)">
                  <c:v>21654.471428571429</c:v>
                </c:pt>
                <c:pt idx="2818" formatCode="0_);[Red]\(0\)">
                  <c:v>21654.471428571429</c:v>
                </c:pt>
                <c:pt idx="2819" formatCode="0_);[Red]\(0\)">
                  <c:v>21654.471428571429</c:v>
                </c:pt>
                <c:pt idx="2820" formatCode="0_);[Red]\(0\)">
                  <c:v>21654.471428571429</c:v>
                </c:pt>
                <c:pt idx="2821" formatCode="0_);[Red]\(0\)">
                  <c:v>21638.721428571429</c:v>
                </c:pt>
                <c:pt idx="2822" formatCode="0_);[Red]\(0\)">
                  <c:v>21628.121428571427</c:v>
                </c:pt>
                <c:pt idx="2823" formatCode="0_);[Red]\(0\)">
                  <c:v>21328.121428571427</c:v>
                </c:pt>
                <c:pt idx="2824" formatCode="0_);[Red]\(0\)">
                  <c:v>21242.871428571427</c:v>
                </c:pt>
                <c:pt idx="2825" formatCode="0_);[Red]\(0\)">
                  <c:v>21189.971428571429</c:v>
                </c:pt>
                <c:pt idx="2826" formatCode="0_);[Red]\(0\)">
                  <c:v>21189.971428571429</c:v>
                </c:pt>
                <c:pt idx="2827" formatCode="0_);[Red]\(0\)">
                  <c:v>21189.971428571429</c:v>
                </c:pt>
                <c:pt idx="2828" formatCode="0_);[Red]\(0\)">
                  <c:v>20168.771428571428</c:v>
                </c:pt>
                <c:pt idx="2829" formatCode="0_);[Red]\(0\)">
                  <c:v>19916.071428571428</c:v>
                </c:pt>
                <c:pt idx="2830" formatCode="0_);[Red]\(0\)">
                  <c:v>19916.071428571428</c:v>
                </c:pt>
                <c:pt idx="2831" formatCode="0_);[Red]\(0\)">
                  <c:v>19916.071428571428</c:v>
                </c:pt>
                <c:pt idx="2832" formatCode="0_);[Red]\(0\)">
                  <c:v>19916.071428571428</c:v>
                </c:pt>
                <c:pt idx="2833" formatCode="0_);[Red]\(0\)">
                  <c:v>19916.071428571428</c:v>
                </c:pt>
                <c:pt idx="2834" formatCode="0_);[Red]\(0\)">
                  <c:v>19916.071428571428</c:v>
                </c:pt>
                <c:pt idx="2835" formatCode="0_);[Red]\(0\)">
                  <c:v>19916.071428571428</c:v>
                </c:pt>
                <c:pt idx="2836" formatCode="0_);[Red]\(0\)">
                  <c:v>19916.071428571428</c:v>
                </c:pt>
                <c:pt idx="2837" formatCode="0_);[Red]\(0\)">
                  <c:v>19594.971428571429</c:v>
                </c:pt>
                <c:pt idx="2838" formatCode="0_);[Red]\(0\)">
                  <c:v>19594.971428571429</c:v>
                </c:pt>
                <c:pt idx="2839" formatCode="0_);[Red]\(0\)">
                  <c:v>19131.271428571428</c:v>
                </c:pt>
                <c:pt idx="2840" formatCode="0_);[Red]\(0\)">
                  <c:v>18910.071428571428</c:v>
                </c:pt>
                <c:pt idx="2841" formatCode="0_);[Red]\(0\)">
                  <c:v>18810.171428571426</c:v>
                </c:pt>
                <c:pt idx="2842" formatCode="0_);[Red]\(0\)">
                  <c:v>18810.171428571426</c:v>
                </c:pt>
                <c:pt idx="2843" formatCode="0_);[Red]\(0\)">
                  <c:v>18720.771428571428</c:v>
                </c:pt>
                <c:pt idx="2844" formatCode="0_);[Red]\(0\)">
                  <c:v>18614.271428571428</c:v>
                </c:pt>
                <c:pt idx="2845" formatCode="0_);[Red]\(0\)">
                  <c:v>18614.271428571428</c:v>
                </c:pt>
                <c:pt idx="2846" formatCode="0_);[Red]\(0\)">
                  <c:v>18514.271428571428</c:v>
                </c:pt>
                <c:pt idx="2847" formatCode="0_);[Red]\(0\)">
                  <c:v>18519.521428571428</c:v>
                </c:pt>
                <c:pt idx="2848" formatCode="0_);[Red]\(0\)">
                  <c:v>18519.521428571428</c:v>
                </c:pt>
                <c:pt idx="2849" formatCode="0_);[Red]\(0\)">
                  <c:v>18519.521428571428</c:v>
                </c:pt>
                <c:pt idx="2850" formatCode="0_);[Red]\(0\)">
                  <c:v>17830.021428571428</c:v>
                </c:pt>
                <c:pt idx="2851" formatCode="0_);[Red]\(0\)">
                  <c:v>16899.271428571428</c:v>
                </c:pt>
                <c:pt idx="2852" formatCode="0_);[Red]\(0\)">
                  <c:v>16909.771428571428</c:v>
                </c:pt>
                <c:pt idx="2853" formatCode="0_);[Red]\(0\)">
                  <c:v>16409.771428571428</c:v>
                </c:pt>
                <c:pt idx="2854" formatCode="0_);[Red]\(0\)">
                  <c:v>15609.771428571428</c:v>
                </c:pt>
                <c:pt idx="2855" formatCode="0_);[Red]\(0\)">
                  <c:v>15609.771428571428</c:v>
                </c:pt>
                <c:pt idx="2856" formatCode="0_);[Red]\(0\)">
                  <c:v>15609.771428571428</c:v>
                </c:pt>
                <c:pt idx="2857" formatCode="0_);[Red]\(0\)">
                  <c:v>16109.771428571428</c:v>
                </c:pt>
                <c:pt idx="2858" formatCode="0_);[Red]\(0\)">
                  <c:v>16109.671428571426</c:v>
                </c:pt>
                <c:pt idx="2859" formatCode="0_);[Red]\(0\)">
                  <c:v>16099.071428571428</c:v>
                </c:pt>
                <c:pt idx="2860" formatCode="0_);[Red]\(0\)">
                  <c:v>16077.871428571427</c:v>
                </c:pt>
                <c:pt idx="2861" formatCode="0_);[Red]\(0\)">
                  <c:v>15971.871428571427</c:v>
                </c:pt>
                <c:pt idx="2862" formatCode="0_);[Red]\(0\)">
                  <c:v>15971.871428571427</c:v>
                </c:pt>
                <c:pt idx="2863" formatCode="0_);[Red]\(0\)">
                  <c:v>15971.871428571427</c:v>
                </c:pt>
                <c:pt idx="2864" formatCode="0_);[Red]\(0\)">
                  <c:v>15677.171428571426</c:v>
                </c:pt>
                <c:pt idx="2865" formatCode="0_);[Red]\(0\)">
                  <c:v>15677.171428571426</c:v>
                </c:pt>
                <c:pt idx="2866" formatCode="0_);[Red]\(0\)">
                  <c:v>14866.571428571428</c:v>
                </c:pt>
                <c:pt idx="2867" formatCode="0_);[Red]\(0\)">
                  <c:v>13845.371428571427</c:v>
                </c:pt>
                <c:pt idx="2868" formatCode="0_);[Red]\(0\)">
                  <c:v>13813.571428571428</c:v>
                </c:pt>
                <c:pt idx="2869" formatCode="0_);[Red]\(0\)">
                  <c:v>13813.571428571428</c:v>
                </c:pt>
                <c:pt idx="2870" formatCode="0_);[Red]\(0\)">
                  <c:v>13813.571428571428</c:v>
                </c:pt>
                <c:pt idx="2871" formatCode="0_);[Red]\(0\)">
                  <c:v>13981.771428571428</c:v>
                </c:pt>
                <c:pt idx="2872" formatCode="0_);[Red]\(0\)">
                  <c:v>13960.771428571428</c:v>
                </c:pt>
                <c:pt idx="2873" formatCode="0_);[Red]\(0\)">
                  <c:v>13950.171428571426</c:v>
                </c:pt>
                <c:pt idx="2874" formatCode="0_);[Red]\(0\)">
                  <c:v>13160.871428571427</c:v>
                </c:pt>
                <c:pt idx="2875" formatCode="0_);[Red]\(0\)">
                  <c:v>13171.571428571428</c:v>
                </c:pt>
                <c:pt idx="2876" formatCode="0_);[Red]\(0\)">
                  <c:v>13171.571428571428</c:v>
                </c:pt>
                <c:pt idx="2877" formatCode="0_);[Red]\(0\)">
                  <c:v>13171.571428571428</c:v>
                </c:pt>
                <c:pt idx="2878" formatCode="0_);[Red]\(0\)">
                  <c:v>12692.771428571428</c:v>
                </c:pt>
                <c:pt idx="2879" formatCode="0_);[Red]\(0\)">
                  <c:v>12503.371428571427</c:v>
                </c:pt>
                <c:pt idx="2880" formatCode="0_);[Red]\(0\)">
                  <c:v>12503.371428571427</c:v>
                </c:pt>
                <c:pt idx="2881" formatCode="0_);[Red]\(0\)">
                  <c:v>12503.371428571427</c:v>
                </c:pt>
                <c:pt idx="2882" formatCode="0_);[Red]\(0\)">
                  <c:v>12192.871428571427</c:v>
                </c:pt>
                <c:pt idx="2883" formatCode="0_);[Red]\(0\)">
                  <c:v>12192.871428571427</c:v>
                </c:pt>
                <c:pt idx="2884" formatCode="0_);[Red]\(0\)">
                  <c:v>12192.871428571427</c:v>
                </c:pt>
                <c:pt idx="2885" formatCode="0_);[Red]\(0\)">
                  <c:v>11746.071428571428</c:v>
                </c:pt>
                <c:pt idx="2886" formatCode="0_);[Red]\(0\)">
                  <c:v>11767.271428571428</c:v>
                </c:pt>
                <c:pt idx="2887" formatCode="0_);[Red]\(0\)">
                  <c:v>11277.971428571429</c:v>
                </c:pt>
                <c:pt idx="2888" formatCode="0_);[Red]\(0\)">
                  <c:v>11288.571428571428</c:v>
                </c:pt>
                <c:pt idx="2889" formatCode="0_);[Red]\(0\)">
                  <c:v>11199.271428571428</c:v>
                </c:pt>
                <c:pt idx="2890" formatCode="0_);[Red]\(0\)">
                  <c:v>11199.271428571428</c:v>
                </c:pt>
                <c:pt idx="2891" formatCode="0_);[Red]\(0\)">
                  <c:v>11199.271428571428</c:v>
                </c:pt>
                <c:pt idx="2892" formatCode="0_);[Red]\(0\)">
                  <c:v>10999.271428571428</c:v>
                </c:pt>
                <c:pt idx="2893" formatCode="0_);[Red]\(0\)">
                  <c:v>10699.371428571427</c:v>
                </c:pt>
                <c:pt idx="2894" formatCode="0_);[Red]\(0\)">
                  <c:v>10678.371428571427</c:v>
                </c:pt>
                <c:pt idx="2895" formatCode="0_);[Red]\(0\)">
                  <c:v>10667.871428571427</c:v>
                </c:pt>
                <c:pt idx="2896" formatCode="0_);[Red]\(0\)">
                  <c:v>10189.071428571428</c:v>
                </c:pt>
                <c:pt idx="2897" formatCode="0_);[Red]\(0\)">
                  <c:v>10189.071428571428</c:v>
                </c:pt>
                <c:pt idx="2898" formatCode="0_);[Red]\(0\)">
                  <c:v>10189.071428571428</c:v>
                </c:pt>
                <c:pt idx="2899" formatCode="0_);[Red]\(0\)">
                  <c:v>10105.17142857143</c:v>
                </c:pt>
                <c:pt idx="2900" formatCode="0_);[Red]\(0\)">
                  <c:v>9726.3714285714268</c:v>
                </c:pt>
                <c:pt idx="2901" formatCode="0_);[Red]\(0\)">
                  <c:v>9810.7714285714283</c:v>
                </c:pt>
                <c:pt idx="2902" formatCode="0_);[Red]\(0\)">
                  <c:v>9837.0714285714275</c:v>
                </c:pt>
                <c:pt idx="2903" formatCode="0_);[Red]\(0\)">
                  <c:v>9637.0714285714275</c:v>
                </c:pt>
                <c:pt idx="2904" formatCode="0_);[Red]\(0\)">
                  <c:v>9637.0714285714275</c:v>
                </c:pt>
                <c:pt idx="2905" formatCode="0_);[Red]\(0\)">
                  <c:v>9637.0714285714275</c:v>
                </c:pt>
                <c:pt idx="2906" formatCode="0_);[Red]\(0\)">
                  <c:v>9710.8714285714268</c:v>
                </c:pt>
                <c:pt idx="2907" formatCode="0_);[Red]\(0\)">
                  <c:v>9626.0714285714275</c:v>
                </c:pt>
                <c:pt idx="2908" formatCode="0_);[Red]\(0\)">
                  <c:v>9636.471428571429</c:v>
                </c:pt>
                <c:pt idx="2909" formatCode="0_);[Red]\(0\)">
                  <c:v>9625.8714285714268</c:v>
                </c:pt>
                <c:pt idx="2910" formatCode="0_);[Red]\(0\)">
                  <c:v>9757.3714285714268</c:v>
                </c:pt>
                <c:pt idx="2911" formatCode="0_);[Red]\(0\)">
                  <c:v>9757.3714285714268</c:v>
                </c:pt>
                <c:pt idx="2912" formatCode="0_);[Red]\(0\)">
                  <c:v>9757.3714285714268</c:v>
                </c:pt>
                <c:pt idx="2913" formatCode="0_);[Red]\(0\)">
                  <c:v>9762.6714285714297</c:v>
                </c:pt>
                <c:pt idx="2914" formatCode="0_);[Red]\(0\)">
                  <c:v>9867.971428571429</c:v>
                </c:pt>
                <c:pt idx="2915" formatCode="0_);[Red]\(0\)">
                  <c:v>9778.5714285714275</c:v>
                </c:pt>
                <c:pt idx="2916" formatCode="0_);[Red]\(0\)">
                  <c:v>9520.6714285714297</c:v>
                </c:pt>
                <c:pt idx="2917" formatCode="0_);[Red]\(0\)">
                  <c:v>9841.6714285714297</c:v>
                </c:pt>
                <c:pt idx="2918" formatCode="0_);[Red]\(0\)">
                  <c:v>9841.6714285714297</c:v>
                </c:pt>
                <c:pt idx="2919" formatCode="0_);[Red]\(0\)">
                  <c:v>9841.6714285714297</c:v>
                </c:pt>
                <c:pt idx="2920" formatCode="0_);[Red]\(0\)">
                  <c:v>9573.471428571429</c:v>
                </c:pt>
                <c:pt idx="2921" formatCode="0_);[Red]\(0\)">
                  <c:v>9594.6714285714297</c:v>
                </c:pt>
                <c:pt idx="2922" formatCode="0_);[Red]\(0\)">
                  <c:v>9594.6714285714297</c:v>
                </c:pt>
                <c:pt idx="2923" formatCode="0_);[Red]\(0\)">
                  <c:v>9615.8714285714268</c:v>
                </c:pt>
                <c:pt idx="2924" formatCode="0_);[Red]\(0\)">
                  <c:v>9637.0714285714275</c:v>
                </c:pt>
                <c:pt idx="2925" formatCode="0_);[Red]\(0\)">
                  <c:v>9637.0714285714275</c:v>
                </c:pt>
                <c:pt idx="2926" formatCode="0_);[Red]\(0\)">
                  <c:v>9637.0714285714275</c:v>
                </c:pt>
                <c:pt idx="2927" formatCode="0_);[Red]\(0\)">
                  <c:v>9721.3714285714268</c:v>
                </c:pt>
                <c:pt idx="2928" formatCode="0_);[Red]\(0\)">
                  <c:v>9742.5714285714275</c:v>
                </c:pt>
                <c:pt idx="2929" formatCode="0_);[Red]\(0\)">
                  <c:v>9858.1714285714297</c:v>
                </c:pt>
                <c:pt idx="2930" formatCode="0_);[Red]\(0\)">
                  <c:v>9868.7714285714283</c:v>
                </c:pt>
                <c:pt idx="2931" formatCode="0_);[Red]\(0\)">
                  <c:v>9679.3714285714268</c:v>
                </c:pt>
                <c:pt idx="2932" formatCode="0_);[Red]\(0\)">
                  <c:v>9679.3714285714268</c:v>
                </c:pt>
                <c:pt idx="2933" formatCode="0_);[Red]\(0\)">
                  <c:v>9679.3714285714268</c:v>
                </c:pt>
                <c:pt idx="2934" formatCode="0_);[Red]\(0\)">
                  <c:v>9605.5714285714275</c:v>
                </c:pt>
                <c:pt idx="2935" formatCode="0_);[Red]\(0\)">
                  <c:v>9526.7714285714283</c:v>
                </c:pt>
                <c:pt idx="2936" formatCode="0_);[Red]\(0\)">
                  <c:v>9547.971428571429</c:v>
                </c:pt>
                <c:pt idx="2937" formatCode="0_);[Red]\(0\)">
                  <c:v>9547.971428571429</c:v>
                </c:pt>
                <c:pt idx="2938" formatCode="0_);[Red]\(0\)">
                  <c:v>9547.971428571429</c:v>
                </c:pt>
                <c:pt idx="2939" formatCode="0_);[Red]\(0\)">
                  <c:v>9547.971428571429</c:v>
                </c:pt>
                <c:pt idx="2940" formatCode="0_);[Red]\(0\)">
                  <c:v>9547.971428571429</c:v>
                </c:pt>
                <c:pt idx="2941" formatCode="0_);[Red]\(0\)">
                  <c:v>9279.471428571429</c:v>
                </c:pt>
                <c:pt idx="2942" formatCode="0_);[Red]\(0\)">
                  <c:v>9300.471428571429</c:v>
                </c:pt>
                <c:pt idx="2943" formatCode="0_);[Red]\(0\)">
                  <c:v>9400.471428571429</c:v>
                </c:pt>
                <c:pt idx="2944" formatCode="0_);[Red]\(0\)">
                  <c:v>9600.471428571429</c:v>
                </c:pt>
                <c:pt idx="2945" formatCode="0_);[Red]\(0\)">
                  <c:v>9600.471428571429</c:v>
                </c:pt>
                <c:pt idx="2946" formatCode="0_);[Red]\(0\)">
                  <c:v>9600.471428571429</c:v>
                </c:pt>
                <c:pt idx="2947" formatCode="0_);[Red]\(0\)">
                  <c:v>9811.0714285714275</c:v>
                </c:pt>
                <c:pt idx="2948" formatCode="0_);[Red]\(0\)">
                  <c:v>9821.5714285714275</c:v>
                </c:pt>
                <c:pt idx="2949" formatCode="0_);[Red]\(0\)">
                  <c:v>9821.5714285714275</c:v>
                </c:pt>
                <c:pt idx="2950" formatCode="0_);[Red]\(0\)">
                  <c:v>9821.5714285714275</c:v>
                </c:pt>
                <c:pt idx="2951" formatCode="0_);[Red]\(0\)">
                  <c:v>9821.5714285714275</c:v>
                </c:pt>
                <c:pt idx="2952" formatCode="0_);[Red]\(0\)">
                  <c:v>9821.5714285714275</c:v>
                </c:pt>
                <c:pt idx="2953" formatCode="0_);[Red]\(0\)">
                  <c:v>9821.5714285714275</c:v>
                </c:pt>
                <c:pt idx="2954" formatCode="0_);[Red]\(0\)">
                  <c:v>9821.5714285714275</c:v>
                </c:pt>
                <c:pt idx="2955" formatCode="0_);[Red]\(0\)">
                  <c:v>9821.5714285714275</c:v>
                </c:pt>
                <c:pt idx="2956" formatCode="0_);[Red]\(0\)">
                  <c:v>9821.5714285714275</c:v>
                </c:pt>
                <c:pt idx="2957" formatCode="0_);[Red]\(0\)">
                  <c:v>9821.5714285714275</c:v>
                </c:pt>
                <c:pt idx="2958" formatCode="0_);[Red]\(0\)">
                  <c:v>9821.5714285714275</c:v>
                </c:pt>
                <c:pt idx="2959" formatCode="0_);[Red]\(0\)">
                  <c:v>9821.5714285714275</c:v>
                </c:pt>
                <c:pt idx="2960" formatCode="0_);[Red]\(0\)">
                  <c:v>9832.1714285714297</c:v>
                </c:pt>
                <c:pt idx="2961" formatCode="0_);[Red]\(0\)">
                  <c:v>9832.1714285714297</c:v>
                </c:pt>
                <c:pt idx="2962" formatCode="0_);[Red]\(0\)">
                  <c:v>9842.7714285714283</c:v>
                </c:pt>
                <c:pt idx="2963" formatCode="0_);[Red]\(0\)">
                  <c:v>9932.1714285714297</c:v>
                </c:pt>
                <c:pt idx="2964" formatCode="0_);[Red]\(0\)">
                  <c:v>9921.6714285714297</c:v>
                </c:pt>
                <c:pt idx="2965" formatCode="0_);[Red]\(0\)">
                  <c:v>9911.0714285714275</c:v>
                </c:pt>
                <c:pt idx="2966" formatCode="0_);[Red]\(0\)">
                  <c:v>9921.6714285714297</c:v>
                </c:pt>
                <c:pt idx="2967" formatCode="0_);[Red]\(0\)">
                  <c:v>9921.6714285714297</c:v>
                </c:pt>
                <c:pt idx="2968" formatCode="0_);[Red]\(0\)">
                  <c:v>9921.6714285714297</c:v>
                </c:pt>
                <c:pt idx="2969" formatCode="0_);[Red]\(0\)">
                  <c:v>9879.7714285714283</c:v>
                </c:pt>
                <c:pt idx="2970" formatCode="0_);[Red]\(0\)">
                  <c:v>10379.771428571428</c:v>
                </c:pt>
                <c:pt idx="2971" formatCode="0_);[Red]\(0\)">
                  <c:v>10379.771428571428</c:v>
                </c:pt>
                <c:pt idx="2972" formatCode="0_);[Red]\(0\)">
                  <c:v>10411.371428571427</c:v>
                </c:pt>
                <c:pt idx="2973" formatCode="0_);[Red]\(0\)">
                  <c:v>10611.371428571427</c:v>
                </c:pt>
                <c:pt idx="2974" formatCode="0_);[Red]\(0\)">
                  <c:v>10611.371428571427</c:v>
                </c:pt>
                <c:pt idx="2975" formatCode="0_);[Red]\(0\)">
                  <c:v>10611.371428571427</c:v>
                </c:pt>
                <c:pt idx="2976" formatCode="0_);[Red]\(0\)">
                  <c:v>10811.371428571427</c:v>
                </c:pt>
                <c:pt idx="2977" formatCode="0_);[Red]\(0\)">
                  <c:v>10827.071428571428</c:v>
                </c:pt>
                <c:pt idx="2978" formatCode="0_);[Red]\(0\)">
                  <c:v>10779.371428571427</c:v>
                </c:pt>
                <c:pt idx="2979" formatCode="0_);[Red]\(0\)">
                  <c:v>10768.771428571428</c:v>
                </c:pt>
                <c:pt idx="2980" formatCode="0_);[Red]\(0\)">
                  <c:v>10768.771428571428</c:v>
                </c:pt>
                <c:pt idx="2981" formatCode="0_);[Red]\(0\)">
                  <c:v>10768.771428571428</c:v>
                </c:pt>
                <c:pt idx="2982" formatCode="0_);[Red]\(0\)">
                  <c:v>10768.771428571428</c:v>
                </c:pt>
                <c:pt idx="2983" formatCode="0_);[Red]\(0\)">
                  <c:v>10847.571428571428</c:v>
                </c:pt>
                <c:pt idx="2984" formatCode="0_);[Red]\(0\)">
                  <c:v>10963.071428571428</c:v>
                </c:pt>
                <c:pt idx="2985" formatCode="0_);[Red]\(0\)">
                  <c:v>10941.871428571427</c:v>
                </c:pt>
                <c:pt idx="2986" formatCode="0_);[Red]\(0\)">
                  <c:v>11431.271428571428</c:v>
                </c:pt>
                <c:pt idx="2987" formatCode="0_);[Red]\(0\)">
                  <c:v>11731.271428571428</c:v>
                </c:pt>
                <c:pt idx="2988" formatCode="0_);[Red]\(0\)">
                  <c:v>11731.271428571428</c:v>
                </c:pt>
                <c:pt idx="2989" formatCode="0_);[Red]\(0\)">
                  <c:v>11731.271428571428</c:v>
                </c:pt>
                <c:pt idx="2990" formatCode="0_);[Red]\(0\)">
                  <c:v>11715.271428571428</c:v>
                </c:pt>
                <c:pt idx="2991" formatCode="0_);[Red]\(0\)">
                  <c:v>12015.271428571428</c:v>
                </c:pt>
                <c:pt idx="2992" formatCode="0_);[Red]\(0\)">
                  <c:v>12015.271428571428</c:v>
                </c:pt>
                <c:pt idx="2993" formatCode="0_);[Red]\(0\)">
                  <c:v>12204.671428571426</c:v>
                </c:pt>
                <c:pt idx="2994" formatCode="0_);[Red]\(0\)">
                  <c:v>12362.071428571428</c:v>
                </c:pt>
                <c:pt idx="2995" formatCode="0_);[Red]\(0\)">
                  <c:v>12362.071428571428</c:v>
                </c:pt>
                <c:pt idx="2996" formatCode="0_);[Red]\(0\)">
                  <c:v>12362.071428571428</c:v>
                </c:pt>
                <c:pt idx="2997" formatCode="0_);[Red]\(0\)">
                  <c:v>12440.871428571427</c:v>
                </c:pt>
                <c:pt idx="2998" formatCode="0_);[Red]\(0\)">
                  <c:v>12440.571428571428</c:v>
                </c:pt>
                <c:pt idx="2999" formatCode="0_);[Red]\(0\)">
                  <c:v>12697.971428571429</c:v>
                </c:pt>
                <c:pt idx="3000" formatCode="0_);[Red]\(0\)">
                  <c:v>12676.771428571428</c:v>
                </c:pt>
                <c:pt idx="3001" formatCode="0_);[Red]\(0\)">
                  <c:v>12676.571428571428</c:v>
                </c:pt>
                <c:pt idx="3002" formatCode="0_);[Red]\(0\)">
                  <c:v>12676.571428571428</c:v>
                </c:pt>
                <c:pt idx="3003" formatCode="0_);[Red]\(0\)">
                  <c:v>12676.571428571428</c:v>
                </c:pt>
                <c:pt idx="3004" formatCode="0_);[Red]\(0\)">
                  <c:v>12687.171428571426</c:v>
                </c:pt>
                <c:pt idx="3005" formatCode="0_);[Red]\(0\)">
                  <c:v>12697.771428571428</c:v>
                </c:pt>
                <c:pt idx="3006" formatCode="0_);[Red]\(0\)">
                  <c:v>12660.371428571427</c:v>
                </c:pt>
                <c:pt idx="3007" formatCode="0_);[Red]\(0\)">
                  <c:v>12660.371428571427</c:v>
                </c:pt>
                <c:pt idx="3008" formatCode="0_);[Red]\(0\)">
                  <c:v>12860.371428571427</c:v>
                </c:pt>
                <c:pt idx="3009" formatCode="0_);[Red]\(0\)">
                  <c:v>12860.371428571427</c:v>
                </c:pt>
                <c:pt idx="3010" formatCode="0_);[Red]\(0\)">
                  <c:v>12860.371428571427</c:v>
                </c:pt>
                <c:pt idx="3011" formatCode="0_);[Red]\(0\)">
                  <c:v>12791.871428571427</c:v>
                </c:pt>
                <c:pt idx="3012" formatCode="0_);[Red]\(0\)">
                  <c:v>12791.871428571427</c:v>
                </c:pt>
                <c:pt idx="3013" formatCode="0_);[Red]\(0\)">
                  <c:v>12781.371428571427</c:v>
                </c:pt>
                <c:pt idx="3014" formatCode="0_);[Red]\(0\)">
                  <c:v>12781.371428571427</c:v>
                </c:pt>
                <c:pt idx="3015" formatCode="0_);[Red]\(0\)">
                  <c:v>12770.771428571428</c:v>
                </c:pt>
                <c:pt idx="3016" formatCode="0_);[Red]\(0\)">
                  <c:v>12770.771428571428</c:v>
                </c:pt>
                <c:pt idx="3017" formatCode="0_);[Red]\(0\)">
                  <c:v>12770.771428571428</c:v>
                </c:pt>
                <c:pt idx="3018" formatCode="0_);[Red]\(0\)">
                  <c:v>12770.771428571428</c:v>
                </c:pt>
                <c:pt idx="3019" formatCode="0_);[Red]\(0\)">
                  <c:v>12728.471428571429</c:v>
                </c:pt>
                <c:pt idx="3020" formatCode="0_);[Red]\(0\)">
                  <c:v>12807.271428571428</c:v>
                </c:pt>
                <c:pt idx="3021" formatCode="0_);[Red]\(0\)">
                  <c:v>12986.071428571428</c:v>
                </c:pt>
                <c:pt idx="3022" formatCode="0_);[Red]\(0\)">
                  <c:v>12664.871428571427</c:v>
                </c:pt>
                <c:pt idx="3023" formatCode="0_);[Red]\(0\)">
                  <c:v>12664.871428571427</c:v>
                </c:pt>
                <c:pt idx="3024" formatCode="0_);[Red]\(0\)">
                  <c:v>12664.871428571427</c:v>
                </c:pt>
                <c:pt idx="3025" formatCode="0_);[Red]\(0\)">
                  <c:v>12685.971428571429</c:v>
                </c:pt>
                <c:pt idx="3026" formatCode="0_);[Red]\(0\)">
                  <c:v>12696.571428571428</c:v>
                </c:pt>
                <c:pt idx="3027" formatCode="0_);[Red]\(0\)">
                  <c:v>12607.171428571426</c:v>
                </c:pt>
                <c:pt idx="3028" formatCode="0_);[Red]\(0\)">
                  <c:v>12628.271428571428</c:v>
                </c:pt>
                <c:pt idx="3029" formatCode="0_);[Red]\(0\)">
                  <c:v>12538.871428571427</c:v>
                </c:pt>
                <c:pt idx="3030" formatCode="0_);[Red]\(0\)">
                  <c:v>12538.871428571427</c:v>
                </c:pt>
                <c:pt idx="3031" formatCode="0_);[Red]\(0\)">
                  <c:v>12538.871428571427</c:v>
                </c:pt>
                <c:pt idx="3032" formatCode="0_);[Red]\(0\)">
                  <c:v>12549.371428571427</c:v>
                </c:pt>
                <c:pt idx="3033" formatCode="0_);[Red]\(0\)">
                  <c:v>12586.771428571428</c:v>
                </c:pt>
                <c:pt idx="3034" formatCode="0_);[Red]\(0\)">
                  <c:v>12265.671428571426</c:v>
                </c:pt>
                <c:pt idx="3035" formatCode="0_);[Red]\(0\)">
                  <c:v>11444.471428571429</c:v>
                </c:pt>
                <c:pt idx="3036" formatCode="0_);[Red]\(0\)">
                  <c:v>11433.971428571429</c:v>
                </c:pt>
                <c:pt idx="3037" formatCode="0_);[Red]\(0\)">
                  <c:v>11433.971428571429</c:v>
                </c:pt>
                <c:pt idx="3038" formatCode="0_);[Red]\(0\)">
                  <c:v>11433.971428571429</c:v>
                </c:pt>
                <c:pt idx="3039" formatCode="0_);[Red]\(0\)">
                  <c:v>11423.271428571428</c:v>
                </c:pt>
                <c:pt idx="3040" formatCode="0_);[Red]\(0\)">
                  <c:v>11223.271428571428</c:v>
                </c:pt>
                <c:pt idx="3041" formatCode="0_);[Red]\(0\)">
                  <c:v>11223.271428571428</c:v>
                </c:pt>
                <c:pt idx="3042" formatCode="0_);[Red]\(0\)">
                  <c:v>11223.271428571428</c:v>
                </c:pt>
                <c:pt idx="3043" formatCode="0_);[Red]\(0\)">
                  <c:v>11223.271428571428</c:v>
                </c:pt>
                <c:pt idx="3044" formatCode="0_);[Red]\(0\)">
                  <c:v>11223.271428571428</c:v>
                </c:pt>
                <c:pt idx="3045" formatCode="0_);[Red]\(0\)">
                  <c:v>10823.271428571428</c:v>
                </c:pt>
                <c:pt idx="3046" formatCode="0_);[Red]\(0\)">
                  <c:v>10433.67142857143</c:v>
                </c:pt>
                <c:pt idx="3047" formatCode="0_);[Red]\(0\)">
                  <c:v>10433.67142857143</c:v>
                </c:pt>
                <c:pt idx="3048" formatCode="0_);[Red]\(0\)">
                  <c:v>10454.67142857143</c:v>
                </c:pt>
                <c:pt idx="3049" formatCode="0_);[Red]\(0\)">
                  <c:v>10454.67142857143</c:v>
                </c:pt>
                <c:pt idx="3050" formatCode="0_);[Red]\(0\)">
                  <c:v>10486.67142857143</c:v>
                </c:pt>
                <c:pt idx="3051" formatCode="0_);[Red]\(0\)">
                  <c:v>10486.67142857143</c:v>
                </c:pt>
                <c:pt idx="3052" formatCode="0_);[Red]\(0\)">
                  <c:v>10486.67142857143</c:v>
                </c:pt>
                <c:pt idx="3053" formatCode="0_);[Red]\(0\)">
                  <c:v>10465.471428571429</c:v>
                </c:pt>
                <c:pt idx="3054" formatCode="0_);[Red]\(0\)">
                  <c:v>10423.071428571428</c:v>
                </c:pt>
                <c:pt idx="3055" formatCode="0_);[Red]\(0\)">
                  <c:v>10401.871428571427</c:v>
                </c:pt>
                <c:pt idx="3056" formatCode="0_);[Red]\(0\)">
                  <c:v>9891.1714285714297</c:v>
                </c:pt>
                <c:pt idx="3057" formatCode="0_);[Red]\(0\)">
                  <c:v>8891.1714285714297</c:v>
                </c:pt>
                <c:pt idx="3058" formatCode="0_);[Red]\(0\)">
                  <c:v>8891.1714285714297</c:v>
                </c:pt>
                <c:pt idx="3059" formatCode="0_);[Red]\(0\)">
                  <c:v>8891.1714285714297</c:v>
                </c:pt>
                <c:pt idx="3060" formatCode="0_);[Red]\(0\)">
                  <c:v>8691.1714285714297</c:v>
                </c:pt>
                <c:pt idx="3061" formatCode="0_);[Red]\(0\)">
                  <c:v>8423.0714285714275</c:v>
                </c:pt>
                <c:pt idx="3062" formatCode="0_);[Red]\(0\)">
                  <c:v>8401.7714285714283</c:v>
                </c:pt>
                <c:pt idx="3063" formatCode="0_);[Red]\(0\)">
                  <c:v>7912.2714285714292</c:v>
                </c:pt>
                <c:pt idx="3064" formatCode="0_);[Red]\(0\)">
                  <c:v>7891.0714285714284</c:v>
                </c:pt>
                <c:pt idx="3065" formatCode="0_);[Red]\(0\)">
                  <c:v>7891.0714285714284</c:v>
                </c:pt>
                <c:pt idx="3066" formatCode="0_);[Red]\(0\)">
                  <c:v>7891.0714285714284</c:v>
                </c:pt>
                <c:pt idx="3067" formatCode="0_);[Red]\(0\)">
                  <c:v>7907.0714285714284</c:v>
                </c:pt>
                <c:pt idx="3068" formatCode="0_);[Red]\(0\)">
                  <c:v>7428.2714285714292</c:v>
                </c:pt>
                <c:pt idx="3069" formatCode="0_);[Red]\(0\)">
                  <c:v>7438.7714285714292</c:v>
                </c:pt>
                <c:pt idx="3070" formatCode="0_);[Red]\(0\)">
                  <c:v>7459.7714285714292</c:v>
                </c:pt>
                <c:pt idx="3071" formatCode="0_);[Red]\(0\)">
                  <c:v>7459.7714285714292</c:v>
                </c:pt>
                <c:pt idx="3072" formatCode="0_);[Red]\(0\)">
                  <c:v>7459.7714285714292</c:v>
                </c:pt>
                <c:pt idx="3073" formatCode="0_);[Red]\(0\)">
                  <c:v>7459.7714285714292</c:v>
                </c:pt>
                <c:pt idx="3074" formatCode="0_);[Red]\(0\)">
                  <c:v>7459.7714285714292</c:v>
                </c:pt>
                <c:pt idx="3075" formatCode="0_);[Red]\(0\)">
                  <c:v>7223.7714285714292</c:v>
                </c:pt>
                <c:pt idx="3076" formatCode="0_);[Red]\(0\)">
                  <c:v>7023.7714285714292</c:v>
                </c:pt>
                <c:pt idx="3077" formatCode="0_);[Red]\(0\)">
                  <c:v>6855.5714285714284</c:v>
                </c:pt>
                <c:pt idx="3078" formatCode="0_);[Red]\(0\)">
                  <c:v>6566.1714285714288</c:v>
                </c:pt>
                <c:pt idx="3079" formatCode="0_);[Red]\(0\)">
                  <c:v>6566.1714285714288</c:v>
                </c:pt>
                <c:pt idx="3080" formatCode="0_);[Red]\(0\)">
                  <c:v>6566.1714285714288</c:v>
                </c:pt>
                <c:pt idx="3081" formatCode="0_);[Red]\(0\)">
                  <c:v>6397.7714285714292</c:v>
                </c:pt>
                <c:pt idx="3082" formatCode="0_);[Red]\(0\)">
                  <c:v>6135.1714285714288</c:v>
                </c:pt>
                <c:pt idx="3083" formatCode="0_);[Red]\(0\)">
                  <c:v>5614.0714285714284</c:v>
                </c:pt>
                <c:pt idx="3084" formatCode="0_);[Red]\(0\)">
                  <c:v>5414.0714285714284</c:v>
                </c:pt>
                <c:pt idx="3085" formatCode="0_);[Red]\(0\)">
                  <c:v>5393.0714285714284</c:v>
                </c:pt>
                <c:pt idx="3086" formatCode="0_);[Red]\(0\)">
                  <c:v>5393.0714285714284</c:v>
                </c:pt>
                <c:pt idx="3087" formatCode="0_);[Red]\(0\)">
                  <c:v>5393.0714285714284</c:v>
                </c:pt>
                <c:pt idx="3088" formatCode="0_);[Red]\(0\)">
                  <c:v>5393.0714285714284</c:v>
                </c:pt>
                <c:pt idx="3089" formatCode="0_);[Red]\(0\)">
                  <c:v>5382.5714285714284</c:v>
                </c:pt>
                <c:pt idx="3090" formatCode="0_);[Red]\(0\)">
                  <c:v>5103.7714285714292</c:v>
                </c:pt>
                <c:pt idx="3091" formatCode="0_);[Red]\(0\)">
                  <c:v>4935.5714285714284</c:v>
                </c:pt>
                <c:pt idx="3092" formatCode="0_);[Red]\(0\)">
                  <c:v>4956.7714285714292</c:v>
                </c:pt>
                <c:pt idx="3093" formatCode="0_);[Red]\(0\)">
                  <c:v>4956.7714285714292</c:v>
                </c:pt>
                <c:pt idx="3094" formatCode="0_);[Red]\(0\)">
                  <c:v>4956.7714285714292</c:v>
                </c:pt>
                <c:pt idx="3095" formatCode="0_);[Red]\(0\)">
                  <c:v>4978.0714285714284</c:v>
                </c:pt>
                <c:pt idx="3096" formatCode="0_);[Red]\(0\)">
                  <c:v>4699.2714285714292</c:v>
                </c:pt>
                <c:pt idx="3097" formatCode="0_);[Red]\(0\)">
                  <c:v>4909.8714285714277</c:v>
                </c:pt>
                <c:pt idx="3098" formatCode="0_);[Red]\(0\)">
                  <c:v>4899.3714285714277</c:v>
                </c:pt>
                <c:pt idx="3099" formatCode="0_);[Red]\(0\)">
                  <c:v>4973.5714285714284</c:v>
                </c:pt>
                <c:pt idx="3100" formatCode="0_);[Red]\(0\)">
                  <c:v>4973.5714285714284</c:v>
                </c:pt>
                <c:pt idx="3101" formatCode="0_);[Red]\(0\)">
                  <c:v>4973.5714285714284</c:v>
                </c:pt>
                <c:pt idx="3102" formatCode="0_);[Red]\(0\)">
                  <c:v>5159.7714285714292</c:v>
                </c:pt>
                <c:pt idx="3103" formatCode="0_);[Red]\(0\)">
                  <c:v>5239.5714285714284</c:v>
                </c:pt>
                <c:pt idx="3104" formatCode="0_);[Red]\(0\)">
                  <c:v>5250.1714285714288</c:v>
                </c:pt>
                <c:pt idx="3105" formatCode="0_);[Red]\(0\)">
                  <c:v>5139.5714285714284</c:v>
                </c:pt>
                <c:pt idx="3106" formatCode="0_);[Red]\(0\)">
                  <c:v>5139.5714285714284</c:v>
                </c:pt>
                <c:pt idx="3107" formatCode="0_);[Red]\(0\)">
                  <c:v>5139.5714285714284</c:v>
                </c:pt>
                <c:pt idx="3108" formatCode="0_);[Red]\(0\)">
                  <c:v>5139.5714285714284</c:v>
                </c:pt>
                <c:pt idx="3109" formatCode="0_);[Red]\(0\)">
                  <c:v>5075.9714285714281</c:v>
                </c:pt>
                <c:pt idx="3110" formatCode="0_);[Red]\(0\)">
                  <c:v>5049.5714285714284</c:v>
                </c:pt>
                <c:pt idx="3111" formatCode="0_);[Red]\(0\)">
                  <c:v>5065.5714285714284</c:v>
                </c:pt>
                <c:pt idx="3112" formatCode="0_);[Red]\(0\)">
                  <c:v>5076.1714285714288</c:v>
                </c:pt>
                <c:pt idx="3113" formatCode="0_);[Red]\(0\)">
                  <c:v>5076.1714285714288</c:v>
                </c:pt>
                <c:pt idx="3114" formatCode="0_);[Red]\(0\)">
                  <c:v>5076.1714285714288</c:v>
                </c:pt>
                <c:pt idx="3115" formatCode="0_);[Red]\(0\)">
                  <c:v>5076.1714285714288</c:v>
                </c:pt>
                <c:pt idx="3116" formatCode="0_);[Red]\(0\)">
                  <c:v>5097.3714285714277</c:v>
                </c:pt>
                <c:pt idx="3117" formatCode="0_);[Red]\(0\)">
                  <c:v>5329.3714285714277</c:v>
                </c:pt>
                <c:pt idx="3118" formatCode="0_);[Red]\(0\)">
                  <c:v>5371.7714285714292</c:v>
                </c:pt>
                <c:pt idx="3119" formatCode="0_);[Red]\(0\)">
                  <c:v>5419.5714285714284</c:v>
                </c:pt>
                <c:pt idx="3120" formatCode="0_);[Red]\(0\)">
                  <c:v>5419.5714285714284</c:v>
                </c:pt>
                <c:pt idx="3121" formatCode="0_);[Red]\(0\)">
                  <c:v>5419.5714285714284</c:v>
                </c:pt>
                <c:pt idx="3122" formatCode="0_);[Red]\(0\)">
                  <c:v>5419.5714285714284</c:v>
                </c:pt>
                <c:pt idx="3123" formatCode="0_);[Red]\(0\)">
                  <c:v>5430.1714285714288</c:v>
                </c:pt>
                <c:pt idx="3124" formatCode="0_);[Red]\(0\)">
                  <c:v>5993.7714285714292</c:v>
                </c:pt>
                <c:pt idx="3125" formatCode="0_);[Red]\(0\)">
                  <c:v>6014.9714285714281</c:v>
                </c:pt>
                <c:pt idx="3126" formatCode="0_);[Red]\(0\)">
                  <c:v>6057.5714285714284</c:v>
                </c:pt>
                <c:pt idx="3127" formatCode="0_);[Red]\(0\)">
                  <c:v>6278.7714285714292</c:v>
                </c:pt>
                <c:pt idx="3128" formatCode="0_);[Red]\(0\)">
                  <c:v>6378.7714285714292</c:v>
                </c:pt>
                <c:pt idx="3129" formatCode="0_);[Red]\(0\)">
                  <c:v>6378.7714285714292</c:v>
                </c:pt>
                <c:pt idx="3130" formatCode="0_);[Red]\(0\)">
                  <c:v>6289.3714285714277</c:v>
                </c:pt>
                <c:pt idx="3131" formatCode="0_);[Red]\(0\)">
                  <c:v>6357.7714285714292</c:v>
                </c:pt>
                <c:pt idx="3132" formatCode="0_);[Red]\(0\)">
                  <c:v>6273.7714285714292</c:v>
                </c:pt>
                <c:pt idx="3133" formatCode="0_);[Red]\(0\)">
                  <c:v>6063.1714285714288</c:v>
                </c:pt>
                <c:pt idx="3134" formatCode="0_);[Red]\(0\)">
                  <c:v>6052.5714285714284</c:v>
                </c:pt>
                <c:pt idx="3135" formatCode="0_);[Red]\(0\)">
                  <c:v>6052.5714285714284</c:v>
                </c:pt>
                <c:pt idx="3136" formatCode="0_);[Red]\(0\)">
                  <c:v>6052.5714285714284</c:v>
                </c:pt>
                <c:pt idx="3137" formatCode="0_);[Red]\(0\)">
                  <c:v>6252.5714285714284</c:v>
                </c:pt>
                <c:pt idx="3138" formatCode="0_);[Red]\(0\)">
                  <c:v>6252.5714285714284</c:v>
                </c:pt>
                <c:pt idx="3139" formatCode="0_);[Red]\(0\)">
                  <c:v>6284.5714285714284</c:v>
                </c:pt>
                <c:pt idx="3140" formatCode="0_);[Red]\(0\)">
                  <c:v>6595.1714285714288</c:v>
                </c:pt>
                <c:pt idx="3141" formatCode="0_);[Red]\(0\)">
                  <c:v>6795.1714285714288</c:v>
                </c:pt>
                <c:pt idx="3142" formatCode="0_);[Red]\(0\)">
                  <c:v>6795.1714285714288</c:v>
                </c:pt>
                <c:pt idx="3143" formatCode="0_);[Red]\(0\)">
                  <c:v>6795.1714285714288</c:v>
                </c:pt>
                <c:pt idx="3144" formatCode="0_);[Red]\(0\)">
                  <c:v>6821.9714285714281</c:v>
                </c:pt>
                <c:pt idx="3145" formatCode="0_);[Red]\(0\)">
                  <c:v>6921.9714285714281</c:v>
                </c:pt>
                <c:pt idx="3146" formatCode="0_);[Red]\(0\)">
                  <c:v>6879.5714285714284</c:v>
                </c:pt>
                <c:pt idx="3147" formatCode="0_);[Red]\(0\)">
                  <c:v>6826.5714285714284</c:v>
                </c:pt>
                <c:pt idx="3148" formatCode="0_);[Red]\(0\)">
                  <c:v>6773.5714285714284</c:v>
                </c:pt>
                <c:pt idx="3149" formatCode="0_);[Red]\(0\)">
                  <c:v>6773.5714285714284</c:v>
                </c:pt>
                <c:pt idx="3150" formatCode="0_);[Red]\(0\)">
                  <c:v>6773.5714285714284</c:v>
                </c:pt>
                <c:pt idx="3151" formatCode="0_);[Red]\(0\)">
                  <c:v>6762.9714285714281</c:v>
                </c:pt>
                <c:pt idx="3152" formatCode="0_);[Red]\(0\)">
                  <c:v>6784.3714285714277</c:v>
                </c:pt>
                <c:pt idx="3153" formatCode="0_);[Red]\(0\)">
                  <c:v>6794.9714285714281</c:v>
                </c:pt>
                <c:pt idx="3154" formatCode="0_);[Red]\(0\)">
                  <c:v>7005.5714285714284</c:v>
                </c:pt>
                <c:pt idx="3155" formatCode="0_);[Red]\(0\)">
                  <c:v>7005.5714285714284</c:v>
                </c:pt>
                <c:pt idx="3156" formatCode="0_);[Red]\(0\)">
                  <c:v>7005.5714285714284</c:v>
                </c:pt>
                <c:pt idx="3157" formatCode="0_);[Red]\(0\)">
                  <c:v>7005.5714285714284</c:v>
                </c:pt>
                <c:pt idx="3158" formatCode="0_);[Red]\(0\)">
                  <c:v>7116.1714285714288</c:v>
                </c:pt>
                <c:pt idx="3159" formatCode="0_);[Red]\(0\)">
                  <c:v>7258.5714285714284</c:v>
                </c:pt>
                <c:pt idx="3160" formatCode="0_);[Red]\(0\)">
                  <c:v>7211.5714285714284</c:v>
                </c:pt>
                <c:pt idx="3161" formatCode="0_);[Red]\(0\)">
                  <c:v>7311.5714285714284</c:v>
                </c:pt>
                <c:pt idx="3162" formatCode="0_);[Red]\(0\)">
                  <c:v>7258.5714285714284</c:v>
                </c:pt>
                <c:pt idx="3163" formatCode="0_);[Red]\(0\)">
                  <c:v>7258.5714285714284</c:v>
                </c:pt>
                <c:pt idx="3164" formatCode="0_);[Red]\(0\)">
                  <c:v>7258.5714285714284</c:v>
                </c:pt>
                <c:pt idx="3165" formatCode="0_);[Red]\(0\)">
                  <c:v>7237.3714285714277</c:v>
                </c:pt>
                <c:pt idx="3166" formatCode="0_);[Red]\(0\)">
                  <c:v>7000.3714285714277</c:v>
                </c:pt>
                <c:pt idx="3167" formatCode="0_);[Red]\(0\)">
                  <c:v>6679.0714285714284</c:v>
                </c:pt>
                <c:pt idx="3168" formatCode="0_);[Red]\(0\)">
                  <c:v>6679.0714285714284</c:v>
                </c:pt>
                <c:pt idx="3169" formatCode="0_);[Red]\(0\)">
                  <c:v>6579.0714285714284</c:v>
                </c:pt>
                <c:pt idx="3170" formatCode="0_);[Red]\(0\)">
                  <c:v>6579.0714285714284</c:v>
                </c:pt>
                <c:pt idx="3171" formatCode="0_);[Red]\(0\)">
                  <c:v>6579.0714285714284</c:v>
                </c:pt>
                <c:pt idx="3172" formatCode="0_);[Red]\(0\)">
                  <c:v>6579.0714285714284</c:v>
                </c:pt>
                <c:pt idx="3173" formatCode="0_);[Red]\(0\)">
                  <c:v>6579.0714285714284</c:v>
                </c:pt>
                <c:pt idx="3174" formatCode="0_);[Red]\(0\)">
                  <c:v>6568.5714285714284</c:v>
                </c:pt>
                <c:pt idx="3175" formatCode="0_);[Red]\(0\)">
                  <c:v>6536.7714285714292</c:v>
                </c:pt>
                <c:pt idx="3176" formatCode="0_);[Red]\(0\)">
                  <c:v>6615.5714285714284</c:v>
                </c:pt>
                <c:pt idx="3177" formatCode="0_);[Red]\(0\)">
                  <c:v>6715.5714285714284</c:v>
                </c:pt>
                <c:pt idx="3178" formatCode="0_);[Red]\(0\)">
                  <c:v>6715.5714285714284</c:v>
                </c:pt>
                <c:pt idx="3179" formatCode="0_);[Red]\(0\)">
                  <c:v>6615.5714285714284</c:v>
                </c:pt>
                <c:pt idx="3180" formatCode="0_);[Red]\(0\)">
                  <c:v>6726.1714285714288</c:v>
                </c:pt>
                <c:pt idx="3181" formatCode="0_);[Red]\(0\)">
                  <c:v>6626.1714285714288</c:v>
                </c:pt>
                <c:pt idx="3182" formatCode="0_);[Red]\(0\)">
                  <c:v>6726.1714285714288</c:v>
                </c:pt>
                <c:pt idx="3183" formatCode="0_);[Red]\(0\)">
                  <c:v>6826.1714285714288</c:v>
                </c:pt>
                <c:pt idx="3184" formatCode="0_);[Red]\(0\)">
                  <c:v>6826.1714285714288</c:v>
                </c:pt>
                <c:pt idx="3185" formatCode="0_);[Red]\(0\)">
                  <c:v>6826.1714285714288</c:v>
                </c:pt>
                <c:pt idx="3186" formatCode="0_);[Red]\(0\)">
                  <c:v>5155.5714285714284</c:v>
                </c:pt>
                <c:pt idx="3187" formatCode="0_);[Red]\(0\)">
                  <c:v>5155.5714285714284</c:v>
                </c:pt>
                <c:pt idx="3188" formatCode="0_);[Red]\(0\)">
                  <c:v>6626.0714285714284</c:v>
                </c:pt>
                <c:pt idx="3189" formatCode="0_);[Red]\(0\)">
                  <c:v>6626.0714285714284</c:v>
                </c:pt>
                <c:pt idx="3190" formatCode="0_);[Red]\(0\)">
                  <c:v>6604.8714285714277</c:v>
                </c:pt>
                <c:pt idx="3191" formatCode="0_);[Red]\(0\)">
                  <c:v>6588.8714285714277</c:v>
                </c:pt>
                <c:pt idx="3192" formatCode="0_);[Red]\(0\)">
                  <c:v>6525.2714285714292</c:v>
                </c:pt>
                <c:pt idx="3193" formatCode="0_);[Red]\(0\)">
                  <c:v>6525.2714285714292</c:v>
                </c:pt>
                <c:pt idx="3194" formatCode="0_);[Red]\(0\)">
                  <c:v>6514.5714285714284</c:v>
                </c:pt>
                <c:pt idx="3195" formatCode="0_);[Red]\(0\)">
                  <c:v>6514.5714285714284</c:v>
                </c:pt>
                <c:pt idx="3196" formatCode="0_);[Red]\(0\)">
                  <c:v>6514.5714285714284</c:v>
                </c:pt>
                <c:pt idx="3197" formatCode="0_);[Red]\(0\)">
                  <c:v>6514.5714285714284</c:v>
                </c:pt>
                <c:pt idx="3198" formatCode="0_);[Red]\(0\)">
                  <c:v>6514.5714285714284</c:v>
                </c:pt>
                <c:pt idx="3199" formatCode="0_);[Red]\(0\)">
                  <c:v>6514.5714285714284</c:v>
                </c:pt>
                <c:pt idx="3200" formatCode="0_);[Red]\(0\)">
                  <c:v>6514.5714285714284</c:v>
                </c:pt>
                <c:pt idx="3201" formatCode="0_);[Red]\(0\)">
                  <c:v>6514.5714285714284</c:v>
                </c:pt>
                <c:pt idx="3202" formatCode="0_);[Red]\(0\)">
                  <c:v>6514.5714285714284</c:v>
                </c:pt>
                <c:pt idx="3203" formatCode="0_);[Red]\(0\)">
                  <c:v>6482.5714285714284</c:v>
                </c:pt>
                <c:pt idx="3204" formatCode="0_);[Red]\(0\)">
                  <c:v>6482.5714285714284</c:v>
                </c:pt>
                <c:pt idx="3205" formatCode="0_);[Red]\(0\)">
                  <c:v>6703.5714285714284</c:v>
                </c:pt>
                <c:pt idx="3206" formatCode="0_);[Red]\(0\)">
                  <c:v>6703.5714285714284</c:v>
                </c:pt>
                <c:pt idx="3207" formatCode="0_);[Red]\(0\)">
                  <c:v>6287.5714285714284</c:v>
                </c:pt>
                <c:pt idx="3208" formatCode="0_);[Red]\(0\)">
                  <c:v>6298.1714285714288</c:v>
                </c:pt>
                <c:pt idx="3209" formatCode="0_);[Red]\(0\)">
                  <c:v>6319.2714285714292</c:v>
                </c:pt>
                <c:pt idx="3210" formatCode="0_);[Red]\(0\)">
                  <c:v>5819.2714285714292</c:v>
                </c:pt>
                <c:pt idx="3211" formatCode="0_);[Red]\(0\)">
                  <c:v>5819.2714285714292</c:v>
                </c:pt>
                <c:pt idx="3212" formatCode="0_);[Red]\(0\)">
                  <c:v>5819.2714285714292</c:v>
                </c:pt>
                <c:pt idx="3213" formatCode="0_);[Red]\(0\)">
                  <c:v>5819.2714285714292</c:v>
                </c:pt>
                <c:pt idx="3214" formatCode="0_);[Red]\(0\)">
                  <c:v>5819.2714285714292</c:v>
                </c:pt>
                <c:pt idx="3215" formatCode="0_);[Red]\(0\)">
                  <c:v>5692.0714285714284</c:v>
                </c:pt>
                <c:pt idx="3216" formatCode="0_);[Red]\(0\)">
                  <c:v>5702.5714285714284</c:v>
                </c:pt>
                <c:pt idx="3217" formatCode="0_);[Red]\(0\)">
                  <c:v>5043.5714285714284</c:v>
                </c:pt>
                <c:pt idx="3218" formatCode="0_);[Red]\(0\)">
                  <c:v>5137.5714285714284</c:v>
                </c:pt>
                <c:pt idx="3219" formatCode="0_);[Red]\(0\)">
                  <c:v>5137.5714285714284</c:v>
                </c:pt>
                <c:pt idx="3220" formatCode="0_);[Red]\(0\)">
                  <c:v>5137.5714285714284</c:v>
                </c:pt>
                <c:pt idx="3221" formatCode="0_);[Red]\(0\)">
                  <c:v>5037.5714285714284</c:v>
                </c:pt>
                <c:pt idx="3222" formatCode="0_);[Red]\(0\)">
                  <c:v>5037.5714285714284</c:v>
                </c:pt>
                <c:pt idx="3223" formatCode="0_);[Red]\(0\)">
                  <c:v>5037.5714285714284</c:v>
                </c:pt>
                <c:pt idx="3224" formatCode="0_);[Red]\(0\)">
                  <c:v>5021.5714285714284</c:v>
                </c:pt>
                <c:pt idx="3225" formatCode="0_);[Red]\(0\)">
                  <c:v>5021.5714285714284</c:v>
                </c:pt>
                <c:pt idx="3226" formatCode="0_);[Red]\(0\)">
                  <c:v>5021.5714285714284</c:v>
                </c:pt>
                <c:pt idx="3227" formatCode="0_);[Red]\(0\)">
                  <c:v>5021.5714285714284</c:v>
                </c:pt>
                <c:pt idx="3228" formatCode="0_);[Red]\(0\)">
                  <c:v>5021.5714285714284</c:v>
                </c:pt>
                <c:pt idx="3229" formatCode="0_);[Red]\(0\)">
                  <c:v>5021.5714285714284</c:v>
                </c:pt>
                <c:pt idx="3230" formatCode="0_);[Red]\(0\)">
                  <c:v>5021.5714285714284</c:v>
                </c:pt>
                <c:pt idx="3231" formatCode="0_);[Red]\(0\)">
                  <c:v>5180.5714285714284</c:v>
                </c:pt>
                <c:pt idx="3232" formatCode="0_);[Red]\(0\)">
                  <c:v>4233.5714285714284</c:v>
                </c:pt>
                <c:pt idx="3233" formatCode="0_);[Red]\(0\)">
                  <c:v>4233.5714285714284</c:v>
                </c:pt>
                <c:pt idx="3234" formatCode="0_);[Red]\(0\)">
                  <c:v>4233.5714285714284</c:v>
                </c:pt>
                <c:pt idx="3235" formatCode="0_);[Red]\(0\)">
                  <c:v>4498.5714285714284</c:v>
                </c:pt>
                <c:pt idx="3236" formatCode="0_);[Red]\(0\)">
                  <c:v>4498.5714285714284</c:v>
                </c:pt>
                <c:pt idx="3237" formatCode="0_);[Red]\(0\)">
                  <c:v>4498.5714285714284</c:v>
                </c:pt>
                <c:pt idx="3238" formatCode="0_);[Red]\(0\)">
                  <c:v>3945.5714285714284</c:v>
                </c:pt>
                <c:pt idx="3239" formatCode="0_);[Red]\(0\)">
                  <c:v>3445.5714285714284</c:v>
                </c:pt>
                <c:pt idx="3240" formatCode="0_);[Red]\(0\)">
                  <c:v>3445.5714285714284</c:v>
                </c:pt>
                <c:pt idx="3241" formatCode="0_);[Red]\(0\)">
                  <c:v>3445.5714285714284</c:v>
                </c:pt>
                <c:pt idx="3242" formatCode="0_);[Red]\(0\)">
                  <c:v>2980.5714285714284</c:v>
                </c:pt>
                <c:pt idx="3243" formatCode="0_);[Red]\(0\)">
                  <c:v>2727.5714285714284</c:v>
                </c:pt>
                <c:pt idx="3244" formatCode="0_);[Red]\(0\)">
                  <c:v>2727.5714285714284</c:v>
                </c:pt>
                <c:pt idx="3245" formatCode="0_);[Red]\(0\)">
                  <c:v>2727.5714285714284</c:v>
                </c:pt>
                <c:pt idx="3246" formatCode="0_);[Red]\(0\)">
                  <c:v>2727.5714285714284</c:v>
                </c:pt>
                <c:pt idx="3247" formatCode="0_);[Red]\(0\)">
                  <c:v>2727.5714285714284</c:v>
                </c:pt>
                <c:pt idx="3248" formatCode="0_);[Red]\(0\)">
                  <c:v>2727.5714285714284</c:v>
                </c:pt>
                <c:pt idx="3249" formatCode="0_);[Red]\(0\)">
                  <c:v>2886.5714285714284</c:v>
                </c:pt>
                <c:pt idx="3250" formatCode="0_);[Red]\(0\)">
                  <c:v>2939.5714285714284</c:v>
                </c:pt>
                <c:pt idx="3251" formatCode="0_);[Red]\(0\)">
                  <c:v>3045.5714285714284</c:v>
                </c:pt>
                <c:pt idx="3252" formatCode="0_);[Red]\(0\)">
                  <c:v>3151.5714285714284</c:v>
                </c:pt>
                <c:pt idx="3253" formatCode="0_);[Red]\(0\)">
                  <c:v>3204.5714285714284</c:v>
                </c:pt>
                <c:pt idx="3254" formatCode="0_);[Red]\(0\)">
                  <c:v>3204.5714285714284</c:v>
                </c:pt>
                <c:pt idx="3255" formatCode="0_);[Red]\(0\)">
                  <c:v>3204.5714285714284</c:v>
                </c:pt>
                <c:pt idx="3256" formatCode="0_);[Red]\(0\)">
                  <c:v>3104.5714285714284</c:v>
                </c:pt>
                <c:pt idx="3257" formatCode="0_);[Red]\(0\)">
                  <c:v>3056.5714285714284</c:v>
                </c:pt>
                <c:pt idx="3258" formatCode="0_);[Red]\(0\)">
                  <c:v>3056.5714285714284</c:v>
                </c:pt>
                <c:pt idx="3259" formatCode="0_);[Red]\(0\)">
                  <c:v>2674.5714285714284</c:v>
                </c:pt>
                <c:pt idx="3260" formatCode="0_);[Red]\(0\)">
                  <c:v>2674.5714285714284</c:v>
                </c:pt>
                <c:pt idx="3261" formatCode="0_);[Red]\(0\)">
                  <c:v>2674.5714285714284</c:v>
                </c:pt>
                <c:pt idx="3262" formatCode="0_);[Red]\(0\)">
                  <c:v>2674.5714285714284</c:v>
                </c:pt>
                <c:pt idx="3263" formatCode="0_);[Red]\(0\)">
                  <c:v>2674.5714285714284</c:v>
                </c:pt>
                <c:pt idx="3264" formatCode="0_);[Red]\(0\)">
                  <c:v>2690.2714285714283</c:v>
                </c:pt>
                <c:pt idx="3265" formatCode="0_);[Red]\(0\)">
                  <c:v>2690.2714285714283</c:v>
                </c:pt>
                <c:pt idx="3266" formatCode="0_);[Red]\(0\)">
                  <c:v>2700.8714285714286</c:v>
                </c:pt>
                <c:pt idx="3267" formatCode="0_);[Red]\(0\)">
                  <c:v>2711.3714285714286</c:v>
                </c:pt>
                <c:pt idx="3268" formatCode="0_);[Red]\(0\)">
                  <c:v>2711.3714285714286</c:v>
                </c:pt>
                <c:pt idx="3269" formatCode="0_);[Red]\(0\)">
                  <c:v>2711.3714285714286</c:v>
                </c:pt>
                <c:pt idx="3270" formatCode="0_);[Red]\(0\)">
                  <c:v>2679.5714285714284</c:v>
                </c:pt>
                <c:pt idx="3271" formatCode="0_);[Red]\(0\)">
                  <c:v>2147.5714285714284</c:v>
                </c:pt>
                <c:pt idx="3272" formatCode="0_);[Red]\(0\)">
                  <c:v>2147.5714285714284</c:v>
                </c:pt>
                <c:pt idx="3273" formatCode="0_);[Red]\(0\)">
                  <c:v>2147.3714285714286</c:v>
                </c:pt>
                <c:pt idx="3274" formatCode="0_);[Red]\(0\)">
                  <c:v>2868.3714285714286</c:v>
                </c:pt>
                <c:pt idx="3275" formatCode="0_);[Red]\(0\)">
                  <c:v>2868.3714285714286</c:v>
                </c:pt>
                <c:pt idx="3276" formatCode="0_);[Red]\(0\)">
                  <c:v>2868.3714285714286</c:v>
                </c:pt>
                <c:pt idx="3277" formatCode="0_);[Red]\(0\)">
                  <c:v>2968.3714285714286</c:v>
                </c:pt>
                <c:pt idx="3278" formatCode="0_);[Red]\(0\)">
                  <c:v>2968.3714285714286</c:v>
                </c:pt>
                <c:pt idx="3279" formatCode="0_);[Red]\(0\)">
                  <c:v>2883.5714285714284</c:v>
                </c:pt>
                <c:pt idx="3280" formatCode="0_);[Red]\(0\)">
                  <c:v>2977.5714285714284</c:v>
                </c:pt>
                <c:pt idx="3281" formatCode="0_);[Red]\(0\)">
                  <c:v>3324.5714285714284</c:v>
                </c:pt>
                <c:pt idx="3282" formatCode="0_);[Red]\(0\)">
                  <c:v>3324.5714285714284</c:v>
                </c:pt>
                <c:pt idx="3283" formatCode="0_);[Red]\(0\)">
                  <c:v>3324.5714285714284</c:v>
                </c:pt>
                <c:pt idx="3284" formatCode="0_);[Red]\(0\)">
                  <c:v>3444.5714285714284</c:v>
                </c:pt>
                <c:pt idx="3285" formatCode="0_);[Red]\(0\)">
                  <c:v>3394.5714285714284</c:v>
                </c:pt>
                <c:pt idx="3286" formatCode="0_);[Red]\(0\)">
                  <c:v>3383.9714285714281</c:v>
                </c:pt>
                <c:pt idx="3287" formatCode="0_);[Red]\(0\)">
                  <c:v>3383.9714285714281</c:v>
                </c:pt>
                <c:pt idx="3288" formatCode="0_);[Red]\(0\)">
                  <c:v>3447.5714285714284</c:v>
                </c:pt>
                <c:pt idx="3289" formatCode="0_);[Red]\(0\)">
                  <c:v>3447.5714285714284</c:v>
                </c:pt>
                <c:pt idx="3290" formatCode="0_);[Red]\(0\)">
                  <c:v>3447.5714285714284</c:v>
                </c:pt>
                <c:pt idx="3291" formatCode="0_);[Red]\(0\)">
                  <c:v>3484.5714285714284</c:v>
                </c:pt>
                <c:pt idx="3292" formatCode="0_);[Red]\(0\)">
                  <c:v>3337.5714285714284</c:v>
                </c:pt>
                <c:pt idx="3293" formatCode="0_);[Red]\(0\)">
                  <c:v>3337.5714285714284</c:v>
                </c:pt>
                <c:pt idx="3294" formatCode="0_);[Red]\(0\)">
                  <c:v>3337.5714285714284</c:v>
                </c:pt>
                <c:pt idx="3295" formatCode="0_);[Red]\(0\)">
                  <c:v>3337.5714285714284</c:v>
                </c:pt>
                <c:pt idx="3296" formatCode="0_);[Red]\(0\)">
                  <c:v>3337.5714285714284</c:v>
                </c:pt>
                <c:pt idx="3297" formatCode="0_);[Red]\(0\)">
                  <c:v>3337.5714285714284</c:v>
                </c:pt>
                <c:pt idx="3298" formatCode="0_);[Red]\(0\)">
                  <c:v>3443.5714285714284</c:v>
                </c:pt>
                <c:pt idx="3299" formatCode="0_);[Red]\(0\)">
                  <c:v>3549.5714285714284</c:v>
                </c:pt>
                <c:pt idx="3300" formatCode="0_);[Red]\(0\)">
                  <c:v>3649.5714285714284</c:v>
                </c:pt>
                <c:pt idx="3301" formatCode="0_);[Red]\(0\)">
                  <c:v>3449.5714285714284</c:v>
                </c:pt>
                <c:pt idx="3302" formatCode="0_);[Red]\(0\)">
                  <c:v>3449.5714285714284</c:v>
                </c:pt>
                <c:pt idx="3303" formatCode="0_);[Red]\(0\)">
                  <c:v>3449.5714285714284</c:v>
                </c:pt>
                <c:pt idx="3304" formatCode="0_);[Red]\(0\)">
                  <c:v>3449.5714285714284</c:v>
                </c:pt>
                <c:pt idx="3305" formatCode="0_);[Red]\(0\)">
                  <c:v>3407.3714285714277</c:v>
                </c:pt>
                <c:pt idx="3306" formatCode="0_);[Red]\(0\)">
                  <c:v>3522.5714285714284</c:v>
                </c:pt>
                <c:pt idx="3307" formatCode="0_);[Red]\(0\)">
                  <c:v>3522.5714285714284</c:v>
                </c:pt>
                <c:pt idx="3308" formatCode="0_);[Red]\(0\)">
                  <c:v>3522.5714285714284</c:v>
                </c:pt>
                <c:pt idx="3309" formatCode="0_);[Red]\(0\)">
                  <c:v>3522.5714285714284</c:v>
                </c:pt>
                <c:pt idx="3310" formatCode="0_);[Red]\(0\)">
                  <c:v>3722.5714285714284</c:v>
                </c:pt>
                <c:pt idx="3311" formatCode="0_);[Red]\(0\)">
                  <c:v>3722.5714285714284</c:v>
                </c:pt>
                <c:pt idx="3312" formatCode="0_);[Red]\(0\)">
                  <c:v>3222.5714285714284</c:v>
                </c:pt>
                <c:pt idx="3313" formatCode="0_);[Red]\(0\)">
                  <c:v>2922.5714285714284</c:v>
                </c:pt>
                <c:pt idx="3314" formatCode="0_);[Red]\(0\)">
                  <c:v>2711.9714285714281</c:v>
                </c:pt>
                <c:pt idx="3315" formatCode="0_);[Red]\(0\)">
                  <c:v>2658.9714285714281</c:v>
                </c:pt>
                <c:pt idx="3316" formatCode="0_);[Red]\(0\)">
                  <c:v>2616.5714285714284</c:v>
                </c:pt>
                <c:pt idx="3317" formatCode="0_);[Red]\(0\)">
                  <c:v>2516.5714285714284</c:v>
                </c:pt>
                <c:pt idx="3318" formatCode="0_);[Red]\(0\)">
                  <c:v>2516.5714285714284</c:v>
                </c:pt>
                <c:pt idx="3319" formatCode="0_);[Red]\(0\)">
                  <c:v>2516.5714285714284</c:v>
                </c:pt>
                <c:pt idx="3320" formatCode="0_);[Red]\(0\)">
                  <c:v>2384.5714285714284</c:v>
                </c:pt>
                <c:pt idx="3321" formatCode="0_);[Red]\(0\)">
                  <c:v>2184.5714285714284</c:v>
                </c:pt>
                <c:pt idx="3322" formatCode="0_);[Red]\(0\)">
                  <c:v>2137.5714285714284</c:v>
                </c:pt>
                <c:pt idx="3323" formatCode="0_);[Red]\(0\)">
                  <c:v>2137.5714285714284</c:v>
                </c:pt>
                <c:pt idx="3324" formatCode="0_);[Red]\(0\)">
                  <c:v>2137.5714285714284</c:v>
                </c:pt>
                <c:pt idx="3325" formatCode="0_);[Red]\(0\)">
                  <c:v>2137.5714285714284</c:v>
                </c:pt>
                <c:pt idx="3326" formatCode="0_);[Red]\(0\)">
                  <c:v>2137.5714285714284</c:v>
                </c:pt>
                <c:pt idx="3327" formatCode="0_);[Red]\(0\)">
                  <c:v>2137.5714285714284</c:v>
                </c:pt>
                <c:pt idx="3328" formatCode="0_);[Red]\(0\)">
                  <c:v>2158.7714285714283</c:v>
                </c:pt>
                <c:pt idx="3329" formatCode="0_);[Red]\(0\)">
                  <c:v>2158.7714285714283</c:v>
                </c:pt>
                <c:pt idx="3330" formatCode="0_);[Red]\(0\)">
                  <c:v>2190.5714285714284</c:v>
                </c:pt>
                <c:pt idx="3331" formatCode="0_);[Red]\(0\)">
                  <c:v>2190.5714285714284</c:v>
                </c:pt>
                <c:pt idx="3332" formatCode="0_);[Red]\(0\)">
                  <c:v>2190.5714285714284</c:v>
                </c:pt>
                <c:pt idx="3333" formatCode="0_);[Red]\(0\)">
                  <c:v>2190.5714285714284</c:v>
                </c:pt>
                <c:pt idx="3334" formatCode="0_);[Red]\(0\)">
                  <c:v>2190.5714285714284</c:v>
                </c:pt>
                <c:pt idx="3335" formatCode="0_);[Red]\(0\)">
                  <c:v>2190.5714285714284</c:v>
                </c:pt>
                <c:pt idx="3336" formatCode="0_);[Red]\(0\)">
                  <c:v>2190.5714285714284</c:v>
                </c:pt>
                <c:pt idx="3337" formatCode="0_);[Red]\(0\)">
                  <c:v>2190.5714285714284</c:v>
                </c:pt>
                <c:pt idx="3338" formatCode="0_);[Red]\(0\)">
                  <c:v>2190.5714285714284</c:v>
                </c:pt>
                <c:pt idx="3339" formatCode="0_);[Red]\(0\)">
                  <c:v>2190.5714285714284</c:v>
                </c:pt>
                <c:pt idx="3340" formatCode="0_);[Red]\(0\)">
                  <c:v>2190.5714285714284</c:v>
                </c:pt>
                <c:pt idx="3341" formatCode="0_);[Red]\(0\)">
                  <c:v>2190.5714285714284</c:v>
                </c:pt>
                <c:pt idx="3342" formatCode="0_);[Red]\(0\)">
                  <c:v>2190.5714285714284</c:v>
                </c:pt>
                <c:pt idx="3343" formatCode="0_);[Red]\(0\)">
                  <c:v>2190.5714285714284</c:v>
                </c:pt>
                <c:pt idx="3344" formatCode="0_);[Red]\(0\)">
                  <c:v>2190.5714285714284</c:v>
                </c:pt>
                <c:pt idx="3345" formatCode="0_);[Red]\(0\)">
                  <c:v>2190.5714285714284</c:v>
                </c:pt>
                <c:pt idx="3346" formatCode="0_);[Red]\(0\)">
                  <c:v>2190.5714285714284</c:v>
                </c:pt>
                <c:pt idx="3347" formatCode="0_);[Red]\(0\)">
                  <c:v>2211.7714285714283</c:v>
                </c:pt>
                <c:pt idx="3348" formatCode="0_);[Red]\(0\)">
                  <c:v>2243.5714285714284</c:v>
                </c:pt>
                <c:pt idx="3349" formatCode="0_);[Red]\(0\)">
                  <c:v>1990.5714285714284</c:v>
                </c:pt>
                <c:pt idx="3350" formatCode="0_);[Red]\(0\)">
                  <c:v>1990.5714285714284</c:v>
                </c:pt>
                <c:pt idx="3351" formatCode="0_);[Red]\(0\)">
                  <c:v>1937.5714285714284</c:v>
                </c:pt>
                <c:pt idx="3352" formatCode="0_);[Red]\(0\)">
                  <c:v>1437.5714285714284</c:v>
                </c:pt>
                <c:pt idx="3353" formatCode="0_);[Red]\(0\)">
                  <c:v>1437.5714285714284</c:v>
                </c:pt>
                <c:pt idx="3354" formatCode="0_);[Red]\(0\)">
                  <c:v>1225.5714285714284</c:v>
                </c:pt>
                <c:pt idx="3355" formatCode="0_);[Red]\(0\)">
                  <c:v>704.57142857142844</c:v>
                </c:pt>
                <c:pt idx="3356" formatCode="0_);[Red]\(0\)">
                  <c:v>204.57142857142844</c:v>
                </c:pt>
                <c:pt idx="3357" formatCode="0_);[Red]\(0\)">
                  <c:v>204.57142857142844</c:v>
                </c:pt>
                <c:pt idx="3358" formatCode="0_);[Red]\(0\)">
                  <c:v>310.07142857142844</c:v>
                </c:pt>
                <c:pt idx="3359" formatCode="0_);[Red]\(0\)">
                  <c:v>310.07142857142844</c:v>
                </c:pt>
                <c:pt idx="3360" formatCode="0_);[Red]\(0\)">
                  <c:v>310.07142857142844</c:v>
                </c:pt>
                <c:pt idx="3361" formatCode="0_);[Red]\(0\)">
                  <c:v>363.07142857142844</c:v>
                </c:pt>
                <c:pt idx="3362" formatCode="0_);[Red]\(0\)">
                  <c:v>485.07142857142844</c:v>
                </c:pt>
                <c:pt idx="3363" formatCode="0_);[Red]\(0\)">
                  <c:v>448.07142857142844</c:v>
                </c:pt>
                <c:pt idx="3364" formatCode="0_);[Red]\(0\)">
                  <c:v>395.07142857142844</c:v>
                </c:pt>
                <c:pt idx="3365" formatCode="0_);[Red]\(0\)">
                  <c:v>395.07142857142844</c:v>
                </c:pt>
                <c:pt idx="3366" formatCode="0_);[Red]\(0\)">
                  <c:v>395.07142857142844</c:v>
                </c:pt>
                <c:pt idx="3367" formatCode="0_);[Red]\(0\)">
                  <c:v>395.07142857142844</c:v>
                </c:pt>
                <c:pt idx="3368" formatCode="0_);[Red]\(0\)">
                  <c:v>395.07142857142844</c:v>
                </c:pt>
                <c:pt idx="3369" formatCode="0_);[Red]\(0\)">
                  <c:v>501.07142857142844</c:v>
                </c:pt>
                <c:pt idx="3370" formatCode="0_);[Red]\(0\)">
                  <c:v>501.07142857142844</c:v>
                </c:pt>
                <c:pt idx="3371" formatCode="0_);[Red]\(0\)">
                  <c:v>517.07142857142844</c:v>
                </c:pt>
                <c:pt idx="3372" formatCode="0_);[Red]\(0\)">
                  <c:v>495.87142857142862</c:v>
                </c:pt>
                <c:pt idx="3373" formatCode="0_);[Red]\(0\)">
                  <c:v>495.87142857142862</c:v>
                </c:pt>
                <c:pt idx="3374" formatCode="0_);[Red]\(0\)">
                  <c:v>495.87142857142862</c:v>
                </c:pt>
                <c:pt idx="3375" formatCode="0_);[Red]\(0\)">
                  <c:v>495.87142857142862</c:v>
                </c:pt>
                <c:pt idx="3376" formatCode="0_);[Red]\(0\)">
                  <c:v>495.87142857142862</c:v>
                </c:pt>
                <c:pt idx="3377" formatCode="0_);[Red]\(0\)">
                  <c:v>495.87142857142862</c:v>
                </c:pt>
                <c:pt idx="3378" formatCode="0_);[Red]\(0\)">
                  <c:v>195.87142857142862</c:v>
                </c:pt>
                <c:pt idx="3379" formatCode="0_);[Red]\(0\)">
                  <c:v>-104.12857142857138</c:v>
                </c:pt>
                <c:pt idx="3380" formatCode="0_);[Red]\(0\)">
                  <c:v>-304.12857142857138</c:v>
                </c:pt>
                <c:pt idx="3381" formatCode="0_);[Red]\(0\)">
                  <c:v>-304.12857142857138</c:v>
                </c:pt>
                <c:pt idx="3382" formatCode="0_);[Red]\(0\)">
                  <c:v>-304.12857142857138</c:v>
                </c:pt>
                <c:pt idx="3383" formatCode="0_);[Red]\(0\)">
                  <c:v>17.071428571428442</c:v>
                </c:pt>
                <c:pt idx="3384" formatCode="0_);[Red]\(0\)">
                  <c:v>-282.92857142857156</c:v>
                </c:pt>
                <c:pt idx="3385" formatCode="0_);[Red]\(0\)">
                  <c:v>-229.72857142857174</c:v>
                </c:pt>
                <c:pt idx="3386" formatCode="0_);[Red]\(0\)">
                  <c:v>-303.92857142857156</c:v>
                </c:pt>
                <c:pt idx="3387" formatCode="0_);[Red]\(0\)">
                  <c:v>-303.92857142857156</c:v>
                </c:pt>
                <c:pt idx="3388" formatCode="0_);[Red]\(0\)">
                  <c:v>-303.92857142857156</c:v>
                </c:pt>
                <c:pt idx="3389" formatCode="0_);[Red]\(0\)">
                  <c:v>-303.92857142857156</c:v>
                </c:pt>
                <c:pt idx="3390" formatCode="0_);[Red]\(0\)">
                  <c:v>-487.92857142857156</c:v>
                </c:pt>
                <c:pt idx="3391" formatCode="0_);[Red]\(0\)">
                  <c:v>-487.92857142857156</c:v>
                </c:pt>
                <c:pt idx="3392" formatCode="0_);[Red]\(0\)">
                  <c:v>-540.92857142857156</c:v>
                </c:pt>
                <c:pt idx="3393" formatCode="0_);[Red]\(0\)">
                  <c:v>-540.92857142857156</c:v>
                </c:pt>
                <c:pt idx="3394" formatCode="0_);[Red]\(0\)">
                  <c:v>-540.92857142857156</c:v>
                </c:pt>
                <c:pt idx="3395" formatCode="0_);[Red]\(0\)">
                  <c:v>-540.92857142857156</c:v>
                </c:pt>
                <c:pt idx="3396" formatCode="0_);[Red]\(0\)">
                  <c:v>-471.72857142857174</c:v>
                </c:pt>
                <c:pt idx="3397" formatCode="0_);[Red]\(0\)">
                  <c:v>-503.22857142857174</c:v>
                </c:pt>
                <c:pt idx="3398" formatCode="0_);[Red]\(0\)">
                  <c:v>-1003.2285714285717</c:v>
                </c:pt>
                <c:pt idx="3399" formatCode="0_);[Red]\(0\)">
                  <c:v>-1203.2285714285717</c:v>
                </c:pt>
                <c:pt idx="3400" formatCode="0_);[Red]\(0\)">
                  <c:v>-1003.2285714285717</c:v>
                </c:pt>
                <c:pt idx="3401" formatCode="0_);[Red]\(0\)">
                  <c:v>-1003.2285714285717</c:v>
                </c:pt>
                <c:pt idx="3402" formatCode="0_);[Red]\(0\)">
                  <c:v>-1003.2285714285717</c:v>
                </c:pt>
                <c:pt idx="3403" formatCode="0_);[Red]\(0\)">
                  <c:v>-1066.0285714285715</c:v>
                </c:pt>
                <c:pt idx="3404" formatCode="0_);[Red]\(0\)">
                  <c:v>-1023.9285714285716</c:v>
                </c:pt>
                <c:pt idx="3405" formatCode="0_);[Red]\(0\)">
                  <c:v>-1123.9285714285716</c:v>
                </c:pt>
                <c:pt idx="3406" formatCode="0_);[Red]\(0\)">
                  <c:v>-1223.9285714285716</c:v>
                </c:pt>
                <c:pt idx="3407" formatCode="0_);[Red]\(0\)">
                  <c:v>-1223.9285714285716</c:v>
                </c:pt>
                <c:pt idx="3408" formatCode="0_);[Red]\(0\)">
                  <c:v>-1223.9285714285716</c:v>
                </c:pt>
                <c:pt idx="3409" formatCode="0_);[Red]\(0\)">
                  <c:v>-1223.9285714285716</c:v>
                </c:pt>
                <c:pt idx="3410" formatCode="0_);[Red]\(0\)">
                  <c:v>-1223.9285714285716</c:v>
                </c:pt>
                <c:pt idx="3411" formatCode="0_);[Red]\(0\)">
                  <c:v>-1276.9285714285716</c:v>
                </c:pt>
                <c:pt idx="3412" formatCode="0_);[Red]\(0\)">
                  <c:v>-1244.9285714285716</c:v>
                </c:pt>
                <c:pt idx="3413" formatCode="0_);[Red]\(0\)">
                  <c:v>-1244.9285714285716</c:v>
                </c:pt>
                <c:pt idx="3414" formatCode="0_);[Red]\(0\)">
                  <c:v>-1244.9285714285716</c:v>
                </c:pt>
                <c:pt idx="3415" formatCode="0_);[Red]\(0\)">
                  <c:v>-1244.9285714285716</c:v>
                </c:pt>
                <c:pt idx="3416" formatCode="0_);[Red]\(0\)">
                  <c:v>-1244.9285714285716</c:v>
                </c:pt>
                <c:pt idx="3417" formatCode="0_);[Red]\(0\)">
                  <c:v>-1212.9285714285716</c:v>
                </c:pt>
                <c:pt idx="3418" formatCode="0_);[Red]\(0\)">
                  <c:v>-1280.9285714285716</c:v>
                </c:pt>
                <c:pt idx="3419" formatCode="0_);[Red]\(0\)">
                  <c:v>-1280.9285714285716</c:v>
                </c:pt>
                <c:pt idx="3420" formatCode="0_);[Red]\(0\)">
                  <c:v>-1264.9285714285716</c:v>
                </c:pt>
                <c:pt idx="3421" formatCode="0_);[Red]\(0\)">
                  <c:v>-1158.9285714285716</c:v>
                </c:pt>
                <c:pt idx="3422" formatCode="0_);[Red]\(0\)">
                  <c:v>-1158.9285714285716</c:v>
                </c:pt>
                <c:pt idx="3423" formatCode="0_);[Red]\(0\)">
                  <c:v>-1158.9285714285716</c:v>
                </c:pt>
                <c:pt idx="3424" formatCode="0_);[Red]\(0\)">
                  <c:v>-1094.9285714285716</c:v>
                </c:pt>
                <c:pt idx="3425" formatCode="0_);[Red]\(0\)">
                  <c:v>-1094.9285714285716</c:v>
                </c:pt>
                <c:pt idx="3426" formatCode="0_);[Red]\(0\)">
                  <c:v>-1046.9285714285716</c:v>
                </c:pt>
                <c:pt idx="3427" formatCode="0_);[Red]\(0\)">
                  <c:v>-1093.7285714285717</c:v>
                </c:pt>
                <c:pt idx="3428" formatCode="0_);[Red]\(0\)">
                  <c:v>-761.92857142857156</c:v>
                </c:pt>
                <c:pt idx="3429" formatCode="0_);[Red]\(0\)">
                  <c:v>-461.92857142857156</c:v>
                </c:pt>
                <c:pt idx="3430" formatCode="0_);[Red]\(0\)">
                  <c:v>-461.92857142857156</c:v>
                </c:pt>
                <c:pt idx="3431" formatCode="0_);[Red]\(0\)">
                  <c:v>-430.12857142857138</c:v>
                </c:pt>
                <c:pt idx="3432" formatCode="0_);[Red]\(0\)">
                  <c:v>-198.12857142857138</c:v>
                </c:pt>
                <c:pt idx="3433" formatCode="0_);[Red]\(0\)">
                  <c:v>117.07142857142844</c:v>
                </c:pt>
                <c:pt idx="3434" formatCode="0_);[Red]\(0\)">
                  <c:v>300.57142857142844</c:v>
                </c:pt>
                <c:pt idx="3435" formatCode="0_);[Red]\(0\)">
                  <c:v>294.57142857142844</c:v>
                </c:pt>
                <c:pt idx="3436" formatCode="0_);[Red]\(0\)">
                  <c:v>294.57142857142844</c:v>
                </c:pt>
                <c:pt idx="3437" formatCode="0_);[Red]\(0\)">
                  <c:v>294.57142857142844</c:v>
                </c:pt>
                <c:pt idx="3438" formatCode="0_);[Red]\(0\)">
                  <c:v>294.57142857142844</c:v>
                </c:pt>
                <c:pt idx="3439" formatCode="0_);[Red]\(0\)">
                  <c:v>294.57142857142844</c:v>
                </c:pt>
                <c:pt idx="3440" formatCode="0_);[Red]\(0\)">
                  <c:v>294.57142857142844</c:v>
                </c:pt>
                <c:pt idx="3441" formatCode="0_);[Red]\(0\)">
                  <c:v>294.57142857142844</c:v>
                </c:pt>
                <c:pt idx="3442" formatCode="0_);[Red]\(0\)">
                  <c:v>568.77142857142826</c:v>
                </c:pt>
                <c:pt idx="3443" formatCode="0_);[Red]\(0\)">
                  <c:v>568.77142857142826</c:v>
                </c:pt>
                <c:pt idx="3444" formatCode="0_);[Red]\(0\)">
                  <c:v>568.77142857142826</c:v>
                </c:pt>
                <c:pt idx="3445" formatCode="0_);[Red]\(0\)">
                  <c:v>590.37142857142862</c:v>
                </c:pt>
                <c:pt idx="3446" formatCode="0_);[Red]\(0\)">
                  <c:v>590.37142857142862</c:v>
                </c:pt>
                <c:pt idx="3447" formatCode="0_);[Red]\(0\)">
                  <c:v>490.37142857142862</c:v>
                </c:pt>
                <c:pt idx="3448" formatCode="0_);[Red]\(0\)">
                  <c:v>506.37142857142862</c:v>
                </c:pt>
                <c:pt idx="3449" formatCode="0_);[Red]\(0\)">
                  <c:v>716.97142857142808</c:v>
                </c:pt>
                <c:pt idx="3450" formatCode="0_);[Red]\(0\)">
                  <c:v>1016.9714285714281</c:v>
                </c:pt>
                <c:pt idx="3451" formatCode="0_);[Red]\(0\)">
                  <c:v>1016.9714285714281</c:v>
                </c:pt>
                <c:pt idx="3452" formatCode="0_);[Red]\(0\)">
                  <c:v>1048.9714285714281</c:v>
                </c:pt>
                <c:pt idx="3453" formatCode="0_);[Red]\(0\)">
                  <c:v>1112.5714285714284</c:v>
                </c:pt>
                <c:pt idx="3454" formatCode="0_);[Red]\(0\)">
                  <c:v>1065.5714285714284</c:v>
                </c:pt>
                <c:pt idx="3455" formatCode="0_);[Red]\(0\)">
                  <c:v>1118.5714285714284</c:v>
                </c:pt>
                <c:pt idx="3456" formatCode="0_);[Red]\(0\)">
                  <c:v>1118.5714285714284</c:v>
                </c:pt>
                <c:pt idx="3457" formatCode="0_);[Red]\(0\)">
                  <c:v>1118.5714285714284</c:v>
                </c:pt>
                <c:pt idx="3458" formatCode="0_);[Red]\(0\)">
                  <c:v>1118.5714285714284</c:v>
                </c:pt>
                <c:pt idx="3459" formatCode="0_);[Red]\(0\)">
                  <c:v>1118.5714285714284</c:v>
                </c:pt>
                <c:pt idx="3460" formatCode="0_);[Red]\(0\)">
                  <c:v>1139.7714285714283</c:v>
                </c:pt>
                <c:pt idx="3461" formatCode="0_);[Red]\(0\)">
                  <c:v>1018.5714285714284</c:v>
                </c:pt>
                <c:pt idx="3462" formatCode="0_);[Red]\(0\)">
                  <c:v>829.17142857142881</c:v>
                </c:pt>
                <c:pt idx="3463" formatCode="0_);[Red]\(0\)">
                  <c:v>829.17142857142881</c:v>
                </c:pt>
                <c:pt idx="3464" formatCode="0_);[Red]\(0\)">
                  <c:v>829.17142857142881</c:v>
                </c:pt>
                <c:pt idx="3465" formatCode="0_);[Red]\(0\)">
                  <c:v>829.17142857142881</c:v>
                </c:pt>
                <c:pt idx="3466" formatCode="0_);[Red]\(0\)">
                  <c:v>797.37142857142862</c:v>
                </c:pt>
                <c:pt idx="3467" formatCode="0_);[Red]\(0\)">
                  <c:v>613.37142857142862</c:v>
                </c:pt>
                <c:pt idx="3468" formatCode="0_);[Red]\(0\)">
                  <c:v>613.37142857142862</c:v>
                </c:pt>
                <c:pt idx="3469" formatCode="0_);[Red]\(0\)">
                  <c:v>529.37142857142862</c:v>
                </c:pt>
                <c:pt idx="3470" formatCode="0_);[Red]\(0\)">
                  <c:v>550.57142857142844</c:v>
                </c:pt>
                <c:pt idx="3471" formatCode="0_);[Red]\(0\)">
                  <c:v>550.57142857142844</c:v>
                </c:pt>
                <c:pt idx="3472" formatCode="0_);[Red]\(0\)">
                  <c:v>550.57142857142844</c:v>
                </c:pt>
                <c:pt idx="3473" formatCode="0_);[Red]\(0\)">
                  <c:v>519.57142857142844</c:v>
                </c:pt>
                <c:pt idx="3474" formatCode="0_);[Red]\(0\)">
                  <c:v>672.57142857142844</c:v>
                </c:pt>
                <c:pt idx="3475" formatCode="0_);[Red]\(0\)">
                  <c:v>741.57142857142844</c:v>
                </c:pt>
                <c:pt idx="3476" formatCode="0_);[Red]\(0\)">
                  <c:v>778.77142857142826</c:v>
                </c:pt>
                <c:pt idx="3477" formatCode="0_);[Red]\(0\)">
                  <c:v>810.57142857142844</c:v>
                </c:pt>
                <c:pt idx="3478" formatCode="0_);[Red]\(0\)">
                  <c:v>810.57142857142844</c:v>
                </c:pt>
                <c:pt idx="3479" formatCode="0_);[Red]\(0\)">
                  <c:v>810.57142857142844</c:v>
                </c:pt>
                <c:pt idx="3480" formatCode="0_);[Red]\(0\)">
                  <c:v>831.77142857142826</c:v>
                </c:pt>
                <c:pt idx="3481" formatCode="0_);[Red]\(0\)">
                  <c:v>747.77142857142826</c:v>
                </c:pt>
                <c:pt idx="3482" formatCode="0_);[Red]\(0\)">
                  <c:v>832.57142857142844</c:v>
                </c:pt>
                <c:pt idx="3483" formatCode="0_);[Red]\(0\)">
                  <c:v>938.57142857142844</c:v>
                </c:pt>
                <c:pt idx="3484" formatCode="0_);[Red]\(0\)">
                  <c:v>1138.5714285714284</c:v>
                </c:pt>
                <c:pt idx="3485" formatCode="0_);[Red]\(0\)">
                  <c:v>1138.5714285714284</c:v>
                </c:pt>
                <c:pt idx="3486" formatCode="0_);[Red]\(0\)">
                  <c:v>1138.5714285714284</c:v>
                </c:pt>
                <c:pt idx="3487" formatCode="0_);[Red]\(0\)">
                  <c:v>606.77142857142826</c:v>
                </c:pt>
                <c:pt idx="3488" formatCode="0_);[Red]\(0\)">
                  <c:v>685.57142857142844</c:v>
                </c:pt>
                <c:pt idx="3489" formatCode="0_);[Red]\(0\)">
                  <c:v>932.57142857142844</c:v>
                </c:pt>
                <c:pt idx="3490" formatCode="0_);[Red]\(0\)">
                  <c:v>879.57142857142844</c:v>
                </c:pt>
                <c:pt idx="3491" formatCode="0_);[Red]\(0\)">
                  <c:v>858.37142857142862</c:v>
                </c:pt>
                <c:pt idx="3492" formatCode="0_);[Red]\(0\)">
                  <c:v>858.37142857142862</c:v>
                </c:pt>
                <c:pt idx="3493" formatCode="0_);[Red]\(0\)">
                  <c:v>858.37142857142862</c:v>
                </c:pt>
                <c:pt idx="3494" formatCode="0_);[Red]\(0\)">
                  <c:v>647.77142857142826</c:v>
                </c:pt>
                <c:pt idx="3495" formatCode="0_);[Red]\(0\)">
                  <c:v>732.57142857142844</c:v>
                </c:pt>
                <c:pt idx="3496" formatCode="0_);[Red]\(0\)">
                  <c:v>753.77142857142826</c:v>
                </c:pt>
                <c:pt idx="3497" formatCode="0_);[Red]\(0\)">
                  <c:v>753.77142857142826</c:v>
                </c:pt>
                <c:pt idx="3498" formatCode="0_);[Red]\(0\)">
                  <c:v>753.77142857142826</c:v>
                </c:pt>
                <c:pt idx="3499" formatCode="0_);[Red]\(0\)">
                  <c:v>753.77142857142826</c:v>
                </c:pt>
                <c:pt idx="3500" formatCode="0_);[Red]\(0\)">
                  <c:v>753.77142857142826</c:v>
                </c:pt>
                <c:pt idx="3501" formatCode="0_);[Red]\(0\)">
                  <c:v>753.77142857142826</c:v>
                </c:pt>
                <c:pt idx="3502" formatCode="0_);[Red]\(0\)">
                  <c:v>806.77142857142826</c:v>
                </c:pt>
                <c:pt idx="3503" formatCode="0_);[Red]\(0\)">
                  <c:v>944.57142857142844</c:v>
                </c:pt>
                <c:pt idx="3504" formatCode="0_);[Red]\(0\)">
                  <c:v>965.77142857142826</c:v>
                </c:pt>
                <c:pt idx="3505" formatCode="0_);[Red]\(0\)">
                  <c:v>1165.7714285714283</c:v>
                </c:pt>
                <c:pt idx="3506" formatCode="0_);[Red]\(0\)">
                  <c:v>1465.7714285714283</c:v>
                </c:pt>
                <c:pt idx="3507" formatCode="0_);[Red]\(0\)">
                  <c:v>1465.7714285714283</c:v>
                </c:pt>
                <c:pt idx="3508" formatCode="0_);[Red]\(0\)">
                  <c:v>1465.7714285714283</c:v>
                </c:pt>
                <c:pt idx="3509" formatCode="0_);[Red]\(0\)">
                  <c:v>1665.7714285714283</c:v>
                </c:pt>
                <c:pt idx="3510" formatCode="0_);[Red]\(0\)">
                  <c:v>1871.0714285714284</c:v>
                </c:pt>
                <c:pt idx="3511" formatCode="0_);[Red]\(0\)">
                  <c:v>1976.3714285714286</c:v>
                </c:pt>
                <c:pt idx="3512" formatCode="0_);[Red]\(0\)">
                  <c:v>1981.6714285714288</c:v>
                </c:pt>
                <c:pt idx="3513" formatCode="0_);[Red]\(0\)">
                  <c:v>1981.6714285714288</c:v>
                </c:pt>
                <c:pt idx="3514" formatCode="0_);[Red]\(0\)">
                  <c:v>1981.6714285714288</c:v>
                </c:pt>
                <c:pt idx="3515" formatCode="0_);[Red]\(0\)">
                  <c:v>1986.9714285714281</c:v>
                </c:pt>
                <c:pt idx="3516" formatCode="0_);[Red]\(0\)">
                  <c:v>1997.5714285714284</c:v>
                </c:pt>
                <c:pt idx="3517" formatCode="0_);[Red]\(0\)">
                  <c:v>2050.5714285714284</c:v>
                </c:pt>
                <c:pt idx="3518" formatCode="0_);[Red]\(0\)">
                  <c:v>2003.5714285714284</c:v>
                </c:pt>
                <c:pt idx="3519" formatCode="0_);[Red]\(0\)">
                  <c:v>2056.5714285714284</c:v>
                </c:pt>
                <c:pt idx="3520" formatCode="0_);[Red]\(0\)">
                  <c:v>2056.5714285714284</c:v>
                </c:pt>
                <c:pt idx="3521" formatCode="0_);[Red]\(0\)">
                  <c:v>2056.5714285714284</c:v>
                </c:pt>
                <c:pt idx="3522" formatCode="0_);[Red]\(0\)">
                  <c:v>2120.0714285714284</c:v>
                </c:pt>
                <c:pt idx="3523" formatCode="0_);[Red]\(0\)">
                  <c:v>2130.6714285714288</c:v>
                </c:pt>
                <c:pt idx="3524" formatCode="0_);[Red]\(0\)">
                  <c:v>2130.6714285714288</c:v>
                </c:pt>
                <c:pt idx="3525" formatCode="0_);[Red]\(0\)">
                  <c:v>2130.6714285714288</c:v>
                </c:pt>
                <c:pt idx="3526" formatCode="0_);[Red]\(0\)">
                  <c:v>1930.6714285714288</c:v>
                </c:pt>
                <c:pt idx="3527" formatCode="0_);[Red]\(0\)">
                  <c:v>1730.6714285714288</c:v>
                </c:pt>
                <c:pt idx="3528" formatCode="0_);[Red]\(0\)">
                  <c:v>1730.6714285714288</c:v>
                </c:pt>
                <c:pt idx="3529" formatCode="0_);[Red]\(0\)">
                  <c:v>1730.6714285714288</c:v>
                </c:pt>
                <c:pt idx="3530" formatCode="0_);[Red]\(0\)">
                  <c:v>1667.0714285714284</c:v>
                </c:pt>
                <c:pt idx="3531" formatCode="0_);[Red]\(0\)">
                  <c:v>1667.0714285714284</c:v>
                </c:pt>
                <c:pt idx="3532" formatCode="0_);[Red]\(0\)">
                  <c:v>1667.0714285714284</c:v>
                </c:pt>
                <c:pt idx="3533" formatCode="0_);[Red]\(0\)">
                  <c:v>1667.0714285714284</c:v>
                </c:pt>
                <c:pt idx="3534" formatCode="0_);[Red]\(0\)">
                  <c:v>1667.0714285714284</c:v>
                </c:pt>
                <c:pt idx="3535" formatCode="0_);[Red]\(0\)">
                  <c:v>1667.0714285714284</c:v>
                </c:pt>
                <c:pt idx="3536" formatCode="0_);[Red]\(0\)">
                  <c:v>1667.0714285714284</c:v>
                </c:pt>
                <c:pt idx="3537" formatCode="0_);[Red]\(0\)">
                  <c:v>1561.0714285714284</c:v>
                </c:pt>
                <c:pt idx="3538" formatCode="0_);[Red]\(0\)">
                  <c:v>1508.0714285714284</c:v>
                </c:pt>
                <c:pt idx="3539" formatCode="0_);[Red]\(0\)">
                  <c:v>1455.0714285714284</c:v>
                </c:pt>
                <c:pt idx="3540" formatCode="0_);[Red]\(0\)">
                  <c:v>1137.0714285714284</c:v>
                </c:pt>
                <c:pt idx="3541" formatCode="0_);[Red]\(0\)">
                  <c:v>1137.0714285714284</c:v>
                </c:pt>
                <c:pt idx="3542" formatCode="0_);[Red]\(0\)">
                  <c:v>1137.0714285714284</c:v>
                </c:pt>
                <c:pt idx="3543" formatCode="0_);[Red]\(0\)">
                  <c:v>1137.0714285714284</c:v>
                </c:pt>
                <c:pt idx="3544" formatCode="0_);[Red]\(0\)">
                  <c:v>1031.0714285714284</c:v>
                </c:pt>
                <c:pt idx="3545" formatCode="0_);[Red]\(0\)">
                  <c:v>1031.0714285714284</c:v>
                </c:pt>
                <c:pt idx="3546" formatCode="0_);[Red]\(0\)">
                  <c:v>1296.0714285714284</c:v>
                </c:pt>
                <c:pt idx="3547" formatCode="0_);[Red]\(0\)">
                  <c:v>1296.0714285714284</c:v>
                </c:pt>
                <c:pt idx="3548" formatCode="0_);[Red]\(0\)">
                  <c:v>1296.0714285714284</c:v>
                </c:pt>
                <c:pt idx="3549" formatCode="0_);[Red]\(0\)">
                  <c:v>1296.0714285714284</c:v>
                </c:pt>
                <c:pt idx="3550" formatCode="0_);[Red]\(0\)">
                  <c:v>1296.0714285714284</c:v>
                </c:pt>
                <c:pt idx="3551" formatCode="0_);[Red]\(0\)">
                  <c:v>1323.0714285714284</c:v>
                </c:pt>
                <c:pt idx="3552" formatCode="0_);[Red]\(0\)">
                  <c:v>1323.0714285714284</c:v>
                </c:pt>
                <c:pt idx="3553" formatCode="0_);[Red]\(0\)">
                  <c:v>1523.0714285714284</c:v>
                </c:pt>
                <c:pt idx="3554" formatCode="0_);[Red]\(0\)">
                  <c:v>1523.0714285714284</c:v>
                </c:pt>
                <c:pt idx="3555" formatCode="0_);[Red]\(0\)">
                  <c:v>1523.0714285714284</c:v>
                </c:pt>
                <c:pt idx="3556" formatCode="0_);[Red]\(0\)">
                  <c:v>1523.0714285714284</c:v>
                </c:pt>
                <c:pt idx="3557" formatCode="0_);[Red]\(0\)">
                  <c:v>1723.0714285714284</c:v>
                </c:pt>
                <c:pt idx="3558" formatCode="0_);[Red]\(0\)">
                  <c:v>1723.0714285714284</c:v>
                </c:pt>
                <c:pt idx="3559" formatCode="0_);[Red]\(0\)">
                  <c:v>1712.4714285714281</c:v>
                </c:pt>
                <c:pt idx="3560" formatCode="0_);[Red]\(0\)">
                  <c:v>1712.4714285714281</c:v>
                </c:pt>
                <c:pt idx="3561" formatCode="0_);[Red]\(0\)">
                  <c:v>1712.4714285714281</c:v>
                </c:pt>
                <c:pt idx="3562" formatCode="0_);[Red]\(0\)">
                  <c:v>1712.4714285714281</c:v>
                </c:pt>
                <c:pt idx="3563" formatCode="0_);[Red]\(0\)">
                  <c:v>1712.4714285714281</c:v>
                </c:pt>
                <c:pt idx="3564" formatCode="0_);[Red]\(0\)">
                  <c:v>1712.4714285714281</c:v>
                </c:pt>
                <c:pt idx="3565" formatCode="0_);[Red]\(0\)">
                  <c:v>1712.4714285714281</c:v>
                </c:pt>
                <c:pt idx="3566" formatCode="0_);[Red]\(0\)">
                  <c:v>1712.4714285714281</c:v>
                </c:pt>
                <c:pt idx="3567" formatCode="0_);[Red]\(0\)">
                  <c:v>1812.4714285714281</c:v>
                </c:pt>
                <c:pt idx="3568" formatCode="0_);[Red]\(0\)">
                  <c:v>1452.0714285714284</c:v>
                </c:pt>
                <c:pt idx="3569" formatCode="0_);[Red]\(0\)">
                  <c:v>1452.0714285714284</c:v>
                </c:pt>
                <c:pt idx="3570" formatCode="0_);[Red]\(0\)">
                  <c:v>1452.0714285714284</c:v>
                </c:pt>
                <c:pt idx="3571" formatCode="0_);[Red]\(0\)">
                  <c:v>1452.0714285714284</c:v>
                </c:pt>
                <c:pt idx="3572" formatCode="0_);[Red]\(0\)">
                  <c:v>1299.0714285714284</c:v>
                </c:pt>
                <c:pt idx="3573" formatCode="0_);[Red]\(0\)">
                  <c:v>1120.2714285714283</c:v>
                </c:pt>
                <c:pt idx="3574" formatCode="0_);[Red]\(0\)">
                  <c:v>920.27142857142826</c:v>
                </c:pt>
                <c:pt idx="3575" formatCode="0_);[Red]\(0\)">
                  <c:v>852.07142857142844</c:v>
                </c:pt>
                <c:pt idx="3576" formatCode="0_);[Red]\(0\)">
                  <c:v>752.07142857142844</c:v>
                </c:pt>
                <c:pt idx="3577" formatCode="0_);[Red]\(0\)">
                  <c:v>752.07142857142844</c:v>
                </c:pt>
                <c:pt idx="3578" formatCode="0_);[Red]\(0\)">
                  <c:v>752.07142857142844</c:v>
                </c:pt>
                <c:pt idx="3579" formatCode="0_);[Red]\(0\)">
                  <c:v>783.87142857142862</c:v>
                </c:pt>
                <c:pt idx="3580" formatCode="0_);[Red]\(0\)">
                  <c:v>705.07142857142844</c:v>
                </c:pt>
                <c:pt idx="3581" formatCode="0_);[Red]\(0\)">
                  <c:v>726.27142857142826</c:v>
                </c:pt>
                <c:pt idx="3582" formatCode="0_);[Red]\(0\)">
                  <c:v>726.27142857142826</c:v>
                </c:pt>
                <c:pt idx="3583" formatCode="0_);[Red]\(0\)">
                  <c:v>726.27142857142826</c:v>
                </c:pt>
                <c:pt idx="3584" formatCode="0_);[Red]\(0\)">
                  <c:v>726.27142857142826</c:v>
                </c:pt>
                <c:pt idx="3585" formatCode="0_);[Red]\(0\)">
                  <c:v>599.07142857142844</c:v>
                </c:pt>
                <c:pt idx="3586" formatCode="0_);[Red]\(0\)">
                  <c:v>599.07142857142844</c:v>
                </c:pt>
                <c:pt idx="3587" formatCode="0_);[Red]\(0\)">
                  <c:v>546.07142857142844</c:v>
                </c:pt>
                <c:pt idx="3588" formatCode="0_);[Red]\(0\)">
                  <c:v>493.07142857142844</c:v>
                </c:pt>
                <c:pt idx="3589" formatCode="0_);[Red]\(0\)">
                  <c:v>471.87142857142862</c:v>
                </c:pt>
                <c:pt idx="3590" formatCode="0_);[Red]\(0\)">
                  <c:v>471.87142857142862</c:v>
                </c:pt>
                <c:pt idx="3591" formatCode="0_);[Red]\(0\)">
                  <c:v>471.87142857142862</c:v>
                </c:pt>
                <c:pt idx="3592" formatCode="0_);[Red]\(0\)">
                  <c:v>471.87142857142862</c:v>
                </c:pt>
                <c:pt idx="3593" formatCode="0_);[Red]\(0\)">
                  <c:v>546.07142857142844</c:v>
                </c:pt>
                <c:pt idx="3594" formatCode="0_);[Red]\(0\)">
                  <c:v>599.07142857142844</c:v>
                </c:pt>
                <c:pt idx="3595" formatCode="0_);[Red]\(0\)">
                  <c:v>705.07142857142844</c:v>
                </c:pt>
                <c:pt idx="3596" formatCode="0_);[Red]\(0\)">
                  <c:v>789.87142857142862</c:v>
                </c:pt>
                <c:pt idx="3597" formatCode="0_);[Red]\(0\)">
                  <c:v>789.87142857142862</c:v>
                </c:pt>
                <c:pt idx="3598" formatCode="0_);[Red]\(0\)">
                  <c:v>789.87142857142862</c:v>
                </c:pt>
                <c:pt idx="3599" formatCode="0_);[Red]\(0\)">
                  <c:v>689.87142857142862</c:v>
                </c:pt>
                <c:pt idx="3600" formatCode="0_);[Red]\(0\)">
                  <c:v>611.07142857142844</c:v>
                </c:pt>
                <c:pt idx="3601" formatCode="0_);[Red]\(0\)">
                  <c:v>611.07142857142844</c:v>
                </c:pt>
                <c:pt idx="3602" formatCode="0_);[Red]\(0\)">
                  <c:v>611.07142857142844</c:v>
                </c:pt>
                <c:pt idx="3603" formatCode="0_);[Red]\(0\)">
                  <c:v>611.07142857142844</c:v>
                </c:pt>
                <c:pt idx="3604" formatCode="0_);[Red]\(0\)">
                  <c:v>611.07142857142844</c:v>
                </c:pt>
                <c:pt idx="3605" formatCode="0_);[Red]\(0\)">
                  <c:v>611.07142857142844</c:v>
                </c:pt>
                <c:pt idx="3606" formatCode="0_);[Red]\(0\)">
                  <c:v>611.07142857142844</c:v>
                </c:pt>
                <c:pt idx="3607" formatCode="0_);[Red]\(0\)">
                  <c:v>621.67142857142881</c:v>
                </c:pt>
                <c:pt idx="3608" formatCode="0_);[Red]\(0\)">
                  <c:v>632.27142857142826</c:v>
                </c:pt>
                <c:pt idx="3609" formatCode="0_);[Red]\(0\)">
                  <c:v>464.07142857142844</c:v>
                </c:pt>
                <c:pt idx="3610" formatCode="0_);[Red]\(0\)">
                  <c:v>464.07142857142844</c:v>
                </c:pt>
                <c:pt idx="3611" formatCode="0_);[Red]\(0\)">
                  <c:v>464.07142857142844</c:v>
                </c:pt>
                <c:pt idx="3612" formatCode="0_);[Red]\(0\)">
                  <c:v>464.07142857142844</c:v>
                </c:pt>
                <c:pt idx="3613" formatCode="0_);[Red]\(0\)">
                  <c:v>517.07142857142844</c:v>
                </c:pt>
                <c:pt idx="3614" formatCode="0_);[Red]\(0\)">
                  <c:v>538.27142857142826</c:v>
                </c:pt>
                <c:pt idx="3615" formatCode="0_);[Red]\(0\)">
                  <c:v>570.07142857142844</c:v>
                </c:pt>
                <c:pt idx="3616" formatCode="0_);[Red]\(0\)">
                  <c:v>601.87142857142862</c:v>
                </c:pt>
                <c:pt idx="3617" formatCode="0_);[Red]\(0\)">
                  <c:v>729.07142857142844</c:v>
                </c:pt>
                <c:pt idx="3618" formatCode="0_);[Red]\(0\)">
                  <c:v>729.07142857142844</c:v>
                </c:pt>
                <c:pt idx="3619" formatCode="0_);[Red]\(0\)">
                  <c:v>729.07142857142844</c:v>
                </c:pt>
                <c:pt idx="3620" formatCode="0_);[Red]\(0\)">
                  <c:v>411.07142857142844</c:v>
                </c:pt>
                <c:pt idx="3621" formatCode="0_);[Red]\(0\)">
                  <c:v>389.87142857142862</c:v>
                </c:pt>
                <c:pt idx="3622" formatCode="0_);[Red]\(0\)">
                  <c:v>168.67142857142881</c:v>
                </c:pt>
                <c:pt idx="3623" formatCode="0_);[Red]\(0\)">
                  <c:v>158.07142857142844</c:v>
                </c:pt>
                <c:pt idx="3624" formatCode="0_);[Red]\(0\)">
                  <c:v>211.07142857142844</c:v>
                </c:pt>
                <c:pt idx="3625" formatCode="0_);[Red]\(0\)">
                  <c:v>211.07142857142844</c:v>
                </c:pt>
                <c:pt idx="3626" formatCode="0_);[Red]\(0\)">
                  <c:v>211.07142857142844</c:v>
                </c:pt>
                <c:pt idx="3627" formatCode="0_);[Red]\(0\)">
                  <c:v>105.07142857142844</c:v>
                </c:pt>
                <c:pt idx="3628" formatCode="0_);[Red]\(0\)">
                  <c:v>52.071428571428442</c:v>
                </c:pt>
                <c:pt idx="3629" formatCode="0_);[Red]\(0\)">
                  <c:v>30.871428571428623</c:v>
                </c:pt>
                <c:pt idx="3630" formatCode="0_);[Red]\(0\)">
                  <c:v>30.871428571428623</c:v>
                </c:pt>
                <c:pt idx="3631" formatCode="0_);[Red]\(0\)">
                  <c:v>-169.12857142857138</c:v>
                </c:pt>
                <c:pt idx="3632" formatCode="0_);[Red]\(0\)">
                  <c:v>-169.12857142857138</c:v>
                </c:pt>
                <c:pt idx="3633" formatCode="0_);[Red]\(0\)">
                  <c:v>-169.12857142857138</c:v>
                </c:pt>
                <c:pt idx="3634" formatCode="0_);[Red]\(0\)">
                  <c:v>-400.92857142857156</c:v>
                </c:pt>
                <c:pt idx="3635" formatCode="0_);[Red]\(0\)">
                  <c:v>-400.92857142857156</c:v>
                </c:pt>
                <c:pt idx="3636" formatCode="0_);[Red]\(0\)">
                  <c:v>-432.72857142857174</c:v>
                </c:pt>
                <c:pt idx="3637" formatCode="0_);[Red]\(0\)">
                  <c:v>-422.12857142857138</c:v>
                </c:pt>
                <c:pt idx="3638" formatCode="0_);[Red]\(0\)">
                  <c:v>-400.92857142857156</c:v>
                </c:pt>
                <c:pt idx="3639" formatCode="0_);[Red]\(0\)">
                  <c:v>-200.92857142857156</c:v>
                </c:pt>
                <c:pt idx="3640" formatCode="0_);[Red]\(0\)">
                  <c:v>-200.92857142857156</c:v>
                </c:pt>
                <c:pt idx="3641" formatCode="0_);[Red]\(0\)">
                  <c:v>-279.72857142857174</c:v>
                </c:pt>
                <c:pt idx="3642" formatCode="0_);[Red]\(0\)">
                  <c:v>-79.72857142857174</c:v>
                </c:pt>
                <c:pt idx="3643" formatCode="0_);[Red]\(0\)">
                  <c:v>-79.72857142857174</c:v>
                </c:pt>
                <c:pt idx="3644" formatCode="0_);[Red]\(0\)">
                  <c:v>5.0714285714284415</c:v>
                </c:pt>
                <c:pt idx="3645" formatCode="0_);[Red]\(0\)">
                  <c:v>79.27142857142826</c:v>
                </c:pt>
                <c:pt idx="3646" formatCode="0_);[Red]\(0\)">
                  <c:v>79.27142857142826</c:v>
                </c:pt>
                <c:pt idx="3647" formatCode="0_);[Red]\(0\)">
                  <c:v>79.27142857142826</c:v>
                </c:pt>
                <c:pt idx="3648" formatCode="0_);[Red]\(0\)">
                  <c:v>190.57142857142844</c:v>
                </c:pt>
                <c:pt idx="3649" formatCode="0_);[Red]\(0\)">
                  <c:v>190.57142857142844</c:v>
                </c:pt>
                <c:pt idx="3650" formatCode="0_);[Red]\(0\)">
                  <c:v>190.57142857142844</c:v>
                </c:pt>
                <c:pt idx="3651" formatCode="0_);[Red]\(0\)">
                  <c:v>190.57142857142844</c:v>
                </c:pt>
                <c:pt idx="3652" formatCode="0_);[Red]\(0\)">
                  <c:v>140.57142857142844</c:v>
                </c:pt>
                <c:pt idx="3653" formatCode="0_);[Red]\(0\)">
                  <c:v>140.57142857142844</c:v>
                </c:pt>
                <c:pt idx="3654" formatCode="0_);[Red]\(0\)">
                  <c:v>140.57142857142844</c:v>
                </c:pt>
                <c:pt idx="3655" formatCode="0_);[Red]\(0\)">
                  <c:v>140.57142857142844</c:v>
                </c:pt>
                <c:pt idx="3656" formatCode="0_);[Red]\(0\)">
                  <c:v>140.57142857142844</c:v>
                </c:pt>
                <c:pt idx="3657" formatCode="0_);[Red]\(0\)">
                  <c:v>114.07142857142844</c:v>
                </c:pt>
                <c:pt idx="3658" formatCode="0_);[Red]\(0\)">
                  <c:v>114.07142857142844</c:v>
                </c:pt>
                <c:pt idx="3659" formatCode="0_);[Red]\(0\)">
                  <c:v>114.07142857142844</c:v>
                </c:pt>
                <c:pt idx="3660" formatCode="0_);[Red]\(0\)">
                  <c:v>114.07142857142844</c:v>
                </c:pt>
                <c:pt idx="3661" formatCode="0_);[Red]\(0\)">
                  <c:v>114.07142857142844</c:v>
                </c:pt>
                <c:pt idx="3662" formatCode="0_);[Red]\(0\)">
                  <c:v>114.07142857142844</c:v>
                </c:pt>
                <c:pt idx="3663" formatCode="0_);[Red]\(0\)">
                  <c:v>87.571428571428442</c:v>
                </c:pt>
                <c:pt idx="3664" formatCode="0_);[Red]\(0\)">
                  <c:v>87.571428571428442</c:v>
                </c:pt>
                <c:pt idx="3665" formatCode="0_);[Red]\(0\)">
                  <c:v>71.571428571428442</c:v>
                </c:pt>
                <c:pt idx="3666" formatCode="0_);[Red]\(0\)">
                  <c:v>71.571428571428442</c:v>
                </c:pt>
                <c:pt idx="3667" formatCode="0_);[Red]\(0\)">
                  <c:v>71.571428571428442</c:v>
                </c:pt>
                <c:pt idx="3668" formatCode="0_);[Red]\(0\)">
                  <c:v>71.571428571428442</c:v>
                </c:pt>
                <c:pt idx="3669" formatCode="0_);[Red]\(0\)">
                  <c:v>71.571428571428442</c:v>
                </c:pt>
                <c:pt idx="3670" formatCode="0_);[Red]\(0\)">
                  <c:v>298.07142857142844</c:v>
                </c:pt>
                <c:pt idx="3671" formatCode="0_);[Red]\(0\)">
                  <c:v>282.07142857142844</c:v>
                </c:pt>
                <c:pt idx="3672" formatCode="0_);[Red]\(0\)">
                  <c:v>308.57142857142844</c:v>
                </c:pt>
                <c:pt idx="3673" formatCode="0_);[Red]\(0\)">
                  <c:v>308.57142857142844</c:v>
                </c:pt>
                <c:pt idx="3674" formatCode="0_);[Red]\(0\)">
                  <c:v>208.57142857142844</c:v>
                </c:pt>
                <c:pt idx="3675" formatCode="0_);[Red]\(0\)">
                  <c:v>208.57142857142844</c:v>
                </c:pt>
                <c:pt idx="3676" formatCode="0_);[Red]\(0\)">
                  <c:v>208.57142857142844</c:v>
                </c:pt>
                <c:pt idx="3677" formatCode="0_);[Red]\(0\)">
                  <c:v>288.07142857142844</c:v>
                </c:pt>
                <c:pt idx="3678" formatCode="0_);[Red]\(0\)">
                  <c:v>288.07142857142844</c:v>
                </c:pt>
                <c:pt idx="3679" formatCode="0_);[Red]\(0\)">
                  <c:v>341.07142857142844</c:v>
                </c:pt>
                <c:pt idx="3680" formatCode="0_);[Red]\(0\)">
                  <c:v>341.07142857142844</c:v>
                </c:pt>
                <c:pt idx="3681" formatCode="0_);[Red]\(0\)">
                  <c:v>341.07142857142844</c:v>
                </c:pt>
                <c:pt idx="3682" formatCode="0_);[Red]\(0\)">
                  <c:v>341.07142857142844</c:v>
                </c:pt>
                <c:pt idx="3683" formatCode="0_);[Red]\(0\)">
                  <c:v>500.07142857142844</c:v>
                </c:pt>
                <c:pt idx="3684" formatCode="0_);[Red]\(0\)">
                  <c:v>600.07142857142844</c:v>
                </c:pt>
                <c:pt idx="3685" formatCode="0_);[Red]\(0\)">
                  <c:v>600.07142857142844</c:v>
                </c:pt>
                <c:pt idx="3686" formatCode="0_);[Red]\(0\)">
                  <c:v>600.07142857142844</c:v>
                </c:pt>
                <c:pt idx="3687" formatCode="0_);[Red]\(0\)">
                  <c:v>600.07142857142844</c:v>
                </c:pt>
                <c:pt idx="3688" formatCode="0_);[Red]\(0\)">
                  <c:v>600.07142857142844</c:v>
                </c:pt>
                <c:pt idx="3689" formatCode="0_);[Red]\(0\)">
                  <c:v>600.07142857142844</c:v>
                </c:pt>
                <c:pt idx="3690" formatCode="0_);[Red]\(0\)">
                  <c:v>600.07142857142844</c:v>
                </c:pt>
                <c:pt idx="3691" formatCode="0_);[Red]\(0\)">
                  <c:v>600.07142857142844</c:v>
                </c:pt>
                <c:pt idx="3692" formatCode="0_);[Red]\(0\)">
                  <c:v>600.07142857142844</c:v>
                </c:pt>
                <c:pt idx="3693" formatCode="0_);[Red]\(0\)">
                  <c:v>600.07142857142844</c:v>
                </c:pt>
                <c:pt idx="3694" formatCode="0_);[Red]\(0\)">
                  <c:v>600.07142857142844</c:v>
                </c:pt>
                <c:pt idx="3695" formatCode="0_);[Red]\(0\)">
                  <c:v>600.07142857142844</c:v>
                </c:pt>
                <c:pt idx="3696" formatCode="0_);[Red]\(0\)">
                  <c:v>600.07142857142844</c:v>
                </c:pt>
                <c:pt idx="3697" formatCode="0_);[Red]\(0\)">
                  <c:v>335.07142857142844</c:v>
                </c:pt>
                <c:pt idx="3698" formatCode="0_);[Red]\(0\)">
                  <c:v>324.47142857142808</c:v>
                </c:pt>
                <c:pt idx="3699" formatCode="0_);[Red]\(0\)">
                  <c:v>256.27142857142826</c:v>
                </c:pt>
                <c:pt idx="3700" formatCode="0_);[Red]\(0\)">
                  <c:v>256.27142857142826</c:v>
                </c:pt>
                <c:pt idx="3701" formatCode="0_);[Red]\(0\)">
                  <c:v>553.07142857142844</c:v>
                </c:pt>
                <c:pt idx="3702" formatCode="0_);[Red]\(0\)">
                  <c:v>453.07142857142844</c:v>
                </c:pt>
                <c:pt idx="3703" formatCode="0_);[Red]\(0\)">
                  <c:v>453.07142857142844</c:v>
                </c:pt>
                <c:pt idx="3704" formatCode="0_);[Red]\(0\)">
                  <c:v>450.07142857142844</c:v>
                </c:pt>
                <c:pt idx="3705" formatCode="0_);[Red]\(0\)">
                  <c:v>428.87142857142862</c:v>
                </c:pt>
                <c:pt idx="3706" formatCode="0_);[Red]\(0\)">
                  <c:v>371.27142857142826</c:v>
                </c:pt>
                <c:pt idx="3707" formatCode="0_);[Red]\(0\)">
                  <c:v>271.27142857142826</c:v>
                </c:pt>
                <c:pt idx="3708" formatCode="0_);[Red]\(0\)">
                  <c:v>250.07142857142844</c:v>
                </c:pt>
                <c:pt idx="3709" formatCode="0_);[Red]\(0\)">
                  <c:v>250.07142857142844</c:v>
                </c:pt>
                <c:pt idx="3710" formatCode="0_);[Red]\(0\)">
                  <c:v>250.07142857142844</c:v>
                </c:pt>
                <c:pt idx="3711" formatCode="0_);[Red]\(0\)">
                  <c:v>228.87142857142862</c:v>
                </c:pt>
                <c:pt idx="3712" formatCode="0_);[Red]\(0\)">
                  <c:v>128.87142857142862</c:v>
                </c:pt>
                <c:pt idx="3713" formatCode="0_);[Red]\(0\)">
                  <c:v>-2.9285714285715585</c:v>
                </c:pt>
                <c:pt idx="3714" formatCode="0_);[Red]\(0\)">
                  <c:v>-24.128571428571377</c:v>
                </c:pt>
                <c:pt idx="3715" formatCode="0_);[Red]\(0\)">
                  <c:v>-261.92857142857156</c:v>
                </c:pt>
                <c:pt idx="3716" formatCode="0_);[Red]\(0\)">
                  <c:v>-461.92857142857156</c:v>
                </c:pt>
                <c:pt idx="3717" formatCode="0_);[Red]\(0\)">
                  <c:v>-461.92857142857156</c:v>
                </c:pt>
                <c:pt idx="3718" formatCode="0_);[Red]\(0\)">
                  <c:v>-440.72857142857174</c:v>
                </c:pt>
                <c:pt idx="3719" formatCode="0_);[Red]\(0\)">
                  <c:v>-530.12857142857138</c:v>
                </c:pt>
                <c:pt idx="3720" formatCode="0_);[Red]\(0\)">
                  <c:v>-608.92857142857156</c:v>
                </c:pt>
                <c:pt idx="3721" formatCode="0_);[Red]\(0\)">
                  <c:v>-824.72857142857174</c:v>
                </c:pt>
                <c:pt idx="3722" formatCode="0_);[Red]\(0\)">
                  <c:v>-1014.1285714285714</c:v>
                </c:pt>
                <c:pt idx="3723" formatCode="0_);[Red]\(0\)">
                  <c:v>-1014.1285714285714</c:v>
                </c:pt>
                <c:pt idx="3724" formatCode="0_);[Red]\(0\)">
                  <c:v>-1014.1285714285714</c:v>
                </c:pt>
                <c:pt idx="3725" formatCode="0_);[Red]\(0\)">
                  <c:v>-1014.1285714285714</c:v>
                </c:pt>
                <c:pt idx="3726" formatCode="0_);[Red]\(0\)">
                  <c:v>-1182.9285714285716</c:v>
                </c:pt>
                <c:pt idx="3727" formatCode="0_);[Red]\(0\)">
                  <c:v>-918.42857142857156</c:v>
                </c:pt>
                <c:pt idx="3728" formatCode="0_);[Red]\(0\)">
                  <c:v>-997.22857142857174</c:v>
                </c:pt>
                <c:pt idx="3729" formatCode="0_);[Red]\(0\)">
                  <c:v>-1177.4285714285716</c:v>
                </c:pt>
                <c:pt idx="3730" formatCode="0_);[Red]\(0\)">
                  <c:v>-1177.4285714285716</c:v>
                </c:pt>
                <c:pt idx="3731" formatCode="0_);[Red]\(0\)">
                  <c:v>-1177.4285714285716</c:v>
                </c:pt>
                <c:pt idx="3732" formatCode="0_);[Red]\(0\)">
                  <c:v>-1283.4285714285716</c:v>
                </c:pt>
                <c:pt idx="3733" formatCode="0_);[Red]\(0\)">
                  <c:v>-1267.4285714285716</c:v>
                </c:pt>
                <c:pt idx="3734" formatCode="0_);[Red]\(0\)">
                  <c:v>-1288.6285714285714</c:v>
                </c:pt>
                <c:pt idx="3735" formatCode="0_);[Red]\(0\)">
                  <c:v>-1288.6285714285714</c:v>
                </c:pt>
                <c:pt idx="3736" formatCode="0_);[Red]\(0\)">
                  <c:v>-1672.6285714285714</c:v>
                </c:pt>
                <c:pt idx="3737" formatCode="0_);[Red]\(0\)">
                  <c:v>-1672.6285714285714</c:v>
                </c:pt>
                <c:pt idx="3738" formatCode="0_);[Red]\(0\)">
                  <c:v>-1672.6285714285714</c:v>
                </c:pt>
                <c:pt idx="3739" formatCode="0_);[Red]\(0\)">
                  <c:v>-1672.6285714285714</c:v>
                </c:pt>
                <c:pt idx="3740" formatCode="0_);[Red]\(0\)">
                  <c:v>-1672.6285714285714</c:v>
                </c:pt>
                <c:pt idx="3741" formatCode="0_);[Red]\(0\)">
                  <c:v>-1704.9285714285716</c:v>
                </c:pt>
                <c:pt idx="3742" formatCode="0_);[Red]\(0\)">
                  <c:v>-1683.9285714285716</c:v>
                </c:pt>
                <c:pt idx="3743" formatCode="0_);[Red]\(0\)">
                  <c:v>-2073.4285714285716</c:v>
                </c:pt>
                <c:pt idx="3744" formatCode="0_);[Red]\(0\)">
                  <c:v>-2273.4285714285716</c:v>
                </c:pt>
                <c:pt idx="3745" formatCode="0_);[Red]\(0\)">
                  <c:v>-2273.4285714285716</c:v>
                </c:pt>
                <c:pt idx="3746" formatCode="0_);[Red]\(0\)">
                  <c:v>-2273.4285714285716</c:v>
                </c:pt>
                <c:pt idx="3747" formatCode="0_);[Red]\(0\)">
                  <c:v>-2040.4285714285716</c:v>
                </c:pt>
                <c:pt idx="3748" formatCode="0_);[Red]\(0\)">
                  <c:v>-2003.4785714285717</c:v>
                </c:pt>
                <c:pt idx="3749" formatCode="0_);[Red]\(0\)">
                  <c:v>-1992.8785714285714</c:v>
                </c:pt>
                <c:pt idx="3750" formatCode="0_);[Red]\(0\)">
                  <c:v>-1950.4785714285717</c:v>
                </c:pt>
                <c:pt idx="3751" formatCode="0_);[Red]\(0\)">
                  <c:v>-1950.4785714285717</c:v>
                </c:pt>
                <c:pt idx="3752" formatCode="0_);[Red]\(0\)">
                  <c:v>-1950.4785714285717</c:v>
                </c:pt>
                <c:pt idx="3753" formatCode="0_);[Red]\(0\)">
                  <c:v>-2077.6785714285716</c:v>
                </c:pt>
                <c:pt idx="3754" formatCode="0_);[Red]\(0\)">
                  <c:v>-2077.6785714285716</c:v>
                </c:pt>
                <c:pt idx="3755" formatCode="0_);[Red]\(0\)">
                  <c:v>-2098.8785714285714</c:v>
                </c:pt>
                <c:pt idx="3756" formatCode="0_);[Red]\(0\)">
                  <c:v>-2194.4785714285717</c:v>
                </c:pt>
                <c:pt idx="3757" formatCode="0_);[Red]\(0\)">
                  <c:v>-2215.6785714285716</c:v>
                </c:pt>
                <c:pt idx="3758" formatCode="0_);[Red]\(0\)">
                  <c:v>-2215.6785714285716</c:v>
                </c:pt>
                <c:pt idx="3759" formatCode="0_);[Red]\(0\)">
                  <c:v>-2215.6785714285716</c:v>
                </c:pt>
                <c:pt idx="3760" formatCode="0_);[Red]\(0\)">
                  <c:v>-2247.4785714285717</c:v>
                </c:pt>
                <c:pt idx="3761" formatCode="0_);[Red]\(0\)">
                  <c:v>-2284.5285714285715</c:v>
                </c:pt>
                <c:pt idx="3762" formatCode="0_);[Red]\(0\)">
                  <c:v>-2084.5285714285715</c:v>
                </c:pt>
                <c:pt idx="3763" formatCode="0_);[Red]\(0\)">
                  <c:v>-1963.3285714285716</c:v>
                </c:pt>
                <c:pt idx="3764" formatCode="0_);[Red]\(0\)">
                  <c:v>-1793.7285714285717</c:v>
                </c:pt>
                <c:pt idx="3765" formatCode="0_);[Red]\(0\)">
                  <c:v>-1593.7285714285717</c:v>
                </c:pt>
                <c:pt idx="3766" formatCode="0_);[Red]\(0\)">
                  <c:v>-1593.7285714285717</c:v>
                </c:pt>
                <c:pt idx="3767" formatCode="0_);[Red]\(0\)">
                  <c:v>-1561.9285714285716</c:v>
                </c:pt>
                <c:pt idx="3768" formatCode="0_);[Red]\(0\)">
                  <c:v>-1356.6785714285716</c:v>
                </c:pt>
                <c:pt idx="3769" formatCode="0_);[Red]\(0\)">
                  <c:v>-1203.6785714285716</c:v>
                </c:pt>
                <c:pt idx="3770" formatCode="0_);[Red]\(0\)">
                  <c:v>-1150.6785714285716</c:v>
                </c:pt>
                <c:pt idx="3771" formatCode="0_);[Red]\(0\)">
                  <c:v>-1145.4285714285716</c:v>
                </c:pt>
                <c:pt idx="3772" formatCode="0_);[Red]\(0\)">
                  <c:v>-1145.4285714285716</c:v>
                </c:pt>
                <c:pt idx="3773" formatCode="0_);[Red]\(0\)">
                  <c:v>-1145.4285714285716</c:v>
                </c:pt>
                <c:pt idx="3774" formatCode="0_);[Red]\(0\)">
                  <c:v>-1230.2285714285717</c:v>
                </c:pt>
                <c:pt idx="3775" formatCode="0_);[Red]\(0\)">
                  <c:v>-1230.2285714285717</c:v>
                </c:pt>
                <c:pt idx="3776" formatCode="0_);[Red]\(0\)">
                  <c:v>-1198.4285714285716</c:v>
                </c:pt>
                <c:pt idx="3777" formatCode="0_);[Red]\(0\)">
                  <c:v>-1177.2285714285717</c:v>
                </c:pt>
                <c:pt idx="3778" formatCode="0_);[Red]\(0\)">
                  <c:v>-1124.2285714285717</c:v>
                </c:pt>
                <c:pt idx="3779" formatCode="0_);[Red]\(0\)">
                  <c:v>-1124.2285714285717</c:v>
                </c:pt>
                <c:pt idx="3780" formatCode="0_);[Red]\(0\)">
                  <c:v>-1124.2285714285717</c:v>
                </c:pt>
                <c:pt idx="3781" formatCode="0_);[Red]\(0\)">
                  <c:v>-1124.2285714285717</c:v>
                </c:pt>
                <c:pt idx="3782" formatCode="0_);[Red]\(0\)">
                  <c:v>-1049.9285714285716</c:v>
                </c:pt>
                <c:pt idx="3783" formatCode="0_);[Red]\(0\)">
                  <c:v>-849.92857142857156</c:v>
                </c:pt>
                <c:pt idx="3784" formatCode="0_);[Red]\(0\)">
                  <c:v>-849.92857142857156</c:v>
                </c:pt>
                <c:pt idx="3785" formatCode="0_);[Red]\(0\)">
                  <c:v>-849.92857142857156</c:v>
                </c:pt>
                <c:pt idx="3786" formatCode="0_);[Red]\(0\)">
                  <c:v>-849.92857142857156</c:v>
                </c:pt>
                <c:pt idx="3787" formatCode="0_);[Red]\(0\)">
                  <c:v>-849.92857142857156</c:v>
                </c:pt>
                <c:pt idx="3788" formatCode="0_);[Red]\(0\)">
                  <c:v>-881.72857142857174</c:v>
                </c:pt>
                <c:pt idx="3789" formatCode="0_);[Red]\(0\)">
                  <c:v>-881.72857142857174</c:v>
                </c:pt>
                <c:pt idx="3790" formatCode="0_);[Red]\(0\)">
                  <c:v>-913.52857142857147</c:v>
                </c:pt>
                <c:pt idx="3791" formatCode="0_);[Red]\(0\)">
                  <c:v>-913.52857142857147</c:v>
                </c:pt>
                <c:pt idx="3792" formatCode="0_);[Red]\(0\)">
                  <c:v>-818.12857142857138</c:v>
                </c:pt>
                <c:pt idx="3793" formatCode="0_);[Red]\(0\)">
                  <c:v>-818.12857142857138</c:v>
                </c:pt>
                <c:pt idx="3794" formatCode="0_);[Red]\(0\)">
                  <c:v>-818.12857142857138</c:v>
                </c:pt>
                <c:pt idx="3795" formatCode="0_);[Red]\(0\)">
                  <c:v>-818.12857142857138</c:v>
                </c:pt>
                <c:pt idx="3796" formatCode="0_);[Red]\(0\)">
                  <c:v>-807.47857142857174</c:v>
                </c:pt>
                <c:pt idx="3797" formatCode="0_);[Red]\(0\)">
                  <c:v>-818.07857142857165</c:v>
                </c:pt>
                <c:pt idx="3798" formatCode="0_);[Red]\(0\)">
                  <c:v>-807.47857142857174</c:v>
                </c:pt>
                <c:pt idx="3799" formatCode="0_);[Red]\(0\)">
                  <c:v>-807.47857142857174</c:v>
                </c:pt>
                <c:pt idx="3800" formatCode="0_);[Red]\(0\)">
                  <c:v>-807.47857142857174</c:v>
                </c:pt>
                <c:pt idx="3801" formatCode="0_);[Red]\(0\)">
                  <c:v>-807.47857142857174</c:v>
                </c:pt>
                <c:pt idx="3802" formatCode="0_);[Red]\(0\)">
                  <c:v>-829.42857142857156</c:v>
                </c:pt>
                <c:pt idx="3803" formatCode="0_);[Red]\(0\)">
                  <c:v>-935.42857142857156</c:v>
                </c:pt>
                <c:pt idx="3804" formatCode="0_);[Red]\(0\)">
                  <c:v>-967.22857142857174</c:v>
                </c:pt>
                <c:pt idx="3805" formatCode="0_);[Red]\(0\)">
                  <c:v>-967.22857142857174</c:v>
                </c:pt>
                <c:pt idx="3806" formatCode="0_);[Red]\(0\)">
                  <c:v>-967.22857142857174</c:v>
                </c:pt>
                <c:pt idx="3807" formatCode="0_);[Red]\(0\)">
                  <c:v>-967.22857142857174</c:v>
                </c:pt>
                <c:pt idx="3808" formatCode="0_);[Red]\(0\)">
                  <c:v>-967.22857142857174</c:v>
                </c:pt>
                <c:pt idx="3809" formatCode="0_);[Red]\(0\)">
                  <c:v>-723.42857142857156</c:v>
                </c:pt>
                <c:pt idx="3810" formatCode="0_);[Red]\(0\)">
                  <c:v>-668.32857142857165</c:v>
                </c:pt>
                <c:pt idx="3811" formatCode="0_);[Red]\(0\)">
                  <c:v>-657.72857142857129</c:v>
                </c:pt>
                <c:pt idx="3812" formatCode="0_);[Red]\(0\)">
                  <c:v>-657.72857142857129</c:v>
                </c:pt>
                <c:pt idx="3813" formatCode="0_);[Red]\(0\)">
                  <c:v>-657.72857142857129</c:v>
                </c:pt>
                <c:pt idx="3814" formatCode="0_);[Red]\(0\)">
                  <c:v>-657.72857142857129</c:v>
                </c:pt>
                <c:pt idx="3815" formatCode="0_);[Red]\(0\)">
                  <c:v>-657.72857142857129</c:v>
                </c:pt>
                <c:pt idx="3816" formatCode="0_);[Red]\(0\)">
                  <c:v>-657.72857142857129</c:v>
                </c:pt>
                <c:pt idx="3817" formatCode="0_);[Red]\(0\)">
                  <c:v>-712.82857142857165</c:v>
                </c:pt>
                <c:pt idx="3818" formatCode="0_);[Red]\(0\)">
                  <c:v>-696.82857142857119</c:v>
                </c:pt>
                <c:pt idx="3819" formatCode="0_);[Red]\(0\)">
                  <c:v>-845.22857142857174</c:v>
                </c:pt>
                <c:pt idx="3820" formatCode="0_);[Red]\(0\)">
                  <c:v>-845.22857142857174</c:v>
                </c:pt>
                <c:pt idx="3821" formatCode="0_);[Red]\(0\)">
                  <c:v>-845.22857142857174</c:v>
                </c:pt>
                <c:pt idx="3822" formatCode="0_);[Red]\(0\)">
                  <c:v>-845.22857142857174</c:v>
                </c:pt>
                <c:pt idx="3823" formatCode="0_);[Red]\(0\)">
                  <c:v>-707.42857142857156</c:v>
                </c:pt>
                <c:pt idx="3824" formatCode="0_);[Red]\(0\)">
                  <c:v>-622.42857142857156</c:v>
                </c:pt>
                <c:pt idx="3825" formatCode="0_);[Red]\(0\)">
                  <c:v>-569.42857142857156</c:v>
                </c:pt>
                <c:pt idx="3826" formatCode="0_);[Red]\(0\)">
                  <c:v>-569.42857142857156</c:v>
                </c:pt>
                <c:pt idx="3827" formatCode="0_);[Red]\(0\)">
                  <c:v>-675.42857142857156</c:v>
                </c:pt>
                <c:pt idx="3828" formatCode="0_);[Red]\(0\)">
                  <c:v>-675.42857142857156</c:v>
                </c:pt>
                <c:pt idx="3829" formatCode="0_);[Red]\(0\)">
                  <c:v>-675.42857142857156</c:v>
                </c:pt>
                <c:pt idx="3830" formatCode="0_);[Red]\(0\)">
                  <c:v>-643.62857142857138</c:v>
                </c:pt>
                <c:pt idx="3831" formatCode="0_);[Red]\(0\)">
                  <c:v>-606.37857142857138</c:v>
                </c:pt>
                <c:pt idx="3832" formatCode="0_);[Red]\(0\)">
                  <c:v>-563.97857142857174</c:v>
                </c:pt>
                <c:pt idx="3833" formatCode="0_);[Red]\(0\)">
                  <c:v>-404.97857142857174</c:v>
                </c:pt>
                <c:pt idx="3834" formatCode="0_);[Red]\(0\)">
                  <c:v>-367.92857142857156</c:v>
                </c:pt>
                <c:pt idx="3835" formatCode="0_);[Red]\(0\)">
                  <c:v>-367.92857142857156</c:v>
                </c:pt>
                <c:pt idx="3836" formatCode="0_);[Red]\(0\)">
                  <c:v>-367.92857142857156</c:v>
                </c:pt>
                <c:pt idx="3837" formatCode="0_);[Red]\(0\)">
                  <c:v>-367.92857142857156</c:v>
                </c:pt>
                <c:pt idx="3838" formatCode="0_);[Red]\(0\)">
                  <c:v>-351.92857142857156</c:v>
                </c:pt>
                <c:pt idx="3839" formatCode="0_);[Red]\(0\)">
                  <c:v>-351.92857142857156</c:v>
                </c:pt>
                <c:pt idx="3840" formatCode="0_);[Red]\(0\)">
                  <c:v>-351.92857142857156</c:v>
                </c:pt>
                <c:pt idx="3841" formatCode="0_);[Red]\(0\)">
                  <c:v>-330.72857142857174</c:v>
                </c:pt>
                <c:pt idx="3842" formatCode="0_);[Red]\(0\)">
                  <c:v>-330.72857142857174</c:v>
                </c:pt>
                <c:pt idx="3843" formatCode="0_);[Red]\(0\)">
                  <c:v>-330.72857142857174</c:v>
                </c:pt>
                <c:pt idx="3844" formatCode="0_);[Red]\(0\)">
                  <c:v>-282.72857142857174</c:v>
                </c:pt>
                <c:pt idx="3845" formatCode="0_);[Red]\(0\)">
                  <c:v>-380.62857142857183</c:v>
                </c:pt>
                <c:pt idx="3846" formatCode="0_);[Red]\(0\)">
                  <c:v>-480.62857142857183</c:v>
                </c:pt>
                <c:pt idx="3847" formatCode="0_);[Red]\(0\)">
                  <c:v>-480.62857142857183</c:v>
                </c:pt>
                <c:pt idx="3848" formatCode="0_);[Red]\(0\)">
                  <c:v>-580.62857142857183</c:v>
                </c:pt>
                <c:pt idx="3849" formatCode="0_);[Red]\(0\)">
                  <c:v>-580.62857142857183</c:v>
                </c:pt>
                <c:pt idx="3850" formatCode="0_);[Red]\(0\)">
                  <c:v>-580.62857142857183</c:v>
                </c:pt>
                <c:pt idx="3851" formatCode="0_);[Red]\(0\)">
                  <c:v>-580.62857142857183</c:v>
                </c:pt>
                <c:pt idx="3852" formatCode="0_);[Red]\(0\)">
                  <c:v>-588.72857142857174</c:v>
                </c:pt>
                <c:pt idx="3853" formatCode="0_);[Red]\(0\)">
                  <c:v>-641.72857142857174</c:v>
                </c:pt>
                <c:pt idx="3854" formatCode="0_);[Red]\(0\)">
                  <c:v>-642.77857142857147</c:v>
                </c:pt>
                <c:pt idx="3855" formatCode="0_);[Red]\(0\)">
                  <c:v>-642.77857142857147</c:v>
                </c:pt>
                <c:pt idx="3856" formatCode="0_);[Red]\(0\)">
                  <c:v>-642.77857142857147</c:v>
                </c:pt>
                <c:pt idx="3857" formatCode="0_);[Red]\(0\)">
                  <c:v>-642.77857142857147</c:v>
                </c:pt>
                <c:pt idx="3858" formatCode="0_);[Red]\(0\)">
                  <c:v>-621.57857142857165</c:v>
                </c:pt>
                <c:pt idx="3859" formatCode="0_);[Red]\(0\)">
                  <c:v>-557.77857142857147</c:v>
                </c:pt>
                <c:pt idx="3860" formatCode="0_);[Red]\(0\)">
                  <c:v>-546.12857142857138</c:v>
                </c:pt>
                <c:pt idx="3861" formatCode="0_);[Red]\(0\)">
                  <c:v>-535.52857142857192</c:v>
                </c:pt>
                <c:pt idx="3862" formatCode="0_);[Red]\(0\)">
                  <c:v>-535.52857142857192</c:v>
                </c:pt>
                <c:pt idx="3863" formatCode="0_);[Red]\(0\)">
                  <c:v>-535.52857142857192</c:v>
                </c:pt>
                <c:pt idx="3864" formatCode="0_);[Red]\(0\)">
                  <c:v>-535.52857142857192</c:v>
                </c:pt>
                <c:pt idx="3865" formatCode="0_);[Red]\(0\)">
                  <c:v>-503.72857142857174</c:v>
                </c:pt>
                <c:pt idx="3866" formatCode="0_);[Red]\(0\)">
                  <c:v>-449.42857142857156</c:v>
                </c:pt>
                <c:pt idx="3867" formatCode="0_);[Red]\(0\)">
                  <c:v>-449.42857142857156</c:v>
                </c:pt>
                <c:pt idx="3868" formatCode="0_);[Red]\(0\)">
                  <c:v>-433.42857142857156</c:v>
                </c:pt>
                <c:pt idx="3869" formatCode="0_);[Red]\(0\)">
                  <c:v>-433.42857142857156</c:v>
                </c:pt>
                <c:pt idx="3870" formatCode="0_);[Red]\(0\)">
                  <c:v>-433.42857142857156</c:v>
                </c:pt>
                <c:pt idx="3871" formatCode="0_);[Red]\(0\)">
                  <c:v>-433.42857142857156</c:v>
                </c:pt>
                <c:pt idx="3872" formatCode="0_);[Red]\(0\)">
                  <c:v>-369.42857142857156</c:v>
                </c:pt>
                <c:pt idx="3873" formatCode="0_);[Red]\(0\)">
                  <c:v>-369.42857142857156</c:v>
                </c:pt>
                <c:pt idx="3874" formatCode="0_);[Red]\(0\)">
                  <c:v>-369.42857142857156</c:v>
                </c:pt>
                <c:pt idx="3875" formatCode="0_);[Red]\(0\)">
                  <c:v>-348.22857142857174</c:v>
                </c:pt>
                <c:pt idx="3876" formatCode="0_);[Red]\(0\)">
                  <c:v>-332.37857142857138</c:v>
                </c:pt>
                <c:pt idx="3877" formatCode="0_);[Red]\(0\)">
                  <c:v>-332.37857142857138</c:v>
                </c:pt>
                <c:pt idx="3878" formatCode="0_);[Red]\(0\)">
                  <c:v>-332.37857142857138</c:v>
                </c:pt>
                <c:pt idx="3879" formatCode="0_);[Red]\(0\)">
                  <c:v>-341.92857142857156</c:v>
                </c:pt>
                <c:pt idx="3880" formatCode="0_);[Red]\(0\)">
                  <c:v>-358.92857142857156</c:v>
                </c:pt>
                <c:pt idx="3881" formatCode="0_);[Red]\(0\)">
                  <c:v>-369.52857142857192</c:v>
                </c:pt>
                <c:pt idx="3882" formatCode="0_);[Red]\(0\)">
                  <c:v>-273.52857142857192</c:v>
                </c:pt>
                <c:pt idx="3883" formatCode="0_);[Red]\(0\)">
                  <c:v>-294.72857142857174</c:v>
                </c:pt>
                <c:pt idx="3884" formatCode="0_);[Red]\(0\)">
                  <c:v>-294.72857142857174</c:v>
                </c:pt>
                <c:pt idx="3885" formatCode="0_);[Red]\(0\)">
                  <c:v>-294.72857142857174</c:v>
                </c:pt>
                <c:pt idx="3886" formatCode="0_);[Red]\(0\)">
                  <c:v>-305.32857142857119</c:v>
                </c:pt>
                <c:pt idx="3887" formatCode="0_);[Red]\(0\)">
                  <c:v>-305.32857142857119</c:v>
                </c:pt>
                <c:pt idx="3888" formatCode="0_);[Red]\(0\)">
                  <c:v>-301.12857142857138</c:v>
                </c:pt>
                <c:pt idx="3889" formatCode="0_);[Red]\(0\)">
                  <c:v>-301.12857142857138</c:v>
                </c:pt>
                <c:pt idx="3890" formatCode="0_);[Red]\(0\)">
                  <c:v>-301.12857142857138</c:v>
                </c:pt>
                <c:pt idx="3891" formatCode="0_);[Red]\(0\)">
                  <c:v>-301.12857142857138</c:v>
                </c:pt>
                <c:pt idx="3892" formatCode="0_);[Red]\(0\)">
                  <c:v>-301.12857142857138</c:v>
                </c:pt>
                <c:pt idx="3893" formatCode="0_);[Red]\(0\)">
                  <c:v>-169.12857142857138</c:v>
                </c:pt>
                <c:pt idx="3894" formatCode="0_);[Red]\(0\)">
                  <c:v>-161.77857142857101</c:v>
                </c:pt>
                <c:pt idx="3895" formatCode="0_);[Red]\(0\)">
                  <c:v>38.221428571428987</c:v>
                </c:pt>
                <c:pt idx="3896" formatCode="0_);[Red]\(0\)">
                  <c:v>38.221428571428987</c:v>
                </c:pt>
                <c:pt idx="3897" formatCode="0_);[Red]\(0\)">
                  <c:v>38.221428571428987</c:v>
                </c:pt>
                <c:pt idx="3898" formatCode="0_);[Red]\(0\)">
                  <c:v>38.221428571428987</c:v>
                </c:pt>
                <c:pt idx="3899" formatCode="0_);[Red]\(0\)">
                  <c:v>38.221428571428987</c:v>
                </c:pt>
                <c:pt idx="3900" formatCode="0_);[Red]\(0\)">
                  <c:v>38.221428571428987</c:v>
                </c:pt>
                <c:pt idx="3901" formatCode="0_);[Red]\(0\)">
                  <c:v>435.07142857142844</c:v>
                </c:pt>
                <c:pt idx="3902" formatCode="0_);[Red]\(0\)">
                  <c:v>424.47142857142808</c:v>
                </c:pt>
                <c:pt idx="3903" formatCode="0_);[Red]\(0\)">
                  <c:v>392.6714285714279</c:v>
                </c:pt>
                <c:pt idx="3904" formatCode="0_);[Red]\(0\)">
                  <c:v>892.6714285714279</c:v>
                </c:pt>
                <c:pt idx="3905" formatCode="0_);[Red]\(0\)">
                  <c:v>892.6714285714279</c:v>
                </c:pt>
                <c:pt idx="3906" formatCode="0_);[Red]\(0\)">
                  <c:v>892.6714285714279</c:v>
                </c:pt>
                <c:pt idx="3907" formatCode="0_);[Red]\(0\)">
                  <c:v>392.6714285714279</c:v>
                </c:pt>
                <c:pt idx="3908" formatCode="0_);[Red]\(0\)">
                  <c:v>386.37142857142771</c:v>
                </c:pt>
                <c:pt idx="3909" formatCode="0_);[Red]\(0\)">
                  <c:v>418.17142857142881</c:v>
                </c:pt>
                <c:pt idx="3910" formatCode="0_);[Red]\(0\)">
                  <c:v>418.17142857142881</c:v>
                </c:pt>
                <c:pt idx="3911" formatCode="0_);[Red]\(0\)">
                  <c:v>418.17142857142881</c:v>
                </c:pt>
                <c:pt idx="3912" formatCode="0_);[Red]\(0\)">
                  <c:v>418.17142857142881</c:v>
                </c:pt>
                <c:pt idx="3913" formatCode="0_);[Red]\(0\)">
                  <c:v>418.17142857142881</c:v>
                </c:pt>
                <c:pt idx="3914" formatCode="0_);[Red]\(0\)">
                  <c:v>933.07142857142844</c:v>
                </c:pt>
                <c:pt idx="3915" formatCode="0_);[Red]\(0\)">
                  <c:v>943.67142857142881</c:v>
                </c:pt>
                <c:pt idx="3916" formatCode="0_);[Red]\(0\)">
                  <c:v>943.67142857142881</c:v>
                </c:pt>
                <c:pt idx="3917" formatCode="0_);[Red]\(0\)">
                  <c:v>943.67142857142881</c:v>
                </c:pt>
                <c:pt idx="3918" formatCode="0_);[Red]\(0\)">
                  <c:v>964.87142857142862</c:v>
                </c:pt>
                <c:pt idx="3919" formatCode="0_);[Red]\(0\)">
                  <c:v>964.87142857142862</c:v>
                </c:pt>
                <c:pt idx="3920" formatCode="0_);[Red]\(0\)">
                  <c:v>964.87142857142862</c:v>
                </c:pt>
                <c:pt idx="3921" formatCode="0_);[Red]\(0\)">
                  <c:v>986.07142857142844</c:v>
                </c:pt>
                <c:pt idx="3922" formatCode="0_);[Red]\(0\)">
                  <c:v>986.07142857142844</c:v>
                </c:pt>
                <c:pt idx="3923" formatCode="0_);[Red]\(0\)">
                  <c:v>950.9214285714279</c:v>
                </c:pt>
                <c:pt idx="3924" formatCode="0_);[Red]\(0\)">
                  <c:v>918.9214285714279</c:v>
                </c:pt>
                <c:pt idx="3925" formatCode="0_);[Red]\(0\)">
                  <c:v>1218.9214285714279</c:v>
                </c:pt>
                <c:pt idx="3926" formatCode="0_);[Red]\(0\)">
                  <c:v>1418.9214285714279</c:v>
                </c:pt>
                <c:pt idx="3927" formatCode="0_);[Red]\(0\)">
                  <c:v>1418.9214285714279</c:v>
                </c:pt>
                <c:pt idx="3928" formatCode="0_);[Red]\(0\)">
                  <c:v>1418.9214285714279</c:v>
                </c:pt>
                <c:pt idx="3929" formatCode="0_);[Red]\(0\)">
                  <c:v>1418.9214285714279</c:v>
                </c:pt>
                <c:pt idx="3930" formatCode="0_);[Red]\(0\)">
                  <c:v>1418.9214285714279</c:v>
                </c:pt>
                <c:pt idx="3931" formatCode="0_);[Red]\(0\)">
                  <c:v>1418.9214285714279</c:v>
                </c:pt>
                <c:pt idx="3932" formatCode="0_);[Red]\(0\)">
                  <c:v>1418.9214285714279</c:v>
                </c:pt>
                <c:pt idx="3933" formatCode="0_);[Red]\(0\)">
                  <c:v>1397.7214285714281</c:v>
                </c:pt>
                <c:pt idx="3934" formatCode="0_);[Red]\(0\)">
                  <c:v>1275.1214285714277</c:v>
                </c:pt>
                <c:pt idx="3935" formatCode="0_);[Red]\(0\)">
                  <c:v>1170.2714285714283</c:v>
                </c:pt>
                <c:pt idx="3936" formatCode="0_);[Red]\(0\)">
                  <c:v>1649.0714285714284</c:v>
                </c:pt>
                <c:pt idx="3937" formatCode="0_);[Red]\(0\)">
                  <c:v>1719.0714285714284</c:v>
                </c:pt>
                <c:pt idx="3938" formatCode="0_);[Red]\(0\)">
                  <c:v>1740.2714285714283</c:v>
                </c:pt>
                <c:pt idx="3939" formatCode="0_);[Red]\(0\)">
                  <c:v>1772.0714285714284</c:v>
                </c:pt>
                <c:pt idx="3940" formatCode="0_);[Red]\(0\)">
                  <c:v>1772.0714285714284</c:v>
                </c:pt>
                <c:pt idx="3941" formatCode="0_);[Red]\(0\)">
                  <c:v>1772.0714285714284</c:v>
                </c:pt>
                <c:pt idx="3942" formatCode="0_);[Red]\(0\)">
                  <c:v>1708.5714285714284</c:v>
                </c:pt>
                <c:pt idx="3943" formatCode="0_);[Red]\(0\)">
                  <c:v>1698.1714285714288</c:v>
                </c:pt>
                <c:pt idx="3944" formatCode="0_);[Red]\(0\)">
                  <c:v>1500.9714285714281</c:v>
                </c:pt>
                <c:pt idx="3945" formatCode="0_);[Red]\(0\)">
                  <c:v>1500.9714285714281</c:v>
                </c:pt>
                <c:pt idx="3946" formatCode="0_);[Red]\(0\)">
                  <c:v>1479.7714285714283</c:v>
                </c:pt>
                <c:pt idx="3947" formatCode="0_);[Red]\(0\)">
                  <c:v>1479.7714285714283</c:v>
                </c:pt>
                <c:pt idx="3948" formatCode="0_);[Red]\(0\)">
                  <c:v>1479.7714285714283</c:v>
                </c:pt>
                <c:pt idx="3949" formatCode="0_);[Red]\(0\)">
                  <c:v>1811.5714285714284</c:v>
                </c:pt>
                <c:pt idx="3950" formatCode="0_);[Red]\(0\)">
                  <c:v>2008.7714285714283</c:v>
                </c:pt>
                <c:pt idx="3951" formatCode="0_);[Red]\(0\)">
                  <c:v>2009.0714285714284</c:v>
                </c:pt>
                <c:pt idx="3952" formatCode="0_);[Red]\(0\)">
                  <c:v>2509.0714285714284</c:v>
                </c:pt>
                <c:pt idx="3953" formatCode="0_);[Red]\(0\)">
                  <c:v>2530.2714285714283</c:v>
                </c:pt>
                <c:pt idx="3954" formatCode="0_);[Red]\(0\)">
                  <c:v>2530.2714285714283</c:v>
                </c:pt>
                <c:pt idx="3955" formatCode="0_);[Red]\(0\)">
                  <c:v>2530.2714285714283</c:v>
                </c:pt>
                <c:pt idx="3956" formatCode="0_);[Red]\(0\)">
                  <c:v>2338.2714285714283</c:v>
                </c:pt>
                <c:pt idx="3957" formatCode="0_);[Red]\(0\)">
                  <c:v>2243.7714285714283</c:v>
                </c:pt>
                <c:pt idx="3958" formatCode="0_);[Red]\(0\)">
                  <c:v>2211.7714285714283</c:v>
                </c:pt>
                <c:pt idx="3959" formatCode="0_);[Red]\(0\)">
                  <c:v>2211.7714285714283</c:v>
                </c:pt>
                <c:pt idx="3960" formatCode="0_);[Red]\(0\)">
                  <c:v>2067.7714285714283</c:v>
                </c:pt>
                <c:pt idx="3961" formatCode="0_);[Red]\(0\)">
                  <c:v>2067.7714285714283</c:v>
                </c:pt>
                <c:pt idx="3962" formatCode="0_);[Red]\(0\)">
                  <c:v>2067.7714285714283</c:v>
                </c:pt>
                <c:pt idx="3963" formatCode="0_);[Red]\(0\)">
                  <c:v>1994.5714285714284</c:v>
                </c:pt>
                <c:pt idx="3964" formatCode="0_);[Red]\(0\)">
                  <c:v>1994.5714285714284</c:v>
                </c:pt>
                <c:pt idx="3965" formatCode="0_);[Red]\(0\)">
                  <c:v>1925.1714285714288</c:v>
                </c:pt>
                <c:pt idx="3966" formatCode="0_);[Red]\(0\)">
                  <c:v>1925.1714285714288</c:v>
                </c:pt>
                <c:pt idx="3967" formatCode="0_);[Red]\(0\)">
                  <c:v>1925.1714285714288</c:v>
                </c:pt>
                <c:pt idx="3968" formatCode="0_);[Red]\(0\)">
                  <c:v>1925.1714285714288</c:v>
                </c:pt>
                <c:pt idx="3969" formatCode="0_);[Red]\(0\)">
                  <c:v>1925.1714285714288</c:v>
                </c:pt>
                <c:pt idx="3970" formatCode="0_);[Red]\(0\)">
                  <c:v>2435.7714285714283</c:v>
                </c:pt>
                <c:pt idx="3971" formatCode="0_);[Red]\(0\)">
                  <c:v>2307.7714285714283</c:v>
                </c:pt>
                <c:pt idx="3972" formatCode="0_);[Red]\(0\)">
                  <c:v>2307.7714285714283</c:v>
                </c:pt>
                <c:pt idx="3973" formatCode="0_);[Red]\(0\)">
                  <c:v>2807.7714285714283</c:v>
                </c:pt>
                <c:pt idx="3974" formatCode="0_);[Red]\(0\)">
                  <c:v>2807.7714285714283</c:v>
                </c:pt>
                <c:pt idx="3975" formatCode="0_);[Red]\(0\)">
                  <c:v>2807.7714285714283</c:v>
                </c:pt>
                <c:pt idx="3976" formatCode="0_);[Red]\(0\)">
                  <c:v>2807.7714285714283</c:v>
                </c:pt>
                <c:pt idx="3977" formatCode="0_);[Red]\(0\)">
                  <c:v>3454.7714285714292</c:v>
                </c:pt>
                <c:pt idx="3978" formatCode="0_);[Red]\(0\)">
                  <c:v>3412.3714285714277</c:v>
                </c:pt>
                <c:pt idx="3979" formatCode="0_);[Red]\(0\)">
                  <c:v>3637.7714285714292</c:v>
                </c:pt>
                <c:pt idx="3980" formatCode="0_);[Red]\(0\)">
                  <c:v>3690.7714285714292</c:v>
                </c:pt>
                <c:pt idx="3981" formatCode="0_);[Red]\(0\)">
                  <c:v>3743.7714285714292</c:v>
                </c:pt>
                <c:pt idx="3982" formatCode="0_);[Red]\(0\)">
                  <c:v>3743.7714285714292</c:v>
                </c:pt>
                <c:pt idx="3983" formatCode="0_);[Red]\(0\)">
                  <c:v>3743.7714285714292</c:v>
                </c:pt>
                <c:pt idx="3984" formatCode="0_);[Red]\(0\)">
                  <c:v>4390.7714285714292</c:v>
                </c:pt>
                <c:pt idx="3985" formatCode="0_);[Red]\(0\)">
                  <c:v>5169.5714285714284</c:v>
                </c:pt>
                <c:pt idx="3986" formatCode="0_);[Red]\(0\)">
                  <c:v>4795.5714285714284</c:v>
                </c:pt>
                <c:pt idx="3987" formatCode="0_);[Red]\(0\)">
                  <c:v>4742.5714285714284</c:v>
                </c:pt>
                <c:pt idx="3988" formatCode="0_);[Red]\(0\)">
                  <c:v>4710.7714285714292</c:v>
                </c:pt>
                <c:pt idx="3989" formatCode="0_);[Red]\(0\)">
                  <c:v>4710.7714285714292</c:v>
                </c:pt>
                <c:pt idx="3990" formatCode="0_);[Red]\(0\)">
                  <c:v>4710.7714285714292</c:v>
                </c:pt>
                <c:pt idx="3991" formatCode="0_);[Red]\(0\)">
                  <c:v>4901.5714285714284</c:v>
                </c:pt>
                <c:pt idx="3992" formatCode="0_);[Red]\(0\)">
                  <c:v>4880.7714285714292</c:v>
                </c:pt>
                <c:pt idx="3993" formatCode="0_);[Red]\(0\)">
                  <c:v>4807.2714285714292</c:v>
                </c:pt>
                <c:pt idx="3994" formatCode="0_);[Red]\(0\)">
                  <c:v>4775.7714285714292</c:v>
                </c:pt>
                <c:pt idx="3995" formatCode="0_);[Red]\(0\)">
                  <c:v>4775.7714285714292</c:v>
                </c:pt>
                <c:pt idx="3996" formatCode="0_);[Red]\(0\)">
                  <c:v>4775.7714285714292</c:v>
                </c:pt>
                <c:pt idx="3997" formatCode="0_);[Red]\(0\)">
                  <c:v>4775.7714285714292</c:v>
                </c:pt>
                <c:pt idx="3998" formatCode="0_);[Red]\(0\)">
                  <c:v>4701.5714285714284</c:v>
                </c:pt>
                <c:pt idx="3999" formatCode="0_);[Red]\(0\)">
                  <c:v>4648.5714285714284</c:v>
                </c:pt>
                <c:pt idx="4000" formatCode="0_);[Red]\(0\)">
                  <c:v>4575.0714285714284</c:v>
                </c:pt>
                <c:pt idx="4001" formatCode="0_);[Red]\(0\)">
                  <c:v>5596.2714285714292</c:v>
                </c:pt>
                <c:pt idx="4002" formatCode="0_);[Red]\(0\)">
                  <c:v>5490.7714285714292</c:v>
                </c:pt>
                <c:pt idx="4003" formatCode="0_);[Red]\(0\)">
                  <c:v>5490.7714285714292</c:v>
                </c:pt>
                <c:pt idx="4004" formatCode="0_);[Red]\(0\)">
                  <c:v>5490.7714285714292</c:v>
                </c:pt>
                <c:pt idx="4005" formatCode="0_);[Red]\(0\)">
                  <c:v>5490.7714285714292</c:v>
                </c:pt>
                <c:pt idx="4006" formatCode="0_);[Red]\(0\)">
                  <c:v>5522.7714285714292</c:v>
                </c:pt>
                <c:pt idx="4007" formatCode="0_);[Red]\(0\)">
                  <c:v>5501.7714285714292</c:v>
                </c:pt>
                <c:pt idx="4008" formatCode="0_);[Red]\(0\)">
                  <c:v>5501.7714285714292</c:v>
                </c:pt>
                <c:pt idx="4009" formatCode="0_);[Red]\(0\)">
                  <c:v>5501.7714285714292</c:v>
                </c:pt>
                <c:pt idx="4010" formatCode="0_);[Red]\(0\)">
                  <c:v>5501.7714285714292</c:v>
                </c:pt>
                <c:pt idx="4011" formatCode="0_);[Red]\(0\)">
                  <c:v>5501.7714285714292</c:v>
                </c:pt>
                <c:pt idx="4012" formatCode="0_);[Red]\(0\)">
                  <c:v>5554.7714285714292</c:v>
                </c:pt>
                <c:pt idx="4013" formatCode="0_);[Red]\(0\)">
                  <c:v>5650.5714285714284</c:v>
                </c:pt>
                <c:pt idx="4014" formatCode="0_);[Red]\(0\)">
                  <c:v>5650.5714285714284</c:v>
                </c:pt>
                <c:pt idx="4015" formatCode="0_);[Red]\(0\)">
                  <c:v>5650.5714285714284</c:v>
                </c:pt>
                <c:pt idx="4016" formatCode="0_);[Red]\(0\)">
                  <c:v>5650.5714285714284</c:v>
                </c:pt>
                <c:pt idx="4017" formatCode="0_);[Red]\(0\)">
                  <c:v>5550.5714285714284</c:v>
                </c:pt>
                <c:pt idx="4018" formatCode="0_);[Red]\(0\)">
                  <c:v>5550.5714285714284</c:v>
                </c:pt>
                <c:pt idx="4019" formatCode="0_);[Red]\(0\)">
                  <c:v>5550.5714285714284</c:v>
                </c:pt>
                <c:pt idx="4020" formatCode="0_);[Red]\(0\)">
                  <c:v>5550.5714285714284</c:v>
                </c:pt>
                <c:pt idx="4021" formatCode="0_);[Red]\(0\)">
                  <c:v>5571.7714285714292</c:v>
                </c:pt>
                <c:pt idx="4022" formatCode="0_);[Red]\(0\)">
                  <c:v>5571.7714285714292</c:v>
                </c:pt>
                <c:pt idx="4023" formatCode="0_);[Red]\(0\)">
                  <c:v>5571.7714285714292</c:v>
                </c:pt>
                <c:pt idx="4024" formatCode="0_);[Red]\(0\)">
                  <c:v>5571.7714285714292</c:v>
                </c:pt>
                <c:pt idx="4025" formatCode="0_);[Red]\(0\)">
                  <c:v>5571.7714285714292</c:v>
                </c:pt>
                <c:pt idx="4026" formatCode="0_);[Red]\(0\)">
                  <c:v>5571.7714285714292</c:v>
                </c:pt>
                <c:pt idx="4027" formatCode="0_);[Red]\(0\)">
                  <c:v>5571.7714285714292</c:v>
                </c:pt>
                <c:pt idx="4028" formatCode="0_);[Red]\(0\)">
                  <c:v>5471.7714285714292</c:v>
                </c:pt>
                <c:pt idx="4029" formatCode="0_);[Red]\(0\)">
                  <c:v>5471.7714285714292</c:v>
                </c:pt>
                <c:pt idx="4030" formatCode="0_);[Red]\(0\)">
                  <c:v>5371.7714285714292</c:v>
                </c:pt>
                <c:pt idx="4031" formatCode="0_);[Red]\(0\)">
                  <c:v>5371.7714285714292</c:v>
                </c:pt>
                <c:pt idx="4032" formatCode="0_);[Red]\(0\)">
                  <c:v>5371.7714285714292</c:v>
                </c:pt>
                <c:pt idx="4033" formatCode="0_);[Red]\(0\)">
                  <c:v>5571.7714285714292</c:v>
                </c:pt>
                <c:pt idx="4034" formatCode="0_);[Red]\(0\)">
                  <c:v>5571.7714285714292</c:v>
                </c:pt>
                <c:pt idx="4035" formatCode="0_);[Red]\(0\)">
                  <c:v>5667.7714285714292</c:v>
                </c:pt>
                <c:pt idx="4036" formatCode="0_);[Red]\(0\)">
                  <c:v>5646.5714285714284</c:v>
                </c:pt>
                <c:pt idx="4037" formatCode="0_);[Red]\(0\)">
                  <c:v>5667.7714285714292</c:v>
                </c:pt>
                <c:pt idx="4038" formatCode="0_);[Red]\(0\)">
                  <c:v>5667.7714285714292</c:v>
                </c:pt>
                <c:pt idx="4039" formatCode="0_);[Red]\(0\)">
                  <c:v>5667.7714285714292</c:v>
                </c:pt>
                <c:pt idx="4040" formatCode="0_);[Red]\(0\)">
                  <c:v>5646.5714285714284</c:v>
                </c:pt>
                <c:pt idx="4041" formatCode="0_);[Red]\(0\)">
                  <c:v>5646.5714285714284</c:v>
                </c:pt>
                <c:pt idx="4042" formatCode="0_);[Red]\(0\)">
                  <c:v>5646.5714285714284</c:v>
                </c:pt>
                <c:pt idx="4043" formatCode="0_);[Red]\(0\)">
                  <c:v>5646.5714285714284</c:v>
                </c:pt>
                <c:pt idx="4044" formatCode="0_);[Red]\(0\)">
                  <c:v>5646.5714285714284</c:v>
                </c:pt>
                <c:pt idx="4045" formatCode="0_);[Red]\(0\)">
                  <c:v>5646.5714285714284</c:v>
                </c:pt>
                <c:pt idx="4046" formatCode="0_);[Red]\(0\)">
                  <c:v>5646.5714285714284</c:v>
                </c:pt>
                <c:pt idx="4047" formatCode="0_);[Red]\(0\)">
                  <c:v>5646.5714285714284</c:v>
                </c:pt>
                <c:pt idx="4048" formatCode="0_);[Red]\(0\)">
                  <c:v>5646.5714285714284</c:v>
                </c:pt>
                <c:pt idx="4049" formatCode="0_);[Red]\(0\)">
                  <c:v>5646.5714285714284</c:v>
                </c:pt>
                <c:pt idx="4050" formatCode="0_);[Red]\(0\)">
                  <c:v>5646.5714285714284</c:v>
                </c:pt>
                <c:pt idx="4051" formatCode="0_);[Red]\(0\)">
                  <c:v>5646.5714285714284</c:v>
                </c:pt>
                <c:pt idx="4052" formatCode="0_);[Red]\(0\)">
                  <c:v>5699.5714285714284</c:v>
                </c:pt>
                <c:pt idx="4053" formatCode="0_);[Red]\(0\)">
                  <c:v>5499.5714285714284</c:v>
                </c:pt>
                <c:pt idx="4054" formatCode="0_);[Red]\(0\)">
                  <c:v>5249.5714285714284</c:v>
                </c:pt>
                <c:pt idx="4055" formatCode="0_);[Red]\(0\)">
                  <c:v>4749.5714285714284</c:v>
                </c:pt>
                <c:pt idx="4056" formatCode="0_);[Red]\(0\)">
                  <c:v>4049.5714285714284</c:v>
                </c:pt>
                <c:pt idx="4057" formatCode="0_);[Red]\(0\)">
                  <c:v>3149.5714285714284</c:v>
                </c:pt>
                <c:pt idx="4058" formatCode="0_);[Red]\(0\)">
                  <c:v>3149.5714285714284</c:v>
                </c:pt>
                <c:pt idx="4059" formatCode="0_);[Red]\(0\)">
                  <c:v>3149.5714285714284</c:v>
                </c:pt>
                <c:pt idx="4060" formatCode="0_);[Red]\(0\)">
                  <c:v>3149.5714285714284</c:v>
                </c:pt>
                <c:pt idx="4061" formatCode="0_);[Red]\(0\)">
                  <c:v>3149.5714285714284</c:v>
                </c:pt>
                <c:pt idx="4062" formatCode="0_);[Red]\(0\)">
                  <c:v>3149.5714285714284</c:v>
                </c:pt>
                <c:pt idx="4063" formatCode="0_);[Red]\(0\)">
                  <c:v>3138.9714285714281</c:v>
                </c:pt>
                <c:pt idx="4064" formatCode="0_);[Red]\(0\)">
                  <c:v>3138.9714285714281</c:v>
                </c:pt>
                <c:pt idx="4065" formatCode="0_);[Red]\(0\)">
                  <c:v>2649.5714285714284</c:v>
                </c:pt>
                <c:pt idx="4066" formatCode="0_);[Red]\(0\)">
                  <c:v>2649.5714285714284</c:v>
                </c:pt>
                <c:pt idx="4067" formatCode="0_);[Red]\(0\)">
                  <c:v>2649.5714285714284</c:v>
                </c:pt>
                <c:pt idx="4068" formatCode="0_);[Red]\(0\)">
                  <c:v>2649.5714285714284</c:v>
                </c:pt>
                <c:pt idx="4069" formatCode="0_);[Red]\(0\)">
                  <c:v>2649.5714285714284</c:v>
                </c:pt>
                <c:pt idx="4070" formatCode="0_);[Red]\(0\)">
                  <c:v>2649.5714285714284</c:v>
                </c:pt>
                <c:pt idx="4071" formatCode="0_);[Red]\(0\)">
                  <c:v>2399.5714285714284</c:v>
                </c:pt>
                <c:pt idx="4072" formatCode="0_);[Red]\(0\)">
                  <c:v>2399.5714285714284</c:v>
                </c:pt>
                <c:pt idx="4073" formatCode="0_);[Red]\(0\)">
                  <c:v>2399.5714285714284</c:v>
                </c:pt>
                <c:pt idx="4074" formatCode="0_);[Red]\(0\)">
                  <c:v>2399.5714285714284</c:v>
                </c:pt>
                <c:pt idx="4075" formatCode="0_);[Red]\(0\)">
                  <c:v>2299.5714285714284</c:v>
                </c:pt>
                <c:pt idx="4076" formatCode="0_);[Red]\(0\)">
                  <c:v>2299.5714285714284</c:v>
                </c:pt>
                <c:pt idx="4077" formatCode="0_);[Red]\(0\)">
                  <c:v>1899.5714285714284</c:v>
                </c:pt>
                <c:pt idx="4078" formatCode="0_);[Red]\(0\)">
                  <c:v>1799.5714285714284</c:v>
                </c:pt>
                <c:pt idx="4079" formatCode="0_);[Red]\(0\)">
                  <c:v>1799.5714285714284</c:v>
                </c:pt>
                <c:pt idx="4080" formatCode="0_);[Red]\(0\)">
                  <c:v>1799.5714285714284</c:v>
                </c:pt>
                <c:pt idx="4081" formatCode="0_);[Red]\(0\)">
                  <c:v>1799.5714285714284</c:v>
                </c:pt>
                <c:pt idx="4082" formatCode="0_);[Red]\(0\)">
                  <c:v>1749.5714285714284</c:v>
                </c:pt>
                <c:pt idx="4083" formatCode="0_);[Red]\(0\)">
                  <c:v>1749.5714285714284</c:v>
                </c:pt>
                <c:pt idx="4084" formatCode="0_);[Red]\(0\)">
                  <c:v>1749.5714285714284</c:v>
                </c:pt>
                <c:pt idx="4085" formatCode="0_);[Red]\(0\)">
                  <c:v>1749.5714285714284</c:v>
                </c:pt>
                <c:pt idx="4086" formatCode="0_);[Red]\(0\)">
                  <c:v>1749.5714285714284</c:v>
                </c:pt>
                <c:pt idx="4087" formatCode="0_);[Red]\(0\)">
                  <c:v>1749.5714285714284</c:v>
                </c:pt>
                <c:pt idx="4088" formatCode="0_);[Red]\(0\)">
                  <c:v>1749.5714285714284</c:v>
                </c:pt>
                <c:pt idx="4089" formatCode="0_);[Red]\(0\)">
                  <c:v>1199.5714285714284</c:v>
                </c:pt>
                <c:pt idx="4090" formatCode="0_);[Red]\(0\)">
                  <c:v>1099.5714285714284</c:v>
                </c:pt>
                <c:pt idx="4091" formatCode="0_);[Red]\(0\)">
                  <c:v>1099.5714285714284</c:v>
                </c:pt>
                <c:pt idx="4092" formatCode="0_);[Red]\(0\)">
                  <c:v>1099.5714285714284</c:v>
                </c:pt>
                <c:pt idx="4093" formatCode="0_);[Red]\(0\)">
                  <c:v>1299.5714285714284</c:v>
                </c:pt>
                <c:pt idx="4094" formatCode="0_);[Red]\(0\)">
                  <c:v>1499.5714285714284</c:v>
                </c:pt>
                <c:pt idx="4095" formatCode="0_);[Red]\(0\)">
                  <c:v>1499.5714285714284</c:v>
                </c:pt>
                <c:pt idx="4096" formatCode="0_);[Red]\(0\)">
                  <c:v>939.57142857142844</c:v>
                </c:pt>
                <c:pt idx="4097" formatCode="0_);[Red]\(0\)">
                  <c:v>1039.5714285714284</c:v>
                </c:pt>
                <c:pt idx="4098" formatCode="0_);[Red]\(0\)">
                  <c:v>1039.5714285714284</c:v>
                </c:pt>
                <c:pt idx="4099" formatCode="0_);[Red]\(0\)">
                  <c:v>1007.5714285714284</c:v>
                </c:pt>
                <c:pt idx="4100" formatCode="0_);[Red]\(0\)">
                  <c:v>1007.5714285714284</c:v>
                </c:pt>
                <c:pt idx="4101" formatCode="0_);[Red]\(0\)">
                  <c:v>1207.5714285714284</c:v>
                </c:pt>
                <c:pt idx="4102" formatCode="0_);[Red]\(0\)">
                  <c:v>1207.5714285714284</c:v>
                </c:pt>
                <c:pt idx="4103" formatCode="0_);[Red]\(0\)">
                  <c:v>1015.5714285714284</c:v>
                </c:pt>
                <c:pt idx="4104" formatCode="0_);[Red]\(0\)">
                  <c:v>962.57142857142844</c:v>
                </c:pt>
                <c:pt idx="4105" formatCode="0_);[Red]\(0\)">
                  <c:v>550.57142857142844</c:v>
                </c:pt>
                <c:pt idx="4106" formatCode="0_);[Red]\(0\)">
                  <c:v>697.57142857142844</c:v>
                </c:pt>
                <c:pt idx="4107" formatCode="0_);[Red]\(0\)">
                  <c:v>897.57142857142844</c:v>
                </c:pt>
                <c:pt idx="4108" formatCode="0_);[Red]\(0\)">
                  <c:v>1097.5714285714284</c:v>
                </c:pt>
                <c:pt idx="4109" formatCode="0_);[Red]\(0\)">
                  <c:v>1097.5714285714284</c:v>
                </c:pt>
                <c:pt idx="4110" formatCode="0_);[Red]\(0\)">
                  <c:v>1097.5714285714284</c:v>
                </c:pt>
                <c:pt idx="4111" formatCode="0_);[Red]\(0\)">
                  <c:v>1097.5714285714284</c:v>
                </c:pt>
                <c:pt idx="4112" formatCode="0_);[Red]\(0\)">
                  <c:v>1128.5714285714284</c:v>
                </c:pt>
                <c:pt idx="4113" formatCode="0_);[Red]\(0\)">
                  <c:v>1287.5714285714284</c:v>
                </c:pt>
                <c:pt idx="4114" formatCode="0_);[Red]\(0\)">
                  <c:v>1180.7714285714283</c:v>
                </c:pt>
                <c:pt idx="4115" formatCode="0_);[Red]\(0\)">
                  <c:v>1180.7714285714283</c:v>
                </c:pt>
                <c:pt idx="4116" formatCode="0_);[Red]\(0\)">
                  <c:v>1180.7714285714283</c:v>
                </c:pt>
                <c:pt idx="4117" formatCode="0_);[Red]\(0\)">
                  <c:v>380.77142857142826</c:v>
                </c:pt>
                <c:pt idx="4118" formatCode="0_);[Red]\(0\)">
                  <c:v>380.77142857142826</c:v>
                </c:pt>
                <c:pt idx="4119" formatCode="0_);[Red]\(0\)">
                  <c:v>380.77142857142826</c:v>
                </c:pt>
                <c:pt idx="4120" formatCode="0_);[Red]\(0\)">
                  <c:v>380.77142857142826</c:v>
                </c:pt>
                <c:pt idx="4121" formatCode="0_);[Red]\(0\)">
                  <c:v>380.77142857142826</c:v>
                </c:pt>
                <c:pt idx="4122" formatCode="0_);[Red]\(0\)">
                  <c:v>380.77142857142826</c:v>
                </c:pt>
                <c:pt idx="4123" formatCode="0_);[Red]\(0\)">
                  <c:v>380.77142857142826</c:v>
                </c:pt>
                <c:pt idx="4124" formatCode="0_);[Red]\(0\)">
                  <c:v>380.77142857142826</c:v>
                </c:pt>
                <c:pt idx="4125" formatCode="0_);[Red]\(0\)">
                  <c:v>380.77142857142826</c:v>
                </c:pt>
                <c:pt idx="4126" formatCode="0_);[Red]\(0\)">
                  <c:v>380.77142857142826</c:v>
                </c:pt>
                <c:pt idx="4127" formatCode="0_);[Red]\(0\)">
                  <c:v>380.77142857142826</c:v>
                </c:pt>
                <c:pt idx="4128" formatCode="0_);[Red]\(0\)">
                  <c:v>380.77142857142826</c:v>
                </c:pt>
                <c:pt idx="4129" formatCode="0_);[Red]\(0\)">
                  <c:v>580.77142857142826</c:v>
                </c:pt>
                <c:pt idx="4130" formatCode="0_);[Red]\(0\)">
                  <c:v>580.77142857142826</c:v>
                </c:pt>
                <c:pt idx="4131" formatCode="0_);[Red]\(0\)">
                  <c:v>896.67142857142881</c:v>
                </c:pt>
                <c:pt idx="4132" formatCode="0_);[Red]\(0\)">
                  <c:v>896.67142857142881</c:v>
                </c:pt>
                <c:pt idx="4133" formatCode="0_);[Red]\(0\)">
                  <c:v>896.67142857142881</c:v>
                </c:pt>
                <c:pt idx="4134" formatCode="0_);[Red]\(0\)">
                  <c:v>896.67142857142881</c:v>
                </c:pt>
                <c:pt idx="4135" formatCode="0_);[Red]\(0\)">
                  <c:v>896.67142857142881</c:v>
                </c:pt>
                <c:pt idx="4136" formatCode="0_);[Red]\(0\)">
                  <c:v>896.67142857142881</c:v>
                </c:pt>
                <c:pt idx="4137" formatCode="0_);[Red]\(0\)">
                  <c:v>896.67142857142881</c:v>
                </c:pt>
                <c:pt idx="4138" formatCode="0_);[Red]\(0\)">
                  <c:v>896.67142857142881</c:v>
                </c:pt>
                <c:pt idx="4139" formatCode="0_);[Red]\(0\)">
                  <c:v>896.67142857142881</c:v>
                </c:pt>
                <c:pt idx="4140" formatCode="0_);[Red]\(0\)">
                  <c:v>960.67142857142881</c:v>
                </c:pt>
                <c:pt idx="4141" formatCode="0_);[Red]\(0\)">
                  <c:v>1024.6714285714288</c:v>
                </c:pt>
                <c:pt idx="4142" formatCode="0_);[Red]\(0\)">
                  <c:v>734.57142857142844</c:v>
                </c:pt>
                <c:pt idx="4143" formatCode="0_);[Red]\(0\)">
                  <c:v>734.57142857142844</c:v>
                </c:pt>
                <c:pt idx="4144" formatCode="0_);[Red]\(0\)">
                  <c:v>734.57142857142844</c:v>
                </c:pt>
                <c:pt idx="4145" formatCode="0_);[Red]\(0\)">
                  <c:v>1152.6714285714288</c:v>
                </c:pt>
                <c:pt idx="4146" formatCode="0_);[Red]\(0\)">
                  <c:v>1216.6714285714288</c:v>
                </c:pt>
                <c:pt idx="4147" formatCode="0_);[Red]\(0\)">
                  <c:v>966.67142857142881</c:v>
                </c:pt>
                <c:pt idx="4148" formatCode="0_);[Red]\(0\)">
                  <c:v>966.67142857142881</c:v>
                </c:pt>
                <c:pt idx="4149" formatCode="0_);[Red]\(0\)">
                  <c:v>966.67142857142881</c:v>
                </c:pt>
                <c:pt idx="4150" formatCode="0_);[Red]\(0\)">
                  <c:v>966.67142857142881</c:v>
                </c:pt>
                <c:pt idx="4151" formatCode="0_);[Red]\(0\)">
                  <c:v>966.67142857142881</c:v>
                </c:pt>
                <c:pt idx="4152" formatCode="0_);[Red]\(0\)">
                  <c:v>1062.6714285714288</c:v>
                </c:pt>
                <c:pt idx="4153" formatCode="0_);[Red]\(0\)">
                  <c:v>1190.6714285714288</c:v>
                </c:pt>
                <c:pt idx="4154" formatCode="0_);[Red]\(0\)">
                  <c:v>1421.6714285714288</c:v>
                </c:pt>
                <c:pt idx="4155" formatCode="0_);[Red]\(0\)">
                  <c:v>1421.6714285714288</c:v>
                </c:pt>
                <c:pt idx="4156" formatCode="0_);[Red]\(0\)">
                  <c:v>1121.6714285714288</c:v>
                </c:pt>
                <c:pt idx="4157" formatCode="0_);[Red]\(0\)">
                  <c:v>1121.6714285714288</c:v>
                </c:pt>
                <c:pt idx="4158" formatCode="0_);[Red]\(0\)">
                  <c:v>1121.6714285714288</c:v>
                </c:pt>
                <c:pt idx="4159" formatCode="0_);[Red]\(0\)">
                  <c:v>1111.6714285714288</c:v>
                </c:pt>
                <c:pt idx="4160" formatCode="0_);[Red]\(0\)">
                  <c:v>1167.6714285714288</c:v>
                </c:pt>
                <c:pt idx="4161" formatCode="0_);[Red]\(0\)">
                  <c:v>1295.6714285714288</c:v>
                </c:pt>
                <c:pt idx="4162" formatCode="0_);[Red]\(0\)">
                  <c:v>1327.6714285714288</c:v>
                </c:pt>
                <c:pt idx="4163" formatCode="0_);[Red]\(0\)">
                  <c:v>1327.6714285714288</c:v>
                </c:pt>
                <c:pt idx="4164" formatCode="0_);[Red]\(0\)">
                  <c:v>1386.5714285714284</c:v>
                </c:pt>
                <c:pt idx="4165" formatCode="0_);[Red]\(0\)">
                  <c:v>1386.5714285714284</c:v>
                </c:pt>
                <c:pt idx="4166" formatCode="0_);[Red]\(0\)">
                  <c:v>1386.5714285714284</c:v>
                </c:pt>
                <c:pt idx="4167" formatCode="0_);[Red]\(0\)">
                  <c:v>1386.5714285714284</c:v>
                </c:pt>
                <c:pt idx="4168" formatCode="0_);[Red]\(0\)">
                  <c:v>1333.5714285714284</c:v>
                </c:pt>
                <c:pt idx="4169" formatCode="0_);[Red]\(0\)">
                  <c:v>1333.5714285714284</c:v>
                </c:pt>
                <c:pt idx="4170" formatCode="0_);[Red]\(0\)">
                  <c:v>723.67142857142881</c:v>
                </c:pt>
                <c:pt idx="4171" formatCode="0_);[Red]\(0\)">
                  <c:v>723.67142857142881</c:v>
                </c:pt>
                <c:pt idx="4172" formatCode="0_);[Red]\(0\)">
                  <c:v>723.67142857142881</c:v>
                </c:pt>
                <c:pt idx="4173" formatCode="0_);[Red]\(0\)">
                  <c:v>723.67142857142881</c:v>
                </c:pt>
                <c:pt idx="4174" formatCode="0_);[Red]\(0\)">
                  <c:v>787.67142857142881</c:v>
                </c:pt>
                <c:pt idx="4175" formatCode="0_);[Red]\(0\)">
                  <c:v>587.67142857142881</c:v>
                </c:pt>
                <c:pt idx="4176" formatCode="0_);[Red]\(0\)">
                  <c:v>687.67142857142881</c:v>
                </c:pt>
                <c:pt idx="4177" formatCode="0_);[Red]\(0\)">
                  <c:v>687.67142857142881</c:v>
                </c:pt>
                <c:pt idx="4178" formatCode="0_);[Red]\(0\)">
                  <c:v>687.67142857142881</c:v>
                </c:pt>
                <c:pt idx="4179" formatCode="0_);[Red]\(0\)">
                  <c:v>687.67142857142881</c:v>
                </c:pt>
                <c:pt idx="4180" formatCode="0_);[Red]\(0\)">
                  <c:v>687.67142857142881</c:v>
                </c:pt>
                <c:pt idx="4181" formatCode="0_);[Red]\(0\)">
                  <c:v>887.67142857142881</c:v>
                </c:pt>
                <c:pt idx="4182" formatCode="0_);[Red]\(0\)">
                  <c:v>1051.6714285714288</c:v>
                </c:pt>
                <c:pt idx="4183" formatCode="0_);[Red]\(0\)">
                  <c:v>551.67142857142881</c:v>
                </c:pt>
                <c:pt idx="4184" formatCode="0_);[Red]\(0\)">
                  <c:v>651.67142857142881</c:v>
                </c:pt>
                <c:pt idx="4185" formatCode="0_);[Red]\(0\)">
                  <c:v>651.67142857142881</c:v>
                </c:pt>
                <c:pt idx="4186" formatCode="0_);[Red]\(0\)">
                  <c:v>651.67142857142881</c:v>
                </c:pt>
                <c:pt idx="4187" formatCode="0_);[Red]\(0\)">
                  <c:v>651.67142857142881</c:v>
                </c:pt>
                <c:pt idx="4188" formatCode="0_);[Red]\(0\)">
                  <c:v>587.67142857142881</c:v>
                </c:pt>
                <c:pt idx="4189" formatCode="0_);[Red]\(0\)">
                  <c:v>487.67142857142881</c:v>
                </c:pt>
                <c:pt idx="4190" formatCode="0_);[Red]\(0\)">
                  <c:v>487.67142857142881</c:v>
                </c:pt>
                <c:pt idx="4191" formatCode="0_);[Red]\(0\)">
                  <c:v>487.67142857142881</c:v>
                </c:pt>
                <c:pt idx="4192" formatCode="0_);[Red]\(0\)">
                  <c:v>487.67142857142881</c:v>
                </c:pt>
                <c:pt idx="4193" formatCode="0_);[Red]\(0\)">
                  <c:v>487.67142857142881</c:v>
                </c:pt>
                <c:pt idx="4194" formatCode="0_);[Red]\(0\)">
                  <c:v>423.67142857142881</c:v>
                </c:pt>
                <c:pt idx="4195" formatCode="0_);[Red]\(0\)">
                  <c:v>423.67142857142881</c:v>
                </c:pt>
                <c:pt idx="4196" formatCode="0_);[Red]\(0\)">
                  <c:v>359.67142857142881</c:v>
                </c:pt>
                <c:pt idx="4197" formatCode="0_);[Red]\(0\)">
                  <c:v>359.67142857142881</c:v>
                </c:pt>
                <c:pt idx="4198" formatCode="0_);[Red]\(0\)">
                  <c:v>359.67142857142881</c:v>
                </c:pt>
                <c:pt idx="4199" formatCode="0_);[Red]\(0\)">
                  <c:v>359.67142857142881</c:v>
                </c:pt>
                <c:pt idx="4200" formatCode="0_);[Red]\(0\)">
                  <c:v>359.67142857142881</c:v>
                </c:pt>
                <c:pt idx="4201" formatCode="0_);[Red]\(0\)">
                  <c:v>327.67142857142881</c:v>
                </c:pt>
                <c:pt idx="4202" formatCode="0_);[Red]\(0\)">
                  <c:v>263.67142857142881</c:v>
                </c:pt>
                <c:pt idx="4203" formatCode="0_);[Red]\(0\)">
                  <c:v>263.67142857142881</c:v>
                </c:pt>
                <c:pt idx="4204" formatCode="0_);[Red]\(0\)">
                  <c:v>263.67142857142881</c:v>
                </c:pt>
                <c:pt idx="4205" formatCode="0_);[Red]\(0\)">
                  <c:v>263.67142857142881</c:v>
                </c:pt>
                <c:pt idx="4206" formatCode="0_);[Red]\(0\)">
                  <c:v>263.67142857142881</c:v>
                </c:pt>
                <c:pt idx="4207" formatCode="0_);[Red]\(0\)">
                  <c:v>263.67142857142881</c:v>
                </c:pt>
                <c:pt idx="4208" formatCode="0_);[Red]\(0\)">
                  <c:v>103.67142857142881</c:v>
                </c:pt>
                <c:pt idx="4209" formatCode="0_);[Red]\(0\)">
                  <c:v>103.67142857142881</c:v>
                </c:pt>
                <c:pt idx="4210" formatCode="0_);[Red]\(0\)">
                  <c:v>103.67142857142881</c:v>
                </c:pt>
                <c:pt idx="4211" formatCode="0_);[Red]\(0\)">
                  <c:v>903.67142857142881</c:v>
                </c:pt>
                <c:pt idx="4212" formatCode="0_);[Red]\(0\)">
                  <c:v>903.67142857142881</c:v>
                </c:pt>
                <c:pt idx="4213" formatCode="0_);[Red]\(0\)">
                  <c:v>903.67142857142881</c:v>
                </c:pt>
                <c:pt idx="4214" formatCode="0_);[Red]\(0\)">
                  <c:v>903.67142857142881</c:v>
                </c:pt>
                <c:pt idx="4215" formatCode="0_);[Red]\(0\)">
                  <c:v>903.67142857142881</c:v>
                </c:pt>
                <c:pt idx="4216" formatCode="0_);[Red]\(0\)">
                  <c:v>1639.6714285714288</c:v>
                </c:pt>
                <c:pt idx="4217" formatCode="0_);[Red]\(0\)">
                  <c:v>1607.6714285714288</c:v>
                </c:pt>
                <c:pt idx="4218" formatCode="0_);[Red]\(0\)">
                  <c:v>1607.6714285714288</c:v>
                </c:pt>
                <c:pt idx="4219" formatCode="0_);[Red]\(0\)">
                  <c:v>1607.6714285714288</c:v>
                </c:pt>
                <c:pt idx="4220" formatCode="0_);[Red]\(0\)">
                  <c:v>1507.6714285714288</c:v>
                </c:pt>
                <c:pt idx="4221" formatCode="0_);[Red]\(0\)">
                  <c:v>1507.6714285714288</c:v>
                </c:pt>
                <c:pt idx="4222" formatCode="0_);[Red]\(0\)">
                  <c:v>1908.7314285714283</c:v>
                </c:pt>
                <c:pt idx="4223" formatCode="0_);[Red]\(0\)">
                  <c:v>1909.7914285714287</c:v>
                </c:pt>
                <c:pt idx="4224" formatCode="0_);[Red]\(0\)">
                  <c:v>1909.7914285714287</c:v>
                </c:pt>
                <c:pt idx="4225" formatCode="0_);[Red]\(0\)">
                  <c:v>2209.7914285714287</c:v>
                </c:pt>
                <c:pt idx="4226" formatCode="0_);[Red]\(0\)">
                  <c:v>2209.7914285714287</c:v>
                </c:pt>
                <c:pt idx="4227" formatCode="0_);[Red]\(0\)">
                  <c:v>2209.7914285714287</c:v>
                </c:pt>
                <c:pt idx="4228" formatCode="0_);[Red]\(0\)">
                  <c:v>2209.7914285714287</c:v>
                </c:pt>
                <c:pt idx="4229" formatCode="0_);[Red]\(0\)">
                  <c:v>2209.7914285714287</c:v>
                </c:pt>
                <c:pt idx="4230" formatCode="0_);[Red]\(0\)">
                  <c:v>2109.7914285714287</c:v>
                </c:pt>
                <c:pt idx="4231" formatCode="0_);[Red]\(0\)">
                  <c:v>1941.7914285714287</c:v>
                </c:pt>
                <c:pt idx="4232" formatCode="0_);[Red]\(0\)">
                  <c:v>2241.7914285714287</c:v>
                </c:pt>
                <c:pt idx="4233" formatCode="0_);[Red]\(0\)">
                  <c:v>2241.7914285714287</c:v>
                </c:pt>
                <c:pt idx="4234" formatCode="0_);[Red]\(0\)">
                  <c:v>2241.7914285714287</c:v>
                </c:pt>
                <c:pt idx="4235" formatCode="0_);[Red]\(0\)">
                  <c:v>2241.7914285714287</c:v>
                </c:pt>
                <c:pt idx="4236" formatCode="0_);[Red]\(0\)">
                  <c:v>2241.7914285714287</c:v>
                </c:pt>
                <c:pt idx="4237" formatCode="0_);[Red]\(0\)">
                  <c:v>2440.7314285714283</c:v>
                </c:pt>
                <c:pt idx="4238" formatCode="0_);[Red]\(0\)">
                  <c:v>2440.7314285714283</c:v>
                </c:pt>
                <c:pt idx="4239" formatCode="0_);[Red]\(0\)">
                  <c:v>2440.7314285714283</c:v>
                </c:pt>
                <c:pt idx="4240" formatCode="0_);[Red]\(0\)">
                  <c:v>2344.7314285714283</c:v>
                </c:pt>
                <c:pt idx="4241" formatCode="0_);[Red]\(0\)">
                  <c:v>2144.7314285714283</c:v>
                </c:pt>
                <c:pt idx="4242" formatCode="0_);[Red]\(0\)">
                  <c:v>2144.7314285714283</c:v>
                </c:pt>
                <c:pt idx="4243" formatCode="0_);[Red]\(0\)">
                  <c:v>3144.7314285714283</c:v>
                </c:pt>
                <c:pt idx="4244" formatCode="0_);[Red]\(0\)">
                  <c:v>3144.7314285714283</c:v>
                </c:pt>
                <c:pt idx="4245" formatCode="0_);[Red]\(0\)">
                  <c:v>3144.7314285714283</c:v>
                </c:pt>
                <c:pt idx="4246" formatCode="0_);[Red]\(0\)">
                  <c:v>3644.7314285714283</c:v>
                </c:pt>
                <c:pt idx="4247" formatCode="0_);[Red]\(0\)">
                  <c:v>3644.7314285714283</c:v>
                </c:pt>
                <c:pt idx="4248" formatCode="0_);[Red]\(0\)">
                  <c:v>3644.7314285714283</c:v>
                </c:pt>
                <c:pt idx="4249" formatCode="0_);[Red]\(0\)">
                  <c:v>3644.7314285714283</c:v>
                </c:pt>
                <c:pt idx="4250" formatCode="0_);[Red]\(0\)">
                  <c:v>3580.7314285714283</c:v>
                </c:pt>
                <c:pt idx="4251" formatCode="0_);[Red]\(0\)">
                  <c:v>3548.7314285714283</c:v>
                </c:pt>
                <c:pt idx="4252" formatCode="0_);[Red]\(0\)">
                  <c:v>4048.7314285714283</c:v>
                </c:pt>
                <c:pt idx="4253" formatCode="0_);[Red]\(0\)">
                  <c:v>4048.7314285714283</c:v>
                </c:pt>
                <c:pt idx="4254" formatCode="0_);[Red]\(0\)">
                  <c:v>4048.7314285714283</c:v>
                </c:pt>
                <c:pt idx="4255" formatCode="0_);[Red]\(0\)">
                  <c:v>4048.7314285714283</c:v>
                </c:pt>
                <c:pt idx="4256" formatCode="0_);[Red]\(0\)">
                  <c:v>4048.7314285714283</c:v>
                </c:pt>
                <c:pt idx="4257" formatCode="0_);[Red]\(0\)">
                  <c:v>4048.7314285714283</c:v>
                </c:pt>
                <c:pt idx="4258" formatCode="0_);[Red]\(0\)">
                  <c:v>4016.7314285714283</c:v>
                </c:pt>
                <c:pt idx="4259" formatCode="0_);[Red]\(0\)">
                  <c:v>4016.7314285714283</c:v>
                </c:pt>
                <c:pt idx="4260" formatCode="0_);[Red]\(0\)">
                  <c:v>4085.2314285714283</c:v>
                </c:pt>
                <c:pt idx="4261" formatCode="0_);[Red]\(0\)">
                  <c:v>4085.2314285714283</c:v>
                </c:pt>
                <c:pt idx="4262" formatCode="0_);[Red]\(0\)">
                  <c:v>4085.2314285714283</c:v>
                </c:pt>
                <c:pt idx="4263" formatCode="0_);[Red]\(0\)">
                  <c:v>4085.2314285714283</c:v>
                </c:pt>
                <c:pt idx="4264" formatCode="0_);[Red]\(0\)">
                  <c:v>4197.2314285714283</c:v>
                </c:pt>
                <c:pt idx="4265" formatCode="0_);[Red]\(0\)">
                  <c:v>4123.7314285714283</c:v>
                </c:pt>
                <c:pt idx="4266" formatCode="0_);[Red]\(0\)">
                  <c:v>4123.7314285714283</c:v>
                </c:pt>
                <c:pt idx="4267" formatCode="0_);[Red]\(0\)">
                  <c:v>4123.7314285714283</c:v>
                </c:pt>
                <c:pt idx="4268" formatCode="0_);[Red]\(0\)">
                  <c:v>4723.7314285714283</c:v>
                </c:pt>
                <c:pt idx="4269" formatCode="0_);[Red]\(0\)">
                  <c:v>4627.7314285714283</c:v>
                </c:pt>
                <c:pt idx="4270" formatCode="0_);[Red]\(0\)">
                  <c:v>4627.7314285714283</c:v>
                </c:pt>
                <c:pt idx="4271" formatCode="0_);[Red]\(0\)">
                  <c:v>4727.7314285714283</c:v>
                </c:pt>
                <c:pt idx="4272" formatCode="0_);[Red]\(0\)">
                  <c:v>4727.7314285714283</c:v>
                </c:pt>
                <c:pt idx="4273" formatCode="0_);[Red]\(0\)">
                  <c:v>4695.7314285714283</c:v>
                </c:pt>
                <c:pt idx="4274" formatCode="0_);[Red]\(0\)">
                  <c:v>4695.7314285714283</c:v>
                </c:pt>
                <c:pt idx="4275" formatCode="0_);[Red]\(0\)">
                  <c:v>4695.7314285714283</c:v>
                </c:pt>
                <c:pt idx="4276" formatCode="0_);[Red]\(0\)">
                  <c:v>4599.7314285714283</c:v>
                </c:pt>
                <c:pt idx="4277" formatCode="0_);[Red]\(0\)">
                  <c:v>4599.7314285714283</c:v>
                </c:pt>
                <c:pt idx="4278" formatCode="0_);[Red]\(0\)">
                  <c:v>4578.7314285714283</c:v>
                </c:pt>
                <c:pt idx="4279" formatCode="0_);[Red]\(0\)">
                  <c:v>4878.7314285714283</c:v>
                </c:pt>
                <c:pt idx="4280" formatCode="0_);[Red]\(0\)">
                  <c:v>4878.7314285714283</c:v>
                </c:pt>
                <c:pt idx="4281" formatCode="0_);[Red]\(0\)">
                  <c:v>5378.7314285714283</c:v>
                </c:pt>
                <c:pt idx="4282" formatCode="0_);[Red]\(0\)">
                  <c:v>5378.7314285714283</c:v>
                </c:pt>
                <c:pt idx="4283" formatCode="0_);[Red]\(0\)">
                  <c:v>5378.7314285714283</c:v>
                </c:pt>
                <c:pt idx="4284" formatCode="0_);[Red]\(0\)">
                  <c:v>5378.7314285714283</c:v>
                </c:pt>
                <c:pt idx="4285" formatCode="0_);[Red]\(0\)">
                  <c:v>5379.7914285714278</c:v>
                </c:pt>
                <c:pt idx="4286" formatCode="0_);[Red]\(0\)">
                  <c:v>5379.7914285714278</c:v>
                </c:pt>
                <c:pt idx="4287" formatCode="0_);[Red]\(0\)">
                  <c:v>5412.8514285714291</c:v>
                </c:pt>
                <c:pt idx="4288" formatCode="0_);[Red]\(0\)">
                  <c:v>5413.9114285714286</c:v>
                </c:pt>
                <c:pt idx="4289" formatCode="0_);[Red]\(0\)">
                  <c:v>5414.9714285714281</c:v>
                </c:pt>
                <c:pt idx="4290" formatCode="0_);[Red]\(0\)">
                  <c:v>5414.9714285714281</c:v>
                </c:pt>
                <c:pt idx="4291" formatCode="0_);[Red]\(0\)">
                  <c:v>5414.9714285714281</c:v>
                </c:pt>
                <c:pt idx="4292" formatCode="0_);[Red]\(0\)">
                  <c:v>5414.9714285714281</c:v>
                </c:pt>
                <c:pt idx="4293" formatCode="0_);[Red]\(0\)">
                  <c:v>5414.9714285714281</c:v>
                </c:pt>
                <c:pt idx="4294" formatCode="0_);[Red]\(0\)">
                  <c:v>5414.9714285714281</c:v>
                </c:pt>
                <c:pt idx="4295" formatCode="0_);[Red]\(0\)">
                  <c:v>5414.9714285714281</c:v>
                </c:pt>
                <c:pt idx="4296" formatCode="0_);[Red]\(0\)">
                  <c:v>5414.9714285714281</c:v>
                </c:pt>
                <c:pt idx="4297" formatCode="0_);[Red]\(0\)">
                  <c:v>5414.9714285714281</c:v>
                </c:pt>
                <c:pt idx="4298" formatCode="0_);[Red]\(0\)">
                  <c:v>5414.9714285714281</c:v>
                </c:pt>
                <c:pt idx="4299" formatCode="0_);[Red]\(0\)">
                  <c:v>5414.9714285714281</c:v>
                </c:pt>
                <c:pt idx="4300" formatCode="0_);[Red]\(0\)">
                  <c:v>5414.9714285714281</c:v>
                </c:pt>
                <c:pt idx="4301" formatCode="0_);[Red]\(0\)">
                  <c:v>6114.9714285714281</c:v>
                </c:pt>
                <c:pt idx="4302" formatCode="0_);[Red]\(0\)">
                  <c:v>6114.9714285714281</c:v>
                </c:pt>
                <c:pt idx="4303" formatCode="0_);[Red]\(0\)">
                  <c:v>6114.9714285714281</c:v>
                </c:pt>
                <c:pt idx="4304" formatCode="0_);[Red]\(0\)">
                  <c:v>6114.9714285714281</c:v>
                </c:pt>
                <c:pt idx="4305" formatCode="0_);[Red]\(0\)">
                  <c:v>6114.9714285714281</c:v>
                </c:pt>
                <c:pt idx="4306" formatCode="0_);[Red]\(0\)">
                  <c:v>6478.9714285714281</c:v>
                </c:pt>
                <c:pt idx="4307" formatCode="0_);[Red]\(0\)">
                  <c:v>6478.9714285714281</c:v>
                </c:pt>
                <c:pt idx="4308" formatCode="0_);[Red]\(0\)">
                  <c:v>6978.9714285714281</c:v>
                </c:pt>
                <c:pt idx="4309" formatCode="0_);[Red]\(0\)">
                  <c:v>6978.9714285714281</c:v>
                </c:pt>
                <c:pt idx="4310" formatCode="0_);[Red]\(0\)">
                  <c:v>6978.9714285714281</c:v>
                </c:pt>
                <c:pt idx="4311" formatCode="0_);[Red]\(0\)">
                  <c:v>6978.9714285714281</c:v>
                </c:pt>
                <c:pt idx="4312" formatCode="0_);[Red]\(0\)">
                  <c:v>6978.9714285714281</c:v>
                </c:pt>
                <c:pt idx="4313" formatCode="0_);[Red]\(0\)">
                  <c:v>8978.971428571429</c:v>
                </c:pt>
                <c:pt idx="4314" formatCode="0_);[Red]\(0\)">
                  <c:v>8978.971428571429</c:v>
                </c:pt>
                <c:pt idx="4315" formatCode="0_);[Red]\(0\)">
                  <c:v>9014.971428571429</c:v>
                </c:pt>
                <c:pt idx="4316" formatCode="0_);[Red]\(0\)">
                  <c:v>8983.471428571429</c:v>
                </c:pt>
                <c:pt idx="4317" formatCode="0_);[Red]\(0\)">
                  <c:v>8983.471428571429</c:v>
                </c:pt>
                <c:pt idx="4318" formatCode="0_);[Red]\(0\)">
                  <c:v>8883.471428571429</c:v>
                </c:pt>
                <c:pt idx="4319" formatCode="0_);[Red]\(0\)">
                  <c:v>8883.471428571429</c:v>
                </c:pt>
                <c:pt idx="4320" formatCode="0_);[Red]\(0\)">
                  <c:v>8883.471428571429</c:v>
                </c:pt>
                <c:pt idx="4321" formatCode="0_);[Red]\(0\)">
                  <c:v>8883.471428571429</c:v>
                </c:pt>
                <c:pt idx="4322" formatCode="0_);[Red]\(0\)">
                  <c:v>8683.471428571429</c:v>
                </c:pt>
                <c:pt idx="4323" formatCode="0_);[Red]\(0\)">
                  <c:v>8483.471428571429</c:v>
                </c:pt>
                <c:pt idx="4324" formatCode="0_);[Red]\(0\)">
                  <c:v>8219.471428571429</c:v>
                </c:pt>
                <c:pt idx="4325" formatCode="0_);[Red]\(0\)">
                  <c:v>8219.471428571429</c:v>
                </c:pt>
                <c:pt idx="4326" formatCode="0_);[Red]\(0\)">
                  <c:v>8219.471428571429</c:v>
                </c:pt>
                <c:pt idx="4327" formatCode="0_);[Red]\(0\)">
                  <c:v>8219.471428571429</c:v>
                </c:pt>
                <c:pt idx="4328" formatCode="0_);[Red]\(0\)">
                  <c:v>8219.471428571429</c:v>
                </c:pt>
                <c:pt idx="4329" formatCode="0_);[Red]\(0\)">
                  <c:v>8219.471428571429</c:v>
                </c:pt>
                <c:pt idx="4330" formatCode="0_);[Red]\(0\)">
                  <c:v>8219.471428571429</c:v>
                </c:pt>
                <c:pt idx="4331" formatCode="0_);[Red]\(0\)">
                  <c:v>8214.1714285714297</c:v>
                </c:pt>
                <c:pt idx="4332" formatCode="0_);[Red]\(0\)">
                  <c:v>8214.1714285714297</c:v>
                </c:pt>
                <c:pt idx="4333" formatCode="0_);[Red]\(0\)">
                  <c:v>8214.1714285714297</c:v>
                </c:pt>
                <c:pt idx="4334" formatCode="0_);[Red]\(0\)">
                  <c:v>8214.1714285714297</c:v>
                </c:pt>
                <c:pt idx="4335" formatCode="0_);[Red]\(0\)">
                  <c:v>8061.6714285714288</c:v>
                </c:pt>
                <c:pt idx="4336" formatCode="0_);[Red]\(0\)">
                  <c:v>8061.6714285714288</c:v>
                </c:pt>
                <c:pt idx="4337" formatCode="0_);[Red]\(0\)">
                  <c:v>8009.1714285714288</c:v>
                </c:pt>
                <c:pt idx="4338" formatCode="0_);[Red]\(0\)">
                  <c:v>8009.1714285714288</c:v>
                </c:pt>
                <c:pt idx="4339" formatCode="0_);[Red]\(0\)">
                  <c:v>7909.1714285714288</c:v>
                </c:pt>
                <c:pt idx="4340" formatCode="0_);[Red]\(0\)">
                  <c:v>7909.1714285714288</c:v>
                </c:pt>
                <c:pt idx="4341" formatCode="0_);[Red]\(0\)">
                  <c:v>7909.1714285714288</c:v>
                </c:pt>
                <c:pt idx="4342" formatCode="0_);[Red]\(0\)">
                  <c:v>7909.1714285714288</c:v>
                </c:pt>
                <c:pt idx="4343" formatCode="0_);[Red]\(0\)">
                  <c:v>7681.1714285714288</c:v>
                </c:pt>
                <c:pt idx="4344" formatCode="0_);[Red]\(0\)">
                  <c:v>7528.6714285714288</c:v>
                </c:pt>
                <c:pt idx="4345" formatCode="0_);[Red]\(0\)">
                  <c:v>7528.6714285714288</c:v>
                </c:pt>
                <c:pt idx="4346" formatCode="0_);[Red]\(0\)">
                  <c:v>7328.6714285714288</c:v>
                </c:pt>
                <c:pt idx="4347" formatCode="0_);[Red]\(0\)">
                  <c:v>7328.6714285714288</c:v>
                </c:pt>
                <c:pt idx="4348" formatCode="0_);[Red]\(0\)">
                  <c:v>7328.6714285714288</c:v>
                </c:pt>
                <c:pt idx="4349" formatCode="0_);[Red]\(0\)">
                  <c:v>7228.6714285714288</c:v>
                </c:pt>
                <c:pt idx="4350" formatCode="0_);[Red]\(0\)">
                  <c:v>7023.6714285714288</c:v>
                </c:pt>
                <c:pt idx="4351" formatCode="0_);[Red]\(0\)">
                  <c:v>7023.6714285714288</c:v>
                </c:pt>
                <c:pt idx="4352" formatCode="0_);[Red]\(0\)">
                  <c:v>6923.6714285714288</c:v>
                </c:pt>
                <c:pt idx="4353" formatCode="0_);[Red]\(0\)">
                  <c:v>6823.6714285714288</c:v>
                </c:pt>
                <c:pt idx="4354" formatCode="0_);[Red]\(0\)">
                  <c:v>6823.6714285714288</c:v>
                </c:pt>
                <c:pt idx="4355" formatCode="0_);[Red]\(0\)">
                  <c:v>6823.6714285714288</c:v>
                </c:pt>
                <c:pt idx="4356" formatCode="0_);[Red]\(0\)">
                  <c:v>5723.6714285714288</c:v>
                </c:pt>
                <c:pt idx="4357" formatCode="0_);[Red]\(0\)">
                  <c:v>5618.6714285714288</c:v>
                </c:pt>
                <c:pt idx="4358" formatCode="0_);[Red]\(0\)">
                  <c:v>5618.6714285714288</c:v>
                </c:pt>
                <c:pt idx="4359" formatCode="0_);[Red]\(0\)">
                  <c:v>5618.6714285714288</c:v>
                </c:pt>
                <c:pt idx="4360" formatCode="0_);[Red]\(0\)">
                  <c:v>5618.6714285714288</c:v>
                </c:pt>
                <c:pt idx="4361" formatCode="0_);[Red]\(0\)">
                  <c:v>5618.6714285714288</c:v>
                </c:pt>
                <c:pt idx="4362" formatCode="0_);[Red]\(0\)">
                  <c:v>5618.6714285714288</c:v>
                </c:pt>
                <c:pt idx="4363" formatCode="0_);[Red]\(0\)">
                  <c:v>5118.6714285714288</c:v>
                </c:pt>
                <c:pt idx="4364" formatCode="0_);[Red]\(0\)">
                  <c:v>5150.6714285714288</c:v>
                </c:pt>
                <c:pt idx="4365" formatCode="0_);[Red]\(0\)">
                  <c:v>5150.6714285714288</c:v>
                </c:pt>
                <c:pt idx="4366" formatCode="0_);[Red]\(0\)">
                  <c:v>5150.6714285714288</c:v>
                </c:pt>
                <c:pt idx="4367" formatCode="0_);[Red]\(0\)">
                  <c:v>5150.6714285714288</c:v>
                </c:pt>
                <c:pt idx="4368" formatCode="0_);[Red]\(0\)">
                  <c:v>5150.6714285714288</c:v>
                </c:pt>
                <c:pt idx="4369" formatCode="0_);[Red]\(0\)">
                  <c:v>5150.6714285714288</c:v>
                </c:pt>
                <c:pt idx="4370" formatCode="0_);[Red]\(0\)">
                  <c:v>5278.6714285714288</c:v>
                </c:pt>
                <c:pt idx="4371" formatCode="0_);[Red]\(0\)">
                  <c:v>5278.6714285714288</c:v>
                </c:pt>
                <c:pt idx="4372" formatCode="0_);[Red]\(0\)">
                  <c:v>5278.6714285714288</c:v>
                </c:pt>
                <c:pt idx="4373" formatCode="0_);[Red]\(0\)">
                  <c:v>5178.6714285714288</c:v>
                </c:pt>
                <c:pt idx="4374" formatCode="0_);[Red]\(0\)">
                  <c:v>5278.6714285714288</c:v>
                </c:pt>
                <c:pt idx="4375" formatCode="0_);[Red]\(0\)">
                  <c:v>5278.6714285714288</c:v>
                </c:pt>
                <c:pt idx="4376" formatCode="0_);[Red]\(0\)">
                  <c:v>4878.6714285714288</c:v>
                </c:pt>
                <c:pt idx="4377" formatCode="0_);[Red]\(0\)">
                  <c:v>5042.6714285714288</c:v>
                </c:pt>
                <c:pt idx="4378" formatCode="0_);[Red]\(0\)">
                  <c:v>5106.6714285714288</c:v>
                </c:pt>
                <c:pt idx="4379" formatCode="0_);[Red]\(0\)">
                  <c:v>5106.6714285714288</c:v>
                </c:pt>
                <c:pt idx="4380" formatCode="0_);[Red]\(0\)">
                  <c:v>5106.6714285714288</c:v>
                </c:pt>
                <c:pt idx="4381" formatCode="0_);[Red]\(0\)">
                  <c:v>5106.6714285714288</c:v>
                </c:pt>
                <c:pt idx="4382" formatCode="0_);[Red]\(0\)">
                  <c:v>5106.6714285714288</c:v>
                </c:pt>
                <c:pt idx="4383" formatCode="0_);[Red]\(0\)">
                  <c:v>5106.6714285714288</c:v>
                </c:pt>
                <c:pt idx="4384" formatCode="0_);[Red]\(0\)">
                  <c:v>4606.6714285714288</c:v>
                </c:pt>
                <c:pt idx="4385" formatCode="0_);[Red]\(0\)">
                  <c:v>4670.6714285714288</c:v>
                </c:pt>
                <c:pt idx="4386" formatCode="0_);[Red]\(0\)">
                  <c:v>4670.6714285714288</c:v>
                </c:pt>
                <c:pt idx="4387" formatCode="0_);[Red]\(0\)">
                  <c:v>4802.6714285714288</c:v>
                </c:pt>
                <c:pt idx="4388" formatCode="0_);[Red]\(0\)">
                  <c:v>4902.6714285714288</c:v>
                </c:pt>
                <c:pt idx="4389" formatCode="0_);[Red]\(0\)">
                  <c:v>4902.6714285714288</c:v>
                </c:pt>
                <c:pt idx="4390" formatCode="0_);[Red]\(0\)">
                  <c:v>4902.6714285714288</c:v>
                </c:pt>
                <c:pt idx="4391" formatCode="0_);[Red]\(0\)">
                  <c:v>4998.6714285714288</c:v>
                </c:pt>
                <c:pt idx="4392" formatCode="0_);[Red]\(0\)">
                  <c:v>4998.6714285714288</c:v>
                </c:pt>
                <c:pt idx="4393" formatCode="0_);[Red]\(0\)">
                  <c:v>5098.6714285714288</c:v>
                </c:pt>
                <c:pt idx="4394" formatCode="0_);[Red]\(0\)">
                  <c:v>4098.6714285714288</c:v>
                </c:pt>
                <c:pt idx="4395" formatCode="0_);[Red]\(0\)">
                  <c:v>4098.6714285714288</c:v>
                </c:pt>
                <c:pt idx="4396" formatCode="0_);[Red]\(0\)">
                  <c:v>4098.6714285714288</c:v>
                </c:pt>
                <c:pt idx="4397" formatCode="0_);[Red]\(0\)">
                  <c:v>4098.6714285714288</c:v>
                </c:pt>
                <c:pt idx="4398" formatCode="0_);[Red]\(0\)">
                  <c:v>4194.6714285714288</c:v>
                </c:pt>
                <c:pt idx="4399" formatCode="0_);[Red]\(0\)">
                  <c:v>4194.6714285714288</c:v>
                </c:pt>
                <c:pt idx="4400" formatCode="0_);[Red]\(0\)">
                  <c:v>4394.6714285714288</c:v>
                </c:pt>
                <c:pt idx="4401" formatCode="0_);[Red]\(0\)">
                  <c:v>4552.1714285714288</c:v>
                </c:pt>
                <c:pt idx="4402" formatCode="0_);[Red]\(0\)">
                  <c:v>4552.1714285714288</c:v>
                </c:pt>
                <c:pt idx="4403" formatCode="0_);[Red]\(0\)">
                  <c:v>4552.1714285714288</c:v>
                </c:pt>
                <c:pt idx="4404" formatCode="0_);[Red]\(0\)">
                  <c:v>4552.1714285714288</c:v>
                </c:pt>
                <c:pt idx="4405" formatCode="0_);[Red]\(0\)">
                  <c:v>4704.6714285714288</c:v>
                </c:pt>
                <c:pt idx="4406" formatCode="0_);[Red]\(0\)">
                  <c:v>4704.6714285714288</c:v>
                </c:pt>
                <c:pt idx="4407" formatCode="0_);[Red]\(0\)">
                  <c:v>4704.6714285714288</c:v>
                </c:pt>
                <c:pt idx="4408" formatCode="0_);[Red]\(0\)">
                  <c:v>3804.6714285714288</c:v>
                </c:pt>
                <c:pt idx="4409" formatCode="0_);[Red]\(0\)">
                  <c:v>3804.6714285714288</c:v>
                </c:pt>
                <c:pt idx="4410" formatCode="0_);[Red]\(0\)">
                  <c:v>3804.6714285714288</c:v>
                </c:pt>
                <c:pt idx="4411" formatCode="0_);[Red]\(0\)">
                  <c:v>3804.6714285714288</c:v>
                </c:pt>
                <c:pt idx="4412" formatCode="0_);[Red]\(0\)">
                  <c:v>3804.6714285714288</c:v>
                </c:pt>
                <c:pt idx="4413" formatCode="0_);[Red]\(0\)">
                  <c:v>3793.6714285714288</c:v>
                </c:pt>
                <c:pt idx="4414" formatCode="0_);[Red]\(0\)">
                  <c:v>3593.6714285714288</c:v>
                </c:pt>
                <c:pt idx="4415" formatCode="0_);[Red]\(0\)">
                  <c:v>3614.6714285714288</c:v>
                </c:pt>
                <c:pt idx="4416" formatCode="0_);[Red]\(0\)">
                  <c:v>3514.6714285714288</c:v>
                </c:pt>
                <c:pt idx="4417" formatCode="0_);[Red]\(0\)">
                  <c:v>3514.6714285714288</c:v>
                </c:pt>
                <c:pt idx="4418" formatCode="0_);[Red]\(0\)">
                  <c:v>3482.6714285714288</c:v>
                </c:pt>
                <c:pt idx="4419" formatCode="0_);[Red]\(0\)">
                  <c:v>3482.6714285714288</c:v>
                </c:pt>
                <c:pt idx="4420" formatCode="0_);[Red]\(0\)">
                  <c:v>3382.6714285714288</c:v>
                </c:pt>
                <c:pt idx="4421" formatCode="0_);[Red]\(0\)">
                  <c:v>3382.6714285714288</c:v>
                </c:pt>
                <c:pt idx="4422" formatCode="0_);[Red]\(0\)">
                  <c:v>3382.6714285714288</c:v>
                </c:pt>
                <c:pt idx="4423" formatCode="0_);[Red]\(0\)">
                  <c:v>3382.6714285714288</c:v>
                </c:pt>
                <c:pt idx="4424" formatCode="0_);[Red]\(0\)">
                  <c:v>3382.6714285714288</c:v>
                </c:pt>
                <c:pt idx="4425" formatCode="0_);[Red]\(0\)">
                  <c:v>3382.6714285714288</c:v>
                </c:pt>
                <c:pt idx="4426" formatCode="0_);[Red]\(0\)">
                  <c:v>3382.6714285714288</c:v>
                </c:pt>
                <c:pt idx="4427" formatCode="0_);[Red]\(0\)">
                  <c:v>3382.6714285714288</c:v>
                </c:pt>
                <c:pt idx="4428" formatCode="0_);[Red]\(0\)">
                  <c:v>3382.6714285714288</c:v>
                </c:pt>
                <c:pt idx="4429" formatCode="0_);[Red]\(0\)">
                  <c:v>3382.6714285714288</c:v>
                </c:pt>
                <c:pt idx="4430" formatCode="0_);[Red]\(0\)">
                  <c:v>3382.6714285714288</c:v>
                </c:pt>
                <c:pt idx="4431" formatCode="0_);[Red]\(0\)">
                  <c:v>3382.6714285714288</c:v>
                </c:pt>
                <c:pt idx="4432" formatCode="0_);[Red]\(0\)">
                  <c:v>3382.6714285714288</c:v>
                </c:pt>
                <c:pt idx="4433" formatCode="0_);[Red]\(0\)">
                  <c:v>3382.6714285714288</c:v>
                </c:pt>
                <c:pt idx="4434" formatCode="0_);[Red]\(0\)">
                  <c:v>3382.6714285714288</c:v>
                </c:pt>
                <c:pt idx="4435" formatCode="0_);[Red]\(0\)">
                  <c:v>3382.6714285714288</c:v>
                </c:pt>
                <c:pt idx="4436" formatCode="0_);[Red]\(0\)">
                  <c:v>3382.6714285714288</c:v>
                </c:pt>
                <c:pt idx="4437" formatCode="0_);[Red]\(0\)">
                  <c:v>3382.6714285714288</c:v>
                </c:pt>
                <c:pt idx="4438" formatCode="0_);[Red]\(0\)">
                  <c:v>3382.6714285714288</c:v>
                </c:pt>
                <c:pt idx="4439" formatCode="0_);[Red]\(0\)">
                  <c:v>3582.6714285714288</c:v>
                </c:pt>
                <c:pt idx="4440" formatCode="0_);[Red]\(0\)">
                  <c:v>3418.6714285714288</c:v>
                </c:pt>
                <c:pt idx="4441" formatCode="0_);[Red]\(0\)">
                  <c:v>3418.6714285714288</c:v>
                </c:pt>
                <c:pt idx="4442" formatCode="0_);[Red]\(0\)">
                  <c:v>3468.6714285714288</c:v>
                </c:pt>
                <c:pt idx="4443" formatCode="0_);[Red]\(0\)">
                  <c:v>3468.6714285714288</c:v>
                </c:pt>
                <c:pt idx="4444" formatCode="0_);[Red]\(0\)">
                  <c:v>3404.6714285714288</c:v>
                </c:pt>
                <c:pt idx="4445" formatCode="0_);[Red]\(0\)">
                  <c:v>3404.6714285714288</c:v>
                </c:pt>
                <c:pt idx="4446" formatCode="0_);[Red]\(0\)">
                  <c:v>3554.6714285714288</c:v>
                </c:pt>
                <c:pt idx="4447" formatCode="0_);[Red]\(0\)">
                  <c:v>3490.6714285714288</c:v>
                </c:pt>
                <c:pt idx="4448" formatCode="0_);[Red]\(0\)">
                  <c:v>3690.6714285714288</c:v>
                </c:pt>
                <c:pt idx="4449" formatCode="0_);[Red]\(0\)">
                  <c:v>3690.6714285714288</c:v>
                </c:pt>
                <c:pt idx="4450" formatCode="0_);[Red]\(0\)">
                  <c:v>3858.6714285714288</c:v>
                </c:pt>
                <c:pt idx="4451" formatCode="0_);[Red]\(0\)">
                  <c:v>3858.6714285714288</c:v>
                </c:pt>
                <c:pt idx="4452" formatCode="0_);[Red]\(0\)">
                  <c:v>3858.6714285714288</c:v>
                </c:pt>
                <c:pt idx="4453" formatCode="0_);[Red]\(0\)">
                  <c:v>3358.6714285714288</c:v>
                </c:pt>
                <c:pt idx="4454" formatCode="0_);[Red]\(0\)">
                  <c:v>3358.6714285714288</c:v>
                </c:pt>
                <c:pt idx="4455" formatCode="0_);[Red]\(0\)">
                  <c:v>3390.6714285714288</c:v>
                </c:pt>
                <c:pt idx="4456" formatCode="0_);[Red]\(0\)">
                  <c:v>3390.6714285714288</c:v>
                </c:pt>
                <c:pt idx="4457" formatCode="0_);[Red]\(0\)">
                  <c:v>3390.6714285714288</c:v>
                </c:pt>
                <c:pt idx="4458" formatCode="0_);[Red]\(0\)">
                  <c:v>3390.6714285714288</c:v>
                </c:pt>
                <c:pt idx="4459" formatCode="0_);[Red]\(0\)">
                  <c:v>3390.6714285714288</c:v>
                </c:pt>
                <c:pt idx="4460" formatCode="0_);[Red]\(0\)">
                  <c:v>3390.6714285714288</c:v>
                </c:pt>
                <c:pt idx="4461" formatCode="0_);[Red]\(0\)">
                  <c:v>3390.6714285714288</c:v>
                </c:pt>
                <c:pt idx="4462" formatCode="0_);[Red]\(0\)">
                  <c:v>3254.6714285714288</c:v>
                </c:pt>
                <c:pt idx="4463" formatCode="0_);[Red]\(0\)">
                  <c:v>3254.6714285714288</c:v>
                </c:pt>
                <c:pt idx="4464" formatCode="0_);[Red]\(0\)">
                  <c:v>3254.6714285714288</c:v>
                </c:pt>
                <c:pt idx="4465" formatCode="0_);[Red]\(0\)">
                  <c:v>3254.6714285714288</c:v>
                </c:pt>
                <c:pt idx="4466" formatCode="0_);[Red]\(0\)">
                  <c:v>3254.6714285714288</c:v>
                </c:pt>
                <c:pt idx="4467" formatCode="0_);[Red]\(0\)">
                  <c:v>3318.6714285714288</c:v>
                </c:pt>
                <c:pt idx="4468" formatCode="0_);[Red]\(0\)">
                  <c:v>3318.6714285714288</c:v>
                </c:pt>
                <c:pt idx="4469" formatCode="0_);[Red]\(0\)">
                  <c:v>3218.6714285714288</c:v>
                </c:pt>
                <c:pt idx="4470" formatCode="0_);[Red]\(0\)">
                  <c:v>3250.6714285714288</c:v>
                </c:pt>
                <c:pt idx="4471" formatCode="0_);[Red]\(0\)">
                  <c:v>3250.6714285714288</c:v>
                </c:pt>
                <c:pt idx="4472" formatCode="0_);[Red]\(0\)">
                  <c:v>3250.6714285714288</c:v>
                </c:pt>
                <c:pt idx="4473" formatCode="0_);[Red]\(0\)">
                  <c:v>3250.6714285714288</c:v>
                </c:pt>
                <c:pt idx="4474" formatCode="0_);[Red]\(0\)">
                  <c:v>3250.6714285714288</c:v>
                </c:pt>
                <c:pt idx="4475" formatCode="0_);[Red]\(0\)">
                  <c:v>3346.6714285714288</c:v>
                </c:pt>
                <c:pt idx="4476" formatCode="0_);[Red]\(0\)">
                  <c:v>3546.6714285714288</c:v>
                </c:pt>
                <c:pt idx="4477" formatCode="0_);[Red]\(0\)">
                  <c:v>3646.6714285714288</c:v>
                </c:pt>
                <c:pt idx="4478" formatCode="0_);[Red]\(0\)">
                  <c:v>3646.6714285714288</c:v>
                </c:pt>
                <c:pt idx="4479" formatCode="0_);[Red]\(0\)">
                  <c:v>3646.6714285714288</c:v>
                </c:pt>
                <c:pt idx="4480" formatCode="0_);[Red]\(0\)">
                  <c:v>3646.6714285714288</c:v>
                </c:pt>
                <c:pt idx="4481" formatCode="0_);[Red]\(0\)">
                  <c:v>3678.6714285714288</c:v>
                </c:pt>
                <c:pt idx="4482" formatCode="0_);[Red]\(0\)">
                  <c:v>3578.6714285714288</c:v>
                </c:pt>
                <c:pt idx="4483" formatCode="0_);[Red]\(0\)">
                  <c:v>3078.6714285714288</c:v>
                </c:pt>
                <c:pt idx="4484" formatCode="0_);[Red]\(0\)">
                  <c:v>3078.6714285714288</c:v>
                </c:pt>
                <c:pt idx="4485" formatCode="0_);[Red]\(0\)">
                  <c:v>2952.6714285714288</c:v>
                </c:pt>
                <c:pt idx="4486" formatCode="0_);[Red]\(0\)">
                  <c:v>2952.6714285714288</c:v>
                </c:pt>
                <c:pt idx="4487" formatCode="0_);[Red]\(0\)">
                  <c:v>2952.6714285714288</c:v>
                </c:pt>
                <c:pt idx="4488" formatCode="0_);[Red]\(0\)">
                  <c:v>2880.6714285714288</c:v>
                </c:pt>
                <c:pt idx="4489" formatCode="0_);[Red]\(0\)">
                  <c:v>2622.1714285714288</c:v>
                </c:pt>
                <c:pt idx="4490" formatCode="0_);[Red]\(0\)">
                  <c:v>2622.1714285714288</c:v>
                </c:pt>
                <c:pt idx="4491" formatCode="0_);[Red]\(0\)">
                  <c:v>2622.1714285714288</c:v>
                </c:pt>
                <c:pt idx="4492" formatCode="0_);[Red]\(0\)">
                  <c:v>2485.6714285714288</c:v>
                </c:pt>
                <c:pt idx="4493" formatCode="0_);[Red]\(0\)">
                  <c:v>2485.6714285714288</c:v>
                </c:pt>
                <c:pt idx="4494" formatCode="0_);[Red]\(0\)">
                  <c:v>2485.6714285714288</c:v>
                </c:pt>
                <c:pt idx="4495" formatCode="0_);[Red]\(0\)">
                  <c:v>2485.6714285714288</c:v>
                </c:pt>
                <c:pt idx="4496" formatCode="0_);[Red]\(0\)">
                  <c:v>2485.6714285714288</c:v>
                </c:pt>
                <c:pt idx="4497" formatCode="0_);[Red]\(0\)">
                  <c:v>2496.6714285714288</c:v>
                </c:pt>
                <c:pt idx="4498" formatCode="0_);[Red]\(0\)">
                  <c:v>2459.5714285714284</c:v>
                </c:pt>
                <c:pt idx="4499" formatCode="0_);[Red]\(0\)">
                  <c:v>2259.5714285714284</c:v>
                </c:pt>
                <c:pt idx="4500" formatCode="0_);[Red]\(0\)">
                  <c:v>2059.5714285714284</c:v>
                </c:pt>
                <c:pt idx="4501" formatCode="0_);[Red]\(0\)">
                  <c:v>1959.5714285714284</c:v>
                </c:pt>
                <c:pt idx="4502" formatCode="0_);[Red]\(0\)">
                  <c:v>1959.5714285714284</c:v>
                </c:pt>
                <c:pt idx="4503" formatCode="0_);[Red]\(0\)">
                  <c:v>1959.5714285714284</c:v>
                </c:pt>
                <c:pt idx="4504" formatCode="0_);[Red]\(0\)">
                  <c:v>2091.5714285714284</c:v>
                </c:pt>
                <c:pt idx="4505" formatCode="0_);[Red]\(0\)">
                  <c:v>2091.5714285714284</c:v>
                </c:pt>
                <c:pt idx="4506" formatCode="0_);[Red]\(0\)">
                  <c:v>2491.5714285714284</c:v>
                </c:pt>
                <c:pt idx="4507" formatCode="0_);[Red]\(0\)">
                  <c:v>2491.5714285714284</c:v>
                </c:pt>
                <c:pt idx="4508" formatCode="0_);[Red]\(0\)">
                  <c:v>2491.5714285714284</c:v>
                </c:pt>
                <c:pt idx="4509" formatCode="0_);[Red]\(0\)">
                  <c:v>2585.5714285714284</c:v>
                </c:pt>
                <c:pt idx="4510" formatCode="0_);[Red]\(0\)">
                  <c:v>3075.511428571429</c:v>
                </c:pt>
                <c:pt idx="4511" formatCode="0_);[Red]\(0\)">
                  <c:v>3023.5714285714284</c:v>
                </c:pt>
                <c:pt idx="4512" formatCode="0_);[Red]\(0\)">
                  <c:v>3023.5714285714284</c:v>
                </c:pt>
                <c:pt idx="4513" formatCode="0_);[Red]\(0\)">
                  <c:v>2917.5714285714284</c:v>
                </c:pt>
                <c:pt idx="4514" formatCode="0_);[Red]\(0\)">
                  <c:v>2917.5714285714284</c:v>
                </c:pt>
                <c:pt idx="4515" formatCode="0_);[Red]\(0\)">
                  <c:v>2917.5714285714284</c:v>
                </c:pt>
                <c:pt idx="4516" formatCode="0_);[Red]\(0\)">
                  <c:v>2917.5714285714284</c:v>
                </c:pt>
                <c:pt idx="4517" formatCode="0_);[Red]\(0\)">
                  <c:v>2864.5714285714284</c:v>
                </c:pt>
                <c:pt idx="4518" formatCode="0_);[Red]\(0\)">
                  <c:v>2843.5714285714284</c:v>
                </c:pt>
                <c:pt idx="4519" formatCode="0_);[Red]\(0\)">
                  <c:v>3107.511428571429</c:v>
                </c:pt>
                <c:pt idx="4520" formatCode="0_);[Red]\(0\)">
                  <c:v>4807.511428571429</c:v>
                </c:pt>
                <c:pt idx="4521" formatCode="0_);[Red]\(0\)">
                  <c:v>4807.511428571429</c:v>
                </c:pt>
                <c:pt idx="4522" formatCode="0_);[Red]\(0\)">
                  <c:v>4807.511428571429</c:v>
                </c:pt>
                <c:pt idx="4523" formatCode="0_);[Red]\(0\)">
                  <c:v>4807.511428571429</c:v>
                </c:pt>
                <c:pt idx="4524" formatCode="0_);[Red]\(0\)">
                  <c:v>5197.9714285714281</c:v>
                </c:pt>
                <c:pt idx="4525" formatCode="0_);[Red]\(0\)">
                  <c:v>5197.9714285714281</c:v>
                </c:pt>
                <c:pt idx="4526" formatCode="0_);[Red]\(0\)">
                  <c:v>5797.9714285714281</c:v>
                </c:pt>
                <c:pt idx="4527" formatCode="0_);[Red]\(0\)">
                  <c:v>6307.511428571429</c:v>
                </c:pt>
                <c:pt idx="4528" formatCode="0_);[Red]\(0\)">
                  <c:v>6307.511428571429</c:v>
                </c:pt>
                <c:pt idx="4529" formatCode="0_);[Red]\(0\)">
                  <c:v>6307.511428571429</c:v>
                </c:pt>
                <c:pt idx="4530" formatCode="0_);[Red]\(0\)">
                  <c:v>6371.511428571429</c:v>
                </c:pt>
                <c:pt idx="4531" formatCode="0_);[Red]\(0\)">
                  <c:v>6371.511428571429</c:v>
                </c:pt>
                <c:pt idx="4532" formatCode="0_);[Red]\(0\)">
                  <c:v>6371.511428571429</c:v>
                </c:pt>
                <c:pt idx="4533" formatCode="0_);[Red]\(0\)">
                  <c:v>6371.511428571429</c:v>
                </c:pt>
                <c:pt idx="4534" formatCode="0_);[Red]\(0\)">
                  <c:v>6350.511428571429</c:v>
                </c:pt>
                <c:pt idx="4535" formatCode="0_);[Red]\(0\)">
                  <c:v>6350.511428571429</c:v>
                </c:pt>
                <c:pt idx="4536" formatCode="0_);[Red]\(0\)">
                  <c:v>6350.511428571429</c:v>
                </c:pt>
                <c:pt idx="4537" formatCode="0_);[Red]\(0\)">
                  <c:v>6350.511428571429</c:v>
                </c:pt>
                <c:pt idx="4538" formatCode="0_);[Red]\(0\)">
                  <c:v>6350.511428571429</c:v>
                </c:pt>
                <c:pt idx="4539" formatCode="0_);[Red]\(0\)">
                  <c:v>6350.511428571429</c:v>
                </c:pt>
                <c:pt idx="4540" formatCode="0_);[Red]\(0\)">
                  <c:v>6350.511428571429</c:v>
                </c:pt>
                <c:pt idx="4541" formatCode="0_);[Red]\(0\)">
                  <c:v>6350.511428571429</c:v>
                </c:pt>
                <c:pt idx="4542" formatCode="0_);[Red]\(0\)">
                  <c:v>6350.511428571429</c:v>
                </c:pt>
                <c:pt idx="4543" formatCode="0_);[Red]\(0\)">
                  <c:v>6350.511428571429</c:v>
                </c:pt>
                <c:pt idx="4544" formatCode="0_);[Red]\(0\)">
                  <c:v>6350.511428571429</c:v>
                </c:pt>
                <c:pt idx="4545" formatCode="0_);[Red]\(0\)">
                  <c:v>6750.511428571429</c:v>
                </c:pt>
                <c:pt idx="4546" formatCode="0_);[Red]\(0\)">
                  <c:v>6950.511428571429</c:v>
                </c:pt>
                <c:pt idx="4547" formatCode="0_);[Red]\(0\)">
                  <c:v>6950.511428571429</c:v>
                </c:pt>
                <c:pt idx="4548" formatCode="0_);[Red]\(0\)">
                  <c:v>6950.511428571429</c:v>
                </c:pt>
                <c:pt idx="4549" formatCode="0_);[Red]\(0\)">
                  <c:v>6950.511428571429</c:v>
                </c:pt>
                <c:pt idx="4550" formatCode="0_);[Red]\(0\)">
                  <c:v>6950.511428571429</c:v>
                </c:pt>
                <c:pt idx="4551" formatCode="0_);[Red]\(0\)">
                  <c:v>6950.511428571429</c:v>
                </c:pt>
                <c:pt idx="4552" formatCode="0_);[Red]\(0\)">
                  <c:v>6950.511428571429</c:v>
                </c:pt>
                <c:pt idx="4553" formatCode="0_);[Red]\(0\)">
                  <c:v>6950.511428571429</c:v>
                </c:pt>
                <c:pt idx="4554" formatCode="0_);[Red]\(0\)">
                  <c:v>6950.511428571429</c:v>
                </c:pt>
                <c:pt idx="4555" formatCode="0_);[Red]\(0\)">
                  <c:v>6950.511428571429</c:v>
                </c:pt>
                <c:pt idx="4556" formatCode="0_);[Red]\(0\)">
                  <c:v>6950.511428571429</c:v>
                </c:pt>
                <c:pt idx="4557" formatCode="0_);[Red]\(0\)">
                  <c:v>6950.511428571429</c:v>
                </c:pt>
                <c:pt idx="4558" formatCode="0_);[Red]\(0\)">
                  <c:v>6950.511428571429</c:v>
                </c:pt>
                <c:pt idx="4559" formatCode="0_);[Red]\(0\)">
                  <c:v>6950.511428571429</c:v>
                </c:pt>
                <c:pt idx="4560" formatCode="0_);[Red]\(0\)">
                  <c:v>6950.511428571429</c:v>
                </c:pt>
                <c:pt idx="4561" formatCode="0_);[Red]\(0\)">
                  <c:v>6950.511428571429</c:v>
                </c:pt>
                <c:pt idx="4562" formatCode="0_);[Red]\(0\)">
                  <c:v>6950.511428571429</c:v>
                </c:pt>
                <c:pt idx="4563" formatCode="0_);[Red]\(0\)">
                  <c:v>6950.511428571429</c:v>
                </c:pt>
                <c:pt idx="4564" formatCode="0_);[Red]\(0\)">
                  <c:v>6950.511428571429</c:v>
                </c:pt>
                <c:pt idx="4565" formatCode="0_);[Red]\(0\)">
                  <c:v>6950.511428571429</c:v>
                </c:pt>
                <c:pt idx="4566" formatCode="0_);[Red]\(0\)">
                  <c:v>6950.511428571429</c:v>
                </c:pt>
                <c:pt idx="4567" formatCode="0_);[Red]\(0\)">
                  <c:v>6950.511428571429</c:v>
                </c:pt>
                <c:pt idx="4568" formatCode="0_);[Red]\(0\)">
                  <c:v>6750.511428571429</c:v>
                </c:pt>
                <c:pt idx="4569" formatCode="0_);[Red]\(0\)">
                  <c:v>6750.511428571429</c:v>
                </c:pt>
                <c:pt idx="4570" formatCode="0_);[Red]\(0\)">
                  <c:v>6750.511428571429</c:v>
                </c:pt>
                <c:pt idx="4571" formatCode="0_);[Red]\(0\)">
                  <c:v>6750.511428571429</c:v>
                </c:pt>
                <c:pt idx="4572" formatCode="0_);[Red]\(0\)">
                  <c:v>6750.511428571429</c:v>
                </c:pt>
                <c:pt idx="4573" formatCode="0_);[Red]\(0\)">
                  <c:v>6650.511428571429</c:v>
                </c:pt>
                <c:pt idx="4574" formatCode="0_);[Red]\(0\)">
                  <c:v>6650.511428571429</c:v>
                </c:pt>
                <c:pt idx="4575" formatCode="0_);[Red]\(0\)">
                  <c:v>6650.511428571429</c:v>
                </c:pt>
                <c:pt idx="4576" formatCode="0_);[Red]\(0\)">
                  <c:v>6650.511428571429</c:v>
                </c:pt>
                <c:pt idx="4577" formatCode="0_);[Red]\(0\)">
                  <c:v>6650.511428571429</c:v>
                </c:pt>
                <c:pt idx="4578" formatCode="0_);[Red]\(0\)">
                  <c:v>6650.511428571429</c:v>
                </c:pt>
                <c:pt idx="4579" formatCode="0_);[Red]\(0\)">
                  <c:v>6650.511428571429</c:v>
                </c:pt>
                <c:pt idx="4580" formatCode="0_);[Red]\(0\)">
                  <c:v>6650.511428571429</c:v>
                </c:pt>
                <c:pt idx="4581" formatCode="0_);[Red]\(0\)">
                  <c:v>6650.511428571429</c:v>
                </c:pt>
                <c:pt idx="4582" formatCode="0_);[Red]\(0\)">
                  <c:v>6650.511428571429</c:v>
                </c:pt>
                <c:pt idx="4583" formatCode="0_);[Red]\(0\)">
                  <c:v>6550.511428571429</c:v>
                </c:pt>
                <c:pt idx="4584" formatCode="0_);[Red]\(0\)">
                  <c:v>6550.511428571429</c:v>
                </c:pt>
                <c:pt idx="4585" formatCode="0_);[Red]\(0\)">
                  <c:v>6550.511428571429</c:v>
                </c:pt>
                <c:pt idx="4586" formatCode="0_);[Red]\(0\)">
                  <c:v>6550.511428571429</c:v>
                </c:pt>
                <c:pt idx="4587" formatCode="0_);[Red]\(0\)">
                  <c:v>6482.511428571429</c:v>
                </c:pt>
                <c:pt idx="4588" formatCode="0_);[Red]\(0\)">
                  <c:v>6282.511428571429</c:v>
                </c:pt>
                <c:pt idx="4589" formatCode="0_);[Red]\(0\)">
                  <c:v>6282.511428571429</c:v>
                </c:pt>
                <c:pt idx="4590" formatCode="0_);[Red]\(0\)">
                  <c:v>6282.511428571429</c:v>
                </c:pt>
                <c:pt idx="4591" formatCode="0_);[Red]\(0\)">
                  <c:v>6382.511428571429</c:v>
                </c:pt>
                <c:pt idx="4592" formatCode="0_);[Red]\(0\)">
                  <c:v>6382.511428571429</c:v>
                </c:pt>
                <c:pt idx="4593" formatCode="0_);[Red]\(0\)">
                  <c:v>6382.511428571429</c:v>
                </c:pt>
                <c:pt idx="4594" formatCode="0_);[Red]\(0\)">
                  <c:v>6403.511428571429</c:v>
                </c:pt>
                <c:pt idx="4595" formatCode="0_);[Red]\(0\)">
                  <c:v>6435.511428571429</c:v>
                </c:pt>
                <c:pt idx="4596" formatCode="0_);[Red]\(0\)">
                  <c:v>6435.511428571429</c:v>
                </c:pt>
                <c:pt idx="4597" formatCode="0_);[Red]\(0\)">
                  <c:v>6335.511428571429</c:v>
                </c:pt>
                <c:pt idx="4598" formatCode="0_);[Red]\(0\)">
                  <c:v>6335.511428571429</c:v>
                </c:pt>
                <c:pt idx="4599" formatCode="0_);[Red]\(0\)">
                  <c:v>6335.511428571429</c:v>
                </c:pt>
                <c:pt idx="4600" formatCode="0_);[Red]\(0\)">
                  <c:v>6399.511428571429</c:v>
                </c:pt>
                <c:pt idx="4601" formatCode="0_);[Red]\(0\)">
                  <c:v>6399.511428571429</c:v>
                </c:pt>
                <c:pt idx="4602" formatCode="0_);[Red]\(0\)">
                  <c:v>6399.511428571429</c:v>
                </c:pt>
                <c:pt idx="4603" formatCode="0_);[Red]\(0\)">
                  <c:v>6399.511428571429</c:v>
                </c:pt>
                <c:pt idx="4604" formatCode="0_);[Red]\(0\)">
                  <c:v>6499.511428571429</c:v>
                </c:pt>
                <c:pt idx="4605" formatCode="0_);[Red]\(0\)">
                  <c:v>6599.511428571429</c:v>
                </c:pt>
                <c:pt idx="4606" formatCode="0_);[Red]\(0\)">
                  <c:v>6599.511428571429</c:v>
                </c:pt>
                <c:pt idx="4607" formatCode="0_);[Red]\(0\)">
                  <c:v>6599.511428571429</c:v>
                </c:pt>
                <c:pt idx="4608" formatCode="0_);[Red]\(0\)">
                  <c:v>6631.511428571429</c:v>
                </c:pt>
                <c:pt idx="4609" formatCode="0_);[Red]\(0\)">
                  <c:v>6631.511428571429</c:v>
                </c:pt>
                <c:pt idx="4610" formatCode="0_);[Red]\(0\)">
                  <c:v>6631.511428571429</c:v>
                </c:pt>
                <c:pt idx="4611" formatCode="0_);[Red]\(0\)">
                  <c:v>6631.511428571429</c:v>
                </c:pt>
                <c:pt idx="4612" formatCode="0_);[Red]\(0\)">
                  <c:v>6631.511428571429</c:v>
                </c:pt>
                <c:pt idx="4613" formatCode="0_);[Red]\(0\)">
                  <c:v>6631.511428571429</c:v>
                </c:pt>
                <c:pt idx="4614" formatCode="0_);[Red]\(0\)">
                  <c:v>6663.511428571429</c:v>
                </c:pt>
                <c:pt idx="4615" formatCode="0_);[Red]\(0\)">
                  <c:v>6795.511428571429</c:v>
                </c:pt>
                <c:pt idx="4616" formatCode="0_);[Red]\(0\)">
                  <c:v>6795.511428571429</c:v>
                </c:pt>
                <c:pt idx="4617" formatCode="0_);[Red]\(0\)">
                  <c:v>6795.511428571429</c:v>
                </c:pt>
                <c:pt idx="4618" formatCode="0_);[Red]\(0\)">
                  <c:v>6795.511428571429</c:v>
                </c:pt>
                <c:pt idx="4619" formatCode="0_);[Red]\(0\)">
                  <c:v>6795.511428571429</c:v>
                </c:pt>
                <c:pt idx="4620" formatCode="0_);[Red]\(0\)">
                  <c:v>6795.511428571429</c:v>
                </c:pt>
                <c:pt idx="4621" formatCode="0_);[Red]\(0\)">
                  <c:v>6795.511428571429</c:v>
                </c:pt>
                <c:pt idx="4622" formatCode="0_);[Red]\(0\)">
                  <c:v>6795.511428571429</c:v>
                </c:pt>
                <c:pt idx="4623" formatCode="0_);[Red]\(0\)">
                  <c:v>6763.511428571429</c:v>
                </c:pt>
                <c:pt idx="4624" formatCode="0_);[Red]\(0\)">
                  <c:v>6763.511428571429</c:v>
                </c:pt>
                <c:pt idx="4625" formatCode="0_);[Red]\(0\)">
                  <c:v>6763.511428571429</c:v>
                </c:pt>
                <c:pt idx="4626" formatCode="0_);[Red]\(0\)">
                  <c:v>6763.511428571429</c:v>
                </c:pt>
                <c:pt idx="4627" formatCode="0_);[Red]\(0\)">
                  <c:v>6763.511428571429</c:v>
                </c:pt>
                <c:pt idx="4628" formatCode="0_);[Red]\(0\)">
                  <c:v>6799.511428571429</c:v>
                </c:pt>
                <c:pt idx="4629" formatCode="0_);[Red]\(0\)">
                  <c:v>6899.511428571429</c:v>
                </c:pt>
                <c:pt idx="4630" formatCode="0_);[Red]\(0\)">
                  <c:v>6899.511428571429</c:v>
                </c:pt>
                <c:pt idx="4631" formatCode="0_);[Red]\(0\)">
                  <c:v>6899.511428571429</c:v>
                </c:pt>
                <c:pt idx="4632" formatCode="0_);[Red]\(0\)">
                  <c:v>6899.511428571429</c:v>
                </c:pt>
                <c:pt idx="4633" formatCode="0_);[Red]\(0\)">
                  <c:v>6899.511428571429</c:v>
                </c:pt>
                <c:pt idx="4634" formatCode="0_);[Red]\(0\)">
                  <c:v>6899.511428571429</c:v>
                </c:pt>
                <c:pt idx="4635" formatCode="0_);[Red]\(0\)">
                  <c:v>6835.511428571429</c:v>
                </c:pt>
                <c:pt idx="4636" formatCode="0_);[Red]\(0\)">
                  <c:v>6903.511428571429</c:v>
                </c:pt>
                <c:pt idx="4637" formatCode="0_);[Red]\(0\)">
                  <c:v>7071.511428571429</c:v>
                </c:pt>
                <c:pt idx="4638" formatCode="0_);[Red]\(0\)">
                  <c:v>7071.511428571429</c:v>
                </c:pt>
                <c:pt idx="4639" formatCode="0_);[Red]\(0\)">
                  <c:v>7071.511428571429</c:v>
                </c:pt>
                <c:pt idx="4640" formatCode="0_);[Red]\(0\)">
                  <c:v>6971.511428571429</c:v>
                </c:pt>
                <c:pt idx="4641" formatCode="0_);[Red]\(0\)">
                  <c:v>6971.511428571429</c:v>
                </c:pt>
                <c:pt idx="4642" formatCode="0_);[Red]\(0\)">
                  <c:v>6907.511428571429</c:v>
                </c:pt>
                <c:pt idx="4643" formatCode="0_);[Red]\(0\)">
                  <c:v>6907.511428571429</c:v>
                </c:pt>
                <c:pt idx="4644" formatCode="0_);[Red]\(0\)">
                  <c:v>6779.511428571429</c:v>
                </c:pt>
                <c:pt idx="4645" formatCode="0_);[Red]\(0\)">
                  <c:v>6779.511428571429</c:v>
                </c:pt>
                <c:pt idx="4646" formatCode="0_);[Red]\(0\)">
                  <c:v>6674.511428571429</c:v>
                </c:pt>
                <c:pt idx="4647" formatCode="0_);[Red]\(0\)">
                  <c:v>6674.511428571429</c:v>
                </c:pt>
                <c:pt idx="4648" formatCode="0_);[Red]\(0\)">
                  <c:v>6674.511428571429</c:v>
                </c:pt>
                <c:pt idx="4649" formatCode="0_);[Red]\(0\)">
                  <c:v>6674.511428571429</c:v>
                </c:pt>
                <c:pt idx="4650" formatCode="0_);[Red]\(0\)">
                  <c:v>6674.511428571429</c:v>
                </c:pt>
                <c:pt idx="4651" formatCode="0_);[Red]\(0\)">
                  <c:v>6505.5714285714284</c:v>
                </c:pt>
                <c:pt idx="4652" formatCode="0_);[Red]\(0\)">
                  <c:v>6705.5714285714284</c:v>
                </c:pt>
                <c:pt idx="4653" formatCode="0_);[Red]\(0\)">
                  <c:v>6546.5714285714284</c:v>
                </c:pt>
                <c:pt idx="4654" formatCode="0_);[Red]\(0\)">
                  <c:v>6546.5714285714284</c:v>
                </c:pt>
                <c:pt idx="4655" formatCode="0_);[Red]\(0\)">
                  <c:v>6546.5714285714284</c:v>
                </c:pt>
                <c:pt idx="4656" formatCode="0_);[Red]\(0\)">
                  <c:v>6546.5714285714284</c:v>
                </c:pt>
                <c:pt idx="4657" formatCode="0_);[Red]\(0\)">
                  <c:v>6546.5714285714284</c:v>
                </c:pt>
                <c:pt idx="4658" formatCode="0_);[Red]\(0\)">
                  <c:v>6546.5714285714284</c:v>
                </c:pt>
                <c:pt idx="4659" formatCode="0_);[Red]\(0\)">
                  <c:v>6546.5714285714284</c:v>
                </c:pt>
                <c:pt idx="4660" formatCode="0_);[Red]\(0\)">
                  <c:v>6546.5714285714284</c:v>
                </c:pt>
                <c:pt idx="4661" formatCode="0_);[Red]\(0\)">
                  <c:v>6546.5714285714284</c:v>
                </c:pt>
                <c:pt idx="4662" formatCode="0_);[Red]\(0\)">
                  <c:v>6546.5714285714284</c:v>
                </c:pt>
                <c:pt idx="4663" formatCode="0_);[Red]\(0\)">
                  <c:v>6440.5714285714284</c:v>
                </c:pt>
                <c:pt idx="4664" formatCode="0_);[Red]\(0\)">
                  <c:v>6408.7714285714292</c:v>
                </c:pt>
                <c:pt idx="4665" formatCode="0_);[Red]\(0\)">
                  <c:v>6808.7714285714292</c:v>
                </c:pt>
                <c:pt idx="4666" formatCode="0_);[Red]\(0\)">
                  <c:v>6702.5714285714284</c:v>
                </c:pt>
                <c:pt idx="4667" formatCode="0_);[Red]\(0\)">
                  <c:v>6702.5714285714284</c:v>
                </c:pt>
                <c:pt idx="4668" formatCode="0_);[Red]\(0\)">
                  <c:v>6702.5714285714284</c:v>
                </c:pt>
                <c:pt idx="4669" formatCode="0_);[Red]\(0\)">
                  <c:v>6702.5714285714284</c:v>
                </c:pt>
                <c:pt idx="4670" formatCode="0_);[Red]\(0\)">
                  <c:v>6702.5714285714284</c:v>
                </c:pt>
                <c:pt idx="4671" formatCode="0_);[Red]\(0\)">
                  <c:v>6802.5714285714284</c:v>
                </c:pt>
                <c:pt idx="4672" formatCode="0_);[Red]\(0\)">
                  <c:v>6902.5714285714284</c:v>
                </c:pt>
                <c:pt idx="4673" formatCode="0_);[Red]\(0\)">
                  <c:v>6902.5714285714284</c:v>
                </c:pt>
                <c:pt idx="4674" formatCode="0_);[Red]\(0\)">
                  <c:v>7102.5714285714284</c:v>
                </c:pt>
                <c:pt idx="4675" formatCode="0_);[Red]\(0\)">
                  <c:v>7102.5714285714284</c:v>
                </c:pt>
                <c:pt idx="4676" formatCode="0_);[Red]\(0\)">
                  <c:v>7102.5714285714284</c:v>
                </c:pt>
                <c:pt idx="4677" formatCode="0_);[Red]\(0\)">
                  <c:v>6964.7714285714292</c:v>
                </c:pt>
                <c:pt idx="4678" formatCode="0_);[Red]\(0\)">
                  <c:v>6964.7714285714292</c:v>
                </c:pt>
                <c:pt idx="4679" formatCode="0_);[Red]\(0\)">
                  <c:v>6932.7714285714292</c:v>
                </c:pt>
                <c:pt idx="4680" formatCode="0_);[Red]\(0\)">
                  <c:v>6932.7714285714292</c:v>
                </c:pt>
                <c:pt idx="4681" formatCode="0_);[Red]\(0\)">
                  <c:v>6932.7714285714292</c:v>
                </c:pt>
                <c:pt idx="4682" formatCode="0_);[Red]\(0\)">
                  <c:v>6932.7714285714292</c:v>
                </c:pt>
                <c:pt idx="4683" formatCode="0_);[Red]\(0\)">
                  <c:v>6932.7714285714292</c:v>
                </c:pt>
                <c:pt idx="4684" formatCode="0_);[Red]\(0\)">
                  <c:v>7136.7714285714292</c:v>
                </c:pt>
                <c:pt idx="4685" formatCode="0_);[Red]\(0\)">
                  <c:v>6936.7714285714292</c:v>
                </c:pt>
                <c:pt idx="4686" formatCode="0_);[Red]\(0\)">
                  <c:v>6830.7714285714292</c:v>
                </c:pt>
                <c:pt idx="4687" formatCode="0_);[Red]\(0\)">
                  <c:v>6830.7714285714292</c:v>
                </c:pt>
                <c:pt idx="4688" formatCode="0_);[Red]\(0\)">
                  <c:v>6830.7714285714292</c:v>
                </c:pt>
                <c:pt idx="4689" formatCode="0_);[Red]\(0\)">
                  <c:v>6830.7714285714292</c:v>
                </c:pt>
                <c:pt idx="4690" formatCode="0_);[Red]\(0\)">
                  <c:v>6830.7714285714292</c:v>
                </c:pt>
                <c:pt idx="4691" formatCode="0_);[Red]\(0\)">
                  <c:v>6830.7714285714292</c:v>
                </c:pt>
                <c:pt idx="4692" formatCode="0_);[Red]\(0\)">
                  <c:v>6798.7714285714292</c:v>
                </c:pt>
                <c:pt idx="4693" formatCode="0_);[Red]\(0\)">
                  <c:v>6798.7714285714292</c:v>
                </c:pt>
                <c:pt idx="4694" formatCode="0_);[Red]\(0\)">
                  <c:v>6498.7714285714292</c:v>
                </c:pt>
                <c:pt idx="4695" formatCode="0_);[Red]\(0\)">
                  <c:v>7208.9714285714281</c:v>
                </c:pt>
                <c:pt idx="4696" formatCode="0_);[Red]\(0\)">
                  <c:v>7208.9714285714281</c:v>
                </c:pt>
                <c:pt idx="4697" formatCode="0_);[Red]\(0\)">
                  <c:v>7208.9714285714281</c:v>
                </c:pt>
                <c:pt idx="4698" formatCode="0_);[Red]\(0\)">
                  <c:v>7208.9714285714281</c:v>
                </c:pt>
                <c:pt idx="4699" formatCode="0_);[Red]\(0\)">
                  <c:v>7208.9714285714281</c:v>
                </c:pt>
                <c:pt idx="4700" formatCode="0_);[Red]\(0\)">
                  <c:v>7208.9714285714281</c:v>
                </c:pt>
                <c:pt idx="4701" formatCode="0_);[Red]\(0\)">
                  <c:v>7240.9714285714281</c:v>
                </c:pt>
                <c:pt idx="4702" formatCode="0_);[Red]\(0\)">
                  <c:v>7240.9714285714281</c:v>
                </c:pt>
                <c:pt idx="4703" formatCode="0_);[Red]\(0\)">
                  <c:v>7240.9714285714281</c:v>
                </c:pt>
                <c:pt idx="4704" formatCode="0_);[Red]\(0\)">
                  <c:v>7240.9714285714281</c:v>
                </c:pt>
                <c:pt idx="4705" formatCode="0_);[Red]\(0\)">
                  <c:v>7240.9714285714281</c:v>
                </c:pt>
                <c:pt idx="4706" formatCode="0_);[Red]\(0\)">
                  <c:v>6672.9714285714281</c:v>
                </c:pt>
                <c:pt idx="4707" formatCode="0_);[Red]\(0\)">
                  <c:v>6872.9714285714281</c:v>
                </c:pt>
                <c:pt idx="4708" formatCode="0_);[Red]\(0\)">
                  <c:v>7130.4714285714281</c:v>
                </c:pt>
                <c:pt idx="4709" formatCode="0_);[Red]\(0\)">
                  <c:v>7130.4714285714281</c:v>
                </c:pt>
                <c:pt idx="4710" formatCode="0_);[Red]\(0\)">
                  <c:v>7130.4714285714281</c:v>
                </c:pt>
                <c:pt idx="4711" formatCode="0_);[Red]\(0\)">
                  <c:v>7130.4714285714281</c:v>
                </c:pt>
                <c:pt idx="4712" formatCode="0_);[Red]\(0\)">
                  <c:v>7130.4714285714281</c:v>
                </c:pt>
                <c:pt idx="4713" formatCode="0_);[Red]\(0\)">
                  <c:v>7130.4714285714281</c:v>
                </c:pt>
                <c:pt idx="4714" formatCode="0_);[Red]\(0\)">
                  <c:v>7330.4714285714281</c:v>
                </c:pt>
                <c:pt idx="4715" formatCode="0_);[Red]\(0\)">
                  <c:v>7330.4714285714281</c:v>
                </c:pt>
                <c:pt idx="4716" formatCode="0_);[Red]\(0\)">
                  <c:v>7630.4714285714281</c:v>
                </c:pt>
                <c:pt idx="4717" formatCode="0_);[Red]\(0\)">
                  <c:v>7630.4714285714281</c:v>
                </c:pt>
                <c:pt idx="4718" formatCode="0_);[Red]\(0\)">
                  <c:v>7630.4714285714281</c:v>
                </c:pt>
                <c:pt idx="4719" formatCode="0_);[Red]\(0\)">
                  <c:v>7694.4714285714281</c:v>
                </c:pt>
                <c:pt idx="4720" formatCode="0_);[Red]\(0\)">
                  <c:v>7694.4714285714281</c:v>
                </c:pt>
                <c:pt idx="4721" formatCode="0_);[Red]\(0\)">
                  <c:v>7694.4714285714281</c:v>
                </c:pt>
                <c:pt idx="4722" formatCode="0_);[Red]\(0\)">
                  <c:v>7694.4714285714281</c:v>
                </c:pt>
                <c:pt idx="4723" formatCode="0_);[Red]\(0\)">
                  <c:v>7872.9714285714281</c:v>
                </c:pt>
                <c:pt idx="4724" formatCode="0_);[Red]\(0\)">
                  <c:v>7694.4714285714281</c:v>
                </c:pt>
                <c:pt idx="4725" formatCode="0_);[Red]\(0\)">
                  <c:v>7694.4714285714281</c:v>
                </c:pt>
                <c:pt idx="4726" formatCode="0_);[Red]\(0\)">
                  <c:v>7893.9714285714281</c:v>
                </c:pt>
                <c:pt idx="4727" formatCode="0_);[Red]\(0\)">
                  <c:v>7989.9714285714281</c:v>
                </c:pt>
                <c:pt idx="4728" formatCode="0_);[Red]\(0\)">
                  <c:v>8000.4714285714281</c:v>
                </c:pt>
                <c:pt idx="4729" formatCode="0_);[Red]\(0\)">
                  <c:v>8000.4714285714281</c:v>
                </c:pt>
                <c:pt idx="4730" formatCode="0_);[Red]\(0\)">
                  <c:v>8000.4714285714281</c:v>
                </c:pt>
                <c:pt idx="4731" formatCode="0_);[Red]\(0\)">
                  <c:v>8000.4714285714281</c:v>
                </c:pt>
                <c:pt idx="4732" formatCode="0_);[Red]\(0\)">
                  <c:v>8000.4714285714281</c:v>
                </c:pt>
                <c:pt idx="4733" formatCode="0_);[Red]\(0\)">
                  <c:v>7052.9714285714281</c:v>
                </c:pt>
                <c:pt idx="4734" formatCode="0_);[Red]\(0\)">
                  <c:v>7052.9714285714281</c:v>
                </c:pt>
                <c:pt idx="4735" formatCode="0_);[Red]\(0\)">
                  <c:v>7116.9714285714281</c:v>
                </c:pt>
                <c:pt idx="4736" formatCode="0_);[Red]\(0\)">
                  <c:v>7116.9714285714281</c:v>
                </c:pt>
                <c:pt idx="4737" formatCode="0_);[Red]\(0\)">
                  <c:v>7116.9714285714281</c:v>
                </c:pt>
                <c:pt idx="4738" formatCode="0_);[Red]\(0\)">
                  <c:v>7116.9714285714281</c:v>
                </c:pt>
                <c:pt idx="4739" formatCode="0_);[Red]\(0\)">
                  <c:v>7116.9714285714281</c:v>
                </c:pt>
                <c:pt idx="4740" formatCode="0_);[Red]\(0\)">
                  <c:v>7180.9714285714281</c:v>
                </c:pt>
                <c:pt idx="4741" formatCode="0_);[Red]\(0\)">
                  <c:v>7180.9714285714281</c:v>
                </c:pt>
                <c:pt idx="4742" formatCode="0_);[Red]\(0\)">
                  <c:v>7180.9714285714281</c:v>
                </c:pt>
                <c:pt idx="4743" formatCode="0_);[Red]\(0\)">
                  <c:v>7180.9714285714281</c:v>
                </c:pt>
                <c:pt idx="4744" formatCode="0_);[Red]\(0\)">
                  <c:v>7180.9714285714281</c:v>
                </c:pt>
                <c:pt idx="4745" formatCode="0_);[Red]\(0\)">
                  <c:v>7180.9714285714281</c:v>
                </c:pt>
                <c:pt idx="4746" formatCode="0_);[Red]\(0\)">
                  <c:v>7180.9714285714281</c:v>
                </c:pt>
                <c:pt idx="4747" formatCode="0_);[Red]\(0\)">
                  <c:v>7180.9714285714281</c:v>
                </c:pt>
                <c:pt idx="4748" formatCode="0_);[Red]\(0\)">
                  <c:v>7180.9714285714281</c:v>
                </c:pt>
                <c:pt idx="4749" formatCode="0_);[Red]\(0\)">
                  <c:v>7285.9714285714281</c:v>
                </c:pt>
                <c:pt idx="4750" formatCode="0_);[Red]\(0\)">
                  <c:v>7305.5714285714284</c:v>
                </c:pt>
                <c:pt idx="4751" formatCode="0_);[Red]\(0\)">
                  <c:v>7605.5714285714284</c:v>
                </c:pt>
                <c:pt idx="4752" formatCode="0_);[Red]\(0\)">
                  <c:v>7705.5714285714284</c:v>
                </c:pt>
                <c:pt idx="4753" formatCode="0_);[Red]\(0\)">
                  <c:v>7705.5714285714284</c:v>
                </c:pt>
                <c:pt idx="4754" formatCode="0_);[Red]\(0\)">
                  <c:v>7705.5714285714284</c:v>
                </c:pt>
                <c:pt idx="4755" formatCode="0_);[Red]\(0\)">
                  <c:v>7805.5714285714284</c:v>
                </c:pt>
                <c:pt idx="4756" formatCode="0_);[Red]\(0\)">
                  <c:v>7053.0714285714284</c:v>
                </c:pt>
                <c:pt idx="4757" formatCode="0_);[Red]\(0\)">
                  <c:v>7200.0714285714284</c:v>
                </c:pt>
                <c:pt idx="4758" formatCode="0_);[Red]\(0\)">
                  <c:v>7353.0714285714284</c:v>
                </c:pt>
                <c:pt idx="4759" formatCode="0_);[Red]\(0\)">
                  <c:v>7453.0714285714284</c:v>
                </c:pt>
                <c:pt idx="4760" formatCode="0_);[Red]\(0\)">
                  <c:v>7453.0714285714284</c:v>
                </c:pt>
                <c:pt idx="4761" formatCode="0_);[Red]\(0\)">
                  <c:v>7601.4714285714281</c:v>
                </c:pt>
                <c:pt idx="4762" formatCode="0_);[Red]\(0\)">
                  <c:v>7201.4714285714281</c:v>
                </c:pt>
                <c:pt idx="4763" formatCode="0_);[Red]\(0\)">
                  <c:v>7159.0714285714284</c:v>
                </c:pt>
                <c:pt idx="4764" formatCode="0_);[Red]\(0\)">
                  <c:v>7159.0714285714284</c:v>
                </c:pt>
                <c:pt idx="4765" formatCode="0_);[Red]\(0\)">
                  <c:v>7159.0714285714284</c:v>
                </c:pt>
                <c:pt idx="4766" formatCode="0_);[Red]\(0\)">
                  <c:v>7159.0714285714284</c:v>
                </c:pt>
                <c:pt idx="4767" formatCode="0_);[Red]\(0\)">
                  <c:v>7159.0714285714284</c:v>
                </c:pt>
                <c:pt idx="4768" formatCode="0_);[Red]\(0\)">
                  <c:v>7180.0714285714284</c:v>
                </c:pt>
                <c:pt idx="4769" formatCode="0_);[Red]\(0\)">
                  <c:v>7148.0714285714284</c:v>
                </c:pt>
                <c:pt idx="4770" formatCode="0_);[Red]\(0\)">
                  <c:v>7116.0714285714284</c:v>
                </c:pt>
                <c:pt idx="4771" formatCode="0_);[Red]\(0\)">
                  <c:v>7116.0714285714284</c:v>
                </c:pt>
                <c:pt idx="4772" formatCode="0_);[Red]\(0\)">
                  <c:v>7116.0714285714284</c:v>
                </c:pt>
                <c:pt idx="4773" formatCode="0_);[Red]\(0\)">
                  <c:v>7116.0714285714284</c:v>
                </c:pt>
                <c:pt idx="4774" formatCode="0_);[Red]\(0\)">
                  <c:v>7116.0714285714284</c:v>
                </c:pt>
                <c:pt idx="4775" formatCode="0_);[Red]\(0\)">
                  <c:v>7116.0714285714284</c:v>
                </c:pt>
                <c:pt idx="4776" formatCode="0_);[Red]\(0\)">
                  <c:v>7116.0714285714284</c:v>
                </c:pt>
                <c:pt idx="4777" formatCode="0_);[Red]\(0\)">
                  <c:v>7116.0714285714284</c:v>
                </c:pt>
                <c:pt idx="4778" formatCode="0_);[Red]\(0\)">
                  <c:v>7116.0714285714284</c:v>
                </c:pt>
                <c:pt idx="4779" formatCode="0_);[Red]\(0\)">
                  <c:v>7116.0714285714284</c:v>
                </c:pt>
                <c:pt idx="4780" formatCode="0_);[Red]\(0\)">
                  <c:v>7116.0714285714284</c:v>
                </c:pt>
                <c:pt idx="4781" formatCode="0_);[Red]\(0\)">
                  <c:v>7116.0714285714284</c:v>
                </c:pt>
                <c:pt idx="4782" formatCode="0_);[Red]\(0\)">
                  <c:v>7116.0714285714284</c:v>
                </c:pt>
                <c:pt idx="4783" formatCode="0_);[Red]\(0\)">
                  <c:v>7116.0714285714284</c:v>
                </c:pt>
                <c:pt idx="4784" formatCode="0_);[Red]\(0\)">
                  <c:v>7116.0714285714284</c:v>
                </c:pt>
                <c:pt idx="4785" formatCode="0_);[Red]\(0\)">
                  <c:v>7116.0714285714284</c:v>
                </c:pt>
                <c:pt idx="4786" formatCode="0_);[Red]\(0\)">
                  <c:v>7116.0714285714284</c:v>
                </c:pt>
                <c:pt idx="4787" formatCode="0_);[Red]\(0\)">
                  <c:v>7116.0714285714284</c:v>
                </c:pt>
                <c:pt idx="4788" formatCode="0_);[Red]\(0\)">
                  <c:v>7116.0714285714284</c:v>
                </c:pt>
                <c:pt idx="4789" formatCode="0_);[Red]\(0\)">
                  <c:v>7116.0714285714284</c:v>
                </c:pt>
                <c:pt idx="4790" formatCode="0_);[Red]\(0\)">
                  <c:v>7158.4714285714281</c:v>
                </c:pt>
                <c:pt idx="4791" formatCode="0_);[Red]\(0\)">
                  <c:v>7158.4714285714281</c:v>
                </c:pt>
                <c:pt idx="4792" formatCode="0_);[Red]\(0\)">
                  <c:v>7094.4714285714281</c:v>
                </c:pt>
                <c:pt idx="4793" formatCode="0_);[Red]\(0\)">
                  <c:v>7094.4714285714281</c:v>
                </c:pt>
                <c:pt idx="4794" formatCode="0_);[Red]\(0\)">
                  <c:v>7094.4714285714281</c:v>
                </c:pt>
                <c:pt idx="4795" formatCode="0_);[Red]\(0\)">
                  <c:v>7094.4714285714281</c:v>
                </c:pt>
                <c:pt idx="4796" formatCode="0_);[Red]\(0\)">
                  <c:v>7094.4714285714281</c:v>
                </c:pt>
                <c:pt idx="4797" formatCode="0_);[Red]\(0\)">
                  <c:v>6673.4714285714281</c:v>
                </c:pt>
                <c:pt idx="4798" formatCode="0_);[Red]\(0\)">
                  <c:v>6509.4714285714281</c:v>
                </c:pt>
                <c:pt idx="4799" formatCode="0_);[Red]\(0\)">
                  <c:v>6209.4714285714281</c:v>
                </c:pt>
                <c:pt idx="4800" formatCode="0_);[Red]\(0\)">
                  <c:v>6009.4714285714281</c:v>
                </c:pt>
                <c:pt idx="4801" formatCode="0_);[Red]\(0\)">
                  <c:v>5909.4714285714281</c:v>
                </c:pt>
                <c:pt idx="4802" formatCode="0_);[Red]\(0\)">
                  <c:v>5909.4714285714281</c:v>
                </c:pt>
                <c:pt idx="4803" formatCode="0_);[Red]\(0\)">
                  <c:v>5877.9714285714281</c:v>
                </c:pt>
                <c:pt idx="4804" formatCode="0_);[Red]\(0\)">
                  <c:v>5682.5714285714284</c:v>
                </c:pt>
                <c:pt idx="4805" formatCode="0_);[Red]\(0\)">
                  <c:v>5576.5714285714284</c:v>
                </c:pt>
                <c:pt idx="4806" formatCode="0_);[Red]\(0\)">
                  <c:v>5076.5714285714284</c:v>
                </c:pt>
                <c:pt idx="4807" formatCode="0_);[Red]\(0\)">
                  <c:v>5076.5714285714284</c:v>
                </c:pt>
                <c:pt idx="4808" formatCode="0_);[Red]\(0\)">
                  <c:v>5076.5714285714284</c:v>
                </c:pt>
                <c:pt idx="4809" formatCode="0_);[Red]\(0\)">
                  <c:v>5076.5714285714284</c:v>
                </c:pt>
                <c:pt idx="4810" formatCode="0_);[Red]\(0\)">
                  <c:v>5076.5714285714284</c:v>
                </c:pt>
                <c:pt idx="4811" formatCode="0_);[Red]\(0\)">
                  <c:v>5076.5714285714284</c:v>
                </c:pt>
                <c:pt idx="4812" formatCode="0_);[Red]\(0\)">
                  <c:v>4864.5714285714284</c:v>
                </c:pt>
                <c:pt idx="4813" formatCode="0_);[Red]\(0\)">
                  <c:v>4791.0714285714284</c:v>
                </c:pt>
                <c:pt idx="4814" formatCode="0_);[Red]\(0\)">
                  <c:v>4897.0714285714284</c:v>
                </c:pt>
                <c:pt idx="4815" formatCode="0_);[Red]\(0\)">
                  <c:v>4897.0714285714284</c:v>
                </c:pt>
                <c:pt idx="4816" formatCode="0_);[Red]\(0\)">
                  <c:v>4897.0714285714284</c:v>
                </c:pt>
                <c:pt idx="4817" formatCode="0_);[Red]\(0\)">
                  <c:v>4897.0714285714284</c:v>
                </c:pt>
                <c:pt idx="4818" formatCode="0_);[Red]\(0\)">
                  <c:v>5130.2714285714292</c:v>
                </c:pt>
                <c:pt idx="4819" formatCode="0_);[Red]\(0\)">
                  <c:v>5077.7714285714292</c:v>
                </c:pt>
                <c:pt idx="4820" formatCode="0_);[Red]\(0\)">
                  <c:v>5130.7714285714292</c:v>
                </c:pt>
                <c:pt idx="4821" formatCode="0_);[Red]\(0\)">
                  <c:v>5151.9714285714281</c:v>
                </c:pt>
                <c:pt idx="4822" formatCode="0_);[Red]\(0\)">
                  <c:v>5151.9714285714281</c:v>
                </c:pt>
                <c:pt idx="4823" formatCode="0_);[Red]\(0\)">
                  <c:v>5151.9714285714281</c:v>
                </c:pt>
                <c:pt idx="4824" formatCode="0_);[Red]\(0\)">
                  <c:v>5151.9714285714281</c:v>
                </c:pt>
                <c:pt idx="4825" formatCode="0_);[Red]\(0\)">
                  <c:v>5151.9714285714281</c:v>
                </c:pt>
                <c:pt idx="4826" formatCode="0_);[Red]\(0\)">
                  <c:v>5151.9714285714281</c:v>
                </c:pt>
                <c:pt idx="4827" formatCode="0_);[Red]\(0\)">
                  <c:v>5151.9714285714281</c:v>
                </c:pt>
                <c:pt idx="4828" formatCode="0_);[Red]\(0\)">
                  <c:v>5151.9714285714281</c:v>
                </c:pt>
                <c:pt idx="4829" formatCode="0_);[Red]\(0\)">
                  <c:v>5151.9714285714281</c:v>
                </c:pt>
                <c:pt idx="4830" formatCode="0_);[Red]\(0\)">
                  <c:v>5151.9714285714281</c:v>
                </c:pt>
                <c:pt idx="4831" formatCode="0_);[Red]\(0\)">
                  <c:v>4859.5714285714284</c:v>
                </c:pt>
                <c:pt idx="4832" formatCode="0_);[Red]\(0\)">
                  <c:v>4775.7714285714292</c:v>
                </c:pt>
                <c:pt idx="4833" formatCode="0_);[Red]\(0\)">
                  <c:v>4775.7714285714292</c:v>
                </c:pt>
                <c:pt idx="4834" formatCode="0_);[Red]\(0\)">
                  <c:v>4722.7714285714292</c:v>
                </c:pt>
                <c:pt idx="4835" formatCode="0_);[Red]\(0\)">
                  <c:v>4595.5714285714284</c:v>
                </c:pt>
                <c:pt idx="4836" formatCode="0_);[Red]\(0\)">
                  <c:v>4595.5714285714284</c:v>
                </c:pt>
                <c:pt idx="4837" formatCode="0_);[Red]\(0\)">
                  <c:v>4595.5714285714284</c:v>
                </c:pt>
                <c:pt idx="4838" formatCode="0_);[Red]\(0\)">
                  <c:v>4616.7714285714292</c:v>
                </c:pt>
                <c:pt idx="4839" formatCode="0_);[Red]\(0\)">
                  <c:v>4818.5714285714284</c:v>
                </c:pt>
                <c:pt idx="4840" formatCode="0_);[Red]\(0\)">
                  <c:v>4871.5714285714284</c:v>
                </c:pt>
                <c:pt idx="4841" formatCode="0_);[Red]\(0\)">
                  <c:v>4871.5714285714284</c:v>
                </c:pt>
                <c:pt idx="4842" formatCode="0_);[Red]\(0\)">
                  <c:v>4903.5714285714284</c:v>
                </c:pt>
                <c:pt idx="4843" formatCode="0_);[Red]\(0\)">
                  <c:v>4903.5714285714284</c:v>
                </c:pt>
                <c:pt idx="4844" formatCode="0_);[Red]\(0\)">
                  <c:v>4903.5714285714284</c:v>
                </c:pt>
                <c:pt idx="4845" formatCode="0_);[Red]\(0\)">
                  <c:v>4765.7714285714292</c:v>
                </c:pt>
                <c:pt idx="4846" formatCode="0_);[Red]\(0\)">
                  <c:v>4564.5714285714284</c:v>
                </c:pt>
                <c:pt idx="4847" formatCode="0_);[Red]\(0\)">
                  <c:v>4511.5714285714284</c:v>
                </c:pt>
                <c:pt idx="4848" formatCode="0_);[Red]\(0\)">
                  <c:v>4426.7714285714292</c:v>
                </c:pt>
                <c:pt idx="4849" formatCode="0_);[Red]\(0\)">
                  <c:v>4352.5714285714284</c:v>
                </c:pt>
                <c:pt idx="4850" formatCode="0_);[Red]\(0\)">
                  <c:v>4352.5714285714284</c:v>
                </c:pt>
                <c:pt idx="4851" formatCode="0_);[Red]\(0\)">
                  <c:v>4352.5714285714284</c:v>
                </c:pt>
                <c:pt idx="4852" formatCode="0_);[Red]\(0\)">
                  <c:v>4060.5714285714284</c:v>
                </c:pt>
                <c:pt idx="4853" formatCode="0_);[Red]\(0\)">
                  <c:v>4272.5714285714284</c:v>
                </c:pt>
                <c:pt idx="4854" formatCode="0_);[Red]\(0\)">
                  <c:v>4378.5714285714284</c:v>
                </c:pt>
                <c:pt idx="4855" formatCode="0_);[Red]\(0\)">
                  <c:v>4346.7714285714292</c:v>
                </c:pt>
                <c:pt idx="4856" formatCode="0_);[Red]\(0\)">
                  <c:v>4272.2714285714292</c:v>
                </c:pt>
                <c:pt idx="4857" formatCode="0_);[Red]\(0\)">
                  <c:v>4272.2714285714292</c:v>
                </c:pt>
                <c:pt idx="4858" formatCode="0_);[Red]\(0\)">
                  <c:v>4272.2714285714292</c:v>
                </c:pt>
                <c:pt idx="4859" formatCode="0_);[Red]\(0\)">
                  <c:v>4272.2714285714292</c:v>
                </c:pt>
                <c:pt idx="4860" formatCode="0_);[Red]\(0\)">
                  <c:v>4272.2714285714292</c:v>
                </c:pt>
                <c:pt idx="4861" formatCode="0_);[Red]\(0\)">
                  <c:v>4304.0714285714284</c:v>
                </c:pt>
                <c:pt idx="4862" formatCode="0_);[Red]\(0\)">
                  <c:v>4404.0714285714284</c:v>
                </c:pt>
                <c:pt idx="4863" formatCode="0_);[Red]\(0\)">
                  <c:v>4404.0714285714284</c:v>
                </c:pt>
                <c:pt idx="4864" formatCode="0_);[Red]\(0\)">
                  <c:v>4404.0714285714284</c:v>
                </c:pt>
                <c:pt idx="4865" formatCode="0_);[Red]\(0\)">
                  <c:v>4404.0714285714284</c:v>
                </c:pt>
                <c:pt idx="4866" formatCode="0_);[Red]\(0\)">
                  <c:v>4266.2714285714292</c:v>
                </c:pt>
                <c:pt idx="4867" formatCode="0_);[Red]\(0\)">
                  <c:v>4266.2714285714292</c:v>
                </c:pt>
                <c:pt idx="4868" formatCode="0_);[Red]\(0\)">
                  <c:v>4266.2714285714292</c:v>
                </c:pt>
                <c:pt idx="4869" formatCode="0_);[Red]\(0\)">
                  <c:v>4266.2714285714292</c:v>
                </c:pt>
                <c:pt idx="4870" formatCode="0_);[Red]\(0\)">
                  <c:v>4266.2714285714292</c:v>
                </c:pt>
                <c:pt idx="4871" formatCode="0_);[Red]\(0\)">
                  <c:v>4266.2714285714292</c:v>
                </c:pt>
                <c:pt idx="4872" formatCode="0_);[Red]\(0\)">
                  <c:v>3712.0714285714284</c:v>
                </c:pt>
                <c:pt idx="4873" formatCode="0_);[Red]\(0\)">
                  <c:v>3627.2714285714292</c:v>
                </c:pt>
                <c:pt idx="4874" formatCode="0_);[Red]\(0\)">
                  <c:v>3563.2714285714292</c:v>
                </c:pt>
                <c:pt idx="4875" formatCode="0_);[Red]\(0\)">
                  <c:v>3948.0714285714284</c:v>
                </c:pt>
                <c:pt idx="4876" formatCode="0_);[Red]\(0\)">
                  <c:v>4372.0714285714284</c:v>
                </c:pt>
                <c:pt idx="4877" formatCode="0_);[Red]\(0\)">
                  <c:v>4372.0714285714284</c:v>
                </c:pt>
                <c:pt idx="4878" formatCode="0_);[Red]\(0\)">
                  <c:v>4372.0714285714284</c:v>
                </c:pt>
                <c:pt idx="4879" formatCode="0_);[Red]\(0\)">
                  <c:v>4372.0714285714284</c:v>
                </c:pt>
                <c:pt idx="4880" formatCode="0_);[Red]\(0\)">
                  <c:v>4319.0714285714284</c:v>
                </c:pt>
                <c:pt idx="4881" formatCode="0_);[Red]\(0\)">
                  <c:v>4522.0714285714284</c:v>
                </c:pt>
                <c:pt idx="4882" formatCode="0_);[Red]\(0\)">
                  <c:v>4225.0714285714284</c:v>
                </c:pt>
                <c:pt idx="4883" formatCode="0_);[Red]\(0\)">
                  <c:v>4325.0714285714284</c:v>
                </c:pt>
                <c:pt idx="4884" formatCode="0_);[Red]\(0\)">
                  <c:v>4272.0714285714284</c:v>
                </c:pt>
                <c:pt idx="4885" formatCode="0_);[Red]\(0\)">
                  <c:v>4272.0714285714284</c:v>
                </c:pt>
                <c:pt idx="4886" formatCode="0_);[Red]\(0\)">
                  <c:v>4272.0714285714284</c:v>
                </c:pt>
                <c:pt idx="4887" formatCode="0_);[Red]\(0\)">
                  <c:v>4007.0714285714284</c:v>
                </c:pt>
                <c:pt idx="4888" formatCode="0_);[Red]\(0\)">
                  <c:v>3911.0714285714284</c:v>
                </c:pt>
                <c:pt idx="4889" formatCode="0_);[Red]\(0\)">
                  <c:v>3964.0714285714284</c:v>
                </c:pt>
                <c:pt idx="4890" formatCode="0_);[Red]\(0\)">
                  <c:v>3932.2714285714292</c:v>
                </c:pt>
                <c:pt idx="4891" formatCode="0_);[Red]\(0\)">
                  <c:v>3932.2714285714292</c:v>
                </c:pt>
                <c:pt idx="4892" formatCode="0_);[Red]\(0\)">
                  <c:v>3932.2714285714292</c:v>
                </c:pt>
                <c:pt idx="4893" formatCode="0_);[Red]\(0\)">
                  <c:v>3932.2714285714292</c:v>
                </c:pt>
                <c:pt idx="4894" formatCode="0_);[Red]\(0\)">
                  <c:v>3911.0714285714284</c:v>
                </c:pt>
                <c:pt idx="4895" formatCode="0_);[Red]\(0\)">
                  <c:v>3985.2714285714292</c:v>
                </c:pt>
                <c:pt idx="4896" formatCode="0_);[Red]\(0\)">
                  <c:v>4070.0714285714284</c:v>
                </c:pt>
                <c:pt idx="4897" formatCode="0_);[Red]\(0\)">
                  <c:v>4070.0714285714284</c:v>
                </c:pt>
                <c:pt idx="4898" formatCode="0_);[Red]\(0\)">
                  <c:v>4070.0714285714284</c:v>
                </c:pt>
                <c:pt idx="4899" formatCode="0_);[Red]\(0\)">
                  <c:v>4070.0714285714284</c:v>
                </c:pt>
                <c:pt idx="4900" formatCode="0_);[Red]\(0\)">
                  <c:v>4070.0714285714284</c:v>
                </c:pt>
                <c:pt idx="4901" formatCode="0_);[Red]\(0\)">
                  <c:v>3858.0714285714284</c:v>
                </c:pt>
                <c:pt idx="4902" formatCode="0_);[Red]\(0\)">
                  <c:v>3922.2714285714292</c:v>
                </c:pt>
                <c:pt idx="4903" formatCode="0_);[Red]\(0\)">
                  <c:v>3816.2714285714292</c:v>
                </c:pt>
                <c:pt idx="4904" formatCode="0_);[Red]\(0\)">
                  <c:v>3795.0714285714284</c:v>
                </c:pt>
                <c:pt idx="4905" formatCode="0_);[Red]\(0\)">
                  <c:v>3795.0714285714284</c:v>
                </c:pt>
                <c:pt idx="4906" formatCode="0_);[Red]\(0\)">
                  <c:v>3795.0714285714284</c:v>
                </c:pt>
                <c:pt idx="4907" formatCode="0_);[Red]\(0\)">
                  <c:v>3795.0714285714284</c:v>
                </c:pt>
                <c:pt idx="4908" formatCode="0_);[Red]\(0\)">
                  <c:v>4039.2714285714292</c:v>
                </c:pt>
                <c:pt idx="4909" formatCode="0_);[Red]\(0\)">
                  <c:v>4039.2714285714292</c:v>
                </c:pt>
                <c:pt idx="4910" formatCode="0_);[Red]\(0\)">
                  <c:v>4139.2714285714292</c:v>
                </c:pt>
                <c:pt idx="4911" formatCode="0_);[Red]\(0\)">
                  <c:v>4288.0714285714284</c:v>
                </c:pt>
                <c:pt idx="4912" formatCode="0_);[Red]\(0\)">
                  <c:v>4394.0714285714284</c:v>
                </c:pt>
                <c:pt idx="4913" formatCode="0_);[Red]\(0\)">
                  <c:v>4394.0714285714284</c:v>
                </c:pt>
                <c:pt idx="4914" formatCode="0_);[Red]\(0\)">
                  <c:v>4394.0714285714284</c:v>
                </c:pt>
                <c:pt idx="4915" formatCode="0_);[Red]\(0\)">
                  <c:v>4394.0714285714284</c:v>
                </c:pt>
                <c:pt idx="4916" formatCode="0_);[Red]\(0\)">
                  <c:v>4341.0714285714284</c:v>
                </c:pt>
                <c:pt idx="4917" formatCode="0_);[Red]\(0\)">
                  <c:v>4330.6714285714288</c:v>
                </c:pt>
                <c:pt idx="4918" formatCode="0_);[Red]\(0\)">
                  <c:v>4330.6714285714288</c:v>
                </c:pt>
                <c:pt idx="4919" formatCode="0_);[Red]\(0\)">
                  <c:v>4330.6714285714288</c:v>
                </c:pt>
                <c:pt idx="4920" formatCode="0_);[Red]\(0\)">
                  <c:v>4330.6714285714288</c:v>
                </c:pt>
                <c:pt idx="4921" formatCode="0_);[Red]\(0\)">
                  <c:v>4330.6714285714288</c:v>
                </c:pt>
                <c:pt idx="4922" formatCode="0_);[Red]\(0\)">
                  <c:v>4277.6714285714288</c:v>
                </c:pt>
                <c:pt idx="4923" formatCode="0_);[Red]\(0\)">
                  <c:v>4299.2714285714292</c:v>
                </c:pt>
                <c:pt idx="4924" formatCode="0_);[Red]\(0\)">
                  <c:v>4399.2714285714292</c:v>
                </c:pt>
                <c:pt idx="4925" formatCode="0_);[Red]\(0\)">
                  <c:v>4399.2714285714292</c:v>
                </c:pt>
                <c:pt idx="4926" formatCode="0_);[Red]\(0\)">
                  <c:v>4452.2714285714292</c:v>
                </c:pt>
                <c:pt idx="4927" formatCode="0_);[Red]\(0\)">
                  <c:v>4452.2714285714292</c:v>
                </c:pt>
                <c:pt idx="4928" formatCode="0_);[Red]\(0\)">
                  <c:v>4452.2714285714292</c:v>
                </c:pt>
                <c:pt idx="4929" formatCode="0_);[Red]\(0\)">
                  <c:v>4516.2714285714292</c:v>
                </c:pt>
                <c:pt idx="4930" formatCode="0_);[Red]\(0\)">
                  <c:v>4495.0714285714284</c:v>
                </c:pt>
                <c:pt idx="4931" formatCode="0_);[Red]\(0\)">
                  <c:v>4452.8714285714277</c:v>
                </c:pt>
                <c:pt idx="4932" formatCode="0_);[Red]\(0\)">
                  <c:v>4452.8714285714277</c:v>
                </c:pt>
                <c:pt idx="4933" formatCode="0_);[Red]\(0\)">
                  <c:v>4452.8714285714277</c:v>
                </c:pt>
                <c:pt idx="4934" formatCode="0_);[Red]\(0\)">
                  <c:v>4452.8714285714277</c:v>
                </c:pt>
                <c:pt idx="4935" formatCode="0_);[Red]\(0\)">
                  <c:v>4452.8714285714277</c:v>
                </c:pt>
                <c:pt idx="4936" formatCode="0_);[Red]\(0\)">
                  <c:v>4357.4714285714281</c:v>
                </c:pt>
                <c:pt idx="4937" formatCode="0_);[Red]\(0\)">
                  <c:v>3621.6714285714288</c:v>
                </c:pt>
                <c:pt idx="4938" formatCode="0_);[Red]\(0\)">
                  <c:v>3013.6714285714288</c:v>
                </c:pt>
                <c:pt idx="4939" formatCode="0_);[Red]\(0\)">
                  <c:v>2593.6714285714288</c:v>
                </c:pt>
                <c:pt idx="4940" formatCode="0_);[Red]\(0\)">
                  <c:v>2252.4714285714281</c:v>
                </c:pt>
                <c:pt idx="4941" formatCode="0_);[Red]\(0\)">
                  <c:v>2152.4714285714281</c:v>
                </c:pt>
                <c:pt idx="4942" formatCode="0_);[Red]\(0\)">
                  <c:v>2152.4714285714281</c:v>
                </c:pt>
                <c:pt idx="4943" formatCode="0_);[Red]\(0\)">
                  <c:v>1832.4714285714281</c:v>
                </c:pt>
                <c:pt idx="4944" formatCode="0_);[Red]\(0\)">
                  <c:v>1364.0714285714284</c:v>
                </c:pt>
                <c:pt idx="4945" formatCode="0_);[Red]\(0\)">
                  <c:v>1044.0714285714284</c:v>
                </c:pt>
                <c:pt idx="4946" formatCode="0_);[Red]\(0\)">
                  <c:v>1044.0714285714284</c:v>
                </c:pt>
                <c:pt idx="4947" formatCode="0_);[Red]\(0\)">
                  <c:v>1044.0714285714284</c:v>
                </c:pt>
                <c:pt idx="4948" formatCode="0_);[Red]\(0\)">
                  <c:v>1044.0714285714284</c:v>
                </c:pt>
                <c:pt idx="4949" formatCode="0_);[Red]\(0\)">
                  <c:v>1044.0714285714284</c:v>
                </c:pt>
                <c:pt idx="4950" formatCode="0_);[Red]\(0\)">
                  <c:v>1203.0714285714284</c:v>
                </c:pt>
                <c:pt idx="4951" formatCode="0_);[Red]\(0\)">
                  <c:v>2054.0714285714284</c:v>
                </c:pt>
                <c:pt idx="4952" formatCode="0_);[Red]\(0\)">
                  <c:v>2480.0714285714284</c:v>
                </c:pt>
                <c:pt idx="4953" formatCode="0_);[Red]\(0\)">
                  <c:v>2853.0714285714284</c:v>
                </c:pt>
                <c:pt idx="4954" formatCode="0_);[Red]\(0\)">
                  <c:v>2747.0714285714284</c:v>
                </c:pt>
                <c:pt idx="4955" formatCode="0_);[Red]\(0\)">
                  <c:v>2747.0714285714284</c:v>
                </c:pt>
                <c:pt idx="4956" formatCode="0_);[Red]\(0\)">
                  <c:v>2747.0714285714284</c:v>
                </c:pt>
                <c:pt idx="4957" formatCode="0_);[Red]\(0\)">
                  <c:v>3056.4714285714281</c:v>
                </c:pt>
                <c:pt idx="4958" formatCode="0_);[Red]\(0\)">
                  <c:v>3225.011428571429</c:v>
                </c:pt>
                <c:pt idx="4959" formatCode="0_);[Red]\(0\)">
                  <c:v>5725.011428571429</c:v>
                </c:pt>
                <c:pt idx="4960" formatCode="0_);[Red]\(0\)">
                  <c:v>6365.011428571429</c:v>
                </c:pt>
                <c:pt idx="4961" formatCode="0_);[Red]\(0\)">
                  <c:v>6365.011428571429</c:v>
                </c:pt>
                <c:pt idx="4962" formatCode="0_);[Red]\(0\)">
                  <c:v>6365.011428571429</c:v>
                </c:pt>
                <c:pt idx="4963" formatCode="0_);[Red]\(0\)">
                  <c:v>6365.011428571429</c:v>
                </c:pt>
                <c:pt idx="4964" formatCode="0_);[Red]\(0\)">
                  <c:v>6207.0714285714284</c:v>
                </c:pt>
                <c:pt idx="4965" formatCode="0_);[Red]\(0\)">
                  <c:v>6580.0714285714284</c:v>
                </c:pt>
                <c:pt idx="4966" formatCode="0_);[Red]\(0\)">
                  <c:v>6580.0714285714284</c:v>
                </c:pt>
                <c:pt idx="4967" formatCode="0_);[Red]\(0\)">
                  <c:v>6740.0714285714284</c:v>
                </c:pt>
                <c:pt idx="4968" formatCode="0_);[Red]\(0\)">
                  <c:v>7054.5714285714284</c:v>
                </c:pt>
                <c:pt idx="4969" formatCode="0_);[Red]\(0\)">
                  <c:v>7054.5714285714284</c:v>
                </c:pt>
                <c:pt idx="4970" formatCode="0_);[Red]\(0\)">
                  <c:v>7054.5714285714284</c:v>
                </c:pt>
                <c:pt idx="4971" formatCode="0_);[Red]\(0\)">
                  <c:v>7012.5714285714284</c:v>
                </c:pt>
                <c:pt idx="4972" formatCode="0_);[Red]\(0\)">
                  <c:v>7044.5714285714284</c:v>
                </c:pt>
                <c:pt idx="4973" formatCode="0_);[Red]\(0\)">
                  <c:v>7108.5714285714284</c:v>
                </c:pt>
                <c:pt idx="4974" formatCode="0_);[Red]\(0\)">
                  <c:v>5608.5714285714284</c:v>
                </c:pt>
                <c:pt idx="4975" formatCode="0_);[Red]\(0\)">
                  <c:v>5608.5714285714284</c:v>
                </c:pt>
                <c:pt idx="4976" formatCode="0_);[Red]\(0\)">
                  <c:v>5640.5714285714284</c:v>
                </c:pt>
                <c:pt idx="4977" formatCode="0_);[Red]\(0\)">
                  <c:v>5640.5714285714284</c:v>
                </c:pt>
                <c:pt idx="4978" formatCode="0_);[Red]\(0\)">
                  <c:v>5904.511428571429</c:v>
                </c:pt>
                <c:pt idx="4979" formatCode="0_);[Red]\(0\)">
                  <c:v>5904.511428571429</c:v>
                </c:pt>
                <c:pt idx="4980" formatCode="0_);[Red]\(0\)">
                  <c:v>5840.511428571429</c:v>
                </c:pt>
                <c:pt idx="4981" formatCode="0_);[Red]\(0\)">
                  <c:v>5840.511428571429</c:v>
                </c:pt>
                <c:pt idx="4982" formatCode="0_);[Red]\(0\)">
                  <c:v>5809.7714285714292</c:v>
                </c:pt>
                <c:pt idx="4983" formatCode="0_);[Red]\(0\)">
                  <c:v>5709.7714285714292</c:v>
                </c:pt>
                <c:pt idx="4984" formatCode="0_);[Red]\(0\)">
                  <c:v>5709.7714285714292</c:v>
                </c:pt>
                <c:pt idx="4985" formatCode="0_);[Red]\(0\)">
                  <c:v>5306.3714285714277</c:v>
                </c:pt>
                <c:pt idx="4986" formatCode="0_);[Red]\(0\)">
                  <c:v>5072.3714285714277</c:v>
                </c:pt>
                <c:pt idx="4987" formatCode="0_);[Red]\(0\)">
                  <c:v>5061.7714285714292</c:v>
                </c:pt>
                <c:pt idx="4988" formatCode="0_);[Red]\(0\)">
                  <c:v>4965.7714285714292</c:v>
                </c:pt>
                <c:pt idx="4989" formatCode="0_);[Red]\(0\)">
                  <c:v>4891.5714285714284</c:v>
                </c:pt>
                <c:pt idx="4990" formatCode="0_);[Red]\(0\)">
                  <c:v>4763.5714285714284</c:v>
                </c:pt>
                <c:pt idx="4991" formatCode="0_);[Red]\(0\)">
                  <c:v>4763.5714285714284</c:v>
                </c:pt>
                <c:pt idx="4992" formatCode="0_);[Red]\(0\)">
                  <c:v>4763.5714285714284</c:v>
                </c:pt>
                <c:pt idx="4993" formatCode="0_);[Red]\(0\)">
                  <c:v>4603.5714285714284</c:v>
                </c:pt>
                <c:pt idx="4994" formatCode="0_);[Red]\(0\)">
                  <c:v>4603.5714285714284</c:v>
                </c:pt>
                <c:pt idx="4995" formatCode="0_);[Red]\(0\)">
                  <c:v>4423.0714285714284</c:v>
                </c:pt>
                <c:pt idx="4996" formatCode="0_);[Red]\(0\)">
                  <c:v>4401.8714285714277</c:v>
                </c:pt>
                <c:pt idx="4997" formatCode="0_);[Red]\(0\)">
                  <c:v>4401.8714285714277</c:v>
                </c:pt>
                <c:pt idx="4998" formatCode="0_);[Red]\(0\)">
                  <c:v>4401.8714285714277</c:v>
                </c:pt>
                <c:pt idx="4999" formatCode="0_);[Red]\(0\)">
                  <c:v>3892.0714285714284</c:v>
                </c:pt>
                <c:pt idx="5000" formatCode="0_);[Red]\(0\)">
                  <c:v>3764.0714285714284</c:v>
                </c:pt>
                <c:pt idx="5001" formatCode="0_);[Red]\(0\)">
                  <c:v>3764.0714285714284</c:v>
                </c:pt>
                <c:pt idx="5002" formatCode="0_);[Red]\(0\)">
                  <c:v>3944.2714285714292</c:v>
                </c:pt>
                <c:pt idx="5003" formatCode="0_);[Red]\(0\)">
                  <c:v>3944.2714285714292</c:v>
                </c:pt>
                <c:pt idx="5004" formatCode="0_);[Red]\(0\)">
                  <c:v>3944.2714285714292</c:v>
                </c:pt>
                <c:pt idx="5005" formatCode="0_);[Red]\(0\)">
                  <c:v>3944.2714285714292</c:v>
                </c:pt>
                <c:pt idx="5006" formatCode="0_);[Red]\(0\)">
                  <c:v>3869.0714285714284</c:v>
                </c:pt>
                <c:pt idx="5007" formatCode="0_);[Red]\(0\)">
                  <c:v>3764.0714285714284</c:v>
                </c:pt>
                <c:pt idx="5008" formatCode="0_);[Red]\(0\)">
                  <c:v>3711.0714285714284</c:v>
                </c:pt>
                <c:pt idx="5009" formatCode="0_);[Red]\(0\)">
                  <c:v>3711.0714285714284</c:v>
                </c:pt>
                <c:pt idx="5010" formatCode="0_);[Red]\(0\)">
                  <c:v>3711.0714285714284</c:v>
                </c:pt>
                <c:pt idx="5011" formatCode="0_);[Red]\(0\)">
                  <c:v>3511.0714285714284</c:v>
                </c:pt>
                <c:pt idx="5012" formatCode="0_);[Red]\(0\)">
                  <c:v>3511.0714285714284</c:v>
                </c:pt>
                <c:pt idx="5013" formatCode="0_);[Red]\(0\)">
                  <c:v>3447.0714285714284</c:v>
                </c:pt>
                <c:pt idx="5014" formatCode="0_);[Red]\(0\)">
                  <c:v>3506.0714285714284</c:v>
                </c:pt>
                <c:pt idx="5015" formatCode="0_);[Red]\(0\)">
                  <c:v>3506.0714285714284</c:v>
                </c:pt>
                <c:pt idx="5016" formatCode="0_);[Red]\(0\)">
                  <c:v>3406.0714285714284</c:v>
                </c:pt>
                <c:pt idx="5017" formatCode="0_);[Red]\(0\)">
                  <c:v>3406.0714285714284</c:v>
                </c:pt>
                <c:pt idx="5018" formatCode="0_);[Red]\(0\)">
                  <c:v>3406.0714285714284</c:v>
                </c:pt>
                <c:pt idx="5019" formatCode="0_);[Red]\(0\)">
                  <c:v>3406.0714285714284</c:v>
                </c:pt>
                <c:pt idx="5020" formatCode="0_);[Red]\(0\)">
                  <c:v>3406.0714285714284</c:v>
                </c:pt>
                <c:pt idx="5021" formatCode="0_);[Red]\(0\)">
                  <c:v>3406.0714285714284</c:v>
                </c:pt>
                <c:pt idx="5022" formatCode="0_);[Red]\(0\)">
                  <c:v>3406.0714285714284</c:v>
                </c:pt>
                <c:pt idx="5023" formatCode="0_);[Red]\(0\)">
                  <c:v>3406.0714285714284</c:v>
                </c:pt>
                <c:pt idx="5024" formatCode="0_);[Red]\(0\)">
                  <c:v>3406.0714285714284</c:v>
                </c:pt>
                <c:pt idx="5025" formatCode="0_);[Red]\(0\)">
                  <c:v>3406.0714285714284</c:v>
                </c:pt>
                <c:pt idx="5026" formatCode="0_);[Red]\(0\)">
                  <c:v>3406.0714285714284</c:v>
                </c:pt>
                <c:pt idx="5027" formatCode="0_);[Red]\(0\)">
                  <c:v>3406.0714285714284</c:v>
                </c:pt>
                <c:pt idx="5028" formatCode="0_);[Red]\(0\)">
                  <c:v>3406.0714285714284</c:v>
                </c:pt>
                <c:pt idx="5029" formatCode="0_);[Red]\(0\)">
                  <c:v>3695.5714285714284</c:v>
                </c:pt>
                <c:pt idx="5030" formatCode="0_);[Red]\(0\)">
                  <c:v>3695.5714285714284</c:v>
                </c:pt>
                <c:pt idx="5031" formatCode="0_);[Red]\(0\)">
                  <c:v>3627.5714285714284</c:v>
                </c:pt>
                <c:pt idx="5032" formatCode="0_);[Red]\(0\)">
                  <c:v>3527.5714285714284</c:v>
                </c:pt>
                <c:pt idx="5033" formatCode="0_);[Red]\(0\)">
                  <c:v>3527.5714285714284</c:v>
                </c:pt>
                <c:pt idx="5034" formatCode="0_);[Red]\(0\)">
                  <c:v>3527.5714285714284</c:v>
                </c:pt>
                <c:pt idx="5035" formatCode="0_);[Red]\(0\)">
                  <c:v>3332.5714285714284</c:v>
                </c:pt>
                <c:pt idx="5036" formatCode="0_);[Red]\(0\)">
                  <c:v>3182.5714285714284</c:v>
                </c:pt>
                <c:pt idx="5037" formatCode="0_);[Red]\(0\)">
                  <c:v>3082.5714285714284</c:v>
                </c:pt>
                <c:pt idx="5038" formatCode="0_);[Red]\(0\)">
                  <c:v>3032.5714285714284</c:v>
                </c:pt>
                <c:pt idx="5039" formatCode="0_);[Red]\(0\)">
                  <c:v>2932.5714285714284</c:v>
                </c:pt>
                <c:pt idx="5040" formatCode="0_);[Red]\(0\)">
                  <c:v>2932.5714285714284</c:v>
                </c:pt>
                <c:pt idx="5041" formatCode="0_);[Red]\(0\)">
                  <c:v>2932.5714285714284</c:v>
                </c:pt>
                <c:pt idx="5042" formatCode="0_);[Red]\(0\)">
                  <c:v>2776.5714285714284</c:v>
                </c:pt>
                <c:pt idx="5043" formatCode="0_);[Red]\(0\)">
                  <c:v>2776.5714285714284</c:v>
                </c:pt>
                <c:pt idx="5044" formatCode="0_);[Red]\(0\)">
                  <c:v>2776.5714285714284</c:v>
                </c:pt>
                <c:pt idx="5045" formatCode="0_);[Red]\(0\)">
                  <c:v>2776.5714285714284</c:v>
                </c:pt>
                <c:pt idx="5046" formatCode="0_);[Red]\(0\)">
                  <c:v>2776.5714285714284</c:v>
                </c:pt>
                <c:pt idx="5047" formatCode="0_);[Red]\(0\)">
                  <c:v>2776.5714285714284</c:v>
                </c:pt>
                <c:pt idx="5048" formatCode="0_);[Red]\(0\)">
                  <c:v>2776.5714285714284</c:v>
                </c:pt>
                <c:pt idx="5049" formatCode="0_);[Red]\(0\)">
                  <c:v>2775.5714285714284</c:v>
                </c:pt>
                <c:pt idx="5050" formatCode="0_);[Red]\(0\)">
                  <c:v>2775.5714285714284</c:v>
                </c:pt>
                <c:pt idx="5051" formatCode="0_);[Red]\(0\)">
                  <c:v>2775.5714285714284</c:v>
                </c:pt>
                <c:pt idx="5052" formatCode="0_);[Red]\(0\)">
                  <c:v>2775.5714285714284</c:v>
                </c:pt>
                <c:pt idx="5053" formatCode="0_);[Red]\(0\)">
                  <c:v>2775.5714285714284</c:v>
                </c:pt>
                <c:pt idx="5054" formatCode="0_);[Red]\(0\)">
                  <c:v>2775.5714285714284</c:v>
                </c:pt>
                <c:pt idx="5055" formatCode="0_);[Red]\(0\)">
                  <c:v>2775.5714285714284</c:v>
                </c:pt>
                <c:pt idx="5056" formatCode="0_);[Red]\(0\)">
                  <c:v>2669.5714285714284</c:v>
                </c:pt>
                <c:pt idx="5057" formatCode="0_);[Red]\(0\)">
                  <c:v>2669.5714285714284</c:v>
                </c:pt>
                <c:pt idx="5058" formatCode="0_);[Red]\(0\)">
                  <c:v>2669.5714285714284</c:v>
                </c:pt>
                <c:pt idx="5059" formatCode="0_);[Red]\(0\)">
                  <c:v>2669.5714285714284</c:v>
                </c:pt>
                <c:pt idx="5060" formatCode="0_);[Red]\(0\)">
                  <c:v>2669.5714285714284</c:v>
                </c:pt>
                <c:pt idx="5061" formatCode="0_);[Red]\(0\)">
                  <c:v>2669.5714285714284</c:v>
                </c:pt>
                <c:pt idx="5062" formatCode="0_);[Red]\(0\)">
                  <c:v>2669.5714285714284</c:v>
                </c:pt>
                <c:pt idx="5063" formatCode="0_);[Red]\(0\)">
                  <c:v>2516.5714285714284</c:v>
                </c:pt>
                <c:pt idx="5064" formatCode="0_);[Red]\(0\)">
                  <c:v>2466.5714285714284</c:v>
                </c:pt>
                <c:pt idx="5065" formatCode="0_);[Red]\(0\)">
                  <c:v>2466.5714285714284</c:v>
                </c:pt>
                <c:pt idx="5066" formatCode="0_);[Red]\(0\)">
                  <c:v>2466.5714285714284</c:v>
                </c:pt>
                <c:pt idx="5067" formatCode="0_);[Red]\(0\)">
                  <c:v>2466.5714285714284</c:v>
                </c:pt>
                <c:pt idx="5068" formatCode="0_);[Red]\(0\)">
                  <c:v>2466.5714285714284</c:v>
                </c:pt>
                <c:pt idx="5069" formatCode="0_);[Red]\(0\)">
                  <c:v>2666.5714285714284</c:v>
                </c:pt>
                <c:pt idx="5070" formatCode="0_);[Red]\(0\)">
                  <c:v>2613.5714285714284</c:v>
                </c:pt>
                <c:pt idx="5071" formatCode="0_);[Red]\(0\)">
                  <c:v>2613.5714285714284</c:v>
                </c:pt>
                <c:pt idx="5072" formatCode="0_);[Red]\(0\)">
                  <c:v>2613.5714285714284</c:v>
                </c:pt>
                <c:pt idx="5073" formatCode="0_);[Red]\(0\)">
                  <c:v>2813.5714285714284</c:v>
                </c:pt>
                <c:pt idx="5074" formatCode="0_);[Red]\(0\)">
                  <c:v>2813.5714285714284</c:v>
                </c:pt>
                <c:pt idx="5075" formatCode="0_);[Red]\(0\)">
                  <c:v>2813.5714285714284</c:v>
                </c:pt>
                <c:pt idx="5076" formatCode="0_);[Red]\(0\)">
                  <c:v>2813.5714285714284</c:v>
                </c:pt>
                <c:pt idx="5077" formatCode="0_);[Red]\(0\)">
                  <c:v>2813.5714285714284</c:v>
                </c:pt>
                <c:pt idx="5078" formatCode="0_);[Red]\(0\)">
                  <c:v>2913.5714285714284</c:v>
                </c:pt>
                <c:pt idx="5079" formatCode="0_);[Red]\(0\)">
                  <c:v>2913.5714285714284</c:v>
                </c:pt>
                <c:pt idx="5080" formatCode="0_);[Red]\(0\)">
                  <c:v>2913.5714285714284</c:v>
                </c:pt>
                <c:pt idx="5081" formatCode="0_);[Red]\(0\)">
                  <c:v>2913.5714285714284</c:v>
                </c:pt>
                <c:pt idx="5082" formatCode="0_);[Red]\(0\)">
                  <c:v>2913.5714285714284</c:v>
                </c:pt>
                <c:pt idx="5083" formatCode="0_);[Red]\(0\)">
                  <c:v>2913.5714285714284</c:v>
                </c:pt>
                <c:pt idx="5084" formatCode="0_);[Red]\(0\)">
                  <c:v>2845.5714285714284</c:v>
                </c:pt>
                <c:pt idx="5085" formatCode="0_);[Red]\(0\)">
                  <c:v>2845.5714285714284</c:v>
                </c:pt>
                <c:pt idx="5086" formatCode="0_);[Red]\(0\)">
                  <c:v>2745.5714285714284</c:v>
                </c:pt>
                <c:pt idx="5087" formatCode="0_);[Red]\(0\)">
                  <c:v>2745.5714285714284</c:v>
                </c:pt>
                <c:pt idx="5088" formatCode="0_);[Red]\(0\)">
                  <c:v>2745.5714285714284</c:v>
                </c:pt>
                <c:pt idx="5089" formatCode="0_);[Red]\(0\)">
                  <c:v>2745.5714285714284</c:v>
                </c:pt>
                <c:pt idx="5090" formatCode="0_);[Red]\(0\)">
                  <c:v>2745.5714285714284</c:v>
                </c:pt>
                <c:pt idx="5091" formatCode="0_);[Red]\(0\)">
                  <c:v>2639.5714285714284</c:v>
                </c:pt>
                <c:pt idx="5092" formatCode="0_);[Red]\(0\)">
                  <c:v>2671.5714285714284</c:v>
                </c:pt>
                <c:pt idx="5093" formatCode="0_);[Red]\(0\)">
                  <c:v>2671.5714285714284</c:v>
                </c:pt>
                <c:pt idx="5094" formatCode="0_);[Red]\(0\)">
                  <c:v>2703.5714285714284</c:v>
                </c:pt>
                <c:pt idx="5095" formatCode="0_);[Red]\(0\)">
                  <c:v>2703.5714285714284</c:v>
                </c:pt>
                <c:pt idx="5096" formatCode="0_);[Red]\(0\)">
                  <c:v>2703.5714285714284</c:v>
                </c:pt>
                <c:pt idx="5097" formatCode="0_);[Red]\(0\)">
                  <c:v>203.57142857142844</c:v>
                </c:pt>
                <c:pt idx="5098" formatCode="0_);[Red]\(0\)">
                  <c:v>311.57142857142844</c:v>
                </c:pt>
                <c:pt idx="5099" formatCode="0_);[Red]\(0\)">
                  <c:v>361.57142857142844</c:v>
                </c:pt>
                <c:pt idx="5100" formatCode="0_);[Red]\(0\)">
                  <c:v>361.57142857142844</c:v>
                </c:pt>
                <c:pt idx="5101" formatCode="0_);[Red]\(0\)">
                  <c:v>361.57142857142844</c:v>
                </c:pt>
                <c:pt idx="5102" formatCode="0_);[Red]\(0\)">
                  <c:v>361.57142857142844</c:v>
                </c:pt>
                <c:pt idx="5103" formatCode="0_);[Red]\(0\)">
                  <c:v>361.57142857142844</c:v>
                </c:pt>
                <c:pt idx="5104" formatCode="0_);[Red]\(0\)">
                  <c:v>457.57142857142844</c:v>
                </c:pt>
                <c:pt idx="5105" formatCode="0_);[Red]\(0\)">
                  <c:v>510.57142857142844</c:v>
                </c:pt>
                <c:pt idx="5106" formatCode="0_);[Red]\(0\)">
                  <c:v>574.57142857142844</c:v>
                </c:pt>
                <c:pt idx="5107" formatCode="0_);[Red]\(0\)">
                  <c:v>574.57142857142844</c:v>
                </c:pt>
                <c:pt idx="5108" formatCode="0_);[Red]\(0\)">
                  <c:v>574.57142857142844</c:v>
                </c:pt>
                <c:pt idx="5109" formatCode="0_);[Red]\(0\)">
                  <c:v>574.57142857142844</c:v>
                </c:pt>
                <c:pt idx="5110" formatCode="0_);[Red]\(0\)">
                  <c:v>574.57142857142844</c:v>
                </c:pt>
                <c:pt idx="5111" formatCode="0_);[Red]\(0\)">
                  <c:v>638.57142857142844</c:v>
                </c:pt>
                <c:pt idx="5112" formatCode="0_);[Red]\(0\)">
                  <c:v>914.57142857142844</c:v>
                </c:pt>
                <c:pt idx="5113" formatCode="0_);[Red]\(0\)">
                  <c:v>978.57142857142844</c:v>
                </c:pt>
                <c:pt idx="5114" formatCode="0_);[Red]\(0\)">
                  <c:v>-489.42857142857156</c:v>
                </c:pt>
                <c:pt idx="5115" formatCode="0_);[Red]\(0\)">
                  <c:v>-489.42857142857156</c:v>
                </c:pt>
                <c:pt idx="5116" formatCode="0_);[Red]\(0\)">
                  <c:v>-489.42857142857156</c:v>
                </c:pt>
                <c:pt idx="5117" formatCode="0_);[Red]\(0\)">
                  <c:v>-489.42857142857156</c:v>
                </c:pt>
                <c:pt idx="5118" formatCode="0_);[Red]\(0\)">
                  <c:v>-489.42857142857156</c:v>
                </c:pt>
                <c:pt idx="5119" formatCode="0_);[Red]\(0\)">
                  <c:v>-351.42857142857156</c:v>
                </c:pt>
                <c:pt idx="5120" formatCode="0_);[Red]\(0\)">
                  <c:v>-351.42857142857156</c:v>
                </c:pt>
                <c:pt idx="5121" formatCode="0_);[Red]\(0\)">
                  <c:v>-319.42857142857156</c:v>
                </c:pt>
                <c:pt idx="5122" formatCode="0_);[Red]\(0\)">
                  <c:v>-319.42857142857156</c:v>
                </c:pt>
                <c:pt idx="5123" formatCode="0_);[Red]\(0\)">
                  <c:v>-319.42857142857156</c:v>
                </c:pt>
                <c:pt idx="5124" formatCode="0_);[Red]\(0\)">
                  <c:v>-319.42857142857156</c:v>
                </c:pt>
                <c:pt idx="5125" formatCode="0_);[Red]\(0\)">
                  <c:v>-419.42857142857156</c:v>
                </c:pt>
                <c:pt idx="5126" formatCode="0_);[Red]\(0\)">
                  <c:v>-366.42857142857156</c:v>
                </c:pt>
                <c:pt idx="5127" formatCode="0_);[Red]\(0\)">
                  <c:v>-416.42857142857156</c:v>
                </c:pt>
                <c:pt idx="5128" formatCode="0_);[Red]\(0\)">
                  <c:v>-416.42857142857156</c:v>
                </c:pt>
                <c:pt idx="5129" formatCode="0_);[Red]\(0\)">
                  <c:v>-416.42857142857156</c:v>
                </c:pt>
                <c:pt idx="5130" formatCode="0_);[Red]\(0\)">
                  <c:v>-416.42857142857156</c:v>
                </c:pt>
                <c:pt idx="5131" formatCode="0_);[Red]\(0\)">
                  <c:v>-416.42857142857156</c:v>
                </c:pt>
                <c:pt idx="5132" formatCode="0_);[Red]\(0\)">
                  <c:v>-416.42857142857156</c:v>
                </c:pt>
                <c:pt idx="5133" formatCode="0_);[Red]\(0\)">
                  <c:v>-363.42857142857156</c:v>
                </c:pt>
                <c:pt idx="5134" formatCode="0_);[Red]\(0\)">
                  <c:v>-363.42857142857156</c:v>
                </c:pt>
                <c:pt idx="5135" formatCode="0_);[Red]\(0\)">
                  <c:v>-363.42857142857156</c:v>
                </c:pt>
                <c:pt idx="5136" formatCode="0_);[Red]\(0\)">
                  <c:v>-363.42857142857156</c:v>
                </c:pt>
                <c:pt idx="5137" formatCode="0_);[Red]\(0\)">
                  <c:v>-363.42857142857156</c:v>
                </c:pt>
                <c:pt idx="5138" formatCode="0_);[Red]\(0\)">
                  <c:v>-363.42857142857156</c:v>
                </c:pt>
                <c:pt idx="5139" formatCode="0_);[Red]\(0\)">
                  <c:v>-363.42857142857156</c:v>
                </c:pt>
                <c:pt idx="5140" formatCode="0_);[Red]\(0\)">
                  <c:v>-363.42857142857156</c:v>
                </c:pt>
                <c:pt idx="5141" formatCode="0_);[Red]\(0\)">
                  <c:v>-363.42857142857156</c:v>
                </c:pt>
                <c:pt idx="5142" formatCode="0_);[Red]\(0\)">
                  <c:v>-363.42857142857156</c:v>
                </c:pt>
                <c:pt idx="5143" formatCode="0_);[Red]\(0\)">
                  <c:v>-363.42857142857156</c:v>
                </c:pt>
                <c:pt idx="5144" formatCode="0_);[Red]\(0\)">
                  <c:v>-363.42857142857156</c:v>
                </c:pt>
                <c:pt idx="5145" formatCode="0_);[Red]\(0\)">
                  <c:v>-363.42857142857156</c:v>
                </c:pt>
                <c:pt idx="5146" formatCode="0_);[Red]\(0\)">
                  <c:v>-363.42857142857156</c:v>
                </c:pt>
                <c:pt idx="5147" formatCode="0_);[Red]\(0\)">
                  <c:v>-363.42857142857156</c:v>
                </c:pt>
                <c:pt idx="5148" formatCode="0_);[Red]\(0\)">
                  <c:v>-363.42857142857156</c:v>
                </c:pt>
                <c:pt idx="5149" formatCode="0_);[Red]\(0\)">
                  <c:v>-363.42857142857156</c:v>
                </c:pt>
                <c:pt idx="5150" formatCode="0_);[Red]\(0\)">
                  <c:v>-363.42857142857156</c:v>
                </c:pt>
                <c:pt idx="5151" formatCode="0_);[Red]\(0\)">
                  <c:v>-363.42857142857156</c:v>
                </c:pt>
                <c:pt idx="5152" formatCode="0_);[Red]\(0\)">
                  <c:v>-363.42857142857156</c:v>
                </c:pt>
                <c:pt idx="5153" formatCode="0_);[Red]\(0\)">
                  <c:v>-363.42857142857156</c:v>
                </c:pt>
                <c:pt idx="5154" formatCode="0_);[Red]\(0\)">
                  <c:v>-353.42857142857156</c:v>
                </c:pt>
                <c:pt idx="5155" formatCode="0_);[Red]\(0\)">
                  <c:v>-353.42857142857156</c:v>
                </c:pt>
                <c:pt idx="5156" formatCode="0_);[Red]\(0\)">
                  <c:v>-353.42857142857156</c:v>
                </c:pt>
                <c:pt idx="5157" formatCode="0_);[Red]\(0\)">
                  <c:v>-353.42857142857156</c:v>
                </c:pt>
                <c:pt idx="5158" formatCode="0_);[Red]\(0\)">
                  <c:v>-353.42857142857156</c:v>
                </c:pt>
                <c:pt idx="5159" formatCode="0_);[Red]\(0\)">
                  <c:v>-353.42857142857156</c:v>
                </c:pt>
                <c:pt idx="5160" formatCode="0_);[Red]\(0\)">
                  <c:v>-353.42857142857156</c:v>
                </c:pt>
                <c:pt idx="5161" formatCode="0_);[Red]\(0\)">
                  <c:v>-353.42857142857156</c:v>
                </c:pt>
                <c:pt idx="5162" formatCode="0_);[Red]\(0\)">
                  <c:v>-353.42857142857156</c:v>
                </c:pt>
                <c:pt idx="5163" formatCode="0_);[Red]\(0\)">
                  <c:v>-385.42857142857156</c:v>
                </c:pt>
                <c:pt idx="5164" formatCode="0_);[Red]\(0\)">
                  <c:v>-385.42857142857156</c:v>
                </c:pt>
                <c:pt idx="5165" formatCode="0_);[Red]\(0\)">
                  <c:v>-385.42857142857156</c:v>
                </c:pt>
                <c:pt idx="5166" formatCode="0_);[Red]\(0\)">
                  <c:v>-385.42857142857156</c:v>
                </c:pt>
                <c:pt idx="5167" formatCode="0_);[Red]\(0\)">
                  <c:v>-449.42857142857156</c:v>
                </c:pt>
                <c:pt idx="5168" formatCode="0_);[Red]\(0\)">
                  <c:v>-587.42857142857156</c:v>
                </c:pt>
                <c:pt idx="5169" formatCode="0_);[Red]\(0\)">
                  <c:v>-587.42857142857156</c:v>
                </c:pt>
                <c:pt idx="5170" formatCode="0_);[Red]\(0\)">
                  <c:v>-651.42857142857156</c:v>
                </c:pt>
                <c:pt idx="5171" formatCode="0_);[Red]\(0\)">
                  <c:v>-651.42857142857156</c:v>
                </c:pt>
                <c:pt idx="5172" formatCode="0_);[Red]\(0\)">
                  <c:v>-651.42857142857156</c:v>
                </c:pt>
                <c:pt idx="5173" formatCode="0_);[Red]\(0\)">
                  <c:v>-651.42857142857156</c:v>
                </c:pt>
                <c:pt idx="5174" formatCode="0_);[Red]\(0\)">
                  <c:v>-1075.4285714285716</c:v>
                </c:pt>
                <c:pt idx="5175" formatCode="0_);[Red]\(0\)">
                  <c:v>-1075.4285714285716</c:v>
                </c:pt>
                <c:pt idx="5176" formatCode="0_);[Red]\(0\)">
                  <c:v>-1075.4285714285716</c:v>
                </c:pt>
                <c:pt idx="5177" formatCode="0_);[Red]\(0\)">
                  <c:v>-1075.4285714285716</c:v>
                </c:pt>
                <c:pt idx="5178" formatCode="0_);[Red]\(0\)">
                  <c:v>-1075.4285714285716</c:v>
                </c:pt>
                <c:pt idx="5179" formatCode="0_);[Red]\(0\)">
                  <c:v>-1075.4285714285716</c:v>
                </c:pt>
                <c:pt idx="5180" formatCode="0_);[Red]\(0\)">
                  <c:v>-1075.4285714285716</c:v>
                </c:pt>
                <c:pt idx="5181" formatCode="0_);[Red]\(0\)">
                  <c:v>-75.428571428571558</c:v>
                </c:pt>
                <c:pt idx="5182" formatCode="0_);[Red]\(0\)">
                  <c:v>88.571428571428442</c:v>
                </c:pt>
                <c:pt idx="5183" formatCode="0_);[Red]\(0\)">
                  <c:v>188.57142857142844</c:v>
                </c:pt>
                <c:pt idx="5184" formatCode="0_);[Red]\(0\)">
                  <c:v>188.57142857142844</c:v>
                </c:pt>
                <c:pt idx="5185" formatCode="0_);[Red]\(0\)">
                  <c:v>188.57142857142844</c:v>
                </c:pt>
                <c:pt idx="5186" formatCode="0_);[Red]\(0\)">
                  <c:v>188.57142857142844</c:v>
                </c:pt>
                <c:pt idx="5187" formatCode="0_);[Red]\(0\)">
                  <c:v>188.57142857142844</c:v>
                </c:pt>
                <c:pt idx="5188" formatCode="0_);[Red]\(0\)">
                  <c:v>188.57142857142844</c:v>
                </c:pt>
                <c:pt idx="5189" formatCode="0_);[Red]\(0\)">
                  <c:v>390.57142857142844</c:v>
                </c:pt>
                <c:pt idx="5190" formatCode="0_);[Red]\(0\)">
                  <c:v>390.57142857142844</c:v>
                </c:pt>
                <c:pt idx="5191" formatCode="0_);[Red]\(0\)">
                  <c:v>390.57142857142844</c:v>
                </c:pt>
                <c:pt idx="5192" formatCode="0_);[Red]\(0\)">
                  <c:v>390.57142857142844</c:v>
                </c:pt>
                <c:pt idx="5193" formatCode="0_);[Red]\(0\)">
                  <c:v>390.57142857142844</c:v>
                </c:pt>
                <c:pt idx="5194" formatCode="0_);[Red]\(0\)">
                  <c:v>390.57142857142844</c:v>
                </c:pt>
                <c:pt idx="5195" formatCode="0_);[Red]\(0\)">
                  <c:v>574.97142857142808</c:v>
                </c:pt>
                <c:pt idx="5196" formatCode="0_);[Red]\(0\)">
                  <c:v>574.97142857142808</c:v>
                </c:pt>
                <c:pt idx="5197" formatCode="0_);[Red]\(0\)">
                  <c:v>606.97142857142808</c:v>
                </c:pt>
                <c:pt idx="5198" formatCode="0_);[Red]\(0\)">
                  <c:v>606.97142857142808</c:v>
                </c:pt>
                <c:pt idx="5199" formatCode="0_);[Red]\(0\)">
                  <c:v>856.97142857142808</c:v>
                </c:pt>
                <c:pt idx="5200" formatCode="0_);[Red]\(0\)">
                  <c:v>856.97142857142808</c:v>
                </c:pt>
                <c:pt idx="5201" formatCode="0_);[Red]\(0\)">
                  <c:v>856.97142857142808</c:v>
                </c:pt>
                <c:pt idx="5202" formatCode="0_);[Red]\(0\)">
                  <c:v>1088.9714285714281</c:v>
                </c:pt>
                <c:pt idx="5203" formatCode="0_);[Red]\(0\)">
                  <c:v>1446.1114285714284</c:v>
                </c:pt>
                <c:pt idx="5204" formatCode="0_);[Red]\(0\)">
                  <c:v>1446.1114285714284</c:v>
                </c:pt>
                <c:pt idx="5205" formatCode="0_);[Red]\(0\)">
                  <c:v>1646.1114285714284</c:v>
                </c:pt>
                <c:pt idx="5206" formatCode="0_);[Red]\(0\)">
                  <c:v>1646.1114285714284</c:v>
                </c:pt>
                <c:pt idx="5207" formatCode="0_);[Red]\(0\)">
                  <c:v>1646.1114285714284</c:v>
                </c:pt>
                <c:pt idx="5208" formatCode="0_);[Red]\(0\)">
                  <c:v>1646.1114285714284</c:v>
                </c:pt>
                <c:pt idx="5209" formatCode="0_);[Red]\(0\)">
                  <c:v>1646.1114285714284</c:v>
                </c:pt>
                <c:pt idx="5210" formatCode="0_);[Red]\(0\)">
                  <c:v>1646.1114285714284</c:v>
                </c:pt>
                <c:pt idx="5211" formatCode="0_);[Red]\(0\)">
                  <c:v>1668.011428571428</c:v>
                </c:pt>
                <c:pt idx="5212" formatCode="0_);[Red]\(0\)">
                  <c:v>1895.5714285714284</c:v>
                </c:pt>
                <c:pt idx="5213" formatCode="0_);[Red]\(0\)">
                  <c:v>2045.5714285714284</c:v>
                </c:pt>
                <c:pt idx="5214" formatCode="0_);[Red]\(0\)">
                  <c:v>2045.5714285714284</c:v>
                </c:pt>
                <c:pt idx="5215" formatCode="0_);[Red]\(0\)">
                  <c:v>2045.5714285714284</c:v>
                </c:pt>
                <c:pt idx="5216" formatCode="0_);[Red]\(0\)">
                  <c:v>2045.5714285714284</c:v>
                </c:pt>
                <c:pt idx="5217" formatCode="0_);[Red]\(0\)">
                  <c:v>2077.3714285714286</c:v>
                </c:pt>
                <c:pt idx="5218" formatCode="0_);[Red]\(0\)">
                  <c:v>2077.3714285714286</c:v>
                </c:pt>
                <c:pt idx="5219" formatCode="0_);[Red]\(0\)">
                  <c:v>1977.3714285714286</c:v>
                </c:pt>
                <c:pt idx="5220" formatCode="0_);[Red]\(0\)">
                  <c:v>1977.3714285714286</c:v>
                </c:pt>
                <c:pt idx="5221" formatCode="0_);[Red]\(0\)">
                  <c:v>977.37142857142862</c:v>
                </c:pt>
                <c:pt idx="5222" formatCode="0_);[Red]\(0\)">
                  <c:v>977.37142857142862</c:v>
                </c:pt>
                <c:pt idx="5223" formatCode="0_);[Red]\(0\)">
                  <c:v>699.37142857142862</c:v>
                </c:pt>
                <c:pt idx="5224" formatCode="0_);[Red]\(0\)">
                  <c:v>271.37142857142862</c:v>
                </c:pt>
                <c:pt idx="5225" formatCode="0_);[Red]\(0\)">
                  <c:v>60.371428571428623</c:v>
                </c:pt>
                <c:pt idx="5226" formatCode="0_);[Red]\(0\)">
                  <c:v>-39.628571428571377</c:v>
                </c:pt>
                <c:pt idx="5227" formatCode="0_);[Red]\(0\)">
                  <c:v>-39.628571428571377</c:v>
                </c:pt>
                <c:pt idx="5228" formatCode="0_);[Red]\(0\)">
                  <c:v>-39.628571428571377</c:v>
                </c:pt>
                <c:pt idx="5229" formatCode="0_);[Red]\(0\)">
                  <c:v>-103.62857142857138</c:v>
                </c:pt>
                <c:pt idx="5230" formatCode="0_);[Red]\(0\)">
                  <c:v>-103.62857142857138</c:v>
                </c:pt>
                <c:pt idx="5231" formatCode="0_);[Red]\(0\)">
                  <c:v>-433.12857142857138</c:v>
                </c:pt>
                <c:pt idx="5232" formatCode="0_);[Red]\(0\)">
                  <c:v>-683.12857142857138</c:v>
                </c:pt>
                <c:pt idx="5233" formatCode="0_);[Red]\(0\)">
                  <c:v>-856.62857142857138</c:v>
                </c:pt>
                <c:pt idx="5234" formatCode="0_);[Red]\(0\)">
                  <c:v>-856.62857142857138</c:v>
                </c:pt>
                <c:pt idx="5235" formatCode="0_);[Red]\(0\)">
                  <c:v>-856.62857142857138</c:v>
                </c:pt>
                <c:pt idx="5236" formatCode="0_);[Red]\(0\)">
                  <c:v>-856.62857142857138</c:v>
                </c:pt>
                <c:pt idx="5237" formatCode="0_);[Red]\(0\)">
                  <c:v>-856.62857142857138</c:v>
                </c:pt>
                <c:pt idx="5238" formatCode="0_);[Red]\(0\)">
                  <c:v>-856.62857142857138</c:v>
                </c:pt>
                <c:pt idx="5239" formatCode="0_);[Red]\(0\)">
                  <c:v>-906.62857142857138</c:v>
                </c:pt>
                <c:pt idx="5240" formatCode="0_);[Red]\(0\)">
                  <c:v>-949.42857142857156</c:v>
                </c:pt>
                <c:pt idx="5241" formatCode="0_);[Red]\(0\)">
                  <c:v>-949.42857142857156</c:v>
                </c:pt>
                <c:pt idx="5242" formatCode="0_);[Red]\(0\)">
                  <c:v>-949.42857142857156</c:v>
                </c:pt>
                <c:pt idx="5243" formatCode="0_);[Red]\(0\)">
                  <c:v>-949.42857142857156</c:v>
                </c:pt>
                <c:pt idx="5244" formatCode="0_);[Red]\(0\)">
                  <c:v>50.571428571428442</c:v>
                </c:pt>
                <c:pt idx="5245" formatCode="0_);[Red]\(0\)">
                  <c:v>116.2914285714287</c:v>
                </c:pt>
                <c:pt idx="5246" formatCode="0_);[Red]\(0\)">
                  <c:v>185.39142857142815</c:v>
                </c:pt>
                <c:pt idx="5247" formatCode="0_);[Red]\(0\)">
                  <c:v>217.39142857142815</c:v>
                </c:pt>
                <c:pt idx="5248" formatCode="0_);[Red]\(0\)">
                  <c:v>217.39142857142815</c:v>
                </c:pt>
                <c:pt idx="5249" formatCode="0_);[Red]\(0\)">
                  <c:v>217.39142857142815</c:v>
                </c:pt>
                <c:pt idx="5250" formatCode="0_);[Red]\(0\)">
                  <c:v>217.39142857142815</c:v>
                </c:pt>
                <c:pt idx="5251" formatCode="0_);[Red]\(0\)">
                  <c:v>217.39142857142815</c:v>
                </c:pt>
                <c:pt idx="5252" formatCode="0_);[Red]\(0\)">
                  <c:v>441.45142857142855</c:v>
                </c:pt>
                <c:pt idx="5253" formatCode="0_);[Red]\(0\)">
                  <c:v>191.45142857142855</c:v>
                </c:pt>
                <c:pt idx="5254" formatCode="0_);[Red]\(0\)">
                  <c:v>105.45142857142855</c:v>
                </c:pt>
                <c:pt idx="5255" formatCode="0_);[Red]\(0\)">
                  <c:v>105.45142857142855</c:v>
                </c:pt>
                <c:pt idx="5256" formatCode="0_);[Red]\(0\)">
                  <c:v>105.45142857142855</c:v>
                </c:pt>
                <c:pt idx="5257" formatCode="0_);[Red]\(0\)">
                  <c:v>105.45142857142855</c:v>
                </c:pt>
                <c:pt idx="5258" formatCode="0_);[Red]\(0\)">
                  <c:v>160.45142857142855</c:v>
                </c:pt>
                <c:pt idx="5259" formatCode="0_);[Red]\(0\)">
                  <c:v>188.41142857142859</c:v>
                </c:pt>
                <c:pt idx="5260" formatCode="0_);[Red]\(0\)">
                  <c:v>188.41142857142859</c:v>
                </c:pt>
                <c:pt idx="5261" formatCode="0_);[Red]\(0\)">
                  <c:v>220.41142857142859</c:v>
                </c:pt>
                <c:pt idx="5262" formatCode="0_);[Red]\(0\)">
                  <c:v>220.41142857142859</c:v>
                </c:pt>
                <c:pt idx="5263" formatCode="0_);[Red]\(0\)">
                  <c:v>220.41142857142859</c:v>
                </c:pt>
                <c:pt idx="5264" formatCode="0_);[Red]\(0\)">
                  <c:v>220.41142857142859</c:v>
                </c:pt>
                <c:pt idx="5265" formatCode="0_);[Red]\(0\)">
                  <c:v>380.41142857142859</c:v>
                </c:pt>
                <c:pt idx="5266" formatCode="0_);[Red]\(0\)">
                  <c:v>246.85142857142819</c:v>
                </c:pt>
                <c:pt idx="5267" formatCode="0_);[Red]\(0\)">
                  <c:v>278.85142857142819</c:v>
                </c:pt>
                <c:pt idx="5268" formatCode="0_);[Red]\(0\)">
                  <c:v>342.85142857142819</c:v>
                </c:pt>
                <c:pt idx="5269" formatCode="0_);[Red]\(0\)">
                  <c:v>342.85142857142819</c:v>
                </c:pt>
                <c:pt idx="5270" formatCode="0_);[Red]\(0\)">
                  <c:v>342.85142857142819</c:v>
                </c:pt>
                <c:pt idx="5271" formatCode="0_);[Red]\(0\)">
                  <c:v>342.85142857142819</c:v>
                </c:pt>
                <c:pt idx="5272" formatCode="0_);[Red]\(0\)">
                  <c:v>438.85142857142819</c:v>
                </c:pt>
                <c:pt idx="5273" formatCode="0_);[Red]\(0\)">
                  <c:v>589.97142857142808</c:v>
                </c:pt>
                <c:pt idx="5274" formatCode="0_);[Red]\(0\)">
                  <c:v>653.97142857142808</c:v>
                </c:pt>
                <c:pt idx="5275" formatCode="0_);[Red]\(0\)">
                  <c:v>653.97142857142808</c:v>
                </c:pt>
                <c:pt idx="5276" formatCode="0_);[Red]\(0\)">
                  <c:v>717.97142857142808</c:v>
                </c:pt>
                <c:pt idx="5277" formatCode="0_);[Red]\(0\)">
                  <c:v>717.97142857142808</c:v>
                </c:pt>
                <c:pt idx="5278" formatCode="0_);[Red]\(0\)">
                  <c:v>717.97142857142808</c:v>
                </c:pt>
                <c:pt idx="5279" formatCode="0_);[Red]\(0\)">
                  <c:v>981.97142857142808</c:v>
                </c:pt>
                <c:pt idx="5280" formatCode="0_);[Red]\(0\)">
                  <c:v>1158.8514285714282</c:v>
                </c:pt>
                <c:pt idx="5281" formatCode="0_);[Red]\(0\)">
                  <c:v>1372.8514285714282</c:v>
                </c:pt>
                <c:pt idx="5282" formatCode="0_);[Red]\(0\)">
                  <c:v>1625.3514285714282</c:v>
                </c:pt>
                <c:pt idx="5283" formatCode="0_);[Red]\(0\)">
                  <c:v>1725.3514285714282</c:v>
                </c:pt>
                <c:pt idx="5284" formatCode="0_);[Red]\(0\)">
                  <c:v>1725.3514285714282</c:v>
                </c:pt>
                <c:pt idx="5285" formatCode="0_);[Red]\(0\)">
                  <c:v>1725.3514285714282</c:v>
                </c:pt>
                <c:pt idx="5286" formatCode="0_);[Red]\(0\)">
                  <c:v>1725.3514285714282</c:v>
                </c:pt>
                <c:pt idx="5287" formatCode="0_);[Red]\(0\)">
                  <c:v>1680.8314285714287</c:v>
                </c:pt>
                <c:pt idx="5288" formatCode="0_);[Red]\(0\)">
                  <c:v>1680.8314285714287</c:v>
                </c:pt>
                <c:pt idx="5289" formatCode="0_);[Red]\(0\)">
                  <c:v>1680.8314285714287</c:v>
                </c:pt>
                <c:pt idx="5290" formatCode="0_);[Red]\(0\)">
                  <c:v>1680.8314285714287</c:v>
                </c:pt>
                <c:pt idx="5291" formatCode="0_);[Red]\(0\)">
                  <c:v>1680.8314285714287</c:v>
                </c:pt>
                <c:pt idx="5292" formatCode="0_);[Red]\(0\)">
                  <c:v>1680.8314285714287</c:v>
                </c:pt>
                <c:pt idx="5293" formatCode="0_);[Red]\(0\)">
                  <c:v>1880.8314285714287</c:v>
                </c:pt>
                <c:pt idx="5294" formatCode="0_);[Red]\(0\)">
                  <c:v>2113.3314285714287</c:v>
                </c:pt>
                <c:pt idx="5295" formatCode="0_);[Red]\(0\)">
                  <c:v>2113.3314285714287</c:v>
                </c:pt>
                <c:pt idx="5296" formatCode="0_);[Red]\(0\)">
                  <c:v>2113.3314285714287</c:v>
                </c:pt>
                <c:pt idx="5297" formatCode="0_);[Red]\(0\)">
                  <c:v>2177.3314285714287</c:v>
                </c:pt>
                <c:pt idx="5298" formatCode="0_);[Red]\(0\)">
                  <c:v>2177.3314285714287</c:v>
                </c:pt>
                <c:pt idx="5299" formatCode="0_);[Red]\(0\)">
                  <c:v>2177.3314285714287</c:v>
                </c:pt>
                <c:pt idx="5300" formatCode="0_);[Red]\(0\)">
                  <c:v>2377.3314285714287</c:v>
                </c:pt>
                <c:pt idx="5301" formatCode="0_);[Red]\(0\)">
                  <c:v>2444.9714285714281</c:v>
                </c:pt>
                <c:pt idx="5302" formatCode="0_);[Red]\(0\)">
                  <c:v>2444.9714285714281</c:v>
                </c:pt>
                <c:pt idx="5303" formatCode="0_);[Red]\(0\)">
                  <c:v>2444.9714285714281</c:v>
                </c:pt>
                <c:pt idx="5304" formatCode="0_);[Red]\(0\)">
                  <c:v>2444.9714285714281</c:v>
                </c:pt>
                <c:pt idx="5305" formatCode="0_);[Red]\(0\)">
                  <c:v>2444.9714285714281</c:v>
                </c:pt>
                <c:pt idx="5306" formatCode="0_);[Red]\(0\)">
                  <c:v>2444.9714285714281</c:v>
                </c:pt>
                <c:pt idx="5307" formatCode="0_);[Red]\(0\)">
                  <c:v>2444.9714285714281</c:v>
                </c:pt>
                <c:pt idx="5308" formatCode="0_);[Red]\(0\)">
                  <c:v>2294.4514285714286</c:v>
                </c:pt>
                <c:pt idx="5309" formatCode="0_);[Red]\(0\)">
                  <c:v>2230.4514285714286</c:v>
                </c:pt>
                <c:pt idx="5310" formatCode="0_);[Red]\(0\)">
                  <c:v>2230.4514285714286</c:v>
                </c:pt>
                <c:pt idx="5311" formatCode="0_);[Red]\(0\)">
                  <c:v>2230.4514285714286</c:v>
                </c:pt>
                <c:pt idx="5312" formatCode="0_);[Red]\(0\)">
                  <c:v>2230.4514285714286</c:v>
                </c:pt>
                <c:pt idx="5313" formatCode="0_);[Red]\(0\)">
                  <c:v>2230.4514285714286</c:v>
                </c:pt>
                <c:pt idx="5314" formatCode="0_);[Red]\(0\)">
                  <c:v>2230.4514285714286</c:v>
                </c:pt>
                <c:pt idx="5315" formatCode="0_);[Red]\(0\)">
                  <c:v>2172.9714285714281</c:v>
                </c:pt>
                <c:pt idx="5316" formatCode="0_);[Red]\(0\)">
                  <c:v>2224.2114285714288</c:v>
                </c:pt>
                <c:pt idx="5317" formatCode="0_);[Red]\(0\)">
                  <c:v>2096.2114285714288</c:v>
                </c:pt>
                <c:pt idx="5318" formatCode="0_);[Red]\(0\)">
                  <c:v>2096.2114285714288</c:v>
                </c:pt>
                <c:pt idx="5319" formatCode="0_);[Red]\(0\)">
                  <c:v>2096.2114285714288</c:v>
                </c:pt>
                <c:pt idx="5320" formatCode="0_);[Red]\(0\)">
                  <c:v>2096.2114285714288</c:v>
                </c:pt>
                <c:pt idx="5321" formatCode="0_);[Red]\(0\)">
                  <c:v>2096.2114285714288</c:v>
                </c:pt>
                <c:pt idx="5322" formatCode="0_);[Red]\(0\)">
                  <c:v>1896.2114285714288</c:v>
                </c:pt>
                <c:pt idx="5323" formatCode="0_);[Red]\(0\)">
                  <c:v>1746.2114285714288</c:v>
                </c:pt>
                <c:pt idx="5324" formatCode="0_);[Red]\(0\)">
                  <c:v>1746.2114285714288</c:v>
                </c:pt>
                <c:pt idx="5325" formatCode="0_);[Red]\(0\)">
                  <c:v>1746.2114285714288</c:v>
                </c:pt>
                <c:pt idx="5326" formatCode="0_);[Red]\(0\)">
                  <c:v>1746.2114285714288</c:v>
                </c:pt>
                <c:pt idx="5327" formatCode="0_);[Red]\(0\)">
                  <c:v>1746.2114285714288</c:v>
                </c:pt>
                <c:pt idx="5328" formatCode="0_);[Red]\(0\)">
                  <c:v>1646.2114285714288</c:v>
                </c:pt>
                <c:pt idx="5329" formatCode="0_);[Red]\(0\)">
                  <c:v>1695.8514285714282</c:v>
                </c:pt>
                <c:pt idx="5330" formatCode="0_);[Red]\(0\)">
                  <c:v>1645.8514285714282</c:v>
                </c:pt>
                <c:pt idx="5331" formatCode="0_);[Red]\(0\)">
                  <c:v>1645.8514285714282</c:v>
                </c:pt>
                <c:pt idx="5332" formatCode="0_);[Red]\(0\)">
                  <c:v>1645.8514285714282</c:v>
                </c:pt>
                <c:pt idx="5333" formatCode="0_);[Red]\(0\)">
                  <c:v>1645.8514285714282</c:v>
                </c:pt>
                <c:pt idx="5334" formatCode="0_);[Red]\(0\)">
                  <c:v>1645.8514285714282</c:v>
                </c:pt>
                <c:pt idx="5335" formatCode="0_);[Red]\(0\)">
                  <c:v>1645.8514285714282</c:v>
                </c:pt>
                <c:pt idx="5336" formatCode="0_);[Red]\(0\)">
                  <c:v>2083.4714285714281</c:v>
                </c:pt>
                <c:pt idx="5337" formatCode="0_);[Red]\(0\)">
                  <c:v>2133.4714285714281</c:v>
                </c:pt>
                <c:pt idx="5338" formatCode="0_);[Red]\(0\)">
                  <c:v>2133.4714285714281</c:v>
                </c:pt>
                <c:pt idx="5339" formatCode="0_);[Red]\(0\)">
                  <c:v>2183.4714285714281</c:v>
                </c:pt>
                <c:pt idx="5340" formatCode="0_);[Red]\(0\)">
                  <c:v>2183.4714285714281</c:v>
                </c:pt>
                <c:pt idx="5341" formatCode="0_);[Red]\(0\)">
                  <c:v>2183.4714285714281</c:v>
                </c:pt>
                <c:pt idx="5342" formatCode="0_);[Red]\(0\)">
                  <c:v>2183.4714285714281</c:v>
                </c:pt>
                <c:pt idx="5343" formatCode="0_);[Red]\(0\)">
                  <c:v>2183.4714285714281</c:v>
                </c:pt>
                <c:pt idx="5344" formatCode="0_);[Red]\(0\)">
                  <c:v>2253.4314285714281</c:v>
                </c:pt>
                <c:pt idx="5345" formatCode="0_);[Red]\(0\)">
                  <c:v>2253.4314285714281</c:v>
                </c:pt>
                <c:pt idx="5346" formatCode="0_);[Red]\(0\)">
                  <c:v>2253.4314285714281</c:v>
                </c:pt>
                <c:pt idx="5347" formatCode="0_);[Red]\(0\)">
                  <c:v>2253.4314285714281</c:v>
                </c:pt>
                <c:pt idx="5348" formatCode="0_);[Red]\(0\)">
                  <c:v>2253.4314285714281</c:v>
                </c:pt>
                <c:pt idx="5349" formatCode="0_);[Red]\(0\)">
                  <c:v>2253.4314285714281</c:v>
                </c:pt>
                <c:pt idx="5350" formatCode="0_);[Red]\(0\)">
                  <c:v>2303.4314285714281</c:v>
                </c:pt>
                <c:pt idx="5351" formatCode="0_);[Red]\(0\)">
                  <c:v>2303.4314285714281</c:v>
                </c:pt>
                <c:pt idx="5352" formatCode="0_);[Red]\(0\)">
                  <c:v>2303.4314285714281</c:v>
                </c:pt>
                <c:pt idx="5353" formatCode="0_);[Red]\(0\)">
                  <c:v>2303.4314285714281</c:v>
                </c:pt>
                <c:pt idx="5354" formatCode="0_);[Red]\(0\)">
                  <c:v>2303.4314285714281</c:v>
                </c:pt>
                <c:pt idx="5355" formatCode="0_);[Red]\(0\)">
                  <c:v>2303.4314285714281</c:v>
                </c:pt>
                <c:pt idx="5356" formatCode="0_);[Red]\(0\)">
                  <c:v>2303.4314285714281</c:v>
                </c:pt>
                <c:pt idx="5357" formatCode="0_);[Red]\(0\)">
                  <c:v>2236.6514285714284</c:v>
                </c:pt>
                <c:pt idx="5358" formatCode="0_);[Red]\(0\)">
                  <c:v>2236.6514285714284</c:v>
                </c:pt>
                <c:pt idx="5359" formatCode="0_);[Red]\(0\)">
                  <c:v>2236.6514285714284</c:v>
                </c:pt>
                <c:pt idx="5360" formatCode="0_);[Red]\(0\)">
                  <c:v>2086.6514285714284</c:v>
                </c:pt>
                <c:pt idx="5361" formatCode="0_);[Red]\(0\)">
                  <c:v>2086.6514285714284</c:v>
                </c:pt>
                <c:pt idx="5362" formatCode="0_);[Red]\(0\)">
                  <c:v>2086.6514285714284</c:v>
                </c:pt>
                <c:pt idx="5363" formatCode="0_);[Red]\(0\)">
                  <c:v>1986.6514285714284</c:v>
                </c:pt>
                <c:pt idx="5364" formatCode="0_);[Red]\(0\)">
                  <c:v>1790.551428571428</c:v>
                </c:pt>
                <c:pt idx="5365" formatCode="0_);[Red]\(0\)">
                  <c:v>1790.551428571428</c:v>
                </c:pt>
                <c:pt idx="5366" formatCode="0_);[Red]\(0\)">
                  <c:v>1790.551428571428</c:v>
                </c:pt>
                <c:pt idx="5367" formatCode="0_);[Red]\(0\)">
                  <c:v>1758.551428571428</c:v>
                </c:pt>
                <c:pt idx="5368" formatCode="0_);[Red]\(0\)">
                  <c:v>1758.551428571428</c:v>
                </c:pt>
                <c:pt idx="5369" formatCode="0_);[Red]\(0\)">
                  <c:v>1726.551428571428</c:v>
                </c:pt>
                <c:pt idx="5370" formatCode="0_);[Red]\(0\)">
                  <c:v>1726.551428571428</c:v>
                </c:pt>
                <c:pt idx="5371" formatCode="0_);[Red]\(0\)">
                  <c:v>1559.0714285714284</c:v>
                </c:pt>
                <c:pt idx="5372" formatCode="0_);[Red]\(0\)">
                  <c:v>1559.0714285714284</c:v>
                </c:pt>
                <c:pt idx="5373" formatCode="0_);[Red]\(0\)">
                  <c:v>1559.0714285714284</c:v>
                </c:pt>
                <c:pt idx="5374" formatCode="0_);[Red]\(0\)">
                  <c:v>1359.0714285714284</c:v>
                </c:pt>
                <c:pt idx="5375" formatCode="0_);[Red]\(0\)">
                  <c:v>1359.0714285714284</c:v>
                </c:pt>
                <c:pt idx="5376" formatCode="0_);[Red]\(0\)">
                  <c:v>1359.0714285714284</c:v>
                </c:pt>
                <c:pt idx="5377" formatCode="0_);[Red]\(0\)">
                  <c:v>1254.0714285714284</c:v>
                </c:pt>
                <c:pt idx="5378" formatCode="0_);[Red]\(0\)">
                  <c:v>916.07142857142844</c:v>
                </c:pt>
                <c:pt idx="5379" formatCode="0_);[Red]\(0\)">
                  <c:v>816.07142857142844</c:v>
                </c:pt>
                <c:pt idx="5380" formatCode="0_);[Red]\(0\)">
                  <c:v>816.07142857142844</c:v>
                </c:pt>
                <c:pt idx="5381" formatCode="0_);[Red]\(0\)">
                  <c:v>816.07142857142844</c:v>
                </c:pt>
                <c:pt idx="5382" formatCode="0_);[Red]\(0\)">
                  <c:v>816.07142857142844</c:v>
                </c:pt>
                <c:pt idx="5383" formatCode="0_);[Red]\(0\)">
                  <c:v>816.07142857142844</c:v>
                </c:pt>
                <c:pt idx="5384" formatCode="0_);[Red]\(0\)">
                  <c:v>816.07142857142844</c:v>
                </c:pt>
                <c:pt idx="5385" formatCode="0_);[Red]\(0\)">
                  <c:v>616.07142857142844</c:v>
                </c:pt>
                <c:pt idx="5386" formatCode="0_);[Red]\(0\)">
                  <c:v>721.01142857142804</c:v>
                </c:pt>
                <c:pt idx="5387" formatCode="0_);[Red]\(0\)">
                  <c:v>721.01142857142804</c:v>
                </c:pt>
                <c:pt idx="5388" formatCode="0_);[Red]\(0\)">
                  <c:v>721.01142857142804</c:v>
                </c:pt>
                <c:pt idx="5389" formatCode="0_);[Red]\(0\)">
                  <c:v>721.01142857142804</c:v>
                </c:pt>
                <c:pt idx="5390" formatCode="0_);[Red]\(0\)">
                  <c:v>721.01142857142804</c:v>
                </c:pt>
                <c:pt idx="5391" formatCode="0_);[Red]\(0\)">
                  <c:v>721.01142857142804</c:v>
                </c:pt>
                <c:pt idx="5392" formatCode="0_);[Red]\(0\)">
                  <c:v>721.01142857142804</c:v>
                </c:pt>
                <c:pt idx="5393" formatCode="0_);[Red]\(0\)">
                  <c:v>721.01142857142804</c:v>
                </c:pt>
                <c:pt idx="5394" formatCode="0_);[Red]\(0\)">
                  <c:v>721.01142857142804</c:v>
                </c:pt>
                <c:pt idx="5395" formatCode="0_);[Red]\(0\)">
                  <c:v>721.01142857142804</c:v>
                </c:pt>
                <c:pt idx="5396" formatCode="0_);[Red]\(0\)">
                  <c:v>721.01142857142804</c:v>
                </c:pt>
                <c:pt idx="5397" formatCode="0_);[Red]\(0\)">
                  <c:v>721.01142857142804</c:v>
                </c:pt>
                <c:pt idx="5398" formatCode="0_);[Red]\(0\)">
                  <c:v>721.01142857142804</c:v>
                </c:pt>
                <c:pt idx="5399" formatCode="0_);[Red]\(0\)">
                  <c:v>525.97142857142808</c:v>
                </c:pt>
                <c:pt idx="5400" formatCode="0_);[Red]\(0\)">
                  <c:v>461.97142857142808</c:v>
                </c:pt>
                <c:pt idx="5401" formatCode="0_);[Red]\(0\)">
                  <c:v>461.97142857142808</c:v>
                </c:pt>
                <c:pt idx="5402" formatCode="0_);[Red]\(0\)">
                  <c:v>3064.2714285714283</c:v>
                </c:pt>
                <c:pt idx="5403" formatCode="0_);[Red]\(0\)">
                  <c:v>3064.2714285714283</c:v>
                </c:pt>
                <c:pt idx="5404" formatCode="0_);[Red]\(0\)">
                  <c:v>3064.2714285714283</c:v>
                </c:pt>
                <c:pt idx="5405" formatCode="0_);[Red]\(0\)">
                  <c:v>2800.2714285714283</c:v>
                </c:pt>
                <c:pt idx="5406" formatCode="0_);[Red]\(0\)">
                  <c:v>2767.4114285714286</c:v>
                </c:pt>
                <c:pt idx="5407" formatCode="0_);[Red]\(0\)">
                  <c:v>2767.4114285714286</c:v>
                </c:pt>
                <c:pt idx="5408" formatCode="0_);[Red]\(0\)">
                  <c:v>2767.4114285714286</c:v>
                </c:pt>
                <c:pt idx="5409" formatCode="0_);[Red]\(0\)">
                  <c:v>2767.4114285714286</c:v>
                </c:pt>
                <c:pt idx="5410" formatCode="0_);[Red]\(0\)">
                  <c:v>2767.4114285714286</c:v>
                </c:pt>
                <c:pt idx="5411" formatCode="0_);[Red]\(0\)">
                  <c:v>2767.4114285714286</c:v>
                </c:pt>
                <c:pt idx="5412" formatCode="0_);[Red]\(0\)">
                  <c:v>2703.4114285714286</c:v>
                </c:pt>
                <c:pt idx="5413" formatCode="0_);[Red]\(0\)">
                  <c:v>2528.511428571428</c:v>
                </c:pt>
                <c:pt idx="5414" formatCode="0_);[Red]\(0\)">
                  <c:v>2528.511428571428</c:v>
                </c:pt>
                <c:pt idx="5415" formatCode="0_);[Red]\(0\)">
                  <c:v>2528.511428571428</c:v>
                </c:pt>
                <c:pt idx="5416" formatCode="0_);[Red]\(0\)">
                  <c:v>2528.511428571428</c:v>
                </c:pt>
                <c:pt idx="5417" formatCode="0_);[Red]\(0\)">
                  <c:v>2496.511428571428</c:v>
                </c:pt>
                <c:pt idx="5418" formatCode="0_);[Red]\(0\)">
                  <c:v>2496.511428571428</c:v>
                </c:pt>
                <c:pt idx="5419" formatCode="0_);[Red]\(0\)">
                  <c:v>2496.511428571428</c:v>
                </c:pt>
                <c:pt idx="5420" formatCode="0_);[Red]\(0\)">
                  <c:v>1958.5314285714285</c:v>
                </c:pt>
                <c:pt idx="5421" formatCode="0_);[Red]\(0\)">
                  <c:v>1958.5314285714285</c:v>
                </c:pt>
                <c:pt idx="5422" formatCode="0_);[Red]\(0\)">
                  <c:v>2058.5314285714285</c:v>
                </c:pt>
                <c:pt idx="5423" formatCode="0_);[Red]\(0\)">
                  <c:v>2108.5314285714285</c:v>
                </c:pt>
                <c:pt idx="5424" formatCode="0_);[Red]\(0\)">
                  <c:v>2108.5314285714285</c:v>
                </c:pt>
                <c:pt idx="5425" formatCode="0_);[Red]\(0\)">
                  <c:v>2108.5314285714285</c:v>
                </c:pt>
                <c:pt idx="5426" formatCode="0_);[Red]\(0\)">
                  <c:v>2108.5314285714285</c:v>
                </c:pt>
                <c:pt idx="5427" formatCode="0_);[Red]\(0\)">
                  <c:v>2267.4714285714281</c:v>
                </c:pt>
                <c:pt idx="5428" formatCode="0_);[Red]\(0\)">
                  <c:v>2267.4714285714281</c:v>
                </c:pt>
                <c:pt idx="5429" formatCode="0_);[Red]\(0\)">
                  <c:v>2417.4714285714281</c:v>
                </c:pt>
                <c:pt idx="5430" formatCode="0_);[Red]\(0\)">
                  <c:v>2417.4714285714281</c:v>
                </c:pt>
                <c:pt idx="5431" formatCode="0_);[Red]\(0\)">
                  <c:v>2417.4714285714281</c:v>
                </c:pt>
                <c:pt idx="5432" formatCode="0_);[Red]\(0\)">
                  <c:v>2417.4714285714281</c:v>
                </c:pt>
                <c:pt idx="5433" formatCode="0_);[Red]\(0\)">
                  <c:v>2617.4714285714281</c:v>
                </c:pt>
                <c:pt idx="5434" formatCode="0_);[Red]\(0\)">
                  <c:v>2612.4714285714281</c:v>
                </c:pt>
                <c:pt idx="5435" formatCode="0_);[Red]\(0\)">
                  <c:v>2612.4714285714281</c:v>
                </c:pt>
                <c:pt idx="5436" formatCode="0_);[Red]\(0\)">
                  <c:v>3312.4714285714281</c:v>
                </c:pt>
                <c:pt idx="5437" formatCode="0_);[Red]\(0\)">
                  <c:v>3312.4714285714281</c:v>
                </c:pt>
                <c:pt idx="5438" formatCode="0_);[Red]\(0\)">
                  <c:v>3312.4714285714281</c:v>
                </c:pt>
                <c:pt idx="5439" formatCode="0_);[Red]\(0\)">
                  <c:v>3312.4714285714281</c:v>
                </c:pt>
                <c:pt idx="5440" formatCode="0_);[Red]\(0\)">
                  <c:v>3344.4714285714281</c:v>
                </c:pt>
                <c:pt idx="5441" formatCode="0_);[Red]\(0\)">
                  <c:v>3322.2114285714279</c:v>
                </c:pt>
                <c:pt idx="5442" formatCode="0_);[Red]\(0\)">
                  <c:v>3322.2114285714279</c:v>
                </c:pt>
                <c:pt idx="5443" formatCode="0_);[Red]\(0\)">
                  <c:v>3386.2114285714279</c:v>
                </c:pt>
                <c:pt idx="5444" formatCode="0_);[Red]\(0\)">
                  <c:v>3386.2114285714279</c:v>
                </c:pt>
                <c:pt idx="5445" formatCode="0_);[Red]\(0\)">
                  <c:v>3371.301428571428</c:v>
                </c:pt>
                <c:pt idx="5446" formatCode="0_);[Red]\(0\)">
                  <c:v>3371.301428571428</c:v>
                </c:pt>
                <c:pt idx="5447" formatCode="0_);[Red]\(0\)">
                  <c:v>3410.6514285714275</c:v>
                </c:pt>
                <c:pt idx="5448" formatCode="0_);[Red]\(0\)">
                  <c:v>3415.9014285714275</c:v>
                </c:pt>
                <c:pt idx="5449" formatCode="0_);[Red]\(0\)">
                  <c:v>4144.7514285714278</c:v>
                </c:pt>
                <c:pt idx="5450" formatCode="0_);[Red]\(0\)">
                  <c:v>4144.7514285714278</c:v>
                </c:pt>
                <c:pt idx="5451" formatCode="0_);[Red]\(0\)">
                  <c:v>4144.7514285714278</c:v>
                </c:pt>
                <c:pt idx="5452" formatCode="0_);[Red]\(0\)">
                  <c:v>4144.7514285714278</c:v>
                </c:pt>
                <c:pt idx="5453" formatCode="0_);[Red]\(0\)">
                  <c:v>4144.7514285714278</c:v>
                </c:pt>
                <c:pt idx="5454" formatCode="0_);[Red]\(0\)">
                  <c:v>4641.6014285714273</c:v>
                </c:pt>
                <c:pt idx="5455" formatCode="0_);[Red]\(0\)">
                  <c:v>4641.6014285714273</c:v>
                </c:pt>
                <c:pt idx="5456" formatCode="0_);[Red]\(0\)">
                  <c:v>4673.6014285714273</c:v>
                </c:pt>
                <c:pt idx="5457" formatCode="0_);[Red]\(0\)">
                  <c:v>5173.6014285714273</c:v>
                </c:pt>
                <c:pt idx="5458" formatCode="0_);[Red]\(0\)">
                  <c:v>5266.2514285714269</c:v>
                </c:pt>
                <c:pt idx="5459" formatCode="0_);[Red]\(0\)">
                  <c:v>5266.2514285714269</c:v>
                </c:pt>
                <c:pt idx="5460" formatCode="0_);[Red]\(0\)">
                  <c:v>5266.2514285714269</c:v>
                </c:pt>
                <c:pt idx="5461" formatCode="0_);[Red]\(0\)">
                  <c:v>5266.2514285714269</c:v>
                </c:pt>
                <c:pt idx="5462" formatCode="0_);[Red]\(0\)">
                  <c:v>5194.2914285714296</c:v>
                </c:pt>
                <c:pt idx="5463" formatCode="0_);[Red]\(0\)">
                  <c:v>5694.2914285714296</c:v>
                </c:pt>
                <c:pt idx="5464" formatCode="0_);[Red]\(0\)">
                  <c:v>5694.2914285714296</c:v>
                </c:pt>
                <c:pt idx="5465" formatCode="0_);[Red]\(0\)">
                  <c:v>5690.0914285714289</c:v>
                </c:pt>
                <c:pt idx="5466" formatCode="0_);[Red]\(0\)">
                  <c:v>5690.0914285714289</c:v>
                </c:pt>
                <c:pt idx="5467" formatCode="0_);[Red]\(0\)">
                  <c:v>5690.0914285714289</c:v>
                </c:pt>
                <c:pt idx="5468" formatCode="0_);[Red]\(0\)">
                  <c:v>5697.4414285714292</c:v>
                </c:pt>
                <c:pt idx="5469" formatCode="0_);[Red]\(0\)">
                  <c:v>5771.6414285714282</c:v>
                </c:pt>
                <c:pt idx="5470" formatCode="0_);[Red]\(0\)">
                  <c:v>5711.2914285714278</c:v>
                </c:pt>
                <c:pt idx="5471" formatCode="0_);[Red]\(0\)">
                  <c:v>5703.9414285714274</c:v>
                </c:pt>
                <c:pt idx="5472" formatCode="0_);[Red]\(0\)">
                  <c:v>5703.9414285714274</c:v>
                </c:pt>
                <c:pt idx="5473" formatCode="0_);[Red]\(0\)">
                  <c:v>6203.9414285714274</c:v>
                </c:pt>
                <c:pt idx="5474" formatCode="0_);[Red]\(0\)">
                  <c:v>6203.9414285714274</c:v>
                </c:pt>
                <c:pt idx="5475" formatCode="0_);[Red]\(0\)">
                  <c:v>6117.3914285714282</c:v>
                </c:pt>
                <c:pt idx="5476" formatCode="0_);[Red]\(0\)">
                  <c:v>5998.8414285714271</c:v>
                </c:pt>
                <c:pt idx="5477" formatCode="0_);[Red]\(0\)">
                  <c:v>5999.8914285714282</c:v>
                </c:pt>
                <c:pt idx="5478" formatCode="0_);[Red]\(0\)">
                  <c:v>5999.8914285714282</c:v>
                </c:pt>
                <c:pt idx="5479" formatCode="0_);[Red]\(0\)">
                  <c:v>5999.8914285714282</c:v>
                </c:pt>
                <c:pt idx="5480" formatCode="0_);[Red]\(0\)">
                  <c:v>5999.8914285714282</c:v>
                </c:pt>
                <c:pt idx="5481" formatCode="0_);[Red]\(0\)">
                  <c:v>5999.8914285714282</c:v>
                </c:pt>
                <c:pt idx="5482" formatCode="0_);[Red]\(0\)">
                  <c:v>5935.8914285714282</c:v>
                </c:pt>
                <c:pt idx="5483" formatCode="0_);[Red]\(0\)">
                  <c:v>6539.7714285714292</c:v>
                </c:pt>
                <c:pt idx="5484" formatCode="0_);[Red]\(0\)">
                  <c:v>6539.7714285714292</c:v>
                </c:pt>
                <c:pt idx="5485" formatCode="0_);[Red]\(0\)">
                  <c:v>6537.6714285714288</c:v>
                </c:pt>
                <c:pt idx="5486" formatCode="0_);[Red]\(0\)">
                  <c:v>6535.5714285714284</c:v>
                </c:pt>
                <c:pt idx="5487" formatCode="0_);[Red]\(0\)">
                  <c:v>6713.6514285714284</c:v>
                </c:pt>
                <c:pt idx="5488" formatCode="0_);[Red]\(0\)">
                  <c:v>6758.1714285714288</c:v>
                </c:pt>
                <c:pt idx="5489" formatCode="0_);[Red]\(0\)">
                  <c:v>7270.7714285714292</c:v>
                </c:pt>
                <c:pt idx="5490" formatCode="0_);[Red]\(0\)">
                  <c:v>7458.3914285714282</c:v>
                </c:pt>
                <c:pt idx="5491" formatCode="0_);[Red]\(0\)">
                  <c:v>7894.3914285714282</c:v>
                </c:pt>
                <c:pt idx="5492" formatCode="0_);[Red]\(0\)">
                  <c:v>7901.7414285714285</c:v>
                </c:pt>
                <c:pt idx="5493" formatCode="0_);[Red]\(0\)">
                  <c:v>7901.7414285714285</c:v>
                </c:pt>
                <c:pt idx="5494" formatCode="0_);[Red]\(0\)">
                  <c:v>7901.7414285714285</c:v>
                </c:pt>
                <c:pt idx="5495" formatCode="0_);[Red]\(0\)">
                  <c:v>7901.7414285714285</c:v>
                </c:pt>
                <c:pt idx="5496" formatCode="0_);[Red]\(0\)">
                  <c:v>7909.0914285714289</c:v>
                </c:pt>
                <c:pt idx="5497" formatCode="0_);[Red]\(0\)">
                  <c:v>7723.5914285714289</c:v>
                </c:pt>
                <c:pt idx="5498" formatCode="0_);[Red]\(0\)">
                  <c:v>7702.3914285714282</c:v>
                </c:pt>
                <c:pt idx="5499" formatCode="0_);[Red]\(0\)">
                  <c:v>7702.3914285714282</c:v>
                </c:pt>
                <c:pt idx="5500" formatCode="0_);[Red]\(0\)">
                  <c:v>7702.3914285714282</c:v>
                </c:pt>
                <c:pt idx="5501" formatCode="0_);[Red]\(0\)">
                  <c:v>7702.3914285714282</c:v>
                </c:pt>
                <c:pt idx="5502" formatCode="0_);[Red]\(0\)">
                  <c:v>7702.3914285714282</c:v>
                </c:pt>
                <c:pt idx="5503" formatCode="0_);[Red]\(0\)">
                  <c:v>7697.1414285714282</c:v>
                </c:pt>
                <c:pt idx="5504" formatCode="0_);[Red]\(0\)">
                  <c:v>7506.3414285714289</c:v>
                </c:pt>
                <c:pt idx="5505" formatCode="0_);[Red]\(0\)">
                  <c:v>7506.3414285714289</c:v>
                </c:pt>
                <c:pt idx="5506" formatCode="0_);[Red]\(0\)">
                  <c:v>7508.4414285714274</c:v>
                </c:pt>
                <c:pt idx="5507" formatCode="0_);[Red]\(0\)">
                  <c:v>7508.4414285714274</c:v>
                </c:pt>
                <c:pt idx="5508" formatCode="0_);[Red]\(0\)">
                  <c:v>7508.4414285714274</c:v>
                </c:pt>
                <c:pt idx="5509" formatCode="0_);[Red]\(0\)">
                  <c:v>7508.4414285714274</c:v>
                </c:pt>
                <c:pt idx="5510" formatCode="0_);[Red]\(0\)">
                  <c:v>7508.4414285714274</c:v>
                </c:pt>
                <c:pt idx="5511" formatCode="0_);[Red]\(0\)">
                  <c:v>7792.5214285714274</c:v>
                </c:pt>
                <c:pt idx="5512" formatCode="0_);[Red]\(0\)">
                  <c:v>7792.5214285714274</c:v>
                </c:pt>
                <c:pt idx="5513" formatCode="0_);[Red]\(0\)">
                  <c:v>7696.5214285714274</c:v>
                </c:pt>
                <c:pt idx="5514" formatCode="0_);[Red]\(0\)">
                  <c:v>7696.5214285714274</c:v>
                </c:pt>
                <c:pt idx="5515" formatCode="0_);[Red]\(0\)">
                  <c:v>7696.5214285714274</c:v>
                </c:pt>
                <c:pt idx="5516" formatCode="0_);[Red]\(0\)">
                  <c:v>7696.5214285714274</c:v>
                </c:pt>
                <c:pt idx="5517" formatCode="0_);[Red]\(0\)">
                  <c:v>7696.5214285714274</c:v>
                </c:pt>
                <c:pt idx="5518" formatCode="0_);[Red]\(0\)">
                  <c:v>7696.5214285714274</c:v>
                </c:pt>
                <c:pt idx="5519" formatCode="0_);[Red]\(0\)">
                  <c:v>7696.5214285714274</c:v>
                </c:pt>
                <c:pt idx="5520" formatCode="0_);[Red]\(0\)">
                  <c:v>7696.5214285714274</c:v>
                </c:pt>
                <c:pt idx="5521" formatCode="0_);[Red]\(0\)">
                  <c:v>7696.5214285714274</c:v>
                </c:pt>
                <c:pt idx="5522" formatCode="0_);[Red]\(0\)">
                  <c:v>7696.5214285714274</c:v>
                </c:pt>
                <c:pt idx="5523" formatCode="0_);[Red]\(0\)">
                  <c:v>7696.5214285714274</c:v>
                </c:pt>
                <c:pt idx="5524" formatCode="0_);[Red]\(0\)">
                  <c:v>7696.5214285714274</c:v>
                </c:pt>
                <c:pt idx="5525" formatCode="0_);[Red]\(0\)">
                  <c:v>7696.5214285714274</c:v>
                </c:pt>
                <c:pt idx="5526" formatCode="0_);[Red]\(0\)">
                  <c:v>7696.5214285714274</c:v>
                </c:pt>
                <c:pt idx="5527" formatCode="0_);[Red]\(0\)">
                  <c:v>7839.6214285714277</c:v>
                </c:pt>
                <c:pt idx="5528" formatCode="0_);[Red]\(0\)">
                  <c:v>7934.7114285714297</c:v>
                </c:pt>
                <c:pt idx="5529" formatCode="0_);[Red]\(0\)">
                  <c:v>7934.7114285714297</c:v>
                </c:pt>
                <c:pt idx="5530" formatCode="0_);[Red]\(0\)">
                  <c:v>7934.7114285714297</c:v>
                </c:pt>
                <c:pt idx="5531" formatCode="0_);[Red]\(0\)">
                  <c:v>8434.7114285714306</c:v>
                </c:pt>
                <c:pt idx="5532" formatCode="0_);[Red]\(0\)">
                  <c:v>8193.7314285714274</c:v>
                </c:pt>
                <c:pt idx="5533" formatCode="0_);[Red]\(0\)">
                  <c:v>8189.5314285714294</c:v>
                </c:pt>
                <c:pt idx="5534" formatCode="0_);[Red]\(0\)">
                  <c:v>8189.5314285714294</c:v>
                </c:pt>
                <c:pt idx="5535" formatCode="0_);[Red]\(0\)">
                  <c:v>8150.4714285714281</c:v>
                </c:pt>
                <c:pt idx="5536" formatCode="0_);[Red]\(0\)">
                  <c:v>8150.4714285714281</c:v>
                </c:pt>
                <c:pt idx="5537" formatCode="0_);[Red]\(0\)">
                  <c:v>8150.4714285714281</c:v>
                </c:pt>
                <c:pt idx="5538" formatCode="0_);[Red]\(0\)">
                  <c:v>8075.9714285714281</c:v>
                </c:pt>
                <c:pt idx="5539" formatCode="0_);[Red]\(0\)">
                  <c:v>7679.5614285714282</c:v>
                </c:pt>
                <c:pt idx="5540" formatCode="0_);[Red]\(0\)">
                  <c:v>8134.9614285714279</c:v>
                </c:pt>
                <c:pt idx="5541" formatCode="0_);[Red]\(0\)">
                  <c:v>8134.9614285714279</c:v>
                </c:pt>
                <c:pt idx="5542" formatCode="0_);[Red]\(0\)">
                  <c:v>8087.261428571429</c:v>
                </c:pt>
                <c:pt idx="5543" formatCode="0_);[Red]\(0\)">
                  <c:v>8087.261428571429</c:v>
                </c:pt>
                <c:pt idx="5544" formatCode="0_);[Red]\(0\)">
                  <c:v>8087.261428571429</c:v>
                </c:pt>
                <c:pt idx="5545" formatCode="0_);[Red]\(0\)">
                  <c:v>8053.6614285714286</c:v>
                </c:pt>
                <c:pt idx="5546" formatCode="0_);[Red]\(0\)">
                  <c:v>8009.1414285714282</c:v>
                </c:pt>
                <c:pt idx="5547" formatCode="0_);[Red]\(0\)">
                  <c:v>8482.6814285714281</c:v>
                </c:pt>
                <c:pt idx="5548" formatCode="0_);[Red]\(0\)">
                  <c:v>8482.6814285714281</c:v>
                </c:pt>
                <c:pt idx="5549" formatCode="0_);[Red]\(0\)">
                  <c:v>8482.6814285714281</c:v>
                </c:pt>
                <c:pt idx="5550" formatCode="0_);[Red]\(0\)">
                  <c:v>8482.6814285714281</c:v>
                </c:pt>
                <c:pt idx="5551" formatCode="0_);[Red]\(0\)">
                  <c:v>8482.6814285714281</c:v>
                </c:pt>
                <c:pt idx="5552" formatCode="0_);[Red]\(0\)">
                  <c:v>8485.8314285714296</c:v>
                </c:pt>
                <c:pt idx="5553" formatCode="0_);[Red]\(0\)">
                  <c:v>8485.8314285714296</c:v>
                </c:pt>
                <c:pt idx="5554" formatCode="0_);[Red]\(0\)">
                  <c:v>8486.8814285714288</c:v>
                </c:pt>
                <c:pt idx="5555" formatCode="0_);[Red]\(0\)">
                  <c:v>8522.0314285714303</c:v>
                </c:pt>
                <c:pt idx="5556" formatCode="0_);[Red]\(0\)">
                  <c:v>8522.0314285714303</c:v>
                </c:pt>
                <c:pt idx="5557" formatCode="0_);[Red]\(0\)">
                  <c:v>8522.0314285714303</c:v>
                </c:pt>
                <c:pt idx="5558" formatCode="0_);[Red]\(0\)">
                  <c:v>8522.0314285714303</c:v>
                </c:pt>
                <c:pt idx="5559" formatCode="0_);[Red]\(0\)">
                  <c:v>8522.0314285714303</c:v>
                </c:pt>
                <c:pt idx="5560" formatCode="0_);[Red]\(0\)">
                  <c:v>9582.8814285714288</c:v>
                </c:pt>
                <c:pt idx="5561" formatCode="0_);[Red]\(0\)">
                  <c:v>9582.8814285714288</c:v>
                </c:pt>
                <c:pt idx="5562" formatCode="0_);[Red]\(0\)">
                  <c:v>9630.0814285714296</c:v>
                </c:pt>
                <c:pt idx="5563" formatCode="0_);[Red]\(0\)">
                  <c:v>9630.0814285714296</c:v>
                </c:pt>
                <c:pt idx="5564" formatCode="0_);[Red]\(0\)">
                  <c:v>9630.0814285714296</c:v>
                </c:pt>
                <c:pt idx="5565" formatCode="0_);[Red]\(0\)">
                  <c:v>9630.0814285714296</c:v>
                </c:pt>
                <c:pt idx="5566" formatCode="0_);[Red]\(0\)">
                  <c:v>9640.5814285714296</c:v>
                </c:pt>
                <c:pt idx="5567" formatCode="0_);[Red]\(0\)">
                  <c:v>10066.781428571427</c:v>
                </c:pt>
                <c:pt idx="5568" formatCode="0_);[Red]\(0\)">
                  <c:v>9980.9214285714297</c:v>
                </c:pt>
                <c:pt idx="5569" formatCode="0_);[Red]\(0\)">
                  <c:v>10004.441428571427</c:v>
                </c:pt>
                <c:pt idx="5570" formatCode="0_);[Red]\(0\)">
                  <c:v>10002.341428571428</c:v>
                </c:pt>
                <c:pt idx="5571" formatCode="0_);[Red]\(0\)">
                  <c:v>10002.341428571428</c:v>
                </c:pt>
                <c:pt idx="5572" formatCode="0_);[Red]\(0\)">
                  <c:v>10002.341428571428</c:v>
                </c:pt>
                <c:pt idx="5573" formatCode="0_);[Red]\(0\)">
                  <c:v>10002.341428571428</c:v>
                </c:pt>
                <c:pt idx="5574" formatCode="0_);[Red]\(0\)">
                  <c:v>10134.841428571428</c:v>
                </c:pt>
                <c:pt idx="5575" formatCode="0_);[Red]\(0\)">
                  <c:v>10828.821428571428</c:v>
                </c:pt>
                <c:pt idx="5576" formatCode="0_);[Red]\(0\)">
                  <c:v>10828.821428571428</c:v>
                </c:pt>
                <c:pt idx="5577" formatCode="0_);[Red]\(0\)">
                  <c:v>10784.301428571427</c:v>
                </c:pt>
                <c:pt idx="5578" formatCode="0_);[Red]\(0\)">
                  <c:v>10784.301428571427</c:v>
                </c:pt>
                <c:pt idx="5579" formatCode="0_);[Red]\(0\)">
                  <c:v>10784.301428571427</c:v>
                </c:pt>
                <c:pt idx="5580" formatCode="0_);[Red]\(0\)">
                  <c:v>10590.151428571429</c:v>
                </c:pt>
                <c:pt idx="5581" formatCode="0_);[Red]\(0\)">
                  <c:v>10237.17142857143</c:v>
                </c:pt>
                <c:pt idx="5582" formatCode="0_);[Red]\(0\)">
                  <c:v>10743.471428571429</c:v>
                </c:pt>
                <c:pt idx="5583" formatCode="0_);[Red]\(0\)">
                  <c:v>11265.731428571427</c:v>
                </c:pt>
                <c:pt idx="5584" formatCode="0_);[Red]\(0\)">
                  <c:v>11276.331428571426</c:v>
                </c:pt>
                <c:pt idx="5585" formatCode="0_);[Red]\(0\)">
                  <c:v>11276.331428571426</c:v>
                </c:pt>
                <c:pt idx="5586" formatCode="0_);[Red]\(0\)">
                  <c:v>11276.331428571426</c:v>
                </c:pt>
                <c:pt idx="5587" formatCode="0_);[Red]\(0\)">
                  <c:v>11108.881428571429</c:v>
                </c:pt>
                <c:pt idx="5588" formatCode="0_);[Red]\(0\)">
                  <c:v>11160.681428571428</c:v>
                </c:pt>
                <c:pt idx="5589" formatCode="0_);[Red]\(0\)">
                  <c:v>13160.681428571428</c:v>
                </c:pt>
                <c:pt idx="5590" formatCode="0_);[Red]\(0\)">
                  <c:v>13160.681428571428</c:v>
                </c:pt>
                <c:pt idx="5591" formatCode="0_);[Red]\(0\)">
                  <c:v>13182.94142857143</c:v>
                </c:pt>
                <c:pt idx="5592" formatCode="0_);[Red]\(0\)">
                  <c:v>13182.94142857143</c:v>
                </c:pt>
                <c:pt idx="5593" formatCode="0_);[Red]\(0\)">
                  <c:v>13182.94142857143</c:v>
                </c:pt>
                <c:pt idx="5594" formatCode="0_);[Red]\(0\)">
                  <c:v>13179.501428571428</c:v>
                </c:pt>
                <c:pt idx="5595" formatCode="0_);[Red]\(0\)">
                  <c:v>13568.451428571429</c:v>
                </c:pt>
                <c:pt idx="5596" formatCode="0_);[Red]\(0\)">
                  <c:v>13555.85142857143</c:v>
                </c:pt>
                <c:pt idx="5597" formatCode="0_);[Red]\(0\)">
                  <c:v>14556.901428571429</c:v>
                </c:pt>
                <c:pt idx="5598" formatCode="0_);[Red]\(0\)">
                  <c:v>14556.901428571429</c:v>
                </c:pt>
                <c:pt idx="5599" formatCode="0_);[Red]\(0\)">
                  <c:v>14556.901428571429</c:v>
                </c:pt>
                <c:pt idx="5600" formatCode="0_);[Red]\(0\)">
                  <c:v>14556.901428571429</c:v>
                </c:pt>
                <c:pt idx="5601" formatCode="0_);[Red]\(0\)">
                  <c:v>14556.901428571429</c:v>
                </c:pt>
                <c:pt idx="5602" formatCode="0_);[Red]\(0\)">
                  <c:v>14556.901428571429</c:v>
                </c:pt>
                <c:pt idx="5603" formatCode="0_);[Red]\(0\)">
                  <c:v>14556.901428571429</c:v>
                </c:pt>
                <c:pt idx="5604" formatCode="0_);[Red]\(0\)">
                  <c:v>14569.501428571428</c:v>
                </c:pt>
                <c:pt idx="5605" formatCode="0_);[Red]\(0\)">
                  <c:v>16127.201428571429</c:v>
                </c:pt>
                <c:pt idx="5606" formatCode="0_);[Red]\(0\)">
                  <c:v>16127.201428571429</c:v>
                </c:pt>
                <c:pt idx="5607" formatCode="0_);[Red]\(0\)">
                  <c:v>16127.201428571429</c:v>
                </c:pt>
                <c:pt idx="5608" formatCode="0_);[Red]\(0\)">
                  <c:v>17169.621428571427</c:v>
                </c:pt>
                <c:pt idx="5609" formatCode="0_);[Red]\(0\)">
                  <c:v>17993.191428571427</c:v>
                </c:pt>
                <c:pt idx="5610" formatCode="0_);[Red]\(0\)">
                  <c:v>17990.041428571429</c:v>
                </c:pt>
                <c:pt idx="5611" formatCode="0_);[Red]\(0\)">
                  <c:v>17903.441428571427</c:v>
                </c:pt>
                <c:pt idx="5612" formatCode="0_);[Red]\(0\)">
                  <c:v>17854.091428571428</c:v>
                </c:pt>
                <c:pt idx="5613" formatCode="0_);[Red]\(0\)">
                  <c:v>17854.091428571428</c:v>
                </c:pt>
                <c:pt idx="5614" formatCode="0_);[Red]\(0\)">
                  <c:v>17854.091428571428</c:v>
                </c:pt>
                <c:pt idx="5615" formatCode="0_);[Red]\(0\)">
                  <c:v>17868.791428571429</c:v>
                </c:pt>
                <c:pt idx="5616" formatCode="0_);[Red]\(0\)">
                  <c:v>19839.141428571427</c:v>
                </c:pt>
                <c:pt idx="5617" formatCode="0_);[Red]\(0\)">
                  <c:v>19783.541428571429</c:v>
                </c:pt>
                <c:pt idx="5618" formatCode="0_);[Red]\(0\)">
                  <c:v>19544.341428571428</c:v>
                </c:pt>
                <c:pt idx="5619" formatCode="0_);[Red]\(0\)">
                  <c:v>19544.341428571428</c:v>
                </c:pt>
                <c:pt idx="5620" formatCode="0_);[Red]\(0\)">
                  <c:v>19544.341428571428</c:v>
                </c:pt>
                <c:pt idx="5621" formatCode="0_);[Red]\(0\)">
                  <c:v>19544.341428571428</c:v>
                </c:pt>
                <c:pt idx="5622" formatCode="0_);[Red]\(0\)">
                  <c:v>19576.891428571427</c:v>
                </c:pt>
                <c:pt idx="5623" formatCode="0_);[Red]\(0\)">
                  <c:v>19546.121428571427</c:v>
                </c:pt>
                <c:pt idx="5624" formatCode="0_);[Red]\(0\)">
                  <c:v>19501.60142857143</c:v>
                </c:pt>
                <c:pt idx="5625" formatCode="0_);[Red]\(0\)">
                  <c:v>19501.60142857143</c:v>
                </c:pt>
                <c:pt idx="5626" formatCode="0_);[Red]\(0\)">
                  <c:v>22422.141428571427</c:v>
                </c:pt>
                <c:pt idx="5627" formatCode="0_);[Red]\(0\)">
                  <c:v>22422.141428571427</c:v>
                </c:pt>
                <c:pt idx="5628" formatCode="0_);[Red]\(0\)">
                  <c:v>22422.141428571427</c:v>
                </c:pt>
                <c:pt idx="5629" formatCode="0_);[Red]\(0\)">
                  <c:v>22104.241428571426</c:v>
                </c:pt>
                <c:pt idx="5630" formatCode="0_);[Red]\(0\)">
                  <c:v>21833.961428571427</c:v>
                </c:pt>
                <c:pt idx="5631" formatCode="0_);[Red]\(0\)">
                  <c:v>21842.361428571425</c:v>
                </c:pt>
                <c:pt idx="5632" formatCode="0_);[Red]\(0\)">
                  <c:v>22342.361428571425</c:v>
                </c:pt>
                <c:pt idx="5633" formatCode="0_);[Red]\(0\)">
                  <c:v>22345.511428571426</c:v>
                </c:pt>
                <c:pt idx="5634" formatCode="0_);[Red]\(0\)">
                  <c:v>22345.511428571426</c:v>
                </c:pt>
                <c:pt idx="5635" formatCode="0_);[Red]\(0\)">
                  <c:v>22345.511428571426</c:v>
                </c:pt>
                <c:pt idx="5636" formatCode="0_);[Red]\(0\)">
                  <c:v>22506.561428571425</c:v>
                </c:pt>
                <c:pt idx="5637" formatCode="0_);[Red]\(0\)">
                  <c:v>22666.561428571425</c:v>
                </c:pt>
                <c:pt idx="5638" formatCode="0_);[Red]\(0\)">
                  <c:v>23223.941428571427</c:v>
                </c:pt>
                <c:pt idx="5639" formatCode="0_);[Red]\(0\)">
                  <c:v>23543.941428571427</c:v>
                </c:pt>
                <c:pt idx="5640" formatCode="0_);[Red]\(0\)">
                  <c:v>23543.941428571427</c:v>
                </c:pt>
                <c:pt idx="5641" formatCode="0_);[Red]\(0\)">
                  <c:v>23543.941428571427</c:v>
                </c:pt>
                <c:pt idx="5642" formatCode="0_);[Red]\(0\)">
                  <c:v>23543.941428571427</c:v>
                </c:pt>
                <c:pt idx="5643" formatCode="0_);[Red]\(0\)">
                  <c:v>23703.941428571427</c:v>
                </c:pt>
                <c:pt idx="5644" formatCode="0_);[Red]\(0\)">
                  <c:v>23997.371428571427</c:v>
                </c:pt>
                <c:pt idx="5645" formatCode="0_);[Red]\(0\)">
                  <c:v>24787.351428571426</c:v>
                </c:pt>
                <c:pt idx="5646" formatCode="0_);[Red]\(0\)">
                  <c:v>24786.301428571427</c:v>
                </c:pt>
                <c:pt idx="5647" formatCode="0_);[Red]\(0\)">
                  <c:v>24780.001428571428</c:v>
                </c:pt>
                <c:pt idx="5648" formatCode="0_);[Red]\(0\)">
                  <c:v>24780.001428571428</c:v>
                </c:pt>
                <c:pt idx="5649" formatCode="0_);[Red]\(0\)">
                  <c:v>24780.001428571428</c:v>
                </c:pt>
                <c:pt idx="5650" formatCode="0_);[Red]\(0\)">
                  <c:v>24917.531428571427</c:v>
                </c:pt>
                <c:pt idx="5651" formatCode="0_);[Red]\(0\)">
                  <c:v>25002.731428571427</c:v>
                </c:pt>
                <c:pt idx="5652" formatCode="0_);[Red]\(0\)">
                  <c:v>25004.831428571426</c:v>
                </c:pt>
                <c:pt idx="5653" formatCode="0_);[Red]\(0\)">
                  <c:v>24940.831428571426</c:v>
                </c:pt>
                <c:pt idx="5654" formatCode="0_);[Red]\(0\)">
                  <c:v>27118.911428571428</c:v>
                </c:pt>
                <c:pt idx="5655" formatCode="0_);[Red]\(0\)">
                  <c:v>27118.911428571428</c:v>
                </c:pt>
                <c:pt idx="5656" formatCode="0_);[Red]\(0\)">
                  <c:v>27118.911428571428</c:v>
                </c:pt>
                <c:pt idx="5657" formatCode="0_);[Red]\(0\)">
                  <c:v>27122.061428571429</c:v>
                </c:pt>
                <c:pt idx="5658" formatCode="0_);[Red]\(0\)">
                  <c:v>28177.181428571428</c:v>
                </c:pt>
                <c:pt idx="5659" formatCode="0_);[Red]\(0\)">
                  <c:v>28187.781428571427</c:v>
                </c:pt>
                <c:pt idx="5660" formatCode="0_);[Red]\(0\)">
                  <c:v>28187.781428571427</c:v>
                </c:pt>
                <c:pt idx="5661" formatCode="0_);[Red]\(0\)">
                  <c:v>28187.781428571427</c:v>
                </c:pt>
                <c:pt idx="5662" formatCode="0_);[Red]\(0\)">
                  <c:v>28187.781428571427</c:v>
                </c:pt>
                <c:pt idx="5663" formatCode="0_);[Red]\(0\)">
                  <c:v>28187.781428571427</c:v>
                </c:pt>
                <c:pt idx="5664" formatCode="0_);[Red]\(0\)">
                  <c:v>28123.311428571429</c:v>
                </c:pt>
                <c:pt idx="5665" formatCode="0_);[Red]\(0\)">
                  <c:v>27931.451428571429</c:v>
                </c:pt>
                <c:pt idx="5666" formatCode="0_);[Red]\(0\)">
                  <c:v>27931.451428571429</c:v>
                </c:pt>
                <c:pt idx="5667" formatCode="0_);[Red]\(0\)">
                  <c:v>28020.491428571429</c:v>
                </c:pt>
                <c:pt idx="5668" formatCode="0_);[Red]\(0\)">
                  <c:v>28026.791428571429</c:v>
                </c:pt>
                <c:pt idx="5669" formatCode="0_);[Red]\(0\)">
                  <c:v>28026.791428571429</c:v>
                </c:pt>
                <c:pt idx="5670" formatCode="0_);[Red]\(0\)">
                  <c:v>28026.791428571429</c:v>
                </c:pt>
                <c:pt idx="5671" formatCode="0_);[Red]\(0\)">
                  <c:v>28024.69142857143</c:v>
                </c:pt>
                <c:pt idx="5672" formatCode="0_);[Red]\(0\)">
                  <c:v>27873.37142857143</c:v>
                </c:pt>
                <c:pt idx="5673" formatCode="0_);[Red]\(0\)">
                  <c:v>27873.37142857143</c:v>
                </c:pt>
                <c:pt idx="5674" formatCode="0_);[Red]\(0\)">
                  <c:v>27703.631428571425</c:v>
                </c:pt>
                <c:pt idx="5675" formatCode="0_);[Red]\(0\)">
                  <c:v>26423.631428571429</c:v>
                </c:pt>
                <c:pt idx="5676" formatCode="0_);[Red]\(0\)">
                  <c:v>26423.631428571429</c:v>
                </c:pt>
                <c:pt idx="5677" formatCode="0_);[Red]\(0\)">
                  <c:v>26423.631428571429</c:v>
                </c:pt>
                <c:pt idx="5678" formatCode="0_);[Red]\(0\)">
                  <c:v>26102.58142857143</c:v>
                </c:pt>
                <c:pt idx="5679" formatCode="0_);[Red]\(0\)">
                  <c:v>25738.061428571429</c:v>
                </c:pt>
                <c:pt idx="5680" formatCode="0_);[Red]\(0\)">
                  <c:v>25738.061428571429</c:v>
                </c:pt>
                <c:pt idx="5681" formatCode="0_);[Red]\(0\)">
                  <c:v>25970.08142857143</c:v>
                </c:pt>
                <c:pt idx="5682" formatCode="0_);[Red]\(0\)">
                  <c:v>25970.08142857143</c:v>
                </c:pt>
                <c:pt idx="5683" formatCode="0_);[Red]\(0\)">
                  <c:v>25970.08142857143</c:v>
                </c:pt>
                <c:pt idx="5684" formatCode="0_);[Red]\(0\)">
                  <c:v>25970.08142857143</c:v>
                </c:pt>
                <c:pt idx="5685" formatCode="0_);[Red]\(0\)">
                  <c:v>26399.281428571427</c:v>
                </c:pt>
                <c:pt idx="5686" formatCode="0_);[Red]\(0\)">
                  <c:v>26494.771428571428</c:v>
                </c:pt>
                <c:pt idx="5687" formatCode="0_);[Red]\(0\)">
                  <c:v>26334.771428571428</c:v>
                </c:pt>
                <c:pt idx="5688" formatCode="0_);[Red]\(0\)">
                  <c:v>26654.771428571428</c:v>
                </c:pt>
                <c:pt idx="5689" formatCode="0_);[Red]\(0\)">
                  <c:v>26662.121428571427</c:v>
                </c:pt>
                <c:pt idx="5690" formatCode="0_);[Red]\(0\)">
                  <c:v>26662.121428571427</c:v>
                </c:pt>
                <c:pt idx="5691" formatCode="0_);[Red]\(0\)">
                  <c:v>26662.121428571427</c:v>
                </c:pt>
                <c:pt idx="5692" formatCode="0_);[Red]\(0\)">
                  <c:v>26500.021428571428</c:v>
                </c:pt>
                <c:pt idx="5693" formatCode="0_);[Red]\(0\)">
                  <c:v>27010.621428571427</c:v>
                </c:pt>
                <c:pt idx="5694" formatCode="0_);[Red]\(0\)">
                  <c:v>27183.321428571428</c:v>
                </c:pt>
                <c:pt idx="5695" formatCode="0_);[Red]\(0\)">
                  <c:v>27183.321428571428</c:v>
                </c:pt>
                <c:pt idx="5696" formatCode="0_);[Red]\(0\)">
                  <c:v>27183.321428571428</c:v>
                </c:pt>
                <c:pt idx="5697" formatCode="0_);[Red]\(0\)">
                  <c:v>27183.321428571428</c:v>
                </c:pt>
                <c:pt idx="5698" formatCode="0_);[Red]\(0\)">
                  <c:v>27183.321428571428</c:v>
                </c:pt>
                <c:pt idx="5699" formatCode="0_);[Red]\(0\)">
                  <c:v>27214.071428571428</c:v>
                </c:pt>
                <c:pt idx="5700" formatCode="0_);[Red]\(0\)">
                  <c:v>27316.431428571428</c:v>
                </c:pt>
                <c:pt idx="5701" formatCode="0_);[Red]\(0\)">
                  <c:v>27380.431428571428</c:v>
                </c:pt>
                <c:pt idx="5702" formatCode="0_);[Red]\(0\)">
                  <c:v>27379.381428571429</c:v>
                </c:pt>
                <c:pt idx="5703" formatCode="0_);[Red]\(0\)">
                  <c:v>27379.381428571429</c:v>
                </c:pt>
                <c:pt idx="5704" formatCode="0_);[Red]\(0\)">
                  <c:v>27379.381428571429</c:v>
                </c:pt>
                <c:pt idx="5705" formatCode="0_);[Red]\(0\)">
                  <c:v>27379.381428571429</c:v>
                </c:pt>
                <c:pt idx="5706" formatCode="0_);[Red]\(0\)">
                  <c:v>27472.231428571427</c:v>
                </c:pt>
                <c:pt idx="5707" formatCode="0_);[Red]\(0\)">
                  <c:v>27323.631428571425</c:v>
                </c:pt>
                <c:pt idx="5708" formatCode="0_);[Red]\(0\)">
                  <c:v>27323.631428571425</c:v>
                </c:pt>
                <c:pt idx="5709" formatCode="0_);[Red]\(0\)">
                  <c:v>27323.631428571425</c:v>
                </c:pt>
                <c:pt idx="5710" formatCode="0_);[Red]\(0\)">
                  <c:v>26980.981428571427</c:v>
                </c:pt>
                <c:pt idx="5711" formatCode="0_);[Red]\(0\)">
                  <c:v>26980.981428571427</c:v>
                </c:pt>
                <c:pt idx="5712" formatCode="0_);[Red]\(0\)">
                  <c:v>26980.981428571427</c:v>
                </c:pt>
                <c:pt idx="5713" formatCode="0_);[Red]\(0\)">
                  <c:v>26478.721428571429</c:v>
                </c:pt>
                <c:pt idx="5714" formatCode="0_);[Red]\(0\)">
                  <c:v>26142.76142857143</c:v>
                </c:pt>
                <c:pt idx="5715" formatCode="0_);[Red]\(0\)">
                  <c:v>25810.161428571428</c:v>
                </c:pt>
                <c:pt idx="5716" formatCode="0_);[Red]\(0\)">
                  <c:v>26368.541428571429</c:v>
                </c:pt>
                <c:pt idx="5717" formatCode="0_);[Red]\(0\)">
                  <c:v>26437.421428571426</c:v>
                </c:pt>
                <c:pt idx="5718" formatCode="0_);[Red]\(0\)">
                  <c:v>26437.421428571426</c:v>
                </c:pt>
                <c:pt idx="5719" formatCode="0_);[Red]\(0\)">
                  <c:v>26437.421428571426</c:v>
                </c:pt>
                <c:pt idx="5720" formatCode="0_);[Red]\(0\)">
                  <c:v>26462.83142857143</c:v>
                </c:pt>
                <c:pt idx="5721" formatCode="0_);[Red]\(0\)">
                  <c:v>26269.971428571429</c:v>
                </c:pt>
                <c:pt idx="5722" formatCode="0_);[Red]\(0\)">
                  <c:v>26445.771428571428</c:v>
                </c:pt>
                <c:pt idx="5723" formatCode="0_);[Red]\(0\)">
                  <c:v>26335.531428571427</c:v>
                </c:pt>
                <c:pt idx="5724" formatCode="0_);[Red]\(0\)">
                  <c:v>26830.281428571427</c:v>
                </c:pt>
                <c:pt idx="5725" formatCode="0_);[Red]\(0\)">
                  <c:v>26830.281428571427</c:v>
                </c:pt>
                <c:pt idx="5726" formatCode="0_);[Red]\(0\)">
                  <c:v>26830.281428571427</c:v>
                </c:pt>
                <c:pt idx="5727" formatCode="0_);[Red]\(0\)">
                  <c:v>27230.081428571426</c:v>
                </c:pt>
                <c:pt idx="5728" formatCode="0_);[Red]\(0\)">
                  <c:v>26946.721428571425</c:v>
                </c:pt>
                <c:pt idx="5729" formatCode="0_);[Red]\(0\)">
                  <c:v>26780.421428571426</c:v>
                </c:pt>
                <c:pt idx="5730" formatCode="0_);[Red]\(0\)">
                  <c:v>26300.421428571426</c:v>
                </c:pt>
                <c:pt idx="5731" formatCode="0_);[Red]\(0\)">
                  <c:v>25756.371428571427</c:v>
                </c:pt>
                <c:pt idx="5732" formatCode="0_);[Red]\(0\)">
                  <c:v>25756.371428571427</c:v>
                </c:pt>
                <c:pt idx="5733" formatCode="0_);[Red]\(0\)">
                  <c:v>25756.371428571427</c:v>
                </c:pt>
                <c:pt idx="5734" formatCode="0_);[Red]\(0\)">
                  <c:v>25088.651428571429</c:v>
                </c:pt>
                <c:pt idx="5735" formatCode="0_);[Red]\(0\)">
                  <c:v>26428.031428571427</c:v>
                </c:pt>
                <c:pt idx="5736" formatCode="0_);[Red]\(0\)">
                  <c:v>20332.131428571429</c:v>
                </c:pt>
                <c:pt idx="5737" formatCode="0_);[Red]\(0\)">
                  <c:v>20332.131428571429</c:v>
                </c:pt>
                <c:pt idx="5738" formatCode="0_);[Red]\(0\)">
                  <c:v>18431.091428571428</c:v>
                </c:pt>
                <c:pt idx="5739" formatCode="0_);[Red]\(0\)">
                  <c:v>18431.091428571428</c:v>
                </c:pt>
                <c:pt idx="5740" formatCode="0_);[Red]\(0\)">
                  <c:v>18431.091428571428</c:v>
                </c:pt>
                <c:pt idx="5741" formatCode="0_);[Red]\(0\)">
                  <c:v>22326.091428571428</c:v>
                </c:pt>
                <c:pt idx="5742" formatCode="0_);[Red]\(0\)">
                  <c:v>22326.091428571428</c:v>
                </c:pt>
                <c:pt idx="5743" formatCode="0_);[Red]\(0\)">
                  <c:v>22326.091428571428</c:v>
                </c:pt>
                <c:pt idx="5744" formatCode="0_);[Red]\(0\)">
                  <c:v>21589.391428571427</c:v>
                </c:pt>
                <c:pt idx="5745" formatCode="0_);[Red]\(0\)">
                  <c:v>21536.891428571427</c:v>
                </c:pt>
                <c:pt idx="5746" formatCode="0_);[Red]\(0\)">
                  <c:v>21536.891428571427</c:v>
                </c:pt>
                <c:pt idx="5747" formatCode="0_);[Red]\(0\)">
                  <c:v>29084.391428571427</c:v>
                </c:pt>
                <c:pt idx="5748" formatCode="0_);[Red]\(0\)">
                  <c:v>29084.391428571427</c:v>
                </c:pt>
                <c:pt idx="5749" formatCode="0_);[Red]\(0\)">
                  <c:v>29552.051428571431</c:v>
                </c:pt>
                <c:pt idx="5750" formatCode="0_);[Red]\(0\)">
                  <c:v>29552.051428571431</c:v>
                </c:pt>
                <c:pt idx="5751" formatCode="0_);[Red]\(0\)">
                  <c:v>29382.451428571425</c:v>
                </c:pt>
                <c:pt idx="5752" formatCode="0_);[Red]\(0\)">
                  <c:v>29382.451428571425</c:v>
                </c:pt>
                <c:pt idx="5753" formatCode="0_);[Red]\(0\)">
                  <c:v>29382.451428571425</c:v>
                </c:pt>
                <c:pt idx="5754" formatCode="0_);[Red]\(0\)">
                  <c:v>29382.451428571425</c:v>
                </c:pt>
                <c:pt idx="5755" formatCode="0_);[Red]\(0\)">
                  <c:v>29382.451428571425</c:v>
                </c:pt>
                <c:pt idx="5756" formatCode="0_);[Red]\(0\)">
                  <c:v>29382.451428571425</c:v>
                </c:pt>
                <c:pt idx="5757" formatCode="0_);[Red]\(0\)">
                  <c:v>29382.451428571425</c:v>
                </c:pt>
                <c:pt idx="5758" formatCode="0_);[Red]\(0\)">
                  <c:v>29382.451428571425</c:v>
                </c:pt>
                <c:pt idx="5759" formatCode="0_);[Red]\(0\)">
                  <c:v>38553.251428571428</c:v>
                </c:pt>
                <c:pt idx="5760" formatCode="0_);[Red]\(0\)">
                  <c:v>38811.301428571423</c:v>
                </c:pt>
                <c:pt idx="5761" formatCode="0_);[Red]\(0\)">
                  <c:v>38811.301428571423</c:v>
                </c:pt>
                <c:pt idx="5762" formatCode="0_);[Red]\(0\)">
                  <c:v>39957.951428571425</c:v>
                </c:pt>
                <c:pt idx="5763" formatCode="0_);[Red]\(0\)">
                  <c:v>39741.651428571429</c:v>
                </c:pt>
                <c:pt idx="5764" formatCode="0_);[Red]\(0\)">
                  <c:v>43509.151428571429</c:v>
                </c:pt>
                <c:pt idx="5765" formatCode="0_);[Red]\(0\)">
                  <c:v>43509.151428571429</c:v>
                </c:pt>
                <c:pt idx="5766" formatCode="0_);[Red]\(0\)">
                  <c:v>43614.151428571429</c:v>
                </c:pt>
                <c:pt idx="5767" formatCode="0_);[Red]\(0\)">
                  <c:v>43614.151428571429</c:v>
                </c:pt>
                <c:pt idx="5768" formatCode="0_);[Red]\(0\)">
                  <c:v>43614.151428571429</c:v>
                </c:pt>
                <c:pt idx="5769" formatCode="0_);[Red]\(0\)">
                  <c:v>46814.151428571429</c:v>
                </c:pt>
                <c:pt idx="5770" formatCode="0_);[Red]\(0\)">
                  <c:v>49459.211428571427</c:v>
                </c:pt>
                <c:pt idx="5771" formatCode="0_);[Red]\(0\)">
                  <c:v>49654.131428571425</c:v>
                </c:pt>
                <c:pt idx="5772" formatCode="0_);[Red]\(0\)">
                  <c:v>48054.131428571425</c:v>
                </c:pt>
                <c:pt idx="5773" formatCode="0_);[Red]\(0\)">
                  <c:v>48054.131428571425</c:v>
                </c:pt>
                <c:pt idx="5774" formatCode="0_);[Red]\(0\)">
                  <c:v>48054.131428571425</c:v>
                </c:pt>
                <c:pt idx="5775" formatCode="0_);[Red]\(0\)">
                  <c:v>48054.131428571425</c:v>
                </c:pt>
                <c:pt idx="5776" formatCode="0_);[Red]\(0\)">
                  <c:v>48054.131428571425</c:v>
                </c:pt>
                <c:pt idx="5777" formatCode="0_);[Red]\(0\)">
                  <c:v>48054.131428571425</c:v>
                </c:pt>
                <c:pt idx="5778" formatCode="0_);[Red]\(0\)">
                  <c:v>48313.83142857143</c:v>
                </c:pt>
                <c:pt idx="5779" formatCode="0_);[Red]\(0\)">
                  <c:v>48953.83142857143</c:v>
                </c:pt>
                <c:pt idx="5780" formatCode="0_);[Red]\(0\)">
                  <c:v>49273.83142857143</c:v>
                </c:pt>
                <c:pt idx="5781" formatCode="0_);[Red]\(0\)">
                  <c:v>44583.83142857143</c:v>
                </c:pt>
                <c:pt idx="5782" formatCode="0_);[Red]\(0\)">
                  <c:v>44583.83142857143</c:v>
                </c:pt>
                <c:pt idx="5783" formatCode="0_);[Red]\(0\)">
                  <c:v>45276.33142857143</c:v>
                </c:pt>
                <c:pt idx="5784" formatCode="0_);[Red]\(0\)">
                  <c:v>48167.291428571429</c:v>
                </c:pt>
                <c:pt idx="5785" formatCode="0_);[Red]\(0\)">
                  <c:v>48967.291428571429</c:v>
                </c:pt>
                <c:pt idx="5786" formatCode="0_);[Red]\(0\)">
                  <c:v>48967.291428571429</c:v>
                </c:pt>
                <c:pt idx="5787" formatCode="0_);[Red]\(0\)">
                  <c:v>48967.291428571429</c:v>
                </c:pt>
                <c:pt idx="5788" formatCode="0_);[Red]\(0\)">
                  <c:v>48967.291428571429</c:v>
                </c:pt>
                <c:pt idx="5789" formatCode="0_);[Red]\(0\)">
                  <c:v>48967.291428571429</c:v>
                </c:pt>
                <c:pt idx="5790" formatCode="0_);[Red]\(0\)">
                  <c:v>50087.291428571429</c:v>
                </c:pt>
                <c:pt idx="5791" formatCode="0_);[Red]\(0\)">
                  <c:v>50642.731428571431</c:v>
                </c:pt>
                <c:pt idx="5792" formatCode="0_);[Red]\(0\)">
                  <c:v>50082.731428571431</c:v>
                </c:pt>
                <c:pt idx="5793" formatCode="0_);[Red]\(0\)">
                  <c:v>50135.231428571431</c:v>
                </c:pt>
                <c:pt idx="5794" formatCode="0_);[Red]\(0\)">
                  <c:v>51456.231428571431</c:v>
                </c:pt>
                <c:pt idx="5795" formatCode="0_);[Red]\(0\)">
                  <c:v>51456.231428571431</c:v>
                </c:pt>
                <c:pt idx="5796" formatCode="0_);[Red]\(0\)">
                  <c:v>51456.231428571431</c:v>
                </c:pt>
                <c:pt idx="5797" formatCode="0_);[Red]\(0\)">
                  <c:v>51456.231428571431</c:v>
                </c:pt>
                <c:pt idx="5798" formatCode="0_);[Red]\(0\)">
                  <c:v>52048.471428571429</c:v>
                </c:pt>
                <c:pt idx="5799" formatCode="0_);[Red]\(0\)">
                  <c:v>52854.811428571425</c:v>
                </c:pt>
                <c:pt idx="5800" formatCode="0_);[Red]\(0\)">
                  <c:v>52907.311428571425</c:v>
                </c:pt>
                <c:pt idx="5801" formatCode="0_);[Red]\(0\)">
                  <c:v>52907.311428571425</c:v>
                </c:pt>
                <c:pt idx="5802" formatCode="0_);[Red]\(0\)">
                  <c:v>52907.311428571425</c:v>
                </c:pt>
                <c:pt idx="5803" formatCode="0_);[Red]\(0\)">
                  <c:v>52907.311428571425</c:v>
                </c:pt>
                <c:pt idx="5804" formatCode="0_);[Red]\(0\)">
                  <c:v>53907.311428571425</c:v>
                </c:pt>
                <c:pt idx="5805" formatCode="0_);[Red]\(0\)">
                  <c:v>52876.051428571431</c:v>
                </c:pt>
                <c:pt idx="5806" formatCode="0_);[Red]\(0\)">
                  <c:v>52876.051428571431</c:v>
                </c:pt>
                <c:pt idx="5807" formatCode="0_);[Red]\(0\)">
                  <c:v>52716.051428571431</c:v>
                </c:pt>
                <c:pt idx="5808" formatCode="0_);[Red]\(0\)">
                  <c:v>53216.051428571431</c:v>
                </c:pt>
                <c:pt idx="5809" formatCode="0_);[Red]\(0\)">
                  <c:v>53216.051428571431</c:v>
                </c:pt>
                <c:pt idx="5810" formatCode="0_);[Red]\(0\)">
                  <c:v>53216.051428571431</c:v>
                </c:pt>
                <c:pt idx="5811" formatCode="0_);[Red]\(0\)">
                  <c:v>52896.051428571431</c:v>
                </c:pt>
                <c:pt idx="5812" formatCode="0_);[Red]\(0\)">
                  <c:v>52681.931428571428</c:v>
                </c:pt>
                <c:pt idx="5813" formatCode="0_);[Red]\(0\)">
                  <c:v>52734.431428571428</c:v>
                </c:pt>
                <c:pt idx="5814" formatCode="0_);[Red]\(0\)">
                  <c:v>52574.431428571428</c:v>
                </c:pt>
                <c:pt idx="5815" formatCode="0_);[Red]\(0\)">
                  <c:v>52574.431428571428</c:v>
                </c:pt>
                <c:pt idx="5816" formatCode="0_);[Red]\(0\)">
                  <c:v>52525.671428571426</c:v>
                </c:pt>
                <c:pt idx="5817" formatCode="0_);[Red]\(0\)">
                  <c:v>52525.671428571426</c:v>
                </c:pt>
                <c:pt idx="5818" formatCode="0_);[Red]\(0\)">
                  <c:v>52045.671428571426</c:v>
                </c:pt>
                <c:pt idx="5819" formatCode="0_);[Red]\(0\)">
                  <c:v>52155.971428571429</c:v>
                </c:pt>
                <c:pt idx="5820" formatCode="0_);[Red]\(0\)">
                  <c:v>51835.971428571429</c:v>
                </c:pt>
                <c:pt idx="5821" formatCode="0_);[Red]\(0\)">
                  <c:v>51675.971428571429</c:v>
                </c:pt>
                <c:pt idx="5822" formatCode="0_);[Red]\(0\)">
                  <c:v>51515.971428571429</c:v>
                </c:pt>
                <c:pt idx="5823" formatCode="0_);[Red]\(0\)">
                  <c:v>51515.971428571429</c:v>
                </c:pt>
                <c:pt idx="5824" formatCode="0_);[Red]\(0\)">
                  <c:v>51515.971428571429</c:v>
                </c:pt>
                <c:pt idx="5825" formatCode="0_);[Red]\(0\)">
                  <c:v>50995.971428571429</c:v>
                </c:pt>
                <c:pt idx="5826" formatCode="0_);[Red]\(0\)">
                  <c:v>51209.091428571424</c:v>
                </c:pt>
                <c:pt idx="5827" formatCode="0_);[Red]\(0\)">
                  <c:v>50949.091428571424</c:v>
                </c:pt>
                <c:pt idx="5828" formatCode="0_);[Red]\(0\)">
                  <c:v>50949.091428571424</c:v>
                </c:pt>
                <c:pt idx="5829" formatCode="0_);[Red]\(0\)">
                  <c:v>51269.091428571424</c:v>
                </c:pt>
                <c:pt idx="5830" formatCode="0_);[Red]\(0\)">
                  <c:v>51269.091428571424</c:v>
                </c:pt>
                <c:pt idx="5831" formatCode="0_);[Red]\(0\)">
                  <c:v>51269.091428571424</c:v>
                </c:pt>
                <c:pt idx="5832" formatCode="0_);[Red]\(0\)">
                  <c:v>51269.091428571424</c:v>
                </c:pt>
                <c:pt idx="5833" formatCode="0_);[Red]\(0\)">
                  <c:v>51262.671428571426</c:v>
                </c:pt>
                <c:pt idx="5834" formatCode="0_);[Red]\(0\)">
                  <c:v>51262.671428571426</c:v>
                </c:pt>
                <c:pt idx="5835" formatCode="0_);[Red]\(0\)">
                  <c:v>51262.671428571426</c:v>
                </c:pt>
                <c:pt idx="5836" formatCode="0_);[Red]\(0\)">
                  <c:v>51162.671428571426</c:v>
                </c:pt>
                <c:pt idx="5837" formatCode="0_);[Red]\(0\)">
                  <c:v>51162.671428571426</c:v>
                </c:pt>
                <c:pt idx="5838" formatCode="0_);[Red]\(0\)">
                  <c:v>51162.671428571426</c:v>
                </c:pt>
                <c:pt idx="5839" formatCode="0_);[Red]\(0\)">
                  <c:v>51640.171428571426</c:v>
                </c:pt>
                <c:pt idx="5840" formatCode="0_);[Red]\(0\)">
                  <c:v>51661.171428571426</c:v>
                </c:pt>
                <c:pt idx="5841" formatCode="0_);[Red]\(0\)">
                  <c:v>52301.171428571426</c:v>
                </c:pt>
                <c:pt idx="5842" formatCode="0_);[Red]\(0\)">
                  <c:v>52461.171428571426</c:v>
                </c:pt>
                <c:pt idx="5843" formatCode="0_);[Red]\(0\)">
                  <c:v>52549.151428571429</c:v>
                </c:pt>
                <c:pt idx="5844" formatCode="0_);[Red]\(0\)">
                  <c:v>52549.151428571429</c:v>
                </c:pt>
                <c:pt idx="5845" formatCode="0_);[Red]\(0\)">
                  <c:v>52549.151428571429</c:v>
                </c:pt>
                <c:pt idx="5846" formatCode="0_);[Red]\(0\)">
                  <c:v>52549.151428571429</c:v>
                </c:pt>
                <c:pt idx="5847" formatCode="0_);[Red]\(0\)">
                  <c:v>52869.151428571429</c:v>
                </c:pt>
                <c:pt idx="5848" formatCode="0_);[Red]\(0\)">
                  <c:v>52957.071428571428</c:v>
                </c:pt>
                <c:pt idx="5849" formatCode="0_);[Red]\(0\)">
                  <c:v>53277.071428571428</c:v>
                </c:pt>
                <c:pt idx="5850" formatCode="0_);[Red]\(0\)">
                  <c:v>53437.071428571428</c:v>
                </c:pt>
                <c:pt idx="5851" formatCode="0_);[Red]\(0\)">
                  <c:v>53437.071428571428</c:v>
                </c:pt>
                <c:pt idx="5852" formatCode="0_);[Red]\(0\)">
                  <c:v>53437.071428571428</c:v>
                </c:pt>
                <c:pt idx="5853" formatCode="0_);[Red]\(0\)">
                  <c:v>54057.071428571428</c:v>
                </c:pt>
                <c:pt idx="5854" formatCode="0_);[Red]\(0\)">
                  <c:v>54697.071428571428</c:v>
                </c:pt>
                <c:pt idx="5855" formatCode="0_);[Red]\(0\)">
                  <c:v>55177.071428571428</c:v>
                </c:pt>
                <c:pt idx="5856" formatCode="0_);[Red]\(0\)">
                  <c:v>55337.071428571428</c:v>
                </c:pt>
                <c:pt idx="5857" formatCode="0_);[Red]\(0\)">
                  <c:v>52177.071428571428</c:v>
                </c:pt>
                <c:pt idx="5858" formatCode="0_);[Red]\(0\)">
                  <c:v>52177.071428571428</c:v>
                </c:pt>
                <c:pt idx="5859" formatCode="0_);[Red]\(0\)">
                  <c:v>52177.071428571428</c:v>
                </c:pt>
                <c:pt idx="5860" formatCode="0_);[Red]\(0\)">
                  <c:v>52017.071428571428</c:v>
                </c:pt>
                <c:pt idx="5861" formatCode="0_);[Red]\(0\)">
                  <c:v>51587.891428571427</c:v>
                </c:pt>
                <c:pt idx="5862" formatCode="0_);[Red]\(0\)">
                  <c:v>51587.891428571427</c:v>
                </c:pt>
                <c:pt idx="5863" formatCode="0_);[Red]\(0\)">
                  <c:v>50087.891428571427</c:v>
                </c:pt>
                <c:pt idx="5864" formatCode="0_);[Red]\(0\)">
                  <c:v>49987.891428571427</c:v>
                </c:pt>
                <c:pt idx="5865" formatCode="0_);[Red]\(0\)">
                  <c:v>49987.891428571427</c:v>
                </c:pt>
                <c:pt idx="5866" formatCode="0_);[Red]\(0\)">
                  <c:v>49987.891428571427</c:v>
                </c:pt>
                <c:pt idx="5867" formatCode="0_);[Red]\(0\)">
                  <c:v>49987.891428571427</c:v>
                </c:pt>
                <c:pt idx="5868" formatCode="0_);[Red]\(0\)">
                  <c:v>50053.611428571428</c:v>
                </c:pt>
                <c:pt idx="5869" formatCode="0_);[Red]\(0\)">
                  <c:v>50053.611428571428</c:v>
                </c:pt>
                <c:pt idx="5870" formatCode="0_);[Red]\(0\)">
                  <c:v>50213.611428571428</c:v>
                </c:pt>
                <c:pt idx="5871" formatCode="0_);[Red]\(0\)">
                  <c:v>50213.611428571428</c:v>
                </c:pt>
                <c:pt idx="5872" formatCode="0_);[Red]\(0\)">
                  <c:v>50213.611428571428</c:v>
                </c:pt>
                <c:pt idx="5873" formatCode="0_);[Red]\(0\)">
                  <c:v>50213.611428571428</c:v>
                </c:pt>
                <c:pt idx="5874" formatCode="0_);[Red]\(0\)">
                  <c:v>50213.611428571428</c:v>
                </c:pt>
                <c:pt idx="5875" formatCode="0_);[Red]\(0\)">
                  <c:v>50213.611428571428</c:v>
                </c:pt>
                <c:pt idx="5876" formatCode="0_);[Red]\(0\)">
                  <c:v>50213.611428571428</c:v>
                </c:pt>
                <c:pt idx="5877" formatCode="0_);[Red]\(0\)">
                  <c:v>50213.611428571428</c:v>
                </c:pt>
                <c:pt idx="5878" formatCode="0_);[Red]\(0\)">
                  <c:v>50213.611428571428</c:v>
                </c:pt>
                <c:pt idx="5879" formatCode="0_);[Red]\(0\)">
                  <c:v>50213.611428571428</c:v>
                </c:pt>
                <c:pt idx="5880" formatCode="0_);[Red]\(0\)">
                  <c:v>50266.111428571428</c:v>
                </c:pt>
                <c:pt idx="5881" formatCode="0_);[Red]\(0\)">
                  <c:v>50066.111428571428</c:v>
                </c:pt>
                <c:pt idx="5882" formatCode="0_);[Red]\(0\)">
                  <c:v>50388.431428571428</c:v>
                </c:pt>
                <c:pt idx="5883" formatCode="0_);[Red]\(0\)">
                  <c:v>50388.431428571428</c:v>
                </c:pt>
                <c:pt idx="5884" formatCode="0_);[Red]\(0\)">
                  <c:v>50368.481428571431</c:v>
                </c:pt>
                <c:pt idx="5885" formatCode="0_);[Red]\(0\)">
                  <c:v>50368.481428571431</c:v>
                </c:pt>
                <c:pt idx="5886" formatCode="0_);[Red]\(0\)">
                  <c:v>50368.481428571431</c:v>
                </c:pt>
                <c:pt idx="5887" formatCode="0_);[Red]\(0\)">
                  <c:v>50368.481428571431</c:v>
                </c:pt>
                <c:pt idx="5888" formatCode="0_);[Red]\(0\)">
                  <c:v>50208.481428571431</c:v>
                </c:pt>
                <c:pt idx="5889" formatCode="0_);[Red]\(0\)">
                  <c:v>49915.981428571431</c:v>
                </c:pt>
                <c:pt idx="5890" formatCode="0_);[Red]\(0\)">
                  <c:v>49915.981428571431</c:v>
                </c:pt>
                <c:pt idx="5891" formatCode="0_);[Red]\(0\)">
                  <c:v>49780.131428571432</c:v>
                </c:pt>
                <c:pt idx="5892" formatCode="0_);[Red]\(0\)">
                  <c:v>49780.131428571432</c:v>
                </c:pt>
                <c:pt idx="5893" formatCode="0_);[Red]\(0\)">
                  <c:v>49780.131428571432</c:v>
                </c:pt>
                <c:pt idx="5894" formatCode="0_);[Red]\(0\)">
                  <c:v>49780.131428571432</c:v>
                </c:pt>
                <c:pt idx="5895" formatCode="0_);[Red]\(0\)">
                  <c:v>49669.631428571432</c:v>
                </c:pt>
                <c:pt idx="5896" formatCode="0_);[Red]\(0\)">
                  <c:v>49009.37142857143</c:v>
                </c:pt>
                <c:pt idx="5897" formatCode="0_);[Red]\(0\)">
                  <c:v>48365.171428571426</c:v>
                </c:pt>
                <c:pt idx="5898" formatCode="0_);[Red]\(0\)">
                  <c:v>48045.171428571426</c:v>
                </c:pt>
                <c:pt idx="5899" formatCode="0_);[Red]\(0\)">
                  <c:v>47723.071428571428</c:v>
                </c:pt>
                <c:pt idx="5900" formatCode="0_);[Red]\(0\)">
                  <c:v>47723.071428571428</c:v>
                </c:pt>
                <c:pt idx="5901" formatCode="0_);[Red]\(0\)">
                  <c:v>47723.071428571428</c:v>
                </c:pt>
                <c:pt idx="5902" formatCode="0_);[Red]\(0\)">
                  <c:v>47716.771428571425</c:v>
                </c:pt>
                <c:pt idx="5903" formatCode="0_);[Red]\(0\)">
                  <c:v>44554.26142857143</c:v>
                </c:pt>
                <c:pt idx="5904" formatCode="0_);[Red]\(0\)">
                  <c:v>44516.461428571427</c:v>
                </c:pt>
                <c:pt idx="5905" formatCode="0_);[Red]\(0\)">
                  <c:v>44496.51142857143</c:v>
                </c:pt>
                <c:pt idx="5906" formatCode="0_);[Red]\(0\)">
                  <c:v>44795.51142857143</c:v>
                </c:pt>
                <c:pt idx="5907" formatCode="0_);[Red]\(0\)">
                  <c:v>44795.51142857143</c:v>
                </c:pt>
                <c:pt idx="5908" formatCode="0_);[Red]\(0\)">
                  <c:v>44795.51142857143</c:v>
                </c:pt>
                <c:pt idx="5909" formatCode="0_);[Red]\(0\)">
                  <c:v>44778.711428571427</c:v>
                </c:pt>
                <c:pt idx="5910" formatCode="0_);[Red]\(0\)">
                  <c:v>42126.421428571426</c:v>
                </c:pt>
                <c:pt idx="5911" formatCode="0_);[Red]\(0\)">
                  <c:v>42106.471428571429</c:v>
                </c:pt>
                <c:pt idx="5912" formatCode="0_);[Red]\(0\)">
                  <c:v>42327.521428571425</c:v>
                </c:pt>
                <c:pt idx="5913" formatCode="0_);[Red]\(0\)">
                  <c:v>42487.521428571425</c:v>
                </c:pt>
                <c:pt idx="5914" formatCode="0_);[Red]\(0\)">
                  <c:v>42487.521428571425</c:v>
                </c:pt>
                <c:pt idx="5915" formatCode="0_);[Red]\(0\)">
                  <c:v>42487.521428571425</c:v>
                </c:pt>
                <c:pt idx="5916" formatCode="0_);[Red]\(0\)">
                  <c:v>42818.021428571425</c:v>
                </c:pt>
                <c:pt idx="5917" formatCode="0_);[Red]\(0\)">
                  <c:v>40982.221428571429</c:v>
                </c:pt>
                <c:pt idx="5918" formatCode="0_);[Red]\(0\)">
                  <c:v>41151.671428571426</c:v>
                </c:pt>
                <c:pt idx="5919" formatCode="0_);[Red]\(0\)">
                  <c:v>37055.671428571426</c:v>
                </c:pt>
                <c:pt idx="5920" formatCode="0_);[Red]\(0\)">
                  <c:v>36830.621428571423</c:v>
                </c:pt>
                <c:pt idx="5921" formatCode="0_);[Red]\(0\)">
                  <c:v>36830.621428571423</c:v>
                </c:pt>
                <c:pt idx="5922" formatCode="0_);[Red]\(0\)">
                  <c:v>36830.621428571423</c:v>
                </c:pt>
                <c:pt idx="5923" formatCode="0_);[Red]\(0\)">
                  <c:v>36677.971428571429</c:v>
                </c:pt>
                <c:pt idx="5924" formatCode="0_);[Red]\(0\)">
                  <c:v>36193.771428571425</c:v>
                </c:pt>
                <c:pt idx="5925" formatCode="0_);[Red]\(0\)">
                  <c:v>35873.771428571425</c:v>
                </c:pt>
                <c:pt idx="5926" formatCode="0_);[Red]\(0\)">
                  <c:v>35707.471428571429</c:v>
                </c:pt>
                <c:pt idx="5927" formatCode="0_);[Red]\(0\)">
                  <c:v>35707.471428571429</c:v>
                </c:pt>
                <c:pt idx="5928" formatCode="0_);[Red]\(0\)">
                  <c:v>35707.471428571429</c:v>
                </c:pt>
                <c:pt idx="5929" formatCode="0_);[Red]\(0\)">
                  <c:v>35707.471428571429</c:v>
                </c:pt>
                <c:pt idx="5930" formatCode="0_);[Red]\(0\)">
                  <c:v>35543.271428571425</c:v>
                </c:pt>
                <c:pt idx="5931" formatCode="0_);[Red]\(0\)">
                  <c:v>35224.201428571425</c:v>
                </c:pt>
                <c:pt idx="5932" formatCode="0_);[Red]\(0\)">
                  <c:v>35531.601428571426</c:v>
                </c:pt>
                <c:pt idx="5933" formatCode="0_);[Red]\(0\)">
                  <c:v>35531.601428571426</c:v>
                </c:pt>
                <c:pt idx="5934" formatCode="0_);[Red]\(0\)">
                  <c:v>34191.601428571426</c:v>
                </c:pt>
                <c:pt idx="5935" formatCode="0_);[Red]\(0\)">
                  <c:v>34491.601428571426</c:v>
                </c:pt>
                <c:pt idx="5936" formatCode="0_);[Red]\(0\)">
                  <c:v>34491.601428571426</c:v>
                </c:pt>
                <c:pt idx="5937" formatCode="0_);[Red]\(0\)">
                  <c:v>34491.601428571426</c:v>
                </c:pt>
                <c:pt idx="5938" formatCode="0_);[Red]\(0\)">
                  <c:v>34491.601428571426</c:v>
                </c:pt>
                <c:pt idx="5939" formatCode="0_);[Red]\(0\)">
                  <c:v>34811.601428571426</c:v>
                </c:pt>
                <c:pt idx="5940" formatCode="0_);[Red]\(0\)">
                  <c:v>35103.041428571429</c:v>
                </c:pt>
                <c:pt idx="5941" formatCode="0_);[Red]\(0\)">
                  <c:v>35121.94142857143</c:v>
                </c:pt>
                <c:pt idx="5942" formatCode="0_);[Red]\(0\)">
                  <c:v>35121.94142857143</c:v>
                </c:pt>
                <c:pt idx="5943" formatCode="0_);[Red]\(0\)">
                  <c:v>35121.94142857143</c:v>
                </c:pt>
                <c:pt idx="5944" formatCode="0_);[Red]\(0\)">
                  <c:v>34819.791428571429</c:v>
                </c:pt>
                <c:pt idx="5945" formatCode="0_);[Red]\(0\)">
                  <c:v>35142.051428571423</c:v>
                </c:pt>
                <c:pt idx="5946" formatCode="0_);[Red]\(0\)">
                  <c:v>34822.051428571423</c:v>
                </c:pt>
                <c:pt idx="5947" formatCode="0_);[Red]\(0\)">
                  <c:v>34857.501428571428</c:v>
                </c:pt>
                <c:pt idx="5948" formatCode="0_);[Red]\(0\)">
                  <c:v>35057.501428571428</c:v>
                </c:pt>
                <c:pt idx="5949" formatCode="0_);[Red]\(0\)">
                  <c:v>35057.501428571428</c:v>
                </c:pt>
                <c:pt idx="5950" formatCode="0_);[Red]\(0\)">
                  <c:v>35057.501428571428</c:v>
                </c:pt>
                <c:pt idx="5951" formatCode="0_);[Red]\(0\)">
                  <c:v>35056.451428571425</c:v>
                </c:pt>
                <c:pt idx="5952" formatCode="0_);[Red]\(0\)">
                  <c:v>35215.911428571424</c:v>
                </c:pt>
                <c:pt idx="5953" formatCode="0_);[Red]\(0\)">
                  <c:v>35376.961428571427</c:v>
                </c:pt>
                <c:pt idx="5954" formatCode="0_);[Red]\(0\)">
                  <c:v>35376.961428571427</c:v>
                </c:pt>
                <c:pt idx="5955" formatCode="0_);[Red]\(0\)">
                  <c:v>35548.51142857143</c:v>
                </c:pt>
                <c:pt idx="5956" formatCode="0_);[Red]\(0\)">
                  <c:v>35548.51142857143</c:v>
                </c:pt>
                <c:pt idx="5957" formatCode="0_);[Red]\(0\)">
                  <c:v>35566.361428571428</c:v>
                </c:pt>
                <c:pt idx="5958" formatCode="0_);[Red]\(0\)">
                  <c:v>35731.611428571428</c:v>
                </c:pt>
                <c:pt idx="5959" formatCode="0_);[Red]\(0\)">
                  <c:v>36008.151428571422</c:v>
                </c:pt>
                <c:pt idx="5960" formatCode="0_);[Red]\(0\)">
                  <c:v>36553.401428571422</c:v>
                </c:pt>
                <c:pt idx="5961" formatCode="0_);[Red]\(0\)">
                  <c:v>37066.001428571428</c:v>
                </c:pt>
                <c:pt idx="5962" formatCode="0_);[Red]\(0\)">
                  <c:v>37068.101428571426</c:v>
                </c:pt>
                <c:pt idx="5963" formatCode="0_);[Red]\(0\)">
                  <c:v>37068.101428571426</c:v>
                </c:pt>
                <c:pt idx="5964" formatCode="0_);[Red]\(0\)">
                  <c:v>37068.101428571426</c:v>
                </c:pt>
                <c:pt idx="5965" formatCode="0_);[Red]\(0\)">
                  <c:v>37068.101428571426</c:v>
                </c:pt>
                <c:pt idx="5966" formatCode="0_);[Red]\(0\)">
                  <c:v>37068.101428571426</c:v>
                </c:pt>
                <c:pt idx="5967" formatCode="0_);[Red]\(0\)">
                  <c:v>37068.101428571426</c:v>
                </c:pt>
                <c:pt idx="5968" formatCode="0_);[Red]\(0\)">
                  <c:v>36797.881428571425</c:v>
                </c:pt>
                <c:pt idx="5969" formatCode="0_);[Red]\(0\)">
                  <c:v>36786.33142857143</c:v>
                </c:pt>
                <c:pt idx="5970" formatCode="0_);[Red]\(0\)">
                  <c:v>36486.33142857143</c:v>
                </c:pt>
                <c:pt idx="5971" formatCode="0_);[Red]\(0\)">
                  <c:v>36486.33142857143</c:v>
                </c:pt>
                <c:pt idx="5972" formatCode="0_);[Red]\(0\)">
                  <c:v>36420.891428571427</c:v>
                </c:pt>
                <c:pt idx="5973" formatCode="0_);[Red]\(0\)">
                  <c:v>36176.731428571431</c:v>
                </c:pt>
                <c:pt idx="5974" formatCode="0_);[Red]\(0\)">
                  <c:v>36100.891428571427</c:v>
                </c:pt>
                <c:pt idx="5975" formatCode="0_);[Red]\(0\)">
                  <c:v>36049.491428571433</c:v>
                </c:pt>
                <c:pt idx="5976" formatCode="0_);[Red]\(0\)">
                  <c:v>36050.541428571429</c:v>
                </c:pt>
                <c:pt idx="5977" formatCode="0_);[Red]\(0\)">
                  <c:v>36050.541428571429</c:v>
                </c:pt>
                <c:pt idx="5978" formatCode="0_);[Red]\(0\)">
                  <c:v>36050.541428571429</c:v>
                </c:pt>
                <c:pt idx="5979" formatCode="0_);[Red]\(0\)">
                  <c:v>36056.841428571432</c:v>
                </c:pt>
                <c:pt idx="5980" formatCode="0_);[Red]\(0\)">
                  <c:v>36371.37142857143</c:v>
                </c:pt>
                <c:pt idx="5981" formatCode="0_);[Red]\(0\)">
                  <c:v>36239.08142857143</c:v>
                </c:pt>
                <c:pt idx="5982" formatCode="0_);[Red]\(0\)">
                  <c:v>36239.08142857143</c:v>
                </c:pt>
                <c:pt idx="5983" formatCode="0_);[Red]\(0\)">
                  <c:v>36238.031428571427</c:v>
                </c:pt>
                <c:pt idx="5984" formatCode="0_);[Red]\(0\)">
                  <c:v>36238.031428571427</c:v>
                </c:pt>
                <c:pt idx="5985" formatCode="0_);[Red]\(0\)">
                  <c:v>36238.031428571427</c:v>
                </c:pt>
                <c:pt idx="5986" formatCode="0_);[Red]\(0\)">
                  <c:v>35995.381428571425</c:v>
                </c:pt>
                <c:pt idx="5987" formatCode="0_);[Red]\(0\)">
                  <c:v>36059.381428571425</c:v>
                </c:pt>
                <c:pt idx="5988" formatCode="0_);[Red]\(0\)">
                  <c:v>36179.531428571427</c:v>
                </c:pt>
                <c:pt idx="5989" formatCode="0_);[Red]\(0\)">
                  <c:v>36322.151428571429</c:v>
                </c:pt>
                <c:pt idx="5990" formatCode="0_);[Red]\(0\)">
                  <c:v>36322.151428571429</c:v>
                </c:pt>
                <c:pt idx="5991" formatCode="0_);[Red]\(0\)">
                  <c:v>36322.151428571429</c:v>
                </c:pt>
                <c:pt idx="5992" formatCode="0_);[Red]\(0\)">
                  <c:v>36322.151428571429</c:v>
                </c:pt>
                <c:pt idx="5993" formatCode="0_);[Red]\(0\)">
                  <c:v>36421.301428571431</c:v>
                </c:pt>
                <c:pt idx="5994" formatCode="0_);[Red]\(0\)">
                  <c:v>36657.901428571429</c:v>
                </c:pt>
                <c:pt idx="5995" formatCode="0_);[Red]\(0\)">
                  <c:v>36656.851428571434</c:v>
                </c:pt>
                <c:pt idx="5996" formatCode="0_);[Red]\(0\)">
                  <c:v>36710.831428571422</c:v>
                </c:pt>
                <c:pt idx="5997" formatCode="0_);[Red]\(0\)">
                  <c:v>36710.831428571422</c:v>
                </c:pt>
                <c:pt idx="5998" formatCode="0_);[Red]\(0\)">
                  <c:v>36710.831428571422</c:v>
                </c:pt>
                <c:pt idx="5999" formatCode="0_);[Red]\(0\)">
                  <c:v>36710.831428571422</c:v>
                </c:pt>
                <c:pt idx="6000" formatCode="0_);[Red]\(0\)">
                  <c:v>36806.831428571422</c:v>
                </c:pt>
                <c:pt idx="6001" formatCode="0_);[Red]\(0\)">
                  <c:v>36760.791428571421</c:v>
                </c:pt>
                <c:pt idx="6002" formatCode="0_);[Red]\(0\)">
                  <c:v>36767.091428571424</c:v>
                </c:pt>
                <c:pt idx="6003" formatCode="0_);[Red]\(0\)">
                  <c:v>36262.891428571427</c:v>
                </c:pt>
                <c:pt idx="6004" formatCode="0_);[Red]\(0\)">
                  <c:v>36166.891428571427</c:v>
                </c:pt>
                <c:pt idx="6005" formatCode="0_);[Red]\(0\)">
                  <c:v>36166.891428571427</c:v>
                </c:pt>
                <c:pt idx="6006" formatCode="0_);[Red]\(0\)">
                  <c:v>36166.891428571427</c:v>
                </c:pt>
                <c:pt idx="6007" formatCode="0_);[Red]\(0\)">
                  <c:v>36164.791428571421</c:v>
                </c:pt>
                <c:pt idx="6008" formatCode="0_);[Red]\(0\)">
                  <c:v>36318.921428571426</c:v>
                </c:pt>
                <c:pt idx="6009" formatCode="0_);[Red]\(0\)">
                  <c:v>36286.921428571426</c:v>
                </c:pt>
                <c:pt idx="6010" formatCode="0_);[Red]\(0\)">
                  <c:v>36293.221428571429</c:v>
                </c:pt>
                <c:pt idx="6011" formatCode="0_);[Red]\(0\)">
                  <c:v>36299.521428571425</c:v>
                </c:pt>
                <c:pt idx="6012" formatCode="0_);[Red]\(0\)">
                  <c:v>36299.521428571425</c:v>
                </c:pt>
                <c:pt idx="6013" formatCode="0_);[Red]\(0\)">
                  <c:v>36299.521428571425</c:v>
                </c:pt>
                <c:pt idx="6014" formatCode="0_);[Red]\(0\)">
                  <c:v>36311.071428571428</c:v>
                </c:pt>
                <c:pt idx="6015" formatCode="0_);[Red]\(0\)">
                  <c:v>36602.311428571425</c:v>
                </c:pt>
                <c:pt idx="6016" formatCode="0_);[Red]\(0\)">
                  <c:v>36602.311428571425</c:v>
                </c:pt>
                <c:pt idx="6017" formatCode="0_);[Red]\(0\)">
                  <c:v>36173.661428571424</c:v>
                </c:pt>
                <c:pt idx="6018" formatCode="0_);[Red]\(0\)">
                  <c:v>36535.141428571427</c:v>
                </c:pt>
                <c:pt idx="6019" formatCode="0_);[Red]\(0\)">
                  <c:v>36535.141428571427</c:v>
                </c:pt>
                <c:pt idx="6020" formatCode="0_);[Red]\(0\)">
                  <c:v>36535.141428571427</c:v>
                </c:pt>
                <c:pt idx="6021" formatCode="0_);[Red]\(0\)">
                  <c:v>36403.541428571429</c:v>
                </c:pt>
                <c:pt idx="6022" formatCode="0_);[Red]\(0\)">
                  <c:v>36740.341428571432</c:v>
                </c:pt>
                <c:pt idx="6023" formatCode="0_);[Red]\(0\)">
                  <c:v>36740.341428571432</c:v>
                </c:pt>
                <c:pt idx="6024" formatCode="0_);[Red]\(0\)">
                  <c:v>36740.341428571432</c:v>
                </c:pt>
                <c:pt idx="6025" formatCode="0_);[Red]\(0\)">
                  <c:v>36874.641428571427</c:v>
                </c:pt>
                <c:pt idx="6026" formatCode="0_);[Red]\(0\)">
                  <c:v>36874.641428571427</c:v>
                </c:pt>
                <c:pt idx="6027" formatCode="0_);[Red]\(0\)">
                  <c:v>36874.641428571427</c:v>
                </c:pt>
                <c:pt idx="6028" formatCode="0_);[Red]\(0\)">
                  <c:v>37037.791428571429</c:v>
                </c:pt>
                <c:pt idx="6029" formatCode="0_);[Red]\(0\)">
                  <c:v>37796.291428571429</c:v>
                </c:pt>
                <c:pt idx="6030" formatCode="0_);[Red]\(0\)">
                  <c:v>37296.291428571429</c:v>
                </c:pt>
                <c:pt idx="6031" formatCode="0_);[Red]\(0\)">
                  <c:v>37360.291428571429</c:v>
                </c:pt>
                <c:pt idx="6032" formatCode="0_);[Red]\(0\)">
                  <c:v>37980.291428571429</c:v>
                </c:pt>
                <c:pt idx="6033" formatCode="0_);[Red]\(0\)">
                  <c:v>37980.291428571429</c:v>
                </c:pt>
                <c:pt idx="6034" formatCode="0_);[Red]\(0\)">
                  <c:v>37980.291428571429</c:v>
                </c:pt>
                <c:pt idx="6035" formatCode="0_);[Red]\(0\)">
                  <c:v>37991.841428571432</c:v>
                </c:pt>
                <c:pt idx="6036" formatCode="0_);[Red]\(0\)">
                  <c:v>38302.311428571425</c:v>
                </c:pt>
                <c:pt idx="6037" formatCode="0_);[Red]\(0\)">
                  <c:v>37804.411428571424</c:v>
                </c:pt>
                <c:pt idx="6038" formatCode="0_);[Red]\(0\)">
                  <c:v>38266.51142857143</c:v>
                </c:pt>
                <c:pt idx="6039" formatCode="0_);[Red]\(0\)">
                  <c:v>38274.911428571424</c:v>
                </c:pt>
                <c:pt idx="6040" formatCode="0_);[Red]\(0\)">
                  <c:v>38274.911428571424</c:v>
                </c:pt>
                <c:pt idx="6041" formatCode="0_);[Red]\(0\)">
                  <c:v>38274.911428571424</c:v>
                </c:pt>
                <c:pt idx="6042" formatCode="0_);[Red]\(0\)">
                  <c:v>38665.891428571427</c:v>
                </c:pt>
                <c:pt idx="6043" formatCode="0_);[Red]\(0\)">
                  <c:v>38672.19142857143</c:v>
                </c:pt>
                <c:pt idx="6044" formatCode="0_);[Red]\(0\)">
                  <c:v>39332.19142857143</c:v>
                </c:pt>
                <c:pt idx="6045" formatCode="0_);[Red]\(0\)">
                  <c:v>39492.19142857143</c:v>
                </c:pt>
                <c:pt idx="6046" formatCode="0_);[Red]\(0\)">
                  <c:v>39650.091428571432</c:v>
                </c:pt>
                <c:pt idx="6047" formatCode="0_);[Red]\(0\)">
                  <c:v>39650.091428571432</c:v>
                </c:pt>
                <c:pt idx="6048" formatCode="0_);[Red]\(0\)">
                  <c:v>39650.091428571432</c:v>
                </c:pt>
                <c:pt idx="6049" formatCode="0_);[Red]\(0\)">
                  <c:v>40314.291428571429</c:v>
                </c:pt>
                <c:pt idx="6050" formatCode="0_);[Red]\(0\)">
                  <c:v>40629.041428571429</c:v>
                </c:pt>
                <c:pt idx="6051" formatCode="0_);[Red]\(0\)">
                  <c:v>40799.541428571429</c:v>
                </c:pt>
                <c:pt idx="6052" formatCode="0_);[Red]\(0\)">
                  <c:v>41119.541428571429</c:v>
                </c:pt>
                <c:pt idx="6053" formatCode="0_);[Red]\(0\)">
                  <c:v>40417.44142857143</c:v>
                </c:pt>
                <c:pt idx="6054" formatCode="0_);[Red]\(0\)">
                  <c:v>40417.44142857143</c:v>
                </c:pt>
                <c:pt idx="6055" formatCode="0_);[Red]\(0\)">
                  <c:v>40417.44142857143</c:v>
                </c:pt>
                <c:pt idx="6056" formatCode="0_);[Red]\(0\)">
                  <c:v>40959.041428571429</c:v>
                </c:pt>
                <c:pt idx="6057" formatCode="0_);[Red]\(0\)">
                  <c:v>41409.44142857143</c:v>
                </c:pt>
                <c:pt idx="6058" formatCode="0_);[Red]\(0\)">
                  <c:v>41409.44142857143</c:v>
                </c:pt>
                <c:pt idx="6059" formatCode="0_);[Red]\(0\)">
                  <c:v>41409.44142857143</c:v>
                </c:pt>
                <c:pt idx="6060" formatCode="0_);[Red]\(0\)">
                  <c:v>41409.44142857143</c:v>
                </c:pt>
                <c:pt idx="6061" formatCode="0_);[Red]\(0\)">
                  <c:v>41409.44142857143</c:v>
                </c:pt>
                <c:pt idx="6062" formatCode="0_);[Red]\(0\)">
                  <c:v>41409.44142857143</c:v>
                </c:pt>
                <c:pt idx="6063" formatCode="0_);[Red]\(0\)">
                  <c:v>41477.69142857143</c:v>
                </c:pt>
                <c:pt idx="6064" formatCode="0_);[Red]\(0\)">
                  <c:v>41084.83142857143</c:v>
                </c:pt>
                <c:pt idx="6065" formatCode="0_);[Red]\(0\)">
                  <c:v>40784.83142857143</c:v>
                </c:pt>
                <c:pt idx="6066" formatCode="0_);[Red]\(0\)">
                  <c:v>40688.83142857143</c:v>
                </c:pt>
                <c:pt idx="6067" formatCode="0_);[Red]\(0\)">
                  <c:v>39988.83142857143</c:v>
                </c:pt>
                <c:pt idx="6068" formatCode="0_);[Red]\(0\)">
                  <c:v>39944.311428571425</c:v>
                </c:pt>
                <c:pt idx="6069" formatCode="0_);[Red]\(0\)">
                  <c:v>39944.311428571425</c:v>
                </c:pt>
                <c:pt idx="6070" formatCode="0_);[Red]\(0\)">
                  <c:v>39464.311428571425</c:v>
                </c:pt>
                <c:pt idx="6071" formatCode="0_);[Red]\(0\)">
                  <c:v>39240.311428571425</c:v>
                </c:pt>
                <c:pt idx="6072" formatCode="0_);[Red]\(0\)">
                  <c:v>37328.291428571429</c:v>
                </c:pt>
                <c:pt idx="6073" formatCode="0_);[Red]\(0\)">
                  <c:v>37168.291428571429</c:v>
                </c:pt>
                <c:pt idx="6074" formatCode="0_);[Red]\(0\)">
                  <c:v>36768.291428571429</c:v>
                </c:pt>
                <c:pt idx="6075" formatCode="0_);[Red]\(0\)">
                  <c:v>36768.291428571429</c:v>
                </c:pt>
                <c:pt idx="6076" formatCode="0_);[Red]\(0\)">
                  <c:v>36768.291428571429</c:v>
                </c:pt>
                <c:pt idx="6077" formatCode="0_);[Red]\(0\)">
                  <c:v>36268.291428571429</c:v>
                </c:pt>
                <c:pt idx="6078" formatCode="0_);[Red]\(0\)">
                  <c:v>35992.69142857143</c:v>
                </c:pt>
                <c:pt idx="6079" formatCode="0_);[Red]\(0\)">
                  <c:v>36268.171428571426</c:v>
                </c:pt>
                <c:pt idx="6080" formatCode="0_);[Red]\(0\)">
                  <c:v>35814.671428571426</c:v>
                </c:pt>
                <c:pt idx="6081" formatCode="0_);[Red]\(0\)">
                  <c:v>35814.671428571426</c:v>
                </c:pt>
                <c:pt idx="6082" formatCode="0_);[Red]\(0\)">
                  <c:v>35814.671428571426</c:v>
                </c:pt>
                <c:pt idx="6083" formatCode="0_);[Red]\(0\)">
                  <c:v>35814.671428571426</c:v>
                </c:pt>
                <c:pt idx="6084" formatCode="0_);[Red]\(0\)">
                  <c:v>35514.671428571426</c:v>
                </c:pt>
                <c:pt idx="6085" formatCode="0_);[Red]\(0\)">
                  <c:v>35194.671428571426</c:v>
                </c:pt>
                <c:pt idx="6086" formatCode="0_);[Red]\(0\)">
                  <c:v>34374.671428571426</c:v>
                </c:pt>
                <c:pt idx="6087" formatCode="0_);[Red]\(0\)">
                  <c:v>34192.411428571424</c:v>
                </c:pt>
                <c:pt idx="6088" formatCode="0_);[Red]\(0\)">
                  <c:v>34192.411428571424</c:v>
                </c:pt>
                <c:pt idx="6089" formatCode="0_);[Red]\(0\)">
                  <c:v>34192.411428571424</c:v>
                </c:pt>
                <c:pt idx="6090" formatCode="0_);[Red]\(0\)">
                  <c:v>34192.411428571424</c:v>
                </c:pt>
                <c:pt idx="6091" formatCode="0_);[Red]\(0\)">
                  <c:v>33965.631428571425</c:v>
                </c:pt>
                <c:pt idx="6092" formatCode="0_);[Red]\(0\)">
                  <c:v>33702.251428571428</c:v>
                </c:pt>
                <c:pt idx="6093" formatCode="0_);[Red]\(0\)">
                  <c:v>33444.731428571431</c:v>
                </c:pt>
                <c:pt idx="6094" formatCode="0_);[Red]\(0\)">
                  <c:v>33284.731428571431</c:v>
                </c:pt>
                <c:pt idx="6095" formatCode="0_);[Red]\(0\)">
                  <c:v>33124.731428571431</c:v>
                </c:pt>
                <c:pt idx="6096" formatCode="0_);[Red]\(0\)">
                  <c:v>33124.731428571431</c:v>
                </c:pt>
                <c:pt idx="6097" formatCode="0_);[Red]\(0\)">
                  <c:v>33124.731428571431</c:v>
                </c:pt>
                <c:pt idx="6098" formatCode="0_);[Red]\(0\)">
                  <c:v>33124.731428571431</c:v>
                </c:pt>
                <c:pt idx="6099" formatCode="0_);[Red]\(0\)">
                  <c:v>32964.731428571431</c:v>
                </c:pt>
                <c:pt idx="6100" formatCode="0_);[Red]\(0\)">
                  <c:v>32763.111428571428</c:v>
                </c:pt>
                <c:pt idx="6101" formatCode="0_);[Red]\(0\)">
                  <c:v>32603.111428571428</c:v>
                </c:pt>
                <c:pt idx="6102" formatCode="0_);[Red]\(0\)">
                  <c:v>32603.111428571428</c:v>
                </c:pt>
                <c:pt idx="6103" formatCode="0_);[Red]\(0\)">
                  <c:v>32603.111428571428</c:v>
                </c:pt>
                <c:pt idx="6104" formatCode="0_);[Red]\(0\)">
                  <c:v>32603.111428571428</c:v>
                </c:pt>
                <c:pt idx="6105" formatCode="0_);[Red]\(0\)">
                  <c:v>32603.111428571428</c:v>
                </c:pt>
                <c:pt idx="6106" formatCode="0_);[Red]\(0\)">
                  <c:v>32667.111428571428</c:v>
                </c:pt>
                <c:pt idx="6107" formatCode="0_);[Red]\(0\)">
                  <c:v>32923.111428571428</c:v>
                </c:pt>
                <c:pt idx="6108" formatCode="0_);[Red]\(0\)">
                  <c:v>33083.111428571428</c:v>
                </c:pt>
                <c:pt idx="6109" formatCode="0_);[Red]\(0\)">
                  <c:v>33403.111428571428</c:v>
                </c:pt>
                <c:pt idx="6110" formatCode="0_);[Red]\(0\)">
                  <c:v>33403.111428571428</c:v>
                </c:pt>
                <c:pt idx="6111" formatCode="0_);[Red]\(0\)">
                  <c:v>33403.111428571428</c:v>
                </c:pt>
                <c:pt idx="6112" formatCode="0_);[Red]\(0\)">
                  <c:v>33403.111428571428</c:v>
                </c:pt>
                <c:pt idx="6113" formatCode="0_);[Red]\(0\)">
                  <c:v>33083.111428571428</c:v>
                </c:pt>
                <c:pt idx="6114" formatCode="0_);[Red]\(0\)">
                  <c:v>32763.111428571428</c:v>
                </c:pt>
                <c:pt idx="6115" formatCode="0_);[Red]\(0\)">
                  <c:v>32763.111428571428</c:v>
                </c:pt>
                <c:pt idx="6116" formatCode="0_);[Red]\(0\)">
                  <c:v>32763.111428571428</c:v>
                </c:pt>
                <c:pt idx="6117" formatCode="0_);[Red]\(0\)">
                  <c:v>32763.111428571428</c:v>
                </c:pt>
                <c:pt idx="6118" formatCode="0_);[Red]\(0\)">
                  <c:v>32763.111428571428</c:v>
                </c:pt>
                <c:pt idx="6119" formatCode="0_);[Red]\(0\)">
                  <c:v>32763.111428571428</c:v>
                </c:pt>
                <c:pt idx="6120" formatCode="0_);[Red]\(0\)">
                  <c:v>32763.111428571428</c:v>
                </c:pt>
                <c:pt idx="6121" formatCode="0_);[Red]\(0\)">
                  <c:v>32763.111428571428</c:v>
                </c:pt>
                <c:pt idx="6122" formatCode="0_);[Red]\(0\)">
                  <c:v>32763.111428571428</c:v>
                </c:pt>
                <c:pt idx="6123" formatCode="0_);[Red]\(0\)">
                  <c:v>32763.111428571428</c:v>
                </c:pt>
                <c:pt idx="6124" formatCode="0_);[Red]\(0\)">
                  <c:v>32603.111428571428</c:v>
                </c:pt>
                <c:pt idx="6125" formatCode="0_);[Red]\(0\)">
                  <c:v>32342.291428571429</c:v>
                </c:pt>
                <c:pt idx="6126" formatCode="0_);[Red]\(0\)">
                  <c:v>30642.291428571429</c:v>
                </c:pt>
                <c:pt idx="6127" formatCode="0_);[Red]\(0\)">
                  <c:v>30642.291428571429</c:v>
                </c:pt>
                <c:pt idx="6128" formatCode="0_);[Red]\(0\)">
                  <c:v>30642.291428571429</c:v>
                </c:pt>
                <c:pt idx="6129" formatCode="0_);[Red]\(0\)">
                  <c:v>30802.291428571429</c:v>
                </c:pt>
                <c:pt idx="6130" formatCode="0_);[Red]\(0\)">
                  <c:v>30807.291428571429</c:v>
                </c:pt>
                <c:pt idx="6131" formatCode="0_);[Red]\(0\)">
                  <c:v>30967.291428571429</c:v>
                </c:pt>
                <c:pt idx="6132" formatCode="0_);[Red]\(0\)">
                  <c:v>30967.291428571429</c:v>
                </c:pt>
                <c:pt idx="6133" formatCode="0_);[Red]\(0\)">
                  <c:v>31127.291428571429</c:v>
                </c:pt>
                <c:pt idx="6134" formatCode="0_);[Red]\(0\)">
                  <c:v>30627.291428571429</c:v>
                </c:pt>
                <c:pt idx="6135" formatCode="0_);[Red]\(0\)">
                  <c:v>30883.291428571429</c:v>
                </c:pt>
                <c:pt idx="6136" formatCode="0_);[Red]\(0\)">
                  <c:v>31043.291428571429</c:v>
                </c:pt>
                <c:pt idx="6137" formatCode="0_);[Red]\(0\)">
                  <c:v>31107.291428571429</c:v>
                </c:pt>
                <c:pt idx="6138" formatCode="0_);[Red]\(0\)">
                  <c:v>31107.291428571429</c:v>
                </c:pt>
                <c:pt idx="6139" formatCode="0_);[Red]\(0\)">
                  <c:v>31107.291428571429</c:v>
                </c:pt>
                <c:pt idx="6140" formatCode="0_);[Red]\(0\)">
                  <c:v>29755.791428571429</c:v>
                </c:pt>
                <c:pt idx="6141" formatCode="0_);[Red]\(0\)">
                  <c:v>29047.311428571425</c:v>
                </c:pt>
                <c:pt idx="6142" formatCode="0_);[Red]\(0\)">
                  <c:v>29047.311428571425</c:v>
                </c:pt>
                <c:pt idx="6143" formatCode="0_);[Red]\(0\)">
                  <c:v>29111.311428571425</c:v>
                </c:pt>
                <c:pt idx="6144" formatCode="0_);[Red]\(0\)">
                  <c:v>29271.311428571425</c:v>
                </c:pt>
                <c:pt idx="6145" formatCode="0_);[Red]\(0\)">
                  <c:v>29271.311428571425</c:v>
                </c:pt>
                <c:pt idx="6146" formatCode="0_);[Red]\(0\)">
                  <c:v>29271.311428571425</c:v>
                </c:pt>
                <c:pt idx="6147" formatCode="0_);[Red]\(0\)">
                  <c:v>28829.811428571425</c:v>
                </c:pt>
                <c:pt idx="6148" formatCode="0_);[Red]\(0\)">
                  <c:v>28454.231428571431</c:v>
                </c:pt>
                <c:pt idx="6149" formatCode="0_);[Red]\(0\)">
                  <c:v>28157.69142857143</c:v>
                </c:pt>
                <c:pt idx="6150" formatCode="0_);[Red]\(0\)">
                  <c:v>28253.69142857143</c:v>
                </c:pt>
                <c:pt idx="6151" formatCode="0_);[Red]\(0\)">
                  <c:v>27913.69142857143</c:v>
                </c:pt>
                <c:pt idx="6152" formatCode="0_);[Red]\(0\)">
                  <c:v>27913.69142857143</c:v>
                </c:pt>
                <c:pt idx="6153" formatCode="0_);[Red]\(0\)">
                  <c:v>27913.69142857143</c:v>
                </c:pt>
                <c:pt idx="6154" formatCode="0_);[Red]\(0\)">
                  <c:v>27137.691428571427</c:v>
                </c:pt>
                <c:pt idx="6155" formatCode="0_);[Red]\(0\)">
                  <c:v>27906.731428571431</c:v>
                </c:pt>
                <c:pt idx="6156" formatCode="0_);[Red]\(0\)">
                  <c:v>28066.731428571431</c:v>
                </c:pt>
                <c:pt idx="6157" formatCode="0_);[Red]\(0\)">
                  <c:v>28386.731428571431</c:v>
                </c:pt>
                <c:pt idx="6158" formatCode="0_);[Red]\(0\)">
                  <c:v>28386.731428571431</c:v>
                </c:pt>
                <c:pt idx="6159" formatCode="0_);[Red]\(0\)">
                  <c:v>28162.731428571431</c:v>
                </c:pt>
                <c:pt idx="6160" formatCode="0_);[Red]\(0\)">
                  <c:v>28162.731428571431</c:v>
                </c:pt>
                <c:pt idx="6161" formatCode="0_);[Red]\(0\)">
                  <c:v>27842.731428571431</c:v>
                </c:pt>
                <c:pt idx="6162" formatCode="0_);[Red]\(0\)">
                  <c:v>28002.51142857143</c:v>
                </c:pt>
                <c:pt idx="6163" formatCode="0_);[Red]\(0\)">
                  <c:v>27693.971428571429</c:v>
                </c:pt>
                <c:pt idx="6164" formatCode="0_);[Red]\(0\)">
                  <c:v>27533.971428571429</c:v>
                </c:pt>
                <c:pt idx="6165" formatCode="0_);[Red]\(0\)">
                  <c:v>27693.971428571429</c:v>
                </c:pt>
                <c:pt idx="6166" formatCode="0_);[Red]\(0\)">
                  <c:v>27693.971428571429</c:v>
                </c:pt>
                <c:pt idx="6167" formatCode="0_);[Red]\(0\)">
                  <c:v>27693.971428571429</c:v>
                </c:pt>
                <c:pt idx="6168" formatCode="0_);[Red]\(0\)">
                  <c:v>26993.971428571429</c:v>
                </c:pt>
                <c:pt idx="6169" formatCode="0_);[Red]\(0\)">
                  <c:v>27141.451428571429</c:v>
                </c:pt>
                <c:pt idx="6170" formatCode="0_);[Red]\(0\)">
                  <c:v>27473.891428571427</c:v>
                </c:pt>
                <c:pt idx="6171" formatCode="0_);[Red]\(0\)">
                  <c:v>27473.891428571427</c:v>
                </c:pt>
                <c:pt idx="6172" formatCode="0_);[Red]\(0\)">
                  <c:v>27313.891428571427</c:v>
                </c:pt>
                <c:pt idx="6173" formatCode="0_);[Red]\(0\)">
                  <c:v>27313.891428571427</c:v>
                </c:pt>
                <c:pt idx="6174" formatCode="0_);[Red]\(0\)">
                  <c:v>27313.891428571427</c:v>
                </c:pt>
                <c:pt idx="6175" formatCode="0_);[Red]\(0\)">
                  <c:v>26993.891428571427</c:v>
                </c:pt>
                <c:pt idx="6176" formatCode="0_);[Red]\(0\)">
                  <c:v>27242.231428571427</c:v>
                </c:pt>
                <c:pt idx="6177" formatCode="0_);[Red]\(0\)">
                  <c:v>27178.231428571427</c:v>
                </c:pt>
                <c:pt idx="6178" formatCode="0_);[Red]\(0\)">
                  <c:v>27178.231428571427</c:v>
                </c:pt>
                <c:pt idx="6179" formatCode="0_);[Red]\(0\)">
                  <c:v>27018.231428571427</c:v>
                </c:pt>
                <c:pt idx="6180" formatCode="0_);[Red]\(0\)">
                  <c:v>27018.231428571427</c:v>
                </c:pt>
                <c:pt idx="6181" formatCode="0_);[Red]\(0\)">
                  <c:v>27018.231428571427</c:v>
                </c:pt>
                <c:pt idx="6182" formatCode="0_);[Red]\(0\)">
                  <c:v>26858.231428571427</c:v>
                </c:pt>
                <c:pt idx="6183" formatCode="0_);[Red]\(0\)">
                  <c:v>26902.751428571428</c:v>
                </c:pt>
                <c:pt idx="6184" formatCode="0_);[Red]\(0\)">
                  <c:v>27002.751428571428</c:v>
                </c:pt>
                <c:pt idx="6185" formatCode="0_);[Red]\(0\)">
                  <c:v>26906.751428571428</c:v>
                </c:pt>
                <c:pt idx="6186" formatCode="0_);[Red]\(0\)">
                  <c:v>26746.751428571428</c:v>
                </c:pt>
                <c:pt idx="6187" formatCode="0_);[Red]\(0\)">
                  <c:v>26746.751428571428</c:v>
                </c:pt>
                <c:pt idx="6188" formatCode="0_);[Red]\(0\)">
                  <c:v>26746.751428571428</c:v>
                </c:pt>
                <c:pt idx="6189" formatCode="0_);[Red]\(0\)">
                  <c:v>25946.751428571428</c:v>
                </c:pt>
                <c:pt idx="6190" formatCode="0_);[Red]\(0\)">
                  <c:v>26112.111428571428</c:v>
                </c:pt>
                <c:pt idx="6191" formatCode="0_);[Red]\(0\)">
                  <c:v>26112.111428571428</c:v>
                </c:pt>
                <c:pt idx="6192" formatCode="0_);[Red]\(0\)">
                  <c:v>26241.431428571428</c:v>
                </c:pt>
                <c:pt idx="6193" formatCode="0_);[Red]\(0\)">
                  <c:v>26241.431428571428</c:v>
                </c:pt>
                <c:pt idx="6194" formatCode="0_);[Red]\(0\)">
                  <c:v>26241.431428571428</c:v>
                </c:pt>
                <c:pt idx="6195" formatCode="0_);[Red]\(0\)">
                  <c:v>26241.431428571428</c:v>
                </c:pt>
                <c:pt idx="6196" formatCode="0_);[Red]\(0\)">
                  <c:v>26401.431428571428</c:v>
                </c:pt>
                <c:pt idx="6197" formatCode="0_);[Red]\(0\)">
                  <c:v>26561.431428571428</c:v>
                </c:pt>
                <c:pt idx="6198" formatCode="0_);[Red]\(0\)">
                  <c:v>26561.431428571428</c:v>
                </c:pt>
                <c:pt idx="6199" formatCode="0_);[Red]\(0\)">
                  <c:v>26721.431428571428</c:v>
                </c:pt>
                <c:pt idx="6200" formatCode="0_);[Red]\(0\)">
                  <c:v>26421.431428571428</c:v>
                </c:pt>
                <c:pt idx="6201" formatCode="0_);[Red]\(0\)">
                  <c:v>25721.431428571428</c:v>
                </c:pt>
                <c:pt idx="6202" formatCode="0_);[Red]\(0\)">
                  <c:v>25721.431428571428</c:v>
                </c:pt>
                <c:pt idx="6203" formatCode="0_);[Red]\(0\)">
                  <c:v>25881.431428571428</c:v>
                </c:pt>
                <c:pt idx="6204" formatCode="0_);[Red]\(0\)">
                  <c:v>25893.091428571428</c:v>
                </c:pt>
                <c:pt idx="6205" formatCode="0_);[Red]\(0\)">
                  <c:v>25829.091428571428</c:v>
                </c:pt>
                <c:pt idx="6206" formatCode="0_);[Red]\(0\)">
                  <c:v>25934.091428571428</c:v>
                </c:pt>
                <c:pt idx="6207" formatCode="0_);[Red]\(0\)">
                  <c:v>25934.091428571428</c:v>
                </c:pt>
                <c:pt idx="6208" formatCode="0_);[Red]\(0\)">
                  <c:v>25934.091428571428</c:v>
                </c:pt>
                <c:pt idx="6209" formatCode="0_);[Red]\(0\)">
                  <c:v>25934.091428571428</c:v>
                </c:pt>
                <c:pt idx="6210" formatCode="0_);[Red]\(0\)">
                  <c:v>25934.091428571428</c:v>
                </c:pt>
                <c:pt idx="6211" formatCode="0_);[Red]\(0\)">
                  <c:v>25934.091428571428</c:v>
                </c:pt>
                <c:pt idx="6212" formatCode="0_);[Red]\(0\)">
                  <c:v>25838.091428571428</c:v>
                </c:pt>
                <c:pt idx="6213" formatCode="0_);[Red]\(0\)">
                  <c:v>25838.091428571428</c:v>
                </c:pt>
                <c:pt idx="6214" formatCode="0_);[Red]\(0\)">
                  <c:v>25881.551428571427</c:v>
                </c:pt>
                <c:pt idx="6215" formatCode="0_);[Red]\(0\)">
                  <c:v>25881.551428571427</c:v>
                </c:pt>
                <c:pt idx="6216" formatCode="0_);[Red]\(0\)">
                  <c:v>25881.551428571427</c:v>
                </c:pt>
                <c:pt idx="6217" formatCode="0_);[Red]\(0\)">
                  <c:v>25977.551428571427</c:v>
                </c:pt>
                <c:pt idx="6218" formatCode="0_);[Red]\(0\)">
                  <c:v>26041.551428571427</c:v>
                </c:pt>
                <c:pt idx="6219" formatCode="0_);[Red]\(0\)">
                  <c:v>26105.551428571427</c:v>
                </c:pt>
                <c:pt idx="6220" formatCode="0_);[Red]\(0\)">
                  <c:v>26105.551428571427</c:v>
                </c:pt>
                <c:pt idx="6221" formatCode="0_);[Red]\(0\)">
                  <c:v>26105.551428571427</c:v>
                </c:pt>
                <c:pt idx="6222" formatCode="0_);[Red]\(0\)">
                  <c:v>26105.551428571427</c:v>
                </c:pt>
                <c:pt idx="6223" formatCode="0_);[Red]\(0\)">
                  <c:v>26105.551428571427</c:v>
                </c:pt>
                <c:pt idx="6224" formatCode="0_);[Red]\(0\)">
                  <c:v>26105.551428571427</c:v>
                </c:pt>
                <c:pt idx="6225" formatCode="0_);[Red]\(0\)">
                  <c:v>26074.811428571429</c:v>
                </c:pt>
                <c:pt idx="6226" formatCode="0_);[Red]\(0\)">
                  <c:v>26074.811428571429</c:v>
                </c:pt>
                <c:pt idx="6227" formatCode="0_);[Red]\(0\)">
                  <c:v>26074.811428571429</c:v>
                </c:pt>
                <c:pt idx="6228" formatCode="0_);[Red]\(0\)">
                  <c:v>26074.811428571429</c:v>
                </c:pt>
                <c:pt idx="6229" formatCode="0_);[Red]\(0\)">
                  <c:v>26074.811428571429</c:v>
                </c:pt>
                <c:pt idx="6230" formatCode="0_);[Red]\(0\)">
                  <c:v>26074.811428571429</c:v>
                </c:pt>
                <c:pt idx="6231" formatCode="0_);[Red]\(0\)">
                  <c:v>26074.811428571429</c:v>
                </c:pt>
                <c:pt idx="6232" formatCode="0_);[Red]\(0\)">
                  <c:v>26074.811428571429</c:v>
                </c:pt>
                <c:pt idx="6233" formatCode="0_);[Red]\(0\)">
                  <c:v>26074.811428571429</c:v>
                </c:pt>
                <c:pt idx="6234" formatCode="0_);[Red]\(0\)">
                  <c:v>26074.811428571429</c:v>
                </c:pt>
                <c:pt idx="6235" formatCode="0_);[Red]\(0\)">
                  <c:v>26074.811428571429</c:v>
                </c:pt>
                <c:pt idx="6236" formatCode="0_);[Red]\(0\)">
                  <c:v>25969.811428571429</c:v>
                </c:pt>
                <c:pt idx="6237" formatCode="0_);[Red]\(0\)">
                  <c:v>25969.811428571429</c:v>
                </c:pt>
                <c:pt idx="6238" formatCode="0_);[Red]\(0\)">
                  <c:v>25925.291428571429</c:v>
                </c:pt>
                <c:pt idx="6239" formatCode="0_);[Red]\(0\)">
                  <c:v>25825.291428571429</c:v>
                </c:pt>
                <c:pt idx="6240" formatCode="0_);[Red]\(0\)">
                  <c:v>25706.171428571426</c:v>
                </c:pt>
                <c:pt idx="6241" formatCode="0_);[Red]\(0\)">
                  <c:v>25661.651428571429</c:v>
                </c:pt>
                <c:pt idx="6242" formatCode="0_);[Red]\(0\)">
                  <c:v>25561.651428571429</c:v>
                </c:pt>
                <c:pt idx="6243" formatCode="0_);[Red]\(0\)">
                  <c:v>25561.651428571429</c:v>
                </c:pt>
                <c:pt idx="6244" formatCode="0_);[Red]\(0\)">
                  <c:v>25561.651428571429</c:v>
                </c:pt>
                <c:pt idx="6245" formatCode="0_);[Red]\(0\)">
                  <c:v>22883.571428571428</c:v>
                </c:pt>
                <c:pt idx="6246" formatCode="0_);[Red]\(0\)">
                  <c:v>22726.691428571427</c:v>
                </c:pt>
                <c:pt idx="6247" formatCode="0_);[Red]\(0\)">
                  <c:v>22122.691428571427</c:v>
                </c:pt>
                <c:pt idx="6248" formatCode="0_);[Red]\(0\)">
                  <c:v>21749.951428571429</c:v>
                </c:pt>
                <c:pt idx="6249" formatCode="0_);[Red]\(0\)">
                  <c:v>21845.951428571429</c:v>
                </c:pt>
                <c:pt idx="6250" formatCode="0_);[Red]\(0\)">
                  <c:v>21845.951428571429</c:v>
                </c:pt>
                <c:pt idx="6251" formatCode="0_);[Red]\(0\)">
                  <c:v>21845.951428571429</c:v>
                </c:pt>
                <c:pt idx="6252" formatCode="0_);[Red]\(0\)">
                  <c:v>21959.311428571429</c:v>
                </c:pt>
                <c:pt idx="6253" formatCode="0_);[Red]\(0\)">
                  <c:v>20953.351428571426</c:v>
                </c:pt>
                <c:pt idx="6254" formatCode="0_);[Red]\(0\)">
                  <c:v>21273.351428571426</c:v>
                </c:pt>
                <c:pt idx="6255" formatCode="0_);[Red]\(0\)">
                  <c:v>20869.351428571426</c:v>
                </c:pt>
                <c:pt idx="6256" formatCode="0_);[Red]\(0\)">
                  <c:v>20847.091428571428</c:v>
                </c:pt>
                <c:pt idx="6257" formatCode="0_);[Red]\(0\)">
                  <c:v>20911.091428571428</c:v>
                </c:pt>
                <c:pt idx="6258" formatCode="0_);[Red]\(0\)">
                  <c:v>20911.091428571428</c:v>
                </c:pt>
                <c:pt idx="6259" formatCode="0_);[Red]\(0\)">
                  <c:v>20911.091428571428</c:v>
                </c:pt>
                <c:pt idx="6260" formatCode="0_);[Red]\(0\)">
                  <c:v>19150.731428571427</c:v>
                </c:pt>
                <c:pt idx="6261" formatCode="0_);[Red]\(0\)">
                  <c:v>19150.731428571427</c:v>
                </c:pt>
                <c:pt idx="6262" formatCode="0_);[Red]\(0\)">
                  <c:v>18895.231428571427</c:v>
                </c:pt>
                <c:pt idx="6263" formatCode="0_);[Red]\(0\)">
                  <c:v>18895.231428571427</c:v>
                </c:pt>
                <c:pt idx="6264" formatCode="0_);[Red]\(0\)">
                  <c:v>18895.231428571427</c:v>
                </c:pt>
                <c:pt idx="6265" formatCode="0_);[Red]\(0\)">
                  <c:v>18895.231428571427</c:v>
                </c:pt>
                <c:pt idx="6266" formatCode="0_);[Red]\(0\)">
                  <c:v>17639.231428571427</c:v>
                </c:pt>
                <c:pt idx="6267" formatCode="0_);[Red]\(0\)">
                  <c:v>17424.051428571427</c:v>
                </c:pt>
                <c:pt idx="6268" formatCode="0_);[Red]\(0\)">
                  <c:v>17324.051428571427</c:v>
                </c:pt>
                <c:pt idx="6269" formatCode="0_);[Red]\(0\)">
                  <c:v>17324.051428571427</c:v>
                </c:pt>
                <c:pt idx="6270" formatCode="0_);[Red]\(0\)">
                  <c:v>15984.051428571427</c:v>
                </c:pt>
                <c:pt idx="6271" formatCode="0_);[Red]\(0\)">
                  <c:v>15984.051428571427</c:v>
                </c:pt>
                <c:pt idx="6272" formatCode="0_);[Red]\(0\)">
                  <c:v>15984.051428571427</c:v>
                </c:pt>
                <c:pt idx="6273" formatCode="0_);[Red]\(0\)">
                  <c:v>16208.051428571427</c:v>
                </c:pt>
                <c:pt idx="6274" formatCode="0_);[Red]\(0\)">
                  <c:v>14920.071428571428</c:v>
                </c:pt>
                <c:pt idx="6275" formatCode="0_);[Red]\(0\)">
                  <c:v>15016.071428571428</c:v>
                </c:pt>
                <c:pt idx="6276" formatCode="0_);[Red]\(0\)">
                  <c:v>15016.071428571428</c:v>
                </c:pt>
                <c:pt idx="6277" formatCode="0_);[Red]\(0\)">
                  <c:v>14945.051428571427</c:v>
                </c:pt>
                <c:pt idx="6278" formatCode="0_);[Red]\(0\)">
                  <c:v>14945.051428571427</c:v>
                </c:pt>
                <c:pt idx="6279" formatCode="0_);[Red]\(0\)">
                  <c:v>14945.051428571427</c:v>
                </c:pt>
                <c:pt idx="6280" formatCode="0_);[Red]\(0\)">
                  <c:v>12749.051428571427</c:v>
                </c:pt>
                <c:pt idx="6281" formatCode="0_);[Red]\(0\)">
                  <c:v>12287.571428571428</c:v>
                </c:pt>
                <c:pt idx="6282" formatCode="0_);[Red]\(0\)">
                  <c:v>12287.571428571428</c:v>
                </c:pt>
                <c:pt idx="6283" formatCode="0_);[Red]\(0\)">
                  <c:v>12287.571428571428</c:v>
                </c:pt>
                <c:pt idx="6284" formatCode="0_);[Red]\(0\)">
                  <c:v>12383.571428571428</c:v>
                </c:pt>
                <c:pt idx="6285" formatCode="0_);[Red]\(0\)">
                  <c:v>12683.571428571428</c:v>
                </c:pt>
                <c:pt idx="6286" formatCode="0_);[Red]\(0\)">
                  <c:v>12683.571428571428</c:v>
                </c:pt>
                <c:pt idx="6287" formatCode="0_);[Red]\(0\)">
                  <c:v>12683.571428571428</c:v>
                </c:pt>
                <c:pt idx="6288" formatCode="0_);[Red]\(0\)">
                  <c:v>13091.551428571427</c:v>
                </c:pt>
                <c:pt idx="6289" formatCode="0_);[Red]\(0\)">
                  <c:v>13291.551428571427</c:v>
                </c:pt>
                <c:pt idx="6290" formatCode="0_);[Red]\(0\)">
                  <c:v>13291.551428571427</c:v>
                </c:pt>
                <c:pt idx="6291" formatCode="0_);[Red]\(0\)">
                  <c:v>13291.551428571427</c:v>
                </c:pt>
                <c:pt idx="6292" formatCode="0_);[Red]\(0\)">
                  <c:v>13291.551428571427</c:v>
                </c:pt>
                <c:pt idx="6293" formatCode="0_);[Red]\(0\)">
                  <c:v>13291.551428571427</c:v>
                </c:pt>
                <c:pt idx="6294" formatCode="0_);[Red]\(0\)">
                  <c:v>12591.551428571427</c:v>
                </c:pt>
                <c:pt idx="6295" formatCode="0_);[Red]\(0\)">
                  <c:v>12947.971428571429</c:v>
                </c:pt>
                <c:pt idx="6296" formatCode="0_);[Red]\(0\)">
                  <c:v>12647.971428571429</c:v>
                </c:pt>
                <c:pt idx="6297" formatCode="0_);[Red]\(0\)">
                  <c:v>12647.971428571429</c:v>
                </c:pt>
                <c:pt idx="6298" formatCode="0_);[Red]\(0\)">
                  <c:v>12459.951428571429</c:v>
                </c:pt>
                <c:pt idx="6299" formatCode="0_);[Red]\(0\)">
                  <c:v>12459.951428571429</c:v>
                </c:pt>
                <c:pt idx="6300" formatCode="0_);[Red]\(0\)">
                  <c:v>12459.951428571429</c:v>
                </c:pt>
                <c:pt idx="6301" formatCode="0_);[Red]\(0\)">
                  <c:v>12586.631428571429</c:v>
                </c:pt>
                <c:pt idx="6302" formatCode="0_);[Red]\(0\)">
                  <c:v>12767.831428571426</c:v>
                </c:pt>
                <c:pt idx="6303" formatCode="0_);[Red]\(0\)">
                  <c:v>12767.831428571426</c:v>
                </c:pt>
                <c:pt idx="6304" formatCode="0_);[Red]\(0\)">
                  <c:v>12980.331428571426</c:v>
                </c:pt>
                <c:pt idx="6305" formatCode="0_);[Red]\(0\)">
                  <c:v>13204.331428571426</c:v>
                </c:pt>
                <c:pt idx="6306" formatCode="0_);[Red]\(0\)">
                  <c:v>12204.331428571426</c:v>
                </c:pt>
                <c:pt idx="6307" formatCode="0_);[Red]\(0\)">
                  <c:v>12204.331428571426</c:v>
                </c:pt>
                <c:pt idx="6308" formatCode="0_);[Red]\(0\)">
                  <c:v>12386.591428571428</c:v>
                </c:pt>
                <c:pt idx="6309" formatCode="0_);[Red]\(0\)">
                  <c:v>11096.01142857143</c:v>
                </c:pt>
                <c:pt idx="6310" formatCode="0_);[Red]\(0\)">
                  <c:v>11356.011428571426</c:v>
                </c:pt>
                <c:pt idx="6311" formatCode="0_);[Red]\(0\)">
                  <c:v>11196.01142857143</c:v>
                </c:pt>
                <c:pt idx="6312" formatCode="0_);[Red]\(0\)">
                  <c:v>11296.01142857143</c:v>
                </c:pt>
                <c:pt idx="6313" formatCode="0_);[Red]\(0\)">
                  <c:v>11296.01142857143</c:v>
                </c:pt>
                <c:pt idx="6314" formatCode="0_);[Red]\(0\)">
                  <c:v>11296.01142857143</c:v>
                </c:pt>
                <c:pt idx="6315" formatCode="0_);[Red]\(0\)">
                  <c:v>11096.01142857143</c:v>
                </c:pt>
                <c:pt idx="6316" formatCode="0_);[Red]\(0\)">
                  <c:v>11157.85142857143</c:v>
                </c:pt>
                <c:pt idx="6317" formatCode="0_);[Red]\(0\)">
                  <c:v>10453.85142857143</c:v>
                </c:pt>
                <c:pt idx="6318" formatCode="0_);[Red]\(0\)">
                  <c:v>10453.85142857143</c:v>
                </c:pt>
                <c:pt idx="6319" formatCode="0_);[Red]\(0\)">
                  <c:v>9953.85142857143</c:v>
                </c:pt>
                <c:pt idx="6320" formatCode="0_);[Red]\(0\)">
                  <c:v>9953.85142857143</c:v>
                </c:pt>
                <c:pt idx="6321" formatCode="0_);[Red]\(0\)">
                  <c:v>9953.85142857143</c:v>
                </c:pt>
                <c:pt idx="6322" formatCode="0_);[Red]\(0\)">
                  <c:v>9453.85142857143</c:v>
                </c:pt>
                <c:pt idx="6323" formatCode="0_);[Red]\(0\)">
                  <c:v>9863.0314285714267</c:v>
                </c:pt>
                <c:pt idx="6324" formatCode="0_);[Red]\(0\)">
                  <c:v>9363.0314285714267</c:v>
                </c:pt>
                <c:pt idx="6325" formatCode="0_);[Red]\(0\)">
                  <c:v>9363.0314285714267</c:v>
                </c:pt>
                <c:pt idx="6326" formatCode="0_);[Red]\(0\)">
                  <c:v>9363.0314285714267</c:v>
                </c:pt>
                <c:pt idx="6327" formatCode="0_);[Red]\(0\)">
                  <c:v>9363.0314285714267</c:v>
                </c:pt>
                <c:pt idx="6328" formatCode="0_);[Red]\(0\)">
                  <c:v>9363.0314285714267</c:v>
                </c:pt>
                <c:pt idx="6329" formatCode="0_);[Red]\(0\)">
                  <c:v>9363.0314285714267</c:v>
                </c:pt>
                <c:pt idx="6330" formatCode="0_);[Red]\(0\)">
                  <c:v>9363.0314285714267</c:v>
                </c:pt>
                <c:pt idx="6331" formatCode="0_);[Red]\(0\)">
                  <c:v>9363.0314285714267</c:v>
                </c:pt>
                <c:pt idx="6332" formatCode="0_);[Red]\(0\)">
                  <c:v>9427.0314285714267</c:v>
                </c:pt>
                <c:pt idx="6333" formatCode="0_);[Red]\(0\)">
                  <c:v>8615.4114285714277</c:v>
                </c:pt>
                <c:pt idx="6334" formatCode="0_);[Red]\(0\)">
                  <c:v>8664.1714285714297</c:v>
                </c:pt>
                <c:pt idx="6335" formatCode="0_);[Red]\(0\)">
                  <c:v>8664.1714285714297</c:v>
                </c:pt>
                <c:pt idx="6336" formatCode="0_);[Red]\(0\)">
                  <c:v>8760.1714285714297</c:v>
                </c:pt>
                <c:pt idx="6337" formatCode="0_);[Red]\(0\)">
                  <c:v>8839.0114285714299</c:v>
                </c:pt>
                <c:pt idx="6338" formatCode="0_);[Red]\(0\)">
                  <c:v>9095.0114285714299</c:v>
                </c:pt>
                <c:pt idx="6339" formatCode="0_);[Red]\(0\)">
                  <c:v>8659.0114285714299</c:v>
                </c:pt>
                <c:pt idx="6340" formatCode="0_);[Red]\(0\)">
                  <c:v>8915.0114285714299</c:v>
                </c:pt>
                <c:pt idx="6341" formatCode="0_);[Red]\(0\)">
                  <c:v>8915.0114285714299</c:v>
                </c:pt>
                <c:pt idx="6342" formatCode="0_);[Red]\(0\)">
                  <c:v>8915.0114285714299</c:v>
                </c:pt>
                <c:pt idx="6343" formatCode="0_);[Red]\(0\)">
                  <c:v>9171.0114285714299</c:v>
                </c:pt>
                <c:pt idx="6344" formatCode="0_);[Red]\(0\)">
                  <c:v>9375.5314285714267</c:v>
                </c:pt>
                <c:pt idx="6345" formatCode="0_);[Red]\(0\)">
                  <c:v>9059.9114285714277</c:v>
                </c:pt>
                <c:pt idx="6346" formatCode="0_);[Red]\(0\)">
                  <c:v>8959.9114285714277</c:v>
                </c:pt>
                <c:pt idx="6347" formatCode="0_);[Red]\(0\)">
                  <c:v>8959.9114285714277</c:v>
                </c:pt>
                <c:pt idx="6348" formatCode="0_);[Red]\(0\)">
                  <c:v>8959.9114285714277</c:v>
                </c:pt>
                <c:pt idx="6349" formatCode="0_);[Red]\(0\)">
                  <c:v>8959.9114285714277</c:v>
                </c:pt>
                <c:pt idx="6350" formatCode="0_);[Red]\(0\)">
                  <c:v>8343.9114285714277</c:v>
                </c:pt>
                <c:pt idx="6351" formatCode="0_);[Red]\(0\)">
                  <c:v>8448.9114285714277</c:v>
                </c:pt>
                <c:pt idx="6352" formatCode="0_);[Red]\(0\)">
                  <c:v>6884.9114285714286</c:v>
                </c:pt>
                <c:pt idx="6353" formatCode="0_);[Red]\(0\)">
                  <c:v>6884.9114285714286</c:v>
                </c:pt>
                <c:pt idx="6354" formatCode="0_);[Red]\(0\)">
                  <c:v>6884.9114285714286</c:v>
                </c:pt>
                <c:pt idx="6355" formatCode="0_);[Red]\(0\)">
                  <c:v>6884.9114285714286</c:v>
                </c:pt>
                <c:pt idx="6356" formatCode="0_);[Red]\(0\)">
                  <c:v>6884.9114285714286</c:v>
                </c:pt>
                <c:pt idx="6357" formatCode="0_);[Red]\(0\)">
                  <c:v>6788.9114285714286</c:v>
                </c:pt>
                <c:pt idx="6358" formatCode="0_);[Red]\(0\)">
                  <c:v>6603.7114285714279</c:v>
                </c:pt>
                <c:pt idx="6359" formatCode="0_);[Red]\(0\)">
                  <c:v>5687.7114285714279</c:v>
                </c:pt>
                <c:pt idx="6360" formatCode="0_);[Red]\(0\)">
                  <c:v>5617.3114285714282</c:v>
                </c:pt>
                <c:pt idx="6361" formatCode="0_);[Red]\(0\)">
                  <c:v>5606.7114285714279</c:v>
                </c:pt>
                <c:pt idx="6362" formatCode="0_);[Red]\(0\)">
                  <c:v>5606.7114285714279</c:v>
                </c:pt>
                <c:pt idx="6363" formatCode="0_);[Red]\(0\)">
                  <c:v>5606.7114285714279</c:v>
                </c:pt>
                <c:pt idx="6364" formatCode="0_);[Red]\(0\)">
                  <c:v>5606.7114285714279</c:v>
                </c:pt>
                <c:pt idx="6365" formatCode="0_);[Red]\(0\)">
                  <c:v>5106.7114285714279</c:v>
                </c:pt>
                <c:pt idx="6366" formatCode="0_);[Red]\(0\)">
                  <c:v>5202.7114285714279</c:v>
                </c:pt>
                <c:pt idx="6367" formatCode="0_);[Red]\(0\)">
                  <c:v>5362.7114285714279</c:v>
                </c:pt>
                <c:pt idx="6368" formatCode="0_);[Red]\(0\)">
                  <c:v>5435.3914285714282</c:v>
                </c:pt>
                <c:pt idx="6369" formatCode="0_);[Red]\(0\)">
                  <c:v>5435.3914285714282</c:v>
                </c:pt>
                <c:pt idx="6370" formatCode="0_);[Red]\(0\)">
                  <c:v>5435.3914285714282</c:v>
                </c:pt>
                <c:pt idx="6371" formatCode="0_);[Red]\(0\)">
                  <c:v>5456.3914285714282</c:v>
                </c:pt>
                <c:pt idx="6372" formatCode="0_);[Red]\(0\)">
                  <c:v>5520.3914285714282</c:v>
                </c:pt>
                <c:pt idx="6373" formatCode="0_);[Red]\(0\)">
                  <c:v>5520.3914285714282</c:v>
                </c:pt>
                <c:pt idx="6374" formatCode="0_);[Red]\(0\)">
                  <c:v>5520.3914285714282</c:v>
                </c:pt>
                <c:pt idx="6375" formatCode="0_);[Red]\(0\)">
                  <c:v>5424.3914285714282</c:v>
                </c:pt>
                <c:pt idx="6376" formatCode="0_);[Red]\(0\)">
                  <c:v>5424.3914285714282</c:v>
                </c:pt>
                <c:pt idx="6377" formatCode="0_);[Red]\(0\)">
                  <c:v>5424.3914285714282</c:v>
                </c:pt>
                <c:pt idx="6378" formatCode="0_);[Red]\(0\)">
                  <c:v>5327.8914285714282</c:v>
                </c:pt>
                <c:pt idx="6379" formatCode="0_);[Red]\(0\)">
                  <c:v>5731.8914285714282</c:v>
                </c:pt>
                <c:pt idx="6380" formatCode="0_);[Red]\(0\)">
                  <c:v>5731.8914285714282</c:v>
                </c:pt>
                <c:pt idx="6381" formatCode="0_);[Red]\(0\)">
                  <c:v>5731.8914285714282</c:v>
                </c:pt>
                <c:pt idx="6382" formatCode="0_);[Red]\(0\)">
                  <c:v>5731.8914285714282</c:v>
                </c:pt>
                <c:pt idx="6383" formatCode="0_);[Red]\(0\)">
                  <c:v>5731.8914285714282</c:v>
                </c:pt>
                <c:pt idx="6384" formatCode="0_);[Red]\(0\)">
                  <c:v>5731.8914285714282</c:v>
                </c:pt>
                <c:pt idx="6385" formatCode="0_);[Red]\(0\)">
                  <c:v>6031.8914285714282</c:v>
                </c:pt>
                <c:pt idx="6386" formatCode="0_);[Red]\(0\)">
                  <c:v>6531.8914285714282</c:v>
                </c:pt>
                <c:pt idx="6387" formatCode="0_);[Red]\(0\)">
                  <c:v>6795.8914285714282</c:v>
                </c:pt>
                <c:pt idx="6388" formatCode="0_);[Red]\(0\)">
                  <c:v>6891.8914285714282</c:v>
                </c:pt>
                <c:pt idx="6389" formatCode="0_);[Red]\(0\)">
                  <c:v>7051.8914285714282</c:v>
                </c:pt>
                <c:pt idx="6390" formatCode="0_);[Red]\(0\)">
                  <c:v>7051.8914285714282</c:v>
                </c:pt>
                <c:pt idx="6391" formatCode="0_);[Red]\(0\)">
                  <c:v>7051.8914285714282</c:v>
                </c:pt>
                <c:pt idx="6392" formatCode="0_);[Red]\(0\)">
                  <c:v>7851.8914285714282</c:v>
                </c:pt>
                <c:pt idx="6393" formatCode="0_);[Red]\(0\)">
                  <c:v>7987.8914285714282</c:v>
                </c:pt>
                <c:pt idx="6394" formatCode="0_);[Red]\(0\)">
                  <c:v>8163.3914285714282</c:v>
                </c:pt>
                <c:pt idx="6395" formatCode="0_);[Red]\(0\)">
                  <c:v>8003.3914285714282</c:v>
                </c:pt>
                <c:pt idx="6396" formatCode="0_);[Red]\(0\)">
                  <c:v>8003.3914285714282</c:v>
                </c:pt>
                <c:pt idx="6397" formatCode="0_);[Red]\(0\)">
                  <c:v>8407.3914285714272</c:v>
                </c:pt>
                <c:pt idx="6398" formatCode="0_);[Red]\(0\)">
                  <c:v>8407.3914285714272</c:v>
                </c:pt>
                <c:pt idx="6399" formatCode="0_);[Red]\(0\)">
                  <c:v>8247.3914285714272</c:v>
                </c:pt>
                <c:pt idx="6400" formatCode="0_);[Red]\(0\)">
                  <c:v>8512.6314285714288</c:v>
                </c:pt>
                <c:pt idx="6401" formatCode="0_);[Red]\(0\)">
                  <c:v>8512.6314285714288</c:v>
                </c:pt>
                <c:pt idx="6402" formatCode="0_);[Red]\(0\)">
                  <c:v>9344.6314285714288</c:v>
                </c:pt>
                <c:pt idx="6403" formatCode="0_);[Red]\(0\)">
                  <c:v>9418.3714285714268</c:v>
                </c:pt>
                <c:pt idx="6404" formatCode="0_);[Red]\(0\)">
                  <c:v>9418.3714285714268</c:v>
                </c:pt>
                <c:pt idx="6405" formatCode="0_);[Red]\(0\)">
                  <c:v>9418.3714285714268</c:v>
                </c:pt>
                <c:pt idx="6406" formatCode="0_);[Red]\(0\)">
                  <c:v>9546.3714285714268</c:v>
                </c:pt>
                <c:pt idx="6407" formatCode="0_);[Red]\(0\)">
                  <c:v>11444.69142857143</c:v>
                </c:pt>
                <c:pt idx="6408" formatCode="0_);[Red]\(0\)">
                  <c:v>11540.691428571427</c:v>
                </c:pt>
                <c:pt idx="6409" formatCode="0_);[Red]\(0\)">
                  <c:v>11947.791428571429</c:v>
                </c:pt>
                <c:pt idx="6410" formatCode="0_);[Red]\(0\)">
                  <c:v>15595.791428571429</c:v>
                </c:pt>
                <c:pt idx="6411" formatCode="0_);[Red]\(0\)">
                  <c:v>15595.791428571429</c:v>
                </c:pt>
                <c:pt idx="6412" formatCode="0_);[Red]\(0\)">
                  <c:v>15595.791428571429</c:v>
                </c:pt>
                <c:pt idx="6413" formatCode="0_);[Red]\(0\)">
                  <c:v>17618.051428571427</c:v>
                </c:pt>
                <c:pt idx="6414" formatCode="0_);[Red]\(0\)">
                  <c:v>18618.051428571427</c:v>
                </c:pt>
                <c:pt idx="6415" formatCode="0_);[Red]\(0\)">
                  <c:v>18720.411428571428</c:v>
                </c:pt>
                <c:pt idx="6416" formatCode="0_);[Red]\(0\)">
                  <c:v>17620.411428571428</c:v>
                </c:pt>
                <c:pt idx="6417" formatCode="0_);[Red]\(0\)">
                  <c:v>17620.411428571428</c:v>
                </c:pt>
                <c:pt idx="6418" formatCode="0_);[Red]\(0\)">
                  <c:v>17620.411428571428</c:v>
                </c:pt>
                <c:pt idx="6419" formatCode="0_);[Red]\(0\)">
                  <c:v>17620.411428571428</c:v>
                </c:pt>
                <c:pt idx="6420" formatCode="0_);[Red]\(0\)">
                  <c:v>17424.411428571428</c:v>
                </c:pt>
                <c:pt idx="6421" formatCode="0_);[Red]\(0\)">
                  <c:v>17416.991428571426</c:v>
                </c:pt>
                <c:pt idx="6422" formatCode="0_);[Red]\(0\)">
                  <c:v>17220.991428571426</c:v>
                </c:pt>
                <c:pt idx="6423" formatCode="0_);[Red]\(0\)">
                  <c:v>17168.491428571426</c:v>
                </c:pt>
                <c:pt idx="6424" formatCode="0_);[Red]\(0\)">
                  <c:v>17068.491428571426</c:v>
                </c:pt>
                <c:pt idx="6425" formatCode="0_);[Red]\(0\)">
                  <c:v>17068.491428571426</c:v>
                </c:pt>
                <c:pt idx="6426" formatCode="0_);[Red]\(0\)">
                  <c:v>17068.491428571426</c:v>
                </c:pt>
                <c:pt idx="6427" formatCode="0_);[Red]\(0\)">
                  <c:v>17100.491428571426</c:v>
                </c:pt>
                <c:pt idx="6428" formatCode="0_);[Red]\(0\)">
                  <c:v>17000.491428571426</c:v>
                </c:pt>
                <c:pt idx="6429" formatCode="0_);[Red]\(0\)">
                  <c:v>16000.491428571426</c:v>
                </c:pt>
                <c:pt idx="6430" formatCode="0_);[Red]\(0\)">
                  <c:v>15964.491428571426</c:v>
                </c:pt>
                <c:pt idx="6431" formatCode="0_);[Red]\(0\)">
                  <c:v>15964.491428571426</c:v>
                </c:pt>
                <c:pt idx="6432" formatCode="0_);[Red]\(0\)">
                  <c:v>15964.491428571426</c:v>
                </c:pt>
                <c:pt idx="6433" formatCode="0_);[Red]\(0\)">
                  <c:v>15964.491428571426</c:v>
                </c:pt>
                <c:pt idx="6434" formatCode="0_);[Red]\(0\)">
                  <c:v>15880.351428571426</c:v>
                </c:pt>
                <c:pt idx="6435" formatCode="0_);[Red]\(0\)">
                  <c:v>14678.191428571427</c:v>
                </c:pt>
                <c:pt idx="6436" formatCode="0_);[Red]\(0\)">
                  <c:v>14082.191428571427</c:v>
                </c:pt>
                <c:pt idx="6437" formatCode="0_);[Red]\(0\)">
                  <c:v>13918.191428571427</c:v>
                </c:pt>
                <c:pt idx="6438" formatCode="0_);[Red]\(0\)">
                  <c:v>13366.711428571427</c:v>
                </c:pt>
                <c:pt idx="6439" formatCode="0_);[Red]\(0\)">
                  <c:v>13366.711428571427</c:v>
                </c:pt>
                <c:pt idx="6440" formatCode="0_);[Red]\(0\)">
                  <c:v>13366.711428571427</c:v>
                </c:pt>
                <c:pt idx="6441" formatCode="0_);[Red]\(0\)">
                  <c:v>12866.711428571427</c:v>
                </c:pt>
                <c:pt idx="6442" formatCode="0_);[Red]\(0\)">
                  <c:v>12610.711428571427</c:v>
                </c:pt>
                <c:pt idx="6443" formatCode="0_);[Red]\(0\)">
                  <c:v>12546.711428571427</c:v>
                </c:pt>
                <c:pt idx="6444" formatCode="0_);[Red]\(0\)">
                  <c:v>12546.711428571427</c:v>
                </c:pt>
                <c:pt idx="6445" formatCode="0_);[Red]\(0\)">
                  <c:v>12494.211428571427</c:v>
                </c:pt>
                <c:pt idx="6446" formatCode="0_);[Red]\(0\)">
                  <c:v>12494.211428571427</c:v>
                </c:pt>
                <c:pt idx="6447" formatCode="0_);[Red]\(0\)">
                  <c:v>12494.211428571427</c:v>
                </c:pt>
                <c:pt idx="6448" formatCode="0_);[Red]\(0\)">
                  <c:v>10471.951428571429</c:v>
                </c:pt>
                <c:pt idx="6449" formatCode="0_);[Red]\(0\)">
                  <c:v>10599.951428571429</c:v>
                </c:pt>
                <c:pt idx="6450" formatCode="0_);[Red]\(0\)">
                  <c:v>9727.9514285714286</c:v>
                </c:pt>
                <c:pt idx="6451" formatCode="0_);[Red]\(0\)">
                  <c:v>9727.9514285714286</c:v>
                </c:pt>
                <c:pt idx="6452" formatCode="0_);[Red]\(0\)">
                  <c:v>9131.9514285714286</c:v>
                </c:pt>
                <c:pt idx="6453" formatCode="0_);[Red]\(0\)">
                  <c:v>9131.9514285714286</c:v>
                </c:pt>
                <c:pt idx="6454" formatCode="0_);[Red]\(0\)">
                  <c:v>9131.9514285714286</c:v>
                </c:pt>
                <c:pt idx="6455" formatCode="0_);[Red]\(0\)">
                  <c:v>8930.2114285714269</c:v>
                </c:pt>
                <c:pt idx="6456" formatCode="0_);[Red]\(0\)">
                  <c:v>8377.7114285714269</c:v>
                </c:pt>
                <c:pt idx="6457" formatCode="0_);[Red]\(0\)">
                  <c:v>8281.7114285714269</c:v>
                </c:pt>
                <c:pt idx="6458" formatCode="0_);[Red]\(0\)">
                  <c:v>7781.7114285714279</c:v>
                </c:pt>
                <c:pt idx="6459" formatCode="0_);[Red]\(0\)">
                  <c:v>7377.7114285714279</c:v>
                </c:pt>
                <c:pt idx="6460" formatCode="0_);[Red]\(0\)">
                  <c:v>7377.7114285714279</c:v>
                </c:pt>
                <c:pt idx="6461" formatCode="0_);[Red]\(0\)">
                  <c:v>7377.7114285714279</c:v>
                </c:pt>
                <c:pt idx="6462" formatCode="0_);[Red]\(0\)">
                  <c:v>7377.7114285714279</c:v>
                </c:pt>
                <c:pt idx="6463" formatCode="0_);[Red]\(0\)">
                  <c:v>7355.4514285714276</c:v>
                </c:pt>
                <c:pt idx="6464" formatCode="0_);[Red]\(0\)">
                  <c:v>7435.9514285714276</c:v>
                </c:pt>
                <c:pt idx="6465" formatCode="0_);[Red]\(0\)">
                  <c:v>7458.2114285714279</c:v>
                </c:pt>
                <c:pt idx="6466" formatCode="0_);[Red]\(0\)">
                  <c:v>7458.2114285714279</c:v>
                </c:pt>
                <c:pt idx="6467" formatCode="0_);[Red]\(0\)">
                  <c:v>7458.2114285714279</c:v>
                </c:pt>
                <c:pt idx="6468" formatCode="0_);[Red]\(0\)">
                  <c:v>7458.2114285714279</c:v>
                </c:pt>
                <c:pt idx="6469" formatCode="0_);[Red]\(0\)">
                  <c:v>7426.2114285714279</c:v>
                </c:pt>
                <c:pt idx="6470" formatCode="0_);[Red]\(0\)">
                  <c:v>7415.6114285714293</c:v>
                </c:pt>
                <c:pt idx="6471" formatCode="0_);[Red]\(0\)">
                  <c:v>7511.6114285714293</c:v>
                </c:pt>
                <c:pt idx="6472" formatCode="0_);[Red]\(0\)">
                  <c:v>7671.6114285714293</c:v>
                </c:pt>
                <c:pt idx="6473" formatCode="0_);[Red]\(0\)">
                  <c:v>7664.1914285714292</c:v>
                </c:pt>
                <c:pt idx="6474" formatCode="0_);[Red]\(0\)">
                  <c:v>7664.1914285714292</c:v>
                </c:pt>
                <c:pt idx="6475" formatCode="0_);[Red]\(0\)">
                  <c:v>7664.1914285714292</c:v>
                </c:pt>
                <c:pt idx="6476" formatCode="0_);[Red]\(0\)">
                  <c:v>7664.1914285714292</c:v>
                </c:pt>
                <c:pt idx="6477" formatCode="0_);[Red]\(0\)">
                  <c:v>7708.7114285714279</c:v>
                </c:pt>
                <c:pt idx="6478" formatCode="0_);[Red]\(0\)">
                  <c:v>7708.7114285714279</c:v>
                </c:pt>
                <c:pt idx="6479" formatCode="0_);[Red]\(0\)">
                  <c:v>7733.0914285714289</c:v>
                </c:pt>
                <c:pt idx="6480" formatCode="0_);[Red]\(0\)">
                  <c:v>7733.0914285714289</c:v>
                </c:pt>
                <c:pt idx="6481" formatCode="0_);[Red]\(0\)">
                  <c:v>7733.0914285714289</c:v>
                </c:pt>
                <c:pt idx="6482" formatCode="0_);[Red]\(0\)">
                  <c:v>7733.0914285714289</c:v>
                </c:pt>
                <c:pt idx="6483" formatCode="0_);[Red]\(0\)">
                  <c:v>7733.0914285714289</c:v>
                </c:pt>
                <c:pt idx="6484" formatCode="0_);[Red]\(0\)">
                  <c:v>7733.0914285714289</c:v>
                </c:pt>
                <c:pt idx="6485" formatCode="0_);[Red]\(0\)">
                  <c:v>7733.0914285714289</c:v>
                </c:pt>
                <c:pt idx="6486" formatCode="0_);[Red]\(0\)">
                  <c:v>7733.0914285714289</c:v>
                </c:pt>
                <c:pt idx="6487" formatCode="0_);[Red]\(0\)">
                  <c:v>7733.0914285714289</c:v>
                </c:pt>
                <c:pt idx="6488" formatCode="0_);[Red]\(0\)">
                  <c:v>7785.5914285714289</c:v>
                </c:pt>
                <c:pt idx="6489" formatCode="0_);[Red]\(0\)">
                  <c:v>7788.7714285714292</c:v>
                </c:pt>
                <c:pt idx="6490" formatCode="0_);[Red]\(0\)">
                  <c:v>7790.8914285714282</c:v>
                </c:pt>
                <c:pt idx="6491" formatCode="0_);[Red]\(0\)">
                  <c:v>7790.8914285714282</c:v>
                </c:pt>
                <c:pt idx="6492" formatCode="0_);[Red]\(0\)">
                  <c:v>7751.4714285714281</c:v>
                </c:pt>
                <c:pt idx="6493" formatCode="0_);[Red]\(0\)">
                  <c:v>8008.4714285714281</c:v>
                </c:pt>
                <c:pt idx="6494" formatCode="0_);[Red]\(0\)">
                  <c:v>8008.4714285714281</c:v>
                </c:pt>
                <c:pt idx="6495" formatCode="0_);[Red]\(0\)">
                  <c:v>8008.4714285714281</c:v>
                </c:pt>
                <c:pt idx="6496" formatCode="0_);[Red]\(0\)">
                  <c:v>8008.4714285714281</c:v>
                </c:pt>
                <c:pt idx="6497" formatCode="0_);[Red]\(0\)">
                  <c:v>7880.4714285714281</c:v>
                </c:pt>
                <c:pt idx="6498" formatCode="0_);[Red]\(0\)">
                  <c:v>7995.2714285714292</c:v>
                </c:pt>
                <c:pt idx="6499" formatCode="0_);[Red]\(0\)">
                  <c:v>7963.2714285714292</c:v>
                </c:pt>
                <c:pt idx="6500" formatCode="0_);[Red]\(0\)">
                  <c:v>7963.2714285714292</c:v>
                </c:pt>
                <c:pt idx="6501" formatCode="0_);[Red]\(0\)">
                  <c:v>8163.2714285714292</c:v>
                </c:pt>
                <c:pt idx="6502" formatCode="0_);[Red]\(0\)">
                  <c:v>8163.2714285714292</c:v>
                </c:pt>
                <c:pt idx="6503" formatCode="0_);[Red]\(0\)">
                  <c:v>8163.2714285714292</c:v>
                </c:pt>
                <c:pt idx="6504" formatCode="0_);[Red]\(0\)">
                  <c:v>8323.2714285714283</c:v>
                </c:pt>
                <c:pt idx="6505" formatCode="0_);[Red]\(0\)">
                  <c:v>8328.5714285714275</c:v>
                </c:pt>
                <c:pt idx="6506" formatCode="0_);[Red]\(0\)">
                  <c:v>8328.5714285714275</c:v>
                </c:pt>
                <c:pt idx="6507" formatCode="0_);[Red]\(0\)">
                  <c:v>8328.5714285714275</c:v>
                </c:pt>
                <c:pt idx="6508" formatCode="0_);[Red]\(0\)">
                  <c:v>8264.5714285714275</c:v>
                </c:pt>
                <c:pt idx="6509" formatCode="0_);[Red]\(0\)">
                  <c:v>8264.5714285714275</c:v>
                </c:pt>
                <c:pt idx="6510" formatCode="0_);[Red]\(0\)">
                  <c:v>8264.5714285714275</c:v>
                </c:pt>
                <c:pt idx="6511" formatCode="0_);[Red]\(0\)">
                  <c:v>7764.5714285714284</c:v>
                </c:pt>
                <c:pt idx="6512" formatCode="0_);[Red]\(0\)">
                  <c:v>7568.5714285714284</c:v>
                </c:pt>
                <c:pt idx="6513" formatCode="0_);[Red]\(0\)">
                  <c:v>7583.4114285714286</c:v>
                </c:pt>
                <c:pt idx="6514" formatCode="0_);[Red]\(0\)">
                  <c:v>7551.4114285714286</c:v>
                </c:pt>
                <c:pt idx="6515" formatCode="0_);[Red]\(0\)">
                  <c:v>7551.4114285714286</c:v>
                </c:pt>
                <c:pt idx="6516" formatCode="0_);[Red]\(0\)">
                  <c:v>7551.4114285714286</c:v>
                </c:pt>
                <c:pt idx="6517" formatCode="0_);[Red]\(0\)">
                  <c:v>7551.4114285714286</c:v>
                </c:pt>
                <c:pt idx="6518" formatCode="0_);[Red]\(0\)">
                  <c:v>7519.4114285714286</c:v>
                </c:pt>
                <c:pt idx="6519" formatCode="0_);[Red]\(0\)">
                  <c:v>7254.7514285714287</c:v>
                </c:pt>
                <c:pt idx="6520" formatCode="0_);[Red]\(0\)">
                  <c:v>7168.4914285714285</c:v>
                </c:pt>
                <c:pt idx="6521" formatCode="0_);[Red]\(0\)">
                  <c:v>7168.4914285714285</c:v>
                </c:pt>
                <c:pt idx="6522" formatCode="0_);[Red]\(0\)">
                  <c:v>7113.3714285714277</c:v>
                </c:pt>
                <c:pt idx="6523" formatCode="0_);[Red]\(0\)">
                  <c:v>7113.3714285714277</c:v>
                </c:pt>
                <c:pt idx="6524" formatCode="0_);[Red]\(0\)">
                  <c:v>7113.3714285714277</c:v>
                </c:pt>
                <c:pt idx="6525" formatCode="0_);[Red]\(0\)">
                  <c:v>7377.3714285714277</c:v>
                </c:pt>
                <c:pt idx="6526" formatCode="0_);[Red]\(0\)">
                  <c:v>7051.2714285714292</c:v>
                </c:pt>
                <c:pt idx="6527" formatCode="0_);[Red]\(0\)">
                  <c:v>6861.8714285714277</c:v>
                </c:pt>
                <c:pt idx="6528" formatCode="0_);[Red]\(0\)">
                  <c:v>6861.8714285714277</c:v>
                </c:pt>
                <c:pt idx="6529" formatCode="0_);[Red]\(0\)">
                  <c:v>6861.8714285714277</c:v>
                </c:pt>
                <c:pt idx="6530" formatCode="0_);[Red]\(0\)">
                  <c:v>6861.8714285714277</c:v>
                </c:pt>
                <c:pt idx="6531" formatCode="0_);[Red]\(0\)">
                  <c:v>6861.8714285714277</c:v>
                </c:pt>
                <c:pt idx="6532" formatCode="0_);[Red]\(0\)">
                  <c:v>7011.2714285714292</c:v>
                </c:pt>
                <c:pt idx="6533" formatCode="0_);[Red]\(0\)">
                  <c:v>7345.5914285714289</c:v>
                </c:pt>
                <c:pt idx="6534" formatCode="0_);[Red]\(0\)">
                  <c:v>7409.5914285714289</c:v>
                </c:pt>
                <c:pt idx="6535" formatCode="0_);[Red]\(0\)">
                  <c:v>6609.5914285714289</c:v>
                </c:pt>
                <c:pt idx="6536" formatCode="0_);[Red]\(0\)">
                  <c:v>6741.5914285714289</c:v>
                </c:pt>
                <c:pt idx="6537" formatCode="0_);[Red]\(0\)">
                  <c:v>6741.5914285714289</c:v>
                </c:pt>
                <c:pt idx="6538" formatCode="0_);[Red]\(0\)">
                  <c:v>6741.5914285714289</c:v>
                </c:pt>
                <c:pt idx="6539" formatCode="0_);[Red]\(0\)">
                  <c:v>6741.5914285714289</c:v>
                </c:pt>
                <c:pt idx="6540" formatCode="0_);[Red]\(0\)">
                  <c:v>6753.2514285714287</c:v>
                </c:pt>
                <c:pt idx="6541" formatCode="0_);[Red]\(0\)">
                  <c:v>6521</c:v>
                </c:pt>
                <c:pt idx="6542" formatCode="0_);[Red]\(0\)">
                  <c:v>6570</c:v>
                </c:pt>
                <c:pt idx="6543" formatCode="0_);[Red]\(0\)">
                  <c:v>6570</c:v>
                </c:pt>
                <c:pt idx="6544" formatCode="0_);[Red]\(0\)">
                  <c:v>6570</c:v>
                </c:pt>
                <c:pt idx="6545" formatCode="0_);[Red]\(0\)">
                  <c:v>6570</c:v>
                </c:pt>
                <c:pt idx="6546" formatCode="0_);[Red]\(0\)">
                  <c:v>6720</c:v>
                </c:pt>
                <c:pt idx="6547" formatCode="0_);[Red]\(0\)">
                  <c:v>6839</c:v>
                </c:pt>
                <c:pt idx="6548" formatCode="0_);[Red]\(0\)">
                  <c:v>6108.6314285714279</c:v>
                </c:pt>
                <c:pt idx="6549" formatCode="0_);[Red]\(0\)">
                  <c:v>6140.6314285714279</c:v>
                </c:pt>
                <c:pt idx="6550" formatCode="0_);[Red]\(0\)">
                  <c:v>6358.6514285714284</c:v>
                </c:pt>
                <c:pt idx="6551" formatCode="0_);[Red]\(0\)">
                  <c:v>6358.6514285714284</c:v>
                </c:pt>
                <c:pt idx="6552" formatCode="0_);[Red]\(0\)">
                  <c:v>6358.6514285714284</c:v>
                </c:pt>
                <c:pt idx="6553" formatCode="0_);[Red]\(0\)">
                  <c:v>6518.6514285714284</c:v>
                </c:pt>
                <c:pt idx="6554" formatCode="0_);[Red]\(0\)">
                  <c:v>6190.9114285714286</c:v>
                </c:pt>
                <c:pt idx="6555" formatCode="0_);[Red]\(0\)">
                  <c:v>6254.9114285714286</c:v>
                </c:pt>
                <c:pt idx="6556" formatCode="0_);[Red]\(0\)">
                  <c:v>6254.9114285714286</c:v>
                </c:pt>
                <c:pt idx="6557" formatCode="0_);[Red]\(0\)">
                  <c:v>6254.9114285714286</c:v>
                </c:pt>
                <c:pt idx="6558" formatCode="0_);[Red]\(0\)">
                  <c:v>6254.9114285714286</c:v>
                </c:pt>
                <c:pt idx="6559" formatCode="0_);[Red]\(0\)">
                  <c:v>6254.9114285714286</c:v>
                </c:pt>
                <c:pt idx="6560" formatCode="0_);[Red]\(0\)">
                  <c:v>6382.9114285714286</c:v>
                </c:pt>
                <c:pt idx="6561" formatCode="0_);[Red]\(0\)">
                  <c:v>6467.9114285714286</c:v>
                </c:pt>
                <c:pt idx="6562" formatCode="0_);[Red]\(0\)">
                  <c:v>6531.9114285714286</c:v>
                </c:pt>
                <c:pt idx="6563" formatCode="0_);[Red]\(0\)">
                  <c:v>6695.9114285714286</c:v>
                </c:pt>
                <c:pt idx="6564" formatCode="0_);[Red]\(0\)">
                  <c:v>6695.9114285714286</c:v>
                </c:pt>
                <c:pt idx="6565" formatCode="0_);[Red]\(0\)">
                  <c:v>6695.9114285714286</c:v>
                </c:pt>
                <c:pt idx="6566" formatCode="0_);[Red]\(0\)">
                  <c:v>6695.9114285714286</c:v>
                </c:pt>
                <c:pt idx="6567" formatCode="0_);[Red]\(0\)">
                  <c:v>6823.9114285714286</c:v>
                </c:pt>
                <c:pt idx="6568" formatCode="0_);[Red]\(0\)">
                  <c:v>6879.0314285714276</c:v>
                </c:pt>
                <c:pt idx="6569" formatCode="0_);[Red]\(0\)">
                  <c:v>6815.0314285714276</c:v>
                </c:pt>
                <c:pt idx="6570" formatCode="0_);[Red]\(0\)">
                  <c:v>6815.0314285714276</c:v>
                </c:pt>
                <c:pt idx="6571" formatCode="0_);[Red]\(0\)">
                  <c:v>6815.0314285714276</c:v>
                </c:pt>
                <c:pt idx="6572" formatCode="0_);[Red]\(0\)">
                  <c:v>6815.0314285714276</c:v>
                </c:pt>
                <c:pt idx="6573" formatCode="0_);[Red]\(0\)">
                  <c:v>6815.0314285714276</c:v>
                </c:pt>
                <c:pt idx="6574" formatCode="0_);[Red]\(0\)">
                  <c:v>6815.0314285714276</c:v>
                </c:pt>
                <c:pt idx="6575" formatCode="0_);[Red]\(0\)">
                  <c:v>6815.0314285714276</c:v>
                </c:pt>
                <c:pt idx="6576" formatCode="0_);[Red]\(0\)">
                  <c:v>6915.0314285714276</c:v>
                </c:pt>
                <c:pt idx="6577" formatCode="0_);[Red]\(0\)">
                  <c:v>6915.0314285714276</c:v>
                </c:pt>
                <c:pt idx="6578" formatCode="0_);[Red]\(0\)">
                  <c:v>6915.0314285714276</c:v>
                </c:pt>
                <c:pt idx="6579" formatCode="0_);[Red]\(0\)">
                  <c:v>6915.0314285714276</c:v>
                </c:pt>
                <c:pt idx="6580" formatCode="0_);[Red]\(0\)">
                  <c:v>6915.0314285714276</c:v>
                </c:pt>
                <c:pt idx="6581" formatCode="0_);[Red]\(0\)">
                  <c:v>6787.0314285714276</c:v>
                </c:pt>
                <c:pt idx="6582" formatCode="0_);[Red]\(0\)">
                  <c:v>6731.511428571429</c:v>
                </c:pt>
                <c:pt idx="6583" formatCode="0_);[Red]\(0\)">
                  <c:v>6568.3714285714277</c:v>
                </c:pt>
                <c:pt idx="6584" formatCode="0_);[Red]\(0\)">
                  <c:v>6578.8714285714277</c:v>
                </c:pt>
                <c:pt idx="6585" formatCode="0_);[Red]\(0\)">
                  <c:v>6578.8714285714277</c:v>
                </c:pt>
                <c:pt idx="6586" formatCode="0_);[Red]\(0\)">
                  <c:v>6578.8714285714277</c:v>
                </c:pt>
                <c:pt idx="6587" formatCode="0_);[Red]\(0\)">
                  <c:v>6578.8714285714277</c:v>
                </c:pt>
                <c:pt idx="6588" formatCode="0_);[Red]\(0\)">
                  <c:v>6567.2114285714279</c:v>
                </c:pt>
                <c:pt idx="6589" formatCode="0_);[Red]\(0\)">
                  <c:v>6575.6914285714292</c:v>
                </c:pt>
                <c:pt idx="6590" formatCode="0_);[Red]\(0\)">
                  <c:v>6375.6914285714292</c:v>
                </c:pt>
                <c:pt idx="6591" formatCode="0_);[Red]\(0\)">
                  <c:v>6370.3914285714282</c:v>
                </c:pt>
                <c:pt idx="6592" formatCode="0_);[Red]\(0\)">
                  <c:v>6370.3914285714282</c:v>
                </c:pt>
                <c:pt idx="6593" formatCode="0_);[Red]\(0\)">
                  <c:v>6370.3914285714282</c:v>
                </c:pt>
                <c:pt idx="6594" formatCode="0_);[Red]\(0\)">
                  <c:v>6370.3914285714282</c:v>
                </c:pt>
                <c:pt idx="6595" formatCode="0_);[Red]\(0\)">
                  <c:v>6070.3914285714282</c:v>
                </c:pt>
                <c:pt idx="6596" formatCode="0_);[Red]\(0\)">
                  <c:v>6038.3914285714282</c:v>
                </c:pt>
                <c:pt idx="6597" formatCode="0_);[Red]\(0\)">
                  <c:v>5997.7114285714279</c:v>
                </c:pt>
                <c:pt idx="6598" formatCode="0_);[Red]\(0\)">
                  <c:v>5997.7114285714279</c:v>
                </c:pt>
                <c:pt idx="6599" formatCode="0_);[Red]\(0\)">
                  <c:v>5987.1114285714293</c:v>
                </c:pt>
                <c:pt idx="6600" formatCode="0_);[Red]\(0\)">
                  <c:v>5987.1114285714293</c:v>
                </c:pt>
                <c:pt idx="6601" formatCode="0_);[Red]\(0\)">
                  <c:v>5987.1114285714293</c:v>
                </c:pt>
                <c:pt idx="6602" formatCode="0_);[Red]\(0\)">
                  <c:v>5976.511428571429</c:v>
                </c:pt>
                <c:pt idx="6603" formatCode="0_);[Red]\(0\)">
                  <c:v>5976.511428571429</c:v>
                </c:pt>
                <c:pt idx="6604" formatCode="0_);[Red]\(0\)">
                  <c:v>5976.511428571429</c:v>
                </c:pt>
                <c:pt idx="6605" formatCode="0_);[Red]\(0\)">
                  <c:v>5987.1114285714293</c:v>
                </c:pt>
                <c:pt idx="6606" formatCode="0_);[Red]\(0\)">
                  <c:v>5987.1114285714293</c:v>
                </c:pt>
                <c:pt idx="6607" formatCode="0_);[Red]\(0\)">
                  <c:v>5987.1114285714293</c:v>
                </c:pt>
                <c:pt idx="6608" formatCode="0_);[Red]\(0\)">
                  <c:v>6042.2314285714283</c:v>
                </c:pt>
                <c:pt idx="6609" formatCode="0_);[Red]\(0\)">
                  <c:v>6062.3714285714277</c:v>
                </c:pt>
                <c:pt idx="6610" formatCode="0_);[Red]\(0\)">
                  <c:v>6141.8714285714277</c:v>
                </c:pt>
                <c:pt idx="6611" formatCode="0_);[Red]\(0\)">
                  <c:v>6173.6714285714288</c:v>
                </c:pt>
                <c:pt idx="6612" formatCode="0_);[Red]\(0\)">
                  <c:v>6173.6714285714288</c:v>
                </c:pt>
                <c:pt idx="6613" formatCode="0_);[Red]\(0\)">
                  <c:v>6173.6714285714288</c:v>
                </c:pt>
                <c:pt idx="6614" formatCode="0_);[Red]\(0\)">
                  <c:v>6173.6714285714288</c:v>
                </c:pt>
                <c:pt idx="6615" formatCode="0_);[Red]\(0\)">
                  <c:v>6173.6714285714288</c:v>
                </c:pt>
                <c:pt idx="6616" formatCode="0_);[Red]\(0\)">
                  <c:v>6173.6714285714288</c:v>
                </c:pt>
                <c:pt idx="6617" formatCode="0_);[Red]\(0\)">
                  <c:v>6173.6714285714288</c:v>
                </c:pt>
                <c:pt idx="6618" formatCode="0_);[Red]\(0\)">
                  <c:v>6173.6714285714288</c:v>
                </c:pt>
                <c:pt idx="6619" formatCode="0_);[Red]\(0\)">
                  <c:v>6173.6714285714288</c:v>
                </c:pt>
                <c:pt idx="6620" formatCode="0_);[Red]\(0\)">
                  <c:v>6173.6714285714288</c:v>
                </c:pt>
                <c:pt idx="6621" formatCode="0_);[Red]\(0\)">
                  <c:v>6173.6714285714288</c:v>
                </c:pt>
                <c:pt idx="6622" formatCode="0_);[Red]\(0\)">
                  <c:v>6173.6714285714288</c:v>
                </c:pt>
                <c:pt idx="6623" formatCode="0_);[Red]\(0\)">
                  <c:v>6173.6714285714288</c:v>
                </c:pt>
                <c:pt idx="6624" formatCode="0_);[Red]\(0\)">
                  <c:v>6081.3914285714282</c:v>
                </c:pt>
                <c:pt idx="6625" formatCode="0_);[Red]\(0\)">
                  <c:v>6081.3914285714282</c:v>
                </c:pt>
                <c:pt idx="6626" formatCode="0_);[Red]\(0\)">
                  <c:v>6081.3914285714282</c:v>
                </c:pt>
                <c:pt idx="6627" formatCode="0_);[Red]\(0\)">
                  <c:v>6081.3914285714282</c:v>
                </c:pt>
                <c:pt idx="6628" formatCode="0_);[Red]\(0\)">
                  <c:v>6081.3914285714282</c:v>
                </c:pt>
                <c:pt idx="6629" formatCode="0_);[Red]\(0\)">
                  <c:v>6081.3914285714282</c:v>
                </c:pt>
                <c:pt idx="6630" formatCode="0_);[Red]\(0\)">
                  <c:v>6069.7314285714283</c:v>
                </c:pt>
                <c:pt idx="6631" formatCode="0_);[Red]\(0\)">
                  <c:v>6069.7314285714283</c:v>
                </c:pt>
                <c:pt idx="6632" formatCode="0_);[Red]\(0\)">
                  <c:v>6101.7314285714283</c:v>
                </c:pt>
                <c:pt idx="6633" formatCode="0_);[Red]\(0\)">
                  <c:v>6165.7314285714283</c:v>
                </c:pt>
                <c:pt idx="6634" formatCode="0_);[Red]\(0\)">
                  <c:v>6065.7314285714283</c:v>
                </c:pt>
                <c:pt idx="6635" formatCode="0_);[Red]\(0\)">
                  <c:v>6065.7314285714283</c:v>
                </c:pt>
                <c:pt idx="6636" formatCode="0_);[Red]\(0\)">
                  <c:v>6065.7314285714283</c:v>
                </c:pt>
              </c:numCache>
            </c:numRef>
          </c:val>
          <c:extLst xmlns:c16r2="http://schemas.microsoft.com/office/drawing/2015/06/chart">
            <c:ext xmlns:c16="http://schemas.microsoft.com/office/drawing/2014/chart" uri="{C3380CC4-5D6E-409C-BE32-E72D297353CC}">
              <c16:uniqueId val="{00000000-5B7D-4CBB-885A-34DDC08338D4}"/>
            </c:ext>
          </c:extLst>
        </c:ser>
        <c:dLbls>
          <c:showLegendKey val="0"/>
          <c:showVal val="0"/>
          <c:showCatName val="0"/>
          <c:showSerName val="0"/>
          <c:showPercent val="0"/>
          <c:showBubbleSize val="0"/>
        </c:dLbls>
        <c:gapWidth val="219"/>
        <c:axId val="631981312"/>
        <c:axId val="631984032"/>
      </c:barChart>
      <c:lineChart>
        <c:grouping val="standard"/>
        <c:varyColors val="0"/>
        <c:ser>
          <c:idx val="0"/>
          <c:order val="0"/>
          <c:tx>
            <c:strRef>
              <c:f>价差走势表!$AT$1</c:f>
              <c:strCache>
                <c:ptCount val="1"/>
                <c:pt idx="0">
                  <c:v>草甘膦（元/吨）</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价差走势表!$A$2:$A$6638</c:f>
              <c:numCache>
                <c:formatCode>m/d/yyyy</c:formatCode>
                <c:ptCount val="6637"/>
                <c:pt idx="0">
                  <c:v>38718</c:v>
                </c:pt>
                <c:pt idx="1">
                  <c:v>38719</c:v>
                </c:pt>
                <c:pt idx="2">
                  <c:v>38720</c:v>
                </c:pt>
                <c:pt idx="3">
                  <c:v>38721</c:v>
                </c:pt>
                <c:pt idx="4">
                  <c:v>38722</c:v>
                </c:pt>
                <c:pt idx="5">
                  <c:v>38723</c:v>
                </c:pt>
                <c:pt idx="6">
                  <c:v>38724</c:v>
                </c:pt>
                <c:pt idx="7">
                  <c:v>38725</c:v>
                </c:pt>
                <c:pt idx="8">
                  <c:v>38726</c:v>
                </c:pt>
                <c:pt idx="9">
                  <c:v>38727</c:v>
                </c:pt>
                <c:pt idx="10">
                  <c:v>38728</c:v>
                </c:pt>
                <c:pt idx="11">
                  <c:v>38729</c:v>
                </c:pt>
                <c:pt idx="12">
                  <c:v>38730</c:v>
                </c:pt>
                <c:pt idx="13">
                  <c:v>38731</c:v>
                </c:pt>
                <c:pt idx="14">
                  <c:v>38732</c:v>
                </c:pt>
                <c:pt idx="15">
                  <c:v>38733</c:v>
                </c:pt>
                <c:pt idx="16">
                  <c:v>38734</c:v>
                </c:pt>
                <c:pt idx="17">
                  <c:v>38735</c:v>
                </c:pt>
                <c:pt idx="18">
                  <c:v>38736</c:v>
                </c:pt>
                <c:pt idx="19">
                  <c:v>38737</c:v>
                </c:pt>
                <c:pt idx="20">
                  <c:v>38738</c:v>
                </c:pt>
                <c:pt idx="21">
                  <c:v>38739</c:v>
                </c:pt>
                <c:pt idx="22">
                  <c:v>38740</c:v>
                </c:pt>
                <c:pt idx="23">
                  <c:v>38741</c:v>
                </c:pt>
                <c:pt idx="24">
                  <c:v>38742</c:v>
                </c:pt>
                <c:pt idx="25">
                  <c:v>38743</c:v>
                </c:pt>
                <c:pt idx="26">
                  <c:v>38744</c:v>
                </c:pt>
                <c:pt idx="27">
                  <c:v>38745</c:v>
                </c:pt>
                <c:pt idx="28">
                  <c:v>38746</c:v>
                </c:pt>
                <c:pt idx="29">
                  <c:v>38747</c:v>
                </c:pt>
                <c:pt idx="30">
                  <c:v>38748</c:v>
                </c:pt>
                <c:pt idx="31">
                  <c:v>38749</c:v>
                </c:pt>
                <c:pt idx="32">
                  <c:v>38750</c:v>
                </c:pt>
                <c:pt idx="33">
                  <c:v>38751</c:v>
                </c:pt>
                <c:pt idx="34">
                  <c:v>38752</c:v>
                </c:pt>
                <c:pt idx="35">
                  <c:v>38753</c:v>
                </c:pt>
                <c:pt idx="36">
                  <c:v>38754</c:v>
                </c:pt>
                <c:pt idx="37">
                  <c:v>38755</c:v>
                </c:pt>
                <c:pt idx="38">
                  <c:v>38756</c:v>
                </c:pt>
                <c:pt idx="39">
                  <c:v>38757</c:v>
                </c:pt>
                <c:pt idx="40">
                  <c:v>38758</c:v>
                </c:pt>
                <c:pt idx="41">
                  <c:v>38759</c:v>
                </c:pt>
                <c:pt idx="42">
                  <c:v>38760</c:v>
                </c:pt>
                <c:pt idx="43">
                  <c:v>38761</c:v>
                </c:pt>
                <c:pt idx="44">
                  <c:v>38762</c:v>
                </c:pt>
                <c:pt idx="45">
                  <c:v>38763</c:v>
                </c:pt>
                <c:pt idx="46">
                  <c:v>38764</c:v>
                </c:pt>
                <c:pt idx="47">
                  <c:v>38765</c:v>
                </c:pt>
                <c:pt idx="48">
                  <c:v>38766</c:v>
                </c:pt>
                <c:pt idx="49">
                  <c:v>38767</c:v>
                </c:pt>
                <c:pt idx="50">
                  <c:v>38768</c:v>
                </c:pt>
                <c:pt idx="51">
                  <c:v>38769</c:v>
                </c:pt>
                <c:pt idx="52">
                  <c:v>38770</c:v>
                </c:pt>
                <c:pt idx="53">
                  <c:v>38771</c:v>
                </c:pt>
                <c:pt idx="54">
                  <c:v>38772</c:v>
                </c:pt>
                <c:pt idx="55">
                  <c:v>38773</c:v>
                </c:pt>
                <c:pt idx="56">
                  <c:v>38774</c:v>
                </c:pt>
                <c:pt idx="57">
                  <c:v>38775</c:v>
                </c:pt>
                <c:pt idx="58">
                  <c:v>38776</c:v>
                </c:pt>
                <c:pt idx="59">
                  <c:v>38777</c:v>
                </c:pt>
                <c:pt idx="60">
                  <c:v>38778</c:v>
                </c:pt>
                <c:pt idx="61">
                  <c:v>38779</c:v>
                </c:pt>
                <c:pt idx="62">
                  <c:v>38780</c:v>
                </c:pt>
                <c:pt idx="63">
                  <c:v>38781</c:v>
                </c:pt>
                <c:pt idx="64">
                  <c:v>38782</c:v>
                </c:pt>
                <c:pt idx="65">
                  <c:v>38783</c:v>
                </c:pt>
                <c:pt idx="66">
                  <c:v>38784</c:v>
                </c:pt>
                <c:pt idx="67">
                  <c:v>38785</c:v>
                </c:pt>
                <c:pt idx="68">
                  <c:v>38786</c:v>
                </c:pt>
                <c:pt idx="69">
                  <c:v>38787</c:v>
                </c:pt>
                <c:pt idx="70">
                  <c:v>38788</c:v>
                </c:pt>
                <c:pt idx="71">
                  <c:v>38789</c:v>
                </c:pt>
                <c:pt idx="72">
                  <c:v>38790</c:v>
                </c:pt>
                <c:pt idx="73">
                  <c:v>38791</c:v>
                </c:pt>
                <c:pt idx="74">
                  <c:v>38792</c:v>
                </c:pt>
                <c:pt idx="75">
                  <c:v>38793</c:v>
                </c:pt>
                <c:pt idx="76">
                  <c:v>38794</c:v>
                </c:pt>
                <c:pt idx="77">
                  <c:v>38795</c:v>
                </c:pt>
                <c:pt idx="78">
                  <c:v>38796</c:v>
                </c:pt>
                <c:pt idx="79">
                  <c:v>38797</c:v>
                </c:pt>
                <c:pt idx="80">
                  <c:v>38798</c:v>
                </c:pt>
                <c:pt idx="81">
                  <c:v>38799</c:v>
                </c:pt>
                <c:pt idx="82">
                  <c:v>38800</c:v>
                </c:pt>
                <c:pt idx="83">
                  <c:v>38801</c:v>
                </c:pt>
                <c:pt idx="84">
                  <c:v>38802</c:v>
                </c:pt>
                <c:pt idx="85">
                  <c:v>38803</c:v>
                </c:pt>
                <c:pt idx="86">
                  <c:v>38804</c:v>
                </c:pt>
                <c:pt idx="87">
                  <c:v>38805</c:v>
                </c:pt>
                <c:pt idx="88">
                  <c:v>38806</c:v>
                </c:pt>
                <c:pt idx="89">
                  <c:v>38807</c:v>
                </c:pt>
                <c:pt idx="90">
                  <c:v>38808</c:v>
                </c:pt>
                <c:pt idx="91">
                  <c:v>38809</c:v>
                </c:pt>
                <c:pt idx="92">
                  <c:v>38810</c:v>
                </c:pt>
                <c:pt idx="93">
                  <c:v>38811</c:v>
                </c:pt>
                <c:pt idx="94">
                  <c:v>38812</c:v>
                </c:pt>
                <c:pt idx="95">
                  <c:v>38813</c:v>
                </c:pt>
                <c:pt idx="96">
                  <c:v>38814</c:v>
                </c:pt>
                <c:pt idx="97">
                  <c:v>38815</c:v>
                </c:pt>
                <c:pt idx="98">
                  <c:v>38816</c:v>
                </c:pt>
                <c:pt idx="99">
                  <c:v>38817</c:v>
                </c:pt>
                <c:pt idx="100">
                  <c:v>38818</c:v>
                </c:pt>
                <c:pt idx="101">
                  <c:v>38819</c:v>
                </c:pt>
                <c:pt idx="102">
                  <c:v>38820</c:v>
                </c:pt>
                <c:pt idx="103">
                  <c:v>38821</c:v>
                </c:pt>
                <c:pt idx="104">
                  <c:v>38822</c:v>
                </c:pt>
                <c:pt idx="105">
                  <c:v>38823</c:v>
                </c:pt>
                <c:pt idx="106">
                  <c:v>38824</c:v>
                </c:pt>
                <c:pt idx="107">
                  <c:v>38825</c:v>
                </c:pt>
                <c:pt idx="108">
                  <c:v>38826</c:v>
                </c:pt>
                <c:pt idx="109">
                  <c:v>38827</c:v>
                </c:pt>
                <c:pt idx="110">
                  <c:v>38828</c:v>
                </c:pt>
                <c:pt idx="111">
                  <c:v>38829</c:v>
                </c:pt>
                <c:pt idx="112">
                  <c:v>38830</c:v>
                </c:pt>
                <c:pt idx="113">
                  <c:v>38831</c:v>
                </c:pt>
                <c:pt idx="114">
                  <c:v>38832</c:v>
                </c:pt>
                <c:pt idx="115">
                  <c:v>38833</c:v>
                </c:pt>
                <c:pt idx="116">
                  <c:v>38834</c:v>
                </c:pt>
                <c:pt idx="117">
                  <c:v>38835</c:v>
                </c:pt>
                <c:pt idx="118">
                  <c:v>38836</c:v>
                </c:pt>
                <c:pt idx="119">
                  <c:v>38837</c:v>
                </c:pt>
                <c:pt idx="120">
                  <c:v>38838</c:v>
                </c:pt>
                <c:pt idx="121">
                  <c:v>38839</c:v>
                </c:pt>
                <c:pt idx="122">
                  <c:v>38840</c:v>
                </c:pt>
                <c:pt idx="123">
                  <c:v>38841</c:v>
                </c:pt>
                <c:pt idx="124">
                  <c:v>38842</c:v>
                </c:pt>
                <c:pt idx="125">
                  <c:v>38843</c:v>
                </c:pt>
                <c:pt idx="126">
                  <c:v>38844</c:v>
                </c:pt>
                <c:pt idx="127">
                  <c:v>38845</c:v>
                </c:pt>
                <c:pt idx="128">
                  <c:v>38846</c:v>
                </c:pt>
                <c:pt idx="129">
                  <c:v>38847</c:v>
                </c:pt>
                <c:pt idx="130">
                  <c:v>38848</c:v>
                </c:pt>
                <c:pt idx="131">
                  <c:v>38849</c:v>
                </c:pt>
                <c:pt idx="132">
                  <c:v>38850</c:v>
                </c:pt>
                <c:pt idx="133">
                  <c:v>38851</c:v>
                </c:pt>
                <c:pt idx="134">
                  <c:v>38852</c:v>
                </c:pt>
                <c:pt idx="135">
                  <c:v>38853</c:v>
                </c:pt>
                <c:pt idx="136">
                  <c:v>38854</c:v>
                </c:pt>
                <c:pt idx="137">
                  <c:v>38855</c:v>
                </c:pt>
                <c:pt idx="138">
                  <c:v>38856</c:v>
                </c:pt>
                <c:pt idx="139">
                  <c:v>38857</c:v>
                </c:pt>
                <c:pt idx="140">
                  <c:v>38858</c:v>
                </c:pt>
                <c:pt idx="141">
                  <c:v>38859</c:v>
                </c:pt>
                <c:pt idx="142">
                  <c:v>38860</c:v>
                </c:pt>
                <c:pt idx="143">
                  <c:v>38861</c:v>
                </c:pt>
                <c:pt idx="144">
                  <c:v>38862</c:v>
                </c:pt>
                <c:pt idx="145">
                  <c:v>38863</c:v>
                </c:pt>
                <c:pt idx="146">
                  <c:v>38864</c:v>
                </c:pt>
                <c:pt idx="147">
                  <c:v>38865</c:v>
                </c:pt>
                <c:pt idx="148">
                  <c:v>38866</c:v>
                </c:pt>
                <c:pt idx="149">
                  <c:v>38867</c:v>
                </c:pt>
                <c:pt idx="150">
                  <c:v>38868</c:v>
                </c:pt>
                <c:pt idx="151">
                  <c:v>38869</c:v>
                </c:pt>
                <c:pt idx="152">
                  <c:v>38870</c:v>
                </c:pt>
                <c:pt idx="153">
                  <c:v>38871</c:v>
                </c:pt>
                <c:pt idx="154">
                  <c:v>38872</c:v>
                </c:pt>
                <c:pt idx="155">
                  <c:v>38873</c:v>
                </c:pt>
                <c:pt idx="156">
                  <c:v>38874</c:v>
                </c:pt>
                <c:pt idx="157">
                  <c:v>38875</c:v>
                </c:pt>
                <c:pt idx="158">
                  <c:v>38876</c:v>
                </c:pt>
                <c:pt idx="159">
                  <c:v>38877</c:v>
                </c:pt>
                <c:pt idx="160">
                  <c:v>38878</c:v>
                </c:pt>
                <c:pt idx="161">
                  <c:v>38879</c:v>
                </c:pt>
                <c:pt idx="162">
                  <c:v>38880</c:v>
                </c:pt>
                <c:pt idx="163">
                  <c:v>38881</c:v>
                </c:pt>
                <c:pt idx="164">
                  <c:v>38882</c:v>
                </c:pt>
                <c:pt idx="165">
                  <c:v>38883</c:v>
                </c:pt>
                <c:pt idx="166">
                  <c:v>38884</c:v>
                </c:pt>
                <c:pt idx="167">
                  <c:v>38885</c:v>
                </c:pt>
                <c:pt idx="168">
                  <c:v>38886</c:v>
                </c:pt>
                <c:pt idx="169">
                  <c:v>38887</c:v>
                </c:pt>
                <c:pt idx="170">
                  <c:v>38888</c:v>
                </c:pt>
                <c:pt idx="171">
                  <c:v>38889</c:v>
                </c:pt>
                <c:pt idx="172">
                  <c:v>38890</c:v>
                </c:pt>
                <c:pt idx="173">
                  <c:v>38891</c:v>
                </c:pt>
                <c:pt idx="174">
                  <c:v>38892</c:v>
                </c:pt>
                <c:pt idx="175">
                  <c:v>38893</c:v>
                </c:pt>
                <c:pt idx="176">
                  <c:v>38894</c:v>
                </c:pt>
                <c:pt idx="177">
                  <c:v>38895</c:v>
                </c:pt>
                <c:pt idx="178">
                  <c:v>38896</c:v>
                </c:pt>
                <c:pt idx="179">
                  <c:v>38897</c:v>
                </c:pt>
                <c:pt idx="180">
                  <c:v>38898</c:v>
                </c:pt>
                <c:pt idx="181">
                  <c:v>38899</c:v>
                </c:pt>
                <c:pt idx="182">
                  <c:v>38900</c:v>
                </c:pt>
                <c:pt idx="183">
                  <c:v>38901</c:v>
                </c:pt>
                <c:pt idx="184">
                  <c:v>38902</c:v>
                </c:pt>
                <c:pt idx="185">
                  <c:v>38903</c:v>
                </c:pt>
                <c:pt idx="186">
                  <c:v>38904</c:v>
                </c:pt>
                <c:pt idx="187">
                  <c:v>38905</c:v>
                </c:pt>
                <c:pt idx="188">
                  <c:v>38906</c:v>
                </c:pt>
                <c:pt idx="189">
                  <c:v>38907</c:v>
                </c:pt>
                <c:pt idx="190">
                  <c:v>38908</c:v>
                </c:pt>
                <c:pt idx="191">
                  <c:v>38909</c:v>
                </c:pt>
                <c:pt idx="192">
                  <c:v>38910</c:v>
                </c:pt>
                <c:pt idx="193">
                  <c:v>38911</c:v>
                </c:pt>
                <c:pt idx="194">
                  <c:v>38912</c:v>
                </c:pt>
                <c:pt idx="195">
                  <c:v>38913</c:v>
                </c:pt>
                <c:pt idx="196">
                  <c:v>38914</c:v>
                </c:pt>
                <c:pt idx="197">
                  <c:v>38915</c:v>
                </c:pt>
                <c:pt idx="198">
                  <c:v>38916</c:v>
                </c:pt>
                <c:pt idx="199">
                  <c:v>38917</c:v>
                </c:pt>
                <c:pt idx="200">
                  <c:v>38918</c:v>
                </c:pt>
                <c:pt idx="201">
                  <c:v>38919</c:v>
                </c:pt>
                <c:pt idx="202">
                  <c:v>38920</c:v>
                </c:pt>
                <c:pt idx="203">
                  <c:v>38921</c:v>
                </c:pt>
                <c:pt idx="204">
                  <c:v>38922</c:v>
                </c:pt>
                <c:pt idx="205">
                  <c:v>38923</c:v>
                </c:pt>
                <c:pt idx="206">
                  <c:v>38924</c:v>
                </c:pt>
                <c:pt idx="207">
                  <c:v>38925</c:v>
                </c:pt>
                <c:pt idx="208">
                  <c:v>38926</c:v>
                </c:pt>
                <c:pt idx="209">
                  <c:v>38927</c:v>
                </c:pt>
                <c:pt idx="210">
                  <c:v>38928</c:v>
                </c:pt>
                <c:pt idx="211">
                  <c:v>38929</c:v>
                </c:pt>
                <c:pt idx="212">
                  <c:v>38930</c:v>
                </c:pt>
                <c:pt idx="213">
                  <c:v>38931</c:v>
                </c:pt>
                <c:pt idx="214">
                  <c:v>38932</c:v>
                </c:pt>
                <c:pt idx="215">
                  <c:v>38933</c:v>
                </c:pt>
                <c:pt idx="216">
                  <c:v>38934</c:v>
                </c:pt>
                <c:pt idx="217">
                  <c:v>38935</c:v>
                </c:pt>
                <c:pt idx="218">
                  <c:v>38936</c:v>
                </c:pt>
                <c:pt idx="219">
                  <c:v>38937</c:v>
                </c:pt>
                <c:pt idx="220">
                  <c:v>38938</c:v>
                </c:pt>
                <c:pt idx="221">
                  <c:v>38939</c:v>
                </c:pt>
                <c:pt idx="222">
                  <c:v>38940</c:v>
                </c:pt>
                <c:pt idx="223">
                  <c:v>38941</c:v>
                </c:pt>
                <c:pt idx="224">
                  <c:v>38942</c:v>
                </c:pt>
                <c:pt idx="225">
                  <c:v>38943</c:v>
                </c:pt>
                <c:pt idx="226">
                  <c:v>38944</c:v>
                </c:pt>
                <c:pt idx="227">
                  <c:v>38945</c:v>
                </c:pt>
                <c:pt idx="228">
                  <c:v>38946</c:v>
                </c:pt>
                <c:pt idx="229">
                  <c:v>38947</c:v>
                </c:pt>
                <c:pt idx="230">
                  <c:v>38948</c:v>
                </c:pt>
                <c:pt idx="231">
                  <c:v>38949</c:v>
                </c:pt>
                <c:pt idx="232">
                  <c:v>38950</c:v>
                </c:pt>
                <c:pt idx="233">
                  <c:v>38951</c:v>
                </c:pt>
                <c:pt idx="234">
                  <c:v>38952</c:v>
                </c:pt>
                <c:pt idx="235">
                  <c:v>38953</c:v>
                </c:pt>
                <c:pt idx="236">
                  <c:v>38954</c:v>
                </c:pt>
                <c:pt idx="237">
                  <c:v>38955</c:v>
                </c:pt>
                <c:pt idx="238">
                  <c:v>38956</c:v>
                </c:pt>
                <c:pt idx="239">
                  <c:v>38957</c:v>
                </c:pt>
                <c:pt idx="240">
                  <c:v>38958</c:v>
                </c:pt>
                <c:pt idx="241">
                  <c:v>38959</c:v>
                </c:pt>
                <c:pt idx="242">
                  <c:v>38960</c:v>
                </c:pt>
                <c:pt idx="243">
                  <c:v>38961</c:v>
                </c:pt>
                <c:pt idx="244">
                  <c:v>38962</c:v>
                </c:pt>
                <c:pt idx="245">
                  <c:v>38963</c:v>
                </c:pt>
                <c:pt idx="246">
                  <c:v>38964</c:v>
                </c:pt>
                <c:pt idx="247">
                  <c:v>38965</c:v>
                </c:pt>
                <c:pt idx="248">
                  <c:v>38966</c:v>
                </c:pt>
                <c:pt idx="249">
                  <c:v>38967</c:v>
                </c:pt>
                <c:pt idx="250">
                  <c:v>38968</c:v>
                </c:pt>
                <c:pt idx="251">
                  <c:v>38969</c:v>
                </c:pt>
                <c:pt idx="252">
                  <c:v>38970</c:v>
                </c:pt>
                <c:pt idx="253">
                  <c:v>38971</c:v>
                </c:pt>
                <c:pt idx="254">
                  <c:v>38972</c:v>
                </c:pt>
                <c:pt idx="255">
                  <c:v>38973</c:v>
                </c:pt>
                <c:pt idx="256">
                  <c:v>38974</c:v>
                </c:pt>
                <c:pt idx="257">
                  <c:v>38975</c:v>
                </c:pt>
                <c:pt idx="258">
                  <c:v>38976</c:v>
                </c:pt>
                <c:pt idx="259">
                  <c:v>38977</c:v>
                </c:pt>
                <c:pt idx="260">
                  <c:v>38978</c:v>
                </c:pt>
                <c:pt idx="261">
                  <c:v>38979</c:v>
                </c:pt>
                <c:pt idx="262">
                  <c:v>38980</c:v>
                </c:pt>
                <c:pt idx="263">
                  <c:v>38981</c:v>
                </c:pt>
                <c:pt idx="264">
                  <c:v>38982</c:v>
                </c:pt>
                <c:pt idx="265">
                  <c:v>38983</c:v>
                </c:pt>
                <c:pt idx="266">
                  <c:v>38984</c:v>
                </c:pt>
                <c:pt idx="267">
                  <c:v>38985</c:v>
                </c:pt>
                <c:pt idx="268">
                  <c:v>38986</c:v>
                </c:pt>
                <c:pt idx="269">
                  <c:v>38987</c:v>
                </c:pt>
                <c:pt idx="270">
                  <c:v>38988</c:v>
                </c:pt>
                <c:pt idx="271">
                  <c:v>38989</c:v>
                </c:pt>
                <c:pt idx="272">
                  <c:v>38990</c:v>
                </c:pt>
                <c:pt idx="273">
                  <c:v>38991</c:v>
                </c:pt>
                <c:pt idx="274">
                  <c:v>38992</c:v>
                </c:pt>
                <c:pt idx="275">
                  <c:v>38993</c:v>
                </c:pt>
                <c:pt idx="276">
                  <c:v>38994</c:v>
                </c:pt>
                <c:pt idx="277">
                  <c:v>38995</c:v>
                </c:pt>
                <c:pt idx="278">
                  <c:v>38996</c:v>
                </c:pt>
                <c:pt idx="279">
                  <c:v>38997</c:v>
                </c:pt>
                <c:pt idx="280">
                  <c:v>38998</c:v>
                </c:pt>
                <c:pt idx="281">
                  <c:v>38999</c:v>
                </c:pt>
                <c:pt idx="282">
                  <c:v>39000</c:v>
                </c:pt>
                <c:pt idx="283">
                  <c:v>39001</c:v>
                </c:pt>
                <c:pt idx="284">
                  <c:v>39002</c:v>
                </c:pt>
                <c:pt idx="285">
                  <c:v>39003</c:v>
                </c:pt>
                <c:pt idx="286">
                  <c:v>39004</c:v>
                </c:pt>
                <c:pt idx="287">
                  <c:v>39005</c:v>
                </c:pt>
                <c:pt idx="288">
                  <c:v>39006</c:v>
                </c:pt>
                <c:pt idx="289">
                  <c:v>39007</c:v>
                </c:pt>
                <c:pt idx="290">
                  <c:v>39008</c:v>
                </c:pt>
                <c:pt idx="291">
                  <c:v>39009</c:v>
                </c:pt>
                <c:pt idx="292">
                  <c:v>39010</c:v>
                </c:pt>
                <c:pt idx="293">
                  <c:v>39011</c:v>
                </c:pt>
                <c:pt idx="294">
                  <c:v>39012</c:v>
                </c:pt>
                <c:pt idx="295">
                  <c:v>39013</c:v>
                </c:pt>
                <c:pt idx="296">
                  <c:v>39014</c:v>
                </c:pt>
                <c:pt idx="297">
                  <c:v>39015</c:v>
                </c:pt>
                <c:pt idx="298">
                  <c:v>39016</c:v>
                </c:pt>
                <c:pt idx="299">
                  <c:v>39017</c:v>
                </c:pt>
                <c:pt idx="300">
                  <c:v>39018</c:v>
                </c:pt>
                <c:pt idx="301">
                  <c:v>39019</c:v>
                </c:pt>
                <c:pt idx="302">
                  <c:v>39020</c:v>
                </c:pt>
                <c:pt idx="303">
                  <c:v>39021</c:v>
                </c:pt>
                <c:pt idx="304">
                  <c:v>39022</c:v>
                </c:pt>
                <c:pt idx="305">
                  <c:v>39023</c:v>
                </c:pt>
                <c:pt idx="306">
                  <c:v>39024</c:v>
                </c:pt>
                <c:pt idx="307">
                  <c:v>39025</c:v>
                </c:pt>
                <c:pt idx="308">
                  <c:v>39026</c:v>
                </c:pt>
                <c:pt idx="309">
                  <c:v>39027</c:v>
                </c:pt>
                <c:pt idx="310">
                  <c:v>39028</c:v>
                </c:pt>
                <c:pt idx="311">
                  <c:v>39029</c:v>
                </c:pt>
                <c:pt idx="312">
                  <c:v>39030</c:v>
                </c:pt>
                <c:pt idx="313">
                  <c:v>39031</c:v>
                </c:pt>
                <c:pt idx="314">
                  <c:v>39032</c:v>
                </c:pt>
                <c:pt idx="315">
                  <c:v>39033</c:v>
                </c:pt>
                <c:pt idx="316">
                  <c:v>39034</c:v>
                </c:pt>
                <c:pt idx="317">
                  <c:v>39035</c:v>
                </c:pt>
                <c:pt idx="318">
                  <c:v>39036</c:v>
                </c:pt>
                <c:pt idx="319">
                  <c:v>39037</c:v>
                </c:pt>
                <c:pt idx="320">
                  <c:v>39038</c:v>
                </c:pt>
                <c:pt idx="321">
                  <c:v>39039</c:v>
                </c:pt>
                <c:pt idx="322">
                  <c:v>39040</c:v>
                </c:pt>
                <c:pt idx="323">
                  <c:v>39041</c:v>
                </c:pt>
                <c:pt idx="324">
                  <c:v>39042</c:v>
                </c:pt>
                <c:pt idx="325">
                  <c:v>39043</c:v>
                </c:pt>
                <c:pt idx="326">
                  <c:v>39044</c:v>
                </c:pt>
                <c:pt idx="327">
                  <c:v>39045</c:v>
                </c:pt>
                <c:pt idx="328">
                  <c:v>39046</c:v>
                </c:pt>
                <c:pt idx="329">
                  <c:v>39047</c:v>
                </c:pt>
                <c:pt idx="330">
                  <c:v>39048</c:v>
                </c:pt>
                <c:pt idx="331">
                  <c:v>39049</c:v>
                </c:pt>
                <c:pt idx="332">
                  <c:v>39050</c:v>
                </c:pt>
                <c:pt idx="333">
                  <c:v>39051</c:v>
                </c:pt>
                <c:pt idx="334">
                  <c:v>39052</c:v>
                </c:pt>
                <c:pt idx="335">
                  <c:v>39053</c:v>
                </c:pt>
                <c:pt idx="336">
                  <c:v>39054</c:v>
                </c:pt>
                <c:pt idx="337">
                  <c:v>39055</c:v>
                </c:pt>
                <c:pt idx="338">
                  <c:v>39056</c:v>
                </c:pt>
                <c:pt idx="339">
                  <c:v>39057</c:v>
                </c:pt>
                <c:pt idx="340">
                  <c:v>39058</c:v>
                </c:pt>
                <c:pt idx="341">
                  <c:v>39059</c:v>
                </c:pt>
                <c:pt idx="342">
                  <c:v>39060</c:v>
                </c:pt>
                <c:pt idx="343">
                  <c:v>39061</c:v>
                </c:pt>
                <c:pt idx="344">
                  <c:v>39062</c:v>
                </c:pt>
                <c:pt idx="345">
                  <c:v>39063</c:v>
                </c:pt>
                <c:pt idx="346">
                  <c:v>39064</c:v>
                </c:pt>
                <c:pt idx="347">
                  <c:v>39065</c:v>
                </c:pt>
                <c:pt idx="348">
                  <c:v>39066</c:v>
                </c:pt>
                <c:pt idx="349">
                  <c:v>39067</c:v>
                </c:pt>
                <c:pt idx="350">
                  <c:v>39068</c:v>
                </c:pt>
                <c:pt idx="351">
                  <c:v>39069</c:v>
                </c:pt>
                <c:pt idx="352">
                  <c:v>39070</c:v>
                </c:pt>
                <c:pt idx="353">
                  <c:v>39071</c:v>
                </c:pt>
                <c:pt idx="354">
                  <c:v>39072</c:v>
                </c:pt>
                <c:pt idx="355">
                  <c:v>39073</c:v>
                </c:pt>
                <c:pt idx="356">
                  <c:v>39074</c:v>
                </c:pt>
                <c:pt idx="357">
                  <c:v>39075</c:v>
                </c:pt>
                <c:pt idx="358">
                  <c:v>39076</c:v>
                </c:pt>
                <c:pt idx="359">
                  <c:v>39077</c:v>
                </c:pt>
                <c:pt idx="360">
                  <c:v>39078</c:v>
                </c:pt>
                <c:pt idx="361">
                  <c:v>39079</c:v>
                </c:pt>
                <c:pt idx="362">
                  <c:v>39080</c:v>
                </c:pt>
                <c:pt idx="363">
                  <c:v>39081</c:v>
                </c:pt>
                <c:pt idx="364">
                  <c:v>39082</c:v>
                </c:pt>
                <c:pt idx="365">
                  <c:v>39083</c:v>
                </c:pt>
                <c:pt idx="366">
                  <c:v>39084</c:v>
                </c:pt>
                <c:pt idx="367">
                  <c:v>39085</c:v>
                </c:pt>
                <c:pt idx="368">
                  <c:v>39086</c:v>
                </c:pt>
                <c:pt idx="369">
                  <c:v>39087</c:v>
                </c:pt>
                <c:pt idx="370">
                  <c:v>39088</c:v>
                </c:pt>
                <c:pt idx="371">
                  <c:v>39089</c:v>
                </c:pt>
                <c:pt idx="372">
                  <c:v>39090</c:v>
                </c:pt>
                <c:pt idx="373">
                  <c:v>39091</c:v>
                </c:pt>
                <c:pt idx="374">
                  <c:v>39092</c:v>
                </c:pt>
                <c:pt idx="375">
                  <c:v>39093</c:v>
                </c:pt>
                <c:pt idx="376">
                  <c:v>39094</c:v>
                </c:pt>
                <c:pt idx="377">
                  <c:v>39095</c:v>
                </c:pt>
                <c:pt idx="378">
                  <c:v>39096</c:v>
                </c:pt>
                <c:pt idx="379">
                  <c:v>39097</c:v>
                </c:pt>
                <c:pt idx="380">
                  <c:v>39098</c:v>
                </c:pt>
                <c:pt idx="381">
                  <c:v>39099</c:v>
                </c:pt>
                <c:pt idx="382">
                  <c:v>39100</c:v>
                </c:pt>
                <c:pt idx="383">
                  <c:v>39101</c:v>
                </c:pt>
                <c:pt idx="384">
                  <c:v>39102</c:v>
                </c:pt>
                <c:pt idx="385">
                  <c:v>39103</c:v>
                </c:pt>
                <c:pt idx="386">
                  <c:v>39104</c:v>
                </c:pt>
                <c:pt idx="387">
                  <c:v>39105</c:v>
                </c:pt>
                <c:pt idx="388">
                  <c:v>39106</c:v>
                </c:pt>
                <c:pt idx="389">
                  <c:v>39107</c:v>
                </c:pt>
                <c:pt idx="390">
                  <c:v>39108</c:v>
                </c:pt>
                <c:pt idx="391">
                  <c:v>39109</c:v>
                </c:pt>
                <c:pt idx="392">
                  <c:v>39110</c:v>
                </c:pt>
                <c:pt idx="393">
                  <c:v>39111</c:v>
                </c:pt>
                <c:pt idx="394">
                  <c:v>39112</c:v>
                </c:pt>
                <c:pt idx="395">
                  <c:v>39113</c:v>
                </c:pt>
                <c:pt idx="396">
                  <c:v>39114</c:v>
                </c:pt>
                <c:pt idx="397">
                  <c:v>39115</c:v>
                </c:pt>
                <c:pt idx="398">
                  <c:v>39116</c:v>
                </c:pt>
                <c:pt idx="399">
                  <c:v>39117</c:v>
                </c:pt>
                <c:pt idx="400">
                  <c:v>39118</c:v>
                </c:pt>
                <c:pt idx="401">
                  <c:v>39119</c:v>
                </c:pt>
                <c:pt idx="402">
                  <c:v>39120</c:v>
                </c:pt>
                <c:pt idx="403">
                  <c:v>39121</c:v>
                </c:pt>
                <c:pt idx="404">
                  <c:v>39122</c:v>
                </c:pt>
                <c:pt idx="405">
                  <c:v>39123</c:v>
                </c:pt>
                <c:pt idx="406">
                  <c:v>39124</c:v>
                </c:pt>
                <c:pt idx="407">
                  <c:v>39125</c:v>
                </c:pt>
                <c:pt idx="408">
                  <c:v>39126</c:v>
                </c:pt>
                <c:pt idx="409">
                  <c:v>39127</c:v>
                </c:pt>
                <c:pt idx="410">
                  <c:v>39128</c:v>
                </c:pt>
                <c:pt idx="411">
                  <c:v>39129</c:v>
                </c:pt>
                <c:pt idx="412">
                  <c:v>39130</c:v>
                </c:pt>
                <c:pt idx="413">
                  <c:v>39131</c:v>
                </c:pt>
                <c:pt idx="414">
                  <c:v>39132</c:v>
                </c:pt>
                <c:pt idx="415">
                  <c:v>39133</c:v>
                </c:pt>
                <c:pt idx="416">
                  <c:v>39134</c:v>
                </c:pt>
                <c:pt idx="417">
                  <c:v>39135</c:v>
                </c:pt>
                <c:pt idx="418">
                  <c:v>39136</c:v>
                </c:pt>
                <c:pt idx="419">
                  <c:v>39137</c:v>
                </c:pt>
                <c:pt idx="420">
                  <c:v>39138</c:v>
                </c:pt>
                <c:pt idx="421">
                  <c:v>39139</c:v>
                </c:pt>
                <c:pt idx="422">
                  <c:v>39140</c:v>
                </c:pt>
                <c:pt idx="423">
                  <c:v>39141</c:v>
                </c:pt>
                <c:pt idx="424">
                  <c:v>39142</c:v>
                </c:pt>
                <c:pt idx="425">
                  <c:v>39143</c:v>
                </c:pt>
                <c:pt idx="426">
                  <c:v>39144</c:v>
                </c:pt>
                <c:pt idx="427">
                  <c:v>39145</c:v>
                </c:pt>
                <c:pt idx="428">
                  <c:v>39146</c:v>
                </c:pt>
                <c:pt idx="429">
                  <c:v>39147</c:v>
                </c:pt>
                <c:pt idx="430">
                  <c:v>39148</c:v>
                </c:pt>
                <c:pt idx="431">
                  <c:v>39149</c:v>
                </c:pt>
                <c:pt idx="432">
                  <c:v>39150</c:v>
                </c:pt>
                <c:pt idx="433">
                  <c:v>39151</c:v>
                </c:pt>
                <c:pt idx="434">
                  <c:v>39152</c:v>
                </c:pt>
                <c:pt idx="435">
                  <c:v>39153</c:v>
                </c:pt>
                <c:pt idx="436">
                  <c:v>39154</c:v>
                </c:pt>
                <c:pt idx="437">
                  <c:v>39155</c:v>
                </c:pt>
                <c:pt idx="438">
                  <c:v>39156</c:v>
                </c:pt>
                <c:pt idx="439">
                  <c:v>39157</c:v>
                </c:pt>
                <c:pt idx="440">
                  <c:v>39158</c:v>
                </c:pt>
                <c:pt idx="441">
                  <c:v>39159</c:v>
                </c:pt>
                <c:pt idx="442">
                  <c:v>39160</c:v>
                </c:pt>
                <c:pt idx="443">
                  <c:v>39161</c:v>
                </c:pt>
                <c:pt idx="444">
                  <c:v>39162</c:v>
                </c:pt>
                <c:pt idx="445">
                  <c:v>39163</c:v>
                </c:pt>
                <c:pt idx="446">
                  <c:v>39164</c:v>
                </c:pt>
                <c:pt idx="447">
                  <c:v>39165</c:v>
                </c:pt>
                <c:pt idx="448">
                  <c:v>39166</c:v>
                </c:pt>
                <c:pt idx="449">
                  <c:v>39167</c:v>
                </c:pt>
                <c:pt idx="450">
                  <c:v>39168</c:v>
                </c:pt>
                <c:pt idx="451">
                  <c:v>39169</c:v>
                </c:pt>
                <c:pt idx="452">
                  <c:v>39170</c:v>
                </c:pt>
                <c:pt idx="453">
                  <c:v>39171</c:v>
                </c:pt>
                <c:pt idx="454">
                  <c:v>39172</c:v>
                </c:pt>
                <c:pt idx="455">
                  <c:v>39173</c:v>
                </c:pt>
                <c:pt idx="456">
                  <c:v>39174</c:v>
                </c:pt>
                <c:pt idx="457">
                  <c:v>39175</c:v>
                </c:pt>
                <c:pt idx="458">
                  <c:v>39176</c:v>
                </c:pt>
                <c:pt idx="459">
                  <c:v>39177</c:v>
                </c:pt>
                <c:pt idx="460">
                  <c:v>39178</c:v>
                </c:pt>
                <c:pt idx="461">
                  <c:v>39179</c:v>
                </c:pt>
                <c:pt idx="462">
                  <c:v>39180</c:v>
                </c:pt>
                <c:pt idx="463">
                  <c:v>39181</c:v>
                </c:pt>
                <c:pt idx="464">
                  <c:v>39182</c:v>
                </c:pt>
                <c:pt idx="465">
                  <c:v>39183</c:v>
                </c:pt>
                <c:pt idx="466">
                  <c:v>39184</c:v>
                </c:pt>
                <c:pt idx="467">
                  <c:v>39185</c:v>
                </c:pt>
                <c:pt idx="468">
                  <c:v>39186</c:v>
                </c:pt>
                <c:pt idx="469">
                  <c:v>39187</c:v>
                </c:pt>
                <c:pt idx="470">
                  <c:v>39188</c:v>
                </c:pt>
                <c:pt idx="471">
                  <c:v>39189</c:v>
                </c:pt>
                <c:pt idx="472">
                  <c:v>39190</c:v>
                </c:pt>
                <c:pt idx="473">
                  <c:v>39191</c:v>
                </c:pt>
                <c:pt idx="474">
                  <c:v>39192</c:v>
                </c:pt>
                <c:pt idx="475">
                  <c:v>39193</c:v>
                </c:pt>
                <c:pt idx="476">
                  <c:v>39194</c:v>
                </c:pt>
                <c:pt idx="477">
                  <c:v>39195</c:v>
                </c:pt>
                <c:pt idx="478">
                  <c:v>39196</c:v>
                </c:pt>
                <c:pt idx="479">
                  <c:v>39197</c:v>
                </c:pt>
                <c:pt idx="480">
                  <c:v>39198</c:v>
                </c:pt>
                <c:pt idx="481">
                  <c:v>39199</c:v>
                </c:pt>
                <c:pt idx="482">
                  <c:v>39200</c:v>
                </c:pt>
                <c:pt idx="483">
                  <c:v>39201</c:v>
                </c:pt>
                <c:pt idx="484">
                  <c:v>39202</c:v>
                </c:pt>
                <c:pt idx="485">
                  <c:v>39203</c:v>
                </c:pt>
                <c:pt idx="486">
                  <c:v>39204</c:v>
                </c:pt>
                <c:pt idx="487">
                  <c:v>39205</c:v>
                </c:pt>
                <c:pt idx="488">
                  <c:v>39206</c:v>
                </c:pt>
                <c:pt idx="489">
                  <c:v>39207</c:v>
                </c:pt>
                <c:pt idx="490">
                  <c:v>39208</c:v>
                </c:pt>
                <c:pt idx="491">
                  <c:v>39209</c:v>
                </c:pt>
                <c:pt idx="492">
                  <c:v>39210</c:v>
                </c:pt>
                <c:pt idx="493">
                  <c:v>39211</c:v>
                </c:pt>
                <c:pt idx="494">
                  <c:v>39212</c:v>
                </c:pt>
                <c:pt idx="495">
                  <c:v>39213</c:v>
                </c:pt>
                <c:pt idx="496">
                  <c:v>39214</c:v>
                </c:pt>
                <c:pt idx="497">
                  <c:v>39215</c:v>
                </c:pt>
                <c:pt idx="498">
                  <c:v>39216</c:v>
                </c:pt>
                <c:pt idx="499">
                  <c:v>39217</c:v>
                </c:pt>
                <c:pt idx="500">
                  <c:v>39218</c:v>
                </c:pt>
                <c:pt idx="501">
                  <c:v>39219</c:v>
                </c:pt>
                <c:pt idx="502">
                  <c:v>39220</c:v>
                </c:pt>
                <c:pt idx="503">
                  <c:v>39221</c:v>
                </c:pt>
                <c:pt idx="504">
                  <c:v>39222</c:v>
                </c:pt>
                <c:pt idx="505">
                  <c:v>39223</c:v>
                </c:pt>
                <c:pt idx="506">
                  <c:v>39224</c:v>
                </c:pt>
                <c:pt idx="507">
                  <c:v>39225</c:v>
                </c:pt>
                <c:pt idx="508">
                  <c:v>39226</c:v>
                </c:pt>
                <c:pt idx="509">
                  <c:v>39227</c:v>
                </c:pt>
                <c:pt idx="510">
                  <c:v>39228</c:v>
                </c:pt>
                <c:pt idx="511">
                  <c:v>39229</c:v>
                </c:pt>
                <c:pt idx="512">
                  <c:v>39230</c:v>
                </c:pt>
                <c:pt idx="513">
                  <c:v>39231</c:v>
                </c:pt>
                <c:pt idx="514">
                  <c:v>39232</c:v>
                </c:pt>
                <c:pt idx="515">
                  <c:v>39233</c:v>
                </c:pt>
                <c:pt idx="516">
                  <c:v>39234</c:v>
                </c:pt>
                <c:pt idx="517">
                  <c:v>39235</c:v>
                </c:pt>
                <c:pt idx="518">
                  <c:v>39236</c:v>
                </c:pt>
                <c:pt idx="519">
                  <c:v>39237</c:v>
                </c:pt>
                <c:pt idx="520">
                  <c:v>39238</c:v>
                </c:pt>
                <c:pt idx="521">
                  <c:v>39239</c:v>
                </c:pt>
                <c:pt idx="522">
                  <c:v>39240</c:v>
                </c:pt>
                <c:pt idx="523">
                  <c:v>39241</c:v>
                </c:pt>
                <c:pt idx="524">
                  <c:v>39242</c:v>
                </c:pt>
                <c:pt idx="525">
                  <c:v>39243</c:v>
                </c:pt>
                <c:pt idx="526">
                  <c:v>39244</c:v>
                </c:pt>
                <c:pt idx="527">
                  <c:v>39245</c:v>
                </c:pt>
                <c:pt idx="528">
                  <c:v>39246</c:v>
                </c:pt>
                <c:pt idx="529">
                  <c:v>39247</c:v>
                </c:pt>
                <c:pt idx="530">
                  <c:v>39248</c:v>
                </c:pt>
                <c:pt idx="531">
                  <c:v>39249</c:v>
                </c:pt>
                <c:pt idx="532">
                  <c:v>39250</c:v>
                </c:pt>
                <c:pt idx="533">
                  <c:v>39251</c:v>
                </c:pt>
                <c:pt idx="534">
                  <c:v>39252</c:v>
                </c:pt>
                <c:pt idx="535">
                  <c:v>39253</c:v>
                </c:pt>
                <c:pt idx="536">
                  <c:v>39254</c:v>
                </c:pt>
                <c:pt idx="537">
                  <c:v>39255</c:v>
                </c:pt>
                <c:pt idx="538">
                  <c:v>39256</c:v>
                </c:pt>
                <c:pt idx="539">
                  <c:v>39257</c:v>
                </c:pt>
                <c:pt idx="540">
                  <c:v>39258</c:v>
                </c:pt>
                <c:pt idx="541">
                  <c:v>39259</c:v>
                </c:pt>
                <c:pt idx="542">
                  <c:v>39260</c:v>
                </c:pt>
                <c:pt idx="543">
                  <c:v>39261</c:v>
                </c:pt>
                <c:pt idx="544">
                  <c:v>39262</c:v>
                </c:pt>
                <c:pt idx="545">
                  <c:v>39263</c:v>
                </c:pt>
                <c:pt idx="546">
                  <c:v>39264</c:v>
                </c:pt>
                <c:pt idx="547">
                  <c:v>39265</c:v>
                </c:pt>
                <c:pt idx="548">
                  <c:v>39266</c:v>
                </c:pt>
                <c:pt idx="549">
                  <c:v>39267</c:v>
                </c:pt>
                <c:pt idx="550">
                  <c:v>39268</c:v>
                </c:pt>
                <c:pt idx="551">
                  <c:v>39269</c:v>
                </c:pt>
                <c:pt idx="552">
                  <c:v>39270</c:v>
                </c:pt>
                <c:pt idx="553">
                  <c:v>39271</c:v>
                </c:pt>
                <c:pt idx="554">
                  <c:v>39272</c:v>
                </c:pt>
                <c:pt idx="555">
                  <c:v>39273</c:v>
                </c:pt>
                <c:pt idx="556">
                  <c:v>39274</c:v>
                </c:pt>
                <c:pt idx="557">
                  <c:v>39275</c:v>
                </c:pt>
                <c:pt idx="558">
                  <c:v>39276</c:v>
                </c:pt>
                <c:pt idx="559">
                  <c:v>39277</c:v>
                </c:pt>
                <c:pt idx="560">
                  <c:v>39278</c:v>
                </c:pt>
                <c:pt idx="561">
                  <c:v>39279</c:v>
                </c:pt>
                <c:pt idx="562">
                  <c:v>39280</c:v>
                </c:pt>
                <c:pt idx="563">
                  <c:v>39281</c:v>
                </c:pt>
                <c:pt idx="564">
                  <c:v>39282</c:v>
                </c:pt>
                <c:pt idx="565">
                  <c:v>39283</c:v>
                </c:pt>
                <c:pt idx="566">
                  <c:v>39284</c:v>
                </c:pt>
                <c:pt idx="567">
                  <c:v>39285</c:v>
                </c:pt>
                <c:pt idx="568">
                  <c:v>39286</c:v>
                </c:pt>
                <c:pt idx="569">
                  <c:v>39287</c:v>
                </c:pt>
                <c:pt idx="570">
                  <c:v>39288</c:v>
                </c:pt>
                <c:pt idx="571">
                  <c:v>39289</c:v>
                </c:pt>
                <c:pt idx="572">
                  <c:v>39290</c:v>
                </c:pt>
                <c:pt idx="573">
                  <c:v>39291</c:v>
                </c:pt>
                <c:pt idx="574">
                  <c:v>39292</c:v>
                </c:pt>
                <c:pt idx="575">
                  <c:v>39293</c:v>
                </c:pt>
                <c:pt idx="576">
                  <c:v>39294</c:v>
                </c:pt>
                <c:pt idx="577">
                  <c:v>39295</c:v>
                </c:pt>
                <c:pt idx="578">
                  <c:v>39296</c:v>
                </c:pt>
                <c:pt idx="579">
                  <c:v>39297</c:v>
                </c:pt>
                <c:pt idx="580">
                  <c:v>39298</c:v>
                </c:pt>
                <c:pt idx="581">
                  <c:v>39299</c:v>
                </c:pt>
                <c:pt idx="582">
                  <c:v>39300</c:v>
                </c:pt>
                <c:pt idx="583">
                  <c:v>39301</c:v>
                </c:pt>
                <c:pt idx="584">
                  <c:v>39302</c:v>
                </c:pt>
                <c:pt idx="585">
                  <c:v>39303</c:v>
                </c:pt>
                <c:pt idx="586">
                  <c:v>39304</c:v>
                </c:pt>
                <c:pt idx="587">
                  <c:v>39305</c:v>
                </c:pt>
                <c:pt idx="588">
                  <c:v>39306</c:v>
                </c:pt>
                <c:pt idx="589">
                  <c:v>39307</c:v>
                </c:pt>
                <c:pt idx="590">
                  <c:v>39308</c:v>
                </c:pt>
                <c:pt idx="591">
                  <c:v>39309</c:v>
                </c:pt>
                <c:pt idx="592">
                  <c:v>39310</c:v>
                </c:pt>
                <c:pt idx="593">
                  <c:v>39311</c:v>
                </c:pt>
                <c:pt idx="594">
                  <c:v>39312</c:v>
                </c:pt>
                <c:pt idx="595">
                  <c:v>39313</c:v>
                </c:pt>
                <c:pt idx="596">
                  <c:v>39314</c:v>
                </c:pt>
                <c:pt idx="597">
                  <c:v>39315</c:v>
                </c:pt>
                <c:pt idx="598">
                  <c:v>39316</c:v>
                </c:pt>
                <c:pt idx="599">
                  <c:v>39317</c:v>
                </c:pt>
                <c:pt idx="600">
                  <c:v>39318</c:v>
                </c:pt>
                <c:pt idx="601">
                  <c:v>39319</c:v>
                </c:pt>
                <c:pt idx="602">
                  <c:v>39320</c:v>
                </c:pt>
                <c:pt idx="603">
                  <c:v>39321</c:v>
                </c:pt>
                <c:pt idx="604">
                  <c:v>39322</c:v>
                </c:pt>
                <c:pt idx="605">
                  <c:v>39323</c:v>
                </c:pt>
                <c:pt idx="606">
                  <c:v>39324</c:v>
                </c:pt>
                <c:pt idx="607">
                  <c:v>39325</c:v>
                </c:pt>
                <c:pt idx="608">
                  <c:v>39326</c:v>
                </c:pt>
                <c:pt idx="609">
                  <c:v>39327</c:v>
                </c:pt>
                <c:pt idx="610">
                  <c:v>39328</c:v>
                </c:pt>
                <c:pt idx="611">
                  <c:v>39329</c:v>
                </c:pt>
                <c:pt idx="612">
                  <c:v>39330</c:v>
                </c:pt>
                <c:pt idx="613">
                  <c:v>39331</c:v>
                </c:pt>
                <c:pt idx="614">
                  <c:v>39332</c:v>
                </c:pt>
                <c:pt idx="615">
                  <c:v>39333</c:v>
                </c:pt>
                <c:pt idx="616">
                  <c:v>39334</c:v>
                </c:pt>
                <c:pt idx="617">
                  <c:v>39335</c:v>
                </c:pt>
                <c:pt idx="618">
                  <c:v>39336</c:v>
                </c:pt>
                <c:pt idx="619">
                  <c:v>39337</c:v>
                </c:pt>
                <c:pt idx="620">
                  <c:v>39338</c:v>
                </c:pt>
                <c:pt idx="621">
                  <c:v>39339</c:v>
                </c:pt>
                <c:pt idx="622">
                  <c:v>39340</c:v>
                </c:pt>
                <c:pt idx="623">
                  <c:v>39341</c:v>
                </c:pt>
                <c:pt idx="624">
                  <c:v>39342</c:v>
                </c:pt>
                <c:pt idx="625">
                  <c:v>39343</c:v>
                </c:pt>
                <c:pt idx="626">
                  <c:v>39344</c:v>
                </c:pt>
                <c:pt idx="627">
                  <c:v>39345</c:v>
                </c:pt>
                <c:pt idx="628">
                  <c:v>39346</c:v>
                </c:pt>
                <c:pt idx="629">
                  <c:v>39347</c:v>
                </c:pt>
                <c:pt idx="630">
                  <c:v>39348</c:v>
                </c:pt>
                <c:pt idx="631">
                  <c:v>39349</c:v>
                </c:pt>
                <c:pt idx="632">
                  <c:v>39350</c:v>
                </c:pt>
                <c:pt idx="633">
                  <c:v>39351</c:v>
                </c:pt>
                <c:pt idx="634">
                  <c:v>39352</c:v>
                </c:pt>
                <c:pt idx="635">
                  <c:v>39353</c:v>
                </c:pt>
                <c:pt idx="636">
                  <c:v>39354</c:v>
                </c:pt>
                <c:pt idx="637">
                  <c:v>39355</c:v>
                </c:pt>
                <c:pt idx="638">
                  <c:v>39356</c:v>
                </c:pt>
                <c:pt idx="639">
                  <c:v>39357</c:v>
                </c:pt>
                <c:pt idx="640">
                  <c:v>39358</c:v>
                </c:pt>
                <c:pt idx="641">
                  <c:v>39359</c:v>
                </c:pt>
                <c:pt idx="642">
                  <c:v>39360</c:v>
                </c:pt>
                <c:pt idx="643">
                  <c:v>39361</c:v>
                </c:pt>
                <c:pt idx="644">
                  <c:v>39362</c:v>
                </c:pt>
                <c:pt idx="645">
                  <c:v>39363</c:v>
                </c:pt>
                <c:pt idx="646">
                  <c:v>39364</c:v>
                </c:pt>
                <c:pt idx="647">
                  <c:v>39365</c:v>
                </c:pt>
                <c:pt idx="648">
                  <c:v>39366</c:v>
                </c:pt>
                <c:pt idx="649">
                  <c:v>39367</c:v>
                </c:pt>
                <c:pt idx="650">
                  <c:v>39368</c:v>
                </c:pt>
                <c:pt idx="651">
                  <c:v>39369</c:v>
                </c:pt>
                <c:pt idx="652">
                  <c:v>39370</c:v>
                </c:pt>
                <c:pt idx="653">
                  <c:v>39371</c:v>
                </c:pt>
                <c:pt idx="654">
                  <c:v>39372</c:v>
                </c:pt>
                <c:pt idx="655">
                  <c:v>39373</c:v>
                </c:pt>
                <c:pt idx="656">
                  <c:v>39374</c:v>
                </c:pt>
                <c:pt idx="657">
                  <c:v>39375</c:v>
                </c:pt>
                <c:pt idx="658">
                  <c:v>39376</c:v>
                </c:pt>
                <c:pt idx="659">
                  <c:v>39377</c:v>
                </c:pt>
                <c:pt idx="660">
                  <c:v>39378</c:v>
                </c:pt>
                <c:pt idx="661">
                  <c:v>39379</c:v>
                </c:pt>
                <c:pt idx="662">
                  <c:v>39380</c:v>
                </c:pt>
                <c:pt idx="663">
                  <c:v>39381</c:v>
                </c:pt>
                <c:pt idx="664">
                  <c:v>39382</c:v>
                </c:pt>
                <c:pt idx="665">
                  <c:v>39383</c:v>
                </c:pt>
                <c:pt idx="666">
                  <c:v>39384</c:v>
                </c:pt>
                <c:pt idx="667">
                  <c:v>39385</c:v>
                </c:pt>
                <c:pt idx="668">
                  <c:v>39386</c:v>
                </c:pt>
                <c:pt idx="669">
                  <c:v>39387</c:v>
                </c:pt>
                <c:pt idx="670">
                  <c:v>39388</c:v>
                </c:pt>
                <c:pt idx="671">
                  <c:v>39389</c:v>
                </c:pt>
                <c:pt idx="672">
                  <c:v>39390</c:v>
                </c:pt>
                <c:pt idx="673">
                  <c:v>39391</c:v>
                </c:pt>
                <c:pt idx="674">
                  <c:v>39392</c:v>
                </c:pt>
                <c:pt idx="675">
                  <c:v>39393</c:v>
                </c:pt>
                <c:pt idx="676">
                  <c:v>39394</c:v>
                </c:pt>
                <c:pt idx="677">
                  <c:v>39395</c:v>
                </c:pt>
                <c:pt idx="678">
                  <c:v>39396</c:v>
                </c:pt>
                <c:pt idx="679">
                  <c:v>39397</c:v>
                </c:pt>
                <c:pt idx="680">
                  <c:v>39398</c:v>
                </c:pt>
                <c:pt idx="681">
                  <c:v>39399</c:v>
                </c:pt>
                <c:pt idx="682">
                  <c:v>39400</c:v>
                </c:pt>
                <c:pt idx="683">
                  <c:v>39401</c:v>
                </c:pt>
                <c:pt idx="684">
                  <c:v>39402</c:v>
                </c:pt>
                <c:pt idx="685">
                  <c:v>39403</c:v>
                </c:pt>
                <c:pt idx="686">
                  <c:v>39404</c:v>
                </c:pt>
                <c:pt idx="687">
                  <c:v>39405</c:v>
                </c:pt>
                <c:pt idx="688">
                  <c:v>39406</c:v>
                </c:pt>
                <c:pt idx="689">
                  <c:v>39407</c:v>
                </c:pt>
                <c:pt idx="690">
                  <c:v>39408</c:v>
                </c:pt>
                <c:pt idx="691">
                  <c:v>39409</c:v>
                </c:pt>
                <c:pt idx="692">
                  <c:v>39410</c:v>
                </c:pt>
                <c:pt idx="693">
                  <c:v>39411</c:v>
                </c:pt>
                <c:pt idx="694">
                  <c:v>39412</c:v>
                </c:pt>
                <c:pt idx="695">
                  <c:v>39413</c:v>
                </c:pt>
                <c:pt idx="696">
                  <c:v>39414</c:v>
                </c:pt>
                <c:pt idx="697">
                  <c:v>39415</c:v>
                </c:pt>
                <c:pt idx="698">
                  <c:v>39416</c:v>
                </c:pt>
                <c:pt idx="699">
                  <c:v>39417</c:v>
                </c:pt>
                <c:pt idx="700">
                  <c:v>39418</c:v>
                </c:pt>
                <c:pt idx="701">
                  <c:v>39419</c:v>
                </c:pt>
                <c:pt idx="702">
                  <c:v>39420</c:v>
                </c:pt>
                <c:pt idx="703">
                  <c:v>39421</c:v>
                </c:pt>
                <c:pt idx="704">
                  <c:v>39422</c:v>
                </c:pt>
                <c:pt idx="705">
                  <c:v>39423</c:v>
                </c:pt>
                <c:pt idx="706">
                  <c:v>39424</c:v>
                </c:pt>
                <c:pt idx="707">
                  <c:v>39425</c:v>
                </c:pt>
                <c:pt idx="708">
                  <c:v>39426</c:v>
                </c:pt>
                <c:pt idx="709">
                  <c:v>39427</c:v>
                </c:pt>
                <c:pt idx="710">
                  <c:v>39428</c:v>
                </c:pt>
                <c:pt idx="711">
                  <c:v>39429</c:v>
                </c:pt>
                <c:pt idx="712">
                  <c:v>39430</c:v>
                </c:pt>
                <c:pt idx="713">
                  <c:v>39431</c:v>
                </c:pt>
                <c:pt idx="714">
                  <c:v>39432</c:v>
                </c:pt>
                <c:pt idx="715">
                  <c:v>39433</c:v>
                </c:pt>
                <c:pt idx="716">
                  <c:v>39434</c:v>
                </c:pt>
                <c:pt idx="717">
                  <c:v>39435</c:v>
                </c:pt>
                <c:pt idx="718">
                  <c:v>39436</c:v>
                </c:pt>
                <c:pt idx="719">
                  <c:v>39437</c:v>
                </c:pt>
                <c:pt idx="720">
                  <c:v>39438</c:v>
                </c:pt>
                <c:pt idx="721">
                  <c:v>39439</c:v>
                </c:pt>
                <c:pt idx="722">
                  <c:v>39440</c:v>
                </c:pt>
                <c:pt idx="723">
                  <c:v>39441</c:v>
                </c:pt>
                <c:pt idx="724">
                  <c:v>39442</c:v>
                </c:pt>
                <c:pt idx="725">
                  <c:v>39443</c:v>
                </c:pt>
                <c:pt idx="726">
                  <c:v>39444</c:v>
                </c:pt>
                <c:pt idx="727">
                  <c:v>39445</c:v>
                </c:pt>
                <c:pt idx="728">
                  <c:v>39446</c:v>
                </c:pt>
                <c:pt idx="729">
                  <c:v>39447</c:v>
                </c:pt>
                <c:pt idx="730">
                  <c:v>39448</c:v>
                </c:pt>
                <c:pt idx="731">
                  <c:v>39449</c:v>
                </c:pt>
                <c:pt idx="732">
                  <c:v>39450</c:v>
                </c:pt>
                <c:pt idx="733">
                  <c:v>39451</c:v>
                </c:pt>
                <c:pt idx="734">
                  <c:v>39452</c:v>
                </c:pt>
                <c:pt idx="735">
                  <c:v>39453</c:v>
                </c:pt>
                <c:pt idx="736">
                  <c:v>39454</c:v>
                </c:pt>
                <c:pt idx="737">
                  <c:v>39455</c:v>
                </c:pt>
                <c:pt idx="738">
                  <c:v>39456</c:v>
                </c:pt>
                <c:pt idx="739">
                  <c:v>39457</c:v>
                </c:pt>
                <c:pt idx="740">
                  <c:v>39458</c:v>
                </c:pt>
                <c:pt idx="741">
                  <c:v>39459</c:v>
                </c:pt>
                <c:pt idx="742">
                  <c:v>39460</c:v>
                </c:pt>
                <c:pt idx="743">
                  <c:v>39461</c:v>
                </c:pt>
                <c:pt idx="744">
                  <c:v>39462</c:v>
                </c:pt>
                <c:pt idx="745">
                  <c:v>39463</c:v>
                </c:pt>
                <c:pt idx="746">
                  <c:v>39464</c:v>
                </c:pt>
                <c:pt idx="747">
                  <c:v>39465</c:v>
                </c:pt>
                <c:pt idx="748">
                  <c:v>39466</c:v>
                </c:pt>
                <c:pt idx="749">
                  <c:v>39467</c:v>
                </c:pt>
                <c:pt idx="750">
                  <c:v>39468</c:v>
                </c:pt>
                <c:pt idx="751">
                  <c:v>39469</c:v>
                </c:pt>
                <c:pt idx="752">
                  <c:v>39470</c:v>
                </c:pt>
                <c:pt idx="753">
                  <c:v>39471</c:v>
                </c:pt>
                <c:pt idx="754">
                  <c:v>39472</c:v>
                </c:pt>
                <c:pt idx="755">
                  <c:v>39473</c:v>
                </c:pt>
                <c:pt idx="756">
                  <c:v>39474</c:v>
                </c:pt>
                <c:pt idx="757">
                  <c:v>39475</c:v>
                </c:pt>
                <c:pt idx="758">
                  <c:v>39476</c:v>
                </c:pt>
                <c:pt idx="759">
                  <c:v>39477</c:v>
                </c:pt>
                <c:pt idx="760">
                  <c:v>39478</c:v>
                </c:pt>
                <c:pt idx="761">
                  <c:v>39479</c:v>
                </c:pt>
                <c:pt idx="762">
                  <c:v>39480</c:v>
                </c:pt>
                <c:pt idx="763">
                  <c:v>39481</c:v>
                </c:pt>
                <c:pt idx="764">
                  <c:v>39482</c:v>
                </c:pt>
                <c:pt idx="765">
                  <c:v>39483</c:v>
                </c:pt>
                <c:pt idx="766">
                  <c:v>39484</c:v>
                </c:pt>
                <c:pt idx="767">
                  <c:v>39485</c:v>
                </c:pt>
                <c:pt idx="768">
                  <c:v>39486</c:v>
                </c:pt>
                <c:pt idx="769">
                  <c:v>39487</c:v>
                </c:pt>
                <c:pt idx="770">
                  <c:v>39488</c:v>
                </c:pt>
                <c:pt idx="771">
                  <c:v>39489</c:v>
                </c:pt>
                <c:pt idx="772">
                  <c:v>39490</c:v>
                </c:pt>
                <c:pt idx="773">
                  <c:v>39491</c:v>
                </c:pt>
                <c:pt idx="774">
                  <c:v>39492</c:v>
                </c:pt>
                <c:pt idx="775">
                  <c:v>39493</c:v>
                </c:pt>
                <c:pt idx="776">
                  <c:v>39494</c:v>
                </c:pt>
                <c:pt idx="777">
                  <c:v>39495</c:v>
                </c:pt>
                <c:pt idx="778">
                  <c:v>39496</c:v>
                </c:pt>
                <c:pt idx="779">
                  <c:v>39497</c:v>
                </c:pt>
                <c:pt idx="780">
                  <c:v>39498</c:v>
                </c:pt>
                <c:pt idx="781">
                  <c:v>39499</c:v>
                </c:pt>
                <c:pt idx="782">
                  <c:v>39500</c:v>
                </c:pt>
                <c:pt idx="783">
                  <c:v>39501</c:v>
                </c:pt>
                <c:pt idx="784">
                  <c:v>39502</c:v>
                </c:pt>
                <c:pt idx="785">
                  <c:v>39503</c:v>
                </c:pt>
                <c:pt idx="786">
                  <c:v>39504</c:v>
                </c:pt>
                <c:pt idx="787">
                  <c:v>39505</c:v>
                </c:pt>
                <c:pt idx="788">
                  <c:v>39506</c:v>
                </c:pt>
                <c:pt idx="789">
                  <c:v>39507</c:v>
                </c:pt>
                <c:pt idx="790">
                  <c:v>39508</c:v>
                </c:pt>
                <c:pt idx="791">
                  <c:v>39509</c:v>
                </c:pt>
                <c:pt idx="792">
                  <c:v>39510</c:v>
                </c:pt>
                <c:pt idx="793">
                  <c:v>39511</c:v>
                </c:pt>
                <c:pt idx="794">
                  <c:v>39512</c:v>
                </c:pt>
                <c:pt idx="795">
                  <c:v>39513</c:v>
                </c:pt>
                <c:pt idx="796">
                  <c:v>39514</c:v>
                </c:pt>
                <c:pt idx="797">
                  <c:v>39515</c:v>
                </c:pt>
                <c:pt idx="798">
                  <c:v>39516</c:v>
                </c:pt>
                <c:pt idx="799">
                  <c:v>39517</c:v>
                </c:pt>
                <c:pt idx="800">
                  <c:v>39518</c:v>
                </c:pt>
                <c:pt idx="801">
                  <c:v>39519</c:v>
                </c:pt>
                <c:pt idx="802">
                  <c:v>39520</c:v>
                </c:pt>
                <c:pt idx="803">
                  <c:v>39521</c:v>
                </c:pt>
                <c:pt idx="804">
                  <c:v>39522</c:v>
                </c:pt>
                <c:pt idx="805">
                  <c:v>39523</c:v>
                </c:pt>
                <c:pt idx="806">
                  <c:v>39524</c:v>
                </c:pt>
                <c:pt idx="807">
                  <c:v>39525</c:v>
                </c:pt>
                <c:pt idx="808">
                  <c:v>39526</c:v>
                </c:pt>
                <c:pt idx="809">
                  <c:v>39527</c:v>
                </c:pt>
                <c:pt idx="810">
                  <c:v>39528</c:v>
                </c:pt>
                <c:pt idx="811">
                  <c:v>39529</c:v>
                </c:pt>
                <c:pt idx="812">
                  <c:v>39530</c:v>
                </c:pt>
                <c:pt idx="813">
                  <c:v>39531</c:v>
                </c:pt>
                <c:pt idx="814">
                  <c:v>39532</c:v>
                </c:pt>
                <c:pt idx="815">
                  <c:v>39533</c:v>
                </c:pt>
                <c:pt idx="816">
                  <c:v>39534</c:v>
                </c:pt>
                <c:pt idx="817">
                  <c:v>39535</c:v>
                </c:pt>
                <c:pt idx="818">
                  <c:v>39536</c:v>
                </c:pt>
                <c:pt idx="819">
                  <c:v>39537</c:v>
                </c:pt>
                <c:pt idx="820">
                  <c:v>39538</c:v>
                </c:pt>
                <c:pt idx="821">
                  <c:v>39539</c:v>
                </c:pt>
                <c:pt idx="822">
                  <c:v>39540</c:v>
                </c:pt>
                <c:pt idx="823">
                  <c:v>39541</c:v>
                </c:pt>
                <c:pt idx="824">
                  <c:v>39542</c:v>
                </c:pt>
                <c:pt idx="825">
                  <c:v>39543</c:v>
                </c:pt>
                <c:pt idx="826">
                  <c:v>39544</c:v>
                </c:pt>
                <c:pt idx="827">
                  <c:v>39545</c:v>
                </c:pt>
                <c:pt idx="828">
                  <c:v>39546</c:v>
                </c:pt>
                <c:pt idx="829">
                  <c:v>39547</c:v>
                </c:pt>
                <c:pt idx="830">
                  <c:v>39548</c:v>
                </c:pt>
                <c:pt idx="831">
                  <c:v>39549</c:v>
                </c:pt>
                <c:pt idx="832">
                  <c:v>39550</c:v>
                </c:pt>
                <c:pt idx="833">
                  <c:v>39551</c:v>
                </c:pt>
                <c:pt idx="834">
                  <c:v>39552</c:v>
                </c:pt>
                <c:pt idx="835">
                  <c:v>39553</c:v>
                </c:pt>
                <c:pt idx="836">
                  <c:v>39554</c:v>
                </c:pt>
                <c:pt idx="837">
                  <c:v>39555</c:v>
                </c:pt>
                <c:pt idx="838">
                  <c:v>39556</c:v>
                </c:pt>
                <c:pt idx="839">
                  <c:v>39557</c:v>
                </c:pt>
                <c:pt idx="840">
                  <c:v>39558</c:v>
                </c:pt>
                <c:pt idx="841">
                  <c:v>39559</c:v>
                </c:pt>
                <c:pt idx="842">
                  <c:v>39560</c:v>
                </c:pt>
                <c:pt idx="843">
                  <c:v>39561</c:v>
                </c:pt>
                <c:pt idx="844">
                  <c:v>39562</c:v>
                </c:pt>
                <c:pt idx="845">
                  <c:v>39563</c:v>
                </c:pt>
                <c:pt idx="846">
                  <c:v>39564</c:v>
                </c:pt>
                <c:pt idx="847">
                  <c:v>39565</c:v>
                </c:pt>
                <c:pt idx="848">
                  <c:v>39566</c:v>
                </c:pt>
                <c:pt idx="849">
                  <c:v>39567</c:v>
                </c:pt>
                <c:pt idx="850">
                  <c:v>39568</c:v>
                </c:pt>
                <c:pt idx="851">
                  <c:v>39569</c:v>
                </c:pt>
                <c:pt idx="852">
                  <c:v>39570</c:v>
                </c:pt>
                <c:pt idx="853">
                  <c:v>39571</c:v>
                </c:pt>
                <c:pt idx="854">
                  <c:v>39572</c:v>
                </c:pt>
                <c:pt idx="855">
                  <c:v>39573</c:v>
                </c:pt>
                <c:pt idx="856">
                  <c:v>39574</c:v>
                </c:pt>
                <c:pt idx="857">
                  <c:v>39575</c:v>
                </c:pt>
                <c:pt idx="858">
                  <c:v>39576</c:v>
                </c:pt>
                <c:pt idx="859">
                  <c:v>39577</c:v>
                </c:pt>
                <c:pt idx="860">
                  <c:v>39578</c:v>
                </c:pt>
                <c:pt idx="861">
                  <c:v>39579</c:v>
                </c:pt>
                <c:pt idx="862">
                  <c:v>39580</c:v>
                </c:pt>
                <c:pt idx="863">
                  <c:v>39581</c:v>
                </c:pt>
                <c:pt idx="864">
                  <c:v>39582</c:v>
                </c:pt>
                <c:pt idx="865">
                  <c:v>39583</c:v>
                </c:pt>
                <c:pt idx="866">
                  <c:v>39584</c:v>
                </c:pt>
                <c:pt idx="867">
                  <c:v>39585</c:v>
                </c:pt>
                <c:pt idx="868">
                  <c:v>39586</c:v>
                </c:pt>
                <c:pt idx="869">
                  <c:v>39587</c:v>
                </c:pt>
                <c:pt idx="870">
                  <c:v>39588</c:v>
                </c:pt>
                <c:pt idx="871">
                  <c:v>39589</c:v>
                </c:pt>
                <c:pt idx="872">
                  <c:v>39590</c:v>
                </c:pt>
                <c:pt idx="873">
                  <c:v>39591</c:v>
                </c:pt>
                <c:pt idx="874">
                  <c:v>39592</c:v>
                </c:pt>
                <c:pt idx="875">
                  <c:v>39593</c:v>
                </c:pt>
                <c:pt idx="876">
                  <c:v>39594</c:v>
                </c:pt>
                <c:pt idx="877">
                  <c:v>39595</c:v>
                </c:pt>
                <c:pt idx="878">
                  <c:v>39596</c:v>
                </c:pt>
                <c:pt idx="879">
                  <c:v>39597</c:v>
                </c:pt>
                <c:pt idx="880">
                  <c:v>39598</c:v>
                </c:pt>
                <c:pt idx="881">
                  <c:v>39599</c:v>
                </c:pt>
                <c:pt idx="882">
                  <c:v>39600</c:v>
                </c:pt>
                <c:pt idx="883">
                  <c:v>39601</c:v>
                </c:pt>
                <c:pt idx="884">
                  <c:v>39602</c:v>
                </c:pt>
                <c:pt idx="885">
                  <c:v>39603</c:v>
                </c:pt>
                <c:pt idx="886">
                  <c:v>39604</c:v>
                </c:pt>
                <c:pt idx="887">
                  <c:v>39605</c:v>
                </c:pt>
                <c:pt idx="888">
                  <c:v>39606</c:v>
                </c:pt>
                <c:pt idx="889">
                  <c:v>39607</c:v>
                </c:pt>
                <c:pt idx="890">
                  <c:v>39608</c:v>
                </c:pt>
                <c:pt idx="891">
                  <c:v>39609</c:v>
                </c:pt>
                <c:pt idx="892">
                  <c:v>39610</c:v>
                </c:pt>
                <c:pt idx="893">
                  <c:v>39611</c:v>
                </c:pt>
                <c:pt idx="894">
                  <c:v>39612</c:v>
                </c:pt>
                <c:pt idx="895">
                  <c:v>39613</c:v>
                </c:pt>
                <c:pt idx="896">
                  <c:v>39614</c:v>
                </c:pt>
                <c:pt idx="897">
                  <c:v>39615</c:v>
                </c:pt>
                <c:pt idx="898">
                  <c:v>39616</c:v>
                </c:pt>
                <c:pt idx="899">
                  <c:v>39617</c:v>
                </c:pt>
                <c:pt idx="900">
                  <c:v>39618</c:v>
                </c:pt>
                <c:pt idx="901">
                  <c:v>39619</c:v>
                </c:pt>
                <c:pt idx="902">
                  <c:v>39620</c:v>
                </c:pt>
                <c:pt idx="903">
                  <c:v>39621</c:v>
                </c:pt>
                <c:pt idx="904">
                  <c:v>39622</c:v>
                </c:pt>
                <c:pt idx="905">
                  <c:v>39623</c:v>
                </c:pt>
                <c:pt idx="906">
                  <c:v>39624</c:v>
                </c:pt>
                <c:pt idx="907">
                  <c:v>39625</c:v>
                </c:pt>
                <c:pt idx="908">
                  <c:v>39626</c:v>
                </c:pt>
                <c:pt idx="909">
                  <c:v>39627</c:v>
                </c:pt>
                <c:pt idx="910">
                  <c:v>39628</c:v>
                </c:pt>
                <c:pt idx="911">
                  <c:v>39629</c:v>
                </c:pt>
                <c:pt idx="912">
                  <c:v>39630</c:v>
                </c:pt>
                <c:pt idx="913">
                  <c:v>39631</c:v>
                </c:pt>
                <c:pt idx="914">
                  <c:v>39632</c:v>
                </c:pt>
                <c:pt idx="915">
                  <c:v>39633</c:v>
                </c:pt>
                <c:pt idx="916">
                  <c:v>39634</c:v>
                </c:pt>
                <c:pt idx="917">
                  <c:v>39635</c:v>
                </c:pt>
                <c:pt idx="918">
                  <c:v>39636</c:v>
                </c:pt>
                <c:pt idx="919">
                  <c:v>39637</c:v>
                </c:pt>
                <c:pt idx="920">
                  <c:v>39638</c:v>
                </c:pt>
                <c:pt idx="921">
                  <c:v>39639</c:v>
                </c:pt>
                <c:pt idx="922">
                  <c:v>39640</c:v>
                </c:pt>
                <c:pt idx="923">
                  <c:v>39641</c:v>
                </c:pt>
                <c:pt idx="924">
                  <c:v>39642</c:v>
                </c:pt>
                <c:pt idx="925">
                  <c:v>39643</c:v>
                </c:pt>
                <c:pt idx="926">
                  <c:v>39644</c:v>
                </c:pt>
                <c:pt idx="927">
                  <c:v>39645</c:v>
                </c:pt>
                <c:pt idx="928">
                  <c:v>39646</c:v>
                </c:pt>
                <c:pt idx="929">
                  <c:v>39647</c:v>
                </c:pt>
                <c:pt idx="930">
                  <c:v>39648</c:v>
                </c:pt>
                <c:pt idx="931">
                  <c:v>39649</c:v>
                </c:pt>
                <c:pt idx="932">
                  <c:v>39650</c:v>
                </c:pt>
                <c:pt idx="933">
                  <c:v>39651</c:v>
                </c:pt>
                <c:pt idx="934">
                  <c:v>39652</c:v>
                </c:pt>
                <c:pt idx="935">
                  <c:v>39653</c:v>
                </c:pt>
                <c:pt idx="936">
                  <c:v>39654</c:v>
                </c:pt>
                <c:pt idx="937">
                  <c:v>39655</c:v>
                </c:pt>
                <c:pt idx="938">
                  <c:v>39656</c:v>
                </c:pt>
                <c:pt idx="939">
                  <c:v>39657</c:v>
                </c:pt>
                <c:pt idx="940">
                  <c:v>39658</c:v>
                </c:pt>
                <c:pt idx="941">
                  <c:v>39659</c:v>
                </c:pt>
                <c:pt idx="942">
                  <c:v>39660</c:v>
                </c:pt>
                <c:pt idx="943">
                  <c:v>39661</c:v>
                </c:pt>
                <c:pt idx="944">
                  <c:v>39662</c:v>
                </c:pt>
                <c:pt idx="945">
                  <c:v>39663</c:v>
                </c:pt>
                <c:pt idx="946">
                  <c:v>39664</c:v>
                </c:pt>
                <c:pt idx="947">
                  <c:v>39665</c:v>
                </c:pt>
                <c:pt idx="948">
                  <c:v>39666</c:v>
                </c:pt>
                <c:pt idx="949">
                  <c:v>39667</c:v>
                </c:pt>
                <c:pt idx="950">
                  <c:v>39668</c:v>
                </c:pt>
                <c:pt idx="951">
                  <c:v>39669</c:v>
                </c:pt>
                <c:pt idx="952">
                  <c:v>39670</c:v>
                </c:pt>
                <c:pt idx="953">
                  <c:v>39671</c:v>
                </c:pt>
                <c:pt idx="954">
                  <c:v>39672</c:v>
                </c:pt>
                <c:pt idx="955">
                  <c:v>39673</c:v>
                </c:pt>
                <c:pt idx="956">
                  <c:v>39674</c:v>
                </c:pt>
                <c:pt idx="957">
                  <c:v>39675</c:v>
                </c:pt>
                <c:pt idx="958">
                  <c:v>39676</c:v>
                </c:pt>
                <c:pt idx="959">
                  <c:v>39677</c:v>
                </c:pt>
                <c:pt idx="960">
                  <c:v>39678</c:v>
                </c:pt>
                <c:pt idx="961">
                  <c:v>39679</c:v>
                </c:pt>
                <c:pt idx="962">
                  <c:v>39680</c:v>
                </c:pt>
                <c:pt idx="963">
                  <c:v>39681</c:v>
                </c:pt>
                <c:pt idx="964">
                  <c:v>39682</c:v>
                </c:pt>
                <c:pt idx="965">
                  <c:v>39683</c:v>
                </c:pt>
                <c:pt idx="966">
                  <c:v>39684</c:v>
                </c:pt>
                <c:pt idx="967">
                  <c:v>39685</c:v>
                </c:pt>
                <c:pt idx="968">
                  <c:v>39686</c:v>
                </c:pt>
                <c:pt idx="969">
                  <c:v>39687</c:v>
                </c:pt>
                <c:pt idx="970">
                  <c:v>39688</c:v>
                </c:pt>
                <c:pt idx="971">
                  <c:v>39689</c:v>
                </c:pt>
                <c:pt idx="972">
                  <c:v>39690</c:v>
                </c:pt>
                <c:pt idx="973">
                  <c:v>39691</c:v>
                </c:pt>
                <c:pt idx="974">
                  <c:v>39692</c:v>
                </c:pt>
                <c:pt idx="975">
                  <c:v>39693</c:v>
                </c:pt>
                <c:pt idx="976">
                  <c:v>39694</c:v>
                </c:pt>
                <c:pt idx="977">
                  <c:v>39695</c:v>
                </c:pt>
                <c:pt idx="978">
                  <c:v>39696</c:v>
                </c:pt>
                <c:pt idx="979">
                  <c:v>39697</c:v>
                </c:pt>
                <c:pt idx="980">
                  <c:v>39698</c:v>
                </c:pt>
                <c:pt idx="981">
                  <c:v>39699</c:v>
                </c:pt>
                <c:pt idx="982">
                  <c:v>39700</c:v>
                </c:pt>
                <c:pt idx="983">
                  <c:v>39701</c:v>
                </c:pt>
                <c:pt idx="984">
                  <c:v>39702</c:v>
                </c:pt>
                <c:pt idx="985">
                  <c:v>39703</c:v>
                </c:pt>
                <c:pt idx="986">
                  <c:v>39704</c:v>
                </c:pt>
                <c:pt idx="987">
                  <c:v>39705</c:v>
                </c:pt>
                <c:pt idx="988">
                  <c:v>39706</c:v>
                </c:pt>
                <c:pt idx="989">
                  <c:v>39707</c:v>
                </c:pt>
                <c:pt idx="990">
                  <c:v>39708</c:v>
                </c:pt>
                <c:pt idx="991">
                  <c:v>39709</c:v>
                </c:pt>
                <c:pt idx="992">
                  <c:v>39710</c:v>
                </c:pt>
                <c:pt idx="993">
                  <c:v>39711</c:v>
                </c:pt>
                <c:pt idx="994">
                  <c:v>39712</c:v>
                </c:pt>
                <c:pt idx="995">
                  <c:v>39713</c:v>
                </c:pt>
                <c:pt idx="996">
                  <c:v>39714</c:v>
                </c:pt>
                <c:pt idx="997">
                  <c:v>39715</c:v>
                </c:pt>
                <c:pt idx="998">
                  <c:v>39716</c:v>
                </c:pt>
                <c:pt idx="999">
                  <c:v>39717</c:v>
                </c:pt>
                <c:pt idx="1000">
                  <c:v>39718</c:v>
                </c:pt>
                <c:pt idx="1001">
                  <c:v>39719</c:v>
                </c:pt>
                <c:pt idx="1002">
                  <c:v>39720</c:v>
                </c:pt>
                <c:pt idx="1003">
                  <c:v>39721</c:v>
                </c:pt>
                <c:pt idx="1004">
                  <c:v>39722</c:v>
                </c:pt>
                <c:pt idx="1005">
                  <c:v>39723</c:v>
                </c:pt>
                <c:pt idx="1006">
                  <c:v>39724</c:v>
                </c:pt>
                <c:pt idx="1007">
                  <c:v>39725</c:v>
                </c:pt>
                <c:pt idx="1008">
                  <c:v>39726</c:v>
                </c:pt>
                <c:pt idx="1009">
                  <c:v>39727</c:v>
                </c:pt>
                <c:pt idx="1010">
                  <c:v>39728</c:v>
                </c:pt>
                <c:pt idx="1011">
                  <c:v>39729</c:v>
                </c:pt>
                <c:pt idx="1012">
                  <c:v>39730</c:v>
                </c:pt>
                <c:pt idx="1013">
                  <c:v>39731</c:v>
                </c:pt>
                <c:pt idx="1014">
                  <c:v>39732</c:v>
                </c:pt>
                <c:pt idx="1015">
                  <c:v>39733</c:v>
                </c:pt>
                <c:pt idx="1016">
                  <c:v>39734</c:v>
                </c:pt>
                <c:pt idx="1017">
                  <c:v>39735</c:v>
                </c:pt>
                <c:pt idx="1018">
                  <c:v>39736</c:v>
                </c:pt>
                <c:pt idx="1019">
                  <c:v>39737</c:v>
                </c:pt>
                <c:pt idx="1020">
                  <c:v>39738</c:v>
                </c:pt>
                <c:pt idx="1021">
                  <c:v>39739</c:v>
                </c:pt>
                <c:pt idx="1022">
                  <c:v>39740</c:v>
                </c:pt>
                <c:pt idx="1023">
                  <c:v>39741</c:v>
                </c:pt>
                <c:pt idx="1024">
                  <c:v>39742</c:v>
                </c:pt>
                <c:pt idx="1025">
                  <c:v>39743</c:v>
                </c:pt>
                <c:pt idx="1026">
                  <c:v>39744</c:v>
                </c:pt>
                <c:pt idx="1027">
                  <c:v>39745</c:v>
                </c:pt>
                <c:pt idx="1028">
                  <c:v>39746</c:v>
                </c:pt>
                <c:pt idx="1029">
                  <c:v>39747</c:v>
                </c:pt>
                <c:pt idx="1030">
                  <c:v>39748</c:v>
                </c:pt>
                <c:pt idx="1031">
                  <c:v>39749</c:v>
                </c:pt>
                <c:pt idx="1032">
                  <c:v>39750</c:v>
                </c:pt>
                <c:pt idx="1033">
                  <c:v>39751</c:v>
                </c:pt>
                <c:pt idx="1034">
                  <c:v>39752</c:v>
                </c:pt>
                <c:pt idx="1035">
                  <c:v>39753</c:v>
                </c:pt>
                <c:pt idx="1036">
                  <c:v>39754</c:v>
                </c:pt>
                <c:pt idx="1037">
                  <c:v>39755</c:v>
                </c:pt>
                <c:pt idx="1038">
                  <c:v>39756</c:v>
                </c:pt>
                <c:pt idx="1039">
                  <c:v>39757</c:v>
                </c:pt>
                <c:pt idx="1040">
                  <c:v>39758</c:v>
                </c:pt>
                <c:pt idx="1041">
                  <c:v>39759</c:v>
                </c:pt>
                <c:pt idx="1042">
                  <c:v>39760</c:v>
                </c:pt>
                <c:pt idx="1043">
                  <c:v>39761</c:v>
                </c:pt>
                <c:pt idx="1044">
                  <c:v>39762</c:v>
                </c:pt>
                <c:pt idx="1045">
                  <c:v>39763</c:v>
                </c:pt>
                <c:pt idx="1046">
                  <c:v>39764</c:v>
                </c:pt>
                <c:pt idx="1047">
                  <c:v>39765</c:v>
                </c:pt>
                <c:pt idx="1048">
                  <c:v>39766</c:v>
                </c:pt>
                <c:pt idx="1049">
                  <c:v>39767</c:v>
                </c:pt>
                <c:pt idx="1050">
                  <c:v>39768</c:v>
                </c:pt>
                <c:pt idx="1051">
                  <c:v>39769</c:v>
                </c:pt>
                <c:pt idx="1052">
                  <c:v>39770</c:v>
                </c:pt>
                <c:pt idx="1053">
                  <c:v>39771</c:v>
                </c:pt>
                <c:pt idx="1054">
                  <c:v>39772</c:v>
                </c:pt>
                <c:pt idx="1055">
                  <c:v>39773</c:v>
                </c:pt>
                <c:pt idx="1056">
                  <c:v>39774</c:v>
                </c:pt>
                <c:pt idx="1057">
                  <c:v>39775</c:v>
                </c:pt>
                <c:pt idx="1058">
                  <c:v>39776</c:v>
                </c:pt>
                <c:pt idx="1059">
                  <c:v>39777</c:v>
                </c:pt>
                <c:pt idx="1060">
                  <c:v>39778</c:v>
                </c:pt>
                <c:pt idx="1061">
                  <c:v>39779</c:v>
                </c:pt>
                <c:pt idx="1062">
                  <c:v>39780</c:v>
                </c:pt>
                <c:pt idx="1063">
                  <c:v>39781</c:v>
                </c:pt>
                <c:pt idx="1064">
                  <c:v>39782</c:v>
                </c:pt>
                <c:pt idx="1065">
                  <c:v>39783</c:v>
                </c:pt>
                <c:pt idx="1066">
                  <c:v>39784</c:v>
                </c:pt>
                <c:pt idx="1067">
                  <c:v>39785</c:v>
                </c:pt>
                <c:pt idx="1068">
                  <c:v>39786</c:v>
                </c:pt>
                <c:pt idx="1069">
                  <c:v>39787</c:v>
                </c:pt>
                <c:pt idx="1070">
                  <c:v>39788</c:v>
                </c:pt>
                <c:pt idx="1071">
                  <c:v>39789</c:v>
                </c:pt>
                <c:pt idx="1072">
                  <c:v>39790</c:v>
                </c:pt>
                <c:pt idx="1073">
                  <c:v>39791</c:v>
                </c:pt>
                <c:pt idx="1074">
                  <c:v>39792</c:v>
                </c:pt>
                <c:pt idx="1075">
                  <c:v>39793</c:v>
                </c:pt>
                <c:pt idx="1076">
                  <c:v>39794</c:v>
                </c:pt>
                <c:pt idx="1077">
                  <c:v>39795</c:v>
                </c:pt>
                <c:pt idx="1078">
                  <c:v>39796</c:v>
                </c:pt>
                <c:pt idx="1079">
                  <c:v>39797</c:v>
                </c:pt>
                <c:pt idx="1080">
                  <c:v>39798</c:v>
                </c:pt>
                <c:pt idx="1081">
                  <c:v>39799</c:v>
                </c:pt>
                <c:pt idx="1082">
                  <c:v>39800</c:v>
                </c:pt>
                <c:pt idx="1083">
                  <c:v>39801</c:v>
                </c:pt>
                <c:pt idx="1084">
                  <c:v>39802</c:v>
                </c:pt>
                <c:pt idx="1085">
                  <c:v>39803</c:v>
                </c:pt>
                <c:pt idx="1086">
                  <c:v>39804</c:v>
                </c:pt>
                <c:pt idx="1087">
                  <c:v>39805</c:v>
                </c:pt>
                <c:pt idx="1088">
                  <c:v>39806</c:v>
                </c:pt>
                <c:pt idx="1089">
                  <c:v>39807</c:v>
                </c:pt>
                <c:pt idx="1090">
                  <c:v>39808</c:v>
                </c:pt>
                <c:pt idx="1091">
                  <c:v>39809</c:v>
                </c:pt>
                <c:pt idx="1092">
                  <c:v>39810</c:v>
                </c:pt>
                <c:pt idx="1093">
                  <c:v>39811</c:v>
                </c:pt>
                <c:pt idx="1094">
                  <c:v>39812</c:v>
                </c:pt>
                <c:pt idx="1095">
                  <c:v>39813</c:v>
                </c:pt>
                <c:pt idx="1096">
                  <c:v>39814</c:v>
                </c:pt>
                <c:pt idx="1097">
                  <c:v>39815</c:v>
                </c:pt>
                <c:pt idx="1098">
                  <c:v>39816</c:v>
                </c:pt>
                <c:pt idx="1099">
                  <c:v>39817</c:v>
                </c:pt>
                <c:pt idx="1100">
                  <c:v>39818</c:v>
                </c:pt>
                <c:pt idx="1101">
                  <c:v>39819</c:v>
                </c:pt>
                <c:pt idx="1102">
                  <c:v>39820</c:v>
                </c:pt>
                <c:pt idx="1103">
                  <c:v>39821</c:v>
                </c:pt>
                <c:pt idx="1104">
                  <c:v>39822</c:v>
                </c:pt>
                <c:pt idx="1105">
                  <c:v>39823</c:v>
                </c:pt>
                <c:pt idx="1106">
                  <c:v>39824</c:v>
                </c:pt>
                <c:pt idx="1107">
                  <c:v>39825</c:v>
                </c:pt>
                <c:pt idx="1108">
                  <c:v>39826</c:v>
                </c:pt>
                <c:pt idx="1109">
                  <c:v>39827</c:v>
                </c:pt>
                <c:pt idx="1110">
                  <c:v>39828</c:v>
                </c:pt>
                <c:pt idx="1111">
                  <c:v>39829</c:v>
                </c:pt>
                <c:pt idx="1112">
                  <c:v>39830</c:v>
                </c:pt>
                <c:pt idx="1113">
                  <c:v>39831</c:v>
                </c:pt>
                <c:pt idx="1114">
                  <c:v>39832</c:v>
                </c:pt>
                <c:pt idx="1115">
                  <c:v>39833</c:v>
                </c:pt>
                <c:pt idx="1116">
                  <c:v>39834</c:v>
                </c:pt>
                <c:pt idx="1117">
                  <c:v>39835</c:v>
                </c:pt>
                <c:pt idx="1118">
                  <c:v>39836</c:v>
                </c:pt>
                <c:pt idx="1119">
                  <c:v>39837</c:v>
                </c:pt>
                <c:pt idx="1120">
                  <c:v>39838</c:v>
                </c:pt>
                <c:pt idx="1121">
                  <c:v>39839</c:v>
                </c:pt>
                <c:pt idx="1122">
                  <c:v>39840</c:v>
                </c:pt>
                <c:pt idx="1123">
                  <c:v>39841</c:v>
                </c:pt>
                <c:pt idx="1124">
                  <c:v>39842</c:v>
                </c:pt>
                <c:pt idx="1125">
                  <c:v>39843</c:v>
                </c:pt>
                <c:pt idx="1126">
                  <c:v>39844</c:v>
                </c:pt>
                <c:pt idx="1127">
                  <c:v>39845</c:v>
                </c:pt>
                <c:pt idx="1128">
                  <c:v>39846</c:v>
                </c:pt>
                <c:pt idx="1129">
                  <c:v>39847</c:v>
                </c:pt>
                <c:pt idx="1130">
                  <c:v>39848</c:v>
                </c:pt>
                <c:pt idx="1131">
                  <c:v>39849</c:v>
                </c:pt>
                <c:pt idx="1132">
                  <c:v>39850</c:v>
                </c:pt>
                <c:pt idx="1133">
                  <c:v>39851</c:v>
                </c:pt>
                <c:pt idx="1134">
                  <c:v>39852</c:v>
                </c:pt>
                <c:pt idx="1135">
                  <c:v>39853</c:v>
                </c:pt>
                <c:pt idx="1136">
                  <c:v>39854</c:v>
                </c:pt>
                <c:pt idx="1137">
                  <c:v>39855</c:v>
                </c:pt>
                <c:pt idx="1138">
                  <c:v>39856</c:v>
                </c:pt>
                <c:pt idx="1139">
                  <c:v>39857</c:v>
                </c:pt>
                <c:pt idx="1140">
                  <c:v>39858</c:v>
                </c:pt>
                <c:pt idx="1141">
                  <c:v>39859</c:v>
                </c:pt>
                <c:pt idx="1142">
                  <c:v>39860</c:v>
                </c:pt>
                <c:pt idx="1143">
                  <c:v>39861</c:v>
                </c:pt>
                <c:pt idx="1144">
                  <c:v>39862</c:v>
                </c:pt>
                <c:pt idx="1145">
                  <c:v>39863</c:v>
                </c:pt>
                <c:pt idx="1146">
                  <c:v>39864</c:v>
                </c:pt>
                <c:pt idx="1147">
                  <c:v>39865</c:v>
                </c:pt>
                <c:pt idx="1148">
                  <c:v>39866</c:v>
                </c:pt>
                <c:pt idx="1149">
                  <c:v>39867</c:v>
                </c:pt>
                <c:pt idx="1150">
                  <c:v>39868</c:v>
                </c:pt>
                <c:pt idx="1151">
                  <c:v>39869</c:v>
                </c:pt>
                <c:pt idx="1152">
                  <c:v>39870</c:v>
                </c:pt>
                <c:pt idx="1153">
                  <c:v>39871</c:v>
                </c:pt>
                <c:pt idx="1154">
                  <c:v>39872</c:v>
                </c:pt>
                <c:pt idx="1155">
                  <c:v>39873</c:v>
                </c:pt>
                <c:pt idx="1156">
                  <c:v>39874</c:v>
                </c:pt>
                <c:pt idx="1157">
                  <c:v>39875</c:v>
                </c:pt>
                <c:pt idx="1158">
                  <c:v>39876</c:v>
                </c:pt>
                <c:pt idx="1159">
                  <c:v>39877</c:v>
                </c:pt>
                <c:pt idx="1160">
                  <c:v>39878</c:v>
                </c:pt>
                <c:pt idx="1161">
                  <c:v>39879</c:v>
                </c:pt>
                <c:pt idx="1162">
                  <c:v>39880</c:v>
                </c:pt>
                <c:pt idx="1163">
                  <c:v>39881</c:v>
                </c:pt>
                <c:pt idx="1164">
                  <c:v>39882</c:v>
                </c:pt>
                <c:pt idx="1165">
                  <c:v>39883</c:v>
                </c:pt>
                <c:pt idx="1166">
                  <c:v>39884</c:v>
                </c:pt>
                <c:pt idx="1167">
                  <c:v>39885</c:v>
                </c:pt>
                <c:pt idx="1168">
                  <c:v>39886</c:v>
                </c:pt>
                <c:pt idx="1169">
                  <c:v>39887</c:v>
                </c:pt>
                <c:pt idx="1170">
                  <c:v>39888</c:v>
                </c:pt>
                <c:pt idx="1171">
                  <c:v>39889</c:v>
                </c:pt>
                <c:pt idx="1172">
                  <c:v>39890</c:v>
                </c:pt>
                <c:pt idx="1173">
                  <c:v>39891</c:v>
                </c:pt>
                <c:pt idx="1174">
                  <c:v>39892</c:v>
                </c:pt>
                <c:pt idx="1175">
                  <c:v>39893</c:v>
                </c:pt>
                <c:pt idx="1176">
                  <c:v>39894</c:v>
                </c:pt>
                <c:pt idx="1177">
                  <c:v>39895</c:v>
                </c:pt>
                <c:pt idx="1178">
                  <c:v>39896</c:v>
                </c:pt>
                <c:pt idx="1179">
                  <c:v>39897</c:v>
                </c:pt>
                <c:pt idx="1180">
                  <c:v>39898</c:v>
                </c:pt>
                <c:pt idx="1181">
                  <c:v>39899</c:v>
                </c:pt>
                <c:pt idx="1182">
                  <c:v>39900</c:v>
                </c:pt>
                <c:pt idx="1183">
                  <c:v>39901</c:v>
                </c:pt>
                <c:pt idx="1184">
                  <c:v>39902</c:v>
                </c:pt>
                <c:pt idx="1185">
                  <c:v>39903</c:v>
                </c:pt>
                <c:pt idx="1186">
                  <c:v>39904</c:v>
                </c:pt>
                <c:pt idx="1187">
                  <c:v>39905</c:v>
                </c:pt>
                <c:pt idx="1188">
                  <c:v>39906</c:v>
                </c:pt>
                <c:pt idx="1189">
                  <c:v>39907</c:v>
                </c:pt>
                <c:pt idx="1190">
                  <c:v>39908</c:v>
                </c:pt>
                <c:pt idx="1191">
                  <c:v>39909</c:v>
                </c:pt>
                <c:pt idx="1192">
                  <c:v>39910</c:v>
                </c:pt>
                <c:pt idx="1193">
                  <c:v>39911</c:v>
                </c:pt>
                <c:pt idx="1194">
                  <c:v>39912</c:v>
                </c:pt>
                <c:pt idx="1195">
                  <c:v>39913</c:v>
                </c:pt>
                <c:pt idx="1196">
                  <c:v>39914</c:v>
                </c:pt>
                <c:pt idx="1197">
                  <c:v>39915</c:v>
                </c:pt>
                <c:pt idx="1198">
                  <c:v>39916</c:v>
                </c:pt>
                <c:pt idx="1199">
                  <c:v>39917</c:v>
                </c:pt>
                <c:pt idx="1200">
                  <c:v>39918</c:v>
                </c:pt>
                <c:pt idx="1201">
                  <c:v>39919</c:v>
                </c:pt>
                <c:pt idx="1202">
                  <c:v>39920</c:v>
                </c:pt>
                <c:pt idx="1203">
                  <c:v>39921</c:v>
                </c:pt>
                <c:pt idx="1204">
                  <c:v>39922</c:v>
                </c:pt>
                <c:pt idx="1205">
                  <c:v>39923</c:v>
                </c:pt>
                <c:pt idx="1206">
                  <c:v>39924</c:v>
                </c:pt>
                <c:pt idx="1207">
                  <c:v>39925</c:v>
                </c:pt>
                <c:pt idx="1208">
                  <c:v>39926</c:v>
                </c:pt>
                <c:pt idx="1209">
                  <c:v>39927</c:v>
                </c:pt>
                <c:pt idx="1210">
                  <c:v>39928</c:v>
                </c:pt>
                <c:pt idx="1211">
                  <c:v>39929</c:v>
                </c:pt>
                <c:pt idx="1212">
                  <c:v>39930</c:v>
                </c:pt>
                <c:pt idx="1213">
                  <c:v>39931</c:v>
                </c:pt>
                <c:pt idx="1214">
                  <c:v>39932</c:v>
                </c:pt>
                <c:pt idx="1215">
                  <c:v>39933</c:v>
                </c:pt>
                <c:pt idx="1216">
                  <c:v>39934</c:v>
                </c:pt>
                <c:pt idx="1217">
                  <c:v>39935</c:v>
                </c:pt>
                <c:pt idx="1218">
                  <c:v>39936</c:v>
                </c:pt>
                <c:pt idx="1219">
                  <c:v>39937</c:v>
                </c:pt>
                <c:pt idx="1220">
                  <c:v>39938</c:v>
                </c:pt>
                <c:pt idx="1221">
                  <c:v>39939</c:v>
                </c:pt>
                <c:pt idx="1222">
                  <c:v>39940</c:v>
                </c:pt>
                <c:pt idx="1223">
                  <c:v>39941</c:v>
                </c:pt>
                <c:pt idx="1224">
                  <c:v>39942</c:v>
                </c:pt>
                <c:pt idx="1225">
                  <c:v>39943</c:v>
                </c:pt>
                <c:pt idx="1226">
                  <c:v>39944</c:v>
                </c:pt>
                <c:pt idx="1227">
                  <c:v>39945</c:v>
                </c:pt>
                <c:pt idx="1228">
                  <c:v>39946</c:v>
                </c:pt>
                <c:pt idx="1229">
                  <c:v>39947</c:v>
                </c:pt>
                <c:pt idx="1230">
                  <c:v>39948</c:v>
                </c:pt>
                <c:pt idx="1231">
                  <c:v>39949</c:v>
                </c:pt>
                <c:pt idx="1232">
                  <c:v>39950</c:v>
                </c:pt>
                <c:pt idx="1233">
                  <c:v>39951</c:v>
                </c:pt>
                <c:pt idx="1234">
                  <c:v>39952</c:v>
                </c:pt>
                <c:pt idx="1235">
                  <c:v>39953</c:v>
                </c:pt>
                <c:pt idx="1236">
                  <c:v>39954</c:v>
                </c:pt>
                <c:pt idx="1237">
                  <c:v>39955</c:v>
                </c:pt>
                <c:pt idx="1238">
                  <c:v>39956</c:v>
                </c:pt>
                <c:pt idx="1239">
                  <c:v>39957</c:v>
                </c:pt>
                <c:pt idx="1240">
                  <c:v>39958</c:v>
                </c:pt>
                <c:pt idx="1241">
                  <c:v>39959</c:v>
                </c:pt>
                <c:pt idx="1242">
                  <c:v>39960</c:v>
                </c:pt>
                <c:pt idx="1243">
                  <c:v>39961</c:v>
                </c:pt>
                <c:pt idx="1244">
                  <c:v>39962</c:v>
                </c:pt>
                <c:pt idx="1245">
                  <c:v>39963</c:v>
                </c:pt>
                <c:pt idx="1246">
                  <c:v>39964</c:v>
                </c:pt>
                <c:pt idx="1247">
                  <c:v>39965</c:v>
                </c:pt>
                <c:pt idx="1248">
                  <c:v>39966</c:v>
                </c:pt>
                <c:pt idx="1249">
                  <c:v>39967</c:v>
                </c:pt>
                <c:pt idx="1250">
                  <c:v>39968</c:v>
                </c:pt>
                <c:pt idx="1251">
                  <c:v>39969</c:v>
                </c:pt>
                <c:pt idx="1252">
                  <c:v>39970</c:v>
                </c:pt>
                <c:pt idx="1253">
                  <c:v>39971</c:v>
                </c:pt>
                <c:pt idx="1254">
                  <c:v>39972</c:v>
                </c:pt>
                <c:pt idx="1255">
                  <c:v>39973</c:v>
                </c:pt>
                <c:pt idx="1256">
                  <c:v>39974</c:v>
                </c:pt>
                <c:pt idx="1257">
                  <c:v>39975</c:v>
                </c:pt>
                <c:pt idx="1258">
                  <c:v>39976</c:v>
                </c:pt>
                <c:pt idx="1259">
                  <c:v>39977</c:v>
                </c:pt>
                <c:pt idx="1260">
                  <c:v>39978</c:v>
                </c:pt>
                <c:pt idx="1261">
                  <c:v>39979</c:v>
                </c:pt>
                <c:pt idx="1262">
                  <c:v>39980</c:v>
                </c:pt>
                <c:pt idx="1263">
                  <c:v>39981</c:v>
                </c:pt>
                <c:pt idx="1264">
                  <c:v>39982</c:v>
                </c:pt>
                <c:pt idx="1265">
                  <c:v>39983</c:v>
                </c:pt>
                <c:pt idx="1266">
                  <c:v>39984</c:v>
                </c:pt>
                <c:pt idx="1267">
                  <c:v>39985</c:v>
                </c:pt>
                <c:pt idx="1268">
                  <c:v>39986</c:v>
                </c:pt>
                <c:pt idx="1269">
                  <c:v>39987</c:v>
                </c:pt>
                <c:pt idx="1270">
                  <c:v>39988</c:v>
                </c:pt>
                <c:pt idx="1271">
                  <c:v>39989</c:v>
                </c:pt>
                <c:pt idx="1272">
                  <c:v>39990</c:v>
                </c:pt>
                <c:pt idx="1273">
                  <c:v>39991</c:v>
                </c:pt>
                <c:pt idx="1274">
                  <c:v>39992</c:v>
                </c:pt>
                <c:pt idx="1275">
                  <c:v>39993</c:v>
                </c:pt>
                <c:pt idx="1276">
                  <c:v>39994</c:v>
                </c:pt>
                <c:pt idx="1277">
                  <c:v>39995</c:v>
                </c:pt>
                <c:pt idx="1278">
                  <c:v>39996</c:v>
                </c:pt>
                <c:pt idx="1279">
                  <c:v>39997</c:v>
                </c:pt>
                <c:pt idx="1280">
                  <c:v>39998</c:v>
                </c:pt>
                <c:pt idx="1281">
                  <c:v>39999</c:v>
                </c:pt>
                <c:pt idx="1282">
                  <c:v>40000</c:v>
                </c:pt>
                <c:pt idx="1283">
                  <c:v>40001</c:v>
                </c:pt>
                <c:pt idx="1284">
                  <c:v>40002</c:v>
                </c:pt>
                <c:pt idx="1285">
                  <c:v>40003</c:v>
                </c:pt>
                <c:pt idx="1286">
                  <c:v>40004</c:v>
                </c:pt>
                <c:pt idx="1287">
                  <c:v>40005</c:v>
                </c:pt>
                <c:pt idx="1288">
                  <c:v>40006</c:v>
                </c:pt>
                <c:pt idx="1289">
                  <c:v>40007</c:v>
                </c:pt>
                <c:pt idx="1290">
                  <c:v>40008</c:v>
                </c:pt>
                <c:pt idx="1291">
                  <c:v>40009</c:v>
                </c:pt>
                <c:pt idx="1292">
                  <c:v>40010</c:v>
                </c:pt>
                <c:pt idx="1293">
                  <c:v>40011</c:v>
                </c:pt>
                <c:pt idx="1294">
                  <c:v>40012</c:v>
                </c:pt>
                <c:pt idx="1295">
                  <c:v>40013</c:v>
                </c:pt>
                <c:pt idx="1296">
                  <c:v>40014</c:v>
                </c:pt>
                <c:pt idx="1297">
                  <c:v>40015</c:v>
                </c:pt>
                <c:pt idx="1298">
                  <c:v>40016</c:v>
                </c:pt>
                <c:pt idx="1299">
                  <c:v>40017</c:v>
                </c:pt>
                <c:pt idx="1300">
                  <c:v>40018</c:v>
                </c:pt>
                <c:pt idx="1301">
                  <c:v>40019</c:v>
                </c:pt>
                <c:pt idx="1302">
                  <c:v>40020</c:v>
                </c:pt>
                <c:pt idx="1303">
                  <c:v>40021</c:v>
                </c:pt>
                <c:pt idx="1304">
                  <c:v>40022</c:v>
                </c:pt>
                <c:pt idx="1305">
                  <c:v>40023</c:v>
                </c:pt>
                <c:pt idx="1306">
                  <c:v>40024</c:v>
                </c:pt>
                <c:pt idx="1307">
                  <c:v>40025</c:v>
                </c:pt>
                <c:pt idx="1308">
                  <c:v>40026</c:v>
                </c:pt>
                <c:pt idx="1309">
                  <c:v>40027</c:v>
                </c:pt>
                <c:pt idx="1310">
                  <c:v>40028</c:v>
                </c:pt>
                <c:pt idx="1311">
                  <c:v>40029</c:v>
                </c:pt>
                <c:pt idx="1312">
                  <c:v>40030</c:v>
                </c:pt>
                <c:pt idx="1313">
                  <c:v>40031</c:v>
                </c:pt>
                <c:pt idx="1314">
                  <c:v>40032</c:v>
                </c:pt>
                <c:pt idx="1315">
                  <c:v>40033</c:v>
                </c:pt>
                <c:pt idx="1316">
                  <c:v>40034</c:v>
                </c:pt>
                <c:pt idx="1317">
                  <c:v>40035</c:v>
                </c:pt>
                <c:pt idx="1318">
                  <c:v>40036</c:v>
                </c:pt>
                <c:pt idx="1319">
                  <c:v>40037</c:v>
                </c:pt>
                <c:pt idx="1320">
                  <c:v>40038</c:v>
                </c:pt>
                <c:pt idx="1321">
                  <c:v>40039</c:v>
                </c:pt>
                <c:pt idx="1322">
                  <c:v>40040</c:v>
                </c:pt>
                <c:pt idx="1323">
                  <c:v>40041</c:v>
                </c:pt>
                <c:pt idx="1324">
                  <c:v>40042</c:v>
                </c:pt>
                <c:pt idx="1325">
                  <c:v>40043</c:v>
                </c:pt>
                <c:pt idx="1326">
                  <c:v>40044</c:v>
                </c:pt>
                <c:pt idx="1327">
                  <c:v>40045</c:v>
                </c:pt>
                <c:pt idx="1328">
                  <c:v>40046</c:v>
                </c:pt>
                <c:pt idx="1329">
                  <c:v>40047</c:v>
                </c:pt>
                <c:pt idx="1330">
                  <c:v>40048</c:v>
                </c:pt>
                <c:pt idx="1331">
                  <c:v>40049</c:v>
                </c:pt>
                <c:pt idx="1332">
                  <c:v>40050</c:v>
                </c:pt>
                <c:pt idx="1333">
                  <c:v>40051</c:v>
                </c:pt>
                <c:pt idx="1334">
                  <c:v>40052</c:v>
                </c:pt>
                <c:pt idx="1335">
                  <c:v>40053</c:v>
                </c:pt>
                <c:pt idx="1336">
                  <c:v>40054</c:v>
                </c:pt>
                <c:pt idx="1337">
                  <c:v>40055</c:v>
                </c:pt>
                <c:pt idx="1338">
                  <c:v>40056</c:v>
                </c:pt>
                <c:pt idx="1339">
                  <c:v>40057</c:v>
                </c:pt>
                <c:pt idx="1340">
                  <c:v>40058</c:v>
                </c:pt>
                <c:pt idx="1341">
                  <c:v>40059</c:v>
                </c:pt>
                <c:pt idx="1342">
                  <c:v>40060</c:v>
                </c:pt>
                <c:pt idx="1343">
                  <c:v>40061</c:v>
                </c:pt>
                <c:pt idx="1344">
                  <c:v>40062</c:v>
                </c:pt>
                <c:pt idx="1345">
                  <c:v>40063</c:v>
                </c:pt>
                <c:pt idx="1346">
                  <c:v>40064</c:v>
                </c:pt>
                <c:pt idx="1347">
                  <c:v>40065</c:v>
                </c:pt>
                <c:pt idx="1348">
                  <c:v>40066</c:v>
                </c:pt>
                <c:pt idx="1349">
                  <c:v>40067</c:v>
                </c:pt>
                <c:pt idx="1350">
                  <c:v>40068</c:v>
                </c:pt>
                <c:pt idx="1351">
                  <c:v>40069</c:v>
                </c:pt>
                <c:pt idx="1352">
                  <c:v>40070</c:v>
                </c:pt>
                <c:pt idx="1353">
                  <c:v>40071</c:v>
                </c:pt>
                <c:pt idx="1354">
                  <c:v>40072</c:v>
                </c:pt>
                <c:pt idx="1355">
                  <c:v>40073</c:v>
                </c:pt>
                <c:pt idx="1356">
                  <c:v>40074</c:v>
                </c:pt>
                <c:pt idx="1357">
                  <c:v>40075</c:v>
                </c:pt>
                <c:pt idx="1358">
                  <c:v>40076</c:v>
                </c:pt>
                <c:pt idx="1359">
                  <c:v>40077</c:v>
                </c:pt>
                <c:pt idx="1360">
                  <c:v>40078</c:v>
                </c:pt>
                <c:pt idx="1361">
                  <c:v>40079</c:v>
                </c:pt>
                <c:pt idx="1362">
                  <c:v>40080</c:v>
                </c:pt>
                <c:pt idx="1363">
                  <c:v>40081</c:v>
                </c:pt>
                <c:pt idx="1364">
                  <c:v>40082</c:v>
                </c:pt>
                <c:pt idx="1365">
                  <c:v>40083</c:v>
                </c:pt>
                <c:pt idx="1366">
                  <c:v>40084</c:v>
                </c:pt>
                <c:pt idx="1367">
                  <c:v>40085</c:v>
                </c:pt>
                <c:pt idx="1368">
                  <c:v>40086</c:v>
                </c:pt>
                <c:pt idx="1369">
                  <c:v>40087</c:v>
                </c:pt>
                <c:pt idx="1370">
                  <c:v>40088</c:v>
                </c:pt>
                <c:pt idx="1371">
                  <c:v>40089</c:v>
                </c:pt>
                <c:pt idx="1372">
                  <c:v>40090</c:v>
                </c:pt>
                <c:pt idx="1373">
                  <c:v>40091</c:v>
                </c:pt>
                <c:pt idx="1374">
                  <c:v>40092</c:v>
                </c:pt>
                <c:pt idx="1375">
                  <c:v>40093</c:v>
                </c:pt>
                <c:pt idx="1376">
                  <c:v>40094</c:v>
                </c:pt>
                <c:pt idx="1377">
                  <c:v>40095</c:v>
                </c:pt>
                <c:pt idx="1378">
                  <c:v>40096</c:v>
                </c:pt>
                <c:pt idx="1379">
                  <c:v>40097</c:v>
                </c:pt>
                <c:pt idx="1380">
                  <c:v>40098</c:v>
                </c:pt>
                <c:pt idx="1381">
                  <c:v>40099</c:v>
                </c:pt>
                <c:pt idx="1382">
                  <c:v>40100</c:v>
                </c:pt>
                <c:pt idx="1383">
                  <c:v>40101</c:v>
                </c:pt>
                <c:pt idx="1384">
                  <c:v>40102</c:v>
                </c:pt>
                <c:pt idx="1385">
                  <c:v>40103</c:v>
                </c:pt>
                <c:pt idx="1386">
                  <c:v>40104</c:v>
                </c:pt>
                <c:pt idx="1387">
                  <c:v>40105</c:v>
                </c:pt>
                <c:pt idx="1388">
                  <c:v>40106</c:v>
                </c:pt>
                <c:pt idx="1389">
                  <c:v>40107</c:v>
                </c:pt>
                <c:pt idx="1390">
                  <c:v>40108</c:v>
                </c:pt>
                <c:pt idx="1391">
                  <c:v>40109</c:v>
                </c:pt>
                <c:pt idx="1392">
                  <c:v>40110</c:v>
                </c:pt>
                <c:pt idx="1393">
                  <c:v>40111</c:v>
                </c:pt>
                <c:pt idx="1394">
                  <c:v>40112</c:v>
                </c:pt>
                <c:pt idx="1395">
                  <c:v>40113</c:v>
                </c:pt>
                <c:pt idx="1396">
                  <c:v>40114</c:v>
                </c:pt>
                <c:pt idx="1397">
                  <c:v>40115</c:v>
                </c:pt>
                <c:pt idx="1398">
                  <c:v>40116</c:v>
                </c:pt>
                <c:pt idx="1399">
                  <c:v>40117</c:v>
                </c:pt>
                <c:pt idx="1400">
                  <c:v>40118</c:v>
                </c:pt>
                <c:pt idx="1401">
                  <c:v>40119</c:v>
                </c:pt>
                <c:pt idx="1402">
                  <c:v>40120</c:v>
                </c:pt>
                <c:pt idx="1403">
                  <c:v>40121</c:v>
                </c:pt>
                <c:pt idx="1404">
                  <c:v>40122</c:v>
                </c:pt>
                <c:pt idx="1405">
                  <c:v>40123</c:v>
                </c:pt>
                <c:pt idx="1406">
                  <c:v>40124</c:v>
                </c:pt>
                <c:pt idx="1407">
                  <c:v>40125</c:v>
                </c:pt>
                <c:pt idx="1408">
                  <c:v>40126</c:v>
                </c:pt>
                <c:pt idx="1409">
                  <c:v>40127</c:v>
                </c:pt>
                <c:pt idx="1410">
                  <c:v>40128</c:v>
                </c:pt>
                <c:pt idx="1411">
                  <c:v>40129</c:v>
                </c:pt>
                <c:pt idx="1412">
                  <c:v>40130</c:v>
                </c:pt>
                <c:pt idx="1413">
                  <c:v>40131</c:v>
                </c:pt>
                <c:pt idx="1414">
                  <c:v>40132</c:v>
                </c:pt>
                <c:pt idx="1415">
                  <c:v>40133</c:v>
                </c:pt>
                <c:pt idx="1416">
                  <c:v>40134</c:v>
                </c:pt>
                <c:pt idx="1417">
                  <c:v>40135</c:v>
                </c:pt>
                <c:pt idx="1418">
                  <c:v>40136</c:v>
                </c:pt>
                <c:pt idx="1419">
                  <c:v>40137</c:v>
                </c:pt>
                <c:pt idx="1420">
                  <c:v>40138</c:v>
                </c:pt>
                <c:pt idx="1421">
                  <c:v>40139</c:v>
                </c:pt>
                <c:pt idx="1422">
                  <c:v>40140</c:v>
                </c:pt>
                <c:pt idx="1423">
                  <c:v>40141</c:v>
                </c:pt>
                <c:pt idx="1424">
                  <c:v>40142</c:v>
                </c:pt>
                <c:pt idx="1425">
                  <c:v>40143</c:v>
                </c:pt>
                <c:pt idx="1426">
                  <c:v>40144</c:v>
                </c:pt>
                <c:pt idx="1427">
                  <c:v>40145</c:v>
                </c:pt>
                <c:pt idx="1428">
                  <c:v>40146</c:v>
                </c:pt>
                <c:pt idx="1429">
                  <c:v>40147</c:v>
                </c:pt>
                <c:pt idx="1430">
                  <c:v>40148</c:v>
                </c:pt>
                <c:pt idx="1431">
                  <c:v>40149</c:v>
                </c:pt>
                <c:pt idx="1432">
                  <c:v>40150</c:v>
                </c:pt>
                <c:pt idx="1433">
                  <c:v>40151</c:v>
                </c:pt>
                <c:pt idx="1434">
                  <c:v>40152</c:v>
                </c:pt>
                <c:pt idx="1435">
                  <c:v>40153</c:v>
                </c:pt>
                <c:pt idx="1436">
                  <c:v>40154</c:v>
                </c:pt>
                <c:pt idx="1437">
                  <c:v>40155</c:v>
                </c:pt>
                <c:pt idx="1438">
                  <c:v>40156</c:v>
                </c:pt>
                <c:pt idx="1439">
                  <c:v>40157</c:v>
                </c:pt>
                <c:pt idx="1440">
                  <c:v>40158</c:v>
                </c:pt>
                <c:pt idx="1441">
                  <c:v>40159</c:v>
                </c:pt>
                <c:pt idx="1442">
                  <c:v>40160</c:v>
                </c:pt>
                <c:pt idx="1443">
                  <c:v>40161</c:v>
                </c:pt>
                <c:pt idx="1444">
                  <c:v>40162</c:v>
                </c:pt>
                <c:pt idx="1445">
                  <c:v>40163</c:v>
                </c:pt>
                <c:pt idx="1446">
                  <c:v>40164</c:v>
                </c:pt>
                <c:pt idx="1447">
                  <c:v>40165</c:v>
                </c:pt>
                <c:pt idx="1448">
                  <c:v>40166</c:v>
                </c:pt>
                <c:pt idx="1449">
                  <c:v>40167</c:v>
                </c:pt>
                <c:pt idx="1450">
                  <c:v>40168</c:v>
                </c:pt>
                <c:pt idx="1451">
                  <c:v>40169</c:v>
                </c:pt>
                <c:pt idx="1452">
                  <c:v>40170</c:v>
                </c:pt>
                <c:pt idx="1453">
                  <c:v>40171</c:v>
                </c:pt>
                <c:pt idx="1454">
                  <c:v>40172</c:v>
                </c:pt>
                <c:pt idx="1455">
                  <c:v>40173</c:v>
                </c:pt>
                <c:pt idx="1456">
                  <c:v>40174</c:v>
                </c:pt>
                <c:pt idx="1457">
                  <c:v>40175</c:v>
                </c:pt>
                <c:pt idx="1458">
                  <c:v>40176</c:v>
                </c:pt>
                <c:pt idx="1459">
                  <c:v>40177</c:v>
                </c:pt>
                <c:pt idx="1460">
                  <c:v>40178</c:v>
                </c:pt>
                <c:pt idx="1461">
                  <c:v>40179</c:v>
                </c:pt>
                <c:pt idx="1462">
                  <c:v>40180</c:v>
                </c:pt>
                <c:pt idx="1463">
                  <c:v>40181</c:v>
                </c:pt>
                <c:pt idx="1464">
                  <c:v>40182</c:v>
                </c:pt>
                <c:pt idx="1465">
                  <c:v>40183</c:v>
                </c:pt>
                <c:pt idx="1466">
                  <c:v>40184</c:v>
                </c:pt>
                <c:pt idx="1467">
                  <c:v>40185</c:v>
                </c:pt>
                <c:pt idx="1468">
                  <c:v>40186</c:v>
                </c:pt>
                <c:pt idx="1469">
                  <c:v>40187</c:v>
                </c:pt>
                <c:pt idx="1470">
                  <c:v>40188</c:v>
                </c:pt>
                <c:pt idx="1471">
                  <c:v>40189</c:v>
                </c:pt>
                <c:pt idx="1472">
                  <c:v>40190</c:v>
                </c:pt>
                <c:pt idx="1473">
                  <c:v>40191</c:v>
                </c:pt>
                <c:pt idx="1474">
                  <c:v>40192</c:v>
                </c:pt>
                <c:pt idx="1475">
                  <c:v>40193</c:v>
                </c:pt>
                <c:pt idx="1476">
                  <c:v>40194</c:v>
                </c:pt>
                <c:pt idx="1477">
                  <c:v>40195</c:v>
                </c:pt>
                <c:pt idx="1478">
                  <c:v>40196</c:v>
                </c:pt>
                <c:pt idx="1479">
                  <c:v>40197</c:v>
                </c:pt>
                <c:pt idx="1480">
                  <c:v>40198</c:v>
                </c:pt>
                <c:pt idx="1481">
                  <c:v>40199</c:v>
                </c:pt>
                <c:pt idx="1482">
                  <c:v>40200</c:v>
                </c:pt>
                <c:pt idx="1483">
                  <c:v>40201</c:v>
                </c:pt>
                <c:pt idx="1484">
                  <c:v>40202</c:v>
                </c:pt>
                <c:pt idx="1485">
                  <c:v>40203</c:v>
                </c:pt>
                <c:pt idx="1486">
                  <c:v>40204</c:v>
                </c:pt>
                <c:pt idx="1487">
                  <c:v>40205</c:v>
                </c:pt>
                <c:pt idx="1488">
                  <c:v>40206</c:v>
                </c:pt>
                <c:pt idx="1489">
                  <c:v>40207</c:v>
                </c:pt>
                <c:pt idx="1490">
                  <c:v>40208</c:v>
                </c:pt>
                <c:pt idx="1491">
                  <c:v>40209</c:v>
                </c:pt>
                <c:pt idx="1492">
                  <c:v>40210</c:v>
                </c:pt>
                <c:pt idx="1493">
                  <c:v>40211</c:v>
                </c:pt>
                <c:pt idx="1494">
                  <c:v>40212</c:v>
                </c:pt>
                <c:pt idx="1495">
                  <c:v>40213</c:v>
                </c:pt>
                <c:pt idx="1496">
                  <c:v>40214</c:v>
                </c:pt>
                <c:pt idx="1497">
                  <c:v>40215</c:v>
                </c:pt>
                <c:pt idx="1498">
                  <c:v>40216</c:v>
                </c:pt>
                <c:pt idx="1499">
                  <c:v>40217</c:v>
                </c:pt>
                <c:pt idx="1500">
                  <c:v>40218</c:v>
                </c:pt>
                <c:pt idx="1501">
                  <c:v>40219</c:v>
                </c:pt>
                <c:pt idx="1502">
                  <c:v>40220</c:v>
                </c:pt>
                <c:pt idx="1503">
                  <c:v>40221</c:v>
                </c:pt>
                <c:pt idx="1504">
                  <c:v>40222</c:v>
                </c:pt>
                <c:pt idx="1505">
                  <c:v>40223</c:v>
                </c:pt>
                <c:pt idx="1506">
                  <c:v>40224</c:v>
                </c:pt>
                <c:pt idx="1507">
                  <c:v>40225</c:v>
                </c:pt>
                <c:pt idx="1508">
                  <c:v>40226</c:v>
                </c:pt>
                <c:pt idx="1509">
                  <c:v>40227</c:v>
                </c:pt>
                <c:pt idx="1510">
                  <c:v>40228</c:v>
                </c:pt>
                <c:pt idx="1511">
                  <c:v>40229</c:v>
                </c:pt>
                <c:pt idx="1512">
                  <c:v>40230</c:v>
                </c:pt>
                <c:pt idx="1513">
                  <c:v>40231</c:v>
                </c:pt>
                <c:pt idx="1514">
                  <c:v>40232</c:v>
                </c:pt>
                <c:pt idx="1515">
                  <c:v>40233</c:v>
                </c:pt>
                <c:pt idx="1516">
                  <c:v>40234</c:v>
                </c:pt>
                <c:pt idx="1517">
                  <c:v>40235</c:v>
                </c:pt>
                <c:pt idx="1518">
                  <c:v>40236</c:v>
                </c:pt>
                <c:pt idx="1519">
                  <c:v>40237</c:v>
                </c:pt>
                <c:pt idx="1520">
                  <c:v>40238</c:v>
                </c:pt>
                <c:pt idx="1521">
                  <c:v>40239</c:v>
                </c:pt>
                <c:pt idx="1522">
                  <c:v>40240</c:v>
                </c:pt>
                <c:pt idx="1523">
                  <c:v>40241</c:v>
                </c:pt>
                <c:pt idx="1524">
                  <c:v>40242</c:v>
                </c:pt>
                <c:pt idx="1525">
                  <c:v>40243</c:v>
                </c:pt>
                <c:pt idx="1526">
                  <c:v>40244</c:v>
                </c:pt>
                <c:pt idx="1527">
                  <c:v>40245</c:v>
                </c:pt>
                <c:pt idx="1528">
                  <c:v>40246</c:v>
                </c:pt>
                <c:pt idx="1529">
                  <c:v>40247</c:v>
                </c:pt>
                <c:pt idx="1530">
                  <c:v>40248</c:v>
                </c:pt>
                <c:pt idx="1531">
                  <c:v>40249</c:v>
                </c:pt>
                <c:pt idx="1532">
                  <c:v>40250</c:v>
                </c:pt>
                <c:pt idx="1533">
                  <c:v>40251</c:v>
                </c:pt>
                <c:pt idx="1534">
                  <c:v>40252</c:v>
                </c:pt>
                <c:pt idx="1535">
                  <c:v>40253</c:v>
                </c:pt>
                <c:pt idx="1536">
                  <c:v>40254</c:v>
                </c:pt>
                <c:pt idx="1537">
                  <c:v>40255</c:v>
                </c:pt>
                <c:pt idx="1538">
                  <c:v>40256</c:v>
                </c:pt>
                <c:pt idx="1539">
                  <c:v>40257</c:v>
                </c:pt>
                <c:pt idx="1540">
                  <c:v>40258</c:v>
                </c:pt>
                <c:pt idx="1541">
                  <c:v>40259</c:v>
                </c:pt>
                <c:pt idx="1542">
                  <c:v>40260</c:v>
                </c:pt>
                <c:pt idx="1543">
                  <c:v>40261</c:v>
                </c:pt>
                <c:pt idx="1544">
                  <c:v>40262</c:v>
                </c:pt>
                <c:pt idx="1545">
                  <c:v>40263</c:v>
                </c:pt>
                <c:pt idx="1546">
                  <c:v>40264</c:v>
                </c:pt>
                <c:pt idx="1547">
                  <c:v>40265</c:v>
                </c:pt>
                <c:pt idx="1548">
                  <c:v>40266</c:v>
                </c:pt>
                <c:pt idx="1549">
                  <c:v>40267</c:v>
                </c:pt>
                <c:pt idx="1550">
                  <c:v>40268</c:v>
                </c:pt>
                <c:pt idx="1551">
                  <c:v>40269</c:v>
                </c:pt>
                <c:pt idx="1552">
                  <c:v>40270</c:v>
                </c:pt>
                <c:pt idx="1553">
                  <c:v>40271</c:v>
                </c:pt>
                <c:pt idx="1554">
                  <c:v>40272</c:v>
                </c:pt>
                <c:pt idx="1555">
                  <c:v>40273</c:v>
                </c:pt>
                <c:pt idx="1556">
                  <c:v>40274</c:v>
                </c:pt>
                <c:pt idx="1557">
                  <c:v>40275</c:v>
                </c:pt>
                <c:pt idx="1558">
                  <c:v>40276</c:v>
                </c:pt>
                <c:pt idx="1559">
                  <c:v>40277</c:v>
                </c:pt>
                <c:pt idx="1560">
                  <c:v>40278</c:v>
                </c:pt>
                <c:pt idx="1561">
                  <c:v>40279</c:v>
                </c:pt>
                <c:pt idx="1562">
                  <c:v>40280</c:v>
                </c:pt>
                <c:pt idx="1563">
                  <c:v>40281</c:v>
                </c:pt>
                <c:pt idx="1564">
                  <c:v>40282</c:v>
                </c:pt>
                <c:pt idx="1565">
                  <c:v>40283</c:v>
                </c:pt>
                <c:pt idx="1566">
                  <c:v>40284</c:v>
                </c:pt>
                <c:pt idx="1567">
                  <c:v>40285</c:v>
                </c:pt>
                <c:pt idx="1568">
                  <c:v>40286</c:v>
                </c:pt>
                <c:pt idx="1569">
                  <c:v>40287</c:v>
                </c:pt>
                <c:pt idx="1570">
                  <c:v>40288</c:v>
                </c:pt>
                <c:pt idx="1571">
                  <c:v>40289</c:v>
                </c:pt>
                <c:pt idx="1572">
                  <c:v>40290</c:v>
                </c:pt>
                <c:pt idx="1573">
                  <c:v>40291</c:v>
                </c:pt>
                <c:pt idx="1574">
                  <c:v>40292</c:v>
                </c:pt>
                <c:pt idx="1575">
                  <c:v>40293</c:v>
                </c:pt>
                <c:pt idx="1576">
                  <c:v>40294</c:v>
                </c:pt>
                <c:pt idx="1577">
                  <c:v>40295</c:v>
                </c:pt>
                <c:pt idx="1578">
                  <c:v>40296</c:v>
                </c:pt>
                <c:pt idx="1579">
                  <c:v>40297</c:v>
                </c:pt>
                <c:pt idx="1580">
                  <c:v>40298</c:v>
                </c:pt>
                <c:pt idx="1581">
                  <c:v>40299</c:v>
                </c:pt>
                <c:pt idx="1582">
                  <c:v>40300</c:v>
                </c:pt>
                <c:pt idx="1583">
                  <c:v>40301</c:v>
                </c:pt>
                <c:pt idx="1584">
                  <c:v>40302</c:v>
                </c:pt>
                <c:pt idx="1585">
                  <c:v>40303</c:v>
                </c:pt>
                <c:pt idx="1586">
                  <c:v>40304</c:v>
                </c:pt>
                <c:pt idx="1587">
                  <c:v>40305</c:v>
                </c:pt>
                <c:pt idx="1588">
                  <c:v>40306</c:v>
                </c:pt>
                <c:pt idx="1589">
                  <c:v>40307</c:v>
                </c:pt>
                <c:pt idx="1590">
                  <c:v>40308</c:v>
                </c:pt>
                <c:pt idx="1591">
                  <c:v>40309</c:v>
                </c:pt>
                <c:pt idx="1592">
                  <c:v>40310</c:v>
                </c:pt>
                <c:pt idx="1593">
                  <c:v>40311</c:v>
                </c:pt>
                <c:pt idx="1594">
                  <c:v>40312</c:v>
                </c:pt>
                <c:pt idx="1595">
                  <c:v>40313</c:v>
                </c:pt>
                <c:pt idx="1596">
                  <c:v>40314</c:v>
                </c:pt>
                <c:pt idx="1597">
                  <c:v>40315</c:v>
                </c:pt>
                <c:pt idx="1598">
                  <c:v>40316</c:v>
                </c:pt>
                <c:pt idx="1599">
                  <c:v>40317</c:v>
                </c:pt>
                <c:pt idx="1600">
                  <c:v>40318</c:v>
                </c:pt>
                <c:pt idx="1601">
                  <c:v>40319</c:v>
                </c:pt>
                <c:pt idx="1602">
                  <c:v>40320</c:v>
                </c:pt>
                <c:pt idx="1603">
                  <c:v>40321</c:v>
                </c:pt>
                <c:pt idx="1604">
                  <c:v>40322</c:v>
                </c:pt>
                <c:pt idx="1605">
                  <c:v>40323</c:v>
                </c:pt>
                <c:pt idx="1606">
                  <c:v>40324</c:v>
                </c:pt>
                <c:pt idx="1607">
                  <c:v>40325</c:v>
                </c:pt>
                <c:pt idx="1608">
                  <c:v>40326</c:v>
                </c:pt>
                <c:pt idx="1609">
                  <c:v>40327</c:v>
                </c:pt>
                <c:pt idx="1610">
                  <c:v>40328</c:v>
                </c:pt>
                <c:pt idx="1611">
                  <c:v>40329</c:v>
                </c:pt>
                <c:pt idx="1612">
                  <c:v>40330</c:v>
                </c:pt>
                <c:pt idx="1613">
                  <c:v>40331</c:v>
                </c:pt>
                <c:pt idx="1614">
                  <c:v>40332</c:v>
                </c:pt>
                <c:pt idx="1615">
                  <c:v>40333</c:v>
                </c:pt>
                <c:pt idx="1616">
                  <c:v>40334</c:v>
                </c:pt>
                <c:pt idx="1617">
                  <c:v>40335</c:v>
                </c:pt>
                <c:pt idx="1618">
                  <c:v>40336</c:v>
                </c:pt>
                <c:pt idx="1619">
                  <c:v>40337</c:v>
                </c:pt>
                <c:pt idx="1620">
                  <c:v>40338</c:v>
                </c:pt>
                <c:pt idx="1621">
                  <c:v>40339</c:v>
                </c:pt>
                <c:pt idx="1622">
                  <c:v>40340</c:v>
                </c:pt>
                <c:pt idx="1623">
                  <c:v>40341</c:v>
                </c:pt>
                <c:pt idx="1624">
                  <c:v>40342</c:v>
                </c:pt>
                <c:pt idx="1625">
                  <c:v>40343</c:v>
                </c:pt>
                <c:pt idx="1626">
                  <c:v>40344</c:v>
                </c:pt>
                <c:pt idx="1627">
                  <c:v>40345</c:v>
                </c:pt>
                <c:pt idx="1628">
                  <c:v>40346</c:v>
                </c:pt>
                <c:pt idx="1629">
                  <c:v>40347</c:v>
                </c:pt>
                <c:pt idx="1630">
                  <c:v>40348</c:v>
                </c:pt>
                <c:pt idx="1631">
                  <c:v>40349</c:v>
                </c:pt>
                <c:pt idx="1632">
                  <c:v>40350</c:v>
                </c:pt>
                <c:pt idx="1633">
                  <c:v>40351</c:v>
                </c:pt>
                <c:pt idx="1634">
                  <c:v>40352</c:v>
                </c:pt>
                <c:pt idx="1635">
                  <c:v>40353</c:v>
                </c:pt>
                <c:pt idx="1636">
                  <c:v>40354</c:v>
                </c:pt>
                <c:pt idx="1637">
                  <c:v>40355</c:v>
                </c:pt>
                <c:pt idx="1638">
                  <c:v>40356</c:v>
                </c:pt>
                <c:pt idx="1639">
                  <c:v>40357</c:v>
                </c:pt>
                <c:pt idx="1640">
                  <c:v>40358</c:v>
                </c:pt>
                <c:pt idx="1641">
                  <c:v>40359</c:v>
                </c:pt>
                <c:pt idx="1642">
                  <c:v>40360</c:v>
                </c:pt>
                <c:pt idx="1643">
                  <c:v>40361</c:v>
                </c:pt>
                <c:pt idx="1644">
                  <c:v>40362</c:v>
                </c:pt>
                <c:pt idx="1645">
                  <c:v>40363</c:v>
                </c:pt>
                <c:pt idx="1646">
                  <c:v>40364</c:v>
                </c:pt>
                <c:pt idx="1647">
                  <c:v>40365</c:v>
                </c:pt>
                <c:pt idx="1648">
                  <c:v>40366</c:v>
                </c:pt>
                <c:pt idx="1649">
                  <c:v>40367</c:v>
                </c:pt>
                <c:pt idx="1650">
                  <c:v>40368</c:v>
                </c:pt>
                <c:pt idx="1651">
                  <c:v>40369</c:v>
                </c:pt>
                <c:pt idx="1652">
                  <c:v>40370</c:v>
                </c:pt>
                <c:pt idx="1653">
                  <c:v>40371</c:v>
                </c:pt>
                <c:pt idx="1654">
                  <c:v>40372</c:v>
                </c:pt>
                <c:pt idx="1655">
                  <c:v>40373</c:v>
                </c:pt>
                <c:pt idx="1656">
                  <c:v>40374</c:v>
                </c:pt>
                <c:pt idx="1657">
                  <c:v>40375</c:v>
                </c:pt>
                <c:pt idx="1658">
                  <c:v>40376</c:v>
                </c:pt>
                <c:pt idx="1659">
                  <c:v>40377</c:v>
                </c:pt>
                <c:pt idx="1660">
                  <c:v>40378</c:v>
                </c:pt>
                <c:pt idx="1661">
                  <c:v>40379</c:v>
                </c:pt>
                <c:pt idx="1662">
                  <c:v>40380</c:v>
                </c:pt>
                <c:pt idx="1663">
                  <c:v>40381</c:v>
                </c:pt>
                <c:pt idx="1664">
                  <c:v>40382</c:v>
                </c:pt>
                <c:pt idx="1665">
                  <c:v>40383</c:v>
                </c:pt>
                <c:pt idx="1666">
                  <c:v>40384</c:v>
                </c:pt>
                <c:pt idx="1667">
                  <c:v>40385</c:v>
                </c:pt>
                <c:pt idx="1668">
                  <c:v>40386</c:v>
                </c:pt>
                <c:pt idx="1669">
                  <c:v>40387</c:v>
                </c:pt>
                <c:pt idx="1670">
                  <c:v>40388</c:v>
                </c:pt>
                <c:pt idx="1671">
                  <c:v>40389</c:v>
                </c:pt>
                <c:pt idx="1672">
                  <c:v>40390</c:v>
                </c:pt>
                <c:pt idx="1673">
                  <c:v>40391</c:v>
                </c:pt>
                <c:pt idx="1674">
                  <c:v>40392</c:v>
                </c:pt>
                <c:pt idx="1675">
                  <c:v>40393</c:v>
                </c:pt>
                <c:pt idx="1676">
                  <c:v>40394</c:v>
                </c:pt>
                <c:pt idx="1677">
                  <c:v>40395</c:v>
                </c:pt>
                <c:pt idx="1678">
                  <c:v>40396</c:v>
                </c:pt>
                <c:pt idx="1679">
                  <c:v>40397</c:v>
                </c:pt>
                <c:pt idx="1680">
                  <c:v>40398</c:v>
                </c:pt>
                <c:pt idx="1681">
                  <c:v>40399</c:v>
                </c:pt>
                <c:pt idx="1682">
                  <c:v>40400</c:v>
                </c:pt>
                <c:pt idx="1683">
                  <c:v>40401</c:v>
                </c:pt>
                <c:pt idx="1684">
                  <c:v>40402</c:v>
                </c:pt>
                <c:pt idx="1685">
                  <c:v>40403</c:v>
                </c:pt>
                <c:pt idx="1686">
                  <c:v>40404</c:v>
                </c:pt>
                <c:pt idx="1687">
                  <c:v>40405</c:v>
                </c:pt>
                <c:pt idx="1688">
                  <c:v>40406</c:v>
                </c:pt>
                <c:pt idx="1689">
                  <c:v>40407</c:v>
                </c:pt>
                <c:pt idx="1690">
                  <c:v>40408</c:v>
                </c:pt>
                <c:pt idx="1691">
                  <c:v>40409</c:v>
                </c:pt>
                <c:pt idx="1692">
                  <c:v>40410</c:v>
                </c:pt>
                <c:pt idx="1693">
                  <c:v>40411</c:v>
                </c:pt>
                <c:pt idx="1694">
                  <c:v>40412</c:v>
                </c:pt>
                <c:pt idx="1695">
                  <c:v>40413</c:v>
                </c:pt>
                <c:pt idx="1696">
                  <c:v>40414</c:v>
                </c:pt>
                <c:pt idx="1697">
                  <c:v>40415</c:v>
                </c:pt>
                <c:pt idx="1698">
                  <c:v>40416</c:v>
                </c:pt>
                <c:pt idx="1699">
                  <c:v>40417</c:v>
                </c:pt>
                <c:pt idx="1700">
                  <c:v>40418</c:v>
                </c:pt>
                <c:pt idx="1701">
                  <c:v>40419</c:v>
                </c:pt>
                <c:pt idx="1702">
                  <c:v>40420</c:v>
                </c:pt>
                <c:pt idx="1703">
                  <c:v>40421</c:v>
                </c:pt>
                <c:pt idx="1704">
                  <c:v>40422</c:v>
                </c:pt>
                <c:pt idx="1705">
                  <c:v>40423</c:v>
                </c:pt>
                <c:pt idx="1706">
                  <c:v>40424</c:v>
                </c:pt>
                <c:pt idx="1707">
                  <c:v>40425</c:v>
                </c:pt>
                <c:pt idx="1708">
                  <c:v>40426</c:v>
                </c:pt>
                <c:pt idx="1709">
                  <c:v>40427</c:v>
                </c:pt>
                <c:pt idx="1710">
                  <c:v>40428</c:v>
                </c:pt>
                <c:pt idx="1711">
                  <c:v>40429</c:v>
                </c:pt>
                <c:pt idx="1712">
                  <c:v>40430</c:v>
                </c:pt>
                <c:pt idx="1713">
                  <c:v>40431</c:v>
                </c:pt>
                <c:pt idx="1714">
                  <c:v>40432</c:v>
                </c:pt>
                <c:pt idx="1715">
                  <c:v>40433</c:v>
                </c:pt>
                <c:pt idx="1716">
                  <c:v>40434</c:v>
                </c:pt>
                <c:pt idx="1717">
                  <c:v>40435</c:v>
                </c:pt>
                <c:pt idx="1718">
                  <c:v>40436</c:v>
                </c:pt>
                <c:pt idx="1719">
                  <c:v>40437</c:v>
                </c:pt>
                <c:pt idx="1720">
                  <c:v>40438</c:v>
                </c:pt>
                <c:pt idx="1721">
                  <c:v>40439</c:v>
                </c:pt>
                <c:pt idx="1722">
                  <c:v>40440</c:v>
                </c:pt>
                <c:pt idx="1723">
                  <c:v>40441</c:v>
                </c:pt>
                <c:pt idx="1724">
                  <c:v>40442</c:v>
                </c:pt>
                <c:pt idx="1725">
                  <c:v>40443</c:v>
                </c:pt>
                <c:pt idx="1726">
                  <c:v>40444</c:v>
                </c:pt>
                <c:pt idx="1727">
                  <c:v>40445</c:v>
                </c:pt>
                <c:pt idx="1728">
                  <c:v>40446</c:v>
                </c:pt>
                <c:pt idx="1729">
                  <c:v>40447</c:v>
                </c:pt>
                <c:pt idx="1730">
                  <c:v>40448</c:v>
                </c:pt>
                <c:pt idx="1731">
                  <c:v>40449</c:v>
                </c:pt>
                <c:pt idx="1732">
                  <c:v>40450</c:v>
                </c:pt>
                <c:pt idx="1733">
                  <c:v>40451</c:v>
                </c:pt>
                <c:pt idx="1734">
                  <c:v>40452</c:v>
                </c:pt>
                <c:pt idx="1735">
                  <c:v>40453</c:v>
                </c:pt>
                <c:pt idx="1736">
                  <c:v>40454</c:v>
                </c:pt>
                <c:pt idx="1737">
                  <c:v>40455</c:v>
                </c:pt>
                <c:pt idx="1738">
                  <c:v>40456</c:v>
                </c:pt>
                <c:pt idx="1739">
                  <c:v>40457</c:v>
                </c:pt>
                <c:pt idx="1740">
                  <c:v>40458</c:v>
                </c:pt>
                <c:pt idx="1741">
                  <c:v>40459</c:v>
                </c:pt>
                <c:pt idx="1742">
                  <c:v>40460</c:v>
                </c:pt>
                <c:pt idx="1743">
                  <c:v>40461</c:v>
                </c:pt>
                <c:pt idx="1744">
                  <c:v>40462</c:v>
                </c:pt>
                <c:pt idx="1745">
                  <c:v>40463</c:v>
                </c:pt>
                <c:pt idx="1746">
                  <c:v>40464</c:v>
                </c:pt>
                <c:pt idx="1747">
                  <c:v>40465</c:v>
                </c:pt>
                <c:pt idx="1748">
                  <c:v>40466</c:v>
                </c:pt>
                <c:pt idx="1749">
                  <c:v>40467</c:v>
                </c:pt>
                <c:pt idx="1750">
                  <c:v>40468</c:v>
                </c:pt>
                <c:pt idx="1751">
                  <c:v>40469</c:v>
                </c:pt>
                <c:pt idx="1752">
                  <c:v>40470</c:v>
                </c:pt>
                <c:pt idx="1753">
                  <c:v>40471</c:v>
                </c:pt>
                <c:pt idx="1754">
                  <c:v>40472</c:v>
                </c:pt>
                <c:pt idx="1755">
                  <c:v>40473</c:v>
                </c:pt>
                <c:pt idx="1756">
                  <c:v>40474</c:v>
                </c:pt>
                <c:pt idx="1757">
                  <c:v>40475</c:v>
                </c:pt>
                <c:pt idx="1758">
                  <c:v>40476</c:v>
                </c:pt>
                <c:pt idx="1759">
                  <c:v>40477</c:v>
                </c:pt>
                <c:pt idx="1760">
                  <c:v>40478</c:v>
                </c:pt>
                <c:pt idx="1761">
                  <c:v>40479</c:v>
                </c:pt>
                <c:pt idx="1762">
                  <c:v>40480</c:v>
                </c:pt>
                <c:pt idx="1763">
                  <c:v>40481</c:v>
                </c:pt>
                <c:pt idx="1764">
                  <c:v>40482</c:v>
                </c:pt>
                <c:pt idx="1765">
                  <c:v>40483</c:v>
                </c:pt>
                <c:pt idx="1766">
                  <c:v>40484</c:v>
                </c:pt>
                <c:pt idx="1767">
                  <c:v>40485</c:v>
                </c:pt>
                <c:pt idx="1768">
                  <c:v>40486</c:v>
                </c:pt>
                <c:pt idx="1769">
                  <c:v>40487</c:v>
                </c:pt>
                <c:pt idx="1770">
                  <c:v>40488</c:v>
                </c:pt>
                <c:pt idx="1771">
                  <c:v>40489</c:v>
                </c:pt>
                <c:pt idx="1772">
                  <c:v>40490</c:v>
                </c:pt>
                <c:pt idx="1773">
                  <c:v>40491</c:v>
                </c:pt>
                <c:pt idx="1774">
                  <c:v>40492</c:v>
                </c:pt>
                <c:pt idx="1775">
                  <c:v>40493</c:v>
                </c:pt>
                <c:pt idx="1776">
                  <c:v>40494</c:v>
                </c:pt>
                <c:pt idx="1777">
                  <c:v>40495</c:v>
                </c:pt>
                <c:pt idx="1778">
                  <c:v>40496</c:v>
                </c:pt>
                <c:pt idx="1779">
                  <c:v>40497</c:v>
                </c:pt>
                <c:pt idx="1780">
                  <c:v>40498</c:v>
                </c:pt>
                <c:pt idx="1781">
                  <c:v>40499</c:v>
                </c:pt>
                <c:pt idx="1782">
                  <c:v>40500</c:v>
                </c:pt>
                <c:pt idx="1783">
                  <c:v>40501</c:v>
                </c:pt>
                <c:pt idx="1784">
                  <c:v>40502</c:v>
                </c:pt>
                <c:pt idx="1785">
                  <c:v>40503</c:v>
                </c:pt>
                <c:pt idx="1786">
                  <c:v>40504</c:v>
                </c:pt>
                <c:pt idx="1787">
                  <c:v>40505</c:v>
                </c:pt>
                <c:pt idx="1788">
                  <c:v>40506</c:v>
                </c:pt>
                <c:pt idx="1789">
                  <c:v>40507</c:v>
                </c:pt>
                <c:pt idx="1790">
                  <c:v>40508</c:v>
                </c:pt>
                <c:pt idx="1791">
                  <c:v>40509</c:v>
                </c:pt>
                <c:pt idx="1792">
                  <c:v>40510</c:v>
                </c:pt>
                <c:pt idx="1793">
                  <c:v>40511</c:v>
                </c:pt>
                <c:pt idx="1794">
                  <c:v>40512</c:v>
                </c:pt>
                <c:pt idx="1795">
                  <c:v>40513</c:v>
                </c:pt>
                <c:pt idx="1796">
                  <c:v>40514</c:v>
                </c:pt>
                <c:pt idx="1797">
                  <c:v>40515</c:v>
                </c:pt>
                <c:pt idx="1798">
                  <c:v>40516</c:v>
                </c:pt>
                <c:pt idx="1799">
                  <c:v>40517</c:v>
                </c:pt>
                <c:pt idx="1800">
                  <c:v>40518</c:v>
                </c:pt>
                <c:pt idx="1801">
                  <c:v>40519</c:v>
                </c:pt>
                <c:pt idx="1802">
                  <c:v>40520</c:v>
                </c:pt>
                <c:pt idx="1803">
                  <c:v>40521</c:v>
                </c:pt>
                <c:pt idx="1804">
                  <c:v>40522</c:v>
                </c:pt>
                <c:pt idx="1805">
                  <c:v>40523</c:v>
                </c:pt>
                <c:pt idx="1806">
                  <c:v>40524</c:v>
                </c:pt>
                <c:pt idx="1807">
                  <c:v>40525</c:v>
                </c:pt>
                <c:pt idx="1808">
                  <c:v>40526</c:v>
                </c:pt>
                <c:pt idx="1809">
                  <c:v>40527</c:v>
                </c:pt>
                <c:pt idx="1810">
                  <c:v>40528</c:v>
                </c:pt>
                <c:pt idx="1811">
                  <c:v>40529</c:v>
                </c:pt>
                <c:pt idx="1812">
                  <c:v>40530</c:v>
                </c:pt>
                <c:pt idx="1813">
                  <c:v>40531</c:v>
                </c:pt>
                <c:pt idx="1814">
                  <c:v>40532</c:v>
                </c:pt>
                <c:pt idx="1815">
                  <c:v>40533</c:v>
                </c:pt>
                <c:pt idx="1816">
                  <c:v>40534</c:v>
                </c:pt>
                <c:pt idx="1817">
                  <c:v>40535</c:v>
                </c:pt>
                <c:pt idx="1818">
                  <c:v>40536</c:v>
                </c:pt>
                <c:pt idx="1819">
                  <c:v>40537</c:v>
                </c:pt>
                <c:pt idx="1820">
                  <c:v>40538</c:v>
                </c:pt>
                <c:pt idx="1821">
                  <c:v>40539</c:v>
                </c:pt>
                <c:pt idx="1822">
                  <c:v>40540</c:v>
                </c:pt>
                <c:pt idx="1823">
                  <c:v>40541</c:v>
                </c:pt>
                <c:pt idx="1824">
                  <c:v>40542</c:v>
                </c:pt>
                <c:pt idx="1825">
                  <c:v>40543</c:v>
                </c:pt>
                <c:pt idx="1826">
                  <c:v>40544</c:v>
                </c:pt>
                <c:pt idx="1827">
                  <c:v>40545</c:v>
                </c:pt>
                <c:pt idx="1828">
                  <c:v>40546</c:v>
                </c:pt>
                <c:pt idx="1829">
                  <c:v>40547</c:v>
                </c:pt>
                <c:pt idx="1830">
                  <c:v>40548</c:v>
                </c:pt>
                <c:pt idx="1831">
                  <c:v>40549</c:v>
                </c:pt>
                <c:pt idx="1832">
                  <c:v>40550</c:v>
                </c:pt>
                <c:pt idx="1833">
                  <c:v>40551</c:v>
                </c:pt>
                <c:pt idx="1834">
                  <c:v>40552</c:v>
                </c:pt>
                <c:pt idx="1835">
                  <c:v>40553</c:v>
                </c:pt>
                <c:pt idx="1836">
                  <c:v>40554</c:v>
                </c:pt>
                <c:pt idx="1837">
                  <c:v>40555</c:v>
                </c:pt>
                <c:pt idx="1838">
                  <c:v>40556</c:v>
                </c:pt>
                <c:pt idx="1839">
                  <c:v>40557</c:v>
                </c:pt>
                <c:pt idx="1840">
                  <c:v>40558</c:v>
                </c:pt>
                <c:pt idx="1841">
                  <c:v>40559</c:v>
                </c:pt>
                <c:pt idx="1842">
                  <c:v>40560</c:v>
                </c:pt>
                <c:pt idx="1843">
                  <c:v>40561</c:v>
                </c:pt>
                <c:pt idx="1844">
                  <c:v>40562</c:v>
                </c:pt>
                <c:pt idx="1845">
                  <c:v>40563</c:v>
                </c:pt>
                <c:pt idx="1846">
                  <c:v>40564</c:v>
                </c:pt>
                <c:pt idx="1847">
                  <c:v>40565</c:v>
                </c:pt>
                <c:pt idx="1848">
                  <c:v>40566</c:v>
                </c:pt>
                <c:pt idx="1849">
                  <c:v>40567</c:v>
                </c:pt>
                <c:pt idx="1850">
                  <c:v>40568</c:v>
                </c:pt>
                <c:pt idx="1851">
                  <c:v>40569</c:v>
                </c:pt>
                <c:pt idx="1852">
                  <c:v>40570</c:v>
                </c:pt>
                <c:pt idx="1853">
                  <c:v>40571</c:v>
                </c:pt>
                <c:pt idx="1854">
                  <c:v>40572</c:v>
                </c:pt>
                <c:pt idx="1855">
                  <c:v>40573</c:v>
                </c:pt>
                <c:pt idx="1856">
                  <c:v>40574</c:v>
                </c:pt>
                <c:pt idx="1857">
                  <c:v>40575</c:v>
                </c:pt>
                <c:pt idx="1858">
                  <c:v>40576</c:v>
                </c:pt>
                <c:pt idx="1859">
                  <c:v>40577</c:v>
                </c:pt>
                <c:pt idx="1860">
                  <c:v>40578</c:v>
                </c:pt>
                <c:pt idx="1861">
                  <c:v>40579</c:v>
                </c:pt>
                <c:pt idx="1862">
                  <c:v>40580</c:v>
                </c:pt>
                <c:pt idx="1863">
                  <c:v>40581</c:v>
                </c:pt>
                <c:pt idx="1864">
                  <c:v>40582</c:v>
                </c:pt>
                <c:pt idx="1865">
                  <c:v>40583</c:v>
                </c:pt>
                <c:pt idx="1866">
                  <c:v>40584</c:v>
                </c:pt>
                <c:pt idx="1867">
                  <c:v>40585</c:v>
                </c:pt>
                <c:pt idx="1868">
                  <c:v>40586</c:v>
                </c:pt>
                <c:pt idx="1869">
                  <c:v>40587</c:v>
                </c:pt>
                <c:pt idx="1870">
                  <c:v>40588</c:v>
                </c:pt>
                <c:pt idx="1871">
                  <c:v>40589</c:v>
                </c:pt>
                <c:pt idx="1872">
                  <c:v>40590</c:v>
                </c:pt>
                <c:pt idx="1873">
                  <c:v>40591</c:v>
                </c:pt>
                <c:pt idx="1874">
                  <c:v>40592</c:v>
                </c:pt>
                <c:pt idx="1875">
                  <c:v>40593</c:v>
                </c:pt>
                <c:pt idx="1876">
                  <c:v>40594</c:v>
                </c:pt>
                <c:pt idx="1877">
                  <c:v>40595</c:v>
                </c:pt>
                <c:pt idx="1878">
                  <c:v>40596</c:v>
                </c:pt>
                <c:pt idx="1879">
                  <c:v>40597</c:v>
                </c:pt>
                <c:pt idx="1880">
                  <c:v>40598</c:v>
                </c:pt>
                <c:pt idx="1881">
                  <c:v>40599</c:v>
                </c:pt>
                <c:pt idx="1882">
                  <c:v>40600</c:v>
                </c:pt>
                <c:pt idx="1883">
                  <c:v>40601</c:v>
                </c:pt>
                <c:pt idx="1884">
                  <c:v>40602</c:v>
                </c:pt>
                <c:pt idx="1885">
                  <c:v>40603</c:v>
                </c:pt>
                <c:pt idx="1886">
                  <c:v>40604</c:v>
                </c:pt>
                <c:pt idx="1887">
                  <c:v>40605</c:v>
                </c:pt>
                <c:pt idx="1888">
                  <c:v>40606</c:v>
                </c:pt>
                <c:pt idx="1889">
                  <c:v>40607</c:v>
                </c:pt>
                <c:pt idx="1890">
                  <c:v>40608</c:v>
                </c:pt>
                <c:pt idx="1891">
                  <c:v>40609</c:v>
                </c:pt>
                <c:pt idx="1892">
                  <c:v>40610</c:v>
                </c:pt>
                <c:pt idx="1893">
                  <c:v>40611</c:v>
                </c:pt>
                <c:pt idx="1894">
                  <c:v>40612</c:v>
                </c:pt>
                <c:pt idx="1895">
                  <c:v>40613</c:v>
                </c:pt>
                <c:pt idx="1896">
                  <c:v>40614</c:v>
                </c:pt>
                <c:pt idx="1897">
                  <c:v>40615</c:v>
                </c:pt>
                <c:pt idx="1898">
                  <c:v>40616</c:v>
                </c:pt>
                <c:pt idx="1899">
                  <c:v>40617</c:v>
                </c:pt>
                <c:pt idx="1900">
                  <c:v>40618</c:v>
                </c:pt>
                <c:pt idx="1901">
                  <c:v>40619</c:v>
                </c:pt>
                <c:pt idx="1902">
                  <c:v>40620</c:v>
                </c:pt>
                <c:pt idx="1903">
                  <c:v>40621</c:v>
                </c:pt>
                <c:pt idx="1904">
                  <c:v>40622</c:v>
                </c:pt>
                <c:pt idx="1905">
                  <c:v>40623</c:v>
                </c:pt>
                <c:pt idx="1906">
                  <c:v>40624</c:v>
                </c:pt>
                <c:pt idx="1907">
                  <c:v>40625</c:v>
                </c:pt>
                <c:pt idx="1908">
                  <c:v>40626</c:v>
                </c:pt>
                <c:pt idx="1909">
                  <c:v>40627</c:v>
                </c:pt>
                <c:pt idx="1910">
                  <c:v>40628</c:v>
                </c:pt>
                <c:pt idx="1911">
                  <c:v>40629</c:v>
                </c:pt>
                <c:pt idx="1912">
                  <c:v>40630</c:v>
                </c:pt>
                <c:pt idx="1913">
                  <c:v>40631</c:v>
                </c:pt>
                <c:pt idx="1914">
                  <c:v>40632</c:v>
                </c:pt>
                <c:pt idx="1915">
                  <c:v>40633</c:v>
                </c:pt>
                <c:pt idx="1916">
                  <c:v>40634</c:v>
                </c:pt>
                <c:pt idx="1917">
                  <c:v>40635</c:v>
                </c:pt>
                <c:pt idx="1918">
                  <c:v>40636</c:v>
                </c:pt>
                <c:pt idx="1919">
                  <c:v>40637</c:v>
                </c:pt>
                <c:pt idx="1920">
                  <c:v>40638</c:v>
                </c:pt>
                <c:pt idx="1921">
                  <c:v>40639</c:v>
                </c:pt>
                <c:pt idx="1922">
                  <c:v>40640</c:v>
                </c:pt>
                <c:pt idx="1923">
                  <c:v>40641</c:v>
                </c:pt>
                <c:pt idx="1924">
                  <c:v>40642</c:v>
                </c:pt>
                <c:pt idx="1925">
                  <c:v>40643</c:v>
                </c:pt>
                <c:pt idx="1926">
                  <c:v>40644</c:v>
                </c:pt>
                <c:pt idx="1927">
                  <c:v>40645</c:v>
                </c:pt>
                <c:pt idx="1928">
                  <c:v>40646</c:v>
                </c:pt>
                <c:pt idx="1929">
                  <c:v>40647</c:v>
                </c:pt>
                <c:pt idx="1930">
                  <c:v>40648</c:v>
                </c:pt>
                <c:pt idx="1931">
                  <c:v>40649</c:v>
                </c:pt>
                <c:pt idx="1932">
                  <c:v>40650</c:v>
                </c:pt>
                <c:pt idx="1933">
                  <c:v>40651</c:v>
                </c:pt>
                <c:pt idx="1934">
                  <c:v>40652</c:v>
                </c:pt>
                <c:pt idx="1935">
                  <c:v>40653</c:v>
                </c:pt>
                <c:pt idx="1936">
                  <c:v>40654</c:v>
                </c:pt>
                <c:pt idx="1937">
                  <c:v>40655</c:v>
                </c:pt>
                <c:pt idx="1938">
                  <c:v>40656</c:v>
                </c:pt>
                <c:pt idx="1939">
                  <c:v>40657</c:v>
                </c:pt>
                <c:pt idx="1940">
                  <c:v>40658</c:v>
                </c:pt>
                <c:pt idx="1941">
                  <c:v>40659</c:v>
                </c:pt>
                <c:pt idx="1942">
                  <c:v>40660</c:v>
                </c:pt>
                <c:pt idx="1943">
                  <c:v>40661</c:v>
                </c:pt>
                <c:pt idx="1944">
                  <c:v>40662</c:v>
                </c:pt>
                <c:pt idx="1945">
                  <c:v>40663</c:v>
                </c:pt>
                <c:pt idx="1946">
                  <c:v>40664</c:v>
                </c:pt>
                <c:pt idx="1947">
                  <c:v>40665</c:v>
                </c:pt>
                <c:pt idx="1948">
                  <c:v>40666</c:v>
                </c:pt>
                <c:pt idx="1949">
                  <c:v>40667</c:v>
                </c:pt>
                <c:pt idx="1950">
                  <c:v>40668</c:v>
                </c:pt>
                <c:pt idx="1951">
                  <c:v>40669</c:v>
                </c:pt>
                <c:pt idx="1952">
                  <c:v>40670</c:v>
                </c:pt>
                <c:pt idx="1953">
                  <c:v>40671</c:v>
                </c:pt>
                <c:pt idx="1954">
                  <c:v>40672</c:v>
                </c:pt>
                <c:pt idx="1955">
                  <c:v>40673</c:v>
                </c:pt>
                <c:pt idx="1956">
                  <c:v>40674</c:v>
                </c:pt>
                <c:pt idx="1957">
                  <c:v>40675</c:v>
                </c:pt>
                <c:pt idx="1958">
                  <c:v>40676</c:v>
                </c:pt>
                <c:pt idx="1959">
                  <c:v>40677</c:v>
                </c:pt>
                <c:pt idx="1960">
                  <c:v>40678</c:v>
                </c:pt>
                <c:pt idx="1961">
                  <c:v>40679</c:v>
                </c:pt>
                <c:pt idx="1962">
                  <c:v>40680</c:v>
                </c:pt>
                <c:pt idx="1963">
                  <c:v>40681</c:v>
                </c:pt>
                <c:pt idx="1964">
                  <c:v>40682</c:v>
                </c:pt>
                <c:pt idx="1965">
                  <c:v>40683</c:v>
                </c:pt>
                <c:pt idx="1966">
                  <c:v>40684</c:v>
                </c:pt>
                <c:pt idx="1967">
                  <c:v>40685</c:v>
                </c:pt>
                <c:pt idx="1968">
                  <c:v>40686</c:v>
                </c:pt>
                <c:pt idx="1969">
                  <c:v>40687</c:v>
                </c:pt>
                <c:pt idx="1970">
                  <c:v>40688</c:v>
                </c:pt>
                <c:pt idx="1971">
                  <c:v>40689</c:v>
                </c:pt>
                <c:pt idx="1972">
                  <c:v>40690</c:v>
                </c:pt>
                <c:pt idx="1973">
                  <c:v>40691</c:v>
                </c:pt>
                <c:pt idx="1974">
                  <c:v>40692</c:v>
                </c:pt>
                <c:pt idx="1975">
                  <c:v>40693</c:v>
                </c:pt>
                <c:pt idx="1976">
                  <c:v>40694</c:v>
                </c:pt>
                <c:pt idx="1977">
                  <c:v>40695</c:v>
                </c:pt>
                <c:pt idx="1978">
                  <c:v>40696</c:v>
                </c:pt>
                <c:pt idx="1979">
                  <c:v>40697</c:v>
                </c:pt>
                <c:pt idx="1980">
                  <c:v>40698</c:v>
                </c:pt>
                <c:pt idx="1981">
                  <c:v>40699</c:v>
                </c:pt>
                <c:pt idx="1982">
                  <c:v>40700</c:v>
                </c:pt>
                <c:pt idx="1983">
                  <c:v>40701</c:v>
                </c:pt>
                <c:pt idx="1984">
                  <c:v>40702</c:v>
                </c:pt>
                <c:pt idx="1985">
                  <c:v>40703</c:v>
                </c:pt>
                <c:pt idx="1986">
                  <c:v>40704</c:v>
                </c:pt>
                <c:pt idx="1987">
                  <c:v>40705</c:v>
                </c:pt>
                <c:pt idx="1988">
                  <c:v>40706</c:v>
                </c:pt>
                <c:pt idx="1989">
                  <c:v>40707</c:v>
                </c:pt>
                <c:pt idx="1990">
                  <c:v>40708</c:v>
                </c:pt>
                <c:pt idx="1991">
                  <c:v>40709</c:v>
                </c:pt>
                <c:pt idx="1992">
                  <c:v>40710</c:v>
                </c:pt>
                <c:pt idx="1993">
                  <c:v>40711</c:v>
                </c:pt>
                <c:pt idx="1994">
                  <c:v>40712</c:v>
                </c:pt>
                <c:pt idx="1995">
                  <c:v>40713</c:v>
                </c:pt>
                <c:pt idx="1996">
                  <c:v>40714</c:v>
                </c:pt>
                <c:pt idx="1997">
                  <c:v>40715</c:v>
                </c:pt>
                <c:pt idx="1998">
                  <c:v>40716</c:v>
                </c:pt>
                <c:pt idx="1999">
                  <c:v>40717</c:v>
                </c:pt>
                <c:pt idx="2000">
                  <c:v>40718</c:v>
                </c:pt>
                <c:pt idx="2001">
                  <c:v>40719</c:v>
                </c:pt>
                <c:pt idx="2002">
                  <c:v>40720</c:v>
                </c:pt>
                <c:pt idx="2003">
                  <c:v>40721</c:v>
                </c:pt>
                <c:pt idx="2004">
                  <c:v>40722</c:v>
                </c:pt>
                <c:pt idx="2005">
                  <c:v>40723</c:v>
                </c:pt>
                <c:pt idx="2006">
                  <c:v>40724</c:v>
                </c:pt>
                <c:pt idx="2007">
                  <c:v>40725</c:v>
                </c:pt>
                <c:pt idx="2008">
                  <c:v>40726</c:v>
                </c:pt>
                <c:pt idx="2009">
                  <c:v>40727</c:v>
                </c:pt>
                <c:pt idx="2010">
                  <c:v>40728</c:v>
                </c:pt>
                <c:pt idx="2011">
                  <c:v>40729</c:v>
                </c:pt>
                <c:pt idx="2012">
                  <c:v>40730</c:v>
                </c:pt>
                <c:pt idx="2013">
                  <c:v>40731</c:v>
                </c:pt>
                <c:pt idx="2014">
                  <c:v>40732</c:v>
                </c:pt>
                <c:pt idx="2015">
                  <c:v>40733</c:v>
                </c:pt>
                <c:pt idx="2016">
                  <c:v>40734</c:v>
                </c:pt>
                <c:pt idx="2017">
                  <c:v>40735</c:v>
                </c:pt>
                <c:pt idx="2018">
                  <c:v>40736</c:v>
                </c:pt>
                <c:pt idx="2019">
                  <c:v>40737</c:v>
                </c:pt>
                <c:pt idx="2020">
                  <c:v>40738</c:v>
                </c:pt>
                <c:pt idx="2021">
                  <c:v>40739</c:v>
                </c:pt>
                <c:pt idx="2022">
                  <c:v>40740</c:v>
                </c:pt>
                <c:pt idx="2023">
                  <c:v>40741</c:v>
                </c:pt>
                <c:pt idx="2024">
                  <c:v>40742</c:v>
                </c:pt>
                <c:pt idx="2025">
                  <c:v>40743</c:v>
                </c:pt>
                <c:pt idx="2026">
                  <c:v>40744</c:v>
                </c:pt>
                <c:pt idx="2027">
                  <c:v>40745</c:v>
                </c:pt>
                <c:pt idx="2028">
                  <c:v>40746</c:v>
                </c:pt>
                <c:pt idx="2029">
                  <c:v>40747</c:v>
                </c:pt>
                <c:pt idx="2030">
                  <c:v>40748</c:v>
                </c:pt>
                <c:pt idx="2031">
                  <c:v>40749</c:v>
                </c:pt>
                <c:pt idx="2032">
                  <c:v>40750</c:v>
                </c:pt>
                <c:pt idx="2033">
                  <c:v>40751</c:v>
                </c:pt>
                <c:pt idx="2034">
                  <c:v>40752</c:v>
                </c:pt>
                <c:pt idx="2035">
                  <c:v>40753</c:v>
                </c:pt>
                <c:pt idx="2036">
                  <c:v>40754</c:v>
                </c:pt>
                <c:pt idx="2037">
                  <c:v>40755</c:v>
                </c:pt>
                <c:pt idx="2038">
                  <c:v>40756</c:v>
                </c:pt>
                <c:pt idx="2039">
                  <c:v>40757</c:v>
                </c:pt>
                <c:pt idx="2040">
                  <c:v>40758</c:v>
                </c:pt>
                <c:pt idx="2041">
                  <c:v>40759</c:v>
                </c:pt>
                <c:pt idx="2042">
                  <c:v>40760</c:v>
                </c:pt>
                <c:pt idx="2043">
                  <c:v>40761</c:v>
                </c:pt>
                <c:pt idx="2044">
                  <c:v>40762</c:v>
                </c:pt>
                <c:pt idx="2045">
                  <c:v>40763</c:v>
                </c:pt>
                <c:pt idx="2046">
                  <c:v>40764</c:v>
                </c:pt>
                <c:pt idx="2047">
                  <c:v>40765</c:v>
                </c:pt>
                <c:pt idx="2048">
                  <c:v>40766</c:v>
                </c:pt>
                <c:pt idx="2049">
                  <c:v>40767</c:v>
                </c:pt>
                <c:pt idx="2050">
                  <c:v>40768</c:v>
                </c:pt>
                <c:pt idx="2051">
                  <c:v>40769</c:v>
                </c:pt>
                <c:pt idx="2052">
                  <c:v>40770</c:v>
                </c:pt>
                <c:pt idx="2053">
                  <c:v>40771</c:v>
                </c:pt>
                <c:pt idx="2054">
                  <c:v>40772</c:v>
                </c:pt>
                <c:pt idx="2055">
                  <c:v>40773</c:v>
                </c:pt>
                <c:pt idx="2056">
                  <c:v>40774</c:v>
                </c:pt>
                <c:pt idx="2057">
                  <c:v>40775</c:v>
                </c:pt>
                <c:pt idx="2058">
                  <c:v>40776</c:v>
                </c:pt>
                <c:pt idx="2059">
                  <c:v>40777</c:v>
                </c:pt>
                <c:pt idx="2060">
                  <c:v>40778</c:v>
                </c:pt>
                <c:pt idx="2061">
                  <c:v>40779</c:v>
                </c:pt>
                <c:pt idx="2062">
                  <c:v>40780</c:v>
                </c:pt>
                <c:pt idx="2063">
                  <c:v>40781</c:v>
                </c:pt>
                <c:pt idx="2064">
                  <c:v>40782</c:v>
                </c:pt>
                <c:pt idx="2065">
                  <c:v>40783</c:v>
                </c:pt>
                <c:pt idx="2066">
                  <c:v>40784</c:v>
                </c:pt>
                <c:pt idx="2067">
                  <c:v>40785</c:v>
                </c:pt>
                <c:pt idx="2068">
                  <c:v>40786</c:v>
                </c:pt>
                <c:pt idx="2069">
                  <c:v>40787</c:v>
                </c:pt>
                <c:pt idx="2070">
                  <c:v>40788</c:v>
                </c:pt>
                <c:pt idx="2071">
                  <c:v>40789</c:v>
                </c:pt>
                <c:pt idx="2072">
                  <c:v>40790</c:v>
                </c:pt>
                <c:pt idx="2073">
                  <c:v>40791</c:v>
                </c:pt>
                <c:pt idx="2074">
                  <c:v>40792</c:v>
                </c:pt>
                <c:pt idx="2075">
                  <c:v>40793</c:v>
                </c:pt>
                <c:pt idx="2076">
                  <c:v>40794</c:v>
                </c:pt>
                <c:pt idx="2077">
                  <c:v>40795</c:v>
                </c:pt>
                <c:pt idx="2078">
                  <c:v>40796</c:v>
                </c:pt>
                <c:pt idx="2079">
                  <c:v>40797</c:v>
                </c:pt>
                <c:pt idx="2080">
                  <c:v>40798</c:v>
                </c:pt>
                <c:pt idx="2081">
                  <c:v>40799</c:v>
                </c:pt>
                <c:pt idx="2082">
                  <c:v>40800</c:v>
                </c:pt>
                <c:pt idx="2083">
                  <c:v>40801</c:v>
                </c:pt>
                <c:pt idx="2084">
                  <c:v>40802</c:v>
                </c:pt>
                <c:pt idx="2085">
                  <c:v>40803</c:v>
                </c:pt>
                <c:pt idx="2086">
                  <c:v>40804</c:v>
                </c:pt>
                <c:pt idx="2087">
                  <c:v>40805</c:v>
                </c:pt>
                <c:pt idx="2088">
                  <c:v>40806</c:v>
                </c:pt>
                <c:pt idx="2089">
                  <c:v>40807</c:v>
                </c:pt>
                <c:pt idx="2090">
                  <c:v>40808</c:v>
                </c:pt>
                <c:pt idx="2091">
                  <c:v>40809</c:v>
                </c:pt>
                <c:pt idx="2092">
                  <c:v>40810</c:v>
                </c:pt>
                <c:pt idx="2093">
                  <c:v>40811</c:v>
                </c:pt>
                <c:pt idx="2094">
                  <c:v>40812</c:v>
                </c:pt>
                <c:pt idx="2095">
                  <c:v>40813</c:v>
                </c:pt>
                <c:pt idx="2096">
                  <c:v>40814</c:v>
                </c:pt>
                <c:pt idx="2097">
                  <c:v>40815</c:v>
                </c:pt>
                <c:pt idx="2098">
                  <c:v>40816</c:v>
                </c:pt>
                <c:pt idx="2099">
                  <c:v>40817</c:v>
                </c:pt>
                <c:pt idx="2100">
                  <c:v>40818</c:v>
                </c:pt>
                <c:pt idx="2101">
                  <c:v>40819</c:v>
                </c:pt>
                <c:pt idx="2102">
                  <c:v>40820</c:v>
                </c:pt>
                <c:pt idx="2103">
                  <c:v>40821</c:v>
                </c:pt>
                <c:pt idx="2104">
                  <c:v>40822</c:v>
                </c:pt>
                <c:pt idx="2105">
                  <c:v>40823</c:v>
                </c:pt>
                <c:pt idx="2106">
                  <c:v>40824</c:v>
                </c:pt>
                <c:pt idx="2107">
                  <c:v>40825</c:v>
                </c:pt>
                <c:pt idx="2108">
                  <c:v>40826</c:v>
                </c:pt>
                <c:pt idx="2109">
                  <c:v>40827</c:v>
                </c:pt>
                <c:pt idx="2110">
                  <c:v>40828</c:v>
                </c:pt>
                <c:pt idx="2111">
                  <c:v>40829</c:v>
                </c:pt>
                <c:pt idx="2112">
                  <c:v>40830</c:v>
                </c:pt>
                <c:pt idx="2113">
                  <c:v>40831</c:v>
                </c:pt>
                <c:pt idx="2114">
                  <c:v>40832</c:v>
                </c:pt>
                <c:pt idx="2115">
                  <c:v>40833</c:v>
                </c:pt>
                <c:pt idx="2116">
                  <c:v>40834</c:v>
                </c:pt>
                <c:pt idx="2117">
                  <c:v>40835</c:v>
                </c:pt>
                <c:pt idx="2118">
                  <c:v>40836</c:v>
                </c:pt>
                <c:pt idx="2119">
                  <c:v>40837</c:v>
                </c:pt>
                <c:pt idx="2120">
                  <c:v>40838</c:v>
                </c:pt>
                <c:pt idx="2121">
                  <c:v>40839</c:v>
                </c:pt>
                <c:pt idx="2122">
                  <c:v>40840</c:v>
                </c:pt>
                <c:pt idx="2123">
                  <c:v>40841</c:v>
                </c:pt>
                <c:pt idx="2124">
                  <c:v>40842</c:v>
                </c:pt>
                <c:pt idx="2125">
                  <c:v>40843</c:v>
                </c:pt>
                <c:pt idx="2126">
                  <c:v>40844</c:v>
                </c:pt>
                <c:pt idx="2127">
                  <c:v>40845</c:v>
                </c:pt>
                <c:pt idx="2128">
                  <c:v>40846</c:v>
                </c:pt>
                <c:pt idx="2129">
                  <c:v>40847</c:v>
                </c:pt>
                <c:pt idx="2130">
                  <c:v>40848</c:v>
                </c:pt>
                <c:pt idx="2131">
                  <c:v>40849</c:v>
                </c:pt>
                <c:pt idx="2132">
                  <c:v>40850</c:v>
                </c:pt>
                <c:pt idx="2133">
                  <c:v>40851</c:v>
                </c:pt>
                <c:pt idx="2134">
                  <c:v>40852</c:v>
                </c:pt>
                <c:pt idx="2135">
                  <c:v>40853</c:v>
                </c:pt>
                <c:pt idx="2136">
                  <c:v>40854</c:v>
                </c:pt>
                <c:pt idx="2137">
                  <c:v>40855</c:v>
                </c:pt>
                <c:pt idx="2138">
                  <c:v>40856</c:v>
                </c:pt>
                <c:pt idx="2139">
                  <c:v>40857</c:v>
                </c:pt>
                <c:pt idx="2140">
                  <c:v>40858</c:v>
                </c:pt>
                <c:pt idx="2141">
                  <c:v>40859</c:v>
                </c:pt>
                <c:pt idx="2142">
                  <c:v>40860</c:v>
                </c:pt>
                <c:pt idx="2143">
                  <c:v>40861</c:v>
                </c:pt>
                <c:pt idx="2144">
                  <c:v>40862</c:v>
                </c:pt>
                <c:pt idx="2145">
                  <c:v>40863</c:v>
                </c:pt>
                <c:pt idx="2146">
                  <c:v>40864</c:v>
                </c:pt>
                <c:pt idx="2147">
                  <c:v>40865</c:v>
                </c:pt>
                <c:pt idx="2148">
                  <c:v>40866</c:v>
                </c:pt>
                <c:pt idx="2149">
                  <c:v>40867</c:v>
                </c:pt>
                <c:pt idx="2150">
                  <c:v>40868</c:v>
                </c:pt>
                <c:pt idx="2151">
                  <c:v>40869</c:v>
                </c:pt>
                <c:pt idx="2152">
                  <c:v>40870</c:v>
                </c:pt>
                <c:pt idx="2153">
                  <c:v>40871</c:v>
                </c:pt>
                <c:pt idx="2154">
                  <c:v>40872</c:v>
                </c:pt>
                <c:pt idx="2155">
                  <c:v>40873</c:v>
                </c:pt>
                <c:pt idx="2156">
                  <c:v>40874</c:v>
                </c:pt>
                <c:pt idx="2157">
                  <c:v>40875</c:v>
                </c:pt>
                <c:pt idx="2158">
                  <c:v>40876</c:v>
                </c:pt>
                <c:pt idx="2159">
                  <c:v>40877</c:v>
                </c:pt>
                <c:pt idx="2160">
                  <c:v>40878</c:v>
                </c:pt>
                <c:pt idx="2161">
                  <c:v>40879</c:v>
                </c:pt>
                <c:pt idx="2162">
                  <c:v>40880</c:v>
                </c:pt>
                <c:pt idx="2163">
                  <c:v>40881</c:v>
                </c:pt>
                <c:pt idx="2164">
                  <c:v>40882</c:v>
                </c:pt>
                <c:pt idx="2165">
                  <c:v>40883</c:v>
                </c:pt>
                <c:pt idx="2166">
                  <c:v>40884</c:v>
                </c:pt>
                <c:pt idx="2167">
                  <c:v>40885</c:v>
                </c:pt>
                <c:pt idx="2168">
                  <c:v>40886</c:v>
                </c:pt>
                <c:pt idx="2169">
                  <c:v>40887</c:v>
                </c:pt>
                <c:pt idx="2170">
                  <c:v>40888</c:v>
                </c:pt>
                <c:pt idx="2171">
                  <c:v>40889</c:v>
                </c:pt>
                <c:pt idx="2172">
                  <c:v>40890</c:v>
                </c:pt>
                <c:pt idx="2173">
                  <c:v>40891</c:v>
                </c:pt>
                <c:pt idx="2174">
                  <c:v>40892</c:v>
                </c:pt>
                <c:pt idx="2175">
                  <c:v>40893</c:v>
                </c:pt>
                <c:pt idx="2176">
                  <c:v>40894</c:v>
                </c:pt>
                <c:pt idx="2177">
                  <c:v>40895</c:v>
                </c:pt>
                <c:pt idx="2178">
                  <c:v>40896</c:v>
                </c:pt>
                <c:pt idx="2179">
                  <c:v>40897</c:v>
                </c:pt>
                <c:pt idx="2180">
                  <c:v>40898</c:v>
                </c:pt>
                <c:pt idx="2181">
                  <c:v>40899</c:v>
                </c:pt>
                <c:pt idx="2182">
                  <c:v>40900</c:v>
                </c:pt>
                <c:pt idx="2183">
                  <c:v>40901</c:v>
                </c:pt>
                <c:pt idx="2184">
                  <c:v>40902</c:v>
                </c:pt>
                <c:pt idx="2185">
                  <c:v>40903</c:v>
                </c:pt>
                <c:pt idx="2186">
                  <c:v>40904</c:v>
                </c:pt>
                <c:pt idx="2187">
                  <c:v>40905</c:v>
                </c:pt>
                <c:pt idx="2188">
                  <c:v>40906</c:v>
                </c:pt>
                <c:pt idx="2189">
                  <c:v>40907</c:v>
                </c:pt>
                <c:pt idx="2190">
                  <c:v>40908</c:v>
                </c:pt>
                <c:pt idx="2191">
                  <c:v>40909</c:v>
                </c:pt>
                <c:pt idx="2192">
                  <c:v>40910</c:v>
                </c:pt>
                <c:pt idx="2193">
                  <c:v>40911</c:v>
                </c:pt>
                <c:pt idx="2194">
                  <c:v>40912</c:v>
                </c:pt>
                <c:pt idx="2195">
                  <c:v>40913</c:v>
                </c:pt>
                <c:pt idx="2196">
                  <c:v>40914</c:v>
                </c:pt>
                <c:pt idx="2197">
                  <c:v>40915</c:v>
                </c:pt>
                <c:pt idx="2198">
                  <c:v>40916</c:v>
                </c:pt>
                <c:pt idx="2199">
                  <c:v>40917</c:v>
                </c:pt>
                <c:pt idx="2200">
                  <c:v>40918</c:v>
                </c:pt>
                <c:pt idx="2201">
                  <c:v>40919</c:v>
                </c:pt>
                <c:pt idx="2202">
                  <c:v>40920</c:v>
                </c:pt>
                <c:pt idx="2203">
                  <c:v>40921</c:v>
                </c:pt>
                <c:pt idx="2204">
                  <c:v>40922</c:v>
                </c:pt>
                <c:pt idx="2205">
                  <c:v>40923</c:v>
                </c:pt>
                <c:pt idx="2206">
                  <c:v>40924</c:v>
                </c:pt>
                <c:pt idx="2207">
                  <c:v>40925</c:v>
                </c:pt>
                <c:pt idx="2208">
                  <c:v>40926</c:v>
                </c:pt>
                <c:pt idx="2209">
                  <c:v>40927</c:v>
                </c:pt>
                <c:pt idx="2210">
                  <c:v>40928</c:v>
                </c:pt>
                <c:pt idx="2211">
                  <c:v>40929</c:v>
                </c:pt>
                <c:pt idx="2212">
                  <c:v>40930</c:v>
                </c:pt>
                <c:pt idx="2213">
                  <c:v>40931</c:v>
                </c:pt>
                <c:pt idx="2214">
                  <c:v>40932</c:v>
                </c:pt>
                <c:pt idx="2215">
                  <c:v>40933</c:v>
                </c:pt>
                <c:pt idx="2216">
                  <c:v>40934</c:v>
                </c:pt>
                <c:pt idx="2217">
                  <c:v>40935</c:v>
                </c:pt>
                <c:pt idx="2218">
                  <c:v>40936</c:v>
                </c:pt>
                <c:pt idx="2219">
                  <c:v>40937</c:v>
                </c:pt>
                <c:pt idx="2220">
                  <c:v>40938</c:v>
                </c:pt>
                <c:pt idx="2221">
                  <c:v>40939</c:v>
                </c:pt>
                <c:pt idx="2222">
                  <c:v>40940</c:v>
                </c:pt>
                <c:pt idx="2223">
                  <c:v>40941</c:v>
                </c:pt>
                <c:pt idx="2224">
                  <c:v>40942</c:v>
                </c:pt>
                <c:pt idx="2225">
                  <c:v>40943</c:v>
                </c:pt>
                <c:pt idx="2226">
                  <c:v>40944</c:v>
                </c:pt>
                <c:pt idx="2227">
                  <c:v>40945</c:v>
                </c:pt>
                <c:pt idx="2228">
                  <c:v>40946</c:v>
                </c:pt>
                <c:pt idx="2229">
                  <c:v>40947</c:v>
                </c:pt>
                <c:pt idx="2230">
                  <c:v>40948</c:v>
                </c:pt>
                <c:pt idx="2231">
                  <c:v>40949</c:v>
                </c:pt>
                <c:pt idx="2232">
                  <c:v>40950</c:v>
                </c:pt>
                <c:pt idx="2233">
                  <c:v>40951</c:v>
                </c:pt>
                <c:pt idx="2234">
                  <c:v>40952</c:v>
                </c:pt>
                <c:pt idx="2235">
                  <c:v>40953</c:v>
                </c:pt>
                <c:pt idx="2236">
                  <c:v>40954</c:v>
                </c:pt>
                <c:pt idx="2237">
                  <c:v>40955</c:v>
                </c:pt>
                <c:pt idx="2238">
                  <c:v>40956</c:v>
                </c:pt>
                <c:pt idx="2239">
                  <c:v>40957</c:v>
                </c:pt>
                <c:pt idx="2240">
                  <c:v>40958</c:v>
                </c:pt>
                <c:pt idx="2241">
                  <c:v>40959</c:v>
                </c:pt>
                <c:pt idx="2242">
                  <c:v>40960</c:v>
                </c:pt>
                <c:pt idx="2243">
                  <c:v>40961</c:v>
                </c:pt>
                <c:pt idx="2244">
                  <c:v>40962</c:v>
                </c:pt>
                <c:pt idx="2245">
                  <c:v>40963</c:v>
                </c:pt>
                <c:pt idx="2246">
                  <c:v>40964</c:v>
                </c:pt>
                <c:pt idx="2247">
                  <c:v>40965</c:v>
                </c:pt>
                <c:pt idx="2248">
                  <c:v>40966</c:v>
                </c:pt>
                <c:pt idx="2249">
                  <c:v>40967</c:v>
                </c:pt>
                <c:pt idx="2250">
                  <c:v>40968</c:v>
                </c:pt>
                <c:pt idx="2251">
                  <c:v>40969</c:v>
                </c:pt>
                <c:pt idx="2252">
                  <c:v>40970</c:v>
                </c:pt>
                <c:pt idx="2253">
                  <c:v>40971</c:v>
                </c:pt>
                <c:pt idx="2254">
                  <c:v>40972</c:v>
                </c:pt>
                <c:pt idx="2255">
                  <c:v>40973</c:v>
                </c:pt>
                <c:pt idx="2256">
                  <c:v>40974</c:v>
                </c:pt>
                <c:pt idx="2257">
                  <c:v>40975</c:v>
                </c:pt>
                <c:pt idx="2258">
                  <c:v>40976</c:v>
                </c:pt>
                <c:pt idx="2259">
                  <c:v>40977</c:v>
                </c:pt>
                <c:pt idx="2260">
                  <c:v>40978</c:v>
                </c:pt>
                <c:pt idx="2261">
                  <c:v>40979</c:v>
                </c:pt>
                <c:pt idx="2262">
                  <c:v>40980</c:v>
                </c:pt>
                <c:pt idx="2263">
                  <c:v>40981</c:v>
                </c:pt>
                <c:pt idx="2264">
                  <c:v>40982</c:v>
                </c:pt>
                <c:pt idx="2265">
                  <c:v>40983</c:v>
                </c:pt>
                <c:pt idx="2266">
                  <c:v>40984</c:v>
                </c:pt>
                <c:pt idx="2267">
                  <c:v>40985</c:v>
                </c:pt>
                <c:pt idx="2268">
                  <c:v>40986</c:v>
                </c:pt>
                <c:pt idx="2269">
                  <c:v>40987</c:v>
                </c:pt>
                <c:pt idx="2270">
                  <c:v>40988</c:v>
                </c:pt>
                <c:pt idx="2271">
                  <c:v>40989</c:v>
                </c:pt>
                <c:pt idx="2272">
                  <c:v>40990</c:v>
                </c:pt>
                <c:pt idx="2273">
                  <c:v>40991</c:v>
                </c:pt>
                <c:pt idx="2274">
                  <c:v>40992</c:v>
                </c:pt>
                <c:pt idx="2275">
                  <c:v>40993</c:v>
                </c:pt>
                <c:pt idx="2276">
                  <c:v>40994</c:v>
                </c:pt>
                <c:pt idx="2277">
                  <c:v>40995</c:v>
                </c:pt>
                <c:pt idx="2278">
                  <c:v>40996</c:v>
                </c:pt>
                <c:pt idx="2279">
                  <c:v>40997</c:v>
                </c:pt>
                <c:pt idx="2280">
                  <c:v>40998</c:v>
                </c:pt>
                <c:pt idx="2281">
                  <c:v>40999</c:v>
                </c:pt>
                <c:pt idx="2282">
                  <c:v>41000</c:v>
                </c:pt>
                <c:pt idx="2283">
                  <c:v>41001</c:v>
                </c:pt>
                <c:pt idx="2284">
                  <c:v>41002</c:v>
                </c:pt>
                <c:pt idx="2285">
                  <c:v>41003</c:v>
                </c:pt>
                <c:pt idx="2286">
                  <c:v>41004</c:v>
                </c:pt>
                <c:pt idx="2287">
                  <c:v>41005</c:v>
                </c:pt>
                <c:pt idx="2288">
                  <c:v>41006</c:v>
                </c:pt>
                <c:pt idx="2289">
                  <c:v>41007</c:v>
                </c:pt>
                <c:pt idx="2290">
                  <c:v>41008</c:v>
                </c:pt>
                <c:pt idx="2291">
                  <c:v>41009</c:v>
                </c:pt>
                <c:pt idx="2292">
                  <c:v>41010</c:v>
                </c:pt>
                <c:pt idx="2293">
                  <c:v>41011</c:v>
                </c:pt>
                <c:pt idx="2294">
                  <c:v>41012</c:v>
                </c:pt>
                <c:pt idx="2295">
                  <c:v>41013</c:v>
                </c:pt>
                <c:pt idx="2296">
                  <c:v>41014</c:v>
                </c:pt>
                <c:pt idx="2297">
                  <c:v>41015</c:v>
                </c:pt>
                <c:pt idx="2298">
                  <c:v>41016</c:v>
                </c:pt>
                <c:pt idx="2299">
                  <c:v>41017</c:v>
                </c:pt>
                <c:pt idx="2300">
                  <c:v>41018</c:v>
                </c:pt>
                <c:pt idx="2301">
                  <c:v>41019</c:v>
                </c:pt>
                <c:pt idx="2302">
                  <c:v>41020</c:v>
                </c:pt>
                <c:pt idx="2303">
                  <c:v>41021</c:v>
                </c:pt>
                <c:pt idx="2304">
                  <c:v>41022</c:v>
                </c:pt>
                <c:pt idx="2305">
                  <c:v>41023</c:v>
                </c:pt>
                <c:pt idx="2306">
                  <c:v>41024</c:v>
                </c:pt>
                <c:pt idx="2307">
                  <c:v>41025</c:v>
                </c:pt>
                <c:pt idx="2308">
                  <c:v>41026</c:v>
                </c:pt>
                <c:pt idx="2309">
                  <c:v>41027</c:v>
                </c:pt>
                <c:pt idx="2310">
                  <c:v>41028</c:v>
                </c:pt>
                <c:pt idx="2311">
                  <c:v>41029</c:v>
                </c:pt>
                <c:pt idx="2312">
                  <c:v>41030</c:v>
                </c:pt>
                <c:pt idx="2313">
                  <c:v>41031</c:v>
                </c:pt>
                <c:pt idx="2314">
                  <c:v>41032</c:v>
                </c:pt>
                <c:pt idx="2315">
                  <c:v>41033</c:v>
                </c:pt>
                <c:pt idx="2316">
                  <c:v>41034</c:v>
                </c:pt>
                <c:pt idx="2317">
                  <c:v>41035</c:v>
                </c:pt>
                <c:pt idx="2318">
                  <c:v>41036</c:v>
                </c:pt>
                <c:pt idx="2319">
                  <c:v>41037</c:v>
                </c:pt>
                <c:pt idx="2320">
                  <c:v>41038</c:v>
                </c:pt>
                <c:pt idx="2321">
                  <c:v>41039</c:v>
                </c:pt>
                <c:pt idx="2322">
                  <c:v>41040</c:v>
                </c:pt>
                <c:pt idx="2323">
                  <c:v>41041</c:v>
                </c:pt>
                <c:pt idx="2324">
                  <c:v>41042</c:v>
                </c:pt>
                <c:pt idx="2325">
                  <c:v>41043</c:v>
                </c:pt>
                <c:pt idx="2326">
                  <c:v>41044</c:v>
                </c:pt>
                <c:pt idx="2327">
                  <c:v>41045</c:v>
                </c:pt>
                <c:pt idx="2328">
                  <c:v>41046</c:v>
                </c:pt>
                <c:pt idx="2329">
                  <c:v>41047</c:v>
                </c:pt>
                <c:pt idx="2330">
                  <c:v>41048</c:v>
                </c:pt>
                <c:pt idx="2331">
                  <c:v>41049</c:v>
                </c:pt>
                <c:pt idx="2332">
                  <c:v>41050</c:v>
                </c:pt>
                <c:pt idx="2333">
                  <c:v>41051</c:v>
                </c:pt>
                <c:pt idx="2334">
                  <c:v>41052</c:v>
                </c:pt>
                <c:pt idx="2335">
                  <c:v>41053</c:v>
                </c:pt>
                <c:pt idx="2336">
                  <c:v>41054</c:v>
                </c:pt>
                <c:pt idx="2337">
                  <c:v>41055</c:v>
                </c:pt>
                <c:pt idx="2338">
                  <c:v>41056</c:v>
                </c:pt>
                <c:pt idx="2339">
                  <c:v>41057</c:v>
                </c:pt>
                <c:pt idx="2340">
                  <c:v>41058</c:v>
                </c:pt>
                <c:pt idx="2341">
                  <c:v>41059</c:v>
                </c:pt>
                <c:pt idx="2342">
                  <c:v>41060</c:v>
                </c:pt>
                <c:pt idx="2343">
                  <c:v>41061</c:v>
                </c:pt>
                <c:pt idx="2344">
                  <c:v>41062</c:v>
                </c:pt>
                <c:pt idx="2345">
                  <c:v>41063</c:v>
                </c:pt>
                <c:pt idx="2346">
                  <c:v>41064</c:v>
                </c:pt>
                <c:pt idx="2347">
                  <c:v>41065</c:v>
                </c:pt>
                <c:pt idx="2348">
                  <c:v>41066</c:v>
                </c:pt>
                <c:pt idx="2349">
                  <c:v>41067</c:v>
                </c:pt>
                <c:pt idx="2350">
                  <c:v>41068</c:v>
                </c:pt>
                <c:pt idx="2351">
                  <c:v>41069</c:v>
                </c:pt>
                <c:pt idx="2352">
                  <c:v>41070</c:v>
                </c:pt>
                <c:pt idx="2353">
                  <c:v>41071</c:v>
                </c:pt>
                <c:pt idx="2354">
                  <c:v>41072</c:v>
                </c:pt>
                <c:pt idx="2355">
                  <c:v>41073</c:v>
                </c:pt>
                <c:pt idx="2356">
                  <c:v>41074</c:v>
                </c:pt>
                <c:pt idx="2357">
                  <c:v>41075</c:v>
                </c:pt>
                <c:pt idx="2358">
                  <c:v>41076</c:v>
                </c:pt>
                <c:pt idx="2359">
                  <c:v>41077</c:v>
                </c:pt>
                <c:pt idx="2360">
                  <c:v>41078</c:v>
                </c:pt>
                <c:pt idx="2361">
                  <c:v>41079</c:v>
                </c:pt>
                <c:pt idx="2362">
                  <c:v>41080</c:v>
                </c:pt>
                <c:pt idx="2363">
                  <c:v>41081</c:v>
                </c:pt>
                <c:pt idx="2364">
                  <c:v>41082</c:v>
                </c:pt>
                <c:pt idx="2365">
                  <c:v>41083</c:v>
                </c:pt>
                <c:pt idx="2366">
                  <c:v>41084</c:v>
                </c:pt>
                <c:pt idx="2367">
                  <c:v>41085</c:v>
                </c:pt>
                <c:pt idx="2368">
                  <c:v>41086</c:v>
                </c:pt>
                <c:pt idx="2369">
                  <c:v>41087</c:v>
                </c:pt>
                <c:pt idx="2370">
                  <c:v>41088</c:v>
                </c:pt>
                <c:pt idx="2371">
                  <c:v>41089</c:v>
                </c:pt>
                <c:pt idx="2372">
                  <c:v>41090</c:v>
                </c:pt>
                <c:pt idx="2373">
                  <c:v>41091</c:v>
                </c:pt>
                <c:pt idx="2374">
                  <c:v>41092</c:v>
                </c:pt>
                <c:pt idx="2375">
                  <c:v>41093</c:v>
                </c:pt>
                <c:pt idx="2376">
                  <c:v>41094</c:v>
                </c:pt>
                <c:pt idx="2377">
                  <c:v>41095</c:v>
                </c:pt>
                <c:pt idx="2378">
                  <c:v>41096</c:v>
                </c:pt>
                <c:pt idx="2379">
                  <c:v>41097</c:v>
                </c:pt>
                <c:pt idx="2380">
                  <c:v>41098</c:v>
                </c:pt>
                <c:pt idx="2381">
                  <c:v>41099</c:v>
                </c:pt>
                <c:pt idx="2382">
                  <c:v>41100</c:v>
                </c:pt>
                <c:pt idx="2383">
                  <c:v>41101</c:v>
                </c:pt>
                <c:pt idx="2384">
                  <c:v>41102</c:v>
                </c:pt>
                <c:pt idx="2385">
                  <c:v>41103</c:v>
                </c:pt>
                <c:pt idx="2386">
                  <c:v>41104</c:v>
                </c:pt>
                <c:pt idx="2387">
                  <c:v>41105</c:v>
                </c:pt>
                <c:pt idx="2388">
                  <c:v>41106</c:v>
                </c:pt>
                <c:pt idx="2389">
                  <c:v>41107</c:v>
                </c:pt>
                <c:pt idx="2390">
                  <c:v>41108</c:v>
                </c:pt>
                <c:pt idx="2391">
                  <c:v>41109</c:v>
                </c:pt>
                <c:pt idx="2392">
                  <c:v>41110</c:v>
                </c:pt>
                <c:pt idx="2393">
                  <c:v>41111</c:v>
                </c:pt>
                <c:pt idx="2394">
                  <c:v>41112</c:v>
                </c:pt>
                <c:pt idx="2395">
                  <c:v>41113</c:v>
                </c:pt>
                <c:pt idx="2396">
                  <c:v>41114</c:v>
                </c:pt>
                <c:pt idx="2397">
                  <c:v>41115</c:v>
                </c:pt>
                <c:pt idx="2398">
                  <c:v>41116</c:v>
                </c:pt>
                <c:pt idx="2399">
                  <c:v>41117</c:v>
                </c:pt>
                <c:pt idx="2400">
                  <c:v>41118</c:v>
                </c:pt>
                <c:pt idx="2401">
                  <c:v>41119</c:v>
                </c:pt>
                <c:pt idx="2402">
                  <c:v>41120</c:v>
                </c:pt>
                <c:pt idx="2403">
                  <c:v>41121</c:v>
                </c:pt>
                <c:pt idx="2404">
                  <c:v>41122</c:v>
                </c:pt>
                <c:pt idx="2405">
                  <c:v>41123</c:v>
                </c:pt>
                <c:pt idx="2406">
                  <c:v>41124</c:v>
                </c:pt>
                <c:pt idx="2407">
                  <c:v>41125</c:v>
                </c:pt>
                <c:pt idx="2408">
                  <c:v>41126</c:v>
                </c:pt>
                <c:pt idx="2409">
                  <c:v>41127</c:v>
                </c:pt>
                <c:pt idx="2410">
                  <c:v>41128</c:v>
                </c:pt>
                <c:pt idx="2411">
                  <c:v>41129</c:v>
                </c:pt>
                <c:pt idx="2412">
                  <c:v>41130</c:v>
                </c:pt>
                <c:pt idx="2413">
                  <c:v>41131</c:v>
                </c:pt>
                <c:pt idx="2414">
                  <c:v>41132</c:v>
                </c:pt>
                <c:pt idx="2415">
                  <c:v>41133</c:v>
                </c:pt>
                <c:pt idx="2416">
                  <c:v>41134</c:v>
                </c:pt>
                <c:pt idx="2417">
                  <c:v>41135</c:v>
                </c:pt>
                <c:pt idx="2418">
                  <c:v>41136</c:v>
                </c:pt>
                <c:pt idx="2419">
                  <c:v>41137</c:v>
                </c:pt>
                <c:pt idx="2420">
                  <c:v>41138</c:v>
                </c:pt>
                <c:pt idx="2421">
                  <c:v>41139</c:v>
                </c:pt>
                <c:pt idx="2422">
                  <c:v>41140</c:v>
                </c:pt>
                <c:pt idx="2423">
                  <c:v>41141</c:v>
                </c:pt>
                <c:pt idx="2424">
                  <c:v>41142</c:v>
                </c:pt>
                <c:pt idx="2425">
                  <c:v>41143</c:v>
                </c:pt>
                <c:pt idx="2426">
                  <c:v>41144</c:v>
                </c:pt>
                <c:pt idx="2427">
                  <c:v>41145</c:v>
                </c:pt>
                <c:pt idx="2428">
                  <c:v>41146</c:v>
                </c:pt>
                <c:pt idx="2429">
                  <c:v>41147</c:v>
                </c:pt>
                <c:pt idx="2430">
                  <c:v>41148</c:v>
                </c:pt>
                <c:pt idx="2431">
                  <c:v>41149</c:v>
                </c:pt>
                <c:pt idx="2432">
                  <c:v>41150</c:v>
                </c:pt>
                <c:pt idx="2433">
                  <c:v>41151</c:v>
                </c:pt>
                <c:pt idx="2434">
                  <c:v>41152</c:v>
                </c:pt>
                <c:pt idx="2435">
                  <c:v>41153</c:v>
                </c:pt>
                <c:pt idx="2436">
                  <c:v>41154</c:v>
                </c:pt>
                <c:pt idx="2437">
                  <c:v>41155</c:v>
                </c:pt>
                <c:pt idx="2438">
                  <c:v>41156</c:v>
                </c:pt>
                <c:pt idx="2439">
                  <c:v>41157</c:v>
                </c:pt>
                <c:pt idx="2440">
                  <c:v>41158</c:v>
                </c:pt>
                <c:pt idx="2441">
                  <c:v>41159</c:v>
                </c:pt>
                <c:pt idx="2442">
                  <c:v>41160</c:v>
                </c:pt>
                <c:pt idx="2443">
                  <c:v>41161</c:v>
                </c:pt>
                <c:pt idx="2444">
                  <c:v>41162</c:v>
                </c:pt>
                <c:pt idx="2445">
                  <c:v>41163</c:v>
                </c:pt>
                <c:pt idx="2446">
                  <c:v>41164</c:v>
                </c:pt>
                <c:pt idx="2447">
                  <c:v>41165</c:v>
                </c:pt>
                <c:pt idx="2448">
                  <c:v>41166</c:v>
                </c:pt>
                <c:pt idx="2449">
                  <c:v>41167</c:v>
                </c:pt>
                <c:pt idx="2450">
                  <c:v>41168</c:v>
                </c:pt>
                <c:pt idx="2451">
                  <c:v>41169</c:v>
                </c:pt>
                <c:pt idx="2452">
                  <c:v>41170</c:v>
                </c:pt>
                <c:pt idx="2453">
                  <c:v>41171</c:v>
                </c:pt>
                <c:pt idx="2454">
                  <c:v>41172</c:v>
                </c:pt>
                <c:pt idx="2455">
                  <c:v>41173</c:v>
                </c:pt>
                <c:pt idx="2456">
                  <c:v>41174</c:v>
                </c:pt>
                <c:pt idx="2457">
                  <c:v>41175</c:v>
                </c:pt>
                <c:pt idx="2458">
                  <c:v>41176</c:v>
                </c:pt>
                <c:pt idx="2459">
                  <c:v>41177</c:v>
                </c:pt>
                <c:pt idx="2460">
                  <c:v>41178</c:v>
                </c:pt>
                <c:pt idx="2461">
                  <c:v>41179</c:v>
                </c:pt>
                <c:pt idx="2462">
                  <c:v>41180</c:v>
                </c:pt>
                <c:pt idx="2463">
                  <c:v>41181</c:v>
                </c:pt>
                <c:pt idx="2464">
                  <c:v>41182</c:v>
                </c:pt>
                <c:pt idx="2465">
                  <c:v>41183</c:v>
                </c:pt>
                <c:pt idx="2466">
                  <c:v>41184</c:v>
                </c:pt>
                <c:pt idx="2467">
                  <c:v>41185</c:v>
                </c:pt>
                <c:pt idx="2468">
                  <c:v>41186</c:v>
                </c:pt>
                <c:pt idx="2469">
                  <c:v>41187</c:v>
                </c:pt>
                <c:pt idx="2470">
                  <c:v>41188</c:v>
                </c:pt>
                <c:pt idx="2471">
                  <c:v>41189</c:v>
                </c:pt>
                <c:pt idx="2472">
                  <c:v>41190</c:v>
                </c:pt>
                <c:pt idx="2473">
                  <c:v>41191</c:v>
                </c:pt>
                <c:pt idx="2474">
                  <c:v>41192</c:v>
                </c:pt>
                <c:pt idx="2475">
                  <c:v>41193</c:v>
                </c:pt>
                <c:pt idx="2476">
                  <c:v>41194</c:v>
                </c:pt>
                <c:pt idx="2477">
                  <c:v>41195</c:v>
                </c:pt>
                <c:pt idx="2478">
                  <c:v>41196</c:v>
                </c:pt>
                <c:pt idx="2479">
                  <c:v>41197</c:v>
                </c:pt>
                <c:pt idx="2480">
                  <c:v>41198</c:v>
                </c:pt>
                <c:pt idx="2481">
                  <c:v>41199</c:v>
                </c:pt>
                <c:pt idx="2482">
                  <c:v>41200</c:v>
                </c:pt>
                <c:pt idx="2483">
                  <c:v>41201</c:v>
                </c:pt>
                <c:pt idx="2484">
                  <c:v>41202</c:v>
                </c:pt>
                <c:pt idx="2485">
                  <c:v>41203</c:v>
                </c:pt>
                <c:pt idx="2486">
                  <c:v>41204</c:v>
                </c:pt>
                <c:pt idx="2487">
                  <c:v>41205</c:v>
                </c:pt>
                <c:pt idx="2488">
                  <c:v>41206</c:v>
                </c:pt>
                <c:pt idx="2489">
                  <c:v>41207</c:v>
                </c:pt>
                <c:pt idx="2490">
                  <c:v>41208</c:v>
                </c:pt>
                <c:pt idx="2491">
                  <c:v>41209</c:v>
                </c:pt>
                <c:pt idx="2492">
                  <c:v>41210</c:v>
                </c:pt>
                <c:pt idx="2493">
                  <c:v>41211</c:v>
                </c:pt>
                <c:pt idx="2494">
                  <c:v>41212</c:v>
                </c:pt>
                <c:pt idx="2495">
                  <c:v>41213</c:v>
                </c:pt>
                <c:pt idx="2496">
                  <c:v>41214</c:v>
                </c:pt>
                <c:pt idx="2497">
                  <c:v>41215</c:v>
                </c:pt>
                <c:pt idx="2498">
                  <c:v>41216</c:v>
                </c:pt>
                <c:pt idx="2499">
                  <c:v>41217</c:v>
                </c:pt>
                <c:pt idx="2500">
                  <c:v>41218</c:v>
                </c:pt>
                <c:pt idx="2501">
                  <c:v>41219</c:v>
                </c:pt>
                <c:pt idx="2502">
                  <c:v>41220</c:v>
                </c:pt>
                <c:pt idx="2503">
                  <c:v>41221</c:v>
                </c:pt>
                <c:pt idx="2504">
                  <c:v>41222</c:v>
                </c:pt>
                <c:pt idx="2505">
                  <c:v>41223</c:v>
                </c:pt>
                <c:pt idx="2506">
                  <c:v>41224</c:v>
                </c:pt>
                <c:pt idx="2507">
                  <c:v>41225</c:v>
                </c:pt>
                <c:pt idx="2508">
                  <c:v>41226</c:v>
                </c:pt>
                <c:pt idx="2509">
                  <c:v>41227</c:v>
                </c:pt>
                <c:pt idx="2510">
                  <c:v>41228</c:v>
                </c:pt>
                <c:pt idx="2511">
                  <c:v>41229</c:v>
                </c:pt>
                <c:pt idx="2512">
                  <c:v>41230</c:v>
                </c:pt>
                <c:pt idx="2513">
                  <c:v>41231</c:v>
                </c:pt>
                <c:pt idx="2514">
                  <c:v>41232</c:v>
                </c:pt>
                <c:pt idx="2515">
                  <c:v>41233</c:v>
                </c:pt>
                <c:pt idx="2516">
                  <c:v>41234</c:v>
                </c:pt>
                <c:pt idx="2517">
                  <c:v>41235</c:v>
                </c:pt>
                <c:pt idx="2518">
                  <c:v>41236</c:v>
                </c:pt>
                <c:pt idx="2519">
                  <c:v>41237</c:v>
                </c:pt>
                <c:pt idx="2520">
                  <c:v>41238</c:v>
                </c:pt>
                <c:pt idx="2521">
                  <c:v>41239</c:v>
                </c:pt>
                <c:pt idx="2522">
                  <c:v>41240</c:v>
                </c:pt>
                <c:pt idx="2523">
                  <c:v>41241</c:v>
                </c:pt>
                <c:pt idx="2524">
                  <c:v>41242</c:v>
                </c:pt>
                <c:pt idx="2525">
                  <c:v>41243</c:v>
                </c:pt>
                <c:pt idx="2526">
                  <c:v>41244</c:v>
                </c:pt>
                <c:pt idx="2527">
                  <c:v>41245</c:v>
                </c:pt>
                <c:pt idx="2528">
                  <c:v>41246</c:v>
                </c:pt>
                <c:pt idx="2529">
                  <c:v>41247</c:v>
                </c:pt>
                <c:pt idx="2530">
                  <c:v>41248</c:v>
                </c:pt>
                <c:pt idx="2531">
                  <c:v>41249</c:v>
                </c:pt>
                <c:pt idx="2532">
                  <c:v>41250</c:v>
                </c:pt>
                <c:pt idx="2533">
                  <c:v>41251</c:v>
                </c:pt>
                <c:pt idx="2534">
                  <c:v>41252</c:v>
                </c:pt>
                <c:pt idx="2535">
                  <c:v>41253</c:v>
                </c:pt>
                <c:pt idx="2536">
                  <c:v>41254</c:v>
                </c:pt>
                <c:pt idx="2537">
                  <c:v>41255</c:v>
                </c:pt>
                <c:pt idx="2538">
                  <c:v>41256</c:v>
                </c:pt>
                <c:pt idx="2539">
                  <c:v>41257</c:v>
                </c:pt>
                <c:pt idx="2540">
                  <c:v>41258</c:v>
                </c:pt>
                <c:pt idx="2541">
                  <c:v>41259</c:v>
                </c:pt>
                <c:pt idx="2542">
                  <c:v>41260</c:v>
                </c:pt>
                <c:pt idx="2543">
                  <c:v>41261</c:v>
                </c:pt>
                <c:pt idx="2544">
                  <c:v>41262</c:v>
                </c:pt>
                <c:pt idx="2545">
                  <c:v>41263</c:v>
                </c:pt>
                <c:pt idx="2546">
                  <c:v>41264</c:v>
                </c:pt>
                <c:pt idx="2547">
                  <c:v>41265</c:v>
                </c:pt>
                <c:pt idx="2548">
                  <c:v>41266</c:v>
                </c:pt>
                <c:pt idx="2549">
                  <c:v>41267</c:v>
                </c:pt>
                <c:pt idx="2550">
                  <c:v>41268</c:v>
                </c:pt>
                <c:pt idx="2551">
                  <c:v>41269</c:v>
                </c:pt>
                <c:pt idx="2552">
                  <c:v>41270</c:v>
                </c:pt>
                <c:pt idx="2553">
                  <c:v>41271</c:v>
                </c:pt>
                <c:pt idx="2554">
                  <c:v>41272</c:v>
                </c:pt>
                <c:pt idx="2555">
                  <c:v>41273</c:v>
                </c:pt>
                <c:pt idx="2556">
                  <c:v>41274</c:v>
                </c:pt>
                <c:pt idx="2557">
                  <c:v>41275</c:v>
                </c:pt>
                <c:pt idx="2558">
                  <c:v>41276</c:v>
                </c:pt>
                <c:pt idx="2559">
                  <c:v>41277</c:v>
                </c:pt>
                <c:pt idx="2560">
                  <c:v>41278</c:v>
                </c:pt>
                <c:pt idx="2561">
                  <c:v>41279</c:v>
                </c:pt>
                <c:pt idx="2562">
                  <c:v>41280</c:v>
                </c:pt>
                <c:pt idx="2563">
                  <c:v>41281</c:v>
                </c:pt>
                <c:pt idx="2564">
                  <c:v>41282</c:v>
                </c:pt>
                <c:pt idx="2565">
                  <c:v>41283</c:v>
                </c:pt>
                <c:pt idx="2566">
                  <c:v>41284</c:v>
                </c:pt>
                <c:pt idx="2567">
                  <c:v>41285</c:v>
                </c:pt>
                <c:pt idx="2568">
                  <c:v>41286</c:v>
                </c:pt>
                <c:pt idx="2569">
                  <c:v>41287</c:v>
                </c:pt>
                <c:pt idx="2570">
                  <c:v>41288</c:v>
                </c:pt>
                <c:pt idx="2571">
                  <c:v>41289</c:v>
                </c:pt>
                <c:pt idx="2572">
                  <c:v>41290</c:v>
                </c:pt>
                <c:pt idx="2573">
                  <c:v>41291</c:v>
                </c:pt>
                <c:pt idx="2574">
                  <c:v>41292</c:v>
                </c:pt>
                <c:pt idx="2575">
                  <c:v>41293</c:v>
                </c:pt>
                <c:pt idx="2576">
                  <c:v>41294</c:v>
                </c:pt>
                <c:pt idx="2577">
                  <c:v>41295</c:v>
                </c:pt>
                <c:pt idx="2578">
                  <c:v>41296</c:v>
                </c:pt>
                <c:pt idx="2579">
                  <c:v>41297</c:v>
                </c:pt>
                <c:pt idx="2580">
                  <c:v>41298</c:v>
                </c:pt>
                <c:pt idx="2581">
                  <c:v>41299</c:v>
                </c:pt>
                <c:pt idx="2582">
                  <c:v>41300</c:v>
                </c:pt>
                <c:pt idx="2583">
                  <c:v>41301</c:v>
                </c:pt>
                <c:pt idx="2584">
                  <c:v>41302</c:v>
                </c:pt>
                <c:pt idx="2585">
                  <c:v>41303</c:v>
                </c:pt>
                <c:pt idx="2586">
                  <c:v>41304</c:v>
                </c:pt>
                <c:pt idx="2587">
                  <c:v>41305</c:v>
                </c:pt>
                <c:pt idx="2588">
                  <c:v>41306</c:v>
                </c:pt>
                <c:pt idx="2589">
                  <c:v>41307</c:v>
                </c:pt>
                <c:pt idx="2590">
                  <c:v>41308</c:v>
                </c:pt>
                <c:pt idx="2591">
                  <c:v>41309</c:v>
                </c:pt>
                <c:pt idx="2592">
                  <c:v>41310</c:v>
                </c:pt>
                <c:pt idx="2593">
                  <c:v>41311</c:v>
                </c:pt>
                <c:pt idx="2594">
                  <c:v>41312</c:v>
                </c:pt>
                <c:pt idx="2595">
                  <c:v>41313</c:v>
                </c:pt>
                <c:pt idx="2596">
                  <c:v>41314</c:v>
                </c:pt>
                <c:pt idx="2597">
                  <c:v>41315</c:v>
                </c:pt>
                <c:pt idx="2598">
                  <c:v>41316</c:v>
                </c:pt>
                <c:pt idx="2599">
                  <c:v>41317</c:v>
                </c:pt>
                <c:pt idx="2600">
                  <c:v>41318</c:v>
                </c:pt>
                <c:pt idx="2601">
                  <c:v>41319</c:v>
                </c:pt>
                <c:pt idx="2602">
                  <c:v>41320</c:v>
                </c:pt>
                <c:pt idx="2603">
                  <c:v>41321</c:v>
                </c:pt>
                <c:pt idx="2604">
                  <c:v>41322</c:v>
                </c:pt>
                <c:pt idx="2605">
                  <c:v>41323</c:v>
                </c:pt>
                <c:pt idx="2606">
                  <c:v>41324</c:v>
                </c:pt>
                <c:pt idx="2607">
                  <c:v>41325</c:v>
                </c:pt>
                <c:pt idx="2608">
                  <c:v>41326</c:v>
                </c:pt>
                <c:pt idx="2609">
                  <c:v>41327</c:v>
                </c:pt>
                <c:pt idx="2610">
                  <c:v>41328</c:v>
                </c:pt>
                <c:pt idx="2611">
                  <c:v>41329</c:v>
                </c:pt>
                <c:pt idx="2612">
                  <c:v>41330</c:v>
                </c:pt>
                <c:pt idx="2613">
                  <c:v>41331</c:v>
                </c:pt>
                <c:pt idx="2614">
                  <c:v>41332</c:v>
                </c:pt>
                <c:pt idx="2615">
                  <c:v>41333</c:v>
                </c:pt>
                <c:pt idx="2616">
                  <c:v>41334</c:v>
                </c:pt>
                <c:pt idx="2617">
                  <c:v>41335</c:v>
                </c:pt>
                <c:pt idx="2618">
                  <c:v>41336</c:v>
                </c:pt>
                <c:pt idx="2619">
                  <c:v>41337</c:v>
                </c:pt>
                <c:pt idx="2620">
                  <c:v>41338</c:v>
                </c:pt>
                <c:pt idx="2621">
                  <c:v>41339</c:v>
                </c:pt>
                <c:pt idx="2622">
                  <c:v>41340</c:v>
                </c:pt>
                <c:pt idx="2623">
                  <c:v>41341</c:v>
                </c:pt>
                <c:pt idx="2624">
                  <c:v>41342</c:v>
                </c:pt>
                <c:pt idx="2625">
                  <c:v>41343</c:v>
                </c:pt>
                <c:pt idx="2626">
                  <c:v>41344</c:v>
                </c:pt>
                <c:pt idx="2627">
                  <c:v>41345</c:v>
                </c:pt>
                <c:pt idx="2628">
                  <c:v>41346</c:v>
                </c:pt>
                <c:pt idx="2629">
                  <c:v>41347</c:v>
                </c:pt>
                <c:pt idx="2630">
                  <c:v>41348</c:v>
                </c:pt>
                <c:pt idx="2631">
                  <c:v>41349</c:v>
                </c:pt>
                <c:pt idx="2632">
                  <c:v>41350</c:v>
                </c:pt>
                <c:pt idx="2633">
                  <c:v>41351</c:v>
                </c:pt>
                <c:pt idx="2634">
                  <c:v>41352</c:v>
                </c:pt>
                <c:pt idx="2635">
                  <c:v>41353</c:v>
                </c:pt>
                <c:pt idx="2636">
                  <c:v>41354</c:v>
                </c:pt>
                <c:pt idx="2637">
                  <c:v>41355</c:v>
                </c:pt>
                <c:pt idx="2638">
                  <c:v>41356</c:v>
                </c:pt>
                <c:pt idx="2639">
                  <c:v>41357</c:v>
                </c:pt>
                <c:pt idx="2640">
                  <c:v>41358</c:v>
                </c:pt>
                <c:pt idx="2641">
                  <c:v>41359</c:v>
                </c:pt>
                <c:pt idx="2642">
                  <c:v>41360</c:v>
                </c:pt>
                <c:pt idx="2643">
                  <c:v>41361</c:v>
                </c:pt>
                <c:pt idx="2644">
                  <c:v>41362</c:v>
                </c:pt>
                <c:pt idx="2645">
                  <c:v>41363</c:v>
                </c:pt>
                <c:pt idx="2646">
                  <c:v>41364</c:v>
                </c:pt>
                <c:pt idx="2647">
                  <c:v>41365</c:v>
                </c:pt>
                <c:pt idx="2648">
                  <c:v>41366</c:v>
                </c:pt>
                <c:pt idx="2649">
                  <c:v>41367</c:v>
                </c:pt>
                <c:pt idx="2650">
                  <c:v>41368</c:v>
                </c:pt>
                <c:pt idx="2651">
                  <c:v>41369</c:v>
                </c:pt>
                <c:pt idx="2652">
                  <c:v>41370</c:v>
                </c:pt>
                <c:pt idx="2653">
                  <c:v>41371</c:v>
                </c:pt>
                <c:pt idx="2654">
                  <c:v>41372</c:v>
                </c:pt>
                <c:pt idx="2655">
                  <c:v>41373</c:v>
                </c:pt>
                <c:pt idx="2656">
                  <c:v>41374</c:v>
                </c:pt>
                <c:pt idx="2657">
                  <c:v>41375</c:v>
                </c:pt>
                <c:pt idx="2658">
                  <c:v>41376</c:v>
                </c:pt>
                <c:pt idx="2659">
                  <c:v>41377</c:v>
                </c:pt>
                <c:pt idx="2660">
                  <c:v>41378</c:v>
                </c:pt>
                <c:pt idx="2661">
                  <c:v>41379</c:v>
                </c:pt>
                <c:pt idx="2662">
                  <c:v>41380</c:v>
                </c:pt>
                <c:pt idx="2663">
                  <c:v>41381</c:v>
                </c:pt>
                <c:pt idx="2664">
                  <c:v>41382</c:v>
                </c:pt>
                <c:pt idx="2665">
                  <c:v>41383</c:v>
                </c:pt>
                <c:pt idx="2666">
                  <c:v>41384</c:v>
                </c:pt>
                <c:pt idx="2667">
                  <c:v>41385</c:v>
                </c:pt>
                <c:pt idx="2668">
                  <c:v>41386</c:v>
                </c:pt>
                <c:pt idx="2669">
                  <c:v>41387</c:v>
                </c:pt>
                <c:pt idx="2670">
                  <c:v>41388</c:v>
                </c:pt>
                <c:pt idx="2671">
                  <c:v>41389</c:v>
                </c:pt>
                <c:pt idx="2672">
                  <c:v>41390</c:v>
                </c:pt>
                <c:pt idx="2673">
                  <c:v>41391</c:v>
                </c:pt>
                <c:pt idx="2674">
                  <c:v>41392</c:v>
                </c:pt>
                <c:pt idx="2675">
                  <c:v>41393</c:v>
                </c:pt>
                <c:pt idx="2676">
                  <c:v>41394</c:v>
                </c:pt>
                <c:pt idx="2677">
                  <c:v>41395</c:v>
                </c:pt>
                <c:pt idx="2678">
                  <c:v>41396</c:v>
                </c:pt>
                <c:pt idx="2679">
                  <c:v>41397</c:v>
                </c:pt>
                <c:pt idx="2680">
                  <c:v>41398</c:v>
                </c:pt>
                <c:pt idx="2681">
                  <c:v>41399</c:v>
                </c:pt>
                <c:pt idx="2682">
                  <c:v>41400</c:v>
                </c:pt>
                <c:pt idx="2683">
                  <c:v>41401</c:v>
                </c:pt>
                <c:pt idx="2684">
                  <c:v>41402</c:v>
                </c:pt>
                <c:pt idx="2685">
                  <c:v>41403</c:v>
                </c:pt>
                <c:pt idx="2686">
                  <c:v>41404</c:v>
                </c:pt>
                <c:pt idx="2687">
                  <c:v>41405</c:v>
                </c:pt>
                <c:pt idx="2688">
                  <c:v>41406</c:v>
                </c:pt>
                <c:pt idx="2689">
                  <c:v>41407</c:v>
                </c:pt>
                <c:pt idx="2690">
                  <c:v>41408</c:v>
                </c:pt>
                <c:pt idx="2691">
                  <c:v>41409</c:v>
                </c:pt>
                <c:pt idx="2692">
                  <c:v>41410</c:v>
                </c:pt>
                <c:pt idx="2693">
                  <c:v>41411</c:v>
                </c:pt>
                <c:pt idx="2694">
                  <c:v>41412</c:v>
                </c:pt>
                <c:pt idx="2695">
                  <c:v>41413</c:v>
                </c:pt>
                <c:pt idx="2696">
                  <c:v>41414</c:v>
                </c:pt>
                <c:pt idx="2697">
                  <c:v>41415</c:v>
                </c:pt>
                <c:pt idx="2698">
                  <c:v>41416</c:v>
                </c:pt>
                <c:pt idx="2699">
                  <c:v>41417</c:v>
                </c:pt>
                <c:pt idx="2700">
                  <c:v>41418</c:v>
                </c:pt>
                <c:pt idx="2701">
                  <c:v>41419</c:v>
                </c:pt>
                <c:pt idx="2702">
                  <c:v>41420</c:v>
                </c:pt>
                <c:pt idx="2703">
                  <c:v>41421</c:v>
                </c:pt>
                <c:pt idx="2704">
                  <c:v>41422</c:v>
                </c:pt>
                <c:pt idx="2705">
                  <c:v>41423</c:v>
                </c:pt>
                <c:pt idx="2706">
                  <c:v>41424</c:v>
                </c:pt>
                <c:pt idx="2707">
                  <c:v>41425</c:v>
                </c:pt>
                <c:pt idx="2708">
                  <c:v>41426</c:v>
                </c:pt>
                <c:pt idx="2709">
                  <c:v>41427</c:v>
                </c:pt>
                <c:pt idx="2710">
                  <c:v>41428</c:v>
                </c:pt>
                <c:pt idx="2711">
                  <c:v>41429</c:v>
                </c:pt>
                <c:pt idx="2712">
                  <c:v>41430</c:v>
                </c:pt>
                <c:pt idx="2713">
                  <c:v>41431</c:v>
                </c:pt>
                <c:pt idx="2714">
                  <c:v>41432</c:v>
                </c:pt>
                <c:pt idx="2715">
                  <c:v>41433</c:v>
                </c:pt>
                <c:pt idx="2716">
                  <c:v>41434</c:v>
                </c:pt>
                <c:pt idx="2717">
                  <c:v>41435</c:v>
                </c:pt>
                <c:pt idx="2718">
                  <c:v>41436</c:v>
                </c:pt>
                <c:pt idx="2719">
                  <c:v>41437</c:v>
                </c:pt>
                <c:pt idx="2720">
                  <c:v>41438</c:v>
                </c:pt>
                <c:pt idx="2721">
                  <c:v>41439</c:v>
                </c:pt>
                <c:pt idx="2722">
                  <c:v>41440</c:v>
                </c:pt>
                <c:pt idx="2723">
                  <c:v>41441</c:v>
                </c:pt>
                <c:pt idx="2724">
                  <c:v>41442</c:v>
                </c:pt>
                <c:pt idx="2725">
                  <c:v>41443</c:v>
                </c:pt>
                <c:pt idx="2726">
                  <c:v>41444</c:v>
                </c:pt>
                <c:pt idx="2727">
                  <c:v>41445</c:v>
                </c:pt>
                <c:pt idx="2728">
                  <c:v>41446</c:v>
                </c:pt>
                <c:pt idx="2729">
                  <c:v>41447</c:v>
                </c:pt>
                <c:pt idx="2730">
                  <c:v>41448</c:v>
                </c:pt>
                <c:pt idx="2731">
                  <c:v>41449</c:v>
                </c:pt>
                <c:pt idx="2732">
                  <c:v>41450</c:v>
                </c:pt>
                <c:pt idx="2733">
                  <c:v>41451</c:v>
                </c:pt>
                <c:pt idx="2734">
                  <c:v>41452</c:v>
                </c:pt>
                <c:pt idx="2735">
                  <c:v>41453</c:v>
                </c:pt>
                <c:pt idx="2736">
                  <c:v>41454</c:v>
                </c:pt>
                <c:pt idx="2737">
                  <c:v>41455</c:v>
                </c:pt>
                <c:pt idx="2738">
                  <c:v>41456</c:v>
                </c:pt>
                <c:pt idx="2739">
                  <c:v>41457</c:v>
                </c:pt>
                <c:pt idx="2740">
                  <c:v>41458</c:v>
                </c:pt>
                <c:pt idx="2741">
                  <c:v>41459</c:v>
                </c:pt>
                <c:pt idx="2742">
                  <c:v>41460</c:v>
                </c:pt>
                <c:pt idx="2743">
                  <c:v>41461</c:v>
                </c:pt>
                <c:pt idx="2744">
                  <c:v>41462</c:v>
                </c:pt>
                <c:pt idx="2745">
                  <c:v>41463</c:v>
                </c:pt>
                <c:pt idx="2746">
                  <c:v>41464</c:v>
                </c:pt>
                <c:pt idx="2747">
                  <c:v>41465</c:v>
                </c:pt>
                <c:pt idx="2748">
                  <c:v>41466</c:v>
                </c:pt>
                <c:pt idx="2749">
                  <c:v>41467</c:v>
                </c:pt>
                <c:pt idx="2750">
                  <c:v>41468</c:v>
                </c:pt>
                <c:pt idx="2751">
                  <c:v>41469</c:v>
                </c:pt>
                <c:pt idx="2752">
                  <c:v>41470</c:v>
                </c:pt>
                <c:pt idx="2753">
                  <c:v>41471</c:v>
                </c:pt>
                <c:pt idx="2754">
                  <c:v>41472</c:v>
                </c:pt>
                <c:pt idx="2755">
                  <c:v>41473</c:v>
                </c:pt>
                <c:pt idx="2756">
                  <c:v>41474</c:v>
                </c:pt>
                <c:pt idx="2757">
                  <c:v>41475</c:v>
                </c:pt>
                <c:pt idx="2758">
                  <c:v>41476</c:v>
                </c:pt>
                <c:pt idx="2759">
                  <c:v>41477</c:v>
                </c:pt>
                <c:pt idx="2760">
                  <c:v>41478</c:v>
                </c:pt>
                <c:pt idx="2761">
                  <c:v>41479</c:v>
                </c:pt>
                <c:pt idx="2762">
                  <c:v>41480</c:v>
                </c:pt>
                <c:pt idx="2763">
                  <c:v>41481</c:v>
                </c:pt>
                <c:pt idx="2764">
                  <c:v>41482</c:v>
                </c:pt>
                <c:pt idx="2765">
                  <c:v>41483</c:v>
                </c:pt>
                <c:pt idx="2766">
                  <c:v>41484</c:v>
                </c:pt>
                <c:pt idx="2767">
                  <c:v>41485</c:v>
                </c:pt>
                <c:pt idx="2768">
                  <c:v>41486</c:v>
                </c:pt>
                <c:pt idx="2769">
                  <c:v>41487</c:v>
                </c:pt>
                <c:pt idx="2770">
                  <c:v>41488</c:v>
                </c:pt>
                <c:pt idx="2771">
                  <c:v>41489</c:v>
                </c:pt>
                <c:pt idx="2772">
                  <c:v>41490</c:v>
                </c:pt>
                <c:pt idx="2773">
                  <c:v>41491</c:v>
                </c:pt>
                <c:pt idx="2774">
                  <c:v>41492</c:v>
                </c:pt>
                <c:pt idx="2775">
                  <c:v>41493</c:v>
                </c:pt>
                <c:pt idx="2776">
                  <c:v>41494</c:v>
                </c:pt>
                <c:pt idx="2777">
                  <c:v>41495</c:v>
                </c:pt>
                <c:pt idx="2778">
                  <c:v>41496</c:v>
                </c:pt>
                <c:pt idx="2779">
                  <c:v>41497</c:v>
                </c:pt>
                <c:pt idx="2780">
                  <c:v>41498</c:v>
                </c:pt>
                <c:pt idx="2781">
                  <c:v>41499</c:v>
                </c:pt>
                <c:pt idx="2782">
                  <c:v>41500</c:v>
                </c:pt>
                <c:pt idx="2783">
                  <c:v>41501</c:v>
                </c:pt>
                <c:pt idx="2784">
                  <c:v>41502</c:v>
                </c:pt>
                <c:pt idx="2785">
                  <c:v>41503</c:v>
                </c:pt>
                <c:pt idx="2786">
                  <c:v>41504</c:v>
                </c:pt>
                <c:pt idx="2787">
                  <c:v>41505</c:v>
                </c:pt>
                <c:pt idx="2788">
                  <c:v>41506</c:v>
                </c:pt>
                <c:pt idx="2789">
                  <c:v>41507</c:v>
                </c:pt>
                <c:pt idx="2790">
                  <c:v>41508</c:v>
                </c:pt>
                <c:pt idx="2791">
                  <c:v>41509</c:v>
                </c:pt>
                <c:pt idx="2792">
                  <c:v>41510</c:v>
                </c:pt>
                <c:pt idx="2793">
                  <c:v>41511</c:v>
                </c:pt>
                <c:pt idx="2794">
                  <c:v>41512</c:v>
                </c:pt>
                <c:pt idx="2795">
                  <c:v>41513</c:v>
                </c:pt>
                <c:pt idx="2796">
                  <c:v>41514</c:v>
                </c:pt>
                <c:pt idx="2797">
                  <c:v>41515</c:v>
                </c:pt>
                <c:pt idx="2798">
                  <c:v>41516</c:v>
                </c:pt>
                <c:pt idx="2799">
                  <c:v>41517</c:v>
                </c:pt>
                <c:pt idx="2800">
                  <c:v>41518</c:v>
                </c:pt>
                <c:pt idx="2801">
                  <c:v>41519</c:v>
                </c:pt>
                <c:pt idx="2802">
                  <c:v>41520</c:v>
                </c:pt>
                <c:pt idx="2803">
                  <c:v>41521</c:v>
                </c:pt>
                <c:pt idx="2804">
                  <c:v>41522</c:v>
                </c:pt>
                <c:pt idx="2805">
                  <c:v>41523</c:v>
                </c:pt>
                <c:pt idx="2806">
                  <c:v>41524</c:v>
                </c:pt>
                <c:pt idx="2807">
                  <c:v>41525</c:v>
                </c:pt>
                <c:pt idx="2808">
                  <c:v>41526</c:v>
                </c:pt>
                <c:pt idx="2809">
                  <c:v>41527</c:v>
                </c:pt>
                <c:pt idx="2810">
                  <c:v>41528</c:v>
                </c:pt>
                <c:pt idx="2811">
                  <c:v>41529</c:v>
                </c:pt>
                <c:pt idx="2812">
                  <c:v>41530</c:v>
                </c:pt>
                <c:pt idx="2813">
                  <c:v>41531</c:v>
                </c:pt>
                <c:pt idx="2814">
                  <c:v>41532</c:v>
                </c:pt>
                <c:pt idx="2815">
                  <c:v>41533</c:v>
                </c:pt>
                <c:pt idx="2816">
                  <c:v>41534</c:v>
                </c:pt>
                <c:pt idx="2817">
                  <c:v>41535</c:v>
                </c:pt>
                <c:pt idx="2818">
                  <c:v>41536</c:v>
                </c:pt>
                <c:pt idx="2819">
                  <c:v>41537</c:v>
                </c:pt>
                <c:pt idx="2820">
                  <c:v>41538</c:v>
                </c:pt>
                <c:pt idx="2821">
                  <c:v>41539</c:v>
                </c:pt>
                <c:pt idx="2822">
                  <c:v>41540</c:v>
                </c:pt>
                <c:pt idx="2823">
                  <c:v>41541</c:v>
                </c:pt>
                <c:pt idx="2824">
                  <c:v>41542</c:v>
                </c:pt>
                <c:pt idx="2825">
                  <c:v>41543</c:v>
                </c:pt>
                <c:pt idx="2826">
                  <c:v>41544</c:v>
                </c:pt>
                <c:pt idx="2827">
                  <c:v>41545</c:v>
                </c:pt>
                <c:pt idx="2828">
                  <c:v>41546</c:v>
                </c:pt>
                <c:pt idx="2829">
                  <c:v>41547</c:v>
                </c:pt>
                <c:pt idx="2830">
                  <c:v>41548</c:v>
                </c:pt>
                <c:pt idx="2831">
                  <c:v>41549</c:v>
                </c:pt>
                <c:pt idx="2832">
                  <c:v>41550</c:v>
                </c:pt>
                <c:pt idx="2833">
                  <c:v>41551</c:v>
                </c:pt>
                <c:pt idx="2834">
                  <c:v>41552</c:v>
                </c:pt>
                <c:pt idx="2835">
                  <c:v>41553</c:v>
                </c:pt>
                <c:pt idx="2836">
                  <c:v>41554</c:v>
                </c:pt>
                <c:pt idx="2837">
                  <c:v>41555</c:v>
                </c:pt>
                <c:pt idx="2838">
                  <c:v>41556</c:v>
                </c:pt>
                <c:pt idx="2839">
                  <c:v>41557</c:v>
                </c:pt>
                <c:pt idx="2840">
                  <c:v>41558</c:v>
                </c:pt>
                <c:pt idx="2841">
                  <c:v>41559</c:v>
                </c:pt>
                <c:pt idx="2842">
                  <c:v>41560</c:v>
                </c:pt>
                <c:pt idx="2843">
                  <c:v>41561</c:v>
                </c:pt>
                <c:pt idx="2844">
                  <c:v>41562</c:v>
                </c:pt>
                <c:pt idx="2845">
                  <c:v>41563</c:v>
                </c:pt>
                <c:pt idx="2846">
                  <c:v>41564</c:v>
                </c:pt>
                <c:pt idx="2847">
                  <c:v>41565</c:v>
                </c:pt>
                <c:pt idx="2848">
                  <c:v>41566</c:v>
                </c:pt>
                <c:pt idx="2849">
                  <c:v>41567</c:v>
                </c:pt>
                <c:pt idx="2850">
                  <c:v>41568</c:v>
                </c:pt>
                <c:pt idx="2851">
                  <c:v>41569</c:v>
                </c:pt>
                <c:pt idx="2852">
                  <c:v>41570</c:v>
                </c:pt>
                <c:pt idx="2853">
                  <c:v>41571</c:v>
                </c:pt>
                <c:pt idx="2854">
                  <c:v>41572</c:v>
                </c:pt>
                <c:pt idx="2855">
                  <c:v>41573</c:v>
                </c:pt>
                <c:pt idx="2856">
                  <c:v>41574</c:v>
                </c:pt>
                <c:pt idx="2857">
                  <c:v>41575</c:v>
                </c:pt>
                <c:pt idx="2858">
                  <c:v>41576</c:v>
                </c:pt>
                <c:pt idx="2859">
                  <c:v>41577</c:v>
                </c:pt>
                <c:pt idx="2860">
                  <c:v>41578</c:v>
                </c:pt>
                <c:pt idx="2861">
                  <c:v>41579</c:v>
                </c:pt>
                <c:pt idx="2862">
                  <c:v>41580</c:v>
                </c:pt>
                <c:pt idx="2863">
                  <c:v>41581</c:v>
                </c:pt>
                <c:pt idx="2864">
                  <c:v>41582</c:v>
                </c:pt>
                <c:pt idx="2865">
                  <c:v>41583</c:v>
                </c:pt>
                <c:pt idx="2866">
                  <c:v>41584</c:v>
                </c:pt>
                <c:pt idx="2867">
                  <c:v>41585</c:v>
                </c:pt>
                <c:pt idx="2868">
                  <c:v>41586</c:v>
                </c:pt>
                <c:pt idx="2869">
                  <c:v>41587</c:v>
                </c:pt>
                <c:pt idx="2870">
                  <c:v>41588</c:v>
                </c:pt>
                <c:pt idx="2871">
                  <c:v>41589</c:v>
                </c:pt>
                <c:pt idx="2872">
                  <c:v>41590</c:v>
                </c:pt>
                <c:pt idx="2873">
                  <c:v>41591</c:v>
                </c:pt>
                <c:pt idx="2874">
                  <c:v>41592</c:v>
                </c:pt>
                <c:pt idx="2875">
                  <c:v>41593</c:v>
                </c:pt>
                <c:pt idx="2876">
                  <c:v>41594</c:v>
                </c:pt>
                <c:pt idx="2877">
                  <c:v>41595</c:v>
                </c:pt>
                <c:pt idx="2878">
                  <c:v>41596</c:v>
                </c:pt>
                <c:pt idx="2879">
                  <c:v>41597</c:v>
                </c:pt>
                <c:pt idx="2880">
                  <c:v>41598</c:v>
                </c:pt>
                <c:pt idx="2881">
                  <c:v>41599</c:v>
                </c:pt>
                <c:pt idx="2882">
                  <c:v>41600</c:v>
                </c:pt>
                <c:pt idx="2883">
                  <c:v>41601</c:v>
                </c:pt>
                <c:pt idx="2884">
                  <c:v>41602</c:v>
                </c:pt>
                <c:pt idx="2885">
                  <c:v>41603</c:v>
                </c:pt>
                <c:pt idx="2886">
                  <c:v>41604</c:v>
                </c:pt>
                <c:pt idx="2887">
                  <c:v>41605</c:v>
                </c:pt>
                <c:pt idx="2888">
                  <c:v>41606</c:v>
                </c:pt>
                <c:pt idx="2889">
                  <c:v>41607</c:v>
                </c:pt>
                <c:pt idx="2890">
                  <c:v>41608</c:v>
                </c:pt>
                <c:pt idx="2891">
                  <c:v>41609</c:v>
                </c:pt>
                <c:pt idx="2892">
                  <c:v>41610</c:v>
                </c:pt>
                <c:pt idx="2893">
                  <c:v>41611</c:v>
                </c:pt>
                <c:pt idx="2894">
                  <c:v>41612</c:v>
                </c:pt>
                <c:pt idx="2895">
                  <c:v>41613</c:v>
                </c:pt>
                <c:pt idx="2896">
                  <c:v>41614</c:v>
                </c:pt>
                <c:pt idx="2897">
                  <c:v>41615</c:v>
                </c:pt>
                <c:pt idx="2898">
                  <c:v>41616</c:v>
                </c:pt>
                <c:pt idx="2899">
                  <c:v>41617</c:v>
                </c:pt>
                <c:pt idx="2900">
                  <c:v>41618</c:v>
                </c:pt>
                <c:pt idx="2901">
                  <c:v>41619</c:v>
                </c:pt>
                <c:pt idx="2902">
                  <c:v>41620</c:v>
                </c:pt>
                <c:pt idx="2903">
                  <c:v>41621</c:v>
                </c:pt>
                <c:pt idx="2904">
                  <c:v>41622</c:v>
                </c:pt>
                <c:pt idx="2905">
                  <c:v>41623</c:v>
                </c:pt>
                <c:pt idx="2906">
                  <c:v>41624</c:v>
                </c:pt>
                <c:pt idx="2907">
                  <c:v>41625</c:v>
                </c:pt>
                <c:pt idx="2908">
                  <c:v>41626</c:v>
                </c:pt>
                <c:pt idx="2909">
                  <c:v>41627</c:v>
                </c:pt>
                <c:pt idx="2910">
                  <c:v>41628</c:v>
                </c:pt>
                <c:pt idx="2911">
                  <c:v>41629</c:v>
                </c:pt>
                <c:pt idx="2912">
                  <c:v>41630</c:v>
                </c:pt>
                <c:pt idx="2913">
                  <c:v>41631</c:v>
                </c:pt>
                <c:pt idx="2914">
                  <c:v>41632</c:v>
                </c:pt>
                <c:pt idx="2915">
                  <c:v>41633</c:v>
                </c:pt>
                <c:pt idx="2916">
                  <c:v>41634</c:v>
                </c:pt>
                <c:pt idx="2917">
                  <c:v>41635</c:v>
                </c:pt>
                <c:pt idx="2918">
                  <c:v>41636</c:v>
                </c:pt>
                <c:pt idx="2919">
                  <c:v>41637</c:v>
                </c:pt>
                <c:pt idx="2920">
                  <c:v>41638</c:v>
                </c:pt>
                <c:pt idx="2921">
                  <c:v>41639</c:v>
                </c:pt>
                <c:pt idx="2922">
                  <c:v>41640</c:v>
                </c:pt>
                <c:pt idx="2923">
                  <c:v>41641</c:v>
                </c:pt>
                <c:pt idx="2924">
                  <c:v>41642</c:v>
                </c:pt>
                <c:pt idx="2925">
                  <c:v>41643</c:v>
                </c:pt>
                <c:pt idx="2926">
                  <c:v>41644</c:v>
                </c:pt>
                <c:pt idx="2927">
                  <c:v>41645</c:v>
                </c:pt>
                <c:pt idx="2928">
                  <c:v>41646</c:v>
                </c:pt>
                <c:pt idx="2929">
                  <c:v>41647</c:v>
                </c:pt>
                <c:pt idx="2930">
                  <c:v>41648</c:v>
                </c:pt>
                <c:pt idx="2931">
                  <c:v>41649</c:v>
                </c:pt>
                <c:pt idx="2932">
                  <c:v>41650</c:v>
                </c:pt>
                <c:pt idx="2933">
                  <c:v>41651</c:v>
                </c:pt>
                <c:pt idx="2934">
                  <c:v>41652</c:v>
                </c:pt>
                <c:pt idx="2935">
                  <c:v>41653</c:v>
                </c:pt>
                <c:pt idx="2936">
                  <c:v>41654</c:v>
                </c:pt>
                <c:pt idx="2937">
                  <c:v>41655</c:v>
                </c:pt>
                <c:pt idx="2938">
                  <c:v>41656</c:v>
                </c:pt>
                <c:pt idx="2939">
                  <c:v>41657</c:v>
                </c:pt>
                <c:pt idx="2940">
                  <c:v>41658</c:v>
                </c:pt>
                <c:pt idx="2941">
                  <c:v>41659</c:v>
                </c:pt>
                <c:pt idx="2942">
                  <c:v>41660</c:v>
                </c:pt>
                <c:pt idx="2943">
                  <c:v>41661</c:v>
                </c:pt>
                <c:pt idx="2944">
                  <c:v>41662</c:v>
                </c:pt>
                <c:pt idx="2945">
                  <c:v>41663</c:v>
                </c:pt>
                <c:pt idx="2946">
                  <c:v>41664</c:v>
                </c:pt>
                <c:pt idx="2947">
                  <c:v>41665</c:v>
                </c:pt>
                <c:pt idx="2948">
                  <c:v>41666</c:v>
                </c:pt>
                <c:pt idx="2949">
                  <c:v>41667</c:v>
                </c:pt>
                <c:pt idx="2950">
                  <c:v>41668</c:v>
                </c:pt>
                <c:pt idx="2951">
                  <c:v>41669</c:v>
                </c:pt>
                <c:pt idx="2952">
                  <c:v>41670</c:v>
                </c:pt>
                <c:pt idx="2953">
                  <c:v>41671</c:v>
                </c:pt>
                <c:pt idx="2954">
                  <c:v>41672</c:v>
                </c:pt>
                <c:pt idx="2955">
                  <c:v>41673</c:v>
                </c:pt>
                <c:pt idx="2956">
                  <c:v>41674</c:v>
                </c:pt>
                <c:pt idx="2957">
                  <c:v>41675</c:v>
                </c:pt>
                <c:pt idx="2958">
                  <c:v>41676</c:v>
                </c:pt>
                <c:pt idx="2959">
                  <c:v>41677</c:v>
                </c:pt>
                <c:pt idx="2960">
                  <c:v>41678</c:v>
                </c:pt>
                <c:pt idx="2961">
                  <c:v>41679</c:v>
                </c:pt>
                <c:pt idx="2962">
                  <c:v>41680</c:v>
                </c:pt>
                <c:pt idx="2963">
                  <c:v>41681</c:v>
                </c:pt>
                <c:pt idx="2964">
                  <c:v>41682</c:v>
                </c:pt>
                <c:pt idx="2965">
                  <c:v>41683</c:v>
                </c:pt>
                <c:pt idx="2966">
                  <c:v>41684</c:v>
                </c:pt>
                <c:pt idx="2967">
                  <c:v>41685</c:v>
                </c:pt>
                <c:pt idx="2968">
                  <c:v>41686</c:v>
                </c:pt>
                <c:pt idx="2969">
                  <c:v>41687</c:v>
                </c:pt>
                <c:pt idx="2970">
                  <c:v>41688</c:v>
                </c:pt>
                <c:pt idx="2971">
                  <c:v>41689</c:v>
                </c:pt>
                <c:pt idx="2972">
                  <c:v>41690</c:v>
                </c:pt>
                <c:pt idx="2973">
                  <c:v>41691</c:v>
                </c:pt>
                <c:pt idx="2974">
                  <c:v>41692</c:v>
                </c:pt>
                <c:pt idx="2975">
                  <c:v>41693</c:v>
                </c:pt>
                <c:pt idx="2976">
                  <c:v>41694</c:v>
                </c:pt>
                <c:pt idx="2977">
                  <c:v>41695</c:v>
                </c:pt>
                <c:pt idx="2978">
                  <c:v>41696</c:v>
                </c:pt>
                <c:pt idx="2979">
                  <c:v>41697</c:v>
                </c:pt>
                <c:pt idx="2980">
                  <c:v>41698</c:v>
                </c:pt>
                <c:pt idx="2981">
                  <c:v>41699</c:v>
                </c:pt>
                <c:pt idx="2982">
                  <c:v>41700</c:v>
                </c:pt>
                <c:pt idx="2983">
                  <c:v>41701</c:v>
                </c:pt>
                <c:pt idx="2984">
                  <c:v>41702</c:v>
                </c:pt>
                <c:pt idx="2985">
                  <c:v>41703</c:v>
                </c:pt>
                <c:pt idx="2986">
                  <c:v>41704</c:v>
                </c:pt>
                <c:pt idx="2987">
                  <c:v>41705</c:v>
                </c:pt>
                <c:pt idx="2988">
                  <c:v>41706</c:v>
                </c:pt>
                <c:pt idx="2989">
                  <c:v>41707</c:v>
                </c:pt>
                <c:pt idx="2990">
                  <c:v>41708</c:v>
                </c:pt>
                <c:pt idx="2991">
                  <c:v>41709</c:v>
                </c:pt>
                <c:pt idx="2992">
                  <c:v>41710</c:v>
                </c:pt>
                <c:pt idx="2993">
                  <c:v>41711</c:v>
                </c:pt>
                <c:pt idx="2994">
                  <c:v>41712</c:v>
                </c:pt>
                <c:pt idx="2995">
                  <c:v>41713</c:v>
                </c:pt>
                <c:pt idx="2996">
                  <c:v>41714</c:v>
                </c:pt>
                <c:pt idx="2997">
                  <c:v>41715</c:v>
                </c:pt>
                <c:pt idx="2998">
                  <c:v>41716</c:v>
                </c:pt>
                <c:pt idx="2999">
                  <c:v>41717</c:v>
                </c:pt>
                <c:pt idx="3000">
                  <c:v>41718</c:v>
                </c:pt>
                <c:pt idx="3001">
                  <c:v>41719</c:v>
                </c:pt>
                <c:pt idx="3002">
                  <c:v>41720</c:v>
                </c:pt>
                <c:pt idx="3003">
                  <c:v>41721</c:v>
                </c:pt>
                <c:pt idx="3004">
                  <c:v>41722</c:v>
                </c:pt>
                <c:pt idx="3005">
                  <c:v>41723</c:v>
                </c:pt>
                <c:pt idx="3006">
                  <c:v>41724</c:v>
                </c:pt>
                <c:pt idx="3007">
                  <c:v>41725</c:v>
                </c:pt>
                <c:pt idx="3008">
                  <c:v>41726</c:v>
                </c:pt>
                <c:pt idx="3009">
                  <c:v>41727</c:v>
                </c:pt>
                <c:pt idx="3010">
                  <c:v>41728</c:v>
                </c:pt>
                <c:pt idx="3011">
                  <c:v>41729</c:v>
                </c:pt>
                <c:pt idx="3012">
                  <c:v>41730</c:v>
                </c:pt>
                <c:pt idx="3013">
                  <c:v>41731</c:v>
                </c:pt>
                <c:pt idx="3014">
                  <c:v>41732</c:v>
                </c:pt>
                <c:pt idx="3015">
                  <c:v>41733</c:v>
                </c:pt>
                <c:pt idx="3016">
                  <c:v>41734</c:v>
                </c:pt>
                <c:pt idx="3017">
                  <c:v>41735</c:v>
                </c:pt>
                <c:pt idx="3018">
                  <c:v>41736</c:v>
                </c:pt>
                <c:pt idx="3019">
                  <c:v>41737</c:v>
                </c:pt>
                <c:pt idx="3020">
                  <c:v>41738</c:v>
                </c:pt>
                <c:pt idx="3021">
                  <c:v>41739</c:v>
                </c:pt>
                <c:pt idx="3022">
                  <c:v>41740</c:v>
                </c:pt>
                <c:pt idx="3023">
                  <c:v>41741</c:v>
                </c:pt>
                <c:pt idx="3024">
                  <c:v>41742</c:v>
                </c:pt>
                <c:pt idx="3025">
                  <c:v>41743</c:v>
                </c:pt>
                <c:pt idx="3026">
                  <c:v>41744</c:v>
                </c:pt>
                <c:pt idx="3027">
                  <c:v>41745</c:v>
                </c:pt>
                <c:pt idx="3028">
                  <c:v>41746</c:v>
                </c:pt>
                <c:pt idx="3029">
                  <c:v>41747</c:v>
                </c:pt>
                <c:pt idx="3030">
                  <c:v>41748</c:v>
                </c:pt>
                <c:pt idx="3031">
                  <c:v>41749</c:v>
                </c:pt>
                <c:pt idx="3032">
                  <c:v>41750</c:v>
                </c:pt>
                <c:pt idx="3033">
                  <c:v>41751</c:v>
                </c:pt>
                <c:pt idx="3034">
                  <c:v>41752</c:v>
                </c:pt>
                <c:pt idx="3035">
                  <c:v>41753</c:v>
                </c:pt>
                <c:pt idx="3036">
                  <c:v>41754</c:v>
                </c:pt>
                <c:pt idx="3037">
                  <c:v>41755</c:v>
                </c:pt>
                <c:pt idx="3038">
                  <c:v>41756</c:v>
                </c:pt>
                <c:pt idx="3039">
                  <c:v>41757</c:v>
                </c:pt>
                <c:pt idx="3040">
                  <c:v>41758</c:v>
                </c:pt>
                <c:pt idx="3041">
                  <c:v>41759</c:v>
                </c:pt>
                <c:pt idx="3042">
                  <c:v>41760</c:v>
                </c:pt>
                <c:pt idx="3043">
                  <c:v>41761</c:v>
                </c:pt>
                <c:pt idx="3044">
                  <c:v>41762</c:v>
                </c:pt>
                <c:pt idx="3045">
                  <c:v>41763</c:v>
                </c:pt>
                <c:pt idx="3046">
                  <c:v>41764</c:v>
                </c:pt>
                <c:pt idx="3047">
                  <c:v>41765</c:v>
                </c:pt>
                <c:pt idx="3048">
                  <c:v>41766</c:v>
                </c:pt>
                <c:pt idx="3049">
                  <c:v>41767</c:v>
                </c:pt>
                <c:pt idx="3050">
                  <c:v>41768</c:v>
                </c:pt>
                <c:pt idx="3051">
                  <c:v>41769</c:v>
                </c:pt>
                <c:pt idx="3052">
                  <c:v>41770</c:v>
                </c:pt>
                <c:pt idx="3053">
                  <c:v>41771</c:v>
                </c:pt>
                <c:pt idx="3054">
                  <c:v>41772</c:v>
                </c:pt>
                <c:pt idx="3055">
                  <c:v>41773</c:v>
                </c:pt>
                <c:pt idx="3056">
                  <c:v>41774</c:v>
                </c:pt>
                <c:pt idx="3057">
                  <c:v>41775</c:v>
                </c:pt>
                <c:pt idx="3058">
                  <c:v>41776</c:v>
                </c:pt>
                <c:pt idx="3059">
                  <c:v>41777</c:v>
                </c:pt>
                <c:pt idx="3060">
                  <c:v>41778</c:v>
                </c:pt>
                <c:pt idx="3061">
                  <c:v>41779</c:v>
                </c:pt>
                <c:pt idx="3062">
                  <c:v>41780</c:v>
                </c:pt>
                <c:pt idx="3063">
                  <c:v>41781</c:v>
                </c:pt>
                <c:pt idx="3064">
                  <c:v>41782</c:v>
                </c:pt>
                <c:pt idx="3065">
                  <c:v>41783</c:v>
                </c:pt>
                <c:pt idx="3066">
                  <c:v>41784</c:v>
                </c:pt>
                <c:pt idx="3067">
                  <c:v>41785</c:v>
                </c:pt>
                <c:pt idx="3068">
                  <c:v>41786</c:v>
                </c:pt>
                <c:pt idx="3069">
                  <c:v>41787</c:v>
                </c:pt>
                <c:pt idx="3070">
                  <c:v>41788</c:v>
                </c:pt>
                <c:pt idx="3071">
                  <c:v>41789</c:v>
                </c:pt>
                <c:pt idx="3072">
                  <c:v>41790</c:v>
                </c:pt>
                <c:pt idx="3073">
                  <c:v>41791</c:v>
                </c:pt>
                <c:pt idx="3074">
                  <c:v>41792</c:v>
                </c:pt>
                <c:pt idx="3075">
                  <c:v>41793</c:v>
                </c:pt>
                <c:pt idx="3076">
                  <c:v>41794</c:v>
                </c:pt>
                <c:pt idx="3077">
                  <c:v>41795</c:v>
                </c:pt>
                <c:pt idx="3078">
                  <c:v>41796</c:v>
                </c:pt>
                <c:pt idx="3079">
                  <c:v>41797</c:v>
                </c:pt>
                <c:pt idx="3080">
                  <c:v>41798</c:v>
                </c:pt>
                <c:pt idx="3081">
                  <c:v>41799</c:v>
                </c:pt>
                <c:pt idx="3082">
                  <c:v>41800</c:v>
                </c:pt>
                <c:pt idx="3083">
                  <c:v>41801</c:v>
                </c:pt>
                <c:pt idx="3084">
                  <c:v>41802</c:v>
                </c:pt>
                <c:pt idx="3085">
                  <c:v>41803</c:v>
                </c:pt>
                <c:pt idx="3086">
                  <c:v>41804</c:v>
                </c:pt>
                <c:pt idx="3087">
                  <c:v>41805</c:v>
                </c:pt>
                <c:pt idx="3088">
                  <c:v>41806</c:v>
                </c:pt>
                <c:pt idx="3089">
                  <c:v>41807</c:v>
                </c:pt>
                <c:pt idx="3090">
                  <c:v>41808</c:v>
                </c:pt>
                <c:pt idx="3091">
                  <c:v>41809</c:v>
                </c:pt>
                <c:pt idx="3092">
                  <c:v>41810</c:v>
                </c:pt>
                <c:pt idx="3093">
                  <c:v>41811</c:v>
                </c:pt>
                <c:pt idx="3094">
                  <c:v>41812</c:v>
                </c:pt>
                <c:pt idx="3095">
                  <c:v>41813</c:v>
                </c:pt>
                <c:pt idx="3096">
                  <c:v>41814</c:v>
                </c:pt>
                <c:pt idx="3097">
                  <c:v>41815</c:v>
                </c:pt>
                <c:pt idx="3098">
                  <c:v>41816</c:v>
                </c:pt>
                <c:pt idx="3099">
                  <c:v>41817</c:v>
                </c:pt>
                <c:pt idx="3100">
                  <c:v>41818</c:v>
                </c:pt>
                <c:pt idx="3101">
                  <c:v>41819</c:v>
                </c:pt>
                <c:pt idx="3102">
                  <c:v>41820</c:v>
                </c:pt>
                <c:pt idx="3103">
                  <c:v>41821</c:v>
                </c:pt>
                <c:pt idx="3104">
                  <c:v>41822</c:v>
                </c:pt>
                <c:pt idx="3105">
                  <c:v>41823</c:v>
                </c:pt>
                <c:pt idx="3106">
                  <c:v>41824</c:v>
                </c:pt>
                <c:pt idx="3107">
                  <c:v>41825</c:v>
                </c:pt>
                <c:pt idx="3108">
                  <c:v>41826</c:v>
                </c:pt>
                <c:pt idx="3109">
                  <c:v>41827</c:v>
                </c:pt>
                <c:pt idx="3110">
                  <c:v>41828</c:v>
                </c:pt>
                <c:pt idx="3111">
                  <c:v>41829</c:v>
                </c:pt>
                <c:pt idx="3112">
                  <c:v>41830</c:v>
                </c:pt>
                <c:pt idx="3113">
                  <c:v>41831</c:v>
                </c:pt>
                <c:pt idx="3114">
                  <c:v>41832</c:v>
                </c:pt>
                <c:pt idx="3115">
                  <c:v>41833</c:v>
                </c:pt>
                <c:pt idx="3116">
                  <c:v>41834</c:v>
                </c:pt>
                <c:pt idx="3117">
                  <c:v>41835</c:v>
                </c:pt>
                <c:pt idx="3118">
                  <c:v>41836</c:v>
                </c:pt>
                <c:pt idx="3119">
                  <c:v>41837</c:v>
                </c:pt>
                <c:pt idx="3120">
                  <c:v>41838</c:v>
                </c:pt>
                <c:pt idx="3121">
                  <c:v>41839</c:v>
                </c:pt>
                <c:pt idx="3122">
                  <c:v>41840</c:v>
                </c:pt>
                <c:pt idx="3123">
                  <c:v>41841</c:v>
                </c:pt>
                <c:pt idx="3124">
                  <c:v>41842</c:v>
                </c:pt>
                <c:pt idx="3125">
                  <c:v>41843</c:v>
                </c:pt>
                <c:pt idx="3126">
                  <c:v>41844</c:v>
                </c:pt>
                <c:pt idx="3127">
                  <c:v>41845</c:v>
                </c:pt>
                <c:pt idx="3128">
                  <c:v>41846</c:v>
                </c:pt>
                <c:pt idx="3129">
                  <c:v>41847</c:v>
                </c:pt>
                <c:pt idx="3130">
                  <c:v>41848</c:v>
                </c:pt>
                <c:pt idx="3131">
                  <c:v>41849</c:v>
                </c:pt>
                <c:pt idx="3132">
                  <c:v>41850</c:v>
                </c:pt>
                <c:pt idx="3133">
                  <c:v>41851</c:v>
                </c:pt>
                <c:pt idx="3134">
                  <c:v>41852</c:v>
                </c:pt>
                <c:pt idx="3135">
                  <c:v>41853</c:v>
                </c:pt>
                <c:pt idx="3136">
                  <c:v>41854</c:v>
                </c:pt>
                <c:pt idx="3137">
                  <c:v>41855</c:v>
                </c:pt>
                <c:pt idx="3138">
                  <c:v>41856</c:v>
                </c:pt>
                <c:pt idx="3139">
                  <c:v>41857</c:v>
                </c:pt>
                <c:pt idx="3140">
                  <c:v>41858</c:v>
                </c:pt>
                <c:pt idx="3141">
                  <c:v>41859</c:v>
                </c:pt>
                <c:pt idx="3142">
                  <c:v>41860</c:v>
                </c:pt>
                <c:pt idx="3143">
                  <c:v>41861</c:v>
                </c:pt>
                <c:pt idx="3144">
                  <c:v>41862</c:v>
                </c:pt>
                <c:pt idx="3145">
                  <c:v>41863</c:v>
                </c:pt>
                <c:pt idx="3146">
                  <c:v>41864</c:v>
                </c:pt>
                <c:pt idx="3147">
                  <c:v>41865</c:v>
                </c:pt>
                <c:pt idx="3148">
                  <c:v>41866</c:v>
                </c:pt>
                <c:pt idx="3149">
                  <c:v>41867</c:v>
                </c:pt>
                <c:pt idx="3150">
                  <c:v>41868</c:v>
                </c:pt>
                <c:pt idx="3151">
                  <c:v>41869</c:v>
                </c:pt>
                <c:pt idx="3152">
                  <c:v>41870</c:v>
                </c:pt>
                <c:pt idx="3153">
                  <c:v>41871</c:v>
                </c:pt>
                <c:pt idx="3154">
                  <c:v>41872</c:v>
                </c:pt>
                <c:pt idx="3155">
                  <c:v>41873</c:v>
                </c:pt>
                <c:pt idx="3156">
                  <c:v>41874</c:v>
                </c:pt>
                <c:pt idx="3157">
                  <c:v>41875</c:v>
                </c:pt>
                <c:pt idx="3158">
                  <c:v>41876</c:v>
                </c:pt>
                <c:pt idx="3159">
                  <c:v>41877</c:v>
                </c:pt>
                <c:pt idx="3160">
                  <c:v>41878</c:v>
                </c:pt>
                <c:pt idx="3161">
                  <c:v>41879</c:v>
                </c:pt>
                <c:pt idx="3162">
                  <c:v>41880</c:v>
                </c:pt>
                <c:pt idx="3163">
                  <c:v>41881</c:v>
                </c:pt>
                <c:pt idx="3164">
                  <c:v>41882</c:v>
                </c:pt>
                <c:pt idx="3165">
                  <c:v>41883</c:v>
                </c:pt>
                <c:pt idx="3166">
                  <c:v>41884</c:v>
                </c:pt>
                <c:pt idx="3167">
                  <c:v>41885</c:v>
                </c:pt>
                <c:pt idx="3168">
                  <c:v>41886</c:v>
                </c:pt>
                <c:pt idx="3169">
                  <c:v>41887</c:v>
                </c:pt>
                <c:pt idx="3170">
                  <c:v>41888</c:v>
                </c:pt>
                <c:pt idx="3171">
                  <c:v>41889</c:v>
                </c:pt>
                <c:pt idx="3172">
                  <c:v>41890</c:v>
                </c:pt>
                <c:pt idx="3173">
                  <c:v>41891</c:v>
                </c:pt>
                <c:pt idx="3174">
                  <c:v>41892</c:v>
                </c:pt>
                <c:pt idx="3175">
                  <c:v>41893</c:v>
                </c:pt>
                <c:pt idx="3176">
                  <c:v>41894</c:v>
                </c:pt>
                <c:pt idx="3177">
                  <c:v>41895</c:v>
                </c:pt>
                <c:pt idx="3178">
                  <c:v>41896</c:v>
                </c:pt>
                <c:pt idx="3179">
                  <c:v>41897</c:v>
                </c:pt>
                <c:pt idx="3180">
                  <c:v>41898</c:v>
                </c:pt>
                <c:pt idx="3181">
                  <c:v>41899</c:v>
                </c:pt>
                <c:pt idx="3182">
                  <c:v>41900</c:v>
                </c:pt>
                <c:pt idx="3183">
                  <c:v>41901</c:v>
                </c:pt>
                <c:pt idx="3184">
                  <c:v>41902</c:v>
                </c:pt>
                <c:pt idx="3185">
                  <c:v>41903</c:v>
                </c:pt>
                <c:pt idx="3186">
                  <c:v>41904</c:v>
                </c:pt>
                <c:pt idx="3187">
                  <c:v>41905</c:v>
                </c:pt>
                <c:pt idx="3188">
                  <c:v>41906</c:v>
                </c:pt>
                <c:pt idx="3189">
                  <c:v>41907</c:v>
                </c:pt>
                <c:pt idx="3190">
                  <c:v>41908</c:v>
                </c:pt>
                <c:pt idx="3191">
                  <c:v>41909</c:v>
                </c:pt>
                <c:pt idx="3192">
                  <c:v>41910</c:v>
                </c:pt>
                <c:pt idx="3193">
                  <c:v>41911</c:v>
                </c:pt>
                <c:pt idx="3194">
                  <c:v>41912</c:v>
                </c:pt>
                <c:pt idx="3195">
                  <c:v>41913</c:v>
                </c:pt>
                <c:pt idx="3196">
                  <c:v>41914</c:v>
                </c:pt>
                <c:pt idx="3197">
                  <c:v>41915</c:v>
                </c:pt>
                <c:pt idx="3198">
                  <c:v>41916</c:v>
                </c:pt>
                <c:pt idx="3199">
                  <c:v>41917</c:v>
                </c:pt>
                <c:pt idx="3200">
                  <c:v>41918</c:v>
                </c:pt>
                <c:pt idx="3201">
                  <c:v>41919</c:v>
                </c:pt>
                <c:pt idx="3202">
                  <c:v>41920</c:v>
                </c:pt>
                <c:pt idx="3203">
                  <c:v>41921</c:v>
                </c:pt>
                <c:pt idx="3204">
                  <c:v>41922</c:v>
                </c:pt>
                <c:pt idx="3205">
                  <c:v>41923</c:v>
                </c:pt>
                <c:pt idx="3206">
                  <c:v>41924</c:v>
                </c:pt>
                <c:pt idx="3207">
                  <c:v>41925</c:v>
                </c:pt>
                <c:pt idx="3208">
                  <c:v>41926</c:v>
                </c:pt>
                <c:pt idx="3209">
                  <c:v>41927</c:v>
                </c:pt>
                <c:pt idx="3210">
                  <c:v>41928</c:v>
                </c:pt>
                <c:pt idx="3211">
                  <c:v>41929</c:v>
                </c:pt>
                <c:pt idx="3212">
                  <c:v>41930</c:v>
                </c:pt>
                <c:pt idx="3213">
                  <c:v>41931</c:v>
                </c:pt>
                <c:pt idx="3214">
                  <c:v>41932</c:v>
                </c:pt>
                <c:pt idx="3215">
                  <c:v>41933</c:v>
                </c:pt>
                <c:pt idx="3216">
                  <c:v>41934</c:v>
                </c:pt>
                <c:pt idx="3217">
                  <c:v>41935</c:v>
                </c:pt>
                <c:pt idx="3218">
                  <c:v>41936</c:v>
                </c:pt>
                <c:pt idx="3219">
                  <c:v>41937</c:v>
                </c:pt>
                <c:pt idx="3220">
                  <c:v>41938</c:v>
                </c:pt>
                <c:pt idx="3221">
                  <c:v>41939</c:v>
                </c:pt>
                <c:pt idx="3222">
                  <c:v>41940</c:v>
                </c:pt>
                <c:pt idx="3223">
                  <c:v>41941</c:v>
                </c:pt>
                <c:pt idx="3224">
                  <c:v>41942</c:v>
                </c:pt>
                <c:pt idx="3225">
                  <c:v>41943</c:v>
                </c:pt>
                <c:pt idx="3226">
                  <c:v>41944</c:v>
                </c:pt>
                <c:pt idx="3227">
                  <c:v>41945</c:v>
                </c:pt>
                <c:pt idx="3228">
                  <c:v>41946</c:v>
                </c:pt>
                <c:pt idx="3229">
                  <c:v>41947</c:v>
                </c:pt>
                <c:pt idx="3230">
                  <c:v>41948</c:v>
                </c:pt>
                <c:pt idx="3231">
                  <c:v>41949</c:v>
                </c:pt>
                <c:pt idx="3232">
                  <c:v>41950</c:v>
                </c:pt>
                <c:pt idx="3233">
                  <c:v>41951</c:v>
                </c:pt>
                <c:pt idx="3234">
                  <c:v>41952</c:v>
                </c:pt>
                <c:pt idx="3235">
                  <c:v>41953</c:v>
                </c:pt>
                <c:pt idx="3236">
                  <c:v>41954</c:v>
                </c:pt>
                <c:pt idx="3237">
                  <c:v>41955</c:v>
                </c:pt>
                <c:pt idx="3238">
                  <c:v>41956</c:v>
                </c:pt>
                <c:pt idx="3239">
                  <c:v>41957</c:v>
                </c:pt>
                <c:pt idx="3240">
                  <c:v>41958</c:v>
                </c:pt>
                <c:pt idx="3241">
                  <c:v>41959</c:v>
                </c:pt>
                <c:pt idx="3242">
                  <c:v>41960</c:v>
                </c:pt>
                <c:pt idx="3243">
                  <c:v>41961</c:v>
                </c:pt>
                <c:pt idx="3244">
                  <c:v>41962</c:v>
                </c:pt>
                <c:pt idx="3245">
                  <c:v>41963</c:v>
                </c:pt>
                <c:pt idx="3246">
                  <c:v>41964</c:v>
                </c:pt>
                <c:pt idx="3247">
                  <c:v>41965</c:v>
                </c:pt>
                <c:pt idx="3248">
                  <c:v>41966</c:v>
                </c:pt>
                <c:pt idx="3249">
                  <c:v>41967</c:v>
                </c:pt>
                <c:pt idx="3250">
                  <c:v>41968</c:v>
                </c:pt>
                <c:pt idx="3251">
                  <c:v>41969</c:v>
                </c:pt>
                <c:pt idx="3252">
                  <c:v>41970</c:v>
                </c:pt>
                <c:pt idx="3253">
                  <c:v>41971</c:v>
                </c:pt>
                <c:pt idx="3254">
                  <c:v>41972</c:v>
                </c:pt>
                <c:pt idx="3255">
                  <c:v>41973</c:v>
                </c:pt>
                <c:pt idx="3256">
                  <c:v>41974</c:v>
                </c:pt>
                <c:pt idx="3257">
                  <c:v>41975</c:v>
                </c:pt>
                <c:pt idx="3258">
                  <c:v>41976</c:v>
                </c:pt>
                <c:pt idx="3259">
                  <c:v>41977</c:v>
                </c:pt>
                <c:pt idx="3260">
                  <c:v>41978</c:v>
                </c:pt>
                <c:pt idx="3261">
                  <c:v>41979</c:v>
                </c:pt>
                <c:pt idx="3262">
                  <c:v>41980</c:v>
                </c:pt>
                <c:pt idx="3263">
                  <c:v>41981</c:v>
                </c:pt>
                <c:pt idx="3264">
                  <c:v>41982</c:v>
                </c:pt>
                <c:pt idx="3265">
                  <c:v>41983</c:v>
                </c:pt>
                <c:pt idx="3266">
                  <c:v>41984</c:v>
                </c:pt>
                <c:pt idx="3267">
                  <c:v>41985</c:v>
                </c:pt>
                <c:pt idx="3268">
                  <c:v>41986</c:v>
                </c:pt>
                <c:pt idx="3269">
                  <c:v>41987</c:v>
                </c:pt>
                <c:pt idx="3270">
                  <c:v>41988</c:v>
                </c:pt>
                <c:pt idx="3271">
                  <c:v>41989</c:v>
                </c:pt>
                <c:pt idx="3272">
                  <c:v>41990</c:v>
                </c:pt>
                <c:pt idx="3273">
                  <c:v>41991</c:v>
                </c:pt>
                <c:pt idx="3274">
                  <c:v>41992</c:v>
                </c:pt>
                <c:pt idx="3275">
                  <c:v>41993</c:v>
                </c:pt>
                <c:pt idx="3276">
                  <c:v>41994</c:v>
                </c:pt>
                <c:pt idx="3277">
                  <c:v>41995</c:v>
                </c:pt>
                <c:pt idx="3278">
                  <c:v>41996</c:v>
                </c:pt>
                <c:pt idx="3279">
                  <c:v>41997</c:v>
                </c:pt>
                <c:pt idx="3280">
                  <c:v>41998</c:v>
                </c:pt>
                <c:pt idx="3281">
                  <c:v>41999</c:v>
                </c:pt>
                <c:pt idx="3282">
                  <c:v>42000</c:v>
                </c:pt>
                <c:pt idx="3283">
                  <c:v>42001</c:v>
                </c:pt>
                <c:pt idx="3284">
                  <c:v>42002</c:v>
                </c:pt>
                <c:pt idx="3285">
                  <c:v>42003</c:v>
                </c:pt>
                <c:pt idx="3286">
                  <c:v>42004</c:v>
                </c:pt>
                <c:pt idx="3287">
                  <c:v>42005</c:v>
                </c:pt>
                <c:pt idx="3288">
                  <c:v>42006</c:v>
                </c:pt>
                <c:pt idx="3289">
                  <c:v>42007</c:v>
                </c:pt>
                <c:pt idx="3290">
                  <c:v>42008</c:v>
                </c:pt>
                <c:pt idx="3291">
                  <c:v>42009</c:v>
                </c:pt>
                <c:pt idx="3292">
                  <c:v>42010</c:v>
                </c:pt>
                <c:pt idx="3293">
                  <c:v>42011</c:v>
                </c:pt>
                <c:pt idx="3294">
                  <c:v>42012</c:v>
                </c:pt>
                <c:pt idx="3295">
                  <c:v>42013</c:v>
                </c:pt>
                <c:pt idx="3296">
                  <c:v>42014</c:v>
                </c:pt>
                <c:pt idx="3297">
                  <c:v>42015</c:v>
                </c:pt>
                <c:pt idx="3298">
                  <c:v>42016</c:v>
                </c:pt>
                <c:pt idx="3299">
                  <c:v>42017</c:v>
                </c:pt>
                <c:pt idx="3300">
                  <c:v>42018</c:v>
                </c:pt>
                <c:pt idx="3301">
                  <c:v>42019</c:v>
                </c:pt>
                <c:pt idx="3302">
                  <c:v>42020</c:v>
                </c:pt>
                <c:pt idx="3303">
                  <c:v>42021</c:v>
                </c:pt>
                <c:pt idx="3304">
                  <c:v>42022</c:v>
                </c:pt>
                <c:pt idx="3305">
                  <c:v>42023</c:v>
                </c:pt>
                <c:pt idx="3306">
                  <c:v>42024</c:v>
                </c:pt>
                <c:pt idx="3307">
                  <c:v>42025</c:v>
                </c:pt>
                <c:pt idx="3308">
                  <c:v>42026</c:v>
                </c:pt>
                <c:pt idx="3309">
                  <c:v>42027</c:v>
                </c:pt>
                <c:pt idx="3310">
                  <c:v>42028</c:v>
                </c:pt>
                <c:pt idx="3311">
                  <c:v>42029</c:v>
                </c:pt>
                <c:pt idx="3312">
                  <c:v>42030</c:v>
                </c:pt>
                <c:pt idx="3313">
                  <c:v>42031</c:v>
                </c:pt>
                <c:pt idx="3314">
                  <c:v>42032</c:v>
                </c:pt>
                <c:pt idx="3315">
                  <c:v>42033</c:v>
                </c:pt>
                <c:pt idx="3316">
                  <c:v>42034</c:v>
                </c:pt>
                <c:pt idx="3317">
                  <c:v>42035</c:v>
                </c:pt>
                <c:pt idx="3318">
                  <c:v>42036</c:v>
                </c:pt>
                <c:pt idx="3319">
                  <c:v>42037</c:v>
                </c:pt>
                <c:pt idx="3320">
                  <c:v>42038</c:v>
                </c:pt>
                <c:pt idx="3321">
                  <c:v>42039</c:v>
                </c:pt>
                <c:pt idx="3322">
                  <c:v>42040</c:v>
                </c:pt>
                <c:pt idx="3323">
                  <c:v>42041</c:v>
                </c:pt>
                <c:pt idx="3324">
                  <c:v>42042</c:v>
                </c:pt>
                <c:pt idx="3325">
                  <c:v>42043</c:v>
                </c:pt>
                <c:pt idx="3326">
                  <c:v>42044</c:v>
                </c:pt>
                <c:pt idx="3327">
                  <c:v>42045</c:v>
                </c:pt>
                <c:pt idx="3328">
                  <c:v>42046</c:v>
                </c:pt>
                <c:pt idx="3329">
                  <c:v>42047</c:v>
                </c:pt>
                <c:pt idx="3330">
                  <c:v>42048</c:v>
                </c:pt>
                <c:pt idx="3331">
                  <c:v>42049</c:v>
                </c:pt>
                <c:pt idx="3332">
                  <c:v>42050</c:v>
                </c:pt>
                <c:pt idx="3333">
                  <c:v>42051</c:v>
                </c:pt>
                <c:pt idx="3334">
                  <c:v>42052</c:v>
                </c:pt>
                <c:pt idx="3335">
                  <c:v>42053</c:v>
                </c:pt>
                <c:pt idx="3336">
                  <c:v>42054</c:v>
                </c:pt>
                <c:pt idx="3337">
                  <c:v>42055</c:v>
                </c:pt>
                <c:pt idx="3338">
                  <c:v>42056</c:v>
                </c:pt>
                <c:pt idx="3339">
                  <c:v>42057</c:v>
                </c:pt>
                <c:pt idx="3340">
                  <c:v>42058</c:v>
                </c:pt>
                <c:pt idx="3341">
                  <c:v>42059</c:v>
                </c:pt>
                <c:pt idx="3342">
                  <c:v>42060</c:v>
                </c:pt>
                <c:pt idx="3343">
                  <c:v>42061</c:v>
                </c:pt>
                <c:pt idx="3344">
                  <c:v>42062</c:v>
                </c:pt>
                <c:pt idx="3345">
                  <c:v>42063</c:v>
                </c:pt>
                <c:pt idx="3346">
                  <c:v>42064</c:v>
                </c:pt>
                <c:pt idx="3347">
                  <c:v>42065</c:v>
                </c:pt>
                <c:pt idx="3348">
                  <c:v>42066</c:v>
                </c:pt>
                <c:pt idx="3349">
                  <c:v>42067</c:v>
                </c:pt>
                <c:pt idx="3350">
                  <c:v>42068</c:v>
                </c:pt>
                <c:pt idx="3351">
                  <c:v>42069</c:v>
                </c:pt>
                <c:pt idx="3352">
                  <c:v>42070</c:v>
                </c:pt>
                <c:pt idx="3353">
                  <c:v>42071</c:v>
                </c:pt>
                <c:pt idx="3354">
                  <c:v>42072</c:v>
                </c:pt>
                <c:pt idx="3355">
                  <c:v>42073</c:v>
                </c:pt>
                <c:pt idx="3356">
                  <c:v>42074</c:v>
                </c:pt>
                <c:pt idx="3357">
                  <c:v>42075</c:v>
                </c:pt>
                <c:pt idx="3358">
                  <c:v>42076</c:v>
                </c:pt>
                <c:pt idx="3359">
                  <c:v>42077</c:v>
                </c:pt>
                <c:pt idx="3360">
                  <c:v>42078</c:v>
                </c:pt>
                <c:pt idx="3361">
                  <c:v>42079</c:v>
                </c:pt>
                <c:pt idx="3362">
                  <c:v>42080</c:v>
                </c:pt>
                <c:pt idx="3363">
                  <c:v>42081</c:v>
                </c:pt>
                <c:pt idx="3364">
                  <c:v>42082</c:v>
                </c:pt>
                <c:pt idx="3365">
                  <c:v>42083</c:v>
                </c:pt>
                <c:pt idx="3366">
                  <c:v>42084</c:v>
                </c:pt>
                <c:pt idx="3367">
                  <c:v>42085</c:v>
                </c:pt>
                <c:pt idx="3368">
                  <c:v>42086</c:v>
                </c:pt>
                <c:pt idx="3369">
                  <c:v>42087</c:v>
                </c:pt>
                <c:pt idx="3370">
                  <c:v>42088</c:v>
                </c:pt>
                <c:pt idx="3371">
                  <c:v>42089</c:v>
                </c:pt>
                <c:pt idx="3372">
                  <c:v>42090</c:v>
                </c:pt>
                <c:pt idx="3373">
                  <c:v>42091</c:v>
                </c:pt>
                <c:pt idx="3374">
                  <c:v>42092</c:v>
                </c:pt>
                <c:pt idx="3375">
                  <c:v>42093</c:v>
                </c:pt>
                <c:pt idx="3376">
                  <c:v>42094</c:v>
                </c:pt>
                <c:pt idx="3377">
                  <c:v>42095</c:v>
                </c:pt>
                <c:pt idx="3378">
                  <c:v>42096</c:v>
                </c:pt>
                <c:pt idx="3379">
                  <c:v>42097</c:v>
                </c:pt>
                <c:pt idx="3380">
                  <c:v>42098</c:v>
                </c:pt>
                <c:pt idx="3381">
                  <c:v>42099</c:v>
                </c:pt>
                <c:pt idx="3382">
                  <c:v>42100</c:v>
                </c:pt>
                <c:pt idx="3383">
                  <c:v>42101</c:v>
                </c:pt>
                <c:pt idx="3384">
                  <c:v>42102</c:v>
                </c:pt>
                <c:pt idx="3385">
                  <c:v>42103</c:v>
                </c:pt>
                <c:pt idx="3386">
                  <c:v>42104</c:v>
                </c:pt>
                <c:pt idx="3387">
                  <c:v>42105</c:v>
                </c:pt>
                <c:pt idx="3388">
                  <c:v>42106</c:v>
                </c:pt>
                <c:pt idx="3389">
                  <c:v>42107</c:v>
                </c:pt>
                <c:pt idx="3390">
                  <c:v>42108</c:v>
                </c:pt>
                <c:pt idx="3391">
                  <c:v>42109</c:v>
                </c:pt>
                <c:pt idx="3392">
                  <c:v>42110</c:v>
                </c:pt>
                <c:pt idx="3393">
                  <c:v>42111</c:v>
                </c:pt>
                <c:pt idx="3394">
                  <c:v>42112</c:v>
                </c:pt>
                <c:pt idx="3395">
                  <c:v>42113</c:v>
                </c:pt>
                <c:pt idx="3396">
                  <c:v>42114</c:v>
                </c:pt>
                <c:pt idx="3397">
                  <c:v>42115</c:v>
                </c:pt>
                <c:pt idx="3398">
                  <c:v>42116</c:v>
                </c:pt>
                <c:pt idx="3399">
                  <c:v>42117</c:v>
                </c:pt>
                <c:pt idx="3400">
                  <c:v>42118</c:v>
                </c:pt>
                <c:pt idx="3401">
                  <c:v>42119</c:v>
                </c:pt>
                <c:pt idx="3402">
                  <c:v>42120</c:v>
                </c:pt>
                <c:pt idx="3403">
                  <c:v>42121</c:v>
                </c:pt>
                <c:pt idx="3404">
                  <c:v>42122</c:v>
                </c:pt>
                <c:pt idx="3405">
                  <c:v>42123</c:v>
                </c:pt>
                <c:pt idx="3406">
                  <c:v>42124</c:v>
                </c:pt>
                <c:pt idx="3407">
                  <c:v>42125</c:v>
                </c:pt>
                <c:pt idx="3408">
                  <c:v>42126</c:v>
                </c:pt>
                <c:pt idx="3409">
                  <c:v>42127</c:v>
                </c:pt>
                <c:pt idx="3410">
                  <c:v>42128</c:v>
                </c:pt>
                <c:pt idx="3411">
                  <c:v>42129</c:v>
                </c:pt>
                <c:pt idx="3412">
                  <c:v>42130</c:v>
                </c:pt>
                <c:pt idx="3413">
                  <c:v>42131</c:v>
                </c:pt>
                <c:pt idx="3414">
                  <c:v>42132</c:v>
                </c:pt>
                <c:pt idx="3415">
                  <c:v>42133</c:v>
                </c:pt>
                <c:pt idx="3416">
                  <c:v>42134</c:v>
                </c:pt>
                <c:pt idx="3417">
                  <c:v>42135</c:v>
                </c:pt>
                <c:pt idx="3418">
                  <c:v>42136</c:v>
                </c:pt>
                <c:pt idx="3419">
                  <c:v>42137</c:v>
                </c:pt>
                <c:pt idx="3420">
                  <c:v>42138</c:v>
                </c:pt>
                <c:pt idx="3421">
                  <c:v>42139</c:v>
                </c:pt>
                <c:pt idx="3422">
                  <c:v>42140</c:v>
                </c:pt>
                <c:pt idx="3423">
                  <c:v>42141</c:v>
                </c:pt>
                <c:pt idx="3424">
                  <c:v>42142</c:v>
                </c:pt>
                <c:pt idx="3425">
                  <c:v>42143</c:v>
                </c:pt>
                <c:pt idx="3426">
                  <c:v>42144</c:v>
                </c:pt>
                <c:pt idx="3427">
                  <c:v>42145</c:v>
                </c:pt>
                <c:pt idx="3428">
                  <c:v>42146</c:v>
                </c:pt>
                <c:pt idx="3429">
                  <c:v>42147</c:v>
                </c:pt>
                <c:pt idx="3430">
                  <c:v>42148</c:v>
                </c:pt>
                <c:pt idx="3431">
                  <c:v>42149</c:v>
                </c:pt>
                <c:pt idx="3432">
                  <c:v>42150</c:v>
                </c:pt>
                <c:pt idx="3433">
                  <c:v>42151</c:v>
                </c:pt>
                <c:pt idx="3434">
                  <c:v>42152</c:v>
                </c:pt>
                <c:pt idx="3435">
                  <c:v>42153</c:v>
                </c:pt>
                <c:pt idx="3436">
                  <c:v>42154</c:v>
                </c:pt>
                <c:pt idx="3437">
                  <c:v>42155</c:v>
                </c:pt>
                <c:pt idx="3438">
                  <c:v>42156</c:v>
                </c:pt>
                <c:pt idx="3439">
                  <c:v>42157</c:v>
                </c:pt>
                <c:pt idx="3440">
                  <c:v>42158</c:v>
                </c:pt>
                <c:pt idx="3441">
                  <c:v>42159</c:v>
                </c:pt>
                <c:pt idx="3442">
                  <c:v>42160</c:v>
                </c:pt>
                <c:pt idx="3443">
                  <c:v>42161</c:v>
                </c:pt>
                <c:pt idx="3444">
                  <c:v>42162</c:v>
                </c:pt>
                <c:pt idx="3445">
                  <c:v>42163</c:v>
                </c:pt>
                <c:pt idx="3446">
                  <c:v>42164</c:v>
                </c:pt>
                <c:pt idx="3447">
                  <c:v>42165</c:v>
                </c:pt>
                <c:pt idx="3448">
                  <c:v>42166</c:v>
                </c:pt>
                <c:pt idx="3449">
                  <c:v>42167</c:v>
                </c:pt>
                <c:pt idx="3450">
                  <c:v>42168</c:v>
                </c:pt>
                <c:pt idx="3451">
                  <c:v>42169</c:v>
                </c:pt>
                <c:pt idx="3452">
                  <c:v>42170</c:v>
                </c:pt>
                <c:pt idx="3453">
                  <c:v>42171</c:v>
                </c:pt>
                <c:pt idx="3454">
                  <c:v>42172</c:v>
                </c:pt>
                <c:pt idx="3455">
                  <c:v>42173</c:v>
                </c:pt>
                <c:pt idx="3456">
                  <c:v>42174</c:v>
                </c:pt>
                <c:pt idx="3457">
                  <c:v>42175</c:v>
                </c:pt>
                <c:pt idx="3458">
                  <c:v>42176</c:v>
                </c:pt>
                <c:pt idx="3459">
                  <c:v>42177</c:v>
                </c:pt>
                <c:pt idx="3460">
                  <c:v>42178</c:v>
                </c:pt>
                <c:pt idx="3461">
                  <c:v>42179</c:v>
                </c:pt>
                <c:pt idx="3462">
                  <c:v>42180</c:v>
                </c:pt>
                <c:pt idx="3463">
                  <c:v>42181</c:v>
                </c:pt>
                <c:pt idx="3464">
                  <c:v>42182</c:v>
                </c:pt>
                <c:pt idx="3465">
                  <c:v>42183</c:v>
                </c:pt>
                <c:pt idx="3466">
                  <c:v>42184</c:v>
                </c:pt>
                <c:pt idx="3467">
                  <c:v>42185</c:v>
                </c:pt>
                <c:pt idx="3468">
                  <c:v>42186</c:v>
                </c:pt>
                <c:pt idx="3469">
                  <c:v>42187</c:v>
                </c:pt>
                <c:pt idx="3470">
                  <c:v>42188</c:v>
                </c:pt>
                <c:pt idx="3471">
                  <c:v>42189</c:v>
                </c:pt>
                <c:pt idx="3472">
                  <c:v>42190</c:v>
                </c:pt>
                <c:pt idx="3473">
                  <c:v>42191</c:v>
                </c:pt>
                <c:pt idx="3474">
                  <c:v>42192</c:v>
                </c:pt>
                <c:pt idx="3475">
                  <c:v>42193</c:v>
                </c:pt>
                <c:pt idx="3476">
                  <c:v>42194</c:v>
                </c:pt>
                <c:pt idx="3477">
                  <c:v>42195</c:v>
                </c:pt>
                <c:pt idx="3478">
                  <c:v>42196</c:v>
                </c:pt>
                <c:pt idx="3479">
                  <c:v>42197</c:v>
                </c:pt>
                <c:pt idx="3480">
                  <c:v>42198</c:v>
                </c:pt>
                <c:pt idx="3481">
                  <c:v>42199</c:v>
                </c:pt>
                <c:pt idx="3482">
                  <c:v>42200</c:v>
                </c:pt>
                <c:pt idx="3483">
                  <c:v>42201</c:v>
                </c:pt>
                <c:pt idx="3484">
                  <c:v>42202</c:v>
                </c:pt>
                <c:pt idx="3485">
                  <c:v>42203</c:v>
                </c:pt>
                <c:pt idx="3486">
                  <c:v>42204</c:v>
                </c:pt>
                <c:pt idx="3487">
                  <c:v>42205</c:v>
                </c:pt>
                <c:pt idx="3488">
                  <c:v>42206</c:v>
                </c:pt>
                <c:pt idx="3489">
                  <c:v>42207</c:v>
                </c:pt>
                <c:pt idx="3490">
                  <c:v>42208</c:v>
                </c:pt>
                <c:pt idx="3491">
                  <c:v>42209</c:v>
                </c:pt>
                <c:pt idx="3492">
                  <c:v>42210</c:v>
                </c:pt>
                <c:pt idx="3493">
                  <c:v>42211</c:v>
                </c:pt>
                <c:pt idx="3494">
                  <c:v>42212</c:v>
                </c:pt>
                <c:pt idx="3495">
                  <c:v>42213</c:v>
                </c:pt>
                <c:pt idx="3496">
                  <c:v>42214</c:v>
                </c:pt>
                <c:pt idx="3497">
                  <c:v>42215</c:v>
                </c:pt>
                <c:pt idx="3498">
                  <c:v>42216</c:v>
                </c:pt>
                <c:pt idx="3499">
                  <c:v>42217</c:v>
                </c:pt>
                <c:pt idx="3500">
                  <c:v>42218</c:v>
                </c:pt>
                <c:pt idx="3501">
                  <c:v>42219</c:v>
                </c:pt>
                <c:pt idx="3502">
                  <c:v>42220</c:v>
                </c:pt>
                <c:pt idx="3503">
                  <c:v>42221</c:v>
                </c:pt>
                <c:pt idx="3504">
                  <c:v>42222</c:v>
                </c:pt>
                <c:pt idx="3505">
                  <c:v>42223</c:v>
                </c:pt>
                <c:pt idx="3506">
                  <c:v>42224</c:v>
                </c:pt>
                <c:pt idx="3507">
                  <c:v>42225</c:v>
                </c:pt>
                <c:pt idx="3508">
                  <c:v>42226</c:v>
                </c:pt>
                <c:pt idx="3509">
                  <c:v>42227</c:v>
                </c:pt>
                <c:pt idx="3510">
                  <c:v>42228</c:v>
                </c:pt>
                <c:pt idx="3511">
                  <c:v>42229</c:v>
                </c:pt>
                <c:pt idx="3512">
                  <c:v>42230</c:v>
                </c:pt>
                <c:pt idx="3513">
                  <c:v>42231</c:v>
                </c:pt>
                <c:pt idx="3514">
                  <c:v>42232</c:v>
                </c:pt>
                <c:pt idx="3515">
                  <c:v>42233</c:v>
                </c:pt>
                <c:pt idx="3516">
                  <c:v>42234</c:v>
                </c:pt>
                <c:pt idx="3517">
                  <c:v>42235</c:v>
                </c:pt>
                <c:pt idx="3518">
                  <c:v>42236</c:v>
                </c:pt>
                <c:pt idx="3519">
                  <c:v>42237</c:v>
                </c:pt>
                <c:pt idx="3520">
                  <c:v>42238</c:v>
                </c:pt>
                <c:pt idx="3521">
                  <c:v>42239</c:v>
                </c:pt>
                <c:pt idx="3522">
                  <c:v>42240</c:v>
                </c:pt>
                <c:pt idx="3523">
                  <c:v>42241</c:v>
                </c:pt>
                <c:pt idx="3524">
                  <c:v>42242</c:v>
                </c:pt>
                <c:pt idx="3525">
                  <c:v>42243</c:v>
                </c:pt>
                <c:pt idx="3526">
                  <c:v>42244</c:v>
                </c:pt>
                <c:pt idx="3527">
                  <c:v>42245</c:v>
                </c:pt>
                <c:pt idx="3528">
                  <c:v>42246</c:v>
                </c:pt>
                <c:pt idx="3529">
                  <c:v>42247</c:v>
                </c:pt>
                <c:pt idx="3530">
                  <c:v>42248</c:v>
                </c:pt>
                <c:pt idx="3531">
                  <c:v>42249</c:v>
                </c:pt>
                <c:pt idx="3532">
                  <c:v>42250</c:v>
                </c:pt>
                <c:pt idx="3533">
                  <c:v>42251</c:v>
                </c:pt>
                <c:pt idx="3534">
                  <c:v>42252</c:v>
                </c:pt>
                <c:pt idx="3535">
                  <c:v>42253</c:v>
                </c:pt>
                <c:pt idx="3536">
                  <c:v>42254</c:v>
                </c:pt>
                <c:pt idx="3537">
                  <c:v>42255</c:v>
                </c:pt>
                <c:pt idx="3538">
                  <c:v>42256</c:v>
                </c:pt>
                <c:pt idx="3539">
                  <c:v>42257</c:v>
                </c:pt>
                <c:pt idx="3540">
                  <c:v>42258</c:v>
                </c:pt>
                <c:pt idx="3541">
                  <c:v>42259</c:v>
                </c:pt>
                <c:pt idx="3542">
                  <c:v>42260</c:v>
                </c:pt>
                <c:pt idx="3543">
                  <c:v>42261</c:v>
                </c:pt>
                <c:pt idx="3544">
                  <c:v>42262</c:v>
                </c:pt>
                <c:pt idx="3545">
                  <c:v>42263</c:v>
                </c:pt>
                <c:pt idx="3546">
                  <c:v>42264</c:v>
                </c:pt>
                <c:pt idx="3547">
                  <c:v>42265</c:v>
                </c:pt>
                <c:pt idx="3548">
                  <c:v>42266</c:v>
                </c:pt>
                <c:pt idx="3549">
                  <c:v>42267</c:v>
                </c:pt>
                <c:pt idx="3550">
                  <c:v>42268</c:v>
                </c:pt>
                <c:pt idx="3551">
                  <c:v>42269</c:v>
                </c:pt>
                <c:pt idx="3552">
                  <c:v>42270</c:v>
                </c:pt>
                <c:pt idx="3553">
                  <c:v>42271</c:v>
                </c:pt>
                <c:pt idx="3554">
                  <c:v>42272</c:v>
                </c:pt>
                <c:pt idx="3555">
                  <c:v>42273</c:v>
                </c:pt>
                <c:pt idx="3556">
                  <c:v>42274</c:v>
                </c:pt>
                <c:pt idx="3557">
                  <c:v>42275</c:v>
                </c:pt>
                <c:pt idx="3558">
                  <c:v>42276</c:v>
                </c:pt>
                <c:pt idx="3559">
                  <c:v>42277</c:v>
                </c:pt>
                <c:pt idx="3560">
                  <c:v>42278</c:v>
                </c:pt>
                <c:pt idx="3561">
                  <c:v>42279</c:v>
                </c:pt>
                <c:pt idx="3562">
                  <c:v>42280</c:v>
                </c:pt>
                <c:pt idx="3563">
                  <c:v>42281</c:v>
                </c:pt>
                <c:pt idx="3564">
                  <c:v>42282</c:v>
                </c:pt>
                <c:pt idx="3565">
                  <c:v>42283</c:v>
                </c:pt>
                <c:pt idx="3566">
                  <c:v>42284</c:v>
                </c:pt>
                <c:pt idx="3567">
                  <c:v>42285</c:v>
                </c:pt>
                <c:pt idx="3568">
                  <c:v>42286</c:v>
                </c:pt>
                <c:pt idx="3569">
                  <c:v>42287</c:v>
                </c:pt>
                <c:pt idx="3570">
                  <c:v>42288</c:v>
                </c:pt>
                <c:pt idx="3571">
                  <c:v>42289</c:v>
                </c:pt>
                <c:pt idx="3572">
                  <c:v>42290</c:v>
                </c:pt>
                <c:pt idx="3573">
                  <c:v>42291</c:v>
                </c:pt>
                <c:pt idx="3574">
                  <c:v>42292</c:v>
                </c:pt>
                <c:pt idx="3575">
                  <c:v>42293</c:v>
                </c:pt>
                <c:pt idx="3576">
                  <c:v>42294</c:v>
                </c:pt>
                <c:pt idx="3577">
                  <c:v>42295</c:v>
                </c:pt>
                <c:pt idx="3578">
                  <c:v>42296</c:v>
                </c:pt>
                <c:pt idx="3579">
                  <c:v>42297</c:v>
                </c:pt>
                <c:pt idx="3580">
                  <c:v>42298</c:v>
                </c:pt>
                <c:pt idx="3581">
                  <c:v>42299</c:v>
                </c:pt>
                <c:pt idx="3582">
                  <c:v>42300</c:v>
                </c:pt>
                <c:pt idx="3583">
                  <c:v>42301</c:v>
                </c:pt>
                <c:pt idx="3584">
                  <c:v>42302</c:v>
                </c:pt>
                <c:pt idx="3585">
                  <c:v>42303</c:v>
                </c:pt>
                <c:pt idx="3586">
                  <c:v>42304</c:v>
                </c:pt>
                <c:pt idx="3587">
                  <c:v>42305</c:v>
                </c:pt>
                <c:pt idx="3588">
                  <c:v>42306</c:v>
                </c:pt>
                <c:pt idx="3589">
                  <c:v>42307</c:v>
                </c:pt>
                <c:pt idx="3590">
                  <c:v>42308</c:v>
                </c:pt>
                <c:pt idx="3591">
                  <c:v>42309</c:v>
                </c:pt>
                <c:pt idx="3592">
                  <c:v>42310</c:v>
                </c:pt>
                <c:pt idx="3593">
                  <c:v>42311</c:v>
                </c:pt>
                <c:pt idx="3594">
                  <c:v>42312</c:v>
                </c:pt>
                <c:pt idx="3595">
                  <c:v>42313</c:v>
                </c:pt>
                <c:pt idx="3596">
                  <c:v>42314</c:v>
                </c:pt>
                <c:pt idx="3597">
                  <c:v>42315</c:v>
                </c:pt>
                <c:pt idx="3598">
                  <c:v>42316</c:v>
                </c:pt>
                <c:pt idx="3599">
                  <c:v>42317</c:v>
                </c:pt>
                <c:pt idx="3600">
                  <c:v>42318</c:v>
                </c:pt>
                <c:pt idx="3601">
                  <c:v>42319</c:v>
                </c:pt>
                <c:pt idx="3602">
                  <c:v>42320</c:v>
                </c:pt>
                <c:pt idx="3603">
                  <c:v>42321</c:v>
                </c:pt>
                <c:pt idx="3604">
                  <c:v>42322</c:v>
                </c:pt>
                <c:pt idx="3605">
                  <c:v>42323</c:v>
                </c:pt>
                <c:pt idx="3606">
                  <c:v>42324</c:v>
                </c:pt>
                <c:pt idx="3607">
                  <c:v>42325</c:v>
                </c:pt>
                <c:pt idx="3608">
                  <c:v>42326</c:v>
                </c:pt>
                <c:pt idx="3609">
                  <c:v>42327</c:v>
                </c:pt>
                <c:pt idx="3610">
                  <c:v>42328</c:v>
                </c:pt>
                <c:pt idx="3611">
                  <c:v>42329</c:v>
                </c:pt>
                <c:pt idx="3612">
                  <c:v>42330</c:v>
                </c:pt>
                <c:pt idx="3613">
                  <c:v>42331</c:v>
                </c:pt>
                <c:pt idx="3614">
                  <c:v>42332</c:v>
                </c:pt>
                <c:pt idx="3615">
                  <c:v>42333</c:v>
                </c:pt>
                <c:pt idx="3616">
                  <c:v>42334</c:v>
                </c:pt>
                <c:pt idx="3617">
                  <c:v>42335</c:v>
                </c:pt>
                <c:pt idx="3618">
                  <c:v>42336</c:v>
                </c:pt>
                <c:pt idx="3619">
                  <c:v>42337</c:v>
                </c:pt>
                <c:pt idx="3620">
                  <c:v>42338</c:v>
                </c:pt>
                <c:pt idx="3621">
                  <c:v>42339</c:v>
                </c:pt>
                <c:pt idx="3622">
                  <c:v>42340</c:v>
                </c:pt>
                <c:pt idx="3623">
                  <c:v>42341</c:v>
                </c:pt>
                <c:pt idx="3624">
                  <c:v>42342</c:v>
                </c:pt>
                <c:pt idx="3625">
                  <c:v>42343</c:v>
                </c:pt>
                <c:pt idx="3626">
                  <c:v>42344</c:v>
                </c:pt>
                <c:pt idx="3627">
                  <c:v>42345</c:v>
                </c:pt>
                <c:pt idx="3628">
                  <c:v>42346</c:v>
                </c:pt>
                <c:pt idx="3629">
                  <c:v>42347</c:v>
                </c:pt>
                <c:pt idx="3630">
                  <c:v>42348</c:v>
                </c:pt>
                <c:pt idx="3631">
                  <c:v>42349</c:v>
                </c:pt>
                <c:pt idx="3632">
                  <c:v>42350</c:v>
                </c:pt>
                <c:pt idx="3633">
                  <c:v>42351</c:v>
                </c:pt>
                <c:pt idx="3634">
                  <c:v>42352</c:v>
                </c:pt>
                <c:pt idx="3635">
                  <c:v>42353</c:v>
                </c:pt>
                <c:pt idx="3636">
                  <c:v>42354</c:v>
                </c:pt>
                <c:pt idx="3637">
                  <c:v>42355</c:v>
                </c:pt>
                <c:pt idx="3638">
                  <c:v>42356</c:v>
                </c:pt>
                <c:pt idx="3639">
                  <c:v>42357</c:v>
                </c:pt>
                <c:pt idx="3640">
                  <c:v>42358</c:v>
                </c:pt>
                <c:pt idx="3641">
                  <c:v>42359</c:v>
                </c:pt>
                <c:pt idx="3642">
                  <c:v>42360</c:v>
                </c:pt>
                <c:pt idx="3643">
                  <c:v>42361</c:v>
                </c:pt>
                <c:pt idx="3644">
                  <c:v>42362</c:v>
                </c:pt>
                <c:pt idx="3645">
                  <c:v>42363</c:v>
                </c:pt>
                <c:pt idx="3646">
                  <c:v>42364</c:v>
                </c:pt>
                <c:pt idx="3647">
                  <c:v>42365</c:v>
                </c:pt>
                <c:pt idx="3648">
                  <c:v>42366</c:v>
                </c:pt>
                <c:pt idx="3649">
                  <c:v>42367</c:v>
                </c:pt>
                <c:pt idx="3650">
                  <c:v>42368</c:v>
                </c:pt>
                <c:pt idx="3651">
                  <c:v>42369</c:v>
                </c:pt>
                <c:pt idx="3652">
                  <c:v>42370</c:v>
                </c:pt>
                <c:pt idx="3653">
                  <c:v>42371</c:v>
                </c:pt>
                <c:pt idx="3654">
                  <c:v>42372</c:v>
                </c:pt>
                <c:pt idx="3655">
                  <c:v>42373</c:v>
                </c:pt>
                <c:pt idx="3656">
                  <c:v>42374</c:v>
                </c:pt>
                <c:pt idx="3657">
                  <c:v>42375</c:v>
                </c:pt>
                <c:pt idx="3658">
                  <c:v>42376</c:v>
                </c:pt>
                <c:pt idx="3659">
                  <c:v>42377</c:v>
                </c:pt>
                <c:pt idx="3660">
                  <c:v>42378</c:v>
                </c:pt>
                <c:pt idx="3661">
                  <c:v>42379</c:v>
                </c:pt>
                <c:pt idx="3662">
                  <c:v>42380</c:v>
                </c:pt>
                <c:pt idx="3663">
                  <c:v>42381</c:v>
                </c:pt>
                <c:pt idx="3664">
                  <c:v>42382</c:v>
                </c:pt>
                <c:pt idx="3665">
                  <c:v>42383</c:v>
                </c:pt>
                <c:pt idx="3666">
                  <c:v>42384</c:v>
                </c:pt>
                <c:pt idx="3667">
                  <c:v>42385</c:v>
                </c:pt>
                <c:pt idx="3668">
                  <c:v>42386</c:v>
                </c:pt>
                <c:pt idx="3669">
                  <c:v>42387</c:v>
                </c:pt>
                <c:pt idx="3670">
                  <c:v>42388</c:v>
                </c:pt>
                <c:pt idx="3671">
                  <c:v>42389</c:v>
                </c:pt>
                <c:pt idx="3672">
                  <c:v>42390</c:v>
                </c:pt>
                <c:pt idx="3673">
                  <c:v>42391</c:v>
                </c:pt>
                <c:pt idx="3674">
                  <c:v>42392</c:v>
                </c:pt>
                <c:pt idx="3675">
                  <c:v>42393</c:v>
                </c:pt>
                <c:pt idx="3676">
                  <c:v>42394</c:v>
                </c:pt>
                <c:pt idx="3677">
                  <c:v>42395</c:v>
                </c:pt>
                <c:pt idx="3678">
                  <c:v>42396</c:v>
                </c:pt>
                <c:pt idx="3679">
                  <c:v>42397</c:v>
                </c:pt>
                <c:pt idx="3680">
                  <c:v>42398</c:v>
                </c:pt>
                <c:pt idx="3681">
                  <c:v>42399</c:v>
                </c:pt>
                <c:pt idx="3682">
                  <c:v>42400</c:v>
                </c:pt>
                <c:pt idx="3683">
                  <c:v>42401</c:v>
                </c:pt>
                <c:pt idx="3684">
                  <c:v>42402</c:v>
                </c:pt>
                <c:pt idx="3685">
                  <c:v>42403</c:v>
                </c:pt>
                <c:pt idx="3686">
                  <c:v>42404</c:v>
                </c:pt>
                <c:pt idx="3687">
                  <c:v>42405</c:v>
                </c:pt>
                <c:pt idx="3688">
                  <c:v>42406</c:v>
                </c:pt>
                <c:pt idx="3689">
                  <c:v>42407</c:v>
                </c:pt>
                <c:pt idx="3690">
                  <c:v>42408</c:v>
                </c:pt>
                <c:pt idx="3691">
                  <c:v>42409</c:v>
                </c:pt>
                <c:pt idx="3692">
                  <c:v>42410</c:v>
                </c:pt>
                <c:pt idx="3693">
                  <c:v>42411</c:v>
                </c:pt>
                <c:pt idx="3694">
                  <c:v>42412</c:v>
                </c:pt>
                <c:pt idx="3695">
                  <c:v>42413</c:v>
                </c:pt>
                <c:pt idx="3696">
                  <c:v>42414</c:v>
                </c:pt>
                <c:pt idx="3697">
                  <c:v>42415</c:v>
                </c:pt>
                <c:pt idx="3698">
                  <c:v>42416</c:v>
                </c:pt>
                <c:pt idx="3699">
                  <c:v>42417</c:v>
                </c:pt>
                <c:pt idx="3700">
                  <c:v>42418</c:v>
                </c:pt>
                <c:pt idx="3701">
                  <c:v>42419</c:v>
                </c:pt>
                <c:pt idx="3702">
                  <c:v>42420</c:v>
                </c:pt>
                <c:pt idx="3703">
                  <c:v>42421</c:v>
                </c:pt>
                <c:pt idx="3704">
                  <c:v>42422</c:v>
                </c:pt>
                <c:pt idx="3705">
                  <c:v>42423</c:v>
                </c:pt>
                <c:pt idx="3706">
                  <c:v>42424</c:v>
                </c:pt>
                <c:pt idx="3707">
                  <c:v>42425</c:v>
                </c:pt>
                <c:pt idx="3708">
                  <c:v>42426</c:v>
                </c:pt>
                <c:pt idx="3709">
                  <c:v>42427</c:v>
                </c:pt>
                <c:pt idx="3710">
                  <c:v>42428</c:v>
                </c:pt>
                <c:pt idx="3711">
                  <c:v>42429</c:v>
                </c:pt>
                <c:pt idx="3712">
                  <c:v>42430</c:v>
                </c:pt>
                <c:pt idx="3713">
                  <c:v>42431</c:v>
                </c:pt>
                <c:pt idx="3714">
                  <c:v>42432</c:v>
                </c:pt>
                <c:pt idx="3715">
                  <c:v>42433</c:v>
                </c:pt>
                <c:pt idx="3716">
                  <c:v>42434</c:v>
                </c:pt>
                <c:pt idx="3717">
                  <c:v>42435</c:v>
                </c:pt>
                <c:pt idx="3718">
                  <c:v>42436</c:v>
                </c:pt>
                <c:pt idx="3719">
                  <c:v>42437</c:v>
                </c:pt>
                <c:pt idx="3720">
                  <c:v>42438</c:v>
                </c:pt>
                <c:pt idx="3721">
                  <c:v>42439</c:v>
                </c:pt>
                <c:pt idx="3722">
                  <c:v>42440</c:v>
                </c:pt>
                <c:pt idx="3723">
                  <c:v>42441</c:v>
                </c:pt>
                <c:pt idx="3724">
                  <c:v>42442</c:v>
                </c:pt>
                <c:pt idx="3725">
                  <c:v>42443</c:v>
                </c:pt>
                <c:pt idx="3726">
                  <c:v>42444</c:v>
                </c:pt>
                <c:pt idx="3727">
                  <c:v>42445</c:v>
                </c:pt>
                <c:pt idx="3728">
                  <c:v>42446</c:v>
                </c:pt>
                <c:pt idx="3729">
                  <c:v>42447</c:v>
                </c:pt>
                <c:pt idx="3730">
                  <c:v>42448</c:v>
                </c:pt>
                <c:pt idx="3731">
                  <c:v>42449</c:v>
                </c:pt>
                <c:pt idx="3732">
                  <c:v>42450</c:v>
                </c:pt>
                <c:pt idx="3733">
                  <c:v>42451</c:v>
                </c:pt>
                <c:pt idx="3734">
                  <c:v>42452</c:v>
                </c:pt>
                <c:pt idx="3735">
                  <c:v>42453</c:v>
                </c:pt>
                <c:pt idx="3736">
                  <c:v>42454</c:v>
                </c:pt>
                <c:pt idx="3737">
                  <c:v>42455</c:v>
                </c:pt>
                <c:pt idx="3738">
                  <c:v>42456</c:v>
                </c:pt>
                <c:pt idx="3739">
                  <c:v>42457</c:v>
                </c:pt>
                <c:pt idx="3740">
                  <c:v>42458</c:v>
                </c:pt>
                <c:pt idx="3741">
                  <c:v>42459</c:v>
                </c:pt>
                <c:pt idx="3742">
                  <c:v>42460</c:v>
                </c:pt>
                <c:pt idx="3743">
                  <c:v>42461</c:v>
                </c:pt>
                <c:pt idx="3744">
                  <c:v>42462</c:v>
                </c:pt>
                <c:pt idx="3745">
                  <c:v>42463</c:v>
                </c:pt>
                <c:pt idx="3746">
                  <c:v>42464</c:v>
                </c:pt>
                <c:pt idx="3747">
                  <c:v>42465</c:v>
                </c:pt>
                <c:pt idx="3748">
                  <c:v>42466</c:v>
                </c:pt>
                <c:pt idx="3749">
                  <c:v>42467</c:v>
                </c:pt>
                <c:pt idx="3750">
                  <c:v>42468</c:v>
                </c:pt>
                <c:pt idx="3751">
                  <c:v>42469</c:v>
                </c:pt>
                <c:pt idx="3752">
                  <c:v>42470</c:v>
                </c:pt>
                <c:pt idx="3753">
                  <c:v>42471</c:v>
                </c:pt>
                <c:pt idx="3754">
                  <c:v>42472</c:v>
                </c:pt>
                <c:pt idx="3755">
                  <c:v>42473</c:v>
                </c:pt>
                <c:pt idx="3756">
                  <c:v>42474</c:v>
                </c:pt>
                <c:pt idx="3757">
                  <c:v>42475</c:v>
                </c:pt>
                <c:pt idx="3758">
                  <c:v>42476</c:v>
                </c:pt>
                <c:pt idx="3759">
                  <c:v>42477</c:v>
                </c:pt>
                <c:pt idx="3760">
                  <c:v>42478</c:v>
                </c:pt>
                <c:pt idx="3761">
                  <c:v>42479</c:v>
                </c:pt>
                <c:pt idx="3762">
                  <c:v>42480</c:v>
                </c:pt>
                <c:pt idx="3763">
                  <c:v>42481</c:v>
                </c:pt>
                <c:pt idx="3764">
                  <c:v>42482</c:v>
                </c:pt>
                <c:pt idx="3765">
                  <c:v>42483</c:v>
                </c:pt>
                <c:pt idx="3766">
                  <c:v>42484</c:v>
                </c:pt>
                <c:pt idx="3767">
                  <c:v>42485</c:v>
                </c:pt>
                <c:pt idx="3768">
                  <c:v>42486</c:v>
                </c:pt>
                <c:pt idx="3769">
                  <c:v>42487</c:v>
                </c:pt>
                <c:pt idx="3770">
                  <c:v>42488</c:v>
                </c:pt>
                <c:pt idx="3771">
                  <c:v>42489</c:v>
                </c:pt>
                <c:pt idx="3772">
                  <c:v>42490</c:v>
                </c:pt>
                <c:pt idx="3773">
                  <c:v>42491</c:v>
                </c:pt>
                <c:pt idx="3774">
                  <c:v>42492</c:v>
                </c:pt>
                <c:pt idx="3775">
                  <c:v>42493</c:v>
                </c:pt>
                <c:pt idx="3776">
                  <c:v>42494</c:v>
                </c:pt>
                <c:pt idx="3777">
                  <c:v>42495</c:v>
                </c:pt>
                <c:pt idx="3778">
                  <c:v>42496</c:v>
                </c:pt>
                <c:pt idx="3779">
                  <c:v>42497</c:v>
                </c:pt>
                <c:pt idx="3780">
                  <c:v>42498</c:v>
                </c:pt>
                <c:pt idx="3781">
                  <c:v>42499</c:v>
                </c:pt>
                <c:pt idx="3782">
                  <c:v>42500</c:v>
                </c:pt>
                <c:pt idx="3783">
                  <c:v>42501</c:v>
                </c:pt>
                <c:pt idx="3784">
                  <c:v>42502</c:v>
                </c:pt>
                <c:pt idx="3785">
                  <c:v>42503</c:v>
                </c:pt>
                <c:pt idx="3786">
                  <c:v>42504</c:v>
                </c:pt>
                <c:pt idx="3787">
                  <c:v>42505</c:v>
                </c:pt>
                <c:pt idx="3788">
                  <c:v>42506</c:v>
                </c:pt>
                <c:pt idx="3789">
                  <c:v>42507</c:v>
                </c:pt>
                <c:pt idx="3790">
                  <c:v>42508</c:v>
                </c:pt>
                <c:pt idx="3791">
                  <c:v>42509</c:v>
                </c:pt>
                <c:pt idx="3792">
                  <c:v>42510</c:v>
                </c:pt>
                <c:pt idx="3793">
                  <c:v>42511</c:v>
                </c:pt>
                <c:pt idx="3794">
                  <c:v>42512</c:v>
                </c:pt>
                <c:pt idx="3795">
                  <c:v>42513</c:v>
                </c:pt>
                <c:pt idx="3796">
                  <c:v>42514</c:v>
                </c:pt>
                <c:pt idx="3797">
                  <c:v>42515</c:v>
                </c:pt>
                <c:pt idx="3798">
                  <c:v>42516</c:v>
                </c:pt>
                <c:pt idx="3799">
                  <c:v>42517</c:v>
                </c:pt>
                <c:pt idx="3800">
                  <c:v>42518</c:v>
                </c:pt>
                <c:pt idx="3801">
                  <c:v>42519</c:v>
                </c:pt>
                <c:pt idx="3802">
                  <c:v>42520</c:v>
                </c:pt>
                <c:pt idx="3803">
                  <c:v>42521</c:v>
                </c:pt>
                <c:pt idx="3804">
                  <c:v>42522</c:v>
                </c:pt>
                <c:pt idx="3805">
                  <c:v>42523</c:v>
                </c:pt>
                <c:pt idx="3806">
                  <c:v>42524</c:v>
                </c:pt>
                <c:pt idx="3807">
                  <c:v>42525</c:v>
                </c:pt>
                <c:pt idx="3808">
                  <c:v>42526</c:v>
                </c:pt>
                <c:pt idx="3809">
                  <c:v>42527</c:v>
                </c:pt>
                <c:pt idx="3810">
                  <c:v>42528</c:v>
                </c:pt>
                <c:pt idx="3811">
                  <c:v>42529</c:v>
                </c:pt>
                <c:pt idx="3812">
                  <c:v>42530</c:v>
                </c:pt>
                <c:pt idx="3813">
                  <c:v>42531</c:v>
                </c:pt>
                <c:pt idx="3814">
                  <c:v>42532</c:v>
                </c:pt>
                <c:pt idx="3815">
                  <c:v>42533</c:v>
                </c:pt>
                <c:pt idx="3816">
                  <c:v>42534</c:v>
                </c:pt>
                <c:pt idx="3817">
                  <c:v>42535</c:v>
                </c:pt>
                <c:pt idx="3818">
                  <c:v>42536</c:v>
                </c:pt>
                <c:pt idx="3819">
                  <c:v>42537</c:v>
                </c:pt>
                <c:pt idx="3820">
                  <c:v>42538</c:v>
                </c:pt>
                <c:pt idx="3821">
                  <c:v>42539</c:v>
                </c:pt>
                <c:pt idx="3822">
                  <c:v>42540</c:v>
                </c:pt>
                <c:pt idx="3823">
                  <c:v>42541</c:v>
                </c:pt>
                <c:pt idx="3824">
                  <c:v>42542</c:v>
                </c:pt>
                <c:pt idx="3825">
                  <c:v>42543</c:v>
                </c:pt>
                <c:pt idx="3826">
                  <c:v>42544</c:v>
                </c:pt>
                <c:pt idx="3827">
                  <c:v>42545</c:v>
                </c:pt>
                <c:pt idx="3828">
                  <c:v>42546</c:v>
                </c:pt>
                <c:pt idx="3829">
                  <c:v>42547</c:v>
                </c:pt>
                <c:pt idx="3830">
                  <c:v>42548</c:v>
                </c:pt>
                <c:pt idx="3831">
                  <c:v>42549</c:v>
                </c:pt>
                <c:pt idx="3832">
                  <c:v>42550</c:v>
                </c:pt>
                <c:pt idx="3833">
                  <c:v>42551</c:v>
                </c:pt>
                <c:pt idx="3834">
                  <c:v>42552</c:v>
                </c:pt>
                <c:pt idx="3835">
                  <c:v>42553</c:v>
                </c:pt>
                <c:pt idx="3836">
                  <c:v>42554</c:v>
                </c:pt>
                <c:pt idx="3837">
                  <c:v>42555</c:v>
                </c:pt>
                <c:pt idx="3838">
                  <c:v>42556</c:v>
                </c:pt>
                <c:pt idx="3839">
                  <c:v>42557</c:v>
                </c:pt>
                <c:pt idx="3840">
                  <c:v>42558</c:v>
                </c:pt>
                <c:pt idx="3841">
                  <c:v>42559</c:v>
                </c:pt>
                <c:pt idx="3842">
                  <c:v>42560</c:v>
                </c:pt>
                <c:pt idx="3843">
                  <c:v>42561</c:v>
                </c:pt>
                <c:pt idx="3844">
                  <c:v>42562</c:v>
                </c:pt>
                <c:pt idx="3845">
                  <c:v>42563</c:v>
                </c:pt>
                <c:pt idx="3846">
                  <c:v>42564</c:v>
                </c:pt>
                <c:pt idx="3847">
                  <c:v>42565</c:v>
                </c:pt>
                <c:pt idx="3848">
                  <c:v>42566</c:v>
                </c:pt>
                <c:pt idx="3849">
                  <c:v>42567</c:v>
                </c:pt>
                <c:pt idx="3850">
                  <c:v>42568</c:v>
                </c:pt>
                <c:pt idx="3851">
                  <c:v>42569</c:v>
                </c:pt>
                <c:pt idx="3852">
                  <c:v>42570</c:v>
                </c:pt>
                <c:pt idx="3853">
                  <c:v>42571</c:v>
                </c:pt>
                <c:pt idx="3854">
                  <c:v>42572</c:v>
                </c:pt>
                <c:pt idx="3855">
                  <c:v>42573</c:v>
                </c:pt>
                <c:pt idx="3856">
                  <c:v>42574</c:v>
                </c:pt>
                <c:pt idx="3857">
                  <c:v>42575</c:v>
                </c:pt>
                <c:pt idx="3858">
                  <c:v>42576</c:v>
                </c:pt>
                <c:pt idx="3859">
                  <c:v>42577</c:v>
                </c:pt>
                <c:pt idx="3860">
                  <c:v>42578</c:v>
                </c:pt>
                <c:pt idx="3861">
                  <c:v>42579</c:v>
                </c:pt>
                <c:pt idx="3862">
                  <c:v>42580</c:v>
                </c:pt>
                <c:pt idx="3863">
                  <c:v>42581</c:v>
                </c:pt>
                <c:pt idx="3864">
                  <c:v>42582</c:v>
                </c:pt>
                <c:pt idx="3865">
                  <c:v>42583</c:v>
                </c:pt>
                <c:pt idx="3866">
                  <c:v>42584</c:v>
                </c:pt>
                <c:pt idx="3867">
                  <c:v>42585</c:v>
                </c:pt>
                <c:pt idx="3868">
                  <c:v>42586</c:v>
                </c:pt>
                <c:pt idx="3869">
                  <c:v>42587</c:v>
                </c:pt>
                <c:pt idx="3870">
                  <c:v>42588</c:v>
                </c:pt>
                <c:pt idx="3871">
                  <c:v>42589</c:v>
                </c:pt>
                <c:pt idx="3872">
                  <c:v>42590</c:v>
                </c:pt>
                <c:pt idx="3873">
                  <c:v>42591</c:v>
                </c:pt>
                <c:pt idx="3874">
                  <c:v>42592</c:v>
                </c:pt>
                <c:pt idx="3875">
                  <c:v>42593</c:v>
                </c:pt>
                <c:pt idx="3876">
                  <c:v>42594</c:v>
                </c:pt>
                <c:pt idx="3877">
                  <c:v>42595</c:v>
                </c:pt>
                <c:pt idx="3878">
                  <c:v>42596</c:v>
                </c:pt>
                <c:pt idx="3879">
                  <c:v>42597</c:v>
                </c:pt>
                <c:pt idx="3880">
                  <c:v>42598</c:v>
                </c:pt>
                <c:pt idx="3881">
                  <c:v>42599</c:v>
                </c:pt>
                <c:pt idx="3882">
                  <c:v>42600</c:v>
                </c:pt>
                <c:pt idx="3883">
                  <c:v>42601</c:v>
                </c:pt>
                <c:pt idx="3884">
                  <c:v>42602</c:v>
                </c:pt>
                <c:pt idx="3885">
                  <c:v>42603</c:v>
                </c:pt>
                <c:pt idx="3886">
                  <c:v>42604</c:v>
                </c:pt>
                <c:pt idx="3887">
                  <c:v>42605</c:v>
                </c:pt>
                <c:pt idx="3888">
                  <c:v>42606</c:v>
                </c:pt>
                <c:pt idx="3889">
                  <c:v>42607</c:v>
                </c:pt>
                <c:pt idx="3890">
                  <c:v>42608</c:v>
                </c:pt>
                <c:pt idx="3891">
                  <c:v>42609</c:v>
                </c:pt>
                <c:pt idx="3892">
                  <c:v>42610</c:v>
                </c:pt>
                <c:pt idx="3893">
                  <c:v>42611</c:v>
                </c:pt>
                <c:pt idx="3894">
                  <c:v>42612</c:v>
                </c:pt>
                <c:pt idx="3895">
                  <c:v>42613</c:v>
                </c:pt>
                <c:pt idx="3896">
                  <c:v>42614</c:v>
                </c:pt>
                <c:pt idx="3897">
                  <c:v>42615</c:v>
                </c:pt>
                <c:pt idx="3898">
                  <c:v>42616</c:v>
                </c:pt>
                <c:pt idx="3899">
                  <c:v>42617</c:v>
                </c:pt>
                <c:pt idx="3900">
                  <c:v>42618</c:v>
                </c:pt>
                <c:pt idx="3901">
                  <c:v>42619</c:v>
                </c:pt>
                <c:pt idx="3902">
                  <c:v>42620</c:v>
                </c:pt>
                <c:pt idx="3903">
                  <c:v>42621</c:v>
                </c:pt>
                <c:pt idx="3904">
                  <c:v>42622</c:v>
                </c:pt>
                <c:pt idx="3905">
                  <c:v>42623</c:v>
                </c:pt>
                <c:pt idx="3906">
                  <c:v>42624</c:v>
                </c:pt>
                <c:pt idx="3907">
                  <c:v>42625</c:v>
                </c:pt>
                <c:pt idx="3908">
                  <c:v>42626</c:v>
                </c:pt>
                <c:pt idx="3909">
                  <c:v>42627</c:v>
                </c:pt>
                <c:pt idx="3910">
                  <c:v>42628</c:v>
                </c:pt>
                <c:pt idx="3911">
                  <c:v>42629</c:v>
                </c:pt>
                <c:pt idx="3912">
                  <c:v>42630</c:v>
                </c:pt>
                <c:pt idx="3913">
                  <c:v>42631</c:v>
                </c:pt>
                <c:pt idx="3914">
                  <c:v>42632</c:v>
                </c:pt>
                <c:pt idx="3915">
                  <c:v>42633</c:v>
                </c:pt>
                <c:pt idx="3916">
                  <c:v>42634</c:v>
                </c:pt>
                <c:pt idx="3917">
                  <c:v>42635</c:v>
                </c:pt>
                <c:pt idx="3918">
                  <c:v>42636</c:v>
                </c:pt>
                <c:pt idx="3919">
                  <c:v>42637</c:v>
                </c:pt>
                <c:pt idx="3920">
                  <c:v>42638</c:v>
                </c:pt>
                <c:pt idx="3921">
                  <c:v>42639</c:v>
                </c:pt>
                <c:pt idx="3922">
                  <c:v>42640</c:v>
                </c:pt>
                <c:pt idx="3923">
                  <c:v>42641</c:v>
                </c:pt>
                <c:pt idx="3924">
                  <c:v>42642</c:v>
                </c:pt>
                <c:pt idx="3925">
                  <c:v>42643</c:v>
                </c:pt>
                <c:pt idx="3926">
                  <c:v>42644</c:v>
                </c:pt>
                <c:pt idx="3927">
                  <c:v>42645</c:v>
                </c:pt>
                <c:pt idx="3928">
                  <c:v>42646</c:v>
                </c:pt>
                <c:pt idx="3929">
                  <c:v>42647</c:v>
                </c:pt>
                <c:pt idx="3930">
                  <c:v>42648</c:v>
                </c:pt>
                <c:pt idx="3931">
                  <c:v>42649</c:v>
                </c:pt>
                <c:pt idx="3932">
                  <c:v>42650</c:v>
                </c:pt>
                <c:pt idx="3933">
                  <c:v>42651</c:v>
                </c:pt>
                <c:pt idx="3934">
                  <c:v>42652</c:v>
                </c:pt>
                <c:pt idx="3935">
                  <c:v>42653</c:v>
                </c:pt>
                <c:pt idx="3936">
                  <c:v>42654</c:v>
                </c:pt>
                <c:pt idx="3937">
                  <c:v>42655</c:v>
                </c:pt>
                <c:pt idx="3938">
                  <c:v>42656</c:v>
                </c:pt>
                <c:pt idx="3939">
                  <c:v>42657</c:v>
                </c:pt>
                <c:pt idx="3940">
                  <c:v>42658</c:v>
                </c:pt>
                <c:pt idx="3941">
                  <c:v>42659</c:v>
                </c:pt>
                <c:pt idx="3942">
                  <c:v>42660</c:v>
                </c:pt>
                <c:pt idx="3943">
                  <c:v>42661</c:v>
                </c:pt>
                <c:pt idx="3944">
                  <c:v>42662</c:v>
                </c:pt>
                <c:pt idx="3945">
                  <c:v>42663</c:v>
                </c:pt>
                <c:pt idx="3946">
                  <c:v>42664</c:v>
                </c:pt>
                <c:pt idx="3947">
                  <c:v>42665</c:v>
                </c:pt>
                <c:pt idx="3948">
                  <c:v>42666</c:v>
                </c:pt>
                <c:pt idx="3949">
                  <c:v>42667</c:v>
                </c:pt>
                <c:pt idx="3950">
                  <c:v>42668</c:v>
                </c:pt>
                <c:pt idx="3951">
                  <c:v>42669</c:v>
                </c:pt>
                <c:pt idx="3952">
                  <c:v>42670</c:v>
                </c:pt>
                <c:pt idx="3953">
                  <c:v>42671</c:v>
                </c:pt>
                <c:pt idx="3954">
                  <c:v>42672</c:v>
                </c:pt>
                <c:pt idx="3955">
                  <c:v>42673</c:v>
                </c:pt>
                <c:pt idx="3956">
                  <c:v>42674</c:v>
                </c:pt>
                <c:pt idx="3957">
                  <c:v>42675</c:v>
                </c:pt>
                <c:pt idx="3958">
                  <c:v>42676</c:v>
                </c:pt>
                <c:pt idx="3959">
                  <c:v>42677</c:v>
                </c:pt>
                <c:pt idx="3960">
                  <c:v>42678</c:v>
                </c:pt>
                <c:pt idx="3961">
                  <c:v>42679</c:v>
                </c:pt>
                <c:pt idx="3962">
                  <c:v>42680</c:v>
                </c:pt>
                <c:pt idx="3963">
                  <c:v>42681</c:v>
                </c:pt>
                <c:pt idx="3964">
                  <c:v>42682</c:v>
                </c:pt>
                <c:pt idx="3965">
                  <c:v>42683</c:v>
                </c:pt>
                <c:pt idx="3966">
                  <c:v>42684</c:v>
                </c:pt>
                <c:pt idx="3967">
                  <c:v>42685</c:v>
                </c:pt>
                <c:pt idx="3968">
                  <c:v>42686</c:v>
                </c:pt>
                <c:pt idx="3969">
                  <c:v>42687</c:v>
                </c:pt>
                <c:pt idx="3970">
                  <c:v>42688</c:v>
                </c:pt>
                <c:pt idx="3971">
                  <c:v>42689</c:v>
                </c:pt>
                <c:pt idx="3972">
                  <c:v>42690</c:v>
                </c:pt>
                <c:pt idx="3973">
                  <c:v>42691</c:v>
                </c:pt>
                <c:pt idx="3974">
                  <c:v>42692</c:v>
                </c:pt>
                <c:pt idx="3975">
                  <c:v>42693</c:v>
                </c:pt>
                <c:pt idx="3976">
                  <c:v>42694</c:v>
                </c:pt>
                <c:pt idx="3977">
                  <c:v>42695</c:v>
                </c:pt>
                <c:pt idx="3978">
                  <c:v>42696</c:v>
                </c:pt>
                <c:pt idx="3979">
                  <c:v>42697</c:v>
                </c:pt>
                <c:pt idx="3980">
                  <c:v>42698</c:v>
                </c:pt>
                <c:pt idx="3981">
                  <c:v>42699</c:v>
                </c:pt>
                <c:pt idx="3982">
                  <c:v>42700</c:v>
                </c:pt>
                <c:pt idx="3983">
                  <c:v>42701</c:v>
                </c:pt>
                <c:pt idx="3984">
                  <c:v>42702</c:v>
                </c:pt>
                <c:pt idx="3985">
                  <c:v>42703</c:v>
                </c:pt>
                <c:pt idx="3986">
                  <c:v>42704</c:v>
                </c:pt>
                <c:pt idx="3987">
                  <c:v>42705</c:v>
                </c:pt>
                <c:pt idx="3988">
                  <c:v>42706</c:v>
                </c:pt>
                <c:pt idx="3989">
                  <c:v>42707</c:v>
                </c:pt>
                <c:pt idx="3990">
                  <c:v>42708</c:v>
                </c:pt>
                <c:pt idx="3991">
                  <c:v>42709</c:v>
                </c:pt>
                <c:pt idx="3992">
                  <c:v>42710</c:v>
                </c:pt>
                <c:pt idx="3993">
                  <c:v>42711</c:v>
                </c:pt>
                <c:pt idx="3994">
                  <c:v>42712</c:v>
                </c:pt>
                <c:pt idx="3995">
                  <c:v>42713</c:v>
                </c:pt>
                <c:pt idx="3996">
                  <c:v>42714</c:v>
                </c:pt>
                <c:pt idx="3997">
                  <c:v>42715</c:v>
                </c:pt>
                <c:pt idx="3998">
                  <c:v>42716</c:v>
                </c:pt>
                <c:pt idx="3999">
                  <c:v>42717</c:v>
                </c:pt>
                <c:pt idx="4000">
                  <c:v>42718</c:v>
                </c:pt>
                <c:pt idx="4001">
                  <c:v>42719</c:v>
                </c:pt>
                <c:pt idx="4002">
                  <c:v>42720</c:v>
                </c:pt>
                <c:pt idx="4003">
                  <c:v>42721</c:v>
                </c:pt>
                <c:pt idx="4004">
                  <c:v>42722</c:v>
                </c:pt>
                <c:pt idx="4005">
                  <c:v>42723</c:v>
                </c:pt>
                <c:pt idx="4006">
                  <c:v>42724</c:v>
                </c:pt>
                <c:pt idx="4007">
                  <c:v>42725</c:v>
                </c:pt>
                <c:pt idx="4008">
                  <c:v>42726</c:v>
                </c:pt>
                <c:pt idx="4009">
                  <c:v>42727</c:v>
                </c:pt>
                <c:pt idx="4010">
                  <c:v>42728</c:v>
                </c:pt>
                <c:pt idx="4011">
                  <c:v>42729</c:v>
                </c:pt>
                <c:pt idx="4012">
                  <c:v>42730</c:v>
                </c:pt>
                <c:pt idx="4013">
                  <c:v>42731</c:v>
                </c:pt>
                <c:pt idx="4014">
                  <c:v>42732</c:v>
                </c:pt>
                <c:pt idx="4015">
                  <c:v>42733</c:v>
                </c:pt>
                <c:pt idx="4016">
                  <c:v>42734</c:v>
                </c:pt>
                <c:pt idx="4017">
                  <c:v>42735</c:v>
                </c:pt>
                <c:pt idx="4018">
                  <c:v>42736</c:v>
                </c:pt>
                <c:pt idx="4019">
                  <c:v>42737</c:v>
                </c:pt>
                <c:pt idx="4020">
                  <c:v>42738</c:v>
                </c:pt>
                <c:pt idx="4021">
                  <c:v>42739</c:v>
                </c:pt>
                <c:pt idx="4022">
                  <c:v>42740</c:v>
                </c:pt>
                <c:pt idx="4023">
                  <c:v>42741</c:v>
                </c:pt>
                <c:pt idx="4024">
                  <c:v>42742</c:v>
                </c:pt>
                <c:pt idx="4025">
                  <c:v>42743</c:v>
                </c:pt>
                <c:pt idx="4026">
                  <c:v>42744</c:v>
                </c:pt>
                <c:pt idx="4027">
                  <c:v>42745</c:v>
                </c:pt>
                <c:pt idx="4028">
                  <c:v>42746</c:v>
                </c:pt>
                <c:pt idx="4029">
                  <c:v>42747</c:v>
                </c:pt>
                <c:pt idx="4030">
                  <c:v>42748</c:v>
                </c:pt>
                <c:pt idx="4031">
                  <c:v>42749</c:v>
                </c:pt>
                <c:pt idx="4032">
                  <c:v>42750</c:v>
                </c:pt>
                <c:pt idx="4033">
                  <c:v>42751</c:v>
                </c:pt>
                <c:pt idx="4034">
                  <c:v>42752</c:v>
                </c:pt>
                <c:pt idx="4035">
                  <c:v>42753</c:v>
                </c:pt>
                <c:pt idx="4036">
                  <c:v>42754</c:v>
                </c:pt>
                <c:pt idx="4037">
                  <c:v>42755</c:v>
                </c:pt>
                <c:pt idx="4038">
                  <c:v>42756</c:v>
                </c:pt>
                <c:pt idx="4039">
                  <c:v>42757</c:v>
                </c:pt>
                <c:pt idx="4040">
                  <c:v>42758</c:v>
                </c:pt>
                <c:pt idx="4041">
                  <c:v>42759</c:v>
                </c:pt>
                <c:pt idx="4042">
                  <c:v>42760</c:v>
                </c:pt>
                <c:pt idx="4043">
                  <c:v>42761</c:v>
                </c:pt>
                <c:pt idx="4044">
                  <c:v>42762</c:v>
                </c:pt>
                <c:pt idx="4045">
                  <c:v>42763</c:v>
                </c:pt>
                <c:pt idx="4046">
                  <c:v>42764</c:v>
                </c:pt>
                <c:pt idx="4047">
                  <c:v>42765</c:v>
                </c:pt>
                <c:pt idx="4048">
                  <c:v>42766</c:v>
                </c:pt>
                <c:pt idx="4049">
                  <c:v>42767</c:v>
                </c:pt>
                <c:pt idx="4050">
                  <c:v>42768</c:v>
                </c:pt>
                <c:pt idx="4051">
                  <c:v>42769</c:v>
                </c:pt>
                <c:pt idx="4052">
                  <c:v>42770</c:v>
                </c:pt>
                <c:pt idx="4053">
                  <c:v>42771</c:v>
                </c:pt>
                <c:pt idx="4054">
                  <c:v>42772</c:v>
                </c:pt>
                <c:pt idx="4055">
                  <c:v>42773</c:v>
                </c:pt>
                <c:pt idx="4056">
                  <c:v>42774</c:v>
                </c:pt>
                <c:pt idx="4057">
                  <c:v>42775</c:v>
                </c:pt>
                <c:pt idx="4058">
                  <c:v>42776</c:v>
                </c:pt>
                <c:pt idx="4059">
                  <c:v>42777</c:v>
                </c:pt>
                <c:pt idx="4060">
                  <c:v>42778</c:v>
                </c:pt>
                <c:pt idx="4061">
                  <c:v>42779</c:v>
                </c:pt>
                <c:pt idx="4062">
                  <c:v>42780</c:v>
                </c:pt>
                <c:pt idx="4063">
                  <c:v>42781</c:v>
                </c:pt>
                <c:pt idx="4064">
                  <c:v>42782</c:v>
                </c:pt>
                <c:pt idx="4065">
                  <c:v>42783</c:v>
                </c:pt>
                <c:pt idx="4066">
                  <c:v>42784</c:v>
                </c:pt>
                <c:pt idx="4067">
                  <c:v>42785</c:v>
                </c:pt>
                <c:pt idx="4068">
                  <c:v>42786</c:v>
                </c:pt>
                <c:pt idx="4069">
                  <c:v>42787</c:v>
                </c:pt>
                <c:pt idx="4070">
                  <c:v>42788</c:v>
                </c:pt>
                <c:pt idx="4071">
                  <c:v>42789</c:v>
                </c:pt>
                <c:pt idx="4072">
                  <c:v>42790</c:v>
                </c:pt>
                <c:pt idx="4073">
                  <c:v>42791</c:v>
                </c:pt>
                <c:pt idx="4074">
                  <c:v>42792</c:v>
                </c:pt>
                <c:pt idx="4075">
                  <c:v>42793</c:v>
                </c:pt>
                <c:pt idx="4076">
                  <c:v>42794</c:v>
                </c:pt>
                <c:pt idx="4077">
                  <c:v>42795</c:v>
                </c:pt>
                <c:pt idx="4078">
                  <c:v>42796</c:v>
                </c:pt>
                <c:pt idx="4079">
                  <c:v>42797</c:v>
                </c:pt>
                <c:pt idx="4080">
                  <c:v>42798</c:v>
                </c:pt>
                <c:pt idx="4081">
                  <c:v>42799</c:v>
                </c:pt>
                <c:pt idx="4082">
                  <c:v>42800</c:v>
                </c:pt>
                <c:pt idx="4083">
                  <c:v>42801</c:v>
                </c:pt>
                <c:pt idx="4084">
                  <c:v>42802</c:v>
                </c:pt>
                <c:pt idx="4085">
                  <c:v>42803</c:v>
                </c:pt>
                <c:pt idx="4086">
                  <c:v>42804</c:v>
                </c:pt>
                <c:pt idx="4087">
                  <c:v>42805</c:v>
                </c:pt>
                <c:pt idx="4088">
                  <c:v>42806</c:v>
                </c:pt>
                <c:pt idx="4089">
                  <c:v>42807</c:v>
                </c:pt>
                <c:pt idx="4090">
                  <c:v>42808</c:v>
                </c:pt>
                <c:pt idx="4091">
                  <c:v>42809</c:v>
                </c:pt>
                <c:pt idx="4092">
                  <c:v>42810</c:v>
                </c:pt>
                <c:pt idx="4093">
                  <c:v>42811</c:v>
                </c:pt>
                <c:pt idx="4094">
                  <c:v>42812</c:v>
                </c:pt>
                <c:pt idx="4095">
                  <c:v>42813</c:v>
                </c:pt>
                <c:pt idx="4096">
                  <c:v>42814</c:v>
                </c:pt>
                <c:pt idx="4097">
                  <c:v>42815</c:v>
                </c:pt>
                <c:pt idx="4098">
                  <c:v>42816</c:v>
                </c:pt>
                <c:pt idx="4099">
                  <c:v>42817</c:v>
                </c:pt>
                <c:pt idx="4100">
                  <c:v>42818</c:v>
                </c:pt>
                <c:pt idx="4101">
                  <c:v>42819</c:v>
                </c:pt>
                <c:pt idx="4102">
                  <c:v>42820</c:v>
                </c:pt>
                <c:pt idx="4103">
                  <c:v>42821</c:v>
                </c:pt>
                <c:pt idx="4104">
                  <c:v>42822</c:v>
                </c:pt>
                <c:pt idx="4105">
                  <c:v>42823</c:v>
                </c:pt>
                <c:pt idx="4106">
                  <c:v>42824</c:v>
                </c:pt>
                <c:pt idx="4107">
                  <c:v>42825</c:v>
                </c:pt>
                <c:pt idx="4108">
                  <c:v>42826</c:v>
                </c:pt>
                <c:pt idx="4109">
                  <c:v>42827</c:v>
                </c:pt>
                <c:pt idx="4110">
                  <c:v>42828</c:v>
                </c:pt>
                <c:pt idx="4111">
                  <c:v>42829</c:v>
                </c:pt>
                <c:pt idx="4112">
                  <c:v>42830</c:v>
                </c:pt>
                <c:pt idx="4113">
                  <c:v>42831</c:v>
                </c:pt>
                <c:pt idx="4114">
                  <c:v>42832</c:v>
                </c:pt>
                <c:pt idx="4115">
                  <c:v>42833</c:v>
                </c:pt>
                <c:pt idx="4116">
                  <c:v>42834</c:v>
                </c:pt>
                <c:pt idx="4117">
                  <c:v>42835</c:v>
                </c:pt>
                <c:pt idx="4118">
                  <c:v>42836</c:v>
                </c:pt>
                <c:pt idx="4119">
                  <c:v>42837</c:v>
                </c:pt>
                <c:pt idx="4120">
                  <c:v>42838</c:v>
                </c:pt>
                <c:pt idx="4121">
                  <c:v>42839</c:v>
                </c:pt>
                <c:pt idx="4122">
                  <c:v>42840</c:v>
                </c:pt>
                <c:pt idx="4123">
                  <c:v>42841</c:v>
                </c:pt>
                <c:pt idx="4124">
                  <c:v>42842</c:v>
                </c:pt>
                <c:pt idx="4125">
                  <c:v>42843</c:v>
                </c:pt>
                <c:pt idx="4126">
                  <c:v>42844</c:v>
                </c:pt>
                <c:pt idx="4127">
                  <c:v>42845</c:v>
                </c:pt>
                <c:pt idx="4128">
                  <c:v>42846</c:v>
                </c:pt>
                <c:pt idx="4129">
                  <c:v>42847</c:v>
                </c:pt>
                <c:pt idx="4130">
                  <c:v>42848</c:v>
                </c:pt>
                <c:pt idx="4131">
                  <c:v>42849</c:v>
                </c:pt>
                <c:pt idx="4132">
                  <c:v>42850</c:v>
                </c:pt>
                <c:pt idx="4133">
                  <c:v>42851</c:v>
                </c:pt>
                <c:pt idx="4134">
                  <c:v>42852</c:v>
                </c:pt>
                <c:pt idx="4135">
                  <c:v>42853</c:v>
                </c:pt>
                <c:pt idx="4136">
                  <c:v>42854</c:v>
                </c:pt>
                <c:pt idx="4137">
                  <c:v>42855</c:v>
                </c:pt>
                <c:pt idx="4138">
                  <c:v>42856</c:v>
                </c:pt>
                <c:pt idx="4139">
                  <c:v>42857</c:v>
                </c:pt>
                <c:pt idx="4140">
                  <c:v>42858</c:v>
                </c:pt>
                <c:pt idx="4141">
                  <c:v>42859</c:v>
                </c:pt>
                <c:pt idx="4142">
                  <c:v>42860</c:v>
                </c:pt>
                <c:pt idx="4143">
                  <c:v>42861</c:v>
                </c:pt>
                <c:pt idx="4144">
                  <c:v>42862</c:v>
                </c:pt>
                <c:pt idx="4145">
                  <c:v>42863</c:v>
                </c:pt>
                <c:pt idx="4146">
                  <c:v>42864</c:v>
                </c:pt>
                <c:pt idx="4147">
                  <c:v>42865</c:v>
                </c:pt>
                <c:pt idx="4148">
                  <c:v>42866</c:v>
                </c:pt>
                <c:pt idx="4149">
                  <c:v>42867</c:v>
                </c:pt>
                <c:pt idx="4150">
                  <c:v>42868</c:v>
                </c:pt>
                <c:pt idx="4151">
                  <c:v>42869</c:v>
                </c:pt>
                <c:pt idx="4152">
                  <c:v>42870</c:v>
                </c:pt>
                <c:pt idx="4153">
                  <c:v>42871</c:v>
                </c:pt>
                <c:pt idx="4154">
                  <c:v>42872</c:v>
                </c:pt>
                <c:pt idx="4155">
                  <c:v>42873</c:v>
                </c:pt>
                <c:pt idx="4156">
                  <c:v>42874</c:v>
                </c:pt>
                <c:pt idx="4157">
                  <c:v>42875</c:v>
                </c:pt>
                <c:pt idx="4158">
                  <c:v>42876</c:v>
                </c:pt>
                <c:pt idx="4159">
                  <c:v>42877</c:v>
                </c:pt>
                <c:pt idx="4160">
                  <c:v>42878</c:v>
                </c:pt>
                <c:pt idx="4161">
                  <c:v>42879</c:v>
                </c:pt>
                <c:pt idx="4162">
                  <c:v>42880</c:v>
                </c:pt>
                <c:pt idx="4163">
                  <c:v>42881</c:v>
                </c:pt>
                <c:pt idx="4164">
                  <c:v>42882</c:v>
                </c:pt>
                <c:pt idx="4165">
                  <c:v>42883</c:v>
                </c:pt>
                <c:pt idx="4166">
                  <c:v>42884</c:v>
                </c:pt>
                <c:pt idx="4167">
                  <c:v>42885</c:v>
                </c:pt>
                <c:pt idx="4168">
                  <c:v>42886</c:v>
                </c:pt>
                <c:pt idx="4169">
                  <c:v>42887</c:v>
                </c:pt>
                <c:pt idx="4170">
                  <c:v>42888</c:v>
                </c:pt>
                <c:pt idx="4171">
                  <c:v>42889</c:v>
                </c:pt>
                <c:pt idx="4172">
                  <c:v>42890</c:v>
                </c:pt>
                <c:pt idx="4173">
                  <c:v>42891</c:v>
                </c:pt>
                <c:pt idx="4174">
                  <c:v>42892</c:v>
                </c:pt>
                <c:pt idx="4175">
                  <c:v>42893</c:v>
                </c:pt>
                <c:pt idx="4176">
                  <c:v>42894</c:v>
                </c:pt>
                <c:pt idx="4177">
                  <c:v>42895</c:v>
                </c:pt>
                <c:pt idx="4178">
                  <c:v>42896</c:v>
                </c:pt>
                <c:pt idx="4179">
                  <c:v>42897</c:v>
                </c:pt>
                <c:pt idx="4180">
                  <c:v>42898</c:v>
                </c:pt>
                <c:pt idx="4181">
                  <c:v>42899</c:v>
                </c:pt>
                <c:pt idx="4182">
                  <c:v>42900</c:v>
                </c:pt>
                <c:pt idx="4183">
                  <c:v>42901</c:v>
                </c:pt>
                <c:pt idx="4184">
                  <c:v>42902</c:v>
                </c:pt>
                <c:pt idx="4185">
                  <c:v>42903</c:v>
                </c:pt>
                <c:pt idx="4186">
                  <c:v>42904</c:v>
                </c:pt>
                <c:pt idx="4187">
                  <c:v>42905</c:v>
                </c:pt>
                <c:pt idx="4188">
                  <c:v>42906</c:v>
                </c:pt>
                <c:pt idx="4189">
                  <c:v>42907</c:v>
                </c:pt>
                <c:pt idx="4190">
                  <c:v>42908</c:v>
                </c:pt>
                <c:pt idx="4191">
                  <c:v>42909</c:v>
                </c:pt>
                <c:pt idx="4192">
                  <c:v>42910</c:v>
                </c:pt>
                <c:pt idx="4193">
                  <c:v>42911</c:v>
                </c:pt>
                <c:pt idx="4194">
                  <c:v>42912</c:v>
                </c:pt>
                <c:pt idx="4195">
                  <c:v>42913</c:v>
                </c:pt>
                <c:pt idx="4196">
                  <c:v>42914</c:v>
                </c:pt>
                <c:pt idx="4197">
                  <c:v>42915</c:v>
                </c:pt>
                <c:pt idx="4198">
                  <c:v>42916</c:v>
                </c:pt>
                <c:pt idx="4199">
                  <c:v>42917</c:v>
                </c:pt>
                <c:pt idx="4200">
                  <c:v>42918</c:v>
                </c:pt>
                <c:pt idx="4201">
                  <c:v>42919</c:v>
                </c:pt>
                <c:pt idx="4202">
                  <c:v>42920</c:v>
                </c:pt>
                <c:pt idx="4203">
                  <c:v>42921</c:v>
                </c:pt>
                <c:pt idx="4204">
                  <c:v>42922</c:v>
                </c:pt>
                <c:pt idx="4205">
                  <c:v>42923</c:v>
                </c:pt>
                <c:pt idx="4206">
                  <c:v>42924</c:v>
                </c:pt>
                <c:pt idx="4207">
                  <c:v>42925</c:v>
                </c:pt>
                <c:pt idx="4208">
                  <c:v>42926</c:v>
                </c:pt>
                <c:pt idx="4209">
                  <c:v>42927</c:v>
                </c:pt>
                <c:pt idx="4210">
                  <c:v>42928</c:v>
                </c:pt>
                <c:pt idx="4211">
                  <c:v>42929</c:v>
                </c:pt>
                <c:pt idx="4212">
                  <c:v>42930</c:v>
                </c:pt>
                <c:pt idx="4213">
                  <c:v>42931</c:v>
                </c:pt>
                <c:pt idx="4214">
                  <c:v>42932</c:v>
                </c:pt>
                <c:pt idx="4215">
                  <c:v>42933</c:v>
                </c:pt>
                <c:pt idx="4216">
                  <c:v>42934</c:v>
                </c:pt>
                <c:pt idx="4217">
                  <c:v>42935</c:v>
                </c:pt>
                <c:pt idx="4218">
                  <c:v>42936</c:v>
                </c:pt>
                <c:pt idx="4219">
                  <c:v>42937</c:v>
                </c:pt>
                <c:pt idx="4220">
                  <c:v>42938</c:v>
                </c:pt>
                <c:pt idx="4221">
                  <c:v>42939</c:v>
                </c:pt>
                <c:pt idx="4222">
                  <c:v>42940</c:v>
                </c:pt>
                <c:pt idx="4223">
                  <c:v>42941</c:v>
                </c:pt>
                <c:pt idx="4224">
                  <c:v>42942</c:v>
                </c:pt>
                <c:pt idx="4225">
                  <c:v>42943</c:v>
                </c:pt>
                <c:pt idx="4226">
                  <c:v>42944</c:v>
                </c:pt>
                <c:pt idx="4227">
                  <c:v>42945</c:v>
                </c:pt>
                <c:pt idx="4228">
                  <c:v>42946</c:v>
                </c:pt>
                <c:pt idx="4229">
                  <c:v>42947</c:v>
                </c:pt>
                <c:pt idx="4230">
                  <c:v>42948</c:v>
                </c:pt>
                <c:pt idx="4231">
                  <c:v>42949</c:v>
                </c:pt>
                <c:pt idx="4232">
                  <c:v>42950</c:v>
                </c:pt>
                <c:pt idx="4233">
                  <c:v>42951</c:v>
                </c:pt>
                <c:pt idx="4234">
                  <c:v>42952</c:v>
                </c:pt>
                <c:pt idx="4235">
                  <c:v>42953</c:v>
                </c:pt>
                <c:pt idx="4236">
                  <c:v>42954</c:v>
                </c:pt>
                <c:pt idx="4237">
                  <c:v>42955</c:v>
                </c:pt>
                <c:pt idx="4238">
                  <c:v>42956</c:v>
                </c:pt>
                <c:pt idx="4239">
                  <c:v>42957</c:v>
                </c:pt>
                <c:pt idx="4240">
                  <c:v>42958</c:v>
                </c:pt>
                <c:pt idx="4241">
                  <c:v>42959</c:v>
                </c:pt>
                <c:pt idx="4242">
                  <c:v>42960</c:v>
                </c:pt>
                <c:pt idx="4243">
                  <c:v>42961</c:v>
                </c:pt>
                <c:pt idx="4244">
                  <c:v>42962</c:v>
                </c:pt>
                <c:pt idx="4245">
                  <c:v>42963</c:v>
                </c:pt>
                <c:pt idx="4246">
                  <c:v>42964</c:v>
                </c:pt>
                <c:pt idx="4247">
                  <c:v>42965</c:v>
                </c:pt>
                <c:pt idx="4248">
                  <c:v>42966</c:v>
                </c:pt>
                <c:pt idx="4249">
                  <c:v>42967</c:v>
                </c:pt>
                <c:pt idx="4250">
                  <c:v>42968</c:v>
                </c:pt>
                <c:pt idx="4251">
                  <c:v>42969</c:v>
                </c:pt>
                <c:pt idx="4252">
                  <c:v>42970</c:v>
                </c:pt>
                <c:pt idx="4253">
                  <c:v>42971</c:v>
                </c:pt>
                <c:pt idx="4254">
                  <c:v>42972</c:v>
                </c:pt>
                <c:pt idx="4255">
                  <c:v>42973</c:v>
                </c:pt>
                <c:pt idx="4256">
                  <c:v>42974</c:v>
                </c:pt>
                <c:pt idx="4257">
                  <c:v>42975</c:v>
                </c:pt>
                <c:pt idx="4258">
                  <c:v>42976</c:v>
                </c:pt>
                <c:pt idx="4259">
                  <c:v>42977</c:v>
                </c:pt>
                <c:pt idx="4260">
                  <c:v>42978</c:v>
                </c:pt>
                <c:pt idx="4261">
                  <c:v>42979</c:v>
                </c:pt>
                <c:pt idx="4262">
                  <c:v>42980</c:v>
                </c:pt>
                <c:pt idx="4263">
                  <c:v>42981</c:v>
                </c:pt>
                <c:pt idx="4264">
                  <c:v>42982</c:v>
                </c:pt>
                <c:pt idx="4265">
                  <c:v>42983</c:v>
                </c:pt>
                <c:pt idx="4266">
                  <c:v>42984</c:v>
                </c:pt>
                <c:pt idx="4267">
                  <c:v>42985</c:v>
                </c:pt>
                <c:pt idx="4268">
                  <c:v>42986</c:v>
                </c:pt>
                <c:pt idx="4269">
                  <c:v>42987</c:v>
                </c:pt>
                <c:pt idx="4270">
                  <c:v>42988</c:v>
                </c:pt>
                <c:pt idx="4271">
                  <c:v>42989</c:v>
                </c:pt>
                <c:pt idx="4272">
                  <c:v>42990</c:v>
                </c:pt>
                <c:pt idx="4273">
                  <c:v>42991</c:v>
                </c:pt>
                <c:pt idx="4274">
                  <c:v>42992</c:v>
                </c:pt>
                <c:pt idx="4275">
                  <c:v>42993</c:v>
                </c:pt>
                <c:pt idx="4276">
                  <c:v>42994</c:v>
                </c:pt>
                <c:pt idx="4277">
                  <c:v>42995</c:v>
                </c:pt>
                <c:pt idx="4278">
                  <c:v>42996</c:v>
                </c:pt>
                <c:pt idx="4279">
                  <c:v>42997</c:v>
                </c:pt>
                <c:pt idx="4280">
                  <c:v>42998</c:v>
                </c:pt>
                <c:pt idx="4281">
                  <c:v>42999</c:v>
                </c:pt>
                <c:pt idx="4282">
                  <c:v>43000</c:v>
                </c:pt>
                <c:pt idx="4283">
                  <c:v>43001</c:v>
                </c:pt>
                <c:pt idx="4284">
                  <c:v>43002</c:v>
                </c:pt>
                <c:pt idx="4285">
                  <c:v>43003</c:v>
                </c:pt>
                <c:pt idx="4286">
                  <c:v>43004</c:v>
                </c:pt>
                <c:pt idx="4287">
                  <c:v>43005</c:v>
                </c:pt>
                <c:pt idx="4288">
                  <c:v>43006</c:v>
                </c:pt>
                <c:pt idx="4289">
                  <c:v>43007</c:v>
                </c:pt>
                <c:pt idx="4290">
                  <c:v>43008</c:v>
                </c:pt>
                <c:pt idx="4291">
                  <c:v>43009</c:v>
                </c:pt>
                <c:pt idx="4292">
                  <c:v>43010</c:v>
                </c:pt>
                <c:pt idx="4293">
                  <c:v>43011</c:v>
                </c:pt>
                <c:pt idx="4294">
                  <c:v>43012</c:v>
                </c:pt>
                <c:pt idx="4295">
                  <c:v>43013</c:v>
                </c:pt>
                <c:pt idx="4296">
                  <c:v>43014</c:v>
                </c:pt>
                <c:pt idx="4297">
                  <c:v>43015</c:v>
                </c:pt>
                <c:pt idx="4298">
                  <c:v>43016</c:v>
                </c:pt>
                <c:pt idx="4299">
                  <c:v>43017</c:v>
                </c:pt>
                <c:pt idx="4300">
                  <c:v>43018</c:v>
                </c:pt>
                <c:pt idx="4301">
                  <c:v>43019</c:v>
                </c:pt>
                <c:pt idx="4302">
                  <c:v>43020</c:v>
                </c:pt>
                <c:pt idx="4303">
                  <c:v>43021</c:v>
                </c:pt>
                <c:pt idx="4304">
                  <c:v>43022</c:v>
                </c:pt>
                <c:pt idx="4305">
                  <c:v>43023</c:v>
                </c:pt>
                <c:pt idx="4306">
                  <c:v>43024</c:v>
                </c:pt>
                <c:pt idx="4307">
                  <c:v>43025</c:v>
                </c:pt>
                <c:pt idx="4308">
                  <c:v>43026</c:v>
                </c:pt>
                <c:pt idx="4309">
                  <c:v>43027</c:v>
                </c:pt>
                <c:pt idx="4310">
                  <c:v>43028</c:v>
                </c:pt>
                <c:pt idx="4311">
                  <c:v>43029</c:v>
                </c:pt>
                <c:pt idx="4312">
                  <c:v>43030</c:v>
                </c:pt>
                <c:pt idx="4313">
                  <c:v>43031</c:v>
                </c:pt>
                <c:pt idx="4314">
                  <c:v>43032</c:v>
                </c:pt>
                <c:pt idx="4315">
                  <c:v>43033</c:v>
                </c:pt>
                <c:pt idx="4316">
                  <c:v>43034</c:v>
                </c:pt>
                <c:pt idx="4317">
                  <c:v>43035</c:v>
                </c:pt>
                <c:pt idx="4318">
                  <c:v>43036</c:v>
                </c:pt>
                <c:pt idx="4319">
                  <c:v>43037</c:v>
                </c:pt>
                <c:pt idx="4320">
                  <c:v>43038</c:v>
                </c:pt>
                <c:pt idx="4321">
                  <c:v>43039</c:v>
                </c:pt>
                <c:pt idx="4322">
                  <c:v>43040</c:v>
                </c:pt>
                <c:pt idx="4323">
                  <c:v>43041</c:v>
                </c:pt>
                <c:pt idx="4324">
                  <c:v>43042</c:v>
                </c:pt>
                <c:pt idx="4325">
                  <c:v>43043</c:v>
                </c:pt>
                <c:pt idx="4326">
                  <c:v>43044</c:v>
                </c:pt>
                <c:pt idx="4327">
                  <c:v>43045</c:v>
                </c:pt>
                <c:pt idx="4328">
                  <c:v>43046</c:v>
                </c:pt>
                <c:pt idx="4329">
                  <c:v>43047</c:v>
                </c:pt>
                <c:pt idx="4330">
                  <c:v>43048</c:v>
                </c:pt>
                <c:pt idx="4331">
                  <c:v>43049</c:v>
                </c:pt>
                <c:pt idx="4332">
                  <c:v>43050</c:v>
                </c:pt>
                <c:pt idx="4333">
                  <c:v>43051</c:v>
                </c:pt>
                <c:pt idx="4334">
                  <c:v>43052</c:v>
                </c:pt>
                <c:pt idx="4335">
                  <c:v>43053</c:v>
                </c:pt>
                <c:pt idx="4336">
                  <c:v>43054</c:v>
                </c:pt>
                <c:pt idx="4337">
                  <c:v>43055</c:v>
                </c:pt>
                <c:pt idx="4338">
                  <c:v>43056</c:v>
                </c:pt>
                <c:pt idx="4339">
                  <c:v>43057</c:v>
                </c:pt>
                <c:pt idx="4340">
                  <c:v>43058</c:v>
                </c:pt>
                <c:pt idx="4341">
                  <c:v>43059</c:v>
                </c:pt>
                <c:pt idx="4342">
                  <c:v>43060</c:v>
                </c:pt>
                <c:pt idx="4343">
                  <c:v>43061</c:v>
                </c:pt>
                <c:pt idx="4344">
                  <c:v>43062</c:v>
                </c:pt>
                <c:pt idx="4345">
                  <c:v>43063</c:v>
                </c:pt>
                <c:pt idx="4346">
                  <c:v>43064</c:v>
                </c:pt>
                <c:pt idx="4347">
                  <c:v>43065</c:v>
                </c:pt>
                <c:pt idx="4348">
                  <c:v>43066</c:v>
                </c:pt>
                <c:pt idx="4349">
                  <c:v>43067</c:v>
                </c:pt>
                <c:pt idx="4350">
                  <c:v>43068</c:v>
                </c:pt>
                <c:pt idx="4351">
                  <c:v>43069</c:v>
                </c:pt>
                <c:pt idx="4352">
                  <c:v>43070</c:v>
                </c:pt>
                <c:pt idx="4353">
                  <c:v>43071</c:v>
                </c:pt>
                <c:pt idx="4354">
                  <c:v>43072</c:v>
                </c:pt>
                <c:pt idx="4355">
                  <c:v>43073</c:v>
                </c:pt>
                <c:pt idx="4356">
                  <c:v>43074</c:v>
                </c:pt>
                <c:pt idx="4357">
                  <c:v>43075</c:v>
                </c:pt>
                <c:pt idx="4358">
                  <c:v>43076</c:v>
                </c:pt>
                <c:pt idx="4359">
                  <c:v>43077</c:v>
                </c:pt>
                <c:pt idx="4360">
                  <c:v>43078</c:v>
                </c:pt>
                <c:pt idx="4361">
                  <c:v>43079</c:v>
                </c:pt>
                <c:pt idx="4362">
                  <c:v>43080</c:v>
                </c:pt>
                <c:pt idx="4363">
                  <c:v>43081</c:v>
                </c:pt>
                <c:pt idx="4364">
                  <c:v>43082</c:v>
                </c:pt>
                <c:pt idx="4365">
                  <c:v>43083</c:v>
                </c:pt>
                <c:pt idx="4366">
                  <c:v>43084</c:v>
                </c:pt>
                <c:pt idx="4367">
                  <c:v>43085</c:v>
                </c:pt>
                <c:pt idx="4368">
                  <c:v>43086</c:v>
                </c:pt>
                <c:pt idx="4369">
                  <c:v>43087</c:v>
                </c:pt>
                <c:pt idx="4370">
                  <c:v>43088</c:v>
                </c:pt>
                <c:pt idx="4371">
                  <c:v>43089</c:v>
                </c:pt>
                <c:pt idx="4372">
                  <c:v>43090</c:v>
                </c:pt>
                <c:pt idx="4373">
                  <c:v>43091</c:v>
                </c:pt>
                <c:pt idx="4374">
                  <c:v>43092</c:v>
                </c:pt>
                <c:pt idx="4375">
                  <c:v>43093</c:v>
                </c:pt>
                <c:pt idx="4376">
                  <c:v>43094</c:v>
                </c:pt>
                <c:pt idx="4377">
                  <c:v>43095</c:v>
                </c:pt>
                <c:pt idx="4378">
                  <c:v>43096</c:v>
                </c:pt>
                <c:pt idx="4379">
                  <c:v>43097</c:v>
                </c:pt>
                <c:pt idx="4380">
                  <c:v>43098</c:v>
                </c:pt>
                <c:pt idx="4381">
                  <c:v>43099</c:v>
                </c:pt>
                <c:pt idx="4382">
                  <c:v>43100</c:v>
                </c:pt>
                <c:pt idx="4383">
                  <c:v>43101</c:v>
                </c:pt>
                <c:pt idx="4384">
                  <c:v>43102</c:v>
                </c:pt>
                <c:pt idx="4385">
                  <c:v>43103</c:v>
                </c:pt>
                <c:pt idx="4386">
                  <c:v>43104</c:v>
                </c:pt>
                <c:pt idx="4387">
                  <c:v>43105</c:v>
                </c:pt>
                <c:pt idx="4388">
                  <c:v>43106</c:v>
                </c:pt>
                <c:pt idx="4389">
                  <c:v>43107</c:v>
                </c:pt>
                <c:pt idx="4390">
                  <c:v>43108</c:v>
                </c:pt>
                <c:pt idx="4391">
                  <c:v>43109</c:v>
                </c:pt>
                <c:pt idx="4392">
                  <c:v>43110</c:v>
                </c:pt>
                <c:pt idx="4393">
                  <c:v>43111</c:v>
                </c:pt>
                <c:pt idx="4394">
                  <c:v>43112</c:v>
                </c:pt>
                <c:pt idx="4395">
                  <c:v>43113</c:v>
                </c:pt>
                <c:pt idx="4396">
                  <c:v>43114</c:v>
                </c:pt>
                <c:pt idx="4397">
                  <c:v>43115</c:v>
                </c:pt>
                <c:pt idx="4398">
                  <c:v>43116</c:v>
                </c:pt>
                <c:pt idx="4399">
                  <c:v>43117</c:v>
                </c:pt>
                <c:pt idx="4400">
                  <c:v>43118</c:v>
                </c:pt>
                <c:pt idx="4401">
                  <c:v>43119</c:v>
                </c:pt>
                <c:pt idx="4402">
                  <c:v>43120</c:v>
                </c:pt>
                <c:pt idx="4403">
                  <c:v>43121</c:v>
                </c:pt>
                <c:pt idx="4404">
                  <c:v>43122</c:v>
                </c:pt>
                <c:pt idx="4405">
                  <c:v>43123</c:v>
                </c:pt>
                <c:pt idx="4406">
                  <c:v>43124</c:v>
                </c:pt>
                <c:pt idx="4407">
                  <c:v>43125</c:v>
                </c:pt>
                <c:pt idx="4408">
                  <c:v>43126</c:v>
                </c:pt>
                <c:pt idx="4409">
                  <c:v>43127</c:v>
                </c:pt>
                <c:pt idx="4410">
                  <c:v>43128</c:v>
                </c:pt>
                <c:pt idx="4411">
                  <c:v>43129</c:v>
                </c:pt>
                <c:pt idx="4412">
                  <c:v>43130</c:v>
                </c:pt>
                <c:pt idx="4413">
                  <c:v>43131</c:v>
                </c:pt>
                <c:pt idx="4414">
                  <c:v>43132</c:v>
                </c:pt>
                <c:pt idx="4415">
                  <c:v>43133</c:v>
                </c:pt>
                <c:pt idx="4416">
                  <c:v>43134</c:v>
                </c:pt>
                <c:pt idx="4417">
                  <c:v>43135</c:v>
                </c:pt>
                <c:pt idx="4418">
                  <c:v>43136</c:v>
                </c:pt>
                <c:pt idx="4419">
                  <c:v>43137</c:v>
                </c:pt>
                <c:pt idx="4420">
                  <c:v>43138</c:v>
                </c:pt>
                <c:pt idx="4421">
                  <c:v>43139</c:v>
                </c:pt>
                <c:pt idx="4422">
                  <c:v>43140</c:v>
                </c:pt>
                <c:pt idx="4423">
                  <c:v>43141</c:v>
                </c:pt>
                <c:pt idx="4424">
                  <c:v>43142</c:v>
                </c:pt>
                <c:pt idx="4425">
                  <c:v>43143</c:v>
                </c:pt>
                <c:pt idx="4426">
                  <c:v>43144</c:v>
                </c:pt>
                <c:pt idx="4427">
                  <c:v>43145</c:v>
                </c:pt>
                <c:pt idx="4428">
                  <c:v>43146</c:v>
                </c:pt>
                <c:pt idx="4429">
                  <c:v>43147</c:v>
                </c:pt>
                <c:pt idx="4430">
                  <c:v>43148</c:v>
                </c:pt>
                <c:pt idx="4431">
                  <c:v>43149</c:v>
                </c:pt>
                <c:pt idx="4432">
                  <c:v>43150</c:v>
                </c:pt>
                <c:pt idx="4433">
                  <c:v>43151</c:v>
                </c:pt>
                <c:pt idx="4434">
                  <c:v>43152</c:v>
                </c:pt>
                <c:pt idx="4435">
                  <c:v>43153</c:v>
                </c:pt>
                <c:pt idx="4436">
                  <c:v>43154</c:v>
                </c:pt>
                <c:pt idx="4437">
                  <c:v>43155</c:v>
                </c:pt>
                <c:pt idx="4438">
                  <c:v>43156</c:v>
                </c:pt>
                <c:pt idx="4439">
                  <c:v>43157</c:v>
                </c:pt>
                <c:pt idx="4440">
                  <c:v>43158</c:v>
                </c:pt>
                <c:pt idx="4441">
                  <c:v>43159</c:v>
                </c:pt>
                <c:pt idx="4442">
                  <c:v>43160</c:v>
                </c:pt>
                <c:pt idx="4443">
                  <c:v>43161</c:v>
                </c:pt>
                <c:pt idx="4444">
                  <c:v>43162</c:v>
                </c:pt>
                <c:pt idx="4445">
                  <c:v>43163</c:v>
                </c:pt>
                <c:pt idx="4446">
                  <c:v>43164</c:v>
                </c:pt>
                <c:pt idx="4447">
                  <c:v>43165</c:v>
                </c:pt>
                <c:pt idx="4448">
                  <c:v>43166</c:v>
                </c:pt>
                <c:pt idx="4449">
                  <c:v>43167</c:v>
                </c:pt>
                <c:pt idx="4450">
                  <c:v>43168</c:v>
                </c:pt>
                <c:pt idx="4451">
                  <c:v>43169</c:v>
                </c:pt>
                <c:pt idx="4452">
                  <c:v>43170</c:v>
                </c:pt>
                <c:pt idx="4453">
                  <c:v>43171</c:v>
                </c:pt>
                <c:pt idx="4454">
                  <c:v>43172</c:v>
                </c:pt>
                <c:pt idx="4455">
                  <c:v>43173</c:v>
                </c:pt>
                <c:pt idx="4456">
                  <c:v>43174</c:v>
                </c:pt>
                <c:pt idx="4457">
                  <c:v>43175</c:v>
                </c:pt>
                <c:pt idx="4458">
                  <c:v>43176</c:v>
                </c:pt>
                <c:pt idx="4459">
                  <c:v>43177</c:v>
                </c:pt>
                <c:pt idx="4460">
                  <c:v>43178</c:v>
                </c:pt>
                <c:pt idx="4461">
                  <c:v>43179</c:v>
                </c:pt>
                <c:pt idx="4462">
                  <c:v>43180</c:v>
                </c:pt>
                <c:pt idx="4463">
                  <c:v>43181</c:v>
                </c:pt>
                <c:pt idx="4464">
                  <c:v>43182</c:v>
                </c:pt>
                <c:pt idx="4465">
                  <c:v>43183</c:v>
                </c:pt>
                <c:pt idx="4466">
                  <c:v>43184</c:v>
                </c:pt>
                <c:pt idx="4467">
                  <c:v>43185</c:v>
                </c:pt>
                <c:pt idx="4468">
                  <c:v>43186</c:v>
                </c:pt>
                <c:pt idx="4469">
                  <c:v>43187</c:v>
                </c:pt>
                <c:pt idx="4470">
                  <c:v>43188</c:v>
                </c:pt>
                <c:pt idx="4471">
                  <c:v>43189</c:v>
                </c:pt>
                <c:pt idx="4472">
                  <c:v>43190</c:v>
                </c:pt>
                <c:pt idx="4473">
                  <c:v>43191</c:v>
                </c:pt>
                <c:pt idx="4474">
                  <c:v>43192</c:v>
                </c:pt>
                <c:pt idx="4475">
                  <c:v>43193</c:v>
                </c:pt>
                <c:pt idx="4476">
                  <c:v>43194</c:v>
                </c:pt>
                <c:pt idx="4477">
                  <c:v>43195</c:v>
                </c:pt>
                <c:pt idx="4478">
                  <c:v>43196</c:v>
                </c:pt>
                <c:pt idx="4479">
                  <c:v>43197</c:v>
                </c:pt>
                <c:pt idx="4480">
                  <c:v>43198</c:v>
                </c:pt>
                <c:pt idx="4481">
                  <c:v>43199</c:v>
                </c:pt>
                <c:pt idx="4482">
                  <c:v>43200</c:v>
                </c:pt>
                <c:pt idx="4483">
                  <c:v>43201</c:v>
                </c:pt>
                <c:pt idx="4484">
                  <c:v>43202</c:v>
                </c:pt>
                <c:pt idx="4485">
                  <c:v>43203</c:v>
                </c:pt>
                <c:pt idx="4486">
                  <c:v>43204</c:v>
                </c:pt>
                <c:pt idx="4487">
                  <c:v>43205</c:v>
                </c:pt>
                <c:pt idx="4488">
                  <c:v>43206</c:v>
                </c:pt>
                <c:pt idx="4489">
                  <c:v>43207</c:v>
                </c:pt>
                <c:pt idx="4490">
                  <c:v>43208</c:v>
                </c:pt>
                <c:pt idx="4491">
                  <c:v>43209</c:v>
                </c:pt>
                <c:pt idx="4492">
                  <c:v>43210</c:v>
                </c:pt>
                <c:pt idx="4493">
                  <c:v>43211</c:v>
                </c:pt>
                <c:pt idx="4494">
                  <c:v>43212</c:v>
                </c:pt>
                <c:pt idx="4495">
                  <c:v>43213</c:v>
                </c:pt>
                <c:pt idx="4496">
                  <c:v>43214</c:v>
                </c:pt>
                <c:pt idx="4497">
                  <c:v>43215</c:v>
                </c:pt>
                <c:pt idx="4498">
                  <c:v>43216</c:v>
                </c:pt>
                <c:pt idx="4499">
                  <c:v>43217</c:v>
                </c:pt>
                <c:pt idx="4500">
                  <c:v>43218</c:v>
                </c:pt>
                <c:pt idx="4501">
                  <c:v>43219</c:v>
                </c:pt>
                <c:pt idx="4502">
                  <c:v>43220</c:v>
                </c:pt>
                <c:pt idx="4503">
                  <c:v>43221</c:v>
                </c:pt>
                <c:pt idx="4504">
                  <c:v>43222</c:v>
                </c:pt>
                <c:pt idx="4505">
                  <c:v>43223</c:v>
                </c:pt>
                <c:pt idx="4506">
                  <c:v>43224</c:v>
                </c:pt>
                <c:pt idx="4507">
                  <c:v>43225</c:v>
                </c:pt>
                <c:pt idx="4508">
                  <c:v>43226</c:v>
                </c:pt>
                <c:pt idx="4509">
                  <c:v>43227</c:v>
                </c:pt>
                <c:pt idx="4510">
                  <c:v>43228</c:v>
                </c:pt>
                <c:pt idx="4511">
                  <c:v>43229</c:v>
                </c:pt>
                <c:pt idx="4512">
                  <c:v>43230</c:v>
                </c:pt>
                <c:pt idx="4513">
                  <c:v>43231</c:v>
                </c:pt>
                <c:pt idx="4514">
                  <c:v>43232</c:v>
                </c:pt>
                <c:pt idx="4515">
                  <c:v>43233</c:v>
                </c:pt>
                <c:pt idx="4516">
                  <c:v>43234</c:v>
                </c:pt>
                <c:pt idx="4517">
                  <c:v>43235</c:v>
                </c:pt>
                <c:pt idx="4518">
                  <c:v>43236</c:v>
                </c:pt>
                <c:pt idx="4519">
                  <c:v>43237</c:v>
                </c:pt>
                <c:pt idx="4520">
                  <c:v>43238</c:v>
                </c:pt>
                <c:pt idx="4521">
                  <c:v>43239</c:v>
                </c:pt>
                <c:pt idx="4522">
                  <c:v>43240</c:v>
                </c:pt>
                <c:pt idx="4523">
                  <c:v>43241</c:v>
                </c:pt>
                <c:pt idx="4524">
                  <c:v>43242</c:v>
                </c:pt>
                <c:pt idx="4525">
                  <c:v>43243</c:v>
                </c:pt>
                <c:pt idx="4526">
                  <c:v>43244</c:v>
                </c:pt>
                <c:pt idx="4527">
                  <c:v>43245</c:v>
                </c:pt>
                <c:pt idx="4528">
                  <c:v>43246</c:v>
                </c:pt>
                <c:pt idx="4529">
                  <c:v>43247</c:v>
                </c:pt>
                <c:pt idx="4530">
                  <c:v>43248</c:v>
                </c:pt>
                <c:pt idx="4531">
                  <c:v>43249</c:v>
                </c:pt>
                <c:pt idx="4532">
                  <c:v>43250</c:v>
                </c:pt>
                <c:pt idx="4533">
                  <c:v>43251</c:v>
                </c:pt>
                <c:pt idx="4534">
                  <c:v>43252</c:v>
                </c:pt>
                <c:pt idx="4535">
                  <c:v>43253</c:v>
                </c:pt>
                <c:pt idx="4536">
                  <c:v>43254</c:v>
                </c:pt>
                <c:pt idx="4537">
                  <c:v>43255</c:v>
                </c:pt>
                <c:pt idx="4538">
                  <c:v>43256</c:v>
                </c:pt>
                <c:pt idx="4539">
                  <c:v>43257</c:v>
                </c:pt>
                <c:pt idx="4540">
                  <c:v>43258</c:v>
                </c:pt>
                <c:pt idx="4541">
                  <c:v>43259</c:v>
                </c:pt>
                <c:pt idx="4542">
                  <c:v>43260</c:v>
                </c:pt>
                <c:pt idx="4543">
                  <c:v>43261</c:v>
                </c:pt>
                <c:pt idx="4544">
                  <c:v>43262</c:v>
                </c:pt>
                <c:pt idx="4545">
                  <c:v>43263</c:v>
                </c:pt>
                <c:pt idx="4546">
                  <c:v>43264</c:v>
                </c:pt>
                <c:pt idx="4547">
                  <c:v>43265</c:v>
                </c:pt>
                <c:pt idx="4548">
                  <c:v>43266</c:v>
                </c:pt>
                <c:pt idx="4549">
                  <c:v>43267</c:v>
                </c:pt>
                <c:pt idx="4550">
                  <c:v>43268</c:v>
                </c:pt>
                <c:pt idx="4551">
                  <c:v>43269</c:v>
                </c:pt>
                <c:pt idx="4552">
                  <c:v>43270</c:v>
                </c:pt>
                <c:pt idx="4553">
                  <c:v>43271</c:v>
                </c:pt>
                <c:pt idx="4554">
                  <c:v>43272</c:v>
                </c:pt>
                <c:pt idx="4555">
                  <c:v>43273</c:v>
                </c:pt>
                <c:pt idx="4556">
                  <c:v>43274</c:v>
                </c:pt>
                <c:pt idx="4557">
                  <c:v>43275</c:v>
                </c:pt>
                <c:pt idx="4558">
                  <c:v>43276</c:v>
                </c:pt>
                <c:pt idx="4559">
                  <c:v>43277</c:v>
                </c:pt>
                <c:pt idx="4560">
                  <c:v>43278</c:v>
                </c:pt>
                <c:pt idx="4561">
                  <c:v>43279</c:v>
                </c:pt>
                <c:pt idx="4562">
                  <c:v>43280</c:v>
                </c:pt>
                <c:pt idx="4563">
                  <c:v>43281</c:v>
                </c:pt>
                <c:pt idx="4564">
                  <c:v>43282</c:v>
                </c:pt>
                <c:pt idx="4565">
                  <c:v>43283</c:v>
                </c:pt>
                <c:pt idx="4566">
                  <c:v>43284</c:v>
                </c:pt>
                <c:pt idx="4567">
                  <c:v>43285</c:v>
                </c:pt>
                <c:pt idx="4568">
                  <c:v>43286</c:v>
                </c:pt>
                <c:pt idx="4569">
                  <c:v>43287</c:v>
                </c:pt>
                <c:pt idx="4570">
                  <c:v>43288</c:v>
                </c:pt>
                <c:pt idx="4571">
                  <c:v>43289</c:v>
                </c:pt>
                <c:pt idx="4572">
                  <c:v>43290</c:v>
                </c:pt>
                <c:pt idx="4573">
                  <c:v>43291</c:v>
                </c:pt>
                <c:pt idx="4574">
                  <c:v>43292</c:v>
                </c:pt>
                <c:pt idx="4575">
                  <c:v>43293</c:v>
                </c:pt>
                <c:pt idx="4576">
                  <c:v>43294</c:v>
                </c:pt>
                <c:pt idx="4577">
                  <c:v>43295</c:v>
                </c:pt>
                <c:pt idx="4578">
                  <c:v>43296</c:v>
                </c:pt>
                <c:pt idx="4579">
                  <c:v>43297</c:v>
                </c:pt>
                <c:pt idx="4580">
                  <c:v>43298</c:v>
                </c:pt>
                <c:pt idx="4581">
                  <c:v>43299</c:v>
                </c:pt>
                <c:pt idx="4582">
                  <c:v>43300</c:v>
                </c:pt>
                <c:pt idx="4583">
                  <c:v>43301</c:v>
                </c:pt>
                <c:pt idx="4584">
                  <c:v>43302</c:v>
                </c:pt>
                <c:pt idx="4585">
                  <c:v>43303</c:v>
                </c:pt>
                <c:pt idx="4586">
                  <c:v>43304</c:v>
                </c:pt>
                <c:pt idx="4587">
                  <c:v>43305</c:v>
                </c:pt>
                <c:pt idx="4588">
                  <c:v>43306</c:v>
                </c:pt>
                <c:pt idx="4589">
                  <c:v>43307</c:v>
                </c:pt>
                <c:pt idx="4590">
                  <c:v>43308</c:v>
                </c:pt>
                <c:pt idx="4591">
                  <c:v>43309</c:v>
                </c:pt>
                <c:pt idx="4592">
                  <c:v>43310</c:v>
                </c:pt>
                <c:pt idx="4593">
                  <c:v>43311</c:v>
                </c:pt>
                <c:pt idx="4594">
                  <c:v>43312</c:v>
                </c:pt>
                <c:pt idx="4595">
                  <c:v>43313</c:v>
                </c:pt>
                <c:pt idx="4596">
                  <c:v>43314</c:v>
                </c:pt>
                <c:pt idx="4597">
                  <c:v>43315</c:v>
                </c:pt>
                <c:pt idx="4598">
                  <c:v>43316</c:v>
                </c:pt>
                <c:pt idx="4599">
                  <c:v>43317</c:v>
                </c:pt>
                <c:pt idx="4600">
                  <c:v>43318</c:v>
                </c:pt>
                <c:pt idx="4601">
                  <c:v>43319</c:v>
                </c:pt>
                <c:pt idx="4602">
                  <c:v>43320</c:v>
                </c:pt>
                <c:pt idx="4603">
                  <c:v>43321</c:v>
                </c:pt>
                <c:pt idx="4604">
                  <c:v>43322</c:v>
                </c:pt>
                <c:pt idx="4605">
                  <c:v>43323</c:v>
                </c:pt>
                <c:pt idx="4606">
                  <c:v>43324</c:v>
                </c:pt>
                <c:pt idx="4607">
                  <c:v>43325</c:v>
                </c:pt>
                <c:pt idx="4608">
                  <c:v>43326</c:v>
                </c:pt>
                <c:pt idx="4609">
                  <c:v>43327</c:v>
                </c:pt>
                <c:pt idx="4610">
                  <c:v>43328</c:v>
                </c:pt>
                <c:pt idx="4611">
                  <c:v>43329</c:v>
                </c:pt>
                <c:pt idx="4612">
                  <c:v>43330</c:v>
                </c:pt>
                <c:pt idx="4613">
                  <c:v>43331</c:v>
                </c:pt>
                <c:pt idx="4614">
                  <c:v>43332</c:v>
                </c:pt>
                <c:pt idx="4615">
                  <c:v>43333</c:v>
                </c:pt>
                <c:pt idx="4616">
                  <c:v>43334</c:v>
                </c:pt>
                <c:pt idx="4617">
                  <c:v>43335</c:v>
                </c:pt>
                <c:pt idx="4618">
                  <c:v>43336</c:v>
                </c:pt>
                <c:pt idx="4619">
                  <c:v>43337</c:v>
                </c:pt>
                <c:pt idx="4620">
                  <c:v>43338</c:v>
                </c:pt>
                <c:pt idx="4621">
                  <c:v>43339</c:v>
                </c:pt>
                <c:pt idx="4622">
                  <c:v>43340</c:v>
                </c:pt>
                <c:pt idx="4623">
                  <c:v>43341</c:v>
                </c:pt>
                <c:pt idx="4624">
                  <c:v>43342</c:v>
                </c:pt>
                <c:pt idx="4625">
                  <c:v>43343</c:v>
                </c:pt>
                <c:pt idx="4626">
                  <c:v>43344</c:v>
                </c:pt>
                <c:pt idx="4627">
                  <c:v>43345</c:v>
                </c:pt>
                <c:pt idx="4628">
                  <c:v>43346</c:v>
                </c:pt>
                <c:pt idx="4629">
                  <c:v>43347</c:v>
                </c:pt>
                <c:pt idx="4630">
                  <c:v>43348</c:v>
                </c:pt>
                <c:pt idx="4631">
                  <c:v>43349</c:v>
                </c:pt>
                <c:pt idx="4632">
                  <c:v>43350</c:v>
                </c:pt>
                <c:pt idx="4633">
                  <c:v>43351</c:v>
                </c:pt>
                <c:pt idx="4634">
                  <c:v>43352</c:v>
                </c:pt>
                <c:pt idx="4635">
                  <c:v>43353</c:v>
                </c:pt>
                <c:pt idx="4636">
                  <c:v>43354</c:v>
                </c:pt>
                <c:pt idx="4637">
                  <c:v>43355</c:v>
                </c:pt>
                <c:pt idx="4638">
                  <c:v>43356</c:v>
                </c:pt>
                <c:pt idx="4639">
                  <c:v>43357</c:v>
                </c:pt>
                <c:pt idx="4640">
                  <c:v>43358</c:v>
                </c:pt>
                <c:pt idx="4641">
                  <c:v>43359</c:v>
                </c:pt>
                <c:pt idx="4642">
                  <c:v>43360</c:v>
                </c:pt>
                <c:pt idx="4643">
                  <c:v>43361</c:v>
                </c:pt>
                <c:pt idx="4644">
                  <c:v>43362</c:v>
                </c:pt>
                <c:pt idx="4645">
                  <c:v>43363</c:v>
                </c:pt>
                <c:pt idx="4646">
                  <c:v>43364</c:v>
                </c:pt>
                <c:pt idx="4647">
                  <c:v>43365</c:v>
                </c:pt>
                <c:pt idx="4648">
                  <c:v>43366</c:v>
                </c:pt>
                <c:pt idx="4649">
                  <c:v>43367</c:v>
                </c:pt>
                <c:pt idx="4650">
                  <c:v>43368</c:v>
                </c:pt>
                <c:pt idx="4651">
                  <c:v>43369</c:v>
                </c:pt>
                <c:pt idx="4652">
                  <c:v>43370</c:v>
                </c:pt>
                <c:pt idx="4653">
                  <c:v>43371</c:v>
                </c:pt>
                <c:pt idx="4654">
                  <c:v>43372</c:v>
                </c:pt>
                <c:pt idx="4655">
                  <c:v>43373</c:v>
                </c:pt>
                <c:pt idx="4656">
                  <c:v>43374</c:v>
                </c:pt>
                <c:pt idx="4657">
                  <c:v>43375</c:v>
                </c:pt>
                <c:pt idx="4658">
                  <c:v>43376</c:v>
                </c:pt>
                <c:pt idx="4659">
                  <c:v>43377</c:v>
                </c:pt>
                <c:pt idx="4660">
                  <c:v>43378</c:v>
                </c:pt>
                <c:pt idx="4661">
                  <c:v>43379</c:v>
                </c:pt>
                <c:pt idx="4662">
                  <c:v>43380</c:v>
                </c:pt>
                <c:pt idx="4663">
                  <c:v>43381</c:v>
                </c:pt>
                <c:pt idx="4664">
                  <c:v>43382</c:v>
                </c:pt>
                <c:pt idx="4665">
                  <c:v>43383</c:v>
                </c:pt>
                <c:pt idx="4666">
                  <c:v>43384</c:v>
                </c:pt>
                <c:pt idx="4667">
                  <c:v>43385</c:v>
                </c:pt>
                <c:pt idx="4668">
                  <c:v>43386</c:v>
                </c:pt>
                <c:pt idx="4669">
                  <c:v>43387</c:v>
                </c:pt>
                <c:pt idx="4670">
                  <c:v>43388</c:v>
                </c:pt>
                <c:pt idx="4671">
                  <c:v>43389</c:v>
                </c:pt>
                <c:pt idx="4672">
                  <c:v>43390</c:v>
                </c:pt>
                <c:pt idx="4673">
                  <c:v>43391</c:v>
                </c:pt>
                <c:pt idx="4674">
                  <c:v>43392</c:v>
                </c:pt>
                <c:pt idx="4675">
                  <c:v>43393</c:v>
                </c:pt>
                <c:pt idx="4676">
                  <c:v>43394</c:v>
                </c:pt>
                <c:pt idx="4677">
                  <c:v>43395</c:v>
                </c:pt>
                <c:pt idx="4678">
                  <c:v>43396</c:v>
                </c:pt>
                <c:pt idx="4679">
                  <c:v>43397</c:v>
                </c:pt>
                <c:pt idx="4680">
                  <c:v>43398</c:v>
                </c:pt>
                <c:pt idx="4681">
                  <c:v>43399</c:v>
                </c:pt>
                <c:pt idx="4682">
                  <c:v>43400</c:v>
                </c:pt>
                <c:pt idx="4683">
                  <c:v>43401</c:v>
                </c:pt>
                <c:pt idx="4684">
                  <c:v>43402</c:v>
                </c:pt>
                <c:pt idx="4685">
                  <c:v>43403</c:v>
                </c:pt>
                <c:pt idx="4686">
                  <c:v>43404</c:v>
                </c:pt>
                <c:pt idx="4687">
                  <c:v>43405</c:v>
                </c:pt>
                <c:pt idx="4688">
                  <c:v>43406</c:v>
                </c:pt>
                <c:pt idx="4689">
                  <c:v>43407</c:v>
                </c:pt>
                <c:pt idx="4690">
                  <c:v>43408</c:v>
                </c:pt>
                <c:pt idx="4691">
                  <c:v>43409</c:v>
                </c:pt>
                <c:pt idx="4692">
                  <c:v>43410</c:v>
                </c:pt>
                <c:pt idx="4693">
                  <c:v>43411</c:v>
                </c:pt>
                <c:pt idx="4694">
                  <c:v>43412</c:v>
                </c:pt>
                <c:pt idx="4695">
                  <c:v>43413</c:v>
                </c:pt>
                <c:pt idx="4696">
                  <c:v>43414</c:v>
                </c:pt>
                <c:pt idx="4697">
                  <c:v>43415</c:v>
                </c:pt>
                <c:pt idx="4698">
                  <c:v>43416</c:v>
                </c:pt>
                <c:pt idx="4699">
                  <c:v>43417</c:v>
                </c:pt>
                <c:pt idx="4700">
                  <c:v>43418</c:v>
                </c:pt>
                <c:pt idx="4701">
                  <c:v>43419</c:v>
                </c:pt>
                <c:pt idx="4702">
                  <c:v>43420</c:v>
                </c:pt>
                <c:pt idx="4703">
                  <c:v>43421</c:v>
                </c:pt>
                <c:pt idx="4704">
                  <c:v>43422</c:v>
                </c:pt>
                <c:pt idx="4705">
                  <c:v>43423</c:v>
                </c:pt>
                <c:pt idx="4706">
                  <c:v>43424</c:v>
                </c:pt>
                <c:pt idx="4707">
                  <c:v>43425</c:v>
                </c:pt>
                <c:pt idx="4708">
                  <c:v>43426</c:v>
                </c:pt>
                <c:pt idx="4709">
                  <c:v>43427</c:v>
                </c:pt>
                <c:pt idx="4710">
                  <c:v>43428</c:v>
                </c:pt>
                <c:pt idx="4711">
                  <c:v>43429</c:v>
                </c:pt>
                <c:pt idx="4712">
                  <c:v>43430</c:v>
                </c:pt>
                <c:pt idx="4713">
                  <c:v>43431</c:v>
                </c:pt>
                <c:pt idx="4714">
                  <c:v>43432</c:v>
                </c:pt>
                <c:pt idx="4715">
                  <c:v>43433</c:v>
                </c:pt>
                <c:pt idx="4716">
                  <c:v>43434</c:v>
                </c:pt>
                <c:pt idx="4717">
                  <c:v>43435</c:v>
                </c:pt>
                <c:pt idx="4718">
                  <c:v>43436</c:v>
                </c:pt>
                <c:pt idx="4719">
                  <c:v>43437</c:v>
                </c:pt>
                <c:pt idx="4720">
                  <c:v>43438</c:v>
                </c:pt>
                <c:pt idx="4721">
                  <c:v>43439</c:v>
                </c:pt>
                <c:pt idx="4722">
                  <c:v>43440</c:v>
                </c:pt>
                <c:pt idx="4723">
                  <c:v>43441</c:v>
                </c:pt>
                <c:pt idx="4724">
                  <c:v>43442</c:v>
                </c:pt>
                <c:pt idx="4725">
                  <c:v>43443</c:v>
                </c:pt>
                <c:pt idx="4726">
                  <c:v>43444</c:v>
                </c:pt>
                <c:pt idx="4727">
                  <c:v>43445</c:v>
                </c:pt>
                <c:pt idx="4728">
                  <c:v>43446</c:v>
                </c:pt>
                <c:pt idx="4729">
                  <c:v>43447</c:v>
                </c:pt>
                <c:pt idx="4730">
                  <c:v>43448</c:v>
                </c:pt>
                <c:pt idx="4731">
                  <c:v>43449</c:v>
                </c:pt>
                <c:pt idx="4732">
                  <c:v>43450</c:v>
                </c:pt>
                <c:pt idx="4733">
                  <c:v>43451</c:v>
                </c:pt>
                <c:pt idx="4734">
                  <c:v>43452</c:v>
                </c:pt>
                <c:pt idx="4735">
                  <c:v>43453</c:v>
                </c:pt>
                <c:pt idx="4736">
                  <c:v>43454</c:v>
                </c:pt>
                <c:pt idx="4737">
                  <c:v>43455</c:v>
                </c:pt>
                <c:pt idx="4738">
                  <c:v>43456</c:v>
                </c:pt>
                <c:pt idx="4739">
                  <c:v>43457</c:v>
                </c:pt>
                <c:pt idx="4740">
                  <c:v>43458</c:v>
                </c:pt>
                <c:pt idx="4741">
                  <c:v>43459</c:v>
                </c:pt>
                <c:pt idx="4742">
                  <c:v>43460</c:v>
                </c:pt>
                <c:pt idx="4743">
                  <c:v>43461</c:v>
                </c:pt>
                <c:pt idx="4744">
                  <c:v>43462</c:v>
                </c:pt>
                <c:pt idx="4745">
                  <c:v>43463</c:v>
                </c:pt>
                <c:pt idx="4746">
                  <c:v>43464</c:v>
                </c:pt>
                <c:pt idx="4747">
                  <c:v>43465</c:v>
                </c:pt>
                <c:pt idx="4748">
                  <c:v>43466</c:v>
                </c:pt>
                <c:pt idx="4749">
                  <c:v>43467</c:v>
                </c:pt>
                <c:pt idx="4750">
                  <c:v>43468</c:v>
                </c:pt>
                <c:pt idx="4751">
                  <c:v>43469</c:v>
                </c:pt>
                <c:pt idx="4752">
                  <c:v>43470</c:v>
                </c:pt>
                <c:pt idx="4753">
                  <c:v>43471</c:v>
                </c:pt>
                <c:pt idx="4754">
                  <c:v>43472</c:v>
                </c:pt>
                <c:pt idx="4755">
                  <c:v>43473</c:v>
                </c:pt>
                <c:pt idx="4756">
                  <c:v>43474</c:v>
                </c:pt>
                <c:pt idx="4757">
                  <c:v>43475</c:v>
                </c:pt>
                <c:pt idx="4758">
                  <c:v>43476</c:v>
                </c:pt>
                <c:pt idx="4759">
                  <c:v>43477</c:v>
                </c:pt>
                <c:pt idx="4760">
                  <c:v>43478</c:v>
                </c:pt>
                <c:pt idx="4761">
                  <c:v>43479</c:v>
                </c:pt>
                <c:pt idx="4762">
                  <c:v>43480</c:v>
                </c:pt>
                <c:pt idx="4763">
                  <c:v>43481</c:v>
                </c:pt>
                <c:pt idx="4764">
                  <c:v>43482</c:v>
                </c:pt>
                <c:pt idx="4765">
                  <c:v>43483</c:v>
                </c:pt>
                <c:pt idx="4766">
                  <c:v>43484</c:v>
                </c:pt>
                <c:pt idx="4767">
                  <c:v>43485</c:v>
                </c:pt>
                <c:pt idx="4768">
                  <c:v>43486</c:v>
                </c:pt>
                <c:pt idx="4769">
                  <c:v>43487</c:v>
                </c:pt>
                <c:pt idx="4770">
                  <c:v>43488</c:v>
                </c:pt>
                <c:pt idx="4771">
                  <c:v>43489</c:v>
                </c:pt>
                <c:pt idx="4772">
                  <c:v>43490</c:v>
                </c:pt>
                <c:pt idx="4773">
                  <c:v>43491</c:v>
                </c:pt>
                <c:pt idx="4774">
                  <c:v>43492</c:v>
                </c:pt>
                <c:pt idx="4775">
                  <c:v>43493</c:v>
                </c:pt>
                <c:pt idx="4776">
                  <c:v>43494</c:v>
                </c:pt>
                <c:pt idx="4777">
                  <c:v>43495</c:v>
                </c:pt>
                <c:pt idx="4778">
                  <c:v>43496</c:v>
                </c:pt>
                <c:pt idx="4779">
                  <c:v>43497</c:v>
                </c:pt>
                <c:pt idx="4780">
                  <c:v>43498</c:v>
                </c:pt>
                <c:pt idx="4781">
                  <c:v>43499</c:v>
                </c:pt>
                <c:pt idx="4782">
                  <c:v>43500</c:v>
                </c:pt>
                <c:pt idx="4783">
                  <c:v>43501</c:v>
                </c:pt>
                <c:pt idx="4784">
                  <c:v>43502</c:v>
                </c:pt>
                <c:pt idx="4785">
                  <c:v>43503</c:v>
                </c:pt>
                <c:pt idx="4786">
                  <c:v>43504</c:v>
                </c:pt>
                <c:pt idx="4787">
                  <c:v>43505</c:v>
                </c:pt>
                <c:pt idx="4788">
                  <c:v>43506</c:v>
                </c:pt>
                <c:pt idx="4789">
                  <c:v>43507</c:v>
                </c:pt>
                <c:pt idx="4790">
                  <c:v>43508</c:v>
                </c:pt>
                <c:pt idx="4791">
                  <c:v>43509</c:v>
                </c:pt>
                <c:pt idx="4792">
                  <c:v>43510</c:v>
                </c:pt>
                <c:pt idx="4793">
                  <c:v>43511</c:v>
                </c:pt>
                <c:pt idx="4794">
                  <c:v>43512</c:v>
                </c:pt>
                <c:pt idx="4795">
                  <c:v>43513</c:v>
                </c:pt>
                <c:pt idx="4796">
                  <c:v>43514</c:v>
                </c:pt>
                <c:pt idx="4797">
                  <c:v>43515</c:v>
                </c:pt>
                <c:pt idx="4798">
                  <c:v>43516</c:v>
                </c:pt>
                <c:pt idx="4799">
                  <c:v>43517</c:v>
                </c:pt>
                <c:pt idx="4800">
                  <c:v>43518</c:v>
                </c:pt>
                <c:pt idx="4801">
                  <c:v>43519</c:v>
                </c:pt>
                <c:pt idx="4802">
                  <c:v>43520</c:v>
                </c:pt>
                <c:pt idx="4803">
                  <c:v>43521</c:v>
                </c:pt>
                <c:pt idx="4804">
                  <c:v>43522</c:v>
                </c:pt>
                <c:pt idx="4805">
                  <c:v>43523</c:v>
                </c:pt>
                <c:pt idx="4806">
                  <c:v>43524</c:v>
                </c:pt>
                <c:pt idx="4807">
                  <c:v>43525</c:v>
                </c:pt>
                <c:pt idx="4808">
                  <c:v>43526</c:v>
                </c:pt>
                <c:pt idx="4809">
                  <c:v>43527</c:v>
                </c:pt>
                <c:pt idx="4810">
                  <c:v>43528</c:v>
                </c:pt>
                <c:pt idx="4811">
                  <c:v>43529</c:v>
                </c:pt>
                <c:pt idx="4812">
                  <c:v>43530</c:v>
                </c:pt>
                <c:pt idx="4813">
                  <c:v>43531</c:v>
                </c:pt>
                <c:pt idx="4814">
                  <c:v>43532</c:v>
                </c:pt>
                <c:pt idx="4815">
                  <c:v>43533</c:v>
                </c:pt>
                <c:pt idx="4816">
                  <c:v>43534</c:v>
                </c:pt>
                <c:pt idx="4817">
                  <c:v>43535</c:v>
                </c:pt>
                <c:pt idx="4818">
                  <c:v>43536</c:v>
                </c:pt>
                <c:pt idx="4819">
                  <c:v>43537</c:v>
                </c:pt>
                <c:pt idx="4820">
                  <c:v>43538</c:v>
                </c:pt>
                <c:pt idx="4821">
                  <c:v>43539</c:v>
                </c:pt>
                <c:pt idx="4822">
                  <c:v>43540</c:v>
                </c:pt>
                <c:pt idx="4823">
                  <c:v>43541</c:v>
                </c:pt>
                <c:pt idx="4824">
                  <c:v>43542</c:v>
                </c:pt>
                <c:pt idx="4825">
                  <c:v>43543</c:v>
                </c:pt>
                <c:pt idx="4826">
                  <c:v>43544</c:v>
                </c:pt>
                <c:pt idx="4827">
                  <c:v>43545</c:v>
                </c:pt>
                <c:pt idx="4828">
                  <c:v>43546</c:v>
                </c:pt>
                <c:pt idx="4829">
                  <c:v>43547</c:v>
                </c:pt>
                <c:pt idx="4830">
                  <c:v>43548</c:v>
                </c:pt>
                <c:pt idx="4831">
                  <c:v>43549</c:v>
                </c:pt>
                <c:pt idx="4832">
                  <c:v>43550</c:v>
                </c:pt>
                <c:pt idx="4833">
                  <c:v>43551</c:v>
                </c:pt>
                <c:pt idx="4834">
                  <c:v>43552</c:v>
                </c:pt>
                <c:pt idx="4835">
                  <c:v>43553</c:v>
                </c:pt>
                <c:pt idx="4836">
                  <c:v>43554</c:v>
                </c:pt>
                <c:pt idx="4837">
                  <c:v>43555</c:v>
                </c:pt>
                <c:pt idx="4838">
                  <c:v>43556</c:v>
                </c:pt>
                <c:pt idx="4839">
                  <c:v>43557</c:v>
                </c:pt>
                <c:pt idx="4840">
                  <c:v>43558</c:v>
                </c:pt>
                <c:pt idx="4841">
                  <c:v>43559</c:v>
                </c:pt>
                <c:pt idx="4842">
                  <c:v>43560</c:v>
                </c:pt>
                <c:pt idx="4843">
                  <c:v>43561</c:v>
                </c:pt>
                <c:pt idx="4844">
                  <c:v>43562</c:v>
                </c:pt>
                <c:pt idx="4845">
                  <c:v>43563</c:v>
                </c:pt>
                <c:pt idx="4846">
                  <c:v>43564</c:v>
                </c:pt>
                <c:pt idx="4847">
                  <c:v>43565</c:v>
                </c:pt>
                <c:pt idx="4848">
                  <c:v>43566</c:v>
                </c:pt>
                <c:pt idx="4849">
                  <c:v>43567</c:v>
                </c:pt>
                <c:pt idx="4850">
                  <c:v>43568</c:v>
                </c:pt>
                <c:pt idx="4851">
                  <c:v>43569</c:v>
                </c:pt>
                <c:pt idx="4852">
                  <c:v>43570</c:v>
                </c:pt>
                <c:pt idx="4853">
                  <c:v>43571</c:v>
                </c:pt>
                <c:pt idx="4854">
                  <c:v>43572</c:v>
                </c:pt>
                <c:pt idx="4855">
                  <c:v>43573</c:v>
                </c:pt>
                <c:pt idx="4856">
                  <c:v>43574</c:v>
                </c:pt>
                <c:pt idx="4857">
                  <c:v>43575</c:v>
                </c:pt>
                <c:pt idx="4858">
                  <c:v>43576</c:v>
                </c:pt>
                <c:pt idx="4859">
                  <c:v>43577</c:v>
                </c:pt>
                <c:pt idx="4860">
                  <c:v>43578</c:v>
                </c:pt>
                <c:pt idx="4861">
                  <c:v>43579</c:v>
                </c:pt>
                <c:pt idx="4862">
                  <c:v>43580</c:v>
                </c:pt>
                <c:pt idx="4863">
                  <c:v>43581</c:v>
                </c:pt>
                <c:pt idx="4864">
                  <c:v>43582</c:v>
                </c:pt>
                <c:pt idx="4865">
                  <c:v>43583</c:v>
                </c:pt>
                <c:pt idx="4866">
                  <c:v>43584</c:v>
                </c:pt>
                <c:pt idx="4867">
                  <c:v>43585</c:v>
                </c:pt>
                <c:pt idx="4868">
                  <c:v>43586</c:v>
                </c:pt>
                <c:pt idx="4869">
                  <c:v>43587</c:v>
                </c:pt>
                <c:pt idx="4870">
                  <c:v>43588</c:v>
                </c:pt>
                <c:pt idx="4871">
                  <c:v>43589</c:v>
                </c:pt>
                <c:pt idx="4872">
                  <c:v>43590</c:v>
                </c:pt>
                <c:pt idx="4873">
                  <c:v>43591</c:v>
                </c:pt>
                <c:pt idx="4874">
                  <c:v>43592</c:v>
                </c:pt>
                <c:pt idx="4875">
                  <c:v>43593</c:v>
                </c:pt>
                <c:pt idx="4876">
                  <c:v>43594</c:v>
                </c:pt>
                <c:pt idx="4877">
                  <c:v>43595</c:v>
                </c:pt>
                <c:pt idx="4878">
                  <c:v>43596</c:v>
                </c:pt>
                <c:pt idx="4879">
                  <c:v>43597</c:v>
                </c:pt>
                <c:pt idx="4880">
                  <c:v>43598</c:v>
                </c:pt>
                <c:pt idx="4881">
                  <c:v>43599</c:v>
                </c:pt>
                <c:pt idx="4882">
                  <c:v>43600</c:v>
                </c:pt>
                <c:pt idx="4883">
                  <c:v>43601</c:v>
                </c:pt>
                <c:pt idx="4884">
                  <c:v>43602</c:v>
                </c:pt>
                <c:pt idx="4885">
                  <c:v>43603</c:v>
                </c:pt>
                <c:pt idx="4886">
                  <c:v>43604</c:v>
                </c:pt>
                <c:pt idx="4887">
                  <c:v>43605</c:v>
                </c:pt>
                <c:pt idx="4888">
                  <c:v>43606</c:v>
                </c:pt>
                <c:pt idx="4889">
                  <c:v>43607</c:v>
                </c:pt>
                <c:pt idx="4890">
                  <c:v>43608</c:v>
                </c:pt>
                <c:pt idx="4891">
                  <c:v>43609</c:v>
                </c:pt>
                <c:pt idx="4892">
                  <c:v>43610</c:v>
                </c:pt>
                <c:pt idx="4893">
                  <c:v>43611</c:v>
                </c:pt>
                <c:pt idx="4894">
                  <c:v>43612</c:v>
                </c:pt>
                <c:pt idx="4895">
                  <c:v>43613</c:v>
                </c:pt>
                <c:pt idx="4896">
                  <c:v>43614</c:v>
                </c:pt>
                <c:pt idx="4897">
                  <c:v>43615</c:v>
                </c:pt>
                <c:pt idx="4898">
                  <c:v>43616</c:v>
                </c:pt>
                <c:pt idx="4899">
                  <c:v>43617</c:v>
                </c:pt>
                <c:pt idx="4900">
                  <c:v>43618</c:v>
                </c:pt>
                <c:pt idx="4901">
                  <c:v>43619</c:v>
                </c:pt>
                <c:pt idx="4902">
                  <c:v>43620</c:v>
                </c:pt>
                <c:pt idx="4903">
                  <c:v>43621</c:v>
                </c:pt>
                <c:pt idx="4904">
                  <c:v>43622</c:v>
                </c:pt>
                <c:pt idx="4905">
                  <c:v>43623</c:v>
                </c:pt>
                <c:pt idx="4906">
                  <c:v>43624</c:v>
                </c:pt>
                <c:pt idx="4907">
                  <c:v>43625</c:v>
                </c:pt>
                <c:pt idx="4908">
                  <c:v>43626</c:v>
                </c:pt>
                <c:pt idx="4909">
                  <c:v>43627</c:v>
                </c:pt>
                <c:pt idx="4910">
                  <c:v>43628</c:v>
                </c:pt>
                <c:pt idx="4911">
                  <c:v>43629</c:v>
                </c:pt>
                <c:pt idx="4912">
                  <c:v>43630</c:v>
                </c:pt>
                <c:pt idx="4913">
                  <c:v>43631</c:v>
                </c:pt>
                <c:pt idx="4914">
                  <c:v>43632</c:v>
                </c:pt>
                <c:pt idx="4915">
                  <c:v>43633</c:v>
                </c:pt>
                <c:pt idx="4916">
                  <c:v>43634</c:v>
                </c:pt>
                <c:pt idx="4917">
                  <c:v>43635</c:v>
                </c:pt>
                <c:pt idx="4918">
                  <c:v>43636</c:v>
                </c:pt>
                <c:pt idx="4919">
                  <c:v>43637</c:v>
                </c:pt>
                <c:pt idx="4920">
                  <c:v>43638</c:v>
                </c:pt>
                <c:pt idx="4921">
                  <c:v>43639</c:v>
                </c:pt>
                <c:pt idx="4922">
                  <c:v>43640</c:v>
                </c:pt>
                <c:pt idx="4923">
                  <c:v>43641</c:v>
                </c:pt>
                <c:pt idx="4924">
                  <c:v>43642</c:v>
                </c:pt>
                <c:pt idx="4925">
                  <c:v>43643</c:v>
                </c:pt>
                <c:pt idx="4926">
                  <c:v>43644</c:v>
                </c:pt>
                <c:pt idx="4927">
                  <c:v>43645</c:v>
                </c:pt>
                <c:pt idx="4928">
                  <c:v>43646</c:v>
                </c:pt>
                <c:pt idx="4929">
                  <c:v>43647</c:v>
                </c:pt>
                <c:pt idx="4930">
                  <c:v>43648</c:v>
                </c:pt>
                <c:pt idx="4931">
                  <c:v>43649</c:v>
                </c:pt>
                <c:pt idx="4932">
                  <c:v>43650</c:v>
                </c:pt>
                <c:pt idx="4933">
                  <c:v>43651</c:v>
                </c:pt>
                <c:pt idx="4934">
                  <c:v>43652</c:v>
                </c:pt>
                <c:pt idx="4935">
                  <c:v>43653</c:v>
                </c:pt>
                <c:pt idx="4936">
                  <c:v>43654</c:v>
                </c:pt>
                <c:pt idx="4937">
                  <c:v>43655</c:v>
                </c:pt>
                <c:pt idx="4938">
                  <c:v>43656</c:v>
                </c:pt>
                <c:pt idx="4939">
                  <c:v>43657</c:v>
                </c:pt>
                <c:pt idx="4940">
                  <c:v>43658</c:v>
                </c:pt>
                <c:pt idx="4941">
                  <c:v>43659</c:v>
                </c:pt>
                <c:pt idx="4942">
                  <c:v>43660</c:v>
                </c:pt>
                <c:pt idx="4943">
                  <c:v>43661</c:v>
                </c:pt>
                <c:pt idx="4944">
                  <c:v>43662</c:v>
                </c:pt>
                <c:pt idx="4945">
                  <c:v>43663</c:v>
                </c:pt>
                <c:pt idx="4946">
                  <c:v>43664</c:v>
                </c:pt>
                <c:pt idx="4947">
                  <c:v>43665</c:v>
                </c:pt>
                <c:pt idx="4948">
                  <c:v>43666</c:v>
                </c:pt>
                <c:pt idx="4949">
                  <c:v>43667</c:v>
                </c:pt>
                <c:pt idx="4950">
                  <c:v>43668</c:v>
                </c:pt>
                <c:pt idx="4951">
                  <c:v>43669</c:v>
                </c:pt>
                <c:pt idx="4952">
                  <c:v>43670</c:v>
                </c:pt>
                <c:pt idx="4953">
                  <c:v>43671</c:v>
                </c:pt>
                <c:pt idx="4954">
                  <c:v>43672</c:v>
                </c:pt>
                <c:pt idx="4955">
                  <c:v>43673</c:v>
                </c:pt>
                <c:pt idx="4956">
                  <c:v>43674</c:v>
                </c:pt>
                <c:pt idx="4957">
                  <c:v>43675</c:v>
                </c:pt>
                <c:pt idx="4958">
                  <c:v>43676</c:v>
                </c:pt>
                <c:pt idx="4959">
                  <c:v>43677</c:v>
                </c:pt>
                <c:pt idx="4960">
                  <c:v>43678</c:v>
                </c:pt>
                <c:pt idx="4961">
                  <c:v>43679</c:v>
                </c:pt>
                <c:pt idx="4962">
                  <c:v>43680</c:v>
                </c:pt>
                <c:pt idx="4963">
                  <c:v>43681</c:v>
                </c:pt>
                <c:pt idx="4964">
                  <c:v>43682</c:v>
                </c:pt>
                <c:pt idx="4965">
                  <c:v>43683</c:v>
                </c:pt>
                <c:pt idx="4966">
                  <c:v>43684</c:v>
                </c:pt>
                <c:pt idx="4967">
                  <c:v>43685</c:v>
                </c:pt>
                <c:pt idx="4968">
                  <c:v>43686</c:v>
                </c:pt>
                <c:pt idx="4969">
                  <c:v>43687</c:v>
                </c:pt>
                <c:pt idx="4970">
                  <c:v>43688</c:v>
                </c:pt>
                <c:pt idx="4971">
                  <c:v>43689</c:v>
                </c:pt>
                <c:pt idx="4972">
                  <c:v>43690</c:v>
                </c:pt>
                <c:pt idx="4973">
                  <c:v>43691</c:v>
                </c:pt>
                <c:pt idx="4974">
                  <c:v>43692</c:v>
                </c:pt>
                <c:pt idx="4975">
                  <c:v>43693</c:v>
                </c:pt>
                <c:pt idx="4976">
                  <c:v>43694</c:v>
                </c:pt>
                <c:pt idx="4977">
                  <c:v>43695</c:v>
                </c:pt>
                <c:pt idx="4978">
                  <c:v>43696</c:v>
                </c:pt>
                <c:pt idx="4979">
                  <c:v>43697</c:v>
                </c:pt>
                <c:pt idx="4980">
                  <c:v>43698</c:v>
                </c:pt>
                <c:pt idx="4981">
                  <c:v>43699</c:v>
                </c:pt>
                <c:pt idx="4982">
                  <c:v>43700</c:v>
                </c:pt>
                <c:pt idx="4983">
                  <c:v>43701</c:v>
                </c:pt>
                <c:pt idx="4984">
                  <c:v>43702</c:v>
                </c:pt>
                <c:pt idx="4985">
                  <c:v>43703</c:v>
                </c:pt>
                <c:pt idx="4986">
                  <c:v>43704</c:v>
                </c:pt>
                <c:pt idx="4987">
                  <c:v>43705</c:v>
                </c:pt>
                <c:pt idx="4988">
                  <c:v>43706</c:v>
                </c:pt>
                <c:pt idx="4989">
                  <c:v>43707</c:v>
                </c:pt>
                <c:pt idx="4990">
                  <c:v>43708</c:v>
                </c:pt>
                <c:pt idx="4991">
                  <c:v>43709</c:v>
                </c:pt>
                <c:pt idx="4992">
                  <c:v>43710</c:v>
                </c:pt>
                <c:pt idx="4993">
                  <c:v>43711</c:v>
                </c:pt>
                <c:pt idx="4994">
                  <c:v>43712</c:v>
                </c:pt>
                <c:pt idx="4995">
                  <c:v>43713</c:v>
                </c:pt>
                <c:pt idx="4996">
                  <c:v>43714</c:v>
                </c:pt>
                <c:pt idx="4997">
                  <c:v>43715</c:v>
                </c:pt>
                <c:pt idx="4998">
                  <c:v>43716</c:v>
                </c:pt>
                <c:pt idx="4999">
                  <c:v>43717</c:v>
                </c:pt>
                <c:pt idx="5000">
                  <c:v>43718</c:v>
                </c:pt>
                <c:pt idx="5001">
                  <c:v>43719</c:v>
                </c:pt>
                <c:pt idx="5002">
                  <c:v>43720</c:v>
                </c:pt>
                <c:pt idx="5003">
                  <c:v>43721</c:v>
                </c:pt>
                <c:pt idx="5004">
                  <c:v>43722</c:v>
                </c:pt>
                <c:pt idx="5005">
                  <c:v>43723</c:v>
                </c:pt>
                <c:pt idx="5006">
                  <c:v>43724</c:v>
                </c:pt>
                <c:pt idx="5007">
                  <c:v>43725</c:v>
                </c:pt>
                <c:pt idx="5008">
                  <c:v>43726</c:v>
                </c:pt>
                <c:pt idx="5009">
                  <c:v>43727</c:v>
                </c:pt>
                <c:pt idx="5010">
                  <c:v>43728</c:v>
                </c:pt>
                <c:pt idx="5011">
                  <c:v>43729</c:v>
                </c:pt>
                <c:pt idx="5012">
                  <c:v>43730</c:v>
                </c:pt>
                <c:pt idx="5013">
                  <c:v>43731</c:v>
                </c:pt>
                <c:pt idx="5014">
                  <c:v>43732</c:v>
                </c:pt>
                <c:pt idx="5015">
                  <c:v>43733</c:v>
                </c:pt>
                <c:pt idx="5016">
                  <c:v>43734</c:v>
                </c:pt>
                <c:pt idx="5017">
                  <c:v>43735</c:v>
                </c:pt>
                <c:pt idx="5018">
                  <c:v>43736</c:v>
                </c:pt>
                <c:pt idx="5019">
                  <c:v>43737</c:v>
                </c:pt>
                <c:pt idx="5020">
                  <c:v>43738</c:v>
                </c:pt>
                <c:pt idx="5021">
                  <c:v>43739</c:v>
                </c:pt>
                <c:pt idx="5022">
                  <c:v>43740</c:v>
                </c:pt>
                <c:pt idx="5023">
                  <c:v>43741</c:v>
                </c:pt>
                <c:pt idx="5024">
                  <c:v>43742</c:v>
                </c:pt>
                <c:pt idx="5025">
                  <c:v>43743</c:v>
                </c:pt>
                <c:pt idx="5026">
                  <c:v>43744</c:v>
                </c:pt>
                <c:pt idx="5027">
                  <c:v>43745</c:v>
                </c:pt>
                <c:pt idx="5028">
                  <c:v>43746</c:v>
                </c:pt>
                <c:pt idx="5029">
                  <c:v>43747</c:v>
                </c:pt>
                <c:pt idx="5030">
                  <c:v>43748</c:v>
                </c:pt>
                <c:pt idx="5031">
                  <c:v>43749</c:v>
                </c:pt>
                <c:pt idx="5032">
                  <c:v>43750</c:v>
                </c:pt>
                <c:pt idx="5033">
                  <c:v>43751</c:v>
                </c:pt>
                <c:pt idx="5034">
                  <c:v>43752</c:v>
                </c:pt>
                <c:pt idx="5035">
                  <c:v>43753</c:v>
                </c:pt>
                <c:pt idx="5036">
                  <c:v>43754</c:v>
                </c:pt>
                <c:pt idx="5037">
                  <c:v>43755</c:v>
                </c:pt>
                <c:pt idx="5038">
                  <c:v>43756</c:v>
                </c:pt>
                <c:pt idx="5039">
                  <c:v>43757</c:v>
                </c:pt>
                <c:pt idx="5040">
                  <c:v>43758</c:v>
                </c:pt>
                <c:pt idx="5041">
                  <c:v>43759</c:v>
                </c:pt>
                <c:pt idx="5042">
                  <c:v>43760</c:v>
                </c:pt>
                <c:pt idx="5043">
                  <c:v>43761</c:v>
                </c:pt>
                <c:pt idx="5044">
                  <c:v>43762</c:v>
                </c:pt>
                <c:pt idx="5045">
                  <c:v>43763</c:v>
                </c:pt>
                <c:pt idx="5046">
                  <c:v>43764</c:v>
                </c:pt>
                <c:pt idx="5047">
                  <c:v>43765</c:v>
                </c:pt>
                <c:pt idx="5048">
                  <c:v>43766</c:v>
                </c:pt>
                <c:pt idx="5049">
                  <c:v>43767</c:v>
                </c:pt>
                <c:pt idx="5050">
                  <c:v>43768</c:v>
                </c:pt>
                <c:pt idx="5051">
                  <c:v>43769</c:v>
                </c:pt>
                <c:pt idx="5052">
                  <c:v>43770</c:v>
                </c:pt>
                <c:pt idx="5053">
                  <c:v>43771</c:v>
                </c:pt>
                <c:pt idx="5054">
                  <c:v>43772</c:v>
                </c:pt>
                <c:pt idx="5055">
                  <c:v>43773</c:v>
                </c:pt>
                <c:pt idx="5056">
                  <c:v>43774</c:v>
                </c:pt>
                <c:pt idx="5057">
                  <c:v>43775</c:v>
                </c:pt>
                <c:pt idx="5058">
                  <c:v>43776</c:v>
                </c:pt>
                <c:pt idx="5059">
                  <c:v>43777</c:v>
                </c:pt>
                <c:pt idx="5060">
                  <c:v>43778</c:v>
                </c:pt>
                <c:pt idx="5061">
                  <c:v>43779</c:v>
                </c:pt>
                <c:pt idx="5062">
                  <c:v>43780</c:v>
                </c:pt>
                <c:pt idx="5063">
                  <c:v>43781</c:v>
                </c:pt>
                <c:pt idx="5064">
                  <c:v>43782</c:v>
                </c:pt>
                <c:pt idx="5065">
                  <c:v>43783</c:v>
                </c:pt>
                <c:pt idx="5066">
                  <c:v>43784</c:v>
                </c:pt>
                <c:pt idx="5067">
                  <c:v>43785</c:v>
                </c:pt>
                <c:pt idx="5068">
                  <c:v>43786</c:v>
                </c:pt>
                <c:pt idx="5069">
                  <c:v>43787</c:v>
                </c:pt>
                <c:pt idx="5070">
                  <c:v>43788</c:v>
                </c:pt>
                <c:pt idx="5071">
                  <c:v>43789</c:v>
                </c:pt>
                <c:pt idx="5072">
                  <c:v>43790</c:v>
                </c:pt>
                <c:pt idx="5073">
                  <c:v>43791</c:v>
                </c:pt>
                <c:pt idx="5074">
                  <c:v>43792</c:v>
                </c:pt>
                <c:pt idx="5075">
                  <c:v>43793</c:v>
                </c:pt>
                <c:pt idx="5076">
                  <c:v>43794</c:v>
                </c:pt>
                <c:pt idx="5077">
                  <c:v>43795</c:v>
                </c:pt>
                <c:pt idx="5078">
                  <c:v>43796</c:v>
                </c:pt>
                <c:pt idx="5079">
                  <c:v>43797</c:v>
                </c:pt>
                <c:pt idx="5080">
                  <c:v>43798</c:v>
                </c:pt>
                <c:pt idx="5081">
                  <c:v>43799</c:v>
                </c:pt>
                <c:pt idx="5082">
                  <c:v>43800</c:v>
                </c:pt>
                <c:pt idx="5083">
                  <c:v>43801</c:v>
                </c:pt>
                <c:pt idx="5084">
                  <c:v>43802</c:v>
                </c:pt>
                <c:pt idx="5085">
                  <c:v>43803</c:v>
                </c:pt>
                <c:pt idx="5086">
                  <c:v>43804</c:v>
                </c:pt>
                <c:pt idx="5087">
                  <c:v>43805</c:v>
                </c:pt>
                <c:pt idx="5088">
                  <c:v>43806</c:v>
                </c:pt>
                <c:pt idx="5089">
                  <c:v>43807</c:v>
                </c:pt>
                <c:pt idx="5090">
                  <c:v>43808</c:v>
                </c:pt>
                <c:pt idx="5091">
                  <c:v>43809</c:v>
                </c:pt>
                <c:pt idx="5092">
                  <c:v>43810</c:v>
                </c:pt>
                <c:pt idx="5093">
                  <c:v>43811</c:v>
                </c:pt>
                <c:pt idx="5094">
                  <c:v>43812</c:v>
                </c:pt>
                <c:pt idx="5095">
                  <c:v>43813</c:v>
                </c:pt>
                <c:pt idx="5096">
                  <c:v>43814</c:v>
                </c:pt>
                <c:pt idx="5097">
                  <c:v>43815</c:v>
                </c:pt>
                <c:pt idx="5098">
                  <c:v>43816</c:v>
                </c:pt>
                <c:pt idx="5099">
                  <c:v>43817</c:v>
                </c:pt>
                <c:pt idx="5100">
                  <c:v>43818</c:v>
                </c:pt>
                <c:pt idx="5101">
                  <c:v>43819</c:v>
                </c:pt>
                <c:pt idx="5102">
                  <c:v>43820</c:v>
                </c:pt>
                <c:pt idx="5103">
                  <c:v>43821</c:v>
                </c:pt>
                <c:pt idx="5104">
                  <c:v>43822</c:v>
                </c:pt>
                <c:pt idx="5105">
                  <c:v>43823</c:v>
                </c:pt>
                <c:pt idx="5106">
                  <c:v>43824</c:v>
                </c:pt>
                <c:pt idx="5107">
                  <c:v>43825</c:v>
                </c:pt>
                <c:pt idx="5108">
                  <c:v>43826</c:v>
                </c:pt>
                <c:pt idx="5109">
                  <c:v>43827</c:v>
                </c:pt>
                <c:pt idx="5110">
                  <c:v>43828</c:v>
                </c:pt>
                <c:pt idx="5111">
                  <c:v>43829</c:v>
                </c:pt>
                <c:pt idx="5112">
                  <c:v>43830</c:v>
                </c:pt>
                <c:pt idx="5113">
                  <c:v>43831</c:v>
                </c:pt>
                <c:pt idx="5114">
                  <c:v>43832</c:v>
                </c:pt>
                <c:pt idx="5115">
                  <c:v>43833</c:v>
                </c:pt>
                <c:pt idx="5116">
                  <c:v>43834</c:v>
                </c:pt>
                <c:pt idx="5117">
                  <c:v>43835</c:v>
                </c:pt>
                <c:pt idx="5118">
                  <c:v>43836</c:v>
                </c:pt>
                <c:pt idx="5119">
                  <c:v>43837</c:v>
                </c:pt>
                <c:pt idx="5120">
                  <c:v>43838</c:v>
                </c:pt>
                <c:pt idx="5121">
                  <c:v>43839</c:v>
                </c:pt>
                <c:pt idx="5122">
                  <c:v>43840</c:v>
                </c:pt>
                <c:pt idx="5123">
                  <c:v>43841</c:v>
                </c:pt>
                <c:pt idx="5124">
                  <c:v>43842</c:v>
                </c:pt>
                <c:pt idx="5125">
                  <c:v>43843</c:v>
                </c:pt>
                <c:pt idx="5126">
                  <c:v>43844</c:v>
                </c:pt>
                <c:pt idx="5127">
                  <c:v>43845</c:v>
                </c:pt>
                <c:pt idx="5128">
                  <c:v>43846</c:v>
                </c:pt>
                <c:pt idx="5129">
                  <c:v>43847</c:v>
                </c:pt>
                <c:pt idx="5130">
                  <c:v>43848</c:v>
                </c:pt>
                <c:pt idx="5131">
                  <c:v>43849</c:v>
                </c:pt>
                <c:pt idx="5132">
                  <c:v>43850</c:v>
                </c:pt>
                <c:pt idx="5133">
                  <c:v>43851</c:v>
                </c:pt>
                <c:pt idx="5134">
                  <c:v>43852</c:v>
                </c:pt>
                <c:pt idx="5135">
                  <c:v>43853</c:v>
                </c:pt>
                <c:pt idx="5136">
                  <c:v>43854</c:v>
                </c:pt>
                <c:pt idx="5137">
                  <c:v>43855</c:v>
                </c:pt>
                <c:pt idx="5138">
                  <c:v>43856</c:v>
                </c:pt>
                <c:pt idx="5139">
                  <c:v>43857</c:v>
                </c:pt>
                <c:pt idx="5140">
                  <c:v>43858</c:v>
                </c:pt>
                <c:pt idx="5141">
                  <c:v>43859</c:v>
                </c:pt>
                <c:pt idx="5142">
                  <c:v>43860</c:v>
                </c:pt>
                <c:pt idx="5143">
                  <c:v>43861</c:v>
                </c:pt>
                <c:pt idx="5144">
                  <c:v>43862</c:v>
                </c:pt>
                <c:pt idx="5145">
                  <c:v>43863</c:v>
                </c:pt>
                <c:pt idx="5146">
                  <c:v>43864</c:v>
                </c:pt>
                <c:pt idx="5147">
                  <c:v>43865</c:v>
                </c:pt>
                <c:pt idx="5148">
                  <c:v>43866</c:v>
                </c:pt>
                <c:pt idx="5149">
                  <c:v>43867</c:v>
                </c:pt>
                <c:pt idx="5150">
                  <c:v>43868</c:v>
                </c:pt>
                <c:pt idx="5151">
                  <c:v>43869</c:v>
                </c:pt>
                <c:pt idx="5152">
                  <c:v>43870</c:v>
                </c:pt>
                <c:pt idx="5153">
                  <c:v>43871</c:v>
                </c:pt>
                <c:pt idx="5154">
                  <c:v>43872</c:v>
                </c:pt>
                <c:pt idx="5155">
                  <c:v>43873</c:v>
                </c:pt>
                <c:pt idx="5156">
                  <c:v>43874</c:v>
                </c:pt>
                <c:pt idx="5157">
                  <c:v>43875</c:v>
                </c:pt>
                <c:pt idx="5158">
                  <c:v>43876</c:v>
                </c:pt>
                <c:pt idx="5159">
                  <c:v>43877</c:v>
                </c:pt>
                <c:pt idx="5160">
                  <c:v>43878</c:v>
                </c:pt>
                <c:pt idx="5161">
                  <c:v>43879</c:v>
                </c:pt>
                <c:pt idx="5162">
                  <c:v>43880</c:v>
                </c:pt>
                <c:pt idx="5163">
                  <c:v>43881</c:v>
                </c:pt>
                <c:pt idx="5164">
                  <c:v>43882</c:v>
                </c:pt>
                <c:pt idx="5165">
                  <c:v>43883</c:v>
                </c:pt>
                <c:pt idx="5166">
                  <c:v>43884</c:v>
                </c:pt>
                <c:pt idx="5167">
                  <c:v>43885</c:v>
                </c:pt>
                <c:pt idx="5168">
                  <c:v>43886</c:v>
                </c:pt>
                <c:pt idx="5169">
                  <c:v>43887</c:v>
                </c:pt>
                <c:pt idx="5170">
                  <c:v>43888</c:v>
                </c:pt>
                <c:pt idx="5171">
                  <c:v>43889</c:v>
                </c:pt>
                <c:pt idx="5172">
                  <c:v>43890</c:v>
                </c:pt>
                <c:pt idx="5173">
                  <c:v>43891</c:v>
                </c:pt>
                <c:pt idx="5174">
                  <c:v>43892</c:v>
                </c:pt>
                <c:pt idx="5175">
                  <c:v>43893</c:v>
                </c:pt>
                <c:pt idx="5176">
                  <c:v>43894</c:v>
                </c:pt>
                <c:pt idx="5177">
                  <c:v>43895</c:v>
                </c:pt>
                <c:pt idx="5178">
                  <c:v>43896</c:v>
                </c:pt>
                <c:pt idx="5179">
                  <c:v>43897</c:v>
                </c:pt>
                <c:pt idx="5180">
                  <c:v>43898</c:v>
                </c:pt>
                <c:pt idx="5181">
                  <c:v>43899</c:v>
                </c:pt>
                <c:pt idx="5182">
                  <c:v>43900</c:v>
                </c:pt>
                <c:pt idx="5183">
                  <c:v>43901</c:v>
                </c:pt>
                <c:pt idx="5184">
                  <c:v>43902</c:v>
                </c:pt>
                <c:pt idx="5185">
                  <c:v>43903</c:v>
                </c:pt>
                <c:pt idx="5186">
                  <c:v>43904</c:v>
                </c:pt>
                <c:pt idx="5187">
                  <c:v>43905</c:v>
                </c:pt>
                <c:pt idx="5188">
                  <c:v>43906</c:v>
                </c:pt>
                <c:pt idx="5189">
                  <c:v>43907</c:v>
                </c:pt>
                <c:pt idx="5190">
                  <c:v>43908</c:v>
                </c:pt>
                <c:pt idx="5191">
                  <c:v>43909</c:v>
                </c:pt>
                <c:pt idx="5192">
                  <c:v>43910</c:v>
                </c:pt>
                <c:pt idx="5193">
                  <c:v>43911</c:v>
                </c:pt>
                <c:pt idx="5194">
                  <c:v>43912</c:v>
                </c:pt>
                <c:pt idx="5195">
                  <c:v>43913</c:v>
                </c:pt>
                <c:pt idx="5196">
                  <c:v>43914</c:v>
                </c:pt>
                <c:pt idx="5197">
                  <c:v>43915</c:v>
                </c:pt>
                <c:pt idx="5198">
                  <c:v>43916</c:v>
                </c:pt>
                <c:pt idx="5199">
                  <c:v>43917</c:v>
                </c:pt>
                <c:pt idx="5200">
                  <c:v>43918</c:v>
                </c:pt>
                <c:pt idx="5201">
                  <c:v>43919</c:v>
                </c:pt>
                <c:pt idx="5202">
                  <c:v>43920</c:v>
                </c:pt>
                <c:pt idx="5203">
                  <c:v>43921</c:v>
                </c:pt>
                <c:pt idx="5204">
                  <c:v>43922</c:v>
                </c:pt>
                <c:pt idx="5205">
                  <c:v>43923</c:v>
                </c:pt>
                <c:pt idx="5206">
                  <c:v>43924</c:v>
                </c:pt>
                <c:pt idx="5207">
                  <c:v>43925</c:v>
                </c:pt>
                <c:pt idx="5208">
                  <c:v>43926</c:v>
                </c:pt>
                <c:pt idx="5209">
                  <c:v>43927</c:v>
                </c:pt>
                <c:pt idx="5210">
                  <c:v>43928</c:v>
                </c:pt>
                <c:pt idx="5211">
                  <c:v>43929</c:v>
                </c:pt>
                <c:pt idx="5212">
                  <c:v>43930</c:v>
                </c:pt>
                <c:pt idx="5213">
                  <c:v>43931</c:v>
                </c:pt>
                <c:pt idx="5214">
                  <c:v>43932</c:v>
                </c:pt>
                <c:pt idx="5215">
                  <c:v>43933</c:v>
                </c:pt>
                <c:pt idx="5216">
                  <c:v>43934</c:v>
                </c:pt>
                <c:pt idx="5217">
                  <c:v>43935</c:v>
                </c:pt>
                <c:pt idx="5218">
                  <c:v>43936</c:v>
                </c:pt>
                <c:pt idx="5219">
                  <c:v>43937</c:v>
                </c:pt>
                <c:pt idx="5220">
                  <c:v>43938</c:v>
                </c:pt>
                <c:pt idx="5221">
                  <c:v>43939</c:v>
                </c:pt>
                <c:pt idx="5222">
                  <c:v>43940</c:v>
                </c:pt>
                <c:pt idx="5223">
                  <c:v>43941</c:v>
                </c:pt>
                <c:pt idx="5224">
                  <c:v>43942</c:v>
                </c:pt>
                <c:pt idx="5225">
                  <c:v>43943</c:v>
                </c:pt>
                <c:pt idx="5226">
                  <c:v>43944</c:v>
                </c:pt>
                <c:pt idx="5227">
                  <c:v>43945</c:v>
                </c:pt>
                <c:pt idx="5228">
                  <c:v>43946</c:v>
                </c:pt>
                <c:pt idx="5229">
                  <c:v>43947</c:v>
                </c:pt>
                <c:pt idx="5230">
                  <c:v>43948</c:v>
                </c:pt>
                <c:pt idx="5231">
                  <c:v>43949</c:v>
                </c:pt>
                <c:pt idx="5232">
                  <c:v>43950</c:v>
                </c:pt>
                <c:pt idx="5233">
                  <c:v>43951</c:v>
                </c:pt>
                <c:pt idx="5234">
                  <c:v>43952</c:v>
                </c:pt>
                <c:pt idx="5235">
                  <c:v>43953</c:v>
                </c:pt>
                <c:pt idx="5236">
                  <c:v>43954</c:v>
                </c:pt>
                <c:pt idx="5237">
                  <c:v>43955</c:v>
                </c:pt>
                <c:pt idx="5238">
                  <c:v>43956</c:v>
                </c:pt>
                <c:pt idx="5239">
                  <c:v>43957</c:v>
                </c:pt>
                <c:pt idx="5240">
                  <c:v>43958</c:v>
                </c:pt>
                <c:pt idx="5241">
                  <c:v>43959</c:v>
                </c:pt>
                <c:pt idx="5242">
                  <c:v>43960</c:v>
                </c:pt>
                <c:pt idx="5243">
                  <c:v>43961</c:v>
                </c:pt>
                <c:pt idx="5244">
                  <c:v>43962</c:v>
                </c:pt>
                <c:pt idx="5245">
                  <c:v>43963</c:v>
                </c:pt>
                <c:pt idx="5246">
                  <c:v>43964</c:v>
                </c:pt>
                <c:pt idx="5247">
                  <c:v>43965</c:v>
                </c:pt>
                <c:pt idx="5248">
                  <c:v>43966</c:v>
                </c:pt>
                <c:pt idx="5249">
                  <c:v>43967</c:v>
                </c:pt>
                <c:pt idx="5250">
                  <c:v>43968</c:v>
                </c:pt>
                <c:pt idx="5251">
                  <c:v>43969</c:v>
                </c:pt>
                <c:pt idx="5252">
                  <c:v>43970</c:v>
                </c:pt>
                <c:pt idx="5253">
                  <c:v>43971</c:v>
                </c:pt>
                <c:pt idx="5254">
                  <c:v>43972</c:v>
                </c:pt>
                <c:pt idx="5255">
                  <c:v>43973</c:v>
                </c:pt>
                <c:pt idx="5256">
                  <c:v>43974</c:v>
                </c:pt>
                <c:pt idx="5257">
                  <c:v>43975</c:v>
                </c:pt>
                <c:pt idx="5258">
                  <c:v>43976</c:v>
                </c:pt>
                <c:pt idx="5259">
                  <c:v>43977</c:v>
                </c:pt>
                <c:pt idx="5260">
                  <c:v>43978</c:v>
                </c:pt>
                <c:pt idx="5261">
                  <c:v>43979</c:v>
                </c:pt>
                <c:pt idx="5262">
                  <c:v>43980</c:v>
                </c:pt>
                <c:pt idx="5263">
                  <c:v>43981</c:v>
                </c:pt>
                <c:pt idx="5264">
                  <c:v>43982</c:v>
                </c:pt>
                <c:pt idx="5265">
                  <c:v>43983</c:v>
                </c:pt>
                <c:pt idx="5266">
                  <c:v>43984</c:v>
                </c:pt>
                <c:pt idx="5267">
                  <c:v>43985</c:v>
                </c:pt>
                <c:pt idx="5268">
                  <c:v>43986</c:v>
                </c:pt>
                <c:pt idx="5269">
                  <c:v>43987</c:v>
                </c:pt>
                <c:pt idx="5270">
                  <c:v>43988</c:v>
                </c:pt>
                <c:pt idx="5271">
                  <c:v>43989</c:v>
                </c:pt>
                <c:pt idx="5272">
                  <c:v>43990</c:v>
                </c:pt>
                <c:pt idx="5273">
                  <c:v>43991</c:v>
                </c:pt>
                <c:pt idx="5274">
                  <c:v>43992</c:v>
                </c:pt>
                <c:pt idx="5275">
                  <c:v>43993</c:v>
                </c:pt>
                <c:pt idx="5276">
                  <c:v>43994</c:v>
                </c:pt>
                <c:pt idx="5277">
                  <c:v>43995</c:v>
                </c:pt>
                <c:pt idx="5278">
                  <c:v>43996</c:v>
                </c:pt>
                <c:pt idx="5279">
                  <c:v>43997</c:v>
                </c:pt>
                <c:pt idx="5280">
                  <c:v>43998</c:v>
                </c:pt>
                <c:pt idx="5281">
                  <c:v>43999</c:v>
                </c:pt>
                <c:pt idx="5282">
                  <c:v>44000</c:v>
                </c:pt>
                <c:pt idx="5283">
                  <c:v>44001</c:v>
                </c:pt>
                <c:pt idx="5284">
                  <c:v>44002</c:v>
                </c:pt>
                <c:pt idx="5285">
                  <c:v>44003</c:v>
                </c:pt>
                <c:pt idx="5286">
                  <c:v>44004</c:v>
                </c:pt>
                <c:pt idx="5287">
                  <c:v>44005</c:v>
                </c:pt>
                <c:pt idx="5288">
                  <c:v>44006</c:v>
                </c:pt>
                <c:pt idx="5289">
                  <c:v>44007</c:v>
                </c:pt>
                <c:pt idx="5290">
                  <c:v>44008</c:v>
                </c:pt>
                <c:pt idx="5291">
                  <c:v>44009</c:v>
                </c:pt>
                <c:pt idx="5292">
                  <c:v>44010</c:v>
                </c:pt>
                <c:pt idx="5293">
                  <c:v>44011</c:v>
                </c:pt>
                <c:pt idx="5294">
                  <c:v>44012</c:v>
                </c:pt>
                <c:pt idx="5295">
                  <c:v>44013</c:v>
                </c:pt>
                <c:pt idx="5296">
                  <c:v>44014</c:v>
                </c:pt>
                <c:pt idx="5297">
                  <c:v>44015</c:v>
                </c:pt>
                <c:pt idx="5298">
                  <c:v>44016</c:v>
                </c:pt>
                <c:pt idx="5299">
                  <c:v>44017</c:v>
                </c:pt>
                <c:pt idx="5300">
                  <c:v>44018</c:v>
                </c:pt>
                <c:pt idx="5301">
                  <c:v>44019</c:v>
                </c:pt>
                <c:pt idx="5302">
                  <c:v>44020</c:v>
                </c:pt>
                <c:pt idx="5303">
                  <c:v>44021</c:v>
                </c:pt>
                <c:pt idx="5304">
                  <c:v>44022</c:v>
                </c:pt>
                <c:pt idx="5305">
                  <c:v>44023</c:v>
                </c:pt>
                <c:pt idx="5306">
                  <c:v>44024</c:v>
                </c:pt>
                <c:pt idx="5307">
                  <c:v>44025</c:v>
                </c:pt>
                <c:pt idx="5308">
                  <c:v>44026</c:v>
                </c:pt>
                <c:pt idx="5309">
                  <c:v>44027</c:v>
                </c:pt>
                <c:pt idx="5310">
                  <c:v>44028</c:v>
                </c:pt>
                <c:pt idx="5311">
                  <c:v>44029</c:v>
                </c:pt>
                <c:pt idx="5312">
                  <c:v>44030</c:v>
                </c:pt>
                <c:pt idx="5313">
                  <c:v>44031</c:v>
                </c:pt>
                <c:pt idx="5314">
                  <c:v>44032</c:v>
                </c:pt>
                <c:pt idx="5315">
                  <c:v>44033</c:v>
                </c:pt>
                <c:pt idx="5316">
                  <c:v>44034</c:v>
                </c:pt>
                <c:pt idx="5317">
                  <c:v>44035</c:v>
                </c:pt>
                <c:pt idx="5318">
                  <c:v>44036</c:v>
                </c:pt>
                <c:pt idx="5319">
                  <c:v>44037</c:v>
                </c:pt>
                <c:pt idx="5320">
                  <c:v>44038</c:v>
                </c:pt>
                <c:pt idx="5321">
                  <c:v>44039</c:v>
                </c:pt>
                <c:pt idx="5322">
                  <c:v>44040</c:v>
                </c:pt>
                <c:pt idx="5323">
                  <c:v>44041</c:v>
                </c:pt>
                <c:pt idx="5324">
                  <c:v>44042</c:v>
                </c:pt>
                <c:pt idx="5325">
                  <c:v>44043</c:v>
                </c:pt>
                <c:pt idx="5326">
                  <c:v>44044</c:v>
                </c:pt>
                <c:pt idx="5327">
                  <c:v>44045</c:v>
                </c:pt>
                <c:pt idx="5328">
                  <c:v>44046</c:v>
                </c:pt>
                <c:pt idx="5329">
                  <c:v>44047</c:v>
                </c:pt>
                <c:pt idx="5330">
                  <c:v>44048</c:v>
                </c:pt>
                <c:pt idx="5331">
                  <c:v>44049</c:v>
                </c:pt>
                <c:pt idx="5332">
                  <c:v>44050</c:v>
                </c:pt>
                <c:pt idx="5333">
                  <c:v>44051</c:v>
                </c:pt>
                <c:pt idx="5334">
                  <c:v>44052</c:v>
                </c:pt>
                <c:pt idx="5335">
                  <c:v>44053</c:v>
                </c:pt>
                <c:pt idx="5336">
                  <c:v>44054</c:v>
                </c:pt>
                <c:pt idx="5337">
                  <c:v>44055</c:v>
                </c:pt>
                <c:pt idx="5338">
                  <c:v>44056</c:v>
                </c:pt>
                <c:pt idx="5339">
                  <c:v>44057</c:v>
                </c:pt>
                <c:pt idx="5340">
                  <c:v>44058</c:v>
                </c:pt>
                <c:pt idx="5341">
                  <c:v>44059</c:v>
                </c:pt>
                <c:pt idx="5342">
                  <c:v>44060</c:v>
                </c:pt>
                <c:pt idx="5343">
                  <c:v>44061</c:v>
                </c:pt>
                <c:pt idx="5344">
                  <c:v>44062</c:v>
                </c:pt>
                <c:pt idx="5345">
                  <c:v>44063</c:v>
                </c:pt>
                <c:pt idx="5346">
                  <c:v>44064</c:v>
                </c:pt>
                <c:pt idx="5347">
                  <c:v>44065</c:v>
                </c:pt>
                <c:pt idx="5348">
                  <c:v>44066</c:v>
                </c:pt>
                <c:pt idx="5349">
                  <c:v>44067</c:v>
                </c:pt>
                <c:pt idx="5350">
                  <c:v>44068</c:v>
                </c:pt>
                <c:pt idx="5351">
                  <c:v>44069</c:v>
                </c:pt>
                <c:pt idx="5352">
                  <c:v>44070</c:v>
                </c:pt>
                <c:pt idx="5353">
                  <c:v>44071</c:v>
                </c:pt>
                <c:pt idx="5354">
                  <c:v>44072</c:v>
                </c:pt>
                <c:pt idx="5355">
                  <c:v>44073</c:v>
                </c:pt>
                <c:pt idx="5356">
                  <c:v>44074</c:v>
                </c:pt>
                <c:pt idx="5357">
                  <c:v>44075</c:v>
                </c:pt>
                <c:pt idx="5358">
                  <c:v>44076</c:v>
                </c:pt>
                <c:pt idx="5359">
                  <c:v>44077</c:v>
                </c:pt>
                <c:pt idx="5360">
                  <c:v>44078</c:v>
                </c:pt>
                <c:pt idx="5361">
                  <c:v>44079</c:v>
                </c:pt>
                <c:pt idx="5362">
                  <c:v>44080</c:v>
                </c:pt>
                <c:pt idx="5363">
                  <c:v>44081</c:v>
                </c:pt>
                <c:pt idx="5364">
                  <c:v>44082</c:v>
                </c:pt>
                <c:pt idx="5365">
                  <c:v>44083</c:v>
                </c:pt>
                <c:pt idx="5366">
                  <c:v>44084</c:v>
                </c:pt>
                <c:pt idx="5367">
                  <c:v>44085</c:v>
                </c:pt>
                <c:pt idx="5368">
                  <c:v>44086</c:v>
                </c:pt>
                <c:pt idx="5369">
                  <c:v>44087</c:v>
                </c:pt>
                <c:pt idx="5370">
                  <c:v>44088</c:v>
                </c:pt>
                <c:pt idx="5371">
                  <c:v>44089</c:v>
                </c:pt>
                <c:pt idx="5372">
                  <c:v>44090</c:v>
                </c:pt>
                <c:pt idx="5373">
                  <c:v>44091</c:v>
                </c:pt>
                <c:pt idx="5374">
                  <c:v>44092</c:v>
                </c:pt>
                <c:pt idx="5375">
                  <c:v>44093</c:v>
                </c:pt>
                <c:pt idx="5376">
                  <c:v>44094</c:v>
                </c:pt>
                <c:pt idx="5377">
                  <c:v>44095</c:v>
                </c:pt>
                <c:pt idx="5378">
                  <c:v>44096</c:v>
                </c:pt>
                <c:pt idx="5379">
                  <c:v>44097</c:v>
                </c:pt>
                <c:pt idx="5380">
                  <c:v>44098</c:v>
                </c:pt>
                <c:pt idx="5381">
                  <c:v>44099</c:v>
                </c:pt>
                <c:pt idx="5382">
                  <c:v>44100</c:v>
                </c:pt>
                <c:pt idx="5383">
                  <c:v>44101</c:v>
                </c:pt>
                <c:pt idx="5384">
                  <c:v>44102</c:v>
                </c:pt>
                <c:pt idx="5385">
                  <c:v>44103</c:v>
                </c:pt>
                <c:pt idx="5386">
                  <c:v>44104</c:v>
                </c:pt>
                <c:pt idx="5387">
                  <c:v>44105</c:v>
                </c:pt>
                <c:pt idx="5388">
                  <c:v>44106</c:v>
                </c:pt>
                <c:pt idx="5389">
                  <c:v>44107</c:v>
                </c:pt>
                <c:pt idx="5390">
                  <c:v>44108</c:v>
                </c:pt>
                <c:pt idx="5391">
                  <c:v>44109</c:v>
                </c:pt>
                <c:pt idx="5392">
                  <c:v>44110</c:v>
                </c:pt>
                <c:pt idx="5393">
                  <c:v>44111</c:v>
                </c:pt>
                <c:pt idx="5394">
                  <c:v>44112</c:v>
                </c:pt>
                <c:pt idx="5395">
                  <c:v>44113</c:v>
                </c:pt>
                <c:pt idx="5396">
                  <c:v>44114</c:v>
                </c:pt>
                <c:pt idx="5397">
                  <c:v>44115</c:v>
                </c:pt>
                <c:pt idx="5398">
                  <c:v>44116</c:v>
                </c:pt>
                <c:pt idx="5399">
                  <c:v>44117</c:v>
                </c:pt>
                <c:pt idx="5400">
                  <c:v>44118</c:v>
                </c:pt>
                <c:pt idx="5401">
                  <c:v>44119</c:v>
                </c:pt>
                <c:pt idx="5402">
                  <c:v>44120</c:v>
                </c:pt>
                <c:pt idx="5403">
                  <c:v>44121</c:v>
                </c:pt>
                <c:pt idx="5404">
                  <c:v>44122</c:v>
                </c:pt>
                <c:pt idx="5405">
                  <c:v>44123</c:v>
                </c:pt>
                <c:pt idx="5406">
                  <c:v>44124</c:v>
                </c:pt>
                <c:pt idx="5407">
                  <c:v>44125</c:v>
                </c:pt>
                <c:pt idx="5408">
                  <c:v>44126</c:v>
                </c:pt>
                <c:pt idx="5409">
                  <c:v>44127</c:v>
                </c:pt>
                <c:pt idx="5410">
                  <c:v>44128</c:v>
                </c:pt>
                <c:pt idx="5411">
                  <c:v>44129</c:v>
                </c:pt>
                <c:pt idx="5412">
                  <c:v>44130</c:v>
                </c:pt>
                <c:pt idx="5413">
                  <c:v>44131</c:v>
                </c:pt>
                <c:pt idx="5414">
                  <c:v>44132</c:v>
                </c:pt>
                <c:pt idx="5415">
                  <c:v>44133</c:v>
                </c:pt>
                <c:pt idx="5416">
                  <c:v>44134</c:v>
                </c:pt>
                <c:pt idx="5417">
                  <c:v>44135</c:v>
                </c:pt>
                <c:pt idx="5418">
                  <c:v>44136</c:v>
                </c:pt>
                <c:pt idx="5419">
                  <c:v>44137</c:v>
                </c:pt>
                <c:pt idx="5420">
                  <c:v>44138</c:v>
                </c:pt>
                <c:pt idx="5421">
                  <c:v>44139</c:v>
                </c:pt>
                <c:pt idx="5422">
                  <c:v>44140</c:v>
                </c:pt>
                <c:pt idx="5423">
                  <c:v>44141</c:v>
                </c:pt>
                <c:pt idx="5424">
                  <c:v>44142</c:v>
                </c:pt>
                <c:pt idx="5425">
                  <c:v>44143</c:v>
                </c:pt>
                <c:pt idx="5426">
                  <c:v>44144</c:v>
                </c:pt>
                <c:pt idx="5427">
                  <c:v>44145</c:v>
                </c:pt>
                <c:pt idx="5428">
                  <c:v>44146</c:v>
                </c:pt>
                <c:pt idx="5429">
                  <c:v>44147</c:v>
                </c:pt>
                <c:pt idx="5430">
                  <c:v>44148</c:v>
                </c:pt>
                <c:pt idx="5431">
                  <c:v>44149</c:v>
                </c:pt>
                <c:pt idx="5432">
                  <c:v>44150</c:v>
                </c:pt>
                <c:pt idx="5433">
                  <c:v>44151</c:v>
                </c:pt>
                <c:pt idx="5434">
                  <c:v>44152</c:v>
                </c:pt>
                <c:pt idx="5435">
                  <c:v>44153</c:v>
                </c:pt>
                <c:pt idx="5436">
                  <c:v>44154</c:v>
                </c:pt>
                <c:pt idx="5437">
                  <c:v>44155</c:v>
                </c:pt>
                <c:pt idx="5438">
                  <c:v>44156</c:v>
                </c:pt>
                <c:pt idx="5439">
                  <c:v>44157</c:v>
                </c:pt>
                <c:pt idx="5440">
                  <c:v>44158</c:v>
                </c:pt>
                <c:pt idx="5441">
                  <c:v>44159</c:v>
                </c:pt>
                <c:pt idx="5442">
                  <c:v>44160</c:v>
                </c:pt>
                <c:pt idx="5443">
                  <c:v>44161</c:v>
                </c:pt>
                <c:pt idx="5444">
                  <c:v>44162</c:v>
                </c:pt>
                <c:pt idx="5445">
                  <c:v>44163</c:v>
                </c:pt>
                <c:pt idx="5446">
                  <c:v>44164</c:v>
                </c:pt>
                <c:pt idx="5447">
                  <c:v>44165</c:v>
                </c:pt>
                <c:pt idx="5448">
                  <c:v>44166</c:v>
                </c:pt>
                <c:pt idx="5449">
                  <c:v>44167</c:v>
                </c:pt>
                <c:pt idx="5450">
                  <c:v>44168</c:v>
                </c:pt>
                <c:pt idx="5451">
                  <c:v>44169</c:v>
                </c:pt>
                <c:pt idx="5452">
                  <c:v>44170</c:v>
                </c:pt>
                <c:pt idx="5453">
                  <c:v>44171</c:v>
                </c:pt>
                <c:pt idx="5454">
                  <c:v>44172</c:v>
                </c:pt>
                <c:pt idx="5455">
                  <c:v>44173</c:v>
                </c:pt>
                <c:pt idx="5456">
                  <c:v>44174</c:v>
                </c:pt>
                <c:pt idx="5457">
                  <c:v>44175</c:v>
                </c:pt>
                <c:pt idx="5458">
                  <c:v>44176</c:v>
                </c:pt>
                <c:pt idx="5459">
                  <c:v>44177</c:v>
                </c:pt>
                <c:pt idx="5460">
                  <c:v>44178</c:v>
                </c:pt>
                <c:pt idx="5461">
                  <c:v>44179</c:v>
                </c:pt>
                <c:pt idx="5462">
                  <c:v>44180</c:v>
                </c:pt>
                <c:pt idx="5463">
                  <c:v>44181</c:v>
                </c:pt>
                <c:pt idx="5464">
                  <c:v>44182</c:v>
                </c:pt>
                <c:pt idx="5465">
                  <c:v>44183</c:v>
                </c:pt>
                <c:pt idx="5466">
                  <c:v>44184</c:v>
                </c:pt>
                <c:pt idx="5467">
                  <c:v>44185</c:v>
                </c:pt>
                <c:pt idx="5468">
                  <c:v>44186</c:v>
                </c:pt>
                <c:pt idx="5469">
                  <c:v>44187</c:v>
                </c:pt>
                <c:pt idx="5470">
                  <c:v>44188</c:v>
                </c:pt>
                <c:pt idx="5471">
                  <c:v>44189</c:v>
                </c:pt>
                <c:pt idx="5472">
                  <c:v>44190</c:v>
                </c:pt>
                <c:pt idx="5473">
                  <c:v>44191</c:v>
                </c:pt>
                <c:pt idx="5474">
                  <c:v>44192</c:v>
                </c:pt>
                <c:pt idx="5475">
                  <c:v>44193</c:v>
                </c:pt>
                <c:pt idx="5476">
                  <c:v>44194</c:v>
                </c:pt>
                <c:pt idx="5477">
                  <c:v>44195</c:v>
                </c:pt>
                <c:pt idx="5478">
                  <c:v>44196</c:v>
                </c:pt>
                <c:pt idx="5479">
                  <c:v>44197</c:v>
                </c:pt>
                <c:pt idx="5480">
                  <c:v>44198</c:v>
                </c:pt>
                <c:pt idx="5481">
                  <c:v>44199</c:v>
                </c:pt>
                <c:pt idx="5482">
                  <c:v>44200</c:v>
                </c:pt>
                <c:pt idx="5483">
                  <c:v>44201</c:v>
                </c:pt>
                <c:pt idx="5484">
                  <c:v>44202</c:v>
                </c:pt>
                <c:pt idx="5485">
                  <c:v>44203</c:v>
                </c:pt>
                <c:pt idx="5486">
                  <c:v>44204</c:v>
                </c:pt>
                <c:pt idx="5487">
                  <c:v>44205</c:v>
                </c:pt>
                <c:pt idx="5488">
                  <c:v>44206</c:v>
                </c:pt>
                <c:pt idx="5489">
                  <c:v>44207</c:v>
                </c:pt>
                <c:pt idx="5490">
                  <c:v>44208</c:v>
                </c:pt>
                <c:pt idx="5491">
                  <c:v>44209</c:v>
                </c:pt>
                <c:pt idx="5492">
                  <c:v>44210</c:v>
                </c:pt>
                <c:pt idx="5493">
                  <c:v>44211</c:v>
                </c:pt>
                <c:pt idx="5494">
                  <c:v>44212</c:v>
                </c:pt>
                <c:pt idx="5495">
                  <c:v>44213</c:v>
                </c:pt>
                <c:pt idx="5496">
                  <c:v>44214</c:v>
                </c:pt>
                <c:pt idx="5497">
                  <c:v>44215</c:v>
                </c:pt>
                <c:pt idx="5498">
                  <c:v>44216</c:v>
                </c:pt>
                <c:pt idx="5499">
                  <c:v>44217</c:v>
                </c:pt>
                <c:pt idx="5500">
                  <c:v>44218</c:v>
                </c:pt>
                <c:pt idx="5501">
                  <c:v>44219</c:v>
                </c:pt>
                <c:pt idx="5502">
                  <c:v>44220</c:v>
                </c:pt>
                <c:pt idx="5503">
                  <c:v>44221</c:v>
                </c:pt>
                <c:pt idx="5504">
                  <c:v>44222</c:v>
                </c:pt>
                <c:pt idx="5505">
                  <c:v>44223</c:v>
                </c:pt>
                <c:pt idx="5506">
                  <c:v>44224</c:v>
                </c:pt>
                <c:pt idx="5507">
                  <c:v>44225</c:v>
                </c:pt>
                <c:pt idx="5508">
                  <c:v>44226</c:v>
                </c:pt>
                <c:pt idx="5509">
                  <c:v>44227</c:v>
                </c:pt>
                <c:pt idx="5510">
                  <c:v>44228</c:v>
                </c:pt>
                <c:pt idx="5511">
                  <c:v>44229</c:v>
                </c:pt>
                <c:pt idx="5512">
                  <c:v>44230</c:v>
                </c:pt>
                <c:pt idx="5513">
                  <c:v>44231</c:v>
                </c:pt>
                <c:pt idx="5514">
                  <c:v>44232</c:v>
                </c:pt>
                <c:pt idx="5515">
                  <c:v>44233</c:v>
                </c:pt>
                <c:pt idx="5516">
                  <c:v>44234</c:v>
                </c:pt>
                <c:pt idx="5517">
                  <c:v>44235</c:v>
                </c:pt>
                <c:pt idx="5518">
                  <c:v>44236</c:v>
                </c:pt>
                <c:pt idx="5519">
                  <c:v>44237</c:v>
                </c:pt>
                <c:pt idx="5520">
                  <c:v>44238</c:v>
                </c:pt>
                <c:pt idx="5521">
                  <c:v>44239</c:v>
                </c:pt>
                <c:pt idx="5522">
                  <c:v>44240</c:v>
                </c:pt>
                <c:pt idx="5523">
                  <c:v>44241</c:v>
                </c:pt>
                <c:pt idx="5524">
                  <c:v>44242</c:v>
                </c:pt>
                <c:pt idx="5525">
                  <c:v>44243</c:v>
                </c:pt>
                <c:pt idx="5526">
                  <c:v>44244</c:v>
                </c:pt>
                <c:pt idx="5527">
                  <c:v>44245</c:v>
                </c:pt>
                <c:pt idx="5528">
                  <c:v>44246</c:v>
                </c:pt>
                <c:pt idx="5529">
                  <c:v>44247</c:v>
                </c:pt>
                <c:pt idx="5530">
                  <c:v>44248</c:v>
                </c:pt>
                <c:pt idx="5531">
                  <c:v>44249</c:v>
                </c:pt>
                <c:pt idx="5532">
                  <c:v>44250</c:v>
                </c:pt>
                <c:pt idx="5533">
                  <c:v>44251</c:v>
                </c:pt>
                <c:pt idx="5534">
                  <c:v>44252</c:v>
                </c:pt>
                <c:pt idx="5535">
                  <c:v>44253</c:v>
                </c:pt>
                <c:pt idx="5536">
                  <c:v>44254</c:v>
                </c:pt>
                <c:pt idx="5537">
                  <c:v>44255</c:v>
                </c:pt>
                <c:pt idx="5538">
                  <c:v>44256</c:v>
                </c:pt>
                <c:pt idx="5539">
                  <c:v>44257</c:v>
                </c:pt>
                <c:pt idx="5540">
                  <c:v>44258</c:v>
                </c:pt>
                <c:pt idx="5541">
                  <c:v>44259</c:v>
                </c:pt>
                <c:pt idx="5542">
                  <c:v>44260</c:v>
                </c:pt>
                <c:pt idx="5543">
                  <c:v>44261</c:v>
                </c:pt>
                <c:pt idx="5544">
                  <c:v>44262</c:v>
                </c:pt>
                <c:pt idx="5545">
                  <c:v>44263</c:v>
                </c:pt>
                <c:pt idx="5546">
                  <c:v>44264</c:v>
                </c:pt>
                <c:pt idx="5547">
                  <c:v>44265</c:v>
                </c:pt>
                <c:pt idx="5548">
                  <c:v>44266</c:v>
                </c:pt>
                <c:pt idx="5549">
                  <c:v>44267</c:v>
                </c:pt>
                <c:pt idx="5550">
                  <c:v>44268</c:v>
                </c:pt>
                <c:pt idx="5551">
                  <c:v>44269</c:v>
                </c:pt>
                <c:pt idx="5552">
                  <c:v>44270</c:v>
                </c:pt>
                <c:pt idx="5553">
                  <c:v>44271</c:v>
                </c:pt>
                <c:pt idx="5554">
                  <c:v>44272</c:v>
                </c:pt>
                <c:pt idx="5555">
                  <c:v>44273</c:v>
                </c:pt>
                <c:pt idx="5556">
                  <c:v>44274</c:v>
                </c:pt>
                <c:pt idx="5557">
                  <c:v>44275</c:v>
                </c:pt>
                <c:pt idx="5558">
                  <c:v>44276</c:v>
                </c:pt>
                <c:pt idx="5559">
                  <c:v>44277</c:v>
                </c:pt>
                <c:pt idx="5560">
                  <c:v>44278</c:v>
                </c:pt>
                <c:pt idx="5561">
                  <c:v>44279</c:v>
                </c:pt>
                <c:pt idx="5562">
                  <c:v>44280</c:v>
                </c:pt>
                <c:pt idx="5563">
                  <c:v>44281</c:v>
                </c:pt>
                <c:pt idx="5564">
                  <c:v>44282</c:v>
                </c:pt>
                <c:pt idx="5565">
                  <c:v>44283</c:v>
                </c:pt>
                <c:pt idx="5566">
                  <c:v>44284</c:v>
                </c:pt>
                <c:pt idx="5567">
                  <c:v>44285</c:v>
                </c:pt>
                <c:pt idx="5568">
                  <c:v>44286</c:v>
                </c:pt>
                <c:pt idx="5569">
                  <c:v>44287</c:v>
                </c:pt>
                <c:pt idx="5570">
                  <c:v>44288</c:v>
                </c:pt>
                <c:pt idx="5571">
                  <c:v>44289</c:v>
                </c:pt>
                <c:pt idx="5572">
                  <c:v>44290</c:v>
                </c:pt>
                <c:pt idx="5573">
                  <c:v>44291</c:v>
                </c:pt>
                <c:pt idx="5574">
                  <c:v>44292</c:v>
                </c:pt>
                <c:pt idx="5575">
                  <c:v>44293</c:v>
                </c:pt>
                <c:pt idx="5576">
                  <c:v>44294</c:v>
                </c:pt>
                <c:pt idx="5577">
                  <c:v>44295</c:v>
                </c:pt>
                <c:pt idx="5578">
                  <c:v>44296</c:v>
                </c:pt>
                <c:pt idx="5579">
                  <c:v>44297</c:v>
                </c:pt>
                <c:pt idx="5580">
                  <c:v>44298</c:v>
                </c:pt>
                <c:pt idx="5581">
                  <c:v>44299</c:v>
                </c:pt>
                <c:pt idx="5582">
                  <c:v>44300</c:v>
                </c:pt>
                <c:pt idx="5583">
                  <c:v>44301</c:v>
                </c:pt>
                <c:pt idx="5584">
                  <c:v>44302</c:v>
                </c:pt>
                <c:pt idx="5585">
                  <c:v>44303</c:v>
                </c:pt>
                <c:pt idx="5586">
                  <c:v>44304</c:v>
                </c:pt>
                <c:pt idx="5587">
                  <c:v>44305</c:v>
                </c:pt>
                <c:pt idx="5588">
                  <c:v>44306</c:v>
                </c:pt>
                <c:pt idx="5589">
                  <c:v>44307</c:v>
                </c:pt>
                <c:pt idx="5590">
                  <c:v>44308</c:v>
                </c:pt>
                <c:pt idx="5591">
                  <c:v>44309</c:v>
                </c:pt>
                <c:pt idx="5592">
                  <c:v>44310</c:v>
                </c:pt>
                <c:pt idx="5593">
                  <c:v>44311</c:v>
                </c:pt>
                <c:pt idx="5594">
                  <c:v>44312</c:v>
                </c:pt>
                <c:pt idx="5595">
                  <c:v>44313</c:v>
                </c:pt>
                <c:pt idx="5596">
                  <c:v>44314</c:v>
                </c:pt>
                <c:pt idx="5597">
                  <c:v>44315</c:v>
                </c:pt>
                <c:pt idx="5598">
                  <c:v>44316</c:v>
                </c:pt>
                <c:pt idx="5599">
                  <c:v>44317</c:v>
                </c:pt>
                <c:pt idx="5600">
                  <c:v>44318</c:v>
                </c:pt>
                <c:pt idx="5601">
                  <c:v>44319</c:v>
                </c:pt>
                <c:pt idx="5602">
                  <c:v>44320</c:v>
                </c:pt>
                <c:pt idx="5603">
                  <c:v>44321</c:v>
                </c:pt>
                <c:pt idx="5604">
                  <c:v>44322</c:v>
                </c:pt>
                <c:pt idx="5605">
                  <c:v>44323</c:v>
                </c:pt>
                <c:pt idx="5606">
                  <c:v>44324</c:v>
                </c:pt>
                <c:pt idx="5607">
                  <c:v>44325</c:v>
                </c:pt>
                <c:pt idx="5608">
                  <c:v>44326</c:v>
                </c:pt>
                <c:pt idx="5609">
                  <c:v>44327</c:v>
                </c:pt>
                <c:pt idx="5610">
                  <c:v>44328</c:v>
                </c:pt>
                <c:pt idx="5611">
                  <c:v>44329</c:v>
                </c:pt>
                <c:pt idx="5612">
                  <c:v>44330</c:v>
                </c:pt>
                <c:pt idx="5613">
                  <c:v>44331</c:v>
                </c:pt>
                <c:pt idx="5614">
                  <c:v>44332</c:v>
                </c:pt>
                <c:pt idx="5615">
                  <c:v>44333</c:v>
                </c:pt>
                <c:pt idx="5616">
                  <c:v>44334</c:v>
                </c:pt>
                <c:pt idx="5617">
                  <c:v>44335</c:v>
                </c:pt>
                <c:pt idx="5618">
                  <c:v>44336</c:v>
                </c:pt>
                <c:pt idx="5619">
                  <c:v>44337</c:v>
                </c:pt>
                <c:pt idx="5620">
                  <c:v>44338</c:v>
                </c:pt>
                <c:pt idx="5621">
                  <c:v>44339</c:v>
                </c:pt>
                <c:pt idx="5622">
                  <c:v>44340</c:v>
                </c:pt>
                <c:pt idx="5623">
                  <c:v>44341</c:v>
                </c:pt>
                <c:pt idx="5624">
                  <c:v>44342</c:v>
                </c:pt>
                <c:pt idx="5625">
                  <c:v>44343</c:v>
                </c:pt>
                <c:pt idx="5626">
                  <c:v>44344</c:v>
                </c:pt>
                <c:pt idx="5627">
                  <c:v>44345</c:v>
                </c:pt>
                <c:pt idx="5628">
                  <c:v>44346</c:v>
                </c:pt>
                <c:pt idx="5629">
                  <c:v>44347</c:v>
                </c:pt>
                <c:pt idx="5630">
                  <c:v>44348</c:v>
                </c:pt>
                <c:pt idx="5631">
                  <c:v>44349</c:v>
                </c:pt>
                <c:pt idx="5632">
                  <c:v>44350</c:v>
                </c:pt>
                <c:pt idx="5633">
                  <c:v>44351</c:v>
                </c:pt>
                <c:pt idx="5634">
                  <c:v>44352</c:v>
                </c:pt>
                <c:pt idx="5635">
                  <c:v>44353</c:v>
                </c:pt>
                <c:pt idx="5636">
                  <c:v>44354</c:v>
                </c:pt>
                <c:pt idx="5637">
                  <c:v>44355</c:v>
                </c:pt>
                <c:pt idx="5638">
                  <c:v>44356</c:v>
                </c:pt>
                <c:pt idx="5639">
                  <c:v>44357</c:v>
                </c:pt>
                <c:pt idx="5640">
                  <c:v>44358</c:v>
                </c:pt>
                <c:pt idx="5641">
                  <c:v>44359</c:v>
                </c:pt>
                <c:pt idx="5642">
                  <c:v>44360</c:v>
                </c:pt>
                <c:pt idx="5643">
                  <c:v>44361</c:v>
                </c:pt>
                <c:pt idx="5644">
                  <c:v>44362</c:v>
                </c:pt>
                <c:pt idx="5645">
                  <c:v>44363</c:v>
                </c:pt>
                <c:pt idx="5646">
                  <c:v>44364</c:v>
                </c:pt>
                <c:pt idx="5647">
                  <c:v>44365</c:v>
                </c:pt>
                <c:pt idx="5648">
                  <c:v>44366</c:v>
                </c:pt>
                <c:pt idx="5649">
                  <c:v>44367</c:v>
                </c:pt>
                <c:pt idx="5650">
                  <c:v>44368</c:v>
                </c:pt>
                <c:pt idx="5651">
                  <c:v>44369</c:v>
                </c:pt>
                <c:pt idx="5652">
                  <c:v>44370</c:v>
                </c:pt>
                <c:pt idx="5653">
                  <c:v>44371</c:v>
                </c:pt>
                <c:pt idx="5654">
                  <c:v>44372</c:v>
                </c:pt>
                <c:pt idx="5655">
                  <c:v>44373</c:v>
                </c:pt>
                <c:pt idx="5656">
                  <c:v>44374</c:v>
                </c:pt>
                <c:pt idx="5657">
                  <c:v>44375</c:v>
                </c:pt>
                <c:pt idx="5658">
                  <c:v>44376</c:v>
                </c:pt>
                <c:pt idx="5659">
                  <c:v>44377</c:v>
                </c:pt>
                <c:pt idx="5660">
                  <c:v>44378</c:v>
                </c:pt>
                <c:pt idx="5661">
                  <c:v>44379</c:v>
                </c:pt>
                <c:pt idx="5662">
                  <c:v>44380</c:v>
                </c:pt>
                <c:pt idx="5663">
                  <c:v>44381</c:v>
                </c:pt>
                <c:pt idx="5664">
                  <c:v>44382</c:v>
                </c:pt>
                <c:pt idx="5665">
                  <c:v>44383</c:v>
                </c:pt>
                <c:pt idx="5666">
                  <c:v>44384</c:v>
                </c:pt>
                <c:pt idx="5667">
                  <c:v>44385</c:v>
                </c:pt>
                <c:pt idx="5668">
                  <c:v>44386</c:v>
                </c:pt>
                <c:pt idx="5669">
                  <c:v>44387</c:v>
                </c:pt>
                <c:pt idx="5670">
                  <c:v>44388</c:v>
                </c:pt>
                <c:pt idx="5671">
                  <c:v>44389</c:v>
                </c:pt>
                <c:pt idx="5672">
                  <c:v>44390</c:v>
                </c:pt>
                <c:pt idx="5673">
                  <c:v>44391</c:v>
                </c:pt>
                <c:pt idx="5674">
                  <c:v>44392</c:v>
                </c:pt>
                <c:pt idx="5675">
                  <c:v>44393</c:v>
                </c:pt>
                <c:pt idx="5676">
                  <c:v>44394</c:v>
                </c:pt>
                <c:pt idx="5677">
                  <c:v>44395</c:v>
                </c:pt>
                <c:pt idx="5678">
                  <c:v>44396</c:v>
                </c:pt>
                <c:pt idx="5679">
                  <c:v>44397</c:v>
                </c:pt>
                <c:pt idx="5680">
                  <c:v>44398</c:v>
                </c:pt>
                <c:pt idx="5681">
                  <c:v>44399</c:v>
                </c:pt>
                <c:pt idx="5682">
                  <c:v>44400</c:v>
                </c:pt>
                <c:pt idx="5683">
                  <c:v>44401</c:v>
                </c:pt>
                <c:pt idx="5684">
                  <c:v>44402</c:v>
                </c:pt>
                <c:pt idx="5685">
                  <c:v>44403</c:v>
                </c:pt>
                <c:pt idx="5686">
                  <c:v>44404</c:v>
                </c:pt>
                <c:pt idx="5687">
                  <c:v>44405</c:v>
                </c:pt>
                <c:pt idx="5688">
                  <c:v>44406</c:v>
                </c:pt>
                <c:pt idx="5689">
                  <c:v>44407</c:v>
                </c:pt>
                <c:pt idx="5690">
                  <c:v>44408</c:v>
                </c:pt>
                <c:pt idx="5691">
                  <c:v>44409</c:v>
                </c:pt>
                <c:pt idx="5692">
                  <c:v>44410</c:v>
                </c:pt>
                <c:pt idx="5693">
                  <c:v>44411</c:v>
                </c:pt>
                <c:pt idx="5694">
                  <c:v>44412</c:v>
                </c:pt>
                <c:pt idx="5695">
                  <c:v>44413</c:v>
                </c:pt>
                <c:pt idx="5696">
                  <c:v>44414</c:v>
                </c:pt>
                <c:pt idx="5697">
                  <c:v>44415</c:v>
                </c:pt>
                <c:pt idx="5698">
                  <c:v>44416</c:v>
                </c:pt>
                <c:pt idx="5699">
                  <c:v>44417</c:v>
                </c:pt>
                <c:pt idx="5700">
                  <c:v>44418</c:v>
                </c:pt>
                <c:pt idx="5701">
                  <c:v>44419</c:v>
                </c:pt>
                <c:pt idx="5702">
                  <c:v>44420</c:v>
                </c:pt>
                <c:pt idx="5703">
                  <c:v>44421</c:v>
                </c:pt>
                <c:pt idx="5704">
                  <c:v>44422</c:v>
                </c:pt>
                <c:pt idx="5705">
                  <c:v>44423</c:v>
                </c:pt>
                <c:pt idx="5706">
                  <c:v>44424</c:v>
                </c:pt>
                <c:pt idx="5707">
                  <c:v>44425</c:v>
                </c:pt>
                <c:pt idx="5708">
                  <c:v>44426</c:v>
                </c:pt>
                <c:pt idx="5709">
                  <c:v>44427</c:v>
                </c:pt>
                <c:pt idx="5710">
                  <c:v>44428</c:v>
                </c:pt>
                <c:pt idx="5711">
                  <c:v>44429</c:v>
                </c:pt>
                <c:pt idx="5712">
                  <c:v>44430</c:v>
                </c:pt>
                <c:pt idx="5713">
                  <c:v>44431</c:v>
                </c:pt>
                <c:pt idx="5714">
                  <c:v>44432</c:v>
                </c:pt>
                <c:pt idx="5715">
                  <c:v>44433</c:v>
                </c:pt>
                <c:pt idx="5716">
                  <c:v>44434</c:v>
                </c:pt>
                <c:pt idx="5717">
                  <c:v>44435</c:v>
                </c:pt>
                <c:pt idx="5718">
                  <c:v>44436</c:v>
                </c:pt>
                <c:pt idx="5719">
                  <c:v>44437</c:v>
                </c:pt>
                <c:pt idx="5720">
                  <c:v>44438</c:v>
                </c:pt>
                <c:pt idx="5721">
                  <c:v>44439</c:v>
                </c:pt>
                <c:pt idx="5722">
                  <c:v>44440</c:v>
                </c:pt>
                <c:pt idx="5723">
                  <c:v>44441</c:v>
                </c:pt>
                <c:pt idx="5724">
                  <c:v>44442</c:v>
                </c:pt>
                <c:pt idx="5725">
                  <c:v>44443</c:v>
                </c:pt>
                <c:pt idx="5726">
                  <c:v>44444</c:v>
                </c:pt>
                <c:pt idx="5727">
                  <c:v>44445</c:v>
                </c:pt>
                <c:pt idx="5728">
                  <c:v>44446</c:v>
                </c:pt>
                <c:pt idx="5729">
                  <c:v>44447</c:v>
                </c:pt>
                <c:pt idx="5730">
                  <c:v>44448</c:v>
                </c:pt>
                <c:pt idx="5731">
                  <c:v>44449</c:v>
                </c:pt>
                <c:pt idx="5732">
                  <c:v>44450</c:v>
                </c:pt>
                <c:pt idx="5733">
                  <c:v>44451</c:v>
                </c:pt>
                <c:pt idx="5734">
                  <c:v>44452</c:v>
                </c:pt>
                <c:pt idx="5735">
                  <c:v>44453</c:v>
                </c:pt>
                <c:pt idx="5736">
                  <c:v>44454</c:v>
                </c:pt>
                <c:pt idx="5737">
                  <c:v>44455</c:v>
                </c:pt>
                <c:pt idx="5738">
                  <c:v>44456</c:v>
                </c:pt>
                <c:pt idx="5739">
                  <c:v>44457</c:v>
                </c:pt>
                <c:pt idx="5740">
                  <c:v>44458</c:v>
                </c:pt>
                <c:pt idx="5741">
                  <c:v>44459</c:v>
                </c:pt>
                <c:pt idx="5742">
                  <c:v>44460</c:v>
                </c:pt>
                <c:pt idx="5743">
                  <c:v>44461</c:v>
                </c:pt>
                <c:pt idx="5744">
                  <c:v>44462</c:v>
                </c:pt>
                <c:pt idx="5745">
                  <c:v>44463</c:v>
                </c:pt>
                <c:pt idx="5746">
                  <c:v>44464</c:v>
                </c:pt>
                <c:pt idx="5747">
                  <c:v>44465</c:v>
                </c:pt>
                <c:pt idx="5748">
                  <c:v>44466</c:v>
                </c:pt>
                <c:pt idx="5749">
                  <c:v>44467</c:v>
                </c:pt>
                <c:pt idx="5750">
                  <c:v>44468</c:v>
                </c:pt>
                <c:pt idx="5751">
                  <c:v>44469</c:v>
                </c:pt>
                <c:pt idx="5752">
                  <c:v>44470</c:v>
                </c:pt>
                <c:pt idx="5753">
                  <c:v>44471</c:v>
                </c:pt>
                <c:pt idx="5754">
                  <c:v>44472</c:v>
                </c:pt>
                <c:pt idx="5755">
                  <c:v>44473</c:v>
                </c:pt>
                <c:pt idx="5756">
                  <c:v>44474</c:v>
                </c:pt>
                <c:pt idx="5757">
                  <c:v>44475</c:v>
                </c:pt>
                <c:pt idx="5758">
                  <c:v>44476</c:v>
                </c:pt>
                <c:pt idx="5759">
                  <c:v>44477</c:v>
                </c:pt>
                <c:pt idx="5760">
                  <c:v>44478</c:v>
                </c:pt>
                <c:pt idx="5761">
                  <c:v>44479</c:v>
                </c:pt>
                <c:pt idx="5762">
                  <c:v>44480</c:v>
                </c:pt>
                <c:pt idx="5763">
                  <c:v>44481</c:v>
                </c:pt>
                <c:pt idx="5764">
                  <c:v>44482</c:v>
                </c:pt>
                <c:pt idx="5765">
                  <c:v>44483</c:v>
                </c:pt>
                <c:pt idx="5766">
                  <c:v>44484</c:v>
                </c:pt>
                <c:pt idx="5767">
                  <c:v>44485</c:v>
                </c:pt>
                <c:pt idx="5768">
                  <c:v>44486</c:v>
                </c:pt>
                <c:pt idx="5769">
                  <c:v>44487</c:v>
                </c:pt>
                <c:pt idx="5770">
                  <c:v>44488</c:v>
                </c:pt>
                <c:pt idx="5771">
                  <c:v>44489</c:v>
                </c:pt>
                <c:pt idx="5772">
                  <c:v>44490</c:v>
                </c:pt>
                <c:pt idx="5773">
                  <c:v>44491</c:v>
                </c:pt>
                <c:pt idx="5774">
                  <c:v>44492</c:v>
                </c:pt>
                <c:pt idx="5775">
                  <c:v>44493</c:v>
                </c:pt>
                <c:pt idx="5776">
                  <c:v>44494</c:v>
                </c:pt>
                <c:pt idx="5777">
                  <c:v>44495</c:v>
                </c:pt>
                <c:pt idx="5778">
                  <c:v>44496</c:v>
                </c:pt>
                <c:pt idx="5779">
                  <c:v>44497</c:v>
                </c:pt>
                <c:pt idx="5780">
                  <c:v>44498</c:v>
                </c:pt>
                <c:pt idx="5781">
                  <c:v>44499</c:v>
                </c:pt>
                <c:pt idx="5782">
                  <c:v>44500</c:v>
                </c:pt>
                <c:pt idx="5783">
                  <c:v>44501</c:v>
                </c:pt>
                <c:pt idx="5784">
                  <c:v>44502</c:v>
                </c:pt>
                <c:pt idx="5785">
                  <c:v>44503</c:v>
                </c:pt>
                <c:pt idx="5786">
                  <c:v>44504</c:v>
                </c:pt>
                <c:pt idx="5787">
                  <c:v>44505</c:v>
                </c:pt>
                <c:pt idx="5788">
                  <c:v>44506</c:v>
                </c:pt>
                <c:pt idx="5789">
                  <c:v>44507</c:v>
                </c:pt>
                <c:pt idx="5790">
                  <c:v>44508</c:v>
                </c:pt>
                <c:pt idx="5791">
                  <c:v>44509</c:v>
                </c:pt>
                <c:pt idx="5792">
                  <c:v>44510</c:v>
                </c:pt>
                <c:pt idx="5793">
                  <c:v>44511</c:v>
                </c:pt>
                <c:pt idx="5794">
                  <c:v>44512</c:v>
                </c:pt>
                <c:pt idx="5795">
                  <c:v>44513</c:v>
                </c:pt>
                <c:pt idx="5796">
                  <c:v>44514</c:v>
                </c:pt>
                <c:pt idx="5797">
                  <c:v>44515</c:v>
                </c:pt>
                <c:pt idx="5798">
                  <c:v>44516</c:v>
                </c:pt>
                <c:pt idx="5799">
                  <c:v>44517</c:v>
                </c:pt>
                <c:pt idx="5800">
                  <c:v>44518</c:v>
                </c:pt>
                <c:pt idx="5801">
                  <c:v>44519</c:v>
                </c:pt>
                <c:pt idx="5802">
                  <c:v>44520</c:v>
                </c:pt>
                <c:pt idx="5803">
                  <c:v>44521</c:v>
                </c:pt>
                <c:pt idx="5804">
                  <c:v>44522</c:v>
                </c:pt>
                <c:pt idx="5805">
                  <c:v>44523</c:v>
                </c:pt>
                <c:pt idx="5806">
                  <c:v>44524</c:v>
                </c:pt>
                <c:pt idx="5807">
                  <c:v>44525</c:v>
                </c:pt>
                <c:pt idx="5808">
                  <c:v>44526</c:v>
                </c:pt>
                <c:pt idx="5809">
                  <c:v>44527</c:v>
                </c:pt>
                <c:pt idx="5810">
                  <c:v>44528</c:v>
                </c:pt>
                <c:pt idx="5811">
                  <c:v>44529</c:v>
                </c:pt>
                <c:pt idx="5812">
                  <c:v>44530</c:v>
                </c:pt>
                <c:pt idx="5813">
                  <c:v>44531</c:v>
                </c:pt>
                <c:pt idx="5814">
                  <c:v>44532</c:v>
                </c:pt>
                <c:pt idx="5815">
                  <c:v>44533</c:v>
                </c:pt>
                <c:pt idx="5816">
                  <c:v>44534</c:v>
                </c:pt>
                <c:pt idx="5817">
                  <c:v>44535</c:v>
                </c:pt>
                <c:pt idx="5818">
                  <c:v>44536</c:v>
                </c:pt>
                <c:pt idx="5819">
                  <c:v>44537</c:v>
                </c:pt>
                <c:pt idx="5820">
                  <c:v>44538</c:v>
                </c:pt>
                <c:pt idx="5821">
                  <c:v>44539</c:v>
                </c:pt>
                <c:pt idx="5822">
                  <c:v>44540</c:v>
                </c:pt>
                <c:pt idx="5823">
                  <c:v>44541</c:v>
                </c:pt>
                <c:pt idx="5824">
                  <c:v>44542</c:v>
                </c:pt>
                <c:pt idx="5825">
                  <c:v>44543</c:v>
                </c:pt>
                <c:pt idx="5826">
                  <c:v>44544</c:v>
                </c:pt>
                <c:pt idx="5827">
                  <c:v>44545</c:v>
                </c:pt>
                <c:pt idx="5828">
                  <c:v>44546</c:v>
                </c:pt>
                <c:pt idx="5829">
                  <c:v>44547</c:v>
                </c:pt>
                <c:pt idx="5830">
                  <c:v>44548</c:v>
                </c:pt>
                <c:pt idx="5831">
                  <c:v>44549</c:v>
                </c:pt>
                <c:pt idx="5832">
                  <c:v>44550</c:v>
                </c:pt>
                <c:pt idx="5833">
                  <c:v>44551</c:v>
                </c:pt>
                <c:pt idx="5834">
                  <c:v>44552</c:v>
                </c:pt>
                <c:pt idx="5835">
                  <c:v>44553</c:v>
                </c:pt>
                <c:pt idx="5836">
                  <c:v>44554</c:v>
                </c:pt>
                <c:pt idx="5837">
                  <c:v>44555</c:v>
                </c:pt>
                <c:pt idx="5838">
                  <c:v>44556</c:v>
                </c:pt>
                <c:pt idx="5839">
                  <c:v>44557</c:v>
                </c:pt>
                <c:pt idx="5840">
                  <c:v>44558</c:v>
                </c:pt>
                <c:pt idx="5841">
                  <c:v>44559</c:v>
                </c:pt>
                <c:pt idx="5842">
                  <c:v>44560</c:v>
                </c:pt>
                <c:pt idx="5843">
                  <c:v>44561</c:v>
                </c:pt>
                <c:pt idx="5844">
                  <c:v>44562</c:v>
                </c:pt>
                <c:pt idx="5845">
                  <c:v>44563</c:v>
                </c:pt>
                <c:pt idx="5846">
                  <c:v>44564</c:v>
                </c:pt>
                <c:pt idx="5847">
                  <c:v>44565</c:v>
                </c:pt>
                <c:pt idx="5848">
                  <c:v>44566</c:v>
                </c:pt>
                <c:pt idx="5849">
                  <c:v>44567</c:v>
                </c:pt>
                <c:pt idx="5850">
                  <c:v>44568</c:v>
                </c:pt>
                <c:pt idx="5851">
                  <c:v>44569</c:v>
                </c:pt>
                <c:pt idx="5852">
                  <c:v>44570</c:v>
                </c:pt>
                <c:pt idx="5853">
                  <c:v>44571</c:v>
                </c:pt>
                <c:pt idx="5854">
                  <c:v>44572</c:v>
                </c:pt>
                <c:pt idx="5855">
                  <c:v>44573</c:v>
                </c:pt>
                <c:pt idx="5856">
                  <c:v>44574</c:v>
                </c:pt>
                <c:pt idx="5857">
                  <c:v>44575</c:v>
                </c:pt>
                <c:pt idx="5858">
                  <c:v>44576</c:v>
                </c:pt>
                <c:pt idx="5859">
                  <c:v>44577</c:v>
                </c:pt>
                <c:pt idx="5860">
                  <c:v>44578</c:v>
                </c:pt>
                <c:pt idx="5861">
                  <c:v>44579</c:v>
                </c:pt>
                <c:pt idx="5862">
                  <c:v>44580</c:v>
                </c:pt>
                <c:pt idx="5863">
                  <c:v>44581</c:v>
                </c:pt>
                <c:pt idx="5864">
                  <c:v>44582</c:v>
                </c:pt>
                <c:pt idx="5865">
                  <c:v>44583</c:v>
                </c:pt>
                <c:pt idx="5866">
                  <c:v>44584</c:v>
                </c:pt>
                <c:pt idx="5867">
                  <c:v>44585</c:v>
                </c:pt>
                <c:pt idx="5868">
                  <c:v>44586</c:v>
                </c:pt>
                <c:pt idx="5869">
                  <c:v>44587</c:v>
                </c:pt>
                <c:pt idx="5870">
                  <c:v>44588</c:v>
                </c:pt>
                <c:pt idx="5871">
                  <c:v>44589</c:v>
                </c:pt>
                <c:pt idx="5872">
                  <c:v>44590</c:v>
                </c:pt>
                <c:pt idx="5873">
                  <c:v>44591</c:v>
                </c:pt>
                <c:pt idx="5874">
                  <c:v>44592</c:v>
                </c:pt>
                <c:pt idx="5875">
                  <c:v>44593</c:v>
                </c:pt>
                <c:pt idx="5876">
                  <c:v>44594</c:v>
                </c:pt>
                <c:pt idx="5877">
                  <c:v>44595</c:v>
                </c:pt>
                <c:pt idx="5878">
                  <c:v>44596</c:v>
                </c:pt>
                <c:pt idx="5879">
                  <c:v>44597</c:v>
                </c:pt>
                <c:pt idx="5880">
                  <c:v>44598</c:v>
                </c:pt>
                <c:pt idx="5881">
                  <c:v>44599</c:v>
                </c:pt>
                <c:pt idx="5882">
                  <c:v>44600</c:v>
                </c:pt>
                <c:pt idx="5883">
                  <c:v>44601</c:v>
                </c:pt>
                <c:pt idx="5884">
                  <c:v>44602</c:v>
                </c:pt>
                <c:pt idx="5885">
                  <c:v>44603</c:v>
                </c:pt>
                <c:pt idx="5886">
                  <c:v>44604</c:v>
                </c:pt>
                <c:pt idx="5887">
                  <c:v>44605</c:v>
                </c:pt>
                <c:pt idx="5888">
                  <c:v>44606</c:v>
                </c:pt>
                <c:pt idx="5889">
                  <c:v>44607</c:v>
                </c:pt>
                <c:pt idx="5890">
                  <c:v>44608</c:v>
                </c:pt>
                <c:pt idx="5891">
                  <c:v>44609</c:v>
                </c:pt>
                <c:pt idx="5892">
                  <c:v>44610</c:v>
                </c:pt>
                <c:pt idx="5893">
                  <c:v>44611</c:v>
                </c:pt>
                <c:pt idx="5894">
                  <c:v>44612</c:v>
                </c:pt>
                <c:pt idx="5895">
                  <c:v>44613</c:v>
                </c:pt>
                <c:pt idx="5896">
                  <c:v>44614</c:v>
                </c:pt>
                <c:pt idx="5897">
                  <c:v>44615</c:v>
                </c:pt>
                <c:pt idx="5898">
                  <c:v>44616</c:v>
                </c:pt>
                <c:pt idx="5899">
                  <c:v>44617</c:v>
                </c:pt>
                <c:pt idx="5900">
                  <c:v>44618</c:v>
                </c:pt>
                <c:pt idx="5901">
                  <c:v>44619</c:v>
                </c:pt>
                <c:pt idx="5902">
                  <c:v>44620</c:v>
                </c:pt>
                <c:pt idx="5903">
                  <c:v>44621</c:v>
                </c:pt>
                <c:pt idx="5904">
                  <c:v>44622</c:v>
                </c:pt>
                <c:pt idx="5905">
                  <c:v>44623</c:v>
                </c:pt>
                <c:pt idx="5906">
                  <c:v>44624</c:v>
                </c:pt>
                <c:pt idx="5907">
                  <c:v>44625</c:v>
                </c:pt>
                <c:pt idx="5908">
                  <c:v>44626</c:v>
                </c:pt>
                <c:pt idx="5909">
                  <c:v>44627</c:v>
                </c:pt>
                <c:pt idx="5910">
                  <c:v>44628</c:v>
                </c:pt>
                <c:pt idx="5911">
                  <c:v>44629</c:v>
                </c:pt>
                <c:pt idx="5912">
                  <c:v>44630</c:v>
                </c:pt>
                <c:pt idx="5913">
                  <c:v>44631</c:v>
                </c:pt>
                <c:pt idx="5914">
                  <c:v>44632</c:v>
                </c:pt>
                <c:pt idx="5915">
                  <c:v>44633</c:v>
                </c:pt>
                <c:pt idx="5916">
                  <c:v>44634</c:v>
                </c:pt>
                <c:pt idx="5917">
                  <c:v>44635</c:v>
                </c:pt>
                <c:pt idx="5918">
                  <c:v>44636</c:v>
                </c:pt>
                <c:pt idx="5919">
                  <c:v>44637</c:v>
                </c:pt>
                <c:pt idx="5920">
                  <c:v>44638</c:v>
                </c:pt>
                <c:pt idx="5921">
                  <c:v>44639</c:v>
                </c:pt>
                <c:pt idx="5922">
                  <c:v>44640</c:v>
                </c:pt>
                <c:pt idx="5923">
                  <c:v>44641</c:v>
                </c:pt>
                <c:pt idx="5924">
                  <c:v>44642</c:v>
                </c:pt>
                <c:pt idx="5925">
                  <c:v>44643</c:v>
                </c:pt>
                <c:pt idx="5926">
                  <c:v>44644</c:v>
                </c:pt>
                <c:pt idx="5927">
                  <c:v>44645</c:v>
                </c:pt>
                <c:pt idx="5928">
                  <c:v>44646</c:v>
                </c:pt>
                <c:pt idx="5929">
                  <c:v>44647</c:v>
                </c:pt>
                <c:pt idx="5930">
                  <c:v>44648</c:v>
                </c:pt>
                <c:pt idx="5931">
                  <c:v>44649</c:v>
                </c:pt>
                <c:pt idx="5932">
                  <c:v>44650</c:v>
                </c:pt>
                <c:pt idx="5933">
                  <c:v>44651</c:v>
                </c:pt>
                <c:pt idx="5934">
                  <c:v>44652</c:v>
                </c:pt>
                <c:pt idx="5935">
                  <c:v>44653</c:v>
                </c:pt>
                <c:pt idx="5936">
                  <c:v>44654</c:v>
                </c:pt>
                <c:pt idx="5937">
                  <c:v>44655</c:v>
                </c:pt>
                <c:pt idx="5938">
                  <c:v>44656</c:v>
                </c:pt>
                <c:pt idx="5939">
                  <c:v>44657</c:v>
                </c:pt>
                <c:pt idx="5940">
                  <c:v>44658</c:v>
                </c:pt>
                <c:pt idx="5941">
                  <c:v>44659</c:v>
                </c:pt>
                <c:pt idx="5942">
                  <c:v>44660</c:v>
                </c:pt>
                <c:pt idx="5943">
                  <c:v>44661</c:v>
                </c:pt>
                <c:pt idx="5944">
                  <c:v>44662</c:v>
                </c:pt>
                <c:pt idx="5945">
                  <c:v>44663</c:v>
                </c:pt>
                <c:pt idx="5946">
                  <c:v>44664</c:v>
                </c:pt>
                <c:pt idx="5947">
                  <c:v>44665</c:v>
                </c:pt>
                <c:pt idx="5948">
                  <c:v>44666</c:v>
                </c:pt>
                <c:pt idx="5949">
                  <c:v>44667</c:v>
                </c:pt>
                <c:pt idx="5950">
                  <c:v>44668</c:v>
                </c:pt>
                <c:pt idx="5951">
                  <c:v>44669</c:v>
                </c:pt>
                <c:pt idx="5952">
                  <c:v>44670</c:v>
                </c:pt>
                <c:pt idx="5953">
                  <c:v>44671</c:v>
                </c:pt>
                <c:pt idx="5954">
                  <c:v>44672</c:v>
                </c:pt>
                <c:pt idx="5955">
                  <c:v>44673</c:v>
                </c:pt>
                <c:pt idx="5956">
                  <c:v>44674</c:v>
                </c:pt>
                <c:pt idx="5957">
                  <c:v>44675</c:v>
                </c:pt>
                <c:pt idx="5958">
                  <c:v>44676</c:v>
                </c:pt>
                <c:pt idx="5959">
                  <c:v>44677</c:v>
                </c:pt>
                <c:pt idx="5960">
                  <c:v>44678</c:v>
                </c:pt>
                <c:pt idx="5961">
                  <c:v>44679</c:v>
                </c:pt>
                <c:pt idx="5962">
                  <c:v>44680</c:v>
                </c:pt>
                <c:pt idx="5963">
                  <c:v>44681</c:v>
                </c:pt>
                <c:pt idx="5964">
                  <c:v>44682</c:v>
                </c:pt>
                <c:pt idx="5965">
                  <c:v>44683</c:v>
                </c:pt>
                <c:pt idx="5966">
                  <c:v>44684</c:v>
                </c:pt>
                <c:pt idx="5967">
                  <c:v>44685</c:v>
                </c:pt>
                <c:pt idx="5968">
                  <c:v>44686</c:v>
                </c:pt>
                <c:pt idx="5969">
                  <c:v>44687</c:v>
                </c:pt>
                <c:pt idx="5970">
                  <c:v>44688</c:v>
                </c:pt>
                <c:pt idx="5971">
                  <c:v>44689</c:v>
                </c:pt>
                <c:pt idx="5972">
                  <c:v>44690</c:v>
                </c:pt>
                <c:pt idx="5973">
                  <c:v>44691</c:v>
                </c:pt>
                <c:pt idx="5974">
                  <c:v>44692</c:v>
                </c:pt>
                <c:pt idx="5975">
                  <c:v>44693</c:v>
                </c:pt>
                <c:pt idx="5976">
                  <c:v>44694</c:v>
                </c:pt>
                <c:pt idx="5977">
                  <c:v>44695</c:v>
                </c:pt>
                <c:pt idx="5978">
                  <c:v>44696</c:v>
                </c:pt>
                <c:pt idx="5979">
                  <c:v>44697</c:v>
                </c:pt>
                <c:pt idx="5980">
                  <c:v>44698</c:v>
                </c:pt>
                <c:pt idx="5981">
                  <c:v>44699</c:v>
                </c:pt>
                <c:pt idx="5982">
                  <c:v>44700</c:v>
                </c:pt>
                <c:pt idx="5983">
                  <c:v>44701</c:v>
                </c:pt>
                <c:pt idx="5984">
                  <c:v>44702</c:v>
                </c:pt>
                <c:pt idx="5985">
                  <c:v>44703</c:v>
                </c:pt>
                <c:pt idx="5986">
                  <c:v>44704</c:v>
                </c:pt>
                <c:pt idx="5987">
                  <c:v>44705</c:v>
                </c:pt>
                <c:pt idx="5988">
                  <c:v>44706</c:v>
                </c:pt>
                <c:pt idx="5989">
                  <c:v>44707</c:v>
                </c:pt>
                <c:pt idx="5990">
                  <c:v>44708</c:v>
                </c:pt>
                <c:pt idx="5991">
                  <c:v>44709</c:v>
                </c:pt>
                <c:pt idx="5992">
                  <c:v>44710</c:v>
                </c:pt>
                <c:pt idx="5993">
                  <c:v>44711</c:v>
                </c:pt>
                <c:pt idx="5994">
                  <c:v>44712</c:v>
                </c:pt>
                <c:pt idx="5995">
                  <c:v>44713</c:v>
                </c:pt>
                <c:pt idx="5996">
                  <c:v>44714</c:v>
                </c:pt>
                <c:pt idx="5997">
                  <c:v>44715</c:v>
                </c:pt>
                <c:pt idx="5998">
                  <c:v>44716</c:v>
                </c:pt>
                <c:pt idx="5999">
                  <c:v>44717</c:v>
                </c:pt>
                <c:pt idx="6000">
                  <c:v>44718</c:v>
                </c:pt>
                <c:pt idx="6001">
                  <c:v>44719</c:v>
                </c:pt>
                <c:pt idx="6002">
                  <c:v>44720</c:v>
                </c:pt>
                <c:pt idx="6003">
                  <c:v>44721</c:v>
                </c:pt>
                <c:pt idx="6004">
                  <c:v>44722</c:v>
                </c:pt>
                <c:pt idx="6005">
                  <c:v>44723</c:v>
                </c:pt>
                <c:pt idx="6006">
                  <c:v>44724</c:v>
                </c:pt>
                <c:pt idx="6007">
                  <c:v>44725</c:v>
                </c:pt>
                <c:pt idx="6008">
                  <c:v>44726</c:v>
                </c:pt>
                <c:pt idx="6009">
                  <c:v>44727</c:v>
                </c:pt>
                <c:pt idx="6010">
                  <c:v>44728</c:v>
                </c:pt>
                <c:pt idx="6011">
                  <c:v>44729</c:v>
                </c:pt>
                <c:pt idx="6012">
                  <c:v>44730</c:v>
                </c:pt>
                <c:pt idx="6013">
                  <c:v>44731</c:v>
                </c:pt>
                <c:pt idx="6014">
                  <c:v>44732</c:v>
                </c:pt>
                <c:pt idx="6015">
                  <c:v>44733</c:v>
                </c:pt>
                <c:pt idx="6016">
                  <c:v>44734</c:v>
                </c:pt>
                <c:pt idx="6017">
                  <c:v>44735</c:v>
                </c:pt>
                <c:pt idx="6018">
                  <c:v>44736</c:v>
                </c:pt>
                <c:pt idx="6019">
                  <c:v>44737</c:v>
                </c:pt>
                <c:pt idx="6020">
                  <c:v>44738</c:v>
                </c:pt>
                <c:pt idx="6021">
                  <c:v>44739</c:v>
                </c:pt>
                <c:pt idx="6022">
                  <c:v>44740</c:v>
                </c:pt>
                <c:pt idx="6023">
                  <c:v>44741</c:v>
                </c:pt>
                <c:pt idx="6024">
                  <c:v>44742</c:v>
                </c:pt>
                <c:pt idx="6025">
                  <c:v>44743</c:v>
                </c:pt>
                <c:pt idx="6026">
                  <c:v>44744</c:v>
                </c:pt>
                <c:pt idx="6027">
                  <c:v>44745</c:v>
                </c:pt>
                <c:pt idx="6028">
                  <c:v>44746</c:v>
                </c:pt>
                <c:pt idx="6029">
                  <c:v>44747</c:v>
                </c:pt>
                <c:pt idx="6030">
                  <c:v>44748</c:v>
                </c:pt>
                <c:pt idx="6031">
                  <c:v>44749</c:v>
                </c:pt>
                <c:pt idx="6032">
                  <c:v>44750</c:v>
                </c:pt>
                <c:pt idx="6033">
                  <c:v>44751</c:v>
                </c:pt>
                <c:pt idx="6034">
                  <c:v>44752</c:v>
                </c:pt>
                <c:pt idx="6035">
                  <c:v>44753</c:v>
                </c:pt>
                <c:pt idx="6036">
                  <c:v>44754</c:v>
                </c:pt>
                <c:pt idx="6037">
                  <c:v>44755</c:v>
                </c:pt>
                <c:pt idx="6038">
                  <c:v>44756</c:v>
                </c:pt>
                <c:pt idx="6039">
                  <c:v>44757</c:v>
                </c:pt>
                <c:pt idx="6040">
                  <c:v>44758</c:v>
                </c:pt>
                <c:pt idx="6041">
                  <c:v>44759</c:v>
                </c:pt>
                <c:pt idx="6042">
                  <c:v>44760</c:v>
                </c:pt>
                <c:pt idx="6043">
                  <c:v>44761</c:v>
                </c:pt>
                <c:pt idx="6044">
                  <c:v>44762</c:v>
                </c:pt>
                <c:pt idx="6045">
                  <c:v>44763</c:v>
                </c:pt>
                <c:pt idx="6046">
                  <c:v>44764</c:v>
                </c:pt>
                <c:pt idx="6047">
                  <c:v>44765</c:v>
                </c:pt>
                <c:pt idx="6048">
                  <c:v>44766</c:v>
                </c:pt>
                <c:pt idx="6049">
                  <c:v>44767</c:v>
                </c:pt>
                <c:pt idx="6050">
                  <c:v>44768</c:v>
                </c:pt>
                <c:pt idx="6051">
                  <c:v>44769</c:v>
                </c:pt>
                <c:pt idx="6052">
                  <c:v>44770</c:v>
                </c:pt>
                <c:pt idx="6053">
                  <c:v>44771</c:v>
                </c:pt>
                <c:pt idx="6054">
                  <c:v>44772</c:v>
                </c:pt>
                <c:pt idx="6055">
                  <c:v>44773</c:v>
                </c:pt>
                <c:pt idx="6056">
                  <c:v>44774</c:v>
                </c:pt>
                <c:pt idx="6057">
                  <c:v>44775</c:v>
                </c:pt>
                <c:pt idx="6058">
                  <c:v>44776</c:v>
                </c:pt>
                <c:pt idx="6059">
                  <c:v>44777</c:v>
                </c:pt>
                <c:pt idx="6060">
                  <c:v>44778</c:v>
                </c:pt>
                <c:pt idx="6061">
                  <c:v>44779</c:v>
                </c:pt>
                <c:pt idx="6062">
                  <c:v>44780</c:v>
                </c:pt>
                <c:pt idx="6063">
                  <c:v>44781</c:v>
                </c:pt>
                <c:pt idx="6064">
                  <c:v>44782</c:v>
                </c:pt>
                <c:pt idx="6065">
                  <c:v>44783</c:v>
                </c:pt>
                <c:pt idx="6066">
                  <c:v>44784</c:v>
                </c:pt>
                <c:pt idx="6067">
                  <c:v>44785</c:v>
                </c:pt>
                <c:pt idx="6068">
                  <c:v>44786</c:v>
                </c:pt>
                <c:pt idx="6069">
                  <c:v>44787</c:v>
                </c:pt>
                <c:pt idx="6070">
                  <c:v>44788</c:v>
                </c:pt>
                <c:pt idx="6071">
                  <c:v>44789</c:v>
                </c:pt>
                <c:pt idx="6072">
                  <c:v>44790</c:v>
                </c:pt>
                <c:pt idx="6073">
                  <c:v>44791</c:v>
                </c:pt>
                <c:pt idx="6074">
                  <c:v>44792</c:v>
                </c:pt>
                <c:pt idx="6075">
                  <c:v>44793</c:v>
                </c:pt>
                <c:pt idx="6076">
                  <c:v>44794</c:v>
                </c:pt>
                <c:pt idx="6077">
                  <c:v>44795</c:v>
                </c:pt>
                <c:pt idx="6078">
                  <c:v>44796</c:v>
                </c:pt>
                <c:pt idx="6079">
                  <c:v>44797</c:v>
                </c:pt>
                <c:pt idx="6080">
                  <c:v>44798</c:v>
                </c:pt>
                <c:pt idx="6081">
                  <c:v>44799</c:v>
                </c:pt>
                <c:pt idx="6082">
                  <c:v>44800</c:v>
                </c:pt>
                <c:pt idx="6083">
                  <c:v>44801</c:v>
                </c:pt>
                <c:pt idx="6084">
                  <c:v>44802</c:v>
                </c:pt>
                <c:pt idx="6085">
                  <c:v>44803</c:v>
                </c:pt>
                <c:pt idx="6086">
                  <c:v>44804</c:v>
                </c:pt>
                <c:pt idx="6087">
                  <c:v>44805</c:v>
                </c:pt>
                <c:pt idx="6088">
                  <c:v>44806</c:v>
                </c:pt>
                <c:pt idx="6089">
                  <c:v>44807</c:v>
                </c:pt>
                <c:pt idx="6090">
                  <c:v>44808</c:v>
                </c:pt>
                <c:pt idx="6091">
                  <c:v>44809</c:v>
                </c:pt>
                <c:pt idx="6092">
                  <c:v>44810</c:v>
                </c:pt>
                <c:pt idx="6093">
                  <c:v>44811</c:v>
                </c:pt>
                <c:pt idx="6094">
                  <c:v>44812</c:v>
                </c:pt>
                <c:pt idx="6095">
                  <c:v>44813</c:v>
                </c:pt>
                <c:pt idx="6096">
                  <c:v>44814</c:v>
                </c:pt>
                <c:pt idx="6097">
                  <c:v>44815</c:v>
                </c:pt>
                <c:pt idx="6098">
                  <c:v>44816</c:v>
                </c:pt>
                <c:pt idx="6099">
                  <c:v>44817</c:v>
                </c:pt>
                <c:pt idx="6100">
                  <c:v>44818</c:v>
                </c:pt>
                <c:pt idx="6101">
                  <c:v>44819</c:v>
                </c:pt>
                <c:pt idx="6102">
                  <c:v>44820</c:v>
                </c:pt>
                <c:pt idx="6103">
                  <c:v>44821</c:v>
                </c:pt>
                <c:pt idx="6104">
                  <c:v>44822</c:v>
                </c:pt>
                <c:pt idx="6105">
                  <c:v>44823</c:v>
                </c:pt>
                <c:pt idx="6106">
                  <c:v>44824</c:v>
                </c:pt>
                <c:pt idx="6107">
                  <c:v>44825</c:v>
                </c:pt>
                <c:pt idx="6108">
                  <c:v>44826</c:v>
                </c:pt>
                <c:pt idx="6109">
                  <c:v>44827</c:v>
                </c:pt>
                <c:pt idx="6110">
                  <c:v>44828</c:v>
                </c:pt>
                <c:pt idx="6111">
                  <c:v>44829</c:v>
                </c:pt>
                <c:pt idx="6112">
                  <c:v>44830</c:v>
                </c:pt>
                <c:pt idx="6113">
                  <c:v>44831</c:v>
                </c:pt>
                <c:pt idx="6114">
                  <c:v>44832</c:v>
                </c:pt>
                <c:pt idx="6115">
                  <c:v>44833</c:v>
                </c:pt>
                <c:pt idx="6116">
                  <c:v>44834</c:v>
                </c:pt>
                <c:pt idx="6117">
                  <c:v>44835</c:v>
                </c:pt>
                <c:pt idx="6118">
                  <c:v>44836</c:v>
                </c:pt>
                <c:pt idx="6119">
                  <c:v>44837</c:v>
                </c:pt>
                <c:pt idx="6120">
                  <c:v>44838</c:v>
                </c:pt>
                <c:pt idx="6121">
                  <c:v>44839</c:v>
                </c:pt>
                <c:pt idx="6122">
                  <c:v>44840</c:v>
                </c:pt>
                <c:pt idx="6123">
                  <c:v>44841</c:v>
                </c:pt>
                <c:pt idx="6124">
                  <c:v>44842</c:v>
                </c:pt>
                <c:pt idx="6125">
                  <c:v>44843</c:v>
                </c:pt>
                <c:pt idx="6126">
                  <c:v>44844</c:v>
                </c:pt>
                <c:pt idx="6127">
                  <c:v>44845</c:v>
                </c:pt>
                <c:pt idx="6128">
                  <c:v>44846</c:v>
                </c:pt>
                <c:pt idx="6129">
                  <c:v>44847</c:v>
                </c:pt>
                <c:pt idx="6130">
                  <c:v>44848</c:v>
                </c:pt>
                <c:pt idx="6131">
                  <c:v>44849</c:v>
                </c:pt>
                <c:pt idx="6132">
                  <c:v>44850</c:v>
                </c:pt>
                <c:pt idx="6133">
                  <c:v>44851</c:v>
                </c:pt>
                <c:pt idx="6134">
                  <c:v>44852</c:v>
                </c:pt>
                <c:pt idx="6135">
                  <c:v>44853</c:v>
                </c:pt>
                <c:pt idx="6136">
                  <c:v>44854</c:v>
                </c:pt>
                <c:pt idx="6137">
                  <c:v>44855</c:v>
                </c:pt>
                <c:pt idx="6138">
                  <c:v>44856</c:v>
                </c:pt>
                <c:pt idx="6139">
                  <c:v>44857</c:v>
                </c:pt>
                <c:pt idx="6140">
                  <c:v>44858</c:v>
                </c:pt>
                <c:pt idx="6141">
                  <c:v>44859</c:v>
                </c:pt>
                <c:pt idx="6142">
                  <c:v>44860</c:v>
                </c:pt>
                <c:pt idx="6143">
                  <c:v>44861</c:v>
                </c:pt>
                <c:pt idx="6144">
                  <c:v>44862</c:v>
                </c:pt>
                <c:pt idx="6145">
                  <c:v>44863</c:v>
                </c:pt>
                <c:pt idx="6146">
                  <c:v>44864</c:v>
                </c:pt>
                <c:pt idx="6147">
                  <c:v>44865</c:v>
                </c:pt>
                <c:pt idx="6148">
                  <c:v>44866</c:v>
                </c:pt>
                <c:pt idx="6149">
                  <c:v>44867</c:v>
                </c:pt>
                <c:pt idx="6150">
                  <c:v>44868</c:v>
                </c:pt>
                <c:pt idx="6151">
                  <c:v>44869</c:v>
                </c:pt>
                <c:pt idx="6152">
                  <c:v>44870</c:v>
                </c:pt>
                <c:pt idx="6153">
                  <c:v>44871</c:v>
                </c:pt>
                <c:pt idx="6154">
                  <c:v>44872</c:v>
                </c:pt>
                <c:pt idx="6155">
                  <c:v>44873</c:v>
                </c:pt>
                <c:pt idx="6156">
                  <c:v>44874</c:v>
                </c:pt>
                <c:pt idx="6157">
                  <c:v>44875</c:v>
                </c:pt>
                <c:pt idx="6158">
                  <c:v>44876</c:v>
                </c:pt>
                <c:pt idx="6159">
                  <c:v>44877</c:v>
                </c:pt>
                <c:pt idx="6160">
                  <c:v>44878</c:v>
                </c:pt>
                <c:pt idx="6161">
                  <c:v>44879</c:v>
                </c:pt>
                <c:pt idx="6162">
                  <c:v>44880</c:v>
                </c:pt>
                <c:pt idx="6163">
                  <c:v>44881</c:v>
                </c:pt>
                <c:pt idx="6164">
                  <c:v>44882</c:v>
                </c:pt>
                <c:pt idx="6165">
                  <c:v>44883</c:v>
                </c:pt>
                <c:pt idx="6166">
                  <c:v>44884</c:v>
                </c:pt>
                <c:pt idx="6167">
                  <c:v>44885</c:v>
                </c:pt>
                <c:pt idx="6168">
                  <c:v>44886</c:v>
                </c:pt>
                <c:pt idx="6169">
                  <c:v>44887</c:v>
                </c:pt>
                <c:pt idx="6170">
                  <c:v>44888</c:v>
                </c:pt>
                <c:pt idx="6171">
                  <c:v>44889</c:v>
                </c:pt>
                <c:pt idx="6172">
                  <c:v>44890</c:v>
                </c:pt>
                <c:pt idx="6173">
                  <c:v>44891</c:v>
                </c:pt>
                <c:pt idx="6174">
                  <c:v>44892</c:v>
                </c:pt>
                <c:pt idx="6175">
                  <c:v>44893</c:v>
                </c:pt>
                <c:pt idx="6176">
                  <c:v>44894</c:v>
                </c:pt>
                <c:pt idx="6177">
                  <c:v>44895</c:v>
                </c:pt>
                <c:pt idx="6178">
                  <c:v>44896</c:v>
                </c:pt>
                <c:pt idx="6179">
                  <c:v>44897</c:v>
                </c:pt>
                <c:pt idx="6180">
                  <c:v>44898</c:v>
                </c:pt>
                <c:pt idx="6181">
                  <c:v>44899</c:v>
                </c:pt>
                <c:pt idx="6182">
                  <c:v>44900</c:v>
                </c:pt>
                <c:pt idx="6183">
                  <c:v>44901</c:v>
                </c:pt>
                <c:pt idx="6184">
                  <c:v>44902</c:v>
                </c:pt>
                <c:pt idx="6185">
                  <c:v>44903</c:v>
                </c:pt>
                <c:pt idx="6186">
                  <c:v>44904</c:v>
                </c:pt>
                <c:pt idx="6187">
                  <c:v>44905</c:v>
                </c:pt>
                <c:pt idx="6188">
                  <c:v>44906</c:v>
                </c:pt>
                <c:pt idx="6189">
                  <c:v>44907</c:v>
                </c:pt>
                <c:pt idx="6190">
                  <c:v>44908</c:v>
                </c:pt>
                <c:pt idx="6191">
                  <c:v>44909</c:v>
                </c:pt>
                <c:pt idx="6192">
                  <c:v>44910</c:v>
                </c:pt>
                <c:pt idx="6193">
                  <c:v>44911</c:v>
                </c:pt>
                <c:pt idx="6194">
                  <c:v>44912</c:v>
                </c:pt>
                <c:pt idx="6195">
                  <c:v>44913</c:v>
                </c:pt>
                <c:pt idx="6196">
                  <c:v>44914</c:v>
                </c:pt>
                <c:pt idx="6197">
                  <c:v>44915</c:v>
                </c:pt>
                <c:pt idx="6198">
                  <c:v>44916</c:v>
                </c:pt>
                <c:pt idx="6199">
                  <c:v>44917</c:v>
                </c:pt>
                <c:pt idx="6200">
                  <c:v>44918</c:v>
                </c:pt>
                <c:pt idx="6201">
                  <c:v>44919</c:v>
                </c:pt>
                <c:pt idx="6202">
                  <c:v>44920</c:v>
                </c:pt>
                <c:pt idx="6203">
                  <c:v>44921</c:v>
                </c:pt>
                <c:pt idx="6204">
                  <c:v>44922</c:v>
                </c:pt>
                <c:pt idx="6205">
                  <c:v>44923</c:v>
                </c:pt>
                <c:pt idx="6206">
                  <c:v>44924</c:v>
                </c:pt>
                <c:pt idx="6207">
                  <c:v>44925</c:v>
                </c:pt>
                <c:pt idx="6208">
                  <c:v>44926</c:v>
                </c:pt>
                <c:pt idx="6209">
                  <c:v>44927</c:v>
                </c:pt>
                <c:pt idx="6210">
                  <c:v>44928</c:v>
                </c:pt>
                <c:pt idx="6211">
                  <c:v>44929</c:v>
                </c:pt>
                <c:pt idx="6212">
                  <c:v>44930</c:v>
                </c:pt>
                <c:pt idx="6213">
                  <c:v>44931</c:v>
                </c:pt>
                <c:pt idx="6214">
                  <c:v>44932</c:v>
                </c:pt>
                <c:pt idx="6215">
                  <c:v>44933</c:v>
                </c:pt>
                <c:pt idx="6216">
                  <c:v>44934</c:v>
                </c:pt>
                <c:pt idx="6217">
                  <c:v>44935</c:v>
                </c:pt>
                <c:pt idx="6218">
                  <c:v>44936</c:v>
                </c:pt>
                <c:pt idx="6219">
                  <c:v>44937</c:v>
                </c:pt>
                <c:pt idx="6220">
                  <c:v>44938</c:v>
                </c:pt>
                <c:pt idx="6221">
                  <c:v>44939</c:v>
                </c:pt>
                <c:pt idx="6222">
                  <c:v>44940</c:v>
                </c:pt>
                <c:pt idx="6223">
                  <c:v>44941</c:v>
                </c:pt>
                <c:pt idx="6224">
                  <c:v>44942</c:v>
                </c:pt>
                <c:pt idx="6225">
                  <c:v>44943</c:v>
                </c:pt>
                <c:pt idx="6226">
                  <c:v>44944</c:v>
                </c:pt>
                <c:pt idx="6227">
                  <c:v>44945</c:v>
                </c:pt>
                <c:pt idx="6228">
                  <c:v>44946</c:v>
                </c:pt>
                <c:pt idx="6229">
                  <c:v>44947</c:v>
                </c:pt>
                <c:pt idx="6230">
                  <c:v>44948</c:v>
                </c:pt>
                <c:pt idx="6231">
                  <c:v>44949</c:v>
                </c:pt>
                <c:pt idx="6232">
                  <c:v>44950</c:v>
                </c:pt>
                <c:pt idx="6233">
                  <c:v>44951</c:v>
                </c:pt>
                <c:pt idx="6234">
                  <c:v>44952</c:v>
                </c:pt>
                <c:pt idx="6235">
                  <c:v>44953</c:v>
                </c:pt>
                <c:pt idx="6236">
                  <c:v>44954</c:v>
                </c:pt>
                <c:pt idx="6237">
                  <c:v>44955</c:v>
                </c:pt>
                <c:pt idx="6238">
                  <c:v>44956</c:v>
                </c:pt>
                <c:pt idx="6239">
                  <c:v>44957</c:v>
                </c:pt>
                <c:pt idx="6240">
                  <c:v>44958</c:v>
                </c:pt>
                <c:pt idx="6241">
                  <c:v>44959</c:v>
                </c:pt>
                <c:pt idx="6242">
                  <c:v>44960</c:v>
                </c:pt>
                <c:pt idx="6243">
                  <c:v>44961</c:v>
                </c:pt>
                <c:pt idx="6244">
                  <c:v>44962</c:v>
                </c:pt>
                <c:pt idx="6245">
                  <c:v>44963</c:v>
                </c:pt>
                <c:pt idx="6246">
                  <c:v>44964</c:v>
                </c:pt>
                <c:pt idx="6247">
                  <c:v>44965</c:v>
                </c:pt>
                <c:pt idx="6248">
                  <c:v>44966</c:v>
                </c:pt>
                <c:pt idx="6249">
                  <c:v>44967</c:v>
                </c:pt>
                <c:pt idx="6250">
                  <c:v>44968</c:v>
                </c:pt>
                <c:pt idx="6251">
                  <c:v>44969</c:v>
                </c:pt>
                <c:pt idx="6252">
                  <c:v>44970</c:v>
                </c:pt>
                <c:pt idx="6253">
                  <c:v>44971</c:v>
                </c:pt>
                <c:pt idx="6254">
                  <c:v>44972</c:v>
                </c:pt>
                <c:pt idx="6255">
                  <c:v>44973</c:v>
                </c:pt>
                <c:pt idx="6256">
                  <c:v>44974</c:v>
                </c:pt>
                <c:pt idx="6257">
                  <c:v>44975</c:v>
                </c:pt>
                <c:pt idx="6258">
                  <c:v>44976</c:v>
                </c:pt>
                <c:pt idx="6259">
                  <c:v>44977</c:v>
                </c:pt>
                <c:pt idx="6260">
                  <c:v>44978</c:v>
                </c:pt>
                <c:pt idx="6261">
                  <c:v>44979</c:v>
                </c:pt>
                <c:pt idx="6262">
                  <c:v>44980</c:v>
                </c:pt>
                <c:pt idx="6263">
                  <c:v>44981</c:v>
                </c:pt>
                <c:pt idx="6264">
                  <c:v>44982</c:v>
                </c:pt>
                <c:pt idx="6265">
                  <c:v>44983</c:v>
                </c:pt>
                <c:pt idx="6266">
                  <c:v>44984</c:v>
                </c:pt>
                <c:pt idx="6267">
                  <c:v>44985</c:v>
                </c:pt>
                <c:pt idx="6268">
                  <c:v>44986</c:v>
                </c:pt>
                <c:pt idx="6269">
                  <c:v>44987</c:v>
                </c:pt>
                <c:pt idx="6270">
                  <c:v>44988</c:v>
                </c:pt>
                <c:pt idx="6271">
                  <c:v>44989</c:v>
                </c:pt>
                <c:pt idx="6272">
                  <c:v>44990</c:v>
                </c:pt>
                <c:pt idx="6273">
                  <c:v>44991</c:v>
                </c:pt>
                <c:pt idx="6274">
                  <c:v>44992</c:v>
                </c:pt>
                <c:pt idx="6275">
                  <c:v>44993</c:v>
                </c:pt>
                <c:pt idx="6276">
                  <c:v>44994</c:v>
                </c:pt>
                <c:pt idx="6277">
                  <c:v>44995</c:v>
                </c:pt>
                <c:pt idx="6278">
                  <c:v>44996</c:v>
                </c:pt>
                <c:pt idx="6279">
                  <c:v>44997</c:v>
                </c:pt>
                <c:pt idx="6280">
                  <c:v>44998</c:v>
                </c:pt>
                <c:pt idx="6281">
                  <c:v>44999</c:v>
                </c:pt>
                <c:pt idx="6282">
                  <c:v>45000</c:v>
                </c:pt>
                <c:pt idx="6283">
                  <c:v>45001</c:v>
                </c:pt>
                <c:pt idx="6284">
                  <c:v>45002</c:v>
                </c:pt>
                <c:pt idx="6285">
                  <c:v>45003</c:v>
                </c:pt>
                <c:pt idx="6286">
                  <c:v>45004</c:v>
                </c:pt>
                <c:pt idx="6287">
                  <c:v>45005</c:v>
                </c:pt>
                <c:pt idx="6288">
                  <c:v>45006</c:v>
                </c:pt>
                <c:pt idx="6289">
                  <c:v>45007</c:v>
                </c:pt>
                <c:pt idx="6290">
                  <c:v>45008</c:v>
                </c:pt>
                <c:pt idx="6291">
                  <c:v>45009</c:v>
                </c:pt>
                <c:pt idx="6292">
                  <c:v>45010</c:v>
                </c:pt>
                <c:pt idx="6293">
                  <c:v>45011</c:v>
                </c:pt>
                <c:pt idx="6294">
                  <c:v>45012</c:v>
                </c:pt>
                <c:pt idx="6295">
                  <c:v>45013</c:v>
                </c:pt>
                <c:pt idx="6296">
                  <c:v>45014</c:v>
                </c:pt>
                <c:pt idx="6297">
                  <c:v>45015</c:v>
                </c:pt>
                <c:pt idx="6298">
                  <c:v>45016</c:v>
                </c:pt>
                <c:pt idx="6299">
                  <c:v>45017</c:v>
                </c:pt>
                <c:pt idx="6300">
                  <c:v>45018</c:v>
                </c:pt>
                <c:pt idx="6301">
                  <c:v>45019</c:v>
                </c:pt>
                <c:pt idx="6302">
                  <c:v>45020</c:v>
                </c:pt>
                <c:pt idx="6303">
                  <c:v>45021</c:v>
                </c:pt>
                <c:pt idx="6304">
                  <c:v>45022</c:v>
                </c:pt>
                <c:pt idx="6305">
                  <c:v>45023</c:v>
                </c:pt>
                <c:pt idx="6306">
                  <c:v>45024</c:v>
                </c:pt>
                <c:pt idx="6307">
                  <c:v>45025</c:v>
                </c:pt>
                <c:pt idx="6308">
                  <c:v>45026</c:v>
                </c:pt>
                <c:pt idx="6309">
                  <c:v>45027</c:v>
                </c:pt>
                <c:pt idx="6310">
                  <c:v>45028</c:v>
                </c:pt>
                <c:pt idx="6311">
                  <c:v>45029</c:v>
                </c:pt>
                <c:pt idx="6312">
                  <c:v>45030</c:v>
                </c:pt>
                <c:pt idx="6313">
                  <c:v>45031</c:v>
                </c:pt>
                <c:pt idx="6314">
                  <c:v>45032</c:v>
                </c:pt>
                <c:pt idx="6315">
                  <c:v>45033</c:v>
                </c:pt>
                <c:pt idx="6316">
                  <c:v>45034</c:v>
                </c:pt>
                <c:pt idx="6317">
                  <c:v>45035</c:v>
                </c:pt>
                <c:pt idx="6318">
                  <c:v>45036</c:v>
                </c:pt>
                <c:pt idx="6319">
                  <c:v>45037</c:v>
                </c:pt>
                <c:pt idx="6320">
                  <c:v>45038</c:v>
                </c:pt>
                <c:pt idx="6321">
                  <c:v>45039</c:v>
                </c:pt>
                <c:pt idx="6322">
                  <c:v>45040</c:v>
                </c:pt>
                <c:pt idx="6323">
                  <c:v>45041</c:v>
                </c:pt>
                <c:pt idx="6324">
                  <c:v>45042</c:v>
                </c:pt>
                <c:pt idx="6325">
                  <c:v>45043</c:v>
                </c:pt>
                <c:pt idx="6326">
                  <c:v>45044</c:v>
                </c:pt>
                <c:pt idx="6327">
                  <c:v>45045</c:v>
                </c:pt>
                <c:pt idx="6328">
                  <c:v>45046</c:v>
                </c:pt>
                <c:pt idx="6329">
                  <c:v>45047</c:v>
                </c:pt>
                <c:pt idx="6330">
                  <c:v>45048</c:v>
                </c:pt>
                <c:pt idx="6331">
                  <c:v>45049</c:v>
                </c:pt>
                <c:pt idx="6332">
                  <c:v>45050</c:v>
                </c:pt>
                <c:pt idx="6333">
                  <c:v>45051</c:v>
                </c:pt>
                <c:pt idx="6334">
                  <c:v>45052</c:v>
                </c:pt>
                <c:pt idx="6335">
                  <c:v>45053</c:v>
                </c:pt>
                <c:pt idx="6336">
                  <c:v>45054</c:v>
                </c:pt>
                <c:pt idx="6337">
                  <c:v>45055</c:v>
                </c:pt>
                <c:pt idx="6338">
                  <c:v>45056</c:v>
                </c:pt>
                <c:pt idx="6339">
                  <c:v>45057</c:v>
                </c:pt>
                <c:pt idx="6340">
                  <c:v>45058</c:v>
                </c:pt>
                <c:pt idx="6341">
                  <c:v>45059</c:v>
                </c:pt>
                <c:pt idx="6342">
                  <c:v>45060</c:v>
                </c:pt>
                <c:pt idx="6343">
                  <c:v>45061</c:v>
                </c:pt>
                <c:pt idx="6344">
                  <c:v>45062</c:v>
                </c:pt>
                <c:pt idx="6345">
                  <c:v>45063</c:v>
                </c:pt>
                <c:pt idx="6346">
                  <c:v>45064</c:v>
                </c:pt>
                <c:pt idx="6347">
                  <c:v>45065</c:v>
                </c:pt>
                <c:pt idx="6348">
                  <c:v>45066</c:v>
                </c:pt>
                <c:pt idx="6349">
                  <c:v>45067</c:v>
                </c:pt>
                <c:pt idx="6350">
                  <c:v>45068</c:v>
                </c:pt>
                <c:pt idx="6351">
                  <c:v>45069</c:v>
                </c:pt>
                <c:pt idx="6352">
                  <c:v>45070</c:v>
                </c:pt>
                <c:pt idx="6353">
                  <c:v>45071</c:v>
                </c:pt>
                <c:pt idx="6354">
                  <c:v>45072</c:v>
                </c:pt>
                <c:pt idx="6355">
                  <c:v>45073</c:v>
                </c:pt>
                <c:pt idx="6356">
                  <c:v>45074</c:v>
                </c:pt>
                <c:pt idx="6357">
                  <c:v>45075</c:v>
                </c:pt>
                <c:pt idx="6358">
                  <c:v>45076</c:v>
                </c:pt>
                <c:pt idx="6359">
                  <c:v>45077</c:v>
                </c:pt>
                <c:pt idx="6360">
                  <c:v>45078</c:v>
                </c:pt>
                <c:pt idx="6361">
                  <c:v>45079</c:v>
                </c:pt>
                <c:pt idx="6362">
                  <c:v>45080</c:v>
                </c:pt>
                <c:pt idx="6363">
                  <c:v>45081</c:v>
                </c:pt>
                <c:pt idx="6364">
                  <c:v>45082</c:v>
                </c:pt>
                <c:pt idx="6365">
                  <c:v>45083</c:v>
                </c:pt>
                <c:pt idx="6366">
                  <c:v>45084</c:v>
                </c:pt>
                <c:pt idx="6367">
                  <c:v>45085</c:v>
                </c:pt>
                <c:pt idx="6368">
                  <c:v>45086</c:v>
                </c:pt>
                <c:pt idx="6369">
                  <c:v>45087</c:v>
                </c:pt>
                <c:pt idx="6370">
                  <c:v>45088</c:v>
                </c:pt>
                <c:pt idx="6371">
                  <c:v>45089</c:v>
                </c:pt>
                <c:pt idx="6372">
                  <c:v>45090</c:v>
                </c:pt>
                <c:pt idx="6373">
                  <c:v>45091</c:v>
                </c:pt>
                <c:pt idx="6374">
                  <c:v>45092</c:v>
                </c:pt>
                <c:pt idx="6375">
                  <c:v>45093</c:v>
                </c:pt>
                <c:pt idx="6376">
                  <c:v>45094</c:v>
                </c:pt>
                <c:pt idx="6377">
                  <c:v>45095</c:v>
                </c:pt>
                <c:pt idx="6378">
                  <c:v>45096</c:v>
                </c:pt>
                <c:pt idx="6379">
                  <c:v>45097</c:v>
                </c:pt>
                <c:pt idx="6380">
                  <c:v>45098</c:v>
                </c:pt>
                <c:pt idx="6381">
                  <c:v>45099</c:v>
                </c:pt>
                <c:pt idx="6382">
                  <c:v>45100</c:v>
                </c:pt>
                <c:pt idx="6383">
                  <c:v>45101</c:v>
                </c:pt>
                <c:pt idx="6384">
                  <c:v>45102</c:v>
                </c:pt>
                <c:pt idx="6385">
                  <c:v>45103</c:v>
                </c:pt>
                <c:pt idx="6386">
                  <c:v>45104</c:v>
                </c:pt>
                <c:pt idx="6387">
                  <c:v>45105</c:v>
                </c:pt>
                <c:pt idx="6388">
                  <c:v>45106</c:v>
                </c:pt>
                <c:pt idx="6389">
                  <c:v>45107</c:v>
                </c:pt>
                <c:pt idx="6390">
                  <c:v>45108</c:v>
                </c:pt>
                <c:pt idx="6391">
                  <c:v>45109</c:v>
                </c:pt>
                <c:pt idx="6392">
                  <c:v>45110</c:v>
                </c:pt>
                <c:pt idx="6393">
                  <c:v>45111</c:v>
                </c:pt>
                <c:pt idx="6394">
                  <c:v>45112</c:v>
                </c:pt>
                <c:pt idx="6395">
                  <c:v>45113</c:v>
                </c:pt>
                <c:pt idx="6396">
                  <c:v>45114</c:v>
                </c:pt>
                <c:pt idx="6397">
                  <c:v>45115</c:v>
                </c:pt>
                <c:pt idx="6398">
                  <c:v>45116</c:v>
                </c:pt>
                <c:pt idx="6399">
                  <c:v>45117</c:v>
                </c:pt>
                <c:pt idx="6400">
                  <c:v>45118</c:v>
                </c:pt>
                <c:pt idx="6401">
                  <c:v>45119</c:v>
                </c:pt>
                <c:pt idx="6402">
                  <c:v>45120</c:v>
                </c:pt>
                <c:pt idx="6403">
                  <c:v>45121</c:v>
                </c:pt>
                <c:pt idx="6404">
                  <c:v>45122</c:v>
                </c:pt>
                <c:pt idx="6405">
                  <c:v>45123</c:v>
                </c:pt>
                <c:pt idx="6406">
                  <c:v>45124</c:v>
                </c:pt>
                <c:pt idx="6407">
                  <c:v>45125</c:v>
                </c:pt>
                <c:pt idx="6408">
                  <c:v>45126</c:v>
                </c:pt>
                <c:pt idx="6409">
                  <c:v>45127</c:v>
                </c:pt>
                <c:pt idx="6410">
                  <c:v>45128</c:v>
                </c:pt>
                <c:pt idx="6411">
                  <c:v>45129</c:v>
                </c:pt>
                <c:pt idx="6412">
                  <c:v>45130</c:v>
                </c:pt>
                <c:pt idx="6413">
                  <c:v>45131</c:v>
                </c:pt>
                <c:pt idx="6414">
                  <c:v>45132</c:v>
                </c:pt>
                <c:pt idx="6415">
                  <c:v>45133</c:v>
                </c:pt>
                <c:pt idx="6416">
                  <c:v>45134</c:v>
                </c:pt>
                <c:pt idx="6417">
                  <c:v>45135</c:v>
                </c:pt>
                <c:pt idx="6418">
                  <c:v>45136</c:v>
                </c:pt>
                <c:pt idx="6419">
                  <c:v>45137</c:v>
                </c:pt>
                <c:pt idx="6420">
                  <c:v>45138</c:v>
                </c:pt>
                <c:pt idx="6421">
                  <c:v>45139</c:v>
                </c:pt>
                <c:pt idx="6422">
                  <c:v>45140</c:v>
                </c:pt>
                <c:pt idx="6423">
                  <c:v>45141</c:v>
                </c:pt>
                <c:pt idx="6424">
                  <c:v>45142</c:v>
                </c:pt>
                <c:pt idx="6425">
                  <c:v>45143</c:v>
                </c:pt>
                <c:pt idx="6426">
                  <c:v>45144</c:v>
                </c:pt>
                <c:pt idx="6427">
                  <c:v>45145</c:v>
                </c:pt>
                <c:pt idx="6428">
                  <c:v>45146</c:v>
                </c:pt>
                <c:pt idx="6429">
                  <c:v>45147</c:v>
                </c:pt>
                <c:pt idx="6430">
                  <c:v>45148</c:v>
                </c:pt>
                <c:pt idx="6431">
                  <c:v>45149</c:v>
                </c:pt>
                <c:pt idx="6432">
                  <c:v>45150</c:v>
                </c:pt>
                <c:pt idx="6433">
                  <c:v>45151</c:v>
                </c:pt>
                <c:pt idx="6434">
                  <c:v>45152</c:v>
                </c:pt>
                <c:pt idx="6435">
                  <c:v>45153</c:v>
                </c:pt>
                <c:pt idx="6436">
                  <c:v>45154</c:v>
                </c:pt>
                <c:pt idx="6437">
                  <c:v>45155</c:v>
                </c:pt>
                <c:pt idx="6438">
                  <c:v>45156</c:v>
                </c:pt>
                <c:pt idx="6439">
                  <c:v>45157</c:v>
                </c:pt>
                <c:pt idx="6440">
                  <c:v>45158</c:v>
                </c:pt>
                <c:pt idx="6441">
                  <c:v>45159</c:v>
                </c:pt>
                <c:pt idx="6442">
                  <c:v>45160</c:v>
                </c:pt>
                <c:pt idx="6443">
                  <c:v>45161</c:v>
                </c:pt>
                <c:pt idx="6444">
                  <c:v>45162</c:v>
                </c:pt>
                <c:pt idx="6445">
                  <c:v>45163</c:v>
                </c:pt>
                <c:pt idx="6446">
                  <c:v>45164</c:v>
                </c:pt>
                <c:pt idx="6447">
                  <c:v>45165</c:v>
                </c:pt>
                <c:pt idx="6448">
                  <c:v>45166</c:v>
                </c:pt>
                <c:pt idx="6449">
                  <c:v>45167</c:v>
                </c:pt>
                <c:pt idx="6450">
                  <c:v>45168</c:v>
                </c:pt>
                <c:pt idx="6451">
                  <c:v>45169</c:v>
                </c:pt>
                <c:pt idx="6452">
                  <c:v>45170</c:v>
                </c:pt>
                <c:pt idx="6453">
                  <c:v>45171</c:v>
                </c:pt>
                <c:pt idx="6454">
                  <c:v>45172</c:v>
                </c:pt>
                <c:pt idx="6455">
                  <c:v>45173</c:v>
                </c:pt>
                <c:pt idx="6456">
                  <c:v>45174</c:v>
                </c:pt>
                <c:pt idx="6457">
                  <c:v>45175</c:v>
                </c:pt>
                <c:pt idx="6458">
                  <c:v>45176</c:v>
                </c:pt>
                <c:pt idx="6459">
                  <c:v>45177</c:v>
                </c:pt>
                <c:pt idx="6460">
                  <c:v>45178</c:v>
                </c:pt>
                <c:pt idx="6461">
                  <c:v>45179</c:v>
                </c:pt>
                <c:pt idx="6462">
                  <c:v>45180</c:v>
                </c:pt>
                <c:pt idx="6463">
                  <c:v>45181</c:v>
                </c:pt>
                <c:pt idx="6464">
                  <c:v>45182</c:v>
                </c:pt>
                <c:pt idx="6465">
                  <c:v>45183</c:v>
                </c:pt>
                <c:pt idx="6466">
                  <c:v>45184</c:v>
                </c:pt>
                <c:pt idx="6467">
                  <c:v>45185</c:v>
                </c:pt>
                <c:pt idx="6468">
                  <c:v>45186</c:v>
                </c:pt>
                <c:pt idx="6469">
                  <c:v>45187</c:v>
                </c:pt>
                <c:pt idx="6470">
                  <c:v>45188</c:v>
                </c:pt>
                <c:pt idx="6471">
                  <c:v>45189</c:v>
                </c:pt>
                <c:pt idx="6472">
                  <c:v>45190</c:v>
                </c:pt>
                <c:pt idx="6473">
                  <c:v>45191</c:v>
                </c:pt>
                <c:pt idx="6474">
                  <c:v>45192</c:v>
                </c:pt>
                <c:pt idx="6475">
                  <c:v>45193</c:v>
                </c:pt>
                <c:pt idx="6476">
                  <c:v>45194</c:v>
                </c:pt>
                <c:pt idx="6477">
                  <c:v>45195</c:v>
                </c:pt>
                <c:pt idx="6478">
                  <c:v>45196</c:v>
                </c:pt>
                <c:pt idx="6479">
                  <c:v>45197</c:v>
                </c:pt>
                <c:pt idx="6480">
                  <c:v>45198</c:v>
                </c:pt>
                <c:pt idx="6481">
                  <c:v>45199</c:v>
                </c:pt>
                <c:pt idx="6482">
                  <c:v>45200</c:v>
                </c:pt>
                <c:pt idx="6483">
                  <c:v>45201</c:v>
                </c:pt>
                <c:pt idx="6484">
                  <c:v>45202</c:v>
                </c:pt>
                <c:pt idx="6485">
                  <c:v>45203</c:v>
                </c:pt>
                <c:pt idx="6486">
                  <c:v>45204</c:v>
                </c:pt>
                <c:pt idx="6487">
                  <c:v>45205</c:v>
                </c:pt>
                <c:pt idx="6488">
                  <c:v>45206</c:v>
                </c:pt>
                <c:pt idx="6489">
                  <c:v>45207</c:v>
                </c:pt>
                <c:pt idx="6490">
                  <c:v>45208</c:v>
                </c:pt>
                <c:pt idx="6491">
                  <c:v>45209</c:v>
                </c:pt>
                <c:pt idx="6492">
                  <c:v>45210</c:v>
                </c:pt>
                <c:pt idx="6493">
                  <c:v>45211</c:v>
                </c:pt>
                <c:pt idx="6494">
                  <c:v>45212</c:v>
                </c:pt>
                <c:pt idx="6495">
                  <c:v>45213</c:v>
                </c:pt>
                <c:pt idx="6496">
                  <c:v>45214</c:v>
                </c:pt>
                <c:pt idx="6497">
                  <c:v>45215</c:v>
                </c:pt>
                <c:pt idx="6498">
                  <c:v>45216</c:v>
                </c:pt>
                <c:pt idx="6499">
                  <c:v>45217</c:v>
                </c:pt>
                <c:pt idx="6500">
                  <c:v>45218</c:v>
                </c:pt>
                <c:pt idx="6501">
                  <c:v>45219</c:v>
                </c:pt>
                <c:pt idx="6502">
                  <c:v>45220</c:v>
                </c:pt>
                <c:pt idx="6503">
                  <c:v>45221</c:v>
                </c:pt>
                <c:pt idx="6504">
                  <c:v>45222</c:v>
                </c:pt>
                <c:pt idx="6505">
                  <c:v>45223</c:v>
                </c:pt>
                <c:pt idx="6506">
                  <c:v>45224</c:v>
                </c:pt>
                <c:pt idx="6507">
                  <c:v>45225</c:v>
                </c:pt>
                <c:pt idx="6508">
                  <c:v>45226</c:v>
                </c:pt>
                <c:pt idx="6509">
                  <c:v>45227</c:v>
                </c:pt>
                <c:pt idx="6510">
                  <c:v>45228</c:v>
                </c:pt>
                <c:pt idx="6511">
                  <c:v>45229</c:v>
                </c:pt>
                <c:pt idx="6512">
                  <c:v>45230</c:v>
                </c:pt>
                <c:pt idx="6513">
                  <c:v>45231</c:v>
                </c:pt>
                <c:pt idx="6514">
                  <c:v>45232</c:v>
                </c:pt>
                <c:pt idx="6515">
                  <c:v>45233</c:v>
                </c:pt>
                <c:pt idx="6516">
                  <c:v>45234</c:v>
                </c:pt>
                <c:pt idx="6517">
                  <c:v>45235</c:v>
                </c:pt>
                <c:pt idx="6518">
                  <c:v>45236</c:v>
                </c:pt>
                <c:pt idx="6519">
                  <c:v>45237</c:v>
                </c:pt>
                <c:pt idx="6520">
                  <c:v>45238</c:v>
                </c:pt>
                <c:pt idx="6521">
                  <c:v>45239</c:v>
                </c:pt>
                <c:pt idx="6522">
                  <c:v>45240</c:v>
                </c:pt>
                <c:pt idx="6523">
                  <c:v>45241</c:v>
                </c:pt>
                <c:pt idx="6524">
                  <c:v>45242</c:v>
                </c:pt>
                <c:pt idx="6525">
                  <c:v>45243</c:v>
                </c:pt>
                <c:pt idx="6526">
                  <c:v>45244</c:v>
                </c:pt>
                <c:pt idx="6527">
                  <c:v>45245</c:v>
                </c:pt>
                <c:pt idx="6528">
                  <c:v>45246</c:v>
                </c:pt>
                <c:pt idx="6529">
                  <c:v>45247</c:v>
                </c:pt>
                <c:pt idx="6530">
                  <c:v>45248</c:v>
                </c:pt>
                <c:pt idx="6531">
                  <c:v>45249</c:v>
                </c:pt>
                <c:pt idx="6532">
                  <c:v>45250</c:v>
                </c:pt>
                <c:pt idx="6533">
                  <c:v>45251</c:v>
                </c:pt>
                <c:pt idx="6534">
                  <c:v>45252</c:v>
                </c:pt>
                <c:pt idx="6535">
                  <c:v>45253</c:v>
                </c:pt>
                <c:pt idx="6536">
                  <c:v>45254</c:v>
                </c:pt>
                <c:pt idx="6537">
                  <c:v>45255</c:v>
                </c:pt>
                <c:pt idx="6538">
                  <c:v>45256</c:v>
                </c:pt>
                <c:pt idx="6539">
                  <c:v>45257</c:v>
                </c:pt>
                <c:pt idx="6540">
                  <c:v>45258</c:v>
                </c:pt>
                <c:pt idx="6541">
                  <c:v>45259</c:v>
                </c:pt>
                <c:pt idx="6542">
                  <c:v>45260</c:v>
                </c:pt>
                <c:pt idx="6543">
                  <c:v>45261</c:v>
                </c:pt>
                <c:pt idx="6544">
                  <c:v>45262</c:v>
                </c:pt>
                <c:pt idx="6545">
                  <c:v>45263</c:v>
                </c:pt>
                <c:pt idx="6546">
                  <c:v>45264</c:v>
                </c:pt>
                <c:pt idx="6547">
                  <c:v>45265</c:v>
                </c:pt>
                <c:pt idx="6548">
                  <c:v>45266</c:v>
                </c:pt>
                <c:pt idx="6549">
                  <c:v>45267</c:v>
                </c:pt>
                <c:pt idx="6550">
                  <c:v>45268</c:v>
                </c:pt>
                <c:pt idx="6551">
                  <c:v>45269</c:v>
                </c:pt>
                <c:pt idx="6552">
                  <c:v>45270</c:v>
                </c:pt>
                <c:pt idx="6553">
                  <c:v>45271</c:v>
                </c:pt>
                <c:pt idx="6554">
                  <c:v>45272</c:v>
                </c:pt>
                <c:pt idx="6555">
                  <c:v>45273</c:v>
                </c:pt>
                <c:pt idx="6556">
                  <c:v>45274</c:v>
                </c:pt>
                <c:pt idx="6557">
                  <c:v>45275</c:v>
                </c:pt>
                <c:pt idx="6558">
                  <c:v>45276</c:v>
                </c:pt>
                <c:pt idx="6559">
                  <c:v>45277</c:v>
                </c:pt>
                <c:pt idx="6560">
                  <c:v>45278</c:v>
                </c:pt>
                <c:pt idx="6561">
                  <c:v>45279</c:v>
                </c:pt>
                <c:pt idx="6562">
                  <c:v>45280</c:v>
                </c:pt>
                <c:pt idx="6563">
                  <c:v>45281</c:v>
                </c:pt>
                <c:pt idx="6564">
                  <c:v>45282</c:v>
                </c:pt>
                <c:pt idx="6565">
                  <c:v>45283</c:v>
                </c:pt>
                <c:pt idx="6566">
                  <c:v>45284</c:v>
                </c:pt>
                <c:pt idx="6567">
                  <c:v>45285</c:v>
                </c:pt>
                <c:pt idx="6568">
                  <c:v>45286</c:v>
                </c:pt>
                <c:pt idx="6569">
                  <c:v>45287</c:v>
                </c:pt>
                <c:pt idx="6570">
                  <c:v>45288</c:v>
                </c:pt>
                <c:pt idx="6571">
                  <c:v>45289</c:v>
                </c:pt>
                <c:pt idx="6572">
                  <c:v>45290</c:v>
                </c:pt>
                <c:pt idx="6573">
                  <c:v>45291</c:v>
                </c:pt>
                <c:pt idx="6574">
                  <c:v>45292</c:v>
                </c:pt>
                <c:pt idx="6575">
                  <c:v>45293</c:v>
                </c:pt>
                <c:pt idx="6576">
                  <c:v>45294</c:v>
                </c:pt>
                <c:pt idx="6577">
                  <c:v>45295</c:v>
                </c:pt>
                <c:pt idx="6578">
                  <c:v>45296</c:v>
                </c:pt>
                <c:pt idx="6579">
                  <c:v>45297</c:v>
                </c:pt>
                <c:pt idx="6580">
                  <c:v>45298</c:v>
                </c:pt>
                <c:pt idx="6581">
                  <c:v>45299</c:v>
                </c:pt>
                <c:pt idx="6582">
                  <c:v>45300</c:v>
                </c:pt>
                <c:pt idx="6583">
                  <c:v>45301</c:v>
                </c:pt>
                <c:pt idx="6584">
                  <c:v>45302</c:v>
                </c:pt>
                <c:pt idx="6585">
                  <c:v>45303</c:v>
                </c:pt>
                <c:pt idx="6586">
                  <c:v>45304</c:v>
                </c:pt>
                <c:pt idx="6587">
                  <c:v>45305</c:v>
                </c:pt>
                <c:pt idx="6588">
                  <c:v>45306</c:v>
                </c:pt>
                <c:pt idx="6589">
                  <c:v>45307</c:v>
                </c:pt>
                <c:pt idx="6590">
                  <c:v>45308</c:v>
                </c:pt>
                <c:pt idx="6591">
                  <c:v>45309</c:v>
                </c:pt>
                <c:pt idx="6592">
                  <c:v>45310</c:v>
                </c:pt>
                <c:pt idx="6593">
                  <c:v>45311</c:v>
                </c:pt>
                <c:pt idx="6594">
                  <c:v>45312</c:v>
                </c:pt>
                <c:pt idx="6595">
                  <c:v>45313</c:v>
                </c:pt>
                <c:pt idx="6596">
                  <c:v>45314</c:v>
                </c:pt>
                <c:pt idx="6597">
                  <c:v>45315</c:v>
                </c:pt>
                <c:pt idx="6598">
                  <c:v>45316</c:v>
                </c:pt>
                <c:pt idx="6599">
                  <c:v>45317</c:v>
                </c:pt>
                <c:pt idx="6600">
                  <c:v>45318</c:v>
                </c:pt>
                <c:pt idx="6601">
                  <c:v>45319</c:v>
                </c:pt>
                <c:pt idx="6602">
                  <c:v>45320</c:v>
                </c:pt>
                <c:pt idx="6603">
                  <c:v>45321</c:v>
                </c:pt>
                <c:pt idx="6604">
                  <c:v>45322</c:v>
                </c:pt>
                <c:pt idx="6605">
                  <c:v>45323</c:v>
                </c:pt>
                <c:pt idx="6606">
                  <c:v>45324</c:v>
                </c:pt>
                <c:pt idx="6607">
                  <c:v>45325</c:v>
                </c:pt>
                <c:pt idx="6608">
                  <c:v>45326</c:v>
                </c:pt>
                <c:pt idx="6609">
                  <c:v>45327</c:v>
                </c:pt>
                <c:pt idx="6610">
                  <c:v>45328</c:v>
                </c:pt>
                <c:pt idx="6611">
                  <c:v>45329</c:v>
                </c:pt>
                <c:pt idx="6612">
                  <c:v>45330</c:v>
                </c:pt>
                <c:pt idx="6613">
                  <c:v>45331</c:v>
                </c:pt>
                <c:pt idx="6614">
                  <c:v>45332</c:v>
                </c:pt>
                <c:pt idx="6615">
                  <c:v>45333</c:v>
                </c:pt>
                <c:pt idx="6616">
                  <c:v>45334</c:v>
                </c:pt>
                <c:pt idx="6617">
                  <c:v>45335</c:v>
                </c:pt>
                <c:pt idx="6618">
                  <c:v>45336</c:v>
                </c:pt>
                <c:pt idx="6619">
                  <c:v>45337</c:v>
                </c:pt>
                <c:pt idx="6620">
                  <c:v>45338</c:v>
                </c:pt>
                <c:pt idx="6621">
                  <c:v>45339</c:v>
                </c:pt>
                <c:pt idx="6622">
                  <c:v>45340</c:v>
                </c:pt>
                <c:pt idx="6623">
                  <c:v>45341</c:v>
                </c:pt>
                <c:pt idx="6624">
                  <c:v>45342</c:v>
                </c:pt>
                <c:pt idx="6625">
                  <c:v>45343</c:v>
                </c:pt>
                <c:pt idx="6626">
                  <c:v>45344</c:v>
                </c:pt>
                <c:pt idx="6627">
                  <c:v>45345</c:v>
                </c:pt>
                <c:pt idx="6628">
                  <c:v>45346</c:v>
                </c:pt>
                <c:pt idx="6629">
                  <c:v>45347</c:v>
                </c:pt>
                <c:pt idx="6630">
                  <c:v>45348</c:v>
                </c:pt>
                <c:pt idx="6631">
                  <c:v>45349</c:v>
                </c:pt>
                <c:pt idx="6632">
                  <c:v>45350</c:v>
                </c:pt>
                <c:pt idx="6633">
                  <c:v>45351</c:v>
                </c:pt>
                <c:pt idx="6634">
                  <c:v>45352</c:v>
                </c:pt>
                <c:pt idx="6635">
                  <c:v>45353</c:v>
                </c:pt>
                <c:pt idx="6636">
                  <c:v>45354</c:v>
                </c:pt>
              </c:numCache>
            </c:numRef>
          </c:cat>
          <c:val>
            <c:numRef>
              <c:f>价差走势表!$AT$2:$AT$6638</c:f>
              <c:numCache>
                <c:formatCode>General</c:formatCode>
                <c:ptCount val="6637"/>
                <c:pt idx="381" formatCode="0_);[Red]\(0\)">
                  <c:v>26000</c:v>
                </c:pt>
                <c:pt idx="382" formatCode="0_);[Red]\(0\)">
                  <c:v>26000</c:v>
                </c:pt>
                <c:pt idx="383" formatCode="0_);[Red]\(0\)">
                  <c:v>26000</c:v>
                </c:pt>
                <c:pt idx="384" formatCode="0_);[Red]\(0\)">
                  <c:v>26000</c:v>
                </c:pt>
                <c:pt idx="385" formatCode="0_);[Red]\(0\)">
                  <c:v>26000</c:v>
                </c:pt>
                <c:pt idx="386" formatCode="0_);[Red]\(0\)">
                  <c:v>26000</c:v>
                </c:pt>
                <c:pt idx="387" formatCode="0_);[Red]\(0\)">
                  <c:v>26000</c:v>
                </c:pt>
                <c:pt idx="388" formatCode="0_);[Red]\(0\)">
                  <c:v>26000</c:v>
                </c:pt>
                <c:pt idx="389" formatCode="0_);[Red]\(0\)">
                  <c:v>26000</c:v>
                </c:pt>
                <c:pt idx="390" formatCode="0_);[Red]\(0\)">
                  <c:v>26000</c:v>
                </c:pt>
                <c:pt idx="391" formatCode="0_);[Red]\(0\)">
                  <c:v>26000</c:v>
                </c:pt>
                <c:pt idx="392" formatCode="0_);[Red]\(0\)">
                  <c:v>26000</c:v>
                </c:pt>
                <c:pt idx="393" formatCode="0_);[Red]\(0\)">
                  <c:v>26000</c:v>
                </c:pt>
                <c:pt idx="394" formatCode="0_);[Red]\(0\)">
                  <c:v>26000</c:v>
                </c:pt>
                <c:pt idx="395" formatCode="0_);[Red]\(0\)">
                  <c:v>26000</c:v>
                </c:pt>
                <c:pt idx="396" formatCode="0_);[Red]\(0\)">
                  <c:v>26000</c:v>
                </c:pt>
                <c:pt idx="397" formatCode="0_);[Red]\(0\)">
                  <c:v>26000</c:v>
                </c:pt>
                <c:pt idx="398" formatCode="0_);[Red]\(0\)">
                  <c:v>26000</c:v>
                </c:pt>
                <c:pt idx="399" formatCode="0_);[Red]\(0\)">
                  <c:v>26000</c:v>
                </c:pt>
                <c:pt idx="400" formatCode="0_);[Red]\(0\)">
                  <c:v>26000</c:v>
                </c:pt>
                <c:pt idx="401" formatCode="0_);[Red]\(0\)">
                  <c:v>26000</c:v>
                </c:pt>
                <c:pt idx="402" formatCode="0_);[Red]\(0\)">
                  <c:v>26000</c:v>
                </c:pt>
                <c:pt idx="403" formatCode="0_);[Red]\(0\)">
                  <c:v>26000</c:v>
                </c:pt>
                <c:pt idx="404" formatCode="0_);[Red]\(0\)">
                  <c:v>26000</c:v>
                </c:pt>
                <c:pt idx="405" formatCode="0_);[Red]\(0\)">
                  <c:v>26000</c:v>
                </c:pt>
                <c:pt idx="406" formatCode="0_);[Red]\(0\)">
                  <c:v>26000</c:v>
                </c:pt>
                <c:pt idx="407" formatCode="0_);[Red]\(0\)">
                  <c:v>26000</c:v>
                </c:pt>
                <c:pt idx="408" formatCode="0_);[Red]\(0\)">
                  <c:v>26000</c:v>
                </c:pt>
                <c:pt idx="409" formatCode="0_);[Red]\(0\)">
                  <c:v>26000</c:v>
                </c:pt>
                <c:pt idx="410" formatCode="0_);[Red]\(0\)">
                  <c:v>26000</c:v>
                </c:pt>
                <c:pt idx="411" formatCode="0_);[Red]\(0\)">
                  <c:v>26000</c:v>
                </c:pt>
                <c:pt idx="412" formatCode="0_);[Red]\(0\)">
                  <c:v>26000</c:v>
                </c:pt>
                <c:pt idx="413" formatCode="0_);[Red]\(0\)">
                  <c:v>26000</c:v>
                </c:pt>
                <c:pt idx="414" formatCode="0_);[Red]\(0\)">
                  <c:v>26000</c:v>
                </c:pt>
                <c:pt idx="415" formatCode="0_);[Red]\(0\)">
                  <c:v>26000</c:v>
                </c:pt>
                <c:pt idx="416" formatCode="0_);[Red]\(0\)">
                  <c:v>26000</c:v>
                </c:pt>
                <c:pt idx="417" formatCode="0_);[Red]\(0\)">
                  <c:v>26000</c:v>
                </c:pt>
                <c:pt idx="418" formatCode="0_);[Red]\(0\)">
                  <c:v>26000</c:v>
                </c:pt>
                <c:pt idx="419" formatCode="0_);[Red]\(0\)">
                  <c:v>26000</c:v>
                </c:pt>
                <c:pt idx="420" formatCode="0_);[Red]\(0\)">
                  <c:v>26000</c:v>
                </c:pt>
                <c:pt idx="421" formatCode="0_);[Red]\(0\)">
                  <c:v>26000</c:v>
                </c:pt>
                <c:pt idx="422" formatCode="0_);[Red]\(0\)">
                  <c:v>26000</c:v>
                </c:pt>
                <c:pt idx="423" formatCode="0_);[Red]\(0\)">
                  <c:v>26000</c:v>
                </c:pt>
                <c:pt idx="424" formatCode="0_);[Red]\(0\)">
                  <c:v>26000</c:v>
                </c:pt>
                <c:pt idx="425" formatCode="0_);[Red]\(0\)">
                  <c:v>26000</c:v>
                </c:pt>
                <c:pt idx="426" formatCode="0_);[Red]\(0\)">
                  <c:v>26000</c:v>
                </c:pt>
                <c:pt idx="427" formatCode="0_);[Red]\(0\)">
                  <c:v>26000</c:v>
                </c:pt>
                <c:pt idx="428" formatCode="0_);[Red]\(0\)">
                  <c:v>26000</c:v>
                </c:pt>
                <c:pt idx="429" formatCode="0_);[Red]\(0\)">
                  <c:v>26000</c:v>
                </c:pt>
                <c:pt idx="430" formatCode="0_);[Red]\(0\)">
                  <c:v>26000</c:v>
                </c:pt>
                <c:pt idx="431" formatCode="0_);[Red]\(0\)">
                  <c:v>26000</c:v>
                </c:pt>
                <c:pt idx="432" formatCode="0_);[Red]\(0\)">
                  <c:v>26000</c:v>
                </c:pt>
                <c:pt idx="433" formatCode="0_);[Red]\(0\)">
                  <c:v>26000</c:v>
                </c:pt>
                <c:pt idx="434" formatCode="0_);[Red]\(0\)">
                  <c:v>26000</c:v>
                </c:pt>
                <c:pt idx="435" formatCode="0_);[Red]\(0\)">
                  <c:v>26000</c:v>
                </c:pt>
                <c:pt idx="436" formatCode="0_);[Red]\(0\)">
                  <c:v>26000</c:v>
                </c:pt>
                <c:pt idx="437" formatCode="0_);[Red]\(0\)">
                  <c:v>26000</c:v>
                </c:pt>
                <c:pt idx="438" formatCode="0_);[Red]\(0\)">
                  <c:v>26000</c:v>
                </c:pt>
                <c:pt idx="439" formatCode="0_);[Red]\(0\)">
                  <c:v>26000</c:v>
                </c:pt>
                <c:pt idx="440" formatCode="0_);[Red]\(0\)">
                  <c:v>26000</c:v>
                </c:pt>
                <c:pt idx="441" formatCode="0_);[Red]\(0\)">
                  <c:v>26000</c:v>
                </c:pt>
                <c:pt idx="442" formatCode="0_);[Red]\(0\)">
                  <c:v>26000</c:v>
                </c:pt>
                <c:pt idx="443" formatCode="0_);[Red]\(0\)">
                  <c:v>26000</c:v>
                </c:pt>
                <c:pt idx="444" formatCode="0_);[Red]\(0\)">
                  <c:v>26000</c:v>
                </c:pt>
                <c:pt idx="445" formatCode="0_);[Red]\(0\)">
                  <c:v>26000</c:v>
                </c:pt>
                <c:pt idx="446" formatCode="0_);[Red]\(0\)">
                  <c:v>26000</c:v>
                </c:pt>
                <c:pt idx="447" formatCode="0_);[Red]\(0\)">
                  <c:v>26000</c:v>
                </c:pt>
                <c:pt idx="448" formatCode="0_);[Red]\(0\)">
                  <c:v>26000</c:v>
                </c:pt>
                <c:pt idx="449" formatCode="0_);[Red]\(0\)">
                  <c:v>26000</c:v>
                </c:pt>
                <c:pt idx="450" formatCode="0_);[Red]\(0\)">
                  <c:v>26000</c:v>
                </c:pt>
                <c:pt idx="451" formatCode="0_);[Red]\(0\)">
                  <c:v>26000</c:v>
                </c:pt>
                <c:pt idx="452" formatCode="0_);[Red]\(0\)">
                  <c:v>26000</c:v>
                </c:pt>
                <c:pt idx="453" formatCode="0_);[Red]\(0\)">
                  <c:v>26000</c:v>
                </c:pt>
                <c:pt idx="454" formatCode="0_);[Red]\(0\)">
                  <c:v>26000</c:v>
                </c:pt>
                <c:pt idx="455" formatCode="0_);[Red]\(0\)">
                  <c:v>26000</c:v>
                </c:pt>
                <c:pt idx="456" formatCode="0_);[Red]\(0\)">
                  <c:v>26000</c:v>
                </c:pt>
                <c:pt idx="457" formatCode="0_);[Red]\(0\)">
                  <c:v>26000</c:v>
                </c:pt>
                <c:pt idx="458" formatCode="0_);[Red]\(0\)">
                  <c:v>26000</c:v>
                </c:pt>
                <c:pt idx="459" formatCode="0_);[Red]\(0\)">
                  <c:v>26000</c:v>
                </c:pt>
                <c:pt idx="460" formatCode="0_);[Red]\(0\)">
                  <c:v>26000</c:v>
                </c:pt>
                <c:pt idx="461" formatCode="0_);[Red]\(0\)">
                  <c:v>26000</c:v>
                </c:pt>
                <c:pt idx="462" formatCode="0_);[Red]\(0\)">
                  <c:v>26000</c:v>
                </c:pt>
                <c:pt idx="463" formatCode="0_);[Red]\(0\)">
                  <c:v>26000</c:v>
                </c:pt>
                <c:pt idx="464" formatCode="0_);[Red]\(0\)">
                  <c:v>26000</c:v>
                </c:pt>
                <c:pt idx="465" formatCode="0_);[Red]\(0\)">
                  <c:v>26000</c:v>
                </c:pt>
                <c:pt idx="466" formatCode="0_);[Red]\(0\)">
                  <c:v>26000</c:v>
                </c:pt>
                <c:pt idx="467" formatCode="0_);[Red]\(0\)">
                  <c:v>26000</c:v>
                </c:pt>
                <c:pt idx="468" formatCode="0_);[Red]\(0\)">
                  <c:v>26000</c:v>
                </c:pt>
                <c:pt idx="469" formatCode="0_);[Red]\(0\)">
                  <c:v>26000</c:v>
                </c:pt>
                <c:pt idx="470" formatCode="0_);[Red]\(0\)">
                  <c:v>26000</c:v>
                </c:pt>
                <c:pt idx="471" formatCode="0_);[Red]\(0\)">
                  <c:v>26000</c:v>
                </c:pt>
                <c:pt idx="472" formatCode="0_);[Red]\(0\)">
                  <c:v>26000</c:v>
                </c:pt>
                <c:pt idx="473" formatCode="0_);[Red]\(0\)">
                  <c:v>26000</c:v>
                </c:pt>
                <c:pt idx="474" formatCode="0_);[Red]\(0\)">
                  <c:v>26000</c:v>
                </c:pt>
                <c:pt idx="475" formatCode="0_);[Red]\(0\)">
                  <c:v>26000</c:v>
                </c:pt>
                <c:pt idx="476" formatCode="0_);[Red]\(0\)">
                  <c:v>26000</c:v>
                </c:pt>
                <c:pt idx="477" formatCode="0_);[Red]\(0\)">
                  <c:v>26000</c:v>
                </c:pt>
                <c:pt idx="478" formatCode="0_);[Red]\(0\)">
                  <c:v>26000</c:v>
                </c:pt>
                <c:pt idx="479" formatCode="0_);[Red]\(0\)">
                  <c:v>26000</c:v>
                </c:pt>
                <c:pt idx="480" formatCode="0_);[Red]\(0\)">
                  <c:v>26000</c:v>
                </c:pt>
                <c:pt idx="481" formatCode="0_);[Red]\(0\)">
                  <c:v>26000</c:v>
                </c:pt>
                <c:pt idx="482" formatCode="0_);[Red]\(0\)">
                  <c:v>26000</c:v>
                </c:pt>
                <c:pt idx="483" formatCode="0_);[Red]\(0\)">
                  <c:v>26000</c:v>
                </c:pt>
                <c:pt idx="484" formatCode="0_);[Red]\(0\)">
                  <c:v>26000</c:v>
                </c:pt>
                <c:pt idx="485" formatCode="0_);[Red]\(0\)">
                  <c:v>26000</c:v>
                </c:pt>
                <c:pt idx="486" formatCode="0_);[Red]\(0\)">
                  <c:v>26000</c:v>
                </c:pt>
                <c:pt idx="487" formatCode="0_);[Red]\(0\)">
                  <c:v>26000</c:v>
                </c:pt>
                <c:pt idx="488" formatCode="0_);[Red]\(0\)">
                  <c:v>26000</c:v>
                </c:pt>
                <c:pt idx="489" formatCode="0_);[Red]\(0\)">
                  <c:v>26000</c:v>
                </c:pt>
                <c:pt idx="490" formatCode="0_);[Red]\(0\)">
                  <c:v>26000</c:v>
                </c:pt>
                <c:pt idx="491" formatCode="0_);[Red]\(0\)">
                  <c:v>26000</c:v>
                </c:pt>
                <c:pt idx="492" formatCode="0_);[Red]\(0\)">
                  <c:v>26000</c:v>
                </c:pt>
                <c:pt idx="493" formatCode="0_);[Red]\(0\)">
                  <c:v>26000</c:v>
                </c:pt>
                <c:pt idx="494" formatCode="0_);[Red]\(0\)">
                  <c:v>26000</c:v>
                </c:pt>
                <c:pt idx="495" formatCode="0_);[Red]\(0\)">
                  <c:v>26000</c:v>
                </c:pt>
                <c:pt idx="496" formatCode="0_);[Red]\(0\)">
                  <c:v>26000</c:v>
                </c:pt>
                <c:pt idx="497" formatCode="0_);[Red]\(0\)">
                  <c:v>26000</c:v>
                </c:pt>
                <c:pt idx="498" formatCode="0_);[Red]\(0\)">
                  <c:v>26000</c:v>
                </c:pt>
                <c:pt idx="499" formatCode="0_);[Red]\(0\)">
                  <c:v>26000</c:v>
                </c:pt>
                <c:pt idx="500" formatCode="0_);[Red]\(0\)">
                  <c:v>26000</c:v>
                </c:pt>
                <c:pt idx="501" formatCode="0_);[Red]\(0\)">
                  <c:v>26000</c:v>
                </c:pt>
                <c:pt idx="502" formatCode="0_);[Red]\(0\)">
                  <c:v>26000</c:v>
                </c:pt>
                <c:pt idx="503" formatCode="0_);[Red]\(0\)">
                  <c:v>26000</c:v>
                </c:pt>
                <c:pt idx="504" formatCode="0_);[Red]\(0\)">
                  <c:v>26000</c:v>
                </c:pt>
                <c:pt idx="505" formatCode="0_);[Red]\(0\)">
                  <c:v>26000</c:v>
                </c:pt>
                <c:pt idx="506" formatCode="0_);[Red]\(0\)">
                  <c:v>26000</c:v>
                </c:pt>
                <c:pt idx="507" formatCode="0_);[Red]\(0\)">
                  <c:v>26000</c:v>
                </c:pt>
                <c:pt idx="508" formatCode="0_);[Red]\(0\)">
                  <c:v>26000</c:v>
                </c:pt>
                <c:pt idx="509" formatCode="0_);[Red]\(0\)">
                  <c:v>26000</c:v>
                </c:pt>
                <c:pt idx="510" formatCode="0_);[Red]\(0\)">
                  <c:v>26000</c:v>
                </c:pt>
                <c:pt idx="511" formatCode="0_);[Red]\(0\)">
                  <c:v>26000</c:v>
                </c:pt>
                <c:pt idx="512" formatCode="0_);[Red]\(0\)">
                  <c:v>26000</c:v>
                </c:pt>
                <c:pt idx="513" formatCode="0_);[Red]\(0\)">
                  <c:v>26000</c:v>
                </c:pt>
                <c:pt idx="514" formatCode="0_);[Red]\(0\)">
                  <c:v>26000</c:v>
                </c:pt>
                <c:pt idx="515" formatCode="0_);[Red]\(0\)">
                  <c:v>26000</c:v>
                </c:pt>
                <c:pt idx="516" formatCode="0_);[Red]\(0\)">
                  <c:v>26000</c:v>
                </c:pt>
                <c:pt idx="517" formatCode="0_);[Red]\(0\)">
                  <c:v>26000</c:v>
                </c:pt>
                <c:pt idx="518" formatCode="0_);[Red]\(0\)">
                  <c:v>26000</c:v>
                </c:pt>
                <c:pt idx="519" formatCode="0_);[Red]\(0\)">
                  <c:v>26000</c:v>
                </c:pt>
                <c:pt idx="520" formatCode="0_);[Red]\(0\)">
                  <c:v>26000</c:v>
                </c:pt>
                <c:pt idx="521" formatCode="0_);[Red]\(0\)">
                  <c:v>26000</c:v>
                </c:pt>
                <c:pt idx="522" formatCode="0_);[Red]\(0\)">
                  <c:v>26000</c:v>
                </c:pt>
                <c:pt idx="523" formatCode="0_);[Red]\(0\)">
                  <c:v>26000</c:v>
                </c:pt>
                <c:pt idx="524" formatCode="0_);[Red]\(0\)">
                  <c:v>26000</c:v>
                </c:pt>
                <c:pt idx="525" formatCode="0_);[Red]\(0\)">
                  <c:v>26000</c:v>
                </c:pt>
                <c:pt idx="526" formatCode="0_);[Red]\(0\)">
                  <c:v>26000</c:v>
                </c:pt>
                <c:pt idx="527" formatCode="0_);[Red]\(0\)">
                  <c:v>26000</c:v>
                </c:pt>
                <c:pt idx="528" formatCode="0_);[Red]\(0\)">
                  <c:v>26000</c:v>
                </c:pt>
                <c:pt idx="529" formatCode="0_);[Red]\(0\)">
                  <c:v>26000</c:v>
                </c:pt>
                <c:pt idx="530" formatCode="0_);[Red]\(0\)">
                  <c:v>26000</c:v>
                </c:pt>
                <c:pt idx="531" formatCode="0_);[Red]\(0\)">
                  <c:v>26000</c:v>
                </c:pt>
                <c:pt idx="532" formatCode="0_);[Red]\(0\)">
                  <c:v>26000</c:v>
                </c:pt>
                <c:pt idx="533" formatCode="0_);[Red]\(0\)">
                  <c:v>26000</c:v>
                </c:pt>
                <c:pt idx="534" formatCode="0_);[Red]\(0\)">
                  <c:v>26000</c:v>
                </c:pt>
                <c:pt idx="535" formatCode="0_);[Red]\(0\)">
                  <c:v>26000</c:v>
                </c:pt>
                <c:pt idx="536" formatCode="0_);[Red]\(0\)">
                  <c:v>26000</c:v>
                </c:pt>
                <c:pt idx="537" formatCode="0_);[Red]\(0\)">
                  <c:v>26000</c:v>
                </c:pt>
                <c:pt idx="538" formatCode="0_);[Red]\(0\)">
                  <c:v>26000</c:v>
                </c:pt>
                <c:pt idx="539" formatCode="0_);[Red]\(0\)">
                  <c:v>26000</c:v>
                </c:pt>
                <c:pt idx="540" formatCode="0_);[Red]\(0\)">
                  <c:v>26000</c:v>
                </c:pt>
                <c:pt idx="541" formatCode="0_);[Red]\(0\)">
                  <c:v>26000</c:v>
                </c:pt>
                <c:pt idx="542" formatCode="0_);[Red]\(0\)">
                  <c:v>26000</c:v>
                </c:pt>
                <c:pt idx="543" formatCode="0_);[Red]\(0\)">
                  <c:v>26000</c:v>
                </c:pt>
                <c:pt idx="544" formatCode="0_);[Red]\(0\)">
                  <c:v>26000</c:v>
                </c:pt>
                <c:pt idx="545" formatCode="0_);[Red]\(0\)">
                  <c:v>26000</c:v>
                </c:pt>
                <c:pt idx="546" formatCode="0_);[Red]\(0\)">
                  <c:v>26000</c:v>
                </c:pt>
                <c:pt idx="547" formatCode="0_);[Red]\(0\)">
                  <c:v>26000</c:v>
                </c:pt>
                <c:pt idx="548" formatCode="0_);[Red]\(0\)">
                  <c:v>26000</c:v>
                </c:pt>
                <c:pt idx="549" formatCode="0_);[Red]\(0\)">
                  <c:v>26000</c:v>
                </c:pt>
                <c:pt idx="550" formatCode="0_);[Red]\(0\)">
                  <c:v>26000</c:v>
                </c:pt>
                <c:pt idx="551" formatCode="0_);[Red]\(0\)">
                  <c:v>26000</c:v>
                </c:pt>
                <c:pt idx="552" formatCode="0_);[Red]\(0\)">
                  <c:v>26000</c:v>
                </c:pt>
                <c:pt idx="553" formatCode="0_);[Red]\(0\)">
                  <c:v>26000</c:v>
                </c:pt>
                <c:pt idx="554" formatCode="0_);[Red]\(0\)">
                  <c:v>26000</c:v>
                </c:pt>
                <c:pt idx="555" formatCode="0_);[Red]\(0\)">
                  <c:v>26000</c:v>
                </c:pt>
                <c:pt idx="556" formatCode="0_);[Red]\(0\)">
                  <c:v>26000</c:v>
                </c:pt>
                <c:pt idx="557" formatCode="0_);[Red]\(0\)">
                  <c:v>26000</c:v>
                </c:pt>
                <c:pt idx="558" formatCode="0_);[Red]\(0\)">
                  <c:v>26000</c:v>
                </c:pt>
                <c:pt idx="559" formatCode="0_);[Red]\(0\)">
                  <c:v>26000</c:v>
                </c:pt>
                <c:pt idx="560" formatCode="0_);[Red]\(0\)">
                  <c:v>26000</c:v>
                </c:pt>
                <c:pt idx="561" formatCode="0_);[Red]\(0\)">
                  <c:v>35000</c:v>
                </c:pt>
                <c:pt idx="562" formatCode="0_);[Red]\(0\)">
                  <c:v>35000</c:v>
                </c:pt>
                <c:pt idx="563" formatCode="0_);[Red]\(0\)">
                  <c:v>35000</c:v>
                </c:pt>
                <c:pt idx="564" formatCode="0_);[Red]\(0\)">
                  <c:v>35000</c:v>
                </c:pt>
                <c:pt idx="565" formatCode="0_);[Red]\(0\)">
                  <c:v>35000</c:v>
                </c:pt>
                <c:pt idx="566" formatCode="0_);[Red]\(0\)">
                  <c:v>35000</c:v>
                </c:pt>
                <c:pt idx="567" formatCode="0_);[Red]\(0\)">
                  <c:v>35000</c:v>
                </c:pt>
                <c:pt idx="568" formatCode="0_);[Red]\(0\)">
                  <c:v>35000</c:v>
                </c:pt>
                <c:pt idx="569" formatCode="0_);[Red]\(0\)">
                  <c:v>35000</c:v>
                </c:pt>
                <c:pt idx="570" formatCode="0_);[Red]\(0\)">
                  <c:v>35000</c:v>
                </c:pt>
                <c:pt idx="571" formatCode="0_);[Red]\(0\)">
                  <c:v>35000</c:v>
                </c:pt>
                <c:pt idx="572" formatCode="0_);[Red]\(0\)">
                  <c:v>35000</c:v>
                </c:pt>
                <c:pt idx="573" formatCode="0_);[Red]\(0\)">
                  <c:v>35000</c:v>
                </c:pt>
                <c:pt idx="574" formatCode="0_);[Red]\(0\)">
                  <c:v>35000</c:v>
                </c:pt>
                <c:pt idx="575" formatCode="0_);[Red]\(0\)">
                  <c:v>35000</c:v>
                </c:pt>
                <c:pt idx="576" formatCode="0_);[Red]\(0\)">
                  <c:v>35000</c:v>
                </c:pt>
                <c:pt idx="577" formatCode="0_);[Red]\(0\)">
                  <c:v>35000</c:v>
                </c:pt>
                <c:pt idx="578" formatCode="0_);[Red]\(0\)">
                  <c:v>35000</c:v>
                </c:pt>
                <c:pt idx="579" formatCode="0_);[Red]\(0\)">
                  <c:v>35000</c:v>
                </c:pt>
                <c:pt idx="580" formatCode="0_);[Red]\(0\)">
                  <c:v>35000</c:v>
                </c:pt>
                <c:pt idx="581" formatCode="0_);[Red]\(0\)">
                  <c:v>35000</c:v>
                </c:pt>
                <c:pt idx="582" formatCode="0_);[Red]\(0\)">
                  <c:v>35000</c:v>
                </c:pt>
                <c:pt idx="583" formatCode="0_);[Red]\(0\)">
                  <c:v>35000</c:v>
                </c:pt>
                <c:pt idx="584" formatCode="0_);[Red]\(0\)">
                  <c:v>35000</c:v>
                </c:pt>
                <c:pt idx="585" formatCode="0_);[Red]\(0\)">
                  <c:v>35000</c:v>
                </c:pt>
                <c:pt idx="586" formatCode="0_);[Red]\(0\)">
                  <c:v>35000</c:v>
                </c:pt>
                <c:pt idx="587" formatCode="0_);[Red]\(0\)">
                  <c:v>35000</c:v>
                </c:pt>
                <c:pt idx="588" formatCode="0_);[Red]\(0\)">
                  <c:v>35000</c:v>
                </c:pt>
                <c:pt idx="589" formatCode="0_);[Red]\(0\)">
                  <c:v>35000</c:v>
                </c:pt>
                <c:pt idx="590" formatCode="0_);[Red]\(0\)">
                  <c:v>35000</c:v>
                </c:pt>
                <c:pt idx="591" formatCode="0_);[Red]\(0\)">
                  <c:v>35000</c:v>
                </c:pt>
                <c:pt idx="592" formatCode="0_);[Red]\(0\)">
                  <c:v>35000</c:v>
                </c:pt>
                <c:pt idx="593" formatCode="0_);[Red]\(0\)">
                  <c:v>35000</c:v>
                </c:pt>
                <c:pt idx="594" formatCode="0_);[Red]\(0\)">
                  <c:v>35000</c:v>
                </c:pt>
                <c:pt idx="595" formatCode="0_);[Red]\(0\)">
                  <c:v>35000</c:v>
                </c:pt>
                <c:pt idx="596" formatCode="0_);[Red]\(0\)">
                  <c:v>35000</c:v>
                </c:pt>
                <c:pt idx="597" formatCode="0_);[Red]\(0\)">
                  <c:v>35000</c:v>
                </c:pt>
                <c:pt idx="598" formatCode="0_);[Red]\(0\)">
                  <c:v>35000</c:v>
                </c:pt>
                <c:pt idx="599" formatCode="0_);[Red]\(0\)">
                  <c:v>35000</c:v>
                </c:pt>
                <c:pt idx="600" formatCode="0_);[Red]\(0\)">
                  <c:v>35000</c:v>
                </c:pt>
                <c:pt idx="601" formatCode="0_);[Red]\(0\)">
                  <c:v>35000</c:v>
                </c:pt>
                <c:pt idx="602" formatCode="0_);[Red]\(0\)">
                  <c:v>35000</c:v>
                </c:pt>
                <c:pt idx="603" formatCode="0_);[Red]\(0\)">
                  <c:v>35000</c:v>
                </c:pt>
                <c:pt idx="604" formatCode="0_);[Red]\(0\)">
                  <c:v>35000</c:v>
                </c:pt>
                <c:pt idx="605" formatCode="0_);[Red]\(0\)">
                  <c:v>35000</c:v>
                </c:pt>
                <c:pt idx="606" formatCode="0_);[Red]\(0\)">
                  <c:v>35000</c:v>
                </c:pt>
                <c:pt idx="607" formatCode="0_);[Red]\(0\)">
                  <c:v>35000</c:v>
                </c:pt>
                <c:pt idx="608" formatCode="0_);[Red]\(0\)">
                  <c:v>35000</c:v>
                </c:pt>
                <c:pt idx="609" formatCode="0_);[Red]\(0\)">
                  <c:v>35000</c:v>
                </c:pt>
                <c:pt idx="610" formatCode="0_);[Red]\(0\)">
                  <c:v>35000</c:v>
                </c:pt>
                <c:pt idx="611" formatCode="0_);[Red]\(0\)">
                  <c:v>35000</c:v>
                </c:pt>
                <c:pt idx="612" formatCode="0_);[Red]\(0\)">
                  <c:v>35000</c:v>
                </c:pt>
                <c:pt idx="613" formatCode="0_);[Red]\(0\)">
                  <c:v>35000</c:v>
                </c:pt>
                <c:pt idx="614" formatCode="0_);[Red]\(0\)">
                  <c:v>35000</c:v>
                </c:pt>
                <c:pt idx="615" formatCode="0_);[Red]\(0\)">
                  <c:v>35000</c:v>
                </c:pt>
                <c:pt idx="616" formatCode="0_);[Red]\(0\)">
                  <c:v>35000</c:v>
                </c:pt>
                <c:pt idx="617" formatCode="0_);[Red]\(0\)">
                  <c:v>42000</c:v>
                </c:pt>
                <c:pt idx="618" formatCode="0_);[Red]\(0\)">
                  <c:v>42000</c:v>
                </c:pt>
                <c:pt idx="619" formatCode="0_);[Red]\(0\)">
                  <c:v>42000</c:v>
                </c:pt>
                <c:pt idx="620" formatCode="0_);[Red]\(0\)">
                  <c:v>42000</c:v>
                </c:pt>
                <c:pt idx="621" formatCode="0_);[Red]\(0\)">
                  <c:v>42000</c:v>
                </c:pt>
                <c:pt idx="622" formatCode="0_);[Red]\(0\)">
                  <c:v>42000</c:v>
                </c:pt>
                <c:pt idx="623" formatCode="0_);[Red]\(0\)">
                  <c:v>42000</c:v>
                </c:pt>
                <c:pt idx="624" formatCode="0_);[Red]\(0\)">
                  <c:v>42000</c:v>
                </c:pt>
                <c:pt idx="625" formatCode="0_);[Red]\(0\)">
                  <c:v>42000</c:v>
                </c:pt>
                <c:pt idx="626" formatCode="0_);[Red]\(0\)">
                  <c:v>42000</c:v>
                </c:pt>
                <c:pt idx="627" formatCode="0_);[Red]\(0\)">
                  <c:v>42000</c:v>
                </c:pt>
                <c:pt idx="628" formatCode="0_);[Red]\(0\)">
                  <c:v>42000</c:v>
                </c:pt>
                <c:pt idx="629" formatCode="0_);[Red]\(0\)">
                  <c:v>42000</c:v>
                </c:pt>
                <c:pt idx="630" formatCode="0_);[Red]\(0\)">
                  <c:v>42000</c:v>
                </c:pt>
                <c:pt idx="631" formatCode="0_);[Red]\(0\)">
                  <c:v>42000</c:v>
                </c:pt>
                <c:pt idx="632" formatCode="0_);[Red]\(0\)">
                  <c:v>42000</c:v>
                </c:pt>
                <c:pt idx="633" formatCode="0_);[Red]\(0\)">
                  <c:v>42000</c:v>
                </c:pt>
                <c:pt idx="634" formatCode="0_);[Red]\(0\)">
                  <c:v>42000</c:v>
                </c:pt>
                <c:pt idx="635" formatCode="0_);[Red]\(0\)">
                  <c:v>42000</c:v>
                </c:pt>
                <c:pt idx="636" formatCode="0_);[Red]\(0\)">
                  <c:v>42000</c:v>
                </c:pt>
                <c:pt idx="637" formatCode="0_);[Red]\(0\)">
                  <c:v>42000</c:v>
                </c:pt>
                <c:pt idx="638" formatCode="0_);[Red]\(0\)">
                  <c:v>42000</c:v>
                </c:pt>
                <c:pt idx="639" formatCode="0_);[Red]\(0\)">
                  <c:v>42000</c:v>
                </c:pt>
                <c:pt idx="640" formatCode="0_);[Red]\(0\)">
                  <c:v>42000</c:v>
                </c:pt>
                <c:pt idx="641" formatCode="0_);[Red]\(0\)">
                  <c:v>42000</c:v>
                </c:pt>
                <c:pt idx="642" formatCode="0_);[Red]\(0\)">
                  <c:v>42000</c:v>
                </c:pt>
                <c:pt idx="643" formatCode="0_);[Red]\(0\)">
                  <c:v>42000</c:v>
                </c:pt>
                <c:pt idx="644" formatCode="0_);[Red]\(0\)">
                  <c:v>42000</c:v>
                </c:pt>
                <c:pt idx="645" formatCode="0_);[Red]\(0\)">
                  <c:v>42000</c:v>
                </c:pt>
                <c:pt idx="646" formatCode="0_);[Red]\(0\)">
                  <c:v>42000</c:v>
                </c:pt>
                <c:pt idx="647" formatCode="0_);[Red]\(0\)">
                  <c:v>42000</c:v>
                </c:pt>
                <c:pt idx="648" formatCode="0_);[Red]\(0\)">
                  <c:v>42000</c:v>
                </c:pt>
                <c:pt idx="649" formatCode="0_);[Red]\(0\)">
                  <c:v>42000</c:v>
                </c:pt>
                <c:pt idx="650" formatCode="0_);[Red]\(0\)">
                  <c:v>42000</c:v>
                </c:pt>
                <c:pt idx="651" formatCode="0_);[Red]\(0\)">
                  <c:v>42000</c:v>
                </c:pt>
                <c:pt idx="652" formatCode="0_);[Red]\(0\)">
                  <c:v>48500</c:v>
                </c:pt>
                <c:pt idx="653" formatCode="0_);[Red]\(0\)">
                  <c:v>48500</c:v>
                </c:pt>
                <c:pt idx="654" formatCode="0_);[Red]\(0\)">
                  <c:v>48500</c:v>
                </c:pt>
                <c:pt idx="655" formatCode="0_);[Red]\(0\)">
                  <c:v>48500</c:v>
                </c:pt>
                <c:pt idx="656" formatCode="0_);[Red]\(0\)">
                  <c:v>48500</c:v>
                </c:pt>
                <c:pt idx="657" formatCode="0_);[Red]\(0\)">
                  <c:v>48500</c:v>
                </c:pt>
                <c:pt idx="658" formatCode="0_);[Red]\(0\)">
                  <c:v>48500</c:v>
                </c:pt>
                <c:pt idx="659" formatCode="0_);[Red]\(0\)">
                  <c:v>48500</c:v>
                </c:pt>
                <c:pt idx="660" formatCode="0_);[Red]\(0\)">
                  <c:v>48500</c:v>
                </c:pt>
                <c:pt idx="661" formatCode="0_);[Red]\(0\)">
                  <c:v>48500</c:v>
                </c:pt>
                <c:pt idx="662" formatCode="0_);[Red]\(0\)">
                  <c:v>48500</c:v>
                </c:pt>
                <c:pt idx="663" formatCode="0_);[Red]\(0\)">
                  <c:v>48500</c:v>
                </c:pt>
                <c:pt idx="664" formatCode="0_);[Red]\(0\)">
                  <c:v>48500</c:v>
                </c:pt>
                <c:pt idx="665" formatCode="0_);[Red]\(0\)">
                  <c:v>48500</c:v>
                </c:pt>
                <c:pt idx="666" formatCode="0_);[Red]\(0\)">
                  <c:v>48500</c:v>
                </c:pt>
                <c:pt idx="667" formatCode="0_);[Red]\(0\)">
                  <c:v>48500</c:v>
                </c:pt>
                <c:pt idx="668" formatCode="0_);[Red]\(0\)">
                  <c:v>48500</c:v>
                </c:pt>
                <c:pt idx="669" formatCode="0_);[Red]\(0\)">
                  <c:v>48500</c:v>
                </c:pt>
                <c:pt idx="670" formatCode="0_);[Red]\(0\)">
                  <c:v>48500</c:v>
                </c:pt>
                <c:pt idx="671" formatCode="0_);[Red]\(0\)">
                  <c:v>48500</c:v>
                </c:pt>
                <c:pt idx="672" formatCode="0_);[Red]\(0\)">
                  <c:v>48500</c:v>
                </c:pt>
                <c:pt idx="673" formatCode="0_);[Red]\(0\)">
                  <c:v>48500</c:v>
                </c:pt>
                <c:pt idx="674" formatCode="0_);[Red]\(0\)">
                  <c:v>48500</c:v>
                </c:pt>
                <c:pt idx="675" formatCode="0_);[Red]\(0\)">
                  <c:v>55000</c:v>
                </c:pt>
                <c:pt idx="676" formatCode="0_);[Red]\(0\)">
                  <c:v>55000</c:v>
                </c:pt>
                <c:pt idx="677" formatCode="0_);[Red]\(0\)">
                  <c:v>55000</c:v>
                </c:pt>
                <c:pt idx="678" formatCode="0_);[Red]\(0\)">
                  <c:v>55000</c:v>
                </c:pt>
                <c:pt idx="679" formatCode="0_);[Red]\(0\)">
                  <c:v>55000</c:v>
                </c:pt>
                <c:pt idx="680" formatCode="0_);[Red]\(0\)">
                  <c:v>55000</c:v>
                </c:pt>
                <c:pt idx="681" formatCode="0_);[Red]\(0\)">
                  <c:v>55000</c:v>
                </c:pt>
                <c:pt idx="682" formatCode="0_);[Red]\(0\)">
                  <c:v>55000</c:v>
                </c:pt>
                <c:pt idx="683" formatCode="0_);[Red]\(0\)">
                  <c:v>55000</c:v>
                </c:pt>
                <c:pt idx="684" formatCode="0_);[Red]\(0\)">
                  <c:v>55000</c:v>
                </c:pt>
                <c:pt idx="685" formatCode="0_);[Red]\(0\)">
                  <c:v>55000</c:v>
                </c:pt>
                <c:pt idx="686" formatCode="0_);[Red]\(0\)">
                  <c:v>55000</c:v>
                </c:pt>
                <c:pt idx="687" formatCode="0_);[Red]\(0\)">
                  <c:v>55000</c:v>
                </c:pt>
                <c:pt idx="688" formatCode="0_);[Red]\(0\)">
                  <c:v>55000</c:v>
                </c:pt>
                <c:pt idx="689" formatCode="0_);[Red]\(0\)">
                  <c:v>55000</c:v>
                </c:pt>
                <c:pt idx="690" formatCode="0_);[Red]\(0\)">
                  <c:v>55000</c:v>
                </c:pt>
                <c:pt idx="691" formatCode="0_);[Red]\(0\)">
                  <c:v>55000</c:v>
                </c:pt>
                <c:pt idx="692" formatCode="0_);[Red]\(0\)">
                  <c:v>55000</c:v>
                </c:pt>
                <c:pt idx="693" formatCode="0_);[Red]\(0\)">
                  <c:v>55000</c:v>
                </c:pt>
                <c:pt idx="694" formatCode="0_);[Red]\(0\)">
                  <c:v>55000</c:v>
                </c:pt>
                <c:pt idx="695" formatCode="0_);[Red]\(0\)">
                  <c:v>55000</c:v>
                </c:pt>
                <c:pt idx="696" formatCode="0_);[Red]\(0\)">
                  <c:v>55000</c:v>
                </c:pt>
                <c:pt idx="697" formatCode="0_);[Red]\(0\)">
                  <c:v>55000</c:v>
                </c:pt>
                <c:pt idx="698" formatCode="0_);[Red]\(0\)">
                  <c:v>55000</c:v>
                </c:pt>
                <c:pt idx="699" formatCode="0_);[Red]\(0\)">
                  <c:v>55000</c:v>
                </c:pt>
                <c:pt idx="700" formatCode="0_);[Red]\(0\)">
                  <c:v>55000</c:v>
                </c:pt>
                <c:pt idx="701" formatCode="0_);[Red]\(0\)">
                  <c:v>57000</c:v>
                </c:pt>
                <c:pt idx="702" formatCode="0_);[Red]\(0\)">
                  <c:v>57000</c:v>
                </c:pt>
                <c:pt idx="703" formatCode="0_);[Red]\(0\)">
                  <c:v>57000</c:v>
                </c:pt>
                <c:pt idx="704" formatCode="0_);[Red]\(0\)">
                  <c:v>57000</c:v>
                </c:pt>
                <c:pt idx="705" formatCode="0_);[Red]\(0\)">
                  <c:v>57000</c:v>
                </c:pt>
                <c:pt idx="706" formatCode="0_);[Red]\(0\)">
                  <c:v>57000</c:v>
                </c:pt>
                <c:pt idx="707" formatCode="0_);[Red]\(0\)">
                  <c:v>57000</c:v>
                </c:pt>
                <c:pt idx="708" formatCode="0_);[Red]\(0\)">
                  <c:v>65000</c:v>
                </c:pt>
                <c:pt idx="709" formatCode="0_);[Red]\(0\)">
                  <c:v>65000</c:v>
                </c:pt>
                <c:pt idx="710" formatCode="0_);[Red]\(0\)">
                  <c:v>65000</c:v>
                </c:pt>
                <c:pt idx="711" formatCode="0_);[Red]\(0\)">
                  <c:v>65000</c:v>
                </c:pt>
                <c:pt idx="712" formatCode="0_);[Red]\(0\)">
                  <c:v>65000</c:v>
                </c:pt>
                <c:pt idx="713" formatCode="0_);[Red]\(0\)">
                  <c:v>65000</c:v>
                </c:pt>
                <c:pt idx="714" formatCode="0_);[Red]\(0\)">
                  <c:v>65000</c:v>
                </c:pt>
                <c:pt idx="715" formatCode="0_);[Red]\(0\)">
                  <c:v>65000</c:v>
                </c:pt>
                <c:pt idx="716" formatCode="0_);[Red]\(0\)">
                  <c:v>65000</c:v>
                </c:pt>
                <c:pt idx="717" formatCode="0_);[Red]\(0\)">
                  <c:v>65000</c:v>
                </c:pt>
                <c:pt idx="718" formatCode="0_);[Red]\(0\)">
                  <c:v>65000</c:v>
                </c:pt>
                <c:pt idx="719" formatCode="0_);[Red]\(0\)">
                  <c:v>65000</c:v>
                </c:pt>
                <c:pt idx="720" formatCode="0_);[Red]\(0\)">
                  <c:v>65000</c:v>
                </c:pt>
                <c:pt idx="721" formatCode="0_);[Red]\(0\)">
                  <c:v>65000</c:v>
                </c:pt>
                <c:pt idx="722" formatCode="0_);[Red]\(0\)">
                  <c:v>65000</c:v>
                </c:pt>
                <c:pt idx="723" formatCode="0_);[Red]\(0\)">
                  <c:v>65000</c:v>
                </c:pt>
                <c:pt idx="724" formatCode="0_);[Red]\(0\)">
                  <c:v>65000</c:v>
                </c:pt>
                <c:pt idx="725" formatCode="0_);[Red]\(0\)">
                  <c:v>65000</c:v>
                </c:pt>
                <c:pt idx="726" formatCode="0_);[Red]\(0\)">
                  <c:v>68000</c:v>
                </c:pt>
                <c:pt idx="727" formatCode="0_);[Red]\(0\)">
                  <c:v>68000</c:v>
                </c:pt>
                <c:pt idx="728" formatCode="0_);[Red]\(0\)">
                  <c:v>68000</c:v>
                </c:pt>
                <c:pt idx="729" formatCode="0_);[Red]\(0\)">
                  <c:v>68000</c:v>
                </c:pt>
                <c:pt idx="730" formatCode="0_);[Red]\(0\)">
                  <c:v>68000</c:v>
                </c:pt>
                <c:pt idx="731" formatCode="0_);[Red]\(0\)">
                  <c:v>68000</c:v>
                </c:pt>
                <c:pt idx="732" formatCode="0_);[Red]\(0\)">
                  <c:v>68000</c:v>
                </c:pt>
                <c:pt idx="733" formatCode="0_);[Red]\(0\)">
                  <c:v>72000</c:v>
                </c:pt>
                <c:pt idx="734" formatCode="0_);[Red]\(0\)">
                  <c:v>72000</c:v>
                </c:pt>
                <c:pt idx="735" formatCode="0_);[Red]\(0\)">
                  <c:v>72000</c:v>
                </c:pt>
                <c:pt idx="736" formatCode="0_);[Red]\(0\)">
                  <c:v>77000</c:v>
                </c:pt>
                <c:pt idx="737" formatCode="0_);[Red]\(0\)">
                  <c:v>77000</c:v>
                </c:pt>
                <c:pt idx="738" formatCode="0_);[Red]\(0\)">
                  <c:v>78000</c:v>
                </c:pt>
                <c:pt idx="739" formatCode="0_);[Red]\(0\)">
                  <c:v>78000</c:v>
                </c:pt>
                <c:pt idx="740" formatCode="0_);[Red]\(0\)">
                  <c:v>78000</c:v>
                </c:pt>
                <c:pt idx="741" formatCode="0_);[Red]\(0\)">
                  <c:v>78000</c:v>
                </c:pt>
                <c:pt idx="742" formatCode="0_);[Red]\(0\)">
                  <c:v>78000</c:v>
                </c:pt>
                <c:pt idx="743" formatCode="0_);[Red]\(0\)">
                  <c:v>78000</c:v>
                </c:pt>
                <c:pt idx="744" formatCode="0_);[Red]\(0\)">
                  <c:v>78000</c:v>
                </c:pt>
                <c:pt idx="745" formatCode="0_);[Red]\(0\)">
                  <c:v>78000</c:v>
                </c:pt>
                <c:pt idx="746" formatCode="0_);[Red]\(0\)">
                  <c:v>78000</c:v>
                </c:pt>
                <c:pt idx="747" formatCode="0_);[Red]\(0\)">
                  <c:v>78000</c:v>
                </c:pt>
                <c:pt idx="748" formatCode="0_);[Red]\(0\)">
                  <c:v>78000</c:v>
                </c:pt>
                <c:pt idx="749" formatCode="0_);[Red]\(0\)">
                  <c:v>78000</c:v>
                </c:pt>
                <c:pt idx="750" formatCode="0_);[Red]\(0\)">
                  <c:v>80000</c:v>
                </c:pt>
                <c:pt idx="751" formatCode="0_);[Red]\(0\)">
                  <c:v>80000</c:v>
                </c:pt>
                <c:pt idx="752" formatCode="0_);[Red]\(0\)">
                  <c:v>80000</c:v>
                </c:pt>
                <c:pt idx="753" formatCode="0_);[Red]\(0\)">
                  <c:v>80000</c:v>
                </c:pt>
                <c:pt idx="754" formatCode="0_);[Red]\(0\)">
                  <c:v>80000</c:v>
                </c:pt>
                <c:pt idx="755" formatCode="0_);[Red]\(0\)">
                  <c:v>80000</c:v>
                </c:pt>
                <c:pt idx="756" formatCode="0_);[Red]\(0\)">
                  <c:v>80000</c:v>
                </c:pt>
                <c:pt idx="757" formatCode="0_);[Red]\(0\)">
                  <c:v>80000</c:v>
                </c:pt>
                <c:pt idx="758" formatCode="0_);[Red]\(0\)">
                  <c:v>82000</c:v>
                </c:pt>
                <c:pt idx="759" formatCode="0_);[Red]\(0\)">
                  <c:v>82000</c:v>
                </c:pt>
                <c:pt idx="760" formatCode="0_);[Red]\(0\)">
                  <c:v>82000</c:v>
                </c:pt>
                <c:pt idx="761" formatCode="0_);[Red]\(0\)">
                  <c:v>82000</c:v>
                </c:pt>
                <c:pt idx="762" formatCode="0_);[Red]\(0\)">
                  <c:v>82000</c:v>
                </c:pt>
                <c:pt idx="763" formatCode="0_);[Red]\(0\)">
                  <c:v>82000</c:v>
                </c:pt>
                <c:pt idx="764" formatCode="0_);[Red]\(0\)">
                  <c:v>82000</c:v>
                </c:pt>
                <c:pt idx="765" formatCode="0_);[Red]\(0\)">
                  <c:v>82000</c:v>
                </c:pt>
                <c:pt idx="766" formatCode="0_);[Red]\(0\)">
                  <c:v>82000</c:v>
                </c:pt>
                <c:pt idx="767" formatCode="0_);[Red]\(0\)">
                  <c:v>82000</c:v>
                </c:pt>
                <c:pt idx="768" formatCode="0_);[Red]\(0\)">
                  <c:v>82000</c:v>
                </c:pt>
                <c:pt idx="769" formatCode="0_);[Red]\(0\)">
                  <c:v>82000</c:v>
                </c:pt>
                <c:pt idx="770" formatCode="0_);[Red]\(0\)">
                  <c:v>82000</c:v>
                </c:pt>
                <c:pt idx="771" formatCode="0_);[Red]\(0\)">
                  <c:v>82000</c:v>
                </c:pt>
                <c:pt idx="772" formatCode="0_);[Red]\(0\)">
                  <c:v>82000</c:v>
                </c:pt>
                <c:pt idx="773" formatCode="0_);[Red]\(0\)">
                  <c:v>83000</c:v>
                </c:pt>
                <c:pt idx="774" formatCode="0_);[Red]\(0\)">
                  <c:v>83000</c:v>
                </c:pt>
                <c:pt idx="775" formatCode="0_);[Red]\(0\)">
                  <c:v>88000</c:v>
                </c:pt>
                <c:pt idx="776" formatCode="0_);[Red]\(0\)">
                  <c:v>88000</c:v>
                </c:pt>
                <c:pt idx="777" formatCode="0_);[Red]\(0\)">
                  <c:v>88000</c:v>
                </c:pt>
                <c:pt idx="778" formatCode="0_);[Red]\(0\)">
                  <c:v>85000</c:v>
                </c:pt>
                <c:pt idx="779" formatCode="0_);[Red]\(0\)">
                  <c:v>85000</c:v>
                </c:pt>
                <c:pt idx="780" formatCode="0_);[Red]\(0\)">
                  <c:v>85000</c:v>
                </c:pt>
                <c:pt idx="781" formatCode="0_);[Red]\(0\)">
                  <c:v>85000</c:v>
                </c:pt>
                <c:pt idx="782" formatCode="0_);[Red]\(0\)">
                  <c:v>88000</c:v>
                </c:pt>
                <c:pt idx="783" formatCode="0_);[Red]\(0\)">
                  <c:v>88000</c:v>
                </c:pt>
                <c:pt idx="784" formatCode="0_);[Red]\(0\)">
                  <c:v>88000</c:v>
                </c:pt>
                <c:pt idx="785" formatCode="0_);[Red]\(0\)">
                  <c:v>90000</c:v>
                </c:pt>
                <c:pt idx="786" formatCode="0_);[Red]\(0\)">
                  <c:v>90000</c:v>
                </c:pt>
                <c:pt idx="787" formatCode="0_);[Red]\(0\)">
                  <c:v>90000</c:v>
                </c:pt>
                <c:pt idx="788" formatCode="0_);[Red]\(0\)">
                  <c:v>90000</c:v>
                </c:pt>
                <c:pt idx="789" formatCode="0_);[Red]\(0\)">
                  <c:v>90000</c:v>
                </c:pt>
                <c:pt idx="790" formatCode="0_);[Red]\(0\)">
                  <c:v>90000</c:v>
                </c:pt>
                <c:pt idx="791" formatCode="0_);[Red]\(0\)">
                  <c:v>90000</c:v>
                </c:pt>
                <c:pt idx="792" formatCode="0_);[Red]\(0\)">
                  <c:v>90000</c:v>
                </c:pt>
                <c:pt idx="793" formatCode="0_);[Red]\(0\)">
                  <c:v>90000</c:v>
                </c:pt>
                <c:pt idx="794" formatCode="0_);[Red]\(0\)">
                  <c:v>90000</c:v>
                </c:pt>
                <c:pt idx="795" formatCode="0_);[Red]\(0\)">
                  <c:v>90000</c:v>
                </c:pt>
                <c:pt idx="796" formatCode="0_);[Red]\(0\)">
                  <c:v>90000</c:v>
                </c:pt>
                <c:pt idx="797" formatCode="0_);[Red]\(0\)">
                  <c:v>90000</c:v>
                </c:pt>
                <c:pt idx="798" formatCode="0_);[Red]\(0\)">
                  <c:v>90000</c:v>
                </c:pt>
                <c:pt idx="799" formatCode="0_);[Red]\(0\)">
                  <c:v>88000</c:v>
                </c:pt>
                <c:pt idx="800" formatCode="0_);[Red]\(0\)">
                  <c:v>88000</c:v>
                </c:pt>
                <c:pt idx="801" formatCode="0_);[Red]\(0\)">
                  <c:v>88000</c:v>
                </c:pt>
                <c:pt idx="802" formatCode="0_);[Red]\(0\)">
                  <c:v>88000</c:v>
                </c:pt>
                <c:pt idx="803" formatCode="0_);[Red]\(0\)">
                  <c:v>92000</c:v>
                </c:pt>
                <c:pt idx="804" formatCode="0_);[Red]\(0\)">
                  <c:v>92000</c:v>
                </c:pt>
                <c:pt idx="805" formatCode="0_);[Red]\(0\)">
                  <c:v>92000</c:v>
                </c:pt>
                <c:pt idx="806" formatCode="0_);[Red]\(0\)">
                  <c:v>92000</c:v>
                </c:pt>
                <c:pt idx="807" formatCode="0_);[Red]\(0\)">
                  <c:v>92000</c:v>
                </c:pt>
                <c:pt idx="808" formatCode="0_);[Red]\(0\)">
                  <c:v>95000</c:v>
                </c:pt>
                <c:pt idx="809" formatCode="0_);[Red]\(0\)">
                  <c:v>95000</c:v>
                </c:pt>
                <c:pt idx="810" formatCode="0_);[Red]\(0\)">
                  <c:v>95000</c:v>
                </c:pt>
                <c:pt idx="811" formatCode="0_);[Red]\(0\)">
                  <c:v>95000</c:v>
                </c:pt>
                <c:pt idx="812" formatCode="0_);[Red]\(0\)">
                  <c:v>95000</c:v>
                </c:pt>
                <c:pt idx="813" formatCode="0_);[Red]\(0\)">
                  <c:v>100000</c:v>
                </c:pt>
                <c:pt idx="814" formatCode="0_);[Red]\(0\)">
                  <c:v>100000</c:v>
                </c:pt>
                <c:pt idx="815" formatCode="0_);[Red]\(0\)">
                  <c:v>100000</c:v>
                </c:pt>
                <c:pt idx="816" formatCode="0_);[Red]\(0\)">
                  <c:v>100000</c:v>
                </c:pt>
                <c:pt idx="817" formatCode="0_);[Red]\(0\)">
                  <c:v>100000</c:v>
                </c:pt>
                <c:pt idx="818" formatCode="0_);[Red]\(0\)">
                  <c:v>100000</c:v>
                </c:pt>
                <c:pt idx="819" formatCode="0_);[Red]\(0\)">
                  <c:v>100000</c:v>
                </c:pt>
                <c:pt idx="820" formatCode="0_);[Red]\(0\)">
                  <c:v>100000</c:v>
                </c:pt>
                <c:pt idx="821" formatCode="0_);[Red]\(0\)">
                  <c:v>100000</c:v>
                </c:pt>
                <c:pt idx="822" formatCode="0_);[Red]\(0\)">
                  <c:v>100000</c:v>
                </c:pt>
                <c:pt idx="823" formatCode="0_);[Red]\(0\)">
                  <c:v>100000</c:v>
                </c:pt>
                <c:pt idx="824" formatCode="0_);[Red]\(0\)">
                  <c:v>100000</c:v>
                </c:pt>
                <c:pt idx="825" formatCode="0_);[Red]\(0\)">
                  <c:v>100000</c:v>
                </c:pt>
                <c:pt idx="826" formatCode="0_);[Red]\(0\)">
                  <c:v>100000</c:v>
                </c:pt>
                <c:pt idx="827" formatCode="0_);[Red]\(0\)">
                  <c:v>100000</c:v>
                </c:pt>
                <c:pt idx="828" formatCode="0_);[Red]\(0\)">
                  <c:v>100000</c:v>
                </c:pt>
                <c:pt idx="829" formatCode="0_);[Red]\(0\)">
                  <c:v>100000</c:v>
                </c:pt>
                <c:pt idx="830" formatCode="0_);[Red]\(0\)">
                  <c:v>95000</c:v>
                </c:pt>
                <c:pt idx="831" formatCode="0_);[Red]\(0\)">
                  <c:v>95000</c:v>
                </c:pt>
                <c:pt idx="832" formatCode="0_);[Red]\(0\)">
                  <c:v>95000</c:v>
                </c:pt>
                <c:pt idx="833" formatCode="0_);[Red]\(0\)">
                  <c:v>95000</c:v>
                </c:pt>
                <c:pt idx="834" formatCode="0_);[Red]\(0\)">
                  <c:v>95000</c:v>
                </c:pt>
                <c:pt idx="835" formatCode="0_);[Red]\(0\)">
                  <c:v>95000</c:v>
                </c:pt>
                <c:pt idx="836" formatCode="0_);[Red]\(0\)">
                  <c:v>95000</c:v>
                </c:pt>
                <c:pt idx="837" formatCode="0_);[Red]\(0\)">
                  <c:v>95000</c:v>
                </c:pt>
                <c:pt idx="838" formatCode="0_);[Red]\(0\)">
                  <c:v>95000</c:v>
                </c:pt>
                <c:pt idx="839" formatCode="0_);[Red]\(0\)">
                  <c:v>95000</c:v>
                </c:pt>
                <c:pt idx="840" formatCode="0_);[Red]\(0\)">
                  <c:v>95000</c:v>
                </c:pt>
                <c:pt idx="841" formatCode="0_);[Red]\(0\)">
                  <c:v>95000</c:v>
                </c:pt>
                <c:pt idx="842" formatCode="0_);[Red]\(0\)">
                  <c:v>90000</c:v>
                </c:pt>
                <c:pt idx="843" formatCode="0_);[Red]\(0\)">
                  <c:v>90000</c:v>
                </c:pt>
                <c:pt idx="844" formatCode="0_);[Red]\(0\)">
                  <c:v>90000</c:v>
                </c:pt>
                <c:pt idx="845" formatCode="0_);[Red]\(0\)">
                  <c:v>90000</c:v>
                </c:pt>
                <c:pt idx="846" formatCode="0_);[Red]\(0\)">
                  <c:v>90000</c:v>
                </c:pt>
                <c:pt idx="847" formatCode="0_);[Red]\(0\)">
                  <c:v>90000</c:v>
                </c:pt>
                <c:pt idx="848" formatCode="0_);[Red]\(0\)">
                  <c:v>90000</c:v>
                </c:pt>
                <c:pt idx="849" formatCode="0_);[Red]\(0\)">
                  <c:v>90000</c:v>
                </c:pt>
                <c:pt idx="850" formatCode="0_);[Red]\(0\)">
                  <c:v>90000</c:v>
                </c:pt>
                <c:pt idx="851" formatCode="0_);[Red]\(0\)">
                  <c:v>90000</c:v>
                </c:pt>
                <c:pt idx="852" formatCode="0_);[Red]\(0\)">
                  <c:v>90000</c:v>
                </c:pt>
                <c:pt idx="853" formatCode="0_);[Red]\(0\)">
                  <c:v>90000</c:v>
                </c:pt>
                <c:pt idx="854" formatCode="0_);[Red]\(0\)">
                  <c:v>90000</c:v>
                </c:pt>
                <c:pt idx="855" formatCode="0_);[Red]\(0\)">
                  <c:v>92000</c:v>
                </c:pt>
                <c:pt idx="856" formatCode="0_);[Red]\(0\)">
                  <c:v>92000</c:v>
                </c:pt>
                <c:pt idx="857" formatCode="0_);[Red]\(0\)">
                  <c:v>92000</c:v>
                </c:pt>
                <c:pt idx="858" formatCode="0_);[Red]\(0\)">
                  <c:v>92000</c:v>
                </c:pt>
                <c:pt idx="859" formatCode="0_);[Red]\(0\)">
                  <c:v>92000</c:v>
                </c:pt>
                <c:pt idx="860" formatCode="0_);[Red]\(0\)">
                  <c:v>92000</c:v>
                </c:pt>
                <c:pt idx="861" formatCode="0_);[Red]\(0\)">
                  <c:v>92000</c:v>
                </c:pt>
                <c:pt idx="862" formatCode="0_);[Red]\(0\)">
                  <c:v>92000</c:v>
                </c:pt>
                <c:pt idx="863" formatCode="0_);[Red]\(0\)">
                  <c:v>92000</c:v>
                </c:pt>
                <c:pt idx="864" formatCode="0_);[Red]\(0\)">
                  <c:v>92000</c:v>
                </c:pt>
                <c:pt idx="865" formatCode="0_);[Red]\(0\)">
                  <c:v>92000</c:v>
                </c:pt>
                <c:pt idx="866" formatCode="0_);[Red]\(0\)">
                  <c:v>92000</c:v>
                </c:pt>
                <c:pt idx="867" formatCode="0_);[Red]\(0\)">
                  <c:v>92000</c:v>
                </c:pt>
                <c:pt idx="868" formatCode="0_);[Red]\(0\)">
                  <c:v>92000</c:v>
                </c:pt>
                <c:pt idx="869" formatCode="0_);[Red]\(0\)">
                  <c:v>92000</c:v>
                </c:pt>
                <c:pt idx="870" formatCode="0_);[Red]\(0\)">
                  <c:v>92000</c:v>
                </c:pt>
                <c:pt idx="871" formatCode="0_);[Red]\(0\)">
                  <c:v>92000</c:v>
                </c:pt>
                <c:pt idx="872" formatCode="0_);[Red]\(0\)">
                  <c:v>92000</c:v>
                </c:pt>
                <c:pt idx="873" formatCode="0_);[Red]\(0\)">
                  <c:v>92000</c:v>
                </c:pt>
                <c:pt idx="874" formatCode="0_);[Red]\(0\)">
                  <c:v>92000</c:v>
                </c:pt>
                <c:pt idx="875" formatCode="0_);[Red]\(0\)">
                  <c:v>92000</c:v>
                </c:pt>
                <c:pt idx="876" formatCode="0_);[Red]\(0\)">
                  <c:v>92000</c:v>
                </c:pt>
                <c:pt idx="877" formatCode="0_);[Red]\(0\)">
                  <c:v>92000</c:v>
                </c:pt>
                <c:pt idx="878" formatCode="0_);[Red]\(0\)">
                  <c:v>92000</c:v>
                </c:pt>
                <c:pt idx="879" formatCode="0_);[Red]\(0\)">
                  <c:v>93000</c:v>
                </c:pt>
                <c:pt idx="880" formatCode="0_);[Red]\(0\)">
                  <c:v>93000</c:v>
                </c:pt>
                <c:pt idx="881" formatCode="0_);[Red]\(0\)">
                  <c:v>93000</c:v>
                </c:pt>
                <c:pt idx="882" formatCode="0_);[Red]\(0\)">
                  <c:v>93000</c:v>
                </c:pt>
                <c:pt idx="883" formatCode="0_);[Red]\(0\)">
                  <c:v>93000</c:v>
                </c:pt>
                <c:pt idx="884" formatCode="0_);[Red]\(0\)">
                  <c:v>93000</c:v>
                </c:pt>
                <c:pt idx="885" formatCode="0_);[Red]\(0\)">
                  <c:v>93000</c:v>
                </c:pt>
                <c:pt idx="886" formatCode="0_);[Red]\(0\)">
                  <c:v>93000</c:v>
                </c:pt>
                <c:pt idx="887" formatCode="0_);[Red]\(0\)">
                  <c:v>93000</c:v>
                </c:pt>
                <c:pt idx="888" formatCode="0_);[Red]\(0\)">
                  <c:v>93000</c:v>
                </c:pt>
                <c:pt idx="889" formatCode="0_);[Red]\(0\)">
                  <c:v>93000</c:v>
                </c:pt>
                <c:pt idx="890" formatCode="0_);[Red]\(0\)">
                  <c:v>93000</c:v>
                </c:pt>
                <c:pt idx="891" formatCode="0_);[Red]\(0\)">
                  <c:v>93000</c:v>
                </c:pt>
                <c:pt idx="892" formatCode="0_);[Red]\(0\)">
                  <c:v>93000</c:v>
                </c:pt>
                <c:pt idx="893" formatCode="0_);[Red]\(0\)">
                  <c:v>93000</c:v>
                </c:pt>
                <c:pt idx="894" formatCode="0_);[Red]\(0\)">
                  <c:v>90000</c:v>
                </c:pt>
                <c:pt idx="895" formatCode="0_);[Red]\(0\)">
                  <c:v>90000</c:v>
                </c:pt>
                <c:pt idx="896" formatCode="0_);[Red]\(0\)">
                  <c:v>90000</c:v>
                </c:pt>
                <c:pt idx="897" formatCode="0_);[Red]\(0\)">
                  <c:v>90000</c:v>
                </c:pt>
                <c:pt idx="898" formatCode="0_);[Red]\(0\)">
                  <c:v>90000</c:v>
                </c:pt>
                <c:pt idx="899" formatCode="0_);[Red]\(0\)">
                  <c:v>90000</c:v>
                </c:pt>
                <c:pt idx="900" formatCode="0_);[Red]\(0\)">
                  <c:v>90000</c:v>
                </c:pt>
                <c:pt idx="901" formatCode="0_);[Red]\(0\)">
                  <c:v>90000</c:v>
                </c:pt>
                <c:pt idx="902" formatCode="0_);[Red]\(0\)">
                  <c:v>90000</c:v>
                </c:pt>
                <c:pt idx="903" formatCode="0_);[Red]\(0\)">
                  <c:v>90000</c:v>
                </c:pt>
                <c:pt idx="904" formatCode="0_);[Red]\(0\)">
                  <c:v>90000</c:v>
                </c:pt>
                <c:pt idx="905" formatCode="0_);[Red]\(0\)">
                  <c:v>90000</c:v>
                </c:pt>
                <c:pt idx="906" formatCode="0_);[Red]\(0\)">
                  <c:v>90000</c:v>
                </c:pt>
                <c:pt idx="907" formatCode="0_);[Red]\(0\)">
                  <c:v>90000</c:v>
                </c:pt>
                <c:pt idx="908" formatCode="0_);[Red]\(0\)">
                  <c:v>90000</c:v>
                </c:pt>
                <c:pt idx="909" formatCode="0_);[Red]\(0\)">
                  <c:v>90000</c:v>
                </c:pt>
                <c:pt idx="910" formatCode="0_);[Red]\(0\)">
                  <c:v>90000</c:v>
                </c:pt>
                <c:pt idx="911" formatCode="0_);[Red]\(0\)">
                  <c:v>90000</c:v>
                </c:pt>
                <c:pt idx="912" formatCode="0_);[Red]\(0\)">
                  <c:v>88500</c:v>
                </c:pt>
                <c:pt idx="913" formatCode="0_);[Red]\(0\)">
                  <c:v>88500</c:v>
                </c:pt>
                <c:pt idx="914" formatCode="0_);[Red]\(0\)">
                  <c:v>88500</c:v>
                </c:pt>
                <c:pt idx="915" formatCode="0_);[Red]\(0\)">
                  <c:v>88500</c:v>
                </c:pt>
                <c:pt idx="916" formatCode="0_);[Red]\(0\)">
                  <c:v>88500</c:v>
                </c:pt>
                <c:pt idx="917" formatCode="0_);[Red]\(0\)">
                  <c:v>88500</c:v>
                </c:pt>
                <c:pt idx="918" formatCode="0_);[Red]\(0\)">
                  <c:v>88500</c:v>
                </c:pt>
                <c:pt idx="919" formatCode="0_);[Red]\(0\)">
                  <c:v>88500</c:v>
                </c:pt>
                <c:pt idx="920" formatCode="0_);[Red]\(0\)">
                  <c:v>83000</c:v>
                </c:pt>
                <c:pt idx="921" formatCode="0_);[Red]\(0\)">
                  <c:v>83000</c:v>
                </c:pt>
                <c:pt idx="922" formatCode="0_);[Red]\(0\)">
                  <c:v>83000</c:v>
                </c:pt>
                <c:pt idx="923" formatCode="0_);[Red]\(0\)">
                  <c:v>83000</c:v>
                </c:pt>
                <c:pt idx="924" formatCode="0_);[Red]\(0\)">
                  <c:v>83000</c:v>
                </c:pt>
                <c:pt idx="925" formatCode="0_);[Red]\(0\)">
                  <c:v>80000</c:v>
                </c:pt>
                <c:pt idx="926" formatCode="0_);[Red]\(0\)">
                  <c:v>80000</c:v>
                </c:pt>
                <c:pt idx="927" formatCode="0_);[Red]\(0\)">
                  <c:v>80000</c:v>
                </c:pt>
                <c:pt idx="928" formatCode="0_);[Red]\(0\)">
                  <c:v>80000</c:v>
                </c:pt>
                <c:pt idx="929" formatCode="0_);[Red]\(0\)">
                  <c:v>80000</c:v>
                </c:pt>
                <c:pt idx="930" formatCode="0_);[Red]\(0\)">
                  <c:v>80000</c:v>
                </c:pt>
                <c:pt idx="931" formatCode="0_);[Red]\(0\)">
                  <c:v>80000</c:v>
                </c:pt>
                <c:pt idx="932" formatCode="0_);[Red]\(0\)">
                  <c:v>80000</c:v>
                </c:pt>
                <c:pt idx="933" formatCode="0_);[Red]\(0\)">
                  <c:v>80000</c:v>
                </c:pt>
                <c:pt idx="934" formatCode="0_);[Red]\(0\)">
                  <c:v>80000</c:v>
                </c:pt>
                <c:pt idx="935" formatCode="0_);[Red]\(0\)">
                  <c:v>80000</c:v>
                </c:pt>
                <c:pt idx="936" formatCode="0_);[Red]\(0\)">
                  <c:v>80000</c:v>
                </c:pt>
                <c:pt idx="937" formatCode="0_);[Red]\(0\)">
                  <c:v>80000</c:v>
                </c:pt>
                <c:pt idx="938" formatCode="0_);[Red]\(0\)">
                  <c:v>80000</c:v>
                </c:pt>
                <c:pt idx="939" formatCode="0_);[Red]\(0\)">
                  <c:v>80000</c:v>
                </c:pt>
                <c:pt idx="940" formatCode="0_);[Red]\(0\)">
                  <c:v>80000</c:v>
                </c:pt>
                <c:pt idx="941" formatCode="0_);[Red]\(0\)">
                  <c:v>80000</c:v>
                </c:pt>
                <c:pt idx="942" formatCode="0_);[Red]\(0\)">
                  <c:v>80000</c:v>
                </c:pt>
                <c:pt idx="943" formatCode="0_);[Red]\(0\)">
                  <c:v>75000</c:v>
                </c:pt>
                <c:pt idx="944" formatCode="0_);[Red]\(0\)">
                  <c:v>75000</c:v>
                </c:pt>
                <c:pt idx="945" formatCode="0_);[Red]\(0\)">
                  <c:v>75000</c:v>
                </c:pt>
                <c:pt idx="946" formatCode="0_);[Red]\(0\)">
                  <c:v>75000</c:v>
                </c:pt>
                <c:pt idx="947" formatCode="0_);[Red]\(0\)">
                  <c:v>75000</c:v>
                </c:pt>
                <c:pt idx="948" formatCode="0_);[Red]\(0\)">
                  <c:v>75000</c:v>
                </c:pt>
                <c:pt idx="949" formatCode="0_);[Red]\(0\)">
                  <c:v>75000</c:v>
                </c:pt>
                <c:pt idx="950" formatCode="0_);[Red]\(0\)">
                  <c:v>75000</c:v>
                </c:pt>
                <c:pt idx="951" formatCode="0_);[Red]\(0\)">
                  <c:v>75000</c:v>
                </c:pt>
                <c:pt idx="952" formatCode="0_);[Red]\(0\)">
                  <c:v>75000</c:v>
                </c:pt>
                <c:pt idx="953" formatCode="0_);[Red]\(0\)">
                  <c:v>75000</c:v>
                </c:pt>
                <c:pt idx="954" formatCode="0_);[Red]\(0\)">
                  <c:v>75000</c:v>
                </c:pt>
                <c:pt idx="955" formatCode="0_);[Red]\(0\)">
                  <c:v>75000</c:v>
                </c:pt>
                <c:pt idx="956" formatCode="0_);[Red]\(0\)">
                  <c:v>75000</c:v>
                </c:pt>
                <c:pt idx="957" formatCode="0_);[Red]\(0\)">
                  <c:v>75000</c:v>
                </c:pt>
                <c:pt idx="958" formatCode="0_);[Red]\(0\)">
                  <c:v>75000</c:v>
                </c:pt>
                <c:pt idx="959" formatCode="0_);[Red]\(0\)">
                  <c:v>75000</c:v>
                </c:pt>
                <c:pt idx="960" formatCode="0_);[Red]\(0\)">
                  <c:v>65000</c:v>
                </c:pt>
                <c:pt idx="961" formatCode="0_);[Red]\(0\)">
                  <c:v>65000</c:v>
                </c:pt>
                <c:pt idx="962" formatCode="0_);[Red]\(0\)">
                  <c:v>65000</c:v>
                </c:pt>
                <c:pt idx="963" formatCode="0_);[Red]\(0\)">
                  <c:v>65000</c:v>
                </c:pt>
                <c:pt idx="964" formatCode="0_);[Red]\(0\)">
                  <c:v>65000</c:v>
                </c:pt>
                <c:pt idx="965" formatCode="0_);[Red]\(0\)">
                  <c:v>65000</c:v>
                </c:pt>
                <c:pt idx="966" formatCode="0_);[Red]\(0\)">
                  <c:v>65000</c:v>
                </c:pt>
                <c:pt idx="967" formatCode="0_);[Red]\(0\)">
                  <c:v>65000</c:v>
                </c:pt>
                <c:pt idx="968" formatCode="0_);[Red]\(0\)">
                  <c:v>60000</c:v>
                </c:pt>
                <c:pt idx="969" formatCode="0_);[Red]\(0\)">
                  <c:v>60000</c:v>
                </c:pt>
                <c:pt idx="970" formatCode="0_);[Red]\(0\)">
                  <c:v>60000</c:v>
                </c:pt>
                <c:pt idx="971" formatCode="0_);[Red]\(0\)">
                  <c:v>60000</c:v>
                </c:pt>
                <c:pt idx="972" formatCode="0_);[Red]\(0\)">
                  <c:v>60000</c:v>
                </c:pt>
                <c:pt idx="973" formatCode="0_);[Red]\(0\)">
                  <c:v>60000</c:v>
                </c:pt>
                <c:pt idx="974" formatCode="0_);[Red]\(0\)">
                  <c:v>60000</c:v>
                </c:pt>
                <c:pt idx="975" formatCode="0_);[Red]\(0\)">
                  <c:v>60000</c:v>
                </c:pt>
                <c:pt idx="976" formatCode="0_);[Red]\(0\)">
                  <c:v>60000</c:v>
                </c:pt>
                <c:pt idx="977" formatCode="0_);[Red]\(0\)">
                  <c:v>55000</c:v>
                </c:pt>
                <c:pt idx="978" formatCode="0_);[Red]\(0\)">
                  <c:v>50000</c:v>
                </c:pt>
                <c:pt idx="979" formatCode="0_);[Red]\(0\)">
                  <c:v>50000</c:v>
                </c:pt>
                <c:pt idx="980" formatCode="0_);[Red]\(0\)">
                  <c:v>50000</c:v>
                </c:pt>
                <c:pt idx="981" formatCode="0_);[Red]\(0\)">
                  <c:v>45000</c:v>
                </c:pt>
                <c:pt idx="982" formatCode="0_);[Red]\(0\)">
                  <c:v>45000</c:v>
                </c:pt>
                <c:pt idx="983" formatCode="0_);[Red]\(0\)">
                  <c:v>45000</c:v>
                </c:pt>
                <c:pt idx="984" formatCode="0_);[Red]\(0\)">
                  <c:v>45000</c:v>
                </c:pt>
                <c:pt idx="985" formatCode="0_);[Red]\(0\)">
                  <c:v>45000</c:v>
                </c:pt>
                <c:pt idx="986" formatCode="0_);[Red]\(0\)">
                  <c:v>45000</c:v>
                </c:pt>
                <c:pt idx="987" formatCode="0_);[Red]\(0\)">
                  <c:v>45000</c:v>
                </c:pt>
                <c:pt idx="988" formatCode="0_);[Red]\(0\)">
                  <c:v>45000</c:v>
                </c:pt>
                <c:pt idx="989" formatCode="0_);[Red]\(0\)">
                  <c:v>45000</c:v>
                </c:pt>
                <c:pt idx="990" formatCode="0_);[Red]\(0\)">
                  <c:v>45000</c:v>
                </c:pt>
                <c:pt idx="991" formatCode="0_);[Red]\(0\)">
                  <c:v>45000</c:v>
                </c:pt>
                <c:pt idx="992" formatCode="0_);[Red]\(0\)">
                  <c:v>45000</c:v>
                </c:pt>
                <c:pt idx="993" formatCode="0_);[Red]\(0\)">
                  <c:v>45000</c:v>
                </c:pt>
                <c:pt idx="994" formatCode="0_);[Red]\(0\)">
                  <c:v>45000</c:v>
                </c:pt>
                <c:pt idx="995" formatCode="0_);[Red]\(0\)">
                  <c:v>32500</c:v>
                </c:pt>
                <c:pt idx="996" formatCode="0_);[Red]\(0\)">
                  <c:v>32500</c:v>
                </c:pt>
                <c:pt idx="997" formatCode="0_);[Red]\(0\)">
                  <c:v>32500</c:v>
                </c:pt>
                <c:pt idx="998" formatCode="0_);[Red]\(0\)">
                  <c:v>32500</c:v>
                </c:pt>
                <c:pt idx="999" formatCode="0_);[Red]\(0\)">
                  <c:v>34000</c:v>
                </c:pt>
                <c:pt idx="1000" formatCode="0_);[Red]\(0\)">
                  <c:v>34000</c:v>
                </c:pt>
                <c:pt idx="1001" formatCode="0_);[Red]\(0\)">
                  <c:v>34000</c:v>
                </c:pt>
                <c:pt idx="1002" formatCode="0_);[Red]\(0\)">
                  <c:v>34000</c:v>
                </c:pt>
                <c:pt idx="1003" formatCode="0_);[Red]\(0\)">
                  <c:v>34000</c:v>
                </c:pt>
                <c:pt idx="1004" formatCode="0_);[Red]\(0\)">
                  <c:v>34000</c:v>
                </c:pt>
                <c:pt idx="1005" formatCode="0_);[Red]\(0\)">
                  <c:v>34000</c:v>
                </c:pt>
                <c:pt idx="1006" formatCode="0_);[Red]\(0\)">
                  <c:v>34000</c:v>
                </c:pt>
                <c:pt idx="1007" formatCode="0_);[Red]\(0\)">
                  <c:v>34000</c:v>
                </c:pt>
                <c:pt idx="1008" formatCode="0_);[Red]\(0\)">
                  <c:v>34000</c:v>
                </c:pt>
                <c:pt idx="1009" formatCode="0_);[Red]\(0\)">
                  <c:v>34000</c:v>
                </c:pt>
                <c:pt idx="1010" formatCode="0_);[Red]\(0\)">
                  <c:v>34000</c:v>
                </c:pt>
                <c:pt idx="1011" formatCode="0_);[Red]\(0\)">
                  <c:v>34000</c:v>
                </c:pt>
                <c:pt idx="1012" formatCode="0_);[Red]\(0\)">
                  <c:v>34000</c:v>
                </c:pt>
                <c:pt idx="1013" formatCode="0_);[Red]\(0\)">
                  <c:v>34000</c:v>
                </c:pt>
                <c:pt idx="1014" formatCode="0_);[Red]\(0\)">
                  <c:v>34000</c:v>
                </c:pt>
                <c:pt idx="1015" formatCode="0_);[Red]\(0\)">
                  <c:v>34000</c:v>
                </c:pt>
                <c:pt idx="1016" formatCode="0_);[Red]\(0\)">
                  <c:v>34000</c:v>
                </c:pt>
                <c:pt idx="1017" formatCode="0_);[Red]\(0\)">
                  <c:v>34000</c:v>
                </c:pt>
                <c:pt idx="1018" formatCode="0_);[Red]\(0\)">
                  <c:v>34000</c:v>
                </c:pt>
                <c:pt idx="1019" formatCode="0_);[Red]\(0\)">
                  <c:v>34000</c:v>
                </c:pt>
                <c:pt idx="1020" formatCode="0_);[Red]\(0\)">
                  <c:v>34000</c:v>
                </c:pt>
                <c:pt idx="1021" formatCode="0_);[Red]\(0\)">
                  <c:v>34000</c:v>
                </c:pt>
                <c:pt idx="1022" formatCode="0_);[Red]\(0\)">
                  <c:v>34000</c:v>
                </c:pt>
                <c:pt idx="1023" formatCode="0_);[Red]\(0\)">
                  <c:v>34000</c:v>
                </c:pt>
                <c:pt idx="1024" formatCode="0_);[Red]\(0\)">
                  <c:v>34000</c:v>
                </c:pt>
                <c:pt idx="1025" formatCode="0_);[Red]\(0\)">
                  <c:v>31000</c:v>
                </c:pt>
                <c:pt idx="1026" formatCode="0_);[Red]\(0\)">
                  <c:v>31000</c:v>
                </c:pt>
                <c:pt idx="1027" formatCode="0_);[Red]\(0\)">
                  <c:v>31000</c:v>
                </c:pt>
                <c:pt idx="1028" formatCode="0_);[Red]\(0\)">
                  <c:v>31000</c:v>
                </c:pt>
                <c:pt idx="1029" formatCode="0_);[Red]\(0\)">
                  <c:v>31000</c:v>
                </c:pt>
                <c:pt idx="1030" formatCode="0_);[Red]\(0\)">
                  <c:v>31000</c:v>
                </c:pt>
                <c:pt idx="1031" formatCode="0_);[Red]\(0\)">
                  <c:v>30000</c:v>
                </c:pt>
                <c:pt idx="1032" formatCode="0_);[Red]\(0\)">
                  <c:v>30000</c:v>
                </c:pt>
                <c:pt idx="1033" formatCode="0_);[Red]\(0\)">
                  <c:v>30000</c:v>
                </c:pt>
                <c:pt idx="1034" formatCode="0_);[Red]\(0\)">
                  <c:v>27000</c:v>
                </c:pt>
                <c:pt idx="1035" formatCode="0_);[Red]\(0\)">
                  <c:v>27000</c:v>
                </c:pt>
                <c:pt idx="1036" formatCode="0_);[Red]\(0\)">
                  <c:v>27000</c:v>
                </c:pt>
                <c:pt idx="1037" formatCode="0_);[Red]\(0\)">
                  <c:v>27000</c:v>
                </c:pt>
                <c:pt idx="1038" formatCode="0_);[Red]\(0\)">
                  <c:v>27000</c:v>
                </c:pt>
                <c:pt idx="1039" formatCode="0_);[Red]\(0\)">
                  <c:v>27000</c:v>
                </c:pt>
                <c:pt idx="1040" formatCode="0_);[Red]\(0\)">
                  <c:v>26000</c:v>
                </c:pt>
                <c:pt idx="1041" formatCode="0_);[Red]\(0\)">
                  <c:v>26000</c:v>
                </c:pt>
                <c:pt idx="1042" formatCode="0_);[Red]\(0\)">
                  <c:v>26000</c:v>
                </c:pt>
                <c:pt idx="1043" formatCode="0_);[Red]\(0\)">
                  <c:v>26000</c:v>
                </c:pt>
                <c:pt idx="1044" formatCode="0_);[Red]\(0\)">
                  <c:v>26000</c:v>
                </c:pt>
                <c:pt idx="1045" formatCode="0_);[Red]\(0\)">
                  <c:v>26000</c:v>
                </c:pt>
                <c:pt idx="1046" formatCode="0_);[Red]\(0\)">
                  <c:v>26000</c:v>
                </c:pt>
                <c:pt idx="1047" formatCode="0_);[Red]\(0\)">
                  <c:v>26000</c:v>
                </c:pt>
                <c:pt idx="1048" formatCode="0_);[Red]\(0\)">
                  <c:v>26000</c:v>
                </c:pt>
                <c:pt idx="1049" formatCode="0_);[Red]\(0\)">
                  <c:v>26000</c:v>
                </c:pt>
                <c:pt idx="1050" formatCode="0_);[Red]\(0\)">
                  <c:v>26000</c:v>
                </c:pt>
                <c:pt idx="1051" formatCode="0_);[Red]\(0\)">
                  <c:v>26000</c:v>
                </c:pt>
                <c:pt idx="1052" formatCode="0_);[Red]\(0\)">
                  <c:v>26000</c:v>
                </c:pt>
                <c:pt idx="1053" formatCode="0_);[Red]\(0\)">
                  <c:v>26000</c:v>
                </c:pt>
                <c:pt idx="1054" formatCode="0_);[Red]\(0\)">
                  <c:v>25000</c:v>
                </c:pt>
                <c:pt idx="1055" formatCode="0_);[Red]\(0\)">
                  <c:v>24000</c:v>
                </c:pt>
                <c:pt idx="1056" formatCode="0_);[Red]\(0\)">
                  <c:v>24000</c:v>
                </c:pt>
                <c:pt idx="1057" formatCode="0_);[Red]\(0\)">
                  <c:v>24000</c:v>
                </c:pt>
                <c:pt idx="1058" formatCode="0_);[Red]\(0\)">
                  <c:v>24000</c:v>
                </c:pt>
                <c:pt idx="1059" formatCode="0_);[Red]\(0\)">
                  <c:v>24000</c:v>
                </c:pt>
                <c:pt idx="1060" formatCode="0_);[Red]\(0\)">
                  <c:v>24000</c:v>
                </c:pt>
                <c:pt idx="1061" formatCode="0_);[Red]\(0\)">
                  <c:v>24000</c:v>
                </c:pt>
                <c:pt idx="1062" formatCode="0_);[Red]\(0\)">
                  <c:v>24000</c:v>
                </c:pt>
                <c:pt idx="1063" formatCode="0_);[Red]\(0\)">
                  <c:v>24000</c:v>
                </c:pt>
                <c:pt idx="1064" formatCode="0_);[Red]\(0\)">
                  <c:v>24000</c:v>
                </c:pt>
                <c:pt idx="1065" formatCode="0_);[Red]\(0\)">
                  <c:v>24000</c:v>
                </c:pt>
                <c:pt idx="1066" formatCode="0_);[Red]\(0\)">
                  <c:v>24000</c:v>
                </c:pt>
                <c:pt idx="1067" formatCode="0_);[Red]\(0\)">
                  <c:v>24000</c:v>
                </c:pt>
                <c:pt idx="1068" formatCode="0_);[Red]\(0\)">
                  <c:v>24000</c:v>
                </c:pt>
                <c:pt idx="1069" formatCode="0_);[Red]\(0\)">
                  <c:v>24000</c:v>
                </c:pt>
                <c:pt idx="1070" formatCode="0_);[Red]\(0\)">
                  <c:v>24000</c:v>
                </c:pt>
                <c:pt idx="1071" formatCode="0_);[Red]\(0\)">
                  <c:v>24000</c:v>
                </c:pt>
                <c:pt idx="1072" formatCode="0_);[Red]\(0\)">
                  <c:v>24000</c:v>
                </c:pt>
                <c:pt idx="1073" formatCode="0_);[Red]\(0\)">
                  <c:v>24000</c:v>
                </c:pt>
                <c:pt idx="1074" formatCode="0_);[Red]\(0\)">
                  <c:v>24000</c:v>
                </c:pt>
                <c:pt idx="1075" formatCode="0_);[Red]\(0\)">
                  <c:v>23500</c:v>
                </c:pt>
                <c:pt idx="1076" formatCode="0_);[Red]\(0\)">
                  <c:v>23500</c:v>
                </c:pt>
                <c:pt idx="1077" formatCode="0_);[Red]\(0\)">
                  <c:v>23500</c:v>
                </c:pt>
                <c:pt idx="1078" formatCode="0_);[Red]\(0\)">
                  <c:v>23500</c:v>
                </c:pt>
                <c:pt idx="1079" formatCode="0_);[Red]\(0\)">
                  <c:v>23500</c:v>
                </c:pt>
                <c:pt idx="1080" formatCode="0_);[Red]\(0\)">
                  <c:v>23500</c:v>
                </c:pt>
                <c:pt idx="1081" formatCode="0_);[Red]\(0\)">
                  <c:v>23500</c:v>
                </c:pt>
                <c:pt idx="1082" formatCode="0_);[Red]\(0\)">
                  <c:v>23000</c:v>
                </c:pt>
                <c:pt idx="1083" formatCode="0_);[Red]\(0\)">
                  <c:v>23000</c:v>
                </c:pt>
                <c:pt idx="1084" formatCode="0_);[Red]\(0\)">
                  <c:v>23000</c:v>
                </c:pt>
                <c:pt idx="1085" formatCode="0_);[Red]\(0\)">
                  <c:v>23000</c:v>
                </c:pt>
                <c:pt idx="1086" formatCode="0_);[Red]\(0\)">
                  <c:v>23000</c:v>
                </c:pt>
                <c:pt idx="1087" formatCode="0_);[Red]\(0\)">
                  <c:v>23000</c:v>
                </c:pt>
                <c:pt idx="1088" formatCode="0_);[Red]\(0\)">
                  <c:v>23000</c:v>
                </c:pt>
                <c:pt idx="1089" formatCode="0_);[Red]\(0\)">
                  <c:v>23000</c:v>
                </c:pt>
                <c:pt idx="1090" formatCode="0_);[Red]\(0\)">
                  <c:v>23000</c:v>
                </c:pt>
                <c:pt idx="1091" formatCode="0_);[Red]\(0\)">
                  <c:v>23000</c:v>
                </c:pt>
                <c:pt idx="1092" formatCode="0_);[Red]\(0\)">
                  <c:v>23000</c:v>
                </c:pt>
                <c:pt idx="1093" formatCode="0_);[Red]\(0\)">
                  <c:v>22000</c:v>
                </c:pt>
                <c:pt idx="1094" formatCode="0_);[Red]\(0\)">
                  <c:v>22000</c:v>
                </c:pt>
                <c:pt idx="1095" formatCode="0_);[Red]\(0\)">
                  <c:v>22000</c:v>
                </c:pt>
                <c:pt idx="1096" formatCode="0_);[Red]\(0\)">
                  <c:v>22000</c:v>
                </c:pt>
                <c:pt idx="1097" formatCode="0_);[Red]\(0\)">
                  <c:v>22000</c:v>
                </c:pt>
                <c:pt idx="1098" formatCode="0_);[Red]\(0\)">
                  <c:v>22000</c:v>
                </c:pt>
                <c:pt idx="1099" formatCode="0_);[Red]\(0\)">
                  <c:v>22000</c:v>
                </c:pt>
                <c:pt idx="1100" formatCode="0_);[Red]\(0\)">
                  <c:v>21500</c:v>
                </c:pt>
                <c:pt idx="1101" formatCode="0_);[Red]\(0\)">
                  <c:v>21500</c:v>
                </c:pt>
                <c:pt idx="1102" formatCode="0_);[Red]\(0\)">
                  <c:v>21500</c:v>
                </c:pt>
                <c:pt idx="1103" formatCode="0_);[Red]\(0\)">
                  <c:v>21500</c:v>
                </c:pt>
                <c:pt idx="1104" formatCode="0_);[Red]\(0\)">
                  <c:v>21500</c:v>
                </c:pt>
                <c:pt idx="1105" formatCode="0_);[Red]\(0\)">
                  <c:v>21500</c:v>
                </c:pt>
                <c:pt idx="1106" formatCode="0_);[Red]\(0\)">
                  <c:v>21500</c:v>
                </c:pt>
                <c:pt idx="1107" formatCode="0_);[Red]\(0\)">
                  <c:v>21500</c:v>
                </c:pt>
                <c:pt idx="1108" formatCode="0_);[Red]\(0\)">
                  <c:v>21500</c:v>
                </c:pt>
                <c:pt idx="1109" formatCode="0_);[Red]\(0\)">
                  <c:v>21500</c:v>
                </c:pt>
                <c:pt idx="1110" formatCode="0_);[Red]\(0\)">
                  <c:v>21500</c:v>
                </c:pt>
                <c:pt idx="1111" formatCode="0_);[Red]\(0\)">
                  <c:v>21500</c:v>
                </c:pt>
                <c:pt idx="1112" formatCode="0_);[Red]\(0\)">
                  <c:v>21500</c:v>
                </c:pt>
                <c:pt idx="1113" formatCode="0_);[Red]\(0\)">
                  <c:v>21500</c:v>
                </c:pt>
                <c:pt idx="1114" formatCode="0_);[Red]\(0\)">
                  <c:v>21500</c:v>
                </c:pt>
                <c:pt idx="1115" formatCode="0_);[Red]\(0\)">
                  <c:v>21500</c:v>
                </c:pt>
                <c:pt idx="1116" formatCode="0_);[Red]\(0\)">
                  <c:v>21500</c:v>
                </c:pt>
                <c:pt idx="1117" formatCode="0_);[Red]\(0\)">
                  <c:v>21500</c:v>
                </c:pt>
                <c:pt idx="1118" formatCode="0_);[Red]\(0\)">
                  <c:v>21500</c:v>
                </c:pt>
                <c:pt idx="1119" formatCode="0_);[Red]\(0\)">
                  <c:v>21500</c:v>
                </c:pt>
                <c:pt idx="1120" formatCode="0_);[Red]\(0\)">
                  <c:v>21500</c:v>
                </c:pt>
                <c:pt idx="1121" formatCode="0_);[Red]\(0\)">
                  <c:v>21500</c:v>
                </c:pt>
                <c:pt idx="1122" formatCode="0_);[Red]\(0\)">
                  <c:v>21500</c:v>
                </c:pt>
                <c:pt idx="1123" formatCode="0_);[Red]\(0\)">
                  <c:v>21500</c:v>
                </c:pt>
                <c:pt idx="1124" formatCode="0_);[Red]\(0\)">
                  <c:v>21500</c:v>
                </c:pt>
                <c:pt idx="1125" formatCode="0_);[Red]\(0\)">
                  <c:v>21500</c:v>
                </c:pt>
                <c:pt idx="1126" formatCode="0_);[Red]\(0\)">
                  <c:v>21500</c:v>
                </c:pt>
                <c:pt idx="1127" formatCode="0_);[Red]\(0\)">
                  <c:v>21500</c:v>
                </c:pt>
                <c:pt idx="1128" formatCode="0_);[Red]\(0\)">
                  <c:v>22000</c:v>
                </c:pt>
                <c:pt idx="1129" formatCode="0_);[Red]\(0\)">
                  <c:v>23500</c:v>
                </c:pt>
                <c:pt idx="1130" formatCode="0_);[Red]\(0\)">
                  <c:v>23500</c:v>
                </c:pt>
                <c:pt idx="1131" formatCode="0_);[Red]\(0\)">
                  <c:v>23500</c:v>
                </c:pt>
                <c:pt idx="1132" formatCode="0_);[Red]\(0\)">
                  <c:v>23500</c:v>
                </c:pt>
                <c:pt idx="1133" formatCode="0_);[Red]\(0\)">
                  <c:v>23500</c:v>
                </c:pt>
                <c:pt idx="1134" formatCode="0_);[Red]\(0\)">
                  <c:v>23500</c:v>
                </c:pt>
                <c:pt idx="1135" formatCode="0_);[Red]\(0\)">
                  <c:v>23500</c:v>
                </c:pt>
                <c:pt idx="1136" formatCode="0_);[Red]\(0\)">
                  <c:v>23500</c:v>
                </c:pt>
                <c:pt idx="1137" formatCode="0_);[Red]\(0\)">
                  <c:v>23500</c:v>
                </c:pt>
                <c:pt idx="1138" formatCode="0_);[Red]\(0\)">
                  <c:v>23500</c:v>
                </c:pt>
                <c:pt idx="1139" formatCode="0_);[Red]\(0\)">
                  <c:v>24000</c:v>
                </c:pt>
                <c:pt idx="1140" formatCode="0_);[Red]\(0\)">
                  <c:v>24000</c:v>
                </c:pt>
                <c:pt idx="1141" formatCode="0_);[Red]\(0\)">
                  <c:v>24000</c:v>
                </c:pt>
                <c:pt idx="1142" formatCode="0_);[Red]\(0\)">
                  <c:v>24000</c:v>
                </c:pt>
                <c:pt idx="1143" formatCode="0_);[Red]\(0\)">
                  <c:v>24000</c:v>
                </c:pt>
                <c:pt idx="1144" formatCode="0_);[Red]\(0\)">
                  <c:v>24000</c:v>
                </c:pt>
                <c:pt idx="1145" formatCode="0_);[Red]\(0\)">
                  <c:v>24000</c:v>
                </c:pt>
                <c:pt idx="1146" formatCode="0_);[Red]\(0\)">
                  <c:v>25000</c:v>
                </c:pt>
                <c:pt idx="1147" formatCode="0_);[Red]\(0\)">
                  <c:v>25000</c:v>
                </c:pt>
                <c:pt idx="1148" formatCode="0_);[Red]\(0\)">
                  <c:v>25000</c:v>
                </c:pt>
                <c:pt idx="1149" formatCode="0_);[Red]\(0\)">
                  <c:v>26000</c:v>
                </c:pt>
                <c:pt idx="1150" formatCode="0_);[Red]\(0\)">
                  <c:v>26000</c:v>
                </c:pt>
                <c:pt idx="1151" formatCode="0_);[Red]\(0\)">
                  <c:v>26000</c:v>
                </c:pt>
                <c:pt idx="1152" formatCode="0_);[Red]\(0\)">
                  <c:v>27000</c:v>
                </c:pt>
                <c:pt idx="1153" formatCode="0_);[Red]\(0\)">
                  <c:v>27000</c:v>
                </c:pt>
                <c:pt idx="1154" formatCode="0_);[Red]\(0\)">
                  <c:v>27000</c:v>
                </c:pt>
                <c:pt idx="1155" formatCode="0_);[Red]\(0\)">
                  <c:v>27000</c:v>
                </c:pt>
                <c:pt idx="1156" formatCode="0_);[Red]\(0\)">
                  <c:v>28000</c:v>
                </c:pt>
                <c:pt idx="1157" formatCode="0_);[Red]\(0\)">
                  <c:v>28000</c:v>
                </c:pt>
                <c:pt idx="1158" formatCode="0_);[Red]\(0\)">
                  <c:v>28500</c:v>
                </c:pt>
                <c:pt idx="1159" formatCode="0_);[Red]\(0\)">
                  <c:v>28500</c:v>
                </c:pt>
                <c:pt idx="1160" formatCode="0_);[Red]\(0\)">
                  <c:v>28500</c:v>
                </c:pt>
                <c:pt idx="1161" formatCode="0_);[Red]\(0\)">
                  <c:v>28500</c:v>
                </c:pt>
                <c:pt idx="1162" formatCode="0_);[Red]\(0\)">
                  <c:v>28500</c:v>
                </c:pt>
                <c:pt idx="1163" formatCode="0_);[Red]\(0\)">
                  <c:v>28500</c:v>
                </c:pt>
                <c:pt idx="1164" formatCode="0_);[Red]\(0\)">
                  <c:v>28500</c:v>
                </c:pt>
                <c:pt idx="1165" formatCode="0_);[Red]\(0\)">
                  <c:v>28500</c:v>
                </c:pt>
                <c:pt idx="1166" formatCode="0_);[Red]\(0\)">
                  <c:v>28500</c:v>
                </c:pt>
                <c:pt idx="1167" formatCode="0_);[Red]\(0\)">
                  <c:v>29500</c:v>
                </c:pt>
                <c:pt idx="1168" formatCode="0_);[Red]\(0\)">
                  <c:v>29500</c:v>
                </c:pt>
                <c:pt idx="1169" formatCode="0_);[Red]\(0\)">
                  <c:v>29500</c:v>
                </c:pt>
                <c:pt idx="1170" formatCode="0_);[Red]\(0\)">
                  <c:v>29500</c:v>
                </c:pt>
                <c:pt idx="1171" formatCode="0_);[Red]\(0\)">
                  <c:v>29500</c:v>
                </c:pt>
                <c:pt idx="1172" formatCode="0_);[Red]\(0\)">
                  <c:v>29500</c:v>
                </c:pt>
                <c:pt idx="1173" formatCode="0_);[Red]\(0\)">
                  <c:v>28500</c:v>
                </c:pt>
                <c:pt idx="1174" formatCode="0_);[Red]\(0\)">
                  <c:v>28500</c:v>
                </c:pt>
                <c:pt idx="1175" formatCode="0_);[Red]\(0\)">
                  <c:v>28500</c:v>
                </c:pt>
                <c:pt idx="1176" formatCode="0_);[Red]\(0\)">
                  <c:v>28500</c:v>
                </c:pt>
                <c:pt idx="1177" formatCode="0_);[Red]\(0\)">
                  <c:v>28500</c:v>
                </c:pt>
                <c:pt idx="1178" formatCode="0_);[Red]\(0\)">
                  <c:v>29500</c:v>
                </c:pt>
                <c:pt idx="1179" formatCode="0_);[Red]\(0\)">
                  <c:v>29500</c:v>
                </c:pt>
                <c:pt idx="1180" formatCode="0_);[Red]\(0\)">
                  <c:v>29500</c:v>
                </c:pt>
                <c:pt idx="1181" formatCode="0_);[Red]\(0\)">
                  <c:v>29500</c:v>
                </c:pt>
                <c:pt idx="1182" formatCode="0_);[Red]\(0\)">
                  <c:v>29500</c:v>
                </c:pt>
                <c:pt idx="1183" formatCode="0_);[Red]\(0\)">
                  <c:v>29500</c:v>
                </c:pt>
                <c:pt idx="1184" formatCode="0_);[Red]\(0\)">
                  <c:v>28500</c:v>
                </c:pt>
                <c:pt idx="1185" formatCode="0_);[Red]\(0\)">
                  <c:v>28000</c:v>
                </c:pt>
                <c:pt idx="1186" formatCode="0_);[Red]\(0\)">
                  <c:v>26500</c:v>
                </c:pt>
                <c:pt idx="1187" formatCode="0_);[Red]\(0\)">
                  <c:v>26500</c:v>
                </c:pt>
                <c:pt idx="1188" formatCode="0_);[Red]\(0\)">
                  <c:v>26500</c:v>
                </c:pt>
                <c:pt idx="1189" formatCode="0_);[Red]\(0\)">
                  <c:v>26500</c:v>
                </c:pt>
                <c:pt idx="1190" formatCode="0_);[Red]\(0\)">
                  <c:v>26500</c:v>
                </c:pt>
                <c:pt idx="1191" formatCode="0_);[Red]\(0\)">
                  <c:v>26500</c:v>
                </c:pt>
                <c:pt idx="1192" formatCode="0_);[Red]\(0\)">
                  <c:v>25500</c:v>
                </c:pt>
                <c:pt idx="1193" formatCode="0_);[Red]\(0\)">
                  <c:v>25000</c:v>
                </c:pt>
                <c:pt idx="1194" formatCode="0_);[Red]\(0\)">
                  <c:v>25000</c:v>
                </c:pt>
                <c:pt idx="1195" formatCode="0_);[Red]\(0\)">
                  <c:v>25000</c:v>
                </c:pt>
                <c:pt idx="1196" formatCode="0_);[Red]\(0\)">
                  <c:v>25000</c:v>
                </c:pt>
                <c:pt idx="1197" formatCode="0_);[Red]\(0\)">
                  <c:v>25000</c:v>
                </c:pt>
                <c:pt idx="1198" formatCode="0_);[Red]\(0\)">
                  <c:v>25000</c:v>
                </c:pt>
                <c:pt idx="1199" formatCode="0_);[Red]\(0\)">
                  <c:v>25000</c:v>
                </c:pt>
                <c:pt idx="1200" formatCode="0_);[Red]\(0\)">
                  <c:v>25000</c:v>
                </c:pt>
                <c:pt idx="1201" formatCode="0_);[Red]\(0\)">
                  <c:v>25000</c:v>
                </c:pt>
                <c:pt idx="1202" formatCode="0_);[Red]\(0\)">
                  <c:v>25000</c:v>
                </c:pt>
                <c:pt idx="1203" formatCode="0_);[Red]\(0\)">
                  <c:v>25000</c:v>
                </c:pt>
                <c:pt idx="1204" formatCode="0_);[Red]\(0\)">
                  <c:v>25000</c:v>
                </c:pt>
                <c:pt idx="1205" formatCode="0_);[Red]\(0\)">
                  <c:v>25500</c:v>
                </c:pt>
                <c:pt idx="1206" formatCode="0_);[Red]\(0\)">
                  <c:v>25500</c:v>
                </c:pt>
                <c:pt idx="1207" formatCode="0_);[Red]\(0\)">
                  <c:v>25500</c:v>
                </c:pt>
                <c:pt idx="1208" formatCode="0_);[Red]\(0\)">
                  <c:v>25500</c:v>
                </c:pt>
                <c:pt idx="1209" formatCode="0_);[Red]\(0\)">
                  <c:v>25500</c:v>
                </c:pt>
                <c:pt idx="1210" formatCode="0_);[Red]\(0\)">
                  <c:v>25500</c:v>
                </c:pt>
                <c:pt idx="1211" formatCode="0_);[Red]\(0\)">
                  <c:v>25500</c:v>
                </c:pt>
                <c:pt idx="1212" formatCode="0_);[Red]\(0\)">
                  <c:v>25500</c:v>
                </c:pt>
                <c:pt idx="1213" formatCode="0_);[Red]\(0\)">
                  <c:v>25500</c:v>
                </c:pt>
                <c:pt idx="1214" formatCode="0_);[Red]\(0\)">
                  <c:v>25000</c:v>
                </c:pt>
                <c:pt idx="1215" formatCode="0_);[Red]\(0\)">
                  <c:v>25000</c:v>
                </c:pt>
                <c:pt idx="1216" formatCode="0_);[Red]\(0\)">
                  <c:v>25000</c:v>
                </c:pt>
                <c:pt idx="1217" formatCode="0_);[Red]\(0\)">
                  <c:v>25000</c:v>
                </c:pt>
                <c:pt idx="1218" formatCode="0_);[Red]\(0\)">
                  <c:v>25000</c:v>
                </c:pt>
                <c:pt idx="1219" formatCode="0_);[Red]\(0\)">
                  <c:v>25000</c:v>
                </c:pt>
                <c:pt idx="1220" formatCode="0_);[Red]\(0\)">
                  <c:v>25000</c:v>
                </c:pt>
                <c:pt idx="1221" formatCode="0_);[Red]\(0\)">
                  <c:v>25000</c:v>
                </c:pt>
                <c:pt idx="1222" formatCode="0_);[Red]\(0\)">
                  <c:v>25000</c:v>
                </c:pt>
                <c:pt idx="1223" formatCode="0_);[Red]\(0\)">
                  <c:v>22500</c:v>
                </c:pt>
                <c:pt idx="1224" formatCode="0_);[Red]\(0\)">
                  <c:v>22500</c:v>
                </c:pt>
                <c:pt idx="1225" formatCode="0_);[Red]\(0\)">
                  <c:v>22500</c:v>
                </c:pt>
                <c:pt idx="1226" formatCode="0_);[Red]\(0\)">
                  <c:v>22500</c:v>
                </c:pt>
                <c:pt idx="1227" formatCode="0_);[Red]\(0\)">
                  <c:v>22500</c:v>
                </c:pt>
                <c:pt idx="1228" formatCode="0_);[Red]\(0\)">
                  <c:v>22500</c:v>
                </c:pt>
                <c:pt idx="1229" formatCode="0_);[Red]\(0\)">
                  <c:v>22500</c:v>
                </c:pt>
                <c:pt idx="1230" formatCode="0_);[Red]\(0\)">
                  <c:v>22500</c:v>
                </c:pt>
                <c:pt idx="1231" formatCode="0_);[Red]\(0\)">
                  <c:v>22500</c:v>
                </c:pt>
                <c:pt idx="1232" formatCode="0_);[Red]\(0\)">
                  <c:v>22500</c:v>
                </c:pt>
                <c:pt idx="1233" formatCode="0_);[Red]\(0\)">
                  <c:v>22500</c:v>
                </c:pt>
                <c:pt idx="1234" formatCode="0_);[Red]\(0\)">
                  <c:v>22500</c:v>
                </c:pt>
                <c:pt idx="1235" formatCode="0_);[Red]\(0\)">
                  <c:v>22500</c:v>
                </c:pt>
                <c:pt idx="1236" formatCode="0_);[Red]\(0\)">
                  <c:v>22500</c:v>
                </c:pt>
                <c:pt idx="1237" formatCode="0_);[Red]\(0\)">
                  <c:v>22500</c:v>
                </c:pt>
                <c:pt idx="1238" formatCode="0_);[Red]\(0\)">
                  <c:v>22500</c:v>
                </c:pt>
                <c:pt idx="1239" formatCode="0_);[Red]\(0\)">
                  <c:v>22500</c:v>
                </c:pt>
                <c:pt idx="1240" formatCode="0_);[Red]\(0\)">
                  <c:v>22500</c:v>
                </c:pt>
                <c:pt idx="1241" formatCode="0_);[Red]\(0\)">
                  <c:v>22500</c:v>
                </c:pt>
                <c:pt idx="1242" formatCode="0_);[Red]\(0\)">
                  <c:v>22500</c:v>
                </c:pt>
                <c:pt idx="1243" formatCode="0_);[Red]\(0\)">
                  <c:v>22500</c:v>
                </c:pt>
                <c:pt idx="1244" formatCode="0_);[Red]\(0\)">
                  <c:v>21000</c:v>
                </c:pt>
                <c:pt idx="1245" formatCode="0_);[Red]\(0\)">
                  <c:v>21000</c:v>
                </c:pt>
                <c:pt idx="1246" formatCode="0_);[Red]\(0\)">
                  <c:v>21000</c:v>
                </c:pt>
                <c:pt idx="1247" formatCode="0_);[Red]\(0\)">
                  <c:v>21000</c:v>
                </c:pt>
                <c:pt idx="1248" formatCode="0_);[Red]\(0\)">
                  <c:v>21000</c:v>
                </c:pt>
                <c:pt idx="1249" formatCode="0_);[Red]\(0\)">
                  <c:v>21000</c:v>
                </c:pt>
                <c:pt idx="1250" formatCode="0_);[Red]\(0\)">
                  <c:v>21000</c:v>
                </c:pt>
                <c:pt idx="1251" formatCode="0_);[Red]\(0\)">
                  <c:v>21000</c:v>
                </c:pt>
                <c:pt idx="1252" formatCode="0_);[Red]\(0\)">
                  <c:v>21000</c:v>
                </c:pt>
                <c:pt idx="1253" formatCode="0_);[Red]\(0\)">
                  <c:v>21000</c:v>
                </c:pt>
                <c:pt idx="1254" formatCode="0_);[Red]\(0\)">
                  <c:v>21000</c:v>
                </c:pt>
                <c:pt idx="1255" formatCode="0_);[Red]\(0\)">
                  <c:v>21000</c:v>
                </c:pt>
                <c:pt idx="1256" formatCode="0_);[Red]\(0\)">
                  <c:v>21000</c:v>
                </c:pt>
                <c:pt idx="1257" formatCode="0_);[Red]\(0\)">
                  <c:v>21000</c:v>
                </c:pt>
                <c:pt idx="1258" formatCode="0_);[Red]\(0\)">
                  <c:v>21000</c:v>
                </c:pt>
                <c:pt idx="1259" formatCode="0_);[Red]\(0\)">
                  <c:v>21000</c:v>
                </c:pt>
                <c:pt idx="1260" formatCode="0_);[Red]\(0\)">
                  <c:v>21000</c:v>
                </c:pt>
                <c:pt idx="1261" formatCode="0_);[Red]\(0\)">
                  <c:v>21000</c:v>
                </c:pt>
                <c:pt idx="1262" formatCode="0_);[Red]\(0\)">
                  <c:v>21000</c:v>
                </c:pt>
                <c:pt idx="1263" formatCode="0_);[Red]\(0\)">
                  <c:v>21000</c:v>
                </c:pt>
                <c:pt idx="1264" formatCode="0_);[Red]\(0\)">
                  <c:v>21000</c:v>
                </c:pt>
                <c:pt idx="1265" formatCode="0_);[Red]\(0\)">
                  <c:v>21000</c:v>
                </c:pt>
                <c:pt idx="1266" formatCode="0_);[Red]\(0\)">
                  <c:v>21000</c:v>
                </c:pt>
                <c:pt idx="1267" formatCode="0_);[Red]\(0\)">
                  <c:v>21000</c:v>
                </c:pt>
                <c:pt idx="1268" formatCode="0_);[Red]\(0\)">
                  <c:v>21000</c:v>
                </c:pt>
                <c:pt idx="1269" formatCode="0_);[Red]\(0\)">
                  <c:v>20500</c:v>
                </c:pt>
                <c:pt idx="1270" formatCode="0_);[Red]\(0\)">
                  <c:v>20500</c:v>
                </c:pt>
                <c:pt idx="1271" formatCode="0_);[Red]\(0\)">
                  <c:v>20500</c:v>
                </c:pt>
                <c:pt idx="1272" formatCode="0_);[Red]\(0\)">
                  <c:v>20500</c:v>
                </c:pt>
                <c:pt idx="1273" formatCode="0_);[Red]\(0\)">
                  <c:v>20500</c:v>
                </c:pt>
                <c:pt idx="1274" formatCode="0_);[Red]\(0\)">
                  <c:v>20500</c:v>
                </c:pt>
                <c:pt idx="1275" formatCode="0_);[Red]\(0\)">
                  <c:v>20500</c:v>
                </c:pt>
                <c:pt idx="1276" formatCode="0_);[Red]\(0\)">
                  <c:v>20500</c:v>
                </c:pt>
                <c:pt idx="1277" formatCode="0_);[Red]\(0\)">
                  <c:v>20500</c:v>
                </c:pt>
                <c:pt idx="1278" formatCode="0_);[Red]\(0\)">
                  <c:v>20500</c:v>
                </c:pt>
                <c:pt idx="1279" formatCode="0_);[Red]\(0\)">
                  <c:v>20500</c:v>
                </c:pt>
                <c:pt idx="1280" formatCode="0_);[Red]\(0\)">
                  <c:v>20500</c:v>
                </c:pt>
                <c:pt idx="1281" formatCode="0_);[Red]\(0\)">
                  <c:v>20500</c:v>
                </c:pt>
                <c:pt idx="1282" formatCode="0_);[Red]\(0\)">
                  <c:v>20500</c:v>
                </c:pt>
                <c:pt idx="1283" formatCode="0_);[Red]\(0\)">
                  <c:v>20500</c:v>
                </c:pt>
                <c:pt idx="1284" formatCode="0_);[Red]\(0\)">
                  <c:v>20500</c:v>
                </c:pt>
                <c:pt idx="1285" formatCode="0_);[Red]\(0\)">
                  <c:v>20500</c:v>
                </c:pt>
                <c:pt idx="1286" formatCode="0_);[Red]\(0\)">
                  <c:v>20500</c:v>
                </c:pt>
                <c:pt idx="1287" formatCode="0_);[Red]\(0\)">
                  <c:v>20500</c:v>
                </c:pt>
                <c:pt idx="1288" formatCode="0_);[Red]\(0\)">
                  <c:v>20500</c:v>
                </c:pt>
                <c:pt idx="1289" formatCode="0_);[Red]\(0\)">
                  <c:v>20500</c:v>
                </c:pt>
                <c:pt idx="1290" formatCode="0_);[Red]\(0\)">
                  <c:v>20500</c:v>
                </c:pt>
                <c:pt idx="1291" formatCode="0_);[Red]\(0\)">
                  <c:v>20500</c:v>
                </c:pt>
                <c:pt idx="1292" formatCode="0_);[Red]\(0\)">
                  <c:v>20500</c:v>
                </c:pt>
                <c:pt idx="1293" formatCode="0_);[Red]\(0\)">
                  <c:v>20500</c:v>
                </c:pt>
                <c:pt idx="1294" formatCode="0_);[Red]\(0\)">
                  <c:v>20500</c:v>
                </c:pt>
                <c:pt idx="1295" formatCode="0_);[Red]\(0\)">
                  <c:v>20500</c:v>
                </c:pt>
                <c:pt idx="1296" formatCode="0_);[Red]\(0\)">
                  <c:v>20500</c:v>
                </c:pt>
                <c:pt idx="1297" formatCode="0_);[Red]\(0\)">
                  <c:v>20500</c:v>
                </c:pt>
                <c:pt idx="1298" formatCode="0_);[Red]\(0\)">
                  <c:v>20500</c:v>
                </c:pt>
                <c:pt idx="1299" formatCode="0_);[Red]\(0\)">
                  <c:v>20500</c:v>
                </c:pt>
                <c:pt idx="1300" formatCode="0_);[Red]\(0\)">
                  <c:v>20500</c:v>
                </c:pt>
                <c:pt idx="1301" formatCode="0_);[Red]\(0\)">
                  <c:v>20500</c:v>
                </c:pt>
                <c:pt idx="1302" formatCode="0_);[Red]\(0\)">
                  <c:v>20500</c:v>
                </c:pt>
                <c:pt idx="1303" formatCode="0_);[Red]\(0\)">
                  <c:v>20500</c:v>
                </c:pt>
                <c:pt idx="1304" formatCode="0_);[Red]\(0\)">
                  <c:v>20500</c:v>
                </c:pt>
                <c:pt idx="1305" formatCode="0_);[Red]\(0\)">
                  <c:v>20500</c:v>
                </c:pt>
                <c:pt idx="1306" formatCode="0_);[Red]\(0\)">
                  <c:v>20500</c:v>
                </c:pt>
                <c:pt idx="1307" formatCode="0_);[Red]\(0\)">
                  <c:v>20500</c:v>
                </c:pt>
                <c:pt idx="1308" formatCode="0_);[Red]\(0\)">
                  <c:v>20500</c:v>
                </c:pt>
                <c:pt idx="1309" formatCode="0_);[Red]\(0\)">
                  <c:v>20500</c:v>
                </c:pt>
                <c:pt idx="1310" formatCode="0_);[Red]\(0\)">
                  <c:v>20500</c:v>
                </c:pt>
                <c:pt idx="1311" formatCode="0_);[Red]\(0\)">
                  <c:v>20500</c:v>
                </c:pt>
                <c:pt idx="1312" formatCode="0_);[Red]\(0\)">
                  <c:v>20500</c:v>
                </c:pt>
                <c:pt idx="1313" formatCode="0_);[Red]\(0\)">
                  <c:v>20500</c:v>
                </c:pt>
                <c:pt idx="1314" formatCode="0_);[Red]\(0\)">
                  <c:v>20500</c:v>
                </c:pt>
                <c:pt idx="1315" formatCode="0_);[Red]\(0\)">
                  <c:v>20500</c:v>
                </c:pt>
                <c:pt idx="1316" formatCode="0_);[Red]\(0\)">
                  <c:v>20500</c:v>
                </c:pt>
                <c:pt idx="1317" formatCode="0_);[Red]\(0\)">
                  <c:v>20500</c:v>
                </c:pt>
                <c:pt idx="1318" formatCode="0_);[Red]\(0\)">
                  <c:v>20500</c:v>
                </c:pt>
                <c:pt idx="1319" formatCode="0_);[Red]\(0\)">
                  <c:v>20500</c:v>
                </c:pt>
                <c:pt idx="1320" formatCode="0_);[Red]\(0\)">
                  <c:v>20500</c:v>
                </c:pt>
                <c:pt idx="1321" formatCode="0_);[Red]\(0\)">
                  <c:v>20500</c:v>
                </c:pt>
                <c:pt idx="1322" formatCode="0_);[Red]\(0\)">
                  <c:v>20500</c:v>
                </c:pt>
                <c:pt idx="1323" formatCode="0_);[Red]\(0\)">
                  <c:v>20500</c:v>
                </c:pt>
                <c:pt idx="1324" formatCode="0_);[Red]\(0\)">
                  <c:v>20500</c:v>
                </c:pt>
                <c:pt idx="1325" formatCode="0_);[Red]\(0\)">
                  <c:v>20500</c:v>
                </c:pt>
                <c:pt idx="1326" formatCode="0_);[Red]\(0\)">
                  <c:v>21000</c:v>
                </c:pt>
                <c:pt idx="1327" formatCode="0_);[Red]\(0\)">
                  <c:v>21000</c:v>
                </c:pt>
                <c:pt idx="1328" formatCode="0_);[Red]\(0\)">
                  <c:v>22000</c:v>
                </c:pt>
                <c:pt idx="1329" formatCode="0_);[Red]\(0\)">
                  <c:v>22000</c:v>
                </c:pt>
                <c:pt idx="1330" formatCode="0_);[Red]\(0\)">
                  <c:v>22000</c:v>
                </c:pt>
                <c:pt idx="1331" formatCode="0_);[Red]\(0\)">
                  <c:v>22000</c:v>
                </c:pt>
                <c:pt idx="1332" formatCode="0_);[Red]\(0\)">
                  <c:v>22000</c:v>
                </c:pt>
                <c:pt idx="1333" formatCode="0_);[Red]\(0\)">
                  <c:v>22000</c:v>
                </c:pt>
                <c:pt idx="1334" formatCode="0_);[Red]\(0\)">
                  <c:v>22000</c:v>
                </c:pt>
                <c:pt idx="1335" formatCode="0_);[Red]\(0\)">
                  <c:v>22000</c:v>
                </c:pt>
                <c:pt idx="1336" formatCode="0_);[Red]\(0\)">
                  <c:v>22000</c:v>
                </c:pt>
                <c:pt idx="1337" formatCode="0_);[Red]\(0\)">
                  <c:v>22000</c:v>
                </c:pt>
                <c:pt idx="1338" formatCode="0_);[Red]\(0\)">
                  <c:v>22000</c:v>
                </c:pt>
                <c:pt idx="1339" formatCode="0_);[Red]\(0\)">
                  <c:v>22000</c:v>
                </c:pt>
                <c:pt idx="1340" formatCode="0_);[Red]\(0\)">
                  <c:v>22000</c:v>
                </c:pt>
                <c:pt idx="1341" formatCode="0_);[Red]\(0\)">
                  <c:v>22000</c:v>
                </c:pt>
                <c:pt idx="1342" formatCode="0_);[Red]\(0\)">
                  <c:v>22000</c:v>
                </c:pt>
                <c:pt idx="1343" formatCode="0_);[Red]\(0\)">
                  <c:v>22000</c:v>
                </c:pt>
                <c:pt idx="1344" formatCode="0_);[Red]\(0\)">
                  <c:v>22000</c:v>
                </c:pt>
                <c:pt idx="1345" formatCode="0_);[Red]\(0\)">
                  <c:v>22000</c:v>
                </c:pt>
                <c:pt idx="1346" formatCode="0_);[Red]\(0\)">
                  <c:v>22000</c:v>
                </c:pt>
                <c:pt idx="1347" formatCode="0_);[Red]\(0\)">
                  <c:v>22000</c:v>
                </c:pt>
                <c:pt idx="1348" formatCode="0_);[Red]\(0\)">
                  <c:v>22000</c:v>
                </c:pt>
                <c:pt idx="1349" formatCode="0_);[Red]\(0\)">
                  <c:v>22000</c:v>
                </c:pt>
                <c:pt idx="1350" formatCode="0_);[Red]\(0\)">
                  <c:v>22000</c:v>
                </c:pt>
                <c:pt idx="1351" formatCode="0_);[Red]\(0\)">
                  <c:v>22000</c:v>
                </c:pt>
                <c:pt idx="1352" formatCode="0_);[Red]\(0\)">
                  <c:v>22000</c:v>
                </c:pt>
                <c:pt idx="1353" formatCode="0_);[Red]\(0\)">
                  <c:v>22000</c:v>
                </c:pt>
                <c:pt idx="1354" formatCode="0_);[Red]\(0\)">
                  <c:v>22000</c:v>
                </c:pt>
                <c:pt idx="1355" formatCode="0_);[Red]\(0\)">
                  <c:v>22000</c:v>
                </c:pt>
                <c:pt idx="1356" formatCode="0_);[Red]\(0\)">
                  <c:v>22000</c:v>
                </c:pt>
                <c:pt idx="1357" formatCode="0_);[Red]\(0\)">
                  <c:v>22000</c:v>
                </c:pt>
                <c:pt idx="1358" formatCode="0_);[Red]\(0\)">
                  <c:v>22000</c:v>
                </c:pt>
                <c:pt idx="1359" formatCode="0_);[Red]\(0\)">
                  <c:v>22000</c:v>
                </c:pt>
                <c:pt idx="1360" formatCode="0_);[Red]\(0\)">
                  <c:v>22000</c:v>
                </c:pt>
                <c:pt idx="1361" formatCode="0_);[Red]\(0\)">
                  <c:v>22000</c:v>
                </c:pt>
                <c:pt idx="1362" formatCode="0_);[Red]\(0\)">
                  <c:v>22000</c:v>
                </c:pt>
                <c:pt idx="1363" formatCode="0_);[Red]\(0\)">
                  <c:v>22000</c:v>
                </c:pt>
                <c:pt idx="1364" formatCode="0_);[Red]\(0\)">
                  <c:v>22000</c:v>
                </c:pt>
                <c:pt idx="1365" formatCode="0_);[Red]\(0\)">
                  <c:v>22000</c:v>
                </c:pt>
                <c:pt idx="1366" formatCode="0_);[Red]\(0\)">
                  <c:v>22000</c:v>
                </c:pt>
                <c:pt idx="1367" formatCode="0_);[Red]\(0\)">
                  <c:v>22000</c:v>
                </c:pt>
                <c:pt idx="1368" formatCode="0_);[Red]\(0\)">
                  <c:v>22000</c:v>
                </c:pt>
                <c:pt idx="1369" formatCode="0_);[Red]\(0\)">
                  <c:v>22000</c:v>
                </c:pt>
                <c:pt idx="1370" formatCode="0_);[Red]\(0\)">
                  <c:v>22000</c:v>
                </c:pt>
                <c:pt idx="1371" formatCode="0_);[Red]\(0\)">
                  <c:v>22000</c:v>
                </c:pt>
                <c:pt idx="1372" formatCode="0_);[Red]\(0\)">
                  <c:v>22000</c:v>
                </c:pt>
                <c:pt idx="1373" formatCode="0_);[Red]\(0\)">
                  <c:v>22000</c:v>
                </c:pt>
                <c:pt idx="1374" formatCode="0_);[Red]\(0\)">
                  <c:v>22000</c:v>
                </c:pt>
                <c:pt idx="1375" formatCode="0_);[Red]\(0\)">
                  <c:v>22000</c:v>
                </c:pt>
                <c:pt idx="1376" formatCode="0_);[Red]\(0\)">
                  <c:v>22000</c:v>
                </c:pt>
                <c:pt idx="1377" formatCode="0_);[Red]\(0\)">
                  <c:v>22000</c:v>
                </c:pt>
                <c:pt idx="1378" formatCode="0_);[Red]\(0\)">
                  <c:v>22000</c:v>
                </c:pt>
                <c:pt idx="1379" formatCode="0_);[Red]\(0\)">
                  <c:v>22000</c:v>
                </c:pt>
                <c:pt idx="1380" formatCode="0_);[Red]\(0\)">
                  <c:v>22000</c:v>
                </c:pt>
                <c:pt idx="1381" formatCode="0_);[Red]\(0\)">
                  <c:v>22000</c:v>
                </c:pt>
                <c:pt idx="1382" formatCode="0_);[Red]\(0\)">
                  <c:v>22000</c:v>
                </c:pt>
                <c:pt idx="1383" formatCode="0_);[Red]\(0\)">
                  <c:v>22000</c:v>
                </c:pt>
                <c:pt idx="1384" formatCode="0_);[Red]\(0\)">
                  <c:v>22000</c:v>
                </c:pt>
                <c:pt idx="1385" formatCode="0_);[Red]\(0\)">
                  <c:v>22000</c:v>
                </c:pt>
                <c:pt idx="1386" formatCode="0_);[Red]\(0\)">
                  <c:v>22000</c:v>
                </c:pt>
                <c:pt idx="1387" formatCode="0_);[Red]\(0\)">
                  <c:v>22000</c:v>
                </c:pt>
                <c:pt idx="1388" formatCode="0_);[Red]\(0\)">
                  <c:v>22000</c:v>
                </c:pt>
                <c:pt idx="1389" formatCode="0_);[Red]\(0\)">
                  <c:v>22000</c:v>
                </c:pt>
                <c:pt idx="1390" formatCode="0_);[Red]\(0\)">
                  <c:v>22000</c:v>
                </c:pt>
                <c:pt idx="1391" formatCode="0_);[Red]\(0\)">
                  <c:v>21500</c:v>
                </c:pt>
                <c:pt idx="1392" formatCode="0_);[Red]\(0\)">
                  <c:v>21500</c:v>
                </c:pt>
                <c:pt idx="1393" formatCode="0_);[Red]\(0\)">
                  <c:v>21500</c:v>
                </c:pt>
                <c:pt idx="1394" formatCode="0_);[Red]\(0\)">
                  <c:v>21500</c:v>
                </c:pt>
                <c:pt idx="1395" formatCode="0_);[Red]\(0\)">
                  <c:v>21500</c:v>
                </c:pt>
                <c:pt idx="1396" formatCode="0_);[Red]\(0\)">
                  <c:v>21500</c:v>
                </c:pt>
                <c:pt idx="1397" formatCode="0_);[Red]\(0\)">
                  <c:v>21500</c:v>
                </c:pt>
                <c:pt idx="1398" formatCode="0_);[Red]\(0\)">
                  <c:v>21000</c:v>
                </c:pt>
                <c:pt idx="1399" formatCode="0_);[Red]\(0\)">
                  <c:v>21000</c:v>
                </c:pt>
                <c:pt idx="1400" formatCode="0_);[Red]\(0\)">
                  <c:v>21000</c:v>
                </c:pt>
                <c:pt idx="1401" formatCode="0_);[Red]\(0\)">
                  <c:v>21000</c:v>
                </c:pt>
                <c:pt idx="1402" formatCode="0_);[Red]\(0\)">
                  <c:v>21000</c:v>
                </c:pt>
                <c:pt idx="1403" formatCode="0_);[Red]\(0\)">
                  <c:v>21000</c:v>
                </c:pt>
                <c:pt idx="1404" formatCode="0_);[Red]\(0\)">
                  <c:v>21000</c:v>
                </c:pt>
                <c:pt idx="1405" formatCode="0_);[Red]\(0\)">
                  <c:v>21000</c:v>
                </c:pt>
                <c:pt idx="1406" formatCode="0_);[Red]\(0\)">
                  <c:v>21000</c:v>
                </c:pt>
                <c:pt idx="1407" formatCode="0_);[Red]\(0\)">
                  <c:v>21000</c:v>
                </c:pt>
                <c:pt idx="1408" formatCode="0_);[Red]\(0\)">
                  <c:v>21000</c:v>
                </c:pt>
                <c:pt idx="1409" formatCode="0_);[Red]\(0\)">
                  <c:v>21000</c:v>
                </c:pt>
                <c:pt idx="1410" formatCode="0_);[Red]\(0\)">
                  <c:v>21000</c:v>
                </c:pt>
                <c:pt idx="1411" formatCode="0_);[Red]\(0\)">
                  <c:v>21000</c:v>
                </c:pt>
                <c:pt idx="1412" formatCode="0_);[Red]\(0\)">
                  <c:v>21000</c:v>
                </c:pt>
                <c:pt idx="1413" formatCode="0_);[Red]\(0\)">
                  <c:v>21000</c:v>
                </c:pt>
                <c:pt idx="1414" formatCode="0_);[Red]\(0\)">
                  <c:v>21000</c:v>
                </c:pt>
                <c:pt idx="1415" formatCode="0_);[Red]\(0\)">
                  <c:v>21000</c:v>
                </c:pt>
                <c:pt idx="1416" formatCode="0_);[Red]\(0\)">
                  <c:v>21000</c:v>
                </c:pt>
                <c:pt idx="1417" formatCode="0_);[Red]\(0\)">
                  <c:v>21000</c:v>
                </c:pt>
                <c:pt idx="1418" formatCode="0_);[Red]\(0\)">
                  <c:v>21000</c:v>
                </c:pt>
                <c:pt idx="1419" formatCode="0_);[Red]\(0\)">
                  <c:v>21000</c:v>
                </c:pt>
                <c:pt idx="1420" formatCode="0_);[Red]\(0\)">
                  <c:v>21000</c:v>
                </c:pt>
                <c:pt idx="1421" formatCode="0_);[Red]\(0\)">
                  <c:v>21000</c:v>
                </c:pt>
                <c:pt idx="1422" formatCode="0_);[Red]\(0\)">
                  <c:v>21000</c:v>
                </c:pt>
                <c:pt idx="1423" formatCode="0_);[Red]\(0\)">
                  <c:v>21000</c:v>
                </c:pt>
                <c:pt idx="1424" formatCode="0_);[Red]\(0\)">
                  <c:v>21000</c:v>
                </c:pt>
                <c:pt idx="1425" formatCode="0_);[Red]\(0\)">
                  <c:v>21000</c:v>
                </c:pt>
                <c:pt idx="1426" formatCode="0_);[Red]\(0\)">
                  <c:v>21000</c:v>
                </c:pt>
                <c:pt idx="1427" formatCode="0_);[Red]\(0\)">
                  <c:v>21000</c:v>
                </c:pt>
                <c:pt idx="1428" formatCode="0_);[Red]\(0\)">
                  <c:v>21000</c:v>
                </c:pt>
                <c:pt idx="1429" formatCode="0_);[Red]\(0\)">
                  <c:v>21000</c:v>
                </c:pt>
                <c:pt idx="1430" formatCode="0_);[Red]\(0\)">
                  <c:v>21000</c:v>
                </c:pt>
                <c:pt idx="1431" formatCode="0_);[Red]\(0\)">
                  <c:v>21000</c:v>
                </c:pt>
                <c:pt idx="1432" formatCode="0_);[Red]\(0\)">
                  <c:v>21000</c:v>
                </c:pt>
                <c:pt idx="1433" formatCode="0_);[Red]\(0\)">
                  <c:v>21000</c:v>
                </c:pt>
                <c:pt idx="1434" formatCode="0_);[Red]\(0\)">
                  <c:v>21000</c:v>
                </c:pt>
                <c:pt idx="1435" formatCode="0_);[Red]\(0\)">
                  <c:v>21000</c:v>
                </c:pt>
                <c:pt idx="1436" formatCode="0_);[Red]\(0\)">
                  <c:v>22000</c:v>
                </c:pt>
                <c:pt idx="1437" formatCode="0_);[Red]\(0\)">
                  <c:v>22000</c:v>
                </c:pt>
                <c:pt idx="1438" formatCode="0_);[Red]\(0\)">
                  <c:v>22000</c:v>
                </c:pt>
                <c:pt idx="1439" formatCode="0_);[Red]\(0\)">
                  <c:v>23000</c:v>
                </c:pt>
                <c:pt idx="1440" formatCode="0_);[Red]\(0\)">
                  <c:v>23000</c:v>
                </c:pt>
                <c:pt idx="1441" formatCode="0_);[Red]\(0\)">
                  <c:v>23000</c:v>
                </c:pt>
                <c:pt idx="1442" formatCode="0_);[Red]\(0\)">
                  <c:v>23000</c:v>
                </c:pt>
                <c:pt idx="1443" formatCode="0_);[Red]\(0\)">
                  <c:v>23000</c:v>
                </c:pt>
                <c:pt idx="1444" formatCode="0_);[Red]\(0\)">
                  <c:v>23000</c:v>
                </c:pt>
                <c:pt idx="1445" formatCode="0_);[Red]\(0\)">
                  <c:v>23000</c:v>
                </c:pt>
                <c:pt idx="1446" formatCode="0_);[Red]\(0\)">
                  <c:v>23000</c:v>
                </c:pt>
                <c:pt idx="1447" formatCode="0_);[Red]\(0\)">
                  <c:v>23500</c:v>
                </c:pt>
                <c:pt idx="1448" formatCode="0_);[Red]\(0\)">
                  <c:v>23500</c:v>
                </c:pt>
                <c:pt idx="1449" formatCode="0_);[Red]\(0\)">
                  <c:v>23500</c:v>
                </c:pt>
                <c:pt idx="1450" formatCode="0_);[Red]\(0\)">
                  <c:v>23500</c:v>
                </c:pt>
                <c:pt idx="1451" formatCode="0_);[Red]\(0\)">
                  <c:v>23500</c:v>
                </c:pt>
                <c:pt idx="1452" formatCode="0_);[Red]\(0\)">
                  <c:v>25000</c:v>
                </c:pt>
                <c:pt idx="1453" formatCode="0_);[Red]\(0\)">
                  <c:v>25000</c:v>
                </c:pt>
                <c:pt idx="1454" formatCode="0_);[Red]\(0\)">
                  <c:v>25000</c:v>
                </c:pt>
                <c:pt idx="1455" formatCode="0_);[Red]\(0\)">
                  <c:v>25000</c:v>
                </c:pt>
                <c:pt idx="1456" formatCode="0_);[Red]\(0\)">
                  <c:v>25000</c:v>
                </c:pt>
                <c:pt idx="1457" formatCode="0_);[Red]\(0\)">
                  <c:v>25000</c:v>
                </c:pt>
                <c:pt idx="1458" formatCode="0_);[Red]\(0\)">
                  <c:v>25000</c:v>
                </c:pt>
                <c:pt idx="1459" formatCode="0_);[Red]\(0\)">
                  <c:v>25000</c:v>
                </c:pt>
                <c:pt idx="1460" formatCode="0_);[Red]\(0\)">
                  <c:v>25000</c:v>
                </c:pt>
                <c:pt idx="1461" formatCode="0_);[Red]\(0\)">
                  <c:v>25000</c:v>
                </c:pt>
                <c:pt idx="1462" formatCode="0_);[Red]\(0\)">
                  <c:v>25000</c:v>
                </c:pt>
                <c:pt idx="1463" formatCode="0_);[Red]\(0\)">
                  <c:v>25000</c:v>
                </c:pt>
                <c:pt idx="1464" formatCode="0_);[Red]\(0\)">
                  <c:v>25000</c:v>
                </c:pt>
                <c:pt idx="1465" formatCode="0_);[Red]\(0\)">
                  <c:v>25500</c:v>
                </c:pt>
                <c:pt idx="1466" formatCode="0_);[Red]\(0\)">
                  <c:v>25500</c:v>
                </c:pt>
                <c:pt idx="1467" formatCode="0_);[Red]\(0\)">
                  <c:v>25500</c:v>
                </c:pt>
                <c:pt idx="1468" formatCode="0_);[Red]\(0\)">
                  <c:v>25500</c:v>
                </c:pt>
                <c:pt idx="1469" formatCode="0_);[Red]\(0\)">
                  <c:v>25500</c:v>
                </c:pt>
                <c:pt idx="1470" formatCode="0_);[Red]\(0\)">
                  <c:v>25500</c:v>
                </c:pt>
                <c:pt idx="1471" formatCode="0_);[Red]\(0\)">
                  <c:v>25500</c:v>
                </c:pt>
                <c:pt idx="1472" formatCode="0_);[Red]\(0\)">
                  <c:v>25500</c:v>
                </c:pt>
                <c:pt idx="1473" formatCode="0_);[Red]\(0\)">
                  <c:v>25500</c:v>
                </c:pt>
                <c:pt idx="1474" formatCode="0_);[Red]\(0\)">
                  <c:v>25500</c:v>
                </c:pt>
                <c:pt idx="1475" formatCode="0_);[Red]\(0\)">
                  <c:v>25500</c:v>
                </c:pt>
                <c:pt idx="1476" formatCode="0_);[Red]\(0\)">
                  <c:v>25500</c:v>
                </c:pt>
                <c:pt idx="1477" formatCode="0_);[Red]\(0\)">
                  <c:v>25500</c:v>
                </c:pt>
                <c:pt idx="1478" formatCode="0_);[Red]\(0\)">
                  <c:v>25500</c:v>
                </c:pt>
                <c:pt idx="1479" formatCode="0_);[Red]\(0\)">
                  <c:v>25500</c:v>
                </c:pt>
                <c:pt idx="1480" formatCode="0_);[Red]\(0\)">
                  <c:v>25500</c:v>
                </c:pt>
                <c:pt idx="1481" formatCode="0_);[Red]\(0\)">
                  <c:v>25500</c:v>
                </c:pt>
                <c:pt idx="1482" formatCode="0_);[Red]\(0\)">
                  <c:v>25500</c:v>
                </c:pt>
                <c:pt idx="1483" formatCode="0_);[Red]\(0\)">
                  <c:v>25500</c:v>
                </c:pt>
                <c:pt idx="1484" formatCode="0_);[Red]\(0\)">
                  <c:v>25500</c:v>
                </c:pt>
                <c:pt idx="1485" formatCode="0_);[Red]\(0\)">
                  <c:v>25500</c:v>
                </c:pt>
                <c:pt idx="1486" formatCode="0_);[Red]\(0\)">
                  <c:v>25500</c:v>
                </c:pt>
                <c:pt idx="1487" formatCode="0_);[Red]\(0\)">
                  <c:v>25500</c:v>
                </c:pt>
                <c:pt idx="1488" formatCode="0_);[Red]\(0\)">
                  <c:v>25500</c:v>
                </c:pt>
                <c:pt idx="1489" formatCode="0_);[Red]\(0\)">
                  <c:v>25500</c:v>
                </c:pt>
                <c:pt idx="1490" formatCode="0_);[Red]\(0\)">
                  <c:v>25500</c:v>
                </c:pt>
                <c:pt idx="1491" formatCode="0_);[Red]\(0\)">
                  <c:v>25500</c:v>
                </c:pt>
                <c:pt idx="1492" formatCode="0_);[Red]\(0\)">
                  <c:v>25500</c:v>
                </c:pt>
                <c:pt idx="1493" formatCode="0_);[Red]\(0\)">
                  <c:v>25500</c:v>
                </c:pt>
                <c:pt idx="1494" formatCode="0_);[Red]\(0\)">
                  <c:v>25500</c:v>
                </c:pt>
                <c:pt idx="1495" formatCode="0_);[Red]\(0\)">
                  <c:v>25500</c:v>
                </c:pt>
                <c:pt idx="1496" formatCode="0_);[Red]\(0\)">
                  <c:v>25500</c:v>
                </c:pt>
                <c:pt idx="1497" formatCode="0_);[Red]\(0\)">
                  <c:v>25500</c:v>
                </c:pt>
                <c:pt idx="1498" formatCode="0_);[Red]\(0\)">
                  <c:v>25500</c:v>
                </c:pt>
                <c:pt idx="1499" formatCode="0_);[Red]\(0\)">
                  <c:v>25500</c:v>
                </c:pt>
                <c:pt idx="1500" formatCode="0_);[Red]\(0\)">
                  <c:v>25500</c:v>
                </c:pt>
                <c:pt idx="1501" formatCode="0_);[Red]\(0\)">
                  <c:v>25500</c:v>
                </c:pt>
                <c:pt idx="1502" formatCode="0_);[Red]\(0\)">
                  <c:v>25500</c:v>
                </c:pt>
                <c:pt idx="1503" formatCode="0_);[Red]\(0\)">
                  <c:v>25500</c:v>
                </c:pt>
                <c:pt idx="1504" formatCode="0_);[Red]\(0\)">
                  <c:v>25500</c:v>
                </c:pt>
                <c:pt idx="1505" formatCode="0_);[Red]\(0\)">
                  <c:v>25500</c:v>
                </c:pt>
                <c:pt idx="1506" formatCode="0_);[Red]\(0\)">
                  <c:v>25500</c:v>
                </c:pt>
                <c:pt idx="1507" formatCode="0_);[Red]\(0\)">
                  <c:v>25500</c:v>
                </c:pt>
                <c:pt idx="1508" formatCode="0_);[Red]\(0\)">
                  <c:v>25500</c:v>
                </c:pt>
                <c:pt idx="1509" formatCode="0_);[Red]\(0\)">
                  <c:v>25500</c:v>
                </c:pt>
                <c:pt idx="1510" formatCode="0_);[Red]\(0\)">
                  <c:v>25500</c:v>
                </c:pt>
                <c:pt idx="1511" formatCode="0_);[Red]\(0\)">
                  <c:v>25500</c:v>
                </c:pt>
                <c:pt idx="1512" formatCode="0_);[Red]\(0\)">
                  <c:v>25500</c:v>
                </c:pt>
                <c:pt idx="1513" formatCode="0_);[Red]\(0\)">
                  <c:v>25500</c:v>
                </c:pt>
                <c:pt idx="1514" formatCode="0_);[Red]\(0\)">
                  <c:v>25500</c:v>
                </c:pt>
                <c:pt idx="1515" formatCode="0_);[Red]\(0\)">
                  <c:v>25500</c:v>
                </c:pt>
                <c:pt idx="1516" formatCode="0_);[Red]\(0\)">
                  <c:v>25500</c:v>
                </c:pt>
                <c:pt idx="1517" formatCode="0_);[Red]\(0\)">
                  <c:v>25500</c:v>
                </c:pt>
                <c:pt idx="1518" formatCode="0_);[Red]\(0\)">
                  <c:v>25500</c:v>
                </c:pt>
                <c:pt idx="1519" formatCode="0_);[Red]\(0\)">
                  <c:v>25500</c:v>
                </c:pt>
                <c:pt idx="1520" formatCode="0_);[Red]\(0\)">
                  <c:v>25500</c:v>
                </c:pt>
                <c:pt idx="1521" formatCode="0_);[Red]\(0\)">
                  <c:v>25500</c:v>
                </c:pt>
                <c:pt idx="1522" formatCode="0_);[Red]\(0\)">
                  <c:v>25500</c:v>
                </c:pt>
                <c:pt idx="1523" formatCode="0_);[Red]\(0\)">
                  <c:v>25500</c:v>
                </c:pt>
                <c:pt idx="1524" formatCode="0_);[Red]\(0\)">
                  <c:v>25500</c:v>
                </c:pt>
                <c:pt idx="1525" formatCode="0_);[Red]\(0\)">
                  <c:v>25500</c:v>
                </c:pt>
                <c:pt idx="1526" formatCode="0_);[Red]\(0\)">
                  <c:v>25500</c:v>
                </c:pt>
                <c:pt idx="1527" formatCode="0_);[Red]\(0\)">
                  <c:v>25500</c:v>
                </c:pt>
                <c:pt idx="1528" formatCode="0_);[Red]\(0\)">
                  <c:v>25500</c:v>
                </c:pt>
                <c:pt idx="1529" formatCode="0_);[Red]\(0\)">
                  <c:v>25500</c:v>
                </c:pt>
                <c:pt idx="1530" formatCode="0_);[Red]\(0\)">
                  <c:v>25500</c:v>
                </c:pt>
                <c:pt idx="1531" formatCode="0_);[Red]\(0\)">
                  <c:v>25500</c:v>
                </c:pt>
                <c:pt idx="1532" formatCode="0_);[Red]\(0\)">
                  <c:v>25500</c:v>
                </c:pt>
                <c:pt idx="1533" formatCode="0_);[Red]\(0\)">
                  <c:v>25500</c:v>
                </c:pt>
                <c:pt idx="1534" formatCode="0_);[Red]\(0\)">
                  <c:v>25500</c:v>
                </c:pt>
                <c:pt idx="1535" formatCode="0_);[Red]\(0\)">
                  <c:v>25500</c:v>
                </c:pt>
                <c:pt idx="1536" formatCode="0_);[Red]\(0\)">
                  <c:v>25500</c:v>
                </c:pt>
                <c:pt idx="1537" formatCode="0_);[Red]\(0\)">
                  <c:v>25500</c:v>
                </c:pt>
                <c:pt idx="1538" formatCode="0_);[Red]\(0\)">
                  <c:v>25500</c:v>
                </c:pt>
                <c:pt idx="1539" formatCode="0_);[Red]\(0\)">
                  <c:v>25500</c:v>
                </c:pt>
                <c:pt idx="1540" formatCode="0_);[Red]\(0\)">
                  <c:v>25500</c:v>
                </c:pt>
                <c:pt idx="1541" formatCode="0_);[Red]\(0\)">
                  <c:v>25500</c:v>
                </c:pt>
                <c:pt idx="1542" formatCode="0_);[Red]\(0\)">
                  <c:v>25500</c:v>
                </c:pt>
                <c:pt idx="1543" formatCode="0_);[Red]\(0\)">
                  <c:v>25500</c:v>
                </c:pt>
                <c:pt idx="1544" formatCode="0_);[Red]\(0\)">
                  <c:v>25500</c:v>
                </c:pt>
                <c:pt idx="1545" formatCode="0_);[Red]\(0\)">
                  <c:v>25500</c:v>
                </c:pt>
                <c:pt idx="1546" formatCode="0_);[Red]\(0\)">
                  <c:v>25500</c:v>
                </c:pt>
                <c:pt idx="1547" formatCode="0_);[Red]\(0\)">
                  <c:v>25500</c:v>
                </c:pt>
                <c:pt idx="1548" formatCode="0_);[Red]\(0\)">
                  <c:v>25500</c:v>
                </c:pt>
                <c:pt idx="1549" formatCode="0_);[Red]\(0\)">
                  <c:v>25500</c:v>
                </c:pt>
                <c:pt idx="1550" formatCode="0_);[Red]\(0\)">
                  <c:v>25500</c:v>
                </c:pt>
                <c:pt idx="1551" formatCode="0_);[Red]\(0\)">
                  <c:v>21000</c:v>
                </c:pt>
                <c:pt idx="1552" formatCode="0_);[Red]\(0\)">
                  <c:v>21000</c:v>
                </c:pt>
                <c:pt idx="1553" formatCode="0_);[Red]\(0\)">
                  <c:v>21000</c:v>
                </c:pt>
                <c:pt idx="1554" formatCode="0_);[Red]\(0\)">
                  <c:v>21000</c:v>
                </c:pt>
                <c:pt idx="1555" formatCode="0_);[Red]\(0\)">
                  <c:v>21000</c:v>
                </c:pt>
                <c:pt idx="1556" formatCode="0_);[Red]\(0\)">
                  <c:v>21000</c:v>
                </c:pt>
                <c:pt idx="1557" formatCode="0_);[Red]\(0\)">
                  <c:v>20500</c:v>
                </c:pt>
                <c:pt idx="1558" formatCode="0_);[Red]\(0\)">
                  <c:v>20500</c:v>
                </c:pt>
                <c:pt idx="1559" formatCode="0_);[Red]\(0\)">
                  <c:v>20500</c:v>
                </c:pt>
                <c:pt idx="1560" formatCode="0_);[Red]\(0\)">
                  <c:v>20500</c:v>
                </c:pt>
                <c:pt idx="1561" formatCode="0_);[Red]\(0\)">
                  <c:v>20500</c:v>
                </c:pt>
                <c:pt idx="1562" formatCode="0_);[Red]\(0\)">
                  <c:v>20300</c:v>
                </c:pt>
                <c:pt idx="1563" formatCode="0_);[Red]\(0\)">
                  <c:v>20000</c:v>
                </c:pt>
                <c:pt idx="1564" formatCode="0_);[Red]\(0\)">
                  <c:v>20000</c:v>
                </c:pt>
                <c:pt idx="1565" formatCode="0_);[Red]\(0\)">
                  <c:v>18000</c:v>
                </c:pt>
                <c:pt idx="1566" formatCode="0_);[Red]\(0\)">
                  <c:v>18000</c:v>
                </c:pt>
                <c:pt idx="1567" formatCode="0_);[Red]\(0\)">
                  <c:v>18000</c:v>
                </c:pt>
                <c:pt idx="1568" formatCode="0_);[Red]\(0\)">
                  <c:v>18000</c:v>
                </c:pt>
                <c:pt idx="1569" formatCode="0_);[Red]\(0\)">
                  <c:v>18000</c:v>
                </c:pt>
                <c:pt idx="1570" formatCode="0_);[Red]\(0\)">
                  <c:v>18000</c:v>
                </c:pt>
                <c:pt idx="1571" formatCode="0_);[Red]\(0\)">
                  <c:v>18000</c:v>
                </c:pt>
                <c:pt idx="1572" formatCode="0_);[Red]\(0\)">
                  <c:v>18000</c:v>
                </c:pt>
                <c:pt idx="1573" formatCode="0_);[Red]\(0\)">
                  <c:v>20000</c:v>
                </c:pt>
                <c:pt idx="1574" formatCode="0_);[Red]\(0\)">
                  <c:v>20000</c:v>
                </c:pt>
                <c:pt idx="1575" formatCode="0_);[Red]\(0\)">
                  <c:v>20000</c:v>
                </c:pt>
                <c:pt idx="1576" formatCode="0_);[Red]\(0\)">
                  <c:v>20000</c:v>
                </c:pt>
                <c:pt idx="1577" formatCode="0_);[Red]\(0\)">
                  <c:v>20300</c:v>
                </c:pt>
                <c:pt idx="1578" formatCode="0_);[Red]\(0\)">
                  <c:v>20300</c:v>
                </c:pt>
                <c:pt idx="1579" formatCode="0_);[Red]\(0\)">
                  <c:v>20300</c:v>
                </c:pt>
                <c:pt idx="1580" formatCode="0_);[Red]\(0\)">
                  <c:v>20300</c:v>
                </c:pt>
                <c:pt idx="1581" formatCode="0_);[Red]\(0\)">
                  <c:v>20300</c:v>
                </c:pt>
                <c:pt idx="1582" formatCode="0_);[Red]\(0\)">
                  <c:v>20300</c:v>
                </c:pt>
                <c:pt idx="1583" formatCode="0_);[Red]\(0\)">
                  <c:v>20300</c:v>
                </c:pt>
                <c:pt idx="1584" formatCode="0_);[Red]\(0\)">
                  <c:v>20300</c:v>
                </c:pt>
                <c:pt idx="1585" formatCode="0_);[Red]\(0\)">
                  <c:v>20300</c:v>
                </c:pt>
                <c:pt idx="1586" formatCode="0_);[Red]\(0\)">
                  <c:v>21000</c:v>
                </c:pt>
                <c:pt idx="1587" formatCode="0_);[Red]\(0\)">
                  <c:v>21000</c:v>
                </c:pt>
                <c:pt idx="1588" formatCode="0_);[Red]\(0\)">
                  <c:v>21000</c:v>
                </c:pt>
                <c:pt idx="1589" formatCode="0_);[Red]\(0\)">
                  <c:v>21000</c:v>
                </c:pt>
                <c:pt idx="1590" formatCode="0_);[Red]\(0\)">
                  <c:v>21000</c:v>
                </c:pt>
                <c:pt idx="1591" formatCode="0_);[Red]\(0\)">
                  <c:v>21000</c:v>
                </c:pt>
                <c:pt idx="1592" formatCode="0_);[Red]\(0\)">
                  <c:v>21000</c:v>
                </c:pt>
                <c:pt idx="1593" formatCode="0_);[Red]\(0\)">
                  <c:v>21000</c:v>
                </c:pt>
                <c:pt idx="1594" formatCode="0_);[Red]\(0\)">
                  <c:v>21000</c:v>
                </c:pt>
                <c:pt idx="1595" formatCode="0_);[Red]\(0\)">
                  <c:v>21000</c:v>
                </c:pt>
                <c:pt idx="1596" formatCode="0_);[Red]\(0\)">
                  <c:v>21000</c:v>
                </c:pt>
                <c:pt idx="1597" formatCode="0_);[Red]\(0\)">
                  <c:v>21000</c:v>
                </c:pt>
                <c:pt idx="1598" formatCode="0_);[Red]\(0\)">
                  <c:v>21000</c:v>
                </c:pt>
                <c:pt idx="1599" formatCode="0_);[Red]\(0\)">
                  <c:v>21000</c:v>
                </c:pt>
                <c:pt idx="1600" formatCode="0_);[Red]\(0\)">
                  <c:v>21000</c:v>
                </c:pt>
                <c:pt idx="1601" formatCode="0_);[Red]\(0\)">
                  <c:v>21000</c:v>
                </c:pt>
                <c:pt idx="1602" formatCode="0_);[Red]\(0\)">
                  <c:v>21000</c:v>
                </c:pt>
                <c:pt idx="1603" formatCode="0_);[Red]\(0\)">
                  <c:v>21000</c:v>
                </c:pt>
                <c:pt idx="1604" formatCode="0_);[Red]\(0\)">
                  <c:v>21000</c:v>
                </c:pt>
                <c:pt idx="1605" formatCode="0_);[Red]\(0\)">
                  <c:v>21000</c:v>
                </c:pt>
                <c:pt idx="1606" formatCode="0_);[Red]\(0\)">
                  <c:v>21000</c:v>
                </c:pt>
                <c:pt idx="1607" formatCode="0_);[Red]\(0\)">
                  <c:v>21000</c:v>
                </c:pt>
                <c:pt idx="1608" formatCode="0_);[Red]\(0\)">
                  <c:v>21000</c:v>
                </c:pt>
                <c:pt idx="1609" formatCode="0_);[Red]\(0\)">
                  <c:v>21000</c:v>
                </c:pt>
                <c:pt idx="1610" formatCode="0_);[Red]\(0\)">
                  <c:v>21000</c:v>
                </c:pt>
                <c:pt idx="1611" formatCode="0_);[Red]\(0\)">
                  <c:v>21000</c:v>
                </c:pt>
                <c:pt idx="1612" formatCode="0_);[Red]\(0\)">
                  <c:v>20000</c:v>
                </c:pt>
                <c:pt idx="1613" formatCode="0_);[Red]\(0\)">
                  <c:v>20000</c:v>
                </c:pt>
                <c:pt idx="1614" formatCode="0_);[Red]\(0\)">
                  <c:v>20000</c:v>
                </c:pt>
                <c:pt idx="1615" formatCode="0_);[Red]\(0\)">
                  <c:v>20000</c:v>
                </c:pt>
                <c:pt idx="1616" formatCode="0_);[Red]\(0\)">
                  <c:v>20000</c:v>
                </c:pt>
                <c:pt idx="1617" formatCode="0_);[Red]\(0\)">
                  <c:v>20000</c:v>
                </c:pt>
                <c:pt idx="1618" formatCode="0_);[Red]\(0\)">
                  <c:v>20000</c:v>
                </c:pt>
                <c:pt idx="1619" formatCode="0_);[Red]\(0\)">
                  <c:v>20000</c:v>
                </c:pt>
                <c:pt idx="1620" formatCode="0_);[Red]\(0\)">
                  <c:v>20000</c:v>
                </c:pt>
                <c:pt idx="1621" formatCode="0_);[Red]\(0\)">
                  <c:v>20000</c:v>
                </c:pt>
                <c:pt idx="1622" formatCode="0_);[Red]\(0\)">
                  <c:v>20000</c:v>
                </c:pt>
                <c:pt idx="1623" formatCode="0_);[Red]\(0\)">
                  <c:v>20000</c:v>
                </c:pt>
                <c:pt idx="1624" formatCode="0_);[Red]\(0\)">
                  <c:v>20000</c:v>
                </c:pt>
                <c:pt idx="1625" formatCode="0_);[Red]\(0\)">
                  <c:v>20000</c:v>
                </c:pt>
                <c:pt idx="1626" formatCode="0_);[Red]\(0\)">
                  <c:v>20000</c:v>
                </c:pt>
                <c:pt idx="1627" formatCode="0_);[Red]\(0\)">
                  <c:v>20000</c:v>
                </c:pt>
                <c:pt idx="1628" formatCode="0_);[Red]\(0\)">
                  <c:v>20000</c:v>
                </c:pt>
                <c:pt idx="1629" formatCode="0_);[Red]\(0\)">
                  <c:v>20000</c:v>
                </c:pt>
                <c:pt idx="1630" formatCode="0_);[Red]\(0\)">
                  <c:v>20000</c:v>
                </c:pt>
                <c:pt idx="1631" formatCode="0_);[Red]\(0\)">
                  <c:v>20000</c:v>
                </c:pt>
                <c:pt idx="1632" formatCode="0_);[Red]\(0\)">
                  <c:v>20000</c:v>
                </c:pt>
                <c:pt idx="1633" formatCode="0_);[Red]\(0\)">
                  <c:v>20000</c:v>
                </c:pt>
                <c:pt idx="1634" formatCode="0_);[Red]\(0\)">
                  <c:v>19500</c:v>
                </c:pt>
                <c:pt idx="1635" formatCode="0_);[Red]\(0\)">
                  <c:v>19500</c:v>
                </c:pt>
                <c:pt idx="1636" formatCode="0_);[Red]\(0\)">
                  <c:v>19500</c:v>
                </c:pt>
                <c:pt idx="1637" formatCode="0_);[Red]\(0\)">
                  <c:v>19500</c:v>
                </c:pt>
                <c:pt idx="1638" formatCode="0_);[Red]\(0\)">
                  <c:v>19500</c:v>
                </c:pt>
                <c:pt idx="1639" formatCode="0_);[Red]\(0\)">
                  <c:v>19000</c:v>
                </c:pt>
                <c:pt idx="1640" formatCode="0_);[Red]\(0\)">
                  <c:v>19000</c:v>
                </c:pt>
                <c:pt idx="1641" formatCode="0_);[Red]\(0\)">
                  <c:v>19000</c:v>
                </c:pt>
                <c:pt idx="1642" formatCode="0_);[Red]\(0\)">
                  <c:v>21500</c:v>
                </c:pt>
                <c:pt idx="1643" formatCode="0_);[Red]\(0\)">
                  <c:v>21500</c:v>
                </c:pt>
                <c:pt idx="1644" formatCode="0_);[Red]\(0\)">
                  <c:v>21500</c:v>
                </c:pt>
                <c:pt idx="1645" formatCode="0_);[Red]\(0\)">
                  <c:v>21500</c:v>
                </c:pt>
                <c:pt idx="1646" formatCode="0_);[Red]\(0\)">
                  <c:v>21500</c:v>
                </c:pt>
                <c:pt idx="1647" formatCode="0_);[Red]\(0\)">
                  <c:v>21500</c:v>
                </c:pt>
                <c:pt idx="1648" formatCode="0_);[Red]\(0\)">
                  <c:v>21500</c:v>
                </c:pt>
                <c:pt idx="1649" formatCode="0_);[Red]\(0\)">
                  <c:v>21500</c:v>
                </c:pt>
                <c:pt idx="1650" formatCode="0_);[Red]\(0\)">
                  <c:v>21500</c:v>
                </c:pt>
                <c:pt idx="1651" formatCode="0_);[Red]\(0\)">
                  <c:v>21500</c:v>
                </c:pt>
                <c:pt idx="1652" formatCode="0_);[Red]\(0\)">
                  <c:v>21500</c:v>
                </c:pt>
                <c:pt idx="1653" formatCode="0_);[Red]\(0\)">
                  <c:v>21500</c:v>
                </c:pt>
                <c:pt idx="1654" formatCode="0_);[Red]\(0\)">
                  <c:v>21500</c:v>
                </c:pt>
                <c:pt idx="1655" formatCode="0_);[Red]\(0\)">
                  <c:v>21500</c:v>
                </c:pt>
                <c:pt idx="1656" formatCode="0_);[Red]\(0\)">
                  <c:v>21500</c:v>
                </c:pt>
                <c:pt idx="1657" formatCode="0_);[Red]\(0\)">
                  <c:v>21500</c:v>
                </c:pt>
                <c:pt idx="1658" formatCode="0_);[Red]\(0\)">
                  <c:v>21500</c:v>
                </c:pt>
                <c:pt idx="1659" formatCode="0_);[Red]\(0\)">
                  <c:v>21500</c:v>
                </c:pt>
                <c:pt idx="1660" formatCode="0_);[Red]\(0\)">
                  <c:v>21500</c:v>
                </c:pt>
                <c:pt idx="1661" formatCode="0_);[Red]\(0\)">
                  <c:v>21500</c:v>
                </c:pt>
                <c:pt idx="1662" formatCode="0_);[Red]\(0\)">
                  <c:v>21500</c:v>
                </c:pt>
                <c:pt idx="1663" formatCode="0_);[Red]\(0\)">
                  <c:v>21500</c:v>
                </c:pt>
                <c:pt idx="1664" formatCode="0_);[Red]\(0\)">
                  <c:v>21500</c:v>
                </c:pt>
                <c:pt idx="1665" formatCode="0_);[Red]\(0\)">
                  <c:v>21500</c:v>
                </c:pt>
                <c:pt idx="1666" formatCode="0_);[Red]\(0\)">
                  <c:v>21500</c:v>
                </c:pt>
                <c:pt idx="1667" formatCode="0_);[Red]\(0\)">
                  <c:v>21500</c:v>
                </c:pt>
                <c:pt idx="1668" formatCode="0_);[Red]\(0\)">
                  <c:v>21500</c:v>
                </c:pt>
                <c:pt idx="1669" formatCode="0_);[Red]\(0\)">
                  <c:v>21500</c:v>
                </c:pt>
                <c:pt idx="1670" formatCode="0_);[Red]\(0\)">
                  <c:v>21500</c:v>
                </c:pt>
                <c:pt idx="1671" formatCode="0_);[Red]\(0\)">
                  <c:v>21500</c:v>
                </c:pt>
                <c:pt idx="1672" formatCode="0_);[Red]\(0\)">
                  <c:v>21500</c:v>
                </c:pt>
                <c:pt idx="1673" formatCode="0_);[Red]\(0\)">
                  <c:v>21500</c:v>
                </c:pt>
                <c:pt idx="1674" formatCode="0_);[Red]\(0\)">
                  <c:v>21500</c:v>
                </c:pt>
                <c:pt idx="1675" formatCode="0_);[Red]\(0\)">
                  <c:v>21500</c:v>
                </c:pt>
                <c:pt idx="1676" formatCode="0_);[Red]\(0\)">
                  <c:v>21500</c:v>
                </c:pt>
                <c:pt idx="1677" formatCode="0_);[Red]\(0\)">
                  <c:v>21500</c:v>
                </c:pt>
                <c:pt idx="1678" formatCode="0_);[Red]\(0\)">
                  <c:v>21500</c:v>
                </c:pt>
                <c:pt idx="1679" formatCode="0_);[Red]\(0\)">
                  <c:v>21500</c:v>
                </c:pt>
                <c:pt idx="1680" formatCode="0_);[Red]\(0\)">
                  <c:v>21500</c:v>
                </c:pt>
                <c:pt idx="1681" formatCode="0_);[Red]\(0\)">
                  <c:v>21500</c:v>
                </c:pt>
                <c:pt idx="1682" formatCode="0_);[Red]\(0\)">
                  <c:v>21500</c:v>
                </c:pt>
                <c:pt idx="1683" formatCode="0_);[Red]\(0\)">
                  <c:v>21000</c:v>
                </c:pt>
                <c:pt idx="1684" formatCode="0_);[Red]\(0\)">
                  <c:v>21000</c:v>
                </c:pt>
                <c:pt idx="1685" formatCode="0_);[Red]\(0\)">
                  <c:v>21000</c:v>
                </c:pt>
                <c:pt idx="1686" formatCode="0_);[Red]\(0\)">
                  <c:v>21000</c:v>
                </c:pt>
                <c:pt idx="1687" formatCode="0_);[Red]\(0\)">
                  <c:v>21000</c:v>
                </c:pt>
                <c:pt idx="1688" formatCode="0_);[Red]\(0\)">
                  <c:v>21000</c:v>
                </c:pt>
                <c:pt idx="1689" formatCode="0_);[Red]\(0\)">
                  <c:v>21000</c:v>
                </c:pt>
                <c:pt idx="1690" formatCode="0_);[Red]\(0\)">
                  <c:v>21000</c:v>
                </c:pt>
                <c:pt idx="1691" formatCode="0_);[Red]\(0\)">
                  <c:v>21000</c:v>
                </c:pt>
                <c:pt idx="1692" formatCode="0_);[Red]\(0\)">
                  <c:v>21000</c:v>
                </c:pt>
                <c:pt idx="1693" formatCode="0_);[Red]\(0\)">
                  <c:v>21000</c:v>
                </c:pt>
                <c:pt idx="1694" formatCode="0_);[Red]\(0\)">
                  <c:v>21000</c:v>
                </c:pt>
                <c:pt idx="1695" formatCode="0_);[Red]\(0\)">
                  <c:v>21000</c:v>
                </c:pt>
                <c:pt idx="1696" formatCode="0_);[Red]\(0\)">
                  <c:v>21000</c:v>
                </c:pt>
                <c:pt idx="1697" formatCode="0_);[Red]\(0\)">
                  <c:v>21000</c:v>
                </c:pt>
                <c:pt idx="1698" formatCode="0_);[Red]\(0\)">
                  <c:v>21000</c:v>
                </c:pt>
                <c:pt idx="1699" formatCode="0_);[Red]\(0\)">
                  <c:v>21000</c:v>
                </c:pt>
                <c:pt idx="1700" formatCode="0_);[Red]\(0\)">
                  <c:v>21000</c:v>
                </c:pt>
                <c:pt idx="1701" formatCode="0_);[Red]\(0\)">
                  <c:v>21000</c:v>
                </c:pt>
                <c:pt idx="1702" formatCode="0_);[Red]\(0\)">
                  <c:v>21000</c:v>
                </c:pt>
                <c:pt idx="1703" formatCode="0_);[Red]\(0\)">
                  <c:v>21000</c:v>
                </c:pt>
                <c:pt idx="1704" formatCode="0_);[Red]\(0\)">
                  <c:v>21000</c:v>
                </c:pt>
                <c:pt idx="1705" formatCode="0_);[Red]\(0\)">
                  <c:v>21000</c:v>
                </c:pt>
                <c:pt idx="1706" formatCode="0_);[Red]\(0\)">
                  <c:v>21000</c:v>
                </c:pt>
                <c:pt idx="1707" formatCode="0_);[Red]\(0\)">
                  <c:v>21000</c:v>
                </c:pt>
                <c:pt idx="1708" formatCode="0_);[Red]\(0\)">
                  <c:v>21000</c:v>
                </c:pt>
                <c:pt idx="1709" formatCode="0_);[Red]\(0\)">
                  <c:v>21000</c:v>
                </c:pt>
                <c:pt idx="1710" formatCode="0_);[Red]\(0\)">
                  <c:v>21000</c:v>
                </c:pt>
                <c:pt idx="1711" formatCode="0_);[Red]\(0\)">
                  <c:v>21000</c:v>
                </c:pt>
                <c:pt idx="1712" formatCode="0_);[Red]\(0\)">
                  <c:v>21000</c:v>
                </c:pt>
                <c:pt idx="1713" formatCode="0_);[Red]\(0\)">
                  <c:v>21000</c:v>
                </c:pt>
                <c:pt idx="1714" formatCode="0_);[Red]\(0\)">
                  <c:v>21000</c:v>
                </c:pt>
                <c:pt idx="1715" formatCode="0_);[Red]\(0\)">
                  <c:v>21000</c:v>
                </c:pt>
                <c:pt idx="1716" formatCode="0_);[Red]\(0\)">
                  <c:v>21000</c:v>
                </c:pt>
                <c:pt idx="1717" formatCode="0_);[Red]\(0\)">
                  <c:v>21000</c:v>
                </c:pt>
                <c:pt idx="1718" formatCode="0_);[Red]\(0\)">
                  <c:v>21000</c:v>
                </c:pt>
                <c:pt idx="1719" formatCode="0_);[Red]\(0\)">
                  <c:v>21000</c:v>
                </c:pt>
                <c:pt idx="1720" formatCode="0_);[Red]\(0\)">
                  <c:v>21000</c:v>
                </c:pt>
                <c:pt idx="1721" formatCode="0_);[Red]\(0\)">
                  <c:v>21000</c:v>
                </c:pt>
                <c:pt idx="1722" formatCode="0_);[Red]\(0\)">
                  <c:v>21000</c:v>
                </c:pt>
                <c:pt idx="1723" formatCode="0_);[Red]\(0\)">
                  <c:v>21000</c:v>
                </c:pt>
                <c:pt idx="1724" formatCode="0_);[Red]\(0\)">
                  <c:v>21000</c:v>
                </c:pt>
                <c:pt idx="1725" formatCode="0_);[Red]\(0\)">
                  <c:v>21000</c:v>
                </c:pt>
                <c:pt idx="1726" formatCode="0_);[Red]\(0\)">
                  <c:v>21000</c:v>
                </c:pt>
                <c:pt idx="1727" formatCode="0_);[Red]\(0\)">
                  <c:v>21000</c:v>
                </c:pt>
                <c:pt idx="1728" formatCode="0_);[Red]\(0\)">
                  <c:v>21000</c:v>
                </c:pt>
                <c:pt idx="1729" formatCode="0_);[Red]\(0\)">
                  <c:v>21000</c:v>
                </c:pt>
                <c:pt idx="1730" formatCode="0_);[Red]\(0\)">
                  <c:v>21000</c:v>
                </c:pt>
                <c:pt idx="1731" formatCode="0_);[Red]\(0\)">
                  <c:v>21000</c:v>
                </c:pt>
                <c:pt idx="1732" formatCode="0_);[Red]\(0\)">
                  <c:v>21000</c:v>
                </c:pt>
                <c:pt idx="1733" formatCode="0_);[Red]\(0\)">
                  <c:v>21000</c:v>
                </c:pt>
                <c:pt idx="1734" formatCode="0_);[Red]\(0\)">
                  <c:v>21000</c:v>
                </c:pt>
                <c:pt idx="1735" formatCode="0_);[Red]\(0\)">
                  <c:v>21000</c:v>
                </c:pt>
                <c:pt idx="1736" formatCode="0_);[Red]\(0\)">
                  <c:v>21000</c:v>
                </c:pt>
                <c:pt idx="1737" formatCode="0_);[Red]\(0\)">
                  <c:v>21000</c:v>
                </c:pt>
                <c:pt idx="1738" formatCode="0_);[Red]\(0\)">
                  <c:v>21000</c:v>
                </c:pt>
                <c:pt idx="1739" formatCode="0_);[Red]\(0\)">
                  <c:v>21000</c:v>
                </c:pt>
                <c:pt idx="1740" formatCode="0_);[Red]\(0\)">
                  <c:v>21000</c:v>
                </c:pt>
                <c:pt idx="1741" formatCode="0_);[Red]\(0\)">
                  <c:v>21000</c:v>
                </c:pt>
                <c:pt idx="1742" formatCode="0_);[Red]\(0\)">
                  <c:v>20000</c:v>
                </c:pt>
                <c:pt idx="1743" formatCode="0_);[Red]\(0\)">
                  <c:v>20000</c:v>
                </c:pt>
                <c:pt idx="1744" formatCode="0_);[Red]\(0\)">
                  <c:v>20000</c:v>
                </c:pt>
                <c:pt idx="1745" formatCode="0_);[Red]\(0\)">
                  <c:v>20000</c:v>
                </c:pt>
                <c:pt idx="1746" formatCode="0_);[Red]\(0\)">
                  <c:v>20000</c:v>
                </c:pt>
                <c:pt idx="1747" formatCode="0_);[Red]\(0\)">
                  <c:v>20000</c:v>
                </c:pt>
                <c:pt idx="1748" formatCode="0_);[Red]\(0\)">
                  <c:v>20000</c:v>
                </c:pt>
                <c:pt idx="1749" formatCode="0_);[Red]\(0\)">
                  <c:v>20000</c:v>
                </c:pt>
                <c:pt idx="1750" formatCode="0_);[Red]\(0\)">
                  <c:v>20000</c:v>
                </c:pt>
                <c:pt idx="1751" formatCode="0_);[Red]\(0\)">
                  <c:v>20000</c:v>
                </c:pt>
                <c:pt idx="1752" formatCode="0_);[Red]\(0\)">
                  <c:v>20000</c:v>
                </c:pt>
                <c:pt idx="1753" formatCode="0_);[Red]\(0\)">
                  <c:v>20000</c:v>
                </c:pt>
                <c:pt idx="1754" formatCode="0_);[Red]\(0\)">
                  <c:v>20000</c:v>
                </c:pt>
                <c:pt idx="1755" formatCode="0_);[Red]\(0\)">
                  <c:v>20000</c:v>
                </c:pt>
                <c:pt idx="1756" formatCode="0_);[Red]\(0\)">
                  <c:v>20000</c:v>
                </c:pt>
                <c:pt idx="1757" formatCode="0_);[Red]\(0\)">
                  <c:v>20000</c:v>
                </c:pt>
                <c:pt idx="1758" formatCode="0_);[Red]\(0\)">
                  <c:v>20000</c:v>
                </c:pt>
                <c:pt idx="1759" formatCode="0_);[Red]\(0\)">
                  <c:v>20000</c:v>
                </c:pt>
                <c:pt idx="1760" formatCode="0_);[Red]\(0\)">
                  <c:v>20000</c:v>
                </c:pt>
                <c:pt idx="1761" formatCode="0_);[Red]\(0\)">
                  <c:v>20000</c:v>
                </c:pt>
                <c:pt idx="1762" formatCode="0_);[Red]\(0\)">
                  <c:v>20000</c:v>
                </c:pt>
                <c:pt idx="1763" formatCode="0_);[Red]\(0\)">
                  <c:v>20000</c:v>
                </c:pt>
                <c:pt idx="1764" formatCode="0_);[Red]\(0\)">
                  <c:v>20000</c:v>
                </c:pt>
                <c:pt idx="1765" formatCode="0_);[Red]\(0\)">
                  <c:v>20000</c:v>
                </c:pt>
                <c:pt idx="1766" formatCode="0_);[Red]\(0\)">
                  <c:v>20000</c:v>
                </c:pt>
                <c:pt idx="1767" formatCode="0_);[Red]\(0\)">
                  <c:v>20000</c:v>
                </c:pt>
                <c:pt idx="1768" formatCode="0_);[Red]\(0\)">
                  <c:v>20000</c:v>
                </c:pt>
                <c:pt idx="1769" formatCode="0_);[Red]\(0\)">
                  <c:v>20200</c:v>
                </c:pt>
                <c:pt idx="1770" formatCode="0_);[Red]\(0\)">
                  <c:v>20200</c:v>
                </c:pt>
                <c:pt idx="1771" formatCode="0_);[Red]\(0\)">
                  <c:v>20200</c:v>
                </c:pt>
                <c:pt idx="1772" formatCode="0_);[Red]\(0\)">
                  <c:v>20200</c:v>
                </c:pt>
                <c:pt idx="1773" formatCode="0_);[Red]\(0\)">
                  <c:v>20200</c:v>
                </c:pt>
                <c:pt idx="1774" formatCode="0_);[Red]\(0\)">
                  <c:v>20200</c:v>
                </c:pt>
                <c:pt idx="1775" formatCode="0_);[Red]\(0\)">
                  <c:v>20200</c:v>
                </c:pt>
                <c:pt idx="1776" formatCode="0_);[Red]\(0\)">
                  <c:v>20200</c:v>
                </c:pt>
                <c:pt idx="1777" formatCode="0_);[Red]\(0\)">
                  <c:v>20200</c:v>
                </c:pt>
                <c:pt idx="1778" formatCode="0_);[Red]\(0\)">
                  <c:v>20200</c:v>
                </c:pt>
                <c:pt idx="1779" formatCode="0_);[Red]\(0\)">
                  <c:v>21000</c:v>
                </c:pt>
                <c:pt idx="1780" formatCode="0_);[Red]\(0\)">
                  <c:v>21000</c:v>
                </c:pt>
                <c:pt idx="1781" formatCode="0_);[Red]\(0\)">
                  <c:v>21500</c:v>
                </c:pt>
                <c:pt idx="1782" formatCode="0_);[Red]\(0\)">
                  <c:v>21500</c:v>
                </c:pt>
                <c:pt idx="1783" formatCode="0_);[Red]\(0\)">
                  <c:v>21500</c:v>
                </c:pt>
                <c:pt idx="1784" formatCode="0_);[Red]\(0\)">
                  <c:v>21500</c:v>
                </c:pt>
                <c:pt idx="1785" formatCode="0_);[Red]\(0\)">
                  <c:v>21500</c:v>
                </c:pt>
                <c:pt idx="1786" formatCode="0_);[Red]\(0\)">
                  <c:v>21500</c:v>
                </c:pt>
                <c:pt idx="1787" formatCode="0_);[Red]\(0\)">
                  <c:v>24500</c:v>
                </c:pt>
                <c:pt idx="1788" formatCode="0_);[Red]\(0\)">
                  <c:v>24500</c:v>
                </c:pt>
                <c:pt idx="1789" formatCode="0_);[Red]\(0\)">
                  <c:v>24500</c:v>
                </c:pt>
                <c:pt idx="1790" formatCode="0_);[Red]\(0\)">
                  <c:v>24500</c:v>
                </c:pt>
                <c:pt idx="1791" formatCode="0_);[Red]\(0\)">
                  <c:v>24500</c:v>
                </c:pt>
                <c:pt idx="1792" formatCode="0_);[Red]\(0\)">
                  <c:v>24500</c:v>
                </c:pt>
                <c:pt idx="1793" formatCode="0_);[Red]\(0\)">
                  <c:v>24500</c:v>
                </c:pt>
                <c:pt idx="1794" formatCode="0_);[Red]\(0\)">
                  <c:v>24500</c:v>
                </c:pt>
                <c:pt idx="1795" formatCode="0_);[Red]\(0\)">
                  <c:v>24500</c:v>
                </c:pt>
                <c:pt idx="1796" formatCode="0_);[Red]\(0\)">
                  <c:v>24500</c:v>
                </c:pt>
                <c:pt idx="1797" formatCode="0_);[Red]\(0\)">
                  <c:v>24500</c:v>
                </c:pt>
                <c:pt idx="1798" formatCode="0_);[Red]\(0\)">
                  <c:v>24500</c:v>
                </c:pt>
                <c:pt idx="1799" formatCode="0_);[Red]\(0\)">
                  <c:v>24500</c:v>
                </c:pt>
                <c:pt idx="1800" formatCode="0_);[Red]\(0\)">
                  <c:v>24500</c:v>
                </c:pt>
                <c:pt idx="1801" formatCode="0_);[Red]\(0\)">
                  <c:v>24500</c:v>
                </c:pt>
                <c:pt idx="1802" formatCode="0_);[Red]\(0\)">
                  <c:v>24500</c:v>
                </c:pt>
                <c:pt idx="1803" formatCode="0_);[Red]\(0\)">
                  <c:v>24500</c:v>
                </c:pt>
                <c:pt idx="1804" formatCode="0_);[Red]\(0\)">
                  <c:v>24500</c:v>
                </c:pt>
                <c:pt idx="1805" formatCode="0_);[Red]\(0\)">
                  <c:v>24500</c:v>
                </c:pt>
                <c:pt idx="1806" formatCode="0_);[Red]\(0\)">
                  <c:v>24500</c:v>
                </c:pt>
                <c:pt idx="1807" formatCode="0_);[Red]\(0\)">
                  <c:v>24500</c:v>
                </c:pt>
                <c:pt idx="1808" formatCode="0_);[Red]\(0\)">
                  <c:v>24500</c:v>
                </c:pt>
                <c:pt idx="1809" formatCode="0_);[Red]\(0\)">
                  <c:v>24500</c:v>
                </c:pt>
                <c:pt idx="1810" formatCode="0_);[Red]\(0\)">
                  <c:v>24500</c:v>
                </c:pt>
                <c:pt idx="1811" formatCode="0_);[Red]\(0\)">
                  <c:v>24500</c:v>
                </c:pt>
                <c:pt idx="1812" formatCode="0_);[Red]\(0\)">
                  <c:v>24500</c:v>
                </c:pt>
                <c:pt idx="1813" formatCode="0_);[Red]\(0\)">
                  <c:v>24500</c:v>
                </c:pt>
                <c:pt idx="1814" formatCode="0_);[Red]\(0\)">
                  <c:v>24500</c:v>
                </c:pt>
                <c:pt idx="1815" formatCode="0_);[Red]\(0\)">
                  <c:v>24500</c:v>
                </c:pt>
                <c:pt idx="1816" formatCode="0_);[Red]\(0\)">
                  <c:v>24500</c:v>
                </c:pt>
                <c:pt idx="1817" formatCode="0_);[Red]\(0\)">
                  <c:v>24500</c:v>
                </c:pt>
                <c:pt idx="1818" formatCode="0_);[Red]\(0\)">
                  <c:v>24500</c:v>
                </c:pt>
                <c:pt idx="1819" formatCode="0_);[Red]\(0\)">
                  <c:v>24500</c:v>
                </c:pt>
                <c:pt idx="1820" formatCode="0_);[Red]\(0\)">
                  <c:v>24500</c:v>
                </c:pt>
                <c:pt idx="1821" formatCode="0_);[Red]\(0\)">
                  <c:v>24500</c:v>
                </c:pt>
                <c:pt idx="1822" formatCode="0_);[Red]\(0\)">
                  <c:v>24500</c:v>
                </c:pt>
                <c:pt idx="1823" formatCode="0_);[Red]\(0\)">
                  <c:v>24500</c:v>
                </c:pt>
                <c:pt idx="1824" formatCode="0_);[Red]\(0\)">
                  <c:v>24500</c:v>
                </c:pt>
                <c:pt idx="1825" formatCode="0_);[Red]\(0\)">
                  <c:v>24500</c:v>
                </c:pt>
                <c:pt idx="1826" formatCode="0_);[Red]\(0\)">
                  <c:v>24500</c:v>
                </c:pt>
                <c:pt idx="1827" formatCode="0_);[Red]\(0\)">
                  <c:v>24500</c:v>
                </c:pt>
                <c:pt idx="1828" formatCode="0_);[Red]\(0\)">
                  <c:v>24500</c:v>
                </c:pt>
                <c:pt idx="1829" formatCode="0_);[Red]\(0\)">
                  <c:v>24500</c:v>
                </c:pt>
                <c:pt idx="1830" formatCode="0_);[Red]\(0\)">
                  <c:v>24500</c:v>
                </c:pt>
                <c:pt idx="1831" formatCode="0_);[Red]\(0\)">
                  <c:v>24500</c:v>
                </c:pt>
                <c:pt idx="1832" formatCode="0_);[Red]\(0\)">
                  <c:v>24500</c:v>
                </c:pt>
                <c:pt idx="1833" formatCode="0_);[Red]\(0\)">
                  <c:v>24500</c:v>
                </c:pt>
                <c:pt idx="1834" formatCode="0_);[Red]\(0\)">
                  <c:v>24500</c:v>
                </c:pt>
                <c:pt idx="1835" formatCode="0_);[Red]\(0\)">
                  <c:v>24500</c:v>
                </c:pt>
                <c:pt idx="1836" formatCode="0_);[Red]\(0\)">
                  <c:v>24500</c:v>
                </c:pt>
                <c:pt idx="1837" formatCode="0_);[Red]\(0\)">
                  <c:v>24500</c:v>
                </c:pt>
                <c:pt idx="1838" formatCode="0_);[Red]\(0\)">
                  <c:v>24500</c:v>
                </c:pt>
                <c:pt idx="1839" formatCode="0_);[Red]\(0\)">
                  <c:v>24500</c:v>
                </c:pt>
                <c:pt idx="1840" formatCode="0_);[Red]\(0\)">
                  <c:v>24500</c:v>
                </c:pt>
                <c:pt idx="1841" formatCode="0_);[Red]\(0\)">
                  <c:v>24500</c:v>
                </c:pt>
                <c:pt idx="1842" formatCode="0_);[Red]\(0\)">
                  <c:v>24500</c:v>
                </c:pt>
                <c:pt idx="1843" formatCode="0_);[Red]\(0\)">
                  <c:v>24500</c:v>
                </c:pt>
                <c:pt idx="1844" formatCode="0_);[Red]\(0\)">
                  <c:v>24500</c:v>
                </c:pt>
                <c:pt idx="1845" formatCode="0_);[Red]\(0\)">
                  <c:v>24500</c:v>
                </c:pt>
                <c:pt idx="1846" formatCode="0_);[Red]\(0\)">
                  <c:v>24000</c:v>
                </c:pt>
                <c:pt idx="1847" formatCode="0_);[Red]\(0\)">
                  <c:v>24000</c:v>
                </c:pt>
                <c:pt idx="1848" formatCode="0_);[Red]\(0\)">
                  <c:v>24000</c:v>
                </c:pt>
                <c:pt idx="1849" formatCode="0_);[Red]\(0\)">
                  <c:v>24000</c:v>
                </c:pt>
                <c:pt idx="1850" formatCode="0_);[Red]\(0\)">
                  <c:v>24000</c:v>
                </c:pt>
                <c:pt idx="1851" formatCode="0_);[Red]\(0\)">
                  <c:v>24000</c:v>
                </c:pt>
                <c:pt idx="1852" formatCode="0_);[Red]\(0\)">
                  <c:v>24000</c:v>
                </c:pt>
                <c:pt idx="1853" formatCode="0_);[Red]\(0\)">
                  <c:v>24000</c:v>
                </c:pt>
                <c:pt idx="1854" formatCode="0_);[Red]\(0\)">
                  <c:v>24000</c:v>
                </c:pt>
                <c:pt idx="1855" formatCode="0_);[Red]\(0\)">
                  <c:v>24000</c:v>
                </c:pt>
                <c:pt idx="1856" formatCode="0_);[Red]\(0\)">
                  <c:v>24000</c:v>
                </c:pt>
                <c:pt idx="1857" formatCode="0_);[Red]\(0\)">
                  <c:v>24000</c:v>
                </c:pt>
                <c:pt idx="1858" formatCode="0_);[Red]\(0\)">
                  <c:v>24000</c:v>
                </c:pt>
                <c:pt idx="1859" formatCode="0_);[Red]\(0\)">
                  <c:v>24000</c:v>
                </c:pt>
                <c:pt idx="1860" formatCode="0_);[Red]\(0\)">
                  <c:v>24000</c:v>
                </c:pt>
                <c:pt idx="1861" formatCode="0_);[Red]\(0\)">
                  <c:v>24000</c:v>
                </c:pt>
                <c:pt idx="1862" formatCode="0_);[Red]\(0\)">
                  <c:v>24000</c:v>
                </c:pt>
                <c:pt idx="1863" formatCode="0_);[Red]\(0\)">
                  <c:v>24000</c:v>
                </c:pt>
                <c:pt idx="1864" formatCode="0_);[Red]\(0\)">
                  <c:v>24000</c:v>
                </c:pt>
                <c:pt idx="1865" formatCode="0_);[Red]\(0\)">
                  <c:v>24000</c:v>
                </c:pt>
                <c:pt idx="1866" formatCode="0_);[Red]\(0\)">
                  <c:v>24000</c:v>
                </c:pt>
                <c:pt idx="1867" formatCode="0_);[Red]\(0\)">
                  <c:v>24000</c:v>
                </c:pt>
                <c:pt idx="1868" formatCode="0_);[Red]\(0\)">
                  <c:v>24000</c:v>
                </c:pt>
                <c:pt idx="1869" formatCode="0_);[Red]\(0\)">
                  <c:v>24000</c:v>
                </c:pt>
                <c:pt idx="1870" formatCode="0_);[Red]\(0\)">
                  <c:v>24000</c:v>
                </c:pt>
                <c:pt idx="1871" formatCode="0_);[Red]\(0\)">
                  <c:v>24000</c:v>
                </c:pt>
                <c:pt idx="1872" formatCode="0_);[Red]\(0\)">
                  <c:v>24000</c:v>
                </c:pt>
                <c:pt idx="1873" formatCode="0_);[Red]\(0\)">
                  <c:v>24000</c:v>
                </c:pt>
                <c:pt idx="1874" formatCode="0_);[Red]\(0\)">
                  <c:v>24000</c:v>
                </c:pt>
                <c:pt idx="1875" formatCode="0_);[Red]\(0\)">
                  <c:v>24000</c:v>
                </c:pt>
                <c:pt idx="1876" formatCode="0_);[Red]\(0\)">
                  <c:v>24000</c:v>
                </c:pt>
                <c:pt idx="1877" formatCode="0_);[Red]\(0\)">
                  <c:v>24000</c:v>
                </c:pt>
                <c:pt idx="1878" formatCode="0_);[Red]\(0\)">
                  <c:v>24000</c:v>
                </c:pt>
                <c:pt idx="1879" formatCode="0_);[Red]\(0\)">
                  <c:v>24000</c:v>
                </c:pt>
                <c:pt idx="1880" formatCode="0_);[Red]\(0\)">
                  <c:v>24000</c:v>
                </c:pt>
                <c:pt idx="1881" formatCode="0_);[Red]\(0\)">
                  <c:v>24000</c:v>
                </c:pt>
                <c:pt idx="1882" formatCode="0_);[Red]\(0\)">
                  <c:v>24000</c:v>
                </c:pt>
                <c:pt idx="1883" formatCode="0_);[Red]\(0\)">
                  <c:v>24000</c:v>
                </c:pt>
                <c:pt idx="1884" formatCode="0_);[Red]\(0\)">
                  <c:v>24000</c:v>
                </c:pt>
                <c:pt idx="1885" formatCode="0_);[Red]\(0\)">
                  <c:v>24000</c:v>
                </c:pt>
                <c:pt idx="1886" formatCode="0_);[Red]\(0\)">
                  <c:v>24000</c:v>
                </c:pt>
                <c:pt idx="1887" formatCode="0_);[Red]\(0\)">
                  <c:v>24000</c:v>
                </c:pt>
                <c:pt idx="1888" formatCode="0_);[Red]\(0\)">
                  <c:v>24000</c:v>
                </c:pt>
                <c:pt idx="1889" formatCode="0_);[Red]\(0\)">
                  <c:v>24000</c:v>
                </c:pt>
                <c:pt idx="1890" formatCode="0_);[Red]\(0\)">
                  <c:v>24000</c:v>
                </c:pt>
                <c:pt idx="1891" formatCode="0_);[Red]\(0\)">
                  <c:v>24000</c:v>
                </c:pt>
                <c:pt idx="1892" formatCode="0_);[Red]\(0\)">
                  <c:v>24000</c:v>
                </c:pt>
                <c:pt idx="1893" formatCode="0_);[Red]\(0\)">
                  <c:v>24000</c:v>
                </c:pt>
                <c:pt idx="1894" formatCode="0_);[Red]\(0\)">
                  <c:v>24000</c:v>
                </c:pt>
                <c:pt idx="1895" formatCode="0_);[Red]\(0\)">
                  <c:v>24000</c:v>
                </c:pt>
                <c:pt idx="1896" formatCode="0_);[Red]\(0\)">
                  <c:v>24000</c:v>
                </c:pt>
                <c:pt idx="1897" formatCode="0_);[Red]\(0\)">
                  <c:v>24000</c:v>
                </c:pt>
                <c:pt idx="1898" formatCode="0_);[Red]\(0\)">
                  <c:v>24000</c:v>
                </c:pt>
                <c:pt idx="1899" formatCode="0_);[Red]\(0\)">
                  <c:v>24000</c:v>
                </c:pt>
                <c:pt idx="1900" formatCode="0_);[Red]\(0\)">
                  <c:v>24000</c:v>
                </c:pt>
                <c:pt idx="1901" formatCode="0_);[Red]\(0\)">
                  <c:v>24500</c:v>
                </c:pt>
                <c:pt idx="1902" formatCode="0_);[Red]\(0\)">
                  <c:v>25000</c:v>
                </c:pt>
                <c:pt idx="1903" formatCode="0_);[Red]\(0\)">
                  <c:v>25000</c:v>
                </c:pt>
                <c:pt idx="1904" formatCode="0_);[Red]\(0\)">
                  <c:v>25000</c:v>
                </c:pt>
                <c:pt idx="1905" formatCode="0_);[Red]\(0\)">
                  <c:v>25000</c:v>
                </c:pt>
                <c:pt idx="1906" formatCode="0_);[Red]\(0\)">
                  <c:v>25000</c:v>
                </c:pt>
                <c:pt idx="1907" formatCode="0_);[Red]\(0\)">
                  <c:v>25000</c:v>
                </c:pt>
                <c:pt idx="1908" formatCode="0_);[Red]\(0\)">
                  <c:v>25000</c:v>
                </c:pt>
                <c:pt idx="1909" formatCode="0_);[Red]\(0\)">
                  <c:v>25000</c:v>
                </c:pt>
                <c:pt idx="1910" formatCode="0_);[Red]\(0\)">
                  <c:v>25000</c:v>
                </c:pt>
                <c:pt idx="1911" formatCode="0_);[Red]\(0\)">
                  <c:v>25000</c:v>
                </c:pt>
                <c:pt idx="1912" formatCode="0_);[Red]\(0\)">
                  <c:v>25000</c:v>
                </c:pt>
                <c:pt idx="1913" formatCode="0_);[Red]\(0\)">
                  <c:v>25000</c:v>
                </c:pt>
                <c:pt idx="1914" formatCode="0_);[Red]\(0\)">
                  <c:v>25000</c:v>
                </c:pt>
                <c:pt idx="1915" formatCode="0_);[Red]\(0\)">
                  <c:v>25000</c:v>
                </c:pt>
                <c:pt idx="1916" formatCode="0_);[Red]\(0\)">
                  <c:v>25000</c:v>
                </c:pt>
                <c:pt idx="1917" formatCode="0_);[Red]\(0\)">
                  <c:v>25000</c:v>
                </c:pt>
                <c:pt idx="1918" formatCode="0_);[Red]\(0\)">
                  <c:v>25000</c:v>
                </c:pt>
                <c:pt idx="1919" formatCode="0_);[Red]\(0\)">
                  <c:v>25000</c:v>
                </c:pt>
                <c:pt idx="1920" formatCode="0_);[Red]\(0\)">
                  <c:v>25000</c:v>
                </c:pt>
                <c:pt idx="1921" formatCode="0_);[Red]\(0\)">
                  <c:v>25000</c:v>
                </c:pt>
                <c:pt idx="1922" formatCode="0_);[Red]\(0\)">
                  <c:v>25000</c:v>
                </c:pt>
                <c:pt idx="1923" formatCode="0_);[Red]\(0\)">
                  <c:v>25000</c:v>
                </c:pt>
                <c:pt idx="1924" formatCode="0_);[Red]\(0\)">
                  <c:v>25000</c:v>
                </c:pt>
                <c:pt idx="1925" formatCode="0_);[Red]\(0\)">
                  <c:v>25000</c:v>
                </c:pt>
                <c:pt idx="1926" formatCode="0_);[Red]\(0\)">
                  <c:v>25000</c:v>
                </c:pt>
                <c:pt idx="1927" formatCode="0_);[Red]\(0\)">
                  <c:v>25000</c:v>
                </c:pt>
                <c:pt idx="1928" formatCode="0_);[Red]\(0\)">
                  <c:v>25000</c:v>
                </c:pt>
                <c:pt idx="1929" formatCode="0_);[Red]\(0\)">
                  <c:v>25000</c:v>
                </c:pt>
                <c:pt idx="1930" formatCode="0_);[Red]\(0\)">
                  <c:v>25000</c:v>
                </c:pt>
                <c:pt idx="1931" formatCode="0_);[Red]\(0\)">
                  <c:v>25000</c:v>
                </c:pt>
                <c:pt idx="1932" formatCode="0_);[Red]\(0\)">
                  <c:v>25000</c:v>
                </c:pt>
                <c:pt idx="1933" formatCode="0_);[Red]\(0\)">
                  <c:v>25000</c:v>
                </c:pt>
                <c:pt idx="1934" formatCode="0_);[Red]\(0\)">
                  <c:v>25000</c:v>
                </c:pt>
                <c:pt idx="1935" formatCode="0_);[Red]\(0\)">
                  <c:v>25000</c:v>
                </c:pt>
                <c:pt idx="1936" formatCode="0_);[Red]\(0\)">
                  <c:v>25000</c:v>
                </c:pt>
                <c:pt idx="1937" formatCode="0_);[Red]\(0\)">
                  <c:v>24000</c:v>
                </c:pt>
                <c:pt idx="1938" formatCode="0_);[Red]\(0\)">
                  <c:v>24000</c:v>
                </c:pt>
                <c:pt idx="1939" formatCode="0_);[Red]\(0\)">
                  <c:v>24000</c:v>
                </c:pt>
                <c:pt idx="1940" formatCode="0_);[Red]\(0\)">
                  <c:v>24000</c:v>
                </c:pt>
                <c:pt idx="1941" formatCode="0_);[Red]\(0\)">
                  <c:v>24000</c:v>
                </c:pt>
                <c:pt idx="1942" formatCode="0_);[Red]\(0\)">
                  <c:v>24000</c:v>
                </c:pt>
                <c:pt idx="1943" formatCode="0_);[Red]\(0\)">
                  <c:v>24000</c:v>
                </c:pt>
                <c:pt idx="1944" formatCode="0_);[Red]\(0\)">
                  <c:v>24000</c:v>
                </c:pt>
                <c:pt idx="1945" formatCode="0_);[Red]\(0\)">
                  <c:v>24000</c:v>
                </c:pt>
                <c:pt idx="1946" formatCode="0_);[Red]\(0\)">
                  <c:v>24000</c:v>
                </c:pt>
                <c:pt idx="1947" formatCode="0_);[Red]\(0\)">
                  <c:v>24000</c:v>
                </c:pt>
                <c:pt idx="1948" formatCode="0_);[Red]\(0\)">
                  <c:v>24000</c:v>
                </c:pt>
                <c:pt idx="1949" formatCode="0_);[Red]\(0\)">
                  <c:v>24000</c:v>
                </c:pt>
                <c:pt idx="1950" formatCode="0_);[Red]\(0\)">
                  <c:v>24000</c:v>
                </c:pt>
                <c:pt idx="1951" formatCode="0_);[Red]\(0\)">
                  <c:v>24000</c:v>
                </c:pt>
                <c:pt idx="1952" formatCode="0_);[Red]\(0\)">
                  <c:v>24000</c:v>
                </c:pt>
                <c:pt idx="1953" formatCode="0_);[Red]\(0\)">
                  <c:v>24000</c:v>
                </c:pt>
                <c:pt idx="1954" formatCode="0_);[Red]\(0\)">
                  <c:v>24000</c:v>
                </c:pt>
                <c:pt idx="1955" formatCode="0_);[Red]\(0\)">
                  <c:v>23000</c:v>
                </c:pt>
                <c:pt idx="1956" formatCode="0_);[Red]\(0\)">
                  <c:v>23000</c:v>
                </c:pt>
                <c:pt idx="1957" formatCode="0_);[Red]\(0\)">
                  <c:v>23000</c:v>
                </c:pt>
                <c:pt idx="1958" formatCode="0_);[Red]\(0\)">
                  <c:v>23000</c:v>
                </c:pt>
                <c:pt idx="1959" formatCode="0_);[Red]\(0\)">
                  <c:v>23000</c:v>
                </c:pt>
                <c:pt idx="1960" formatCode="0_);[Red]\(0\)">
                  <c:v>23000</c:v>
                </c:pt>
                <c:pt idx="1961" formatCode="0_);[Red]\(0\)">
                  <c:v>22500</c:v>
                </c:pt>
                <c:pt idx="1962" formatCode="0_);[Red]\(0\)">
                  <c:v>22500</c:v>
                </c:pt>
                <c:pt idx="1963" formatCode="0_);[Red]\(0\)">
                  <c:v>22500</c:v>
                </c:pt>
                <c:pt idx="1964" formatCode="0_);[Red]\(0\)">
                  <c:v>22500</c:v>
                </c:pt>
                <c:pt idx="1965" formatCode="0_);[Red]\(0\)">
                  <c:v>22500</c:v>
                </c:pt>
                <c:pt idx="1966" formatCode="0_);[Red]\(0\)">
                  <c:v>22500</c:v>
                </c:pt>
                <c:pt idx="1967" formatCode="0_);[Red]\(0\)">
                  <c:v>22500</c:v>
                </c:pt>
                <c:pt idx="1968" formatCode="0_);[Red]\(0\)">
                  <c:v>22000</c:v>
                </c:pt>
                <c:pt idx="1969" formatCode="0_);[Red]\(0\)">
                  <c:v>22000</c:v>
                </c:pt>
                <c:pt idx="1970" formatCode="0_);[Red]\(0\)">
                  <c:v>22000</c:v>
                </c:pt>
                <c:pt idx="1971" formatCode="0_);[Red]\(0\)">
                  <c:v>22000</c:v>
                </c:pt>
                <c:pt idx="1972" formatCode="0_);[Red]\(0\)">
                  <c:v>22000</c:v>
                </c:pt>
                <c:pt idx="1973" formatCode="0_);[Red]\(0\)">
                  <c:v>22000</c:v>
                </c:pt>
                <c:pt idx="1974" formatCode="0_);[Red]\(0\)">
                  <c:v>22000</c:v>
                </c:pt>
                <c:pt idx="1975" formatCode="0_);[Red]\(0\)">
                  <c:v>21500</c:v>
                </c:pt>
                <c:pt idx="1976" formatCode="0_);[Red]\(0\)">
                  <c:v>21500</c:v>
                </c:pt>
                <c:pt idx="1977" formatCode="0_);[Red]\(0\)">
                  <c:v>21500</c:v>
                </c:pt>
                <c:pt idx="1978" formatCode="0_);[Red]\(0\)">
                  <c:v>21500</c:v>
                </c:pt>
                <c:pt idx="1979" formatCode="0_);[Red]\(0\)">
                  <c:v>21500</c:v>
                </c:pt>
                <c:pt idx="1980" formatCode="0_);[Red]\(0\)">
                  <c:v>21500</c:v>
                </c:pt>
                <c:pt idx="1981" formatCode="0_);[Red]\(0\)">
                  <c:v>21500</c:v>
                </c:pt>
                <c:pt idx="1982" formatCode="0_);[Red]\(0\)">
                  <c:v>21500</c:v>
                </c:pt>
                <c:pt idx="1983" formatCode="0_);[Red]\(0\)">
                  <c:v>21500</c:v>
                </c:pt>
                <c:pt idx="1984" formatCode="0_);[Red]\(0\)">
                  <c:v>21500</c:v>
                </c:pt>
                <c:pt idx="1985" formatCode="0_);[Red]\(0\)">
                  <c:v>21500</c:v>
                </c:pt>
                <c:pt idx="1986" formatCode="0_);[Red]\(0\)">
                  <c:v>21500</c:v>
                </c:pt>
                <c:pt idx="1987" formatCode="0_);[Red]\(0\)">
                  <c:v>21500</c:v>
                </c:pt>
                <c:pt idx="1988" formatCode="0_);[Red]\(0\)">
                  <c:v>21500</c:v>
                </c:pt>
                <c:pt idx="1989" formatCode="0_);[Red]\(0\)">
                  <c:v>21500</c:v>
                </c:pt>
                <c:pt idx="1990" formatCode="0_);[Red]\(0\)">
                  <c:v>21500</c:v>
                </c:pt>
                <c:pt idx="1991" formatCode="0_);[Red]\(0\)">
                  <c:v>21500</c:v>
                </c:pt>
                <c:pt idx="1992" formatCode="0_);[Red]\(0\)">
                  <c:v>21500</c:v>
                </c:pt>
                <c:pt idx="1993" formatCode="0_);[Red]\(0\)">
                  <c:v>21500</c:v>
                </c:pt>
                <c:pt idx="1994" formatCode="0_);[Red]\(0\)">
                  <c:v>21500</c:v>
                </c:pt>
                <c:pt idx="1995" formatCode="0_);[Red]\(0\)">
                  <c:v>21500</c:v>
                </c:pt>
                <c:pt idx="1996" formatCode="0_);[Red]\(0\)">
                  <c:v>21500</c:v>
                </c:pt>
                <c:pt idx="1997" formatCode="0_);[Red]\(0\)">
                  <c:v>21500</c:v>
                </c:pt>
                <c:pt idx="1998" formatCode="0_);[Red]\(0\)">
                  <c:v>22000</c:v>
                </c:pt>
                <c:pt idx="1999" formatCode="0_);[Red]\(0\)">
                  <c:v>22000</c:v>
                </c:pt>
                <c:pt idx="2000" formatCode="0_);[Red]\(0\)">
                  <c:v>22000</c:v>
                </c:pt>
                <c:pt idx="2001" formatCode="0_);[Red]\(0\)">
                  <c:v>22000</c:v>
                </c:pt>
                <c:pt idx="2002" formatCode="0_);[Red]\(0\)">
                  <c:v>22000</c:v>
                </c:pt>
                <c:pt idx="2003" formatCode="0_);[Red]\(0\)">
                  <c:v>22000</c:v>
                </c:pt>
                <c:pt idx="2004" formatCode="0_);[Red]\(0\)">
                  <c:v>22000</c:v>
                </c:pt>
                <c:pt idx="2005" formatCode="0_);[Red]\(0\)">
                  <c:v>22000</c:v>
                </c:pt>
                <c:pt idx="2006" formatCode="0_);[Red]\(0\)">
                  <c:v>22000</c:v>
                </c:pt>
                <c:pt idx="2007" formatCode="0_);[Red]\(0\)">
                  <c:v>22000</c:v>
                </c:pt>
                <c:pt idx="2008" formatCode="0_);[Red]\(0\)">
                  <c:v>22000</c:v>
                </c:pt>
                <c:pt idx="2009" formatCode="0_);[Red]\(0\)">
                  <c:v>22000</c:v>
                </c:pt>
                <c:pt idx="2010" formatCode="0_);[Red]\(0\)">
                  <c:v>22000</c:v>
                </c:pt>
                <c:pt idx="2011" formatCode="0_);[Red]\(0\)">
                  <c:v>22000</c:v>
                </c:pt>
                <c:pt idx="2012" formatCode="0_);[Red]\(0\)">
                  <c:v>22000</c:v>
                </c:pt>
                <c:pt idx="2013" formatCode="0_);[Red]\(0\)">
                  <c:v>22000</c:v>
                </c:pt>
                <c:pt idx="2014" formatCode="0_);[Red]\(0\)">
                  <c:v>22000</c:v>
                </c:pt>
                <c:pt idx="2015" formatCode="0_);[Red]\(0\)">
                  <c:v>22000</c:v>
                </c:pt>
                <c:pt idx="2016" formatCode="0_);[Red]\(0\)">
                  <c:v>22000</c:v>
                </c:pt>
                <c:pt idx="2017" formatCode="0_);[Red]\(0\)">
                  <c:v>22000</c:v>
                </c:pt>
                <c:pt idx="2018" formatCode="0_);[Red]\(0\)">
                  <c:v>22000</c:v>
                </c:pt>
                <c:pt idx="2019" formatCode="0_);[Red]\(0\)">
                  <c:v>22000</c:v>
                </c:pt>
                <c:pt idx="2020" formatCode="0_);[Red]\(0\)">
                  <c:v>22000</c:v>
                </c:pt>
                <c:pt idx="2021" formatCode="0_);[Red]\(0\)">
                  <c:v>22000</c:v>
                </c:pt>
                <c:pt idx="2022" formatCode="0_);[Red]\(0\)">
                  <c:v>22000</c:v>
                </c:pt>
                <c:pt idx="2023" formatCode="0_);[Red]\(0\)">
                  <c:v>22000</c:v>
                </c:pt>
                <c:pt idx="2024" formatCode="0_);[Red]\(0\)">
                  <c:v>22000</c:v>
                </c:pt>
                <c:pt idx="2025" formatCode="0_);[Red]\(0\)">
                  <c:v>22000</c:v>
                </c:pt>
                <c:pt idx="2026" formatCode="0_);[Red]\(0\)">
                  <c:v>22000</c:v>
                </c:pt>
                <c:pt idx="2027" formatCode="0_);[Red]\(0\)">
                  <c:v>22000</c:v>
                </c:pt>
                <c:pt idx="2028" formatCode="0_);[Red]\(0\)">
                  <c:v>22000</c:v>
                </c:pt>
                <c:pt idx="2029" formatCode="0_);[Red]\(0\)">
                  <c:v>22000</c:v>
                </c:pt>
                <c:pt idx="2030" formatCode="0_);[Red]\(0\)">
                  <c:v>22000</c:v>
                </c:pt>
                <c:pt idx="2031" formatCode="0_);[Red]\(0\)">
                  <c:v>22000</c:v>
                </c:pt>
                <c:pt idx="2032" formatCode="0_);[Red]\(0\)">
                  <c:v>22000</c:v>
                </c:pt>
                <c:pt idx="2033" formatCode="0_);[Red]\(0\)">
                  <c:v>22000</c:v>
                </c:pt>
                <c:pt idx="2034" formatCode="0_);[Red]\(0\)">
                  <c:v>21500</c:v>
                </c:pt>
                <c:pt idx="2035" formatCode="0_);[Red]\(0\)">
                  <c:v>21500</c:v>
                </c:pt>
                <c:pt idx="2036" formatCode="0_);[Red]\(0\)">
                  <c:v>21500</c:v>
                </c:pt>
                <c:pt idx="2037" formatCode="0_);[Red]\(0\)">
                  <c:v>21500</c:v>
                </c:pt>
                <c:pt idx="2038" formatCode="0_);[Red]\(0\)">
                  <c:v>21500</c:v>
                </c:pt>
                <c:pt idx="2039" formatCode="0_);[Red]\(0\)">
                  <c:v>21500</c:v>
                </c:pt>
                <c:pt idx="2040" formatCode="0_);[Red]\(0\)">
                  <c:v>21500</c:v>
                </c:pt>
                <c:pt idx="2041" formatCode="0_);[Red]\(0\)">
                  <c:v>21500</c:v>
                </c:pt>
                <c:pt idx="2042" formatCode="0_);[Red]\(0\)">
                  <c:v>21500</c:v>
                </c:pt>
                <c:pt idx="2043" formatCode="0_);[Red]\(0\)">
                  <c:v>21500</c:v>
                </c:pt>
                <c:pt idx="2044" formatCode="0_);[Red]\(0\)">
                  <c:v>21500</c:v>
                </c:pt>
                <c:pt idx="2045" formatCode="0_);[Red]\(0\)">
                  <c:v>21000</c:v>
                </c:pt>
                <c:pt idx="2046" formatCode="0_);[Red]\(0\)">
                  <c:v>21000</c:v>
                </c:pt>
                <c:pt idx="2047" formatCode="0_);[Red]\(0\)">
                  <c:v>21000</c:v>
                </c:pt>
                <c:pt idx="2048" formatCode="0_);[Red]\(0\)">
                  <c:v>21000</c:v>
                </c:pt>
                <c:pt idx="2049" formatCode="0_);[Red]\(0\)">
                  <c:v>21000</c:v>
                </c:pt>
                <c:pt idx="2050" formatCode="0_);[Red]\(0\)">
                  <c:v>21000</c:v>
                </c:pt>
                <c:pt idx="2051" formatCode="0_);[Red]\(0\)">
                  <c:v>21000</c:v>
                </c:pt>
                <c:pt idx="2052" formatCode="0_);[Red]\(0\)">
                  <c:v>21000</c:v>
                </c:pt>
                <c:pt idx="2053" formatCode="0_);[Red]\(0\)">
                  <c:v>21000</c:v>
                </c:pt>
                <c:pt idx="2054" formatCode="0_);[Red]\(0\)">
                  <c:v>21000</c:v>
                </c:pt>
                <c:pt idx="2055" formatCode="0_);[Red]\(0\)">
                  <c:v>21000</c:v>
                </c:pt>
                <c:pt idx="2056" formatCode="0_);[Red]\(0\)">
                  <c:v>21000</c:v>
                </c:pt>
                <c:pt idx="2057" formatCode="0_);[Red]\(0\)">
                  <c:v>21000</c:v>
                </c:pt>
                <c:pt idx="2058" formatCode="0_);[Red]\(0\)">
                  <c:v>21000</c:v>
                </c:pt>
                <c:pt idx="2059" formatCode="0_);[Red]\(0\)">
                  <c:v>21500</c:v>
                </c:pt>
                <c:pt idx="2060" formatCode="0_);[Red]\(0\)">
                  <c:v>21500</c:v>
                </c:pt>
                <c:pt idx="2061" formatCode="0_);[Red]\(0\)">
                  <c:v>22000</c:v>
                </c:pt>
                <c:pt idx="2062" formatCode="0_);[Red]\(0\)">
                  <c:v>22200</c:v>
                </c:pt>
                <c:pt idx="2063" formatCode="0_);[Red]\(0\)">
                  <c:v>22200</c:v>
                </c:pt>
                <c:pt idx="2064" formatCode="0_);[Red]\(0\)">
                  <c:v>22200</c:v>
                </c:pt>
                <c:pt idx="2065" formatCode="0_);[Red]\(0\)">
                  <c:v>22200</c:v>
                </c:pt>
                <c:pt idx="2066" formatCode="0_);[Red]\(0\)">
                  <c:v>22300</c:v>
                </c:pt>
                <c:pt idx="2067" formatCode="0_);[Red]\(0\)">
                  <c:v>22500</c:v>
                </c:pt>
                <c:pt idx="2068" formatCode="0_);[Red]\(0\)">
                  <c:v>22600</c:v>
                </c:pt>
                <c:pt idx="2069" formatCode="0_);[Red]\(0\)">
                  <c:v>22600</c:v>
                </c:pt>
                <c:pt idx="2070" formatCode="0_);[Red]\(0\)">
                  <c:v>22600</c:v>
                </c:pt>
                <c:pt idx="2071" formatCode="0_);[Red]\(0\)">
                  <c:v>22600</c:v>
                </c:pt>
                <c:pt idx="2072" formatCode="0_);[Red]\(0\)">
                  <c:v>22600</c:v>
                </c:pt>
                <c:pt idx="2073" formatCode="0_);[Red]\(0\)">
                  <c:v>22600</c:v>
                </c:pt>
                <c:pt idx="2074" formatCode="0_);[Red]\(0\)">
                  <c:v>22700</c:v>
                </c:pt>
                <c:pt idx="2075" formatCode="0_);[Red]\(0\)">
                  <c:v>22800</c:v>
                </c:pt>
                <c:pt idx="2076" formatCode="0_);[Red]\(0\)">
                  <c:v>22800</c:v>
                </c:pt>
                <c:pt idx="2077" formatCode="0_);[Red]\(0\)">
                  <c:v>23000</c:v>
                </c:pt>
                <c:pt idx="2078" formatCode="0_);[Red]\(0\)">
                  <c:v>23000</c:v>
                </c:pt>
                <c:pt idx="2079" formatCode="0_);[Red]\(0\)">
                  <c:v>23000</c:v>
                </c:pt>
                <c:pt idx="2080" formatCode="0_);[Red]\(0\)">
                  <c:v>23000</c:v>
                </c:pt>
                <c:pt idx="2081" formatCode="0_);[Red]\(0\)">
                  <c:v>23000</c:v>
                </c:pt>
                <c:pt idx="2082" formatCode="0_);[Red]\(0\)">
                  <c:v>23000</c:v>
                </c:pt>
                <c:pt idx="2083" formatCode="0_);[Red]\(0\)">
                  <c:v>23000</c:v>
                </c:pt>
                <c:pt idx="2084" formatCode="0_);[Red]\(0\)">
                  <c:v>23000</c:v>
                </c:pt>
                <c:pt idx="2085" formatCode="0_);[Red]\(0\)">
                  <c:v>23000</c:v>
                </c:pt>
                <c:pt idx="2086" formatCode="0_);[Red]\(0\)">
                  <c:v>23000</c:v>
                </c:pt>
                <c:pt idx="2087" formatCode="0_);[Red]\(0\)">
                  <c:v>23000</c:v>
                </c:pt>
                <c:pt idx="2088" formatCode="0_);[Red]\(0\)">
                  <c:v>23000</c:v>
                </c:pt>
                <c:pt idx="2089" formatCode="0_);[Red]\(0\)">
                  <c:v>23000</c:v>
                </c:pt>
                <c:pt idx="2090" formatCode="0_);[Red]\(0\)">
                  <c:v>23500</c:v>
                </c:pt>
                <c:pt idx="2091" formatCode="0_);[Red]\(0\)">
                  <c:v>23800</c:v>
                </c:pt>
                <c:pt idx="2092" formatCode="0_);[Red]\(0\)">
                  <c:v>23800</c:v>
                </c:pt>
                <c:pt idx="2093" formatCode="0_);[Red]\(0\)">
                  <c:v>23800</c:v>
                </c:pt>
                <c:pt idx="2094" formatCode="0_);[Red]\(0\)">
                  <c:v>23800</c:v>
                </c:pt>
                <c:pt idx="2095" formatCode="0_);[Red]\(0\)">
                  <c:v>23900</c:v>
                </c:pt>
                <c:pt idx="2096" formatCode="0_);[Red]\(0\)">
                  <c:v>23900</c:v>
                </c:pt>
                <c:pt idx="2097" formatCode="0_);[Red]\(0\)">
                  <c:v>23900</c:v>
                </c:pt>
                <c:pt idx="2098" formatCode="0_);[Red]\(0\)">
                  <c:v>23900</c:v>
                </c:pt>
                <c:pt idx="2099" formatCode="0_);[Red]\(0\)">
                  <c:v>23900</c:v>
                </c:pt>
                <c:pt idx="2100" formatCode="0_);[Red]\(0\)">
                  <c:v>23900</c:v>
                </c:pt>
                <c:pt idx="2101" formatCode="0_);[Red]\(0\)">
                  <c:v>23900</c:v>
                </c:pt>
                <c:pt idx="2102" formatCode="0_);[Red]\(0\)">
                  <c:v>23900</c:v>
                </c:pt>
                <c:pt idx="2103" formatCode="0_);[Red]\(0\)">
                  <c:v>23900</c:v>
                </c:pt>
                <c:pt idx="2104" formatCode="0_);[Red]\(0\)">
                  <c:v>23900</c:v>
                </c:pt>
                <c:pt idx="2105" formatCode="0_);[Red]\(0\)">
                  <c:v>23900</c:v>
                </c:pt>
                <c:pt idx="2106" formatCode="0_);[Red]\(0\)">
                  <c:v>24000</c:v>
                </c:pt>
                <c:pt idx="2107" formatCode="0_);[Red]\(0\)">
                  <c:v>24000</c:v>
                </c:pt>
                <c:pt idx="2108" formatCode="0_);[Red]\(0\)">
                  <c:v>24000</c:v>
                </c:pt>
                <c:pt idx="2109" formatCode="0_);[Red]\(0\)">
                  <c:v>24800</c:v>
                </c:pt>
                <c:pt idx="2110" formatCode="0_);[Red]\(0\)">
                  <c:v>24800</c:v>
                </c:pt>
                <c:pt idx="2111" formatCode="0_);[Red]\(0\)">
                  <c:v>24800</c:v>
                </c:pt>
                <c:pt idx="2112" formatCode="0_);[Red]\(0\)">
                  <c:v>24800</c:v>
                </c:pt>
                <c:pt idx="2113" formatCode="0_);[Red]\(0\)">
                  <c:v>24800</c:v>
                </c:pt>
                <c:pt idx="2114" formatCode="0_);[Red]\(0\)">
                  <c:v>24800</c:v>
                </c:pt>
                <c:pt idx="2115" formatCode="0_);[Red]\(0\)">
                  <c:v>24900</c:v>
                </c:pt>
                <c:pt idx="2116" formatCode="0_);[Red]\(0\)">
                  <c:v>24800</c:v>
                </c:pt>
                <c:pt idx="2117" formatCode="0_);[Red]\(0\)">
                  <c:v>24800</c:v>
                </c:pt>
                <c:pt idx="2118" formatCode="0_);[Red]\(0\)">
                  <c:v>24800</c:v>
                </c:pt>
                <c:pt idx="2119" formatCode="0_);[Red]\(0\)">
                  <c:v>24800</c:v>
                </c:pt>
                <c:pt idx="2120" formatCode="0_);[Red]\(0\)">
                  <c:v>24800</c:v>
                </c:pt>
                <c:pt idx="2121" formatCode="0_);[Red]\(0\)">
                  <c:v>24800</c:v>
                </c:pt>
                <c:pt idx="2122" formatCode="0_);[Red]\(0\)">
                  <c:v>24800</c:v>
                </c:pt>
                <c:pt idx="2123" formatCode="0_);[Red]\(0\)">
                  <c:v>24800</c:v>
                </c:pt>
                <c:pt idx="2124" formatCode="0_);[Red]\(0\)">
                  <c:v>24800</c:v>
                </c:pt>
                <c:pt idx="2125" formatCode="0_);[Red]\(0\)">
                  <c:v>24800</c:v>
                </c:pt>
                <c:pt idx="2126" formatCode="0_);[Red]\(0\)">
                  <c:v>24800</c:v>
                </c:pt>
                <c:pt idx="2127" formatCode="0_);[Red]\(0\)">
                  <c:v>24800</c:v>
                </c:pt>
                <c:pt idx="2128" formatCode="0_);[Red]\(0\)">
                  <c:v>24800</c:v>
                </c:pt>
                <c:pt idx="2129" formatCode="0_);[Red]\(0\)">
                  <c:v>25000</c:v>
                </c:pt>
                <c:pt idx="2130" formatCode="0_);[Red]\(0\)">
                  <c:v>25000</c:v>
                </c:pt>
                <c:pt idx="2131" formatCode="0_);[Red]\(0\)">
                  <c:v>24500</c:v>
                </c:pt>
                <c:pt idx="2132" formatCode="0_);[Red]\(0\)">
                  <c:v>24500</c:v>
                </c:pt>
                <c:pt idx="2133" formatCode="0_);[Red]\(0\)">
                  <c:v>24500</c:v>
                </c:pt>
                <c:pt idx="2134" formatCode="0_);[Red]\(0\)">
                  <c:v>24500</c:v>
                </c:pt>
                <c:pt idx="2135" formatCode="0_);[Red]\(0\)">
                  <c:v>24500</c:v>
                </c:pt>
                <c:pt idx="2136" formatCode="0_);[Red]\(0\)">
                  <c:v>24500</c:v>
                </c:pt>
                <c:pt idx="2137" formatCode="0_);[Red]\(0\)">
                  <c:v>24500</c:v>
                </c:pt>
                <c:pt idx="2138" formatCode="0_);[Red]\(0\)">
                  <c:v>24500</c:v>
                </c:pt>
                <c:pt idx="2139" formatCode="0_);[Red]\(0\)">
                  <c:v>24500</c:v>
                </c:pt>
                <c:pt idx="2140" formatCode="0_);[Red]\(0\)">
                  <c:v>24500</c:v>
                </c:pt>
                <c:pt idx="2141" formatCode="0_);[Red]\(0\)">
                  <c:v>24500</c:v>
                </c:pt>
                <c:pt idx="2142" formatCode="0_);[Red]\(0\)">
                  <c:v>24500</c:v>
                </c:pt>
                <c:pt idx="2143" formatCode="0_);[Red]\(0\)">
                  <c:v>24500</c:v>
                </c:pt>
                <c:pt idx="2144" formatCode="0_);[Red]\(0\)">
                  <c:v>24500</c:v>
                </c:pt>
                <c:pt idx="2145" formatCode="0_);[Red]\(0\)">
                  <c:v>24500</c:v>
                </c:pt>
                <c:pt idx="2146" formatCode="0_);[Red]\(0\)">
                  <c:v>24500</c:v>
                </c:pt>
                <c:pt idx="2147" formatCode="0_);[Red]\(0\)">
                  <c:v>24300</c:v>
                </c:pt>
                <c:pt idx="2148" formatCode="0_);[Red]\(0\)">
                  <c:v>24300</c:v>
                </c:pt>
                <c:pt idx="2149" formatCode="0_);[Red]\(0\)">
                  <c:v>24300</c:v>
                </c:pt>
                <c:pt idx="2150" formatCode="0_);[Red]\(0\)">
                  <c:v>24400</c:v>
                </c:pt>
                <c:pt idx="2151" formatCode="0_);[Red]\(0\)">
                  <c:v>24400</c:v>
                </c:pt>
                <c:pt idx="2152" formatCode="0_);[Red]\(0\)">
                  <c:v>24000</c:v>
                </c:pt>
                <c:pt idx="2153" formatCode="0_);[Red]\(0\)">
                  <c:v>24000</c:v>
                </c:pt>
                <c:pt idx="2154" formatCode="0_);[Red]\(0\)">
                  <c:v>24000</c:v>
                </c:pt>
                <c:pt idx="2155" formatCode="0_);[Red]\(0\)">
                  <c:v>24000</c:v>
                </c:pt>
                <c:pt idx="2156" formatCode="0_);[Red]\(0\)">
                  <c:v>24000</c:v>
                </c:pt>
                <c:pt idx="2157" formatCode="0_);[Red]\(0\)">
                  <c:v>24000</c:v>
                </c:pt>
                <c:pt idx="2158" formatCode="0_);[Red]\(0\)">
                  <c:v>24500</c:v>
                </c:pt>
                <c:pt idx="2159" formatCode="0_);[Red]\(0\)">
                  <c:v>24500</c:v>
                </c:pt>
                <c:pt idx="2160" formatCode="0_);[Red]\(0\)">
                  <c:v>24500</c:v>
                </c:pt>
                <c:pt idx="2161" formatCode="0_);[Red]\(0\)">
                  <c:v>24500</c:v>
                </c:pt>
                <c:pt idx="2162" formatCode="0_);[Red]\(0\)">
                  <c:v>24500</c:v>
                </c:pt>
                <c:pt idx="2163" formatCode="0_);[Red]\(0\)">
                  <c:v>24500</c:v>
                </c:pt>
                <c:pt idx="2164" formatCode="0_);[Red]\(0\)">
                  <c:v>24500</c:v>
                </c:pt>
                <c:pt idx="2165" formatCode="0_);[Red]\(0\)">
                  <c:v>24500</c:v>
                </c:pt>
                <c:pt idx="2166" formatCode="0_);[Red]\(0\)">
                  <c:v>24500</c:v>
                </c:pt>
                <c:pt idx="2167" formatCode="0_);[Red]\(0\)">
                  <c:v>24500</c:v>
                </c:pt>
                <c:pt idx="2168" formatCode="0_);[Red]\(0\)">
                  <c:v>24500</c:v>
                </c:pt>
                <c:pt idx="2169" formatCode="0_);[Red]\(0\)">
                  <c:v>24500</c:v>
                </c:pt>
                <c:pt idx="2170" formatCode="0_);[Red]\(0\)">
                  <c:v>24500</c:v>
                </c:pt>
                <c:pt idx="2171" formatCode="0_);[Red]\(0\)">
                  <c:v>24500</c:v>
                </c:pt>
                <c:pt idx="2172" formatCode="0_);[Red]\(0\)">
                  <c:v>24500</c:v>
                </c:pt>
                <c:pt idx="2173" formatCode="0_);[Red]\(0\)">
                  <c:v>24500</c:v>
                </c:pt>
                <c:pt idx="2174" formatCode="0_);[Red]\(0\)">
                  <c:v>24500</c:v>
                </c:pt>
                <c:pt idx="2175" formatCode="0_);[Red]\(0\)">
                  <c:v>24500</c:v>
                </c:pt>
                <c:pt idx="2176" formatCode="0_);[Red]\(0\)">
                  <c:v>24500</c:v>
                </c:pt>
                <c:pt idx="2177" formatCode="0_);[Red]\(0\)">
                  <c:v>24500</c:v>
                </c:pt>
                <c:pt idx="2178" formatCode="0_);[Red]\(0\)">
                  <c:v>24500</c:v>
                </c:pt>
                <c:pt idx="2179" formatCode="0_);[Red]\(0\)">
                  <c:v>24500</c:v>
                </c:pt>
                <c:pt idx="2180" formatCode="0_);[Red]\(0\)">
                  <c:v>24500</c:v>
                </c:pt>
                <c:pt idx="2181" formatCode="0_);[Red]\(0\)">
                  <c:v>24500</c:v>
                </c:pt>
                <c:pt idx="2182" formatCode="0_);[Red]\(0\)">
                  <c:v>24500</c:v>
                </c:pt>
                <c:pt idx="2183" formatCode="0_);[Red]\(0\)">
                  <c:v>24500</c:v>
                </c:pt>
                <c:pt idx="2184" formatCode="0_);[Red]\(0\)">
                  <c:v>24500</c:v>
                </c:pt>
                <c:pt idx="2185" formatCode="0_);[Red]\(0\)">
                  <c:v>24500</c:v>
                </c:pt>
                <c:pt idx="2186" formatCode="0_);[Red]\(0\)">
                  <c:v>24500</c:v>
                </c:pt>
                <c:pt idx="2187" formatCode="0_);[Red]\(0\)">
                  <c:v>24500</c:v>
                </c:pt>
                <c:pt idx="2188" formatCode="0_);[Red]\(0\)">
                  <c:v>24500</c:v>
                </c:pt>
                <c:pt idx="2189" formatCode="0_);[Red]\(0\)">
                  <c:v>24500</c:v>
                </c:pt>
                <c:pt idx="2190" formatCode="0_);[Red]\(0\)">
                  <c:v>24500</c:v>
                </c:pt>
                <c:pt idx="2191" formatCode="0_);[Red]\(0\)">
                  <c:v>24500</c:v>
                </c:pt>
                <c:pt idx="2192" formatCode="0_);[Red]\(0\)">
                  <c:v>24500</c:v>
                </c:pt>
                <c:pt idx="2193" formatCode="0_);[Red]\(0\)">
                  <c:v>24500</c:v>
                </c:pt>
                <c:pt idx="2194" formatCode="0_);[Red]\(0\)">
                  <c:v>24500</c:v>
                </c:pt>
                <c:pt idx="2195" formatCode="0_);[Red]\(0\)">
                  <c:v>24500</c:v>
                </c:pt>
                <c:pt idx="2196" formatCode="0_);[Red]\(0\)">
                  <c:v>24500</c:v>
                </c:pt>
                <c:pt idx="2197" formatCode="0_);[Red]\(0\)">
                  <c:v>24500</c:v>
                </c:pt>
                <c:pt idx="2198" formatCode="0_);[Red]\(0\)">
                  <c:v>24500</c:v>
                </c:pt>
                <c:pt idx="2199" formatCode="0_);[Red]\(0\)">
                  <c:v>24500</c:v>
                </c:pt>
                <c:pt idx="2200" formatCode="0_);[Red]\(0\)">
                  <c:v>24500</c:v>
                </c:pt>
                <c:pt idx="2201" formatCode="0_);[Red]\(0\)">
                  <c:v>24500</c:v>
                </c:pt>
                <c:pt idx="2202" formatCode="0_);[Red]\(0\)">
                  <c:v>24500</c:v>
                </c:pt>
                <c:pt idx="2203" formatCode="0_);[Red]\(0\)">
                  <c:v>24500</c:v>
                </c:pt>
                <c:pt idx="2204" formatCode="0_);[Red]\(0\)">
                  <c:v>24500</c:v>
                </c:pt>
                <c:pt idx="2205" formatCode="0_);[Red]\(0\)">
                  <c:v>24500</c:v>
                </c:pt>
                <c:pt idx="2206" formatCode="0_);[Red]\(0\)">
                  <c:v>24500</c:v>
                </c:pt>
                <c:pt idx="2207" formatCode="0_);[Red]\(0\)">
                  <c:v>24500</c:v>
                </c:pt>
                <c:pt idx="2208" formatCode="0_);[Red]\(0\)">
                  <c:v>24500</c:v>
                </c:pt>
                <c:pt idx="2209" formatCode="0_);[Red]\(0\)">
                  <c:v>24500</c:v>
                </c:pt>
                <c:pt idx="2210" formatCode="0_);[Red]\(0\)">
                  <c:v>24500</c:v>
                </c:pt>
                <c:pt idx="2211" formatCode="0_);[Red]\(0\)">
                  <c:v>24500</c:v>
                </c:pt>
                <c:pt idx="2212" formatCode="0_);[Red]\(0\)">
                  <c:v>24500</c:v>
                </c:pt>
                <c:pt idx="2213" formatCode="0_);[Red]\(0\)">
                  <c:v>24500</c:v>
                </c:pt>
                <c:pt idx="2214" formatCode="0_);[Red]\(0\)">
                  <c:v>24500</c:v>
                </c:pt>
                <c:pt idx="2215" formatCode="0_);[Red]\(0\)">
                  <c:v>24500</c:v>
                </c:pt>
                <c:pt idx="2216" formatCode="0_);[Red]\(0\)">
                  <c:v>24500</c:v>
                </c:pt>
                <c:pt idx="2217" formatCode="0_);[Red]\(0\)">
                  <c:v>24500</c:v>
                </c:pt>
                <c:pt idx="2218" formatCode="0_);[Red]\(0\)">
                  <c:v>24500</c:v>
                </c:pt>
                <c:pt idx="2219" formatCode="0_);[Red]\(0\)">
                  <c:v>24500</c:v>
                </c:pt>
                <c:pt idx="2220" formatCode="0_);[Red]\(0\)">
                  <c:v>24300</c:v>
                </c:pt>
                <c:pt idx="2221" formatCode="0_);[Red]\(0\)">
                  <c:v>24300</c:v>
                </c:pt>
                <c:pt idx="2222" formatCode="0_);[Red]\(0\)">
                  <c:v>24300</c:v>
                </c:pt>
                <c:pt idx="2223" formatCode="0_);[Red]\(0\)">
                  <c:v>24300</c:v>
                </c:pt>
                <c:pt idx="2224" formatCode="0_);[Red]\(0\)">
                  <c:v>24300</c:v>
                </c:pt>
                <c:pt idx="2225" formatCode="0_);[Red]\(0\)">
                  <c:v>24300</c:v>
                </c:pt>
                <c:pt idx="2226" formatCode="0_);[Red]\(0\)">
                  <c:v>24300</c:v>
                </c:pt>
                <c:pt idx="2227" formatCode="0_);[Red]\(0\)">
                  <c:v>24600</c:v>
                </c:pt>
                <c:pt idx="2228" formatCode="0_);[Red]\(0\)">
                  <c:v>24600</c:v>
                </c:pt>
                <c:pt idx="2229" formatCode="0_);[Red]\(0\)">
                  <c:v>24600</c:v>
                </c:pt>
                <c:pt idx="2230" formatCode="0_);[Red]\(0\)">
                  <c:v>24600</c:v>
                </c:pt>
                <c:pt idx="2231" formatCode="0_);[Red]\(0\)">
                  <c:v>24600</c:v>
                </c:pt>
                <c:pt idx="2232" formatCode="0_);[Red]\(0\)">
                  <c:v>24600</c:v>
                </c:pt>
                <c:pt idx="2233" formatCode="0_);[Red]\(0\)">
                  <c:v>24600</c:v>
                </c:pt>
                <c:pt idx="2234" formatCode="0_);[Red]\(0\)">
                  <c:v>24900</c:v>
                </c:pt>
                <c:pt idx="2235" formatCode="0_);[Red]\(0\)">
                  <c:v>24900</c:v>
                </c:pt>
                <c:pt idx="2236" formatCode="0_);[Red]\(0\)">
                  <c:v>24900</c:v>
                </c:pt>
                <c:pt idx="2237" formatCode="0_);[Red]\(0\)">
                  <c:v>24900</c:v>
                </c:pt>
                <c:pt idx="2238" formatCode="0_);[Red]\(0\)">
                  <c:v>24900</c:v>
                </c:pt>
                <c:pt idx="2239" formatCode="0_);[Red]\(0\)">
                  <c:v>24900</c:v>
                </c:pt>
                <c:pt idx="2240" formatCode="0_);[Red]\(0\)">
                  <c:v>24900</c:v>
                </c:pt>
                <c:pt idx="2241" formatCode="0_);[Red]\(0\)">
                  <c:v>24900</c:v>
                </c:pt>
                <c:pt idx="2242" formatCode="0_);[Red]\(0\)">
                  <c:v>24900</c:v>
                </c:pt>
                <c:pt idx="2243" formatCode="0_);[Red]\(0\)">
                  <c:v>24900</c:v>
                </c:pt>
                <c:pt idx="2244" formatCode="0_);[Red]\(0\)">
                  <c:v>24900</c:v>
                </c:pt>
                <c:pt idx="2245" formatCode="0_);[Red]\(0\)">
                  <c:v>24900</c:v>
                </c:pt>
                <c:pt idx="2246" formatCode="0_);[Red]\(0\)">
                  <c:v>24900</c:v>
                </c:pt>
                <c:pt idx="2247" formatCode="0_);[Red]\(0\)">
                  <c:v>24900</c:v>
                </c:pt>
                <c:pt idx="2248" formatCode="0_);[Red]\(0\)">
                  <c:v>24900</c:v>
                </c:pt>
                <c:pt idx="2249" formatCode="0_);[Red]\(0\)">
                  <c:v>24900</c:v>
                </c:pt>
                <c:pt idx="2250" formatCode="0_);[Red]\(0\)">
                  <c:v>24900</c:v>
                </c:pt>
                <c:pt idx="2251" formatCode="0_);[Red]\(0\)">
                  <c:v>25300</c:v>
                </c:pt>
                <c:pt idx="2252" formatCode="0_);[Red]\(0\)">
                  <c:v>25300</c:v>
                </c:pt>
                <c:pt idx="2253" formatCode="0_);[Red]\(0\)">
                  <c:v>25300</c:v>
                </c:pt>
                <c:pt idx="2254" formatCode="0_);[Red]\(0\)">
                  <c:v>25300</c:v>
                </c:pt>
                <c:pt idx="2255" formatCode="0_);[Red]\(0\)">
                  <c:v>25300</c:v>
                </c:pt>
                <c:pt idx="2256" formatCode="0_);[Red]\(0\)">
                  <c:v>25000</c:v>
                </c:pt>
                <c:pt idx="2257" formatCode="0_);[Red]\(0\)">
                  <c:v>25000</c:v>
                </c:pt>
                <c:pt idx="2258" formatCode="0_);[Red]\(0\)">
                  <c:v>25000</c:v>
                </c:pt>
                <c:pt idx="2259" formatCode="0_);[Red]\(0\)">
                  <c:v>25000</c:v>
                </c:pt>
                <c:pt idx="2260" formatCode="0_);[Red]\(0\)">
                  <c:v>25000</c:v>
                </c:pt>
                <c:pt idx="2261" formatCode="0_);[Red]\(0\)">
                  <c:v>25000</c:v>
                </c:pt>
                <c:pt idx="2262" formatCode="0_);[Red]\(0\)">
                  <c:v>25100</c:v>
                </c:pt>
                <c:pt idx="2263" formatCode="0_);[Red]\(0\)">
                  <c:v>25300</c:v>
                </c:pt>
                <c:pt idx="2264" formatCode="0_);[Red]\(0\)">
                  <c:v>25400</c:v>
                </c:pt>
                <c:pt idx="2265" formatCode="0_);[Red]\(0\)">
                  <c:v>25400</c:v>
                </c:pt>
                <c:pt idx="2266" formatCode="0_);[Red]\(0\)">
                  <c:v>25700</c:v>
                </c:pt>
                <c:pt idx="2267" formatCode="0_);[Red]\(0\)">
                  <c:v>25700</c:v>
                </c:pt>
                <c:pt idx="2268" formatCode="0_);[Red]\(0\)">
                  <c:v>25700</c:v>
                </c:pt>
                <c:pt idx="2269" formatCode="0_);[Red]\(0\)">
                  <c:v>25500</c:v>
                </c:pt>
                <c:pt idx="2270" formatCode="0_);[Red]\(0\)">
                  <c:v>26000</c:v>
                </c:pt>
                <c:pt idx="2271" formatCode="0_);[Red]\(0\)">
                  <c:v>26000</c:v>
                </c:pt>
                <c:pt idx="2272" formatCode="0_);[Red]\(0\)">
                  <c:v>26000</c:v>
                </c:pt>
                <c:pt idx="2273" formatCode="0_);[Red]\(0\)">
                  <c:v>26000</c:v>
                </c:pt>
                <c:pt idx="2274" formatCode="0_);[Red]\(0\)">
                  <c:v>26000</c:v>
                </c:pt>
                <c:pt idx="2275" formatCode="0_);[Red]\(0\)">
                  <c:v>26000</c:v>
                </c:pt>
                <c:pt idx="2276" formatCode="0_);[Red]\(0\)">
                  <c:v>26000</c:v>
                </c:pt>
                <c:pt idx="2277" formatCode="0_);[Red]\(0\)">
                  <c:v>26000</c:v>
                </c:pt>
                <c:pt idx="2278" formatCode="0_);[Red]\(0\)">
                  <c:v>26000</c:v>
                </c:pt>
                <c:pt idx="2279" formatCode="0_);[Red]\(0\)">
                  <c:v>26000</c:v>
                </c:pt>
                <c:pt idx="2280" formatCode="0_);[Red]\(0\)">
                  <c:v>25600</c:v>
                </c:pt>
                <c:pt idx="2281" formatCode="0_);[Red]\(0\)">
                  <c:v>25600</c:v>
                </c:pt>
                <c:pt idx="2282" formatCode="0_);[Red]\(0\)">
                  <c:v>25600</c:v>
                </c:pt>
                <c:pt idx="2283" formatCode="0_);[Red]\(0\)">
                  <c:v>25600</c:v>
                </c:pt>
                <c:pt idx="2284" formatCode="0_);[Red]\(0\)">
                  <c:v>25600</c:v>
                </c:pt>
                <c:pt idx="2285" formatCode="0_);[Red]\(0\)">
                  <c:v>25600</c:v>
                </c:pt>
                <c:pt idx="2286" formatCode="0_);[Red]\(0\)">
                  <c:v>25800</c:v>
                </c:pt>
                <c:pt idx="2287" formatCode="0_);[Red]\(0\)">
                  <c:v>25800</c:v>
                </c:pt>
                <c:pt idx="2288" formatCode="0_);[Red]\(0\)">
                  <c:v>25800</c:v>
                </c:pt>
                <c:pt idx="2289" formatCode="0_);[Red]\(0\)">
                  <c:v>25800</c:v>
                </c:pt>
                <c:pt idx="2290" formatCode="0_);[Red]\(0\)">
                  <c:v>25300</c:v>
                </c:pt>
                <c:pt idx="2291" formatCode="0_);[Red]\(0\)">
                  <c:v>25300</c:v>
                </c:pt>
                <c:pt idx="2292" formatCode="0_);[Red]\(0\)">
                  <c:v>25300</c:v>
                </c:pt>
                <c:pt idx="2293" formatCode="0_);[Red]\(0\)">
                  <c:v>25300</c:v>
                </c:pt>
                <c:pt idx="2294" formatCode="0_);[Red]\(0\)">
                  <c:v>25300</c:v>
                </c:pt>
                <c:pt idx="2295" formatCode="0_);[Red]\(0\)">
                  <c:v>25300</c:v>
                </c:pt>
                <c:pt idx="2296" formatCode="0_);[Red]\(0\)">
                  <c:v>25300</c:v>
                </c:pt>
                <c:pt idx="2297" formatCode="0_);[Red]\(0\)">
                  <c:v>25300</c:v>
                </c:pt>
                <c:pt idx="2298" formatCode="0_);[Red]\(0\)">
                  <c:v>25300</c:v>
                </c:pt>
                <c:pt idx="2299" formatCode="0_);[Red]\(0\)">
                  <c:v>25300</c:v>
                </c:pt>
                <c:pt idx="2300" formatCode="0_);[Red]\(0\)">
                  <c:v>25300</c:v>
                </c:pt>
                <c:pt idx="2301" formatCode="0_);[Red]\(0\)">
                  <c:v>25300</c:v>
                </c:pt>
                <c:pt idx="2302" formatCode="0_);[Red]\(0\)">
                  <c:v>25300</c:v>
                </c:pt>
                <c:pt idx="2303" formatCode="0_);[Red]\(0\)">
                  <c:v>25300</c:v>
                </c:pt>
                <c:pt idx="2304" formatCode="0_);[Red]\(0\)">
                  <c:v>25300</c:v>
                </c:pt>
                <c:pt idx="2305" formatCode="0_);[Red]\(0\)">
                  <c:v>25000</c:v>
                </c:pt>
                <c:pt idx="2306" formatCode="0_);[Red]\(0\)">
                  <c:v>25000</c:v>
                </c:pt>
                <c:pt idx="2307" formatCode="0_);[Red]\(0\)">
                  <c:v>25000</c:v>
                </c:pt>
                <c:pt idx="2308" formatCode="0_);[Red]\(0\)">
                  <c:v>25000</c:v>
                </c:pt>
                <c:pt idx="2309" formatCode="0_);[Red]\(0\)">
                  <c:v>25000</c:v>
                </c:pt>
                <c:pt idx="2310" formatCode="0_);[Red]\(0\)">
                  <c:v>25000</c:v>
                </c:pt>
                <c:pt idx="2311" formatCode="0_);[Red]\(0\)">
                  <c:v>25000</c:v>
                </c:pt>
                <c:pt idx="2312" formatCode="0_);[Red]\(0\)">
                  <c:v>25000</c:v>
                </c:pt>
                <c:pt idx="2313" formatCode="0_);[Red]\(0\)">
                  <c:v>25000</c:v>
                </c:pt>
                <c:pt idx="2314" formatCode="0_);[Red]\(0\)">
                  <c:v>25000</c:v>
                </c:pt>
                <c:pt idx="2315" formatCode="0_);[Red]\(0\)">
                  <c:v>25000</c:v>
                </c:pt>
                <c:pt idx="2316" formatCode="0_);[Red]\(0\)">
                  <c:v>25000</c:v>
                </c:pt>
                <c:pt idx="2317" formatCode="0_);[Red]\(0\)">
                  <c:v>25000</c:v>
                </c:pt>
                <c:pt idx="2318" formatCode="0_);[Red]\(0\)">
                  <c:v>25500</c:v>
                </c:pt>
                <c:pt idx="2319" formatCode="0_);[Red]\(0\)">
                  <c:v>25500</c:v>
                </c:pt>
                <c:pt idx="2320" formatCode="0_);[Red]\(0\)">
                  <c:v>26000</c:v>
                </c:pt>
                <c:pt idx="2321" formatCode="0_);[Red]\(0\)">
                  <c:v>26000</c:v>
                </c:pt>
                <c:pt idx="2322" formatCode="0_);[Red]\(0\)">
                  <c:v>26000</c:v>
                </c:pt>
                <c:pt idx="2323" formatCode="0_);[Red]\(0\)">
                  <c:v>26000</c:v>
                </c:pt>
                <c:pt idx="2324" formatCode="0_);[Red]\(0\)">
                  <c:v>26000</c:v>
                </c:pt>
                <c:pt idx="2325" formatCode="0_);[Red]\(0\)">
                  <c:v>26000</c:v>
                </c:pt>
                <c:pt idx="2326" formatCode="0_);[Red]\(0\)">
                  <c:v>26000</c:v>
                </c:pt>
                <c:pt idx="2327" formatCode="0_);[Red]\(0\)">
                  <c:v>26000</c:v>
                </c:pt>
                <c:pt idx="2328" formatCode="0_);[Red]\(0\)">
                  <c:v>26000</c:v>
                </c:pt>
                <c:pt idx="2329" formatCode="0_);[Red]\(0\)">
                  <c:v>26000</c:v>
                </c:pt>
                <c:pt idx="2330" formatCode="0_);[Red]\(0\)">
                  <c:v>26000</c:v>
                </c:pt>
                <c:pt idx="2331" formatCode="0_);[Red]\(0\)">
                  <c:v>26000</c:v>
                </c:pt>
                <c:pt idx="2332" formatCode="0_);[Red]\(0\)">
                  <c:v>25800</c:v>
                </c:pt>
                <c:pt idx="2333" formatCode="0_);[Red]\(0\)">
                  <c:v>25500</c:v>
                </c:pt>
                <c:pt idx="2334" formatCode="0_);[Red]\(0\)">
                  <c:v>25500</c:v>
                </c:pt>
                <c:pt idx="2335" formatCode="0_);[Red]\(0\)">
                  <c:v>25500</c:v>
                </c:pt>
                <c:pt idx="2336" formatCode="0_);[Red]\(0\)">
                  <c:v>25500</c:v>
                </c:pt>
                <c:pt idx="2337" formatCode="0_);[Red]\(0\)">
                  <c:v>25500</c:v>
                </c:pt>
                <c:pt idx="2338" formatCode="0_);[Red]\(0\)">
                  <c:v>25500</c:v>
                </c:pt>
                <c:pt idx="2339" formatCode="0_);[Red]\(0\)">
                  <c:v>25500</c:v>
                </c:pt>
                <c:pt idx="2340" formatCode="0_);[Red]\(0\)">
                  <c:v>25500</c:v>
                </c:pt>
                <c:pt idx="2341" formatCode="0_);[Red]\(0\)">
                  <c:v>25600</c:v>
                </c:pt>
                <c:pt idx="2342" formatCode="0_);[Red]\(0\)">
                  <c:v>25600</c:v>
                </c:pt>
                <c:pt idx="2343" formatCode="0_);[Red]\(0\)">
                  <c:v>25600</c:v>
                </c:pt>
                <c:pt idx="2344" formatCode="0_);[Red]\(0\)">
                  <c:v>25600</c:v>
                </c:pt>
                <c:pt idx="2345" formatCode="0_);[Red]\(0\)">
                  <c:v>25600</c:v>
                </c:pt>
                <c:pt idx="2346" formatCode="0_);[Red]\(0\)">
                  <c:v>25600</c:v>
                </c:pt>
                <c:pt idx="2347" formatCode="0_);[Red]\(0\)">
                  <c:v>25600</c:v>
                </c:pt>
                <c:pt idx="2348" formatCode="0_);[Red]\(0\)">
                  <c:v>25600</c:v>
                </c:pt>
                <c:pt idx="2349" formatCode="0_);[Red]\(0\)">
                  <c:v>25600</c:v>
                </c:pt>
                <c:pt idx="2350" formatCode="0_);[Red]\(0\)">
                  <c:v>25600</c:v>
                </c:pt>
                <c:pt idx="2351" formatCode="0_);[Red]\(0\)">
                  <c:v>25600</c:v>
                </c:pt>
                <c:pt idx="2352" formatCode="0_);[Red]\(0\)">
                  <c:v>25600</c:v>
                </c:pt>
                <c:pt idx="2353" formatCode="0_);[Red]\(0\)">
                  <c:v>25700</c:v>
                </c:pt>
                <c:pt idx="2354" formatCode="0_);[Red]\(0\)">
                  <c:v>25800</c:v>
                </c:pt>
                <c:pt idx="2355" formatCode="0_);[Red]\(0\)">
                  <c:v>25800</c:v>
                </c:pt>
                <c:pt idx="2356" formatCode="0_);[Red]\(0\)">
                  <c:v>25800</c:v>
                </c:pt>
                <c:pt idx="2357" formatCode="0_);[Red]\(0\)">
                  <c:v>25800</c:v>
                </c:pt>
                <c:pt idx="2358" formatCode="0_);[Red]\(0\)">
                  <c:v>25800</c:v>
                </c:pt>
                <c:pt idx="2359" formatCode="0_);[Red]\(0\)">
                  <c:v>25800</c:v>
                </c:pt>
                <c:pt idx="2360" formatCode="0_);[Red]\(0\)">
                  <c:v>25800</c:v>
                </c:pt>
                <c:pt idx="2361" formatCode="0_);[Red]\(0\)">
                  <c:v>25800</c:v>
                </c:pt>
                <c:pt idx="2362" formatCode="0_);[Red]\(0\)">
                  <c:v>25800</c:v>
                </c:pt>
                <c:pt idx="2363" formatCode="0_);[Red]\(0\)">
                  <c:v>25800</c:v>
                </c:pt>
                <c:pt idx="2364" formatCode="0_);[Red]\(0\)">
                  <c:v>25800</c:v>
                </c:pt>
                <c:pt idx="2365" formatCode="0_);[Red]\(0\)">
                  <c:v>25800</c:v>
                </c:pt>
                <c:pt idx="2366" formatCode="0_);[Red]\(0\)">
                  <c:v>25800</c:v>
                </c:pt>
                <c:pt idx="2367" formatCode="0_);[Red]\(0\)">
                  <c:v>25800</c:v>
                </c:pt>
                <c:pt idx="2368" formatCode="0_);[Red]\(0\)">
                  <c:v>25800</c:v>
                </c:pt>
                <c:pt idx="2369" formatCode="0_);[Red]\(0\)">
                  <c:v>25800</c:v>
                </c:pt>
                <c:pt idx="2370" formatCode="0_);[Red]\(0\)">
                  <c:v>25800</c:v>
                </c:pt>
                <c:pt idx="2371" formatCode="0_);[Red]\(0\)">
                  <c:v>25800</c:v>
                </c:pt>
                <c:pt idx="2372" formatCode="0_);[Red]\(0\)">
                  <c:v>25800</c:v>
                </c:pt>
                <c:pt idx="2373" formatCode="0_);[Red]\(0\)">
                  <c:v>25800</c:v>
                </c:pt>
                <c:pt idx="2374" formatCode="0_);[Red]\(0\)">
                  <c:v>25800</c:v>
                </c:pt>
                <c:pt idx="2375" formatCode="0_);[Red]\(0\)">
                  <c:v>25800</c:v>
                </c:pt>
                <c:pt idx="2376" formatCode="0_);[Red]\(0\)">
                  <c:v>26000</c:v>
                </c:pt>
                <c:pt idx="2377" formatCode="0_);[Red]\(0\)">
                  <c:v>26000</c:v>
                </c:pt>
                <c:pt idx="2378" formatCode="0_);[Red]\(0\)">
                  <c:v>26000</c:v>
                </c:pt>
                <c:pt idx="2379" formatCode="0_);[Red]\(0\)">
                  <c:v>26000</c:v>
                </c:pt>
                <c:pt idx="2380" formatCode="0_);[Red]\(0\)">
                  <c:v>26000</c:v>
                </c:pt>
                <c:pt idx="2381" formatCode="0_);[Red]\(0\)">
                  <c:v>26000</c:v>
                </c:pt>
                <c:pt idx="2382" formatCode="0_);[Red]\(0\)">
                  <c:v>26400</c:v>
                </c:pt>
                <c:pt idx="2383" formatCode="0_);[Red]\(0\)">
                  <c:v>26400</c:v>
                </c:pt>
                <c:pt idx="2384" formatCode="0_);[Red]\(0\)">
                  <c:v>26400</c:v>
                </c:pt>
                <c:pt idx="2385" formatCode="0_);[Red]\(0\)">
                  <c:v>26600</c:v>
                </c:pt>
                <c:pt idx="2386" formatCode="0_);[Red]\(0\)">
                  <c:v>26600</c:v>
                </c:pt>
                <c:pt idx="2387" formatCode="0_);[Red]\(0\)">
                  <c:v>26600</c:v>
                </c:pt>
                <c:pt idx="2388" formatCode="0_);[Red]\(0\)">
                  <c:v>26600</c:v>
                </c:pt>
                <c:pt idx="2389" formatCode="0_);[Red]\(0\)">
                  <c:v>26600</c:v>
                </c:pt>
                <c:pt idx="2390" formatCode="0_);[Red]\(0\)">
                  <c:v>26600</c:v>
                </c:pt>
                <c:pt idx="2391" formatCode="0_);[Red]\(0\)">
                  <c:v>26600</c:v>
                </c:pt>
                <c:pt idx="2392" formatCode="0_);[Red]\(0\)">
                  <c:v>26600</c:v>
                </c:pt>
                <c:pt idx="2393" formatCode="0_);[Red]\(0\)">
                  <c:v>26600</c:v>
                </c:pt>
                <c:pt idx="2394" formatCode="0_);[Red]\(0\)">
                  <c:v>26600</c:v>
                </c:pt>
                <c:pt idx="2395" formatCode="0_);[Red]\(0\)">
                  <c:v>26800</c:v>
                </c:pt>
                <c:pt idx="2396" formatCode="0_);[Red]\(0\)">
                  <c:v>26800</c:v>
                </c:pt>
                <c:pt idx="2397" formatCode="0_);[Red]\(0\)">
                  <c:v>26800</c:v>
                </c:pt>
                <c:pt idx="2398" formatCode="0_);[Red]\(0\)">
                  <c:v>26800</c:v>
                </c:pt>
                <c:pt idx="2399" formatCode="0_);[Red]\(0\)">
                  <c:v>26800</c:v>
                </c:pt>
                <c:pt idx="2400" formatCode="0_);[Red]\(0\)">
                  <c:v>26800</c:v>
                </c:pt>
                <c:pt idx="2401" formatCode="0_);[Red]\(0\)">
                  <c:v>26800</c:v>
                </c:pt>
                <c:pt idx="2402" formatCode="0_);[Red]\(0\)">
                  <c:v>26800</c:v>
                </c:pt>
                <c:pt idx="2403" formatCode="0_);[Red]\(0\)">
                  <c:v>27000</c:v>
                </c:pt>
                <c:pt idx="2404" formatCode="0_);[Red]\(0\)">
                  <c:v>27500</c:v>
                </c:pt>
                <c:pt idx="2405" formatCode="0_);[Red]\(0\)">
                  <c:v>27500</c:v>
                </c:pt>
                <c:pt idx="2406" formatCode="0_);[Red]\(0\)">
                  <c:v>28000</c:v>
                </c:pt>
                <c:pt idx="2407" formatCode="0_);[Red]\(0\)">
                  <c:v>28000</c:v>
                </c:pt>
                <c:pt idx="2408" formatCode="0_);[Red]\(0\)">
                  <c:v>28000</c:v>
                </c:pt>
                <c:pt idx="2409" formatCode="0_);[Red]\(0\)">
                  <c:v>29300</c:v>
                </c:pt>
                <c:pt idx="2410" formatCode="0_);[Red]\(0\)">
                  <c:v>30000</c:v>
                </c:pt>
                <c:pt idx="2411" formatCode="0_);[Red]\(0\)">
                  <c:v>30000</c:v>
                </c:pt>
                <c:pt idx="2412" formatCode="0_);[Red]\(0\)">
                  <c:v>29500</c:v>
                </c:pt>
                <c:pt idx="2413" formatCode="0_);[Red]\(0\)">
                  <c:v>29000</c:v>
                </c:pt>
                <c:pt idx="2414" formatCode="0_);[Red]\(0\)">
                  <c:v>29000</c:v>
                </c:pt>
                <c:pt idx="2415" formatCode="0_);[Red]\(0\)">
                  <c:v>29000</c:v>
                </c:pt>
                <c:pt idx="2416" formatCode="0_);[Red]\(0\)">
                  <c:v>29000</c:v>
                </c:pt>
                <c:pt idx="2417" formatCode="0_);[Red]\(0\)">
                  <c:v>29500</c:v>
                </c:pt>
                <c:pt idx="2418" formatCode="0_);[Red]\(0\)">
                  <c:v>29500</c:v>
                </c:pt>
                <c:pt idx="2419" formatCode="0_);[Red]\(0\)">
                  <c:v>29500</c:v>
                </c:pt>
                <c:pt idx="2420" formatCode="0_);[Red]\(0\)">
                  <c:v>29000</c:v>
                </c:pt>
                <c:pt idx="2421" formatCode="0_);[Red]\(0\)">
                  <c:v>29000</c:v>
                </c:pt>
                <c:pt idx="2422" formatCode="0_);[Red]\(0\)">
                  <c:v>29000</c:v>
                </c:pt>
                <c:pt idx="2423" formatCode="0_);[Red]\(0\)">
                  <c:v>28500</c:v>
                </c:pt>
                <c:pt idx="2424" formatCode="0_);[Red]\(0\)">
                  <c:v>28300</c:v>
                </c:pt>
                <c:pt idx="2425" formatCode="0_);[Red]\(0\)">
                  <c:v>28300</c:v>
                </c:pt>
                <c:pt idx="2426" formatCode="0_);[Red]\(0\)">
                  <c:v>28500</c:v>
                </c:pt>
                <c:pt idx="2427" formatCode="0_);[Red]\(0\)">
                  <c:v>28700</c:v>
                </c:pt>
                <c:pt idx="2428" formatCode="0_);[Red]\(0\)">
                  <c:v>28700</c:v>
                </c:pt>
                <c:pt idx="2429" formatCode="0_);[Red]\(0\)">
                  <c:v>28700</c:v>
                </c:pt>
                <c:pt idx="2430" formatCode="0_);[Red]\(0\)">
                  <c:v>29000</c:v>
                </c:pt>
                <c:pt idx="2431" formatCode="0_);[Red]\(0\)">
                  <c:v>29100</c:v>
                </c:pt>
                <c:pt idx="2432" formatCode="0_);[Red]\(0\)">
                  <c:v>29300</c:v>
                </c:pt>
                <c:pt idx="2433" formatCode="0_);[Red]\(0\)">
                  <c:v>29200</c:v>
                </c:pt>
                <c:pt idx="2434" formatCode="0_);[Red]\(0\)">
                  <c:v>29500</c:v>
                </c:pt>
                <c:pt idx="2435" formatCode="0_);[Red]\(0\)">
                  <c:v>29500</c:v>
                </c:pt>
                <c:pt idx="2436" formatCode="0_);[Red]\(0\)">
                  <c:v>29500</c:v>
                </c:pt>
                <c:pt idx="2437" formatCode="0_);[Red]\(0\)">
                  <c:v>30000</c:v>
                </c:pt>
                <c:pt idx="2438" formatCode="0_);[Red]\(0\)">
                  <c:v>30000</c:v>
                </c:pt>
                <c:pt idx="2439" formatCode="0_);[Red]\(0\)">
                  <c:v>30000</c:v>
                </c:pt>
                <c:pt idx="2440" formatCode="0_);[Red]\(0\)">
                  <c:v>30200</c:v>
                </c:pt>
                <c:pt idx="2441" formatCode="0_);[Red]\(0\)">
                  <c:v>31000</c:v>
                </c:pt>
                <c:pt idx="2442" formatCode="0_);[Red]\(0\)">
                  <c:v>31000</c:v>
                </c:pt>
                <c:pt idx="2443" formatCode="0_);[Red]\(0\)">
                  <c:v>31000</c:v>
                </c:pt>
                <c:pt idx="2444" formatCode="0_);[Red]\(0\)">
                  <c:v>31500</c:v>
                </c:pt>
                <c:pt idx="2445" formatCode="0_);[Red]\(0\)">
                  <c:v>32000</c:v>
                </c:pt>
                <c:pt idx="2446" formatCode="0_);[Red]\(0\)">
                  <c:v>32000</c:v>
                </c:pt>
                <c:pt idx="2447" formatCode="0_);[Red]\(0\)">
                  <c:v>32500</c:v>
                </c:pt>
                <c:pt idx="2448" formatCode="0_);[Red]\(0\)">
                  <c:v>32500</c:v>
                </c:pt>
                <c:pt idx="2449" formatCode="0_);[Red]\(0\)">
                  <c:v>32500</c:v>
                </c:pt>
                <c:pt idx="2450" formatCode="0_);[Red]\(0\)">
                  <c:v>32500</c:v>
                </c:pt>
                <c:pt idx="2451" formatCode="0_);[Red]\(0\)">
                  <c:v>33200</c:v>
                </c:pt>
                <c:pt idx="2452" formatCode="0_);[Red]\(0\)">
                  <c:v>33500</c:v>
                </c:pt>
                <c:pt idx="2453" formatCode="0_);[Red]\(0\)">
                  <c:v>33800</c:v>
                </c:pt>
                <c:pt idx="2454" formatCode="0_);[Red]\(0\)">
                  <c:v>34300</c:v>
                </c:pt>
                <c:pt idx="2455" formatCode="0_);[Red]\(0\)">
                  <c:v>34500</c:v>
                </c:pt>
                <c:pt idx="2456" formatCode="0_);[Red]\(0\)">
                  <c:v>34500</c:v>
                </c:pt>
                <c:pt idx="2457" formatCode="0_);[Red]\(0\)">
                  <c:v>34500</c:v>
                </c:pt>
                <c:pt idx="2458" formatCode="0_);[Red]\(0\)">
                  <c:v>34500</c:v>
                </c:pt>
                <c:pt idx="2459" formatCode="0_);[Red]\(0\)">
                  <c:v>34500</c:v>
                </c:pt>
                <c:pt idx="2460" formatCode="0_);[Red]\(0\)">
                  <c:v>35000</c:v>
                </c:pt>
                <c:pt idx="2461" formatCode="0_);[Red]\(0\)">
                  <c:v>35000</c:v>
                </c:pt>
                <c:pt idx="2462" formatCode="0_);[Red]\(0\)">
                  <c:v>35000</c:v>
                </c:pt>
                <c:pt idx="2463" formatCode="0_);[Red]\(0\)">
                  <c:v>35000</c:v>
                </c:pt>
                <c:pt idx="2464" formatCode="0_);[Red]\(0\)">
                  <c:v>35000</c:v>
                </c:pt>
                <c:pt idx="2465" formatCode="0_);[Red]\(0\)">
                  <c:v>35000</c:v>
                </c:pt>
                <c:pt idx="2466" formatCode="0_);[Red]\(0\)">
                  <c:v>35000</c:v>
                </c:pt>
                <c:pt idx="2467" formatCode="0_);[Red]\(0\)">
                  <c:v>35000</c:v>
                </c:pt>
                <c:pt idx="2468" formatCode="0_);[Red]\(0\)">
                  <c:v>35000</c:v>
                </c:pt>
                <c:pt idx="2469" formatCode="0_);[Red]\(0\)">
                  <c:v>35000</c:v>
                </c:pt>
                <c:pt idx="2470" formatCode="0_);[Red]\(0\)">
                  <c:v>35000</c:v>
                </c:pt>
                <c:pt idx="2471" formatCode="0_);[Red]\(0\)">
                  <c:v>35000</c:v>
                </c:pt>
                <c:pt idx="2472" formatCode="0_);[Red]\(0\)">
                  <c:v>35000</c:v>
                </c:pt>
                <c:pt idx="2473" formatCode="0_);[Red]\(0\)">
                  <c:v>35000</c:v>
                </c:pt>
                <c:pt idx="2474" formatCode="0_);[Red]\(0\)">
                  <c:v>35000</c:v>
                </c:pt>
                <c:pt idx="2475" formatCode="0_);[Red]\(0\)">
                  <c:v>35000</c:v>
                </c:pt>
                <c:pt idx="2476" formatCode="0_);[Red]\(0\)">
                  <c:v>35000</c:v>
                </c:pt>
                <c:pt idx="2477" formatCode="0_);[Red]\(0\)">
                  <c:v>35000</c:v>
                </c:pt>
                <c:pt idx="2478" formatCode="0_);[Red]\(0\)">
                  <c:v>35000</c:v>
                </c:pt>
                <c:pt idx="2479" formatCode="0_);[Red]\(0\)">
                  <c:v>35000</c:v>
                </c:pt>
                <c:pt idx="2480" formatCode="0_);[Red]\(0\)">
                  <c:v>35000</c:v>
                </c:pt>
                <c:pt idx="2481" formatCode="0_);[Red]\(0\)">
                  <c:v>35000</c:v>
                </c:pt>
                <c:pt idx="2482" formatCode="0_);[Red]\(0\)">
                  <c:v>35000</c:v>
                </c:pt>
                <c:pt idx="2483" formatCode="0_);[Red]\(0\)">
                  <c:v>35000</c:v>
                </c:pt>
                <c:pt idx="2484" formatCode="0_);[Red]\(0\)">
                  <c:v>35000</c:v>
                </c:pt>
                <c:pt idx="2485" formatCode="0_);[Red]\(0\)">
                  <c:v>35000</c:v>
                </c:pt>
                <c:pt idx="2486" formatCode="0_);[Red]\(0\)">
                  <c:v>35000</c:v>
                </c:pt>
                <c:pt idx="2487" formatCode="0_);[Red]\(0\)">
                  <c:v>35000</c:v>
                </c:pt>
                <c:pt idx="2488" formatCode="0_);[Red]\(0\)">
                  <c:v>35000</c:v>
                </c:pt>
                <c:pt idx="2489" formatCode="0_);[Red]\(0\)">
                  <c:v>35000</c:v>
                </c:pt>
                <c:pt idx="2490" formatCode="0_);[Red]\(0\)">
                  <c:v>35000</c:v>
                </c:pt>
                <c:pt idx="2491" formatCode="0_);[Red]\(0\)">
                  <c:v>35000</c:v>
                </c:pt>
                <c:pt idx="2492" formatCode="0_);[Red]\(0\)">
                  <c:v>35000</c:v>
                </c:pt>
                <c:pt idx="2493" formatCode="0_);[Red]\(0\)">
                  <c:v>35000</c:v>
                </c:pt>
                <c:pt idx="2494" formatCode="0_);[Red]\(0\)">
                  <c:v>35000</c:v>
                </c:pt>
                <c:pt idx="2495" formatCode="0_);[Red]\(0\)">
                  <c:v>35000</c:v>
                </c:pt>
                <c:pt idx="2496" formatCode="0_);[Red]\(0\)">
                  <c:v>35000</c:v>
                </c:pt>
                <c:pt idx="2497" formatCode="0_);[Red]\(0\)">
                  <c:v>35000</c:v>
                </c:pt>
                <c:pt idx="2498" formatCode="0_);[Red]\(0\)">
                  <c:v>35000</c:v>
                </c:pt>
                <c:pt idx="2499" formatCode="0_);[Red]\(0\)">
                  <c:v>35000</c:v>
                </c:pt>
                <c:pt idx="2500" formatCode="0_);[Red]\(0\)">
                  <c:v>34900</c:v>
                </c:pt>
                <c:pt idx="2501" formatCode="0_);[Red]\(0\)">
                  <c:v>34900</c:v>
                </c:pt>
                <c:pt idx="2502" formatCode="0_);[Red]\(0\)">
                  <c:v>34900</c:v>
                </c:pt>
                <c:pt idx="2503" formatCode="0_);[Red]\(0\)">
                  <c:v>34900</c:v>
                </c:pt>
                <c:pt idx="2504" formatCode="0_);[Red]\(0\)">
                  <c:v>34900</c:v>
                </c:pt>
                <c:pt idx="2505" formatCode="0_);[Red]\(0\)">
                  <c:v>34900</c:v>
                </c:pt>
                <c:pt idx="2506" formatCode="0_);[Red]\(0\)">
                  <c:v>34900</c:v>
                </c:pt>
                <c:pt idx="2507" formatCode="0_);[Red]\(0\)">
                  <c:v>34900</c:v>
                </c:pt>
                <c:pt idx="2508" formatCode="0_);[Red]\(0\)">
                  <c:v>34900</c:v>
                </c:pt>
                <c:pt idx="2509" formatCode="0_);[Red]\(0\)">
                  <c:v>34900</c:v>
                </c:pt>
                <c:pt idx="2510" formatCode="0_);[Red]\(0\)">
                  <c:v>34900</c:v>
                </c:pt>
                <c:pt idx="2511" formatCode="0_);[Red]\(0\)">
                  <c:v>34900</c:v>
                </c:pt>
                <c:pt idx="2512" formatCode="0_);[Red]\(0\)">
                  <c:v>34900</c:v>
                </c:pt>
                <c:pt idx="2513" formatCode="0_);[Red]\(0\)">
                  <c:v>34900</c:v>
                </c:pt>
                <c:pt idx="2514" formatCode="0_);[Red]\(0\)">
                  <c:v>34900</c:v>
                </c:pt>
                <c:pt idx="2515" formatCode="0_);[Red]\(0\)">
                  <c:v>34800</c:v>
                </c:pt>
                <c:pt idx="2516" formatCode="0_);[Red]\(0\)">
                  <c:v>34800</c:v>
                </c:pt>
                <c:pt idx="2517" formatCode="0_);[Red]\(0\)">
                  <c:v>34800</c:v>
                </c:pt>
                <c:pt idx="2518" formatCode="0_);[Red]\(0\)">
                  <c:v>34800</c:v>
                </c:pt>
                <c:pt idx="2519" formatCode="0_);[Red]\(0\)">
                  <c:v>34800</c:v>
                </c:pt>
                <c:pt idx="2520" formatCode="0_);[Red]\(0\)">
                  <c:v>34800</c:v>
                </c:pt>
                <c:pt idx="2521" formatCode="0_);[Red]\(0\)">
                  <c:v>34800</c:v>
                </c:pt>
                <c:pt idx="2522" formatCode="0_);[Red]\(0\)">
                  <c:v>34800</c:v>
                </c:pt>
                <c:pt idx="2523" formatCode="0_);[Red]\(0\)">
                  <c:v>34800</c:v>
                </c:pt>
                <c:pt idx="2524" formatCode="0_);[Red]\(0\)">
                  <c:v>34800</c:v>
                </c:pt>
                <c:pt idx="2525" formatCode="0_);[Red]\(0\)">
                  <c:v>34800</c:v>
                </c:pt>
                <c:pt idx="2526" formatCode="0_);[Red]\(0\)">
                  <c:v>34800</c:v>
                </c:pt>
                <c:pt idx="2527" formatCode="0_);[Red]\(0\)">
                  <c:v>34800</c:v>
                </c:pt>
                <c:pt idx="2528" formatCode="0_);[Red]\(0\)">
                  <c:v>34800</c:v>
                </c:pt>
                <c:pt idx="2529" formatCode="0_);[Red]\(0\)">
                  <c:v>34500</c:v>
                </c:pt>
                <c:pt idx="2530" formatCode="0_);[Red]\(0\)">
                  <c:v>34500</c:v>
                </c:pt>
                <c:pt idx="2531" formatCode="0_);[Red]\(0\)">
                  <c:v>34500</c:v>
                </c:pt>
                <c:pt idx="2532" formatCode="0_);[Red]\(0\)">
                  <c:v>34500</c:v>
                </c:pt>
                <c:pt idx="2533" formatCode="0_);[Red]\(0\)">
                  <c:v>34500</c:v>
                </c:pt>
                <c:pt idx="2534" formatCode="0_);[Red]\(0\)">
                  <c:v>34500</c:v>
                </c:pt>
                <c:pt idx="2535" formatCode="0_);[Red]\(0\)">
                  <c:v>34500</c:v>
                </c:pt>
                <c:pt idx="2536" formatCode="0_);[Red]\(0\)">
                  <c:v>34500</c:v>
                </c:pt>
                <c:pt idx="2537" formatCode="0_);[Red]\(0\)">
                  <c:v>34500</c:v>
                </c:pt>
                <c:pt idx="2538" formatCode="0_);[Red]\(0\)">
                  <c:v>34500</c:v>
                </c:pt>
                <c:pt idx="2539" formatCode="0_);[Red]\(0\)">
                  <c:v>34000</c:v>
                </c:pt>
                <c:pt idx="2540" formatCode="0_);[Red]\(0\)">
                  <c:v>34000</c:v>
                </c:pt>
                <c:pt idx="2541" formatCode="0_);[Red]\(0\)">
                  <c:v>34000</c:v>
                </c:pt>
                <c:pt idx="2542" formatCode="0_);[Red]\(0\)">
                  <c:v>34000</c:v>
                </c:pt>
                <c:pt idx="2543" formatCode="0_);[Red]\(0\)">
                  <c:v>33800</c:v>
                </c:pt>
                <c:pt idx="2544" formatCode="0_);[Red]\(0\)">
                  <c:v>33800</c:v>
                </c:pt>
                <c:pt idx="2545" formatCode="0_);[Red]\(0\)">
                  <c:v>33800</c:v>
                </c:pt>
                <c:pt idx="2546" formatCode="0_);[Red]\(0\)">
                  <c:v>33800</c:v>
                </c:pt>
                <c:pt idx="2547" formatCode="0_);[Red]\(0\)">
                  <c:v>33800</c:v>
                </c:pt>
                <c:pt idx="2548" formatCode="0_);[Red]\(0\)">
                  <c:v>33800</c:v>
                </c:pt>
                <c:pt idx="2549" formatCode="0_);[Red]\(0\)">
                  <c:v>33800</c:v>
                </c:pt>
                <c:pt idx="2550" formatCode="0_);[Red]\(0\)">
                  <c:v>33800</c:v>
                </c:pt>
                <c:pt idx="2551" formatCode="0_);[Red]\(0\)">
                  <c:v>33800</c:v>
                </c:pt>
                <c:pt idx="2552" formatCode="0_);[Red]\(0\)">
                  <c:v>33800</c:v>
                </c:pt>
                <c:pt idx="2553" formatCode="0_);[Red]\(0\)">
                  <c:v>33800</c:v>
                </c:pt>
                <c:pt idx="2554" formatCode="0_);[Red]\(0\)">
                  <c:v>33800</c:v>
                </c:pt>
                <c:pt idx="2555" formatCode="0_);[Red]\(0\)">
                  <c:v>33800</c:v>
                </c:pt>
                <c:pt idx="2556" formatCode="0_);[Red]\(0\)">
                  <c:v>33800</c:v>
                </c:pt>
                <c:pt idx="2557" formatCode="0_);[Red]\(0\)">
                  <c:v>33800</c:v>
                </c:pt>
                <c:pt idx="2558" formatCode="0_);[Red]\(0\)">
                  <c:v>33800</c:v>
                </c:pt>
                <c:pt idx="2559" formatCode="0_);[Red]\(0\)">
                  <c:v>33800</c:v>
                </c:pt>
                <c:pt idx="2560" formatCode="0_);[Red]\(0\)">
                  <c:v>33700</c:v>
                </c:pt>
                <c:pt idx="2561" formatCode="0_);[Red]\(0\)">
                  <c:v>33700</c:v>
                </c:pt>
                <c:pt idx="2562" formatCode="0_);[Red]\(0\)">
                  <c:v>33700</c:v>
                </c:pt>
                <c:pt idx="2563" formatCode="0_);[Red]\(0\)">
                  <c:v>33700</c:v>
                </c:pt>
                <c:pt idx="2564" formatCode="0_);[Red]\(0\)">
                  <c:v>33700</c:v>
                </c:pt>
                <c:pt idx="2565" formatCode="0_);[Red]\(0\)">
                  <c:v>33700</c:v>
                </c:pt>
                <c:pt idx="2566" formatCode="0_);[Red]\(0\)">
                  <c:v>33000</c:v>
                </c:pt>
                <c:pt idx="2567" formatCode="0_);[Red]\(0\)">
                  <c:v>32900</c:v>
                </c:pt>
                <c:pt idx="2568" formatCode="0_);[Red]\(0\)">
                  <c:v>32900</c:v>
                </c:pt>
                <c:pt idx="2569" formatCode="0_);[Red]\(0\)">
                  <c:v>32900</c:v>
                </c:pt>
                <c:pt idx="2570" formatCode="0_);[Red]\(0\)">
                  <c:v>32900</c:v>
                </c:pt>
                <c:pt idx="2571" formatCode="0_);[Red]\(0\)">
                  <c:v>32800</c:v>
                </c:pt>
                <c:pt idx="2572" formatCode="0_);[Red]\(0\)">
                  <c:v>32800</c:v>
                </c:pt>
                <c:pt idx="2573" formatCode="0_);[Red]\(0\)">
                  <c:v>32300</c:v>
                </c:pt>
                <c:pt idx="2574" formatCode="0_);[Red]\(0\)">
                  <c:v>32300</c:v>
                </c:pt>
                <c:pt idx="2575" formatCode="0_);[Red]\(0\)">
                  <c:v>32300</c:v>
                </c:pt>
                <c:pt idx="2576" formatCode="0_);[Red]\(0\)">
                  <c:v>32300</c:v>
                </c:pt>
                <c:pt idx="2577" formatCode="0_);[Red]\(0\)">
                  <c:v>32300</c:v>
                </c:pt>
                <c:pt idx="2578" formatCode="0_);[Red]\(0\)">
                  <c:v>32300</c:v>
                </c:pt>
                <c:pt idx="2579" formatCode="0_);[Red]\(0\)">
                  <c:v>32300</c:v>
                </c:pt>
                <c:pt idx="2580" formatCode="0_);[Red]\(0\)">
                  <c:v>32300</c:v>
                </c:pt>
                <c:pt idx="2581" formatCode="0_);[Red]\(0\)">
                  <c:v>32300</c:v>
                </c:pt>
                <c:pt idx="2582" formatCode="0_);[Red]\(0\)">
                  <c:v>32300</c:v>
                </c:pt>
                <c:pt idx="2583" formatCode="0_);[Red]\(0\)">
                  <c:v>32300</c:v>
                </c:pt>
                <c:pt idx="2584" formatCode="0_);[Red]\(0\)">
                  <c:v>32300</c:v>
                </c:pt>
                <c:pt idx="2585" formatCode="0_);[Red]\(0\)">
                  <c:v>32300</c:v>
                </c:pt>
                <c:pt idx="2586" formatCode="0_);[Red]\(0\)">
                  <c:v>32300</c:v>
                </c:pt>
                <c:pt idx="2587" formatCode="0_);[Red]\(0\)">
                  <c:v>32300</c:v>
                </c:pt>
                <c:pt idx="2588" formatCode="0_);[Red]\(0\)">
                  <c:v>32000</c:v>
                </c:pt>
                <c:pt idx="2589" formatCode="0_);[Red]\(0\)">
                  <c:v>32000</c:v>
                </c:pt>
                <c:pt idx="2590" formatCode="0_);[Red]\(0\)">
                  <c:v>32000</c:v>
                </c:pt>
                <c:pt idx="2591" formatCode="0_);[Red]\(0\)">
                  <c:v>32000</c:v>
                </c:pt>
                <c:pt idx="2592" formatCode="0_);[Red]\(0\)">
                  <c:v>32000</c:v>
                </c:pt>
                <c:pt idx="2593" formatCode="0_);[Red]\(0\)">
                  <c:v>32000</c:v>
                </c:pt>
                <c:pt idx="2594" formatCode="0_);[Red]\(0\)">
                  <c:v>32000</c:v>
                </c:pt>
                <c:pt idx="2595" formatCode="0_);[Red]\(0\)">
                  <c:v>32000</c:v>
                </c:pt>
                <c:pt idx="2596" formatCode="0_);[Red]\(0\)">
                  <c:v>32000</c:v>
                </c:pt>
                <c:pt idx="2597" formatCode="0_);[Red]\(0\)">
                  <c:v>32000</c:v>
                </c:pt>
                <c:pt idx="2598" formatCode="0_);[Red]\(0\)">
                  <c:v>32000</c:v>
                </c:pt>
                <c:pt idx="2599" formatCode="0_);[Red]\(0\)">
                  <c:v>32000</c:v>
                </c:pt>
                <c:pt idx="2600" formatCode="0_);[Red]\(0\)">
                  <c:v>32000</c:v>
                </c:pt>
                <c:pt idx="2601" formatCode="0_);[Red]\(0\)">
                  <c:v>32000</c:v>
                </c:pt>
                <c:pt idx="2602" formatCode="0_);[Red]\(0\)">
                  <c:v>32000</c:v>
                </c:pt>
                <c:pt idx="2603" formatCode="0_);[Red]\(0\)">
                  <c:v>32000</c:v>
                </c:pt>
                <c:pt idx="2604" formatCode="0_);[Red]\(0\)">
                  <c:v>32000</c:v>
                </c:pt>
                <c:pt idx="2605" formatCode="0_);[Red]\(0\)">
                  <c:v>32000</c:v>
                </c:pt>
                <c:pt idx="2606" formatCode="0_);[Red]\(0\)">
                  <c:v>31800</c:v>
                </c:pt>
                <c:pt idx="2607" formatCode="0_);[Red]\(0\)">
                  <c:v>31800</c:v>
                </c:pt>
                <c:pt idx="2608" formatCode="0_);[Red]\(0\)">
                  <c:v>31600</c:v>
                </c:pt>
                <c:pt idx="2609" formatCode="0_);[Red]\(0\)">
                  <c:v>31400</c:v>
                </c:pt>
                <c:pt idx="2610" formatCode="0_);[Red]\(0\)">
                  <c:v>31400</c:v>
                </c:pt>
                <c:pt idx="2611" formatCode="0_);[Red]\(0\)">
                  <c:v>31400</c:v>
                </c:pt>
                <c:pt idx="2612" formatCode="0_);[Red]\(0\)">
                  <c:v>31400</c:v>
                </c:pt>
                <c:pt idx="2613" formatCode="0_);[Red]\(0\)">
                  <c:v>31500</c:v>
                </c:pt>
                <c:pt idx="2614" formatCode="0_);[Red]\(0\)">
                  <c:v>31500</c:v>
                </c:pt>
                <c:pt idx="2615" formatCode="0_);[Red]\(0\)">
                  <c:v>31500</c:v>
                </c:pt>
                <c:pt idx="2616" formatCode="0_);[Red]\(0\)">
                  <c:v>31500</c:v>
                </c:pt>
                <c:pt idx="2617" formatCode="0_);[Red]\(0\)">
                  <c:v>31500</c:v>
                </c:pt>
                <c:pt idx="2618" formatCode="0_);[Red]\(0\)">
                  <c:v>31500</c:v>
                </c:pt>
                <c:pt idx="2619" formatCode="0_);[Red]\(0\)">
                  <c:v>31500</c:v>
                </c:pt>
                <c:pt idx="2620" formatCode="0_);[Red]\(0\)">
                  <c:v>31500</c:v>
                </c:pt>
                <c:pt idx="2621" formatCode="0_);[Red]\(0\)">
                  <c:v>31500</c:v>
                </c:pt>
                <c:pt idx="2622" formatCode="0_);[Red]\(0\)">
                  <c:v>31800</c:v>
                </c:pt>
                <c:pt idx="2623" formatCode="0_);[Red]\(0\)">
                  <c:v>31800</c:v>
                </c:pt>
                <c:pt idx="2624" formatCode="0_);[Red]\(0\)">
                  <c:v>31800</c:v>
                </c:pt>
                <c:pt idx="2625" formatCode="0_);[Red]\(0\)">
                  <c:v>31800</c:v>
                </c:pt>
                <c:pt idx="2626" formatCode="0_);[Red]\(0\)">
                  <c:v>31800</c:v>
                </c:pt>
                <c:pt idx="2627" formatCode="0_);[Red]\(0\)">
                  <c:v>31800</c:v>
                </c:pt>
                <c:pt idx="2628" formatCode="0_);[Red]\(0\)">
                  <c:v>31800</c:v>
                </c:pt>
                <c:pt idx="2629" formatCode="0_);[Red]\(0\)">
                  <c:v>33000</c:v>
                </c:pt>
                <c:pt idx="2630" formatCode="0_);[Red]\(0\)">
                  <c:v>33000</c:v>
                </c:pt>
                <c:pt idx="2631" formatCode="0_);[Red]\(0\)">
                  <c:v>33000</c:v>
                </c:pt>
                <c:pt idx="2632" formatCode="0_);[Red]\(0\)">
                  <c:v>33000</c:v>
                </c:pt>
                <c:pt idx="2633" formatCode="0_);[Red]\(0\)">
                  <c:v>33500</c:v>
                </c:pt>
                <c:pt idx="2634" formatCode="0_);[Red]\(0\)">
                  <c:v>33800</c:v>
                </c:pt>
                <c:pt idx="2635" formatCode="0_);[Red]\(0\)">
                  <c:v>33800</c:v>
                </c:pt>
                <c:pt idx="2636" formatCode="0_);[Red]\(0\)">
                  <c:v>33800</c:v>
                </c:pt>
                <c:pt idx="2637" formatCode="0_);[Red]\(0\)">
                  <c:v>33800</c:v>
                </c:pt>
                <c:pt idx="2638" formatCode="0_);[Red]\(0\)">
                  <c:v>33800</c:v>
                </c:pt>
                <c:pt idx="2639" formatCode="0_);[Red]\(0\)">
                  <c:v>33800</c:v>
                </c:pt>
                <c:pt idx="2640" formatCode="0_);[Red]\(0\)">
                  <c:v>33800</c:v>
                </c:pt>
                <c:pt idx="2641" formatCode="0_);[Red]\(0\)">
                  <c:v>34000</c:v>
                </c:pt>
                <c:pt idx="2642" formatCode="0_);[Red]\(0\)">
                  <c:v>34000</c:v>
                </c:pt>
                <c:pt idx="2643" formatCode="0_);[Red]\(0\)">
                  <c:v>34000</c:v>
                </c:pt>
                <c:pt idx="2644" formatCode="0_);[Red]\(0\)">
                  <c:v>34000</c:v>
                </c:pt>
                <c:pt idx="2645" formatCode="0_);[Red]\(0\)">
                  <c:v>34000</c:v>
                </c:pt>
                <c:pt idx="2646" formatCode="0_);[Red]\(0\)">
                  <c:v>34000</c:v>
                </c:pt>
                <c:pt idx="2647" formatCode="0_);[Red]\(0\)">
                  <c:v>34000</c:v>
                </c:pt>
                <c:pt idx="2648" formatCode="0_);[Red]\(0\)">
                  <c:v>34000</c:v>
                </c:pt>
                <c:pt idx="2649" formatCode="0_);[Red]\(0\)">
                  <c:v>34000</c:v>
                </c:pt>
                <c:pt idx="2650" formatCode="0_);[Red]\(0\)">
                  <c:v>34000</c:v>
                </c:pt>
                <c:pt idx="2651" formatCode="0_);[Red]\(0\)">
                  <c:v>34000</c:v>
                </c:pt>
                <c:pt idx="2652" formatCode="0_);[Red]\(0\)">
                  <c:v>34000</c:v>
                </c:pt>
                <c:pt idx="2653" formatCode="0_);[Red]\(0\)">
                  <c:v>34100</c:v>
                </c:pt>
                <c:pt idx="2654" formatCode="0_);[Red]\(0\)">
                  <c:v>34100</c:v>
                </c:pt>
                <c:pt idx="2655" formatCode="0_);[Red]\(0\)">
                  <c:v>35000</c:v>
                </c:pt>
                <c:pt idx="2656" formatCode="0_);[Red]\(0\)">
                  <c:v>35000</c:v>
                </c:pt>
                <c:pt idx="2657" formatCode="0_);[Red]\(0\)">
                  <c:v>35500</c:v>
                </c:pt>
                <c:pt idx="2658" formatCode="0_);[Red]\(0\)">
                  <c:v>36500</c:v>
                </c:pt>
                <c:pt idx="2659" formatCode="0_);[Red]\(0\)">
                  <c:v>36500</c:v>
                </c:pt>
                <c:pt idx="2660" formatCode="0_);[Red]\(0\)">
                  <c:v>36500</c:v>
                </c:pt>
                <c:pt idx="2661" formatCode="0_);[Red]\(0\)">
                  <c:v>36500</c:v>
                </c:pt>
                <c:pt idx="2662" formatCode="0_);[Red]\(0\)">
                  <c:v>36500</c:v>
                </c:pt>
                <c:pt idx="2663" formatCode="0_);[Red]\(0\)">
                  <c:v>36500</c:v>
                </c:pt>
                <c:pt idx="2664" formatCode="0_);[Red]\(0\)">
                  <c:v>37500</c:v>
                </c:pt>
                <c:pt idx="2665" formatCode="0_);[Red]\(0\)">
                  <c:v>37500</c:v>
                </c:pt>
                <c:pt idx="2666" formatCode="0_);[Red]\(0\)">
                  <c:v>37500</c:v>
                </c:pt>
                <c:pt idx="2667" formatCode="0_);[Red]\(0\)">
                  <c:v>37500</c:v>
                </c:pt>
                <c:pt idx="2668" formatCode="0_);[Red]\(0\)">
                  <c:v>37500</c:v>
                </c:pt>
                <c:pt idx="2669" formatCode="0_);[Red]\(0\)">
                  <c:v>37700</c:v>
                </c:pt>
                <c:pt idx="2670" formatCode="0_);[Red]\(0\)">
                  <c:v>37700</c:v>
                </c:pt>
                <c:pt idx="2671" formatCode="0_);[Red]\(0\)">
                  <c:v>37700</c:v>
                </c:pt>
                <c:pt idx="2672" formatCode="0_);[Red]\(0\)">
                  <c:v>37700</c:v>
                </c:pt>
                <c:pt idx="2673" formatCode="0_);[Red]\(0\)">
                  <c:v>37700</c:v>
                </c:pt>
                <c:pt idx="2674" formatCode="0_);[Red]\(0\)">
                  <c:v>37700</c:v>
                </c:pt>
                <c:pt idx="2675" formatCode="0_);[Red]\(0\)">
                  <c:v>37700</c:v>
                </c:pt>
                <c:pt idx="2676" formatCode="0_);[Red]\(0\)">
                  <c:v>37700</c:v>
                </c:pt>
                <c:pt idx="2677" formatCode="0_);[Red]\(0\)">
                  <c:v>37700</c:v>
                </c:pt>
                <c:pt idx="2678" formatCode="0_);[Red]\(0\)">
                  <c:v>37700</c:v>
                </c:pt>
                <c:pt idx="2679" formatCode="0_);[Red]\(0\)">
                  <c:v>38000</c:v>
                </c:pt>
                <c:pt idx="2680" formatCode="0_);[Red]\(0\)">
                  <c:v>38000</c:v>
                </c:pt>
                <c:pt idx="2681" formatCode="0_);[Red]\(0\)">
                  <c:v>38000</c:v>
                </c:pt>
                <c:pt idx="2682" formatCode="0_);[Red]\(0\)">
                  <c:v>38000</c:v>
                </c:pt>
                <c:pt idx="2683" formatCode="0_);[Red]\(0\)">
                  <c:v>38000</c:v>
                </c:pt>
                <c:pt idx="2684" formatCode="0_);[Red]\(0\)">
                  <c:v>38000</c:v>
                </c:pt>
                <c:pt idx="2685" formatCode="0_);[Red]\(0\)">
                  <c:v>38000</c:v>
                </c:pt>
                <c:pt idx="2686" formatCode="0_);[Red]\(0\)">
                  <c:v>37500</c:v>
                </c:pt>
                <c:pt idx="2687" formatCode="0_);[Red]\(0\)">
                  <c:v>37500</c:v>
                </c:pt>
                <c:pt idx="2688" formatCode="0_);[Red]\(0\)">
                  <c:v>37500</c:v>
                </c:pt>
                <c:pt idx="2689" formatCode="0_);[Red]\(0\)">
                  <c:v>37500</c:v>
                </c:pt>
                <c:pt idx="2690" formatCode="0_);[Red]\(0\)">
                  <c:v>37500</c:v>
                </c:pt>
                <c:pt idx="2691" formatCode="0_);[Red]\(0\)">
                  <c:v>37500</c:v>
                </c:pt>
                <c:pt idx="2692" formatCode="0_);[Red]\(0\)">
                  <c:v>37500</c:v>
                </c:pt>
                <c:pt idx="2693" formatCode="0_);[Red]\(0\)">
                  <c:v>37500</c:v>
                </c:pt>
                <c:pt idx="2694" formatCode="0_);[Red]\(0\)">
                  <c:v>37500</c:v>
                </c:pt>
                <c:pt idx="2695" formatCode="0_);[Red]\(0\)">
                  <c:v>37500</c:v>
                </c:pt>
                <c:pt idx="2696" formatCode="0_);[Red]\(0\)">
                  <c:v>37500</c:v>
                </c:pt>
                <c:pt idx="2697" formatCode="0_);[Red]\(0\)">
                  <c:v>37500</c:v>
                </c:pt>
                <c:pt idx="2698" formatCode="0_);[Red]\(0\)">
                  <c:v>37500</c:v>
                </c:pt>
                <c:pt idx="2699" formatCode="0_);[Red]\(0\)">
                  <c:v>37500</c:v>
                </c:pt>
                <c:pt idx="2700" formatCode="0_);[Red]\(0\)">
                  <c:v>37500</c:v>
                </c:pt>
                <c:pt idx="2701" formatCode="0_);[Red]\(0\)">
                  <c:v>37500</c:v>
                </c:pt>
                <c:pt idx="2702" formatCode="0_);[Red]\(0\)">
                  <c:v>37500</c:v>
                </c:pt>
                <c:pt idx="2703" formatCode="0_);[Red]\(0\)">
                  <c:v>37500</c:v>
                </c:pt>
                <c:pt idx="2704" formatCode="0_);[Red]\(0\)">
                  <c:v>37500</c:v>
                </c:pt>
                <c:pt idx="2705" formatCode="0_);[Red]\(0\)">
                  <c:v>37600</c:v>
                </c:pt>
                <c:pt idx="2706" formatCode="0_);[Red]\(0\)">
                  <c:v>37700</c:v>
                </c:pt>
                <c:pt idx="2707" formatCode="0_);[Red]\(0\)">
                  <c:v>37700</c:v>
                </c:pt>
                <c:pt idx="2708" formatCode="0_);[Red]\(0\)">
                  <c:v>37700</c:v>
                </c:pt>
                <c:pt idx="2709" formatCode="0_);[Red]\(0\)">
                  <c:v>37700</c:v>
                </c:pt>
                <c:pt idx="2710" formatCode="0_);[Red]\(0\)">
                  <c:v>37700</c:v>
                </c:pt>
                <c:pt idx="2711" formatCode="0_);[Red]\(0\)">
                  <c:v>37700</c:v>
                </c:pt>
                <c:pt idx="2712" formatCode="0_);[Red]\(0\)">
                  <c:v>37800</c:v>
                </c:pt>
                <c:pt idx="2713" formatCode="0_);[Red]\(0\)">
                  <c:v>37600</c:v>
                </c:pt>
                <c:pt idx="2714" formatCode="0_);[Red]\(0\)">
                  <c:v>37600</c:v>
                </c:pt>
                <c:pt idx="2715" formatCode="0_);[Red]\(0\)">
                  <c:v>37400</c:v>
                </c:pt>
                <c:pt idx="2716" formatCode="0_);[Red]\(0\)">
                  <c:v>37400</c:v>
                </c:pt>
                <c:pt idx="2717" formatCode="0_);[Red]\(0\)">
                  <c:v>37400</c:v>
                </c:pt>
                <c:pt idx="2718" formatCode="0_);[Red]\(0\)">
                  <c:v>37400</c:v>
                </c:pt>
                <c:pt idx="2719" formatCode="0_);[Red]\(0\)">
                  <c:v>37400</c:v>
                </c:pt>
                <c:pt idx="2720" formatCode="0_);[Red]\(0\)">
                  <c:v>37500</c:v>
                </c:pt>
                <c:pt idx="2721" formatCode="0_);[Red]\(0\)">
                  <c:v>37300</c:v>
                </c:pt>
                <c:pt idx="2722" formatCode="0_);[Red]\(0\)">
                  <c:v>37300</c:v>
                </c:pt>
                <c:pt idx="2723" formatCode="0_);[Red]\(0\)">
                  <c:v>37300</c:v>
                </c:pt>
                <c:pt idx="2724" formatCode="0_);[Red]\(0\)">
                  <c:v>37300</c:v>
                </c:pt>
                <c:pt idx="2725" formatCode="0_);[Red]\(0\)">
                  <c:v>37000</c:v>
                </c:pt>
                <c:pt idx="2726" formatCode="0_);[Red]\(0\)">
                  <c:v>37000</c:v>
                </c:pt>
                <c:pt idx="2727" formatCode="0_);[Red]\(0\)">
                  <c:v>37200</c:v>
                </c:pt>
                <c:pt idx="2728" formatCode="0_);[Red]\(0\)">
                  <c:v>37200</c:v>
                </c:pt>
                <c:pt idx="2729" formatCode="0_);[Red]\(0\)">
                  <c:v>37200</c:v>
                </c:pt>
                <c:pt idx="2730" formatCode="0_);[Red]\(0\)">
                  <c:v>37200</c:v>
                </c:pt>
                <c:pt idx="2731" formatCode="0_);[Red]\(0\)">
                  <c:v>37200</c:v>
                </c:pt>
                <c:pt idx="2732" formatCode="0_);[Red]\(0\)">
                  <c:v>37200</c:v>
                </c:pt>
                <c:pt idx="2733" formatCode="0_);[Red]\(0\)">
                  <c:v>37000</c:v>
                </c:pt>
                <c:pt idx="2734" formatCode="0_);[Red]\(0\)">
                  <c:v>37000</c:v>
                </c:pt>
                <c:pt idx="2735" formatCode="0_);[Red]\(0\)">
                  <c:v>37000</c:v>
                </c:pt>
                <c:pt idx="2736" formatCode="0_);[Red]\(0\)">
                  <c:v>37000</c:v>
                </c:pt>
                <c:pt idx="2737" formatCode="0_);[Red]\(0\)">
                  <c:v>37000</c:v>
                </c:pt>
                <c:pt idx="2738" formatCode="0_);[Red]\(0\)">
                  <c:v>37200</c:v>
                </c:pt>
                <c:pt idx="2739" formatCode="0_);[Red]\(0\)">
                  <c:v>37200</c:v>
                </c:pt>
                <c:pt idx="2740" formatCode="0_);[Red]\(0\)">
                  <c:v>37700</c:v>
                </c:pt>
                <c:pt idx="2741" formatCode="0_);[Red]\(0\)">
                  <c:v>37700</c:v>
                </c:pt>
                <c:pt idx="2742" formatCode="0_);[Red]\(0\)">
                  <c:v>37700</c:v>
                </c:pt>
                <c:pt idx="2743" formatCode="0_);[Red]\(0\)">
                  <c:v>37700</c:v>
                </c:pt>
                <c:pt idx="2744" formatCode="0_);[Red]\(0\)">
                  <c:v>37700</c:v>
                </c:pt>
                <c:pt idx="2745" formatCode="0_);[Red]\(0\)">
                  <c:v>37700</c:v>
                </c:pt>
                <c:pt idx="2746" formatCode="0_);[Red]\(0\)">
                  <c:v>37700</c:v>
                </c:pt>
                <c:pt idx="2747" formatCode="0_);[Red]\(0\)">
                  <c:v>37700</c:v>
                </c:pt>
                <c:pt idx="2748" formatCode="0_);[Red]\(0\)">
                  <c:v>37700</c:v>
                </c:pt>
                <c:pt idx="2749" formatCode="0_);[Red]\(0\)">
                  <c:v>38000</c:v>
                </c:pt>
                <c:pt idx="2750" formatCode="0_);[Red]\(0\)">
                  <c:v>38000</c:v>
                </c:pt>
                <c:pt idx="2751" formatCode="0_);[Red]\(0\)">
                  <c:v>38000</c:v>
                </c:pt>
                <c:pt idx="2752" formatCode="0_);[Red]\(0\)">
                  <c:v>38000</c:v>
                </c:pt>
                <c:pt idx="2753" formatCode="0_);[Red]\(0\)">
                  <c:v>38000</c:v>
                </c:pt>
                <c:pt idx="2754" formatCode="0_);[Red]\(0\)">
                  <c:v>38200</c:v>
                </c:pt>
                <c:pt idx="2755" formatCode="0_);[Red]\(0\)">
                  <c:v>38200</c:v>
                </c:pt>
                <c:pt idx="2756" formatCode="0_);[Red]\(0\)">
                  <c:v>38200</c:v>
                </c:pt>
                <c:pt idx="2757" formatCode="0_);[Red]\(0\)">
                  <c:v>38200</c:v>
                </c:pt>
                <c:pt idx="2758" formatCode="0_);[Red]\(0\)">
                  <c:v>38200</c:v>
                </c:pt>
                <c:pt idx="2759" formatCode="0_);[Red]\(0\)">
                  <c:v>38200</c:v>
                </c:pt>
                <c:pt idx="2760" formatCode="0_);[Red]\(0\)">
                  <c:v>38300</c:v>
                </c:pt>
                <c:pt idx="2761" formatCode="0_);[Red]\(0\)">
                  <c:v>38300</c:v>
                </c:pt>
                <c:pt idx="2762" formatCode="0_);[Red]\(0\)">
                  <c:v>38500</c:v>
                </c:pt>
                <c:pt idx="2763" formatCode="0_);[Red]\(0\)">
                  <c:v>38800</c:v>
                </c:pt>
                <c:pt idx="2764" formatCode="0_);[Red]\(0\)">
                  <c:v>38800</c:v>
                </c:pt>
                <c:pt idx="2765" formatCode="0_);[Red]\(0\)">
                  <c:v>38800</c:v>
                </c:pt>
                <c:pt idx="2766" formatCode="0_);[Red]\(0\)">
                  <c:v>39100</c:v>
                </c:pt>
                <c:pt idx="2767" formatCode="0_);[Red]\(0\)">
                  <c:v>39300</c:v>
                </c:pt>
                <c:pt idx="2768" formatCode="0_);[Red]\(0\)">
                  <c:v>39700</c:v>
                </c:pt>
                <c:pt idx="2769" formatCode="0_);[Red]\(0\)">
                  <c:v>40000</c:v>
                </c:pt>
                <c:pt idx="2770" formatCode="0_);[Red]\(0\)">
                  <c:v>40200</c:v>
                </c:pt>
                <c:pt idx="2771" formatCode="0_);[Red]\(0\)">
                  <c:v>40200</c:v>
                </c:pt>
                <c:pt idx="2772" formatCode="0_);[Red]\(0\)">
                  <c:v>40200</c:v>
                </c:pt>
                <c:pt idx="2773" formatCode="0_);[Red]\(0\)">
                  <c:v>40500</c:v>
                </c:pt>
                <c:pt idx="2774" formatCode="0_);[Red]\(0\)">
                  <c:v>41000</c:v>
                </c:pt>
                <c:pt idx="2775" formatCode="0_);[Red]\(0\)">
                  <c:v>41000</c:v>
                </c:pt>
                <c:pt idx="2776" formatCode="0_);[Red]\(0\)">
                  <c:v>41000</c:v>
                </c:pt>
                <c:pt idx="2777" formatCode="0_);[Red]\(0\)">
                  <c:v>41000</c:v>
                </c:pt>
                <c:pt idx="2778" formatCode="0_);[Red]\(0\)">
                  <c:v>41000</c:v>
                </c:pt>
                <c:pt idx="2779" formatCode="0_);[Red]\(0\)">
                  <c:v>41000</c:v>
                </c:pt>
                <c:pt idx="2780" formatCode="0_);[Red]\(0\)">
                  <c:v>41200</c:v>
                </c:pt>
                <c:pt idx="2781" formatCode="0_);[Red]\(0\)">
                  <c:v>41200</c:v>
                </c:pt>
                <c:pt idx="2782" formatCode="0_);[Red]\(0\)">
                  <c:v>41200</c:v>
                </c:pt>
                <c:pt idx="2783" formatCode="0_);[Red]\(0\)">
                  <c:v>41500</c:v>
                </c:pt>
                <c:pt idx="2784" formatCode="0_);[Red]\(0\)">
                  <c:v>41500</c:v>
                </c:pt>
                <c:pt idx="2785" formatCode="0_);[Red]\(0\)">
                  <c:v>41500</c:v>
                </c:pt>
                <c:pt idx="2786" formatCode="0_);[Red]\(0\)">
                  <c:v>41500</c:v>
                </c:pt>
                <c:pt idx="2787" formatCode="0_);[Red]\(0\)">
                  <c:v>41500</c:v>
                </c:pt>
                <c:pt idx="2788" formatCode="0_);[Red]\(0\)">
                  <c:v>41500</c:v>
                </c:pt>
                <c:pt idx="2789" formatCode="0_);[Red]\(0\)">
                  <c:v>41500</c:v>
                </c:pt>
                <c:pt idx="2790" formatCode="0_);[Red]\(0\)">
                  <c:v>42000</c:v>
                </c:pt>
                <c:pt idx="2791" formatCode="0_);[Red]\(0\)">
                  <c:v>42300</c:v>
                </c:pt>
                <c:pt idx="2792" formatCode="0_);[Red]\(0\)">
                  <c:v>42300</c:v>
                </c:pt>
                <c:pt idx="2793" formatCode="0_);[Red]\(0\)">
                  <c:v>42300</c:v>
                </c:pt>
                <c:pt idx="2794" formatCode="0_);[Red]\(0\)">
                  <c:v>42300</c:v>
                </c:pt>
                <c:pt idx="2795" formatCode="0_);[Red]\(0\)">
                  <c:v>42300</c:v>
                </c:pt>
                <c:pt idx="2796" formatCode="0_);[Red]\(0\)">
                  <c:v>42300</c:v>
                </c:pt>
                <c:pt idx="2797" formatCode="0_);[Red]\(0\)">
                  <c:v>43000</c:v>
                </c:pt>
                <c:pt idx="2798" formatCode="0_);[Red]\(0\)">
                  <c:v>43000</c:v>
                </c:pt>
                <c:pt idx="2799" formatCode="0_);[Red]\(0\)">
                  <c:v>43000</c:v>
                </c:pt>
                <c:pt idx="2800" formatCode="0_);[Red]\(0\)">
                  <c:v>43000</c:v>
                </c:pt>
                <c:pt idx="2801" formatCode="0_);[Red]\(0\)">
                  <c:v>43000</c:v>
                </c:pt>
                <c:pt idx="2802" formatCode="0_);[Red]\(0\)">
                  <c:v>43500</c:v>
                </c:pt>
                <c:pt idx="2803" formatCode="0_);[Red]\(0\)">
                  <c:v>44000</c:v>
                </c:pt>
                <c:pt idx="2804" formatCode="0_);[Red]\(0\)">
                  <c:v>44300</c:v>
                </c:pt>
                <c:pt idx="2805" formatCode="0_);[Red]\(0\)">
                  <c:v>44300</c:v>
                </c:pt>
                <c:pt idx="2806" formatCode="0_);[Red]\(0\)">
                  <c:v>44300</c:v>
                </c:pt>
                <c:pt idx="2807" formatCode="0_);[Red]\(0\)">
                  <c:v>44300</c:v>
                </c:pt>
                <c:pt idx="2808" formatCode="0_);[Red]\(0\)">
                  <c:v>44300</c:v>
                </c:pt>
                <c:pt idx="2809" formatCode="0_);[Red]\(0\)">
                  <c:v>44300</c:v>
                </c:pt>
                <c:pt idx="2810" formatCode="0_);[Red]\(0\)">
                  <c:v>44300</c:v>
                </c:pt>
                <c:pt idx="2811" formatCode="0_);[Red]\(0\)">
                  <c:v>44600</c:v>
                </c:pt>
                <c:pt idx="2812" formatCode="0_);[Red]\(0\)">
                  <c:v>44600</c:v>
                </c:pt>
                <c:pt idx="2813" formatCode="0_);[Red]\(0\)">
                  <c:v>44600</c:v>
                </c:pt>
                <c:pt idx="2814" formatCode="0_);[Red]\(0\)">
                  <c:v>44600</c:v>
                </c:pt>
                <c:pt idx="2815" formatCode="0_);[Red]\(0\)">
                  <c:v>44600</c:v>
                </c:pt>
                <c:pt idx="2816" formatCode="0_);[Red]\(0\)">
                  <c:v>44300</c:v>
                </c:pt>
                <c:pt idx="2817" formatCode="0_);[Red]\(0\)">
                  <c:v>44300</c:v>
                </c:pt>
                <c:pt idx="2818" formatCode="0_);[Red]\(0\)">
                  <c:v>44300</c:v>
                </c:pt>
                <c:pt idx="2819" formatCode="0_);[Red]\(0\)">
                  <c:v>44300</c:v>
                </c:pt>
                <c:pt idx="2820" formatCode="0_);[Red]\(0\)">
                  <c:v>44300</c:v>
                </c:pt>
                <c:pt idx="2821" formatCode="0_);[Red]\(0\)">
                  <c:v>44300</c:v>
                </c:pt>
                <c:pt idx="2822" formatCode="0_);[Red]\(0\)">
                  <c:v>44300</c:v>
                </c:pt>
                <c:pt idx="2823" formatCode="0_);[Red]\(0\)">
                  <c:v>44000</c:v>
                </c:pt>
                <c:pt idx="2824" formatCode="0_);[Red]\(0\)">
                  <c:v>44000</c:v>
                </c:pt>
                <c:pt idx="2825" formatCode="0_);[Red]\(0\)">
                  <c:v>44000</c:v>
                </c:pt>
                <c:pt idx="2826" formatCode="0_);[Red]\(0\)">
                  <c:v>44000</c:v>
                </c:pt>
                <c:pt idx="2827" formatCode="0_);[Red]\(0\)">
                  <c:v>44000</c:v>
                </c:pt>
                <c:pt idx="2828" formatCode="0_);[Red]\(0\)">
                  <c:v>43000</c:v>
                </c:pt>
                <c:pt idx="2829" formatCode="0_);[Red]\(0\)">
                  <c:v>42800</c:v>
                </c:pt>
                <c:pt idx="2830" formatCode="0_);[Red]\(0\)">
                  <c:v>42800</c:v>
                </c:pt>
                <c:pt idx="2831" formatCode="0_);[Red]\(0\)">
                  <c:v>42800</c:v>
                </c:pt>
                <c:pt idx="2832" formatCode="0_);[Red]\(0\)">
                  <c:v>42800</c:v>
                </c:pt>
                <c:pt idx="2833" formatCode="0_);[Red]\(0\)">
                  <c:v>42800</c:v>
                </c:pt>
                <c:pt idx="2834" formatCode="0_);[Red]\(0\)">
                  <c:v>42800</c:v>
                </c:pt>
                <c:pt idx="2835" formatCode="0_);[Red]\(0\)">
                  <c:v>42800</c:v>
                </c:pt>
                <c:pt idx="2836" formatCode="0_);[Red]\(0\)">
                  <c:v>42800</c:v>
                </c:pt>
                <c:pt idx="2837" formatCode="0_);[Red]\(0\)">
                  <c:v>42500</c:v>
                </c:pt>
                <c:pt idx="2838" formatCode="0_);[Red]\(0\)">
                  <c:v>42500</c:v>
                </c:pt>
                <c:pt idx="2839" formatCode="0_);[Red]\(0\)">
                  <c:v>42300</c:v>
                </c:pt>
                <c:pt idx="2840" formatCode="0_);[Red]\(0\)">
                  <c:v>42300</c:v>
                </c:pt>
                <c:pt idx="2841" formatCode="0_);[Red]\(0\)">
                  <c:v>42300</c:v>
                </c:pt>
                <c:pt idx="2842" formatCode="0_);[Red]\(0\)">
                  <c:v>42300</c:v>
                </c:pt>
                <c:pt idx="2843" formatCode="0_);[Red]\(0\)">
                  <c:v>42300</c:v>
                </c:pt>
                <c:pt idx="2844" formatCode="0_);[Red]\(0\)">
                  <c:v>42300</c:v>
                </c:pt>
                <c:pt idx="2845" formatCode="0_);[Red]\(0\)">
                  <c:v>42300</c:v>
                </c:pt>
                <c:pt idx="2846" formatCode="0_);[Red]\(0\)">
                  <c:v>42200</c:v>
                </c:pt>
                <c:pt idx="2847" formatCode="0_);[Red]\(0\)">
                  <c:v>42200</c:v>
                </c:pt>
                <c:pt idx="2848" formatCode="0_);[Red]\(0\)">
                  <c:v>42200</c:v>
                </c:pt>
                <c:pt idx="2849" formatCode="0_);[Red]\(0\)">
                  <c:v>42200</c:v>
                </c:pt>
                <c:pt idx="2850" formatCode="0_);[Red]\(0\)">
                  <c:v>41500</c:v>
                </c:pt>
                <c:pt idx="2851" formatCode="0_);[Red]\(0\)">
                  <c:v>40500</c:v>
                </c:pt>
                <c:pt idx="2852" formatCode="0_);[Red]\(0\)">
                  <c:v>40500</c:v>
                </c:pt>
                <c:pt idx="2853" formatCode="0_);[Red]\(0\)">
                  <c:v>40000</c:v>
                </c:pt>
                <c:pt idx="2854" formatCode="0_);[Red]\(0\)">
                  <c:v>39000</c:v>
                </c:pt>
                <c:pt idx="2855" formatCode="0_);[Red]\(0\)">
                  <c:v>39000</c:v>
                </c:pt>
                <c:pt idx="2856" formatCode="0_);[Red]\(0\)">
                  <c:v>39000</c:v>
                </c:pt>
                <c:pt idx="2857" formatCode="0_);[Red]\(0\)">
                  <c:v>39500</c:v>
                </c:pt>
                <c:pt idx="2858" formatCode="0_);[Red]\(0\)">
                  <c:v>39500</c:v>
                </c:pt>
                <c:pt idx="2859" formatCode="0_);[Red]\(0\)">
                  <c:v>39500</c:v>
                </c:pt>
                <c:pt idx="2860" formatCode="0_);[Red]\(0\)">
                  <c:v>39500</c:v>
                </c:pt>
                <c:pt idx="2861" formatCode="0_);[Red]\(0\)">
                  <c:v>39500</c:v>
                </c:pt>
                <c:pt idx="2862" formatCode="0_);[Red]\(0\)">
                  <c:v>39500</c:v>
                </c:pt>
                <c:pt idx="2863" formatCode="0_);[Red]\(0\)">
                  <c:v>39500</c:v>
                </c:pt>
                <c:pt idx="2864" formatCode="0_);[Red]\(0\)">
                  <c:v>39300</c:v>
                </c:pt>
                <c:pt idx="2865" formatCode="0_);[Red]\(0\)">
                  <c:v>39300</c:v>
                </c:pt>
                <c:pt idx="2866" formatCode="0_);[Red]\(0\)">
                  <c:v>38500</c:v>
                </c:pt>
                <c:pt idx="2867" formatCode="0_);[Red]\(0\)">
                  <c:v>37500</c:v>
                </c:pt>
                <c:pt idx="2868" formatCode="0_);[Red]\(0\)">
                  <c:v>37500</c:v>
                </c:pt>
                <c:pt idx="2869" formatCode="0_);[Red]\(0\)">
                  <c:v>37500</c:v>
                </c:pt>
                <c:pt idx="2870" formatCode="0_);[Red]\(0\)">
                  <c:v>37500</c:v>
                </c:pt>
                <c:pt idx="2871" formatCode="0_);[Red]\(0\)">
                  <c:v>37500</c:v>
                </c:pt>
                <c:pt idx="2872" formatCode="0_);[Red]\(0\)">
                  <c:v>37300</c:v>
                </c:pt>
                <c:pt idx="2873" formatCode="0_);[Red]\(0\)">
                  <c:v>37300</c:v>
                </c:pt>
                <c:pt idx="2874" formatCode="0_);[Red]\(0\)">
                  <c:v>36500</c:v>
                </c:pt>
                <c:pt idx="2875" formatCode="0_);[Red]\(0\)">
                  <c:v>36500</c:v>
                </c:pt>
                <c:pt idx="2876" formatCode="0_);[Red]\(0\)">
                  <c:v>36500</c:v>
                </c:pt>
                <c:pt idx="2877" formatCode="0_);[Red]\(0\)">
                  <c:v>36500</c:v>
                </c:pt>
                <c:pt idx="2878" formatCode="0_);[Red]\(0\)">
                  <c:v>36000</c:v>
                </c:pt>
                <c:pt idx="2879" formatCode="0_);[Red]\(0\)">
                  <c:v>35800</c:v>
                </c:pt>
                <c:pt idx="2880" formatCode="0_);[Red]\(0\)">
                  <c:v>35800</c:v>
                </c:pt>
                <c:pt idx="2881" formatCode="0_);[Red]\(0\)">
                  <c:v>35800</c:v>
                </c:pt>
                <c:pt idx="2882" formatCode="0_);[Red]\(0\)">
                  <c:v>35500</c:v>
                </c:pt>
                <c:pt idx="2883" formatCode="0_);[Red]\(0\)">
                  <c:v>35500</c:v>
                </c:pt>
                <c:pt idx="2884" formatCode="0_);[Red]\(0\)">
                  <c:v>35500</c:v>
                </c:pt>
                <c:pt idx="2885" formatCode="0_);[Red]\(0\)">
                  <c:v>35000</c:v>
                </c:pt>
                <c:pt idx="2886" formatCode="0_);[Red]\(0\)">
                  <c:v>35000</c:v>
                </c:pt>
                <c:pt idx="2887" formatCode="0_);[Red]\(0\)">
                  <c:v>34500</c:v>
                </c:pt>
                <c:pt idx="2888" formatCode="0_);[Red]\(0\)">
                  <c:v>34500</c:v>
                </c:pt>
                <c:pt idx="2889" formatCode="0_);[Red]\(0\)">
                  <c:v>34500</c:v>
                </c:pt>
                <c:pt idx="2890" formatCode="0_);[Red]\(0\)">
                  <c:v>34500</c:v>
                </c:pt>
                <c:pt idx="2891" formatCode="0_);[Red]\(0\)">
                  <c:v>34500</c:v>
                </c:pt>
                <c:pt idx="2892" formatCode="0_);[Red]\(0\)">
                  <c:v>34300</c:v>
                </c:pt>
                <c:pt idx="2893" formatCode="0_);[Red]\(0\)">
                  <c:v>34000</c:v>
                </c:pt>
                <c:pt idx="2894" formatCode="0_);[Red]\(0\)">
                  <c:v>34000</c:v>
                </c:pt>
                <c:pt idx="2895" formatCode="0_);[Red]\(0\)">
                  <c:v>34000</c:v>
                </c:pt>
                <c:pt idx="2896" formatCode="0_);[Red]\(0\)">
                  <c:v>33500</c:v>
                </c:pt>
                <c:pt idx="2897" formatCode="0_);[Red]\(0\)">
                  <c:v>33500</c:v>
                </c:pt>
                <c:pt idx="2898" formatCode="0_);[Red]\(0\)">
                  <c:v>33500</c:v>
                </c:pt>
                <c:pt idx="2899" formatCode="0_);[Red]\(0\)">
                  <c:v>33500</c:v>
                </c:pt>
                <c:pt idx="2900" formatCode="0_);[Red]\(0\)">
                  <c:v>33000</c:v>
                </c:pt>
                <c:pt idx="2901" formatCode="0_);[Red]\(0\)">
                  <c:v>33200</c:v>
                </c:pt>
                <c:pt idx="2902" formatCode="0_);[Red]\(0\)">
                  <c:v>33200</c:v>
                </c:pt>
                <c:pt idx="2903" formatCode="0_);[Red]\(0\)">
                  <c:v>33000</c:v>
                </c:pt>
                <c:pt idx="2904" formatCode="0_);[Red]\(0\)">
                  <c:v>33000</c:v>
                </c:pt>
                <c:pt idx="2905" formatCode="0_);[Red]\(0\)">
                  <c:v>33000</c:v>
                </c:pt>
                <c:pt idx="2906" formatCode="0_);[Red]\(0\)">
                  <c:v>33200</c:v>
                </c:pt>
                <c:pt idx="2907" formatCode="0_);[Red]\(0\)">
                  <c:v>33200</c:v>
                </c:pt>
                <c:pt idx="2908" formatCode="0_);[Red]\(0\)">
                  <c:v>33200</c:v>
                </c:pt>
                <c:pt idx="2909" formatCode="0_);[Red]\(0\)">
                  <c:v>33200</c:v>
                </c:pt>
                <c:pt idx="2910" formatCode="0_);[Red]\(0\)">
                  <c:v>33300</c:v>
                </c:pt>
                <c:pt idx="2911" formatCode="0_);[Red]\(0\)">
                  <c:v>33300</c:v>
                </c:pt>
                <c:pt idx="2912" formatCode="0_);[Red]\(0\)">
                  <c:v>33300</c:v>
                </c:pt>
                <c:pt idx="2913" formatCode="0_);[Red]\(0\)">
                  <c:v>33300</c:v>
                </c:pt>
                <c:pt idx="2914" formatCode="0_);[Red]\(0\)">
                  <c:v>33300</c:v>
                </c:pt>
                <c:pt idx="2915" formatCode="0_);[Red]\(0\)">
                  <c:v>33300</c:v>
                </c:pt>
                <c:pt idx="2916" formatCode="0_);[Red]\(0\)">
                  <c:v>33000</c:v>
                </c:pt>
                <c:pt idx="2917" formatCode="0_);[Red]\(0\)">
                  <c:v>33300</c:v>
                </c:pt>
                <c:pt idx="2918" formatCode="0_);[Red]\(0\)">
                  <c:v>33300</c:v>
                </c:pt>
                <c:pt idx="2919" formatCode="0_);[Red]\(0\)">
                  <c:v>33300</c:v>
                </c:pt>
                <c:pt idx="2920" formatCode="0_);[Red]\(0\)">
                  <c:v>33000</c:v>
                </c:pt>
                <c:pt idx="2921" formatCode="0_);[Red]\(0\)">
                  <c:v>33000</c:v>
                </c:pt>
                <c:pt idx="2922" formatCode="0_);[Red]\(0\)">
                  <c:v>33000</c:v>
                </c:pt>
                <c:pt idx="2923" formatCode="0_);[Red]\(0\)">
                  <c:v>33000</c:v>
                </c:pt>
                <c:pt idx="2924" formatCode="0_);[Red]\(0\)">
                  <c:v>33000</c:v>
                </c:pt>
                <c:pt idx="2925" formatCode="0_);[Red]\(0\)">
                  <c:v>33000</c:v>
                </c:pt>
                <c:pt idx="2926" formatCode="0_);[Red]\(0\)">
                  <c:v>33000</c:v>
                </c:pt>
                <c:pt idx="2927" formatCode="0_);[Red]\(0\)">
                  <c:v>33000</c:v>
                </c:pt>
                <c:pt idx="2928" formatCode="0_);[Red]\(0\)">
                  <c:v>33000</c:v>
                </c:pt>
                <c:pt idx="2929" formatCode="0_);[Red]\(0\)">
                  <c:v>33000</c:v>
                </c:pt>
                <c:pt idx="2930" formatCode="0_);[Red]\(0\)">
                  <c:v>33000</c:v>
                </c:pt>
                <c:pt idx="2931" formatCode="0_);[Red]\(0\)">
                  <c:v>33000</c:v>
                </c:pt>
                <c:pt idx="2932" formatCode="0_);[Red]\(0\)">
                  <c:v>33000</c:v>
                </c:pt>
                <c:pt idx="2933" formatCode="0_);[Red]\(0\)">
                  <c:v>33000</c:v>
                </c:pt>
                <c:pt idx="2934" formatCode="0_);[Red]\(0\)">
                  <c:v>33000</c:v>
                </c:pt>
                <c:pt idx="2935" formatCode="0_);[Red]\(0\)">
                  <c:v>33000</c:v>
                </c:pt>
                <c:pt idx="2936" formatCode="0_);[Red]\(0\)">
                  <c:v>33000</c:v>
                </c:pt>
                <c:pt idx="2937" formatCode="0_);[Red]\(0\)">
                  <c:v>33000</c:v>
                </c:pt>
                <c:pt idx="2938" formatCode="0_);[Red]\(0\)">
                  <c:v>33000</c:v>
                </c:pt>
                <c:pt idx="2939" formatCode="0_);[Red]\(0\)">
                  <c:v>33000</c:v>
                </c:pt>
                <c:pt idx="2940" formatCode="0_);[Red]\(0\)">
                  <c:v>33000</c:v>
                </c:pt>
                <c:pt idx="2941" formatCode="0_);[Red]\(0\)">
                  <c:v>32700</c:v>
                </c:pt>
                <c:pt idx="2942" formatCode="0_);[Red]\(0\)">
                  <c:v>32700</c:v>
                </c:pt>
                <c:pt idx="2943" formatCode="0_);[Red]\(0\)">
                  <c:v>32800</c:v>
                </c:pt>
                <c:pt idx="2944" formatCode="0_);[Red]\(0\)">
                  <c:v>33000</c:v>
                </c:pt>
                <c:pt idx="2945" formatCode="0_);[Red]\(0\)">
                  <c:v>33000</c:v>
                </c:pt>
                <c:pt idx="2946" formatCode="0_);[Red]\(0\)">
                  <c:v>33000</c:v>
                </c:pt>
                <c:pt idx="2947" formatCode="0_);[Red]\(0\)">
                  <c:v>33200</c:v>
                </c:pt>
                <c:pt idx="2948" formatCode="0_);[Red]\(0\)">
                  <c:v>33200</c:v>
                </c:pt>
                <c:pt idx="2949" formatCode="0_);[Red]\(0\)">
                  <c:v>33200</c:v>
                </c:pt>
                <c:pt idx="2950" formatCode="0_);[Red]\(0\)">
                  <c:v>33200</c:v>
                </c:pt>
                <c:pt idx="2951" formatCode="0_);[Red]\(0\)">
                  <c:v>33200</c:v>
                </c:pt>
                <c:pt idx="2952" formatCode="0_);[Red]\(0\)">
                  <c:v>33200</c:v>
                </c:pt>
                <c:pt idx="2953" formatCode="0_);[Red]\(0\)">
                  <c:v>33200</c:v>
                </c:pt>
                <c:pt idx="2954" formatCode="0_);[Red]\(0\)">
                  <c:v>33200</c:v>
                </c:pt>
                <c:pt idx="2955" formatCode="0_);[Red]\(0\)">
                  <c:v>33200</c:v>
                </c:pt>
                <c:pt idx="2956" formatCode="0_);[Red]\(0\)">
                  <c:v>33200</c:v>
                </c:pt>
                <c:pt idx="2957" formatCode="0_);[Red]\(0\)">
                  <c:v>33200</c:v>
                </c:pt>
                <c:pt idx="2958" formatCode="0_);[Red]\(0\)">
                  <c:v>33200</c:v>
                </c:pt>
                <c:pt idx="2959" formatCode="0_);[Red]\(0\)">
                  <c:v>33200</c:v>
                </c:pt>
                <c:pt idx="2960" formatCode="0_);[Red]\(0\)">
                  <c:v>33200</c:v>
                </c:pt>
                <c:pt idx="2961" formatCode="0_);[Red]\(0\)">
                  <c:v>33200</c:v>
                </c:pt>
                <c:pt idx="2962" formatCode="0_);[Red]\(0\)">
                  <c:v>33200</c:v>
                </c:pt>
                <c:pt idx="2963" formatCode="0_);[Red]\(0\)">
                  <c:v>33300</c:v>
                </c:pt>
                <c:pt idx="2964" formatCode="0_);[Red]\(0\)">
                  <c:v>33300</c:v>
                </c:pt>
                <c:pt idx="2965" formatCode="0_);[Red]\(0\)">
                  <c:v>33300</c:v>
                </c:pt>
                <c:pt idx="2966" formatCode="0_);[Red]\(0\)">
                  <c:v>33300</c:v>
                </c:pt>
                <c:pt idx="2967" formatCode="0_);[Red]\(0\)">
                  <c:v>33300</c:v>
                </c:pt>
                <c:pt idx="2968" formatCode="0_);[Red]\(0\)">
                  <c:v>33300</c:v>
                </c:pt>
                <c:pt idx="2969" formatCode="0_);[Red]\(0\)">
                  <c:v>33300</c:v>
                </c:pt>
                <c:pt idx="2970" formatCode="0_);[Red]\(0\)">
                  <c:v>33800</c:v>
                </c:pt>
                <c:pt idx="2971" formatCode="0_);[Red]\(0\)">
                  <c:v>33800</c:v>
                </c:pt>
                <c:pt idx="2972" formatCode="0_);[Red]\(0\)">
                  <c:v>33800</c:v>
                </c:pt>
                <c:pt idx="2973" formatCode="0_);[Red]\(0\)">
                  <c:v>34000</c:v>
                </c:pt>
                <c:pt idx="2974" formatCode="0_);[Red]\(0\)">
                  <c:v>34000</c:v>
                </c:pt>
                <c:pt idx="2975" formatCode="0_);[Red]\(0\)">
                  <c:v>34000</c:v>
                </c:pt>
                <c:pt idx="2976" formatCode="0_);[Red]\(0\)">
                  <c:v>34200</c:v>
                </c:pt>
                <c:pt idx="2977" formatCode="0_);[Red]\(0\)">
                  <c:v>34200</c:v>
                </c:pt>
                <c:pt idx="2978" formatCode="0_);[Red]\(0\)">
                  <c:v>34200</c:v>
                </c:pt>
                <c:pt idx="2979" formatCode="0_);[Red]\(0\)">
                  <c:v>34200</c:v>
                </c:pt>
                <c:pt idx="2980" formatCode="0_);[Red]\(0\)">
                  <c:v>34200</c:v>
                </c:pt>
                <c:pt idx="2981" formatCode="0_);[Red]\(0\)">
                  <c:v>34200</c:v>
                </c:pt>
                <c:pt idx="2982" formatCode="0_);[Red]\(0\)">
                  <c:v>34200</c:v>
                </c:pt>
                <c:pt idx="2983" formatCode="0_);[Red]\(0\)">
                  <c:v>34200</c:v>
                </c:pt>
                <c:pt idx="2984" formatCode="0_);[Red]\(0\)">
                  <c:v>34200</c:v>
                </c:pt>
                <c:pt idx="2985" formatCode="0_);[Red]\(0\)">
                  <c:v>34200</c:v>
                </c:pt>
                <c:pt idx="2986" formatCode="0_);[Red]\(0\)">
                  <c:v>34700</c:v>
                </c:pt>
                <c:pt idx="2987" formatCode="0_);[Red]\(0\)">
                  <c:v>35000</c:v>
                </c:pt>
                <c:pt idx="2988" formatCode="0_);[Red]\(0\)">
                  <c:v>35000</c:v>
                </c:pt>
                <c:pt idx="2989" formatCode="0_);[Red]\(0\)">
                  <c:v>35000</c:v>
                </c:pt>
                <c:pt idx="2990" formatCode="0_);[Red]\(0\)">
                  <c:v>35000</c:v>
                </c:pt>
                <c:pt idx="2991" formatCode="0_);[Red]\(0\)">
                  <c:v>35300</c:v>
                </c:pt>
                <c:pt idx="2992" formatCode="0_);[Red]\(0\)">
                  <c:v>35300</c:v>
                </c:pt>
                <c:pt idx="2993" formatCode="0_);[Red]\(0\)">
                  <c:v>35300</c:v>
                </c:pt>
                <c:pt idx="2994" formatCode="0_);[Red]\(0\)">
                  <c:v>35300</c:v>
                </c:pt>
                <c:pt idx="2995" formatCode="0_);[Red]\(0\)">
                  <c:v>35300</c:v>
                </c:pt>
                <c:pt idx="2996" formatCode="0_);[Red]\(0\)">
                  <c:v>35300</c:v>
                </c:pt>
                <c:pt idx="2997" formatCode="0_);[Red]\(0\)">
                  <c:v>35300</c:v>
                </c:pt>
                <c:pt idx="2998" formatCode="0_);[Red]\(0\)">
                  <c:v>35300</c:v>
                </c:pt>
                <c:pt idx="2999" formatCode="0_);[Red]\(0\)">
                  <c:v>35600</c:v>
                </c:pt>
                <c:pt idx="3000" formatCode="0_);[Red]\(0\)">
                  <c:v>35600</c:v>
                </c:pt>
                <c:pt idx="3001" formatCode="0_);[Red]\(0\)">
                  <c:v>35600</c:v>
                </c:pt>
                <c:pt idx="3002" formatCode="0_);[Red]\(0\)">
                  <c:v>35600</c:v>
                </c:pt>
                <c:pt idx="3003" formatCode="0_);[Red]\(0\)">
                  <c:v>35600</c:v>
                </c:pt>
                <c:pt idx="3004" formatCode="0_);[Red]\(0\)">
                  <c:v>35600</c:v>
                </c:pt>
                <c:pt idx="3005" formatCode="0_);[Red]\(0\)">
                  <c:v>35600</c:v>
                </c:pt>
                <c:pt idx="3006" formatCode="0_);[Red]\(0\)">
                  <c:v>35600</c:v>
                </c:pt>
                <c:pt idx="3007" formatCode="0_);[Red]\(0\)">
                  <c:v>35600</c:v>
                </c:pt>
                <c:pt idx="3008" formatCode="0_);[Red]\(0\)">
                  <c:v>35800</c:v>
                </c:pt>
                <c:pt idx="3009" formatCode="0_);[Red]\(0\)">
                  <c:v>35800</c:v>
                </c:pt>
                <c:pt idx="3010" formatCode="0_);[Red]\(0\)">
                  <c:v>35800</c:v>
                </c:pt>
                <c:pt idx="3011" formatCode="0_);[Red]\(0\)">
                  <c:v>35800</c:v>
                </c:pt>
                <c:pt idx="3012" formatCode="0_);[Red]\(0\)">
                  <c:v>35800</c:v>
                </c:pt>
                <c:pt idx="3013" formatCode="0_);[Red]\(0\)">
                  <c:v>35800</c:v>
                </c:pt>
                <c:pt idx="3014" formatCode="0_);[Red]\(0\)">
                  <c:v>35800</c:v>
                </c:pt>
                <c:pt idx="3015" formatCode="0_);[Red]\(0\)">
                  <c:v>35800</c:v>
                </c:pt>
                <c:pt idx="3016" formatCode="0_);[Red]\(0\)">
                  <c:v>35800</c:v>
                </c:pt>
                <c:pt idx="3017" formatCode="0_);[Red]\(0\)">
                  <c:v>35800</c:v>
                </c:pt>
                <c:pt idx="3018" formatCode="0_);[Red]\(0\)">
                  <c:v>35800</c:v>
                </c:pt>
                <c:pt idx="3019" formatCode="0_);[Red]\(0\)">
                  <c:v>35800</c:v>
                </c:pt>
                <c:pt idx="3020" formatCode="0_);[Red]\(0\)">
                  <c:v>35900</c:v>
                </c:pt>
                <c:pt idx="3021" formatCode="0_);[Red]\(0\)">
                  <c:v>35900</c:v>
                </c:pt>
                <c:pt idx="3022" formatCode="0_);[Red]\(0\)">
                  <c:v>35600</c:v>
                </c:pt>
                <c:pt idx="3023" formatCode="0_);[Red]\(0\)">
                  <c:v>35600</c:v>
                </c:pt>
                <c:pt idx="3024" formatCode="0_);[Red]\(0\)">
                  <c:v>35600</c:v>
                </c:pt>
                <c:pt idx="3025" formatCode="0_);[Red]\(0\)">
                  <c:v>35600</c:v>
                </c:pt>
                <c:pt idx="3026" formatCode="0_);[Red]\(0\)">
                  <c:v>35600</c:v>
                </c:pt>
                <c:pt idx="3027" formatCode="0_);[Red]\(0\)">
                  <c:v>35600</c:v>
                </c:pt>
                <c:pt idx="3028" formatCode="0_);[Red]\(0\)">
                  <c:v>35600</c:v>
                </c:pt>
                <c:pt idx="3029" formatCode="0_);[Red]\(0\)">
                  <c:v>35600</c:v>
                </c:pt>
                <c:pt idx="3030" formatCode="0_);[Red]\(0\)">
                  <c:v>35600</c:v>
                </c:pt>
                <c:pt idx="3031" formatCode="0_);[Red]\(0\)">
                  <c:v>35600</c:v>
                </c:pt>
                <c:pt idx="3032" formatCode="0_);[Red]\(0\)">
                  <c:v>35600</c:v>
                </c:pt>
                <c:pt idx="3033" formatCode="0_);[Red]\(0\)">
                  <c:v>35600</c:v>
                </c:pt>
                <c:pt idx="3034" formatCode="0_);[Red]\(0\)">
                  <c:v>35300</c:v>
                </c:pt>
                <c:pt idx="3035" formatCode="0_);[Red]\(0\)">
                  <c:v>34500</c:v>
                </c:pt>
                <c:pt idx="3036" formatCode="0_);[Red]\(0\)">
                  <c:v>34500</c:v>
                </c:pt>
                <c:pt idx="3037" formatCode="0_);[Red]\(0\)">
                  <c:v>34500</c:v>
                </c:pt>
                <c:pt idx="3038" formatCode="0_);[Red]\(0\)">
                  <c:v>34500</c:v>
                </c:pt>
                <c:pt idx="3039" formatCode="0_);[Red]\(0\)">
                  <c:v>34500</c:v>
                </c:pt>
                <c:pt idx="3040" formatCode="0_);[Red]\(0\)">
                  <c:v>34300</c:v>
                </c:pt>
                <c:pt idx="3041" formatCode="0_);[Red]\(0\)">
                  <c:v>34300</c:v>
                </c:pt>
                <c:pt idx="3042" formatCode="0_);[Red]\(0\)">
                  <c:v>34300</c:v>
                </c:pt>
                <c:pt idx="3043" formatCode="0_);[Red]\(0\)">
                  <c:v>34300</c:v>
                </c:pt>
                <c:pt idx="3044" formatCode="0_);[Red]\(0\)">
                  <c:v>34300</c:v>
                </c:pt>
                <c:pt idx="3045" formatCode="0_);[Red]\(0\)">
                  <c:v>33900</c:v>
                </c:pt>
                <c:pt idx="3046" formatCode="0_);[Red]\(0\)">
                  <c:v>33500</c:v>
                </c:pt>
                <c:pt idx="3047" formatCode="0_);[Red]\(0\)">
                  <c:v>33500</c:v>
                </c:pt>
                <c:pt idx="3048" formatCode="0_);[Red]\(0\)">
                  <c:v>33500</c:v>
                </c:pt>
                <c:pt idx="3049" formatCode="0_);[Red]\(0\)">
                  <c:v>33500</c:v>
                </c:pt>
                <c:pt idx="3050" formatCode="0_);[Red]\(0\)">
                  <c:v>33500</c:v>
                </c:pt>
                <c:pt idx="3051" formatCode="0_);[Red]\(0\)">
                  <c:v>33500</c:v>
                </c:pt>
                <c:pt idx="3052" formatCode="0_);[Red]\(0\)">
                  <c:v>33500</c:v>
                </c:pt>
                <c:pt idx="3053" formatCode="0_);[Red]\(0\)">
                  <c:v>33500</c:v>
                </c:pt>
                <c:pt idx="3054" formatCode="0_);[Red]\(0\)">
                  <c:v>33500</c:v>
                </c:pt>
                <c:pt idx="3055" formatCode="0_);[Red]\(0\)">
                  <c:v>33500</c:v>
                </c:pt>
                <c:pt idx="3056" formatCode="0_);[Red]\(0\)">
                  <c:v>33000</c:v>
                </c:pt>
                <c:pt idx="3057" formatCode="0_);[Red]\(0\)">
                  <c:v>32000</c:v>
                </c:pt>
                <c:pt idx="3058" formatCode="0_);[Red]\(0\)">
                  <c:v>32000</c:v>
                </c:pt>
                <c:pt idx="3059" formatCode="0_);[Red]\(0\)">
                  <c:v>32000</c:v>
                </c:pt>
                <c:pt idx="3060" formatCode="0_);[Red]\(0\)">
                  <c:v>31800</c:v>
                </c:pt>
                <c:pt idx="3061" formatCode="0_);[Red]\(0\)">
                  <c:v>31500</c:v>
                </c:pt>
                <c:pt idx="3062" formatCode="0_);[Red]\(0\)">
                  <c:v>31500</c:v>
                </c:pt>
                <c:pt idx="3063" formatCode="0_);[Red]\(0\)">
                  <c:v>31000</c:v>
                </c:pt>
                <c:pt idx="3064" formatCode="0_);[Red]\(0\)">
                  <c:v>31000</c:v>
                </c:pt>
                <c:pt idx="3065" formatCode="0_);[Red]\(0\)">
                  <c:v>31000</c:v>
                </c:pt>
                <c:pt idx="3066" formatCode="0_);[Red]\(0\)">
                  <c:v>31000</c:v>
                </c:pt>
                <c:pt idx="3067" formatCode="0_);[Red]\(0\)">
                  <c:v>31000</c:v>
                </c:pt>
                <c:pt idx="3068" formatCode="0_);[Red]\(0\)">
                  <c:v>30500</c:v>
                </c:pt>
                <c:pt idx="3069" formatCode="0_);[Red]\(0\)">
                  <c:v>30500</c:v>
                </c:pt>
                <c:pt idx="3070" formatCode="0_);[Red]\(0\)">
                  <c:v>30500</c:v>
                </c:pt>
                <c:pt idx="3071" formatCode="0_);[Red]\(0\)">
                  <c:v>30500</c:v>
                </c:pt>
                <c:pt idx="3072" formatCode="0_);[Red]\(0\)">
                  <c:v>30500</c:v>
                </c:pt>
                <c:pt idx="3073" formatCode="0_);[Red]\(0\)">
                  <c:v>30500</c:v>
                </c:pt>
                <c:pt idx="3074" formatCode="0_);[Red]\(0\)">
                  <c:v>30500</c:v>
                </c:pt>
                <c:pt idx="3075" formatCode="0_);[Red]\(0\)">
                  <c:v>30200</c:v>
                </c:pt>
                <c:pt idx="3076" formatCode="0_);[Red]\(0\)">
                  <c:v>30000</c:v>
                </c:pt>
                <c:pt idx="3077" formatCode="0_);[Red]\(0\)">
                  <c:v>29800</c:v>
                </c:pt>
                <c:pt idx="3078" formatCode="0_);[Red]\(0\)">
                  <c:v>29500</c:v>
                </c:pt>
                <c:pt idx="3079" formatCode="0_);[Red]\(0\)">
                  <c:v>29500</c:v>
                </c:pt>
                <c:pt idx="3080" formatCode="0_);[Red]\(0\)">
                  <c:v>29500</c:v>
                </c:pt>
                <c:pt idx="3081" formatCode="0_);[Red]\(0\)">
                  <c:v>29300</c:v>
                </c:pt>
                <c:pt idx="3082" formatCode="0_);[Red]\(0\)">
                  <c:v>29000</c:v>
                </c:pt>
                <c:pt idx="3083" formatCode="0_);[Red]\(0\)">
                  <c:v>28500</c:v>
                </c:pt>
                <c:pt idx="3084" formatCode="0_);[Red]\(0\)">
                  <c:v>28300</c:v>
                </c:pt>
                <c:pt idx="3085" formatCode="0_);[Red]\(0\)">
                  <c:v>28300</c:v>
                </c:pt>
                <c:pt idx="3086" formatCode="0_);[Red]\(0\)">
                  <c:v>28300</c:v>
                </c:pt>
                <c:pt idx="3087" formatCode="0_);[Red]\(0\)">
                  <c:v>28300</c:v>
                </c:pt>
                <c:pt idx="3088" formatCode="0_);[Red]\(0\)">
                  <c:v>28300</c:v>
                </c:pt>
                <c:pt idx="3089" formatCode="0_);[Red]\(0\)">
                  <c:v>28300</c:v>
                </c:pt>
                <c:pt idx="3090" formatCode="0_);[Red]\(0\)">
                  <c:v>28000</c:v>
                </c:pt>
                <c:pt idx="3091" formatCode="0_);[Red]\(0\)">
                  <c:v>27800</c:v>
                </c:pt>
                <c:pt idx="3092" formatCode="0_);[Red]\(0\)">
                  <c:v>27800</c:v>
                </c:pt>
                <c:pt idx="3093" formatCode="0_);[Red]\(0\)">
                  <c:v>27800</c:v>
                </c:pt>
                <c:pt idx="3094" formatCode="0_);[Red]\(0\)">
                  <c:v>27800</c:v>
                </c:pt>
                <c:pt idx="3095" formatCode="0_);[Red]\(0\)">
                  <c:v>27800</c:v>
                </c:pt>
                <c:pt idx="3096" formatCode="0_);[Red]\(0\)">
                  <c:v>27500</c:v>
                </c:pt>
                <c:pt idx="3097" formatCode="0_);[Red]\(0\)">
                  <c:v>27700</c:v>
                </c:pt>
                <c:pt idx="3098" formatCode="0_);[Red]\(0\)">
                  <c:v>27700</c:v>
                </c:pt>
                <c:pt idx="3099" formatCode="0_);[Red]\(0\)">
                  <c:v>27700</c:v>
                </c:pt>
                <c:pt idx="3100" formatCode="0_);[Red]\(0\)">
                  <c:v>27700</c:v>
                </c:pt>
                <c:pt idx="3101" formatCode="0_);[Red]\(0\)">
                  <c:v>27700</c:v>
                </c:pt>
                <c:pt idx="3102" formatCode="0_);[Red]\(0\)">
                  <c:v>27700</c:v>
                </c:pt>
                <c:pt idx="3103" formatCode="0_);[Red]\(0\)">
                  <c:v>27700</c:v>
                </c:pt>
                <c:pt idx="3104" formatCode="0_);[Red]\(0\)">
                  <c:v>27700</c:v>
                </c:pt>
                <c:pt idx="3105" formatCode="0_);[Red]\(0\)">
                  <c:v>27600</c:v>
                </c:pt>
                <c:pt idx="3106" formatCode="0_);[Red]\(0\)">
                  <c:v>27600</c:v>
                </c:pt>
                <c:pt idx="3107" formatCode="0_);[Red]\(0\)">
                  <c:v>27600</c:v>
                </c:pt>
                <c:pt idx="3108" formatCode="0_);[Red]\(0\)">
                  <c:v>27600</c:v>
                </c:pt>
                <c:pt idx="3109" formatCode="0_);[Red]\(0\)">
                  <c:v>27600</c:v>
                </c:pt>
                <c:pt idx="3110" formatCode="0_);[Red]\(0\)">
                  <c:v>27600</c:v>
                </c:pt>
                <c:pt idx="3111" formatCode="0_);[Red]\(0\)">
                  <c:v>27600</c:v>
                </c:pt>
                <c:pt idx="3112" formatCode="0_);[Red]\(0\)">
                  <c:v>27600</c:v>
                </c:pt>
                <c:pt idx="3113" formatCode="0_);[Red]\(0\)">
                  <c:v>27600</c:v>
                </c:pt>
                <c:pt idx="3114" formatCode="0_);[Red]\(0\)">
                  <c:v>27600</c:v>
                </c:pt>
                <c:pt idx="3115" formatCode="0_);[Red]\(0\)">
                  <c:v>27600</c:v>
                </c:pt>
                <c:pt idx="3116" formatCode="0_);[Red]\(0\)">
                  <c:v>27600</c:v>
                </c:pt>
                <c:pt idx="3117" formatCode="0_);[Red]\(0\)">
                  <c:v>27800</c:v>
                </c:pt>
                <c:pt idx="3118" formatCode="0_);[Red]\(0\)">
                  <c:v>27800</c:v>
                </c:pt>
                <c:pt idx="3119" formatCode="0_);[Red]\(0\)">
                  <c:v>27800</c:v>
                </c:pt>
                <c:pt idx="3120" formatCode="0_);[Red]\(0\)">
                  <c:v>27800</c:v>
                </c:pt>
                <c:pt idx="3121" formatCode="0_);[Red]\(0\)">
                  <c:v>27800</c:v>
                </c:pt>
                <c:pt idx="3122" formatCode="0_);[Red]\(0\)">
                  <c:v>27800</c:v>
                </c:pt>
                <c:pt idx="3123" formatCode="0_);[Red]\(0\)">
                  <c:v>27800</c:v>
                </c:pt>
                <c:pt idx="3124" formatCode="0_);[Red]\(0\)">
                  <c:v>28300</c:v>
                </c:pt>
                <c:pt idx="3125" formatCode="0_);[Red]\(0\)">
                  <c:v>28300</c:v>
                </c:pt>
                <c:pt idx="3126" formatCode="0_);[Red]\(0\)">
                  <c:v>28300</c:v>
                </c:pt>
                <c:pt idx="3127" formatCode="0_);[Red]\(0\)">
                  <c:v>28300</c:v>
                </c:pt>
                <c:pt idx="3128" formatCode="0_);[Red]\(0\)">
                  <c:v>28300</c:v>
                </c:pt>
                <c:pt idx="3129" formatCode="0_);[Red]\(0\)">
                  <c:v>28300</c:v>
                </c:pt>
                <c:pt idx="3130" formatCode="0_);[Red]\(0\)">
                  <c:v>28300</c:v>
                </c:pt>
                <c:pt idx="3131" formatCode="0_);[Red]\(0\)">
                  <c:v>28300</c:v>
                </c:pt>
                <c:pt idx="3132" formatCode="0_);[Red]\(0\)">
                  <c:v>28300</c:v>
                </c:pt>
                <c:pt idx="3133" formatCode="0_);[Red]\(0\)">
                  <c:v>28000</c:v>
                </c:pt>
                <c:pt idx="3134" formatCode="0_);[Red]\(0\)">
                  <c:v>28000</c:v>
                </c:pt>
                <c:pt idx="3135" formatCode="0_);[Red]\(0\)">
                  <c:v>28000</c:v>
                </c:pt>
                <c:pt idx="3136" formatCode="0_);[Red]\(0\)">
                  <c:v>28000</c:v>
                </c:pt>
                <c:pt idx="3137" formatCode="0_);[Red]\(0\)">
                  <c:v>28200</c:v>
                </c:pt>
                <c:pt idx="3138" formatCode="0_);[Red]\(0\)">
                  <c:v>28200</c:v>
                </c:pt>
                <c:pt idx="3139" formatCode="0_);[Red]\(0\)">
                  <c:v>28200</c:v>
                </c:pt>
                <c:pt idx="3140" formatCode="0_);[Red]\(0\)">
                  <c:v>28200</c:v>
                </c:pt>
                <c:pt idx="3141" formatCode="0_);[Red]\(0\)">
                  <c:v>28300</c:v>
                </c:pt>
                <c:pt idx="3142" formatCode="0_);[Red]\(0\)">
                  <c:v>28300</c:v>
                </c:pt>
                <c:pt idx="3143" formatCode="0_);[Red]\(0\)">
                  <c:v>28300</c:v>
                </c:pt>
                <c:pt idx="3144" formatCode="0_);[Red]\(0\)">
                  <c:v>28300</c:v>
                </c:pt>
                <c:pt idx="3145" formatCode="0_);[Red]\(0\)">
                  <c:v>28400</c:v>
                </c:pt>
                <c:pt idx="3146" formatCode="0_);[Red]\(0\)">
                  <c:v>28400</c:v>
                </c:pt>
                <c:pt idx="3147" formatCode="0_);[Red]\(0\)">
                  <c:v>28400</c:v>
                </c:pt>
                <c:pt idx="3148" formatCode="0_);[Red]\(0\)">
                  <c:v>28400</c:v>
                </c:pt>
                <c:pt idx="3149" formatCode="0_);[Red]\(0\)">
                  <c:v>28400</c:v>
                </c:pt>
                <c:pt idx="3150" formatCode="0_);[Red]\(0\)">
                  <c:v>28400</c:v>
                </c:pt>
                <c:pt idx="3151" formatCode="0_);[Red]\(0\)">
                  <c:v>28400</c:v>
                </c:pt>
                <c:pt idx="3152" formatCode="0_);[Red]\(0\)">
                  <c:v>28400</c:v>
                </c:pt>
                <c:pt idx="3153" formatCode="0_);[Red]\(0\)">
                  <c:v>28400</c:v>
                </c:pt>
                <c:pt idx="3154" formatCode="0_);[Red]\(0\)">
                  <c:v>28600</c:v>
                </c:pt>
                <c:pt idx="3155" formatCode="0_);[Red]\(0\)">
                  <c:v>28600</c:v>
                </c:pt>
                <c:pt idx="3156" formatCode="0_);[Red]\(0\)">
                  <c:v>28600</c:v>
                </c:pt>
                <c:pt idx="3157" formatCode="0_);[Red]\(0\)">
                  <c:v>28600</c:v>
                </c:pt>
                <c:pt idx="3158" formatCode="0_);[Red]\(0\)">
                  <c:v>28700</c:v>
                </c:pt>
                <c:pt idx="3159" formatCode="0_);[Red]\(0\)">
                  <c:v>28700</c:v>
                </c:pt>
                <c:pt idx="3160" formatCode="0_);[Red]\(0\)">
                  <c:v>28700</c:v>
                </c:pt>
                <c:pt idx="3161" formatCode="0_);[Red]\(0\)">
                  <c:v>28700</c:v>
                </c:pt>
                <c:pt idx="3162" formatCode="0_);[Red]\(0\)">
                  <c:v>28700</c:v>
                </c:pt>
                <c:pt idx="3163" formatCode="0_);[Red]\(0\)">
                  <c:v>28700</c:v>
                </c:pt>
                <c:pt idx="3164" formatCode="0_);[Red]\(0\)">
                  <c:v>28700</c:v>
                </c:pt>
                <c:pt idx="3165" formatCode="0_);[Red]\(0\)">
                  <c:v>28700</c:v>
                </c:pt>
                <c:pt idx="3166" formatCode="0_);[Red]\(0\)">
                  <c:v>28500</c:v>
                </c:pt>
                <c:pt idx="3167" formatCode="0_);[Red]\(0\)">
                  <c:v>28200</c:v>
                </c:pt>
                <c:pt idx="3168" formatCode="0_);[Red]\(0\)">
                  <c:v>28200</c:v>
                </c:pt>
                <c:pt idx="3169" formatCode="0_);[Red]\(0\)">
                  <c:v>28200</c:v>
                </c:pt>
                <c:pt idx="3170" formatCode="0_);[Red]\(0\)">
                  <c:v>28200</c:v>
                </c:pt>
                <c:pt idx="3171" formatCode="0_);[Red]\(0\)">
                  <c:v>28200</c:v>
                </c:pt>
                <c:pt idx="3172" formatCode="0_);[Red]\(0\)">
                  <c:v>28200</c:v>
                </c:pt>
                <c:pt idx="3173" formatCode="0_);[Red]\(0\)">
                  <c:v>28200</c:v>
                </c:pt>
                <c:pt idx="3174" formatCode="0_);[Red]\(0\)">
                  <c:v>28200</c:v>
                </c:pt>
                <c:pt idx="3175" formatCode="0_);[Red]\(0\)">
                  <c:v>28200</c:v>
                </c:pt>
                <c:pt idx="3176" formatCode="0_);[Red]\(0\)">
                  <c:v>28200</c:v>
                </c:pt>
                <c:pt idx="3177" formatCode="0_);[Red]\(0\)">
                  <c:v>28200</c:v>
                </c:pt>
                <c:pt idx="3178" formatCode="0_);[Red]\(0\)">
                  <c:v>28200</c:v>
                </c:pt>
                <c:pt idx="3179" formatCode="0_);[Red]\(0\)">
                  <c:v>28200</c:v>
                </c:pt>
                <c:pt idx="3180" formatCode="0_);[Red]\(0\)">
                  <c:v>28200</c:v>
                </c:pt>
                <c:pt idx="3181" formatCode="0_);[Red]\(0\)">
                  <c:v>28200</c:v>
                </c:pt>
                <c:pt idx="3182" formatCode="0_);[Red]\(0\)">
                  <c:v>28200</c:v>
                </c:pt>
                <c:pt idx="3183" formatCode="0_);[Red]\(0\)">
                  <c:v>28200</c:v>
                </c:pt>
                <c:pt idx="3184" formatCode="0_);[Red]\(0\)">
                  <c:v>28200</c:v>
                </c:pt>
                <c:pt idx="3185" formatCode="0_);[Red]\(0\)">
                  <c:v>28200</c:v>
                </c:pt>
                <c:pt idx="3186" formatCode="0_);[Red]\(0\)">
                  <c:v>26750</c:v>
                </c:pt>
                <c:pt idx="3187" formatCode="0_);[Red]\(0\)">
                  <c:v>26750</c:v>
                </c:pt>
                <c:pt idx="3188" formatCode="0_);[Red]\(0\)">
                  <c:v>28000</c:v>
                </c:pt>
                <c:pt idx="3189" formatCode="0_);[Red]\(0\)">
                  <c:v>27900</c:v>
                </c:pt>
                <c:pt idx="3190" formatCode="0_);[Red]\(0\)">
                  <c:v>27900</c:v>
                </c:pt>
                <c:pt idx="3191" formatCode="0_);[Red]\(0\)">
                  <c:v>27900</c:v>
                </c:pt>
                <c:pt idx="3192" formatCode="0_);[Red]\(0\)">
                  <c:v>27900</c:v>
                </c:pt>
                <c:pt idx="3193" formatCode="0_);[Red]\(0\)">
                  <c:v>27900</c:v>
                </c:pt>
                <c:pt idx="3194" formatCode="0_);[Red]\(0\)">
                  <c:v>27900</c:v>
                </c:pt>
                <c:pt idx="3195" formatCode="0_);[Red]\(0\)">
                  <c:v>27900</c:v>
                </c:pt>
                <c:pt idx="3196" formatCode="0_);[Red]\(0\)">
                  <c:v>27900</c:v>
                </c:pt>
                <c:pt idx="3197" formatCode="0_);[Red]\(0\)">
                  <c:v>27900</c:v>
                </c:pt>
                <c:pt idx="3198" formatCode="0_);[Red]\(0\)">
                  <c:v>27900</c:v>
                </c:pt>
                <c:pt idx="3199" formatCode="0_);[Red]\(0\)">
                  <c:v>27900</c:v>
                </c:pt>
                <c:pt idx="3200" formatCode="0_);[Red]\(0\)">
                  <c:v>27900</c:v>
                </c:pt>
                <c:pt idx="3201" formatCode="0_);[Red]\(0\)">
                  <c:v>27900</c:v>
                </c:pt>
                <c:pt idx="3202" formatCode="0_);[Red]\(0\)">
                  <c:v>27900</c:v>
                </c:pt>
                <c:pt idx="3203" formatCode="0_);[Red]\(0\)">
                  <c:v>27900</c:v>
                </c:pt>
                <c:pt idx="3204" formatCode="0_);[Red]\(0\)">
                  <c:v>27900</c:v>
                </c:pt>
                <c:pt idx="3205" formatCode="0_);[Red]\(0\)">
                  <c:v>27900</c:v>
                </c:pt>
                <c:pt idx="3206" formatCode="0_);[Red]\(0\)">
                  <c:v>27900</c:v>
                </c:pt>
                <c:pt idx="3207" formatCode="0_);[Red]\(0\)">
                  <c:v>27500</c:v>
                </c:pt>
                <c:pt idx="3208" formatCode="0_);[Red]\(0\)">
                  <c:v>27500</c:v>
                </c:pt>
                <c:pt idx="3209" formatCode="0_);[Red]\(0\)">
                  <c:v>27500</c:v>
                </c:pt>
                <c:pt idx="3210" formatCode="0_);[Red]\(0\)">
                  <c:v>27000</c:v>
                </c:pt>
                <c:pt idx="3211" formatCode="0_);[Red]\(0\)">
                  <c:v>27000</c:v>
                </c:pt>
                <c:pt idx="3212" formatCode="0_);[Red]\(0\)">
                  <c:v>27000</c:v>
                </c:pt>
                <c:pt idx="3213" formatCode="0_);[Red]\(0\)">
                  <c:v>27000</c:v>
                </c:pt>
                <c:pt idx="3214" formatCode="0_);[Red]\(0\)">
                  <c:v>27000</c:v>
                </c:pt>
                <c:pt idx="3215" formatCode="0_);[Red]\(0\)">
                  <c:v>27000</c:v>
                </c:pt>
                <c:pt idx="3216" formatCode="0_);[Red]\(0\)">
                  <c:v>27000</c:v>
                </c:pt>
                <c:pt idx="3217" formatCode="0_);[Red]\(0\)">
                  <c:v>26500</c:v>
                </c:pt>
                <c:pt idx="3218" formatCode="0_);[Red]\(0\)">
                  <c:v>26500</c:v>
                </c:pt>
                <c:pt idx="3219" formatCode="0_);[Red]\(0\)">
                  <c:v>26500</c:v>
                </c:pt>
                <c:pt idx="3220" formatCode="0_);[Red]\(0\)">
                  <c:v>26500</c:v>
                </c:pt>
                <c:pt idx="3221" formatCode="0_);[Red]\(0\)">
                  <c:v>26500</c:v>
                </c:pt>
                <c:pt idx="3222" formatCode="0_);[Red]\(0\)">
                  <c:v>26500</c:v>
                </c:pt>
                <c:pt idx="3223" formatCode="0_);[Red]\(0\)">
                  <c:v>26500</c:v>
                </c:pt>
                <c:pt idx="3224" formatCode="0_);[Red]\(0\)">
                  <c:v>26500</c:v>
                </c:pt>
                <c:pt idx="3225" formatCode="0_);[Red]\(0\)">
                  <c:v>26500</c:v>
                </c:pt>
                <c:pt idx="3226" formatCode="0_);[Red]\(0\)">
                  <c:v>26500</c:v>
                </c:pt>
                <c:pt idx="3227" formatCode="0_);[Red]\(0\)">
                  <c:v>26500</c:v>
                </c:pt>
                <c:pt idx="3228" formatCode="0_);[Red]\(0\)">
                  <c:v>26500</c:v>
                </c:pt>
                <c:pt idx="3229" formatCode="0_);[Red]\(0\)">
                  <c:v>26500</c:v>
                </c:pt>
                <c:pt idx="3230" formatCode="0_);[Red]\(0\)">
                  <c:v>26500</c:v>
                </c:pt>
                <c:pt idx="3231" formatCode="0_);[Red]\(0\)">
                  <c:v>26500</c:v>
                </c:pt>
                <c:pt idx="3232" formatCode="0_);[Red]\(0\)">
                  <c:v>25500</c:v>
                </c:pt>
                <c:pt idx="3233" formatCode="0_);[Red]\(0\)">
                  <c:v>25500</c:v>
                </c:pt>
                <c:pt idx="3234" formatCode="0_);[Red]\(0\)">
                  <c:v>25500</c:v>
                </c:pt>
                <c:pt idx="3235" formatCode="0_);[Red]\(0\)">
                  <c:v>25500</c:v>
                </c:pt>
                <c:pt idx="3236" formatCode="0_);[Red]\(0\)">
                  <c:v>25500</c:v>
                </c:pt>
                <c:pt idx="3237" formatCode="0_);[Red]\(0\)">
                  <c:v>25500</c:v>
                </c:pt>
                <c:pt idx="3238" formatCode="0_);[Red]\(0\)">
                  <c:v>25000</c:v>
                </c:pt>
                <c:pt idx="3239" formatCode="0_);[Red]\(0\)">
                  <c:v>24500</c:v>
                </c:pt>
                <c:pt idx="3240" formatCode="0_);[Red]\(0\)">
                  <c:v>24500</c:v>
                </c:pt>
                <c:pt idx="3241" formatCode="0_);[Red]\(0\)">
                  <c:v>24500</c:v>
                </c:pt>
                <c:pt idx="3242" formatCode="0_);[Red]\(0\)">
                  <c:v>24300</c:v>
                </c:pt>
                <c:pt idx="3243" formatCode="0_);[Red]\(0\)">
                  <c:v>24100</c:v>
                </c:pt>
                <c:pt idx="3244" formatCode="0_);[Red]\(0\)">
                  <c:v>24100</c:v>
                </c:pt>
                <c:pt idx="3245" formatCode="0_);[Red]\(0\)">
                  <c:v>24100</c:v>
                </c:pt>
                <c:pt idx="3246" formatCode="0_);[Red]\(0\)">
                  <c:v>24100</c:v>
                </c:pt>
                <c:pt idx="3247" formatCode="0_);[Red]\(0\)">
                  <c:v>24100</c:v>
                </c:pt>
                <c:pt idx="3248" formatCode="0_);[Red]\(0\)">
                  <c:v>24100</c:v>
                </c:pt>
                <c:pt idx="3249" formatCode="0_);[Red]\(0\)">
                  <c:v>24100</c:v>
                </c:pt>
                <c:pt idx="3250" formatCode="0_);[Red]\(0\)">
                  <c:v>24100</c:v>
                </c:pt>
                <c:pt idx="3251" formatCode="0_);[Red]\(0\)">
                  <c:v>24100</c:v>
                </c:pt>
                <c:pt idx="3252" formatCode="0_);[Red]\(0\)">
                  <c:v>24100</c:v>
                </c:pt>
                <c:pt idx="3253" formatCode="0_);[Red]\(0\)">
                  <c:v>24100</c:v>
                </c:pt>
                <c:pt idx="3254" formatCode="0_);[Red]\(0\)">
                  <c:v>24100</c:v>
                </c:pt>
                <c:pt idx="3255" formatCode="0_);[Red]\(0\)">
                  <c:v>24100</c:v>
                </c:pt>
                <c:pt idx="3256" formatCode="0_);[Red]\(0\)">
                  <c:v>24100</c:v>
                </c:pt>
                <c:pt idx="3257" formatCode="0_);[Red]\(0\)">
                  <c:v>24100</c:v>
                </c:pt>
                <c:pt idx="3258" formatCode="0_);[Red]\(0\)">
                  <c:v>24100</c:v>
                </c:pt>
                <c:pt idx="3259" formatCode="0_);[Red]\(0\)">
                  <c:v>23750</c:v>
                </c:pt>
                <c:pt idx="3260" formatCode="0_);[Red]\(0\)">
                  <c:v>23750</c:v>
                </c:pt>
                <c:pt idx="3261" formatCode="0_);[Red]\(0\)">
                  <c:v>23750</c:v>
                </c:pt>
                <c:pt idx="3262" formatCode="0_);[Red]\(0\)">
                  <c:v>23750</c:v>
                </c:pt>
                <c:pt idx="3263" formatCode="0_);[Red]\(0\)">
                  <c:v>23750</c:v>
                </c:pt>
                <c:pt idx="3264" formatCode="0_);[Red]\(0\)">
                  <c:v>23750</c:v>
                </c:pt>
                <c:pt idx="3265" formatCode="0_);[Red]\(0\)">
                  <c:v>23750</c:v>
                </c:pt>
                <c:pt idx="3266" formatCode="0_);[Red]\(0\)">
                  <c:v>23750</c:v>
                </c:pt>
                <c:pt idx="3267" formatCode="0_);[Red]\(0\)">
                  <c:v>23750</c:v>
                </c:pt>
                <c:pt idx="3268" formatCode="0_);[Red]\(0\)">
                  <c:v>23750</c:v>
                </c:pt>
                <c:pt idx="3269" formatCode="0_);[Red]\(0\)">
                  <c:v>23750</c:v>
                </c:pt>
                <c:pt idx="3270" formatCode="0_);[Red]\(0\)">
                  <c:v>23750</c:v>
                </c:pt>
                <c:pt idx="3271" formatCode="0_);[Red]\(0\)">
                  <c:v>23250</c:v>
                </c:pt>
                <c:pt idx="3272" formatCode="0_);[Red]\(0\)">
                  <c:v>23250</c:v>
                </c:pt>
                <c:pt idx="3273" formatCode="0_);[Red]\(0\)">
                  <c:v>23250</c:v>
                </c:pt>
                <c:pt idx="3274" formatCode="0_);[Red]\(0\)">
                  <c:v>23250</c:v>
                </c:pt>
                <c:pt idx="3275" formatCode="0_);[Red]\(0\)">
                  <c:v>23250</c:v>
                </c:pt>
                <c:pt idx="3276" formatCode="0_);[Red]\(0\)">
                  <c:v>23250</c:v>
                </c:pt>
                <c:pt idx="3277" formatCode="0_);[Red]\(0\)">
                  <c:v>23250</c:v>
                </c:pt>
                <c:pt idx="3278" formatCode="0_);[Red]\(0\)">
                  <c:v>23250</c:v>
                </c:pt>
                <c:pt idx="3279" formatCode="0_);[Red]\(0\)">
                  <c:v>23250</c:v>
                </c:pt>
                <c:pt idx="3280" formatCode="0_);[Red]\(0\)">
                  <c:v>23250</c:v>
                </c:pt>
                <c:pt idx="3281" formatCode="0_);[Red]\(0\)">
                  <c:v>23250</c:v>
                </c:pt>
                <c:pt idx="3282" formatCode="0_);[Red]\(0\)">
                  <c:v>23250</c:v>
                </c:pt>
                <c:pt idx="3283" formatCode="0_);[Red]\(0\)">
                  <c:v>23250</c:v>
                </c:pt>
                <c:pt idx="3284" formatCode="0_);[Red]\(0\)">
                  <c:v>23250</c:v>
                </c:pt>
                <c:pt idx="3285" formatCode="0_);[Red]\(0\)">
                  <c:v>23200</c:v>
                </c:pt>
                <c:pt idx="3286" formatCode="0_);[Red]\(0\)">
                  <c:v>23200</c:v>
                </c:pt>
                <c:pt idx="3287" formatCode="0_);[Red]\(0\)">
                  <c:v>23200</c:v>
                </c:pt>
                <c:pt idx="3288" formatCode="0_);[Red]\(0\)">
                  <c:v>23200</c:v>
                </c:pt>
                <c:pt idx="3289" formatCode="0_);[Red]\(0\)">
                  <c:v>23200</c:v>
                </c:pt>
                <c:pt idx="3290" formatCode="0_);[Red]\(0\)">
                  <c:v>23200</c:v>
                </c:pt>
                <c:pt idx="3291" formatCode="0_);[Red]\(0\)">
                  <c:v>23200</c:v>
                </c:pt>
                <c:pt idx="3292" formatCode="0_);[Red]\(0\)">
                  <c:v>23000</c:v>
                </c:pt>
                <c:pt idx="3293" formatCode="0_);[Red]\(0\)">
                  <c:v>23000</c:v>
                </c:pt>
                <c:pt idx="3294" formatCode="0_);[Red]\(0\)">
                  <c:v>23000</c:v>
                </c:pt>
                <c:pt idx="3295" formatCode="0_);[Red]\(0\)">
                  <c:v>23000</c:v>
                </c:pt>
                <c:pt idx="3296" formatCode="0_);[Red]\(0\)">
                  <c:v>23000</c:v>
                </c:pt>
                <c:pt idx="3297" formatCode="0_);[Red]\(0\)">
                  <c:v>23000</c:v>
                </c:pt>
                <c:pt idx="3298" formatCode="0_);[Red]\(0\)">
                  <c:v>23000</c:v>
                </c:pt>
                <c:pt idx="3299" formatCode="0_);[Red]\(0\)">
                  <c:v>23000</c:v>
                </c:pt>
                <c:pt idx="3300" formatCode="0_);[Red]\(0\)">
                  <c:v>22900</c:v>
                </c:pt>
                <c:pt idx="3301" formatCode="0_);[Red]\(0\)">
                  <c:v>22500</c:v>
                </c:pt>
                <c:pt idx="3302" formatCode="0_);[Red]\(0\)">
                  <c:v>22500</c:v>
                </c:pt>
                <c:pt idx="3303" formatCode="0_);[Red]\(0\)">
                  <c:v>22500</c:v>
                </c:pt>
                <c:pt idx="3304" formatCode="0_);[Red]\(0\)">
                  <c:v>22500</c:v>
                </c:pt>
                <c:pt idx="3305" formatCode="0_);[Red]\(0\)">
                  <c:v>22500</c:v>
                </c:pt>
                <c:pt idx="3306" formatCode="0_);[Red]\(0\)">
                  <c:v>22500</c:v>
                </c:pt>
                <c:pt idx="3307" formatCode="0_);[Red]\(0\)">
                  <c:v>22500</c:v>
                </c:pt>
                <c:pt idx="3308" formatCode="0_);[Red]\(0\)">
                  <c:v>22500</c:v>
                </c:pt>
                <c:pt idx="3309" formatCode="0_);[Red]\(0\)">
                  <c:v>22500</c:v>
                </c:pt>
                <c:pt idx="3310" formatCode="0_);[Red]\(0\)">
                  <c:v>22500</c:v>
                </c:pt>
                <c:pt idx="3311" formatCode="0_);[Red]\(0\)">
                  <c:v>22500</c:v>
                </c:pt>
                <c:pt idx="3312" formatCode="0_);[Red]\(0\)">
                  <c:v>22000</c:v>
                </c:pt>
                <c:pt idx="3313" formatCode="0_);[Red]\(0\)">
                  <c:v>21700</c:v>
                </c:pt>
                <c:pt idx="3314" formatCode="0_);[Red]\(0\)">
                  <c:v>21500</c:v>
                </c:pt>
                <c:pt idx="3315" formatCode="0_);[Red]\(0\)">
                  <c:v>21500</c:v>
                </c:pt>
                <c:pt idx="3316" formatCode="0_);[Red]\(0\)">
                  <c:v>21500</c:v>
                </c:pt>
                <c:pt idx="3317" formatCode="0_);[Red]\(0\)">
                  <c:v>21500</c:v>
                </c:pt>
                <c:pt idx="3318" formatCode="0_);[Red]\(0\)">
                  <c:v>21500</c:v>
                </c:pt>
                <c:pt idx="3319" formatCode="0_);[Red]\(0\)">
                  <c:v>21500</c:v>
                </c:pt>
                <c:pt idx="3320" formatCode="0_);[Red]\(0\)">
                  <c:v>21500</c:v>
                </c:pt>
                <c:pt idx="3321" formatCode="0_);[Red]\(0\)">
                  <c:v>21300</c:v>
                </c:pt>
                <c:pt idx="3322" formatCode="0_);[Red]\(0\)">
                  <c:v>21200</c:v>
                </c:pt>
                <c:pt idx="3323" formatCode="0_);[Red]\(0\)">
                  <c:v>21200</c:v>
                </c:pt>
                <c:pt idx="3324" formatCode="0_);[Red]\(0\)">
                  <c:v>21200</c:v>
                </c:pt>
                <c:pt idx="3325" formatCode="0_);[Red]\(0\)">
                  <c:v>21200</c:v>
                </c:pt>
                <c:pt idx="3326" formatCode="0_);[Red]\(0\)">
                  <c:v>21200</c:v>
                </c:pt>
                <c:pt idx="3327" formatCode="0_);[Red]\(0\)">
                  <c:v>21200</c:v>
                </c:pt>
                <c:pt idx="3328" formatCode="0_);[Red]\(0\)">
                  <c:v>21200</c:v>
                </c:pt>
                <c:pt idx="3329" formatCode="0_);[Red]\(0\)">
                  <c:v>21200</c:v>
                </c:pt>
                <c:pt idx="3330" formatCode="0_);[Red]\(0\)">
                  <c:v>21200</c:v>
                </c:pt>
                <c:pt idx="3331" formatCode="0_);[Red]\(0\)">
                  <c:v>21200</c:v>
                </c:pt>
                <c:pt idx="3332" formatCode="0_);[Red]\(0\)">
                  <c:v>21200</c:v>
                </c:pt>
                <c:pt idx="3333" formatCode="0_);[Red]\(0\)">
                  <c:v>21200</c:v>
                </c:pt>
                <c:pt idx="3334" formatCode="0_);[Red]\(0\)">
                  <c:v>21200</c:v>
                </c:pt>
                <c:pt idx="3335" formatCode="0_);[Red]\(0\)">
                  <c:v>21200</c:v>
                </c:pt>
                <c:pt idx="3336" formatCode="0_);[Red]\(0\)">
                  <c:v>21200</c:v>
                </c:pt>
                <c:pt idx="3337" formatCode="0_);[Red]\(0\)">
                  <c:v>21200</c:v>
                </c:pt>
                <c:pt idx="3338" formatCode="0_);[Red]\(0\)">
                  <c:v>21200</c:v>
                </c:pt>
                <c:pt idx="3339" formatCode="0_);[Red]\(0\)">
                  <c:v>21200</c:v>
                </c:pt>
                <c:pt idx="3340" formatCode="0_);[Red]\(0\)">
                  <c:v>21200</c:v>
                </c:pt>
                <c:pt idx="3341" formatCode="0_);[Red]\(0\)">
                  <c:v>21200</c:v>
                </c:pt>
                <c:pt idx="3342" formatCode="0_);[Red]\(0\)">
                  <c:v>21200</c:v>
                </c:pt>
                <c:pt idx="3343" formatCode="0_);[Red]\(0\)">
                  <c:v>21200</c:v>
                </c:pt>
                <c:pt idx="3344" formatCode="0_);[Red]\(0\)">
                  <c:v>21200</c:v>
                </c:pt>
                <c:pt idx="3345" formatCode="0_);[Red]\(0\)">
                  <c:v>21200</c:v>
                </c:pt>
                <c:pt idx="3346" formatCode="0_);[Red]\(0\)">
                  <c:v>21200</c:v>
                </c:pt>
                <c:pt idx="3347" formatCode="0_);[Red]\(0\)">
                  <c:v>21200</c:v>
                </c:pt>
                <c:pt idx="3348" formatCode="0_);[Red]\(0\)">
                  <c:v>21200</c:v>
                </c:pt>
                <c:pt idx="3349" formatCode="0_);[Red]\(0\)">
                  <c:v>21000</c:v>
                </c:pt>
                <c:pt idx="3350" formatCode="0_);[Red]\(0\)">
                  <c:v>21000</c:v>
                </c:pt>
                <c:pt idx="3351" formatCode="0_);[Red]\(0\)">
                  <c:v>21000</c:v>
                </c:pt>
                <c:pt idx="3352" formatCode="0_);[Red]\(0\)">
                  <c:v>21000</c:v>
                </c:pt>
                <c:pt idx="3353" formatCode="0_);[Red]\(0\)">
                  <c:v>21000</c:v>
                </c:pt>
                <c:pt idx="3354" formatCode="0_);[Red]\(0\)">
                  <c:v>21000</c:v>
                </c:pt>
                <c:pt idx="3355" formatCode="0_);[Red]\(0\)">
                  <c:v>21000</c:v>
                </c:pt>
                <c:pt idx="3356" formatCode="0_);[Red]\(0\)">
                  <c:v>21000</c:v>
                </c:pt>
                <c:pt idx="3357" formatCode="0_);[Red]\(0\)">
                  <c:v>21000</c:v>
                </c:pt>
                <c:pt idx="3358" formatCode="0_);[Red]\(0\)">
                  <c:v>21000</c:v>
                </c:pt>
                <c:pt idx="3359" formatCode="0_);[Red]\(0\)">
                  <c:v>21000</c:v>
                </c:pt>
                <c:pt idx="3360" formatCode="0_);[Red]\(0\)">
                  <c:v>21000</c:v>
                </c:pt>
                <c:pt idx="3361" formatCode="0_);[Red]\(0\)">
                  <c:v>21000</c:v>
                </c:pt>
                <c:pt idx="3362" formatCode="0_);[Red]\(0\)">
                  <c:v>21000</c:v>
                </c:pt>
                <c:pt idx="3363" formatCode="0_);[Red]\(0\)">
                  <c:v>21000</c:v>
                </c:pt>
                <c:pt idx="3364" formatCode="0_);[Red]\(0\)">
                  <c:v>21000</c:v>
                </c:pt>
                <c:pt idx="3365" formatCode="0_);[Red]\(0\)">
                  <c:v>21000</c:v>
                </c:pt>
                <c:pt idx="3366" formatCode="0_);[Red]\(0\)">
                  <c:v>21000</c:v>
                </c:pt>
                <c:pt idx="3367" formatCode="0_);[Red]\(0\)">
                  <c:v>21000</c:v>
                </c:pt>
                <c:pt idx="3368" formatCode="0_);[Red]\(0\)">
                  <c:v>21000</c:v>
                </c:pt>
                <c:pt idx="3369" formatCode="0_);[Red]\(0\)">
                  <c:v>21000</c:v>
                </c:pt>
                <c:pt idx="3370" formatCode="0_);[Red]\(0\)">
                  <c:v>21000</c:v>
                </c:pt>
                <c:pt idx="3371" formatCode="0_);[Red]\(0\)">
                  <c:v>21000</c:v>
                </c:pt>
                <c:pt idx="3372" formatCode="0_);[Red]\(0\)">
                  <c:v>21000</c:v>
                </c:pt>
                <c:pt idx="3373" formatCode="0_);[Red]\(0\)">
                  <c:v>21000</c:v>
                </c:pt>
                <c:pt idx="3374" formatCode="0_);[Red]\(0\)">
                  <c:v>21000</c:v>
                </c:pt>
                <c:pt idx="3375" formatCode="0_);[Red]\(0\)">
                  <c:v>21000</c:v>
                </c:pt>
                <c:pt idx="3376" formatCode="0_);[Red]\(0\)">
                  <c:v>21000</c:v>
                </c:pt>
                <c:pt idx="3377" formatCode="0_);[Red]\(0\)">
                  <c:v>21000</c:v>
                </c:pt>
                <c:pt idx="3378" formatCode="0_);[Red]\(0\)">
                  <c:v>21000</c:v>
                </c:pt>
                <c:pt idx="3379" formatCode="0_);[Red]\(0\)">
                  <c:v>21000</c:v>
                </c:pt>
                <c:pt idx="3380" formatCode="0_);[Red]\(0\)">
                  <c:v>21000</c:v>
                </c:pt>
                <c:pt idx="3381" formatCode="0_);[Red]\(0\)">
                  <c:v>21000</c:v>
                </c:pt>
                <c:pt idx="3382" formatCode="0_);[Red]\(0\)">
                  <c:v>21000</c:v>
                </c:pt>
                <c:pt idx="3383" formatCode="0_);[Red]\(0\)">
                  <c:v>21300</c:v>
                </c:pt>
                <c:pt idx="3384" formatCode="0_);[Red]\(0\)">
                  <c:v>21000</c:v>
                </c:pt>
                <c:pt idx="3385" formatCode="0_);[Red]\(0\)">
                  <c:v>21000</c:v>
                </c:pt>
                <c:pt idx="3386" formatCode="0_);[Red]\(0\)">
                  <c:v>21000</c:v>
                </c:pt>
                <c:pt idx="3387" formatCode="0_);[Red]\(0\)">
                  <c:v>21000</c:v>
                </c:pt>
                <c:pt idx="3388" formatCode="0_);[Red]\(0\)">
                  <c:v>21000</c:v>
                </c:pt>
                <c:pt idx="3389" formatCode="0_);[Red]\(0\)">
                  <c:v>21000</c:v>
                </c:pt>
                <c:pt idx="3390" formatCode="0_);[Red]\(0\)">
                  <c:v>21000</c:v>
                </c:pt>
                <c:pt idx="3391" formatCode="0_);[Red]\(0\)">
                  <c:v>21000</c:v>
                </c:pt>
                <c:pt idx="3392" formatCode="0_);[Red]\(0\)">
                  <c:v>21000</c:v>
                </c:pt>
                <c:pt idx="3393" formatCode="0_);[Red]\(0\)">
                  <c:v>21000</c:v>
                </c:pt>
                <c:pt idx="3394" formatCode="0_);[Red]\(0\)">
                  <c:v>21000</c:v>
                </c:pt>
                <c:pt idx="3395" formatCode="0_);[Red]\(0\)">
                  <c:v>21000</c:v>
                </c:pt>
                <c:pt idx="3396" formatCode="0_);[Red]\(0\)">
                  <c:v>21000</c:v>
                </c:pt>
                <c:pt idx="3397" formatCode="0_);[Red]\(0\)">
                  <c:v>21000</c:v>
                </c:pt>
                <c:pt idx="3398" formatCode="0_);[Red]\(0\)">
                  <c:v>21000</c:v>
                </c:pt>
                <c:pt idx="3399" formatCode="0_);[Red]\(0\)">
                  <c:v>21000</c:v>
                </c:pt>
                <c:pt idx="3400" formatCode="0_);[Red]\(0\)">
                  <c:v>21300</c:v>
                </c:pt>
                <c:pt idx="3401" formatCode="0_);[Red]\(0\)">
                  <c:v>21300</c:v>
                </c:pt>
                <c:pt idx="3402" formatCode="0_);[Red]\(0\)">
                  <c:v>21300</c:v>
                </c:pt>
                <c:pt idx="3403" formatCode="0_);[Red]\(0\)">
                  <c:v>21200</c:v>
                </c:pt>
                <c:pt idx="3404" formatCode="0_);[Red]\(0\)">
                  <c:v>21200</c:v>
                </c:pt>
                <c:pt idx="3405" formatCode="0_);[Red]\(0\)">
                  <c:v>21100</c:v>
                </c:pt>
                <c:pt idx="3406" formatCode="0_);[Red]\(0\)">
                  <c:v>21000</c:v>
                </c:pt>
                <c:pt idx="3407" formatCode="0_);[Red]\(0\)">
                  <c:v>21000</c:v>
                </c:pt>
                <c:pt idx="3408" formatCode="0_);[Red]\(0\)">
                  <c:v>21000</c:v>
                </c:pt>
                <c:pt idx="3409" formatCode="0_);[Red]\(0\)">
                  <c:v>21000</c:v>
                </c:pt>
                <c:pt idx="3410" formatCode="0_);[Red]\(0\)">
                  <c:v>21000</c:v>
                </c:pt>
                <c:pt idx="3411" formatCode="0_);[Red]\(0\)">
                  <c:v>21000</c:v>
                </c:pt>
                <c:pt idx="3412" formatCode="0_);[Red]\(0\)">
                  <c:v>21000</c:v>
                </c:pt>
                <c:pt idx="3413" formatCode="0_);[Red]\(0\)">
                  <c:v>21000</c:v>
                </c:pt>
                <c:pt idx="3414" formatCode="0_);[Red]\(0\)">
                  <c:v>21000</c:v>
                </c:pt>
                <c:pt idx="3415" formatCode="0_);[Red]\(0\)">
                  <c:v>21000</c:v>
                </c:pt>
                <c:pt idx="3416" formatCode="0_);[Red]\(0\)">
                  <c:v>21000</c:v>
                </c:pt>
                <c:pt idx="3417" formatCode="0_);[Red]\(0\)">
                  <c:v>21000</c:v>
                </c:pt>
                <c:pt idx="3418" formatCode="0_);[Red]\(0\)">
                  <c:v>20900</c:v>
                </c:pt>
                <c:pt idx="3419" formatCode="0_);[Red]\(0\)">
                  <c:v>20900</c:v>
                </c:pt>
                <c:pt idx="3420" formatCode="0_);[Red]\(0\)">
                  <c:v>20900</c:v>
                </c:pt>
                <c:pt idx="3421" formatCode="0_);[Red]\(0\)">
                  <c:v>20900</c:v>
                </c:pt>
                <c:pt idx="3422" formatCode="0_);[Red]\(0\)">
                  <c:v>20900</c:v>
                </c:pt>
                <c:pt idx="3423" formatCode="0_);[Red]\(0\)">
                  <c:v>20900</c:v>
                </c:pt>
                <c:pt idx="3424" formatCode="0_);[Red]\(0\)">
                  <c:v>20900</c:v>
                </c:pt>
                <c:pt idx="3425" formatCode="0_);[Red]\(0\)">
                  <c:v>20900</c:v>
                </c:pt>
                <c:pt idx="3426" formatCode="0_);[Red]\(0\)">
                  <c:v>20900</c:v>
                </c:pt>
                <c:pt idx="3427" formatCode="0_);[Red]\(0\)">
                  <c:v>20800</c:v>
                </c:pt>
                <c:pt idx="3428" formatCode="0_);[Red]\(0\)">
                  <c:v>20800</c:v>
                </c:pt>
                <c:pt idx="3429" formatCode="0_);[Red]\(0\)">
                  <c:v>20800</c:v>
                </c:pt>
                <c:pt idx="3430" formatCode="0_);[Red]\(0\)">
                  <c:v>20800</c:v>
                </c:pt>
                <c:pt idx="3431" formatCode="0_);[Red]\(0\)">
                  <c:v>20800</c:v>
                </c:pt>
                <c:pt idx="3432" formatCode="0_);[Red]\(0\)">
                  <c:v>20800</c:v>
                </c:pt>
                <c:pt idx="3433" formatCode="0_);[Red]\(0\)">
                  <c:v>20800</c:v>
                </c:pt>
                <c:pt idx="3434" formatCode="0_);[Red]\(0\)">
                  <c:v>20800</c:v>
                </c:pt>
                <c:pt idx="3435" formatCode="0_);[Red]\(0\)">
                  <c:v>20800</c:v>
                </c:pt>
                <c:pt idx="3436" formatCode="0_);[Red]\(0\)">
                  <c:v>20800</c:v>
                </c:pt>
                <c:pt idx="3437" formatCode="0_);[Red]\(0\)">
                  <c:v>20800</c:v>
                </c:pt>
                <c:pt idx="3438" formatCode="0_);[Red]\(0\)">
                  <c:v>20800</c:v>
                </c:pt>
                <c:pt idx="3439" formatCode="0_);[Red]\(0\)">
                  <c:v>20800</c:v>
                </c:pt>
                <c:pt idx="3440" formatCode="0_);[Red]\(0\)">
                  <c:v>20800</c:v>
                </c:pt>
                <c:pt idx="3441" formatCode="0_);[Red]\(0\)">
                  <c:v>20800</c:v>
                </c:pt>
                <c:pt idx="3442" formatCode="0_);[Red]\(0\)">
                  <c:v>20800</c:v>
                </c:pt>
                <c:pt idx="3443" formatCode="0_);[Red]\(0\)">
                  <c:v>20800</c:v>
                </c:pt>
                <c:pt idx="3444" formatCode="0_);[Red]\(0\)">
                  <c:v>20800</c:v>
                </c:pt>
                <c:pt idx="3445" formatCode="0_);[Red]\(0\)">
                  <c:v>20800</c:v>
                </c:pt>
                <c:pt idx="3446" formatCode="0_);[Red]\(0\)">
                  <c:v>20800</c:v>
                </c:pt>
                <c:pt idx="3447" formatCode="0_);[Red]\(0\)">
                  <c:v>20700</c:v>
                </c:pt>
                <c:pt idx="3448" formatCode="0_);[Red]\(0\)">
                  <c:v>20700</c:v>
                </c:pt>
                <c:pt idx="3449" formatCode="0_);[Red]\(0\)">
                  <c:v>20700</c:v>
                </c:pt>
                <c:pt idx="3450" formatCode="0_);[Red]\(0\)">
                  <c:v>20700</c:v>
                </c:pt>
                <c:pt idx="3451" formatCode="0_);[Red]\(0\)">
                  <c:v>20700</c:v>
                </c:pt>
                <c:pt idx="3452" formatCode="0_);[Red]\(0\)">
                  <c:v>20700</c:v>
                </c:pt>
                <c:pt idx="3453" formatCode="0_);[Red]\(0\)">
                  <c:v>20700</c:v>
                </c:pt>
                <c:pt idx="3454" formatCode="0_);[Red]\(0\)">
                  <c:v>20600</c:v>
                </c:pt>
                <c:pt idx="3455" formatCode="0_);[Red]\(0\)">
                  <c:v>20600</c:v>
                </c:pt>
                <c:pt idx="3456" formatCode="0_);[Red]\(0\)">
                  <c:v>20600</c:v>
                </c:pt>
                <c:pt idx="3457" formatCode="0_);[Red]\(0\)">
                  <c:v>20600</c:v>
                </c:pt>
                <c:pt idx="3458" formatCode="0_);[Red]\(0\)">
                  <c:v>20600</c:v>
                </c:pt>
                <c:pt idx="3459" formatCode="0_);[Red]\(0\)">
                  <c:v>20600</c:v>
                </c:pt>
                <c:pt idx="3460" formatCode="0_);[Red]\(0\)">
                  <c:v>20600</c:v>
                </c:pt>
                <c:pt idx="3461" formatCode="0_);[Red]\(0\)">
                  <c:v>20500</c:v>
                </c:pt>
                <c:pt idx="3462" formatCode="0_);[Red]\(0\)">
                  <c:v>20300</c:v>
                </c:pt>
                <c:pt idx="3463" formatCode="0_);[Red]\(0\)">
                  <c:v>20300</c:v>
                </c:pt>
                <c:pt idx="3464" formatCode="0_);[Red]\(0\)">
                  <c:v>20300</c:v>
                </c:pt>
                <c:pt idx="3465" formatCode="0_);[Red]\(0\)">
                  <c:v>20300</c:v>
                </c:pt>
                <c:pt idx="3466" formatCode="0_);[Red]\(0\)">
                  <c:v>20300</c:v>
                </c:pt>
                <c:pt idx="3467" formatCode="0_);[Red]\(0\)">
                  <c:v>20100</c:v>
                </c:pt>
                <c:pt idx="3468" formatCode="0_);[Red]\(0\)">
                  <c:v>20100</c:v>
                </c:pt>
                <c:pt idx="3469" formatCode="0_);[Red]\(0\)">
                  <c:v>20000</c:v>
                </c:pt>
                <c:pt idx="3470" formatCode="0_);[Red]\(0\)">
                  <c:v>20000</c:v>
                </c:pt>
                <c:pt idx="3471" formatCode="0_);[Red]\(0\)">
                  <c:v>20000</c:v>
                </c:pt>
                <c:pt idx="3472" formatCode="0_);[Red]\(0\)">
                  <c:v>20000</c:v>
                </c:pt>
                <c:pt idx="3473" formatCode="0_);[Red]\(0\)">
                  <c:v>19900</c:v>
                </c:pt>
                <c:pt idx="3474" formatCode="0_);[Red]\(0\)">
                  <c:v>19800</c:v>
                </c:pt>
                <c:pt idx="3475" formatCode="0_);[Red]\(0\)">
                  <c:v>19800</c:v>
                </c:pt>
                <c:pt idx="3476" formatCode="0_);[Red]\(0\)">
                  <c:v>19800</c:v>
                </c:pt>
                <c:pt idx="3477" formatCode="0_);[Red]\(0\)">
                  <c:v>19800</c:v>
                </c:pt>
                <c:pt idx="3478" formatCode="0_);[Red]\(0\)">
                  <c:v>19800</c:v>
                </c:pt>
                <c:pt idx="3479" formatCode="0_);[Red]\(0\)">
                  <c:v>19800</c:v>
                </c:pt>
                <c:pt idx="3480" formatCode="0_);[Red]\(0\)">
                  <c:v>19800</c:v>
                </c:pt>
                <c:pt idx="3481" formatCode="0_);[Red]\(0\)">
                  <c:v>19700</c:v>
                </c:pt>
                <c:pt idx="3482" formatCode="0_);[Red]\(0\)">
                  <c:v>19700</c:v>
                </c:pt>
                <c:pt idx="3483" formatCode="0_);[Red]\(0\)">
                  <c:v>19700</c:v>
                </c:pt>
                <c:pt idx="3484" formatCode="0_);[Red]\(0\)">
                  <c:v>19700</c:v>
                </c:pt>
                <c:pt idx="3485" formatCode="0_);[Red]\(0\)">
                  <c:v>19700</c:v>
                </c:pt>
                <c:pt idx="3486" formatCode="0_);[Red]\(0\)">
                  <c:v>19700</c:v>
                </c:pt>
                <c:pt idx="3487" formatCode="0_);[Red]\(0\)">
                  <c:v>19200</c:v>
                </c:pt>
                <c:pt idx="3488" formatCode="0_);[Red]\(0\)">
                  <c:v>19000</c:v>
                </c:pt>
                <c:pt idx="3489" formatCode="0_);[Red]\(0\)">
                  <c:v>19000</c:v>
                </c:pt>
                <c:pt idx="3490" formatCode="0_);[Red]\(0\)">
                  <c:v>19000</c:v>
                </c:pt>
                <c:pt idx="3491" formatCode="0_);[Red]\(0\)">
                  <c:v>19000</c:v>
                </c:pt>
                <c:pt idx="3492" formatCode="0_);[Red]\(0\)">
                  <c:v>19000</c:v>
                </c:pt>
                <c:pt idx="3493" formatCode="0_);[Red]\(0\)">
                  <c:v>19000</c:v>
                </c:pt>
                <c:pt idx="3494" formatCode="0_);[Red]\(0\)">
                  <c:v>18800</c:v>
                </c:pt>
                <c:pt idx="3495" formatCode="0_);[Red]\(0\)">
                  <c:v>18800</c:v>
                </c:pt>
                <c:pt idx="3496" formatCode="0_);[Red]\(0\)">
                  <c:v>18800</c:v>
                </c:pt>
                <c:pt idx="3497" formatCode="0_);[Red]\(0\)">
                  <c:v>18800</c:v>
                </c:pt>
                <c:pt idx="3498" formatCode="0_);[Red]\(0\)">
                  <c:v>18800</c:v>
                </c:pt>
                <c:pt idx="3499" formatCode="0_);[Red]\(0\)">
                  <c:v>18800</c:v>
                </c:pt>
                <c:pt idx="3500" formatCode="0_);[Red]\(0\)">
                  <c:v>18800</c:v>
                </c:pt>
                <c:pt idx="3501" formatCode="0_);[Red]\(0\)">
                  <c:v>18800</c:v>
                </c:pt>
                <c:pt idx="3502" formatCode="0_);[Red]\(0\)">
                  <c:v>18800</c:v>
                </c:pt>
                <c:pt idx="3503" formatCode="0_);[Red]\(0\)">
                  <c:v>18800</c:v>
                </c:pt>
                <c:pt idx="3504" formatCode="0_);[Red]\(0\)">
                  <c:v>18800</c:v>
                </c:pt>
                <c:pt idx="3505" formatCode="0_);[Red]\(0\)">
                  <c:v>18800</c:v>
                </c:pt>
                <c:pt idx="3506" formatCode="0_);[Red]\(0\)">
                  <c:v>18800</c:v>
                </c:pt>
                <c:pt idx="3507" formatCode="0_);[Red]\(0\)">
                  <c:v>18800</c:v>
                </c:pt>
                <c:pt idx="3508" formatCode="0_);[Red]\(0\)">
                  <c:v>18800</c:v>
                </c:pt>
                <c:pt idx="3509" formatCode="0_);[Red]\(0\)">
                  <c:v>18800</c:v>
                </c:pt>
                <c:pt idx="3510" formatCode="0_);[Red]\(0\)">
                  <c:v>18800</c:v>
                </c:pt>
                <c:pt idx="3511" formatCode="0_);[Red]\(0\)">
                  <c:v>18800</c:v>
                </c:pt>
                <c:pt idx="3512" formatCode="0_);[Red]\(0\)">
                  <c:v>18800</c:v>
                </c:pt>
                <c:pt idx="3513" formatCode="0_);[Red]\(0\)">
                  <c:v>18800</c:v>
                </c:pt>
                <c:pt idx="3514" formatCode="0_);[Red]\(0\)">
                  <c:v>18800</c:v>
                </c:pt>
                <c:pt idx="3515" formatCode="0_);[Red]\(0\)">
                  <c:v>18800</c:v>
                </c:pt>
                <c:pt idx="3516" formatCode="0_);[Red]\(0\)">
                  <c:v>18800</c:v>
                </c:pt>
                <c:pt idx="3517" formatCode="0_);[Red]\(0\)">
                  <c:v>18800</c:v>
                </c:pt>
                <c:pt idx="3518" formatCode="0_);[Red]\(0\)">
                  <c:v>18800</c:v>
                </c:pt>
                <c:pt idx="3519" formatCode="0_);[Red]\(0\)">
                  <c:v>18800</c:v>
                </c:pt>
                <c:pt idx="3520" formatCode="0_);[Red]\(0\)">
                  <c:v>18800</c:v>
                </c:pt>
                <c:pt idx="3521" formatCode="0_);[Red]\(0\)">
                  <c:v>18800</c:v>
                </c:pt>
                <c:pt idx="3522" formatCode="0_);[Red]\(0\)">
                  <c:v>18800</c:v>
                </c:pt>
                <c:pt idx="3523" formatCode="0_);[Red]\(0\)">
                  <c:v>18800</c:v>
                </c:pt>
                <c:pt idx="3524" formatCode="0_);[Red]\(0\)">
                  <c:v>18800</c:v>
                </c:pt>
                <c:pt idx="3525" formatCode="0_);[Red]\(0\)">
                  <c:v>18800</c:v>
                </c:pt>
                <c:pt idx="3526" formatCode="0_);[Red]\(0\)">
                  <c:v>18800</c:v>
                </c:pt>
                <c:pt idx="3527" formatCode="0_);[Red]\(0\)">
                  <c:v>18800</c:v>
                </c:pt>
                <c:pt idx="3528" formatCode="0_);[Red]\(0\)">
                  <c:v>18800</c:v>
                </c:pt>
                <c:pt idx="3529" formatCode="0_);[Red]\(0\)">
                  <c:v>18800</c:v>
                </c:pt>
                <c:pt idx="3530" formatCode="0_);[Red]\(0\)">
                  <c:v>18800</c:v>
                </c:pt>
                <c:pt idx="3531" formatCode="0_);[Red]\(0\)">
                  <c:v>18800</c:v>
                </c:pt>
                <c:pt idx="3532" formatCode="0_);[Red]\(0\)">
                  <c:v>18800</c:v>
                </c:pt>
                <c:pt idx="3533" formatCode="0_);[Red]\(0\)">
                  <c:v>18800</c:v>
                </c:pt>
                <c:pt idx="3534" formatCode="0_);[Red]\(0\)">
                  <c:v>18800</c:v>
                </c:pt>
                <c:pt idx="3535" formatCode="0_);[Red]\(0\)">
                  <c:v>18800</c:v>
                </c:pt>
                <c:pt idx="3536" formatCode="0_);[Red]\(0\)">
                  <c:v>18800</c:v>
                </c:pt>
                <c:pt idx="3537" formatCode="0_);[Red]\(0\)">
                  <c:v>18800</c:v>
                </c:pt>
                <c:pt idx="3538" formatCode="0_);[Red]\(0\)">
                  <c:v>18800</c:v>
                </c:pt>
                <c:pt idx="3539" formatCode="0_);[Red]\(0\)">
                  <c:v>18800</c:v>
                </c:pt>
                <c:pt idx="3540" formatCode="0_);[Red]\(0\)">
                  <c:v>18800</c:v>
                </c:pt>
                <c:pt idx="3541" formatCode="0_);[Red]\(0\)">
                  <c:v>18800</c:v>
                </c:pt>
                <c:pt idx="3542" formatCode="0_);[Red]\(0\)">
                  <c:v>18800</c:v>
                </c:pt>
                <c:pt idx="3543" formatCode="0_);[Red]\(0\)">
                  <c:v>18800</c:v>
                </c:pt>
                <c:pt idx="3544" formatCode="0_);[Red]\(0\)">
                  <c:v>18800</c:v>
                </c:pt>
                <c:pt idx="3545" formatCode="0_);[Red]\(0\)">
                  <c:v>18800</c:v>
                </c:pt>
                <c:pt idx="3546" formatCode="0_);[Red]\(0\)">
                  <c:v>18800</c:v>
                </c:pt>
                <c:pt idx="3547" formatCode="0_);[Red]\(0\)">
                  <c:v>18800</c:v>
                </c:pt>
                <c:pt idx="3548" formatCode="0_);[Red]\(0\)">
                  <c:v>18800</c:v>
                </c:pt>
                <c:pt idx="3549" formatCode="0_);[Red]\(0\)">
                  <c:v>18800</c:v>
                </c:pt>
                <c:pt idx="3550" formatCode="0_);[Red]\(0\)">
                  <c:v>18800</c:v>
                </c:pt>
                <c:pt idx="3551" formatCode="0_);[Red]\(0\)">
                  <c:v>18800</c:v>
                </c:pt>
                <c:pt idx="3552" formatCode="0_);[Red]\(0\)">
                  <c:v>18800</c:v>
                </c:pt>
                <c:pt idx="3553" formatCode="0_);[Red]\(0\)">
                  <c:v>19000</c:v>
                </c:pt>
                <c:pt idx="3554" formatCode="0_);[Red]\(0\)">
                  <c:v>19000</c:v>
                </c:pt>
                <c:pt idx="3555" formatCode="0_);[Red]\(0\)">
                  <c:v>19000</c:v>
                </c:pt>
                <c:pt idx="3556" formatCode="0_);[Red]\(0\)">
                  <c:v>19000</c:v>
                </c:pt>
                <c:pt idx="3557" formatCode="0_);[Red]\(0\)">
                  <c:v>19200</c:v>
                </c:pt>
                <c:pt idx="3558" formatCode="0_);[Red]\(0\)">
                  <c:v>19200</c:v>
                </c:pt>
                <c:pt idx="3559" formatCode="0_);[Red]\(0\)">
                  <c:v>19200</c:v>
                </c:pt>
                <c:pt idx="3560" formatCode="0_);[Red]\(0\)">
                  <c:v>19200</c:v>
                </c:pt>
                <c:pt idx="3561" formatCode="0_);[Red]\(0\)">
                  <c:v>19200</c:v>
                </c:pt>
                <c:pt idx="3562" formatCode="0_);[Red]\(0\)">
                  <c:v>19200</c:v>
                </c:pt>
                <c:pt idx="3563" formatCode="0_);[Red]\(0\)">
                  <c:v>19200</c:v>
                </c:pt>
                <c:pt idx="3564" formatCode="0_);[Red]\(0\)">
                  <c:v>19200</c:v>
                </c:pt>
                <c:pt idx="3565" formatCode="0_);[Red]\(0\)">
                  <c:v>19200</c:v>
                </c:pt>
                <c:pt idx="3566" formatCode="0_);[Red]\(0\)">
                  <c:v>19200</c:v>
                </c:pt>
                <c:pt idx="3567" formatCode="0_);[Red]\(0\)">
                  <c:v>19300</c:v>
                </c:pt>
                <c:pt idx="3568" formatCode="0_);[Red]\(0\)">
                  <c:v>19300</c:v>
                </c:pt>
                <c:pt idx="3569" formatCode="0_);[Red]\(0\)">
                  <c:v>19300</c:v>
                </c:pt>
                <c:pt idx="3570" formatCode="0_);[Red]\(0\)">
                  <c:v>19300</c:v>
                </c:pt>
                <c:pt idx="3571" formatCode="0_);[Red]\(0\)">
                  <c:v>19300</c:v>
                </c:pt>
                <c:pt idx="3572" formatCode="0_);[Red]\(0\)">
                  <c:v>19300</c:v>
                </c:pt>
                <c:pt idx="3573" formatCode="0_);[Red]\(0\)">
                  <c:v>19300</c:v>
                </c:pt>
                <c:pt idx="3574" formatCode="0_);[Red]\(0\)">
                  <c:v>19300</c:v>
                </c:pt>
                <c:pt idx="3575" formatCode="0_);[Red]\(0\)">
                  <c:v>19300</c:v>
                </c:pt>
                <c:pt idx="3576" formatCode="0_);[Red]\(0\)">
                  <c:v>19300</c:v>
                </c:pt>
                <c:pt idx="3577" formatCode="0_);[Red]\(0\)">
                  <c:v>19300</c:v>
                </c:pt>
                <c:pt idx="3578" formatCode="0_);[Red]\(0\)">
                  <c:v>19300</c:v>
                </c:pt>
                <c:pt idx="3579" formatCode="0_);[Red]\(0\)">
                  <c:v>19300</c:v>
                </c:pt>
                <c:pt idx="3580" formatCode="0_);[Red]\(0\)">
                  <c:v>19300</c:v>
                </c:pt>
                <c:pt idx="3581" formatCode="0_);[Red]\(0\)">
                  <c:v>19300</c:v>
                </c:pt>
                <c:pt idx="3582" formatCode="0_);[Red]\(0\)">
                  <c:v>19300</c:v>
                </c:pt>
                <c:pt idx="3583" formatCode="0_);[Red]\(0\)">
                  <c:v>19300</c:v>
                </c:pt>
                <c:pt idx="3584" formatCode="0_);[Red]\(0\)">
                  <c:v>19300</c:v>
                </c:pt>
                <c:pt idx="3585" formatCode="0_);[Red]\(0\)">
                  <c:v>19300</c:v>
                </c:pt>
                <c:pt idx="3586" formatCode="0_);[Red]\(0\)">
                  <c:v>19300</c:v>
                </c:pt>
                <c:pt idx="3587" formatCode="0_);[Red]\(0\)">
                  <c:v>19300</c:v>
                </c:pt>
                <c:pt idx="3588" formatCode="0_);[Red]\(0\)">
                  <c:v>19300</c:v>
                </c:pt>
                <c:pt idx="3589" formatCode="0_);[Red]\(0\)">
                  <c:v>19300</c:v>
                </c:pt>
                <c:pt idx="3590" formatCode="0_);[Red]\(0\)">
                  <c:v>19300</c:v>
                </c:pt>
                <c:pt idx="3591" formatCode="0_);[Red]\(0\)">
                  <c:v>19300</c:v>
                </c:pt>
                <c:pt idx="3592" formatCode="0_);[Red]\(0\)">
                  <c:v>19300</c:v>
                </c:pt>
                <c:pt idx="3593" formatCode="0_);[Red]\(0\)">
                  <c:v>19300</c:v>
                </c:pt>
                <c:pt idx="3594" formatCode="0_);[Red]\(0\)">
                  <c:v>19300</c:v>
                </c:pt>
                <c:pt idx="3595" formatCode="0_);[Red]\(0\)">
                  <c:v>19300</c:v>
                </c:pt>
                <c:pt idx="3596" formatCode="0_);[Red]\(0\)">
                  <c:v>19300</c:v>
                </c:pt>
                <c:pt idx="3597" formatCode="0_);[Red]\(0\)">
                  <c:v>19300</c:v>
                </c:pt>
                <c:pt idx="3598" formatCode="0_);[Red]\(0\)">
                  <c:v>19300</c:v>
                </c:pt>
                <c:pt idx="3599" formatCode="0_);[Red]\(0\)">
                  <c:v>19200</c:v>
                </c:pt>
                <c:pt idx="3600" formatCode="0_);[Red]\(0\)">
                  <c:v>19100</c:v>
                </c:pt>
                <c:pt idx="3601" formatCode="0_);[Red]\(0\)">
                  <c:v>19100</c:v>
                </c:pt>
                <c:pt idx="3602" formatCode="0_);[Red]\(0\)">
                  <c:v>19100</c:v>
                </c:pt>
                <c:pt idx="3603" formatCode="0_);[Red]\(0\)">
                  <c:v>19100</c:v>
                </c:pt>
                <c:pt idx="3604" formatCode="0_);[Red]\(0\)">
                  <c:v>19100</c:v>
                </c:pt>
                <c:pt idx="3605" formatCode="0_);[Red]\(0\)">
                  <c:v>19100</c:v>
                </c:pt>
                <c:pt idx="3606" formatCode="0_);[Red]\(0\)">
                  <c:v>19100</c:v>
                </c:pt>
                <c:pt idx="3607" formatCode="0_);[Red]\(0\)">
                  <c:v>19100</c:v>
                </c:pt>
                <c:pt idx="3608" formatCode="0_);[Red]\(0\)">
                  <c:v>19100</c:v>
                </c:pt>
                <c:pt idx="3609" formatCode="0_);[Red]\(0\)">
                  <c:v>18900</c:v>
                </c:pt>
                <c:pt idx="3610" formatCode="0_);[Red]\(0\)">
                  <c:v>18900</c:v>
                </c:pt>
                <c:pt idx="3611" formatCode="0_);[Red]\(0\)">
                  <c:v>18900</c:v>
                </c:pt>
                <c:pt idx="3612" formatCode="0_);[Red]\(0\)">
                  <c:v>18900</c:v>
                </c:pt>
                <c:pt idx="3613" formatCode="0_);[Red]\(0\)">
                  <c:v>18900</c:v>
                </c:pt>
                <c:pt idx="3614" formatCode="0_);[Red]\(0\)">
                  <c:v>18900</c:v>
                </c:pt>
                <c:pt idx="3615" formatCode="0_);[Red]\(0\)">
                  <c:v>18900</c:v>
                </c:pt>
                <c:pt idx="3616" formatCode="0_);[Red]\(0\)">
                  <c:v>18900</c:v>
                </c:pt>
                <c:pt idx="3617" formatCode="0_);[Red]\(0\)">
                  <c:v>18900</c:v>
                </c:pt>
                <c:pt idx="3618" formatCode="0_);[Red]\(0\)">
                  <c:v>18900</c:v>
                </c:pt>
                <c:pt idx="3619" formatCode="0_);[Red]\(0\)">
                  <c:v>18900</c:v>
                </c:pt>
                <c:pt idx="3620" formatCode="0_);[Red]\(0\)">
                  <c:v>18900</c:v>
                </c:pt>
                <c:pt idx="3621" formatCode="0_);[Red]\(0\)">
                  <c:v>18900</c:v>
                </c:pt>
                <c:pt idx="3622" formatCode="0_);[Red]\(0\)">
                  <c:v>18700</c:v>
                </c:pt>
                <c:pt idx="3623" formatCode="0_);[Red]\(0\)">
                  <c:v>18700</c:v>
                </c:pt>
                <c:pt idx="3624" formatCode="0_);[Red]\(0\)">
                  <c:v>18700</c:v>
                </c:pt>
                <c:pt idx="3625" formatCode="0_);[Red]\(0\)">
                  <c:v>18700</c:v>
                </c:pt>
                <c:pt idx="3626" formatCode="0_);[Red]\(0\)">
                  <c:v>18700</c:v>
                </c:pt>
                <c:pt idx="3627" formatCode="0_);[Red]\(0\)">
                  <c:v>18700</c:v>
                </c:pt>
                <c:pt idx="3628" formatCode="0_);[Red]\(0\)">
                  <c:v>18700</c:v>
                </c:pt>
                <c:pt idx="3629" formatCode="0_);[Red]\(0\)">
                  <c:v>18700</c:v>
                </c:pt>
                <c:pt idx="3630" formatCode="0_);[Red]\(0\)">
                  <c:v>18700</c:v>
                </c:pt>
                <c:pt idx="3631" formatCode="0_);[Red]\(0\)">
                  <c:v>18500</c:v>
                </c:pt>
                <c:pt idx="3632" formatCode="0_);[Red]\(0\)">
                  <c:v>18500</c:v>
                </c:pt>
                <c:pt idx="3633" formatCode="0_);[Red]\(0\)">
                  <c:v>18500</c:v>
                </c:pt>
                <c:pt idx="3634" formatCode="0_);[Red]\(0\)">
                  <c:v>18300</c:v>
                </c:pt>
                <c:pt idx="3635" formatCode="0_);[Red]\(0\)">
                  <c:v>18300</c:v>
                </c:pt>
                <c:pt idx="3636" formatCode="0_);[Red]\(0\)">
                  <c:v>18300</c:v>
                </c:pt>
                <c:pt idx="3637" formatCode="0_);[Red]\(0\)">
                  <c:v>18300</c:v>
                </c:pt>
                <c:pt idx="3638" formatCode="0_);[Red]\(0\)">
                  <c:v>18300</c:v>
                </c:pt>
                <c:pt idx="3639" formatCode="0_);[Red]\(0\)">
                  <c:v>18300</c:v>
                </c:pt>
                <c:pt idx="3640" formatCode="0_);[Red]\(0\)">
                  <c:v>18300</c:v>
                </c:pt>
                <c:pt idx="3641" formatCode="0_);[Red]\(0\)">
                  <c:v>18200</c:v>
                </c:pt>
                <c:pt idx="3642" formatCode="0_);[Red]\(0\)">
                  <c:v>18200</c:v>
                </c:pt>
                <c:pt idx="3643" formatCode="0_);[Red]\(0\)">
                  <c:v>18100</c:v>
                </c:pt>
                <c:pt idx="3644" formatCode="0_);[Red]\(0\)">
                  <c:v>18100</c:v>
                </c:pt>
                <c:pt idx="3645" formatCode="0_);[Red]\(0\)">
                  <c:v>18100</c:v>
                </c:pt>
                <c:pt idx="3646" formatCode="0_);[Red]\(0\)">
                  <c:v>18100</c:v>
                </c:pt>
                <c:pt idx="3647" formatCode="0_);[Red]\(0\)">
                  <c:v>18100</c:v>
                </c:pt>
                <c:pt idx="3648" formatCode="0_);[Red]\(0\)">
                  <c:v>18100</c:v>
                </c:pt>
                <c:pt idx="3649" formatCode="0_);[Red]\(0\)">
                  <c:v>18100</c:v>
                </c:pt>
                <c:pt idx="3650" formatCode="0_);[Red]\(0\)">
                  <c:v>18100</c:v>
                </c:pt>
                <c:pt idx="3651" formatCode="0_);[Red]\(0\)">
                  <c:v>18100</c:v>
                </c:pt>
                <c:pt idx="3652" formatCode="0_);[Red]\(0\)">
                  <c:v>17850</c:v>
                </c:pt>
                <c:pt idx="3653" formatCode="0_);[Red]\(0\)">
                  <c:v>17850</c:v>
                </c:pt>
                <c:pt idx="3654" formatCode="0_);[Red]\(0\)">
                  <c:v>17850</c:v>
                </c:pt>
                <c:pt idx="3655" formatCode="0_);[Red]\(0\)">
                  <c:v>17850</c:v>
                </c:pt>
                <c:pt idx="3656" formatCode="0_);[Red]\(0\)">
                  <c:v>17850</c:v>
                </c:pt>
                <c:pt idx="3657" formatCode="0_);[Red]\(0\)">
                  <c:v>17850</c:v>
                </c:pt>
                <c:pt idx="3658" formatCode="0_);[Red]\(0\)">
                  <c:v>17850</c:v>
                </c:pt>
                <c:pt idx="3659" formatCode="0_);[Red]\(0\)">
                  <c:v>17850</c:v>
                </c:pt>
                <c:pt idx="3660" formatCode="0_);[Red]\(0\)">
                  <c:v>17850</c:v>
                </c:pt>
                <c:pt idx="3661" formatCode="0_);[Red]\(0\)">
                  <c:v>17850</c:v>
                </c:pt>
                <c:pt idx="3662" formatCode="0_);[Red]\(0\)">
                  <c:v>17850</c:v>
                </c:pt>
                <c:pt idx="3663" formatCode="0_);[Red]\(0\)">
                  <c:v>17850</c:v>
                </c:pt>
                <c:pt idx="3664" formatCode="0_);[Red]\(0\)">
                  <c:v>17850</c:v>
                </c:pt>
                <c:pt idx="3665" formatCode="0_);[Red]\(0\)">
                  <c:v>17850</c:v>
                </c:pt>
                <c:pt idx="3666" formatCode="0_);[Red]\(0\)">
                  <c:v>17850</c:v>
                </c:pt>
                <c:pt idx="3667" formatCode="0_);[Red]\(0\)">
                  <c:v>17850</c:v>
                </c:pt>
                <c:pt idx="3668" formatCode="0_);[Red]\(0\)">
                  <c:v>17850</c:v>
                </c:pt>
                <c:pt idx="3669" formatCode="0_);[Red]\(0\)">
                  <c:v>17850</c:v>
                </c:pt>
                <c:pt idx="3670" formatCode="0_);[Red]\(0\)">
                  <c:v>17850</c:v>
                </c:pt>
                <c:pt idx="3671" formatCode="0_);[Red]\(0\)">
                  <c:v>17850</c:v>
                </c:pt>
                <c:pt idx="3672" formatCode="0_);[Red]\(0\)">
                  <c:v>17850</c:v>
                </c:pt>
                <c:pt idx="3673" formatCode="0_);[Red]\(0\)">
                  <c:v>17850</c:v>
                </c:pt>
                <c:pt idx="3674" formatCode="0_);[Red]\(0\)">
                  <c:v>17850</c:v>
                </c:pt>
                <c:pt idx="3675" formatCode="0_);[Red]\(0\)">
                  <c:v>17850</c:v>
                </c:pt>
                <c:pt idx="3676" formatCode="0_);[Red]\(0\)">
                  <c:v>17850</c:v>
                </c:pt>
                <c:pt idx="3677" formatCode="0_);[Red]\(0\)">
                  <c:v>17850</c:v>
                </c:pt>
                <c:pt idx="3678" formatCode="0_);[Red]\(0\)">
                  <c:v>17850</c:v>
                </c:pt>
                <c:pt idx="3679" formatCode="0_);[Red]\(0\)">
                  <c:v>17850</c:v>
                </c:pt>
                <c:pt idx="3680" formatCode="0_);[Red]\(0\)">
                  <c:v>17850</c:v>
                </c:pt>
                <c:pt idx="3681" formatCode="0_);[Red]\(0\)">
                  <c:v>17850</c:v>
                </c:pt>
                <c:pt idx="3682" formatCode="0_);[Red]\(0\)">
                  <c:v>17850</c:v>
                </c:pt>
                <c:pt idx="3683" formatCode="0_);[Red]\(0\)">
                  <c:v>17850</c:v>
                </c:pt>
                <c:pt idx="3684" formatCode="0_);[Red]\(0\)">
                  <c:v>17850</c:v>
                </c:pt>
                <c:pt idx="3685" formatCode="0_);[Red]\(0\)">
                  <c:v>17850</c:v>
                </c:pt>
                <c:pt idx="3686" formatCode="0_);[Red]\(0\)">
                  <c:v>17850</c:v>
                </c:pt>
                <c:pt idx="3687" formatCode="0_);[Red]\(0\)">
                  <c:v>17850</c:v>
                </c:pt>
                <c:pt idx="3688" formatCode="0_);[Red]\(0\)">
                  <c:v>17850</c:v>
                </c:pt>
                <c:pt idx="3689" formatCode="0_);[Red]\(0\)">
                  <c:v>17850</c:v>
                </c:pt>
                <c:pt idx="3690" formatCode="0_);[Red]\(0\)">
                  <c:v>17850</c:v>
                </c:pt>
                <c:pt idx="3691" formatCode="0_);[Red]\(0\)">
                  <c:v>17850</c:v>
                </c:pt>
                <c:pt idx="3692" formatCode="0_);[Red]\(0\)">
                  <c:v>17850</c:v>
                </c:pt>
                <c:pt idx="3693" formatCode="0_);[Red]\(0\)">
                  <c:v>17850</c:v>
                </c:pt>
                <c:pt idx="3694" formatCode="0_);[Red]\(0\)">
                  <c:v>17850</c:v>
                </c:pt>
                <c:pt idx="3695" formatCode="0_);[Red]\(0\)">
                  <c:v>17850</c:v>
                </c:pt>
                <c:pt idx="3696" formatCode="0_);[Red]\(0\)">
                  <c:v>17850</c:v>
                </c:pt>
                <c:pt idx="3697" formatCode="0_);[Red]\(0\)">
                  <c:v>17850</c:v>
                </c:pt>
                <c:pt idx="3698" formatCode="0_);[Red]\(0\)">
                  <c:v>17850</c:v>
                </c:pt>
                <c:pt idx="3699" formatCode="0_);[Red]\(0\)">
                  <c:v>17850</c:v>
                </c:pt>
                <c:pt idx="3700" formatCode="0_);[Red]\(0\)">
                  <c:v>17850</c:v>
                </c:pt>
                <c:pt idx="3701" formatCode="0_);[Red]\(0\)">
                  <c:v>17850</c:v>
                </c:pt>
                <c:pt idx="3702" formatCode="0_);[Red]\(0\)">
                  <c:v>17850</c:v>
                </c:pt>
                <c:pt idx="3703" formatCode="0_);[Red]\(0\)">
                  <c:v>17850</c:v>
                </c:pt>
                <c:pt idx="3704" formatCode="0_);[Red]\(0\)">
                  <c:v>17900</c:v>
                </c:pt>
                <c:pt idx="3705" formatCode="0_);[Red]\(0\)">
                  <c:v>17900</c:v>
                </c:pt>
                <c:pt idx="3706" formatCode="0_);[Red]\(0\)">
                  <c:v>17900</c:v>
                </c:pt>
                <c:pt idx="3707" formatCode="0_);[Red]\(0\)">
                  <c:v>17900</c:v>
                </c:pt>
                <c:pt idx="3708" formatCode="0_);[Red]\(0\)">
                  <c:v>17900</c:v>
                </c:pt>
                <c:pt idx="3709" formatCode="0_);[Red]\(0\)">
                  <c:v>17900</c:v>
                </c:pt>
                <c:pt idx="3710" formatCode="0_);[Red]\(0\)">
                  <c:v>17900</c:v>
                </c:pt>
                <c:pt idx="3711" formatCode="0_);[Red]\(0\)">
                  <c:v>17900</c:v>
                </c:pt>
                <c:pt idx="3712" formatCode="0_);[Red]\(0\)">
                  <c:v>17900</c:v>
                </c:pt>
                <c:pt idx="3713" formatCode="0_);[Red]\(0\)">
                  <c:v>17900</c:v>
                </c:pt>
                <c:pt idx="3714" formatCode="0_);[Red]\(0\)">
                  <c:v>17900</c:v>
                </c:pt>
                <c:pt idx="3715" formatCode="0_);[Red]\(0\)">
                  <c:v>17900</c:v>
                </c:pt>
                <c:pt idx="3716" formatCode="0_);[Red]\(0\)">
                  <c:v>17900</c:v>
                </c:pt>
                <c:pt idx="3717" formatCode="0_);[Red]\(0\)">
                  <c:v>17900</c:v>
                </c:pt>
                <c:pt idx="3718" formatCode="0_);[Red]\(0\)">
                  <c:v>17900</c:v>
                </c:pt>
                <c:pt idx="3719" formatCode="0_);[Red]\(0\)">
                  <c:v>17900</c:v>
                </c:pt>
                <c:pt idx="3720" formatCode="0_);[Red]\(0\)">
                  <c:v>17900</c:v>
                </c:pt>
                <c:pt idx="3721" formatCode="0_);[Red]\(0\)">
                  <c:v>17900</c:v>
                </c:pt>
                <c:pt idx="3722" formatCode="0_);[Red]\(0\)">
                  <c:v>17900</c:v>
                </c:pt>
                <c:pt idx="3723" formatCode="0_);[Red]\(0\)">
                  <c:v>17900</c:v>
                </c:pt>
                <c:pt idx="3724" formatCode="0_);[Red]\(0\)">
                  <c:v>17900</c:v>
                </c:pt>
                <c:pt idx="3725" formatCode="0_);[Red]\(0\)">
                  <c:v>17900</c:v>
                </c:pt>
                <c:pt idx="3726" formatCode="0_);[Red]\(0\)">
                  <c:v>17900</c:v>
                </c:pt>
                <c:pt idx="3727" formatCode="0_);[Red]\(0\)">
                  <c:v>17900</c:v>
                </c:pt>
                <c:pt idx="3728" formatCode="0_);[Red]\(0\)">
                  <c:v>17900</c:v>
                </c:pt>
                <c:pt idx="3729" formatCode="0_);[Red]\(0\)">
                  <c:v>17900</c:v>
                </c:pt>
                <c:pt idx="3730" formatCode="0_);[Red]\(0\)">
                  <c:v>17900</c:v>
                </c:pt>
                <c:pt idx="3731" formatCode="0_);[Red]\(0\)">
                  <c:v>17900</c:v>
                </c:pt>
                <c:pt idx="3732" formatCode="0_);[Red]\(0\)">
                  <c:v>17900</c:v>
                </c:pt>
                <c:pt idx="3733" formatCode="0_);[Red]\(0\)">
                  <c:v>17900</c:v>
                </c:pt>
                <c:pt idx="3734" formatCode="0_);[Red]\(0\)">
                  <c:v>17900</c:v>
                </c:pt>
                <c:pt idx="3735" formatCode="0_);[Red]\(0\)">
                  <c:v>17900</c:v>
                </c:pt>
                <c:pt idx="3736" formatCode="0_);[Red]\(0\)">
                  <c:v>17500</c:v>
                </c:pt>
                <c:pt idx="3737" formatCode="0_);[Red]\(0\)">
                  <c:v>17500</c:v>
                </c:pt>
                <c:pt idx="3738" formatCode="0_);[Red]\(0\)">
                  <c:v>17500</c:v>
                </c:pt>
                <c:pt idx="3739" formatCode="0_);[Red]\(0\)">
                  <c:v>17500</c:v>
                </c:pt>
                <c:pt idx="3740" formatCode="0_);[Red]\(0\)">
                  <c:v>17500</c:v>
                </c:pt>
                <c:pt idx="3741" formatCode="0_);[Red]\(0\)">
                  <c:v>17500</c:v>
                </c:pt>
                <c:pt idx="3742" formatCode="0_);[Red]\(0\)">
                  <c:v>17500</c:v>
                </c:pt>
                <c:pt idx="3743" formatCode="0_);[Red]\(0\)">
                  <c:v>17300</c:v>
                </c:pt>
                <c:pt idx="3744" formatCode="0_);[Red]\(0\)">
                  <c:v>17300</c:v>
                </c:pt>
                <c:pt idx="3745" formatCode="0_);[Red]\(0\)">
                  <c:v>17300</c:v>
                </c:pt>
                <c:pt idx="3746" formatCode="0_);[Red]\(0\)">
                  <c:v>17300</c:v>
                </c:pt>
                <c:pt idx="3747" formatCode="0_);[Red]\(0\)">
                  <c:v>17300</c:v>
                </c:pt>
                <c:pt idx="3748" formatCode="0_);[Red]\(0\)">
                  <c:v>17300</c:v>
                </c:pt>
                <c:pt idx="3749" formatCode="0_);[Red]\(0\)">
                  <c:v>17300</c:v>
                </c:pt>
                <c:pt idx="3750" formatCode="0_);[Red]\(0\)">
                  <c:v>17300</c:v>
                </c:pt>
                <c:pt idx="3751" formatCode="0_);[Red]\(0\)">
                  <c:v>17300</c:v>
                </c:pt>
                <c:pt idx="3752" formatCode="0_);[Red]\(0\)">
                  <c:v>17300</c:v>
                </c:pt>
                <c:pt idx="3753" formatCode="0_);[Red]\(0\)">
                  <c:v>17300</c:v>
                </c:pt>
                <c:pt idx="3754" formatCode="0_);[Red]\(0\)">
                  <c:v>17300</c:v>
                </c:pt>
                <c:pt idx="3755" formatCode="0_);[Red]\(0\)">
                  <c:v>17300</c:v>
                </c:pt>
                <c:pt idx="3756" formatCode="0_);[Red]\(0\)">
                  <c:v>17300</c:v>
                </c:pt>
                <c:pt idx="3757" formatCode="0_);[Red]\(0\)">
                  <c:v>17300</c:v>
                </c:pt>
                <c:pt idx="3758" formatCode="0_);[Red]\(0\)">
                  <c:v>17300</c:v>
                </c:pt>
                <c:pt idx="3759" formatCode="0_);[Red]\(0\)">
                  <c:v>17300</c:v>
                </c:pt>
                <c:pt idx="3760" formatCode="0_);[Red]\(0\)">
                  <c:v>17300</c:v>
                </c:pt>
                <c:pt idx="3761" formatCode="0_);[Red]\(0\)">
                  <c:v>17300</c:v>
                </c:pt>
                <c:pt idx="3762" formatCode="0_);[Red]\(0\)">
                  <c:v>17300</c:v>
                </c:pt>
                <c:pt idx="3763" formatCode="0_);[Red]\(0\)">
                  <c:v>17300</c:v>
                </c:pt>
                <c:pt idx="3764" formatCode="0_);[Red]\(0\)">
                  <c:v>17300</c:v>
                </c:pt>
                <c:pt idx="3765" formatCode="0_);[Red]\(0\)">
                  <c:v>17300</c:v>
                </c:pt>
                <c:pt idx="3766" formatCode="0_);[Red]\(0\)">
                  <c:v>17300</c:v>
                </c:pt>
                <c:pt idx="3767" formatCode="0_);[Red]\(0\)">
                  <c:v>17300</c:v>
                </c:pt>
                <c:pt idx="3768" formatCode="0_);[Red]\(0\)">
                  <c:v>17300</c:v>
                </c:pt>
                <c:pt idx="3769" formatCode="0_);[Red]\(0\)">
                  <c:v>17300</c:v>
                </c:pt>
                <c:pt idx="3770" formatCode="0_);[Red]\(0\)">
                  <c:v>17300</c:v>
                </c:pt>
                <c:pt idx="3771" formatCode="0_);[Red]\(0\)">
                  <c:v>17300</c:v>
                </c:pt>
                <c:pt idx="3772" formatCode="0_);[Red]\(0\)">
                  <c:v>17300</c:v>
                </c:pt>
                <c:pt idx="3773" formatCode="0_);[Red]\(0\)">
                  <c:v>17300</c:v>
                </c:pt>
                <c:pt idx="3774" formatCode="0_);[Red]\(0\)">
                  <c:v>17300</c:v>
                </c:pt>
                <c:pt idx="3775" formatCode="0_);[Red]\(0\)">
                  <c:v>17300</c:v>
                </c:pt>
                <c:pt idx="3776" formatCode="0_);[Red]\(0\)">
                  <c:v>17300</c:v>
                </c:pt>
                <c:pt idx="3777" formatCode="0_);[Red]\(0\)">
                  <c:v>17300</c:v>
                </c:pt>
                <c:pt idx="3778" formatCode="0_);[Red]\(0\)">
                  <c:v>17300</c:v>
                </c:pt>
                <c:pt idx="3779" formatCode="0_);[Red]\(0\)">
                  <c:v>17300</c:v>
                </c:pt>
                <c:pt idx="3780" formatCode="0_);[Red]\(0\)">
                  <c:v>17300</c:v>
                </c:pt>
                <c:pt idx="3781" formatCode="0_);[Red]\(0\)">
                  <c:v>17300</c:v>
                </c:pt>
                <c:pt idx="3782" formatCode="0_);[Red]\(0\)">
                  <c:v>17300</c:v>
                </c:pt>
                <c:pt idx="3783" formatCode="0_);[Red]\(0\)">
                  <c:v>17300</c:v>
                </c:pt>
                <c:pt idx="3784" formatCode="0_);[Red]\(0\)">
                  <c:v>17300</c:v>
                </c:pt>
                <c:pt idx="3785" formatCode="0_);[Red]\(0\)">
                  <c:v>17300</c:v>
                </c:pt>
                <c:pt idx="3786" formatCode="0_);[Red]\(0\)">
                  <c:v>17300</c:v>
                </c:pt>
                <c:pt idx="3787" formatCode="0_);[Red]\(0\)">
                  <c:v>17300</c:v>
                </c:pt>
                <c:pt idx="3788" formatCode="0_);[Red]\(0\)">
                  <c:v>17300</c:v>
                </c:pt>
                <c:pt idx="3789" formatCode="0_);[Red]\(0\)">
                  <c:v>17300</c:v>
                </c:pt>
                <c:pt idx="3790" formatCode="0_);[Red]\(0\)">
                  <c:v>17300</c:v>
                </c:pt>
                <c:pt idx="3791" formatCode="0_);[Red]\(0\)">
                  <c:v>17300</c:v>
                </c:pt>
                <c:pt idx="3792" formatCode="0_);[Red]\(0\)">
                  <c:v>17300</c:v>
                </c:pt>
                <c:pt idx="3793" formatCode="0_);[Red]\(0\)">
                  <c:v>17300</c:v>
                </c:pt>
                <c:pt idx="3794" formatCode="0_);[Red]\(0\)">
                  <c:v>17300</c:v>
                </c:pt>
                <c:pt idx="3795" formatCode="0_);[Red]\(0\)">
                  <c:v>17300</c:v>
                </c:pt>
                <c:pt idx="3796" formatCode="0_);[Red]\(0\)">
                  <c:v>17300</c:v>
                </c:pt>
                <c:pt idx="3797" formatCode="0_);[Red]\(0\)">
                  <c:v>17300</c:v>
                </c:pt>
                <c:pt idx="3798" formatCode="0_);[Red]\(0\)">
                  <c:v>17300</c:v>
                </c:pt>
                <c:pt idx="3799" formatCode="0_);[Red]\(0\)">
                  <c:v>17300</c:v>
                </c:pt>
                <c:pt idx="3800" formatCode="0_);[Red]\(0\)">
                  <c:v>17300</c:v>
                </c:pt>
                <c:pt idx="3801" formatCode="0_);[Red]\(0\)">
                  <c:v>17300</c:v>
                </c:pt>
                <c:pt idx="3802" formatCode="0_);[Red]\(0\)">
                  <c:v>17400</c:v>
                </c:pt>
                <c:pt idx="3803" formatCode="0_);[Red]\(0\)">
                  <c:v>17400</c:v>
                </c:pt>
                <c:pt idx="3804" formatCode="0_);[Red]\(0\)">
                  <c:v>17400</c:v>
                </c:pt>
                <c:pt idx="3805" formatCode="0_);[Red]\(0\)">
                  <c:v>17400</c:v>
                </c:pt>
                <c:pt idx="3806" formatCode="0_);[Red]\(0\)">
                  <c:v>17400</c:v>
                </c:pt>
                <c:pt idx="3807" formatCode="0_);[Red]\(0\)">
                  <c:v>17400</c:v>
                </c:pt>
                <c:pt idx="3808" formatCode="0_);[Red]\(0\)">
                  <c:v>17400</c:v>
                </c:pt>
                <c:pt idx="3809" formatCode="0_);[Red]\(0\)">
                  <c:v>17400</c:v>
                </c:pt>
                <c:pt idx="3810" formatCode="0_);[Red]\(0\)">
                  <c:v>17400</c:v>
                </c:pt>
                <c:pt idx="3811" formatCode="0_);[Red]\(0\)">
                  <c:v>17400</c:v>
                </c:pt>
                <c:pt idx="3812" formatCode="0_);[Red]\(0\)">
                  <c:v>17400</c:v>
                </c:pt>
                <c:pt idx="3813" formatCode="0_);[Red]\(0\)">
                  <c:v>17400</c:v>
                </c:pt>
                <c:pt idx="3814" formatCode="0_);[Red]\(0\)">
                  <c:v>17400</c:v>
                </c:pt>
                <c:pt idx="3815" formatCode="0_);[Red]\(0\)">
                  <c:v>17400</c:v>
                </c:pt>
                <c:pt idx="3816" formatCode="0_);[Red]\(0\)">
                  <c:v>17400</c:v>
                </c:pt>
                <c:pt idx="3817" formatCode="0_);[Red]\(0\)">
                  <c:v>17400</c:v>
                </c:pt>
                <c:pt idx="3818" formatCode="0_);[Red]\(0\)">
                  <c:v>17400</c:v>
                </c:pt>
                <c:pt idx="3819" formatCode="0_);[Red]\(0\)">
                  <c:v>17400</c:v>
                </c:pt>
                <c:pt idx="3820" formatCode="0_);[Red]\(0\)">
                  <c:v>17400</c:v>
                </c:pt>
                <c:pt idx="3821" formatCode="0_);[Red]\(0\)">
                  <c:v>17400</c:v>
                </c:pt>
                <c:pt idx="3822" formatCode="0_);[Red]\(0\)">
                  <c:v>17400</c:v>
                </c:pt>
                <c:pt idx="3823" formatCode="0_);[Red]\(0\)">
                  <c:v>17400</c:v>
                </c:pt>
                <c:pt idx="3824" formatCode="0_);[Red]\(0\)">
                  <c:v>17400</c:v>
                </c:pt>
                <c:pt idx="3825" formatCode="0_);[Red]\(0\)">
                  <c:v>17400</c:v>
                </c:pt>
                <c:pt idx="3826" formatCode="0_);[Red]\(0\)">
                  <c:v>17400</c:v>
                </c:pt>
                <c:pt idx="3827" formatCode="0_);[Red]\(0\)">
                  <c:v>17400</c:v>
                </c:pt>
                <c:pt idx="3828" formatCode="0_);[Red]\(0\)">
                  <c:v>17400</c:v>
                </c:pt>
                <c:pt idx="3829" formatCode="0_);[Red]\(0\)">
                  <c:v>17400</c:v>
                </c:pt>
                <c:pt idx="3830" formatCode="0_);[Red]\(0\)">
                  <c:v>17400</c:v>
                </c:pt>
                <c:pt idx="3831" formatCode="0_);[Red]\(0\)">
                  <c:v>17400</c:v>
                </c:pt>
                <c:pt idx="3832" formatCode="0_);[Red]\(0\)">
                  <c:v>17400</c:v>
                </c:pt>
                <c:pt idx="3833" formatCode="0_);[Red]\(0\)">
                  <c:v>17400</c:v>
                </c:pt>
                <c:pt idx="3834" formatCode="0_);[Red]\(0\)">
                  <c:v>17400</c:v>
                </c:pt>
                <c:pt idx="3835" formatCode="0_);[Red]\(0\)">
                  <c:v>17400</c:v>
                </c:pt>
                <c:pt idx="3836" formatCode="0_);[Red]\(0\)">
                  <c:v>17400</c:v>
                </c:pt>
                <c:pt idx="3837" formatCode="0_);[Red]\(0\)">
                  <c:v>17400</c:v>
                </c:pt>
                <c:pt idx="3838" formatCode="0_);[Red]\(0\)">
                  <c:v>17400</c:v>
                </c:pt>
                <c:pt idx="3839" formatCode="0_);[Red]\(0\)">
                  <c:v>17400</c:v>
                </c:pt>
                <c:pt idx="3840" formatCode="0_);[Red]\(0\)">
                  <c:v>17400</c:v>
                </c:pt>
                <c:pt idx="3841" formatCode="0_);[Red]\(0\)">
                  <c:v>17400</c:v>
                </c:pt>
                <c:pt idx="3842" formatCode="0_);[Red]\(0\)">
                  <c:v>17400</c:v>
                </c:pt>
                <c:pt idx="3843" formatCode="0_);[Red]\(0\)">
                  <c:v>17400</c:v>
                </c:pt>
                <c:pt idx="3844" formatCode="0_);[Red]\(0\)">
                  <c:v>17400</c:v>
                </c:pt>
                <c:pt idx="3845" formatCode="0_);[Red]\(0\)">
                  <c:v>17400</c:v>
                </c:pt>
                <c:pt idx="3846" formatCode="0_);[Red]\(0\)">
                  <c:v>17400</c:v>
                </c:pt>
                <c:pt idx="3847" formatCode="0_);[Red]\(0\)">
                  <c:v>17400</c:v>
                </c:pt>
                <c:pt idx="3848" formatCode="0_);[Red]\(0\)">
                  <c:v>17300</c:v>
                </c:pt>
                <c:pt idx="3849" formatCode="0_);[Red]\(0\)">
                  <c:v>17300</c:v>
                </c:pt>
                <c:pt idx="3850" formatCode="0_);[Red]\(0\)">
                  <c:v>17300</c:v>
                </c:pt>
                <c:pt idx="3851" formatCode="0_);[Red]\(0\)">
                  <c:v>17300</c:v>
                </c:pt>
                <c:pt idx="3852" formatCode="0_);[Red]\(0\)">
                  <c:v>17300</c:v>
                </c:pt>
                <c:pt idx="3853" formatCode="0_);[Red]\(0\)">
                  <c:v>17300</c:v>
                </c:pt>
                <c:pt idx="3854" formatCode="0_);[Red]\(0\)">
                  <c:v>17300</c:v>
                </c:pt>
                <c:pt idx="3855" formatCode="0_);[Red]\(0\)">
                  <c:v>17300</c:v>
                </c:pt>
                <c:pt idx="3856" formatCode="0_);[Red]\(0\)">
                  <c:v>17300</c:v>
                </c:pt>
                <c:pt idx="3857" formatCode="0_);[Red]\(0\)">
                  <c:v>17300</c:v>
                </c:pt>
                <c:pt idx="3858" formatCode="0_);[Red]\(0\)">
                  <c:v>17300</c:v>
                </c:pt>
                <c:pt idx="3859" formatCode="0_);[Red]\(0\)">
                  <c:v>17300</c:v>
                </c:pt>
                <c:pt idx="3860" formatCode="0_);[Red]\(0\)">
                  <c:v>17300</c:v>
                </c:pt>
                <c:pt idx="3861" formatCode="0_);[Red]\(0\)">
                  <c:v>17300</c:v>
                </c:pt>
                <c:pt idx="3862" formatCode="0_);[Red]\(0\)">
                  <c:v>17300</c:v>
                </c:pt>
                <c:pt idx="3863" formatCode="0_);[Red]\(0\)">
                  <c:v>17300</c:v>
                </c:pt>
                <c:pt idx="3864" formatCode="0_);[Red]\(0\)">
                  <c:v>17300</c:v>
                </c:pt>
                <c:pt idx="3865" formatCode="0_);[Red]\(0\)">
                  <c:v>17300</c:v>
                </c:pt>
                <c:pt idx="3866" formatCode="0_);[Red]\(0\)">
                  <c:v>17300</c:v>
                </c:pt>
                <c:pt idx="3867" formatCode="0_);[Red]\(0\)">
                  <c:v>17300</c:v>
                </c:pt>
                <c:pt idx="3868" formatCode="0_);[Red]\(0\)">
                  <c:v>17300</c:v>
                </c:pt>
                <c:pt idx="3869" formatCode="0_);[Red]\(0\)">
                  <c:v>17300</c:v>
                </c:pt>
                <c:pt idx="3870" formatCode="0_);[Red]\(0\)">
                  <c:v>17300</c:v>
                </c:pt>
                <c:pt idx="3871" formatCode="0_);[Red]\(0\)">
                  <c:v>17300</c:v>
                </c:pt>
                <c:pt idx="3872" formatCode="0_);[Red]\(0\)">
                  <c:v>17300</c:v>
                </c:pt>
                <c:pt idx="3873" formatCode="0_);[Red]\(0\)">
                  <c:v>17300</c:v>
                </c:pt>
                <c:pt idx="3874" formatCode="0_);[Red]\(0\)">
                  <c:v>17300</c:v>
                </c:pt>
                <c:pt idx="3875" formatCode="0_);[Red]\(0\)">
                  <c:v>17300</c:v>
                </c:pt>
                <c:pt idx="3876" formatCode="0_);[Red]\(0\)">
                  <c:v>17300</c:v>
                </c:pt>
                <c:pt idx="3877" formatCode="0_);[Red]\(0\)">
                  <c:v>17300</c:v>
                </c:pt>
                <c:pt idx="3878" formatCode="0_);[Red]\(0\)">
                  <c:v>17300</c:v>
                </c:pt>
                <c:pt idx="3879" formatCode="0_);[Red]\(0\)">
                  <c:v>17300</c:v>
                </c:pt>
                <c:pt idx="3880" formatCode="0_);[Red]\(0\)">
                  <c:v>17300</c:v>
                </c:pt>
                <c:pt idx="3881" formatCode="0_);[Red]\(0\)">
                  <c:v>17300</c:v>
                </c:pt>
                <c:pt idx="3882" formatCode="0_);[Red]\(0\)">
                  <c:v>17300</c:v>
                </c:pt>
                <c:pt idx="3883" formatCode="0_);[Red]\(0\)">
                  <c:v>17300</c:v>
                </c:pt>
                <c:pt idx="3884" formatCode="0_);[Red]\(0\)">
                  <c:v>17300</c:v>
                </c:pt>
                <c:pt idx="3885" formatCode="0_);[Red]\(0\)">
                  <c:v>17300</c:v>
                </c:pt>
                <c:pt idx="3886" formatCode="0_);[Red]\(0\)">
                  <c:v>17300</c:v>
                </c:pt>
                <c:pt idx="3887" formatCode="0_);[Red]\(0\)">
                  <c:v>17300</c:v>
                </c:pt>
                <c:pt idx="3888" formatCode="0_);[Red]\(0\)">
                  <c:v>17300</c:v>
                </c:pt>
                <c:pt idx="3889" formatCode="0_);[Red]\(0\)">
                  <c:v>17300</c:v>
                </c:pt>
                <c:pt idx="3890" formatCode="0_);[Red]\(0\)">
                  <c:v>17300</c:v>
                </c:pt>
                <c:pt idx="3891" formatCode="0_);[Red]\(0\)">
                  <c:v>17300</c:v>
                </c:pt>
                <c:pt idx="3892" formatCode="0_);[Red]\(0\)">
                  <c:v>17300</c:v>
                </c:pt>
                <c:pt idx="3893" formatCode="0_);[Red]\(0\)">
                  <c:v>17400</c:v>
                </c:pt>
                <c:pt idx="3894" formatCode="0_);[Red]\(0\)">
                  <c:v>17400</c:v>
                </c:pt>
                <c:pt idx="3895" formatCode="0_);[Red]\(0\)">
                  <c:v>17600</c:v>
                </c:pt>
                <c:pt idx="3896" formatCode="0_);[Red]\(0\)">
                  <c:v>17600</c:v>
                </c:pt>
                <c:pt idx="3897" formatCode="0_);[Red]\(0\)">
                  <c:v>17600</c:v>
                </c:pt>
                <c:pt idx="3898" formatCode="0_);[Red]\(0\)">
                  <c:v>17600</c:v>
                </c:pt>
                <c:pt idx="3899" formatCode="0_);[Red]\(0\)">
                  <c:v>17600</c:v>
                </c:pt>
                <c:pt idx="3900" formatCode="0_);[Red]\(0\)">
                  <c:v>17600</c:v>
                </c:pt>
                <c:pt idx="3901" formatCode="0_);[Red]\(0\)">
                  <c:v>18000</c:v>
                </c:pt>
                <c:pt idx="3902" formatCode="0_);[Red]\(0\)">
                  <c:v>18000</c:v>
                </c:pt>
                <c:pt idx="3903" formatCode="0_);[Red]\(0\)">
                  <c:v>18000</c:v>
                </c:pt>
                <c:pt idx="3904" formatCode="0_);[Red]\(0\)">
                  <c:v>18500</c:v>
                </c:pt>
                <c:pt idx="3905" formatCode="0_);[Red]\(0\)">
                  <c:v>18500</c:v>
                </c:pt>
                <c:pt idx="3906" formatCode="0_);[Red]\(0\)">
                  <c:v>18500</c:v>
                </c:pt>
                <c:pt idx="3907" formatCode="0_);[Red]\(0\)">
                  <c:v>18000</c:v>
                </c:pt>
                <c:pt idx="3908" formatCode="0_);[Red]\(0\)">
                  <c:v>18000</c:v>
                </c:pt>
                <c:pt idx="3909" formatCode="0_);[Red]\(0\)">
                  <c:v>18000</c:v>
                </c:pt>
                <c:pt idx="3910" formatCode="0_);[Red]\(0\)">
                  <c:v>18000</c:v>
                </c:pt>
                <c:pt idx="3911" formatCode="0_);[Red]\(0\)">
                  <c:v>18000</c:v>
                </c:pt>
                <c:pt idx="3912" formatCode="0_);[Red]\(0\)">
                  <c:v>18000</c:v>
                </c:pt>
                <c:pt idx="3913" formatCode="0_);[Red]\(0\)">
                  <c:v>18000</c:v>
                </c:pt>
                <c:pt idx="3914" formatCode="0_);[Red]\(0\)">
                  <c:v>18500</c:v>
                </c:pt>
                <c:pt idx="3915" formatCode="0_);[Red]\(0\)">
                  <c:v>18500</c:v>
                </c:pt>
                <c:pt idx="3916" formatCode="0_);[Red]\(0\)">
                  <c:v>18500</c:v>
                </c:pt>
                <c:pt idx="3917" formatCode="0_);[Red]\(0\)">
                  <c:v>18500</c:v>
                </c:pt>
                <c:pt idx="3918" formatCode="0_);[Red]\(0\)">
                  <c:v>18500</c:v>
                </c:pt>
                <c:pt idx="3919" formatCode="0_);[Red]\(0\)">
                  <c:v>18500</c:v>
                </c:pt>
                <c:pt idx="3920" formatCode="0_);[Red]\(0\)">
                  <c:v>18500</c:v>
                </c:pt>
                <c:pt idx="3921" formatCode="0_);[Red]\(0\)">
                  <c:v>18500</c:v>
                </c:pt>
                <c:pt idx="3922" formatCode="0_);[Red]\(0\)">
                  <c:v>18500</c:v>
                </c:pt>
                <c:pt idx="3923" formatCode="0_);[Red]\(0\)">
                  <c:v>18500</c:v>
                </c:pt>
                <c:pt idx="3924" formatCode="0_);[Red]\(0\)">
                  <c:v>18500</c:v>
                </c:pt>
                <c:pt idx="3925" formatCode="0_);[Red]\(0\)">
                  <c:v>18800</c:v>
                </c:pt>
                <c:pt idx="3926" formatCode="0_);[Red]\(0\)">
                  <c:v>18800</c:v>
                </c:pt>
                <c:pt idx="3927" formatCode="0_);[Red]\(0\)">
                  <c:v>18800</c:v>
                </c:pt>
                <c:pt idx="3928" formatCode="0_);[Red]\(0\)">
                  <c:v>18800</c:v>
                </c:pt>
                <c:pt idx="3929" formatCode="0_);[Red]\(0\)">
                  <c:v>18800</c:v>
                </c:pt>
                <c:pt idx="3930" formatCode="0_);[Red]\(0\)">
                  <c:v>18800</c:v>
                </c:pt>
                <c:pt idx="3931" formatCode="0_);[Red]\(0\)">
                  <c:v>18800</c:v>
                </c:pt>
                <c:pt idx="3932" formatCode="0_);[Red]\(0\)">
                  <c:v>18800</c:v>
                </c:pt>
                <c:pt idx="3933" formatCode="0_);[Red]\(0\)">
                  <c:v>18800</c:v>
                </c:pt>
                <c:pt idx="3934" formatCode="0_);[Red]\(0\)">
                  <c:v>18800</c:v>
                </c:pt>
                <c:pt idx="3935" formatCode="0_);[Red]\(0\)">
                  <c:v>18800</c:v>
                </c:pt>
                <c:pt idx="3936" formatCode="0_);[Red]\(0\)">
                  <c:v>19300</c:v>
                </c:pt>
                <c:pt idx="3937" formatCode="0_);[Red]\(0\)">
                  <c:v>19300</c:v>
                </c:pt>
                <c:pt idx="3938" formatCode="0_);[Red]\(0\)">
                  <c:v>19300</c:v>
                </c:pt>
                <c:pt idx="3939" formatCode="0_);[Red]\(0\)">
                  <c:v>19300</c:v>
                </c:pt>
                <c:pt idx="3940" formatCode="0_);[Red]\(0\)">
                  <c:v>19300</c:v>
                </c:pt>
                <c:pt idx="3941" formatCode="0_);[Red]\(0\)">
                  <c:v>19300</c:v>
                </c:pt>
                <c:pt idx="3942" formatCode="0_);[Red]\(0\)">
                  <c:v>19300</c:v>
                </c:pt>
                <c:pt idx="3943" formatCode="0_);[Red]\(0\)">
                  <c:v>19300</c:v>
                </c:pt>
                <c:pt idx="3944" formatCode="0_);[Red]\(0\)">
                  <c:v>19300</c:v>
                </c:pt>
                <c:pt idx="3945" formatCode="0_);[Red]\(0\)">
                  <c:v>19300</c:v>
                </c:pt>
                <c:pt idx="3946" formatCode="0_);[Red]\(0\)">
                  <c:v>19300</c:v>
                </c:pt>
                <c:pt idx="3947" formatCode="0_);[Red]\(0\)">
                  <c:v>19300</c:v>
                </c:pt>
                <c:pt idx="3948" formatCode="0_);[Red]\(0\)">
                  <c:v>19300</c:v>
                </c:pt>
                <c:pt idx="3949" formatCode="0_);[Red]\(0\)">
                  <c:v>19600</c:v>
                </c:pt>
                <c:pt idx="3950" formatCode="0_);[Red]\(0\)">
                  <c:v>20000</c:v>
                </c:pt>
                <c:pt idx="3951" formatCode="0_);[Red]\(0\)">
                  <c:v>20000</c:v>
                </c:pt>
                <c:pt idx="3952" formatCode="0_);[Red]\(0\)">
                  <c:v>20500</c:v>
                </c:pt>
                <c:pt idx="3953" formatCode="0_);[Red]\(0\)">
                  <c:v>20500</c:v>
                </c:pt>
                <c:pt idx="3954" formatCode="0_);[Red]\(0\)">
                  <c:v>20500</c:v>
                </c:pt>
                <c:pt idx="3955" formatCode="0_);[Red]\(0\)">
                  <c:v>20500</c:v>
                </c:pt>
                <c:pt idx="3956" formatCode="0_);[Red]\(0\)">
                  <c:v>20500</c:v>
                </c:pt>
                <c:pt idx="3957" formatCode="0_);[Red]\(0\)">
                  <c:v>20500</c:v>
                </c:pt>
                <c:pt idx="3958" formatCode="0_);[Red]\(0\)">
                  <c:v>20500</c:v>
                </c:pt>
                <c:pt idx="3959" formatCode="0_);[Red]\(0\)">
                  <c:v>20500</c:v>
                </c:pt>
                <c:pt idx="3960" formatCode="0_);[Red]\(0\)">
                  <c:v>20500</c:v>
                </c:pt>
                <c:pt idx="3961" formatCode="0_);[Red]\(0\)">
                  <c:v>20500</c:v>
                </c:pt>
                <c:pt idx="3962" formatCode="0_);[Red]\(0\)">
                  <c:v>20500</c:v>
                </c:pt>
                <c:pt idx="3963" formatCode="0_);[Red]\(0\)">
                  <c:v>20500</c:v>
                </c:pt>
                <c:pt idx="3964" formatCode="0_);[Red]\(0\)">
                  <c:v>20500</c:v>
                </c:pt>
                <c:pt idx="3965" formatCode="0_);[Red]\(0\)">
                  <c:v>20500</c:v>
                </c:pt>
                <c:pt idx="3966" formatCode="0_);[Red]\(0\)">
                  <c:v>20500</c:v>
                </c:pt>
                <c:pt idx="3967" formatCode="0_);[Red]\(0\)">
                  <c:v>20500</c:v>
                </c:pt>
                <c:pt idx="3968" formatCode="0_);[Red]\(0\)">
                  <c:v>20500</c:v>
                </c:pt>
                <c:pt idx="3969" formatCode="0_);[Red]\(0\)">
                  <c:v>20500</c:v>
                </c:pt>
                <c:pt idx="3970" formatCode="0_);[Red]\(0\)">
                  <c:v>21000</c:v>
                </c:pt>
                <c:pt idx="3971" formatCode="0_);[Red]\(0\)">
                  <c:v>21000</c:v>
                </c:pt>
                <c:pt idx="3972" formatCode="0_);[Red]\(0\)">
                  <c:v>21000</c:v>
                </c:pt>
                <c:pt idx="3973" formatCode="0_);[Red]\(0\)">
                  <c:v>21500</c:v>
                </c:pt>
                <c:pt idx="3974" formatCode="0_);[Red]\(0\)">
                  <c:v>21500</c:v>
                </c:pt>
                <c:pt idx="3975" formatCode="0_);[Red]\(0\)">
                  <c:v>21500</c:v>
                </c:pt>
                <c:pt idx="3976" formatCode="0_);[Red]\(0\)">
                  <c:v>21500</c:v>
                </c:pt>
                <c:pt idx="3977" formatCode="0_);[Red]\(0\)">
                  <c:v>22200</c:v>
                </c:pt>
                <c:pt idx="3978" formatCode="0_);[Red]\(0\)">
                  <c:v>22200</c:v>
                </c:pt>
                <c:pt idx="3979" formatCode="0_);[Red]\(0\)">
                  <c:v>22500</c:v>
                </c:pt>
                <c:pt idx="3980" formatCode="0_);[Red]\(0\)">
                  <c:v>22500</c:v>
                </c:pt>
                <c:pt idx="3981" formatCode="0_);[Red]\(0\)">
                  <c:v>22500</c:v>
                </c:pt>
                <c:pt idx="3982" formatCode="0_);[Red]\(0\)">
                  <c:v>22500</c:v>
                </c:pt>
                <c:pt idx="3983" formatCode="0_);[Red]\(0\)">
                  <c:v>22500</c:v>
                </c:pt>
                <c:pt idx="3984" formatCode="0_);[Red]\(0\)">
                  <c:v>23200</c:v>
                </c:pt>
                <c:pt idx="3985" formatCode="0_);[Red]\(0\)">
                  <c:v>24000</c:v>
                </c:pt>
                <c:pt idx="3986" formatCode="0_);[Red]\(0\)">
                  <c:v>24000</c:v>
                </c:pt>
                <c:pt idx="3987" formatCode="0_);[Red]\(0\)">
                  <c:v>24000</c:v>
                </c:pt>
                <c:pt idx="3988" formatCode="0_);[Red]\(0\)">
                  <c:v>24000</c:v>
                </c:pt>
                <c:pt idx="3989" formatCode="0_);[Red]\(0\)">
                  <c:v>24000</c:v>
                </c:pt>
                <c:pt idx="3990" formatCode="0_);[Red]\(0\)">
                  <c:v>24000</c:v>
                </c:pt>
                <c:pt idx="3991" formatCode="0_);[Red]\(0\)">
                  <c:v>24000</c:v>
                </c:pt>
                <c:pt idx="3992" formatCode="0_);[Red]\(0\)">
                  <c:v>24000</c:v>
                </c:pt>
                <c:pt idx="3993" formatCode="0_);[Red]\(0\)">
                  <c:v>24000</c:v>
                </c:pt>
                <c:pt idx="3994" formatCode="0_);[Red]\(0\)">
                  <c:v>24000</c:v>
                </c:pt>
                <c:pt idx="3995" formatCode="0_);[Red]\(0\)">
                  <c:v>24000</c:v>
                </c:pt>
                <c:pt idx="3996" formatCode="0_);[Red]\(0\)">
                  <c:v>24000</c:v>
                </c:pt>
                <c:pt idx="3997" formatCode="0_);[Red]\(0\)">
                  <c:v>24000</c:v>
                </c:pt>
                <c:pt idx="3998" formatCode="0_);[Red]\(0\)">
                  <c:v>24000</c:v>
                </c:pt>
                <c:pt idx="3999" formatCode="0_);[Red]\(0\)">
                  <c:v>24000</c:v>
                </c:pt>
                <c:pt idx="4000" formatCode="0_);[Red]\(0\)">
                  <c:v>24000</c:v>
                </c:pt>
                <c:pt idx="4001" formatCode="0_);[Red]\(0\)">
                  <c:v>25000</c:v>
                </c:pt>
                <c:pt idx="4002" formatCode="0_);[Red]\(0\)">
                  <c:v>25000</c:v>
                </c:pt>
                <c:pt idx="4003" formatCode="0_);[Red]\(0\)">
                  <c:v>25000</c:v>
                </c:pt>
                <c:pt idx="4004" formatCode="0_);[Red]\(0\)">
                  <c:v>25000</c:v>
                </c:pt>
                <c:pt idx="4005" formatCode="0_);[Red]\(0\)">
                  <c:v>25000</c:v>
                </c:pt>
                <c:pt idx="4006" formatCode="0_);[Red]\(0\)">
                  <c:v>25000</c:v>
                </c:pt>
                <c:pt idx="4007" formatCode="0_);[Red]\(0\)">
                  <c:v>25000</c:v>
                </c:pt>
                <c:pt idx="4008" formatCode="0_);[Red]\(0\)">
                  <c:v>25000</c:v>
                </c:pt>
                <c:pt idx="4009" formatCode="0_);[Red]\(0\)">
                  <c:v>25000</c:v>
                </c:pt>
                <c:pt idx="4010" formatCode="0_);[Red]\(0\)">
                  <c:v>25000</c:v>
                </c:pt>
                <c:pt idx="4011" formatCode="0_);[Red]\(0\)">
                  <c:v>25000</c:v>
                </c:pt>
                <c:pt idx="4012" formatCode="0_);[Red]\(0\)">
                  <c:v>25000</c:v>
                </c:pt>
                <c:pt idx="4013" formatCode="0_);[Red]\(0\)">
                  <c:v>25000</c:v>
                </c:pt>
                <c:pt idx="4014" formatCode="0_);[Red]\(0\)">
                  <c:v>25000</c:v>
                </c:pt>
                <c:pt idx="4015" formatCode="0_);[Red]\(0\)">
                  <c:v>25000</c:v>
                </c:pt>
                <c:pt idx="4016" formatCode="0_);[Red]\(0\)">
                  <c:v>25000</c:v>
                </c:pt>
                <c:pt idx="4017" formatCode="0_);[Red]\(0\)">
                  <c:v>25000</c:v>
                </c:pt>
                <c:pt idx="4018" formatCode="0_);[Red]\(0\)">
                  <c:v>25000</c:v>
                </c:pt>
                <c:pt idx="4019" formatCode="0_);[Red]\(0\)">
                  <c:v>25000</c:v>
                </c:pt>
                <c:pt idx="4020" formatCode="0_);[Red]\(0\)">
                  <c:v>25000</c:v>
                </c:pt>
                <c:pt idx="4021" formatCode="0_);[Red]\(0\)">
                  <c:v>25000</c:v>
                </c:pt>
                <c:pt idx="4022" formatCode="0_);[Red]\(0\)">
                  <c:v>25000</c:v>
                </c:pt>
                <c:pt idx="4023" formatCode="0_);[Red]\(0\)">
                  <c:v>25000</c:v>
                </c:pt>
                <c:pt idx="4024" formatCode="0_);[Red]\(0\)">
                  <c:v>25000</c:v>
                </c:pt>
                <c:pt idx="4025" formatCode="0_);[Red]\(0\)">
                  <c:v>25000</c:v>
                </c:pt>
                <c:pt idx="4026" formatCode="0_);[Red]\(0\)">
                  <c:v>25000</c:v>
                </c:pt>
                <c:pt idx="4027" formatCode="0_);[Red]\(0\)">
                  <c:v>25000</c:v>
                </c:pt>
                <c:pt idx="4028" formatCode="0_);[Red]\(0\)">
                  <c:v>25000</c:v>
                </c:pt>
                <c:pt idx="4029" formatCode="0_);[Red]\(0\)">
                  <c:v>25000</c:v>
                </c:pt>
                <c:pt idx="4030" formatCode="0_);[Red]\(0\)">
                  <c:v>25000</c:v>
                </c:pt>
                <c:pt idx="4031" formatCode="0_);[Red]\(0\)">
                  <c:v>25000</c:v>
                </c:pt>
                <c:pt idx="4032" formatCode="0_);[Red]\(0\)">
                  <c:v>25000</c:v>
                </c:pt>
                <c:pt idx="4033" formatCode="0_);[Red]\(0\)">
                  <c:v>25200</c:v>
                </c:pt>
                <c:pt idx="4034" formatCode="0_);[Red]\(0\)">
                  <c:v>25200</c:v>
                </c:pt>
                <c:pt idx="4035" formatCode="0_);[Red]\(0\)">
                  <c:v>25200</c:v>
                </c:pt>
                <c:pt idx="4036" formatCode="0_);[Red]\(0\)">
                  <c:v>25200</c:v>
                </c:pt>
                <c:pt idx="4037" formatCode="0_);[Red]\(0\)">
                  <c:v>25200</c:v>
                </c:pt>
                <c:pt idx="4038" formatCode="0_);[Red]\(0\)">
                  <c:v>25200</c:v>
                </c:pt>
                <c:pt idx="4039" formatCode="0_);[Red]\(0\)">
                  <c:v>25200</c:v>
                </c:pt>
                <c:pt idx="4040" formatCode="0_);[Red]\(0\)">
                  <c:v>25200</c:v>
                </c:pt>
                <c:pt idx="4041" formatCode="0_);[Red]\(0\)">
                  <c:v>25200</c:v>
                </c:pt>
                <c:pt idx="4042" formatCode="0_);[Red]\(0\)">
                  <c:v>25200</c:v>
                </c:pt>
                <c:pt idx="4043" formatCode="0_);[Red]\(0\)">
                  <c:v>25200</c:v>
                </c:pt>
                <c:pt idx="4044" formatCode="0_);[Red]\(0\)">
                  <c:v>25200</c:v>
                </c:pt>
                <c:pt idx="4045" formatCode="0_);[Red]\(0\)">
                  <c:v>25200</c:v>
                </c:pt>
                <c:pt idx="4046" formatCode="0_);[Red]\(0\)">
                  <c:v>25200</c:v>
                </c:pt>
                <c:pt idx="4047" formatCode="0_);[Red]\(0\)">
                  <c:v>25200</c:v>
                </c:pt>
                <c:pt idx="4048" formatCode="0_);[Red]\(0\)">
                  <c:v>25200</c:v>
                </c:pt>
                <c:pt idx="4049" formatCode="0_);[Red]\(0\)">
                  <c:v>25200</c:v>
                </c:pt>
                <c:pt idx="4050" formatCode="0_);[Red]\(0\)">
                  <c:v>25200</c:v>
                </c:pt>
                <c:pt idx="4051" formatCode="0_);[Red]\(0\)">
                  <c:v>25200</c:v>
                </c:pt>
                <c:pt idx="4052" formatCode="0_);[Red]\(0\)">
                  <c:v>25200</c:v>
                </c:pt>
                <c:pt idx="4053" formatCode="0_);[Red]\(0\)">
                  <c:v>25200</c:v>
                </c:pt>
                <c:pt idx="4054" formatCode="0_);[Red]\(0\)">
                  <c:v>24950</c:v>
                </c:pt>
                <c:pt idx="4055" formatCode="0_);[Red]\(0\)">
                  <c:v>24950</c:v>
                </c:pt>
                <c:pt idx="4056" formatCode="0_);[Red]\(0\)">
                  <c:v>24950</c:v>
                </c:pt>
                <c:pt idx="4057" formatCode="0_);[Red]\(0\)">
                  <c:v>24550</c:v>
                </c:pt>
                <c:pt idx="4058" formatCode="0_);[Red]\(0\)">
                  <c:v>24550</c:v>
                </c:pt>
                <c:pt idx="4059" formatCode="0_);[Red]\(0\)">
                  <c:v>24550</c:v>
                </c:pt>
                <c:pt idx="4060" formatCode="0_);[Red]\(0\)">
                  <c:v>24550</c:v>
                </c:pt>
                <c:pt idx="4061" formatCode="0_);[Red]\(0\)">
                  <c:v>24550</c:v>
                </c:pt>
                <c:pt idx="4062" formatCode="0_);[Red]\(0\)">
                  <c:v>24550</c:v>
                </c:pt>
                <c:pt idx="4063" formatCode="0_);[Red]\(0\)">
                  <c:v>24550</c:v>
                </c:pt>
                <c:pt idx="4064" formatCode="0_);[Red]\(0\)">
                  <c:v>24550</c:v>
                </c:pt>
                <c:pt idx="4065" formatCode="0_);[Red]\(0\)">
                  <c:v>24550</c:v>
                </c:pt>
                <c:pt idx="4066" formatCode="0_);[Red]\(0\)">
                  <c:v>24550</c:v>
                </c:pt>
                <c:pt idx="4067" formatCode="0_);[Red]\(0\)">
                  <c:v>24550</c:v>
                </c:pt>
                <c:pt idx="4068" formatCode="0_);[Red]\(0\)">
                  <c:v>24550</c:v>
                </c:pt>
                <c:pt idx="4069" formatCode="0_);[Red]\(0\)">
                  <c:v>24550</c:v>
                </c:pt>
                <c:pt idx="4070" formatCode="0_);[Red]\(0\)">
                  <c:v>24550</c:v>
                </c:pt>
                <c:pt idx="4071" formatCode="0_);[Red]\(0\)">
                  <c:v>24300</c:v>
                </c:pt>
                <c:pt idx="4072" formatCode="0_);[Red]\(0\)">
                  <c:v>24300</c:v>
                </c:pt>
                <c:pt idx="4073" formatCode="0_);[Red]\(0\)">
                  <c:v>24300</c:v>
                </c:pt>
                <c:pt idx="4074" formatCode="0_);[Red]\(0\)">
                  <c:v>24300</c:v>
                </c:pt>
                <c:pt idx="4075" formatCode="0_);[Red]\(0\)">
                  <c:v>24200</c:v>
                </c:pt>
                <c:pt idx="4076" formatCode="0_);[Red]\(0\)">
                  <c:v>24200</c:v>
                </c:pt>
                <c:pt idx="4077" formatCode="0_);[Red]\(0\)">
                  <c:v>23800</c:v>
                </c:pt>
                <c:pt idx="4078" formatCode="0_);[Red]\(0\)">
                  <c:v>23700</c:v>
                </c:pt>
                <c:pt idx="4079" formatCode="0_);[Red]\(0\)">
                  <c:v>23700</c:v>
                </c:pt>
                <c:pt idx="4080" formatCode="0_);[Red]\(0\)">
                  <c:v>23700</c:v>
                </c:pt>
                <c:pt idx="4081" formatCode="0_);[Red]\(0\)">
                  <c:v>23700</c:v>
                </c:pt>
                <c:pt idx="4082" formatCode="0_);[Red]\(0\)">
                  <c:v>23650</c:v>
                </c:pt>
                <c:pt idx="4083" formatCode="0_);[Red]\(0\)">
                  <c:v>23650</c:v>
                </c:pt>
                <c:pt idx="4084" formatCode="0_);[Red]\(0\)">
                  <c:v>23650</c:v>
                </c:pt>
                <c:pt idx="4085" formatCode="0_);[Red]\(0\)">
                  <c:v>23650</c:v>
                </c:pt>
                <c:pt idx="4086" formatCode="0_);[Red]\(0\)">
                  <c:v>23650</c:v>
                </c:pt>
                <c:pt idx="4087" formatCode="0_);[Red]\(0\)">
                  <c:v>23650</c:v>
                </c:pt>
                <c:pt idx="4088" formatCode="0_);[Red]\(0\)">
                  <c:v>23650</c:v>
                </c:pt>
                <c:pt idx="4089" formatCode="0_);[Red]\(0\)">
                  <c:v>23100</c:v>
                </c:pt>
                <c:pt idx="4090" formatCode="0_);[Red]\(0\)">
                  <c:v>23000</c:v>
                </c:pt>
                <c:pt idx="4091" formatCode="0_);[Red]\(0\)">
                  <c:v>23000</c:v>
                </c:pt>
                <c:pt idx="4092" formatCode="0_);[Red]\(0\)">
                  <c:v>23000</c:v>
                </c:pt>
                <c:pt idx="4093" formatCode="0_);[Red]\(0\)">
                  <c:v>23000</c:v>
                </c:pt>
                <c:pt idx="4094" formatCode="0_);[Red]\(0\)">
                  <c:v>23000</c:v>
                </c:pt>
                <c:pt idx="4095" formatCode="0_);[Red]\(0\)">
                  <c:v>23000</c:v>
                </c:pt>
                <c:pt idx="4096" formatCode="0_);[Red]\(0\)">
                  <c:v>22600</c:v>
                </c:pt>
                <c:pt idx="4097" formatCode="0_);[Red]\(0\)">
                  <c:v>22600</c:v>
                </c:pt>
                <c:pt idx="4098" formatCode="0_);[Red]\(0\)">
                  <c:v>22600</c:v>
                </c:pt>
                <c:pt idx="4099" formatCode="0_);[Red]\(0\)">
                  <c:v>22600</c:v>
                </c:pt>
                <c:pt idx="4100" formatCode="0_);[Red]\(0\)">
                  <c:v>22600</c:v>
                </c:pt>
                <c:pt idx="4101" formatCode="0_);[Red]\(0\)">
                  <c:v>22600</c:v>
                </c:pt>
                <c:pt idx="4102" formatCode="0_);[Red]\(0\)">
                  <c:v>22600</c:v>
                </c:pt>
                <c:pt idx="4103" formatCode="0_);[Red]\(0\)">
                  <c:v>22600</c:v>
                </c:pt>
                <c:pt idx="4104" formatCode="0_);[Red]\(0\)">
                  <c:v>22600</c:v>
                </c:pt>
                <c:pt idx="4105" formatCode="0_);[Red]\(0\)">
                  <c:v>22200</c:v>
                </c:pt>
                <c:pt idx="4106" formatCode="0_);[Red]\(0\)">
                  <c:v>22200</c:v>
                </c:pt>
                <c:pt idx="4107" formatCode="0_);[Red]\(0\)">
                  <c:v>22200</c:v>
                </c:pt>
                <c:pt idx="4108" formatCode="0_);[Red]\(0\)">
                  <c:v>22200</c:v>
                </c:pt>
                <c:pt idx="4109" formatCode="0_);[Red]\(0\)">
                  <c:v>22200</c:v>
                </c:pt>
                <c:pt idx="4110" formatCode="0_);[Red]\(0\)">
                  <c:v>22200</c:v>
                </c:pt>
                <c:pt idx="4111" formatCode="0_);[Red]\(0\)">
                  <c:v>22200</c:v>
                </c:pt>
                <c:pt idx="4112" formatCode="0_);[Red]\(0\)">
                  <c:v>22200</c:v>
                </c:pt>
                <c:pt idx="4113" formatCode="0_);[Red]\(0\)">
                  <c:v>22200</c:v>
                </c:pt>
                <c:pt idx="4114" formatCode="0_);[Red]\(0\)">
                  <c:v>22200</c:v>
                </c:pt>
                <c:pt idx="4115" formatCode="0_);[Red]\(0\)">
                  <c:v>22200</c:v>
                </c:pt>
                <c:pt idx="4116" formatCode="0_);[Red]\(0\)">
                  <c:v>22200</c:v>
                </c:pt>
                <c:pt idx="4117" formatCode="0_);[Red]\(0\)">
                  <c:v>21400</c:v>
                </c:pt>
                <c:pt idx="4118" formatCode="0_);[Red]\(0\)">
                  <c:v>21400</c:v>
                </c:pt>
                <c:pt idx="4119" formatCode="0_);[Red]\(0\)">
                  <c:v>21400</c:v>
                </c:pt>
                <c:pt idx="4120" formatCode="0_);[Red]\(0\)">
                  <c:v>21400</c:v>
                </c:pt>
                <c:pt idx="4121" formatCode="0_);[Red]\(0\)">
                  <c:v>21400</c:v>
                </c:pt>
                <c:pt idx="4122" formatCode="0_);[Red]\(0\)">
                  <c:v>21400</c:v>
                </c:pt>
                <c:pt idx="4123" formatCode="0_);[Red]\(0\)">
                  <c:v>21400</c:v>
                </c:pt>
                <c:pt idx="4124" formatCode="0_);[Red]\(0\)">
                  <c:v>21400</c:v>
                </c:pt>
                <c:pt idx="4125" formatCode="0_);[Red]\(0\)">
                  <c:v>21400</c:v>
                </c:pt>
                <c:pt idx="4126" formatCode="0_);[Red]\(0\)">
                  <c:v>21400</c:v>
                </c:pt>
                <c:pt idx="4127" formatCode="0_);[Red]\(0\)">
                  <c:v>21400</c:v>
                </c:pt>
                <c:pt idx="4128" formatCode="0_);[Red]\(0\)">
                  <c:v>21400</c:v>
                </c:pt>
                <c:pt idx="4129" formatCode="0_);[Red]\(0\)">
                  <c:v>21400</c:v>
                </c:pt>
                <c:pt idx="4130" formatCode="0_);[Red]\(0\)">
                  <c:v>21400</c:v>
                </c:pt>
                <c:pt idx="4131" formatCode="0_);[Red]\(0\)">
                  <c:v>21700</c:v>
                </c:pt>
                <c:pt idx="4132" formatCode="0_);[Red]\(0\)">
                  <c:v>21700</c:v>
                </c:pt>
                <c:pt idx="4133" formatCode="0_);[Red]\(0\)">
                  <c:v>21700</c:v>
                </c:pt>
                <c:pt idx="4134" formatCode="0_);[Red]\(0\)">
                  <c:v>21700</c:v>
                </c:pt>
                <c:pt idx="4135" formatCode="0_);[Red]\(0\)">
                  <c:v>21700</c:v>
                </c:pt>
                <c:pt idx="4136" formatCode="0_);[Red]\(0\)">
                  <c:v>21700</c:v>
                </c:pt>
                <c:pt idx="4137" formatCode="0_);[Red]\(0\)">
                  <c:v>21700</c:v>
                </c:pt>
                <c:pt idx="4138" formatCode="0_);[Red]\(0\)">
                  <c:v>21700</c:v>
                </c:pt>
                <c:pt idx="4139" formatCode="0_);[Red]\(0\)">
                  <c:v>21700</c:v>
                </c:pt>
                <c:pt idx="4140" formatCode="0_);[Red]\(0\)">
                  <c:v>21700</c:v>
                </c:pt>
                <c:pt idx="4141" formatCode="0_);[Red]\(0\)">
                  <c:v>21700</c:v>
                </c:pt>
                <c:pt idx="4142" formatCode="0_);[Red]\(0\)">
                  <c:v>21500</c:v>
                </c:pt>
                <c:pt idx="4143" formatCode="0_);[Red]\(0\)">
                  <c:v>21500</c:v>
                </c:pt>
                <c:pt idx="4144" formatCode="0_);[Red]\(0\)">
                  <c:v>21500</c:v>
                </c:pt>
                <c:pt idx="4145" formatCode="0_);[Red]\(0\)">
                  <c:v>21700</c:v>
                </c:pt>
                <c:pt idx="4146" formatCode="0_);[Red]\(0\)">
                  <c:v>21700</c:v>
                </c:pt>
                <c:pt idx="4147" formatCode="0_);[Red]\(0\)">
                  <c:v>21450</c:v>
                </c:pt>
                <c:pt idx="4148" formatCode="0_);[Red]\(0\)">
                  <c:v>21450</c:v>
                </c:pt>
                <c:pt idx="4149" formatCode="0_);[Red]\(0\)">
                  <c:v>21450</c:v>
                </c:pt>
                <c:pt idx="4150" formatCode="0_);[Red]\(0\)">
                  <c:v>21450</c:v>
                </c:pt>
                <c:pt idx="4151" formatCode="0_);[Red]\(0\)">
                  <c:v>21450</c:v>
                </c:pt>
                <c:pt idx="4152" formatCode="0_);[Red]\(0\)">
                  <c:v>21450</c:v>
                </c:pt>
                <c:pt idx="4153" formatCode="0_);[Red]\(0\)">
                  <c:v>21450</c:v>
                </c:pt>
                <c:pt idx="4154" formatCode="0_);[Red]\(0\)">
                  <c:v>21450</c:v>
                </c:pt>
                <c:pt idx="4155" formatCode="0_);[Red]\(0\)">
                  <c:v>21450</c:v>
                </c:pt>
                <c:pt idx="4156" formatCode="0_);[Red]\(0\)">
                  <c:v>21150</c:v>
                </c:pt>
                <c:pt idx="4157" formatCode="0_);[Red]\(0\)">
                  <c:v>21150</c:v>
                </c:pt>
                <c:pt idx="4158" formatCode="0_);[Red]\(0\)">
                  <c:v>21150</c:v>
                </c:pt>
                <c:pt idx="4159" formatCode="0_);[Red]\(0\)">
                  <c:v>21140</c:v>
                </c:pt>
                <c:pt idx="4160" formatCode="0_);[Red]\(0\)">
                  <c:v>21100</c:v>
                </c:pt>
                <c:pt idx="4161" formatCode="0_);[Red]\(0\)">
                  <c:v>21100</c:v>
                </c:pt>
                <c:pt idx="4162" formatCode="0_);[Red]\(0\)">
                  <c:v>21100</c:v>
                </c:pt>
                <c:pt idx="4163" formatCode="0_);[Red]\(0\)">
                  <c:v>21100</c:v>
                </c:pt>
                <c:pt idx="4164" formatCode="0_);[Red]\(0\)">
                  <c:v>21100</c:v>
                </c:pt>
                <c:pt idx="4165" formatCode="0_);[Red]\(0\)">
                  <c:v>21100</c:v>
                </c:pt>
                <c:pt idx="4166" formatCode="0_);[Red]\(0\)">
                  <c:v>21100</c:v>
                </c:pt>
                <c:pt idx="4167" formatCode="0_);[Red]\(0\)">
                  <c:v>21100</c:v>
                </c:pt>
                <c:pt idx="4168" formatCode="0_);[Red]\(0\)">
                  <c:v>21100</c:v>
                </c:pt>
                <c:pt idx="4169" formatCode="0_);[Red]\(0\)">
                  <c:v>21100</c:v>
                </c:pt>
                <c:pt idx="4170" formatCode="0_);[Red]\(0\)">
                  <c:v>20400</c:v>
                </c:pt>
                <c:pt idx="4171" formatCode="0_);[Red]\(0\)">
                  <c:v>20400</c:v>
                </c:pt>
                <c:pt idx="4172" formatCode="0_);[Red]\(0\)">
                  <c:v>20400</c:v>
                </c:pt>
                <c:pt idx="4173" formatCode="0_);[Red]\(0\)">
                  <c:v>20400</c:v>
                </c:pt>
                <c:pt idx="4174" formatCode="0_);[Red]\(0\)">
                  <c:v>20400</c:v>
                </c:pt>
                <c:pt idx="4175" formatCode="0_);[Red]\(0\)">
                  <c:v>20200</c:v>
                </c:pt>
                <c:pt idx="4176" formatCode="0_);[Red]\(0\)">
                  <c:v>20200</c:v>
                </c:pt>
                <c:pt idx="4177" formatCode="0_);[Red]\(0\)">
                  <c:v>20200</c:v>
                </c:pt>
                <c:pt idx="4178" formatCode="0_);[Red]\(0\)">
                  <c:v>20200</c:v>
                </c:pt>
                <c:pt idx="4179" formatCode="0_);[Red]\(0\)">
                  <c:v>20200</c:v>
                </c:pt>
                <c:pt idx="4180" formatCode="0_);[Red]\(0\)">
                  <c:v>20200</c:v>
                </c:pt>
                <c:pt idx="4181" formatCode="0_);[Red]\(0\)">
                  <c:v>20200</c:v>
                </c:pt>
                <c:pt idx="4182" formatCode="0_);[Red]\(0\)">
                  <c:v>20100</c:v>
                </c:pt>
                <c:pt idx="4183" formatCode="0_);[Red]\(0\)">
                  <c:v>19500</c:v>
                </c:pt>
                <c:pt idx="4184" formatCode="0_);[Red]\(0\)">
                  <c:v>19500</c:v>
                </c:pt>
                <c:pt idx="4185" formatCode="0_);[Red]\(0\)">
                  <c:v>19500</c:v>
                </c:pt>
                <c:pt idx="4186" formatCode="0_);[Red]\(0\)">
                  <c:v>19500</c:v>
                </c:pt>
                <c:pt idx="4187" formatCode="0_);[Red]\(0\)">
                  <c:v>19500</c:v>
                </c:pt>
                <c:pt idx="4188" formatCode="0_);[Red]\(0\)">
                  <c:v>19500</c:v>
                </c:pt>
                <c:pt idx="4189" formatCode="0_);[Red]\(0\)">
                  <c:v>19500</c:v>
                </c:pt>
                <c:pt idx="4190" formatCode="0_);[Red]\(0\)">
                  <c:v>19500</c:v>
                </c:pt>
                <c:pt idx="4191" formatCode="0_);[Red]\(0\)">
                  <c:v>19500</c:v>
                </c:pt>
                <c:pt idx="4192" formatCode="0_);[Red]\(0\)">
                  <c:v>19500</c:v>
                </c:pt>
                <c:pt idx="4193" formatCode="0_);[Red]\(0\)">
                  <c:v>19500</c:v>
                </c:pt>
                <c:pt idx="4194" formatCode="0_);[Red]\(0\)">
                  <c:v>19500</c:v>
                </c:pt>
                <c:pt idx="4195" formatCode="0_);[Red]\(0\)">
                  <c:v>19500</c:v>
                </c:pt>
                <c:pt idx="4196" formatCode="0_);[Red]\(0\)">
                  <c:v>19500</c:v>
                </c:pt>
                <c:pt idx="4197" formatCode="0_);[Red]\(0\)">
                  <c:v>19500</c:v>
                </c:pt>
                <c:pt idx="4198" formatCode="0_);[Red]\(0\)">
                  <c:v>19500</c:v>
                </c:pt>
                <c:pt idx="4199" formatCode="0_);[Red]\(0\)">
                  <c:v>19500</c:v>
                </c:pt>
                <c:pt idx="4200" formatCode="0_);[Red]\(0\)">
                  <c:v>19500</c:v>
                </c:pt>
                <c:pt idx="4201" formatCode="0_);[Red]\(0\)">
                  <c:v>19500</c:v>
                </c:pt>
                <c:pt idx="4202" formatCode="0_);[Red]\(0\)">
                  <c:v>19500</c:v>
                </c:pt>
                <c:pt idx="4203" formatCode="0_);[Red]\(0\)">
                  <c:v>19500</c:v>
                </c:pt>
                <c:pt idx="4204" formatCode="0_);[Red]\(0\)">
                  <c:v>19500</c:v>
                </c:pt>
                <c:pt idx="4205" formatCode="0_);[Red]\(0\)">
                  <c:v>19500</c:v>
                </c:pt>
                <c:pt idx="4206" formatCode="0_);[Red]\(0\)">
                  <c:v>19500</c:v>
                </c:pt>
                <c:pt idx="4207" formatCode="0_);[Red]\(0\)">
                  <c:v>19500</c:v>
                </c:pt>
                <c:pt idx="4208" formatCode="0_);[Red]\(0\)">
                  <c:v>19500</c:v>
                </c:pt>
                <c:pt idx="4209" formatCode="0_);[Red]\(0\)">
                  <c:v>19500</c:v>
                </c:pt>
                <c:pt idx="4210" formatCode="0_);[Red]\(0\)">
                  <c:v>19500</c:v>
                </c:pt>
                <c:pt idx="4211" formatCode="0_);[Red]\(0\)">
                  <c:v>20300</c:v>
                </c:pt>
                <c:pt idx="4212" formatCode="0_);[Red]\(0\)">
                  <c:v>20300</c:v>
                </c:pt>
                <c:pt idx="4213" formatCode="0_);[Red]\(0\)">
                  <c:v>20300</c:v>
                </c:pt>
                <c:pt idx="4214" formatCode="0_);[Red]\(0\)">
                  <c:v>20300</c:v>
                </c:pt>
                <c:pt idx="4215" formatCode="0_);[Red]\(0\)">
                  <c:v>20300</c:v>
                </c:pt>
                <c:pt idx="4216" formatCode="0_);[Red]\(0\)">
                  <c:v>21100</c:v>
                </c:pt>
                <c:pt idx="4217" formatCode="0_);[Red]\(0\)">
                  <c:v>21100</c:v>
                </c:pt>
                <c:pt idx="4218" formatCode="0_);[Red]\(0\)">
                  <c:v>21100</c:v>
                </c:pt>
                <c:pt idx="4219" formatCode="0_);[Red]\(0\)">
                  <c:v>21100</c:v>
                </c:pt>
                <c:pt idx="4220" formatCode="0_);[Red]\(0\)">
                  <c:v>21100</c:v>
                </c:pt>
                <c:pt idx="4221" formatCode="0_);[Red]\(0\)">
                  <c:v>21100</c:v>
                </c:pt>
                <c:pt idx="4222" formatCode="0_);[Red]\(0\)">
                  <c:v>21500</c:v>
                </c:pt>
                <c:pt idx="4223" formatCode="0_);[Red]\(0\)">
                  <c:v>21700</c:v>
                </c:pt>
                <c:pt idx="4224" formatCode="0_);[Red]\(0\)">
                  <c:v>21700</c:v>
                </c:pt>
                <c:pt idx="4225" formatCode="0_);[Red]\(0\)">
                  <c:v>22000</c:v>
                </c:pt>
                <c:pt idx="4226" formatCode="0_);[Red]\(0\)">
                  <c:v>22000</c:v>
                </c:pt>
                <c:pt idx="4227" formatCode="0_);[Red]\(0\)">
                  <c:v>22000</c:v>
                </c:pt>
                <c:pt idx="4228" formatCode="0_);[Red]\(0\)">
                  <c:v>22000</c:v>
                </c:pt>
                <c:pt idx="4229" formatCode="0_);[Red]\(0\)">
                  <c:v>22000</c:v>
                </c:pt>
                <c:pt idx="4230" formatCode="0_);[Red]\(0\)">
                  <c:v>22000</c:v>
                </c:pt>
                <c:pt idx="4231" formatCode="0_);[Red]\(0\)">
                  <c:v>22000</c:v>
                </c:pt>
                <c:pt idx="4232" formatCode="0_);[Red]\(0\)">
                  <c:v>22300</c:v>
                </c:pt>
                <c:pt idx="4233" formatCode="0_);[Red]\(0\)">
                  <c:v>22300</c:v>
                </c:pt>
                <c:pt idx="4234" formatCode="0_);[Red]\(0\)">
                  <c:v>22300</c:v>
                </c:pt>
                <c:pt idx="4235" formatCode="0_);[Red]\(0\)">
                  <c:v>22300</c:v>
                </c:pt>
                <c:pt idx="4236" formatCode="0_);[Red]\(0\)">
                  <c:v>22300</c:v>
                </c:pt>
                <c:pt idx="4237" formatCode="0_);[Red]\(0\)">
                  <c:v>22500</c:v>
                </c:pt>
                <c:pt idx="4238" formatCode="0_);[Red]\(0\)">
                  <c:v>22500</c:v>
                </c:pt>
                <c:pt idx="4239" formatCode="0_);[Red]\(0\)">
                  <c:v>22500</c:v>
                </c:pt>
                <c:pt idx="4240" formatCode="0_);[Red]\(0\)">
                  <c:v>22500</c:v>
                </c:pt>
                <c:pt idx="4241" formatCode="0_);[Red]\(0\)">
                  <c:v>22500</c:v>
                </c:pt>
                <c:pt idx="4242" formatCode="0_);[Red]\(0\)">
                  <c:v>22500</c:v>
                </c:pt>
                <c:pt idx="4243" formatCode="0_);[Red]\(0\)">
                  <c:v>23500</c:v>
                </c:pt>
                <c:pt idx="4244" formatCode="0_);[Red]\(0\)">
                  <c:v>23500</c:v>
                </c:pt>
                <c:pt idx="4245" formatCode="0_);[Red]\(0\)">
                  <c:v>23500</c:v>
                </c:pt>
                <c:pt idx="4246" formatCode="0_);[Red]\(0\)">
                  <c:v>24000</c:v>
                </c:pt>
                <c:pt idx="4247" formatCode="0_);[Red]\(0\)">
                  <c:v>24000</c:v>
                </c:pt>
                <c:pt idx="4248" formatCode="0_);[Red]\(0\)">
                  <c:v>24000</c:v>
                </c:pt>
                <c:pt idx="4249" formatCode="0_);[Red]\(0\)">
                  <c:v>24000</c:v>
                </c:pt>
                <c:pt idx="4250" formatCode="0_);[Red]\(0\)">
                  <c:v>24000</c:v>
                </c:pt>
                <c:pt idx="4251" formatCode="0_);[Red]\(0\)">
                  <c:v>24000</c:v>
                </c:pt>
                <c:pt idx="4252" formatCode="0_);[Red]\(0\)">
                  <c:v>24500</c:v>
                </c:pt>
                <c:pt idx="4253" formatCode="0_);[Red]\(0\)">
                  <c:v>24500</c:v>
                </c:pt>
                <c:pt idx="4254" formatCode="0_);[Red]\(0\)">
                  <c:v>24500</c:v>
                </c:pt>
                <c:pt idx="4255" formatCode="0_);[Red]\(0\)">
                  <c:v>24500</c:v>
                </c:pt>
                <c:pt idx="4256" formatCode="0_);[Red]\(0\)">
                  <c:v>24500</c:v>
                </c:pt>
                <c:pt idx="4257" formatCode="0_);[Red]\(0\)">
                  <c:v>24500</c:v>
                </c:pt>
                <c:pt idx="4258" formatCode="0_);[Red]\(0\)">
                  <c:v>24500</c:v>
                </c:pt>
                <c:pt idx="4259" formatCode="0_);[Red]\(0\)">
                  <c:v>24500</c:v>
                </c:pt>
                <c:pt idx="4260" formatCode="0_);[Red]\(0\)">
                  <c:v>24600</c:v>
                </c:pt>
                <c:pt idx="4261" formatCode="0_);[Red]\(0\)">
                  <c:v>24600</c:v>
                </c:pt>
                <c:pt idx="4262" formatCode="0_);[Red]\(0\)">
                  <c:v>24600</c:v>
                </c:pt>
                <c:pt idx="4263" formatCode="0_);[Red]\(0\)">
                  <c:v>24600</c:v>
                </c:pt>
                <c:pt idx="4264" formatCode="0_);[Red]\(0\)">
                  <c:v>25000</c:v>
                </c:pt>
                <c:pt idx="4265" formatCode="0_);[Red]\(0\)">
                  <c:v>25000</c:v>
                </c:pt>
                <c:pt idx="4266" formatCode="0_);[Red]\(0\)">
                  <c:v>25000</c:v>
                </c:pt>
                <c:pt idx="4267" formatCode="0_);[Red]\(0\)">
                  <c:v>25000</c:v>
                </c:pt>
                <c:pt idx="4268" formatCode="0_);[Red]\(0\)">
                  <c:v>25600</c:v>
                </c:pt>
                <c:pt idx="4269" formatCode="0_);[Red]\(0\)">
                  <c:v>25600</c:v>
                </c:pt>
                <c:pt idx="4270" formatCode="0_);[Red]\(0\)">
                  <c:v>25600</c:v>
                </c:pt>
                <c:pt idx="4271" formatCode="0_);[Red]\(0\)">
                  <c:v>25700</c:v>
                </c:pt>
                <c:pt idx="4272" formatCode="0_);[Red]\(0\)">
                  <c:v>25700</c:v>
                </c:pt>
                <c:pt idx="4273" formatCode="0_);[Red]\(0\)">
                  <c:v>25700</c:v>
                </c:pt>
                <c:pt idx="4274" formatCode="0_);[Red]\(0\)">
                  <c:v>25700</c:v>
                </c:pt>
                <c:pt idx="4275" formatCode="0_);[Red]\(0\)">
                  <c:v>25700</c:v>
                </c:pt>
                <c:pt idx="4276" formatCode="0_);[Red]\(0\)">
                  <c:v>25700</c:v>
                </c:pt>
                <c:pt idx="4277" formatCode="0_);[Red]\(0\)">
                  <c:v>25700</c:v>
                </c:pt>
                <c:pt idx="4278" formatCode="0_);[Red]\(0\)">
                  <c:v>25700</c:v>
                </c:pt>
                <c:pt idx="4279" formatCode="0_);[Red]\(0\)">
                  <c:v>26000</c:v>
                </c:pt>
                <c:pt idx="4280" formatCode="0_);[Red]\(0\)">
                  <c:v>26000</c:v>
                </c:pt>
                <c:pt idx="4281" formatCode="0_);[Red]\(0\)">
                  <c:v>26500</c:v>
                </c:pt>
                <c:pt idx="4282" formatCode="0_);[Red]\(0\)">
                  <c:v>26500</c:v>
                </c:pt>
                <c:pt idx="4283" formatCode="0_);[Red]\(0\)">
                  <c:v>26500</c:v>
                </c:pt>
                <c:pt idx="4284" formatCode="0_);[Red]\(0\)">
                  <c:v>26500</c:v>
                </c:pt>
                <c:pt idx="4285" formatCode="0_);[Red]\(0\)">
                  <c:v>26500</c:v>
                </c:pt>
                <c:pt idx="4286" formatCode="0_);[Red]\(0\)">
                  <c:v>26500</c:v>
                </c:pt>
                <c:pt idx="4287" formatCode="0_);[Red]\(0\)">
                  <c:v>26500</c:v>
                </c:pt>
                <c:pt idx="4288" formatCode="0_);[Red]\(0\)">
                  <c:v>26500</c:v>
                </c:pt>
                <c:pt idx="4289" formatCode="0_);[Red]\(0\)">
                  <c:v>26500</c:v>
                </c:pt>
                <c:pt idx="4290" formatCode="0_);[Red]\(0\)">
                  <c:v>26500</c:v>
                </c:pt>
                <c:pt idx="4291" formatCode="0_);[Red]\(0\)">
                  <c:v>26500</c:v>
                </c:pt>
                <c:pt idx="4292" formatCode="0_);[Red]\(0\)">
                  <c:v>26500</c:v>
                </c:pt>
                <c:pt idx="4293" formatCode="0_);[Red]\(0\)">
                  <c:v>26500</c:v>
                </c:pt>
                <c:pt idx="4294" formatCode="0_);[Red]\(0\)">
                  <c:v>26500</c:v>
                </c:pt>
                <c:pt idx="4295" formatCode="0_);[Red]\(0\)">
                  <c:v>26500</c:v>
                </c:pt>
                <c:pt idx="4296" formatCode="0_);[Red]\(0\)">
                  <c:v>26500</c:v>
                </c:pt>
                <c:pt idx="4297" formatCode="0_);[Red]\(0\)">
                  <c:v>26500</c:v>
                </c:pt>
                <c:pt idx="4298" formatCode="0_);[Red]\(0\)">
                  <c:v>26500</c:v>
                </c:pt>
                <c:pt idx="4299" formatCode="0_);[Red]\(0\)">
                  <c:v>26500</c:v>
                </c:pt>
                <c:pt idx="4300" formatCode="0_);[Red]\(0\)">
                  <c:v>26500</c:v>
                </c:pt>
                <c:pt idx="4301" formatCode="0_);[Red]\(0\)">
                  <c:v>27200</c:v>
                </c:pt>
                <c:pt idx="4302" formatCode="0_);[Red]\(0\)">
                  <c:v>27200</c:v>
                </c:pt>
                <c:pt idx="4303" formatCode="0_);[Red]\(0\)">
                  <c:v>27200</c:v>
                </c:pt>
                <c:pt idx="4304" formatCode="0_);[Red]\(0\)">
                  <c:v>27200</c:v>
                </c:pt>
                <c:pt idx="4305" formatCode="0_);[Red]\(0\)">
                  <c:v>27200</c:v>
                </c:pt>
                <c:pt idx="4306" formatCode="0_);[Red]\(0\)">
                  <c:v>27500</c:v>
                </c:pt>
                <c:pt idx="4307" formatCode="0_);[Red]\(0\)">
                  <c:v>27500</c:v>
                </c:pt>
                <c:pt idx="4308" formatCode="0_);[Red]\(0\)">
                  <c:v>28000</c:v>
                </c:pt>
                <c:pt idx="4309" formatCode="0_);[Red]\(0\)">
                  <c:v>28000</c:v>
                </c:pt>
                <c:pt idx="4310" formatCode="0_);[Red]\(0\)">
                  <c:v>28000</c:v>
                </c:pt>
                <c:pt idx="4311" formatCode="0_);[Red]\(0\)">
                  <c:v>28000</c:v>
                </c:pt>
                <c:pt idx="4312" formatCode="0_);[Red]\(0\)">
                  <c:v>28000</c:v>
                </c:pt>
                <c:pt idx="4313" formatCode="0_);[Red]\(0\)">
                  <c:v>30000</c:v>
                </c:pt>
                <c:pt idx="4314" formatCode="0_);[Red]\(0\)">
                  <c:v>30000</c:v>
                </c:pt>
                <c:pt idx="4315" formatCode="0_);[Red]\(0\)">
                  <c:v>30100</c:v>
                </c:pt>
                <c:pt idx="4316" formatCode="0_);[Red]\(0\)">
                  <c:v>30100</c:v>
                </c:pt>
                <c:pt idx="4317" formatCode="0_);[Red]\(0\)">
                  <c:v>30100</c:v>
                </c:pt>
                <c:pt idx="4318" formatCode="0_);[Red]\(0\)">
                  <c:v>30100</c:v>
                </c:pt>
                <c:pt idx="4319" formatCode="0_);[Red]\(0\)">
                  <c:v>30100</c:v>
                </c:pt>
                <c:pt idx="4320" formatCode="0_);[Red]\(0\)">
                  <c:v>30100</c:v>
                </c:pt>
                <c:pt idx="4321" formatCode="0_);[Red]\(0\)">
                  <c:v>30100</c:v>
                </c:pt>
                <c:pt idx="4322" formatCode="0_);[Red]\(0\)">
                  <c:v>30100</c:v>
                </c:pt>
                <c:pt idx="4323" formatCode="0_);[Red]\(0\)">
                  <c:v>30100</c:v>
                </c:pt>
                <c:pt idx="4324" formatCode="0_);[Red]\(0\)">
                  <c:v>30100</c:v>
                </c:pt>
                <c:pt idx="4325" formatCode="0_);[Red]\(0\)">
                  <c:v>30100</c:v>
                </c:pt>
                <c:pt idx="4326" formatCode="0_);[Red]\(0\)">
                  <c:v>30100</c:v>
                </c:pt>
                <c:pt idx="4327" formatCode="0_);[Red]\(0\)">
                  <c:v>30100</c:v>
                </c:pt>
                <c:pt idx="4328" formatCode="0_);[Red]\(0\)">
                  <c:v>30100</c:v>
                </c:pt>
                <c:pt idx="4329" formatCode="0_);[Red]\(0\)">
                  <c:v>30100</c:v>
                </c:pt>
                <c:pt idx="4330" formatCode="0_);[Red]\(0\)">
                  <c:v>30100</c:v>
                </c:pt>
                <c:pt idx="4331" formatCode="0_);[Red]\(0\)">
                  <c:v>30100</c:v>
                </c:pt>
                <c:pt idx="4332" formatCode="0_);[Red]\(0\)">
                  <c:v>30100</c:v>
                </c:pt>
                <c:pt idx="4333" formatCode="0_);[Red]\(0\)">
                  <c:v>30100</c:v>
                </c:pt>
                <c:pt idx="4334" formatCode="0_);[Red]\(0\)">
                  <c:v>30100</c:v>
                </c:pt>
                <c:pt idx="4335" formatCode="0_);[Red]\(0\)">
                  <c:v>30100</c:v>
                </c:pt>
                <c:pt idx="4336" formatCode="0_);[Red]\(0\)">
                  <c:v>30100</c:v>
                </c:pt>
                <c:pt idx="4337" formatCode="0_);[Red]\(0\)">
                  <c:v>30100</c:v>
                </c:pt>
                <c:pt idx="4338" formatCode="0_);[Red]\(0\)">
                  <c:v>30100</c:v>
                </c:pt>
                <c:pt idx="4339" formatCode="0_);[Red]\(0\)">
                  <c:v>30100</c:v>
                </c:pt>
                <c:pt idx="4340" formatCode="0_);[Red]\(0\)">
                  <c:v>30100</c:v>
                </c:pt>
                <c:pt idx="4341" formatCode="0_);[Red]\(0\)">
                  <c:v>30100</c:v>
                </c:pt>
                <c:pt idx="4342" formatCode="0_);[Red]\(0\)">
                  <c:v>30100</c:v>
                </c:pt>
                <c:pt idx="4343" formatCode="0_);[Red]\(0\)">
                  <c:v>30100</c:v>
                </c:pt>
                <c:pt idx="4344" formatCode="0_);[Red]\(0\)">
                  <c:v>30100</c:v>
                </c:pt>
                <c:pt idx="4345" formatCode="0_);[Red]\(0\)">
                  <c:v>30100</c:v>
                </c:pt>
                <c:pt idx="4346" formatCode="0_);[Red]\(0\)">
                  <c:v>30100</c:v>
                </c:pt>
                <c:pt idx="4347" formatCode="0_);[Red]\(0\)">
                  <c:v>30100</c:v>
                </c:pt>
                <c:pt idx="4348" formatCode="0_);[Red]\(0\)">
                  <c:v>30100</c:v>
                </c:pt>
                <c:pt idx="4349" formatCode="0_);[Red]\(0\)">
                  <c:v>30100</c:v>
                </c:pt>
                <c:pt idx="4350" formatCode="0_);[Red]\(0\)">
                  <c:v>30100</c:v>
                </c:pt>
                <c:pt idx="4351" formatCode="0_);[Red]\(0\)">
                  <c:v>30100</c:v>
                </c:pt>
                <c:pt idx="4352" formatCode="0_);[Red]\(0\)">
                  <c:v>30100</c:v>
                </c:pt>
                <c:pt idx="4353" formatCode="0_);[Red]\(0\)">
                  <c:v>30100</c:v>
                </c:pt>
                <c:pt idx="4354" formatCode="0_);[Red]\(0\)">
                  <c:v>30100</c:v>
                </c:pt>
                <c:pt idx="4355" formatCode="0_);[Red]\(0\)">
                  <c:v>30100</c:v>
                </c:pt>
                <c:pt idx="4356" formatCode="0_);[Red]\(0\)">
                  <c:v>29000</c:v>
                </c:pt>
                <c:pt idx="4357" formatCode="0_);[Red]\(0\)">
                  <c:v>29000</c:v>
                </c:pt>
                <c:pt idx="4358" formatCode="0_);[Red]\(0\)">
                  <c:v>29000</c:v>
                </c:pt>
                <c:pt idx="4359" formatCode="0_);[Red]\(0\)">
                  <c:v>29000</c:v>
                </c:pt>
                <c:pt idx="4360" formatCode="0_);[Red]\(0\)">
                  <c:v>29000</c:v>
                </c:pt>
                <c:pt idx="4361" formatCode="0_);[Red]\(0\)">
                  <c:v>29000</c:v>
                </c:pt>
                <c:pt idx="4362" formatCode="0_);[Red]\(0\)">
                  <c:v>29000</c:v>
                </c:pt>
                <c:pt idx="4363" formatCode="0_);[Red]\(0\)">
                  <c:v>28500</c:v>
                </c:pt>
                <c:pt idx="4364" formatCode="0_);[Red]\(0\)">
                  <c:v>28500</c:v>
                </c:pt>
                <c:pt idx="4365" formatCode="0_);[Red]\(0\)">
                  <c:v>28500</c:v>
                </c:pt>
                <c:pt idx="4366" formatCode="0_);[Red]\(0\)">
                  <c:v>28500</c:v>
                </c:pt>
                <c:pt idx="4367" formatCode="0_);[Red]\(0\)">
                  <c:v>28500</c:v>
                </c:pt>
                <c:pt idx="4368" formatCode="0_);[Red]\(0\)">
                  <c:v>28500</c:v>
                </c:pt>
                <c:pt idx="4369" formatCode="0_);[Red]\(0\)">
                  <c:v>28500</c:v>
                </c:pt>
                <c:pt idx="4370" formatCode="0_);[Red]\(0\)">
                  <c:v>28500</c:v>
                </c:pt>
                <c:pt idx="4371" formatCode="0_);[Red]\(0\)">
                  <c:v>28500</c:v>
                </c:pt>
                <c:pt idx="4372" formatCode="0_);[Red]\(0\)">
                  <c:v>28500</c:v>
                </c:pt>
                <c:pt idx="4373" formatCode="0_);[Red]\(0\)">
                  <c:v>28400</c:v>
                </c:pt>
                <c:pt idx="4374" formatCode="0_);[Red]\(0\)">
                  <c:v>28400</c:v>
                </c:pt>
                <c:pt idx="4375" formatCode="0_);[Red]\(0\)">
                  <c:v>28400</c:v>
                </c:pt>
                <c:pt idx="4376" formatCode="0_);[Red]\(0\)">
                  <c:v>28000</c:v>
                </c:pt>
                <c:pt idx="4377" formatCode="0_);[Red]\(0\)">
                  <c:v>28000</c:v>
                </c:pt>
                <c:pt idx="4378" formatCode="0_);[Red]\(0\)">
                  <c:v>28000</c:v>
                </c:pt>
                <c:pt idx="4379" formatCode="0_);[Red]\(0\)">
                  <c:v>28000</c:v>
                </c:pt>
                <c:pt idx="4380" formatCode="0_);[Red]\(0\)">
                  <c:v>28000</c:v>
                </c:pt>
                <c:pt idx="4381" formatCode="0_);[Red]\(0\)">
                  <c:v>28000</c:v>
                </c:pt>
                <c:pt idx="4382" formatCode="0_);[Red]\(0\)">
                  <c:v>28000</c:v>
                </c:pt>
                <c:pt idx="4383" formatCode="0_);[Red]\(0\)">
                  <c:v>28000</c:v>
                </c:pt>
                <c:pt idx="4384" formatCode="0_);[Red]\(0\)">
                  <c:v>27500</c:v>
                </c:pt>
                <c:pt idx="4385" formatCode="0_);[Red]\(0\)">
                  <c:v>27500</c:v>
                </c:pt>
                <c:pt idx="4386" formatCode="0_);[Red]\(0\)">
                  <c:v>27500</c:v>
                </c:pt>
                <c:pt idx="4387" formatCode="0_);[Red]\(0\)">
                  <c:v>27500</c:v>
                </c:pt>
                <c:pt idx="4388" formatCode="0_);[Red]\(0\)">
                  <c:v>27500</c:v>
                </c:pt>
                <c:pt idx="4389" formatCode="0_);[Red]\(0\)">
                  <c:v>27500</c:v>
                </c:pt>
                <c:pt idx="4390" formatCode="0_);[Red]\(0\)">
                  <c:v>27500</c:v>
                </c:pt>
                <c:pt idx="4391" formatCode="0_);[Red]\(0\)">
                  <c:v>27500</c:v>
                </c:pt>
                <c:pt idx="4392" formatCode="0_);[Red]\(0\)">
                  <c:v>27500</c:v>
                </c:pt>
                <c:pt idx="4393" formatCode="0_);[Red]\(0\)">
                  <c:v>27500</c:v>
                </c:pt>
                <c:pt idx="4394" formatCode="0_);[Red]\(0\)">
                  <c:v>26500</c:v>
                </c:pt>
                <c:pt idx="4395" formatCode="0_);[Red]\(0\)">
                  <c:v>26500</c:v>
                </c:pt>
                <c:pt idx="4396" formatCode="0_);[Red]\(0\)">
                  <c:v>26500</c:v>
                </c:pt>
                <c:pt idx="4397" formatCode="0_);[Red]\(0\)">
                  <c:v>26500</c:v>
                </c:pt>
                <c:pt idx="4398" formatCode="0_);[Red]\(0\)">
                  <c:v>26500</c:v>
                </c:pt>
                <c:pt idx="4399" formatCode="0_);[Red]\(0\)">
                  <c:v>26500</c:v>
                </c:pt>
                <c:pt idx="4400" formatCode="0_);[Red]\(0\)">
                  <c:v>26500</c:v>
                </c:pt>
                <c:pt idx="4401" formatCode="0_);[Red]\(0\)">
                  <c:v>26500</c:v>
                </c:pt>
                <c:pt idx="4402" formatCode="0_);[Red]\(0\)">
                  <c:v>26500</c:v>
                </c:pt>
                <c:pt idx="4403" formatCode="0_);[Red]\(0\)">
                  <c:v>26500</c:v>
                </c:pt>
                <c:pt idx="4404" formatCode="0_);[Red]\(0\)">
                  <c:v>26500</c:v>
                </c:pt>
                <c:pt idx="4405" formatCode="0_);[Red]\(0\)">
                  <c:v>26500</c:v>
                </c:pt>
                <c:pt idx="4406" formatCode="0_);[Red]\(0\)">
                  <c:v>26500</c:v>
                </c:pt>
                <c:pt idx="4407" formatCode="0_);[Red]\(0\)">
                  <c:v>26500</c:v>
                </c:pt>
                <c:pt idx="4408" formatCode="0_);[Red]\(0\)">
                  <c:v>25600</c:v>
                </c:pt>
                <c:pt idx="4409" formatCode="0_);[Red]\(0\)">
                  <c:v>25600</c:v>
                </c:pt>
                <c:pt idx="4410" formatCode="0_);[Red]\(0\)">
                  <c:v>25600</c:v>
                </c:pt>
                <c:pt idx="4411" formatCode="0_);[Red]\(0\)">
                  <c:v>25600</c:v>
                </c:pt>
                <c:pt idx="4412" formatCode="0_);[Red]\(0\)">
                  <c:v>25600</c:v>
                </c:pt>
                <c:pt idx="4413" formatCode="0_);[Red]\(0\)">
                  <c:v>25600</c:v>
                </c:pt>
                <c:pt idx="4414" formatCode="0_);[Red]\(0\)">
                  <c:v>25400</c:v>
                </c:pt>
                <c:pt idx="4415" formatCode="0_);[Red]\(0\)">
                  <c:v>25400</c:v>
                </c:pt>
                <c:pt idx="4416" formatCode="0_);[Red]\(0\)">
                  <c:v>25400</c:v>
                </c:pt>
                <c:pt idx="4417" formatCode="0_);[Red]\(0\)">
                  <c:v>25400</c:v>
                </c:pt>
                <c:pt idx="4418" formatCode="0_);[Red]\(0\)">
                  <c:v>25400</c:v>
                </c:pt>
                <c:pt idx="4419" formatCode="0_);[Red]\(0\)">
                  <c:v>25400</c:v>
                </c:pt>
                <c:pt idx="4420" formatCode="0_);[Red]\(0\)">
                  <c:v>25400</c:v>
                </c:pt>
                <c:pt idx="4421" formatCode="0_);[Red]\(0\)">
                  <c:v>25400</c:v>
                </c:pt>
                <c:pt idx="4422" formatCode="0_);[Red]\(0\)">
                  <c:v>25400</c:v>
                </c:pt>
                <c:pt idx="4423" formatCode="0_);[Red]\(0\)">
                  <c:v>25400</c:v>
                </c:pt>
                <c:pt idx="4424" formatCode="0_);[Red]\(0\)">
                  <c:v>25400</c:v>
                </c:pt>
                <c:pt idx="4425" formatCode="0_);[Red]\(0\)">
                  <c:v>25400</c:v>
                </c:pt>
                <c:pt idx="4426" formatCode="0_);[Red]\(0\)">
                  <c:v>25400</c:v>
                </c:pt>
                <c:pt idx="4427" formatCode="0_);[Red]\(0\)">
                  <c:v>25400</c:v>
                </c:pt>
                <c:pt idx="4428" formatCode="0_);[Red]\(0\)">
                  <c:v>25400</c:v>
                </c:pt>
                <c:pt idx="4429" formatCode="0_);[Red]\(0\)">
                  <c:v>25400</c:v>
                </c:pt>
                <c:pt idx="4430" formatCode="0_);[Red]\(0\)">
                  <c:v>25400</c:v>
                </c:pt>
                <c:pt idx="4431" formatCode="0_);[Red]\(0\)">
                  <c:v>25400</c:v>
                </c:pt>
                <c:pt idx="4432" formatCode="0_);[Red]\(0\)">
                  <c:v>25400</c:v>
                </c:pt>
                <c:pt idx="4433" formatCode="0_);[Red]\(0\)">
                  <c:v>25400</c:v>
                </c:pt>
                <c:pt idx="4434" formatCode="0_);[Red]\(0\)">
                  <c:v>25400</c:v>
                </c:pt>
                <c:pt idx="4435" formatCode="0_);[Red]\(0\)">
                  <c:v>25400</c:v>
                </c:pt>
                <c:pt idx="4436" formatCode="0_);[Red]\(0\)">
                  <c:v>25400</c:v>
                </c:pt>
                <c:pt idx="4437" formatCode="0_);[Red]\(0\)">
                  <c:v>25400</c:v>
                </c:pt>
                <c:pt idx="4438" formatCode="0_);[Red]\(0\)">
                  <c:v>25400</c:v>
                </c:pt>
                <c:pt idx="4439" formatCode="0_);[Red]\(0\)">
                  <c:v>25600</c:v>
                </c:pt>
                <c:pt idx="4440" formatCode="0_);[Red]\(0\)">
                  <c:v>25600</c:v>
                </c:pt>
                <c:pt idx="4441" formatCode="0_);[Red]\(0\)">
                  <c:v>25600</c:v>
                </c:pt>
                <c:pt idx="4442" formatCode="0_);[Red]\(0\)">
                  <c:v>25650</c:v>
                </c:pt>
                <c:pt idx="4443" formatCode="0_);[Red]\(0\)">
                  <c:v>25650</c:v>
                </c:pt>
                <c:pt idx="4444" formatCode="0_);[Red]\(0\)">
                  <c:v>25650</c:v>
                </c:pt>
                <c:pt idx="4445" formatCode="0_);[Red]\(0\)">
                  <c:v>25650</c:v>
                </c:pt>
                <c:pt idx="4446" formatCode="0_);[Red]\(0\)">
                  <c:v>25800</c:v>
                </c:pt>
                <c:pt idx="4447" formatCode="0_);[Red]\(0\)">
                  <c:v>25800</c:v>
                </c:pt>
                <c:pt idx="4448" formatCode="0_);[Red]\(0\)">
                  <c:v>26000</c:v>
                </c:pt>
                <c:pt idx="4449" formatCode="0_);[Red]\(0\)">
                  <c:v>26000</c:v>
                </c:pt>
                <c:pt idx="4450" formatCode="0_);[Red]\(0\)">
                  <c:v>26000</c:v>
                </c:pt>
                <c:pt idx="4451" formatCode="0_);[Red]\(0\)">
                  <c:v>26000</c:v>
                </c:pt>
                <c:pt idx="4452" formatCode="0_);[Red]\(0\)">
                  <c:v>26000</c:v>
                </c:pt>
                <c:pt idx="4453" formatCode="0_);[Red]\(0\)">
                  <c:v>25500</c:v>
                </c:pt>
                <c:pt idx="4454" formatCode="0_);[Red]\(0\)">
                  <c:v>25500</c:v>
                </c:pt>
                <c:pt idx="4455" formatCode="0_);[Red]\(0\)">
                  <c:v>25500</c:v>
                </c:pt>
                <c:pt idx="4456" formatCode="0_);[Red]\(0\)">
                  <c:v>25500</c:v>
                </c:pt>
                <c:pt idx="4457" formatCode="0_);[Red]\(0\)">
                  <c:v>25500</c:v>
                </c:pt>
                <c:pt idx="4458" formatCode="0_);[Red]\(0\)">
                  <c:v>25500</c:v>
                </c:pt>
                <c:pt idx="4459" formatCode="0_);[Red]\(0\)">
                  <c:v>25500</c:v>
                </c:pt>
                <c:pt idx="4460" formatCode="0_);[Red]\(0\)">
                  <c:v>25500</c:v>
                </c:pt>
                <c:pt idx="4461" formatCode="0_);[Red]\(0\)">
                  <c:v>25500</c:v>
                </c:pt>
                <c:pt idx="4462" formatCode="0_);[Red]\(0\)">
                  <c:v>25300</c:v>
                </c:pt>
                <c:pt idx="4463" formatCode="0_);[Red]\(0\)">
                  <c:v>25300</c:v>
                </c:pt>
                <c:pt idx="4464" formatCode="0_);[Red]\(0\)">
                  <c:v>25300</c:v>
                </c:pt>
                <c:pt idx="4465" formatCode="0_);[Red]\(0\)">
                  <c:v>25300</c:v>
                </c:pt>
                <c:pt idx="4466" formatCode="0_);[Red]\(0\)">
                  <c:v>25300</c:v>
                </c:pt>
                <c:pt idx="4467" formatCode="0_);[Red]\(0\)">
                  <c:v>25300</c:v>
                </c:pt>
                <c:pt idx="4468" formatCode="0_);[Red]\(0\)">
                  <c:v>25300</c:v>
                </c:pt>
                <c:pt idx="4469" formatCode="0_);[Red]\(0\)">
                  <c:v>25200</c:v>
                </c:pt>
                <c:pt idx="4470" formatCode="0_);[Red]\(0\)">
                  <c:v>25200</c:v>
                </c:pt>
                <c:pt idx="4471" formatCode="0_);[Red]\(0\)">
                  <c:v>25200</c:v>
                </c:pt>
                <c:pt idx="4472" formatCode="0_);[Red]\(0\)">
                  <c:v>25200</c:v>
                </c:pt>
                <c:pt idx="4473" formatCode="0_);[Red]\(0\)">
                  <c:v>25200</c:v>
                </c:pt>
                <c:pt idx="4474" formatCode="0_);[Red]\(0\)">
                  <c:v>25200</c:v>
                </c:pt>
                <c:pt idx="4475" formatCode="0_);[Red]\(0\)">
                  <c:v>25200</c:v>
                </c:pt>
                <c:pt idx="4476" formatCode="0_);[Red]\(0\)">
                  <c:v>25200</c:v>
                </c:pt>
                <c:pt idx="4477" formatCode="0_);[Red]\(0\)">
                  <c:v>25200</c:v>
                </c:pt>
                <c:pt idx="4478" formatCode="0_);[Red]\(0\)">
                  <c:v>25200</c:v>
                </c:pt>
                <c:pt idx="4479" formatCode="0_);[Red]\(0\)">
                  <c:v>25200</c:v>
                </c:pt>
                <c:pt idx="4480" formatCode="0_);[Red]\(0\)">
                  <c:v>25200</c:v>
                </c:pt>
                <c:pt idx="4481" formatCode="0_);[Red]\(0\)">
                  <c:v>25200</c:v>
                </c:pt>
                <c:pt idx="4482" formatCode="0_);[Red]\(0\)">
                  <c:v>25000</c:v>
                </c:pt>
                <c:pt idx="4483" formatCode="0_);[Red]\(0\)">
                  <c:v>24500</c:v>
                </c:pt>
                <c:pt idx="4484" formatCode="0_);[Red]\(0\)">
                  <c:v>24500</c:v>
                </c:pt>
                <c:pt idx="4485" formatCode="0_);[Red]\(0\)">
                  <c:v>24500</c:v>
                </c:pt>
                <c:pt idx="4486" formatCode="0_);[Red]\(0\)">
                  <c:v>24500</c:v>
                </c:pt>
                <c:pt idx="4487" formatCode="0_);[Red]\(0\)">
                  <c:v>24500</c:v>
                </c:pt>
                <c:pt idx="4488" formatCode="0_);[Red]\(0\)">
                  <c:v>24300</c:v>
                </c:pt>
                <c:pt idx="4489" formatCode="0_);[Red]\(0\)">
                  <c:v>24000</c:v>
                </c:pt>
                <c:pt idx="4490" formatCode="0_);[Red]\(0\)">
                  <c:v>24000</c:v>
                </c:pt>
                <c:pt idx="4491" formatCode="0_);[Red]\(0\)">
                  <c:v>24000</c:v>
                </c:pt>
                <c:pt idx="4492" formatCode="0_);[Red]\(0\)">
                  <c:v>24000</c:v>
                </c:pt>
                <c:pt idx="4493" formatCode="0_);[Red]\(0\)">
                  <c:v>24000</c:v>
                </c:pt>
                <c:pt idx="4494" formatCode="0_);[Red]\(0\)">
                  <c:v>24000</c:v>
                </c:pt>
                <c:pt idx="4495" formatCode="0_);[Red]\(0\)">
                  <c:v>24000</c:v>
                </c:pt>
                <c:pt idx="4496" formatCode="0_);[Red]\(0\)">
                  <c:v>24000</c:v>
                </c:pt>
                <c:pt idx="4497" formatCode="0_);[Red]\(0\)">
                  <c:v>24000</c:v>
                </c:pt>
                <c:pt idx="4498" formatCode="0_);[Red]\(0\)">
                  <c:v>24000</c:v>
                </c:pt>
                <c:pt idx="4499" formatCode="0_);[Red]\(0\)">
                  <c:v>24000</c:v>
                </c:pt>
                <c:pt idx="4500" formatCode="0_);[Red]\(0\)">
                  <c:v>24000</c:v>
                </c:pt>
                <c:pt idx="4501" formatCode="0_);[Red]\(0\)">
                  <c:v>24000</c:v>
                </c:pt>
                <c:pt idx="4502" formatCode="0_);[Red]\(0\)">
                  <c:v>24000</c:v>
                </c:pt>
                <c:pt idx="4503" formatCode="0_);[Red]\(0\)">
                  <c:v>24000</c:v>
                </c:pt>
                <c:pt idx="4504" formatCode="0_);[Red]\(0\)">
                  <c:v>24100</c:v>
                </c:pt>
                <c:pt idx="4505" formatCode="0_);[Red]\(0\)">
                  <c:v>24100</c:v>
                </c:pt>
                <c:pt idx="4506" formatCode="0_);[Red]\(0\)">
                  <c:v>24500</c:v>
                </c:pt>
                <c:pt idx="4507" formatCode="0_);[Red]\(0\)">
                  <c:v>24500</c:v>
                </c:pt>
                <c:pt idx="4508" formatCode="0_);[Red]\(0\)">
                  <c:v>24500</c:v>
                </c:pt>
                <c:pt idx="4509" formatCode="0_);[Red]\(0\)">
                  <c:v>24700</c:v>
                </c:pt>
                <c:pt idx="4510" formatCode="0_);[Red]\(0\)">
                  <c:v>25000</c:v>
                </c:pt>
                <c:pt idx="4511" formatCode="0_);[Red]\(0\)">
                  <c:v>25000</c:v>
                </c:pt>
                <c:pt idx="4512" formatCode="0_);[Red]\(0\)">
                  <c:v>25000</c:v>
                </c:pt>
                <c:pt idx="4513" formatCode="0_);[Red]\(0\)">
                  <c:v>25000</c:v>
                </c:pt>
                <c:pt idx="4514" formatCode="0_);[Red]\(0\)">
                  <c:v>25000</c:v>
                </c:pt>
                <c:pt idx="4515" formatCode="0_);[Red]\(0\)">
                  <c:v>25000</c:v>
                </c:pt>
                <c:pt idx="4516" formatCode="0_);[Red]\(0\)">
                  <c:v>25000</c:v>
                </c:pt>
                <c:pt idx="4517" formatCode="0_);[Red]\(0\)">
                  <c:v>25000</c:v>
                </c:pt>
                <c:pt idx="4518" formatCode="0_);[Red]\(0\)">
                  <c:v>25000</c:v>
                </c:pt>
                <c:pt idx="4519" formatCode="0_);[Red]\(0\)">
                  <c:v>25000</c:v>
                </c:pt>
                <c:pt idx="4520" formatCode="0_);[Red]\(0\)">
                  <c:v>26500</c:v>
                </c:pt>
                <c:pt idx="4521" formatCode="0_);[Red]\(0\)">
                  <c:v>26500</c:v>
                </c:pt>
                <c:pt idx="4522" formatCode="0_);[Red]\(0\)">
                  <c:v>26500</c:v>
                </c:pt>
                <c:pt idx="4523" formatCode="0_);[Red]\(0\)">
                  <c:v>26500</c:v>
                </c:pt>
                <c:pt idx="4524" formatCode="0_);[Red]\(0\)">
                  <c:v>26900</c:v>
                </c:pt>
                <c:pt idx="4525" formatCode="0_);[Red]\(0\)">
                  <c:v>26900</c:v>
                </c:pt>
                <c:pt idx="4526" formatCode="0_);[Red]\(0\)">
                  <c:v>27500</c:v>
                </c:pt>
                <c:pt idx="4527" formatCode="0_);[Red]\(0\)">
                  <c:v>28000</c:v>
                </c:pt>
                <c:pt idx="4528" formatCode="0_);[Red]\(0\)">
                  <c:v>28000</c:v>
                </c:pt>
                <c:pt idx="4529" formatCode="0_);[Red]\(0\)">
                  <c:v>28000</c:v>
                </c:pt>
                <c:pt idx="4530" formatCode="0_);[Red]\(0\)">
                  <c:v>28000</c:v>
                </c:pt>
                <c:pt idx="4531" formatCode="0_);[Red]\(0\)">
                  <c:v>28000</c:v>
                </c:pt>
                <c:pt idx="4532" formatCode="0_);[Red]\(0\)">
                  <c:v>28000</c:v>
                </c:pt>
                <c:pt idx="4533" formatCode="0_);[Red]\(0\)">
                  <c:v>28000</c:v>
                </c:pt>
                <c:pt idx="4534" formatCode="0_);[Red]\(0\)">
                  <c:v>28000</c:v>
                </c:pt>
                <c:pt idx="4535" formatCode="0_);[Red]\(0\)">
                  <c:v>28000</c:v>
                </c:pt>
                <c:pt idx="4536" formatCode="0_);[Red]\(0\)">
                  <c:v>28000</c:v>
                </c:pt>
                <c:pt idx="4537" formatCode="0_);[Red]\(0\)">
                  <c:v>28000</c:v>
                </c:pt>
                <c:pt idx="4538" formatCode="0_);[Red]\(0\)">
                  <c:v>28000</c:v>
                </c:pt>
                <c:pt idx="4539" formatCode="0_);[Red]\(0\)">
                  <c:v>28000</c:v>
                </c:pt>
                <c:pt idx="4540" formatCode="0_);[Red]\(0\)">
                  <c:v>28000</c:v>
                </c:pt>
                <c:pt idx="4541" formatCode="0_);[Red]\(0\)">
                  <c:v>28000</c:v>
                </c:pt>
                <c:pt idx="4542" formatCode="0_);[Red]\(0\)">
                  <c:v>28000</c:v>
                </c:pt>
                <c:pt idx="4543" formatCode="0_);[Red]\(0\)">
                  <c:v>28000</c:v>
                </c:pt>
                <c:pt idx="4544" formatCode="0_);[Red]\(0\)">
                  <c:v>28000</c:v>
                </c:pt>
                <c:pt idx="4545" formatCode="0_);[Red]\(0\)">
                  <c:v>28300</c:v>
                </c:pt>
                <c:pt idx="4546" formatCode="0_);[Red]\(0\)">
                  <c:v>28500</c:v>
                </c:pt>
                <c:pt idx="4547" formatCode="0_);[Red]\(0\)">
                  <c:v>28500</c:v>
                </c:pt>
                <c:pt idx="4548" formatCode="0_);[Red]\(0\)">
                  <c:v>28500</c:v>
                </c:pt>
                <c:pt idx="4549" formatCode="0_);[Red]\(0\)">
                  <c:v>28500</c:v>
                </c:pt>
                <c:pt idx="4550" formatCode="0_);[Red]\(0\)">
                  <c:v>28500</c:v>
                </c:pt>
                <c:pt idx="4551" formatCode="0_);[Red]\(0\)">
                  <c:v>28500</c:v>
                </c:pt>
                <c:pt idx="4552" formatCode="0_);[Red]\(0\)">
                  <c:v>28500</c:v>
                </c:pt>
                <c:pt idx="4553" formatCode="0_);[Red]\(0\)">
                  <c:v>28500</c:v>
                </c:pt>
                <c:pt idx="4554" formatCode="0_);[Red]\(0\)">
                  <c:v>28500</c:v>
                </c:pt>
                <c:pt idx="4555" formatCode="0_);[Red]\(0\)">
                  <c:v>28500</c:v>
                </c:pt>
                <c:pt idx="4556" formatCode="0_);[Red]\(0\)">
                  <c:v>28500</c:v>
                </c:pt>
                <c:pt idx="4557" formatCode="0_);[Red]\(0\)">
                  <c:v>28500</c:v>
                </c:pt>
                <c:pt idx="4558" formatCode="0_);[Red]\(0\)">
                  <c:v>28500</c:v>
                </c:pt>
                <c:pt idx="4559" formatCode="0_);[Red]\(0\)">
                  <c:v>28500</c:v>
                </c:pt>
                <c:pt idx="4560" formatCode="0_);[Red]\(0\)">
                  <c:v>28500</c:v>
                </c:pt>
                <c:pt idx="4561" formatCode="0_);[Red]\(0\)">
                  <c:v>28500</c:v>
                </c:pt>
                <c:pt idx="4562" formatCode="0_);[Red]\(0\)">
                  <c:v>28500</c:v>
                </c:pt>
                <c:pt idx="4563" formatCode="0_);[Red]\(0\)">
                  <c:v>28500</c:v>
                </c:pt>
                <c:pt idx="4564" formatCode="0_);[Red]\(0\)">
                  <c:v>28500</c:v>
                </c:pt>
                <c:pt idx="4565" formatCode="0_);[Red]\(0\)">
                  <c:v>28500</c:v>
                </c:pt>
                <c:pt idx="4566" formatCode="0_);[Red]\(0\)">
                  <c:v>28500</c:v>
                </c:pt>
                <c:pt idx="4567" formatCode="0_);[Red]\(0\)">
                  <c:v>28500</c:v>
                </c:pt>
                <c:pt idx="4568" formatCode="0_);[Red]\(0\)">
                  <c:v>28300</c:v>
                </c:pt>
                <c:pt idx="4569" formatCode="0_);[Red]\(0\)">
                  <c:v>28300</c:v>
                </c:pt>
                <c:pt idx="4570" formatCode="0_);[Red]\(0\)">
                  <c:v>28300</c:v>
                </c:pt>
                <c:pt idx="4571" formatCode="0_);[Red]\(0\)">
                  <c:v>28300</c:v>
                </c:pt>
                <c:pt idx="4572" formatCode="0_);[Red]\(0\)">
                  <c:v>28300</c:v>
                </c:pt>
                <c:pt idx="4573" formatCode="0_);[Red]\(0\)">
                  <c:v>28200</c:v>
                </c:pt>
                <c:pt idx="4574" formatCode="0_);[Red]\(0\)">
                  <c:v>28200</c:v>
                </c:pt>
                <c:pt idx="4575" formatCode="0_);[Red]\(0\)">
                  <c:v>28200</c:v>
                </c:pt>
                <c:pt idx="4576" formatCode="0_);[Red]\(0\)">
                  <c:v>28200</c:v>
                </c:pt>
                <c:pt idx="4577" formatCode="0_);[Red]\(0\)">
                  <c:v>28200</c:v>
                </c:pt>
                <c:pt idx="4578" formatCode="0_);[Red]\(0\)">
                  <c:v>28200</c:v>
                </c:pt>
                <c:pt idx="4579" formatCode="0_);[Red]\(0\)">
                  <c:v>28200</c:v>
                </c:pt>
                <c:pt idx="4580" formatCode="0_);[Red]\(0\)">
                  <c:v>28200</c:v>
                </c:pt>
                <c:pt idx="4581" formatCode="0_);[Red]\(0\)">
                  <c:v>28200</c:v>
                </c:pt>
                <c:pt idx="4582" formatCode="0_);[Red]\(0\)">
                  <c:v>28200</c:v>
                </c:pt>
                <c:pt idx="4583" formatCode="0_);[Red]\(0\)">
                  <c:v>28100</c:v>
                </c:pt>
                <c:pt idx="4584" formatCode="0_);[Red]\(0\)">
                  <c:v>28100</c:v>
                </c:pt>
                <c:pt idx="4585" formatCode="0_);[Red]\(0\)">
                  <c:v>28100</c:v>
                </c:pt>
                <c:pt idx="4586" formatCode="0_);[Red]\(0\)">
                  <c:v>28100</c:v>
                </c:pt>
                <c:pt idx="4587" formatCode="0_);[Red]\(0\)">
                  <c:v>28000</c:v>
                </c:pt>
                <c:pt idx="4588" formatCode="0_);[Red]\(0\)">
                  <c:v>27800</c:v>
                </c:pt>
                <c:pt idx="4589" formatCode="0_);[Red]\(0\)">
                  <c:v>27800</c:v>
                </c:pt>
                <c:pt idx="4590" formatCode="0_);[Red]\(0\)">
                  <c:v>27800</c:v>
                </c:pt>
                <c:pt idx="4591" formatCode="0_);[Red]\(0\)">
                  <c:v>27800</c:v>
                </c:pt>
                <c:pt idx="4592" formatCode="0_);[Red]\(0\)">
                  <c:v>27800</c:v>
                </c:pt>
                <c:pt idx="4593" formatCode="0_);[Red]\(0\)">
                  <c:v>27800</c:v>
                </c:pt>
                <c:pt idx="4594" formatCode="0_);[Red]\(0\)">
                  <c:v>27800</c:v>
                </c:pt>
                <c:pt idx="4595" formatCode="0_);[Red]\(0\)">
                  <c:v>27800</c:v>
                </c:pt>
                <c:pt idx="4596" formatCode="0_);[Red]\(0\)">
                  <c:v>27800</c:v>
                </c:pt>
                <c:pt idx="4597" formatCode="0_);[Red]\(0\)">
                  <c:v>27700</c:v>
                </c:pt>
                <c:pt idx="4598" formatCode="0_);[Red]\(0\)">
                  <c:v>27700</c:v>
                </c:pt>
                <c:pt idx="4599" formatCode="0_);[Red]\(0\)">
                  <c:v>27700</c:v>
                </c:pt>
                <c:pt idx="4600" formatCode="0_);[Red]\(0\)">
                  <c:v>27700</c:v>
                </c:pt>
                <c:pt idx="4601" formatCode="0_);[Red]\(0\)">
                  <c:v>27700</c:v>
                </c:pt>
                <c:pt idx="4602" formatCode="0_);[Red]\(0\)">
                  <c:v>27700</c:v>
                </c:pt>
                <c:pt idx="4603" formatCode="0_);[Red]\(0\)">
                  <c:v>27700</c:v>
                </c:pt>
                <c:pt idx="4604" formatCode="0_);[Red]\(0\)">
                  <c:v>27700</c:v>
                </c:pt>
                <c:pt idx="4605" formatCode="0_);[Red]\(0\)">
                  <c:v>27700</c:v>
                </c:pt>
                <c:pt idx="4606" formatCode="0_);[Red]\(0\)">
                  <c:v>27700</c:v>
                </c:pt>
                <c:pt idx="4607" formatCode="0_);[Red]\(0\)">
                  <c:v>27700</c:v>
                </c:pt>
                <c:pt idx="4608" formatCode="0_);[Red]\(0\)">
                  <c:v>27700</c:v>
                </c:pt>
                <c:pt idx="4609" formatCode="0_);[Red]\(0\)">
                  <c:v>27700</c:v>
                </c:pt>
                <c:pt idx="4610" formatCode="0_);[Red]\(0\)">
                  <c:v>27700</c:v>
                </c:pt>
                <c:pt idx="4611" formatCode="0_);[Red]\(0\)">
                  <c:v>27700</c:v>
                </c:pt>
                <c:pt idx="4612" formatCode="0_);[Red]\(0\)">
                  <c:v>27700</c:v>
                </c:pt>
                <c:pt idx="4613" formatCode="0_);[Red]\(0\)">
                  <c:v>27700</c:v>
                </c:pt>
                <c:pt idx="4614" formatCode="0_);[Red]\(0\)">
                  <c:v>27700</c:v>
                </c:pt>
                <c:pt idx="4615" formatCode="0_);[Red]\(0\)">
                  <c:v>27800</c:v>
                </c:pt>
                <c:pt idx="4616" formatCode="0_);[Red]\(0\)">
                  <c:v>27800</c:v>
                </c:pt>
                <c:pt idx="4617" formatCode="0_);[Red]\(0\)">
                  <c:v>27800</c:v>
                </c:pt>
                <c:pt idx="4618" formatCode="0_);[Red]\(0\)">
                  <c:v>27800</c:v>
                </c:pt>
                <c:pt idx="4619" formatCode="0_);[Red]\(0\)">
                  <c:v>27800</c:v>
                </c:pt>
                <c:pt idx="4620" formatCode="0_);[Red]\(0\)">
                  <c:v>27800</c:v>
                </c:pt>
                <c:pt idx="4621" formatCode="0_);[Red]\(0\)">
                  <c:v>27800</c:v>
                </c:pt>
                <c:pt idx="4622" formatCode="0_);[Red]\(0\)">
                  <c:v>27800</c:v>
                </c:pt>
                <c:pt idx="4623" formatCode="0_);[Red]\(0\)">
                  <c:v>27800</c:v>
                </c:pt>
                <c:pt idx="4624" formatCode="0_);[Red]\(0\)">
                  <c:v>27800</c:v>
                </c:pt>
                <c:pt idx="4625" formatCode="0_);[Red]\(0\)">
                  <c:v>27800</c:v>
                </c:pt>
                <c:pt idx="4626" formatCode="0_);[Red]\(0\)">
                  <c:v>27800</c:v>
                </c:pt>
                <c:pt idx="4627" formatCode="0_);[Red]\(0\)">
                  <c:v>27800</c:v>
                </c:pt>
                <c:pt idx="4628" formatCode="0_);[Red]\(0\)">
                  <c:v>27900</c:v>
                </c:pt>
                <c:pt idx="4629" formatCode="0_);[Red]\(0\)">
                  <c:v>28000</c:v>
                </c:pt>
                <c:pt idx="4630" formatCode="0_);[Red]\(0\)">
                  <c:v>28000</c:v>
                </c:pt>
                <c:pt idx="4631" formatCode="0_);[Red]\(0\)">
                  <c:v>28000</c:v>
                </c:pt>
                <c:pt idx="4632" formatCode="0_);[Red]\(0\)">
                  <c:v>28000</c:v>
                </c:pt>
                <c:pt idx="4633" formatCode="0_);[Red]\(0\)">
                  <c:v>28000</c:v>
                </c:pt>
                <c:pt idx="4634" formatCode="0_);[Red]\(0\)">
                  <c:v>28000</c:v>
                </c:pt>
                <c:pt idx="4635" formatCode="0_);[Red]\(0\)">
                  <c:v>28000</c:v>
                </c:pt>
                <c:pt idx="4636" formatCode="0_);[Red]\(0\)">
                  <c:v>28100</c:v>
                </c:pt>
                <c:pt idx="4637" formatCode="0_);[Red]\(0\)">
                  <c:v>28300</c:v>
                </c:pt>
                <c:pt idx="4638" formatCode="0_);[Red]\(0\)">
                  <c:v>28300</c:v>
                </c:pt>
                <c:pt idx="4639" formatCode="0_);[Red]\(0\)">
                  <c:v>28300</c:v>
                </c:pt>
                <c:pt idx="4640" formatCode="0_);[Red]\(0\)">
                  <c:v>28300</c:v>
                </c:pt>
                <c:pt idx="4641" formatCode="0_);[Red]\(0\)">
                  <c:v>28300</c:v>
                </c:pt>
                <c:pt idx="4642" formatCode="0_);[Red]\(0\)">
                  <c:v>28300</c:v>
                </c:pt>
                <c:pt idx="4643" formatCode="0_);[Red]\(0\)">
                  <c:v>28300</c:v>
                </c:pt>
                <c:pt idx="4644" formatCode="0_);[Red]\(0\)">
                  <c:v>28300</c:v>
                </c:pt>
                <c:pt idx="4645" formatCode="0_);[Red]\(0\)">
                  <c:v>28300</c:v>
                </c:pt>
                <c:pt idx="4646" formatCode="0_);[Red]\(0\)">
                  <c:v>28300</c:v>
                </c:pt>
                <c:pt idx="4647" formatCode="0_);[Red]\(0\)">
                  <c:v>28300</c:v>
                </c:pt>
                <c:pt idx="4648" formatCode="0_);[Red]\(0\)">
                  <c:v>28300</c:v>
                </c:pt>
                <c:pt idx="4649" formatCode="0_);[Red]\(0\)">
                  <c:v>28300</c:v>
                </c:pt>
                <c:pt idx="4650" formatCode="0_);[Red]\(0\)">
                  <c:v>28300</c:v>
                </c:pt>
                <c:pt idx="4651" formatCode="0_);[Red]\(0\)">
                  <c:v>28300</c:v>
                </c:pt>
                <c:pt idx="4652" formatCode="0_);[Red]\(0\)">
                  <c:v>28500</c:v>
                </c:pt>
                <c:pt idx="4653" formatCode="0_);[Red]\(0\)">
                  <c:v>28500</c:v>
                </c:pt>
                <c:pt idx="4654" formatCode="0_);[Red]\(0\)">
                  <c:v>28500</c:v>
                </c:pt>
                <c:pt idx="4655" formatCode="0_);[Red]\(0\)">
                  <c:v>28500</c:v>
                </c:pt>
                <c:pt idx="4656" formatCode="0_);[Red]\(0\)">
                  <c:v>28500</c:v>
                </c:pt>
                <c:pt idx="4657" formatCode="0_);[Red]\(0\)">
                  <c:v>28500</c:v>
                </c:pt>
                <c:pt idx="4658" formatCode="0_);[Red]\(0\)">
                  <c:v>28500</c:v>
                </c:pt>
                <c:pt idx="4659" formatCode="0_);[Red]\(0\)">
                  <c:v>28500</c:v>
                </c:pt>
                <c:pt idx="4660" formatCode="0_);[Red]\(0\)">
                  <c:v>28500</c:v>
                </c:pt>
                <c:pt idx="4661" formatCode="0_);[Red]\(0\)">
                  <c:v>28500</c:v>
                </c:pt>
                <c:pt idx="4662" formatCode="0_);[Red]\(0\)">
                  <c:v>28500</c:v>
                </c:pt>
                <c:pt idx="4663" formatCode="0_);[Red]\(0\)">
                  <c:v>28500</c:v>
                </c:pt>
                <c:pt idx="4664" formatCode="0_);[Red]\(0\)">
                  <c:v>28500</c:v>
                </c:pt>
                <c:pt idx="4665" formatCode="0_);[Red]\(0\)">
                  <c:v>28800</c:v>
                </c:pt>
                <c:pt idx="4666" formatCode="0_);[Red]\(0\)">
                  <c:v>28800</c:v>
                </c:pt>
                <c:pt idx="4667" formatCode="0_);[Red]\(0\)">
                  <c:v>28800</c:v>
                </c:pt>
                <c:pt idx="4668" formatCode="0_);[Red]\(0\)">
                  <c:v>28800</c:v>
                </c:pt>
                <c:pt idx="4669" formatCode="0_);[Red]\(0\)">
                  <c:v>28800</c:v>
                </c:pt>
                <c:pt idx="4670" formatCode="0_);[Red]\(0\)">
                  <c:v>28800</c:v>
                </c:pt>
                <c:pt idx="4671" formatCode="0_);[Red]\(0\)">
                  <c:v>28800</c:v>
                </c:pt>
                <c:pt idx="4672" formatCode="0_);[Red]\(0\)">
                  <c:v>28800</c:v>
                </c:pt>
                <c:pt idx="4673" formatCode="0_);[Red]\(0\)">
                  <c:v>28800</c:v>
                </c:pt>
                <c:pt idx="4674" formatCode="0_);[Red]\(0\)">
                  <c:v>29000</c:v>
                </c:pt>
                <c:pt idx="4675" formatCode="0_);[Red]\(0\)">
                  <c:v>29000</c:v>
                </c:pt>
                <c:pt idx="4676" formatCode="0_);[Red]\(0\)">
                  <c:v>29000</c:v>
                </c:pt>
                <c:pt idx="4677" formatCode="0_);[Red]\(0\)">
                  <c:v>29000</c:v>
                </c:pt>
                <c:pt idx="4678" formatCode="0_);[Red]\(0\)">
                  <c:v>29000</c:v>
                </c:pt>
                <c:pt idx="4679" formatCode="0_);[Red]\(0\)">
                  <c:v>29000</c:v>
                </c:pt>
                <c:pt idx="4680" formatCode="0_);[Red]\(0\)">
                  <c:v>29000</c:v>
                </c:pt>
                <c:pt idx="4681" formatCode="0_);[Red]\(0\)">
                  <c:v>29000</c:v>
                </c:pt>
                <c:pt idx="4682" formatCode="0_);[Red]\(0\)">
                  <c:v>29000</c:v>
                </c:pt>
                <c:pt idx="4683" formatCode="0_);[Red]\(0\)">
                  <c:v>29000</c:v>
                </c:pt>
                <c:pt idx="4684" formatCode="0_);[Red]\(0\)">
                  <c:v>29300</c:v>
                </c:pt>
                <c:pt idx="4685" formatCode="0_);[Red]\(0\)">
                  <c:v>29100</c:v>
                </c:pt>
                <c:pt idx="4686" formatCode="0_);[Red]\(0\)">
                  <c:v>29100</c:v>
                </c:pt>
                <c:pt idx="4687" formatCode="0_);[Red]\(0\)">
                  <c:v>29100</c:v>
                </c:pt>
                <c:pt idx="4688" formatCode="0_);[Red]\(0\)">
                  <c:v>29100</c:v>
                </c:pt>
                <c:pt idx="4689" formatCode="0_);[Red]\(0\)">
                  <c:v>29100</c:v>
                </c:pt>
                <c:pt idx="4690" formatCode="0_);[Red]\(0\)">
                  <c:v>29100</c:v>
                </c:pt>
                <c:pt idx="4691" formatCode="0_);[Red]\(0\)">
                  <c:v>29100</c:v>
                </c:pt>
                <c:pt idx="4692" formatCode="0_);[Red]\(0\)">
                  <c:v>29100</c:v>
                </c:pt>
                <c:pt idx="4693" formatCode="0_);[Red]\(0\)">
                  <c:v>29100</c:v>
                </c:pt>
                <c:pt idx="4694" formatCode="0_);[Red]\(0\)">
                  <c:v>29100</c:v>
                </c:pt>
                <c:pt idx="4695" formatCode="0_);[Red]\(0\)">
                  <c:v>29100</c:v>
                </c:pt>
                <c:pt idx="4696" formatCode="0_);[Red]\(0\)">
                  <c:v>29100</c:v>
                </c:pt>
                <c:pt idx="4697" formatCode="0_);[Red]\(0\)">
                  <c:v>29100</c:v>
                </c:pt>
                <c:pt idx="4698" formatCode="0_);[Red]\(0\)">
                  <c:v>29100</c:v>
                </c:pt>
                <c:pt idx="4699" formatCode="0_);[Red]\(0\)">
                  <c:v>29100</c:v>
                </c:pt>
                <c:pt idx="4700" formatCode="0_);[Red]\(0\)">
                  <c:v>29100</c:v>
                </c:pt>
                <c:pt idx="4701" formatCode="0_);[Red]\(0\)">
                  <c:v>29100</c:v>
                </c:pt>
                <c:pt idx="4702" formatCode="0_);[Red]\(0\)">
                  <c:v>29100</c:v>
                </c:pt>
                <c:pt idx="4703" formatCode="0_);[Red]\(0\)">
                  <c:v>29100</c:v>
                </c:pt>
                <c:pt idx="4704" formatCode="0_);[Red]\(0\)">
                  <c:v>29100</c:v>
                </c:pt>
                <c:pt idx="4705" formatCode="0_);[Red]\(0\)">
                  <c:v>29100</c:v>
                </c:pt>
                <c:pt idx="4706" formatCode="0_);[Red]\(0\)">
                  <c:v>28500</c:v>
                </c:pt>
                <c:pt idx="4707" formatCode="0_);[Red]\(0\)">
                  <c:v>28500</c:v>
                </c:pt>
                <c:pt idx="4708" formatCode="0_);[Red]\(0\)">
                  <c:v>28500</c:v>
                </c:pt>
                <c:pt idx="4709" formatCode="0_);[Red]\(0\)">
                  <c:v>28500</c:v>
                </c:pt>
                <c:pt idx="4710" formatCode="0_);[Red]\(0\)">
                  <c:v>28500</c:v>
                </c:pt>
                <c:pt idx="4711" formatCode="0_);[Red]\(0\)">
                  <c:v>28500</c:v>
                </c:pt>
                <c:pt idx="4712" formatCode="0_);[Red]\(0\)">
                  <c:v>28500</c:v>
                </c:pt>
                <c:pt idx="4713" formatCode="0_);[Red]\(0\)">
                  <c:v>28500</c:v>
                </c:pt>
                <c:pt idx="4714" formatCode="0_);[Red]\(0\)">
                  <c:v>28500</c:v>
                </c:pt>
                <c:pt idx="4715" formatCode="0_);[Red]\(0\)">
                  <c:v>28500</c:v>
                </c:pt>
                <c:pt idx="4716" formatCode="0_);[Red]\(0\)">
                  <c:v>28500</c:v>
                </c:pt>
                <c:pt idx="4717" formatCode="0_);[Red]\(0\)">
                  <c:v>28500</c:v>
                </c:pt>
                <c:pt idx="4718" formatCode="0_);[Red]\(0\)">
                  <c:v>28500</c:v>
                </c:pt>
                <c:pt idx="4719" formatCode="0_);[Red]\(0\)">
                  <c:v>28500</c:v>
                </c:pt>
                <c:pt idx="4720" formatCode="0_);[Red]\(0\)">
                  <c:v>28500</c:v>
                </c:pt>
                <c:pt idx="4721" formatCode="0_);[Red]\(0\)">
                  <c:v>28500</c:v>
                </c:pt>
                <c:pt idx="4722" formatCode="0_);[Red]\(0\)">
                  <c:v>28500</c:v>
                </c:pt>
                <c:pt idx="4723" formatCode="0_);[Red]\(0\)">
                  <c:v>28500</c:v>
                </c:pt>
                <c:pt idx="4724" formatCode="0_);[Red]\(0\)">
                  <c:v>28500</c:v>
                </c:pt>
                <c:pt idx="4725" formatCode="0_);[Red]\(0\)">
                  <c:v>28500</c:v>
                </c:pt>
                <c:pt idx="4726" formatCode="0_);[Red]\(0\)">
                  <c:v>28500</c:v>
                </c:pt>
                <c:pt idx="4727" formatCode="0_);[Red]\(0\)">
                  <c:v>28500</c:v>
                </c:pt>
                <c:pt idx="4728" formatCode="0_);[Red]\(0\)">
                  <c:v>28500</c:v>
                </c:pt>
                <c:pt idx="4729" formatCode="0_);[Red]\(0\)">
                  <c:v>28500</c:v>
                </c:pt>
                <c:pt idx="4730" formatCode="0_);[Red]\(0\)">
                  <c:v>28500</c:v>
                </c:pt>
                <c:pt idx="4731" formatCode="0_);[Red]\(0\)">
                  <c:v>28500</c:v>
                </c:pt>
                <c:pt idx="4732" formatCode="0_);[Red]\(0\)">
                  <c:v>28500</c:v>
                </c:pt>
                <c:pt idx="4733" formatCode="0_);[Red]\(0\)">
                  <c:v>27500</c:v>
                </c:pt>
                <c:pt idx="4734" formatCode="0_);[Red]\(0\)">
                  <c:v>27500</c:v>
                </c:pt>
                <c:pt idx="4735" formatCode="0_);[Red]\(0\)">
                  <c:v>27500</c:v>
                </c:pt>
                <c:pt idx="4736" formatCode="0_);[Red]\(0\)">
                  <c:v>27500</c:v>
                </c:pt>
                <c:pt idx="4737" formatCode="0_);[Red]\(0\)">
                  <c:v>27500</c:v>
                </c:pt>
                <c:pt idx="4738" formatCode="0_);[Red]\(0\)">
                  <c:v>27500</c:v>
                </c:pt>
                <c:pt idx="4739" formatCode="0_);[Red]\(0\)">
                  <c:v>27500</c:v>
                </c:pt>
                <c:pt idx="4740" formatCode="0_);[Red]\(0\)">
                  <c:v>27500</c:v>
                </c:pt>
                <c:pt idx="4741" formatCode="0_);[Red]\(0\)">
                  <c:v>27500</c:v>
                </c:pt>
                <c:pt idx="4742" formatCode="0_);[Red]\(0\)">
                  <c:v>27500</c:v>
                </c:pt>
                <c:pt idx="4743" formatCode="0_);[Red]\(0\)">
                  <c:v>27500</c:v>
                </c:pt>
                <c:pt idx="4744" formatCode="0_);[Red]\(0\)">
                  <c:v>27500</c:v>
                </c:pt>
                <c:pt idx="4745" formatCode="0_);[Red]\(0\)">
                  <c:v>27500</c:v>
                </c:pt>
                <c:pt idx="4746" formatCode="0_);[Red]\(0\)">
                  <c:v>27500</c:v>
                </c:pt>
                <c:pt idx="4747" formatCode="0_);[Red]\(0\)">
                  <c:v>27500</c:v>
                </c:pt>
                <c:pt idx="4748" formatCode="0_);[Red]\(0\)">
                  <c:v>27500</c:v>
                </c:pt>
                <c:pt idx="4749" formatCode="0_);[Red]\(0\)">
                  <c:v>27500</c:v>
                </c:pt>
                <c:pt idx="4750" formatCode="0_);[Red]\(0\)">
                  <c:v>27500</c:v>
                </c:pt>
                <c:pt idx="4751" formatCode="0_);[Red]\(0\)">
                  <c:v>27500</c:v>
                </c:pt>
                <c:pt idx="4752" formatCode="0_);[Red]\(0\)">
                  <c:v>27500</c:v>
                </c:pt>
                <c:pt idx="4753" formatCode="0_);[Red]\(0\)">
                  <c:v>27500</c:v>
                </c:pt>
                <c:pt idx="4754" formatCode="0_);[Red]\(0\)">
                  <c:v>27500</c:v>
                </c:pt>
                <c:pt idx="4755" formatCode="0_);[Red]\(0\)">
                  <c:v>27500</c:v>
                </c:pt>
                <c:pt idx="4756" formatCode="0_);[Red]\(0\)">
                  <c:v>26500</c:v>
                </c:pt>
                <c:pt idx="4757" formatCode="0_);[Red]\(0\)">
                  <c:v>26500</c:v>
                </c:pt>
                <c:pt idx="4758" formatCode="0_);[Red]\(0\)">
                  <c:v>26500</c:v>
                </c:pt>
                <c:pt idx="4759" formatCode="0_);[Red]\(0\)">
                  <c:v>26500</c:v>
                </c:pt>
                <c:pt idx="4760" formatCode="0_);[Red]\(0\)">
                  <c:v>26500</c:v>
                </c:pt>
                <c:pt idx="4761" formatCode="0_);[Red]\(0\)">
                  <c:v>26500</c:v>
                </c:pt>
                <c:pt idx="4762" formatCode="0_);[Red]\(0\)">
                  <c:v>26000</c:v>
                </c:pt>
                <c:pt idx="4763" formatCode="0_);[Red]\(0\)">
                  <c:v>26000</c:v>
                </c:pt>
                <c:pt idx="4764" formatCode="0_);[Red]\(0\)">
                  <c:v>26000</c:v>
                </c:pt>
                <c:pt idx="4765" formatCode="0_);[Red]\(0\)">
                  <c:v>26000</c:v>
                </c:pt>
                <c:pt idx="4766" formatCode="0_);[Red]\(0\)">
                  <c:v>26000</c:v>
                </c:pt>
                <c:pt idx="4767" formatCode="0_);[Red]\(0\)">
                  <c:v>26000</c:v>
                </c:pt>
                <c:pt idx="4768" formatCode="0_);[Red]\(0\)">
                  <c:v>26000</c:v>
                </c:pt>
                <c:pt idx="4769" formatCode="0_);[Red]\(0\)">
                  <c:v>26000</c:v>
                </c:pt>
                <c:pt idx="4770" formatCode="0_);[Red]\(0\)">
                  <c:v>26000</c:v>
                </c:pt>
                <c:pt idx="4771" formatCode="0_);[Red]\(0\)">
                  <c:v>26000</c:v>
                </c:pt>
                <c:pt idx="4772" formatCode="0_);[Red]\(0\)">
                  <c:v>26000</c:v>
                </c:pt>
                <c:pt idx="4773" formatCode="0_);[Red]\(0\)">
                  <c:v>26000</c:v>
                </c:pt>
                <c:pt idx="4774" formatCode="0_);[Red]\(0\)">
                  <c:v>26000</c:v>
                </c:pt>
                <c:pt idx="4775" formatCode="0_);[Red]\(0\)">
                  <c:v>26000</c:v>
                </c:pt>
                <c:pt idx="4776" formatCode="0_);[Red]\(0\)">
                  <c:v>26000</c:v>
                </c:pt>
                <c:pt idx="4777" formatCode="0_);[Red]\(0\)">
                  <c:v>26000</c:v>
                </c:pt>
                <c:pt idx="4778" formatCode="0_);[Red]\(0\)">
                  <c:v>26000</c:v>
                </c:pt>
                <c:pt idx="4779" formatCode="0_);[Red]\(0\)">
                  <c:v>26000</c:v>
                </c:pt>
                <c:pt idx="4780" formatCode="0_);[Red]\(0\)">
                  <c:v>26000</c:v>
                </c:pt>
                <c:pt idx="4781" formatCode="0_);[Red]\(0\)">
                  <c:v>26000</c:v>
                </c:pt>
                <c:pt idx="4782" formatCode="0_);[Red]\(0\)">
                  <c:v>26000</c:v>
                </c:pt>
                <c:pt idx="4783" formatCode="0_);[Red]\(0\)">
                  <c:v>26000</c:v>
                </c:pt>
                <c:pt idx="4784" formatCode="0_);[Red]\(0\)">
                  <c:v>26000</c:v>
                </c:pt>
                <c:pt idx="4785" formatCode="0_);[Red]\(0\)">
                  <c:v>26000</c:v>
                </c:pt>
                <c:pt idx="4786" formatCode="0_);[Red]\(0\)">
                  <c:v>26000</c:v>
                </c:pt>
                <c:pt idx="4787" formatCode="0_);[Red]\(0\)">
                  <c:v>26000</c:v>
                </c:pt>
                <c:pt idx="4788" formatCode="0_);[Red]\(0\)">
                  <c:v>26000</c:v>
                </c:pt>
                <c:pt idx="4789" formatCode="0_);[Red]\(0\)">
                  <c:v>26000</c:v>
                </c:pt>
                <c:pt idx="4790" formatCode="0_);[Red]\(0\)">
                  <c:v>26000</c:v>
                </c:pt>
                <c:pt idx="4791" formatCode="0_);[Red]\(0\)">
                  <c:v>26000</c:v>
                </c:pt>
                <c:pt idx="4792" formatCode="0_);[Red]\(0\)">
                  <c:v>26000</c:v>
                </c:pt>
                <c:pt idx="4793" formatCode="0_);[Red]\(0\)">
                  <c:v>26000</c:v>
                </c:pt>
                <c:pt idx="4794" formatCode="0_);[Red]\(0\)">
                  <c:v>26000</c:v>
                </c:pt>
                <c:pt idx="4795" formatCode="0_);[Red]\(0\)">
                  <c:v>26000</c:v>
                </c:pt>
                <c:pt idx="4796" formatCode="0_);[Red]\(0\)">
                  <c:v>26000</c:v>
                </c:pt>
                <c:pt idx="4797" formatCode="0_);[Red]\(0\)">
                  <c:v>26000</c:v>
                </c:pt>
                <c:pt idx="4798" formatCode="0_);[Red]\(0\)">
                  <c:v>26000</c:v>
                </c:pt>
                <c:pt idx="4799" formatCode="0_);[Red]\(0\)">
                  <c:v>26000</c:v>
                </c:pt>
                <c:pt idx="4800" formatCode="0_);[Red]\(0\)">
                  <c:v>26000</c:v>
                </c:pt>
                <c:pt idx="4801" formatCode="0_);[Red]\(0\)">
                  <c:v>26000</c:v>
                </c:pt>
                <c:pt idx="4802" formatCode="0_);[Red]\(0\)">
                  <c:v>26000</c:v>
                </c:pt>
                <c:pt idx="4803" formatCode="0_);[Red]\(0\)">
                  <c:v>26000</c:v>
                </c:pt>
                <c:pt idx="4804" formatCode="0_);[Red]\(0\)">
                  <c:v>26000</c:v>
                </c:pt>
                <c:pt idx="4805" formatCode="0_);[Red]\(0\)">
                  <c:v>26000</c:v>
                </c:pt>
                <c:pt idx="4806" formatCode="0_);[Red]\(0\)">
                  <c:v>25500</c:v>
                </c:pt>
                <c:pt idx="4807" formatCode="0_);[Red]\(0\)">
                  <c:v>25500</c:v>
                </c:pt>
                <c:pt idx="4808" formatCode="0_);[Red]\(0\)">
                  <c:v>25500</c:v>
                </c:pt>
                <c:pt idx="4809" formatCode="0_);[Red]\(0\)">
                  <c:v>25500</c:v>
                </c:pt>
                <c:pt idx="4810" formatCode="0_);[Red]\(0\)">
                  <c:v>25500</c:v>
                </c:pt>
                <c:pt idx="4811" formatCode="0_);[Red]\(0\)">
                  <c:v>25500</c:v>
                </c:pt>
                <c:pt idx="4812" formatCode="0_);[Red]\(0\)">
                  <c:v>25500</c:v>
                </c:pt>
                <c:pt idx="4813" formatCode="0_);[Red]\(0\)">
                  <c:v>25500</c:v>
                </c:pt>
                <c:pt idx="4814" formatCode="0_);[Red]\(0\)">
                  <c:v>25500</c:v>
                </c:pt>
                <c:pt idx="4815" formatCode="0_);[Red]\(0\)">
                  <c:v>25500</c:v>
                </c:pt>
                <c:pt idx="4816" formatCode="0_);[Red]\(0\)">
                  <c:v>25500</c:v>
                </c:pt>
                <c:pt idx="4817" formatCode="0_);[Red]\(0\)">
                  <c:v>25500</c:v>
                </c:pt>
                <c:pt idx="4818" formatCode="0_);[Red]\(0\)">
                  <c:v>25500</c:v>
                </c:pt>
                <c:pt idx="4819" formatCode="0_);[Red]\(0\)">
                  <c:v>25500</c:v>
                </c:pt>
                <c:pt idx="4820" formatCode="0_);[Red]\(0\)">
                  <c:v>25500</c:v>
                </c:pt>
                <c:pt idx="4821" formatCode="0_);[Red]\(0\)">
                  <c:v>25500</c:v>
                </c:pt>
                <c:pt idx="4822" formatCode="0_);[Red]\(0\)">
                  <c:v>25500</c:v>
                </c:pt>
                <c:pt idx="4823" formatCode="0_);[Red]\(0\)">
                  <c:v>25500</c:v>
                </c:pt>
                <c:pt idx="4824" formatCode="0_);[Red]\(0\)">
                  <c:v>25500</c:v>
                </c:pt>
                <c:pt idx="4825" formatCode="0_);[Red]\(0\)">
                  <c:v>25500</c:v>
                </c:pt>
                <c:pt idx="4826" formatCode="0_);[Red]\(0\)">
                  <c:v>25500</c:v>
                </c:pt>
                <c:pt idx="4827" formatCode="0_);[Red]\(0\)">
                  <c:v>25500</c:v>
                </c:pt>
                <c:pt idx="4828" formatCode="0_);[Red]\(0\)">
                  <c:v>25500</c:v>
                </c:pt>
                <c:pt idx="4829" formatCode="0_);[Red]\(0\)">
                  <c:v>25500</c:v>
                </c:pt>
                <c:pt idx="4830" formatCode="0_);[Red]\(0\)">
                  <c:v>25500</c:v>
                </c:pt>
                <c:pt idx="4831" formatCode="0_);[Red]\(0\)">
                  <c:v>25250</c:v>
                </c:pt>
                <c:pt idx="4832" formatCode="0_);[Red]\(0\)">
                  <c:v>25250</c:v>
                </c:pt>
                <c:pt idx="4833" formatCode="0_);[Red]\(0\)">
                  <c:v>25250</c:v>
                </c:pt>
                <c:pt idx="4834" formatCode="0_);[Red]\(0\)">
                  <c:v>25250</c:v>
                </c:pt>
                <c:pt idx="4835" formatCode="0_);[Red]\(0\)">
                  <c:v>25250</c:v>
                </c:pt>
                <c:pt idx="4836" formatCode="0_);[Red]\(0\)">
                  <c:v>25250</c:v>
                </c:pt>
                <c:pt idx="4837" formatCode="0_);[Red]\(0\)">
                  <c:v>25250</c:v>
                </c:pt>
                <c:pt idx="4838" formatCode="0_);[Red]\(0\)">
                  <c:v>25250</c:v>
                </c:pt>
                <c:pt idx="4839" formatCode="0_);[Red]\(0\)">
                  <c:v>25250</c:v>
                </c:pt>
                <c:pt idx="4840" formatCode="0_);[Red]\(0\)">
                  <c:v>25250</c:v>
                </c:pt>
                <c:pt idx="4841" formatCode="0_);[Red]\(0\)">
                  <c:v>25250</c:v>
                </c:pt>
                <c:pt idx="4842" formatCode="0_);[Red]\(0\)">
                  <c:v>25250</c:v>
                </c:pt>
                <c:pt idx="4843" formatCode="0_);[Red]\(0\)">
                  <c:v>25250</c:v>
                </c:pt>
                <c:pt idx="4844" formatCode="0_);[Red]\(0\)">
                  <c:v>25250</c:v>
                </c:pt>
                <c:pt idx="4845" formatCode="0_);[Red]\(0\)">
                  <c:v>25250</c:v>
                </c:pt>
                <c:pt idx="4846" formatCode="0_);[Red]\(0\)">
                  <c:v>25250</c:v>
                </c:pt>
                <c:pt idx="4847" formatCode="0_);[Red]\(0\)">
                  <c:v>25250</c:v>
                </c:pt>
                <c:pt idx="4848" formatCode="0_);[Red]\(0\)">
                  <c:v>25250</c:v>
                </c:pt>
                <c:pt idx="4849" formatCode="0_);[Red]\(0\)">
                  <c:v>25250</c:v>
                </c:pt>
                <c:pt idx="4850" formatCode="0_);[Red]\(0\)">
                  <c:v>25250</c:v>
                </c:pt>
                <c:pt idx="4851" formatCode="0_);[Red]\(0\)">
                  <c:v>25250</c:v>
                </c:pt>
                <c:pt idx="4852" formatCode="0_);[Red]\(0\)">
                  <c:v>25000</c:v>
                </c:pt>
                <c:pt idx="4853" formatCode="0_);[Red]\(0\)">
                  <c:v>25000</c:v>
                </c:pt>
                <c:pt idx="4854" formatCode="0_);[Red]\(0\)">
                  <c:v>25000</c:v>
                </c:pt>
                <c:pt idx="4855" formatCode="0_);[Red]\(0\)">
                  <c:v>25000</c:v>
                </c:pt>
                <c:pt idx="4856" formatCode="0_);[Red]\(0\)">
                  <c:v>25000</c:v>
                </c:pt>
                <c:pt idx="4857" formatCode="0_);[Red]\(0\)">
                  <c:v>25000</c:v>
                </c:pt>
                <c:pt idx="4858" formatCode="0_);[Red]\(0\)">
                  <c:v>25000</c:v>
                </c:pt>
                <c:pt idx="4859" formatCode="0_);[Red]\(0\)">
                  <c:v>25000</c:v>
                </c:pt>
                <c:pt idx="4860" formatCode="0_);[Red]\(0\)">
                  <c:v>25000</c:v>
                </c:pt>
                <c:pt idx="4861" formatCode="0_);[Red]\(0\)">
                  <c:v>25000</c:v>
                </c:pt>
                <c:pt idx="4862" formatCode="0_);[Red]\(0\)">
                  <c:v>25000</c:v>
                </c:pt>
                <c:pt idx="4863" formatCode="0_);[Red]\(0\)">
                  <c:v>25000</c:v>
                </c:pt>
                <c:pt idx="4864" formatCode="0_);[Red]\(0\)">
                  <c:v>25000</c:v>
                </c:pt>
                <c:pt idx="4865" formatCode="0_);[Red]\(0\)">
                  <c:v>25000</c:v>
                </c:pt>
                <c:pt idx="4866" formatCode="0_);[Red]\(0\)">
                  <c:v>25000</c:v>
                </c:pt>
                <c:pt idx="4867" formatCode="0_);[Red]\(0\)">
                  <c:v>25000</c:v>
                </c:pt>
                <c:pt idx="4868" formatCode="0_);[Red]\(0\)">
                  <c:v>25000</c:v>
                </c:pt>
                <c:pt idx="4869" formatCode="0_);[Red]\(0\)">
                  <c:v>25000</c:v>
                </c:pt>
                <c:pt idx="4870" formatCode="0_);[Red]\(0\)">
                  <c:v>25000</c:v>
                </c:pt>
                <c:pt idx="4871" formatCode="0_);[Red]\(0\)">
                  <c:v>25000</c:v>
                </c:pt>
                <c:pt idx="4872" formatCode="0_);[Red]\(0\)">
                  <c:v>24500</c:v>
                </c:pt>
                <c:pt idx="4873" formatCode="0_);[Red]\(0\)">
                  <c:v>24500</c:v>
                </c:pt>
                <c:pt idx="4874" formatCode="0_);[Red]\(0\)">
                  <c:v>24500</c:v>
                </c:pt>
                <c:pt idx="4875" formatCode="0_);[Red]\(0\)">
                  <c:v>24500</c:v>
                </c:pt>
                <c:pt idx="4876" formatCode="0_);[Red]\(0\)">
                  <c:v>24500</c:v>
                </c:pt>
                <c:pt idx="4877" formatCode="0_);[Red]\(0\)">
                  <c:v>24500</c:v>
                </c:pt>
                <c:pt idx="4878" formatCode="0_);[Red]\(0\)">
                  <c:v>24500</c:v>
                </c:pt>
                <c:pt idx="4879" formatCode="0_);[Red]\(0\)">
                  <c:v>24500</c:v>
                </c:pt>
                <c:pt idx="4880" formatCode="0_);[Red]\(0\)">
                  <c:v>24500</c:v>
                </c:pt>
                <c:pt idx="4881" formatCode="0_);[Red]\(0\)">
                  <c:v>24500</c:v>
                </c:pt>
                <c:pt idx="4882" formatCode="0_);[Red]\(0\)">
                  <c:v>24000</c:v>
                </c:pt>
                <c:pt idx="4883" formatCode="0_);[Red]\(0\)">
                  <c:v>24000</c:v>
                </c:pt>
                <c:pt idx="4884" formatCode="0_);[Red]\(0\)">
                  <c:v>24000</c:v>
                </c:pt>
                <c:pt idx="4885" formatCode="0_);[Red]\(0\)">
                  <c:v>24000</c:v>
                </c:pt>
                <c:pt idx="4886" formatCode="0_);[Red]\(0\)">
                  <c:v>24000</c:v>
                </c:pt>
                <c:pt idx="4887" formatCode="0_);[Red]\(0\)">
                  <c:v>24000</c:v>
                </c:pt>
                <c:pt idx="4888" formatCode="0_);[Red]\(0\)">
                  <c:v>24000</c:v>
                </c:pt>
                <c:pt idx="4889" formatCode="0_);[Red]\(0\)">
                  <c:v>24000</c:v>
                </c:pt>
                <c:pt idx="4890" formatCode="0_);[Red]\(0\)">
                  <c:v>24000</c:v>
                </c:pt>
                <c:pt idx="4891" formatCode="0_);[Red]\(0\)">
                  <c:v>24000</c:v>
                </c:pt>
                <c:pt idx="4892" formatCode="0_);[Red]\(0\)">
                  <c:v>24000</c:v>
                </c:pt>
                <c:pt idx="4893" formatCode="0_);[Red]\(0\)">
                  <c:v>24000</c:v>
                </c:pt>
                <c:pt idx="4894" formatCode="0_);[Red]\(0\)">
                  <c:v>24000</c:v>
                </c:pt>
                <c:pt idx="4895" formatCode="0_);[Red]\(0\)">
                  <c:v>24000</c:v>
                </c:pt>
                <c:pt idx="4896" formatCode="0_);[Red]\(0\)">
                  <c:v>24000</c:v>
                </c:pt>
                <c:pt idx="4897" formatCode="0_);[Red]\(0\)">
                  <c:v>24000</c:v>
                </c:pt>
                <c:pt idx="4898" formatCode="0_);[Red]\(0\)">
                  <c:v>24000</c:v>
                </c:pt>
                <c:pt idx="4899" formatCode="0_);[Red]\(0\)">
                  <c:v>24000</c:v>
                </c:pt>
                <c:pt idx="4900" formatCode="0_);[Red]\(0\)">
                  <c:v>24000</c:v>
                </c:pt>
                <c:pt idx="4901" formatCode="0_);[Red]\(0\)">
                  <c:v>24000</c:v>
                </c:pt>
                <c:pt idx="4902" formatCode="0_);[Red]\(0\)">
                  <c:v>24000</c:v>
                </c:pt>
                <c:pt idx="4903" formatCode="0_);[Red]\(0\)">
                  <c:v>24000</c:v>
                </c:pt>
                <c:pt idx="4904" formatCode="0_);[Red]\(0\)">
                  <c:v>24000</c:v>
                </c:pt>
                <c:pt idx="4905" formatCode="0_);[Red]\(0\)">
                  <c:v>24000</c:v>
                </c:pt>
                <c:pt idx="4906" formatCode="0_);[Red]\(0\)">
                  <c:v>24000</c:v>
                </c:pt>
                <c:pt idx="4907" formatCode="0_);[Red]\(0\)">
                  <c:v>24000</c:v>
                </c:pt>
                <c:pt idx="4908" formatCode="0_);[Red]\(0\)">
                  <c:v>24000</c:v>
                </c:pt>
                <c:pt idx="4909" formatCode="0_);[Red]\(0\)">
                  <c:v>24000</c:v>
                </c:pt>
                <c:pt idx="4910" formatCode="0_);[Red]\(0\)">
                  <c:v>24000</c:v>
                </c:pt>
                <c:pt idx="4911" formatCode="0_);[Red]\(0\)">
                  <c:v>24000</c:v>
                </c:pt>
                <c:pt idx="4912" formatCode="0_);[Red]\(0\)">
                  <c:v>24000</c:v>
                </c:pt>
                <c:pt idx="4913" formatCode="0_);[Red]\(0\)">
                  <c:v>24000</c:v>
                </c:pt>
                <c:pt idx="4914" formatCode="0_);[Red]\(0\)">
                  <c:v>24000</c:v>
                </c:pt>
                <c:pt idx="4915" formatCode="0_);[Red]\(0\)">
                  <c:v>24000</c:v>
                </c:pt>
                <c:pt idx="4916" formatCode="0_);[Red]\(0\)">
                  <c:v>24000</c:v>
                </c:pt>
                <c:pt idx="4917" formatCode="0_);[Red]\(0\)">
                  <c:v>24000</c:v>
                </c:pt>
                <c:pt idx="4918" formatCode="0_);[Red]\(0\)">
                  <c:v>24000</c:v>
                </c:pt>
                <c:pt idx="4919" formatCode="0_);[Red]\(0\)">
                  <c:v>24000</c:v>
                </c:pt>
                <c:pt idx="4920" formatCode="0_);[Red]\(0\)">
                  <c:v>24000</c:v>
                </c:pt>
                <c:pt idx="4921" formatCode="0_);[Red]\(0\)">
                  <c:v>24000</c:v>
                </c:pt>
                <c:pt idx="4922" formatCode="0_);[Red]\(0\)">
                  <c:v>24000</c:v>
                </c:pt>
                <c:pt idx="4923" formatCode="0_);[Red]\(0\)">
                  <c:v>24000</c:v>
                </c:pt>
                <c:pt idx="4924" formatCode="0_);[Red]\(0\)">
                  <c:v>24000</c:v>
                </c:pt>
                <c:pt idx="4925" formatCode="0_);[Red]\(0\)">
                  <c:v>24000</c:v>
                </c:pt>
                <c:pt idx="4926" formatCode="0_);[Red]\(0\)">
                  <c:v>24000</c:v>
                </c:pt>
                <c:pt idx="4927" formatCode="0_);[Red]\(0\)">
                  <c:v>24000</c:v>
                </c:pt>
                <c:pt idx="4928" formatCode="0_);[Red]\(0\)">
                  <c:v>24000</c:v>
                </c:pt>
                <c:pt idx="4929" formatCode="0_);[Red]\(0\)">
                  <c:v>24000</c:v>
                </c:pt>
                <c:pt idx="4930" formatCode="0_);[Red]\(0\)">
                  <c:v>24000</c:v>
                </c:pt>
                <c:pt idx="4931" formatCode="0_);[Red]\(0\)">
                  <c:v>24000</c:v>
                </c:pt>
                <c:pt idx="4932" formatCode="0_);[Red]\(0\)">
                  <c:v>24000</c:v>
                </c:pt>
                <c:pt idx="4933" formatCode="0_);[Red]\(0\)">
                  <c:v>24000</c:v>
                </c:pt>
                <c:pt idx="4934" formatCode="0_);[Red]\(0\)">
                  <c:v>24000</c:v>
                </c:pt>
                <c:pt idx="4935" formatCode="0_);[Red]\(0\)">
                  <c:v>24000</c:v>
                </c:pt>
                <c:pt idx="4936" formatCode="0_);[Red]\(0\)">
                  <c:v>24000</c:v>
                </c:pt>
                <c:pt idx="4937" formatCode="0_);[Red]\(0\)">
                  <c:v>24000</c:v>
                </c:pt>
                <c:pt idx="4938" formatCode="0_);[Red]\(0\)">
                  <c:v>24000</c:v>
                </c:pt>
                <c:pt idx="4939" formatCode="0_);[Red]\(0\)">
                  <c:v>24000</c:v>
                </c:pt>
                <c:pt idx="4940" formatCode="0_);[Red]\(0\)">
                  <c:v>24000</c:v>
                </c:pt>
                <c:pt idx="4941" formatCode="0_);[Red]\(0\)">
                  <c:v>24000</c:v>
                </c:pt>
                <c:pt idx="4942" formatCode="0_);[Red]\(0\)">
                  <c:v>24000</c:v>
                </c:pt>
                <c:pt idx="4943" formatCode="0_);[Red]\(0\)">
                  <c:v>24000</c:v>
                </c:pt>
                <c:pt idx="4944" formatCode="0_);[Red]\(0\)">
                  <c:v>24000</c:v>
                </c:pt>
                <c:pt idx="4945" formatCode="0_);[Red]\(0\)">
                  <c:v>24000</c:v>
                </c:pt>
                <c:pt idx="4946" formatCode="0_);[Red]\(0\)">
                  <c:v>24000</c:v>
                </c:pt>
                <c:pt idx="4947" formatCode="0_);[Red]\(0\)">
                  <c:v>24000</c:v>
                </c:pt>
                <c:pt idx="4948" formatCode="0_);[Red]\(0\)">
                  <c:v>24000</c:v>
                </c:pt>
                <c:pt idx="4949" formatCode="0_);[Red]\(0\)">
                  <c:v>24000</c:v>
                </c:pt>
                <c:pt idx="4950" formatCode="0_);[Red]\(0\)">
                  <c:v>24000</c:v>
                </c:pt>
                <c:pt idx="4951" formatCode="0_);[Red]\(0\)">
                  <c:v>24000</c:v>
                </c:pt>
                <c:pt idx="4952" formatCode="0_);[Red]\(0\)">
                  <c:v>24000</c:v>
                </c:pt>
                <c:pt idx="4953" formatCode="0_);[Red]\(0\)">
                  <c:v>24000</c:v>
                </c:pt>
                <c:pt idx="4954" formatCode="0_);[Red]\(0\)">
                  <c:v>24000</c:v>
                </c:pt>
                <c:pt idx="4955" formatCode="0_);[Red]\(0\)">
                  <c:v>24000</c:v>
                </c:pt>
                <c:pt idx="4956" formatCode="0_);[Red]\(0\)">
                  <c:v>24000</c:v>
                </c:pt>
                <c:pt idx="4957" formatCode="0_);[Red]\(0\)">
                  <c:v>24000</c:v>
                </c:pt>
                <c:pt idx="4958" formatCode="0_);[Red]\(0\)">
                  <c:v>24000</c:v>
                </c:pt>
                <c:pt idx="4959" formatCode="0_);[Red]\(0\)">
                  <c:v>26500</c:v>
                </c:pt>
                <c:pt idx="4960" formatCode="0_);[Red]\(0\)">
                  <c:v>26500</c:v>
                </c:pt>
                <c:pt idx="4961" formatCode="0_);[Red]\(0\)">
                  <c:v>26500</c:v>
                </c:pt>
                <c:pt idx="4962" formatCode="0_);[Red]\(0\)">
                  <c:v>26500</c:v>
                </c:pt>
                <c:pt idx="4963" formatCode="0_);[Red]\(0\)">
                  <c:v>26500</c:v>
                </c:pt>
                <c:pt idx="4964" formatCode="0_);[Red]\(0\)">
                  <c:v>26500</c:v>
                </c:pt>
                <c:pt idx="4965" formatCode="0_);[Red]\(0\)">
                  <c:v>26500</c:v>
                </c:pt>
                <c:pt idx="4966" formatCode="0_);[Red]\(0\)">
                  <c:v>26500</c:v>
                </c:pt>
                <c:pt idx="4967" formatCode="0_);[Red]\(0\)">
                  <c:v>26500</c:v>
                </c:pt>
                <c:pt idx="4968" formatCode="0_);[Red]\(0\)">
                  <c:v>26500</c:v>
                </c:pt>
                <c:pt idx="4969" formatCode="0_);[Red]\(0\)">
                  <c:v>26500</c:v>
                </c:pt>
                <c:pt idx="4970" formatCode="0_);[Red]\(0\)">
                  <c:v>26500</c:v>
                </c:pt>
                <c:pt idx="4971" formatCode="0_);[Red]\(0\)">
                  <c:v>26500</c:v>
                </c:pt>
                <c:pt idx="4972" formatCode="0_);[Red]\(0\)">
                  <c:v>26500</c:v>
                </c:pt>
                <c:pt idx="4973" formatCode="0_);[Red]\(0\)">
                  <c:v>26500</c:v>
                </c:pt>
                <c:pt idx="4974" formatCode="0_);[Red]\(0\)">
                  <c:v>25000</c:v>
                </c:pt>
                <c:pt idx="4975" formatCode="0_);[Red]\(0\)">
                  <c:v>25000</c:v>
                </c:pt>
                <c:pt idx="4976" formatCode="0_);[Red]\(0\)">
                  <c:v>25000</c:v>
                </c:pt>
                <c:pt idx="4977" formatCode="0_);[Red]\(0\)">
                  <c:v>25000</c:v>
                </c:pt>
                <c:pt idx="4978" formatCode="0_);[Red]\(0\)">
                  <c:v>25000</c:v>
                </c:pt>
                <c:pt idx="4979" formatCode="0_);[Red]\(0\)">
                  <c:v>25000</c:v>
                </c:pt>
                <c:pt idx="4980" formatCode="0_);[Red]\(0\)">
                  <c:v>25000</c:v>
                </c:pt>
                <c:pt idx="4981" formatCode="0_);[Red]\(0\)">
                  <c:v>25000</c:v>
                </c:pt>
                <c:pt idx="4982" formatCode="0_);[Red]\(0\)">
                  <c:v>25000</c:v>
                </c:pt>
                <c:pt idx="4983" formatCode="0_);[Red]\(0\)">
                  <c:v>25000</c:v>
                </c:pt>
                <c:pt idx="4984" formatCode="0_);[Red]\(0\)">
                  <c:v>25000</c:v>
                </c:pt>
                <c:pt idx="4985" formatCode="0_);[Red]\(0\)">
                  <c:v>25000</c:v>
                </c:pt>
                <c:pt idx="4986" formatCode="0_);[Red]\(0\)">
                  <c:v>25000</c:v>
                </c:pt>
                <c:pt idx="4987" formatCode="0_);[Red]\(0\)">
                  <c:v>25000</c:v>
                </c:pt>
                <c:pt idx="4988" formatCode="0_);[Red]\(0\)">
                  <c:v>25000</c:v>
                </c:pt>
                <c:pt idx="4989" formatCode="0_);[Red]\(0\)">
                  <c:v>25000</c:v>
                </c:pt>
                <c:pt idx="4990" formatCode="0_);[Red]\(0\)">
                  <c:v>25000</c:v>
                </c:pt>
                <c:pt idx="4991" formatCode="0_);[Red]\(0\)">
                  <c:v>25000</c:v>
                </c:pt>
                <c:pt idx="4992" formatCode="0_);[Red]\(0\)">
                  <c:v>25000</c:v>
                </c:pt>
                <c:pt idx="4993" formatCode="0_);[Red]\(0\)">
                  <c:v>25000</c:v>
                </c:pt>
                <c:pt idx="4994" formatCode="0_);[Red]\(0\)">
                  <c:v>25000</c:v>
                </c:pt>
                <c:pt idx="4995" formatCode="0_);[Red]\(0\)">
                  <c:v>25000</c:v>
                </c:pt>
                <c:pt idx="4996" formatCode="0_);[Red]\(0\)">
                  <c:v>25000</c:v>
                </c:pt>
                <c:pt idx="4997" formatCode="0_);[Red]\(0\)">
                  <c:v>25000</c:v>
                </c:pt>
                <c:pt idx="4998" formatCode="0_);[Red]\(0\)">
                  <c:v>25000</c:v>
                </c:pt>
                <c:pt idx="4999" formatCode="0_);[Red]\(0\)">
                  <c:v>25000</c:v>
                </c:pt>
                <c:pt idx="5000" formatCode="0_);[Red]\(0\)">
                  <c:v>25000</c:v>
                </c:pt>
                <c:pt idx="5001" formatCode="0_);[Red]\(0\)">
                  <c:v>25000</c:v>
                </c:pt>
                <c:pt idx="5002" formatCode="0_);[Red]\(0\)">
                  <c:v>25000</c:v>
                </c:pt>
                <c:pt idx="5003" formatCode="0_);[Red]\(0\)">
                  <c:v>25000</c:v>
                </c:pt>
                <c:pt idx="5004" formatCode="0_);[Red]\(0\)">
                  <c:v>25000</c:v>
                </c:pt>
                <c:pt idx="5005" formatCode="0_);[Red]\(0\)">
                  <c:v>25000</c:v>
                </c:pt>
                <c:pt idx="5006" formatCode="0_);[Red]\(0\)">
                  <c:v>25000</c:v>
                </c:pt>
                <c:pt idx="5007" formatCode="0_);[Red]\(0\)">
                  <c:v>25000</c:v>
                </c:pt>
                <c:pt idx="5008" formatCode="0_);[Red]\(0\)">
                  <c:v>25000</c:v>
                </c:pt>
                <c:pt idx="5009" formatCode="0_);[Red]\(0\)">
                  <c:v>25000</c:v>
                </c:pt>
                <c:pt idx="5010" formatCode="0_);[Red]\(0\)">
                  <c:v>25000</c:v>
                </c:pt>
                <c:pt idx="5011" formatCode="0_);[Red]\(0\)">
                  <c:v>25000</c:v>
                </c:pt>
                <c:pt idx="5012" formatCode="0_);[Red]\(0\)">
                  <c:v>25000</c:v>
                </c:pt>
                <c:pt idx="5013" formatCode="0_);[Red]\(0\)">
                  <c:v>25000</c:v>
                </c:pt>
                <c:pt idx="5014" formatCode="0_);[Red]\(0\)">
                  <c:v>25000</c:v>
                </c:pt>
                <c:pt idx="5015" formatCode="0_);[Red]\(0\)">
                  <c:v>25000</c:v>
                </c:pt>
                <c:pt idx="5016" formatCode="0_);[Red]\(0\)">
                  <c:v>25000</c:v>
                </c:pt>
                <c:pt idx="5017" formatCode="0_);[Red]\(0\)">
                  <c:v>25000</c:v>
                </c:pt>
                <c:pt idx="5018" formatCode="0_);[Red]\(0\)">
                  <c:v>25000</c:v>
                </c:pt>
                <c:pt idx="5019" formatCode="0_);[Red]\(0\)">
                  <c:v>25000</c:v>
                </c:pt>
                <c:pt idx="5020" formatCode="0_);[Red]\(0\)">
                  <c:v>25000</c:v>
                </c:pt>
                <c:pt idx="5021" formatCode="0_);[Red]\(0\)">
                  <c:v>25000</c:v>
                </c:pt>
                <c:pt idx="5022" formatCode="0_);[Red]\(0\)">
                  <c:v>25000</c:v>
                </c:pt>
                <c:pt idx="5023" formatCode="0_);[Red]\(0\)">
                  <c:v>25000</c:v>
                </c:pt>
                <c:pt idx="5024" formatCode="0_);[Red]\(0\)">
                  <c:v>25000</c:v>
                </c:pt>
                <c:pt idx="5025" formatCode="0_);[Red]\(0\)">
                  <c:v>25000</c:v>
                </c:pt>
                <c:pt idx="5026" formatCode="0_);[Red]\(0\)">
                  <c:v>25000</c:v>
                </c:pt>
                <c:pt idx="5027" formatCode="0_);[Red]\(0\)">
                  <c:v>25000</c:v>
                </c:pt>
                <c:pt idx="5028" formatCode="0_);[Red]\(0\)">
                  <c:v>25000</c:v>
                </c:pt>
                <c:pt idx="5029" formatCode="0_);[Red]\(0\)">
                  <c:v>25000</c:v>
                </c:pt>
                <c:pt idx="5030" formatCode="0_);[Red]\(0\)">
                  <c:v>25000</c:v>
                </c:pt>
                <c:pt idx="5031" formatCode="0_);[Red]\(0\)">
                  <c:v>25000</c:v>
                </c:pt>
                <c:pt idx="5032" formatCode="0_);[Red]\(0\)">
                  <c:v>25000</c:v>
                </c:pt>
                <c:pt idx="5033" formatCode="0_);[Red]\(0\)">
                  <c:v>25000</c:v>
                </c:pt>
                <c:pt idx="5034" formatCode="0_);[Red]\(0\)">
                  <c:v>25000</c:v>
                </c:pt>
                <c:pt idx="5035" formatCode="0_);[Red]\(0\)">
                  <c:v>25000</c:v>
                </c:pt>
                <c:pt idx="5036" formatCode="0_);[Red]\(0\)">
                  <c:v>25000</c:v>
                </c:pt>
                <c:pt idx="5037" formatCode="0_);[Red]\(0\)">
                  <c:v>25000</c:v>
                </c:pt>
                <c:pt idx="5038" formatCode="0_);[Red]\(0\)">
                  <c:v>25000</c:v>
                </c:pt>
                <c:pt idx="5039" formatCode="0_);[Red]\(0\)">
                  <c:v>25000</c:v>
                </c:pt>
                <c:pt idx="5040" formatCode="0_);[Red]\(0\)">
                  <c:v>25000</c:v>
                </c:pt>
                <c:pt idx="5041" formatCode="0_);[Red]\(0\)">
                  <c:v>25000</c:v>
                </c:pt>
                <c:pt idx="5042" formatCode="0_);[Red]\(0\)">
                  <c:v>25000</c:v>
                </c:pt>
                <c:pt idx="5043" formatCode="0_);[Red]\(0\)">
                  <c:v>25000</c:v>
                </c:pt>
                <c:pt idx="5044" formatCode="0_);[Red]\(0\)">
                  <c:v>25000</c:v>
                </c:pt>
                <c:pt idx="5045" formatCode="0_);[Red]\(0\)">
                  <c:v>25000</c:v>
                </c:pt>
                <c:pt idx="5046" formatCode="0_);[Red]\(0\)">
                  <c:v>25000</c:v>
                </c:pt>
                <c:pt idx="5047" formatCode="0_);[Red]\(0\)">
                  <c:v>25000</c:v>
                </c:pt>
                <c:pt idx="5048" formatCode="0_);[Red]\(0\)">
                  <c:v>25000</c:v>
                </c:pt>
                <c:pt idx="5049" formatCode="0_);[Red]\(0\)">
                  <c:v>25000</c:v>
                </c:pt>
                <c:pt idx="5050" formatCode="0_);[Red]\(0\)">
                  <c:v>25000</c:v>
                </c:pt>
                <c:pt idx="5051" formatCode="0_);[Red]\(0\)">
                  <c:v>25000</c:v>
                </c:pt>
                <c:pt idx="5052" formatCode="0_);[Red]\(0\)">
                  <c:v>25000</c:v>
                </c:pt>
                <c:pt idx="5053" formatCode="0_);[Red]\(0\)">
                  <c:v>25000</c:v>
                </c:pt>
                <c:pt idx="5054" formatCode="0_);[Red]\(0\)">
                  <c:v>25000</c:v>
                </c:pt>
                <c:pt idx="5055" formatCode="0_);[Red]\(0\)">
                  <c:v>25000</c:v>
                </c:pt>
                <c:pt idx="5056" formatCode="0_);[Red]\(0\)">
                  <c:v>25000</c:v>
                </c:pt>
                <c:pt idx="5057" formatCode="0_);[Red]\(0\)">
                  <c:v>25000</c:v>
                </c:pt>
                <c:pt idx="5058" formatCode="0_);[Red]\(0\)">
                  <c:v>25000</c:v>
                </c:pt>
                <c:pt idx="5059" formatCode="0_);[Red]\(0\)">
                  <c:v>25000</c:v>
                </c:pt>
                <c:pt idx="5060" formatCode="0_);[Red]\(0\)">
                  <c:v>25000</c:v>
                </c:pt>
                <c:pt idx="5061" formatCode="0_);[Red]\(0\)">
                  <c:v>25000</c:v>
                </c:pt>
                <c:pt idx="5062" formatCode="0_);[Red]\(0\)">
                  <c:v>25000</c:v>
                </c:pt>
                <c:pt idx="5063" formatCode="0_);[Red]\(0\)">
                  <c:v>25000</c:v>
                </c:pt>
                <c:pt idx="5064" formatCode="0_);[Red]\(0\)">
                  <c:v>25000</c:v>
                </c:pt>
                <c:pt idx="5065" formatCode="0_);[Red]\(0\)">
                  <c:v>25000</c:v>
                </c:pt>
                <c:pt idx="5066" formatCode="0_);[Red]\(0\)">
                  <c:v>25000</c:v>
                </c:pt>
                <c:pt idx="5067" formatCode="0_);[Red]\(0\)">
                  <c:v>25000</c:v>
                </c:pt>
                <c:pt idx="5068" formatCode="0_);[Red]\(0\)">
                  <c:v>25000</c:v>
                </c:pt>
                <c:pt idx="5069" formatCode="0_);[Red]\(0\)">
                  <c:v>25000</c:v>
                </c:pt>
                <c:pt idx="5070" formatCode="0_);[Red]\(0\)">
                  <c:v>25000</c:v>
                </c:pt>
                <c:pt idx="5071" formatCode="0_);[Red]\(0\)">
                  <c:v>25000</c:v>
                </c:pt>
                <c:pt idx="5072" formatCode="0_);[Red]\(0\)">
                  <c:v>25000</c:v>
                </c:pt>
                <c:pt idx="5073" formatCode="0_);[Red]\(0\)">
                  <c:v>25000</c:v>
                </c:pt>
                <c:pt idx="5074" formatCode="0_);[Red]\(0\)">
                  <c:v>25000</c:v>
                </c:pt>
                <c:pt idx="5075" formatCode="0_);[Red]\(0\)">
                  <c:v>25000</c:v>
                </c:pt>
                <c:pt idx="5076" formatCode="0_);[Red]\(0\)">
                  <c:v>25000</c:v>
                </c:pt>
                <c:pt idx="5077" formatCode="0_);[Red]\(0\)">
                  <c:v>25000</c:v>
                </c:pt>
                <c:pt idx="5078" formatCode="0_);[Red]\(0\)">
                  <c:v>25000</c:v>
                </c:pt>
                <c:pt idx="5079" formatCode="0_);[Red]\(0\)">
                  <c:v>25000</c:v>
                </c:pt>
                <c:pt idx="5080" formatCode="0_);[Red]\(0\)">
                  <c:v>25000</c:v>
                </c:pt>
                <c:pt idx="5081" formatCode="0_);[Red]\(0\)">
                  <c:v>25000</c:v>
                </c:pt>
                <c:pt idx="5082" formatCode="0_);[Red]\(0\)">
                  <c:v>25000</c:v>
                </c:pt>
                <c:pt idx="5083" formatCode="0_);[Red]\(0\)">
                  <c:v>25000</c:v>
                </c:pt>
                <c:pt idx="5084" formatCode="0_);[Red]\(0\)">
                  <c:v>25000</c:v>
                </c:pt>
                <c:pt idx="5085" formatCode="0_);[Red]\(0\)">
                  <c:v>25000</c:v>
                </c:pt>
                <c:pt idx="5086" formatCode="0_);[Red]\(0\)">
                  <c:v>25000</c:v>
                </c:pt>
                <c:pt idx="5087" formatCode="0_);[Red]\(0\)">
                  <c:v>25000</c:v>
                </c:pt>
                <c:pt idx="5088" formatCode="0_);[Red]\(0\)">
                  <c:v>25000</c:v>
                </c:pt>
                <c:pt idx="5089" formatCode="0_);[Red]\(0\)">
                  <c:v>25000</c:v>
                </c:pt>
                <c:pt idx="5090" formatCode="0_);[Red]\(0\)">
                  <c:v>25000</c:v>
                </c:pt>
                <c:pt idx="5091" formatCode="0_);[Red]\(0\)">
                  <c:v>25000</c:v>
                </c:pt>
                <c:pt idx="5092" formatCode="0_);[Red]\(0\)">
                  <c:v>25000</c:v>
                </c:pt>
                <c:pt idx="5093" formatCode="0_);[Red]\(0\)">
                  <c:v>25000</c:v>
                </c:pt>
                <c:pt idx="5094" formatCode="0_);[Red]\(0\)">
                  <c:v>25000</c:v>
                </c:pt>
                <c:pt idx="5095" formatCode="0_);[Red]\(0\)">
                  <c:v>25000</c:v>
                </c:pt>
                <c:pt idx="5096" formatCode="0_);[Red]\(0\)">
                  <c:v>25000</c:v>
                </c:pt>
                <c:pt idx="5097" formatCode="0_);[Red]\(0\)">
                  <c:v>22500</c:v>
                </c:pt>
                <c:pt idx="5098" formatCode="0_);[Red]\(0\)">
                  <c:v>22500</c:v>
                </c:pt>
                <c:pt idx="5099" formatCode="0_);[Red]\(0\)">
                  <c:v>22500</c:v>
                </c:pt>
                <c:pt idx="5100" formatCode="0_);[Red]\(0\)">
                  <c:v>22500</c:v>
                </c:pt>
                <c:pt idx="5101" formatCode="0_);[Red]\(0\)">
                  <c:v>22500</c:v>
                </c:pt>
                <c:pt idx="5102" formatCode="0_);[Red]\(0\)">
                  <c:v>22500</c:v>
                </c:pt>
                <c:pt idx="5103" formatCode="0_);[Red]\(0\)">
                  <c:v>22500</c:v>
                </c:pt>
                <c:pt idx="5104" formatCode="0_);[Red]\(0\)">
                  <c:v>22500</c:v>
                </c:pt>
                <c:pt idx="5105" formatCode="0_);[Red]\(0\)">
                  <c:v>22500</c:v>
                </c:pt>
                <c:pt idx="5106" formatCode="0_);[Red]\(0\)">
                  <c:v>22500</c:v>
                </c:pt>
                <c:pt idx="5107" formatCode="0_);[Red]\(0\)">
                  <c:v>22500</c:v>
                </c:pt>
                <c:pt idx="5108" formatCode="0_);[Red]\(0\)">
                  <c:v>22500</c:v>
                </c:pt>
                <c:pt idx="5109" formatCode="0_);[Red]\(0\)">
                  <c:v>22500</c:v>
                </c:pt>
                <c:pt idx="5110" formatCode="0_);[Red]\(0\)">
                  <c:v>22500</c:v>
                </c:pt>
                <c:pt idx="5111" formatCode="0_);[Red]\(0\)">
                  <c:v>22500</c:v>
                </c:pt>
                <c:pt idx="5112" formatCode="0_);[Red]\(0\)">
                  <c:v>22500</c:v>
                </c:pt>
                <c:pt idx="5113" formatCode="0_);[Red]\(0\)">
                  <c:v>22500</c:v>
                </c:pt>
                <c:pt idx="5114" formatCode="0_);[Red]\(0\)">
                  <c:v>21000</c:v>
                </c:pt>
                <c:pt idx="5115" formatCode="0_);[Red]\(0\)">
                  <c:v>21000</c:v>
                </c:pt>
                <c:pt idx="5116" formatCode="0_);[Red]\(0\)">
                  <c:v>21000</c:v>
                </c:pt>
                <c:pt idx="5117" formatCode="0_);[Red]\(0\)">
                  <c:v>21000</c:v>
                </c:pt>
                <c:pt idx="5118" formatCode="0_);[Red]\(0\)">
                  <c:v>21000</c:v>
                </c:pt>
                <c:pt idx="5119" formatCode="0_);[Red]\(0\)">
                  <c:v>21000</c:v>
                </c:pt>
                <c:pt idx="5120" formatCode="0_);[Red]\(0\)">
                  <c:v>21000</c:v>
                </c:pt>
                <c:pt idx="5121" formatCode="0_);[Red]\(0\)">
                  <c:v>21000</c:v>
                </c:pt>
                <c:pt idx="5122" formatCode="0_);[Red]\(0\)">
                  <c:v>21000</c:v>
                </c:pt>
                <c:pt idx="5123" formatCode="0_);[Red]\(0\)">
                  <c:v>21000</c:v>
                </c:pt>
                <c:pt idx="5124" formatCode="0_);[Red]\(0\)">
                  <c:v>21000</c:v>
                </c:pt>
                <c:pt idx="5125" formatCode="0_);[Red]\(0\)">
                  <c:v>21000</c:v>
                </c:pt>
                <c:pt idx="5126" formatCode="0_);[Red]\(0\)">
                  <c:v>21000</c:v>
                </c:pt>
                <c:pt idx="5127" formatCode="0_);[Red]\(0\)">
                  <c:v>21000</c:v>
                </c:pt>
                <c:pt idx="5128" formatCode="0_);[Red]\(0\)">
                  <c:v>21000</c:v>
                </c:pt>
                <c:pt idx="5129" formatCode="0_);[Red]\(0\)">
                  <c:v>21000</c:v>
                </c:pt>
                <c:pt idx="5130" formatCode="0_);[Red]\(0\)">
                  <c:v>21000</c:v>
                </c:pt>
                <c:pt idx="5131" formatCode="0_);[Red]\(0\)">
                  <c:v>21000</c:v>
                </c:pt>
                <c:pt idx="5132" formatCode="0_);[Red]\(0\)">
                  <c:v>21000</c:v>
                </c:pt>
                <c:pt idx="5133" formatCode="0_);[Red]\(0\)">
                  <c:v>21000</c:v>
                </c:pt>
                <c:pt idx="5134" formatCode="0_);[Red]\(0\)">
                  <c:v>21000</c:v>
                </c:pt>
                <c:pt idx="5135" formatCode="0_);[Red]\(0\)">
                  <c:v>21000</c:v>
                </c:pt>
                <c:pt idx="5136" formatCode="0_);[Red]\(0\)">
                  <c:v>21000</c:v>
                </c:pt>
                <c:pt idx="5137" formatCode="0_);[Red]\(0\)">
                  <c:v>21000</c:v>
                </c:pt>
                <c:pt idx="5138" formatCode="0_);[Red]\(0\)">
                  <c:v>21000</c:v>
                </c:pt>
                <c:pt idx="5139" formatCode="0_);[Red]\(0\)">
                  <c:v>21000</c:v>
                </c:pt>
                <c:pt idx="5140" formatCode="0_);[Red]\(0\)">
                  <c:v>21000</c:v>
                </c:pt>
                <c:pt idx="5141" formatCode="0_);[Red]\(0\)">
                  <c:v>21000</c:v>
                </c:pt>
                <c:pt idx="5142" formatCode="0_);[Red]\(0\)">
                  <c:v>21000</c:v>
                </c:pt>
                <c:pt idx="5143" formatCode="0_);[Red]\(0\)">
                  <c:v>21000</c:v>
                </c:pt>
                <c:pt idx="5144" formatCode="0_);[Red]\(0\)">
                  <c:v>21000</c:v>
                </c:pt>
                <c:pt idx="5145" formatCode="0_);[Red]\(0\)">
                  <c:v>21000</c:v>
                </c:pt>
                <c:pt idx="5146" formatCode="0_);[Red]\(0\)">
                  <c:v>21000</c:v>
                </c:pt>
                <c:pt idx="5147" formatCode="0_);[Red]\(0\)">
                  <c:v>21000</c:v>
                </c:pt>
                <c:pt idx="5148" formatCode="0_);[Red]\(0\)">
                  <c:v>21000</c:v>
                </c:pt>
                <c:pt idx="5149" formatCode="0_);[Red]\(0\)">
                  <c:v>21000</c:v>
                </c:pt>
                <c:pt idx="5150" formatCode="0_);[Red]\(0\)">
                  <c:v>21000</c:v>
                </c:pt>
                <c:pt idx="5151" formatCode="0_);[Red]\(0\)">
                  <c:v>21000</c:v>
                </c:pt>
                <c:pt idx="5152" formatCode="0_);[Red]\(0\)">
                  <c:v>21000</c:v>
                </c:pt>
                <c:pt idx="5153" formatCode="0_);[Red]\(0\)">
                  <c:v>21000</c:v>
                </c:pt>
                <c:pt idx="5154" formatCode="0_);[Red]\(0\)">
                  <c:v>21000</c:v>
                </c:pt>
                <c:pt idx="5155" formatCode="0_);[Red]\(0\)">
                  <c:v>21000</c:v>
                </c:pt>
                <c:pt idx="5156" formatCode="0_);[Red]\(0\)">
                  <c:v>21000</c:v>
                </c:pt>
                <c:pt idx="5157" formatCode="0_);[Red]\(0\)">
                  <c:v>21000</c:v>
                </c:pt>
                <c:pt idx="5158" formatCode="0_);[Red]\(0\)">
                  <c:v>21000</c:v>
                </c:pt>
                <c:pt idx="5159" formatCode="0_);[Red]\(0\)">
                  <c:v>21000</c:v>
                </c:pt>
                <c:pt idx="5160" formatCode="0_);[Red]\(0\)">
                  <c:v>21000</c:v>
                </c:pt>
                <c:pt idx="5161" formatCode="0_);[Red]\(0\)">
                  <c:v>21000</c:v>
                </c:pt>
                <c:pt idx="5162" formatCode="0_);[Red]\(0\)">
                  <c:v>21000</c:v>
                </c:pt>
                <c:pt idx="5163" formatCode="0_);[Red]\(0\)">
                  <c:v>21000</c:v>
                </c:pt>
                <c:pt idx="5164" formatCode="0_);[Red]\(0\)">
                  <c:v>21000</c:v>
                </c:pt>
                <c:pt idx="5165" formatCode="0_);[Red]\(0\)">
                  <c:v>21000</c:v>
                </c:pt>
                <c:pt idx="5166" formatCode="0_);[Red]\(0\)">
                  <c:v>21000</c:v>
                </c:pt>
                <c:pt idx="5167" formatCode="0_);[Red]\(0\)">
                  <c:v>21000</c:v>
                </c:pt>
                <c:pt idx="5168" formatCode="0_);[Red]\(0\)">
                  <c:v>21000</c:v>
                </c:pt>
                <c:pt idx="5169" formatCode="0_);[Red]\(0\)">
                  <c:v>21000</c:v>
                </c:pt>
                <c:pt idx="5170" formatCode="0_);[Red]\(0\)">
                  <c:v>21000</c:v>
                </c:pt>
                <c:pt idx="5171" formatCode="0_);[Red]\(0\)">
                  <c:v>21000</c:v>
                </c:pt>
                <c:pt idx="5172" formatCode="0_);[Red]\(0\)">
                  <c:v>21000</c:v>
                </c:pt>
                <c:pt idx="5173" formatCode="0_);[Red]\(0\)">
                  <c:v>21000</c:v>
                </c:pt>
                <c:pt idx="5174" formatCode="0_);[Red]\(0\)">
                  <c:v>21000</c:v>
                </c:pt>
                <c:pt idx="5175" formatCode="0_);[Red]\(0\)">
                  <c:v>21000</c:v>
                </c:pt>
                <c:pt idx="5176" formatCode="0_);[Red]\(0\)">
                  <c:v>21000</c:v>
                </c:pt>
                <c:pt idx="5177" formatCode="0_);[Red]\(0\)">
                  <c:v>21000</c:v>
                </c:pt>
                <c:pt idx="5178" formatCode="0_);[Red]\(0\)">
                  <c:v>21000</c:v>
                </c:pt>
                <c:pt idx="5179" formatCode="0_);[Red]\(0\)">
                  <c:v>21000</c:v>
                </c:pt>
                <c:pt idx="5180" formatCode="0_);[Red]\(0\)">
                  <c:v>21000</c:v>
                </c:pt>
                <c:pt idx="5181" formatCode="0_);[Red]\(0\)">
                  <c:v>22000</c:v>
                </c:pt>
                <c:pt idx="5182" formatCode="0_);[Red]\(0\)">
                  <c:v>22000</c:v>
                </c:pt>
                <c:pt idx="5183" formatCode="0_);[Red]\(0\)">
                  <c:v>22000</c:v>
                </c:pt>
                <c:pt idx="5184" formatCode="0_);[Red]\(0\)">
                  <c:v>22000</c:v>
                </c:pt>
                <c:pt idx="5185" formatCode="0_);[Red]\(0\)">
                  <c:v>22000</c:v>
                </c:pt>
                <c:pt idx="5186" formatCode="0_);[Red]\(0\)">
                  <c:v>22000</c:v>
                </c:pt>
                <c:pt idx="5187" formatCode="0_);[Red]\(0\)">
                  <c:v>22000</c:v>
                </c:pt>
                <c:pt idx="5188" formatCode="0_);[Red]\(0\)">
                  <c:v>22000</c:v>
                </c:pt>
                <c:pt idx="5189" formatCode="0_);[Red]\(0\)">
                  <c:v>22000</c:v>
                </c:pt>
                <c:pt idx="5190" formatCode="0_);[Red]\(0\)">
                  <c:v>22000</c:v>
                </c:pt>
                <c:pt idx="5191" formatCode="0_);[Red]\(0\)">
                  <c:v>22000</c:v>
                </c:pt>
                <c:pt idx="5192" formatCode="0_);[Red]\(0\)">
                  <c:v>22000</c:v>
                </c:pt>
                <c:pt idx="5193" formatCode="0_);[Red]\(0\)">
                  <c:v>22000</c:v>
                </c:pt>
                <c:pt idx="5194" formatCode="0_);[Red]\(0\)">
                  <c:v>22000</c:v>
                </c:pt>
                <c:pt idx="5195" formatCode="0_);[Red]\(0\)">
                  <c:v>22000</c:v>
                </c:pt>
                <c:pt idx="5196" formatCode="0_);[Red]\(0\)">
                  <c:v>22000</c:v>
                </c:pt>
                <c:pt idx="5197" formatCode="0_);[Red]\(0\)">
                  <c:v>22000</c:v>
                </c:pt>
                <c:pt idx="5198" formatCode="0_);[Red]\(0\)">
                  <c:v>22000</c:v>
                </c:pt>
                <c:pt idx="5199" formatCode="0_);[Red]\(0\)">
                  <c:v>22000</c:v>
                </c:pt>
                <c:pt idx="5200" formatCode="0_);[Red]\(0\)">
                  <c:v>22000</c:v>
                </c:pt>
                <c:pt idx="5201" formatCode="0_);[Red]\(0\)">
                  <c:v>22000</c:v>
                </c:pt>
                <c:pt idx="5202" formatCode="0_);[Red]\(0\)">
                  <c:v>22000</c:v>
                </c:pt>
                <c:pt idx="5203" formatCode="0_);[Red]\(0\)">
                  <c:v>22000</c:v>
                </c:pt>
                <c:pt idx="5204" formatCode="0_);[Red]\(0\)">
                  <c:v>22000</c:v>
                </c:pt>
                <c:pt idx="5205" formatCode="0_);[Red]\(0\)">
                  <c:v>22000</c:v>
                </c:pt>
                <c:pt idx="5206" formatCode="0_);[Red]\(0\)">
                  <c:v>22000</c:v>
                </c:pt>
                <c:pt idx="5207" formatCode="0_);[Red]\(0\)">
                  <c:v>22000</c:v>
                </c:pt>
                <c:pt idx="5208" formatCode="0_);[Red]\(0\)">
                  <c:v>22000</c:v>
                </c:pt>
                <c:pt idx="5209" formatCode="0_);[Red]\(0\)">
                  <c:v>22000</c:v>
                </c:pt>
                <c:pt idx="5210" formatCode="0_);[Red]\(0\)">
                  <c:v>22000</c:v>
                </c:pt>
                <c:pt idx="5211" formatCode="0_);[Red]\(0\)">
                  <c:v>22000</c:v>
                </c:pt>
                <c:pt idx="5212" formatCode="0_);[Red]\(0\)">
                  <c:v>22000</c:v>
                </c:pt>
                <c:pt idx="5213" formatCode="0_);[Red]\(0\)">
                  <c:v>22000</c:v>
                </c:pt>
                <c:pt idx="5214" formatCode="0_);[Red]\(0\)">
                  <c:v>22000</c:v>
                </c:pt>
                <c:pt idx="5215" formatCode="0_);[Red]\(0\)">
                  <c:v>22000</c:v>
                </c:pt>
                <c:pt idx="5216" formatCode="0_);[Red]\(0\)">
                  <c:v>22000</c:v>
                </c:pt>
                <c:pt idx="5217" formatCode="0_);[Red]\(0\)">
                  <c:v>22000</c:v>
                </c:pt>
                <c:pt idx="5218" formatCode="0_);[Red]\(0\)">
                  <c:v>22000</c:v>
                </c:pt>
                <c:pt idx="5219" formatCode="0_);[Red]\(0\)">
                  <c:v>22000</c:v>
                </c:pt>
                <c:pt idx="5220" formatCode="0_);[Red]\(0\)">
                  <c:v>22000</c:v>
                </c:pt>
                <c:pt idx="5221" formatCode="0_);[Red]\(0\)">
                  <c:v>21000</c:v>
                </c:pt>
                <c:pt idx="5222" formatCode="0_);[Red]\(0\)">
                  <c:v>21000</c:v>
                </c:pt>
                <c:pt idx="5223" formatCode="0_);[Red]\(0\)">
                  <c:v>21000</c:v>
                </c:pt>
                <c:pt idx="5224" formatCode="0_);[Red]\(0\)">
                  <c:v>21000</c:v>
                </c:pt>
                <c:pt idx="5225" formatCode="0_);[Red]\(0\)">
                  <c:v>21000</c:v>
                </c:pt>
                <c:pt idx="5226" formatCode="0_);[Red]\(0\)">
                  <c:v>21000</c:v>
                </c:pt>
                <c:pt idx="5227" formatCode="0_);[Red]\(0\)">
                  <c:v>21000</c:v>
                </c:pt>
                <c:pt idx="5228" formatCode="0_);[Red]\(0\)">
                  <c:v>21000</c:v>
                </c:pt>
                <c:pt idx="5229" formatCode="0_);[Red]\(0\)">
                  <c:v>21000</c:v>
                </c:pt>
                <c:pt idx="5230" formatCode="0_);[Red]\(0\)">
                  <c:v>21000</c:v>
                </c:pt>
                <c:pt idx="5231" formatCode="0_);[Red]\(0\)">
                  <c:v>21000</c:v>
                </c:pt>
                <c:pt idx="5232" formatCode="0_);[Red]\(0\)">
                  <c:v>21000</c:v>
                </c:pt>
                <c:pt idx="5233" formatCode="0_);[Red]\(0\)">
                  <c:v>21000</c:v>
                </c:pt>
                <c:pt idx="5234" formatCode="0_);[Red]\(0\)">
                  <c:v>21000</c:v>
                </c:pt>
                <c:pt idx="5235" formatCode="0_);[Red]\(0\)">
                  <c:v>21000</c:v>
                </c:pt>
                <c:pt idx="5236" formatCode="0_);[Red]\(0\)">
                  <c:v>21000</c:v>
                </c:pt>
                <c:pt idx="5237" formatCode="0_);[Red]\(0\)">
                  <c:v>21000</c:v>
                </c:pt>
                <c:pt idx="5238" formatCode="0_);[Red]\(0\)">
                  <c:v>21000</c:v>
                </c:pt>
                <c:pt idx="5239" formatCode="0_);[Red]\(0\)">
                  <c:v>21000</c:v>
                </c:pt>
                <c:pt idx="5240" formatCode="0_);[Red]\(0\)">
                  <c:v>21000</c:v>
                </c:pt>
                <c:pt idx="5241" formatCode="0_);[Red]\(0\)">
                  <c:v>21000</c:v>
                </c:pt>
                <c:pt idx="5242" formatCode="0_);[Red]\(0\)">
                  <c:v>21000</c:v>
                </c:pt>
                <c:pt idx="5243" formatCode="0_);[Red]\(0\)">
                  <c:v>21000</c:v>
                </c:pt>
                <c:pt idx="5244" formatCode="0_);[Red]\(0\)">
                  <c:v>22000</c:v>
                </c:pt>
                <c:pt idx="5245" formatCode="0_);[Red]\(0\)">
                  <c:v>22000</c:v>
                </c:pt>
                <c:pt idx="5246" formatCode="0_);[Red]\(0\)">
                  <c:v>22000</c:v>
                </c:pt>
                <c:pt idx="5247" formatCode="0_);[Red]\(0\)">
                  <c:v>22000</c:v>
                </c:pt>
                <c:pt idx="5248" formatCode="0_);[Red]\(0\)">
                  <c:v>22000</c:v>
                </c:pt>
                <c:pt idx="5249" formatCode="0_);[Red]\(0\)">
                  <c:v>22000</c:v>
                </c:pt>
                <c:pt idx="5250" formatCode="0_);[Red]\(0\)">
                  <c:v>22000</c:v>
                </c:pt>
                <c:pt idx="5251" formatCode="0_);[Red]\(0\)">
                  <c:v>22000</c:v>
                </c:pt>
                <c:pt idx="5252" formatCode="0_);[Red]\(0\)">
                  <c:v>22000</c:v>
                </c:pt>
                <c:pt idx="5253" formatCode="0_);[Red]\(0\)">
                  <c:v>21750</c:v>
                </c:pt>
                <c:pt idx="5254" formatCode="0_);[Red]\(0\)">
                  <c:v>21750</c:v>
                </c:pt>
                <c:pt idx="5255" formatCode="0_);[Red]\(0\)">
                  <c:v>21750</c:v>
                </c:pt>
                <c:pt idx="5256" formatCode="0_);[Red]\(0\)">
                  <c:v>21750</c:v>
                </c:pt>
                <c:pt idx="5257" formatCode="0_);[Red]\(0\)">
                  <c:v>21750</c:v>
                </c:pt>
                <c:pt idx="5258" formatCode="0_);[Red]\(0\)">
                  <c:v>21750</c:v>
                </c:pt>
                <c:pt idx="5259" formatCode="0_);[Red]\(0\)">
                  <c:v>21750</c:v>
                </c:pt>
                <c:pt idx="5260" formatCode="0_);[Red]\(0\)">
                  <c:v>21750</c:v>
                </c:pt>
                <c:pt idx="5261" formatCode="0_);[Red]\(0\)">
                  <c:v>21750</c:v>
                </c:pt>
                <c:pt idx="5262" formatCode="0_);[Red]\(0\)">
                  <c:v>21750</c:v>
                </c:pt>
                <c:pt idx="5263" formatCode="0_);[Red]\(0\)">
                  <c:v>21750</c:v>
                </c:pt>
                <c:pt idx="5264" formatCode="0_);[Red]\(0\)">
                  <c:v>21750</c:v>
                </c:pt>
                <c:pt idx="5265" formatCode="0_);[Red]\(0\)">
                  <c:v>21750</c:v>
                </c:pt>
                <c:pt idx="5266" formatCode="0_);[Red]\(0\)">
                  <c:v>21750</c:v>
                </c:pt>
                <c:pt idx="5267" formatCode="0_);[Red]\(0\)">
                  <c:v>21750</c:v>
                </c:pt>
                <c:pt idx="5268" formatCode="0_);[Red]\(0\)">
                  <c:v>21750</c:v>
                </c:pt>
                <c:pt idx="5269" formatCode="0_);[Red]\(0\)">
                  <c:v>21750</c:v>
                </c:pt>
                <c:pt idx="5270" formatCode="0_);[Red]\(0\)">
                  <c:v>21750</c:v>
                </c:pt>
                <c:pt idx="5271" formatCode="0_);[Red]\(0\)">
                  <c:v>21750</c:v>
                </c:pt>
                <c:pt idx="5272" formatCode="0_);[Red]\(0\)">
                  <c:v>21750</c:v>
                </c:pt>
                <c:pt idx="5273" formatCode="0_);[Red]\(0\)">
                  <c:v>21750</c:v>
                </c:pt>
                <c:pt idx="5274" formatCode="0_);[Red]\(0\)">
                  <c:v>21750</c:v>
                </c:pt>
                <c:pt idx="5275" formatCode="0_);[Red]\(0\)">
                  <c:v>21750</c:v>
                </c:pt>
                <c:pt idx="5276" formatCode="0_);[Red]\(0\)">
                  <c:v>21750</c:v>
                </c:pt>
                <c:pt idx="5277" formatCode="0_);[Red]\(0\)">
                  <c:v>21750</c:v>
                </c:pt>
                <c:pt idx="5278" formatCode="0_);[Red]\(0\)">
                  <c:v>21750</c:v>
                </c:pt>
                <c:pt idx="5279" formatCode="0_);[Red]\(0\)">
                  <c:v>21750</c:v>
                </c:pt>
                <c:pt idx="5280" formatCode="0_);[Red]\(0\)">
                  <c:v>21750</c:v>
                </c:pt>
                <c:pt idx="5281" formatCode="0_);[Red]\(0\)">
                  <c:v>21750</c:v>
                </c:pt>
                <c:pt idx="5282" formatCode="0_);[Red]\(0\)">
                  <c:v>21750</c:v>
                </c:pt>
                <c:pt idx="5283" formatCode="0_);[Red]\(0\)">
                  <c:v>21750</c:v>
                </c:pt>
                <c:pt idx="5284" formatCode="0_);[Red]\(0\)">
                  <c:v>21750</c:v>
                </c:pt>
                <c:pt idx="5285" formatCode="0_);[Red]\(0\)">
                  <c:v>21750</c:v>
                </c:pt>
                <c:pt idx="5286" formatCode="0_);[Red]\(0\)">
                  <c:v>21750</c:v>
                </c:pt>
                <c:pt idx="5287" formatCode="0_);[Red]\(0\)">
                  <c:v>21750</c:v>
                </c:pt>
                <c:pt idx="5288" formatCode="0_);[Red]\(0\)">
                  <c:v>21750</c:v>
                </c:pt>
                <c:pt idx="5289" formatCode="0_);[Red]\(0\)">
                  <c:v>21750</c:v>
                </c:pt>
                <c:pt idx="5290" formatCode="0_);[Red]\(0\)">
                  <c:v>21750</c:v>
                </c:pt>
                <c:pt idx="5291" formatCode="0_);[Red]\(0\)">
                  <c:v>21750</c:v>
                </c:pt>
                <c:pt idx="5292" formatCode="0_);[Red]\(0\)">
                  <c:v>21750</c:v>
                </c:pt>
                <c:pt idx="5293" formatCode="0_);[Red]\(0\)">
                  <c:v>21750</c:v>
                </c:pt>
                <c:pt idx="5294" formatCode="0_);[Red]\(0\)">
                  <c:v>21750</c:v>
                </c:pt>
                <c:pt idx="5295" formatCode="0_);[Red]\(0\)">
                  <c:v>21750</c:v>
                </c:pt>
                <c:pt idx="5296" formatCode="0_);[Red]\(0\)">
                  <c:v>21750</c:v>
                </c:pt>
                <c:pt idx="5297" formatCode="0_);[Red]\(0\)">
                  <c:v>21750</c:v>
                </c:pt>
                <c:pt idx="5298" formatCode="0_);[Red]\(0\)">
                  <c:v>21750</c:v>
                </c:pt>
                <c:pt idx="5299" formatCode="0_);[Red]\(0\)">
                  <c:v>21750</c:v>
                </c:pt>
                <c:pt idx="5300" formatCode="0_);[Red]\(0\)">
                  <c:v>21750</c:v>
                </c:pt>
                <c:pt idx="5301" formatCode="0_);[Red]\(0\)">
                  <c:v>21750</c:v>
                </c:pt>
                <c:pt idx="5302" formatCode="0_);[Red]\(0\)">
                  <c:v>21750</c:v>
                </c:pt>
                <c:pt idx="5303" formatCode="0_);[Red]\(0\)">
                  <c:v>21750</c:v>
                </c:pt>
                <c:pt idx="5304" formatCode="0_);[Red]\(0\)">
                  <c:v>21750</c:v>
                </c:pt>
                <c:pt idx="5305" formatCode="0_);[Red]\(0\)">
                  <c:v>21750</c:v>
                </c:pt>
                <c:pt idx="5306" formatCode="0_);[Red]\(0\)">
                  <c:v>21750</c:v>
                </c:pt>
                <c:pt idx="5307" formatCode="0_);[Red]\(0\)">
                  <c:v>21750</c:v>
                </c:pt>
                <c:pt idx="5308" formatCode="0_);[Red]\(0\)">
                  <c:v>21750</c:v>
                </c:pt>
                <c:pt idx="5309" formatCode="0_);[Red]\(0\)">
                  <c:v>21750</c:v>
                </c:pt>
                <c:pt idx="5310" formatCode="0_);[Red]\(0\)">
                  <c:v>21750</c:v>
                </c:pt>
                <c:pt idx="5311" formatCode="0_);[Red]\(0\)">
                  <c:v>21750</c:v>
                </c:pt>
                <c:pt idx="5312" formatCode="0_);[Red]\(0\)">
                  <c:v>21750</c:v>
                </c:pt>
                <c:pt idx="5313" formatCode="0_);[Red]\(0\)">
                  <c:v>21750</c:v>
                </c:pt>
                <c:pt idx="5314" formatCode="0_);[Red]\(0\)">
                  <c:v>21750</c:v>
                </c:pt>
                <c:pt idx="5315" formatCode="0_);[Red]\(0\)">
                  <c:v>21750</c:v>
                </c:pt>
                <c:pt idx="5316" formatCode="0_);[Red]\(0\)">
                  <c:v>21750</c:v>
                </c:pt>
                <c:pt idx="5317" formatCode="0_);[Red]\(0\)">
                  <c:v>21750</c:v>
                </c:pt>
                <c:pt idx="5318" formatCode="0_);[Red]\(0\)">
                  <c:v>21750</c:v>
                </c:pt>
                <c:pt idx="5319" formatCode="0_);[Red]\(0\)">
                  <c:v>21750</c:v>
                </c:pt>
                <c:pt idx="5320" formatCode="0_);[Red]\(0\)">
                  <c:v>21750</c:v>
                </c:pt>
                <c:pt idx="5321" formatCode="0_);[Red]\(0\)">
                  <c:v>21750</c:v>
                </c:pt>
                <c:pt idx="5322" formatCode="0_);[Red]\(0\)">
                  <c:v>21750</c:v>
                </c:pt>
                <c:pt idx="5323" formatCode="0_);[Red]\(0\)">
                  <c:v>21750</c:v>
                </c:pt>
                <c:pt idx="5324" formatCode="0_);[Red]\(0\)">
                  <c:v>21750</c:v>
                </c:pt>
                <c:pt idx="5325" formatCode="0_);[Red]\(0\)">
                  <c:v>21750</c:v>
                </c:pt>
                <c:pt idx="5326" formatCode="0_);[Red]\(0\)">
                  <c:v>21750</c:v>
                </c:pt>
                <c:pt idx="5327" formatCode="0_);[Red]\(0\)">
                  <c:v>21750</c:v>
                </c:pt>
                <c:pt idx="5328" formatCode="0_);[Red]\(0\)">
                  <c:v>21750</c:v>
                </c:pt>
                <c:pt idx="5329" formatCode="0_);[Red]\(0\)">
                  <c:v>21750</c:v>
                </c:pt>
                <c:pt idx="5330" formatCode="0_);[Red]\(0\)">
                  <c:v>21750</c:v>
                </c:pt>
                <c:pt idx="5331" formatCode="0_);[Red]\(0\)">
                  <c:v>21750</c:v>
                </c:pt>
                <c:pt idx="5332" formatCode="0_);[Red]\(0\)">
                  <c:v>21750</c:v>
                </c:pt>
                <c:pt idx="5333" formatCode="0_);[Red]\(0\)">
                  <c:v>21750</c:v>
                </c:pt>
                <c:pt idx="5334" formatCode="0_);[Red]\(0\)">
                  <c:v>21750</c:v>
                </c:pt>
                <c:pt idx="5335" formatCode="0_);[Red]\(0\)">
                  <c:v>21750</c:v>
                </c:pt>
                <c:pt idx="5336" formatCode="0_);[Red]\(0\)">
                  <c:v>21850</c:v>
                </c:pt>
                <c:pt idx="5337" formatCode="0_);[Red]\(0\)">
                  <c:v>21850</c:v>
                </c:pt>
                <c:pt idx="5338" formatCode="0_);[Red]\(0\)">
                  <c:v>21850</c:v>
                </c:pt>
                <c:pt idx="5339" formatCode="0_);[Red]\(0\)">
                  <c:v>21850</c:v>
                </c:pt>
                <c:pt idx="5340" formatCode="0_);[Red]\(0\)">
                  <c:v>21850</c:v>
                </c:pt>
                <c:pt idx="5341" formatCode="0_);[Red]\(0\)">
                  <c:v>21850</c:v>
                </c:pt>
                <c:pt idx="5342" formatCode="0_);[Red]\(0\)">
                  <c:v>21850</c:v>
                </c:pt>
                <c:pt idx="5343" formatCode="0_);[Red]\(0\)">
                  <c:v>21850</c:v>
                </c:pt>
                <c:pt idx="5344" formatCode="0_);[Red]\(0\)">
                  <c:v>21850</c:v>
                </c:pt>
                <c:pt idx="5345" formatCode="0_);[Red]\(0\)">
                  <c:v>21850</c:v>
                </c:pt>
                <c:pt idx="5346" formatCode="0_);[Red]\(0\)">
                  <c:v>21850</c:v>
                </c:pt>
                <c:pt idx="5347" formatCode="0_);[Red]\(0\)">
                  <c:v>21850</c:v>
                </c:pt>
                <c:pt idx="5348" formatCode="0_);[Red]\(0\)">
                  <c:v>21850</c:v>
                </c:pt>
                <c:pt idx="5349" formatCode="0_);[Red]\(0\)">
                  <c:v>21850</c:v>
                </c:pt>
                <c:pt idx="5350" formatCode="0_);[Red]\(0\)">
                  <c:v>21850</c:v>
                </c:pt>
                <c:pt idx="5351" formatCode="0_);[Red]\(0\)">
                  <c:v>21850</c:v>
                </c:pt>
                <c:pt idx="5352" formatCode="0_);[Red]\(0\)">
                  <c:v>21850</c:v>
                </c:pt>
                <c:pt idx="5353" formatCode="0_);[Red]\(0\)">
                  <c:v>21850</c:v>
                </c:pt>
                <c:pt idx="5354" formatCode="0_);[Red]\(0\)">
                  <c:v>21850</c:v>
                </c:pt>
                <c:pt idx="5355" formatCode="0_);[Red]\(0\)">
                  <c:v>21850</c:v>
                </c:pt>
                <c:pt idx="5356" formatCode="0_);[Red]\(0\)">
                  <c:v>21850</c:v>
                </c:pt>
                <c:pt idx="5357" formatCode="0_);[Red]\(0\)">
                  <c:v>21850</c:v>
                </c:pt>
                <c:pt idx="5358" formatCode="0_);[Red]\(0\)">
                  <c:v>21850</c:v>
                </c:pt>
                <c:pt idx="5359" formatCode="0_);[Red]\(0\)">
                  <c:v>21850</c:v>
                </c:pt>
                <c:pt idx="5360" formatCode="0_);[Red]\(0\)">
                  <c:v>21850</c:v>
                </c:pt>
                <c:pt idx="5361" formatCode="0_);[Red]\(0\)">
                  <c:v>21850</c:v>
                </c:pt>
                <c:pt idx="5362" formatCode="0_);[Red]\(0\)">
                  <c:v>21850</c:v>
                </c:pt>
                <c:pt idx="5363" formatCode="0_);[Red]\(0\)">
                  <c:v>21850</c:v>
                </c:pt>
                <c:pt idx="5364" formatCode="0_);[Red]\(0\)">
                  <c:v>21850</c:v>
                </c:pt>
                <c:pt idx="5365" formatCode="0_);[Red]\(0\)">
                  <c:v>21850</c:v>
                </c:pt>
                <c:pt idx="5366" formatCode="0_);[Red]\(0\)">
                  <c:v>21850</c:v>
                </c:pt>
                <c:pt idx="5367" formatCode="0_);[Red]\(0\)">
                  <c:v>21850</c:v>
                </c:pt>
                <c:pt idx="5368" formatCode="0_);[Red]\(0\)">
                  <c:v>21850</c:v>
                </c:pt>
                <c:pt idx="5369" formatCode="0_);[Red]\(0\)">
                  <c:v>21850</c:v>
                </c:pt>
                <c:pt idx="5370" formatCode="0_);[Red]\(0\)">
                  <c:v>21850</c:v>
                </c:pt>
                <c:pt idx="5371" formatCode="0_);[Red]\(0\)">
                  <c:v>21850</c:v>
                </c:pt>
                <c:pt idx="5372" formatCode="0_);[Red]\(0\)">
                  <c:v>21850</c:v>
                </c:pt>
                <c:pt idx="5373" formatCode="0_);[Red]\(0\)">
                  <c:v>21850</c:v>
                </c:pt>
                <c:pt idx="5374" formatCode="0_);[Red]\(0\)">
                  <c:v>21850</c:v>
                </c:pt>
                <c:pt idx="5375" formatCode="0_);[Red]\(0\)">
                  <c:v>21850</c:v>
                </c:pt>
                <c:pt idx="5376" formatCode="0_);[Red]\(0\)">
                  <c:v>21850</c:v>
                </c:pt>
                <c:pt idx="5377" formatCode="0_);[Red]\(0\)">
                  <c:v>21850</c:v>
                </c:pt>
                <c:pt idx="5378" formatCode="0_);[Red]\(0\)">
                  <c:v>21850</c:v>
                </c:pt>
                <c:pt idx="5379" formatCode="0_);[Red]\(0\)">
                  <c:v>21850</c:v>
                </c:pt>
                <c:pt idx="5380" formatCode="0_);[Red]\(0\)">
                  <c:v>21850</c:v>
                </c:pt>
                <c:pt idx="5381" formatCode="0_);[Red]\(0\)">
                  <c:v>21850</c:v>
                </c:pt>
                <c:pt idx="5382" formatCode="0_);[Red]\(0\)">
                  <c:v>21850</c:v>
                </c:pt>
                <c:pt idx="5383" formatCode="0_);[Red]\(0\)">
                  <c:v>21850</c:v>
                </c:pt>
                <c:pt idx="5384" formatCode="0_);[Red]\(0\)">
                  <c:v>21850</c:v>
                </c:pt>
                <c:pt idx="5385" formatCode="0_);[Red]\(0\)">
                  <c:v>21850</c:v>
                </c:pt>
                <c:pt idx="5386" formatCode="0_);[Red]\(0\)">
                  <c:v>21850</c:v>
                </c:pt>
                <c:pt idx="5387" formatCode="0_);[Red]\(0\)">
                  <c:v>21850</c:v>
                </c:pt>
                <c:pt idx="5388" formatCode="0_);[Red]\(0\)">
                  <c:v>21850</c:v>
                </c:pt>
                <c:pt idx="5389" formatCode="0_);[Red]\(0\)">
                  <c:v>21850</c:v>
                </c:pt>
                <c:pt idx="5390" formatCode="0_);[Red]\(0\)">
                  <c:v>21850</c:v>
                </c:pt>
                <c:pt idx="5391" formatCode="0_);[Red]\(0\)">
                  <c:v>21850</c:v>
                </c:pt>
                <c:pt idx="5392" formatCode="0_);[Red]\(0\)">
                  <c:v>21850</c:v>
                </c:pt>
                <c:pt idx="5393" formatCode="0_);[Red]\(0\)">
                  <c:v>21850</c:v>
                </c:pt>
                <c:pt idx="5394" formatCode="0_);[Red]\(0\)">
                  <c:v>21850</c:v>
                </c:pt>
                <c:pt idx="5395" formatCode="0_);[Red]\(0\)">
                  <c:v>21850</c:v>
                </c:pt>
                <c:pt idx="5396" formatCode="0_);[Red]\(0\)">
                  <c:v>21850</c:v>
                </c:pt>
                <c:pt idx="5397" formatCode="0_);[Red]\(0\)">
                  <c:v>21850</c:v>
                </c:pt>
                <c:pt idx="5398" formatCode="0_);[Red]\(0\)">
                  <c:v>21850</c:v>
                </c:pt>
                <c:pt idx="5399" formatCode="0_);[Red]\(0\)">
                  <c:v>21850</c:v>
                </c:pt>
                <c:pt idx="5400" formatCode="0_);[Red]\(0\)">
                  <c:v>21850</c:v>
                </c:pt>
                <c:pt idx="5401" formatCode="0_);[Red]\(0\)">
                  <c:v>21850</c:v>
                </c:pt>
                <c:pt idx="5402" formatCode="0_);[Red]\(0\)">
                  <c:v>24500</c:v>
                </c:pt>
                <c:pt idx="5403" formatCode="0_);[Red]\(0\)">
                  <c:v>24500</c:v>
                </c:pt>
                <c:pt idx="5404" formatCode="0_);[Red]\(0\)">
                  <c:v>24500</c:v>
                </c:pt>
                <c:pt idx="5405" formatCode="0_);[Red]\(0\)">
                  <c:v>24500</c:v>
                </c:pt>
                <c:pt idx="5406" formatCode="0_);[Red]\(0\)">
                  <c:v>24500</c:v>
                </c:pt>
                <c:pt idx="5407" formatCode="0_);[Red]\(0\)">
                  <c:v>24500</c:v>
                </c:pt>
                <c:pt idx="5408" formatCode="0_);[Red]\(0\)">
                  <c:v>24500</c:v>
                </c:pt>
                <c:pt idx="5409" formatCode="0_);[Red]\(0\)">
                  <c:v>24500</c:v>
                </c:pt>
                <c:pt idx="5410" formatCode="0_);[Red]\(0\)">
                  <c:v>24500</c:v>
                </c:pt>
                <c:pt idx="5411" formatCode="0_);[Red]\(0\)">
                  <c:v>24500</c:v>
                </c:pt>
                <c:pt idx="5412" formatCode="0_);[Red]\(0\)">
                  <c:v>24500</c:v>
                </c:pt>
                <c:pt idx="5413" formatCode="0_);[Red]\(0\)">
                  <c:v>24500</c:v>
                </c:pt>
                <c:pt idx="5414" formatCode="0_);[Red]\(0\)">
                  <c:v>24500</c:v>
                </c:pt>
                <c:pt idx="5415" formatCode="0_);[Red]\(0\)">
                  <c:v>24500</c:v>
                </c:pt>
                <c:pt idx="5416" formatCode="0_);[Red]\(0\)">
                  <c:v>24500</c:v>
                </c:pt>
                <c:pt idx="5417" formatCode="0_);[Red]\(0\)">
                  <c:v>24500</c:v>
                </c:pt>
                <c:pt idx="5418" formatCode="0_);[Red]\(0\)">
                  <c:v>24500</c:v>
                </c:pt>
                <c:pt idx="5419" formatCode="0_);[Red]\(0\)">
                  <c:v>24500</c:v>
                </c:pt>
                <c:pt idx="5420" formatCode="0_);[Red]\(0\)">
                  <c:v>24500</c:v>
                </c:pt>
                <c:pt idx="5421" formatCode="0_);[Red]\(0\)">
                  <c:v>24500</c:v>
                </c:pt>
                <c:pt idx="5422" formatCode="0_);[Red]\(0\)">
                  <c:v>24500</c:v>
                </c:pt>
                <c:pt idx="5423" formatCode="0_);[Red]\(0\)">
                  <c:v>24500</c:v>
                </c:pt>
                <c:pt idx="5424" formatCode="0_);[Red]\(0\)">
                  <c:v>24500</c:v>
                </c:pt>
                <c:pt idx="5425" formatCode="0_);[Red]\(0\)">
                  <c:v>24500</c:v>
                </c:pt>
                <c:pt idx="5426" formatCode="0_);[Red]\(0\)">
                  <c:v>24500</c:v>
                </c:pt>
                <c:pt idx="5427" formatCode="0_);[Red]\(0\)">
                  <c:v>24500</c:v>
                </c:pt>
                <c:pt idx="5428" formatCode="0_);[Red]\(0\)">
                  <c:v>24500</c:v>
                </c:pt>
                <c:pt idx="5429" formatCode="0_);[Red]\(0\)">
                  <c:v>24500</c:v>
                </c:pt>
                <c:pt idx="5430" formatCode="0_);[Red]\(0\)">
                  <c:v>24500</c:v>
                </c:pt>
                <c:pt idx="5431" formatCode="0_);[Red]\(0\)">
                  <c:v>24500</c:v>
                </c:pt>
                <c:pt idx="5432" formatCode="0_);[Red]\(0\)">
                  <c:v>24500</c:v>
                </c:pt>
                <c:pt idx="5433" formatCode="0_);[Red]\(0\)">
                  <c:v>24500</c:v>
                </c:pt>
                <c:pt idx="5434" formatCode="0_);[Red]\(0\)">
                  <c:v>24500</c:v>
                </c:pt>
                <c:pt idx="5435" formatCode="0_);[Red]\(0\)">
                  <c:v>24500</c:v>
                </c:pt>
                <c:pt idx="5436" formatCode="0_);[Red]\(0\)">
                  <c:v>25000</c:v>
                </c:pt>
                <c:pt idx="5437" formatCode="0_);[Red]\(0\)">
                  <c:v>25000</c:v>
                </c:pt>
                <c:pt idx="5438" formatCode="0_);[Red]\(0\)">
                  <c:v>25000</c:v>
                </c:pt>
                <c:pt idx="5439" formatCode="0_);[Red]\(0\)">
                  <c:v>25000</c:v>
                </c:pt>
                <c:pt idx="5440" formatCode="0_);[Red]\(0\)">
                  <c:v>25000</c:v>
                </c:pt>
                <c:pt idx="5441" formatCode="0_);[Red]\(0\)">
                  <c:v>25000</c:v>
                </c:pt>
                <c:pt idx="5442" formatCode="0_);[Red]\(0\)">
                  <c:v>25000</c:v>
                </c:pt>
                <c:pt idx="5443" formatCode="0_);[Red]\(0\)">
                  <c:v>25000</c:v>
                </c:pt>
                <c:pt idx="5444" formatCode="0_);[Red]\(0\)">
                  <c:v>25000</c:v>
                </c:pt>
                <c:pt idx="5445" formatCode="0_);[Red]\(0\)">
                  <c:v>25000</c:v>
                </c:pt>
                <c:pt idx="5446" formatCode="0_);[Red]\(0\)">
                  <c:v>25000</c:v>
                </c:pt>
                <c:pt idx="5447" formatCode="0_);[Red]\(0\)">
                  <c:v>25000</c:v>
                </c:pt>
                <c:pt idx="5448" formatCode="0_);[Red]\(0\)">
                  <c:v>25000</c:v>
                </c:pt>
                <c:pt idx="5449" formatCode="0_);[Red]\(0\)">
                  <c:v>25500</c:v>
                </c:pt>
                <c:pt idx="5450" formatCode="0_);[Red]\(0\)">
                  <c:v>25500</c:v>
                </c:pt>
                <c:pt idx="5451" formatCode="0_);[Red]\(0\)">
                  <c:v>25500</c:v>
                </c:pt>
                <c:pt idx="5452" formatCode="0_);[Red]\(0\)">
                  <c:v>25500</c:v>
                </c:pt>
                <c:pt idx="5453" formatCode="0_);[Red]\(0\)">
                  <c:v>25500</c:v>
                </c:pt>
                <c:pt idx="5454" formatCode="0_);[Red]\(0\)">
                  <c:v>26000</c:v>
                </c:pt>
                <c:pt idx="5455" formatCode="0_);[Red]\(0\)">
                  <c:v>26000</c:v>
                </c:pt>
                <c:pt idx="5456" formatCode="0_);[Red]\(0\)">
                  <c:v>26000</c:v>
                </c:pt>
                <c:pt idx="5457" formatCode="0_);[Red]\(0\)">
                  <c:v>26500</c:v>
                </c:pt>
                <c:pt idx="5458" formatCode="0_);[Red]\(0\)">
                  <c:v>26500</c:v>
                </c:pt>
                <c:pt idx="5459" formatCode="0_);[Red]\(0\)">
                  <c:v>26500</c:v>
                </c:pt>
                <c:pt idx="5460" formatCode="0_);[Red]\(0\)">
                  <c:v>26500</c:v>
                </c:pt>
                <c:pt idx="5461" formatCode="0_);[Red]\(0\)">
                  <c:v>26500</c:v>
                </c:pt>
                <c:pt idx="5462" formatCode="0_);[Red]\(0\)">
                  <c:v>26500</c:v>
                </c:pt>
                <c:pt idx="5463" formatCode="0_);[Red]\(0\)">
                  <c:v>27000</c:v>
                </c:pt>
                <c:pt idx="5464" formatCode="0_);[Red]\(0\)">
                  <c:v>27000</c:v>
                </c:pt>
                <c:pt idx="5465" formatCode="0_);[Red]\(0\)">
                  <c:v>27000</c:v>
                </c:pt>
                <c:pt idx="5466" formatCode="0_);[Red]\(0\)">
                  <c:v>27000</c:v>
                </c:pt>
                <c:pt idx="5467" formatCode="0_);[Red]\(0\)">
                  <c:v>27000</c:v>
                </c:pt>
                <c:pt idx="5468" formatCode="0_);[Red]\(0\)">
                  <c:v>27000</c:v>
                </c:pt>
                <c:pt idx="5469" formatCode="0_);[Red]\(0\)">
                  <c:v>27000</c:v>
                </c:pt>
                <c:pt idx="5470" formatCode="0_);[Red]\(0\)">
                  <c:v>27000</c:v>
                </c:pt>
                <c:pt idx="5471" formatCode="0_);[Red]\(0\)">
                  <c:v>27000</c:v>
                </c:pt>
                <c:pt idx="5472" formatCode="0_);[Red]\(0\)">
                  <c:v>27000</c:v>
                </c:pt>
                <c:pt idx="5473" formatCode="0_);[Red]\(0\)">
                  <c:v>27500</c:v>
                </c:pt>
                <c:pt idx="5474" formatCode="0_);[Red]\(0\)">
                  <c:v>27500</c:v>
                </c:pt>
                <c:pt idx="5475" formatCode="0_);[Red]\(0\)">
                  <c:v>27500</c:v>
                </c:pt>
                <c:pt idx="5476" formatCode="0_);[Red]\(0\)">
                  <c:v>27500</c:v>
                </c:pt>
                <c:pt idx="5477" formatCode="0_);[Red]\(0\)">
                  <c:v>27500</c:v>
                </c:pt>
                <c:pt idx="5478" formatCode="0_);[Red]\(0\)">
                  <c:v>27500</c:v>
                </c:pt>
                <c:pt idx="5479" formatCode="0_);[Red]\(0\)">
                  <c:v>27500</c:v>
                </c:pt>
                <c:pt idx="5480" formatCode="0_);[Red]\(0\)">
                  <c:v>27500</c:v>
                </c:pt>
                <c:pt idx="5481" formatCode="0_);[Red]\(0\)">
                  <c:v>27500</c:v>
                </c:pt>
                <c:pt idx="5482" formatCode="0_);[Red]\(0\)">
                  <c:v>27500</c:v>
                </c:pt>
                <c:pt idx="5483" formatCode="0_);[Red]\(0\)">
                  <c:v>28000</c:v>
                </c:pt>
                <c:pt idx="5484" formatCode="0_);[Red]\(0\)">
                  <c:v>28000</c:v>
                </c:pt>
                <c:pt idx="5485" formatCode="0_);[Red]\(0\)">
                  <c:v>28000</c:v>
                </c:pt>
                <c:pt idx="5486" formatCode="0_);[Red]\(0\)">
                  <c:v>28000</c:v>
                </c:pt>
                <c:pt idx="5487" formatCode="0_);[Red]\(0\)">
                  <c:v>28000</c:v>
                </c:pt>
                <c:pt idx="5488" formatCode="0_);[Red]\(0\)">
                  <c:v>28000</c:v>
                </c:pt>
                <c:pt idx="5489" formatCode="0_);[Red]\(0\)">
                  <c:v>28500</c:v>
                </c:pt>
                <c:pt idx="5490" formatCode="0_);[Red]\(0\)">
                  <c:v>28500</c:v>
                </c:pt>
                <c:pt idx="5491" formatCode="0_);[Red]\(0\)">
                  <c:v>29000</c:v>
                </c:pt>
                <c:pt idx="5492" formatCode="0_);[Red]\(0\)">
                  <c:v>29000</c:v>
                </c:pt>
                <c:pt idx="5493" formatCode="0_);[Red]\(0\)">
                  <c:v>29000</c:v>
                </c:pt>
                <c:pt idx="5494" formatCode="0_);[Red]\(0\)">
                  <c:v>29000</c:v>
                </c:pt>
                <c:pt idx="5495" formatCode="0_);[Red]\(0\)">
                  <c:v>29000</c:v>
                </c:pt>
                <c:pt idx="5496" formatCode="0_);[Red]\(0\)">
                  <c:v>29000</c:v>
                </c:pt>
                <c:pt idx="5497" formatCode="0_);[Red]\(0\)">
                  <c:v>29000</c:v>
                </c:pt>
                <c:pt idx="5498" formatCode="0_);[Red]\(0\)">
                  <c:v>29000</c:v>
                </c:pt>
                <c:pt idx="5499" formatCode="0_);[Red]\(0\)">
                  <c:v>29000</c:v>
                </c:pt>
                <c:pt idx="5500" formatCode="0_);[Red]\(0\)">
                  <c:v>29000</c:v>
                </c:pt>
                <c:pt idx="5501" formatCode="0_);[Red]\(0\)">
                  <c:v>29000</c:v>
                </c:pt>
                <c:pt idx="5502" formatCode="0_);[Red]\(0\)">
                  <c:v>29000</c:v>
                </c:pt>
                <c:pt idx="5503" formatCode="0_);[Red]\(0\)">
                  <c:v>29000</c:v>
                </c:pt>
                <c:pt idx="5504" formatCode="0_);[Red]\(0\)">
                  <c:v>29000</c:v>
                </c:pt>
                <c:pt idx="5505" formatCode="0_);[Red]\(0\)">
                  <c:v>29000</c:v>
                </c:pt>
                <c:pt idx="5506" formatCode="0_);[Red]\(0\)">
                  <c:v>29000</c:v>
                </c:pt>
                <c:pt idx="5507" formatCode="0_);[Red]\(0\)">
                  <c:v>29000</c:v>
                </c:pt>
                <c:pt idx="5508" formatCode="0_);[Red]\(0\)">
                  <c:v>29000</c:v>
                </c:pt>
                <c:pt idx="5509" formatCode="0_);[Red]\(0\)">
                  <c:v>29000</c:v>
                </c:pt>
                <c:pt idx="5510" formatCode="0_);[Red]\(0\)">
                  <c:v>29000</c:v>
                </c:pt>
                <c:pt idx="5511" formatCode="0_);[Red]\(0\)">
                  <c:v>29000</c:v>
                </c:pt>
                <c:pt idx="5512" formatCode="0_);[Red]\(0\)">
                  <c:v>29000</c:v>
                </c:pt>
                <c:pt idx="5513" formatCode="0_);[Red]\(0\)">
                  <c:v>29000</c:v>
                </c:pt>
                <c:pt idx="5514" formatCode="0_);[Red]\(0\)">
                  <c:v>29000</c:v>
                </c:pt>
                <c:pt idx="5515" formatCode="0_);[Red]\(0\)">
                  <c:v>29000</c:v>
                </c:pt>
                <c:pt idx="5516" formatCode="0_);[Red]\(0\)">
                  <c:v>29000</c:v>
                </c:pt>
                <c:pt idx="5517" formatCode="0_);[Red]\(0\)">
                  <c:v>29000</c:v>
                </c:pt>
                <c:pt idx="5518" formatCode="0_);[Red]\(0\)">
                  <c:v>29000</c:v>
                </c:pt>
                <c:pt idx="5519" formatCode="0_);[Red]\(0\)">
                  <c:v>29000</c:v>
                </c:pt>
                <c:pt idx="5520" formatCode="0_);[Red]\(0\)">
                  <c:v>29000</c:v>
                </c:pt>
                <c:pt idx="5521" formatCode="0_);[Red]\(0\)">
                  <c:v>29000</c:v>
                </c:pt>
                <c:pt idx="5522" formatCode="0_);[Red]\(0\)">
                  <c:v>29000</c:v>
                </c:pt>
                <c:pt idx="5523" formatCode="0_);[Red]\(0\)">
                  <c:v>29000</c:v>
                </c:pt>
                <c:pt idx="5524" formatCode="0_);[Red]\(0\)">
                  <c:v>29000</c:v>
                </c:pt>
                <c:pt idx="5525" formatCode="0_);[Red]\(0\)">
                  <c:v>29000</c:v>
                </c:pt>
                <c:pt idx="5526" formatCode="0_);[Red]\(0\)">
                  <c:v>29000</c:v>
                </c:pt>
                <c:pt idx="5527" formatCode="0_);[Red]\(0\)">
                  <c:v>29000</c:v>
                </c:pt>
                <c:pt idx="5528" formatCode="0_);[Red]\(0\)">
                  <c:v>29000</c:v>
                </c:pt>
                <c:pt idx="5529" formatCode="0_);[Red]\(0\)">
                  <c:v>29000</c:v>
                </c:pt>
                <c:pt idx="5530" formatCode="0_);[Red]\(0\)">
                  <c:v>29000</c:v>
                </c:pt>
                <c:pt idx="5531" formatCode="0_);[Red]\(0\)">
                  <c:v>29500</c:v>
                </c:pt>
                <c:pt idx="5532" formatCode="0_);[Red]\(0\)">
                  <c:v>29500</c:v>
                </c:pt>
                <c:pt idx="5533" formatCode="0_);[Red]\(0\)">
                  <c:v>29500</c:v>
                </c:pt>
                <c:pt idx="5534" formatCode="0_);[Red]\(0\)">
                  <c:v>29500</c:v>
                </c:pt>
                <c:pt idx="5535" formatCode="0_);[Red]\(0\)">
                  <c:v>29500</c:v>
                </c:pt>
                <c:pt idx="5536" formatCode="0_);[Red]\(0\)">
                  <c:v>29500</c:v>
                </c:pt>
                <c:pt idx="5537" formatCode="0_);[Red]\(0\)">
                  <c:v>29500</c:v>
                </c:pt>
                <c:pt idx="5538" formatCode="0_);[Red]\(0\)">
                  <c:v>29500</c:v>
                </c:pt>
                <c:pt idx="5539" formatCode="0_);[Red]\(0\)">
                  <c:v>29500</c:v>
                </c:pt>
                <c:pt idx="5540" formatCode="0_);[Red]\(0\)">
                  <c:v>30000</c:v>
                </c:pt>
                <c:pt idx="5541" formatCode="0_);[Red]\(0\)">
                  <c:v>30000</c:v>
                </c:pt>
                <c:pt idx="5542" formatCode="0_);[Red]\(0\)">
                  <c:v>30000</c:v>
                </c:pt>
                <c:pt idx="5543" formatCode="0_);[Red]\(0\)">
                  <c:v>30000</c:v>
                </c:pt>
                <c:pt idx="5544" formatCode="0_);[Red]\(0\)">
                  <c:v>30000</c:v>
                </c:pt>
                <c:pt idx="5545" formatCode="0_);[Red]\(0\)">
                  <c:v>30000</c:v>
                </c:pt>
                <c:pt idx="5546" formatCode="0_);[Red]\(0\)">
                  <c:v>30000</c:v>
                </c:pt>
                <c:pt idx="5547" formatCode="0_);[Red]\(0\)">
                  <c:v>30500</c:v>
                </c:pt>
                <c:pt idx="5548" formatCode="0_);[Red]\(0\)">
                  <c:v>30500</c:v>
                </c:pt>
                <c:pt idx="5549" formatCode="0_);[Red]\(0\)">
                  <c:v>30500</c:v>
                </c:pt>
                <c:pt idx="5550" formatCode="0_);[Red]\(0\)">
                  <c:v>30500</c:v>
                </c:pt>
                <c:pt idx="5551" formatCode="0_);[Red]\(0\)">
                  <c:v>30500</c:v>
                </c:pt>
                <c:pt idx="5552" formatCode="0_);[Red]\(0\)">
                  <c:v>30500</c:v>
                </c:pt>
                <c:pt idx="5553" formatCode="0_);[Red]\(0\)">
                  <c:v>30500</c:v>
                </c:pt>
                <c:pt idx="5554" formatCode="0_);[Red]\(0\)">
                  <c:v>30500</c:v>
                </c:pt>
                <c:pt idx="5555" formatCode="0_);[Red]\(0\)">
                  <c:v>30500</c:v>
                </c:pt>
                <c:pt idx="5556" formatCode="0_);[Red]\(0\)">
                  <c:v>30500</c:v>
                </c:pt>
                <c:pt idx="5557" formatCode="0_);[Red]\(0\)">
                  <c:v>30500</c:v>
                </c:pt>
                <c:pt idx="5558" formatCode="0_);[Red]\(0\)">
                  <c:v>30500</c:v>
                </c:pt>
                <c:pt idx="5559" formatCode="0_);[Red]\(0\)">
                  <c:v>30500</c:v>
                </c:pt>
                <c:pt idx="5560" formatCode="0_);[Red]\(0\)">
                  <c:v>31500</c:v>
                </c:pt>
                <c:pt idx="5561" formatCode="0_);[Red]\(0\)">
                  <c:v>31500</c:v>
                </c:pt>
                <c:pt idx="5562" formatCode="0_);[Red]\(0\)">
                  <c:v>31500</c:v>
                </c:pt>
                <c:pt idx="5563" formatCode="0_);[Red]\(0\)">
                  <c:v>31500</c:v>
                </c:pt>
                <c:pt idx="5564" formatCode="0_);[Red]\(0\)">
                  <c:v>31500</c:v>
                </c:pt>
                <c:pt idx="5565" formatCode="0_);[Red]\(0\)">
                  <c:v>31500</c:v>
                </c:pt>
                <c:pt idx="5566" formatCode="0_);[Red]\(0\)">
                  <c:v>31500</c:v>
                </c:pt>
                <c:pt idx="5567" formatCode="0_);[Red]\(0\)">
                  <c:v>32000</c:v>
                </c:pt>
                <c:pt idx="5568" formatCode="0_);[Red]\(0\)">
                  <c:v>32000</c:v>
                </c:pt>
                <c:pt idx="5569" formatCode="0_);[Red]\(0\)">
                  <c:v>32000</c:v>
                </c:pt>
                <c:pt idx="5570" formatCode="0_);[Red]\(0\)">
                  <c:v>32000</c:v>
                </c:pt>
                <c:pt idx="5571" formatCode="0_);[Red]\(0\)">
                  <c:v>32000</c:v>
                </c:pt>
                <c:pt idx="5572" formatCode="0_);[Red]\(0\)">
                  <c:v>32000</c:v>
                </c:pt>
                <c:pt idx="5573" formatCode="0_);[Red]\(0\)">
                  <c:v>32000</c:v>
                </c:pt>
                <c:pt idx="5574" formatCode="0_);[Red]\(0\)">
                  <c:v>32000</c:v>
                </c:pt>
                <c:pt idx="5575" formatCode="0_);[Red]\(0\)">
                  <c:v>32500</c:v>
                </c:pt>
                <c:pt idx="5576" formatCode="0_);[Red]\(0\)">
                  <c:v>32500</c:v>
                </c:pt>
                <c:pt idx="5577" formatCode="0_);[Red]\(0\)">
                  <c:v>32500</c:v>
                </c:pt>
                <c:pt idx="5578" formatCode="0_);[Red]\(0\)">
                  <c:v>32500</c:v>
                </c:pt>
                <c:pt idx="5579" formatCode="0_);[Red]\(0\)">
                  <c:v>32500</c:v>
                </c:pt>
                <c:pt idx="5580" formatCode="0_);[Red]\(0\)">
                  <c:v>32500</c:v>
                </c:pt>
                <c:pt idx="5581" formatCode="0_);[Red]\(0\)">
                  <c:v>32500</c:v>
                </c:pt>
                <c:pt idx="5582" formatCode="0_);[Red]\(0\)">
                  <c:v>33000</c:v>
                </c:pt>
                <c:pt idx="5583" formatCode="0_);[Red]\(0\)">
                  <c:v>33500</c:v>
                </c:pt>
                <c:pt idx="5584" formatCode="0_);[Red]\(0\)">
                  <c:v>33500</c:v>
                </c:pt>
                <c:pt idx="5585" formatCode="0_);[Red]\(0\)">
                  <c:v>33500</c:v>
                </c:pt>
                <c:pt idx="5586" formatCode="0_);[Red]\(0\)">
                  <c:v>33500</c:v>
                </c:pt>
                <c:pt idx="5587" formatCode="0_);[Red]\(0\)">
                  <c:v>33500</c:v>
                </c:pt>
                <c:pt idx="5588" formatCode="0_);[Red]\(0\)">
                  <c:v>33500</c:v>
                </c:pt>
                <c:pt idx="5589" formatCode="0_);[Red]\(0\)">
                  <c:v>35500</c:v>
                </c:pt>
                <c:pt idx="5590" formatCode="0_);[Red]\(0\)">
                  <c:v>35500</c:v>
                </c:pt>
                <c:pt idx="5591" formatCode="0_);[Red]\(0\)">
                  <c:v>35500</c:v>
                </c:pt>
                <c:pt idx="5592" formatCode="0_);[Red]\(0\)">
                  <c:v>35500</c:v>
                </c:pt>
                <c:pt idx="5593" formatCode="0_);[Red]\(0\)">
                  <c:v>35500</c:v>
                </c:pt>
                <c:pt idx="5594" formatCode="0_);[Red]\(0\)">
                  <c:v>35500</c:v>
                </c:pt>
                <c:pt idx="5595" formatCode="0_);[Red]\(0\)">
                  <c:v>35500</c:v>
                </c:pt>
                <c:pt idx="5596" formatCode="0_);[Red]\(0\)">
                  <c:v>35500</c:v>
                </c:pt>
                <c:pt idx="5597" formatCode="0_);[Red]\(0\)">
                  <c:v>36500</c:v>
                </c:pt>
                <c:pt idx="5598" formatCode="0_);[Red]\(0\)">
                  <c:v>36500</c:v>
                </c:pt>
                <c:pt idx="5599" formatCode="0_);[Red]\(0\)">
                  <c:v>36500</c:v>
                </c:pt>
                <c:pt idx="5600" formatCode="0_);[Red]\(0\)">
                  <c:v>36500</c:v>
                </c:pt>
                <c:pt idx="5601" formatCode="0_);[Red]\(0\)">
                  <c:v>36500</c:v>
                </c:pt>
                <c:pt idx="5602" formatCode="0_);[Red]\(0\)">
                  <c:v>36500</c:v>
                </c:pt>
                <c:pt idx="5603" formatCode="0_);[Red]\(0\)">
                  <c:v>36500</c:v>
                </c:pt>
                <c:pt idx="5604" formatCode="0_);[Red]\(0\)">
                  <c:v>36500</c:v>
                </c:pt>
                <c:pt idx="5605" formatCode="0_);[Red]\(0\)">
                  <c:v>38000</c:v>
                </c:pt>
                <c:pt idx="5606" formatCode="0_);[Red]\(0\)">
                  <c:v>38000</c:v>
                </c:pt>
                <c:pt idx="5607" formatCode="0_);[Red]\(0\)">
                  <c:v>38000</c:v>
                </c:pt>
                <c:pt idx="5608" formatCode="0_);[Red]\(0\)">
                  <c:v>39000</c:v>
                </c:pt>
                <c:pt idx="5609" formatCode="0_);[Red]\(0\)">
                  <c:v>39500</c:v>
                </c:pt>
                <c:pt idx="5610" formatCode="0_);[Red]\(0\)">
                  <c:v>39500</c:v>
                </c:pt>
                <c:pt idx="5611" formatCode="0_);[Red]\(0\)">
                  <c:v>39500</c:v>
                </c:pt>
                <c:pt idx="5612" formatCode="0_);[Red]\(0\)">
                  <c:v>39500</c:v>
                </c:pt>
                <c:pt idx="5613" formatCode="0_);[Red]\(0\)">
                  <c:v>39500</c:v>
                </c:pt>
                <c:pt idx="5614" formatCode="0_);[Red]\(0\)">
                  <c:v>39500</c:v>
                </c:pt>
                <c:pt idx="5615" formatCode="0_);[Red]\(0\)">
                  <c:v>39500</c:v>
                </c:pt>
                <c:pt idx="5616" formatCode="0_);[Red]\(0\)">
                  <c:v>41500</c:v>
                </c:pt>
                <c:pt idx="5617" formatCode="0_);[Red]\(0\)">
                  <c:v>41500</c:v>
                </c:pt>
                <c:pt idx="5618" formatCode="0_);[Red]\(0\)">
                  <c:v>41500</c:v>
                </c:pt>
                <c:pt idx="5619" formatCode="0_);[Red]\(0\)">
                  <c:v>41500</c:v>
                </c:pt>
                <c:pt idx="5620" formatCode="0_);[Red]\(0\)">
                  <c:v>41500</c:v>
                </c:pt>
                <c:pt idx="5621" formatCode="0_);[Red]\(0\)">
                  <c:v>41500</c:v>
                </c:pt>
                <c:pt idx="5622" formatCode="0_);[Red]\(0\)">
                  <c:v>41500</c:v>
                </c:pt>
                <c:pt idx="5623" formatCode="0_);[Red]\(0\)">
                  <c:v>41500</c:v>
                </c:pt>
                <c:pt idx="5624" formatCode="0_);[Red]\(0\)">
                  <c:v>41500</c:v>
                </c:pt>
                <c:pt idx="5625" formatCode="0_);[Red]\(0\)">
                  <c:v>41500</c:v>
                </c:pt>
                <c:pt idx="5626" formatCode="0_);[Red]\(0\)">
                  <c:v>46000</c:v>
                </c:pt>
                <c:pt idx="5627" formatCode="0_);[Red]\(0\)">
                  <c:v>46000</c:v>
                </c:pt>
                <c:pt idx="5628" formatCode="0_);[Red]\(0\)">
                  <c:v>46000</c:v>
                </c:pt>
                <c:pt idx="5629" formatCode="0_);[Red]\(0\)">
                  <c:v>46000</c:v>
                </c:pt>
                <c:pt idx="5630" formatCode="0_);[Red]\(0\)">
                  <c:v>46000</c:v>
                </c:pt>
                <c:pt idx="5631" formatCode="0_);[Red]\(0\)">
                  <c:v>46000</c:v>
                </c:pt>
                <c:pt idx="5632" formatCode="0_);[Red]\(0\)">
                  <c:v>46500</c:v>
                </c:pt>
                <c:pt idx="5633" formatCode="0_);[Red]\(0\)">
                  <c:v>46500</c:v>
                </c:pt>
                <c:pt idx="5634" formatCode="0_);[Red]\(0\)">
                  <c:v>46500</c:v>
                </c:pt>
                <c:pt idx="5635" formatCode="0_);[Red]\(0\)">
                  <c:v>46500</c:v>
                </c:pt>
                <c:pt idx="5636" formatCode="0_);[Red]\(0\)">
                  <c:v>46500</c:v>
                </c:pt>
                <c:pt idx="5637" formatCode="0_);[Red]\(0\)">
                  <c:v>46500</c:v>
                </c:pt>
                <c:pt idx="5638" formatCode="0_);[Red]\(0\)">
                  <c:v>46500</c:v>
                </c:pt>
                <c:pt idx="5639" formatCode="0_);[Red]\(0\)">
                  <c:v>46500</c:v>
                </c:pt>
                <c:pt idx="5640" formatCode="0_);[Red]\(0\)">
                  <c:v>46500</c:v>
                </c:pt>
                <c:pt idx="5641" formatCode="0_);[Red]\(0\)">
                  <c:v>46500</c:v>
                </c:pt>
                <c:pt idx="5642" formatCode="0_);[Red]\(0\)">
                  <c:v>46500</c:v>
                </c:pt>
                <c:pt idx="5643" formatCode="0_);[Red]\(0\)">
                  <c:v>46500</c:v>
                </c:pt>
                <c:pt idx="5644" formatCode="0_);[Red]\(0\)">
                  <c:v>46500</c:v>
                </c:pt>
                <c:pt idx="5645" formatCode="0_);[Red]\(0\)">
                  <c:v>47000</c:v>
                </c:pt>
                <c:pt idx="5646" formatCode="0_);[Red]\(0\)">
                  <c:v>47000</c:v>
                </c:pt>
                <c:pt idx="5647" formatCode="0_);[Red]\(0\)">
                  <c:v>47000</c:v>
                </c:pt>
                <c:pt idx="5648" formatCode="0_);[Red]\(0\)">
                  <c:v>47000</c:v>
                </c:pt>
                <c:pt idx="5649" formatCode="0_);[Red]\(0\)">
                  <c:v>47000</c:v>
                </c:pt>
                <c:pt idx="5650" formatCode="0_);[Red]\(0\)">
                  <c:v>47000</c:v>
                </c:pt>
                <c:pt idx="5651" formatCode="0_);[Red]\(0\)">
                  <c:v>47000</c:v>
                </c:pt>
                <c:pt idx="5652" formatCode="0_);[Red]\(0\)">
                  <c:v>47000</c:v>
                </c:pt>
                <c:pt idx="5653" formatCode="0_);[Red]\(0\)">
                  <c:v>47000</c:v>
                </c:pt>
                <c:pt idx="5654" formatCode="0_);[Red]\(0\)">
                  <c:v>49000</c:v>
                </c:pt>
                <c:pt idx="5655" formatCode="0_);[Red]\(0\)">
                  <c:v>49000</c:v>
                </c:pt>
                <c:pt idx="5656" formatCode="0_);[Red]\(0\)">
                  <c:v>49000</c:v>
                </c:pt>
                <c:pt idx="5657" formatCode="0_);[Red]\(0\)">
                  <c:v>49000</c:v>
                </c:pt>
                <c:pt idx="5658" formatCode="0_);[Red]\(0\)">
                  <c:v>50000</c:v>
                </c:pt>
                <c:pt idx="5659" formatCode="0_);[Red]\(0\)">
                  <c:v>50000</c:v>
                </c:pt>
                <c:pt idx="5660" formatCode="0_);[Red]\(0\)">
                  <c:v>50000</c:v>
                </c:pt>
                <c:pt idx="5661" formatCode="0_);[Red]\(0\)">
                  <c:v>50000</c:v>
                </c:pt>
                <c:pt idx="5662" formatCode="0_);[Red]\(0\)">
                  <c:v>50000</c:v>
                </c:pt>
                <c:pt idx="5663" formatCode="0_);[Red]\(0\)">
                  <c:v>50000</c:v>
                </c:pt>
                <c:pt idx="5664" formatCode="0_);[Red]\(0\)">
                  <c:v>50000</c:v>
                </c:pt>
                <c:pt idx="5665" formatCode="0_);[Red]\(0\)">
                  <c:v>50000</c:v>
                </c:pt>
                <c:pt idx="5666" formatCode="0_);[Red]\(0\)">
                  <c:v>50000</c:v>
                </c:pt>
                <c:pt idx="5667" formatCode="0_);[Red]\(0\)">
                  <c:v>50000</c:v>
                </c:pt>
                <c:pt idx="5668" formatCode="0_);[Red]\(0\)">
                  <c:v>50000</c:v>
                </c:pt>
                <c:pt idx="5669" formatCode="0_);[Red]\(0\)">
                  <c:v>50000</c:v>
                </c:pt>
                <c:pt idx="5670" formatCode="0_);[Red]\(0\)">
                  <c:v>50000</c:v>
                </c:pt>
                <c:pt idx="5671" formatCode="0_);[Red]\(0\)">
                  <c:v>50000</c:v>
                </c:pt>
                <c:pt idx="5672" formatCode="0_);[Red]\(0\)">
                  <c:v>50000</c:v>
                </c:pt>
                <c:pt idx="5673" formatCode="0_);[Red]\(0\)">
                  <c:v>50000</c:v>
                </c:pt>
                <c:pt idx="5674" formatCode="0_);[Red]\(0\)">
                  <c:v>50000</c:v>
                </c:pt>
                <c:pt idx="5675" formatCode="0_);[Red]\(0\)">
                  <c:v>50000</c:v>
                </c:pt>
                <c:pt idx="5676" formatCode="0_);[Red]\(0\)">
                  <c:v>50000</c:v>
                </c:pt>
                <c:pt idx="5677" formatCode="0_);[Red]\(0\)">
                  <c:v>50000</c:v>
                </c:pt>
                <c:pt idx="5678" formatCode="0_);[Red]\(0\)">
                  <c:v>50000</c:v>
                </c:pt>
                <c:pt idx="5679" formatCode="0_);[Red]\(0\)">
                  <c:v>50000</c:v>
                </c:pt>
                <c:pt idx="5680" formatCode="0_);[Red]\(0\)">
                  <c:v>50000</c:v>
                </c:pt>
                <c:pt idx="5681" formatCode="0_);[Red]\(0\)">
                  <c:v>50000</c:v>
                </c:pt>
                <c:pt idx="5682" formatCode="0_);[Red]\(0\)">
                  <c:v>50000</c:v>
                </c:pt>
                <c:pt idx="5683" formatCode="0_);[Red]\(0\)">
                  <c:v>50000</c:v>
                </c:pt>
                <c:pt idx="5684" formatCode="0_);[Red]\(0\)">
                  <c:v>50000</c:v>
                </c:pt>
                <c:pt idx="5685" formatCode="0_);[Red]\(0\)">
                  <c:v>50000</c:v>
                </c:pt>
                <c:pt idx="5686" formatCode="0_);[Red]\(0\)">
                  <c:v>50000</c:v>
                </c:pt>
                <c:pt idx="5687" formatCode="0_);[Red]\(0\)">
                  <c:v>50000</c:v>
                </c:pt>
                <c:pt idx="5688" formatCode="0_);[Red]\(0\)">
                  <c:v>50000</c:v>
                </c:pt>
                <c:pt idx="5689" formatCode="0_);[Red]\(0\)">
                  <c:v>50000</c:v>
                </c:pt>
                <c:pt idx="5690" formatCode="0_);[Red]\(0\)">
                  <c:v>50000</c:v>
                </c:pt>
                <c:pt idx="5691" formatCode="0_);[Red]\(0\)">
                  <c:v>50000</c:v>
                </c:pt>
                <c:pt idx="5692" formatCode="0_);[Red]\(0\)">
                  <c:v>50000</c:v>
                </c:pt>
                <c:pt idx="5693" formatCode="0_);[Red]\(0\)">
                  <c:v>50500</c:v>
                </c:pt>
                <c:pt idx="5694" formatCode="0_);[Red]\(0\)">
                  <c:v>50500</c:v>
                </c:pt>
                <c:pt idx="5695" formatCode="0_);[Red]\(0\)">
                  <c:v>50500</c:v>
                </c:pt>
                <c:pt idx="5696" formatCode="0_);[Red]\(0\)">
                  <c:v>50500</c:v>
                </c:pt>
                <c:pt idx="5697" formatCode="0_);[Red]\(0\)">
                  <c:v>50500</c:v>
                </c:pt>
                <c:pt idx="5698" formatCode="0_);[Red]\(0\)">
                  <c:v>50500</c:v>
                </c:pt>
                <c:pt idx="5699" formatCode="0_);[Red]\(0\)">
                  <c:v>50500</c:v>
                </c:pt>
                <c:pt idx="5700" formatCode="0_);[Red]\(0\)">
                  <c:v>50500</c:v>
                </c:pt>
                <c:pt idx="5701" formatCode="0_);[Red]\(0\)">
                  <c:v>50500</c:v>
                </c:pt>
                <c:pt idx="5702" formatCode="0_);[Red]\(0\)">
                  <c:v>50500</c:v>
                </c:pt>
                <c:pt idx="5703" formatCode="0_);[Red]\(0\)">
                  <c:v>50500</c:v>
                </c:pt>
                <c:pt idx="5704" formatCode="0_);[Red]\(0\)">
                  <c:v>50500</c:v>
                </c:pt>
                <c:pt idx="5705" formatCode="0_);[Red]\(0\)">
                  <c:v>50500</c:v>
                </c:pt>
                <c:pt idx="5706" formatCode="0_);[Red]\(0\)">
                  <c:v>50500</c:v>
                </c:pt>
                <c:pt idx="5707" formatCode="0_);[Red]\(0\)">
                  <c:v>50500</c:v>
                </c:pt>
                <c:pt idx="5708" formatCode="0_);[Red]\(0\)">
                  <c:v>50500</c:v>
                </c:pt>
                <c:pt idx="5709" formatCode="0_);[Red]\(0\)">
                  <c:v>50500</c:v>
                </c:pt>
                <c:pt idx="5710" formatCode="0_);[Red]\(0\)">
                  <c:v>50500</c:v>
                </c:pt>
                <c:pt idx="5711" formatCode="0_);[Red]\(0\)">
                  <c:v>50500</c:v>
                </c:pt>
                <c:pt idx="5712" formatCode="0_);[Red]\(0\)">
                  <c:v>50500</c:v>
                </c:pt>
                <c:pt idx="5713" formatCode="0_);[Red]\(0\)">
                  <c:v>50500</c:v>
                </c:pt>
                <c:pt idx="5714" formatCode="0_);[Red]\(0\)">
                  <c:v>50500</c:v>
                </c:pt>
                <c:pt idx="5715" formatCode="0_);[Red]\(0\)">
                  <c:v>50500</c:v>
                </c:pt>
                <c:pt idx="5716" formatCode="0_);[Red]\(0\)">
                  <c:v>51000</c:v>
                </c:pt>
                <c:pt idx="5717" formatCode="0_);[Red]\(0\)">
                  <c:v>51000</c:v>
                </c:pt>
                <c:pt idx="5718" formatCode="0_);[Red]\(0\)">
                  <c:v>51000</c:v>
                </c:pt>
                <c:pt idx="5719" formatCode="0_);[Red]\(0\)">
                  <c:v>51000</c:v>
                </c:pt>
                <c:pt idx="5720" formatCode="0_);[Red]\(0\)">
                  <c:v>51000</c:v>
                </c:pt>
                <c:pt idx="5721" formatCode="0_);[Red]\(0\)">
                  <c:v>51000</c:v>
                </c:pt>
                <c:pt idx="5722" formatCode="0_);[Red]\(0\)">
                  <c:v>51500</c:v>
                </c:pt>
                <c:pt idx="5723" formatCode="0_);[Red]\(0\)">
                  <c:v>51500</c:v>
                </c:pt>
                <c:pt idx="5724" formatCode="0_);[Red]\(0\)">
                  <c:v>52000</c:v>
                </c:pt>
                <c:pt idx="5725" formatCode="0_);[Red]\(0\)">
                  <c:v>52000</c:v>
                </c:pt>
                <c:pt idx="5726" formatCode="0_);[Red]\(0\)">
                  <c:v>52000</c:v>
                </c:pt>
                <c:pt idx="5727" formatCode="0_);[Red]\(0\)">
                  <c:v>52500</c:v>
                </c:pt>
                <c:pt idx="5728" formatCode="0_);[Red]\(0\)">
                  <c:v>52500</c:v>
                </c:pt>
                <c:pt idx="5729" formatCode="0_);[Red]\(0\)">
                  <c:v>52500</c:v>
                </c:pt>
                <c:pt idx="5730" formatCode="0_);[Red]\(0\)">
                  <c:v>52500</c:v>
                </c:pt>
                <c:pt idx="5731" formatCode="0_);[Red]\(0\)">
                  <c:v>52500</c:v>
                </c:pt>
                <c:pt idx="5732" formatCode="0_);[Red]\(0\)">
                  <c:v>52500</c:v>
                </c:pt>
                <c:pt idx="5733" formatCode="0_);[Red]\(0\)">
                  <c:v>52500</c:v>
                </c:pt>
                <c:pt idx="5734" formatCode="0_);[Red]\(0\)">
                  <c:v>52500</c:v>
                </c:pt>
                <c:pt idx="5735" formatCode="0_);[Red]\(0\)">
                  <c:v>56000</c:v>
                </c:pt>
                <c:pt idx="5736" formatCode="0_);[Red]\(0\)">
                  <c:v>56000</c:v>
                </c:pt>
                <c:pt idx="5737" formatCode="0_);[Red]\(0\)">
                  <c:v>56000</c:v>
                </c:pt>
                <c:pt idx="5738" formatCode="0_);[Red]\(0\)">
                  <c:v>56000</c:v>
                </c:pt>
                <c:pt idx="5739" formatCode="0_);[Red]\(0\)">
                  <c:v>56000</c:v>
                </c:pt>
                <c:pt idx="5740" formatCode="0_);[Red]\(0\)">
                  <c:v>56000</c:v>
                </c:pt>
                <c:pt idx="5741" formatCode="0_);[Red]\(0\)">
                  <c:v>60000</c:v>
                </c:pt>
                <c:pt idx="5742" formatCode="0_);[Red]\(0\)">
                  <c:v>60000</c:v>
                </c:pt>
                <c:pt idx="5743" formatCode="0_);[Red]\(0\)">
                  <c:v>60000</c:v>
                </c:pt>
                <c:pt idx="5744" formatCode="0_);[Red]\(0\)">
                  <c:v>60000</c:v>
                </c:pt>
                <c:pt idx="5745" formatCode="0_);[Red]\(0\)">
                  <c:v>60000</c:v>
                </c:pt>
                <c:pt idx="5746" formatCode="0_);[Red]\(0\)">
                  <c:v>60000</c:v>
                </c:pt>
                <c:pt idx="5747" formatCode="0_);[Red]\(0\)">
                  <c:v>66000</c:v>
                </c:pt>
                <c:pt idx="5748" formatCode="0_);[Red]\(0\)">
                  <c:v>66000</c:v>
                </c:pt>
                <c:pt idx="5749" formatCode="0_);[Red]\(0\)">
                  <c:v>66000</c:v>
                </c:pt>
                <c:pt idx="5750" formatCode="0_);[Red]\(0\)">
                  <c:v>66000</c:v>
                </c:pt>
                <c:pt idx="5751" formatCode="0_);[Red]\(0\)">
                  <c:v>66000</c:v>
                </c:pt>
                <c:pt idx="5752" formatCode="0_);[Red]\(0\)">
                  <c:v>66000</c:v>
                </c:pt>
                <c:pt idx="5753" formatCode="0_);[Red]\(0\)">
                  <c:v>66000</c:v>
                </c:pt>
                <c:pt idx="5754" formatCode="0_);[Red]\(0\)">
                  <c:v>66000</c:v>
                </c:pt>
                <c:pt idx="5755" formatCode="0_);[Red]\(0\)">
                  <c:v>66000</c:v>
                </c:pt>
                <c:pt idx="5756" formatCode="0_);[Red]\(0\)">
                  <c:v>66000</c:v>
                </c:pt>
                <c:pt idx="5757" formatCode="0_);[Red]\(0\)">
                  <c:v>66000</c:v>
                </c:pt>
                <c:pt idx="5758" formatCode="0_);[Red]\(0\)">
                  <c:v>66000</c:v>
                </c:pt>
                <c:pt idx="5759" formatCode="0_);[Red]\(0\)">
                  <c:v>75000</c:v>
                </c:pt>
                <c:pt idx="5760" formatCode="0_);[Red]\(0\)">
                  <c:v>75000</c:v>
                </c:pt>
                <c:pt idx="5761" formatCode="0_);[Red]\(0\)">
                  <c:v>75000</c:v>
                </c:pt>
                <c:pt idx="5762" formatCode="0_);[Red]\(0\)">
                  <c:v>75000</c:v>
                </c:pt>
                <c:pt idx="5763" formatCode="0_);[Red]\(0\)">
                  <c:v>75000</c:v>
                </c:pt>
                <c:pt idx="5764" formatCode="0_);[Red]\(0\)">
                  <c:v>78500</c:v>
                </c:pt>
                <c:pt idx="5765" formatCode="0_);[Red]\(0\)">
                  <c:v>78500</c:v>
                </c:pt>
                <c:pt idx="5766" formatCode="0_);[Red]\(0\)">
                  <c:v>78500</c:v>
                </c:pt>
                <c:pt idx="5767" formatCode="0_);[Red]\(0\)">
                  <c:v>78500</c:v>
                </c:pt>
                <c:pt idx="5768" formatCode="0_);[Red]\(0\)">
                  <c:v>78500</c:v>
                </c:pt>
                <c:pt idx="5769" formatCode="0_);[Red]\(0\)">
                  <c:v>78500</c:v>
                </c:pt>
                <c:pt idx="5770" formatCode="0_);[Red]\(0\)">
                  <c:v>80500</c:v>
                </c:pt>
                <c:pt idx="5771" formatCode="0_);[Red]\(0\)">
                  <c:v>80500</c:v>
                </c:pt>
                <c:pt idx="5772" formatCode="0_);[Red]\(0\)">
                  <c:v>80500</c:v>
                </c:pt>
                <c:pt idx="5773" formatCode="0_);[Red]\(0\)">
                  <c:v>80500</c:v>
                </c:pt>
                <c:pt idx="5774" formatCode="0_);[Red]\(0\)">
                  <c:v>80500</c:v>
                </c:pt>
                <c:pt idx="5775" formatCode="0_);[Red]\(0\)">
                  <c:v>80500</c:v>
                </c:pt>
                <c:pt idx="5776" formatCode="0_);[Red]\(0\)">
                  <c:v>80500</c:v>
                </c:pt>
                <c:pt idx="5777" formatCode="0_);[Red]\(0\)">
                  <c:v>80500</c:v>
                </c:pt>
                <c:pt idx="5778" formatCode="0_);[Red]\(0\)">
                  <c:v>80500</c:v>
                </c:pt>
                <c:pt idx="5779" formatCode="0_);[Red]\(0\)">
                  <c:v>80500</c:v>
                </c:pt>
                <c:pt idx="5780" formatCode="0_);[Red]\(0\)">
                  <c:v>80500</c:v>
                </c:pt>
                <c:pt idx="5781" formatCode="0_);[Red]\(0\)">
                  <c:v>80500</c:v>
                </c:pt>
                <c:pt idx="5782" formatCode="0_);[Red]\(0\)">
                  <c:v>80500</c:v>
                </c:pt>
                <c:pt idx="5783" formatCode="0_);[Red]\(0\)">
                  <c:v>80500</c:v>
                </c:pt>
                <c:pt idx="5784" formatCode="0_);[Red]\(0\)">
                  <c:v>80500</c:v>
                </c:pt>
                <c:pt idx="5785" formatCode="0_);[Red]\(0\)">
                  <c:v>80500</c:v>
                </c:pt>
                <c:pt idx="5786" formatCode="0_);[Red]\(0\)">
                  <c:v>80500</c:v>
                </c:pt>
                <c:pt idx="5787" formatCode="0_);[Red]\(0\)">
                  <c:v>80500</c:v>
                </c:pt>
                <c:pt idx="5788" formatCode="0_);[Red]\(0\)">
                  <c:v>80500</c:v>
                </c:pt>
                <c:pt idx="5789" formatCode="0_);[Red]\(0\)">
                  <c:v>80500</c:v>
                </c:pt>
                <c:pt idx="5790" formatCode="0_);[Red]\(0\)">
                  <c:v>80500</c:v>
                </c:pt>
                <c:pt idx="5791" formatCode="0_);[Red]\(0\)">
                  <c:v>80500</c:v>
                </c:pt>
                <c:pt idx="5792" formatCode="0_);[Red]\(0\)">
                  <c:v>80500</c:v>
                </c:pt>
                <c:pt idx="5793" formatCode="0_);[Red]\(0\)">
                  <c:v>80500</c:v>
                </c:pt>
                <c:pt idx="5794" formatCode="0_);[Red]\(0\)">
                  <c:v>80500</c:v>
                </c:pt>
                <c:pt idx="5795" formatCode="0_);[Red]\(0\)">
                  <c:v>80500</c:v>
                </c:pt>
                <c:pt idx="5796" formatCode="0_);[Red]\(0\)">
                  <c:v>80500</c:v>
                </c:pt>
                <c:pt idx="5797" formatCode="0_);[Red]\(0\)">
                  <c:v>80500</c:v>
                </c:pt>
                <c:pt idx="5798" formatCode="0_);[Red]\(0\)">
                  <c:v>80500</c:v>
                </c:pt>
                <c:pt idx="5799" formatCode="0_);[Red]\(0\)">
                  <c:v>80500</c:v>
                </c:pt>
                <c:pt idx="5800" formatCode="0_);[Red]\(0\)">
                  <c:v>80500</c:v>
                </c:pt>
                <c:pt idx="5801" formatCode="0_);[Red]\(0\)">
                  <c:v>80500</c:v>
                </c:pt>
                <c:pt idx="5802" formatCode="0_);[Red]\(0\)">
                  <c:v>80500</c:v>
                </c:pt>
                <c:pt idx="5803" formatCode="0_);[Red]\(0\)">
                  <c:v>80500</c:v>
                </c:pt>
                <c:pt idx="5804" formatCode="0_);[Red]\(0\)">
                  <c:v>80500</c:v>
                </c:pt>
                <c:pt idx="5805" formatCode="0_);[Red]\(0\)">
                  <c:v>80500</c:v>
                </c:pt>
                <c:pt idx="5806" formatCode="0_);[Red]\(0\)">
                  <c:v>80500</c:v>
                </c:pt>
                <c:pt idx="5807" formatCode="0_);[Red]\(0\)">
                  <c:v>80500</c:v>
                </c:pt>
                <c:pt idx="5808" formatCode="0_);[Red]\(0\)">
                  <c:v>80500</c:v>
                </c:pt>
                <c:pt idx="5809" formatCode="0_);[Red]\(0\)">
                  <c:v>80500</c:v>
                </c:pt>
                <c:pt idx="5810" formatCode="0_);[Red]\(0\)">
                  <c:v>80500</c:v>
                </c:pt>
                <c:pt idx="5811" formatCode="0_);[Red]\(0\)">
                  <c:v>80500</c:v>
                </c:pt>
                <c:pt idx="5812" formatCode="0_);[Red]\(0\)">
                  <c:v>80500</c:v>
                </c:pt>
                <c:pt idx="5813" formatCode="0_);[Red]\(0\)">
                  <c:v>80500</c:v>
                </c:pt>
                <c:pt idx="5814" formatCode="0_);[Red]\(0\)">
                  <c:v>80500</c:v>
                </c:pt>
                <c:pt idx="5815" formatCode="0_);[Red]\(0\)">
                  <c:v>80500</c:v>
                </c:pt>
                <c:pt idx="5816" formatCode="0_);[Red]\(0\)">
                  <c:v>80500</c:v>
                </c:pt>
                <c:pt idx="5817" formatCode="0_);[Red]\(0\)">
                  <c:v>80500</c:v>
                </c:pt>
                <c:pt idx="5818" formatCode="0_);[Red]\(0\)">
                  <c:v>80500</c:v>
                </c:pt>
                <c:pt idx="5819" formatCode="0_);[Red]\(0\)">
                  <c:v>80500</c:v>
                </c:pt>
                <c:pt idx="5820" formatCode="0_);[Red]\(0\)">
                  <c:v>80500</c:v>
                </c:pt>
                <c:pt idx="5821" formatCode="0_);[Red]\(0\)">
                  <c:v>80500</c:v>
                </c:pt>
                <c:pt idx="5822" formatCode="0_);[Red]\(0\)">
                  <c:v>80500</c:v>
                </c:pt>
                <c:pt idx="5823" formatCode="0_);[Red]\(0\)">
                  <c:v>80500</c:v>
                </c:pt>
                <c:pt idx="5824" formatCode="0_);[Red]\(0\)">
                  <c:v>80500</c:v>
                </c:pt>
                <c:pt idx="5825" formatCode="0_);[Red]\(0\)">
                  <c:v>80500</c:v>
                </c:pt>
                <c:pt idx="5826" formatCode="0_);[Red]\(0\)">
                  <c:v>80500</c:v>
                </c:pt>
                <c:pt idx="5827" formatCode="0_);[Red]\(0\)">
                  <c:v>80500</c:v>
                </c:pt>
                <c:pt idx="5828" formatCode="0_);[Red]\(0\)">
                  <c:v>80500</c:v>
                </c:pt>
                <c:pt idx="5829" formatCode="0_);[Red]\(0\)">
                  <c:v>80500</c:v>
                </c:pt>
                <c:pt idx="5830" formatCode="0_);[Red]\(0\)">
                  <c:v>80500</c:v>
                </c:pt>
                <c:pt idx="5831" formatCode="0_);[Red]\(0\)">
                  <c:v>80500</c:v>
                </c:pt>
                <c:pt idx="5832" formatCode="0_);[Red]\(0\)">
                  <c:v>80500</c:v>
                </c:pt>
                <c:pt idx="5833" formatCode="0_);[Red]\(0\)">
                  <c:v>80500</c:v>
                </c:pt>
                <c:pt idx="5834" formatCode="0_);[Red]\(0\)">
                  <c:v>80500</c:v>
                </c:pt>
                <c:pt idx="5835" formatCode="0_);[Red]\(0\)">
                  <c:v>80500</c:v>
                </c:pt>
                <c:pt idx="5836" formatCode="0_);[Red]\(0\)">
                  <c:v>80500</c:v>
                </c:pt>
                <c:pt idx="5837" formatCode="0_);[Red]\(0\)">
                  <c:v>80500</c:v>
                </c:pt>
                <c:pt idx="5838" formatCode="0_);[Red]\(0\)">
                  <c:v>80500</c:v>
                </c:pt>
                <c:pt idx="5839" formatCode="0_);[Red]\(0\)">
                  <c:v>80500</c:v>
                </c:pt>
                <c:pt idx="5840" formatCode="0_);[Red]\(0\)">
                  <c:v>80500</c:v>
                </c:pt>
                <c:pt idx="5841" formatCode="0_);[Red]\(0\)">
                  <c:v>80500</c:v>
                </c:pt>
                <c:pt idx="5842" formatCode="0_);[Red]\(0\)">
                  <c:v>80500</c:v>
                </c:pt>
                <c:pt idx="5843" formatCode="0_);[Red]\(0\)">
                  <c:v>80500</c:v>
                </c:pt>
                <c:pt idx="5844" formatCode="0_);[Red]\(0\)">
                  <c:v>80500</c:v>
                </c:pt>
                <c:pt idx="5845" formatCode="0_);[Red]\(0\)">
                  <c:v>80500</c:v>
                </c:pt>
                <c:pt idx="5846" formatCode="0_);[Red]\(0\)">
                  <c:v>80500</c:v>
                </c:pt>
                <c:pt idx="5847" formatCode="0_);[Red]\(0\)">
                  <c:v>80500</c:v>
                </c:pt>
                <c:pt idx="5848" formatCode="0_);[Red]\(0\)">
                  <c:v>80500</c:v>
                </c:pt>
                <c:pt idx="5849" formatCode="0_);[Red]\(0\)">
                  <c:v>80500</c:v>
                </c:pt>
                <c:pt idx="5850" formatCode="0_);[Red]\(0\)">
                  <c:v>80500</c:v>
                </c:pt>
                <c:pt idx="5851" formatCode="0_);[Red]\(0\)">
                  <c:v>80500</c:v>
                </c:pt>
                <c:pt idx="5852" formatCode="0_);[Red]\(0\)">
                  <c:v>80500</c:v>
                </c:pt>
                <c:pt idx="5853" formatCode="0_);[Red]\(0\)">
                  <c:v>80500</c:v>
                </c:pt>
                <c:pt idx="5854" formatCode="0_);[Red]\(0\)">
                  <c:v>80500</c:v>
                </c:pt>
                <c:pt idx="5855" formatCode="0_);[Red]\(0\)">
                  <c:v>80500</c:v>
                </c:pt>
                <c:pt idx="5856" formatCode="0_);[Red]\(0\)">
                  <c:v>80500</c:v>
                </c:pt>
                <c:pt idx="5857" formatCode="0_);[Red]\(0\)">
                  <c:v>77500</c:v>
                </c:pt>
                <c:pt idx="5858" formatCode="0_);[Red]\(0\)">
                  <c:v>77500</c:v>
                </c:pt>
                <c:pt idx="5859" formatCode="0_);[Red]\(0\)">
                  <c:v>77500</c:v>
                </c:pt>
                <c:pt idx="5860" formatCode="0_);[Red]\(0\)">
                  <c:v>77500</c:v>
                </c:pt>
                <c:pt idx="5861" formatCode="0_);[Red]\(0\)">
                  <c:v>77500</c:v>
                </c:pt>
                <c:pt idx="5862" formatCode="0_);[Red]\(0\)">
                  <c:v>77500</c:v>
                </c:pt>
                <c:pt idx="5863" formatCode="0_);[Red]\(0\)">
                  <c:v>76000</c:v>
                </c:pt>
                <c:pt idx="5864" formatCode="0_);[Red]\(0\)">
                  <c:v>76000</c:v>
                </c:pt>
                <c:pt idx="5865" formatCode="0_);[Red]\(0\)">
                  <c:v>76000</c:v>
                </c:pt>
                <c:pt idx="5866" formatCode="0_);[Red]\(0\)">
                  <c:v>76000</c:v>
                </c:pt>
                <c:pt idx="5867" formatCode="0_);[Red]\(0\)">
                  <c:v>76000</c:v>
                </c:pt>
                <c:pt idx="5868" formatCode="0_);[Red]\(0\)">
                  <c:v>76000</c:v>
                </c:pt>
                <c:pt idx="5869" formatCode="0_);[Red]\(0\)">
                  <c:v>76000</c:v>
                </c:pt>
                <c:pt idx="5870" formatCode="0_);[Red]\(0\)">
                  <c:v>76000</c:v>
                </c:pt>
                <c:pt idx="5871" formatCode="0_);[Red]\(0\)">
                  <c:v>76000</c:v>
                </c:pt>
                <c:pt idx="5872" formatCode="0_);[Red]\(0\)">
                  <c:v>76000</c:v>
                </c:pt>
                <c:pt idx="5873" formatCode="0_);[Red]\(0\)">
                  <c:v>76000</c:v>
                </c:pt>
                <c:pt idx="5874" formatCode="0_);[Red]\(0\)">
                  <c:v>76000</c:v>
                </c:pt>
                <c:pt idx="5875" formatCode="0_);[Red]\(0\)">
                  <c:v>76000</c:v>
                </c:pt>
                <c:pt idx="5876" formatCode="0_);[Red]\(0\)">
                  <c:v>76000</c:v>
                </c:pt>
                <c:pt idx="5877" formatCode="0_);[Red]\(0\)">
                  <c:v>76000</c:v>
                </c:pt>
                <c:pt idx="5878" formatCode="0_);[Red]\(0\)">
                  <c:v>76000</c:v>
                </c:pt>
                <c:pt idx="5879" formatCode="0_);[Red]\(0\)">
                  <c:v>76000</c:v>
                </c:pt>
                <c:pt idx="5880" formatCode="0_);[Red]\(0\)">
                  <c:v>76000</c:v>
                </c:pt>
                <c:pt idx="5881" formatCode="0_);[Red]\(0\)">
                  <c:v>76000</c:v>
                </c:pt>
                <c:pt idx="5882" formatCode="0_);[Red]\(0\)">
                  <c:v>76000</c:v>
                </c:pt>
                <c:pt idx="5883" formatCode="0_);[Red]\(0\)">
                  <c:v>76000</c:v>
                </c:pt>
                <c:pt idx="5884" formatCode="0_);[Red]\(0\)">
                  <c:v>76000</c:v>
                </c:pt>
                <c:pt idx="5885" formatCode="0_);[Red]\(0\)">
                  <c:v>76000</c:v>
                </c:pt>
                <c:pt idx="5886" formatCode="0_);[Red]\(0\)">
                  <c:v>76000</c:v>
                </c:pt>
                <c:pt idx="5887" formatCode="0_);[Red]\(0\)">
                  <c:v>76000</c:v>
                </c:pt>
                <c:pt idx="5888" formatCode="0_);[Red]\(0\)">
                  <c:v>76000</c:v>
                </c:pt>
                <c:pt idx="5889" formatCode="0_);[Red]\(0\)">
                  <c:v>76000</c:v>
                </c:pt>
                <c:pt idx="5890" formatCode="0_);[Red]\(0\)">
                  <c:v>76000</c:v>
                </c:pt>
                <c:pt idx="5891" formatCode="0_);[Red]\(0\)">
                  <c:v>76000</c:v>
                </c:pt>
                <c:pt idx="5892" formatCode="0_);[Red]\(0\)">
                  <c:v>76000</c:v>
                </c:pt>
                <c:pt idx="5893" formatCode="0_);[Red]\(0\)">
                  <c:v>76000</c:v>
                </c:pt>
                <c:pt idx="5894" formatCode="0_);[Red]\(0\)">
                  <c:v>76000</c:v>
                </c:pt>
                <c:pt idx="5895" formatCode="0_);[Red]\(0\)">
                  <c:v>76000</c:v>
                </c:pt>
                <c:pt idx="5896" formatCode="0_);[Red]\(0\)">
                  <c:v>76000</c:v>
                </c:pt>
                <c:pt idx="5897" formatCode="0_);[Red]\(0\)">
                  <c:v>76000</c:v>
                </c:pt>
                <c:pt idx="5898" formatCode="0_);[Red]\(0\)">
                  <c:v>76000</c:v>
                </c:pt>
                <c:pt idx="5899" formatCode="0_);[Red]\(0\)">
                  <c:v>76000</c:v>
                </c:pt>
                <c:pt idx="5900" formatCode="0_);[Red]\(0\)">
                  <c:v>76000</c:v>
                </c:pt>
                <c:pt idx="5901" formatCode="0_);[Red]\(0\)">
                  <c:v>76000</c:v>
                </c:pt>
                <c:pt idx="5902" formatCode="0_);[Red]\(0\)">
                  <c:v>76000</c:v>
                </c:pt>
                <c:pt idx="5903" formatCode="0_);[Red]\(0\)">
                  <c:v>73000</c:v>
                </c:pt>
                <c:pt idx="5904" formatCode="0_);[Red]\(0\)">
                  <c:v>73000</c:v>
                </c:pt>
                <c:pt idx="5905" formatCode="0_);[Red]\(0\)">
                  <c:v>73000</c:v>
                </c:pt>
                <c:pt idx="5906" formatCode="0_);[Red]\(0\)">
                  <c:v>73000</c:v>
                </c:pt>
                <c:pt idx="5907" formatCode="0_);[Red]\(0\)">
                  <c:v>73000</c:v>
                </c:pt>
                <c:pt idx="5908" formatCode="0_);[Red]\(0\)">
                  <c:v>73000</c:v>
                </c:pt>
                <c:pt idx="5909" formatCode="0_);[Red]\(0\)">
                  <c:v>73000</c:v>
                </c:pt>
                <c:pt idx="5910" formatCode="0_);[Red]\(0\)">
                  <c:v>70000</c:v>
                </c:pt>
                <c:pt idx="5911" formatCode="0_);[Red]\(0\)">
                  <c:v>70000</c:v>
                </c:pt>
                <c:pt idx="5912" formatCode="0_);[Red]\(0\)">
                  <c:v>70000</c:v>
                </c:pt>
                <c:pt idx="5913" formatCode="0_);[Red]\(0\)">
                  <c:v>70000</c:v>
                </c:pt>
                <c:pt idx="5914" formatCode="0_);[Red]\(0\)">
                  <c:v>70000</c:v>
                </c:pt>
                <c:pt idx="5915" formatCode="0_);[Red]\(0\)">
                  <c:v>70000</c:v>
                </c:pt>
                <c:pt idx="5916" formatCode="0_);[Red]\(0\)">
                  <c:v>70000</c:v>
                </c:pt>
                <c:pt idx="5917" formatCode="0_);[Red]\(0\)">
                  <c:v>68000</c:v>
                </c:pt>
                <c:pt idx="5918" formatCode="0_);[Red]\(0\)">
                  <c:v>68000</c:v>
                </c:pt>
                <c:pt idx="5919" formatCode="0_);[Red]\(0\)">
                  <c:v>64000</c:v>
                </c:pt>
                <c:pt idx="5920" formatCode="0_);[Red]\(0\)">
                  <c:v>64000</c:v>
                </c:pt>
                <c:pt idx="5921" formatCode="0_);[Red]\(0\)">
                  <c:v>64000</c:v>
                </c:pt>
                <c:pt idx="5922" formatCode="0_);[Red]\(0\)">
                  <c:v>64000</c:v>
                </c:pt>
                <c:pt idx="5923" formatCode="0_);[Red]\(0\)">
                  <c:v>64000</c:v>
                </c:pt>
                <c:pt idx="5924" formatCode="0_);[Red]\(0\)">
                  <c:v>64000</c:v>
                </c:pt>
                <c:pt idx="5925" formatCode="0_);[Red]\(0\)">
                  <c:v>64000</c:v>
                </c:pt>
                <c:pt idx="5926" formatCode="0_);[Red]\(0\)">
                  <c:v>64000</c:v>
                </c:pt>
                <c:pt idx="5927" formatCode="0_);[Red]\(0\)">
                  <c:v>64000</c:v>
                </c:pt>
                <c:pt idx="5928" formatCode="0_);[Red]\(0\)">
                  <c:v>64000</c:v>
                </c:pt>
                <c:pt idx="5929" formatCode="0_);[Red]\(0\)">
                  <c:v>64000</c:v>
                </c:pt>
                <c:pt idx="5930" formatCode="0_);[Red]\(0\)">
                  <c:v>64000</c:v>
                </c:pt>
                <c:pt idx="5931" formatCode="0_);[Red]\(0\)">
                  <c:v>64000</c:v>
                </c:pt>
                <c:pt idx="5932" formatCode="0_);[Red]\(0\)">
                  <c:v>64000</c:v>
                </c:pt>
                <c:pt idx="5933" formatCode="0_);[Red]\(0\)">
                  <c:v>64000</c:v>
                </c:pt>
                <c:pt idx="5934" formatCode="0_);[Red]\(0\)">
                  <c:v>62500</c:v>
                </c:pt>
                <c:pt idx="5935" formatCode="0_);[Red]\(0\)">
                  <c:v>62500</c:v>
                </c:pt>
                <c:pt idx="5936" formatCode="0_);[Red]\(0\)">
                  <c:v>62500</c:v>
                </c:pt>
                <c:pt idx="5937" formatCode="0_);[Red]\(0\)">
                  <c:v>62500</c:v>
                </c:pt>
                <c:pt idx="5938" formatCode="0_);[Red]\(0\)">
                  <c:v>62500</c:v>
                </c:pt>
                <c:pt idx="5939" formatCode="0_);[Red]\(0\)">
                  <c:v>62500</c:v>
                </c:pt>
                <c:pt idx="5940" formatCode="0_);[Red]\(0\)">
                  <c:v>62500</c:v>
                </c:pt>
                <c:pt idx="5941" formatCode="0_);[Red]\(0\)">
                  <c:v>62500</c:v>
                </c:pt>
                <c:pt idx="5942" formatCode="0_);[Red]\(0\)">
                  <c:v>62500</c:v>
                </c:pt>
                <c:pt idx="5943" formatCode="0_);[Red]\(0\)">
                  <c:v>62500</c:v>
                </c:pt>
                <c:pt idx="5944" formatCode="0_);[Red]\(0\)">
                  <c:v>62500</c:v>
                </c:pt>
                <c:pt idx="5945" formatCode="0_);[Red]\(0\)">
                  <c:v>62500</c:v>
                </c:pt>
                <c:pt idx="5946" formatCode="0_);[Red]\(0\)">
                  <c:v>62500</c:v>
                </c:pt>
                <c:pt idx="5947" formatCode="0_);[Red]\(0\)">
                  <c:v>62500</c:v>
                </c:pt>
                <c:pt idx="5948" formatCode="0_);[Red]\(0\)">
                  <c:v>62500</c:v>
                </c:pt>
                <c:pt idx="5949" formatCode="0_);[Red]\(0\)">
                  <c:v>62500</c:v>
                </c:pt>
                <c:pt idx="5950" formatCode="0_);[Red]\(0\)">
                  <c:v>62500</c:v>
                </c:pt>
                <c:pt idx="5951" formatCode="0_);[Red]\(0\)">
                  <c:v>62500</c:v>
                </c:pt>
                <c:pt idx="5952" formatCode="0_);[Red]\(0\)">
                  <c:v>63000</c:v>
                </c:pt>
                <c:pt idx="5953" formatCode="0_);[Red]\(0\)">
                  <c:v>63000</c:v>
                </c:pt>
                <c:pt idx="5954" formatCode="0_);[Red]\(0\)">
                  <c:v>63000</c:v>
                </c:pt>
                <c:pt idx="5955" formatCode="0_);[Red]\(0\)">
                  <c:v>63000</c:v>
                </c:pt>
                <c:pt idx="5956" formatCode="0_);[Red]\(0\)">
                  <c:v>63000</c:v>
                </c:pt>
                <c:pt idx="5957" formatCode="0_);[Red]\(0\)">
                  <c:v>63000</c:v>
                </c:pt>
                <c:pt idx="5958" formatCode="0_);[Red]\(0\)">
                  <c:v>63000</c:v>
                </c:pt>
                <c:pt idx="5959" formatCode="0_);[Red]\(0\)">
                  <c:v>63000</c:v>
                </c:pt>
                <c:pt idx="5960" formatCode="0_);[Red]\(0\)">
                  <c:v>64000</c:v>
                </c:pt>
                <c:pt idx="5961" formatCode="0_);[Red]\(0\)">
                  <c:v>64500</c:v>
                </c:pt>
                <c:pt idx="5962" formatCode="0_);[Red]\(0\)">
                  <c:v>64500</c:v>
                </c:pt>
                <c:pt idx="5963" formatCode="0_);[Red]\(0\)">
                  <c:v>64500</c:v>
                </c:pt>
                <c:pt idx="5964" formatCode="0_);[Red]\(0\)">
                  <c:v>64500</c:v>
                </c:pt>
                <c:pt idx="5965" formatCode="0_);[Red]\(0\)">
                  <c:v>64500</c:v>
                </c:pt>
                <c:pt idx="5966" formatCode="0_);[Red]\(0\)">
                  <c:v>64500</c:v>
                </c:pt>
                <c:pt idx="5967" formatCode="0_);[Red]\(0\)">
                  <c:v>64500</c:v>
                </c:pt>
                <c:pt idx="5968" formatCode="0_);[Red]\(0\)">
                  <c:v>64500</c:v>
                </c:pt>
                <c:pt idx="5969" formatCode="0_);[Red]\(0\)">
                  <c:v>64500</c:v>
                </c:pt>
                <c:pt idx="5970" formatCode="0_);[Red]\(0\)">
                  <c:v>64500</c:v>
                </c:pt>
                <c:pt idx="5971" formatCode="0_);[Red]\(0\)">
                  <c:v>64500</c:v>
                </c:pt>
                <c:pt idx="5972" formatCode="0_);[Red]\(0\)">
                  <c:v>64500</c:v>
                </c:pt>
                <c:pt idx="5973" formatCode="0_);[Red]\(0\)">
                  <c:v>64500</c:v>
                </c:pt>
                <c:pt idx="5974" formatCode="0_);[Red]\(0\)">
                  <c:v>64500</c:v>
                </c:pt>
                <c:pt idx="5975" formatCode="0_);[Red]\(0\)">
                  <c:v>64500</c:v>
                </c:pt>
                <c:pt idx="5976" formatCode="0_);[Red]\(0\)">
                  <c:v>64500</c:v>
                </c:pt>
                <c:pt idx="5977" formatCode="0_);[Red]\(0\)">
                  <c:v>64500</c:v>
                </c:pt>
                <c:pt idx="5978" formatCode="0_);[Red]\(0\)">
                  <c:v>64500</c:v>
                </c:pt>
                <c:pt idx="5979" formatCode="0_);[Red]\(0\)">
                  <c:v>64500</c:v>
                </c:pt>
                <c:pt idx="5980" formatCode="0_);[Red]\(0\)">
                  <c:v>65000</c:v>
                </c:pt>
                <c:pt idx="5981" formatCode="0_);[Red]\(0\)">
                  <c:v>65000</c:v>
                </c:pt>
                <c:pt idx="5982" formatCode="0_);[Red]\(0\)">
                  <c:v>65000</c:v>
                </c:pt>
                <c:pt idx="5983" formatCode="0_);[Red]\(0\)">
                  <c:v>65000</c:v>
                </c:pt>
                <c:pt idx="5984" formatCode="0_);[Red]\(0\)">
                  <c:v>65000</c:v>
                </c:pt>
                <c:pt idx="5985" formatCode="0_);[Red]\(0\)">
                  <c:v>65000</c:v>
                </c:pt>
                <c:pt idx="5986" formatCode="0_);[Red]\(0\)">
                  <c:v>65000</c:v>
                </c:pt>
                <c:pt idx="5987" formatCode="0_);[Red]\(0\)">
                  <c:v>65000</c:v>
                </c:pt>
                <c:pt idx="5988" formatCode="0_);[Red]\(0\)">
                  <c:v>65000</c:v>
                </c:pt>
                <c:pt idx="5989" formatCode="0_);[Red]\(0\)">
                  <c:v>65000</c:v>
                </c:pt>
                <c:pt idx="5990" formatCode="0_);[Red]\(0\)">
                  <c:v>65000</c:v>
                </c:pt>
                <c:pt idx="5991" formatCode="0_);[Red]\(0\)">
                  <c:v>65000</c:v>
                </c:pt>
                <c:pt idx="5992" formatCode="0_);[Red]\(0\)">
                  <c:v>65000</c:v>
                </c:pt>
                <c:pt idx="5993" formatCode="0_);[Red]\(0\)">
                  <c:v>65000</c:v>
                </c:pt>
                <c:pt idx="5994" formatCode="0_);[Red]\(0\)">
                  <c:v>65000</c:v>
                </c:pt>
                <c:pt idx="5995" formatCode="0_);[Red]\(0\)">
                  <c:v>65000</c:v>
                </c:pt>
                <c:pt idx="5996" formatCode="0_);[Red]\(0\)">
                  <c:v>65000</c:v>
                </c:pt>
                <c:pt idx="5997" formatCode="0_);[Red]\(0\)">
                  <c:v>65000</c:v>
                </c:pt>
                <c:pt idx="5998" formatCode="0_);[Red]\(0\)">
                  <c:v>65000</c:v>
                </c:pt>
                <c:pt idx="5999" formatCode="0_);[Red]\(0\)">
                  <c:v>65000</c:v>
                </c:pt>
                <c:pt idx="6000" formatCode="0_);[Red]\(0\)">
                  <c:v>65000</c:v>
                </c:pt>
                <c:pt idx="6001" formatCode="0_);[Red]\(0\)">
                  <c:v>65000</c:v>
                </c:pt>
                <c:pt idx="6002" formatCode="0_);[Red]\(0\)">
                  <c:v>65000</c:v>
                </c:pt>
                <c:pt idx="6003" formatCode="0_);[Red]\(0\)">
                  <c:v>64500</c:v>
                </c:pt>
                <c:pt idx="6004" formatCode="0_);[Red]\(0\)">
                  <c:v>64500</c:v>
                </c:pt>
                <c:pt idx="6005" formatCode="0_);[Red]\(0\)">
                  <c:v>64500</c:v>
                </c:pt>
                <c:pt idx="6006" formatCode="0_);[Red]\(0\)">
                  <c:v>64500</c:v>
                </c:pt>
                <c:pt idx="6007" formatCode="0_);[Red]\(0\)">
                  <c:v>64500</c:v>
                </c:pt>
                <c:pt idx="6008" formatCode="0_);[Red]\(0\)">
                  <c:v>64500</c:v>
                </c:pt>
                <c:pt idx="6009" formatCode="0_);[Red]\(0\)">
                  <c:v>64500</c:v>
                </c:pt>
                <c:pt idx="6010" formatCode="0_);[Red]\(0\)">
                  <c:v>64500</c:v>
                </c:pt>
                <c:pt idx="6011" formatCode="0_);[Red]\(0\)">
                  <c:v>64500</c:v>
                </c:pt>
                <c:pt idx="6012" formatCode="0_);[Red]\(0\)">
                  <c:v>64500</c:v>
                </c:pt>
                <c:pt idx="6013" formatCode="0_);[Red]\(0\)">
                  <c:v>64500</c:v>
                </c:pt>
                <c:pt idx="6014" formatCode="0_);[Red]\(0\)">
                  <c:v>64500</c:v>
                </c:pt>
                <c:pt idx="6015" formatCode="0_);[Red]\(0\)">
                  <c:v>64500</c:v>
                </c:pt>
                <c:pt idx="6016" formatCode="0_);[Red]\(0\)">
                  <c:v>64500</c:v>
                </c:pt>
                <c:pt idx="6017" formatCode="0_);[Red]\(0\)">
                  <c:v>64000</c:v>
                </c:pt>
                <c:pt idx="6018" formatCode="0_);[Red]\(0\)">
                  <c:v>64000</c:v>
                </c:pt>
                <c:pt idx="6019" formatCode="0_);[Red]\(0\)">
                  <c:v>64000</c:v>
                </c:pt>
                <c:pt idx="6020" formatCode="0_);[Red]\(0\)">
                  <c:v>64000</c:v>
                </c:pt>
                <c:pt idx="6021" formatCode="0_);[Red]\(0\)">
                  <c:v>64000</c:v>
                </c:pt>
                <c:pt idx="6022" formatCode="0_);[Red]\(0\)">
                  <c:v>64000</c:v>
                </c:pt>
                <c:pt idx="6023" formatCode="0_);[Red]\(0\)">
                  <c:v>64000</c:v>
                </c:pt>
                <c:pt idx="6024" formatCode="0_);[Red]\(0\)">
                  <c:v>64000</c:v>
                </c:pt>
                <c:pt idx="6025" formatCode="0_);[Red]\(0\)">
                  <c:v>64000</c:v>
                </c:pt>
                <c:pt idx="6026" formatCode="0_);[Red]\(0\)">
                  <c:v>64000</c:v>
                </c:pt>
                <c:pt idx="6027" formatCode="0_);[Red]\(0\)">
                  <c:v>64000</c:v>
                </c:pt>
                <c:pt idx="6028" formatCode="0_);[Red]\(0\)">
                  <c:v>64000</c:v>
                </c:pt>
                <c:pt idx="6029" formatCode="0_);[Red]\(0\)">
                  <c:v>64000</c:v>
                </c:pt>
                <c:pt idx="6030" formatCode="0_);[Red]\(0\)">
                  <c:v>63500</c:v>
                </c:pt>
                <c:pt idx="6031" formatCode="0_);[Red]\(0\)">
                  <c:v>63500</c:v>
                </c:pt>
                <c:pt idx="6032" formatCode="0_);[Red]\(0\)">
                  <c:v>63500</c:v>
                </c:pt>
                <c:pt idx="6033" formatCode="0_);[Red]\(0\)">
                  <c:v>63500</c:v>
                </c:pt>
                <c:pt idx="6034" formatCode="0_);[Red]\(0\)">
                  <c:v>63500</c:v>
                </c:pt>
                <c:pt idx="6035" formatCode="0_);[Red]\(0\)">
                  <c:v>63500</c:v>
                </c:pt>
                <c:pt idx="6036" formatCode="0_);[Red]\(0\)">
                  <c:v>63500</c:v>
                </c:pt>
                <c:pt idx="6037" formatCode="0_);[Red]\(0\)">
                  <c:v>63000</c:v>
                </c:pt>
                <c:pt idx="6038" formatCode="0_);[Red]\(0\)">
                  <c:v>63000</c:v>
                </c:pt>
                <c:pt idx="6039" formatCode="0_);[Red]\(0\)">
                  <c:v>63000</c:v>
                </c:pt>
                <c:pt idx="6040" formatCode="0_);[Red]\(0\)">
                  <c:v>63000</c:v>
                </c:pt>
                <c:pt idx="6041" formatCode="0_);[Red]\(0\)">
                  <c:v>63000</c:v>
                </c:pt>
                <c:pt idx="6042" formatCode="0_);[Red]\(0\)">
                  <c:v>63000</c:v>
                </c:pt>
                <c:pt idx="6043" formatCode="0_);[Red]\(0\)">
                  <c:v>63000</c:v>
                </c:pt>
                <c:pt idx="6044" formatCode="0_);[Red]\(0\)">
                  <c:v>63000</c:v>
                </c:pt>
                <c:pt idx="6045" formatCode="0_);[Red]\(0\)">
                  <c:v>63000</c:v>
                </c:pt>
                <c:pt idx="6046" formatCode="0_);[Red]\(0\)">
                  <c:v>63000</c:v>
                </c:pt>
                <c:pt idx="6047" formatCode="0_);[Red]\(0\)">
                  <c:v>63000</c:v>
                </c:pt>
                <c:pt idx="6048" formatCode="0_);[Red]\(0\)">
                  <c:v>63000</c:v>
                </c:pt>
                <c:pt idx="6049" formatCode="0_);[Red]\(0\)">
                  <c:v>63000</c:v>
                </c:pt>
                <c:pt idx="6050" formatCode="0_);[Red]\(0\)">
                  <c:v>63000</c:v>
                </c:pt>
                <c:pt idx="6051" formatCode="0_);[Red]\(0\)">
                  <c:v>63000</c:v>
                </c:pt>
                <c:pt idx="6052" formatCode="0_);[Red]\(0\)">
                  <c:v>63000</c:v>
                </c:pt>
                <c:pt idx="6053" formatCode="0_);[Red]\(0\)">
                  <c:v>62300</c:v>
                </c:pt>
                <c:pt idx="6054" formatCode="0_);[Red]\(0\)">
                  <c:v>62300</c:v>
                </c:pt>
                <c:pt idx="6055" formatCode="0_);[Red]\(0\)">
                  <c:v>62300</c:v>
                </c:pt>
                <c:pt idx="6056" formatCode="0_);[Red]\(0\)">
                  <c:v>62300</c:v>
                </c:pt>
                <c:pt idx="6057" formatCode="0_);[Red]\(0\)">
                  <c:v>62300</c:v>
                </c:pt>
                <c:pt idx="6058" formatCode="0_);[Red]\(0\)">
                  <c:v>62300</c:v>
                </c:pt>
                <c:pt idx="6059" formatCode="0_);[Red]\(0\)">
                  <c:v>62300</c:v>
                </c:pt>
                <c:pt idx="6060" formatCode="0_);[Red]\(0\)">
                  <c:v>62300</c:v>
                </c:pt>
                <c:pt idx="6061" formatCode="0_);[Red]\(0\)">
                  <c:v>62300</c:v>
                </c:pt>
                <c:pt idx="6062" formatCode="0_);[Red]\(0\)">
                  <c:v>62300</c:v>
                </c:pt>
                <c:pt idx="6063" formatCode="0_);[Red]\(0\)">
                  <c:v>62300</c:v>
                </c:pt>
                <c:pt idx="6064" formatCode="0_);[Red]\(0\)">
                  <c:v>62300</c:v>
                </c:pt>
                <c:pt idx="6065" formatCode="0_);[Red]\(0\)">
                  <c:v>62000</c:v>
                </c:pt>
                <c:pt idx="6066" formatCode="0_);[Red]\(0\)">
                  <c:v>62000</c:v>
                </c:pt>
                <c:pt idx="6067" formatCode="0_);[Red]\(0\)">
                  <c:v>61500</c:v>
                </c:pt>
                <c:pt idx="6068" formatCode="0_);[Red]\(0\)">
                  <c:v>61500</c:v>
                </c:pt>
                <c:pt idx="6069" formatCode="0_);[Red]\(0\)">
                  <c:v>61500</c:v>
                </c:pt>
                <c:pt idx="6070" formatCode="0_);[Red]\(0\)">
                  <c:v>61500</c:v>
                </c:pt>
                <c:pt idx="6071" formatCode="0_);[Red]\(0\)">
                  <c:v>61500</c:v>
                </c:pt>
                <c:pt idx="6072" formatCode="0_);[Red]\(0\)">
                  <c:v>60500</c:v>
                </c:pt>
                <c:pt idx="6073" formatCode="0_);[Red]\(0\)">
                  <c:v>60500</c:v>
                </c:pt>
                <c:pt idx="6074" formatCode="0_);[Red]\(0\)">
                  <c:v>60500</c:v>
                </c:pt>
                <c:pt idx="6075" formatCode="0_);[Red]\(0\)">
                  <c:v>60500</c:v>
                </c:pt>
                <c:pt idx="6076" formatCode="0_);[Red]\(0\)">
                  <c:v>60500</c:v>
                </c:pt>
                <c:pt idx="6077" formatCode="0_);[Red]\(0\)">
                  <c:v>60000</c:v>
                </c:pt>
                <c:pt idx="6078" formatCode="0_);[Red]\(0\)">
                  <c:v>60000</c:v>
                </c:pt>
                <c:pt idx="6079" formatCode="0_);[Red]\(0\)">
                  <c:v>60000</c:v>
                </c:pt>
                <c:pt idx="6080" formatCode="0_);[Red]\(0\)">
                  <c:v>59300</c:v>
                </c:pt>
                <c:pt idx="6081" formatCode="0_);[Red]\(0\)">
                  <c:v>59300</c:v>
                </c:pt>
                <c:pt idx="6082" formatCode="0_);[Red]\(0\)">
                  <c:v>59300</c:v>
                </c:pt>
                <c:pt idx="6083" formatCode="0_);[Red]\(0\)">
                  <c:v>59300</c:v>
                </c:pt>
                <c:pt idx="6084" formatCode="0_);[Red]\(0\)">
                  <c:v>59000</c:v>
                </c:pt>
                <c:pt idx="6085" formatCode="0_);[Red]\(0\)">
                  <c:v>59000</c:v>
                </c:pt>
                <c:pt idx="6086" formatCode="0_);[Red]\(0\)">
                  <c:v>58500</c:v>
                </c:pt>
                <c:pt idx="6087" formatCode="0_);[Red]\(0\)">
                  <c:v>58500</c:v>
                </c:pt>
                <c:pt idx="6088" formatCode="0_);[Red]\(0\)">
                  <c:v>58500</c:v>
                </c:pt>
                <c:pt idx="6089" formatCode="0_);[Red]\(0\)">
                  <c:v>58500</c:v>
                </c:pt>
                <c:pt idx="6090" formatCode="0_);[Red]\(0\)">
                  <c:v>58500</c:v>
                </c:pt>
                <c:pt idx="6091" formatCode="0_);[Red]\(0\)">
                  <c:v>58500</c:v>
                </c:pt>
                <c:pt idx="6092" formatCode="0_);[Red]\(0\)">
                  <c:v>58500</c:v>
                </c:pt>
                <c:pt idx="6093" formatCode="0_);[Red]\(0\)">
                  <c:v>58500</c:v>
                </c:pt>
                <c:pt idx="6094" formatCode="0_);[Red]\(0\)">
                  <c:v>58500</c:v>
                </c:pt>
                <c:pt idx="6095" formatCode="0_);[Red]\(0\)">
                  <c:v>58500</c:v>
                </c:pt>
                <c:pt idx="6096" formatCode="0_);[Red]\(0\)">
                  <c:v>58500</c:v>
                </c:pt>
                <c:pt idx="6097" formatCode="0_);[Red]\(0\)">
                  <c:v>58500</c:v>
                </c:pt>
                <c:pt idx="6098" formatCode="0_);[Red]\(0\)">
                  <c:v>58500</c:v>
                </c:pt>
                <c:pt idx="6099" formatCode="0_);[Red]\(0\)">
                  <c:v>58500</c:v>
                </c:pt>
                <c:pt idx="6100" formatCode="0_);[Red]\(0\)">
                  <c:v>58500</c:v>
                </c:pt>
                <c:pt idx="6101" formatCode="0_);[Red]\(0\)">
                  <c:v>58500</c:v>
                </c:pt>
                <c:pt idx="6102" formatCode="0_);[Red]\(0\)">
                  <c:v>58500</c:v>
                </c:pt>
                <c:pt idx="6103" formatCode="0_);[Red]\(0\)">
                  <c:v>58500</c:v>
                </c:pt>
                <c:pt idx="6104" formatCode="0_);[Red]\(0\)">
                  <c:v>58500</c:v>
                </c:pt>
                <c:pt idx="6105" formatCode="0_);[Red]\(0\)">
                  <c:v>58500</c:v>
                </c:pt>
                <c:pt idx="6106" formatCode="0_);[Red]\(0\)">
                  <c:v>58500</c:v>
                </c:pt>
                <c:pt idx="6107" formatCode="0_);[Red]\(0\)">
                  <c:v>58500</c:v>
                </c:pt>
                <c:pt idx="6108" formatCode="0_);[Red]\(0\)">
                  <c:v>58500</c:v>
                </c:pt>
                <c:pt idx="6109" formatCode="0_);[Red]\(0\)">
                  <c:v>58500</c:v>
                </c:pt>
                <c:pt idx="6110" formatCode="0_);[Red]\(0\)">
                  <c:v>58500</c:v>
                </c:pt>
                <c:pt idx="6111" formatCode="0_);[Red]\(0\)">
                  <c:v>58500</c:v>
                </c:pt>
                <c:pt idx="6112" formatCode="0_);[Red]\(0\)">
                  <c:v>58500</c:v>
                </c:pt>
                <c:pt idx="6113" formatCode="0_);[Red]\(0\)">
                  <c:v>58500</c:v>
                </c:pt>
                <c:pt idx="6114" formatCode="0_);[Red]\(0\)">
                  <c:v>58500</c:v>
                </c:pt>
                <c:pt idx="6115" formatCode="0_);[Red]\(0\)">
                  <c:v>58500</c:v>
                </c:pt>
                <c:pt idx="6116" formatCode="0_);[Red]\(0\)">
                  <c:v>58500</c:v>
                </c:pt>
                <c:pt idx="6117" formatCode="0_);[Red]\(0\)">
                  <c:v>58500</c:v>
                </c:pt>
                <c:pt idx="6118" formatCode="0_);[Red]\(0\)">
                  <c:v>58500</c:v>
                </c:pt>
                <c:pt idx="6119" formatCode="0_);[Red]\(0\)">
                  <c:v>58500</c:v>
                </c:pt>
                <c:pt idx="6120" formatCode="0_);[Red]\(0\)">
                  <c:v>58500</c:v>
                </c:pt>
                <c:pt idx="6121" formatCode="0_);[Red]\(0\)">
                  <c:v>58500</c:v>
                </c:pt>
                <c:pt idx="6122" formatCode="0_);[Red]\(0\)">
                  <c:v>58500</c:v>
                </c:pt>
                <c:pt idx="6123" formatCode="0_);[Red]\(0\)">
                  <c:v>58500</c:v>
                </c:pt>
                <c:pt idx="6124" formatCode="0_);[Red]\(0\)">
                  <c:v>58500</c:v>
                </c:pt>
                <c:pt idx="6125" formatCode="0_);[Red]\(0\)">
                  <c:v>58500</c:v>
                </c:pt>
                <c:pt idx="6126" formatCode="0_);[Red]\(0\)">
                  <c:v>57000</c:v>
                </c:pt>
                <c:pt idx="6127" formatCode="0_);[Red]\(0\)">
                  <c:v>57000</c:v>
                </c:pt>
                <c:pt idx="6128" formatCode="0_);[Red]\(0\)">
                  <c:v>57000</c:v>
                </c:pt>
                <c:pt idx="6129" formatCode="0_);[Red]\(0\)">
                  <c:v>57000</c:v>
                </c:pt>
                <c:pt idx="6130" formatCode="0_);[Red]\(0\)">
                  <c:v>57000</c:v>
                </c:pt>
                <c:pt idx="6131" formatCode="0_);[Red]\(0\)">
                  <c:v>57000</c:v>
                </c:pt>
                <c:pt idx="6132" formatCode="0_);[Red]\(0\)">
                  <c:v>57000</c:v>
                </c:pt>
                <c:pt idx="6133" formatCode="0_);[Red]\(0\)">
                  <c:v>57000</c:v>
                </c:pt>
                <c:pt idx="6134" formatCode="0_);[Red]\(0\)">
                  <c:v>56500</c:v>
                </c:pt>
                <c:pt idx="6135" formatCode="0_);[Red]\(0\)">
                  <c:v>56500</c:v>
                </c:pt>
                <c:pt idx="6136" formatCode="0_);[Red]\(0\)">
                  <c:v>56500</c:v>
                </c:pt>
                <c:pt idx="6137" formatCode="0_);[Red]\(0\)">
                  <c:v>56500</c:v>
                </c:pt>
                <c:pt idx="6138" formatCode="0_);[Red]\(0\)">
                  <c:v>56500</c:v>
                </c:pt>
                <c:pt idx="6139" formatCode="0_);[Red]\(0\)">
                  <c:v>56500</c:v>
                </c:pt>
                <c:pt idx="6140" formatCode="0_);[Red]\(0\)">
                  <c:v>55000</c:v>
                </c:pt>
                <c:pt idx="6141" formatCode="0_);[Red]\(0\)">
                  <c:v>54300</c:v>
                </c:pt>
                <c:pt idx="6142" formatCode="0_);[Red]\(0\)">
                  <c:v>54300</c:v>
                </c:pt>
                <c:pt idx="6143" formatCode="0_);[Red]\(0\)">
                  <c:v>54300</c:v>
                </c:pt>
                <c:pt idx="6144" formatCode="0_);[Red]\(0\)">
                  <c:v>54300</c:v>
                </c:pt>
                <c:pt idx="6145" formatCode="0_);[Red]\(0\)">
                  <c:v>54300</c:v>
                </c:pt>
                <c:pt idx="6146" formatCode="0_);[Red]\(0\)">
                  <c:v>54300</c:v>
                </c:pt>
                <c:pt idx="6147" formatCode="0_);[Red]\(0\)">
                  <c:v>53500</c:v>
                </c:pt>
                <c:pt idx="6148" formatCode="0_);[Red]\(0\)">
                  <c:v>53000</c:v>
                </c:pt>
                <c:pt idx="6149" formatCode="0_);[Red]\(0\)">
                  <c:v>52500</c:v>
                </c:pt>
                <c:pt idx="6150" formatCode="0_);[Red]\(0\)">
                  <c:v>52500</c:v>
                </c:pt>
                <c:pt idx="6151" formatCode="0_);[Red]\(0\)">
                  <c:v>52000</c:v>
                </c:pt>
                <c:pt idx="6152" formatCode="0_);[Red]\(0\)">
                  <c:v>52000</c:v>
                </c:pt>
                <c:pt idx="6153" formatCode="0_);[Red]\(0\)">
                  <c:v>52000</c:v>
                </c:pt>
                <c:pt idx="6154" formatCode="0_);[Red]\(0\)">
                  <c:v>51000</c:v>
                </c:pt>
                <c:pt idx="6155" formatCode="0_);[Red]\(0\)">
                  <c:v>51000</c:v>
                </c:pt>
                <c:pt idx="6156" formatCode="0_);[Red]\(0\)">
                  <c:v>51000</c:v>
                </c:pt>
                <c:pt idx="6157" formatCode="0_);[Red]\(0\)">
                  <c:v>51000</c:v>
                </c:pt>
                <c:pt idx="6158" formatCode="0_);[Red]\(0\)">
                  <c:v>51000</c:v>
                </c:pt>
                <c:pt idx="6159" formatCode="0_);[Red]\(0\)">
                  <c:v>51000</c:v>
                </c:pt>
                <c:pt idx="6160" formatCode="0_);[Red]\(0\)">
                  <c:v>51000</c:v>
                </c:pt>
                <c:pt idx="6161" formatCode="0_);[Red]\(0\)">
                  <c:v>51000</c:v>
                </c:pt>
                <c:pt idx="6162" formatCode="0_);[Red]\(0\)">
                  <c:v>51000</c:v>
                </c:pt>
                <c:pt idx="6163" formatCode="0_);[Red]\(0\)">
                  <c:v>51000</c:v>
                </c:pt>
                <c:pt idx="6164" formatCode="0_);[Red]\(0\)">
                  <c:v>51000</c:v>
                </c:pt>
                <c:pt idx="6165" formatCode="0_);[Red]\(0\)">
                  <c:v>51000</c:v>
                </c:pt>
                <c:pt idx="6166" formatCode="0_);[Red]\(0\)">
                  <c:v>51000</c:v>
                </c:pt>
                <c:pt idx="6167" formatCode="0_);[Red]\(0\)">
                  <c:v>51000</c:v>
                </c:pt>
                <c:pt idx="6168" formatCode="0_);[Red]\(0\)">
                  <c:v>50300</c:v>
                </c:pt>
                <c:pt idx="6169" formatCode="0_);[Red]\(0\)">
                  <c:v>50300</c:v>
                </c:pt>
                <c:pt idx="6170" formatCode="0_);[Red]\(0\)">
                  <c:v>50300</c:v>
                </c:pt>
                <c:pt idx="6171" formatCode="0_);[Red]\(0\)">
                  <c:v>50300</c:v>
                </c:pt>
                <c:pt idx="6172" formatCode="0_);[Red]\(0\)">
                  <c:v>50300</c:v>
                </c:pt>
                <c:pt idx="6173" formatCode="0_);[Red]\(0\)">
                  <c:v>50300</c:v>
                </c:pt>
                <c:pt idx="6174" formatCode="0_);[Red]\(0\)">
                  <c:v>50300</c:v>
                </c:pt>
                <c:pt idx="6175" formatCode="0_);[Red]\(0\)">
                  <c:v>50300</c:v>
                </c:pt>
                <c:pt idx="6176" formatCode="0_);[Red]\(0\)">
                  <c:v>50300</c:v>
                </c:pt>
                <c:pt idx="6177" formatCode="0_);[Red]\(0\)">
                  <c:v>50300</c:v>
                </c:pt>
                <c:pt idx="6178" formatCode="0_);[Red]\(0\)">
                  <c:v>50300</c:v>
                </c:pt>
                <c:pt idx="6179" formatCode="0_);[Red]\(0\)">
                  <c:v>50300</c:v>
                </c:pt>
                <c:pt idx="6180" formatCode="0_);[Red]\(0\)">
                  <c:v>50300</c:v>
                </c:pt>
                <c:pt idx="6181" formatCode="0_);[Red]\(0\)">
                  <c:v>50300</c:v>
                </c:pt>
                <c:pt idx="6182" formatCode="0_);[Red]\(0\)">
                  <c:v>50300</c:v>
                </c:pt>
                <c:pt idx="6183" formatCode="0_);[Red]\(0\)">
                  <c:v>50300</c:v>
                </c:pt>
                <c:pt idx="6184" formatCode="0_);[Red]\(0\)">
                  <c:v>50300</c:v>
                </c:pt>
                <c:pt idx="6185" formatCode="0_);[Red]\(0\)">
                  <c:v>50300</c:v>
                </c:pt>
                <c:pt idx="6186" formatCode="0_);[Red]\(0\)">
                  <c:v>50300</c:v>
                </c:pt>
                <c:pt idx="6187" formatCode="0_);[Red]\(0\)">
                  <c:v>50300</c:v>
                </c:pt>
                <c:pt idx="6188" formatCode="0_);[Red]\(0\)">
                  <c:v>50300</c:v>
                </c:pt>
                <c:pt idx="6189" formatCode="0_);[Red]\(0\)">
                  <c:v>49500</c:v>
                </c:pt>
                <c:pt idx="6190" formatCode="0_);[Red]\(0\)">
                  <c:v>49500</c:v>
                </c:pt>
                <c:pt idx="6191" formatCode="0_);[Red]\(0\)">
                  <c:v>49500</c:v>
                </c:pt>
                <c:pt idx="6192" formatCode="0_);[Red]\(0\)">
                  <c:v>49500</c:v>
                </c:pt>
                <c:pt idx="6193" formatCode="0_);[Red]\(0\)">
                  <c:v>49500</c:v>
                </c:pt>
                <c:pt idx="6194" formatCode="0_);[Red]\(0\)">
                  <c:v>49500</c:v>
                </c:pt>
                <c:pt idx="6195" formatCode="0_);[Red]\(0\)">
                  <c:v>49500</c:v>
                </c:pt>
                <c:pt idx="6196" formatCode="0_);[Red]\(0\)">
                  <c:v>49500</c:v>
                </c:pt>
                <c:pt idx="6197" formatCode="0_);[Red]\(0\)">
                  <c:v>49500</c:v>
                </c:pt>
                <c:pt idx="6198" formatCode="0_);[Red]\(0\)">
                  <c:v>49500</c:v>
                </c:pt>
                <c:pt idx="6199" formatCode="0_);[Red]\(0\)">
                  <c:v>49500</c:v>
                </c:pt>
                <c:pt idx="6200" formatCode="0_);[Red]\(0\)">
                  <c:v>49200</c:v>
                </c:pt>
                <c:pt idx="6201" formatCode="0_);[Red]\(0\)">
                  <c:v>48500</c:v>
                </c:pt>
                <c:pt idx="6202" formatCode="0_);[Red]\(0\)">
                  <c:v>48500</c:v>
                </c:pt>
                <c:pt idx="6203" formatCode="0_);[Red]\(0\)">
                  <c:v>48500</c:v>
                </c:pt>
                <c:pt idx="6204" formatCode="0_);[Red]\(0\)">
                  <c:v>48500</c:v>
                </c:pt>
                <c:pt idx="6205" formatCode="0_);[Red]\(0\)">
                  <c:v>48500</c:v>
                </c:pt>
                <c:pt idx="6206" formatCode="0_);[Red]\(0\)">
                  <c:v>48500</c:v>
                </c:pt>
                <c:pt idx="6207" formatCode="0_);[Red]\(0\)">
                  <c:v>48500</c:v>
                </c:pt>
                <c:pt idx="6208" formatCode="0_);[Red]\(0\)">
                  <c:v>48500</c:v>
                </c:pt>
                <c:pt idx="6209" formatCode="0_);[Red]\(0\)">
                  <c:v>48500</c:v>
                </c:pt>
                <c:pt idx="6210" formatCode="0_);[Red]\(0\)">
                  <c:v>48500</c:v>
                </c:pt>
                <c:pt idx="6211" formatCode="0_);[Red]\(0\)">
                  <c:v>48500</c:v>
                </c:pt>
                <c:pt idx="6212" formatCode="0_);[Red]\(0\)">
                  <c:v>48500</c:v>
                </c:pt>
                <c:pt idx="6213" formatCode="0_);[Red]\(0\)">
                  <c:v>48500</c:v>
                </c:pt>
                <c:pt idx="6214" formatCode="0_);[Red]\(0\)">
                  <c:v>48500</c:v>
                </c:pt>
                <c:pt idx="6215" formatCode="0_);[Red]\(0\)">
                  <c:v>48500</c:v>
                </c:pt>
                <c:pt idx="6216" formatCode="0_);[Red]\(0\)">
                  <c:v>48500</c:v>
                </c:pt>
                <c:pt idx="6217" formatCode="0_);[Red]\(0\)">
                  <c:v>48500</c:v>
                </c:pt>
                <c:pt idx="6218" formatCode="0_);[Red]\(0\)">
                  <c:v>48500</c:v>
                </c:pt>
                <c:pt idx="6219" formatCode="0_);[Red]\(0\)">
                  <c:v>48500</c:v>
                </c:pt>
                <c:pt idx="6220" formatCode="0_);[Red]\(0\)">
                  <c:v>48500</c:v>
                </c:pt>
                <c:pt idx="6221" formatCode="0_);[Red]\(0\)">
                  <c:v>48500</c:v>
                </c:pt>
                <c:pt idx="6222" formatCode="0_);[Red]\(0\)">
                  <c:v>48500</c:v>
                </c:pt>
                <c:pt idx="6223" formatCode="0_);[Red]\(0\)">
                  <c:v>48500</c:v>
                </c:pt>
                <c:pt idx="6224" formatCode="0_);[Red]\(0\)">
                  <c:v>48500</c:v>
                </c:pt>
                <c:pt idx="6225" formatCode="0_);[Red]\(0\)">
                  <c:v>48500</c:v>
                </c:pt>
                <c:pt idx="6226" formatCode="0_);[Red]\(0\)">
                  <c:v>48500</c:v>
                </c:pt>
                <c:pt idx="6227" formatCode="0_);[Red]\(0\)">
                  <c:v>48500</c:v>
                </c:pt>
                <c:pt idx="6228" formatCode="0_);[Red]\(0\)">
                  <c:v>48500</c:v>
                </c:pt>
                <c:pt idx="6229" formatCode="0_);[Red]\(0\)">
                  <c:v>48500</c:v>
                </c:pt>
                <c:pt idx="6230" formatCode="0_);[Red]\(0\)">
                  <c:v>48500</c:v>
                </c:pt>
                <c:pt idx="6231" formatCode="0_);[Red]\(0\)">
                  <c:v>48500</c:v>
                </c:pt>
                <c:pt idx="6232" formatCode="0_);[Red]\(0\)">
                  <c:v>48500</c:v>
                </c:pt>
                <c:pt idx="6233" formatCode="0_);[Red]\(0\)">
                  <c:v>48500</c:v>
                </c:pt>
                <c:pt idx="6234" formatCode="0_);[Red]\(0\)">
                  <c:v>48500</c:v>
                </c:pt>
                <c:pt idx="6235" formatCode="0_);[Red]\(0\)">
                  <c:v>48500</c:v>
                </c:pt>
                <c:pt idx="6236" formatCode="0_);[Red]\(0\)">
                  <c:v>48500</c:v>
                </c:pt>
                <c:pt idx="6237" formatCode="0_);[Red]\(0\)">
                  <c:v>48500</c:v>
                </c:pt>
                <c:pt idx="6238" formatCode="0_);[Red]\(0\)">
                  <c:v>48500</c:v>
                </c:pt>
                <c:pt idx="6239" formatCode="0_);[Red]\(0\)">
                  <c:v>48500</c:v>
                </c:pt>
                <c:pt idx="6240" formatCode="0_);[Red]\(0\)">
                  <c:v>48500</c:v>
                </c:pt>
                <c:pt idx="6241" formatCode="0_);[Red]\(0\)">
                  <c:v>48500</c:v>
                </c:pt>
                <c:pt idx="6242" formatCode="0_);[Red]\(0\)">
                  <c:v>48500</c:v>
                </c:pt>
                <c:pt idx="6243" formatCode="0_);[Red]\(0\)">
                  <c:v>48500</c:v>
                </c:pt>
                <c:pt idx="6244" formatCode="0_);[Red]\(0\)">
                  <c:v>48500</c:v>
                </c:pt>
                <c:pt idx="6245" formatCode="0_);[Red]\(0\)">
                  <c:v>46000</c:v>
                </c:pt>
                <c:pt idx="6246" formatCode="0_);[Red]\(0\)">
                  <c:v>46000</c:v>
                </c:pt>
                <c:pt idx="6247" formatCode="0_);[Red]\(0\)">
                  <c:v>45300</c:v>
                </c:pt>
                <c:pt idx="6248" formatCode="0_);[Red]\(0\)">
                  <c:v>45000</c:v>
                </c:pt>
                <c:pt idx="6249" formatCode="0_);[Red]\(0\)">
                  <c:v>45000</c:v>
                </c:pt>
                <c:pt idx="6250" formatCode="0_);[Red]\(0\)">
                  <c:v>45000</c:v>
                </c:pt>
                <c:pt idx="6251" formatCode="0_);[Red]\(0\)">
                  <c:v>45000</c:v>
                </c:pt>
                <c:pt idx="6252" formatCode="0_);[Red]\(0\)">
                  <c:v>45000</c:v>
                </c:pt>
                <c:pt idx="6253" formatCode="0_);[Red]\(0\)">
                  <c:v>44000</c:v>
                </c:pt>
                <c:pt idx="6254" formatCode="0_);[Red]\(0\)">
                  <c:v>44000</c:v>
                </c:pt>
                <c:pt idx="6255" formatCode="0_);[Red]\(0\)">
                  <c:v>43500</c:v>
                </c:pt>
                <c:pt idx="6256" formatCode="0_);[Red]\(0\)">
                  <c:v>43500</c:v>
                </c:pt>
                <c:pt idx="6257" formatCode="0_);[Red]\(0\)">
                  <c:v>43500</c:v>
                </c:pt>
                <c:pt idx="6258" formatCode="0_);[Red]\(0\)">
                  <c:v>43500</c:v>
                </c:pt>
                <c:pt idx="6259" formatCode="0_);[Red]\(0\)">
                  <c:v>43500</c:v>
                </c:pt>
                <c:pt idx="6260" formatCode="0_);[Red]\(0\)">
                  <c:v>42000</c:v>
                </c:pt>
                <c:pt idx="6261" formatCode="0_);[Red]\(0\)">
                  <c:v>42000</c:v>
                </c:pt>
                <c:pt idx="6262" formatCode="0_);[Red]\(0\)">
                  <c:v>42000</c:v>
                </c:pt>
                <c:pt idx="6263" formatCode="0_);[Red]\(0\)">
                  <c:v>42000</c:v>
                </c:pt>
                <c:pt idx="6264" formatCode="0_);[Red]\(0\)">
                  <c:v>42000</c:v>
                </c:pt>
                <c:pt idx="6265" formatCode="0_);[Red]\(0\)">
                  <c:v>42000</c:v>
                </c:pt>
                <c:pt idx="6266" formatCode="0_);[Red]\(0\)">
                  <c:v>41000</c:v>
                </c:pt>
                <c:pt idx="6267" formatCode="0_);[Red]\(0\)">
                  <c:v>41000</c:v>
                </c:pt>
                <c:pt idx="6268" formatCode="0_);[Red]\(0\)">
                  <c:v>41000</c:v>
                </c:pt>
                <c:pt idx="6269" formatCode="0_);[Red]\(0\)">
                  <c:v>41000</c:v>
                </c:pt>
                <c:pt idx="6270" formatCode="0_);[Red]\(0\)">
                  <c:v>39500</c:v>
                </c:pt>
                <c:pt idx="6271" formatCode="0_);[Red]\(0\)">
                  <c:v>39500</c:v>
                </c:pt>
                <c:pt idx="6272" formatCode="0_);[Red]\(0\)">
                  <c:v>39500</c:v>
                </c:pt>
                <c:pt idx="6273" formatCode="0_);[Red]\(0\)">
                  <c:v>39500</c:v>
                </c:pt>
                <c:pt idx="6274" formatCode="0_);[Red]\(0\)">
                  <c:v>38300</c:v>
                </c:pt>
                <c:pt idx="6275" formatCode="0_);[Red]\(0\)">
                  <c:v>38300</c:v>
                </c:pt>
                <c:pt idx="6276" formatCode="0_);[Red]\(0\)">
                  <c:v>38300</c:v>
                </c:pt>
                <c:pt idx="6277" formatCode="0_);[Red]\(0\)">
                  <c:v>38300</c:v>
                </c:pt>
                <c:pt idx="6278" formatCode="0_);[Red]\(0\)">
                  <c:v>38300</c:v>
                </c:pt>
                <c:pt idx="6279" formatCode="0_);[Red]\(0\)">
                  <c:v>38300</c:v>
                </c:pt>
                <c:pt idx="6280" formatCode="0_);[Red]\(0\)">
                  <c:v>36200</c:v>
                </c:pt>
                <c:pt idx="6281" formatCode="0_);[Red]\(0\)">
                  <c:v>35700</c:v>
                </c:pt>
                <c:pt idx="6282" formatCode="0_);[Red]\(0\)">
                  <c:v>35700</c:v>
                </c:pt>
                <c:pt idx="6283" formatCode="0_);[Red]\(0\)">
                  <c:v>35700</c:v>
                </c:pt>
                <c:pt idx="6284" formatCode="0_);[Red]\(0\)">
                  <c:v>35700</c:v>
                </c:pt>
                <c:pt idx="6285" formatCode="0_);[Red]\(0\)">
                  <c:v>36000</c:v>
                </c:pt>
                <c:pt idx="6286" formatCode="0_);[Red]\(0\)">
                  <c:v>36000</c:v>
                </c:pt>
                <c:pt idx="6287" formatCode="0_);[Red]\(0\)">
                  <c:v>36000</c:v>
                </c:pt>
                <c:pt idx="6288" formatCode="0_);[Red]\(0\)">
                  <c:v>36000</c:v>
                </c:pt>
                <c:pt idx="6289" formatCode="0_);[Red]\(0\)">
                  <c:v>36000</c:v>
                </c:pt>
                <c:pt idx="6290" formatCode="0_);[Red]\(0\)">
                  <c:v>36000</c:v>
                </c:pt>
                <c:pt idx="6291" formatCode="0_);[Red]\(0\)">
                  <c:v>36000</c:v>
                </c:pt>
                <c:pt idx="6292" formatCode="0_);[Red]\(0\)">
                  <c:v>36000</c:v>
                </c:pt>
                <c:pt idx="6293" formatCode="0_);[Red]\(0\)">
                  <c:v>36000</c:v>
                </c:pt>
                <c:pt idx="6294" formatCode="0_);[Red]\(0\)">
                  <c:v>35300</c:v>
                </c:pt>
                <c:pt idx="6295" formatCode="0_);[Red]\(0\)">
                  <c:v>35300</c:v>
                </c:pt>
                <c:pt idx="6296" formatCode="0_);[Red]\(0\)">
                  <c:v>35000</c:v>
                </c:pt>
                <c:pt idx="6297" formatCode="0_);[Red]\(0\)">
                  <c:v>35000</c:v>
                </c:pt>
                <c:pt idx="6298" formatCode="0_);[Red]\(0\)">
                  <c:v>34300</c:v>
                </c:pt>
                <c:pt idx="6299" formatCode="0_);[Red]\(0\)">
                  <c:v>34300</c:v>
                </c:pt>
                <c:pt idx="6300" formatCode="0_);[Red]\(0\)">
                  <c:v>34300</c:v>
                </c:pt>
                <c:pt idx="6301" formatCode="0_);[Red]\(0\)">
                  <c:v>34000</c:v>
                </c:pt>
                <c:pt idx="6302" formatCode="0_);[Red]\(0\)">
                  <c:v>34000</c:v>
                </c:pt>
                <c:pt idx="6303" formatCode="0_);[Red]\(0\)">
                  <c:v>34000</c:v>
                </c:pt>
                <c:pt idx="6304" formatCode="0_);[Red]\(0\)">
                  <c:v>34000</c:v>
                </c:pt>
                <c:pt idx="6305" formatCode="0_);[Red]\(0\)">
                  <c:v>34000</c:v>
                </c:pt>
                <c:pt idx="6306" formatCode="0_);[Red]\(0\)">
                  <c:v>33000</c:v>
                </c:pt>
                <c:pt idx="6307" formatCode="0_);[Red]\(0\)">
                  <c:v>33000</c:v>
                </c:pt>
                <c:pt idx="6308" formatCode="0_);[Red]\(0\)">
                  <c:v>33000</c:v>
                </c:pt>
                <c:pt idx="6309" formatCode="0_);[Red]\(0\)">
                  <c:v>31500</c:v>
                </c:pt>
                <c:pt idx="6310" formatCode="0_);[Red]\(0\)">
                  <c:v>31500</c:v>
                </c:pt>
                <c:pt idx="6311" formatCode="0_);[Red]\(0\)">
                  <c:v>31500</c:v>
                </c:pt>
                <c:pt idx="6312" formatCode="0_);[Red]\(0\)">
                  <c:v>31500</c:v>
                </c:pt>
                <c:pt idx="6313" formatCode="0_);[Red]\(0\)">
                  <c:v>31500</c:v>
                </c:pt>
                <c:pt idx="6314" formatCode="0_);[Red]\(0\)">
                  <c:v>31500</c:v>
                </c:pt>
                <c:pt idx="6315" formatCode="0_);[Red]\(0\)">
                  <c:v>31300</c:v>
                </c:pt>
                <c:pt idx="6316" formatCode="0_);[Red]\(0\)">
                  <c:v>31300</c:v>
                </c:pt>
                <c:pt idx="6317" formatCode="0_);[Red]\(0\)">
                  <c:v>30500</c:v>
                </c:pt>
                <c:pt idx="6318" formatCode="0_);[Red]\(0\)">
                  <c:v>30500</c:v>
                </c:pt>
                <c:pt idx="6319" formatCode="0_);[Red]\(0\)">
                  <c:v>30000</c:v>
                </c:pt>
                <c:pt idx="6320" formatCode="0_);[Red]\(0\)">
                  <c:v>30000</c:v>
                </c:pt>
                <c:pt idx="6321" formatCode="0_);[Red]\(0\)">
                  <c:v>30000</c:v>
                </c:pt>
                <c:pt idx="6322" formatCode="0_);[Red]\(0\)">
                  <c:v>29500</c:v>
                </c:pt>
                <c:pt idx="6323" formatCode="0_);[Red]\(0\)">
                  <c:v>29500</c:v>
                </c:pt>
                <c:pt idx="6324" formatCode="0_);[Red]\(0\)">
                  <c:v>29000</c:v>
                </c:pt>
                <c:pt idx="6325" formatCode="0_);[Red]\(0\)">
                  <c:v>29000</c:v>
                </c:pt>
                <c:pt idx="6326" formatCode="0_);[Red]\(0\)">
                  <c:v>29000</c:v>
                </c:pt>
                <c:pt idx="6327" formatCode="0_);[Red]\(0\)">
                  <c:v>29000</c:v>
                </c:pt>
                <c:pt idx="6328" formatCode="0_);[Red]\(0\)">
                  <c:v>29000</c:v>
                </c:pt>
                <c:pt idx="6329" formatCode="0_);[Red]\(0\)">
                  <c:v>29000</c:v>
                </c:pt>
                <c:pt idx="6330" formatCode="0_);[Red]\(0\)">
                  <c:v>29000</c:v>
                </c:pt>
                <c:pt idx="6331" formatCode="0_);[Red]\(0\)">
                  <c:v>29000</c:v>
                </c:pt>
                <c:pt idx="6332" formatCode="0_);[Red]\(0\)">
                  <c:v>29000</c:v>
                </c:pt>
                <c:pt idx="6333" formatCode="0_);[Red]\(0\)">
                  <c:v>28000</c:v>
                </c:pt>
                <c:pt idx="6334" formatCode="0_);[Red]\(0\)">
                  <c:v>28000</c:v>
                </c:pt>
                <c:pt idx="6335" formatCode="0_);[Red]\(0\)">
                  <c:v>28000</c:v>
                </c:pt>
                <c:pt idx="6336" formatCode="0_);[Red]\(0\)">
                  <c:v>28000</c:v>
                </c:pt>
                <c:pt idx="6337" formatCode="0_);[Red]\(0\)">
                  <c:v>28000</c:v>
                </c:pt>
                <c:pt idx="6338" formatCode="0_);[Red]\(0\)">
                  <c:v>28000</c:v>
                </c:pt>
                <c:pt idx="6339" formatCode="0_);[Red]\(0\)">
                  <c:v>27500</c:v>
                </c:pt>
                <c:pt idx="6340" formatCode="0_);[Red]\(0\)">
                  <c:v>27500</c:v>
                </c:pt>
                <c:pt idx="6341" formatCode="0_);[Red]\(0\)">
                  <c:v>27500</c:v>
                </c:pt>
                <c:pt idx="6342" formatCode="0_);[Red]\(0\)">
                  <c:v>27500</c:v>
                </c:pt>
                <c:pt idx="6343" formatCode="0_);[Red]\(0\)">
                  <c:v>27500</c:v>
                </c:pt>
                <c:pt idx="6344" formatCode="0_);[Red]\(0\)">
                  <c:v>27500</c:v>
                </c:pt>
                <c:pt idx="6345" formatCode="0_);[Red]\(0\)">
                  <c:v>27000</c:v>
                </c:pt>
                <c:pt idx="6346" formatCode="0_);[Red]\(0\)">
                  <c:v>27000</c:v>
                </c:pt>
                <c:pt idx="6347" formatCode="0_);[Red]\(0\)">
                  <c:v>27000</c:v>
                </c:pt>
                <c:pt idx="6348" formatCode="0_);[Red]\(0\)">
                  <c:v>27000</c:v>
                </c:pt>
                <c:pt idx="6349" formatCode="0_);[Red]\(0\)">
                  <c:v>27000</c:v>
                </c:pt>
                <c:pt idx="6350" formatCode="0_);[Red]\(0\)">
                  <c:v>27000</c:v>
                </c:pt>
                <c:pt idx="6351" formatCode="0_);[Red]\(0\)">
                  <c:v>27000</c:v>
                </c:pt>
                <c:pt idx="6352" formatCode="0_);[Red]\(0\)">
                  <c:v>25500</c:v>
                </c:pt>
                <c:pt idx="6353" formatCode="0_);[Red]\(0\)">
                  <c:v>25500</c:v>
                </c:pt>
                <c:pt idx="6354" formatCode="0_);[Red]\(0\)">
                  <c:v>25500</c:v>
                </c:pt>
                <c:pt idx="6355" formatCode="0_);[Red]\(0\)">
                  <c:v>25500</c:v>
                </c:pt>
                <c:pt idx="6356" formatCode="0_);[Red]\(0\)">
                  <c:v>25500</c:v>
                </c:pt>
                <c:pt idx="6357" formatCode="0_);[Red]\(0\)">
                  <c:v>25500</c:v>
                </c:pt>
                <c:pt idx="6358" formatCode="0_);[Red]\(0\)">
                  <c:v>25500</c:v>
                </c:pt>
                <c:pt idx="6359" formatCode="0_);[Red]\(0\)">
                  <c:v>25000</c:v>
                </c:pt>
                <c:pt idx="6360" formatCode="0_);[Red]\(0\)">
                  <c:v>25000</c:v>
                </c:pt>
                <c:pt idx="6361" formatCode="0_);[Red]\(0\)">
                  <c:v>25000</c:v>
                </c:pt>
                <c:pt idx="6362" formatCode="0_);[Red]\(0\)">
                  <c:v>25000</c:v>
                </c:pt>
                <c:pt idx="6363" formatCode="0_);[Red]\(0\)">
                  <c:v>25000</c:v>
                </c:pt>
                <c:pt idx="6364" formatCode="0_);[Red]\(0\)">
                  <c:v>25000</c:v>
                </c:pt>
                <c:pt idx="6365" formatCode="0_);[Red]\(0\)">
                  <c:v>24500</c:v>
                </c:pt>
                <c:pt idx="6366" formatCode="0_);[Red]\(0\)">
                  <c:v>24500</c:v>
                </c:pt>
                <c:pt idx="6367" formatCode="0_);[Red]\(0\)">
                  <c:v>24500</c:v>
                </c:pt>
                <c:pt idx="6368" formatCode="0_);[Red]\(0\)">
                  <c:v>24500</c:v>
                </c:pt>
                <c:pt idx="6369" formatCode="0_);[Red]\(0\)">
                  <c:v>24500</c:v>
                </c:pt>
                <c:pt idx="6370" formatCode="0_);[Red]\(0\)">
                  <c:v>24500</c:v>
                </c:pt>
                <c:pt idx="6371" formatCode="0_);[Red]\(0\)">
                  <c:v>24500</c:v>
                </c:pt>
                <c:pt idx="6372" formatCode="0_);[Red]\(0\)">
                  <c:v>24500</c:v>
                </c:pt>
                <c:pt idx="6373" formatCode="0_);[Red]\(0\)">
                  <c:v>24500</c:v>
                </c:pt>
                <c:pt idx="6374" formatCode="0_);[Red]\(0\)">
                  <c:v>24500</c:v>
                </c:pt>
                <c:pt idx="6375" formatCode="0_);[Red]\(0\)">
                  <c:v>24500</c:v>
                </c:pt>
                <c:pt idx="6376" formatCode="0_);[Red]\(0\)">
                  <c:v>24500</c:v>
                </c:pt>
                <c:pt idx="6377" formatCode="0_);[Red]\(0\)">
                  <c:v>24500</c:v>
                </c:pt>
                <c:pt idx="6378" formatCode="0_);[Red]\(0\)">
                  <c:v>24500</c:v>
                </c:pt>
                <c:pt idx="6379" formatCode="0_);[Red]\(0\)">
                  <c:v>25000</c:v>
                </c:pt>
                <c:pt idx="6380" formatCode="0_);[Red]\(0\)">
                  <c:v>25000</c:v>
                </c:pt>
                <c:pt idx="6381" formatCode="0_);[Red]\(0\)">
                  <c:v>25000</c:v>
                </c:pt>
                <c:pt idx="6382" formatCode="0_);[Red]\(0\)">
                  <c:v>25000</c:v>
                </c:pt>
                <c:pt idx="6383" formatCode="0_);[Red]\(0\)">
                  <c:v>25000</c:v>
                </c:pt>
                <c:pt idx="6384" formatCode="0_);[Red]\(0\)">
                  <c:v>25000</c:v>
                </c:pt>
                <c:pt idx="6385" formatCode="0_);[Red]\(0\)">
                  <c:v>25300</c:v>
                </c:pt>
                <c:pt idx="6386" formatCode="0_);[Red]\(0\)">
                  <c:v>25800</c:v>
                </c:pt>
                <c:pt idx="6387" formatCode="0_);[Red]\(0\)">
                  <c:v>26000</c:v>
                </c:pt>
                <c:pt idx="6388" formatCode="0_);[Red]\(0\)">
                  <c:v>26000</c:v>
                </c:pt>
                <c:pt idx="6389" formatCode="0_);[Red]\(0\)">
                  <c:v>26000</c:v>
                </c:pt>
                <c:pt idx="6390" formatCode="0_);[Red]\(0\)">
                  <c:v>26000</c:v>
                </c:pt>
                <c:pt idx="6391" formatCode="0_);[Red]\(0\)">
                  <c:v>26000</c:v>
                </c:pt>
                <c:pt idx="6392" formatCode="0_);[Red]\(0\)">
                  <c:v>26800</c:v>
                </c:pt>
                <c:pt idx="6393" formatCode="0_);[Red]\(0\)">
                  <c:v>27000</c:v>
                </c:pt>
                <c:pt idx="6394" formatCode="0_);[Red]\(0\)">
                  <c:v>27500</c:v>
                </c:pt>
                <c:pt idx="6395" formatCode="0_);[Red]\(0\)">
                  <c:v>27500</c:v>
                </c:pt>
                <c:pt idx="6396" formatCode="0_);[Red]\(0\)">
                  <c:v>27500</c:v>
                </c:pt>
                <c:pt idx="6397" formatCode="0_);[Red]\(0\)">
                  <c:v>28000</c:v>
                </c:pt>
                <c:pt idx="6398" formatCode="0_);[Red]\(0\)">
                  <c:v>28000</c:v>
                </c:pt>
                <c:pt idx="6399" formatCode="0_);[Red]\(0\)">
                  <c:v>28000</c:v>
                </c:pt>
                <c:pt idx="6400" formatCode="0_);[Red]\(0\)">
                  <c:v>28500</c:v>
                </c:pt>
                <c:pt idx="6401" formatCode="0_);[Red]\(0\)">
                  <c:v>28500</c:v>
                </c:pt>
                <c:pt idx="6402" formatCode="0_);[Red]\(0\)">
                  <c:v>29500</c:v>
                </c:pt>
                <c:pt idx="6403" formatCode="0_);[Red]\(0\)">
                  <c:v>29500</c:v>
                </c:pt>
                <c:pt idx="6404" formatCode="0_);[Red]\(0\)">
                  <c:v>29500</c:v>
                </c:pt>
                <c:pt idx="6405" formatCode="0_);[Red]\(0\)">
                  <c:v>29500</c:v>
                </c:pt>
                <c:pt idx="6406" formatCode="0_);[Red]\(0\)">
                  <c:v>29500</c:v>
                </c:pt>
                <c:pt idx="6407" formatCode="0_);[Red]\(0\)">
                  <c:v>31300</c:v>
                </c:pt>
                <c:pt idx="6408" formatCode="0_);[Red]\(0\)">
                  <c:v>31300</c:v>
                </c:pt>
                <c:pt idx="6409" formatCode="0_);[Red]\(0\)">
                  <c:v>32000</c:v>
                </c:pt>
                <c:pt idx="6410" formatCode="0_);[Red]\(0\)">
                  <c:v>36000</c:v>
                </c:pt>
                <c:pt idx="6411" formatCode="0_);[Red]\(0\)">
                  <c:v>36000</c:v>
                </c:pt>
                <c:pt idx="6412" formatCode="0_);[Red]\(0\)">
                  <c:v>36000</c:v>
                </c:pt>
                <c:pt idx="6413" formatCode="0_);[Red]\(0\)">
                  <c:v>38000</c:v>
                </c:pt>
                <c:pt idx="6414" formatCode="0_);[Red]\(0\)">
                  <c:v>39000</c:v>
                </c:pt>
                <c:pt idx="6415" formatCode="0_);[Red]\(0\)">
                  <c:v>39000</c:v>
                </c:pt>
                <c:pt idx="6416" formatCode="0_);[Red]\(0\)">
                  <c:v>38000</c:v>
                </c:pt>
                <c:pt idx="6417" formatCode="0_);[Red]\(0\)">
                  <c:v>38000</c:v>
                </c:pt>
                <c:pt idx="6418" formatCode="0_);[Red]\(0\)">
                  <c:v>38000</c:v>
                </c:pt>
                <c:pt idx="6419" formatCode="0_);[Red]\(0\)">
                  <c:v>38000</c:v>
                </c:pt>
                <c:pt idx="6420" formatCode="0_);[Red]\(0\)">
                  <c:v>38000</c:v>
                </c:pt>
                <c:pt idx="6421" formatCode="0_);[Red]\(0\)">
                  <c:v>38000</c:v>
                </c:pt>
                <c:pt idx="6422" formatCode="0_);[Red]\(0\)">
                  <c:v>38000</c:v>
                </c:pt>
                <c:pt idx="6423" formatCode="0_);[Red]\(0\)">
                  <c:v>38000</c:v>
                </c:pt>
                <c:pt idx="6424" formatCode="0_);[Red]\(0\)">
                  <c:v>38000</c:v>
                </c:pt>
                <c:pt idx="6425" formatCode="0_);[Red]\(0\)">
                  <c:v>38000</c:v>
                </c:pt>
                <c:pt idx="6426" formatCode="0_);[Red]\(0\)">
                  <c:v>38000</c:v>
                </c:pt>
                <c:pt idx="6427" formatCode="0_);[Red]\(0\)">
                  <c:v>38000</c:v>
                </c:pt>
                <c:pt idx="6428" formatCode="0_);[Red]\(0\)">
                  <c:v>38000</c:v>
                </c:pt>
                <c:pt idx="6429" formatCode="0_);[Red]\(0\)">
                  <c:v>37000</c:v>
                </c:pt>
                <c:pt idx="6430" formatCode="0_);[Red]\(0\)">
                  <c:v>37000</c:v>
                </c:pt>
                <c:pt idx="6431" formatCode="0_);[Red]\(0\)">
                  <c:v>37000</c:v>
                </c:pt>
                <c:pt idx="6432" formatCode="0_);[Red]\(0\)">
                  <c:v>37000</c:v>
                </c:pt>
                <c:pt idx="6433" formatCode="0_);[Red]\(0\)">
                  <c:v>37000</c:v>
                </c:pt>
                <c:pt idx="6434" formatCode="0_);[Red]\(0\)">
                  <c:v>37000</c:v>
                </c:pt>
                <c:pt idx="6435" formatCode="0_);[Red]\(0\)">
                  <c:v>36000</c:v>
                </c:pt>
                <c:pt idx="6436" formatCode="0_);[Red]\(0\)">
                  <c:v>35500</c:v>
                </c:pt>
                <c:pt idx="6437" formatCode="0_);[Red]\(0\)">
                  <c:v>35500</c:v>
                </c:pt>
                <c:pt idx="6438" formatCode="0_);[Red]\(0\)">
                  <c:v>35000</c:v>
                </c:pt>
                <c:pt idx="6439" formatCode="0_);[Red]\(0\)">
                  <c:v>35000</c:v>
                </c:pt>
                <c:pt idx="6440" formatCode="0_);[Red]\(0\)">
                  <c:v>35000</c:v>
                </c:pt>
                <c:pt idx="6441" formatCode="0_);[Red]\(0\)">
                  <c:v>34500</c:v>
                </c:pt>
                <c:pt idx="6442" formatCode="0_);[Red]\(0\)">
                  <c:v>34500</c:v>
                </c:pt>
                <c:pt idx="6443" formatCode="0_);[Red]\(0\)">
                  <c:v>34500</c:v>
                </c:pt>
                <c:pt idx="6444" formatCode="0_);[Red]\(0\)">
                  <c:v>34500</c:v>
                </c:pt>
                <c:pt idx="6445" formatCode="0_);[Red]\(0\)">
                  <c:v>34500</c:v>
                </c:pt>
                <c:pt idx="6446" formatCode="0_);[Red]\(0\)">
                  <c:v>34500</c:v>
                </c:pt>
                <c:pt idx="6447" formatCode="0_);[Red]\(0\)">
                  <c:v>34500</c:v>
                </c:pt>
                <c:pt idx="6448" formatCode="0_);[Red]\(0\)">
                  <c:v>32500</c:v>
                </c:pt>
                <c:pt idx="6449" formatCode="0_);[Red]\(0\)">
                  <c:v>32500</c:v>
                </c:pt>
                <c:pt idx="6450" formatCode="0_);[Red]\(0\)">
                  <c:v>31500</c:v>
                </c:pt>
                <c:pt idx="6451" formatCode="0_);[Red]\(0\)">
                  <c:v>31500</c:v>
                </c:pt>
                <c:pt idx="6452" formatCode="0_);[Red]\(0\)">
                  <c:v>31000</c:v>
                </c:pt>
                <c:pt idx="6453" formatCode="0_);[Red]\(0\)">
                  <c:v>31000</c:v>
                </c:pt>
                <c:pt idx="6454" formatCode="0_);[Red]\(0\)">
                  <c:v>31000</c:v>
                </c:pt>
                <c:pt idx="6455" formatCode="0_);[Red]\(0\)">
                  <c:v>31000</c:v>
                </c:pt>
                <c:pt idx="6456" formatCode="0_);[Red]\(0\)">
                  <c:v>30500</c:v>
                </c:pt>
                <c:pt idx="6457" formatCode="0_);[Red]\(0\)">
                  <c:v>30500</c:v>
                </c:pt>
                <c:pt idx="6458" formatCode="0_);[Red]\(0\)">
                  <c:v>30000</c:v>
                </c:pt>
                <c:pt idx="6459" formatCode="0_);[Red]\(0\)">
                  <c:v>29500</c:v>
                </c:pt>
                <c:pt idx="6460" formatCode="0_);[Red]\(0\)">
                  <c:v>29500</c:v>
                </c:pt>
                <c:pt idx="6461" formatCode="0_);[Red]\(0\)">
                  <c:v>29500</c:v>
                </c:pt>
                <c:pt idx="6462" formatCode="0_);[Red]\(0\)">
                  <c:v>29500</c:v>
                </c:pt>
                <c:pt idx="6463" formatCode="0_);[Red]\(0\)">
                  <c:v>29500</c:v>
                </c:pt>
                <c:pt idx="6464" formatCode="0_);[Red]\(0\)">
                  <c:v>29500</c:v>
                </c:pt>
                <c:pt idx="6465" formatCode="0_);[Red]\(0\)">
                  <c:v>29500</c:v>
                </c:pt>
                <c:pt idx="6466" formatCode="0_);[Red]\(0\)">
                  <c:v>29500</c:v>
                </c:pt>
                <c:pt idx="6467" formatCode="0_);[Red]\(0\)">
                  <c:v>29500</c:v>
                </c:pt>
                <c:pt idx="6468" formatCode="0_);[Red]\(0\)">
                  <c:v>29500</c:v>
                </c:pt>
                <c:pt idx="6469" formatCode="0_);[Red]\(0\)">
                  <c:v>29500</c:v>
                </c:pt>
                <c:pt idx="6470" formatCode="0_);[Red]\(0\)">
                  <c:v>29500</c:v>
                </c:pt>
                <c:pt idx="6471" formatCode="0_);[Red]\(0\)">
                  <c:v>29500</c:v>
                </c:pt>
                <c:pt idx="6472" formatCode="0_);[Red]\(0\)">
                  <c:v>29500</c:v>
                </c:pt>
                <c:pt idx="6473" formatCode="0_);[Red]\(0\)">
                  <c:v>29500</c:v>
                </c:pt>
                <c:pt idx="6474" formatCode="0_);[Red]\(0\)">
                  <c:v>29500</c:v>
                </c:pt>
                <c:pt idx="6475" formatCode="0_);[Red]\(0\)">
                  <c:v>29500</c:v>
                </c:pt>
                <c:pt idx="6476" formatCode="0_);[Red]\(0\)">
                  <c:v>29500</c:v>
                </c:pt>
                <c:pt idx="6477" formatCode="0_);[Red]\(0\)">
                  <c:v>29500</c:v>
                </c:pt>
                <c:pt idx="6478" formatCode="0_);[Red]\(0\)">
                  <c:v>29500</c:v>
                </c:pt>
                <c:pt idx="6479" formatCode="0_);[Red]\(0\)">
                  <c:v>29500</c:v>
                </c:pt>
                <c:pt idx="6480" formatCode="0_);[Red]\(0\)">
                  <c:v>29500</c:v>
                </c:pt>
                <c:pt idx="6481" formatCode="0_);[Red]\(0\)">
                  <c:v>29500</c:v>
                </c:pt>
                <c:pt idx="6482" formatCode="0_);[Red]\(0\)">
                  <c:v>29500</c:v>
                </c:pt>
                <c:pt idx="6483" formatCode="0_);[Red]\(0\)">
                  <c:v>29500</c:v>
                </c:pt>
                <c:pt idx="6484" formatCode="0_);[Red]\(0\)">
                  <c:v>29500</c:v>
                </c:pt>
                <c:pt idx="6485" formatCode="0_);[Red]\(0\)">
                  <c:v>29500</c:v>
                </c:pt>
                <c:pt idx="6486" formatCode="0_);[Red]\(0\)">
                  <c:v>29500</c:v>
                </c:pt>
                <c:pt idx="6487" formatCode="0_);[Red]\(0\)">
                  <c:v>29500</c:v>
                </c:pt>
                <c:pt idx="6488" formatCode="0_);[Red]\(0\)">
                  <c:v>29500</c:v>
                </c:pt>
                <c:pt idx="6489" formatCode="0_);[Red]\(0\)">
                  <c:v>29500</c:v>
                </c:pt>
                <c:pt idx="6490" formatCode="0_);[Red]\(0\)">
                  <c:v>29500</c:v>
                </c:pt>
                <c:pt idx="6491" formatCode="0_);[Red]\(0\)">
                  <c:v>29500</c:v>
                </c:pt>
                <c:pt idx="6492" formatCode="0_);[Red]\(0\)">
                  <c:v>29500</c:v>
                </c:pt>
                <c:pt idx="6493" formatCode="0_);[Red]\(0\)">
                  <c:v>29800</c:v>
                </c:pt>
                <c:pt idx="6494" formatCode="0_);[Red]\(0\)">
                  <c:v>29800</c:v>
                </c:pt>
                <c:pt idx="6495" formatCode="0_);[Red]\(0\)">
                  <c:v>29800</c:v>
                </c:pt>
                <c:pt idx="6496" formatCode="0_);[Red]\(0\)">
                  <c:v>29800</c:v>
                </c:pt>
                <c:pt idx="6497" formatCode="0_);[Red]\(0\)">
                  <c:v>29800</c:v>
                </c:pt>
                <c:pt idx="6498" formatCode="0_);[Red]\(0\)">
                  <c:v>29800</c:v>
                </c:pt>
                <c:pt idx="6499" formatCode="0_);[Red]\(0\)">
                  <c:v>29800</c:v>
                </c:pt>
                <c:pt idx="6500" formatCode="0_);[Red]\(0\)">
                  <c:v>29800</c:v>
                </c:pt>
                <c:pt idx="6501" formatCode="0_);[Red]\(0\)">
                  <c:v>29800</c:v>
                </c:pt>
                <c:pt idx="6502" formatCode="0_);[Red]\(0\)">
                  <c:v>29800</c:v>
                </c:pt>
                <c:pt idx="6503" formatCode="0_);[Red]\(0\)">
                  <c:v>29800</c:v>
                </c:pt>
                <c:pt idx="6504" formatCode="0_);[Red]\(0\)">
                  <c:v>29800</c:v>
                </c:pt>
                <c:pt idx="6505" formatCode="0_);[Red]\(0\)">
                  <c:v>29800</c:v>
                </c:pt>
                <c:pt idx="6506" formatCode="0_);[Red]\(0\)">
                  <c:v>29800</c:v>
                </c:pt>
                <c:pt idx="6507" formatCode="0_);[Red]\(0\)">
                  <c:v>29800</c:v>
                </c:pt>
                <c:pt idx="6508" formatCode="0_);[Red]\(0\)">
                  <c:v>29800</c:v>
                </c:pt>
                <c:pt idx="6509" formatCode="0_);[Red]\(0\)">
                  <c:v>29800</c:v>
                </c:pt>
                <c:pt idx="6510" formatCode="0_);[Red]\(0\)">
                  <c:v>29800</c:v>
                </c:pt>
                <c:pt idx="6511" formatCode="0_);[Red]\(0\)">
                  <c:v>29300</c:v>
                </c:pt>
                <c:pt idx="6512" formatCode="0_);[Red]\(0\)">
                  <c:v>29000</c:v>
                </c:pt>
                <c:pt idx="6513" formatCode="0_);[Red]\(0\)">
                  <c:v>29000</c:v>
                </c:pt>
                <c:pt idx="6514" formatCode="0_);[Red]\(0\)">
                  <c:v>29000</c:v>
                </c:pt>
                <c:pt idx="6515" formatCode="0_);[Red]\(0\)">
                  <c:v>29000</c:v>
                </c:pt>
                <c:pt idx="6516" formatCode="0_);[Red]\(0\)">
                  <c:v>29000</c:v>
                </c:pt>
                <c:pt idx="6517" formatCode="0_);[Red]\(0\)">
                  <c:v>29000</c:v>
                </c:pt>
                <c:pt idx="6518" formatCode="0_);[Red]\(0\)">
                  <c:v>29000</c:v>
                </c:pt>
                <c:pt idx="6519" formatCode="0_);[Red]\(0\)">
                  <c:v>28800</c:v>
                </c:pt>
                <c:pt idx="6520" formatCode="0_);[Red]\(0\)">
                  <c:v>28800</c:v>
                </c:pt>
                <c:pt idx="6521" formatCode="0_);[Red]\(0\)">
                  <c:v>28800</c:v>
                </c:pt>
                <c:pt idx="6522" formatCode="0_);[Red]\(0\)">
                  <c:v>28800</c:v>
                </c:pt>
                <c:pt idx="6523" formatCode="0_);[Red]\(0\)">
                  <c:v>28800</c:v>
                </c:pt>
                <c:pt idx="6524" formatCode="0_);[Red]\(0\)">
                  <c:v>28800</c:v>
                </c:pt>
                <c:pt idx="6525" formatCode="0_);[Red]\(0\)">
                  <c:v>28800</c:v>
                </c:pt>
                <c:pt idx="6526" formatCode="0_);[Red]\(0\)">
                  <c:v>28500</c:v>
                </c:pt>
                <c:pt idx="6527" formatCode="0_);[Red]\(0\)">
                  <c:v>28300</c:v>
                </c:pt>
                <c:pt idx="6528" formatCode="0_);[Red]\(0\)">
                  <c:v>28300</c:v>
                </c:pt>
                <c:pt idx="6529" formatCode="0_);[Red]\(0\)">
                  <c:v>28300</c:v>
                </c:pt>
                <c:pt idx="6530" formatCode="0_);[Red]\(0\)">
                  <c:v>28300</c:v>
                </c:pt>
                <c:pt idx="6531" formatCode="0_);[Red]\(0\)">
                  <c:v>28300</c:v>
                </c:pt>
                <c:pt idx="6532" formatCode="0_);[Red]\(0\)">
                  <c:v>28300</c:v>
                </c:pt>
                <c:pt idx="6533" formatCode="0_);[Red]\(0\)">
                  <c:v>28300</c:v>
                </c:pt>
                <c:pt idx="6534" formatCode="0_);[Red]\(0\)">
                  <c:v>28300</c:v>
                </c:pt>
                <c:pt idx="6535" formatCode="0_);[Red]\(0\)">
                  <c:v>27500</c:v>
                </c:pt>
                <c:pt idx="6536" formatCode="0_);[Red]\(0\)">
                  <c:v>27500</c:v>
                </c:pt>
                <c:pt idx="6537" formatCode="0_);[Red]\(0\)">
                  <c:v>27500</c:v>
                </c:pt>
                <c:pt idx="6538" formatCode="0_);[Red]\(0\)">
                  <c:v>27500</c:v>
                </c:pt>
                <c:pt idx="6539" formatCode="0_);[Red]\(0\)">
                  <c:v>27500</c:v>
                </c:pt>
                <c:pt idx="6540" formatCode="0_);[Red]\(0\)">
                  <c:v>27500</c:v>
                </c:pt>
                <c:pt idx="6541" formatCode="0_);[Red]\(0\)">
                  <c:v>27300</c:v>
                </c:pt>
                <c:pt idx="6542" formatCode="0_);[Red]\(0\)">
                  <c:v>27300</c:v>
                </c:pt>
                <c:pt idx="6543" formatCode="0_);[Red]\(0\)">
                  <c:v>27300</c:v>
                </c:pt>
                <c:pt idx="6544" formatCode="0_);[Red]\(0\)">
                  <c:v>27300</c:v>
                </c:pt>
                <c:pt idx="6545" formatCode="0_);[Red]\(0\)">
                  <c:v>27300</c:v>
                </c:pt>
                <c:pt idx="6546" formatCode="0_);[Red]\(0\)">
                  <c:v>27300</c:v>
                </c:pt>
                <c:pt idx="6547" formatCode="0_);[Red]\(0\)">
                  <c:v>27300</c:v>
                </c:pt>
                <c:pt idx="6548" formatCode="0_);[Red]\(0\)">
                  <c:v>26500</c:v>
                </c:pt>
                <c:pt idx="6549" formatCode="0_);[Red]\(0\)">
                  <c:v>26500</c:v>
                </c:pt>
                <c:pt idx="6550" formatCode="0_);[Red]\(0\)">
                  <c:v>26500</c:v>
                </c:pt>
                <c:pt idx="6551" formatCode="0_);[Red]\(0\)">
                  <c:v>26500</c:v>
                </c:pt>
                <c:pt idx="6552" formatCode="0_);[Red]\(0\)">
                  <c:v>26500</c:v>
                </c:pt>
                <c:pt idx="6553" formatCode="0_);[Red]\(0\)">
                  <c:v>26500</c:v>
                </c:pt>
                <c:pt idx="6554" formatCode="0_);[Red]\(0\)">
                  <c:v>26000</c:v>
                </c:pt>
                <c:pt idx="6555" formatCode="0_);[Red]\(0\)">
                  <c:v>26000</c:v>
                </c:pt>
                <c:pt idx="6556" formatCode="0_);[Red]\(0\)">
                  <c:v>26000</c:v>
                </c:pt>
                <c:pt idx="6557" formatCode="0_);[Red]\(0\)">
                  <c:v>26000</c:v>
                </c:pt>
                <c:pt idx="6558" formatCode="0_);[Red]\(0\)">
                  <c:v>26000</c:v>
                </c:pt>
                <c:pt idx="6559" formatCode="0_);[Red]\(0\)">
                  <c:v>26000</c:v>
                </c:pt>
                <c:pt idx="6560" formatCode="0_);[Red]\(0\)">
                  <c:v>26000</c:v>
                </c:pt>
                <c:pt idx="6561" formatCode="0_);[Red]\(0\)">
                  <c:v>26000</c:v>
                </c:pt>
                <c:pt idx="6562" formatCode="0_);[Red]\(0\)">
                  <c:v>26000</c:v>
                </c:pt>
                <c:pt idx="6563" formatCode="0_);[Red]\(0\)">
                  <c:v>26000</c:v>
                </c:pt>
                <c:pt idx="6564" formatCode="0_);[Red]\(0\)">
                  <c:v>26000</c:v>
                </c:pt>
                <c:pt idx="6565" formatCode="0_);[Red]\(0\)">
                  <c:v>26000</c:v>
                </c:pt>
                <c:pt idx="6566" formatCode="0_);[Red]\(0\)">
                  <c:v>26000</c:v>
                </c:pt>
                <c:pt idx="6567" formatCode="0_);[Red]\(0\)">
                  <c:v>26000</c:v>
                </c:pt>
                <c:pt idx="6568" formatCode="0_);[Red]\(0\)">
                  <c:v>26000</c:v>
                </c:pt>
                <c:pt idx="6569" formatCode="0_);[Red]\(0\)">
                  <c:v>26000</c:v>
                </c:pt>
                <c:pt idx="6570" formatCode="0_);[Red]\(0\)">
                  <c:v>26000</c:v>
                </c:pt>
                <c:pt idx="6571" formatCode="0_);[Red]\(0\)">
                  <c:v>26000</c:v>
                </c:pt>
                <c:pt idx="6572" formatCode="0_);[Red]\(0\)">
                  <c:v>26000</c:v>
                </c:pt>
                <c:pt idx="6573" formatCode="0_);[Red]\(0\)">
                  <c:v>26000</c:v>
                </c:pt>
                <c:pt idx="6574" formatCode="0_);[Red]\(0\)">
                  <c:v>26000</c:v>
                </c:pt>
                <c:pt idx="6575" formatCode="0_);[Red]\(0\)">
                  <c:v>26000</c:v>
                </c:pt>
                <c:pt idx="6576" formatCode="0_);[Red]\(0\)">
                  <c:v>26100</c:v>
                </c:pt>
                <c:pt idx="6577" formatCode="0_);[Red]\(0\)">
                  <c:v>26100</c:v>
                </c:pt>
                <c:pt idx="6578" formatCode="0_);[Red]\(0\)">
                  <c:v>26100</c:v>
                </c:pt>
                <c:pt idx="6579" formatCode="0_);[Red]\(0\)">
                  <c:v>26100</c:v>
                </c:pt>
                <c:pt idx="6580" formatCode="0_);[Red]\(0\)">
                  <c:v>26100</c:v>
                </c:pt>
                <c:pt idx="6581" formatCode="0_);[Red]\(0\)">
                  <c:v>26100</c:v>
                </c:pt>
                <c:pt idx="6582" formatCode="0_);[Red]\(0\)">
                  <c:v>26100</c:v>
                </c:pt>
                <c:pt idx="6583" formatCode="0_);[Red]\(0\)">
                  <c:v>26000</c:v>
                </c:pt>
                <c:pt idx="6584" formatCode="0_);[Red]\(0\)">
                  <c:v>26000</c:v>
                </c:pt>
                <c:pt idx="6585" formatCode="0_);[Red]\(0\)">
                  <c:v>26000</c:v>
                </c:pt>
                <c:pt idx="6586" formatCode="0_);[Red]\(0\)">
                  <c:v>26000</c:v>
                </c:pt>
                <c:pt idx="6587" formatCode="0_);[Red]\(0\)">
                  <c:v>26000</c:v>
                </c:pt>
                <c:pt idx="6588" formatCode="0_);[Red]\(0\)">
                  <c:v>26000</c:v>
                </c:pt>
                <c:pt idx="6589" formatCode="0_);[Red]\(0\)">
                  <c:v>26000</c:v>
                </c:pt>
                <c:pt idx="6590" formatCode="0_);[Red]\(0\)">
                  <c:v>25800</c:v>
                </c:pt>
                <c:pt idx="6591" formatCode="0_);[Red]\(0\)">
                  <c:v>25800</c:v>
                </c:pt>
                <c:pt idx="6592" formatCode="0_);[Red]\(0\)">
                  <c:v>25800</c:v>
                </c:pt>
                <c:pt idx="6593" formatCode="0_);[Red]\(0\)">
                  <c:v>25800</c:v>
                </c:pt>
                <c:pt idx="6594" formatCode="0_);[Red]\(0\)">
                  <c:v>25800</c:v>
                </c:pt>
                <c:pt idx="6595" formatCode="0_);[Red]\(0\)">
                  <c:v>25500</c:v>
                </c:pt>
                <c:pt idx="6596" formatCode="0_);[Red]\(0\)">
                  <c:v>25500</c:v>
                </c:pt>
                <c:pt idx="6597" formatCode="0_);[Red]\(0\)">
                  <c:v>25500</c:v>
                </c:pt>
                <c:pt idx="6598" formatCode="0_);[Red]\(0\)">
                  <c:v>25500</c:v>
                </c:pt>
                <c:pt idx="6599" formatCode="0_);[Red]\(0\)">
                  <c:v>25500</c:v>
                </c:pt>
                <c:pt idx="6600" formatCode="0_);[Red]\(0\)">
                  <c:v>25500</c:v>
                </c:pt>
                <c:pt idx="6601" formatCode="0_);[Red]\(0\)">
                  <c:v>25500</c:v>
                </c:pt>
                <c:pt idx="6602" formatCode="0_);[Red]\(0\)">
                  <c:v>25500</c:v>
                </c:pt>
                <c:pt idx="6603" formatCode="0_);[Red]\(0\)">
                  <c:v>25500</c:v>
                </c:pt>
                <c:pt idx="6604" formatCode="0_);[Red]\(0\)">
                  <c:v>25500</c:v>
                </c:pt>
                <c:pt idx="6605" formatCode="0_);[Red]\(0\)">
                  <c:v>25500</c:v>
                </c:pt>
                <c:pt idx="6606" formatCode="0_);[Red]\(0\)">
                  <c:v>25500</c:v>
                </c:pt>
                <c:pt idx="6607" formatCode="0_);[Red]\(0\)">
                  <c:v>25500</c:v>
                </c:pt>
                <c:pt idx="6608" formatCode="0_);[Red]\(0\)">
                  <c:v>25500</c:v>
                </c:pt>
                <c:pt idx="6609" formatCode="0_);[Red]\(0\)">
                  <c:v>25500</c:v>
                </c:pt>
                <c:pt idx="6610" formatCode="0_);[Red]\(0\)">
                  <c:v>25500</c:v>
                </c:pt>
                <c:pt idx="6611" formatCode="0_);[Red]\(0\)">
                  <c:v>25500</c:v>
                </c:pt>
                <c:pt idx="6612" formatCode="0_);[Red]\(0\)">
                  <c:v>25500</c:v>
                </c:pt>
                <c:pt idx="6613" formatCode="0_);[Red]\(0\)">
                  <c:v>25500</c:v>
                </c:pt>
                <c:pt idx="6614" formatCode="0_);[Red]\(0\)">
                  <c:v>25500</c:v>
                </c:pt>
                <c:pt idx="6615" formatCode="0_);[Red]\(0\)">
                  <c:v>25500</c:v>
                </c:pt>
                <c:pt idx="6616" formatCode="0_);[Red]\(0\)">
                  <c:v>25500</c:v>
                </c:pt>
                <c:pt idx="6617" formatCode="0_);[Red]\(0\)">
                  <c:v>25500</c:v>
                </c:pt>
                <c:pt idx="6618" formatCode="0_);[Red]\(0\)">
                  <c:v>25500</c:v>
                </c:pt>
                <c:pt idx="6619" formatCode="0_);[Red]\(0\)">
                  <c:v>25500</c:v>
                </c:pt>
                <c:pt idx="6620" formatCode="0_);[Red]\(0\)">
                  <c:v>25500</c:v>
                </c:pt>
                <c:pt idx="6621" formatCode="0_);[Red]\(0\)">
                  <c:v>25500</c:v>
                </c:pt>
                <c:pt idx="6622" formatCode="0_);[Red]\(0\)">
                  <c:v>25500</c:v>
                </c:pt>
                <c:pt idx="6623" formatCode="0_);[Red]\(0\)">
                  <c:v>25500</c:v>
                </c:pt>
                <c:pt idx="6624" formatCode="0_);[Red]\(0\)">
                  <c:v>25500</c:v>
                </c:pt>
                <c:pt idx="6625" formatCode="0_);[Red]\(0\)">
                  <c:v>25500</c:v>
                </c:pt>
                <c:pt idx="6626" formatCode="0_);[Red]\(0\)">
                  <c:v>25500</c:v>
                </c:pt>
                <c:pt idx="6627" formatCode="0_);[Red]\(0\)">
                  <c:v>25500</c:v>
                </c:pt>
                <c:pt idx="6628" formatCode="0_);[Red]\(0\)">
                  <c:v>25500</c:v>
                </c:pt>
                <c:pt idx="6629" formatCode="0_);[Red]\(0\)">
                  <c:v>25500</c:v>
                </c:pt>
                <c:pt idx="6630" formatCode="0_);[Red]\(0\)">
                  <c:v>25500</c:v>
                </c:pt>
                <c:pt idx="6631" formatCode="0_);[Red]\(0\)">
                  <c:v>25500</c:v>
                </c:pt>
                <c:pt idx="6632" formatCode="0_);[Red]\(0\)">
                  <c:v>25500</c:v>
                </c:pt>
                <c:pt idx="6633" formatCode="0_);[Red]\(0\)">
                  <c:v>25500</c:v>
                </c:pt>
                <c:pt idx="6634" formatCode="0_);[Red]\(0\)">
                  <c:v>25500</c:v>
                </c:pt>
                <c:pt idx="6635" formatCode="0_);[Red]\(0\)">
                  <c:v>25500</c:v>
                </c:pt>
                <c:pt idx="6636" formatCode="0_);[Red]\(0\)">
                  <c:v>25500</c:v>
                </c:pt>
              </c:numCache>
            </c:numRef>
          </c:val>
          <c:smooth val="1"/>
          <c:extLst xmlns:c16r2="http://schemas.microsoft.com/office/drawing/2015/06/chart">
            <c:ext xmlns:c16="http://schemas.microsoft.com/office/drawing/2014/chart" uri="{C3380CC4-5D6E-409C-BE32-E72D297353CC}">
              <c16:uniqueId val="{00000001-5B7D-4CBB-885A-34DDC08338D4}"/>
            </c:ext>
          </c:extLst>
        </c:ser>
        <c:dLbls>
          <c:showLegendKey val="0"/>
          <c:showVal val="0"/>
          <c:showCatName val="0"/>
          <c:showSerName val="0"/>
          <c:showPercent val="0"/>
          <c:showBubbleSize val="0"/>
        </c:dLbls>
        <c:marker val="1"/>
        <c:smooth val="0"/>
        <c:axId val="631981312"/>
        <c:axId val="631984032"/>
      </c:lineChart>
      <c:dateAx>
        <c:axId val="631981312"/>
        <c:scaling>
          <c:orientation val="minMax"/>
        </c:scaling>
        <c:delete val="0"/>
        <c:axPos val="b"/>
        <c:numFmt formatCode="yy/m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0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1984032"/>
        <c:crosses val="autoZero"/>
        <c:auto val="1"/>
        <c:lblOffset val="100"/>
        <c:baseTimeUnit val="days"/>
        <c:majorUnit val="3"/>
        <c:majorTimeUnit val="years"/>
      </c:dateAx>
      <c:valAx>
        <c:axId val="63198403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0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1981312"/>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0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000"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864687625150186"/>
          <c:y val="9.7514178850669611E-2"/>
          <c:w val="0.66543488549896235"/>
          <c:h val="0.812336469535062"/>
        </c:manualLayout>
      </c:layout>
      <c:barChart>
        <c:barDir val="bar"/>
        <c:grouping val="stacked"/>
        <c:varyColors val="0"/>
        <c:ser>
          <c:idx val="0"/>
          <c:order val="0"/>
          <c:tx>
            <c:strRef>
              <c:f>价格底稿!$X$2</c:f>
              <c:strCache>
                <c:ptCount val="1"/>
                <c:pt idx="0">
                  <c:v>磷酸铁利润（元/吨）</c:v>
                </c:pt>
              </c:strCache>
            </c:strRef>
          </c:tx>
          <c:spPr>
            <a:solidFill>
              <a:srgbClr val="E10000"/>
            </a:solidFill>
            <a:ln w="6350">
              <a:noFill/>
              <a:prstDash val="solid"/>
            </a:ln>
            <a:effectLst/>
          </c:spPr>
          <c:invertIfNegative val="0"/>
          <c:dPt>
            <c:idx val="10"/>
            <c:invertIfNegative val="0"/>
            <c:bubble3D val="0"/>
            <c:spPr>
              <a:solidFill>
                <a:schemeClr val="accent4"/>
              </a:solidFill>
              <a:ln w="6350">
                <a:noFill/>
                <a:prstDash val="solid"/>
              </a:ln>
              <a:effectLst/>
            </c:spPr>
            <c:extLst xmlns:c16r2="http://schemas.microsoft.com/office/drawing/2015/06/chart">
              <c:ext xmlns:c16="http://schemas.microsoft.com/office/drawing/2014/chart" uri="{C3380CC4-5D6E-409C-BE32-E72D297353CC}">
                <c16:uniqueId val="{00000001-5178-4BA5-9969-3522A72A139B}"/>
              </c:ext>
            </c:extLst>
          </c:dPt>
          <c:cat>
            <c:strRef>
              <c:f>价格底稿!$Y$1:$AI$1</c:f>
              <c:strCache>
                <c:ptCount val="11"/>
                <c:pt idx="0">
                  <c:v>钠法</c:v>
                </c:pt>
                <c:pt idx="1">
                  <c:v>氧化铁红</c:v>
                </c:pt>
                <c:pt idx="2">
                  <c:v>铁粉</c:v>
                </c:pt>
                <c:pt idx="3">
                  <c:v>肥料磷酸</c:v>
                </c:pt>
                <c:pt idx="4">
                  <c:v>钠法（外购磷矿）</c:v>
                </c:pt>
                <c:pt idx="5">
                  <c:v>钠法（自备磷矿）</c:v>
                </c:pt>
                <c:pt idx="6">
                  <c:v>铵法</c:v>
                </c:pt>
                <c:pt idx="7">
                  <c:v>磷酸氢钙</c:v>
                </c:pt>
                <c:pt idx="8">
                  <c:v>磷酸氢钙（自备铁源）</c:v>
                </c:pt>
                <c:pt idx="9">
                  <c:v>铵法（外购磷矿）</c:v>
                </c:pt>
                <c:pt idx="10">
                  <c:v>铵法（自备磷矿）</c:v>
                </c:pt>
              </c:strCache>
            </c:strRef>
          </c:cat>
          <c:val>
            <c:numRef>
              <c:f>价格底稿!$Y$2:$AI$2</c:f>
              <c:numCache>
                <c:formatCode>0</c:formatCode>
                <c:ptCount val="11"/>
                <c:pt idx="0">
                  <c:v>6285.1577546340995</c:v>
                </c:pt>
                <c:pt idx="1">
                  <c:v>6772.6269538570505</c:v>
                </c:pt>
                <c:pt idx="2">
                  <c:v>7419.193325538472</c:v>
                </c:pt>
                <c:pt idx="3">
                  <c:v>8536.7614671314004</c:v>
                </c:pt>
                <c:pt idx="4">
                  <c:v>8685.1887496697109</c:v>
                </c:pt>
                <c:pt idx="5">
                  <c:v>10074.22928496002</c:v>
                </c:pt>
                <c:pt idx="6">
                  <c:v>10158.729522387184</c:v>
                </c:pt>
                <c:pt idx="7">
                  <c:v>10712.357409285525</c:v>
                </c:pt>
                <c:pt idx="8">
                  <c:v>11557.490152648357</c:v>
                </c:pt>
                <c:pt idx="9">
                  <c:v>11773.72983320091</c:v>
                </c:pt>
                <c:pt idx="10">
                  <c:v>12800.603996809805</c:v>
                </c:pt>
              </c:numCache>
            </c:numRef>
          </c:val>
          <c:extLst xmlns:c16r2="http://schemas.microsoft.com/office/drawing/2015/06/chart">
            <c:ext xmlns:c16="http://schemas.microsoft.com/office/drawing/2014/chart" uri="{C3380CC4-5D6E-409C-BE32-E72D297353CC}">
              <c16:uniqueId val="{00000002-5178-4BA5-9969-3522A72A139B}"/>
            </c:ext>
          </c:extLst>
        </c:ser>
        <c:dLbls>
          <c:showLegendKey val="0"/>
          <c:showVal val="0"/>
          <c:showCatName val="0"/>
          <c:showSerName val="0"/>
          <c:showPercent val="0"/>
          <c:showBubbleSize val="0"/>
        </c:dLbls>
        <c:gapWidth val="150"/>
        <c:overlap val="100"/>
        <c:axId val="631983488"/>
        <c:axId val="631982944"/>
      </c:barChart>
      <c:catAx>
        <c:axId val="631983488"/>
        <c:scaling>
          <c:orientation val="minMax"/>
        </c:scaling>
        <c:delete val="0"/>
        <c:axPos val="l"/>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400" b="1" i="0" u="none" strike="noStrike" kern="1200" baseline="0">
                <a:solidFill>
                  <a:srgbClr val="000000"/>
                </a:solidFill>
                <a:latin typeface="Arial"/>
                <a:ea typeface="Arial"/>
                <a:cs typeface="Arial"/>
              </a:defRPr>
            </a:pPr>
            <a:endParaRPr lang="zh-CN"/>
          </a:p>
        </c:txPr>
        <c:crossAx val="631982944"/>
        <c:crosses val="autoZero"/>
        <c:auto val="1"/>
        <c:lblAlgn val="ctr"/>
        <c:lblOffset val="100"/>
        <c:noMultiLvlLbl val="0"/>
      </c:catAx>
      <c:valAx>
        <c:axId val="631982944"/>
        <c:scaling>
          <c:orientation val="minMax"/>
          <c:max val="12000"/>
        </c:scaling>
        <c:delete val="0"/>
        <c:axPos val="b"/>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rgbClr val="000000"/>
                </a:solidFill>
                <a:latin typeface="Arial"/>
                <a:ea typeface="Arial"/>
                <a:cs typeface="Arial"/>
              </a:defRPr>
            </a:pPr>
            <a:endParaRPr lang="zh-CN"/>
          </a:p>
        </c:txPr>
        <c:crossAx val="631983488"/>
        <c:crosses val="autoZero"/>
        <c:crossBetween val="between"/>
      </c:valAx>
      <c:spPr>
        <a:noFill/>
        <a:ln>
          <a:noFill/>
        </a:ln>
        <a:effectLst/>
      </c:spPr>
    </c:plotArea>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80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2747962962962995E-2"/>
          <c:y val="0.110882137628111"/>
          <c:w val="0.90053111111111095"/>
          <c:h val="0.81028957214901598"/>
        </c:manualLayout>
      </c:layout>
      <c:lineChart>
        <c:grouping val="standard"/>
        <c:varyColors val="0"/>
        <c:ser>
          <c:idx val="0"/>
          <c:order val="0"/>
          <c:tx>
            <c:strRef>
              <c:f>磷酸二氢钙价格!$O$2</c:f>
              <c:strCache>
                <c:ptCount val="1"/>
                <c:pt idx="0">
                  <c:v>市场价格:磷酸铁:全国</c:v>
                </c:pt>
              </c:strCache>
            </c:strRef>
          </c:tx>
          <c:spPr>
            <a:ln w="12700" cap="rnd" cmpd="sng" algn="ctr">
              <a:solidFill>
                <a:srgbClr val="E10000"/>
              </a:solidFill>
              <a:prstDash val="solid"/>
              <a:round/>
            </a:ln>
          </c:spPr>
          <c:marker>
            <c:symbol val="diamond"/>
            <c:size val="2"/>
            <c:spPr>
              <a:solidFill>
                <a:srgbClr val="E10000"/>
              </a:solidFill>
              <a:ln w="12700" cap="flat" cmpd="sng" algn="ctr">
                <a:solidFill>
                  <a:srgbClr val="E10000"/>
                </a:solidFill>
                <a:prstDash val="solid"/>
                <a:round/>
              </a:ln>
            </c:spPr>
          </c:marker>
          <c:cat>
            <c:numRef>
              <c:f>磷酸二氢钙价格!$N$3:$N$2207</c:f>
              <c:numCache>
                <c:formatCode>yyyy\-mm\-dd</c:formatCode>
                <c:ptCount val="2205"/>
                <c:pt idx="0">
                  <c:v>43101</c:v>
                </c:pt>
                <c:pt idx="1">
                  <c:v>43102</c:v>
                </c:pt>
                <c:pt idx="2">
                  <c:v>43103</c:v>
                </c:pt>
                <c:pt idx="3">
                  <c:v>43104</c:v>
                </c:pt>
                <c:pt idx="4">
                  <c:v>43105</c:v>
                </c:pt>
                <c:pt idx="5">
                  <c:v>43106</c:v>
                </c:pt>
                <c:pt idx="6">
                  <c:v>43107</c:v>
                </c:pt>
                <c:pt idx="7">
                  <c:v>43108</c:v>
                </c:pt>
                <c:pt idx="8">
                  <c:v>43109</c:v>
                </c:pt>
                <c:pt idx="9">
                  <c:v>43110</c:v>
                </c:pt>
                <c:pt idx="10">
                  <c:v>43111</c:v>
                </c:pt>
                <c:pt idx="11">
                  <c:v>43112</c:v>
                </c:pt>
                <c:pt idx="12">
                  <c:v>43113</c:v>
                </c:pt>
                <c:pt idx="13">
                  <c:v>43114</c:v>
                </c:pt>
                <c:pt idx="14">
                  <c:v>43115</c:v>
                </c:pt>
                <c:pt idx="15">
                  <c:v>43116</c:v>
                </c:pt>
                <c:pt idx="16">
                  <c:v>43117</c:v>
                </c:pt>
                <c:pt idx="17">
                  <c:v>43118</c:v>
                </c:pt>
                <c:pt idx="18">
                  <c:v>43119</c:v>
                </c:pt>
                <c:pt idx="19">
                  <c:v>43120</c:v>
                </c:pt>
                <c:pt idx="20">
                  <c:v>43121</c:v>
                </c:pt>
                <c:pt idx="21">
                  <c:v>43122</c:v>
                </c:pt>
                <c:pt idx="22">
                  <c:v>43123</c:v>
                </c:pt>
                <c:pt idx="23">
                  <c:v>43124</c:v>
                </c:pt>
                <c:pt idx="24">
                  <c:v>43125</c:v>
                </c:pt>
                <c:pt idx="25">
                  <c:v>43126</c:v>
                </c:pt>
                <c:pt idx="26">
                  <c:v>43127</c:v>
                </c:pt>
                <c:pt idx="27">
                  <c:v>43128</c:v>
                </c:pt>
                <c:pt idx="28">
                  <c:v>43129</c:v>
                </c:pt>
                <c:pt idx="29">
                  <c:v>43130</c:v>
                </c:pt>
                <c:pt idx="30">
                  <c:v>43131</c:v>
                </c:pt>
                <c:pt idx="31">
                  <c:v>43132</c:v>
                </c:pt>
                <c:pt idx="32">
                  <c:v>43133</c:v>
                </c:pt>
                <c:pt idx="33">
                  <c:v>43134</c:v>
                </c:pt>
                <c:pt idx="34">
                  <c:v>43135</c:v>
                </c:pt>
                <c:pt idx="35">
                  <c:v>43136</c:v>
                </c:pt>
                <c:pt idx="36">
                  <c:v>43137</c:v>
                </c:pt>
                <c:pt idx="37">
                  <c:v>43138</c:v>
                </c:pt>
                <c:pt idx="38">
                  <c:v>43139</c:v>
                </c:pt>
                <c:pt idx="39">
                  <c:v>43140</c:v>
                </c:pt>
                <c:pt idx="40">
                  <c:v>43141</c:v>
                </c:pt>
                <c:pt idx="41">
                  <c:v>43142</c:v>
                </c:pt>
                <c:pt idx="42">
                  <c:v>43143</c:v>
                </c:pt>
                <c:pt idx="43">
                  <c:v>43144</c:v>
                </c:pt>
                <c:pt idx="44">
                  <c:v>43145</c:v>
                </c:pt>
                <c:pt idx="45">
                  <c:v>43146</c:v>
                </c:pt>
                <c:pt idx="46">
                  <c:v>43147</c:v>
                </c:pt>
                <c:pt idx="47">
                  <c:v>43148</c:v>
                </c:pt>
                <c:pt idx="48">
                  <c:v>43149</c:v>
                </c:pt>
                <c:pt idx="49">
                  <c:v>43150</c:v>
                </c:pt>
                <c:pt idx="50">
                  <c:v>43151</c:v>
                </c:pt>
                <c:pt idx="51">
                  <c:v>43152</c:v>
                </c:pt>
                <c:pt idx="52">
                  <c:v>43153</c:v>
                </c:pt>
                <c:pt idx="53">
                  <c:v>43154</c:v>
                </c:pt>
                <c:pt idx="54">
                  <c:v>43155</c:v>
                </c:pt>
                <c:pt idx="55">
                  <c:v>43156</c:v>
                </c:pt>
                <c:pt idx="56">
                  <c:v>43157</c:v>
                </c:pt>
                <c:pt idx="57">
                  <c:v>43158</c:v>
                </c:pt>
                <c:pt idx="58">
                  <c:v>43159</c:v>
                </c:pt>
                <c:pt idx="59">
                  <c:v>43160</c:v>
                </c:pt>
                <c:pt idx="60">
                  <c:v>43161</c:v>
                </c:pt>
                <c:pt idx="61">
                  <c:v>43162</c:v>
                </c:pt>
                <c:pt idx="62">
                  <c:v>43163</c:v>
                </c:pt>
                <c:pt idx="63">
                  <c:v>43164</c:v>
                </c:pt>
                <c:pt idx="64">
                  <c:v>43165</c:v>
                </c:pt>
                <c:pt idx="65">
                  <c:v>43166</c:v>
                </c:pt>
                <c:pt idx="66">
                  <c:v>43167</c:v>
                </c:pt>
                <c:pt idx="67">
                  <c:v>43168</c:v>
                </c:pt>
                <c:pt idx="68">
                  <c:v>43169</c:v>
                </c:pt>
                <c:pt idx="69">
                  <c:v>43170</c:v>
                </c:pt>
                <c:pt idx="70">
                  <c:v>43171</c:v>
                </c:pt>
                <c:pt idx="71">
                  <c:v>43172</c:v>
                </c:pt>
                <c:pt idx="72">
                  <c:v>43173</c:v>
                </c:pt>
                <c:pt idx="73">
                  <c:v>43174</c:v>
                </c:pt>
                <c:pt idx="74">
                  <c:v>43175</c:v>
                </c:pt>
                <c:pt idx="75">
                  <c:v>43176</c:v>
                </c:pt>
                <c:pt idx="76">
                  <c:v>43177</c:v>
                </c:pt>
                <c:pt idx="77">
                  <c:v>43178</c:v>
                </c:pt>
                <c:pt idx="78">
                  <c:v>43179</c:v>
                </c:pt>
                <c:pt idx="79">
                  <c:v>43180</c:v>
                </c:pt>
                <c:pt idx="80">
                  <c:v>43181</c:v>
                </c:pt>
                <c:pt idx="81">
                  <c:v>43182</c:v>
                </c:pt>
                <c:pt idx="82">
                  <c:v>43183</c:v>
                </c:pt>
                <c:pt idx="83">
                  <c:v>43184</c:v>
                </c:pt>
                <c:pt idx="84">
                  <c:v>43185</c:v>
                </c:pt>
                <c:pt idx="85">
                  <c:v>43186</c:v>
                </c:pt>
                <c:pt idx="86">
                  <c:v>43187</c:v>
                </c:pt>
                <c:pt idx="87">
                  <c:v>43188</c:v>
                </c:pt>
                <c:pt idx="88">
                  <c:v>43189</c:v>
                </c:pt>
                <c:pt idx="89">
                  <c:v>43190</c:v>
                </c:pt>
                <c:pt idx="90">
                  <c:v>43191</c:v>
                </c:pt>
                <c:pt idx="91">
                  <c:v>43192</c:v>
                </c:pt>
                <c:pt idx="92">
                  <c:v>43193</c:v>
                </c:pt>
                <c:pt idx="93">
                  <c:v>43194</c:v>
                </c:pt>
                <c:pt idx="94">
                  <c:v>43195</c:v>
                </c:pt>
                <c:pt idx="95">
                  <c:v>43196</c:v>
                </c:pt>
                <c:pt idx="96">
                  <c:v>43197</c:v>
                </c:pt>
                <c:pt idx="97">
                  <c:v>43198</c:v>
                </c:pt>
                <c:pt idx="98">
                  <c:v>43199</c:v>
                </c:pt>
                <c:pt idx="99">
                  <c:v>43200</c:v>
                </c:pt>
                <c:pt idx="100">
                  <c:v>43201</c:v>
                </c:pt>
                <c:pt idx="101">
                  <c:v>43202</c:v>
                </c:pt>
                <c:pt idx="102">
                  <c:v>43203</c:v>
                </c:pt>
                <c:pt idx="103">
                  <c:v>43204</c:v>
                </c:pt>
                <c:pt idx="104">
                  <c:v>43205</c:v>
                </c:pt>
                <c:pt idx="105">
                  <c:v>43206</c:v>
                </c:pt>
                <c:pt idx="106">
                  <c:v>43207</c:v>
                </c:pt>
                <c:pt idx="107">
                  <c:v>43208</c:v>
                </c:pt>
                <c:pt idx="108">
                  <c:v>43209</c:v>
                </c:pt>
                <c:pt idx="109">
                  <c:v>43210</c:v>
                </c:pt>
                <c:pt idx="110">
                  <c:v>43211</c:v>
                </c:pt>
                <c:pt idx="111">
                  <c:v>43212</c:v>
                </c:pt>
                <c:pt idx="112">
                  <c:v>43213</c:v>
                </c:pt>
                <c:pt idx="113">
                  <c:v>43214</c:v>
                </c:pt>
                <c:pt idx="114">
                  <c:v>43215</c:v>
                </c:pt>
                <c:pt idx="115">
                  <c:v>43216</c:v>
                </c:pt>
                <c:pt idx="116">
                  <c:v>43217</c:v>
                </c:pt>
                <c:pt idx="117">
                  <c:v>43218</c:v>
                </c:pt>
                <c:pt idx="118">
                  <c:v>43219</c:v>
                </c:pt>
                <c:pt idx="119">
                  <c:v>43220</c:v>
                </c:pt>
                <c:pt idx="120">
                  <c:v>43221</c:v>
                </c:pt>
                <c:pt idx="121">
                  <c:v>43222</c:v>
                </c:pt>
                <c:pt idx="122">
                  <c:v>43223</c:v>
                </c:pt>
                <c:pt idx="123">
                  <c:v>43224</c:v>
                </c:pt>
                <c:pt idx="124">
                  <c:v>43225</c:v>
                </c:pt>
                <c:pt idx="125">
                  <c:v>43226</c:v>
                </c:pt>
                <c:pt idx="126">
                  <c:v>43227</c:v>
                </c:pt>
                <c:pt idx="127">
                  <c:v>43228</c:v>
                </c:pt>
                <c:pt idx="128">
                  <c:v>43229</c:v>
                </c:pt>
                <c:pt idx="129">
                  <c:v>43230</c:v>
                </c:pt>
                <c:pt idx="130">
                  <c:v>43231</c:v>
                </c:pt>
                <c:pt idx="131">
                  <c:v>43232</c:v>
                </c:pt>
                <c:pt idx="132">
                  <c:v>43233</c:v>
                </c:pt>
                <c:pt idx="133">
                  <c:v>43234</c:v>
                </c:pt>
                <c:pt idx="134">
                  <c:v>43235</c:v>
                </c:pt>
                <c:pt idx="135">
                  <c:v>43236</c:v>
                </c:pt>
                <c:pt idx="136">
                  <c:v>43237</c:v>
                </c:pt>
                <c:pt idx="137">
                  <c:v>43238</c:v>
                </c:pt>
                <c:pt idx="138">
                  <c:v>43239</c:v>
                </c:pt>
                <c:pt idx="139">
                  <c:v>43240</c:v>
                </c:pt>
                <c:pt idx="140">
                  <c:v>43241</c:v>
                </c:pt>
                <c:pt idx="141">
                  <c:v>43242</c:v>
                </c:pt>
                <c:pt idx="142">
                  <c:v>43243</c:v>
                </c:pt>
                <c:pt idx="143">
                  <c:v>43244</c:v>
                </c:pt>
                <c:pt idx="144">
                  <c:v>43245</c:v>
                </c:pt>
                <c:pt idx="145">
                  <c:v>43246</c:v>
                </c:pt>
                <c:pt idx="146">
                  <c:v>43247</c:v>
                </c:pt>
                <c:pt idx="147">
                  <c:v>43248</c:v>
                </c:pt>
                <c:pt idx="148">
                  <c:v>43249</c:v>
                </c:pt>
                <c:pt idx="149">
                  <c:v>43250</c:v>
                </c:pt>
                <c:pt idx="150">
                  <c:v>43251</c:v>
                </c:pt>
                <c:pt idx="151">
                  <c:v>43252</c:v>
                </c:pt>
                <c:pt idx="152">
                  <c:v>43253</c:v>
                </c:pt>
                <c:pt idx="153">
                  <c:v>43254</c:v>
                </c:pt>
                <c:pt idx="154">
                  <c:v>43255</c:v>
                </c:pt>
                <c:pt idx="155">
                  <c:v>43256</c:v>
                </c:pt>
                <c:pt idx="156">
                  <c:v>43257</c:v>
                </c:pt>
                <c:pt idx="157">
                  <c:v>43258</c:v>
                </c:pt>
                <c:pt idx="158">
                  <c:v>43259</c:v>
                </c:pt>
                <c:pt idx="159">
                  <c:v>43260</c:v>
                </c:pt>
                <c:pt idx="160">
                  <c:v>43261</c:v>
                </c:pt>
                <c:pt idx="161">
                  <c:v>43262</c:v>
                </c:pt>
                <c:pt idx="162">
                  <c:v>43263</c:v>
                </c:pt>
                <c:pt idx="163">
                  <c:v>43264</c:v>
                </c:pt>
                <c:pt idx="164">
                  <c:v>43265</c:v>
                </c:pt>
                <c:pt idx="165">
                  <c:v>43266</c:v>
                </c:pt>
                <c:pt idx="166">
                  <c:v>43267</c:v>
                </c:pt>
                <c:pt idx="167">
                  <c:v>43268</c:v>
                </c:pt>
                <c:pt idx="168">
                  <c:v>43269</c:v>
                </c:pt>
                <c:pt idx="169">
                  <c:v>43270</c:v>
                </c:pt>
                <c:pt idx="170">
                  <c:v>43271</c:v>
                </c:pt>
                <c:pt idx="171">
                  <c:v>43272</c:v>
                </c:pt>
                <c:pt idx="172">
                  <c:v>43273</c:v>
                </c:pt>
                <c:pt idx="173">
                  <c:v>43274</c:v>
                </c:pt>
                <c:pt idx="174">
                  <c:v>43275</c:v>
                </c:pt>
                <c:pt idx="175">
                  <c:v>43276</c:v>
                </c:pt>
                <c:pt idx="176">
                  <c:v>43277</c:v>
                </c:pt>
                <c:pt idx="177">
                  <c:v>43278</c:v>
                </c:pt>
                <c:pt idx="178">
                  <c:v>43279</c:v>
                </c:pt>
                <c:pt idx="179">
                  <c:v>43280</c:v>
                </c:pt>
                <c:pt idx="180">
                  <c:v>43281</c:v>
                </c:pt>
                <c:pt idx="181">
                  <c:v>43282</c:v>
                </c:pt>
                <c:pt idx="182">
                  <c:v>43283</c:v>
                </c:pt>
                <c:pt idx="183">
                  <c:v>43284</c:v>
                </c:pt>
                <c:pt idx="184">
                  <c:v>43285</c:v>
                </c:pt>
                <c:pt idx="185">
                  <c:v>43286</c:v>
                </c:pt>
                <c:pt idx="186">
                  <c:v>43287</c:v>
                </c:pt>
                <c:pt idx="187">
                  <c:v>43288</c:v>
                </c:pt>
                <c:pt idx="188">
                  <c:v>43289</c:v>
                </c:pt>
                <c:pt idx="189">
                  <c:v>43290</c:v>
                </c:pt>
                <c:pt idx="190">
                  <c:v>43291</c:v>
                </c:pt>
                <c:pt idx="191">
                  <c:v>43292</c:v>
                </c:pt>
                <c:pt idx="192">
                  <c:v>43293</c:v>
                </c:pt>
                <c:pt idx="193">
                  <c:v>43294</c:v>
                </c:pt>
                <c:pt idx="194">
                  <c:v>43295</c:v>
                </c:pt>
                <c:pt idx="195">
                  <c:v>43296</c:v>
                </c:pt>
                <c:pt idx="196">
                  <c:v>43297</c:v>
                </c:pt>
                <c:pt idx="197">
                  <c:v>43298</c:v>
                </c:pt>
                <c:pt idx="198">
                  <c:v>43299</c:v>
                </c:pt>
                <c:pt idx="199">
                  <c:v>43300</c:v>
                </c:pt>
                <c:pt idx="200">
                  <c:v>43301</c:v>
                </c:pt>
                <c:pt idx="201">
                  <c:v>43302</c:v>
                </c:pt>
                <c:pt idx="202">
                  <c:v>43303</c:v>
                </c:pt>
                <c:pt idx="203">
                  <c:v>43304</c:v>
                </c:pt>
                <c:pt idx="204">
                  <c:v>43305</c:v>
                </c:pt>
                <c:pt idx="205">
                  <c:v>43306</c:v>
                </c:pt>
                <c:pt idx="206">
                  <c:v>43307</c:v>
                </c:pt>
                <c:pt idx="207">
                  <c:v>43308</c:v>
                </c:pt>
                <c:pt idx="208">
                  <c:v>43309</c:v>
                </c:pt>
                <c:pt idx="209">
                  <c:v>43310</c:v>
                </c:pt>
                <c:pt idx="210">
                  <c:v>43311</c:v>
                </c:pt>
                <c:pt idx="211">
                  <c:v>43312</c:v>
                </c:pt>
                <c:pt idx="212">
                  <c:v>43313</c:v>
                </c:pt>
                <c:pt idx="213">
                  <c:v>43314</c:v>
                </c:pt>
                <c:pt idx="214">
                  <c:v>43315</c:v>
                </c:pt>
                <c:pt idx="215">
                  <c:v>43316</c:v>
                </c:pt>
                <c:pt idx="216">
                  <c:v>43317</c:v>
                </c:pt>
                <c:pt idx="217">
                  <c:v>43318</c:v>
                </c:pt>
                <c:pt idx="218">
                  <c:v>43319</c:v>
                </c:pt>
                <c:pt idx="219">
                  <c:v>43320</c:v>
                </c:pt>
                <c:pt idx="220">
                  <c:v>43321</c:v>
                </c:pt>
                <c:pt idx="221">
                  <c:v>43322</c:v>
                </c:pt>
                <c:pt idx="222">
                  <c:v>43323</c:v>
                </c:pt>
                <c:pt idx="223">
                  <c:v>43324</c:v>
                </c:pt>
                <c:pt idx="224">
                  <c:v>43325</c:v>
                </c:pt>
                <c:pt idx="225">
                  <c:v>43326</c:v>
                </c:pt>
                <c:pt idx="226">
                  <c:v>43327</c:v>
                </c:pt>
                <c:pt idx="227">
                  <c:v>43328</c:v>
                </c:pt>
                <c:pt idx="228">
                  <c:v>43329</c:v>
                </c:pt>
                <c:pt idx="229">
                  <c:v>43330</c:v>
                </c:pt>
                <c:pt idx="230">
                  <c:v>43331</c:v>
                </c:pt>
                <c:pt idx="231">
                  <c:v>43332</c:v>
                </c:pt>
                <c:pt idx="232">
                  <c:v>43333</c:v>
                </c:pt>
                <c:pt idx="233">
                  <c:v>43334</c:v>
                </c:pt>
                <c:pt idx="234">
                  <c:v>43335</c:v>
                </c:pt>
                <c:pt idx="235">
                  <c:v>43336</c:v>
                </c:pt>
                <c:pt idx="236">
                  <c:v>43337</c:v>
                </c:pt>
                <c:pt idx="237">
                  <c:v>43338</c:v>
                </c:pt>
                <c:pt idx="238">
                  <c:v>43339</c:v>
                </c:pt>
                <c:pt idx="239">
                  <c:v>43340</c:v>
                </c:pt>
                <c:pt idx="240">
                  <c:v>43341</c:v>
                </c:pt>
                <c:pt idx="241">
                  <c:v>43342</c:v>
                </c:pt>
                <c:pt idx="242">
                  <c:v>43343</c:v>
                </c:pt>
                <c:pt idx="243">
                  <c:v>43344</c:v>
                </c:pt>
                <c:pt idx="244">
                  <c:v>43345</c:v>
                </c:pt>
                <c:pt idx="245">
                  <c:v>43346</c:v>
                </c:pt>
                <c:pt idx="246">
                  <c:v>43347</c:v>
                </c:pt>
                <c:pt idx="247">
                  <c:v>43348</c:v>
                </c:pt>
                <c:pt idx="248">
                  <c:v>43349</c:v>
                </c:pt>
                <c:pt idx="249">
                  <c:v>43350</c:v>
                </c:pt>
                <c:pt idx="250">
                  <c:v>43351</c:v>
                </c:pt>
                <c:pt idx="251">
                  <c:v>43352</c:v>
                </c:pt>
                <c:pt idx="252">
                  <c:v>43353</c:v>
                </c:pt>
                <c:pt idx="253">
                  <c:v>43354</c:v>
                </c:pt>
                <c:pt idx="254">
                  <c:v>43355</c:v>
                </c:pt>
                <c:pt idx="255">
                  <c:v>43356</c:v>
                </c:pt>
                <c:pt idx="256">
                  <c:v>43357</c:v>
                </c:pt>
                <c:pt idx="257">
                  <c:v>43358</c:v>
                </c:pt>
                <c:pt idx="258">
                  <c:v>43359</c:v>
                </c:pt>
                <c:pt idx="259">
                  <c:v>43360</c:v>
                </c:pt>
                <c:pt idx="260">
                  <c:v>43361</c:v>
                </c:pt>
                <c:pt idx="261">
                  <c:v>43362</c:v>
                </c:pt>
                <c:pt idx="262">
                  <c:v>43363</c:v>
                </c:pt>
                <c:pt idx="263">
                  <c:v>43364</c:v>
                </c:pt>
                <c:pt idx="264">
                  <c:v>43365</c:v>
                </c:pt>
                <c:pt idx="265">
                  <c:v>43366</c:v>
                </c:pt>
                <c:pt idx="266">
                  <c:v>43367</c:v>
                </c:pt>
                <c:pt idx="267">
                  <c:v>43368</c:v>
                </c:pt>
                <c:pt idx="268">
                  <c:v>43369</c:v>
                </c:pt>
                <c:pt idx="269">
                  <c:v>43370</c:v>
                </c:pt>
                <c:pt idx="270">
                  <c:v>43371</c:v>
                </c:pt>
                <c:pt idx="271">
                  <c:v>43372</c:v>
                </c:pt>
                <c:pt idx="272">
                  <c:v>43373</c:v>
                </c:pt>
                <c:pt idx="273">
                  <c:v>43374</c:v>
                </c:pt>
                <c:pt idx="274">
                  <c:v>43375</c:v>
                </c:pt>
                <c:pt idx="275">
                  <c:v>43376</c:v>
                </c:pt>
                <c:pt idx="276">
                  <c:v>43377</c:v>
                </c:pt>
                <c:pt idx="277">
                  <c:v>43378</c:v>
                </c:pt>
                <c:pt idx="278">
                  <c:v>43379</c:v>
                </c:pt>
                <c:pt idx="279">
                  <c:v>43380</c:v>
                </c:pt>
                <c:pt idx="280">
                  <c:v>43381</c:v>
                </c:pt>
                <c:pt idx="281">
                  <c:v>43382</c:v>
                </c:pt>
                <c:pt idx="282">
                  <c:v>43383</c:v>
                </c:pt>
                <c:pt idx="283">
                  <c:v>43384</c:v>
                </c:pt>
                <c:pt idx="284">
                  <c:v>43385</c:v>
                </c:pt>
                <c:pt idx="285">
                  <c:v>43386</c:v>
                </c:pt>
                <c:pt idx="286">
                  <c:v>43387</c:v>
                </c:pt>
                <c:pt idx="287">
                  <c:v>43388</c:v>
                </c:pt>
                <c:pt idx="288">
                  <c:v>43389</c:v>
                </c:pt>
                <c:pt idx="289">
                  <c:v>43390</c:v>
                </c:pt>
                <c:pt idx="290">
                  <c:v>43391</c:v>
                </c:pt>
                <c:pt idx="291">
                  <c:v>43392</c:v>
                </c:pt>
                <c:pt idx="292">
                  <c:v>43393</c:v>
                </c:pt>
                <c:pt idx="293">
                  <c:v>43394</c:v>
                </c:pt>
                <c:pt idx="294">
                  <c:v>43395</c:v>
                </c:pt>
                <c:pt idx="295">
                  <c:v>43396</c:v>
                </c:pt>
                <c:pt idx="296">
                  <c:v>43397</c:v>
                </c:pt>
                <c:pt idx="297">
                  <c:v>43398</c:v>
                </c:pt>
                <c:pt idx="298">
                  <c:v>43399</c:v>
                </c:pt>
                <c:pt idx="299">
                  <c:v>43400</c:v>
                </c:pt>
                <c:pt idx="300">
                  <c:v>43401</c:v>
                </c:pt>
                <c:pt idx="301">
                  <c:v>43402</c:v>
                </c:pt>
                <c:pt idx="302">
                  <c:v>43403</c:v>
                </c:pt>
                <c:pt idx="303">
                  <c:v>43404</c:v>
                </c:pt>
                <c:pt idx="304">
                  <c:v>43405</c:v>
                </c:pt>
                <c:pt idx="305">
                  <c:v>43406</c:v>
                </c:pt>
                <c:pt idx="306">
                  <c:v>43407</c:v>
                </c:pt>
                <c:pt idx="307">
                  <c:v>43408</c:v>
                </c:pt>
                <c:pt idx="308">
                  <c:v>43409</c:v>
                </c:pt>
                <c:pt idx="309">
                  <c:v>43410</c:v>
                </c:pt>
                <c:pt idx="310">
                  <c:v>43411</c:v>
                </c:pt>
                <c:pt idx="311">
                  <c:v>43412</c:v>
                </c:pt>
                <c:pt idx="312">
                  <c:v>43413</c:v>
                </c:pt>
                <c:pt idx="313">
                  <c:v>43414</c:v>
                </c:pt>
                <c:pt idx="314">
                  <c:v>43415</c:v>
                </c:pt>
                <c:pt idx="315">
                  <c:v>43416</c:v>
                </c:pt>
                <c:pt idx="316">
                  <c:v>43417</c:v>
                </c:pt>
                <c:pt idx="317">
                  <c:v>43418</c:v>
                </c:pt>
                <c:pt idx="318">
                  <c:v>43419</c:v>
                </c:pt>
                <c:pt idx="319">
                  <c:v>43420</c:v>
                </c:pt>
                <c:pt idx="320">
                  <c:v>43421</c:v>
                </c:pt>
                <c:pt idx="321">
                  <c:v>43422</c:v>
                </c:pt>
                <c:pt idx="322">
                  <c:v>43423</c:v>
                </c:pt>
                <c:pt idx="323">
                  <c:v>43424</c:v>
                </c:pt>
                <c:pt idx="324">
                  <c:v>43425</c:v>
                </c:pt>
                <c:pt idx="325">
                  <c:v>43426</c:v>
                </c:pt>
                <c:pt idx="326">
                  <c:v>43427</c:v>
                </c:pt>
                <c:pt idx="327">
                  <c:v>43428</c:v>
                </c:pt>
                <c:pt idx="328">
                  <c:v>43429</c:v>
                </c:pt>
                <c:pt idx="329">
                  <c:v>43430</c:v>
                </c:pt>
                <c:pt idx="330">
                  <c:v>43431</c:v>
                </c:pt>
                <c:pt idx="331">
                  <c:v>43432</c:v>
                </c:pt>
                <c:pt idx="332">
                  <c:v>43433</c:v>
                </c:pt>
                <c:pt idx="333">
                  <c:v>43434</c:v>
                </c:pt>
                <c:pt idx="334">
                  <c:v>43435</c:v>
                </c:pt>
                <c:pt idx="335">
                  <c:v>43436</c:v>
                </c:pt>
                <c:pt idx="336">
                  <c:v>43437</c:v>
                </c:pt>
                <c:pt idx="337">
                  <c:v>43438</c:v>
                </c:pt>
                <c:pt idx="338">
                  <c:v>43439</c:v>
                </c:pt>
                <c:pt idx="339">
                  <c:v>43440</c:v>
                </c:pt>
                <c:pt idx="340">
                  <c:v>43441</c:v>
                </c:pt>
                <c:pt idx="341">
                  <c:v>43442</c:v>
                </c:pt>
                <c:pt idx="342">
                  <c:v>43443</c:v>
                </c:pt>
                <c:pt idx="343">
                  <c:v>43444</c:v>
                </c:pt>
                <c:pt idx="344">
                  <c:v>43445</c:v>
                </c:pt>
                <c:pt idx="345">
                  <c:v>43446</c:v>
                </c:pt>
                <c:pt idx="346">
                  <c:v>43447</c:v>
                </c:pt>
                <c:pt idx="347">
                  <c:v>43448</c:v>
                </c:pt>
                <c:pt idx="348">
                  <c:v>43449</c:v>
                </c:pt>
                <c:pt idx="349">
                  <c:v>43450</c:v>
                </c:pt>
                <c:pt idx="350">
                  <c:v>43451</c:v>
                </c:pt>
                <c:pt idx="351">
                  <c:v>43452</c:v>
                </c:pt>
                <c:pt idx="352">
                  <c:v>43453</c:v>
                </c:pt>
                <c:pt idx="353">
                  <c:v>43454</c:v>
                </c:pt>
                <c:pt idx="354">
                  <c:v>43455</c:v>
                </c:pt>
                <c:pt idx="355">
                  <c:v>43456</c:v>
                </c:pt>
                <c:pt idx="356">
                  <c:v>43457</c:v>
                </c:pt>
                <c:pt idx="357">
                  <c:v>43458</c:v>
                </c:pt>
                <c:pt idx="358">
                  <c:v>43459</c:v>
                </c:pt>
                <c:pt idx="359">
                  <c:v>43460</c:v>
                </c:pt>
                <c:pt idx="360">
                  <c:v>43461</c:v>
                </c:pt>
                <c:pt idx="361">
                  <c:v>43462</c:v>
                </c:pt>
                <c:pt idx="362">
                  <c:v>43463</c:v>
                </c:pt>
                <c:pt idx="363">
                  <c:v>43464</c:v>
                </c:pt>
                <c:pt idx="364">
                  <c:v>43465</c:v>
                </c:pt>
                <c:pt idx="365">
                  <c:v>43466</c:v>
                </c:pt>
                <c:pt idx="366">
                  <c:v>43467</c:v>
                </c:pt>
                <c:pt idx="367">
                  <c:v>43468</c:v>
                </c:pt>
                <c:pt idx="368">
                  <c:v>43469</c:v>
                </c:pt>
                <c:pt idx="369">
                  <c:v>43470</c:v>
                </c:pt>
                <c:pt idx="370">
                  <c:v>43471</c:v>
                </c:pt>
                <c:pt idx="371">
                  <c:v>43472</c:v>
                </c:pt>
                <c:pt idx="372">
                  <c:v>43473</c:v>
                </c:pt>
                <c:pt idx="373">
                  <c:v>43474</c:v>
                </c:pt>
                <c:pt idx="374">
                  <c:v>43475</c:v>
                </c:pt>
                <c:pt idx="375">
                  <c:v>43476</c:v>
                </c:pt>
                <c:pt idx="376">
                  <c:v>43477</c:v>
                </c:pt>
                <c:pt idx="377">
                  <c:v>43478</c:v>
                </c:pt>
                <c:pt idx="378">
                  <c:v>43479</c:v>
                </c:pt>
                <c:pt idx="379">
                  <c:v>43480</c:v>
                </c:pt>
                <c:pt idx="380">
                  <c:v>43481</c:v>
                </c:pt>
                <c:pt idx="381">
                  <c:v>43482</c:v>
                </c:pt>
                <c:pt idx="382">
                  <c:v>43483</c:v>
                </c:pt>
                <c:pt idx="383">
                  <c:v>43484</c:v>
                </c:pt>
                <c:pt idx="384">
                  <c:v>43485</c:v>
                </c:pt>
                <c:pt idx="385">
                  <c:v>43486</c:v>
                </c:pt>
                <c:pt idx="386">
                  <c:v>43487</c:v>
                </c:pt>
                <c:pt idx="387">
                  <c:v>43488</c:v>
                </c:pt>
                <c:pt idx="388">
                  <c:v>43489</c:v>
                </c:pt>
                <c:pt idx="389">
                  <c:v>43490</c:v>
                </c:pt>
                <c:pt idx="390">
                  <c:v>43491</c:v>
                </c:pt>
                <c:pt idx="391">
                  <c:v>43492</c:v>
                </c:pt>
                <c:pt idx="392">
                  <c:v>43493</c:v>
                </c:pt>
                <c:pt idx="393">
                  <c:v>43494</c:v>
                </c:pt>
                <c:pt idx="394">
                  <c:v>43495</c:v>
                </c:pt>
                <c:pt idx="395">
                  <c:v>43496</c:v>
                </c:pt>
                <c:pt idx="396">
                  <c:v>43497</c:v>
                </c:pt>
                <c:pt idx="397">
                  <c:v>43498</c:v>
                </c:pt>
                <c:pt idx="398">
                  <c:v>43499</c:v>
                </c:pt>
                <c:pt idx="399">
                  <c:v>43500</c:v>
                </c:pt>
                <c:pt idx="400">
                  <c:v>43501</c:v>
                </c:pt>
                <c:pt idx="401">
                  <c:v>43502</c:v>
                </c:pt>
                <c:pt idx="402">
                  <c:v>43503</c:v>
                </c:pt>
                <c:pt idx="403">
                  <c:v>43504</c:v>
                </c:pt>
                <c:pt idx="404">
                  <c:v>43505</c:v>
                </c:pt>
                <c:pt idx="405">
                  <c:v>43506</c:v>
                </c:pt>
                <c:pt idx="406">
                  <c:v>43507</c:v>
                </c:pt>
                <c:pt idx="407">
                  <c:v>43508</c:v>
                </c:pt>
                <c:pt idx="408">
                  <c:v>43509</c:v>
                </c:pt>
                <c:pt idx="409">
                  <c:v>43510</c:v>
                </c:pt>
                <c:pt idx="410">
                  <c:v>43511</c:v>
                </c:pt>
                <c:pt idx="411">
                  <c:v>43512</c:v>
                </c:pt>
                <c:pt idx="412">
                  <c:v>43513</c:v>
                </c:pt>
                <c:pt idx="413">
                  <c:v>43514</c:v>
                </c:pt>
                <c:pt idx="414">
                  <c:v>43515</c:v>
                </c:pt>
                <c:pt idx="415">
                  <c:v>43516</c:v>
                </c:pt>
                <c:pt idx="416">
                  <c:v>43517</c:v>
                </c:pt>
                <c:pt idx="417">
                  <c:v>43518</c:v>
                </c:pt>
                <c:pt idx="418">
                  <c:v>43519</c:v>
                </c:pt>
                <c:pt idx="419">
                  <c:v>43520</c:v>
                </c:pt>
                <c:pt idx="420">
                  <c:v>43521</c:v>
                </c:pt>
                <c:pt idx="421">
                  <c:v>43522</c:v>
                </c:pt>
                <c:pt idx="422">
                  <c:v>43523</c:v>
                </c:pt>
                <c:pt idx="423">
                  <c:v>43524</c:v>
                </c:pt>
                <c:pt idx="424">
                  <c:v>43525</c:v>
                </c:pt>
                <c:pt idx="425">
                  <c:v>43526</c:v>
                </c:pt>
                <c:pt idx="426">
                  <c:v>43527</c:v>
                </c:pt>
                <c:pt idx="427">
                  <c:v>43528</c:v>
                </c:pt>
                <c:pt idx="428">
                  <c:v>43529</c:v>
                </c:pt>
                <c:pt idx="429">
                  <c:v>43530</c:v>
                </c:pt>
                <c:pt idx="430">
                  <c:v>43531</c:v>
                </c:pt>
                <c:pt idx="431">
                  <c:v>43532</c:v>
                </c:pt>
                <c:pt idx="432">
                  <c:v>43533</c:v>
                </c:pt>
                <c:pt idx="433">
                  <c:v>43534</c:v>
                </c:pt>
                <c:pt idx="434">
                  <c:v>43535</c:v>
                </c:pt>
                <c:pt idx="435">
                  <c:v>43536</c:v>
                </c:pt>
                <c:pt idx="436">
                  <c:v>43537</c:v>
                </c:pt>
                <c:pt idx="437">
                  <c:v>43538</c:v>
                </c:pt>
                <c:pt idx="438">
                  <c:v>43539</c:v>
                </c:pt>
                <c:pt idx="439">
                  <c:v>43540</c:v>
                </c:pt>
                <c:pt idx="440">
                  <c:v>43541</c:v>
                </c:pt>
                <c:pt idx="441">
                  <c:v>43542</c:v>
                </c:pt>
                <c:pt idx="442">
                  <c:v>43543</c:v>
                </c:pt>
                <c:pt idx="443">
                  <c:v>43544</c:v>
                </c:pt>
                <c:pt idx="444">
                  <c:v>43545</c:v>
                </c:pt>
                <c:pt idx="445">
                  <c:v>43546</c:v>
                </c:pt>
                <c:pt idx="446">
                  <c:v>43547</c:v>
                </c:pt>
                <c:pt idx="447">
                  <c:v>43548</c:v>
                </c:pt>
                <c:pt idx="448">
                  <c:v>43549</c:v>
                </c:pt>
                <c:pt idx="449">
                  <c:v>43550</c:v>
                </c:pt>
                <c:pt idx="450">
                  <c:v>43551</c:v>
                </c:pt>
                <c:pt idx="451">
                  <c:v>43552</c:v>
                </c:pt>
                <c:pt idx="452">
                  <c:v>43553</c:v>
                </c:pt>
                <c:pt idx="453">
                  <c:v>43554</c:v>
                </c:pt>
                <c:pt idx="454">
                  <c:v>43555</c:v>
                </c:pt>
                <c:pt idx="455">
                  <c:v>43556</c:v>
                </c:pt>
                <c:pt idx="456">
                  <c:v>43557</c:v>
                </c:pt>
                <c:pt idx="457">
                  <c:v>43558</c:v>
                </c:pt>
                <c:pt idx="458">
                  <c:v>43559</c:v>
                </c:pt>
                <c:pt idx="459">
                  <c:v>43560</c:v>
                </c:pt>
                <c:pt idx="460">
                  <c:v>43561</c:v>
                </c:pt>
                <c:pt idx="461">
                  <c:v>43562</c:v>
                </c:pt>
                <c:pt idx="462">
                  <c:v>43563</c:v>
                </c:pt>
                <c:pt idx="463">
                  <c:v>43564</c:v>
                </c:pt>
                <c:pt idx="464">
                  <c:v>43565</c:v>
                </c:pt>
                <c:pt idx="465">
                  <c:v>43566</c:v>
                </c:pt>
                <c:pt idx="466">
                  <c:v>43567</c:v>
                </c:pt>
                <c:pt idx="467">
                  <c:v>43568</c:v>
                </c:pt>
                <c:pt idx="468">
                  <c:v>43569</c:v>
                </c:pt>
                <c:pt idx="469">
                  <c:v>43570</c:v>
                </c:pt>
                <c:pt idx="470">
                  <c:v>43571</c:v>
                </c:pt>
                <c:pt idx="471">
                  <c:v>43572</c:v>
                </c:pt>
                <c:pt idx="472">
                  <c:v>43573</c:v>
                </c:pt>
                <c:pt idx="473">
                  <c:v>43574</c:v>
                </c:pt>
                <c:pt idx="474">
                  <c:v>43575</c:v>
                </c:pt>
                <c:pt idx="475">
                  <c:v>43576</c:v>
                </c:pt>
                <c:pt idx="476">
                  <c:v>43577</c:v>
                </c:pt>
                <c:pt idx="477">
                  <c:v>43578</c:v>
                </c:pt>
                <c:pt idx="478">
                  <c:v>43579</c:v>
                </c:pt>
                <c:pt idx="479">
                  <c:v>43580</c:v>
                </c:pt>
                <c:pt idx="480">
                  <c:v>43581</c:v>
                </c:pt>
                <c:pt idx="481">
                  <c:v>43582</c:v>
                </c:pt>
                <c:pt idx="482">
                  <c:v>43583</c:v>
                </c:pt>
                <c:pt idx="483">
                  <c:v>43584</c:v>
                </c:pt>
                <c:pt idx="484">
                  <c:v>43585</c:v>
                </c:pt>
                <c:pt idx="485">
                  <c:v>43586</c:v>
                </c:pt>
                <c:pt idx="486">
                  <c:v>43587</c:v>
                </c:pt>
                <c:pt idx="487">
                  <c:v>43588</c:v>
                </c:pt>
                <c:pt idx="488">
                  <c:v>43589</c:v>
                </c:pt>
                <c:pt idx="489">
                  <c:v>43590</c:v>
                </c:pt>
                <c:pt idx="490">
                  <c:v>43591</c:v>
                </c:pt>
                <c:pt idx="491">
                  <c:v>43592</c:v>
                </c:pt>
                <c:pt idx="492">
                  <c:v>43593</c:v>
                </c:pt>
                <c:pt idx="493">
                  <c:v>43594</c:v>
                </c:pt>
                <c:pt idx="494">
                  <c:v>43595</c:v>
                </c:pt>
                <c:pt idx="495">
                  <c:v>43596</c:v>
                </c:pt>
                <c:pt idx="496">
                  <c:v>43597</c:v>
                </c:pt>
                <c:pt idx="497">
                  <c:v>43598</c:v>
                </c:pt>
                <c:pt idx="498">
                  <c:v>43599</c:v>
                </c:pt>
                <c:pt idx="499">
                  <c:v>43600</c:v>
                </c:pt>
                <c:pt idx="500">
                  <c:v>43601</c:v>
                </c:pt>
                <c:pt idx="501">
                  <c:v>43602</c:v>
                </c:pt>
                <c:pt idx="502">
                  <c:v>43603</c:v>
                </c:pt>
                <c:pt idx="503">
                  <c:v>43604</c:v>
                </c:pt>
                <c:pt idx="504">
                  <c:v>43605</c:v>
                </c:pt>
                <c:pt idx="505">
                  <c:v>43606</c:v>
                </c:pt>
                <c:pt idx="506">
                  <c:v>43607</c:v>
                </c:pt>
                <c:pt idx="507">
                  <c:v>43608</c:v>
                </c:pt>
                <c:pt idx="508">
                  <c:v>43609</c:v>
                </c:pt>
                <c:pt idx="509">
                  <c:v>43610</c:v>
                </c:pt>
                <c:pt idx="510">
                  <c:v>43611</c:v>
                </c:pt>
                <c:pt idx="511">
                  <c:v>43612</c:v>
                </c:pt>
                <c:pt idx="512">
                  <c:v>43613</c:v>
                </c:pt>
                <c:pt idx="513">
                  <c:v>43614</c:v>
                </c:pt>
                <c:pt idx="514">
                  <c:v>43615</c:v>
                </c:pt>
                <c:pt idx="515">
                  <c:v>43616</c:v>
                </c:pt>
                <c:pt idx="516">
                  <c:v>43617</c:v>
                </c:pt>
                <c:pt idx="517">
                  <c:v>43618</c:v>
                </c:pt>
                <c:pt idx="518">
                  <c:v>43619</c:v>
                </c:pt>
                <c:pt idx="519">
                  <c:v>43620</c:v>
                </c:pt>
                <c:pt idx="520">
                  <c:v>43621</c:v>
                </c:pt>
                <c:pt idx="521">
                  <c:v>43622</c:v>
                </c:pt>
                <c:pt idx="522">
                  <c:v>43623</c:v>
                </c:pt>
                <c:pt idx="523">
                  <c:v>43624</c:v>
                </c:pt>
                <c:pt idx="524">
                  <c:v>43625</c:v>
                </c:pt>
                <c:pt idx="525">
                  <c:v>43626</c:v>
                </c:pt>
                <c:pt idx="526">
                  <c:v>43627</c:v>
                </c:pt>
                <c:pt idx="527">
                  <c:v>43628</c:v>
                </c:pt>
                <c:pt idx="528">
                  <c:v>43629</c:v>
                </c:pt>
                <c:pt idx="529">
                  <c:v>43630</c:v>
                </c:pt>
                <c:pt idx="530">
                  <c:v>43631</c:v>
                </c:pt>
                <c:pt idx="531">
                  <c:v>43632</c:v>
                </c:pt>
                <c:pt idx="532">
                  <c:v>43633</c:v>
                </c:pt>
                <c:pt idx="533">
                  <c:v>43634</c:v>
                </c:pt>
                <c:pt idx="534">
                  <c:v>43635</c:v>
                </c:pt>
                <c:pt idx="535">
                  <c:v>43636</c:v>
                </c:pt>
                <c:pt idx="536">
                  <c:v>43637</c:v>
                </c:pt>
                <c:pt idx="537">
                  <c:v>43638</c:v>
                </c:pt>
                <c:pt idx="538">
                  <c:v>43639</c:v>
                </c:pt>
                <c:pt idx="539">
                  <c:v>43640</c:v>
                </c:pt>
                <c:pt idx="540">
                  <c:v>43641</c:v>
                </c:pt>
                <c:pt idx="541">
                  <c:v>43642</c:v>
                </c:pt>
                <c:pt idx="542">
                  <c:v>43643</c:v>
                </c:pt>
                <c:pt idx="543">
                  <c:v>43644</c:v>
                </c:pt>
                <c:pt idx="544">
                  <c:v>43645</c:v>
                </c:pt>
                <c:pt idx="545">
                  <c:v>43646</c:v>
                </c:pt>
                <c:pt idx="546">
                  <c:v>43647</c:v>
                </c:pt>
                <c:pt idx="547">
                  <c:v>43648</c:v>
                </c:pt>
                <c:pt idx="548">
                  <c:v>43649</c:v>
                </c:pt>
                <c:pt idx="549">
                  <c:v>43650</c:v>
                </c:pt>
                <c:pt idx="550">
                  <c:v>43651</c:v>
                </c:pt>
                <c:pt idx="551">
                  <c:v>43652</c:v>
                </c:pt>
                <c:pt idx="552">
                  <c:v>43653</c:v>
                </c:pt>
                <c:pt idx="553">
                  <c:v>43654</c:v>
                </c:pt>
                <c:pt idx="554">
                  <c:v>43655</c:v>
                </c:pt>
                <c:pt idx="555">
                  <c:v>43656</c:v>
                </c:pt>
                <c:pt idx="556">
                  <c:v>43657</c:v>
                </c:pt>
                <c:pt idx="557">
                  <c:v>43658</c:v>
                </c:pt>
                <c:pt idx="558">
                  <c:v>43659</c:v>
                </c:pt>
                <c:pt idx="559">
                  <c:v>43660</c:v>
                </c:pt>
                <c:pt idx="560">
                  <c:v>43661</c:v>
                </c:pt>
                <c:pt idx="561">
                  <c:v>43662</c:v>
                </c:pt>
                <c:pt idx="562">
                  <c:v>43663</c:v>
                </c:pt>
                <c:pt idx="563">
                  <c:v>43664</c:v>
                </c:pt>
                <c:pt idx="564">
                  <c:v>43665</c:v>
                </c:pt>
                <c:pt idx="565">
                  <c:v>43666</c:v>
                </c:pt>
                <c:pt idx="566">
                  <c:v>43667</c:v>
                </c:pt>
                <c:pt idx="567">
                  <c:v>43668</c:v>
                </c:pt>
                <c:pt idx="568">
                  <c:v>43669</c:v>
                </c:pt>
                <c:pt idx="569">
                  <c:v>43670</c:v>
                </c:pt>
                <c:pt idx="570">
                  <c:v>43671</c:v>
                </c:pt>
                <c:pt idx="571">
                  <c:v>43672</c:v>
                </c:pt>
                <c:pt idx="572">
                  <c:v>43673</c:v>
                </c:pt>
                <c:pt idx="573">
                  <c:v>43674</c:v>
                </c:pt>
                <c:pt idx="574">
                  <c:v>43675</c:v>
                </c:pt>
                <c:pt idx="575">
                  <c:v>43676</c:v>
                </c:pt>
                <c:pt idx="576">
                  <c:v>43677</c:v>
                </c:pt>
                <c:pt idx="577">
                  <c:v>43678</c:v>
                </c:pt>
                <c:pt idx="578">
                  <c:v>43679</c:v>
                </c:pt>
                <c:pt idx="579">
                  <c:v>43680</c:v>
                </c:pt>
                <c:pt idx="580">
                  <c:v>43681</c:v>
                </c:pt>
                <c:pt idx="581">
                  <c:v>43682</c:v>
                </c:pt>
                <c:pt idx="582">
                  <c:v>43683</c:v>
                </c:pt>
                <c:pt idx="583">
                  <c:v>43684</c:v>
                </c:pt>
                <c:pt idx="584">
                  <c:v>43685</c:v>
                </c:pt>
                <c:pt idx="585">
                  <c:v>43686</c:v>
                </c:pt>
                <c:pt idx="586">
                  <c:v>43687</c:v>
                </c:pt>
                <c:pt idx="587">
                  <c:v>43688</c:v>
                </c:pt>
                <c:pt idx="588">
                  <c:v>43689</c:v>
                </c:pt>
                <c:pt idx="589">
                  <c:v>43690</c:v>
                </c:pt>
                <c:pt idx="590">
                  <c:v>43691</c:v>
                </c:pt>
                <c:pt idx="591">
                  <c:v>43692</c:v>
                </c:pt>
                <c:pt idx="592">
                  <c:v>43693</c:v>
                </c:pt>
                <c:pt idx="593">
                  <c:v>43694</c:v>
                </c:pt>
                <c:pt idx="594">
                  <c:v>43695</c:v>
                </c:pt>
                <c:pt idx="595">
                  <c:v>43696</c:v>
                </c:pt>
                <c:pt idx="596">
                  <c:v>43697</c:v>
                </c:pt>
                <c:pt idx="597">
                  <c:v>43698</c:v>
                </c:pt>
                <c:pt idx="598">
                  <c:v>43699</c:v>
                </c:pt>
                <c:pt idx="599">
                  <c:v>43700</c:v>
                </c:pt>
                <c:pt idx="600">
                  <c:v>43701</c:v>
                </c:pt>
                <c:pt idx="601">
                  <c:v>43702</c:v>
                </c:pt>
                <c:pt idx="602">
                  <c:v>43703</c:v>
                </c:pt>
                <c:pt idx="603">
                  <c:v>43704</c:v>
                </c:pt>
                <c:pt idx="604">
                  <c:v>43705</c:v>
                </c:pt>
                <c:pt idx="605">
                  <c:v>43706</c:v>
                </c:pt>
                <c:pt idx="606">
                  <c:v>43707</c:v>
                </c:pt>
                <c:pt idx="607">
                  <c:v>43708</c:v>
                </c:pt>
                <c:pt idx="608">
                  <c:v>43709</c:v>
                </c:pt>
                <c:pt idx="609">
                  <c:v>43710</c:v>
                </c:pt>
                <c:pt idx="610">
                  <c:v>43711</c:v>
                </c:pt>
                <c:pt idx="611">
                  <c:v>43712</c:v>
                </c:pt>
                <c:pt idx="612">
                  <c:v>43713</c:v>
                </c:pt>
                <c:pt idx="613">
                  <c:v>43714</c:v>
                </c:pt>
                <c:pt idx="614">
                  <c:v>43715</c:v>
                </c:pt>
                <c:pt idx="615">
                  <c:v>43716</c:v>
                </c:pt>
                <c:pt idx="616">
                  <c:v>43717</c:v>
                </c:pt>
                <c:pt idx="617">
                  <c:v>43718</c:v>
                </c:pt>
                <c:pt idx="618">
                  <c:v>43719</c:v>
                </c:pt>
                <c:pt idx="619">
                  <c:v>43720</c:v>
                </c:pt>
                <c:pt idx="620">
                  <c:v>43721</c:v>
                </c:pt>
                <c:pt idx="621">
                  <c:v>43722</c:v>
                </c:pt>
                <c:pt idx="622">
                  <c:v>43723</c:v>
                </c:pt>
                <c:pt idx="623">
                  <c:v>43724</c:v>
                </c:pt>
                <c:pt idx="624">
                  <c:v>43725</c:v>
                </c:pt>
                <c:pt idx="625">
                  <c:v>43726</c:v>
                </c:pt>
                <c:pt idx="626">
                  <c:v>43727</c:v>
                </c:pt>
                <c:pt idx="627">
                  <c:v>43728</c:v>
                </c:pt>
                <c:pt idx="628">
                  <c:v>43729</c:v>
                </c:pt>
                <c:pt idx="629">
                  <c:v>43730</c:v>
                </c:pt>
                <c:pt idx="630">
                  <c:v>43731</c:v>
                </c:pt>
                <c:pt idx="631">
                  <c:v>43732</c:v>
                </c:pt>
                <c:pt idx="632">
                  <c:v>43733</c:v>
                </c:pt>
                <c:pt idx="633">
                  <c:v>43734</c:v>
                </c:pt>
                <c:pt idx="634">
                  <c:v>43735</c:v>
                </c:pt>
                <c:pt idx="635">
                  <c:v>43736</c:v>
                </c:pt>
                <c:pt idx="636">
                  <c:v>43737</c:v>
                </c:pt>
                <c:pt idx="637">
                  <c:v>43738</c:v>
                </c:pt>
                <c:pt idx="638">
                  <c:v>43739</c:v>
                </c:pt>
                <c:pt idx="639">
                  <c:v>43740</c:v>
                </c:pt>
                <c:pt idx="640">
                  <c:v>43741</c:v>
                </c:pt>
                <c:pt idx="641">
                  <c:v>43742</c:v>
                </c:pt>
                <c:pt idx="642">
                  <c:v>43743</c:v>
                </c:pt>
                <c:pt idx="643">
                  <c:v>43744</c:v>
                </c:pt>
                <c:pt idx="644">
                  <c:v>43745</c:v>
                </c:pt>
                <c:pt idx="645">
                  <c:v>43746</c:v>
                </c:pt>
                <c:pt idx="646">
                  <c:v>43747</c:v>
                </c:pt>
                <c:pt idx="647">
                  <c:v>43748</c:v>
                </c:pt>
                <c:pt idx="648">
                  <c:v>43749</c:v>
                </c:pt>
                <c:pt idx="649">
                  <c:v>43750</c:v>
                </c:pt>
                <c:pt idx="650">
                  <c:v>43751</c:v>
                </c:pt>
                <c:pt idx="651">
                  <c:v>43752</c:v>
                </c:pt>
                <c:pt idx="652">
                  <c:v>43753</c:v>
                </c:pt>
                <c:pt idx="653">
                  <c:v>43754</c:v>
                </c:pt>
                <c:pt idx="654">
                  <c:v>43755</c:v>
                </c:pt>
                <c:pt idx="655">
                  <c:v>43756</c:v>
                </c:pt>
                <c:pt idx="656">
                  <c:v>43757</c:v>
                </c:pt>
                <c:pt idx="657">
                  <c:v>43758</c:v>
                </c:pt>
                <c:pt idx="658">
                  <c:v>43759</c:v>
                </c:pt>
                <c:pt idx="659">
                  <c:v>43760</c:v>
                </c:pt>
                <c:pt idx="660">
                  <c:v>43761</c:v>
                </c:pt>
                <c:pt idx="661">
                  <c:v>43762</c:v>
                </c:pt>
                <c:pt idx="662">
                  <c:v>43763</c:v>
                </c:pt>
                <c:pt idx="663">
                  <c:v>43764</c:v>
                </c:pt>
                <c:pt idx="664">
                  <c:v>43765</c:v>
                </c:pt>
                <c:pt idx="665">
                  <c:v>43766</c:v>
                </c:pt>
                <c:pt idx="666">
                  <c:v>43767</c:v>
                </c:pt>
                <c:pt idx="667">
                  <c:v>43768</c:v>
                </c:pt>
                <c:pt idx="668">
                  <c:v>43769</c:v>
                </c:pt>
                <c:pt idx="669">
                  <c:v>43770</c:v>
                </c:pt>
                <c:pt idx="670">
                  <c:v>43771</c:v>
                </c:pt>
                <c:pt idx="671">
                  <c:v>43772</c:v>
                </c:pt>
                <c:pt idx="672">
                  <c:v>43773</c:v>
                </c:pt>
                <c:pt idx="673">
                  <c:v>43774</c:v>
                </c:pt>
                <c:pt idx="674">
                  <c:v>43775</c:v>
                </c:pt>
                <c:pt idx="675">
                  <c:v>43776</c:v>
                </c:pt>
                <c:pt idx="676">
                  <c:v>43777</c:v>
                </c:pt>
                <c:pt idx="677">
                  <c:v>43778</c:v>
                </c:pt>
                <c:pt idx="678">
                  <c:v>43779</c:v>
                </c:pt>
                <c:pt idx="679">
                  <c:v>43780</c:v>
                </c:pt>
                <c:pt idx="680">
                  <c:v>43781</c:v>
                </c:pt>
                <c:pt idx="681">
                  <c:v>43782</c:v>
                </c:pt>
                <c:pt idx="682">
                  <c:v>43783</c:v>
                </c:pt>
                <c:pt idx="683">
                  <c:v>43784</c:v>
                </c:pt>
                <c:pt idx="684">
                  <c:v>43785</c:v>
                </c:pt>
                <c:pt idx="685">
                  <c:v>43786</c:v>
                </c:pt>
                <c:pt idx="686">
                  <c:v>43787</c:v>
                </c:pt>
                <c:pt idx="687">
                  <c:v>43788</c:v>
                </c:pt>
                <c:pt idx="688">
                  <c:v>43789</c:v>
                </c:pt>
                <c:pt idx="689">
                  <c:v>43790</c:v>
                </c:pt>
                <c:pt idx="690">
                  <c:v>43791</c:v>
                </c:pt>
                <c:pt idx="691">
                  <c:v>43792</c:v>
                </c:pt>
                <c:pt idx="692">
                  <c:v>43793</c:v>
                </c:pt>
                <c:pt idx="693">
                  <c:v>43794</c:v>
                </c:pt>
                <c:pt idx="694">
                  <c:v>43795</c:v>
                </c:pt>
                <c:pt idx="695">
                  <c:v>43796</c:v>
                </c:pt>
                <c:pt idx="696">
                  <c:v>43797</c:v>
                </c:pt>
                <c:pt idx="697">
                  <c:v>43798</c:v>
                </c:pt>
                <c:pt idx="698">
                  <c:v>43799</c:v>
                </c:pt>
                <c:pt idx="699">
                  <c:v>43800</c:v>
                </c:pt>
                <c:pt idx="700">
                  <c:v>43801</c:v>
                </c:pt>
                <c:pt idx="701">
                  <c:v>43802</c:v>
                </c:pt>
                <c:pt idx="702">
                  <c:v>43803</c:v>
                </c:pt>
                <c:pt idx="703">
                  <c:v>43804</c:v>
                </c:pt>
                <c:pt idx="704">
                  <c:v>43805</c:v>
                </c:pt>
                <c:pt idx="705">
                  <c:v>43806</c:v>
                </c:pt>
                <c:pt idx="706">
                  <c:v>43807</c:v>
                </c:pt>
                <c:pt idx="707">
                  <c:v>43808</c:v>
                </c:pt>
                <c:pt idx="708">
                  <c:v>43809</c:v>
                </c:pt>
                <c:pt idx="709">
                  <c:v>43810</c:v>
                </c:pt>
                <c:pt idx="710">
                  <c:v>43811</c:v>
                </c:pt>
                <c:pt idx="711">
                  <c:v>43812</c:v>
                </c:pt>
                <c:pt idx="712">
                  <c:v>43813</c:v>
                </c:pt>
                <c:pt idx="713">
                  <c:v>43814</c:v>
                </c:pt>
                <c:pt idx="714">
                  <c:v>43815</c:v>
                </c:pt>
                <c:pt idx="715">
                  <c:v>43816</c:v>
                </c:pt>
                <c:pt idx="716">
                  <c:v>43817</c:v>
                </c:pt>
                <c:pt idx="717">
                  <c:v>43818</c:v>
                </c:pt>
                <c:pt idx="718">
                  <c:v>43819</c:v>
                </c:pt>
                <c:pt idx="719">
                  <c:v>43820</c:v>
                </c:pt>
                <c:pt idx="720">
                  <c:v>43821</c:v>
                </c:pt>
                <c:pt idx="721">
                  <c:v>43822</c:v>
                </c:pt>
                <c:pt idx="722">
                  <c:v>43823</c:v>
                </c:pt>
                <c:pt idx="723">
                  <c:v>43824</c:v>
                </c:pt>
                <c:pt idx="724">
                  <c:v>43825</c:v>
                </c:pt>
                <c:pt idx="725">
                  <c:v>43826</c:v>
                </c:pt>
                <c:pt idx="726">
                  <c:v>43827</c:v>
                </c:pt>
                <c:pt idx="727">
                  <c:v>43828</c:v>
                </c:pt>
                <c:pt idx="728">
                  <c:v>43829</c:v>
                </c:pt>
                <c:pt idx="729">
                  <c:v>43830</c:v>
                </c:pt>
                <c:pt idx="730">
                  <c:v>43831</c:v>
                </c:pt>
                <c:pt idx="731">
                  <c:v>43832</c:v>
                </c:pt>
                <c:pt idx="732">
                  <c:v>43833</c:v>
                </c:pt>
                <c:pt idx="733">
                  <c:v>43834</c:v>
                </c:pt>
                <c:pt idx="734">
                  <c:v>43835</c:v>
                </c:pt>
                <c:pt idx="735">
                  <c:v>43836</c:v>
                </c:pt>
                <c:pt idx="736">
                  <c:v>43837</c:v>
                </c:pt>
                <c:pt idx="737">
                  <c:v>43838</c:v>
                </c:pt>
                <c:pt idx="738">
                  <c:v>43839</c:v>
                </c:pt>
                <c:pt idx="739">
                  <c:v>43840</c:v>
                </c:pt>
                <c:pt idx="740">
                  <c:v>43841</c:v>
                </c:pt>
                <c:pt idx="741">
                  <c:v>43842</c:v>
                </c:pt>
                <c:pt idx="742">
                  <c:v>43843</c:v>
                </c:pt>
                <c:pt idx="743">
                  <c:v>43844</c:v>
                </c:pt>
                <c:pt idx="744">
                  <c:v>43845</c:v>
                </c:pt>
                <c:pt idx="745">
                  <c:v>43846</c:v>
                </c:pt>
                <c:pt idx="746">
                  <c:v>43847</c:v>
                </c:pt>
                <c:pt idx="747">
                  <c:v>43848</c:v>
                </c:pt>
                <c:pt idx="748">
                  <c:v>43849</c:v>
                </c:pt>
                <c:pt idx="749">
                  <c:v>43850</c:v>
                </c:pt>
                <c:pt idx="750">
                  <c:v>43851</c:v>
                </c:pt>
                <c:pt idx="751">
                  <c:v>43852</c:v>
                </c:pt>
                <c:pt idx="752">
                  <c:v>43853</c:v>
                </c:pt>
                <c:pt idx="753">
                  <c:v>43854</c:v>
                </c:pt>
                <c:pt idx="754">
                  <c:v>43855</c:v>
                </c:pt>
                <c:pt idx="755">
                  <c:v>43856</c:v>
                </c:pt>
                <c:pt idx="756">
                  <c:v>43857</c:v>
                </c:pt>
                <c:pt idx="757">
                  <c:v>43858</c:v>
                </c:pt>
                <c:pt idx="758">
                  <c:v>43859</c:v>
                </c:pt>
                <c:pt idx="759">
                  <c:v>43860</c:v>
                </c:pt>
                <c:pt idx="760">
                  <c:v>43861</c:v>
                </c:pt>
                <c:pt idx="761">
                  <c:v>43862</c:v>
                </c:pt>
                <c:pt idx="762">
                  <c:v>43863</c:v>
                </c:pt>
                <c:pt idx="763">
                  <c:v>43864</c:v>
                </c:pt>
                <c:pt idx="764">
                  <c:v>43865</c:v>
                </c:pt>
                <c:pt idx="765">
                  <c:v>43866</c:v>
                </c:pt>
                <c:pt idx="766">
                  <c:v>43867</c:v>
                </c:pt>
                <c:pt idx="767">
                  <c:v>43868</c:v>
                </c:pt>
                <c:pt idx="768">
                  <c:v>43869</c:v>
                </c:pt>
                <c:pt idx="769">
                  <c:v>43870</c:v>
                </c:pt>
                <c:pt idx="770">
                  <c:v>43871</c:v>
                </c:pt>
                <c:pt idx="771">
                  <c:v>43872</c:v>
                </c:pt>
                <c:pt idx="772">
                  <c:v>43873</c:v>
                </c:pt>
                <c:pt idx="773">
                  <c:v>43874</c:v>
                </c:pt>
                <c:pt idx="774">
                  <c:v>43875</c:v>
                </c:pt>
                <c:pt idx="775">
                  <c:v>43876</c:v>
                </c:pt>
                <c:pt idx="776">
                  <c:v>43877</c:v>
                </c:pt>
                <c:pt idx="777">
                  <c:v>43878</c:v>
                </c:pt>
                <c:pt idx="778">
                  <c:v>43879</c:v>
                </c:pt>
                <c:pt idx="779">
                  <c:v>43880</c:v>
                </c:pt>
                <c:pt idx="780">
                  <c:v>43881</c:v>
                </c:pt>
                <c:pt idx="781">
                  <c:v>43882</c:v>
                </c:pt>
                <c:pt idx="782">
                  <c:v>43883</c:v>
                </c:pt>
                <c:pt idx="783">
                  <c:v>43884</c:v>
                </c:pt>
                <c:pt idx="784">
                  <c:v>43885</c:v>
                </c:pt>
                <c:pt idx="785">
                  <c:v>43886</c:v>
                </c:pt>
                <c:pt idx="786">
                  <c:v>43887</c:v>
                </c:pt>
                <c:pt idx="787">
                  <c:v>43888</c:v>
                </c:pt>
                <c:pt idx="788">
                  <c:v>43889</c:v>
                </c:pt>
                <c:pt idx="789">
                  <c:v>43890</c:v>
                </c:pt>
                <c:pt idx="790">
                  <c:v>43891</c:v>
                </c:pt>
                <c:pt idx="791">
                  <c:v>43892</c:v>
                </c:pt>
                <c:pt idx="792">
                  <c:v>43893</c:v>
                </c:pt>
                <c:pt idx="793">
                  <c:v>43894</c:v>
                </c:pt>
                <c:pt idx="794">
                  <c:v>43895</c:v>
                </c:pt>
                <c:pt idx="795">
                  <c:v>43896</c:v>
                </c:pt>
                <c:pt idx="796">
                  <c:v>43897</c:v>
                </c:pt>
                <c:pt idx="797">
                  <c:v>43898</c:v>
                </c:pt>
                <c:pt idx="798">
                  <c:v>43899</c:v>
                </c:pt>
                <c:pt idx="799">
                  <c:v>43900</c:v>
                </c:pt>
                <c:pt idx="800">
                  <c:v>43901</c:v>
                </c:pt>
                <c:pt idx="801">
                  <c:v>43902</c:v>
                </c:pt>
                <c:pt idx="802">
                  <c:v>43903</c:v>
                </c:pt>
                <c:pt idx="803">
                  <c:v>43904</c:v>
                </c:pt>
                <c:pt idx="804">
                  <c:v>43905</c:v>
                </c:pt>
                <c:pt idx="805">
                  <c:v>43906</c:v>
                </c:pt>
                <c:pt idx="806">
                  <c:v>43907</c:v>
                </c:pt>
                <c:pt idx="807">
                  <c:v>43908</c:v>
                </c:pt>
                <c:pt idx="808">
                  <c:v>43909</c:v>
                </c:pt>
                <c:pt idx="809">
                  <c:v>43910</c:v>
                </c:pt>
                <c:pt idx="810">
                  <c:v>43911</c:v>
                </c:pt>
                <c:pt idx="811">
                  <c:v>43912</c:v>
                </c:pt>
                <c:pt idx="812">
                  <c:v>43913</c:v>
                </c:pt>
                <c:pt idx="813">
                  <c:v>43914</c:v>
                </c:pt>
                <c:pt idx="814">
                  <c:v>43915</c:v>
                </c:pt>
                <c:pt idx="815">
                  <c:v>43916</c:v>
                </c:pt>
                <c:pt idx="816">
                  <c:v>43917</c:v>
                </c:pt>
                <c:pt idx="817">
                  <c:v>43918</c:v>
                </c:pt>
                <c:pt idx="818">
                  <c:v>43919</c:v>
                </c:pt>
                <c:pt idx="819">
                  <c:v>43920</c:v>
                </c:pt>
                <c:pt idx="820">
                  <c:v>43921</c:v>
                </c:pt>
                <c:pt idx="821">
                  <c:v>43922</c:v>
                </c:pt>
                <c:pt idx="822">
                  <c:v>43923</c:v>
                </c:pt>
                <c:pt idx="823">
                  <c:v>43924</c:v>
                </c:pt>
                <c:pt idx="824">
                  <c:v>43925</c:v>
                </c:pt>
                <c:pt idx="825">
                  <c:v>43926</c:v>
                </c:pt>
                <c:pt idx="826">
                  <c:v>43927</c:v>
                </c:pt>
                <c:pt idx="827">
                  <c:v>43928</c:v>
                </c:pt>
                <c:pt idx="828">
                  <c:v>43929</c:v>
                </c:pt>
                <c:pt idx="829">
                  <c:v>43930</c:v>
                </c:pt>
                <c:pt idx="830">
                  <c:v>43931</c:v>
                </c:pt>
                <c:pt idx="831">
                  <c:v>43932</c:v>
                </c:pt>
                <c:pt idx="832">
                  <c:v>43933</c:v>
                </c:pt>
                <c:pt idx="833">
                  <c:v>43934</c:v>
                </c:pt>
                <c:pt idx="834">
                  <c:v>43935</c:v>
                </c:pt>
                <c:pt idx="835">
                  <c:v>43936</c:v>
                </c:pt>
                <c:pt idx="836">
                  <c:v>43937</c:v>
                </c:pt>
                <c:pt idx="837">
                  <c:v>43938</c:v>
                </c:pt>
                <c:pt idx="838">
                  <c:v>43939</c:v>
                </c:pt>
                <c:pt idx="839">
                  <c:v>43940</c:v>
                </c:pt>
                <c:pt idx="840">
                  <c:v>43941</c:v>
                </c:pt>
                <c:pt idx="841">
                  <c:v>43942</c:v>
                </c:pt>
                <c:pt idx="842">
                  <c:v>43943</c:v>
                </c:pt>
                <c:pt idx="843">
                  <c:v>43944</c:v>
                </c:pt>
                <c:pt idx="844">
                  <c:v>43945</c:v>
                </c:pt>
                <c:pt idx="845">
                  <c:v>43946</c:v>
                </c:pt>
                <c:pt idx="846">
                  <c:v>43947</c:v>
                </c:pt>
                <c:pt idx="847">
                  <c:v>43948</c:v>
                </c:pt>
                <c:pt idx="848">
                  <c:v>43949</c:v>
                </c:pt>
                <c:pt idx="849">
                  <c:v>43950</c:v>
                </c:pt>
                <c:pt idx="850">
                  <c:v>43951</c:v>
                </c:pt>
                <c:pt idx="851">
                  <c:v>43952</c:v>
                </c:pt>
                <c:pt idx="852">
                  <c:v>43953</c:v>
                </c:pt>
                <c:pt idx="853">
                  <c:v>43954</c:v>
                </c:pt>
                <c:pt idx="854">
                  <c:v>43955</c:v>
                </c:pt>
                <c:pt idx="855">
                  <c:v>43956</c:v>
                </c:pt>
                <c:pt idx="856">
                  <c:v>43957</c:v>
                </c:pt>
                <c:pt idx="857">
                  <c:v>43958</c:v>
                </c:pt>
                <c:pt idx="858">
                  <c:v>43959</c:v>
                </c:pt>
                <c:pt idx="859">
                  <c:v>43960</c:v>
                </c:pt>
                <c:pt idx="860">
                  <c:v>43961</c:v>
                </c:pt>
                <c:pt idx="861">
                  <c:v>43962</c:v>
                </c:pt>
                <c:pt idx="862">
                  <c:v>43963</c:v>
                </c:pt>
                <c:pt idx="863">
                  <c:v>43964</c:v>
                </c:pt>
                <c:pt idx="864">
                  <c:v>43965</c:v>
                </c:pt>
                <c:pt idx="865">
                  <c:v>43966</c:v>
                </c:pt>
                <c:pt idx="866">
                  <c:v>43967</c:v>
                </c:pt>
                <c:pt idx="867">
                  <c:v>43968</c:v>
                </c:pt>
                <c:pt idx="868">
                  <c:v>43969</c:v>
                </c:pt>
                <c:pt idx="869">
                  <c:v>43970</c:v>
                </c:pt>
                <c:pt idx="870">
                  <c:v>43971</c:v>
                </c:pt>
                <c:pt idx="871">
                  <c:v>43972</c:v>
                </c:pt>
                <c:pt idx="872">
                  <c:v>43973</c:v>
                </c:pt>
                <c:pt idx="873">
                  <c:v>43974</c:v>
                </c:pt>
                <c:pt idx="874">
                  <c:v>43975</c:v>
                </c:pt>
                <c:pt idx="875">
                  <c:v>43976</c:v>
                </c:pt>
                <c:pt idx="876">
                  <c:v>43977</c:v>
                </c:pt>
                <c:pt idx="877">
                  <c:v>43978</c:v>
                </c:pt>
                <c:pt idx="878">
                  <c:v>43979</c:v>
                </c:pt>
                <c:pt idx="879">
                  <c:v>43980</c:v>
                </c:pt>
                <c:pt idx="880">
                  <c:v>43981</c:v>
                </c:pt>
                <c:pt idx="881">
                  <c:v>43982</c:v>
                </c:pt>
                <c:pt idx="882">
                  <c:v>43983</c:v>
                </c:pt>
                <c:pt idx="883">
                  <c:v>43984</c:v>
                </c:pt>
                <c:pt idx="884">
                  <c:v>43985</c:v>
                </c:pt>
                <c:pt idx="885">
                  <c:v>43986</c:v>
                </c:pt>
                <c:pt idx="886">
                  <c:v>43987</c:v>
                </c:pt>
                <c:pt idx="887">
                  <c:v>43988</c:v>
                </c:pt>
                <c:pt idx="888">
                  <c:v>43989</c:v>
                </c:pt>
                <c:pt idx="889">
                  <c:v>43990</c:v>
                </c:pt>
                <c:pt idx="890">
                  <c:v>43991</c:v>
                </c:pt>
                <c:pt idx="891">
                  <c:v>43992</c:v>
                </c:pt>
                <c:pt idx="892">
                  <c:v>43993</c:v>
                </c:pt>
                <c:pt idx="893">
                  <c:v>43994</c:v>
                </c:pt>
                <c:pt idx="894">
                  <c:v>43995</c:v>
                </c:pt>
                <c:pt idx="895">
                  <c:v>43996</c:v>
                </c:pt>
                <c:pt idx="896">
                  <c:v>43997</c:v>
                </c:pt>
                <c:pt idx="897">
                  <c:v>43998</c:v>
                </c:pt>
                <c:pt idx="898">
                  <c:v>43999</c:v>
                </c:pt>
                <c:pt idx="899">
                  <c:v>44000</c:v>
                </c:pt>
                <c:pt idx="900">
                  <c:v>44001</c:v>
                </c:pt>
                <c:pt idx="901">
                  <c:v>44002</c:v>
                </c:pt>
                <c:pt idx="902">
                  <c:v>44003</c:v>
                </c:pt>
                <c:pt idx="903">
                  <c:v>44004</c:v>
                </c:pt>
                <c:pt idx="904">
                  <c:v>44005</c:v>
                </c:pt>
                <c:pt idx="905">
                  <c:v>44006</c:v>
                </c:pt>
                <c:pt idx="906">
                  <c:v>44007</c:v>
                </c:pt>
                <c:pt idx="907">
                  <c:v>44008</c:v>
                </c:pt>
                <c:pt idx="908">
                  <c:v>44009</c:v>
                </c:pt>
                <c:pt idx="909">
                  <c:v>44010</c:v>
                </c:pt>
                <c:pt idx="910">
                  <c:v>44011</c:v>
                </c:pt>
                <c:pt idx="911">
                  <c:v>44012</c:v>
                </c:pt>
                <c:pt idx="912">
                  <c:v>44013</c:v>
                </c:pt>
                <c:pt idx="913">
                  <c:v>44014</c:v>
                </c:pt>
                <c:pt idx="914">
                  <c:v>44015</c:v>
                </c:pt>
                <c:pt idx="915">
                  <c:v>44016</c:v>
                </c:pt>
                <c:pt idx="916">
                  <c:v>44017</c:v>
                </c:pt>
                <c:pt idx="917">
                  <c:v>44018</c:v>
                </c:pt>
                <c:pt idx="918">
                  <c:v>44019</c:v>
                </c:pt>
                <c:pt idx="919">
                  <c:v>44020</c:v>
                </c:pt>
                <c:pt idx="920">
                  <c:v>44021</c:v>
                </c:pt>
                <c:pt idx="921">
                  <c:v>44022</c:v>
                </c:pt>
                <c:pt idx="922">
                  <c:v>44023</c:v>
                </c:pt>
                <c:pt idx="923">
                  <c:v>44024</c:v>
                </c:pt>
                <c:pt idx="924">
                  <c:v>44025</c:v>
                </c:pt>
                <c:pt idx="925">
                  <c:v>44026</c:v>
                </c:pt>
                <c:pt idx="926">
                  <c:v>44027</c:v>
                </c:pt>
                <c:pt idx="927">
                  <c:v>44028</c:v>
                </c:pt>
                <c:pt idx="928">
                  <c:v>44029</c:v>
                </c:pt>
                <c:pt idx="929">
                  <c:v>44030</c:v>
                </c:pt>
                <c:pt idx="930">
                  <c:v>44031</c:v>
                </c:pt>
                <c:pt idx="931">
                  <c:v>44032</c:v>
                </c:pt>
                <c:pt idx="932">
                  <c:v>44033</c:v>
                </c:pt>
                <c:pt idx="933">
                  <c:v>44034</c:v>
                </c:pt>
                <c:pt idx="934">
                  <c:v>44035</c:v>
                </c:pt>
                <c:pt idx="935">
                  <c:v>44036</c:v>
                </c:pt>
                <c:pt idx="936">
                  <c:v>44037</c:v>
                </c:pt>
                <c:pt idx="937">
                  <c:v>44038</c:v>
                </c:pt>
                <c:pt idx="938">
                  <c:v>44039</c:v>
                </c:pt>
                <c:pt idx="939">
                  <c:v>44040</c:v>
                </c:pt>
                <c:pt idx="940">
                  <c:v>44041</c:v>
                </c:pt>
                <c:pt idx="941">
                  <c:v>44042</c:v>
                </c:pt>
                <c:pt idx="942">
                  <c:v>44043</c:v>
                </c:pt>
                <c:pt idx="943">
                  <c:v>44044</c:v>
                </c:pt>
                <c:pt idx="944">
                  <c:v>44045</c:v>
                </c:pt>
                <c:pt idx="945">
                  <c:v>44046</c:v>
                </c:pt>
                <c:pt idx="946">
                  <c:v>44047</c:v>
                </c:pt>
                <c:pt idx="947">
                  <c:v>44048</c:v>
                </c:pt>
                <c:pt idx="948">
                  <c:v>44049</c:v>
                </c:pt>
                <c:pt idx="949">
                  <c:v>44050</c:v>
                </c:pt>
                <c:pt idx="950">
                  <c:v>44051</c:v>
                </c:pt>
                <c:pt idx="951">
                  <c:v>44052</c:v>
                </c:pt>
                <c:pt idx="952">
                  <c:v>44053</c:v>
                </c:pt>
                <c:pt idx="953">
                  <c:v>44054</c:v>
                </c:pt>
                <c:pt idx="954">
                  <c:v>44055</c:v>
                </c:pt>
                <c:pt idx="955">
                  <c:v>44056</c:v>
                </c:pt>
                <c:pt idx="956">
                  <c:v>44057</c:v>
                </c:pt>
                <c:pt idx="957">
                  <c:v>44058</c:v>
                </c:pt>
                <c:pt idx="958">
                  <c:v>44059</c:v>
                </c:pt>
                <c:pt idx="959">
                  <c:v>44060</c:v>
                </c:pt>
                <c:pt idx="960">
                  <c:v>44061</c:v>
                </c:pt>
                <c:pt idx="961">
                  <c:v>44062</c:v>
                </c:pt>
                <c:pt idx="962">
                  <c:v>44063</c:v>
                </c:pt>
                <c:pt idx="963">
                  <c:v>44064</c:v>
                </c:pt>
                <c:pt idx="964">
                  <c:v>44065</c:v>
                </c:pt>
                <c:pt idx="965">
                  <c:v>44066</c:v>
                </c:pt>
                <c:pt idx="966">
                  <c:v>44067</c:v>
                </c:pt>
                <c:pt idx="967">
                  <c:v>44068</c:v>
                </c:pt>
                <c:pt idx="968">
                  <c:v>44069</c:v>
                </c:pt>
                <c:pt idx="969">
                  <c:v>44070</c:v>
                </c:pt>
                <c:pt idx="970">
                  <c:v>44071</c:v>
                </c:pt>
                <c:pt idx="971">
                  <c:v>44072</c:v>
                </c:pt>
                <c:pt idx="972">
                  <c:v>44073</c:v>
                </c:pt>
                <c:pt idx="973">
                  <c:v>44074</c:v>
                </c:pt>
                <c:pt idx="974">
                  <c:v>44075</c:v>
                </c:pt>
                <c:pt idx="975">
                  <c:v>44076</c:v>
                </c:pt>
                <c:pt idx="976">
                  <c:v>44077</c:v>
                </c:pt>
                <c:pt idx="977">
                  <c:v>44078</c:v>
                </c:pt>
                <c:pt idx="978">
                  <c:v>44079</c:v>
                </c:pt>
                <c:pt idx="979">
                  <c:v>44080</c:v>
                </c:pt>
                <c:pt idx="980">
                  <c:v>44081</c:v>
                </c:pt>
                <c:pt idx="981">
                  <c:v>44082</c:v>
                </c:pt>
                <c:pt idx="982">
                  <c:v>44083</c:v>
                </c:pt>
                <c:pt idx="983">
                  <c:v>44084</c:v>
                </c:pt>
                <c:pt idx="984">
                  <c:v>44085</c:v>
                </c:pt>
                <c:pt idx="985">
                  <c:v>44086</c:v>
                </c:pt>
                <c:pt idx="986">
                  <c:v>44087</c:v>
                </c:pt>
                <c:pt idx="987">
                  <c:v>44088</c:v>
                </c:pt>
                <c:pt idx="988">
                  <c:v>44089</c:v>
                </c:pt>
                <c:pt idx="989">
                  <c:v>44090</c:v>
                </c:pt>
                <c:pt idx="990">
                  <c:v>44091</c:v>
                </c:pt>
                <c:pt idx="991">
                  <c:v>44092</c:v>
                </c:pt>
                <c:pt idx="992">
                  <c:v>44093</c:v>
                </c:pt>
                <c:pt idx="993">
                  <c:v>44094</c:v>
                </c:pt>
                <c:pt idx="994">
                  <c:v>44095</c:v>
                </c:pt>
                <c:pt idx="995">
                  <c:v>44096</c:v>
                </c:pt>
                <c:pt idx="996">
                  <c:v>44097</c:v>
                </c:pt>
                <c:pt idx="997">
                  <c:v>44098</c:v>
                </c:pt>
                <c:pt idx="998">
                  <c:v>44099</c:v>
                </c:pt>
                <c:pt idx="999">
                  <c:v>44100</c:v>
                </c:pt>
                <c:pt idx="1000">
                  <c:v>44101</c:v>
                </c:pt>
                <c:pt idx="1001">
                  <c:v>44102</c:v>
                </c:pt>
                <c:pt idx="1002">
                  <c:v>44103</c:v>
                </c:pt>
                <c:pt idx="1003">
                  <c:v>44104</c:v>
                </c:pt>
                <c:pt idx="1004">
                  <c:v>44105</c:v>
                </c:pt>
                <c:pt idx="1005">
                  <c:v>44106</c:v>
                </c:pt>
                <c:pt idx="1006">
                  <c:v>44107</c:v>
                </c:pt>
                <c:pt idx="1007">
                  <c:v>44108</c:v>
                </c:pt>
                <c:pt idx="1008">
                  <c:v>44109</c:v>
                </c:pt>
                <c:pt idx="1009">
                  <c:v>44110</c:v>
                </c:pt>
                <c:pt idx="1010">
                  <c:v>44111</c:v>
                </c:pt>
                <c:pt idx="1011">
                  <c:v>44112</c:v>
                </c:pt>
                <c:pt idx="1012">
                  <c:v>44113</c:v>
                </c:pt>
                <c:pt idx="1013">
                  <c:v>44114</c:v>
                </c:pt>
                <c:pt idx="1014">
                  <c:v>44115</c:v>
                </c:pt>
                <c:pt idx="1015">
                  <c:v>44116</c:v>
                </c:pt>
                <c:pt idx="1016">
                  <c:v>44117</c:v>
                </c:pt>
                <c:pt idx="1017">
                  <c:v>44118</c:v>
                </c:pt>
                <c:pt idx="1018">
                  <c:v>44119</c:v>
                </c:pt>
                <c:pt idx="1019">
                  <c:v>44120</c:v>
                </c:pt>
                <c:pt idx="1020">
                  <c:v>44121</c:v>
                </c:pt>
                <c:pt idx="1021">
                  <c:v>44122</c:v>
                </c:pt>
                <c:pt idx="1022">
                  <c:v>44123</c:v>
                </c:pt>
                <c:pt idx="1023">
                  <c:v>44124</c:v>
                </c:pt>
                <c:pt idx="1024">
                  <c:v>44125</c:v>
                </c:pt>
                <c:pt idx="1025">
                  <c:v>44126</c:v>
                </c:pt>
                <c:pt idx="1026">
                  <c:v>44127</c:v>
                </c:pt>
                <c:pt idx="1027">
                  <c:v>44128</c:v>
                </c:pt>
                <c:pt idx="1028">
                  <c:v>44129</c:v>
                </c:pt>
                <c:pt idx="1029">
                  <c:v>44130</c:v>
                </c:pt>
                <c:pt idx="1030">
                  <c:v>44131</c:v>
                </c:pt>
                <c:pt idx="1031">
                  <c:v>44132</c:v>
                </c:pt>
                <c:pt idx="1032">
                  <c:v>44133</c:v>
                </c:pt>
                <c:pt idx="1033">
                  <c:v>44134</c:v>
                </c:pt>
                <c:pt idx="1034">
                  <c:v>44135</c:v>
                </c:pt>
                <c:pt idx="1035">
                  <c:v>44136</c:v>
                </c:pt>
                <c:pt idx="1036">
                  <c:v>44137</c:v>
                </c:pt>
                <c:pt idx="1037">
                  <c:v>44138</c:v>
                </c:pt>
                <c:pt idx="1038">
                  <c:v>44139</c:v>
                </c:pt>
                <c:pt idx="1039">
                  <c:v>44140</c:v>
                </c:pt>
                <c:pt idx="1040">
                  <c:v>44141</c:v>
                </c:pt>
                <c:pt idx="1041">
                  <c:v>44142</c:v>
                </c:pt>
                <c:pt idx="1042">
                  <c:v>44143</c:v>
                </c:pt>
                <c:pt idx="1043">
                  <c:v>44144</c:v>
                </c:pt>
                <c:pt idx="1044">
                  <c:v>44145</c:v>
                </c:pt>
                <c:pt idx="1045">
                  <c:v>44146</c:v>
                </c:pt>
                <c:pt idx="1046">
                  <c:v>44147</c:v>
                </c:pt>
                <c:pt idx="1047">
                  <c:v>44148</c:v>
                </c:pt>
                <c:pt idx="1048">
                  <c:v>44149</c:v>
                </c:pt>
                <c:pt idx="1049">
                  <c:v>44150</c:v>
                </c:pt>
                <c:pt idx="1050">
                  <c:v>44151</c:v>
                </c:pt>
                <c:pt idx="1051">
                  <c:v>44152</c:v>
                </c:pt>
                <c:pt idx="1052">
                  <c:v>44153</c:v>
                </c:pt>
                <c:pt idx="1053">
                  <c:v>44154</c:v>
                </c:pt>
                <c:pt idx="1054">
                  <c:v>44155</c:v>
                </c:pt>
                <c:pt idx="1055">
                  <c:v>44156</c:v>
                </c:pt>
                <c:pt idx="1056">
                  <c:v>44157</c:v>
                </c:pt>
                <c:pt idx="1057">
                  <c:v>44158</c:v>
                </c:pt>
                <c:pt idx="1058">
                  <c:v>44159</c:v>
                </c:pt>
                <c:pt idx="1059">
                  <c:v>44160</c:v>
                </c:pt>
                <c:pt idx="1060">
                  <c:v>44161</c:v>
                </c:pt>
                <c:pt idx="1061">
                  <c:v>44162</c:v>
                </c:pt>
                <c:pt idx="1062">
                  <c:v>44163</c:v>
                </c:pt>
                <c:pt idx="1063">
                  <c:v>44164</c:v>
                </c:pt>
                <c:pt idx="1064">
                  <c:v>44165</c:v>
                </c:pt>
                <c:pt idx="1065">
                  <c:v>44166</c:v>
                </c:pt>
                <c:pt idx="1066">
                  <c:v>44167</c:v>
                </c:pt>
                <c:pt idx="1067">
                  <c:v>44168</c:v>
                </c:pt>
                <c:pt idx="1068">
                  <c:v>44169</c:v>
                </c:pt>
                <c:pt idx="1069">
                  <c:v>44170</c:v>
                </c:pt>
                <c:pt idx="1070">
                  <c:v>44171</c:v>
                </c:pt>
                <c:pt idx="1071">
                  <c:v>44172</c:v>
                </c:pt>
                <c:pt idx="1072">
                  <c:v>44173</c:v>
                </c:pt>
                <c:pt idx="1073">
                  <c:v>44174</c:v>
                </c:pt>
                <c:pt idx="1074">
                  <c:v>44175</c:v>
                </c:pt>
                <c:pt idx="1075">
                  <c:v>44176</c:v>
                </c:pt>
                <c:pt idx="1076">
                  <c:v>44177</c:v>
                </c:pt>
                <c:pt idx="1077">
                  <c:v>44178</c:v>
                </c:pt>
                <c:pt idx="1078">
                  <c:v>44179</c:v>
                </c:pt>
                <c:pt idx="1079">
                  <c:v>44180</c:v>
                </c:pt>
                <c:pt idx="1080">
                  <c:v>44181</c:v>
                </c:pt>
                <c:pt idx="1081">
                  <c:v>44182</c:v>
                </c:pt>
                <c:pt idx="1082">
                  <c:v>44183</c:v>
                </c:pt>
                <c:pt idx="1083">
                  <c:v>44184</c:v>
                </c:pt>
                <c:pt idx="1084">
                  <c:v>44185</c:v>
                </c:pt>
                <c:pt idx="1085">
                  <c:v>44186</c:v>
                </c:pt>
                <c:pt idx="1086">
                  <c:v>44187</c:v>
                </c:pt>
                <c:pt idx="1087">
                  <c:v>44188</c:v>
                </c:pt>
                <c:pt idx="1088">
                  <c:v>44189</c:v>
                </c:pt>
                <c:pt idx="1089">
                  <c:v>44190</c:v>
                </c:pt>
                <c:pt idx="1090">
                  <c:v>44191</c:v>
                </c:pt>
                <c:pt idx="1091">
                  <c:v>44192</c:v>
                </c:pt>
                <c:pt idx="1092">
                  <c:v>44193</c:v>
                </c:pt>
                <c:pt idx="1093">
                  <c:v>44194</c:v>
                </c:pt>
                <c:pt idx="1094">
                  <c:v>44195</c:v>
                </c:pt>
                <c:pt idx="1095">
                  <c:v>44196</c:v>
                </c:pt>
                <c:pt idx="1096">
                  <c:v>44197</c:v>
                </c:pt>
                <c:pt idx="1097">
                  <c:v>44198</c:v>
                </c:pt>
                <c:pt idx="1098">
                  <c:v>44199</c:v>
                </c:pt>
                <c:pt idx="1099">
                  <c:v>44200</c:v>
                </c:pt>
                <c:pt idx="1100">
                  <c:v>44201</c:v>
                </c:pt>
                <c:pt idx="1101">
                  <c:v>44202</c:v>
                </c:pt>
                <c:pt idx="1102">
                  <c:v>44203</c:v>
                </c:pt>
                <c:pt idx="1103">
                  <c:v>44204</c:v>
                </c:pt>
                <c:pt idx="1104">
                  <c:v>44205</c:v>
                </c:pt>
                <c:pt idx="1105">
                  <c:v>44206</c:v>
                </c:pt>
                <c:pt idx="1106">
                  <c:v>44207</c:v>
                </c:pt>
                <c:pt idx="1107">
                  <c:v>44208</c:v>
                </c:pt>
                <c:pt idx="1108">
                  <c:v>44209</c:v>
                </c:pt>
                <c:pt idx="1109">
                  <c:v>44210</c:v>
                </c:pt>
                <c:pt idx="1110">
                  <c:v>44211</c:v>
                </c:pt>
                <c:pt idx="1111">
                  <c:v>44212</c:v>
                </c:pt>
                <c:pt idx="1112">
                  <c:v>44213</c:v>
                </c:pt>
                <c:pt idx="1113">
                  <c:v>44214</c:v>
                </c:pt>
                <c:pt idx="1114">
                  <c:v>44215</c:v>
                </c:pt>
                <c:pt idx="1115">
                  <c:v>44216</c:v>
                </c:pt>
                <c:pt idx="1116">
                  <c:v>44217</c:v>
                </c:pt>
                <c:pt idx="1117">
                  <c:v>44218</c:v>
                </c:pt>
                <c:pt idx="1118">
                  <c:v>44219</c:v>
                </c:pt>
                <c:pt idx="1119">
                  <c:v>44220</c:v>
                </c:pt>
                <c:pt idx="1120">
                  <c:v>44221</c:v>
                </c:pt>
                <c:pt idx="1121">
                  <c:v>44222</c:v>
                </c:pt>
                <c:pt idx="1122">
                  <c:v>44223</c:v>
                </c:pt>
                <c:pt idx="1123">
                  <c:v>44224</c:v>
                </c:pt>
                <c:pt idx="1124">
                  <c:v>44225</c:v>
                </c:pt>
                <c:pt idx="1125">
                  <c:v>44226</c:v>
                </c:pt>
                <c:pt idx="1126">
                  <c:v>44227</c:v>
                </c:pt>
                <c:pt idx="1127">
                  <c:v>44228</c:v>
                </c:pt>
                <c:pt idx="1128">
                  <c:v>44229</c:v>
                </c:pt>
                <c:pt idx="1129">
                  <c:v>44230</c:v>
                </c:pt>
                <c:pt idx="1130">
                  <c:v>44231</c:v>
                </c:pt>
                <c:pt idx="1131">
                  <c:v>44232</c:v>
                </c:pt>
                <c:pt idx="1132">
                  <c:v>44233</c:v>
                </c:pt>
                <c:pt idx="1133">
                  <c:v>44234</c:v>
                </c:pt>
                <c:pt idx="1134">
                  <c:v>44235</c:v>
                </c:pt>
                <c:pt idx="1135">
                  <c:v>44236</c:v>
                </c:pt>
                <c:pt idx="1136">
                  <c:v>44237</c:v>
                </c:pt>
                <c:pt idx="1137">
                  <c:v>44238</c:v>
                </c:pt>
                <c:pt idx="1138">
                  <c:v>44239</c:v>
                </c:pt>
                <c:pt idx="1139">
                  <c:v>44240</c:v>
                </c:pt>
                <c:pt idx="1140">
                  <c:v>44241</c:v>
                </c:pt>
                <c:pt idx="1141">
                  <c:v>44242</c:v>
                </c:pt>
                <c:pt idx="1142">
                  <c:v>44243</c:v>
                </c:pt>
                <c:pt idx="1143">
                  <c:v>44244</c:v>
                </c:pt>
                <c:pt idx="1144">
                  <c:v>44245</c:v>
                </c:pt>
                <c:pt idx="1145">
                  <c:v>44246</c:v>
                </c:pt>
                <c:pt idx="1146">
                  <c:v>44247</c:v>
                </c:pt>
                <c:pt idx="1147">
                  <c:v>44248</c:v>
                </c:pt>
                <c:pt idx="1148">
                  <c:v>44249</c:v>
                </c:pt>
                <c:pt idx="1149">
                  <c:v>44250</c:v>
                </c:pt>
                <c:pt idx="1150">
                  <c:v>44251</c:v>
                </c:pt>
                <c:pt idx="1151">
                  <c:v>44252</c:v>
                </c:pt>
                <c:pt idx="1152">
                  <c:v>44253</c:v>
                </c:pt>
                <c:pt idx="1153">
                  <c:v>44254</c:v>
                </c:pt>
                <c:pt idx="1154">
                  <c:v>44255</c:v>
                </c:pt>
                <c:pt idx="1155">
                  <c:v>44256</c:v>
                </c:pt>
                <c:pt idx="1156">
                  <c:v>44257</c:v>
                </c:pt>
                <c:pt idx="1157">
                  <c:v>44258</c:v>
                </c:pt>
                <c:pt idx="1158">
                  <c:v>44259</c:v>
                </c:pt>
                <c:pt idx="1159">
                  <c:v>44260</c:v>
                </c:pt>
                <c:pt idx="1160">
                  <c:v>44261</c:v>
                </c:pt>
                <c:pt idx="1161">
                  <c:v>44262</c:v>
                </c:pt>
                <c:pt idx="1162">
                  <c:v>44263</c:v>
                </c:pt>
                <c:pt idx="1163">
                  <c:v>44264</c:v>
                </c:pt>
                <c:pt idx="1164">
                  <c:v>44265</c:v>
                </c:pt>
                <c:pt idx="1165">
                  <c:v>44266</c:v>
                </c:pt>
                <c:pt idx="1166">
                  <c:v>44267</c:v>
                </c:pt>
                <c:pt idx="1167">
                  <c:v>44268</c:v>
                </c:pt>
                <c:pt idx="1168">
                  <c:v>44269</c:v>
                </c:pt>
                <c:pt idx="1169">
                  <c:v>44270</c:v>
                </c:pt>
                <c:pt idx="1170">
                  <c:v>44271</c:v>
                </c:pt>
                <c:pt idx="1171">
                  <c:v>44272</c:v>
                </c:pt>
                <c:pt idx="1172">
                  <c:v>44273</c:v>
                </c:pt>
                <c:pt idx="1173">
                  <c:v>44274</c:v>
                </c:pt>
                <c:pt idx="1174">
                  <c:v>44275</c:v>
                </c:pt>
                <c:pt idx="1175">
                  <c:v>44276</c:v>
                </c:pt>
                <c:pt idx="1176">
                  <c:v>44277</c:v>
                </c:pt>
                <c:pt idx="1177">
                  <c:v>44278</c:v>
                </c:pt>
                <c:pt idx="1178">
                  <c:v>44279</c:v>
                </c:pt>
                <c:pt idx="1179">
                  <c:v>44280</c:v>
                </c:pt>
                <c:pt idx="1180">
                  <c:v>44281</c:v>
                </c:pt>
                <c:pt idx="1181">
                  <c:v>44282</c:v>
                </c:pt>
                <c:pt idx="1182">
                  <c:v>44283</c:v>
                </c:pt>
                <c:pt idx="1183">
                  <c:v>44284</c:v>
                </c:pt>
                <c:pt idx="1184">
                  <c:v>44285</c:v>
                </c:pt>
                <c:pt idx="1185">
                  <c:v>44286</c:v>
                </c:pt>
                <c:pt idx="1186">
                  <c:v>44287</c:v>
                </c:pt>
                <c:pt idx="1187">
                  <c:v>44288</c:v>
                </c:pt>
                <c:pt idx="1188">
                  <c:v>44289</c:v>
                </c:pt>
                <c:pt idx="1189">
                  <c:v>44290</c:v>
                </c:pt>
                <c:pt idx="1190">
                  <c:v>44291</c:v>
                </c:pt>
                <c:pt idx="1191">
                  <c:v>44292</c:v>
                </c:pt>
                <c:pt idx="1192">
                  <c:v>44293</c:v>
                </c:pt>
                <c:pt idx="1193">
                  <c:v>44294</c:v>
                </c:pt>
                <c:pt idx="1194">
                  <c:v>44295</c:v>
                </c:pt>
                <c:pt idx="1195">
                  <c:v>44296</c:v>
                </c:pt>
                <c:pt idx="1196">
                  <c:v>44297</c:v>
                </c:pt>
                <c:pt idx="1197">
                  <c:v>44298</c:v>
                </c:pt>
                <c:pt idx="1198">
                  <c:v>44299</c:v>
                </c:pt>
                <c:pt idx="1199">
                  <c:v>44300</c:v>
                </c:pt>
                <c:pt idx="1200">
                  <c:v>44301</c:v>
                </c:pt>
                <c:pt idx="1201">
                  <c:v>44302</c:v>
                </c:pt>
                <c:pt idx="1202">
                  <c:v>44303</c:v>
                </c:pt>
                <c:pt idx="1203">
                  <c:v>44304</c:v>
                </c:pt>
                <c:pt idx="1204">
                  <c:v>44305</c:v>
                </c:pt>
                <c:pt idx="1205">
                  <c:v>44306</c:v>
                </c:pt>
                <c:pt idx="1206">
                  <c:v>44307</c:v>
                </c:pt>
                <c:pt idx="1207">
                  <c:v>44308</c:v>
                </c:pt>
                <c:pt idx="1208">
                  <c:v>44309</c:v>
                </c:pt>
                <c:pt idx="1209">
                  <c:v>44310</c:v>
                </c:pt>
                <c:pt idx="1210">
                  <c:v>44311</c:v>
                </c:pt>
                <c:pt idx="1211">
                  <c:v>44312</c:v>
                </c:pt>
                <c:pt idx="1212">
                  <c:v>44313</c:v>
                </c:pt>
                <c:pt idx="1213">
                  <c:v>44314</c:v>
                </c:pt>
                <c:pt idx="1214">
                  <c:v>44315</c:v>
                </c:pt>
                <c:pt idx="1215">
                  <c:v>44316</c:v>
                </c:pt>
                <c:pt idx="1216">
                  <c:v>44317</c:v>
                </c:pt>
                <c:pt idx="1217">
                  <c:v>44318</c:v>
                </c:pt>
                <c:pt idx="1218">
                  <c:v>44319</c:v>
                </c:pt>
                <c:pt idx="1219">
                  <c:v>44320</c:v>
                </c:pt>
                <c:pt idx="1220">
                  <c:v>44321</c:v>
                </c:pt>
                <c:pt idx="1221">
                  <c:v>44322</c:v>
                </c:pt>
                <c:pt idx="1222">
                  <c:v>44323</c:v>
                </c:pt>
                <c:pt idx="1223">
                  <c:v>44324</c:v>
                </c:pt>
                <c:pt idx="1224">
                  <c:v>44325</c:v>
                </c:pt>
                <c:pt idx="1225">
                  <c:v>44326</c:v>
                </c:pt>
                <c:pt idx="1226">
                  <c:v>44327</c:v>
                </c:pt>
                <c:pt idx="1227">
                  <c:v>44328</c:v>
                </c:pt>
                <c:pt idx="1228">
                  <c:v>44329</c:v>
                </c:pt>
                <c:pt idx="1229">
                  <c:v>44330</c:v>
                </c:pt>
                <c:pt idx="1230">
                  <c:v>44331</c:v>
                </c:pt>
                <c:pt idx="1231">
                  <c:v>44332</c:v>
                </c:pt>
                <c:pt idx="1232">
                  <c:v>44333</c:v>
                </c:pt>
                <c:pt idx="1233">
                  <c:v>44334</c:v>
                </c:pt>
                <c:pt idx="1234">
                  <c:v>44335</c:v>
                </c:pt>
                <c:pt idx="1235">
                  <c:v>44336</c:v>
                </c:pt>
                <c:pt idx="1236">
                  <c:v>44337</c:v>
                </c:pt>
                <c:pt idx="1237">
                  <c:v>44338</c:v>
                </c:pt>
                <c:pt idx="1238">
                  <c:v>44339</c:v>
                </c:pt>
                <c:pt idx="1239">
                  <c:v>44340</c:v>
                </c:pt>
                <c:pt idx="1240">
                  <c:v>44341</c:v>
                </c:pt>
                <c:pt idx="1241">
                  <c:v>44342</c:v>
                </c:pt>
                <c:pt idx="1242">
                  <c:v>44343</c:v>
                </c:pt>
                <c:pt idx="1243">
                  <c:v>44344</c:v>
                </c:pt>
                <c:pt idx="1244">
                  <c:v>44345</c:v>
                </c:pt>
                <c:pt idx="1245">
                  <c:v>44346</c:v>
                </c:pt>
                <c:pt idx="1246">
                  <c:v>44347</c:v>
                </c:pt>
                <c:pt idx="1247">
                  <c:v>44348</c:v>
                </c:pt>
                <c:pt idx="1248">
                  <c:v>44349</c:v>
                </c:pt>
                <c:pt idx="1249">
                  <c:v>44350</c:v>
                </c:pt>
                <c:pt idx="1250">
                  <c:v>44351</c:v>
                </c:pt>
                <c:pt idx="1251">
                  <c:v>44352</c:v>
                </c:pt>
                <c:pt idx="1252">
                  <c:v>44353</c:v>
                </c:pt>
                <c:pt idx="1253">
                  <c:v>44354</c:v>
                </c:pt>
                <c:pt idx="1254">
                  <c:v>44355</c:v>
                </c:pt>
                <c:pt idx="1255">
                  <c:v>44356</c:v>
                </c:pt>
                <c:pt idx="1256">
                  <c:v>44357</c:v>
                </c:pt>
                <c:pt idx="1257">
                  <c:v>44358</c:v>
                </c:pt>
                <c:pt idx="1258">
                  <c:v>44359</c:v>
                </c:pt>
                <c:pt idx="1259">
                  <c:v>44360</c:v>
                </c:pt>
                <c:pt idx="1260">
                  <c:v>44361</c:v>
                </c:pt>
                <c:pt idx="1261">
                  <c:v>44362</c:v>
                </c:pt>
                <c:pt idx="1262">
                  <c:v>44363</c:v>
                </c:pt>
                <c:pt idx="1263">
                  <c:v>44364</c:v>
                </c:pt>
                <c:pt idx="1264">
                  <c:v>44365</c:v>
                </c:pt>
                <c:pt idx="1265">
                  <c:v>44366</c:v>
                </c:pt>
                <c:pt idx="1266">
                  <c:v>44367</c:v>
                </c:pt>
                <c:pt idx="1267">
                  <c:v>44368</c:v>
                </c:pt>
                <c:pt idx="1268">
                  <c:v>44369</c:v>
                </c:pt>
                <c:pt idx="1269">
                  <c:v>44370</c:v>
                </c:pt>
                <c:pt idx="1270">
                  <c:v>44371</c:v>
                </c:pt>
                <c:pt idx="1271">
                  <c:v>44372</c:v>
                </c:pt>
                <c:pt idx="1272">
                  <c:v>44373</c:v>
                </c:pt>
                <c:pt idx="1273">
                  <c:v>44374</c:v>
                </c:pt>
                <c:pt idx="1274">
                  <c:v>44375</c:v>
                </c:pt>
                <c:pt idx="1275">
                  <c:v>44376</c:v>
                </c:pt>
                <c:pt idx="1276">
                  <c:v>44377</c:v>
                </c:pt>
                <c:pt idx="1277">
                  <c:v>44378</c:v>
                </c:pt>
                <c:pt idx="1278">
                  <c:v>44379</c:v>
                </c:pt>
                <c:pt idx="1279">
                  <c:v>44380</c:v>
                </c:pt>
                <c:pt idx="1280">
                  <c:v>44381</c:v>
                </c:pt>
                <c:pt idx="1281">
                  <c:v>44382</c:v>
                </c:pt>
                <c:pt idx="1282">
                  <c:v>44383</c:v>
                </c:pt>
                <c:pt idx="1283">
                  <c:v>44384</c:v>
                </c:pt>
                <c:pt idx="1284">
                  <c:v>44385</c:v>
                </c:pt>
                <c:pt idx="1285">
                  <c:v>44386</c:v>
                </c:pt>
                <c:pt idx="1286">
                  <c:v>44387</c:v>
                </c:pt>
                <c:pt idx="1287">
                  <c:v>44388</c:v>
                </c:pt>
                <c:pt idx="1288">
                  <c:v>44389</c:v>
                </c:pt>
                <c:pt idx="1289">
                  <c:v>44390</c:v>
                </c:pt>
                <c:pt idx="1290">
                  <c:v>44391</c:v>
                </c:pt>
                <c:pt idx="1291">
                  <c:v>44392</c:v>
                </c:pt>
                <c:pt idx="1292">
                  <c:v>44393</c:v>
                </c:pt>
                <c:pt idx="1293">
                  <c:v>44394</c:v>
                </c:pt>
                <c:pt idx="1294">
                  <c:v>44395</c:v>
                </c:pt>
                <c:pt idx="1295">
                  <c:v>44396</c:v>
                </c:pt>
                <c:pt idx="1296">
                  <c:v>44397</c:v>
                </c:pt>
                <c:pt idx="1297">
                  <c:v>44398</c:v>
                </c:pt>
                <c:pt idx="1298">
                  <c:v>44399</c:v>
                </c:pt>
                <c:pt idx="1299">
                  <c:v>44400</c:v>
                </c:pt>
                <c:pt idx="1300">
                  <c:v>44401</c:v>
                </c:pt>
                <c:pt idx="1301">
                  <c:v>44402</c:v>
                </c:pt>
                <c:pt idx="1302">
                  <c:v>44403</c:v>
                </c:pt>
                <c:pt idx="1303">
                  <c:v>44404</c:v>
                </c:pt>
                <c:pt idx="1304">
                  <c:v>44405</c:v>
                </c:pt>
                <c:pt idx="1305">
                  <c:v>44406</c:v>
                </c:pt>
                <c:pt idx="1306">
                  <c:v>44407</c:v>
                </c:pt>
                <c:pt idx="1307">
                  <c:v>44408</c:v>
                </c:pt>
                <c:pt idx="1308">
                  <c:v>44409</c:v>
                </c:pt>
                <c:pt idx="1309">
                  <c:v>44410</c:v>
                </c:pt>
                <c:pt idx="1310">
                  <c:v>44411</c:v>
                </c:pt>
                <c:pt idx="1311">
                  <c:v>44412</c:v>
                </c:pt>
                <c:pt idx="1312">
                  <c:v>44413</c:v>
                </c:pt>
                <c:pt idx="1313">
                  <c:v>44414</c:v>
                </c:pt>
                <c:pt idx="1314">
                  <c:v>44415</c:v>
                </c:pt>
                <c:pt idx="1315">
                  <c:v>44416</c:v>
                </c:pt>
                <c:pt idx="1316">
                  <c:v>44417</c:v>
                </c:pt>
                <c:pt idx="1317">
                  <c:v>44418</c:v>
                </c:pt>
                <c:pt idx="1318">
                  <c:v>44419</c:v>
                </c:pt>
                <c:pt idx="1319">
                  <c:v>44420</c:v>
                </c:pt>
                <c:pt idx="1320">
                  <c:v>44421</c:v>
                </c:pt>
                <c:pt idx="1321">
                  <c:v>44422</c:v>
                </c:pt>
                <c:pt idx="1322">
                  <c:v>44423</c:v>
                </c:pt>
                <c:pt idx="1323">
                  <c:v>44424</c:v>
                </c:pt>
                <c:pt idx="1324">
                  <c:v>44425</c:v>
                </c:pt>
                <c:pt idx="1325">
                  <c:v>44426</c:v>
                </c:pt>
                <c:pt idx="1326">
                  <c:v>44427</c:v>
                </c:pt>
                <c:pt idx="1327">
                  <c:v>44428</c:v>
                </c:pt>
                <c:pt idx="1328">
                  <c:v>44429</c:v>
                </c:pt>
                <c:pt idx="1329">
                  <c:v>44430</c:v>
                </c:pt>
                <c:pt idx="1330">
                  <c:v>44431</c:v>
                </c:pt>
                <c:pt idx="1331">
                  <c:v>44432</c:v>
                </c:pt>
                <c:pt idx="1332">
                  <c:v>44433</c:v>
                </c:pt>
                <c:pt idx="1333">
                  <c:v>44434</c:v>
                </c:pt>
                <c:pt idx="1334">
                  <c:v>44435</c:v>
                </c:pt>
                <c:pt idx="1335">
                  <c:v>44436</c:v>
                </c:pt>
                <c:pt idx="1336">
                  <c:v>44437</c:v>
                </c:pt>
                <c:pt idx="1337">
                  <c:v>44438</c:v>
                </c:pt>
                <c:pt idx="1338">
                  <c:v>44439</c:v>
                </c:pt>
                <c:pt idx="1339">
                  <c:v>44440</c:v>
                </c:pt>
                <c:pt idx="1340">
                  <c:v>44441</c:v>
                </c:pt>
                <c:pt idx="1341">
                  <c:v>44442</c:v>
                </c:pt>
                <c:pt idx="1342">
                  <c:v>44443</c:v>
                </c:pt>
                <c:pt idx="1343">
                  <c:v>44444</c:v>
                </c:pt>
                <c:pt idx="1344">
                  <c:v>44445</c:v>
                </c:pt>
                <c:pt idx="1345">
                  <c:v>44446</c:v>
                </c:pt>
                <c:pt idx="1346">
                  <c:v>44447</c:v>
                </c:pt>
                <c:pt idx="1347">
                  <c:v>44448</c:v>
                </c:pt>
                <c:pt idx="1348">
                  <c:v>44449</c:v>
                </c:pt>
                <c:pt idx="1349">
                  <c:v>44450</c:v>
                </c:pt>
                <c:pt idx="1350">
                  <c:v>44451</c:v>
                </c:pt>
                <c:pt idx="1351">
                  <c:v>44452</c:v>
                </c:pt>
                <c:pt idx="1352">
                  <c:v>44453</c:v>
                </c:pt>
                <c:pt idx="1353">
                  <c:v>44454</c:v>
                </c:pt>
                <c:pt idx="1354">
                  <c:v>44455</c:v>
                </c:pt>
                <c:pt idx="1355">
                  <c:v>44456</c:v>
                </c:pt>
                <c:pt idx="1356">
                  <c:v>44457</c:v>
                </c:pt>
                <c:pt idx="1357">
                  <c:v>44458</c:v>
                </c:pt>
                <c:pt idx="1358">
                  <c:v>44459</c:v>
                </c:pt>
                <c:pt idx="1359">
                  <c:v>44460</c:v>
                </c:pt>
                <c:pt idx="1360">
                  <c:v>44461</c:v>
                </c:pt>
                <c:pt idx="1361">
                  <c:v>44462</c:v>
                </c:pt>
                <c:pt idx="1362">
                  <c:v>44463</c:v>
                </c:pt>
                <c:pt idx="1363">
                  <c:v>44464</c:v>
                </c:pt>
                <c:pt idx="1364">
                  <c:v>44465</c:v>
                </c:pt>
                <c:pt idx="1365">
                  <c:v>44466</c:v>
                </c:pt>
                <c:pt idx="1366">
                  <c:v>44467</c:v>
                </c:pt>
                <c:pt idx="1367">
                  <c:v>44468</c:v>
                </c:pt>
                <c:pt idx="1368">
                  <c:v>44469</c:v>
                </c:pt>
                <c:pt idx="1369">
                  <c:v>44470</c:v>
                </c:pt>
                <c:pt idx="1370">
                  <c:v>44471</c:v>
                </c:pt>
                <c:pt idx="1371">
                  <c:v>44472</c:v>
                </c:pt>
                <c:pt idx="1372">
                  <c:v>44473</c:v>
                </c:pt>
                <c:pt idx="1373">
                  <c:v>44474</c:v>
                </c:pt>
                <c:pt idx="1374">
                  <c:v>44475</c:v>
                </c:pt>
                <c:pt idx="1375">
                  <c:v>44476</c:v>
                </c:pt>
                <c:pt idx="1376">
                  <c:v>44477</c:v>
                </c:pt>
                <c:pt idx="1377">
                  <c:v>44478</c:v>
                </c:pt>
                <c:pt idx="1378">
                  <c:v>44479</c:v>
                </c:pt>
                <c:pt idx="1379">
                  <c:v>44480</c:v>
                </c:pt>
                <c:pt idx="1380">
                  <c:v>44481</c:v>
                </c:pt>
                <c:pt idx="1381">
                  <c:v>44482</c:v>
                </c:pt>
                <c:pt idx="1382">
                  <c:v>44483</c:v>
                </c:pt>
                <c:pt idx="1383">
                  <c:v>44484</c:v>
                </c:pt>
                <c:pt idx="1384">
                  <c:v>44485</c:v>
                </c:pt>
                <c:pt idx="1385">
                  <c:v>44486</c:v>
                </c:pt>
                <c:pt idx="1386">
                  <c:v>44487</c:v>
                </c:pt>
                <c:pt idx="1387">
                  <c:v>44488</c:v>
                </c:pt>
                <c:pt idx="1388">
                  <c:v>44489</c:v>
                </c:pt>
                <c:pt idx="1389">
                  <c:v>44490</c:v>
                </c:pt>
                <c:pt idx="1390">
                  <c:v>44491</c:v>
                </c:pt>
                <c:pt idx="1391">
                  <c:v>44492</c:v>
                </c:pt>
                <c:pt idx="1392">
                  <c:v>44493</c:v>
                </c:pt>
                <c:pt idx="1393">
                  <c:v>44494</c:v>
                </c:pt>
                <c:pt idx="1394">
                  <c:v>44495</c:v>
                </c:pt>
                <c:pt idx="1395">
                  <c:v>44496</c:v>
                </c:pt>
                <c:pt idx="1396">
                  <c:v>44497</c:v>
                </c:pt>
                <c:pt idx="1397">
                  <c:v>44498</c:v>
                </c:pt>
                <c:pt idx="1398">
                  <c:v>44499</c:v>
                </c:pt>
                <c:pt idx="1399">
                  <c:v>44500</c:v>
                </c:pt>
                <c:pt idx="1400">
                  <c:v>44501</c:v>
                </c:pt>
                <c:pt idx="1401">
                  <c:v>44502</c:v>
                </c:pt>
                <c:pt idx="1402">
                  <c:v>44503</c:v>
                </c:pt>
                <c:pt idx="1403">
                  <c:v>44504</c:v>
                </c:pt>
                <c:pt idx="1404">
                  <c:v>44505</c:v>
                </c:pt>
                <c:pt idx="1405">
                  <c:v>44506</c:v>
                </c:pt>
                <c:pt idx="1406">
                  <c:v>44507</c:v>
                </c:pt>
                <c:pt idx="1407">
                  <c:v>44508</c:v>
                </c:pt>
                <c:pt idx="1408">
                  <c:v>44509</c:v>
                </c:pt>
                <c:pt idx="1409">
                  <c:v>44510</c:v>
                </c:pt>
                <c:pt idx="1410">
                  <c:v>44511</c:v>
                </c:pt>
                <c:pt idx="1411">
                  <c:v>44512</c:v>
                </c:pt>
                <c:pt idx="1412">
                  <c:v>44513</c:v>
                </c:pt>
                <c:pt idx="1413">
                  <c:v>44514</c:v>
                </c:pt>
                <c:pt idx="1414">
                  <c:v>44515</c:v>
                </c:pt>
                <c:pt idx="1415">
                  <c:v>44516</c:v>
                </c:pt>
                <c:pt idx="1416">
                  <c:v>44517</c:v>
                </c:pt>
                <c:pt idx="1417">
                  <c:v>44518</c:v>
                </c:pt>
                <c:pt idx="1418">
                  <c:v>44519</c:v>
                </c:pt>
                <c:pt idx="1419">
                  <c:v>44520</c:v>
                </c:pt>
                <c:pt idx="1420">
                  <c:v>44521</c:v>
                </c:pt>
                <c:pt idx="1421">
                  <c:v>44522</c:v>
                </c:pt>
                <c:pt idx="1422">
                  <c:v>44523</c:v>
                </c:pt>
                <c:pt idx="1423">
                  <c:v>44524</c:v>
                </c:pt>
                <c:pt idx="1424">
                  <c:v>44525</c:v>
                </c:pt>
                <c:pt idx="1425">
                  <c:v>44526</c:v>
                </c:pt>
                <c:pt idx="1426">
                  <c:v>44527</c:v>
                </c:pt>
                <c:pt idx="1427">
                  <c:v>44528</c:v>
                </c:pt>
                <c:pt idx="1428">
                  <c:v>44529</c:v>
                </c:pt>
                <c:pt idx="1429">
                  <c:v>44530</c:v>
                </c:pt>
                <c:pt idx="1430">
                  <c:v>44531</c:v>
                </c:pt>
                <c:pt idx="1431">
                  <c:v>44532</c:v>
                </c:pt>
                <c:pt idx="1432">
                  <c:v>44533</c:v>
                </c:pt>
                <c:pt idx="1433">
                  <c:v>44534</c:v>
                </c:pt>
                <c:pt idx="1434">
                  <c:v>44535</c:v>
                </c:pt>
                <c:pt idx="1435">
                  <c:v>44536</c:v>
                </c:pt>
                <c:pt idx="1436">
                  <c:v>44537</c:v>
                </c:pt>
                <c:pt idx="1437">
                  <c:v>44538</c:v>
                </c:pt>
                <c:pt idx="1438">
                  <c:v>44539</c:v>
                </c:pt>
                <c:pt idx="1439">
                  <c:v>44540</c:v>
                </c:pt>
                <c:pt idx="1440">
                  <c:v>44541</c:v>
                </c:pt>
                <c:pt idx="1441">
                  <c:v>44542</c:v>
                </c:pt>
                <c:pt idx="1442">
                  <c:v>44543</c:v>
                </c:pt>
                <c:pt idx="1443">
                  <c:v>44544</c:v>
                </c:pt>
                <c:pt idx="1444">
                  <c:v>44545</c:v>
                </c:pt>
                <c:pt idx="1445">
                  <c:v>44546</c:v>
                </c:pt>
                <c:pt idx="1446">
                  <c:v>44547</c:v>
                </c:pt>
                <c:pt idx="1447">
                  <c:v>44548</c:v>
                </c:pt>
                <c:pt idx="1448">
                  <c:v>44549</c:v>
                </c:pt>
                <c:pt idx="1449">
                  <c:v>44550</c:v>
                </c:pt>
                <c:pt idx="1450">
                  <c:v>44551</c:v>
                </c:pt>
                <c:pt idx="1451">
                  <c:v>44552</c:v>
                </c:pt>
                <c:pt idx="1452">
                  <c:v>44553</c:v>
                </c:pt>
                <c:pt idx="1453">
                  <c:v>44554</c:v>
                </c:pt>
                <c:pt idx="1454">
                  <c:v>44555</c:v>
                </c:pt>
                <c:pt idx="1455">
                  <c:v>44556</c:v>
                </c:pt>
                <c:pt idx="1456">
                  <c:v>44557</c:v>
                </c:pt>
                <c:pt idx="1457">
                  <c:v>44558</c:v>
                </c:pt>
                <c:pt idx="1458">
                  <c:v>44559</c:v>
                </c:pt>
                <c:pt idx="1459">
                  <c:v>44560</c:v>
                </c:pt>
                <c:pt idx="1460">
                  <c:v>44561</c:v>
                </c:pt>
                <c:pt idx="1461">
                  <c:v>44562</c:v>
                </c:pt>
                <c:pt idx="1462">
                  <c:v>44563</c:v>
                </c:pt>
                <c:pt idx="1463">
                  <c:v>44564</c:v>
                </c:pt>
                <c:pt idx="1464">
                  <c:v>44565</c:v>
                </c:pt>
                <c:pt idx="1465">
                  <c:v>44566</c:v>
                </c:pt>
                <c:pt idx="1466">
                  <c:v>44567</c:v>
                </c:pt>
                <c:pt idx="1467">
                  <c:v>44568</c:v>
                </c:pt>
                <c:pt idx="1468">
                  <c:v>44569</c:v>
                </c:pt>
                <c:pt idx="1469">
                  <c:v>44570</c:v>
                </c:pt>
                <c:pt idx="1470">
                  <c:v>44571</c:v>
                </c:pt>
                <c:pt idx="1471">
                  <c:v>44572</c:v>
                </c:pt>
                <c:pt idx="1472">
                  <c:v>44573</c:v>
                </c:pt>
                <c:pt idx="1473">
                  <c:v>44574</c:v>
                </c:pt>
                <c:pt idx="1474">
                  <c:v>44575</c:v>
                </c:pt>
                <c:pt idx="1475">
                  <c:v>44576</c:v>
                </c:pt>
                <c:pt idx="1476">
                  <c:v>44577</c:v>
                </c:pt>
                <c:pt idx="1477">
                  <c:v>44578</c:v>
                </c:pt>
                <c:pt idx="1478">
                  <c:v>44579</c:v>
                </c:pt>
                <c:pt idx="1479">
                  <c:v>44580</c:v>
                </c:pt>
                <c:pt idx="1480">
                  <c:v>44581</c:v>
                </c:pt>
                <c:pt idx="1481">
                  <c:v>44582</c:v>
                </c:pt>
                <c:pt idx="1482">
                  <c:v>44583</c:v>
                </c:pt>
                <c:pt idx="1483">
                  <c:v>44584</c:v>
                </c:pt>
                <c:pt idx="1484">
                  <c:v>44585</c:v>
                </c:pt>
                <c:pt idx="1485">
                  <c:v>44586</c:v>
                </c:pt>
                <c:pt idx="1486">
                  <c:v>44587</c:v>
                </c:pt>
                <c:pt idx="1487">
                  <c:v>44588</c:v>
                </c:pt>
                <c:pt idx="1488">
                  <c:v>44589</c:v>
                </c:pt>
                <c:pt idx="1489">
                  <c:v>44590</c:v>
                </c:pt>
                <c:pt idx="1490">
                  <c:v>44591</c:v>
                </c:pt>
                <c:pt idx="1491">
                  <c:v>44592</c:v>
                </c:pt>
                <c:pt idx="1492">
                  <c:v>44593</c:v>
                </c:pt>
                <c:pt idx="1493">
                  <c:v>44594</c:v>
                </c:pt>
                <c:pt idx="1494">
                  <c:v>44595</c:v>
                </c:pt>
                <c:pt idx="1495">
                  <c:v>44596</c:v>
                </c:pt>
                <c:pt idx="1496">
                  <c:v>44597</c:v>
                </c:pt>
                <c:pt idx="1497">
                  <c:v>44598</c:v>
                </c:pt>
                <c:pt idx="1498">
                  <c:v>44599</c:v>
                </c:pt>
                <c:pt idx="1499">
                  <c:v>44600</c:v>
                </c:pt>
                <c:pt idx="1500">
                  <c:v>44601</c:v>
                </c:pt>
                <c:pt idx="1501">
                  <c:v>44602</c:v>
                </c:pt>
                <c:pt idx="1502">
                  <c:v>44603</c:v>
                </c:pt>
                <c:pt idx="1503">
                  <c:v>44604</c:v>
                </c:pt>
                <c:pt idx="1504">
                  <c:v>44605</c:v>
                </c:pt>
                <c:pt idx="1505">
                  <c:v>44606</c:v>
                </c:pt>
                <c:pt idx="1506">
                  <c:v>44607</c:v>
                </c:pt>
                <c:pt idx="1507">
                  <c:v>44608</c:v>
                </c:pt>
                <c:pt idx="1508">
                  <c:v>44609</c:v>
                </c:pt>
                <c:pt idx="1509">
                  <c:v>44610</c:v>
                </c:pt>
                <c:pt idx="1510">
                  <c:v>44611</c:v>
                </c:pt>
                <c:pt idx="1511">
                  <c:v>44612</c:v>
                </c:pt>
                <c:pt idx="1512">
                  <c:v>44613</c:v>
                </c:pt>
                <c:pt idx="1513">
                  <c:v>44614</c:v>
                </c:pt>
                <c:pt idx="1514">
                  <c:v>44615</c:v>
                </c:pt>
                <c:pt idx="1515">
                  <c:v>44616</c:v>
                </c:pt>
                <c:pt idx="1516">
                  <c:v>44617</c:v>
                </c:pt>
                <c:pt idx="1517">
                  <c:v>44618</c:v>
                </c:pt>
                <c:pt idx="1518">
                  <c:v>44619</c:v>
                </c:pt>
                <c:pt idx="1519">
                  <c:v>44620</c:v>
                </c:pt>
                <c:pt idx="1520">
                  <c:v>44621</c:v>
                </c:pt>
                <c:pt idx="1521">
                  <c:v>44622</c:v>
                </c:pt>
                <c:pt idx="1522">
                  <c:v>44623</c:v>
                </c:pt>
                <c:pt idx="1523">
                  <c:v>44624</c:v>
                </c:pt>
                <c:pt idx="1524">
                  <c:v>44625</c:v>
                </c:pt>
                <c:pt idx="1525">
                  <c:v>44626</c:v>
                </c:pt>
                <c:pt idx="1526">
                  <c:v>44627</c:v>
                </c:pt>
                <c:pt idx="1527">
                  <c:v>44628</c:v>
                </c:pt>
                <c:pt idx="1528">
                  <c:v>44629</c:v>
                </c:pt>
                <c:pt idx="1529">
                  <c:v>44630</c:v>
                </c:pt>
                <c:pt idx="1530">
                  <c:v>44631</c:v>
                </c:pt>
                <c:pt idx="1531">
                  <c:v>44632</c:v>
                </c:pt>
                <c:pt idx="1532">
                  <c:v>44633</c:v>
                </c:pt>
                <c:pt idx="1533">
                  <c:v>44634</c:v>
                </c:pt>
                <c:pt idx="1534">
                  <c:v>44635</c:v>
                </c:pt>
                <c:pt idx="1535">
                  <c:v>44636</c:v>
                </c:pt>
                <c:pt idx="1536">
                  <c:v>44637</c:v>
                </c:pt>
                <c:pt idx="1537">
                  <c:v>44638</c:v>
                </c:pt>
                <c:pt idx="1538">
                  <c:v>44639</c:v>
                </c:pt>
                <c:pt idx="1539">
                  <c:v>44640</c:v>
                </c:pt>
                <c:pt idx="1540">
                  <c:v>44641</c:v>
                </c:pt>
                <c:pt idx="1541">
                  <c:v>44642</c:v>
                </c:pt>
                <c:pt idx="1542">
                  <c:v>44643</c:v>
                </c:pt>
                <c:pt idx="1543">
                  <c:v>44644</c:v>
                </c:pt>
                <c:pt idx="1544">
                  <c:v>44645</c:v>
                </c:pt>
                <c:pt idx="1545">
                  <c:v>44646</c:v>
                </c:pt>
                <c:pt idx="1546">
                  <c:v>44647</c:v>
                </c:pt>
                <c:pt idx="1547">
                  <c:v>44648</c:v>
                </c:pt>
                <c:pt idx="1548">
                  <c:v>44649</c:v>
                </c:pt>
                <c:pt idx="1549">
                  <c:v>44650</c:v>
                </c:pt>
                <c:pt idx="1550">
                  <c:v>44651</c:v>
                </c:pt>
                <c:pt idx="1551">
                  <c:v>44652</c:v>
                </c:pt>
                <c:pt idx="1552">
                  <c:v>44653</c:v>
                </c:pt>
                <c:pt idx="1553">
                  <c:v>44654</c:v>
                </c:pt>
                <c:pt idx="1554">
                  <c:v>44655</c:v>
                </c:pt>
                <c:pt idx="1555">
                  <c:v>44656</c:v>
                </c:pt>
                <c:pt idx="1556">
                  <c:v>44657</c:v>
                </c:pt>
                <c:pt idx="1557">
                  <c:v>44658</c:v>
                </c:pt>
                <c:pt idx="1558">
                  <c:v>44659</c:v>
                </c:pt>
                <c:pt idx="1559">
                  <c:v>44660</c:v>
                </c:pt>
                <c:pt idx="1560">
                  <c:v>44661</c:v>
                </c:pt>
                <c:pt idx="1561">
                  <c:v>44662</c:v>
                </c:pt>
                <c:pt idx="1562">
                  <c:v>44663</c:v>
                </c:pt>
                <c:pt idx="1563">
                  <c:v>44664</c:v>
                </c:pt>
                <c:pt idx="1564">
                  <c:v>44665</c:v>
                </c:pt>
                <c:pt idx="1565">
                  <c:v>44666</c:v>
                </c:pt>
                <c:pt idx="1566">
                  <c:v>44667</c:v>
                </c:pt>
                <c:pt idx="1567">
                  <c:v>44668</c:v>
                </c:pt>
                <c:pt idx="1568">
                  <c:v>44669</c:v>
                </c:pt>
                <c:pt idx="1569">
                  <c:v>44670</c:v>
                </c:pt>
                <c:pt idx="1570">
                  <c:v>44671</c:v>
                </c:pt>
                <c:pt idx="1571">
                  <c:v>44672</c:v>
                </c:pt>
                <c:pt idx="1572">
                  <c:v>44673</c:v>
                </c:pt>
                <c:pt idx="1573">
                  <c:v>44674</c:v>
                </c:pt>
                <c:pt idx="1574">
                  <c:v>44675</c:v>
                </c:pt>
                <c:pt idx="1575">
                  <c:v>44676</c:v>
                </c:pt>
                <c:pt idx="1576">
                  <c:v>44677</c:v>
                </c:pt>
                <c:pt idx="1577">
                  <c:v>44678</c:v>
                </c:pt>
                <c:pt idx="1578">
                  <c:v>44679</c:v>
                </c:pt>
                <c:pt idx="1579">
                  <c:v>44680</c:v>
                </c:pt>
                <c:pt idx="1580">
                  <c:v>44681</c:v>
                </c:pt>
                <c:pt idx="1581">
                  <c:v>44682</c:v>
                </c:pt>
                <c:pt idx="1582">
                  <c:v>44683</c:v>
                </c:pt>
                <c:pt idx="1583">
                  <c:v>44684</c:v>
                </c:pt>
                <c:pt idx="1584">
                  <c:v>44685</c:v>
                </c:pt>
                <c:pt idx="1585">
                  <c:v>44686</c:v>
                </c:pt>
                <c:pt idx="1586">
                  <c:v>44687</c:v>
                </c:pt>
                <c:pt idx="1587">
                  <c:v>44688</c:v>
                </c:pt>
                <c:pt idx="1588">
                  <c:v>44689</c:v>
                </c:pt>
                <c:pt idx="1589">
                  <c:v>44690</c:v>
                </c:pt>
                <c:pt idx="1590">
                  <c:v>44691</c:v>
                </c:pt>
                <c:pt idx="1591">
                  <c:v>44692</c:v>
                </c:pt>
                <c:pt idx="1592">
                  <c:v>44693</c:v>
                </c:pt>
                <c:pt idx="1593">
                  <c:v>44694</c:v>
                </c:pt>
                <c:pt idx="1594">
                  <c:v>44695</c:v>
                </c:pt>
                <c:pt idx="1595">
                  <c:v>44696</c:v>
                </c:pt>
                <c:pt idx="1596">
                  <c:v>44697</c:v>
                </c:pt>
                <c:pt idx="1597">
                  <c:v>44698</c:v>
                </c:pt>
                <c:pt idx="1598">
                  <c:v>44699</c:v>
                </c:pt>
                <c:pt idx="1599">
                  <c:v>44700</c:v>
                </c:pt>
                <c:pt idx="1600">
                  <c:v>44701</c:v>
                </c:pt>
                <c:pt idx="1601">
                  <c:v>44702</c:v>
                </c:pt>
                <c:pt idx="1602">
                  <c:v>44703</c:v>
                </c:pt>
                <c:pt idx="1603">
                  <c:v>44704</c:v>
                </c:pt>
                <c:pt idx="1604">
                  <c:v>44705</c:v>
                </c:pt>
                <c:pt idx="1605">
                  <c:v>44706</c:v>
                </c:pt>
                <c:pt idx="1606">
                  <c:v>44707</c:v>
                </c:pt>
                <c:pt idx="1607">
                  <c:v>44708</c:v>
                </c:pt>
                <c:pt idx="1608">
                  <c:v>44709</c:v>
                </c:pt>
                <c:pt idx="1609">
                  <c:v>44710</c:v>
                </c:pt>
                <c:pt idx="1610">
                  <c:v>44711</c:v>
                </c:pt>
                <c:pt idx="1611">
                  <c:v>44712</c:v>
                </c:pt>
                <c:pt idx="1612">
                  <c:v>44713</c:v>
                </c:pt>
                <c:pt idx="1613">
                  <c:v>44714</c:v>
                </c:pt>
                <c:pt idx="1614">
                  <c:v>44715</c:v>
                </c:pt>
                <c:pt idx="1615">
                  <c:v>44716</c:v>
                </c:pt>
                <c:pt idx="1616">
                  <c:v>44717</c:v>
                </c:pt>
                <c:pt idx="1617">
                  <c:v>44718</c:v>
                </c:pt>
                <c:pt idx="1618">
                  <c:v>44719</c:v>
                </c:pt>
                <c:pt idx="1619">
                  <c:v>44720</c:v>
                </c:pt>
                <c:pt idx="1620">
                  <c:v>44721</c:v>
                </c:pt>
                <c:pt idx="1621">
                  <c:v>44722</c:v>
                </c:pt>
                <c:pt idx="1622">
                  <c:v>44723</c:v>
                </c:pt>
                <c:pt idx="1623">
                  <c:v>44724</c:v>
                </c:pt>
                <c:pt idx="1624">
                  <c:v>44725</c:v>
                </c:pt>
                <c:pt idx="1625">
                  <c:v>44726</c:v>
                </c:pt>
                <c:pt idx="1626">
                  <c:v>44727</c:v>
                </c:pt>
                <c:pt idx="1627">
                  <c:v>44728</c:v>
                </c:pt>
                <c:pt idx="1628">
                  <c:v>44729</c:v>
                </c:pt>
                <c:pt idx="1629">
                  <c:v>44730</c:v>
                </c:pt>
                <c:pt idx="1630">
                  <c:v>44731</c:v>
                </c:pt>
                <c:pt idx="1631">
                  <c:v>44732</c:v>
                </c:pt>
                <c:pt idx="1632">
                  <c:v>44733</c:v>
                </c:pt>
                <c:pt idx="1633">
                  <c:v>44734</c:v>
                </c:pt>
                <c:pt idx="1634">
                  <c:v>44735</c:v>
                </c:pt>
                <c:pt idx="1635">
                  <c:v>44736</c:v>
                </c:pt>
                <c:pt idx="1636">
                  <c:v>44737</c:v>
                </c:pt>
                <c:pt idx="1637">
                  <c:v>44738</c:v>
                </c:pt>
                <c:pt idx="1638">
                  <c:v>44739</c:v>
                </c:pt>
                <c:pt idx="1639">
                  <c:v>44740</c:v>
                </c:pt>
                <c:pt idx="1640">
                  <c:v>44741</c:v>
                </c:pt>
                <c:pt idx="1641">
                  <c:v>44742</c:v>
                </c:pt>
                <c:pt idx="1642">
                  <c:v>44743</c:v>
                </c:pt>
                <c:pt idx="1643">
                  <c:v>44744</c:v>
                </c:pt>
                <c:pt idx="1644">
                  <c:v>44745</c:v>
                </c:pt>
                <c:pt idx="1645">
                  <c:v>44746</c:v>
                </c:pt>
                <c:pt idx="1646">
                  <c:v>44747</c:v>
                </c:pt>
                <c:pt idx="1647">
                  <c:v>44748</c:v>
                </c:pt>
                <c:pt idx="1648">
                  <c:v>44749</c:v>
                </c:pt>
                <c:pt idx="1649">
                  <c:v>44750</c:v>
                </c:pt>
                <c:pt idx="1650">
                  <c:v>44751</c:v>
                </c:pt>
                <c:pt idx="1651">
                  <c:v>44752</c:v>
                </c:pt>
                <c:pt idx="1652">
                  <c:v>44753</c:v>
                </c:pt>
                <c:pt idx="1653">
                  <c:v>44754</c:v>
                </c:pt>
                <c:pt idx="1654">
                  <c:v>44755</c:v>
                </c:pt>
                <c:pt idx="1655">
                  <c:v>44756</c:v>
                </c:pt>
                <c:pt idx="1656">
                  <c:v>44757</c:v>
                </c:pt>
                <c:pt idx="1657">
                  <c:v>44758</c:v>
                </c:pt>
                <c:pt idx="1658">
                  <c:v>44759</c:v>
                </c:pt>
                <c:pt idx="1659">
                  <c:v>44760</c:v>
                </c:pt>
                <c:pt idx="1660">
                  <c:v>44761</c:v>
                </c:pt>
                <c:pt idx="1661">
                  <c:v>44762</c:v>
                </c:pt>
                <c:pt idx="1662">
                  <c:v>44763</c:v>
                </c:pt>
                <c:pt idx="1663">
                  <c:v>44764</c:v>
                </c:pt>
                <c:pt idx="1664">
                  <c:v>44765</c:v>
                </c:pt>
                <c:pt idx="1665">
                  <c:v>44766</c:v>
                </c:pt>
                <c:pt idx="1666">
                  <c:v>44767</c:v>
                </c:pt>
                <c:pt idx="1667">
                  <c:v>44768</c:v>
                </c:pt>
                <c:pt idx="1668">
                  <c:v>44769</c:v>
                </c:pt>
                <c:pt idx="1669">
                  <c:v>44770</c:v>
                </c:pt>
                <c:pt idx="1670">
                  <c:v>44771</c:v>
                </c:pt>
                <c:pt idx="1671">
                  <c:v>44772</c:v>
                </c:pt>
                <c:pt idx="1672">
                  <c:v>44773</c:v>
                </c:pt>
                <c:pt idx="1673">
                  <c:v>44774</c:v>
                </c:pt>
                <c:pt idx="1674">
                  <c:v>44775</c:v>
                </c:pt>
                <c:pt idx="1675">
                  <c:v>44776</c:v>
                </c:pt>
                <c:pt idx="1676">
                  <c:v>44777</c:v>
                </c:pt>
                <c:pt idx="1677">
                  <c:v>44778</c:v>
                </c:pt>
                <c:pt idx="1678">
                  <c:v>44779</c:v>
                </c:pt>
                <c:pt idx="1679">
                  <c:v>44780</c:v>
                </c:pt>
                <c:pt idx="1680">
                  <c:v>44781</c:v>
                </c:pt>
                <c:pt idx="1681">
                  <c:v>44782</c:v>
                </c:pt>
                <c:pt idx="1682">
                  <c:v>44783</c:v>
                </c:pt>
                <c:pt idx="1683">
                  <c:v>44784</c:v>
                </c:pt>
                <c:pt idx="1684">
                  <c:v>44785</c:v>
                </c:pt>
                <c:pt idx="1685">
                  <c:v>44786</c:v>
                </c:pt>
                <c:pt idx="1686">
                  <c:v>44787</c:v>
                </c:pt>
                <c:pt idx="1687">
                  <c:v>44788</c:v>
                </c:pt>
                <c:pt idx="1688">
                  <c:v>44789</c:v>
                </c:pt>
                <c:pt idx="1689">
                  <c:v>44790</c:v>
                </c:pt>
                <c:pt idx="1690">
                  <c:v>44791</c:v>
                </c:pt>
                <c:pt idx="1691">
                  <c:v>44792</c:v>
                </c:pt>
                <c:pt idx="1692">
                  <c:v>44793</c:v>
                </c:pt>
                <c:pt idx="1693">
                  <c:v>44794</c:v>
                </c:pt>
                <c:pt idx="1694">
                  <c:v>44795</c:v>
                </c:pt>
                <c:pt idx="1695">
                  <c:v>44796</c:v>
                </c:pt>
                <c:pt idx="1696">
                  <c:v>44797</c:v>
                </c:pt>
                <c:pt idx="1697">
                  <c:v>44798</c:v>
                </c:pt>
                <c:pt idx="1698">
                  <c:v>44799</c:v>
                </c:pt>
                <c:pt idx="1699">
                  <c:v>44800</c:v>
                </c:pt>
                <c:pt idx="1700">
                  <c:v>44801</c:v>
                </c:pt>
                <c:pt idx="1701">
                  <c:v>44802</c:v>
                </c:pt>
                <c:pt idx="1702">
                  <c:v>44803</c:v>
                </c:pt>
                <c:pt idx="1703">
                  <c:v>44804</c:v>
                </c:pt>
                <c:pt idx="1704">
                  <c:v>44805</c:v>
                </c:pt>
                <c:pt idx="1705">
                  <c:v>44806</c:v>
                </c:pt>
                <c:pt idx="1706">
                  <c:v>44807</c:v>
                </c:pt>
                <c:pt idx="1707">
                  <c:v>44808</c:v>
                </c:pt>
                <c:pt idx="1708">
                  <c:v>44809</c:v>
                </c:pt>
                <c:pt idx="1709">
                  <c:v>44810</c:v>
                </c:pt>
                <c:pt idx="1710">
                  <c:v>44811</c:v>
                </c:pt>
                <c:pt idx="1711">
                  <c:v>44812</c:v>
                </c:pt>
                <c:pt idx="1712">
                  <c:v>44813</c:v>
                </c:pt>
                <c:pt idx="1713">
                  <c:v>44814</c:v>
                </c:pt>
                <c:pt idx="1714">
                  <c:v>44815</c:v>
                </c:pt>
                <c:pt idx="1715">
                  <c:v>44816</c:v>
                </c:pt>
                <c:pt idx="1716">
                  <c:v>44817</c:v>
                </c:pt>
                <c:pt idx="1717">
                  <c:v>44818</c:v>
                </c:pt>
                <c:pt idx="1718">
                  <c:v>44819</c:v>
                </c:pt>
                <c:pt idx="1719">
                  <c:v>44820</c:v>
                </c:pt>
                <c:pt idx="1720">
                  <c:v>44821</c:v>
                </c:pt>
                <c:pt idx="1721">
                  <c:v>44822</c:v>
                </c:pt>
                <c:pt idx="1722">
                  <c:v>44823</c:v>
                </c:pt>
                <c:pt idx="1723">
                  <c:v>44824</c:v>
                </c:pt>
                <c:pt idx="1724">
                  <c:v>44825</c:v>
                </c:pt>
                <c:pt idx="1725">
                  <c:v>44826</c:v>
                </c:pt>
                <c:pt idx="1726">
                  <c:v>44827</c:v>
                </c:pt>
                <c:pt idx="1727">
                  <c:v>44828</c:v>
                </c:pt>
                <c:pt idx="1728">
                  <c:v>44829</c:v>
                </c:pt>
                <c:pt idx="1729">
                  <c:v>44830</c:v>
                </c:pt>
                <c:pt idx="1730">
                  <c:v>44831</c:v>
                </c:pt>
                <c:pt idx="1731">
                  <c:v>44832</c:v>
                </c:pt>
                <c:pt idx="1732">
                  <c:v>44833</c:v>
                </c:pt>
                <c:pt idx="1733">
                  <c:v>44834</c:v>
                </c:pt>
                <c:pt idx="1734">
                  <c:v>44835</c:v>
                </c:pt>
                <c:pt idx="1735">
                  <c:v>44836</c:v>
                </c:pt>
                <c:pt idx="1736">
                  <c:v>44837</c:v>
                </c:pt>
                <c:pt idx="1737">
                  <c:v>44838</c:v>
                </c:pt>
                <c:pt idx="1738">
                  <c:v>44839</c:v>
                </c:pt>
                <c:pt idx="1739">
                  <c:v>44840</c:v>
                </c:pt>
                <c:pt idx="1740">
                  <c:v>44841</c:v>
                </c:pt>
                <c:pt idx="1741">
                  <c:v>44842</c:v>
                </c:pt>
                <c:pt idx="1742">
                  <c:v>44843</c:v>
                </c:pt>
                <c:pt idx="1743">
                  <c:v>44844</c:v>
                </c:pt>
                <c:pt idx="1744">
                  <c:v>44845</c:v>
                </c:pt>
                <c:pt idx="1745">
                  <c:v>44846</c:v>
                </c:pt>
                <c:pt idx="1746">
                  <c:v>44847</c:v>
                </c:pt>
                <c:pt idx="1747">
                  <c:v>44848</c:v>
                </c:pt>
                <c:pt idx="1748">
                  <c:v>44849</c:v>
                </c:pt>
                <c:pt idx="1749">
                  <c:v>44850</c:v>
                </c:pt>
                <c:pt idx="1750">
                  <c:v>44851</c:v>
                </c:pt>
                <c:pt idx="1751">
                  <c:v>44852</c:v>
                </c:pt>
                <c:pt idx="1752">
                  <c:v>44853</c:v>
                </c:pt>
                <c:pt idx="1753">
                  <c:v>44854</c:v>
                </c:pt>
                <c:pt idx="1754">
                  <c:v>44855</c:v>
                </c:pt>
                <c:pt idx="1755">
                  <c:v>44856</c:v>
                </c:pt>
                <c:pt idx="1756">
                  <c:v>44857</c:v>
                </c:pt>
                <c:pt idx="1757">
                  <c:v>44858</c:v>
                </c:pt>
                <c:pt idx="1758">
                  <c:v>44859</c:v>
                </c:pt>
                <c:pt idx="1759">
                  <c:v>44860</c:v>
                </c:pt>
                <c:pt idx="1760">
                  <c:v>44861</c:v>
                </c:pt>
                <c:pt idx="1761">
                  <c:v>44862</c:v>
                </c:pt>
                <c:pt idx="1762">
                  <c:v>44863</c:v>
                </c:pt>
                <c:pt idx="1763">
                  <c:v>44864</c:v>
                </c:pt>
                <c:pt idx="1764">
                  <c:v>44865</c:v>
                </c:pt>
                <c:pt idx="1765">
                  <c:v>44866</c:v>
                </c:pt>
                <c:pt idx="1766">
                  <c:v>44867</c:v>
                </c:pt>
                <c:pt idx="1767">
                  <c:v>44868</c:v>
                </c:pt>
                <c:pt idx="1768">
                  <c:v>44869</c:v>
                </c:pt>
                <c:pt idx="1769">
                  <c:v>44870</c:v>
                </c:pt>
                <c:pt idx="1770">
                  <c:v>44871</c:v>
                </c:pt>
                <c:pt idx="1771">
                  <c:v>44872</c:v>
                </c:pt>
                <c:pt idx="1772">
                  <c:v>44873</c:v>
                </c:pt>
                <c:pt idx="1773">
                  <c:v>44874</c:v>
                </c:pt>
                <c:pt idx="1774">
                  <c:v>44875</c:v>
                </c:pt>
                <c:pt idx="1775">
                  <c:v>44876</c:v>
                </c:pt>
                <c:pt idx="1776">
                  <c:v>44877</c:v>
                </c:pt>
                <c:pt idx="1777">
                  <c:v>44878</c:v>
                </c:pt>
                <c:pt idx="1778">
                  <c:v>44879</c:v>
                </c:pt>
                <c:pt idx="1779">
                  <c:v>44880</c:v>
                </c:pt>
                <c:pt idx="1780">
                  <c:v>44881</c:v>
                </c:pt>
                <c:pt idx="1781">
                  <c:v>44882</c:v>
                </c:pt>
                <c:pt idx="1782">
                  <c:v>44883</c:v>
                </c:pt>
                <c:pt idx="1783">
                  <c:v>44884</c:v>
                </c:pt>
                <c:pt idx="1784">
                  <c:v>44885</c:v>
                </c:pt>
                <c:pt idx="1785">
                  <c:v>44886</c:v>
                </c:pt>
                <c:pt idx="1786">
                  <c:v>44887</c:v>
                </c:pt>
                <c:pt idx="1787">
                  <c:v>44888</c:v>
                </c:pt>
                <c:pt idx="1788">
                  <c:v>44889</c:v>
                </c:pt>
                <c:pt idx="1789">
                  <c:v>44890</c:v>
                </c:pt>
                <c:pt idx="1790">
                  <c:v>44891</c:v>
                </c:pt>
                <c:pt idx="1791">
                  <c:v>44892</c:v>
                </c:pt>
                <c:pt idx="1792">
                  <c:v>44893</c:v>
                </c:pt>
                <c:pt idx="1793">
                  <c:v>44894</c:v>
                </c:pt>
                <c:pt idx="1794">
                  <c:v>44895</c:v>
                </c:pt>
                <c:pt idx="1795">
                  <c:v>44896</c:v>
                </c:pt>
                <c:pt idx="1796">
                  <c:v>44897</c:v>
                </c:pt>
                <c:pt idx="1797">
                  <c:v>44898</c:v>
                </c:pt>
                <c:pt idx="1798">
                  <c:v>44899</c:v>
                </c:pt>
                <c:pt idx="1799">
                  <c:v>44900</c:v>
                </c:pt>
                <c:pt idx="1800">
                  <c:v>44901</c:v>
                </c:pt>
                <c:pt idx="1801">
                  <c:v>44902</c:v>
                </c:pt>
                <c:pt idx="1802">
                  <c:v>44903</c:v>
                </c:pt>
                <c:pt idx="1803">
                  <c:v>44904</c:v>
                </c:pt>
                <c:pt idx="1804">
                  <c:v>44905</c:v>
                </c:pt>
                <c:pt idx="1805">
                  <c:v>44906</c:v>
                </c:pt>
                <c:pt idx="1806">
                  <c:v>44907</c:v>
                </c:pt>
                <c:pt idx="1807">
                  <c:v>44908</c:v>
                </c:pt>
                <c:pt idx="1808">
                  <c:v>44909</c:v>
                </c:pt>
                <c:pt idx="1809">
                  <c:v>44910</c:v>
                </c:pt>
                <c:pt idx="1810">
                  <c:v>44911</c:v>
                </c:pt>
                <c:pt idx="1811">
                  <c:v>44912</c:v>
                </c:pt>
                <c:pt idx="1812">
                  <c:v>44913</c:v>
                </c:pt>
                <c:pt idx="1813">
                  <c:v>44914</c:v>
                </c:pt>
                <c:pt idx="1814">
                  <c:v>44915</c:v>
                </c:pt>
                <c:pt idx="1815">
                  <c:v>44916</c:v>
                </c:pt>
                <c:pt idx="1816">
                  <c:v>44917</c:v>
                </c:pt>
                <c:pt idx="1817">
                  <c:v>44918</c:v>
                </c:pt>
                <c:pt idx="1818">
                  <c:v>44919</c:v>
                </c:pt>
                <c:pt idx="1819">
                  <c:v>44920</c:v>
                </c:pt>
                <c:pt idx="1820">
                  <c:v>44921</c:v>
                </c:pt>
                <c:pt idx="1821">
                  <c:v>44922</c:v>
                </c:pt>
                <c:pt idx="1822">
                  <c:v>44923</c:v>
                </c:pt>
                <c:pt idx="1823">
                  <c:v>44924</c:v>
                </c:pt>
                <c:pt idx="1824">
                  <c:v>44925</c:v>
                </c:pt>
                <c:pt idx="1825">
                  <c:v>44926</c:v>
                </c:pt>
                <c:pt idx="1826">
                  <c:v>44927</c:v>
                </c:pt>
                <c:pt idx="1827">
                  <c:v>44928</c:v>
                </c:pt>
                <c:pt idx="1828">
                  <c:v>44929</c:v>
                </c:pt>
                <c:pt idx="1829">
                  <c:v>44930</c:v>
                </c:pt>
                <c:pt idx="1830">
                  <c:v>44931</c:v>
                </c:pt>
                <c:pt idx="1831">
                  <c:v>44932</c:v>
                </c:pt>
                <c:pt idx="1832">
                  <c:v>44933</c:v>
                </c:pt>
                <c:pt idx="1833">
                  <c:v>44934</c:v>
                </c:pt>
                <c:pt idx="1834">
                  <c:v>44935</c:v>
                </c:pt>
                <c:pt idx="1835">
                  <c:v>44936</c:v>
                </c:pt>
                <c:pt idx="1836">
                  <c:v>44937</c:v>
                </c:pt>
                <c:pt idx="1837">
                  <c:v>44938</c:v>
                </c:pt>
                <c:pt idx="1838">
                  <c:v>44939</c:v>
                </c:pt>
                <c:pt idx="1839">
                  <c:v>44940</c:v>
                </c:pt>
                <c:pt idx="1840">
                  <c:v>44941</c:v>
                </c:pt>
                <c:pt idx="1841">
                  <c:v>44942</c:v>
                </c:pt>
                <c:pt idx="1842">
                  <c:v>44943</c:v>
                </c:pt>
                <c:pt idx="1843">
                  <c:v>44944</c:v>
                </c:pt>
                <c:pt idx="1844">
                  <c:v>44945</c:v>
                </c:pt>
                <c:pt idx="1845">
                  <c:v>44946</c:v>
                </c:pt>
                <c:pt idx="1846">
                  <c:v>44947</c:v>
                </c:pt>
                <c:pt idx="1847">
                  <c:v>44948</c:v>
                </c:pt>
                <c:pt idx="1848">
                  <c:v>44949</c:v>
                </c:pt>
                <c:pt idx="1849">
                  <c:v>44950</c:v>
                </c:pt>
                <c:pt idx="1850">
                  <c:v>44951</c:v>
                </c:pt>
                <c:pt idx="1851">
                  <c:v>44952</c:v>
                </c:pt>
                <c:pt idx="1852">
                  <c:v>44953</c:v>
                </c:pt>
                <c:pt idx="1853">
                  <c:v>44954</c:v>
                </c:pt>
                <c:pt idx="1854">
                  <c:v>44955</c:v>
                </c:pt>
                <c:pt idx="1855">
                  <c:v>44956</c:v>
                </c:pt>
                <c:pt idx="1856">
                  <c:v>44957</c:v>
                </c:pt>
                <c:pt idx="1857">
                  <c:v>44958</c:v>
                </c:pt>
                <c:pt idx="1858">
                  <c:v>44959</c:v>
                </c:pt>
                <c:pt idx="1859">
                  <c:v>44960</c:v>
                </c:pt>
                <c:pt idx="1860">
                  <c:v>44961</c:v>
                </c:pt>
                <c:pt idx="1861">
                  <c:v>44962</c:v>
                </c:pt>
                <c:pt idx="1862">
                  <c:v>44963</c:v>
                </c:pt>
                <c:pt idx="1863">
                  <c:v>44964</c:v>
                </c:pt>
                <c:pt idx="1864">
                  <c:v>44965</c:v>
                </c:pt>
                <c:pt idx="1865">
                  <c:v>44966</c:v>
                </c:pt>
                <c:pt idx="1866">
                  <c:v>44967</c:v>
                </c:pt>
                <c:pt idx="1867">
                  <c:v>44968</c:v>
                </c:pt>
                <c:pt idx="1868">
                  <c:v>44969</c:v>
                </c:pt>
                <c:pt idx="1869">
                  <c:v>44970</c:v>
                </c:pt>
                <c:pt idx="1870">
                  <c:v>44971</c:v>
                </c:pt>
                <c:pt idx="1871">
                  <c:v>44972</c:v>
                </c:pt>
                <c:pt idx="1872">
                  <c:v>44973</c:v>
                </c:pt>
                <c:pt idx="1873">
                  <c:v>44974</c:v>
                </c:pt>
                <c:pt idx="1874">
                  <c:v>44975</c:v>
                </c:pt>
                <c:pt idx="1875">
                  <c:v>44976</c:v>
                </c:pt>
                <c:pt idx="1876">
                  <c:v>44977</c:v>
                </c:pt>
                <c:pt idx="1877">
                  <c:v>44978</c:v>
                </c:pt>
                <c:pt idx="1878">
                  <c:v>44979</c:v>
                </c:pt>
                <c:pt idx="1879">
                  <c:v>44980</c:v>
                </c:pt>
                <c:pt idx="1880">
                  <c:v>44981</c:v>
                </c:pt>
                <c:pt idx="1881">
                  <c:v>44982</c:v>
                </c:pt>
                <c:pt idx="1882">
                  <c:v>44983</c:v>
                </c:pt>
                <c:pt idx="1883">
                  <c:v>44984</c:v>
                </c:pt>
                <c:pt idx="1884">
                  <c:v>44985</c:v>
                </c:pt>
                <c:pt idx="1885">
                  <c:v>44986</c:v>
                </c:pt>
                <c:pt idx="1886">
                  <c:v>44987</c:v>
                </c:pt>
                <c:pt idx="1887">
                  <c:v>44988</c:v>
                </c:pt>
                <c:pt idx="1888">
                  <c:v>44989</c:v>
                </c:pt>
                <c:pt idx="1889">
                  <c:v>44990</c:v>
                </c:pt>
                <c:pt idx="1890">
                  <c:v>44991</c:v>
                </c:pt>
                <c:pt idx="1891">
                  <c:v>44992</c:v>
                </c:pt>
                <c:pt idx="1892">
                  <c:v>44993</c:v>
                </c:pt>
                <c:pt idx="1893">
                  <c:v>44994</c:v>
                </c:pt>
                <c:pt idx="1894">
                  <c:v>44995</c:v>
                </c:pt>
                <c:pt idx="1895">
                  <c:v>44996</c:v>
                </c:pt>
                <c:pt idx="1896">
                  <c:v>44997</c:v>
                </c:pt>
                <c:pt idx="1897">
                  <c:v>44998</c:v>
                </c:pt>
                <c:pt idx="1898">
                  <c:v>44999</c:v>
                </c:pt>
                <c:pt idx="1899">
                  <c:v>45000</c:v>
                </c:pt>
                <c:pt idx="1900">
                  <c:v>45001</c:v>
                </c:pt>
                <c:pt idx="1901">
                  <c:v>45002</c:v>
                </c:pt>
                <c:pt idx="1902">
                  <c:v>45003</c:v>
                </c:pt>
                <c:pt idx="1903">
                  <c:v>45004</c:v>
                </c:pt>
                <c:pt idx="1904">
                  <c:v>45005</c:v>
                </c:pt>
                <c:pt idx="1905">
                  <c:v>45006</c:v>
                </c:pt>
                <c:pt idx="1906">
                  <c:v>45007</c:v>
                </c:pt>
                <c:pt idx="1907">
                  <c:v>45008</c:v>
                </c:pt>
                <c:pt idx="1908">
                  <c:v>45009</c:v>
                </c:pt>
                <c:pt idx="1909">
                  <c:v>45010</c:v>
                </c:pt>
                <c:pt idx="1910">
                  <c:v>45011</c:v>
                </c:pt>
                <c:pt idx="1911">
                  <c:v>45012</c:v>
                </c:pt>
                <c:pt idx="1912">
                  <c:v>45013</c:v>
                </c:pt>
                <c:pt idx="1913">
                  <c:v>45014</c:v>
                </c:pt>
                <c:pt idx="1914">
                  <c:v>45015</c:v>
                </c:pt>
                <c:pt idx="1915">
                  <c:v>45016</c:v>
                </c:pt>
                <c:pt idx="1916">
                  <c:v>45017</c:v>
                </c:pt>
                <c:pt idx="1917">
                  <c:v>45018</c:v>
                </c:pt>
                <c:pt idx="1918">
                  <c:v>45019</c:v>
                </c:pt>
                <c:pt idx="1919">
                  <c:v>45020</c:v>
                </c:pt>
                <c:pt idx="1920">
                  <c:v>45021</c:v>
                </c:pt>
                <c:pt idx="1921">
                  <c:v>45022</c:v>
                </c:pt>
                <c:pt idx="1922">
                  <c:v>45023</c:v>
                </c:pt>
                <c:pt idx="1923">
                  <c:v>45024</c:v>
                </c:pt>
                <c:pt idx="1924">
                  <c:v>45025</c:v>
                </c:pt>
                <c:pt idx="1925">
                  <c:v>45026</c:v>
                </c:pt>
                <c:pt idx="1926">
                  <c:v>45027</c:v>
                </c:pt>
                <c:pt idx="1927">
                  <c:v>45028</c:v>
                </c:pt>
                <c:pt idx="1928">
                  <c:v>45029</c:v>
                </c:pt>
                <c:pt idx="1929">
                  <c:v>45030</c:v>
                </c:pt>
                <c:pt idx="1930">
                  <c:v>45031</c:v>
                </c:pt>
                <c:pt idx="1931">
                  <c:v>45032</c:v>
                </c:pt>
                <c:pt idx="1932">
                  <c:v>45033</c:v>
                </c:pt>
                <c:pt idx="1933">
                  <c:v>45034</c:v>
                </c:pt>
                <c:pt idx="1934">
                  <c:v>45035</c:v>
                </c:pt>
                <c:pt idx="1935">
                  <c:v>45036</c:v>
                </c:pt>
                <c:pt idx="1936">
                  <c:v>45037</c:v>
                </c:pt>
                <c:pt idx="1937">
                  <c:v>45038</c:v>
                </c:pt>
                <c:pt idx="1938">
                  <c:v>45039</c:v>
                </c:pt>
                <c:pt idx="1939">
                  <c:v>45040</c:v>
                </c:pt>
                <c:pt idx="1940">
                  <c:v>45041</c:v>
                </c:pt>
                <c:pt idx="1941">
                  <c:v>45042</c:v>
                </c:pt>
                <c:pt idx="1942">
                  <c:v>45043</c:v>
                </c:pt>
                <c:pt idx="1943">
                  <c:v>45044</c:v>
                </c:pt>
                <c:pt idx="1944">
                  <c:v>45045</c:v>
                </c:pt>
                <c:pt idx="1945">
                  <c:v>45046</c:v>
                </c:pt>
                <c:pt idx="1946">
                  <c:v>45047</c:v>
                </c:pt>
                <c:pt idx="1947">
                  <c:v>45048</c:v>
                </c:pt>
                <c:pt idx="1948">
                  <c:v>45049</c:v>
                </c:pt>
                <c:pt idx="1949">
                  <c:v>45050</c:v>
                </c:pt>
                <c:pt idx="1950">
                  <c:v>45051</c:v>
                </c:pt>
                <c:pt idx="1951">
                  <c:v>45052</c:v>
                </c:pt>
                <c:pt idx="1952">
                  <c:v>45053</c:v>
                </c:pt>
                <c:pt idx="1953">
                  <c:v>45054</c:v>
                </c:pt>
                <c:pt idx="1954">
                  <c:v>45055</c:v>
                </c:pt>
                <c:pt idx="1955">
                  <c:v>45056</c:v>
                </c:pt>
                <c:pt idx="1956">
                  <c:v>45057</c:v>
                </c:pt>
                <c:pt idx="1957">
                  <c:v>45058</c:v>
                </c:pt>
                <c:pt idx="1958">
                  <c:v>45059</c:v>
                </c:pt>
                <c:pt idx="1959">
                  <c:v>45060</c:v>
                </c:pt>
                <c:pt idx="1960">
                  <c:v>45061</c:v>
                </c:pt>
                <c:pt idx="1961">
                  <c:v>45062</c:v>
                </c:pt>
                <c:pt idx="1962">
                  <c:v>45063</c:v>
                </c:pt>
                <c:pt idx="1963">
                  <c:v>45064</c:v>
                </c:pt>
                <c:pt idx="1964">
                  <c:v>45065</c:v>
                </c:pt>
                <c:pt idx="1965">
                  <c:v>45066</c:v>
                </c:pt>
                <c:pt idx="1966">
                  <c:v>45067</c:v>
                </c:pt>
                <c:pt idx="1967">
                  <c:v>45068</c:v>
                </c:pt>
                <c:pt idx="1968">
                  <c:v>45069</c:v>
                </c:pt>
                <c:pt idx="1969">
                  <c:v>45070</c:v>
                </c:pt>
                <c:pt idx="1970">
                  <c:v>45071</c:v>
                </c:pt>
                <c:pt idx="1971">
                  <c:v>45072</c:v>
                </c:pt>
                <c:pt idx="1972">
                  <c:v>45073</c:v>
                </c:pt>
                <c:pt idx="1973">
                  <c:v>45074</c:v>
                </c:pt>
                <c:pt idx="1974">
                  <c:v>45075</c:v>
                </c:pt>
                <c:pt idx="1975">
                  <c:v>45076</c:v>
                </c:pt>
                <c:pt idx="1976">
                  <c:v>45077</c:v>
                </c:pt>
                <c:pt idx="1977">
                  <c:v>45078</c:v>
                </c:pt>
                <c:pt idx="1978">
                  <c:v>45079</c:v>
                </c:pt>
                <c:pt idx="1979">
                  <c:v>45080</c:v>
                </c:pt>
                <c:pt idx="1980">
                  <c:v>45081</c:v>
                </c:pt>
                <c:pt idx="1981">
                  <c:v>45082</c:v>
                </c:pt>
                <c:pt idx="1982">
                  <c:v>45083</c:v>
                </c:pt>
                <c:pt idx="1983">
                  <c:v>45084</c:v>
                </c:pt>
                <c:pt idx="1984">
                  <c:v>45085</c:v>
                </c:pt>
                <c:pt idx="1985">
                  <c:v>45086</c:v>
                </c:pt>
                <c:pt idx="1986">
                  <c:v>45087</c:v>
                </c:pt>
                <c:pt idx="1987">
                  <c:v>45088</c:v>
                </c:pt>
                <c:pt idx="1988">
                  <c:v>45089</c:v>
                </c:pt>
                <c:pt idx="1989">
                  <c:v>45090</c:v>
                </c:pt>
                <c:pt idx="1990">
                  <c:v>45091</c:v>
                </c:pt>
                <c:pt idx="1991">
                  <c:v>45092</c:v>
                </c:pt>
                <c:pt idx="1992">
                  <c:v>45093</c:v>
                </c:pt>
                <c:pt idx="1993">
                  <c:v>45094</c:v>
                </c:pt>
                <c:pt idx="1994">
                  <c:v>45095</c:v>
                </c:pt>
                <c:pt idx="1995">
                  <c:v>45096</c:v>
                </c:pt>
                <c:pt idx="1996">
                  <c:v>45097</c:v>
                </c:pt>
                <c:pt idx="1997">
                  <c:v>45098</c:v>
                </c:pt>
                <c:pt idx="1998">
                  <c:v>45099</c:v>
                </c:pt>
                <c:pt idx="1999">
                  <c:v>45100</c:v>
                </c:pt>
                <c:pt idx="2000">
                  <c:v>45101</c:v>
                </c:pt>
                <c:pt idx="2001">
                  <c:v>45102</c:v>
                </c:pt>
                <c:pt idx="2002">
                  <c:v>45103</c:v>
                </c:pt>
                <c:pt idx="2003">
                  <c:v>45104</c:v>
                </c:pt>
                <c:pt idx="2004">
                  <c:v>45105</c:v>
                </c:pt>
                <c:pt idx="2005">
                  <c:v>45106</c:v>
                </c:pt>
                <c:pt idx="2006">
                  <c:v>45107</c:v>
                </c:pt>
                <c:pt idx="2007">
                  <c:v>45108</c:v>
                </c:pt>
                <c:pt idx="2008">
                  <c:v>45109</c:v>
                </c:pt>
                <c:pt idx="2009">
                  <c:v>45110</c:v>
                </c:pt>
                <c:pt idx="2010">
                  <c:v>45111</c:v>
                </c:pt>
                <c:pt idx="2011">
                  <c:v>45112</c:v>
                </c:pt>
                <c:pt idx="2012">
                  <c:v>45113</c:v>
                </c:pt>
                <c:pt idx="2013">
                  <c:v>45114</c:v>
                </c:pt>
                <c:pt idx="2014">
                  <c:v>45115</c:v>
                </c:pt>
                <c:pt idx="2015">
                  <c:v>45116</c:v>
                </c:pt>
                <c:pt idx="2016">
                  <c:v>45117</c:v>
                </c:pt>
                <c:pt idx="2017">
                  <c:v>45118</c:v>
                </c:pt>
                <c:pt idx="2018">
                  <c:v>45119</c:v>
                </c:pt>
                <c:pt idx="2019">
                  <c:v>45120</c:v>
                </c:pt>
                <c:pt idx="2020">
                  <c:v>45121</c:v>
                </c:pt>
                <c:pt idx="2021">
                  <c:v>45122</c:v>
                </c:pt>
                <c:pt idx="2022">
                  <c:v>45123</c:v>
                </c:pt>
                <c:pt idx="2023">
                  <c:v>45124</c:v>
                </c:pt>
                <c:pt idx="2024">
                  <c:v>45125</c:v>
                </c:pt>
                <c:pt idx="2025">
                  <c:v>45126</c:v>
                </c:pt>
                <c:pt idx="2026">
                  <c:v>45127</c:v>
                </c:pt>
                <c:pt idx="2027">
                  <c:v>45128</c:v>
                </c:pt>
                <c:pt idx="2028">
                  <c:v>45129</c:v>
                </c:pt>
                <c:pt idx="2029">
                  <c:v>45130</c:v>
                </c:pt>
                <c:pt idx="2030">
                  <c:v>45131</c:v>
                </c:pt>
                <c:pt idx="2031">
                  <c:v>45132</c:v>
                </c:pt>
                <c:pt idx="2032">
                  <c:v>45133</c:v>
                </c:pt>
                <c:pt idx="2033">
                  <c:v>45134</c:v>
                </c:pt>
                <c:pt idx="2034">
                  <c:v>45135</c:v>
                </c:pt>
                <c:pt idx="2035">
                  <c:v>45136</c:v>
                </c:pt>
                <c:pt idx="2036">
                  <c:v>45137</c:v>
                </c:pt>
                <c:pt idx="2037">
                  <c:v>45138</c:v>
                </c:pt>
                <c:pt idx="2038">
                  <c:v>45139</c:v>
                </c:pt>
                <c:pt idx="2039">
                  <c:v>45140</c:v>
                </c:pt>
                <c:pt idx="2040">
                  <c:v>45141</c:v>
                </c:pt>
                <c:pt idx="2041">
                  <c:v>45142</c:v>
                </c:pt>
                <c:pt idx="2042">
                  <c:v>45143</c:v>
                </c:pt>
                <c:pt idx="2043">
                  <c:v>45144</c:v>
                </c:pt>
                <c:pt idx="2044">
                  <c:v>45145</c:v>
                </c:pt>
                <c:pt idx="2045">
                  <c:v>45146</c:v>
                </c:pt>
                <c:pt idx="2046">
                  <c:v>45147</c:v>
                </c:pt>
                <c:pt idx="2047">
                  <c:v>45148</c:v>
                </c:pt>
                <c:pt idx="2048">
                  <c:v>45149</c:v>
                </c:pt>
                <c:pt idx="2049">
                  <c:v>45150</c:v>
                </c:pt>
                <c:pt idx="2050">
                  <c:v>45151</c:v>
                </c:pt>
                <c:pt idx="2051">
                  <c:v>45152</c:v>
                </c:pt>
                <c:pt idx="2052">
                  <c:v>45153</c:v>
                </c:pt>
                <c:pt idx="2053">
                  <c:v>45154</c:v>
                </c:pt>
                <c:pt idx="2054">
                  <c:v>45155</c:v>
                </c:pt>
                <c:pt idx="2055">
                  <c:v>45156</c:v>
                </c:pt>
                <c:pt idx="2056">
                  <c:v>45159</c:v>
                </c:pt>
                <c:pt idx="2057">
                  <c:v>45160</c:v>
                </c:pt>
                <c:pt idx="2058">
                  <c:v>45161</c:v>
                </c:pt>
                <c:pt idx="2059">
                  <c:v>45162</c:v>
                </c:pt>
                <c:pt idx="2060">
                  <c:v>45163</c:v>
                </c:pt>
                <c:pt idx="2061">
                  <c:v>45164</c:v>
                </c:pt>
                <c:pt idx="2062">
                  <c:v>45165</c:v>
                </c:pt>
                <c:pt idx="2063">
                  <c:v>45166</c:v>
                </c:pt>
                <c:pt idx="2064">
                  <c:v>45167</c:v>
                </c:pt>
                <c:pt idx="2065">
                  <c:v>45168</c:v>
                </c:pt>
                <c:pt idx="2066">
                  <c:v>45169</c:v>
                </c:pt>
                <c:pt idx="2067">
                  <c:v>45170</c:v>
                </c:pt>
                <c:pt idx="2068">
                  <c:v>45171</c:v>
                </c:pt>
                <c:pt idx="2069">
                  <c:v>45172</c:v>
                </c:pt>
                <c:pt idx="2070">
                  <c:v>45173</c:v>
                </c:pt>
                <c:pt idx="2071">
                  <c:v>45174</c:v>
                </c:pt>
                <c:pt idx="2072">
                  <c:v>45175</c:v>
                </c:pt>
                <c:pt idx="2073">
                  <c:v>45176</c:v>
                </c:pt>
                <c:pt idx="2074">
                  <c:v>45177</c:v>
                </c:pt>
                <c:pt idx="2075">
                  <c:v>45178</c:v>
                </c:pt>
                <c:pt idx="2076">
                  <c:v>45179</c:v>
                </c:pt>
                <c:pt idx="2077">
                  <c:v>45180</c:v>
                </c:pt>
                <c:pt idx="2078">
                  <c:v>45181</c:v>
                </c:pt>
                <c:pt idx="2079">
                  <c:v>45182</c:v>
                </c:pt>
                <c:pt idx="2080">
                  <c:v>45183</c:v>
                </c:pt>
                <c:pt idx="2081">
                  <c:v>45184</c:v>
                </c:pt>
                <c:pt idx="2082">
                  <c:v>45185</c:v>
                </c:pt>
                <c:pt idx="2083">
                  <c:v>45186</c:v>
                </c:pt>
                <c:pt idx="2084">
                  <c:v>45187</c:v>
                </c:pt>
                <c:pt idx="2085">
                  <c:v>45188</c:v>
                </c:pt>
                <c:pt idx="2086">
                  <c:v>45189</c:v>
                </c:pt>
                <c:pt idx="2087">
                  <c:v>45190</c:v>
                </c:pt>
                <c:pt idx="2088">
                  <c:v>45191</c:v>
                </c:pt>
                <c:pt idx="2089">
                  <c:v>45192</c:v>
                </c:pt>
                <c:pt idx="2090">
                  <c:v>45193</c:v>
                </c:pt>
                <c:pt idx="2091">
                  <c:v>45194</c:v>
                </c:pt>
                <c:pt idx="2092">
                  <c:v>45195</c:v>
                </c:pt>
                <c:pt idx="2093">
                  <c:v>45196</c:v>
                </c:pt>
                <c:pt idx="2094">
                  <c:v>45197</c:v>
                </c:pt>
                <c:pt idx="2095">
                  <c:v>45198</c:v>
                </c:pt>
                <c:pt idx="2096">
                  <c:v>45199</c:v>
                </c:pt>
                <c:pt idx="2097">
                  <c:v>45200</c:v>
                </c:pt>
                <c:pt idx="2098">
                  <c:v>45201</c:v>
                </c:pt>
                <c:pt idx="2099">
                  <c:v>45202</c:v>
                </c:pt>
                <c:pt idx="2100">
                  <c:v>45203</c:v>
                </c:pt>
                <c:pt idx="2101">
                  <c:v>45204</c:v>
                </c:pt>
                <c:pt idx="2102">
                  <c:v>45205</c:v>
                </c:pt>
                <c:pt idx="2103">
                  <c:v>45206</c:v>
                </c:pt>
                <c:pt idx="2104">
                  <c:v>45207</c:v>
                </c:pt>
                <c:pt idx="2105">
                  <c:v>45208</c:v>
                </c:pt>
                <c:pt idx="2106">
                  <c:v>45209</c:v>
                </c:pt>
                <c:pt idx="2107">
                  <c:v>45210</c:v>
                </c:pt>
                <c:pt idx="2108">
                  <c:v>45211</c:v>
                </c:pt>
                <c:pt idx="2109">
                  <c:v>45212</c:v>
                </c:pt>
                <c:pt idx="2110">
                  <c:v>45213</c:v>
                </c:pt>
                <c:pt idx="2111">
                  <c:v>45214</c:v>
                </c:pt>
                <c:pt idx="2112">
                  <c:v>45215</c:v>
                </c:pt>
                <c:pt idx="2113">
                  <c:v>45216</c:v>
                </c:pt>
                <c:pt idx="2114">
                  <c:v>45217</c:v>
                </c:pt>
                <c:pt idx="2115">
                  <c:v>45218</c:v>
                </c:pt>
                <c:pt idx="2116">
                  <c:v>45219</c:v>
                </c:pt>
                <c:pt idx="2117">
                  <c:v>45220</c:v>
                </c:pt>
                <c:pt idx="2118">
                  <c:v>45221</c:v>
                </c:pt>
                <c:pt idx="2119">
                  <c:v>45222</c:v>
                </c:pt>
                <c:pt idx="2120">
                  <c:v>45223</c:v>
                </c:pt>
                <c:pt idx="2121">
                  <c:v>45224</c:v>
                </c:pt>
                <c:pt idx="2122">
                  <c:v>45225</c:v>
                </c:pt>
                <c:pt idx="2123">
                  <c:v>45226</c:v>
                </c:pt>
                <c:pt idx="2124">
                  <c:v>45227</c:v>
                </c:pt>
                <c:pt idx="2125">
                  <c:v>45228</c:v>
                </c:pt>
                <c:pt idx="2126">
                  <c:v>45229</c:v>
                </c:pt>
                <c:pt idx="2127">
                  <c:v>45230</c:v>
                </c:pt>
                <c:pt idx="2128">
                  <c:v>45231</c:v>
                </c:pt>
                <c:pt idx="2129">
                  <c:v>45232</c:v>
                </c:pt>
                <c:pt idx="2130">
                  <c:v>45233</c:v>
                </c:pt>
                <c:pt idx="2131">
                  <c:v>45234</c:v>
                </c:pt>
                <c:pt idx="2132">
                  <c:v>45235</c:v>
                </c:pt>
                <c:pt idx="2133">
                  <c:v>45236</c:v>
                </c:pt>
                <c:pt idx="2134">
                  <c:v>45237</c:v>
                </c:pt>
                <c:pt idx="2135">
                  <c:v>45238</c:v>
                </c:pt>
                <c:pt idx="2136">
                  <c:v>45239</c:v>
                </c:pt>
                <c:pt idx="2137">
                  <c:v>45240</c:v>
                </c:pt>
                <c:pt idx="2138">
                  <c:v>45241</c:v>
                </c:pt>
                <c:pt idx="2139">
                  <c:v>45242</c:v>
                </c:pt>
                <c:pt idx="2140">
                  <c:v>45243</c:v>
                </c:pt>
                <c:pt idx="2141">
                  <c:v>45244</c:v>
                </c:pt>
                <c:pt idx="2142">
                  <c:v>45245</c:v>
                </c:pt>
                <c:pt idx="2143">
                  <c:v>45246</c:v>
                </c:pt>
                <c:pt idx="2144">
                  <c:v>45247</c:v>
                </c:pt>
                <c:pt idx="2145">
                  <c:v>45248</c:v>
                </c:pt>
                <c:pt idx="2146">
                  <c:v>45249</c:v>
                </c:pt>
                <c:pt idx="2147">
                  <c:v>45250</c:v>
                </c:pt>
                <c:pt idx="2148">
                  <c:v>45251</c:v>
                </c:pt>
                <c:pt idx="2149">
                  <c:v>45252</c:v>
                </c:pt>
                <c:pt idx="2150">
                  <c:v>45253</c:v>
                </c:pt>
                <c:pt idx="2151">
                  <c:v>45254</c:v>
                </c:pt>
                <c:pt idx="2152">
                  <c:v>45255</c:v>
                </c:pt>
                <c:pt idx="2153">
                  <c:v>45256</c:v>
                </c:pt>
                <c:pt idx="2154">
                  <c:v>45257</c:v>
                </c:pt>
                <c:pt idx="2155">
                  <c:v>45258</c:v>
                </c:pt>
                <c:pt idx="2156">
                  <c:v>45259</c:v>
                </c:pt>
                <c:pt idx="2157">
                  <c:v>45260</c:v>
                </c:pt>
                <c:pt idx="2158">
                  <c:v>45261</c:v>
                </c:pt>
                <c:pt idx="2159">
                  <c:v>45262</c:v>
                </c:pt>
                <c:pt idx="2160">
                  <c:v>45263</c:v>
                </c:pt>
                <c:pt idx="2161">
                  <c:v>45264</c:v>
                </c:pt>
                <c:pt idx="2162">
                  <c:v>45265</c:v>
                </c:pt>
                <c:pt idx="2163">
                  <c:v>45266</c:v>
                </c:pt>
                <c:pt idx="2164">
                  <c:v>45267</c:v>
                </c:pt>
                <c:pt idx="2165">
                  <c:v>45268</c:v>
                </c:pt>
                <c:pt idx="2166">
                  <c:v>45269</c:v>
                </c:pt>
                <c:pt idx="2167">
                  <c:v>45270</c:v>
                </c:pt>
                <c:pt idx="2168">
                  <c:v>45271</c:v>
                </c:pt>
                <c:pt idx="2169">
                  <c:v>45272</c:v>
                </c:pt>
                <c:pt idx="2170">
                  <c:v>45273</c:v>
                </c:pt>
                <c:pt idx="2171">
                  <c:v>45274</c:v>
                </c:pt>
                <c:pt idx="2172">
                  <c:v>45275</c:v>
                </c:pt>
                <c:pt idx="2173">
                  <c:v>45276</c:v>
                </c:pt>
                <c:pt idx="2174">
                  <c:v>45277</c:v>
                </c:pt>
                <c:pt idx="2175">
                  <c:v>45278</c:v>
                </c:pt>
                <c:pt idx="2176">
                  <c:v>45279</c:v>
                </c:pt>
                <c:pt idx="2177">
                  <c:v>45280</c:v>
                </c:pt>
                <c:pt idx="2178">
                  <c:v>45281</c:v>
                </c:pt>
                <c:pt idx="2179">
                  <c:v>45282</c:v>
                </c:pt>
                <c:pt idx="2180">
                  <c:v>45283</c:v>
                </c:pt>
                <c:pt idx="2181">
                  <c:v>45284</c:v>
                </c:pt>
                <c:pt idx="2182">
                  <c:v>45285</c:v>
                </c:pt>
                <c:pt idx="2183">
                  <c:v>45286</c:v>
                </c:pt>
                <c:pt idx="2184">
                  <c:v>45287</c:v>
                </c:pt>
                <c:pt idx="2185">
                  <c:v>45288</c:v>
                </c:pt>
                <c:pt idx="2186">
                  <c:v>45289</c:v>
                </c:pt>
                <c:pt idx="2187">
                  <c:v>45290</c:v>
                </c:pt>
                <c:pt idx="2188">
                  <c:v>45291</c:v>
                </c:pt>
                <c:pt idx="2189">
                  <c:v>45292</c:v>
                </c:pt>
                <c:pt idx="2190">
                  <c:v>45293</c:v>
                </c:pt>
                <c:pt idx="2191">
                  <c:v>45294</c:v>
                </c:pt>
                <c:pt idx="2192">
                  <c:v>45295</c:v>
                </c:pt>
                <c:pt idx="2193">
                  <c:v>45296</c:v>
                </c:pt>
                <c:pt idx="2194">
                  <c:v>45297</c:v>
                </c:pt>
                <c:pt idx="2195">
                  <c:v>45298</c:v>
                </c:pt>
                <c:pt idx="2196">
                  <c:v>45299</c:v>
                </c:pt>
                <c:pt idx="2197">
                  <c:v>45300</c:v>
                </c:pt>
                <c:pt idx="2198">
                  <c:v>45301</c:v>
                </c:pt>
                <c:pt idx="2199">
                  <c:v>45302</c:v>
                </c:pt>
                <c:pt idx="2200">
                  <c:v>45303</c:v>
                </c:pt>
                <c:pt idx="2201">
                  <c:v>45304</c:v>
                </c:pt>
                <c:pt idx="2202">
                  <c:v>45305</c:v>
                </c:pt>
                <c:pt idx="2203">
                  <c:v>45306</c:v>
                </c:pt>
                <c:pt idx="2204">
                  <c:v>45307</c:v>
                </c:pt>
              </c:numCache>
            </c:numRef>
          </c:cat>
          <c:val>
            <c:numRef>
              <c:f>磷酸二氢钙价格!$O$3:$O$2207</c:f>
              <c:numCache>
                <c:formatCode>#,##0.00_ </c:formatCode>
                <c:ptCount val="2205"/>
                <c:pt idx="0">
                  <c:v>24000</c:v>
                </c:pt>
                <c:pt idx="1">
                  <c:v>24000</c:v>
                </c:pt>
                <c:pt idx="2">
                  <c:v>24000</c:v>
                </c:pt>
                <c:pt idx="3">
                  <c:v>24000</c:v>
                </c:pt>
                <c:pt idx="4">
                  <c:v>24000</c:v>
                </c:pt>
                <c:pt idx="5">
                  <c:v>24000</c:v>
                </c:pt>
                <c:pt idx="6">
                  <c:v>24000</c:v>
                </c:pt>
                <c:pt idx="7">
                  <c:v>24000</c:v>
                </c:pt>
                <c:pt idx="8">
                  <c:v>24000</c:v>
                </c:pt>
                <c:pt idx="9">
                  <c:v>24000</c:v>
                </c:pt>
                <c:pt idx="10">
                  <c:v>24000</c:v>
                </c:pt>
                <c:pt idx="11">
                  <c:v>21000</c:v>
                </c:pt>
                <c:pt idx="12">
                  <c:v>21000</c:v>
                </c:pt>
                <c:pt idx="13">
                  <c:v>21000</c:v>
                </c:pt>
                <c:pt idx="14">
                  <c:v>21000</c:v>
                </c:pt>
                <c:pt idx="15">
                  <c:v>21000</c:v>
                </c:pt>
                <c:pt idx="16">
                  <c:v>21000</c:v>
                </c:pt>
                <c:pt idx="17">
                  <c:v>21000</c:v>
                </c:pt>
                <c:pt idx="18">
                  <c:v>21000</c:v>
                </c:pt>
                <c:pt idx="19">
                  <c:v>21000</c:v>
                </c:pt>
                <c:pt idx="20">
                  <c:v>21000</c:v>
                </c:pt>
                <c:pt idx="21">
                  <c:v>21000</c:v>
                </c:pt>
                <c:pt idx="22">
                  <c:v>21000</c:v>
                </c:pt>
                <c:pt idx="23">
                  <c:v>21000</c:v>
                </c:pt>
                <c:pt idx="24">
                  <c:v>21000</c:v>
                </c:pt>
                <c:pt idx="25">
                  <c:v>21000</c:v>
                </c:pt>
                <c:pt idx="26">
                  <c:v>21000</c:v>
                </c:pt>
                <c:pt idx="27">
                  <c:v>21000</c:v>
                </c:pt>
                <c:pt idx="28">
                  <c:v>21000</c:v>
                </c:pt>
                <c:pt idx="29">
                  <c:v>21000</c:v>
                </c:pt>
                <c:pt idx="30">
                  <c:v>21000</c:v>
                </c:pt>
                <c:pt idx="31">
                  <c:v>21000</c:v>
                </c:pt>
                <c:pt idx="32">
                  <c:v>21000</c:v>
                </c:pt>
                <c:pt idx="33">
                  <c:v>21000</c:v>
                </c:pt>
                <c:pt idx="34">
                  <c:v>21000</c:v>
                </c:pt>
                <c:pt idx="35">
                  <c:v>21000</c:v>
                </c:pt>
                <c:pt idx="36">
                  <c:v>21000</c:v>
                </c:pt>
                <c:pt idx="37">
                  <c:v>21000</c:v>
                </c:pt>
                <c:pt idx="38">
                  <c:v>21000</c:v>
                </c:pt>
                <c:pt idx="39">
                  <c:v>21000</c:v>
                </c:pt>
                <c:pt idx="40">
                  <c:v>21000</c:v>
                </c:pt>
                <c:pt idx="41">
                  <c:v>21000</c:v>
                </c:pt>
                <c:pt idx="42">
                  <c:v>21000</c:v>
                </c:pt>
                <c:pt idx="43">
                  <c:v>21000</c:v>
                </c:pt>
                <c:pt idx="44">
                  <c:v>21000</c:v>
                </c:pt>
                <c:pt idx="45">
                  <c:v>21000</c:v>
                </c:pt>
                <c:pt idx="46">
                  <c:v>21000</c:v>
                </c:pt>
                <c:pt idx="47">
                  <c:v>21000</c:v>
                </c:pt>
                <c:pt idx="48">
                  <c:v>21000</c:v>
                </c:pt>
                <c:pt idx="49">
                  <c:v>21000</c:v>
                </c:pt>
                <c:pt idx="50">
                  <c:v>21000</c:v>
                </c:pt>
                <c:pt idx="51">
                  <c:v>21000</c:v>
                </c:pt>
                <c:pt idx="52">
                  <c:v>21000</c:v>
                </c:pt>
                <c:pt idx="53">
                  <c:v>21000</c:v>
                </c:pt>
                <c:pt idx="54">
                  <c:v>21000</c:v>
                </c:pt>
                <c:pt idx="55">
                  <c:v>21000</c:v>
                </c:pt>
                <c:pt idx="56">
                  <c:v>21000</c:v>
                </c:pt>
                <c:pt idx="57">
                  <c:v>21000</c:v>
                </c:pt>
                <c:pt idx="58">
                  <c:v>21000</c:v>
                </c:pt>
                <c:pt idx="59">
                  <c:v>21000</c:v>
                </c:pt>
                <c:pt idx="60">
                  <c:v>21000</c:v>
                </c:pt>
                <c:pt idx="61">
                  <c:v>21000</c:v>
                </c:pt>
                <c:pt idx="62">
                  <c:v>21000</c:v>
                </c:pt>
                <c:pt idx="63">
                  <c:v>21000</c:v>
                </c:pt>
                <c:pt idx="64">
                  <c:v>21000</c:v>
                </c:pt>
                <c:pt idx="65">
                  <c:v>21000</c:v>
                </c:pt>
                <c:pt idx="66">
                  <c:v>21000</c:v>
                </c:pt>
                <c:pt idx="67">
                  <c:v>21000</c:v>
                </c:pt>
                <c:pt idx="68">
                  <c:v>21000</c:v>
                </c:pt>
                <c:pt idx="69">
                  <c:v>21000</c:v>
                </c:pt>
                <c:pt idx="70">
                  <c:v>21000</c:v>
                </c:pt>
                <c:pt idx="71">
                  <c:v>21000</c:v>
                </c:pt>
                <c:pt idx="72">
                  <c:v>21000</c:v>
                </c:pt>
                <c:pt idx="73">
                  <c:v>21000</c:v>
                </c:pt>
                <c:pt idx="74">
                  <c:v>21000</c:v>
                </c:pt>
                <c:pt idx="75">
                  <c:v>21000</c:v>
                </c:pt>
                <c:pt idx="76">
                  <c:v>21000</c:v>
                </c:pt>
                <c:pt idx="77">
                  <c:v>21000</c:v>
                </c:pt>
                <c:pt idx="78">
                  <c:v>21000</c:v>
                </c:pt>
                <c:pt idx="79">
                  <c:v>21000</c:v>
                </c:pt>
                <c:pt idx="80">
                  <c:v>21000</c:v>
                </c:pt>
                <c:pt idx="81">
                  <c:v>21000</c:v>
                </c:pt>
                <c:pt idx="82">
                  <c:v>21000</c:v>
                </c:pt>
                <c:pt idx="83">
                  <c:v>21000</c:v>
                </c:pt>
                <c:pt idx="84">
                  <c:v>21000</c:v>
                </c:pt>
                <c:pt idx="85">
                  <c:v>21000</c:v>
                </c:pt>
                <c:pt idx="86">
                  <c:v>21000</c:v>
                </c:pt>
                <c:pt idx="87">
                  <c:v>21000</c:v>
                </c:pt>
                <c:pt idx="88">
                  <c:v>21000</c:v>
                </c:pt>
                <c:pt idx="89">
                  <c:v>21000</c:v>
                </c:pt>
                <c:pt idx="90">
                  <c:v>21000</c:v>
                </c:pt>
                <c:pt idx="91">
                  <c:v>21000</c:v>
                </c:pt>
                <c:pt idx="92">
                  <c:v>21000</c:v>
                </c:pt>
                <c:pt idx="93">
                  <c:v>21000</c:v>
                </c:pt>
                <c:pt idx="94">
                  <c:v>21000</c:v>
                </c:pt>
                <c:pt idx="95">
                  <c:v>21000</c:v>
                </c:pt>
                <c:pt idx="96">
                  <c:v>21000</c:v>
                </c:pt>
                <c:pt idx="97">
                  <c:v>21000</c:v>
                </c:pt>
                <c:pt idx="98">
                  <c:v>21000</c:v>
                </c:pt>
                <c:pt idx="99">
                  <c:v>21000</c:v>
                </c:pt>
                <c:pt idx="100">
                  <c:v>21000</c:v>
                </c:pt>
                <c:pt idx="101">
                  <c:v>21000</c:v>
                </c:pt>
                <c:pt idx="102">
                  <c:v>21000</c:v>
                </c:pt>
                <c:pt idx="103">
                  <c:v>21000</c:v>
                </c:pt>
                <c:pt idx="104">
                  <c:v>21000</c:v>
                </c:pt>
                <c:pt idx="105">
                  <c:v>21000</c:v>
                </c:pt>
                <c:pt idx="106">
                  <c:v>21000</c:v>
                </c:pt>
                <c:pt idx="107">
                  <c:v>21000</c:v>
                </c:pt>
                <c:pt idx="108">
                  <c:v>19000</c:v>
                </c:pt>
                <c:pt idx="109">
                  <c:v>19000</c:v>
                </c:pt>
                <c:pt idx="110">
                  <c:v>19000</c:v>
                </c:pt>
                <c:pt idx="111">
                  <c:v>19000</c:v>
                </c:pt>
                <c:pt idx="112">
                  <c:v>19000</c:v>
                </c:pt>
                <c:pt idx="113">
                  <c:v>19000</c:v>
                </c:pt>
                <c:pt idx="114">
                  <c:v>19000</c:v>
                </c:pt>
                <c:pt idx="115">
                  <c:v>19000</c:v>
                </c:pt>
                <c:pt idx="116">
                  <c:v>19000</c:v>
                </c:pt>
                <c:pt idx="117">
                  <c:v>19000</c:v>
                </c:pt>
                <c:pt idx="118">
                  <c:v>19000</c:v>
                </c:pt>
                <c:pt idx="119">
                  <c:v>19000</c:v>
                </c:pt>
                <c:pt idx="120">
                  <c:v>19000</c:v>
                </c:pt>
                <c:pt idx="121">
                  <c:v>19000</c:v>
                </c:pt>
                <c:pt idx="122">
                  <c:v>19000</c:v>
                </c:pt>
                <c:pt idx="123">
                  <c:v>19000</c:v>
                </c:pt>
                <c:pt idx="124">
                  <c:v>19000</c:v>
                </c:pt>
                <c:pt idx="125">
                  <c:v>19000</c:v>
                </c:pt>
                <c:pt idx="126">
                  <c:v>19000</c:v>
                </c:pt>
                <c:pt idx="127">
                  <c:v>19000</c:v>
                </c:pt>
                <c:pt idx="128">
                  <c:v>19000</c:v>
                </c:pt>
                <c:pt idx="129">
                  <c:v>19000</c:v>
                </c:pt>
                <c:pt idx="130">
                  <c:v>19000</c:v>
                </c:pt>
                <c:pt idx="131">
                  <c:v>19000</c:v>
                </c:pt>
                <c:pt idx="132">
                  <c:v>19000</c:v>
                </c:pt>
                <c:pt idx="133">
                  <c:v>19000</c:v>
                </c:pt>
                <c:pt idx="134">
                  <c:v>19000</c:v>
                </c:pt>
                <c:pt idx="135">
                  <c:v>19000</c:v>
                </c:pt>
                <c:pt idx="136">
                  <c:v>19000</c:v>
                </c:pt>
                <c:pt idx="137">
                  <c:v>19000</c:v>
                </c:pt>
                <c:pt idx="138">
                  <c:v>19000</c:v>
                </c:pt>
                <c:pt idx="139">
                  <c:v>19000</c:v>
                </c:pt>
                <c:pt idx="140">
                  <c:v>19000</c:v>
                </c:pt>
                <c:pt idx="141">
                  <c:v>19000</c:v>
                </c:pt>
                <c:pt idx="142">
                  <c:v>19000</c:v>
                </c:pt>
                <c:pt idx="143">
                  <c:v>19000</c:v>
                </c:pt>
                <c:pt idx="144">
                  <c:v>19000</c:v>
                </c:pt>
                <c:pt idx="145">
                  <c:v>19000</c:v>
                </c:pt>
                <c:pt idx="146">
                  <c:v>19000</c:v>
                </c:pt>
                <c:pt idx="147">
                  <c:v>19000</c:v>
                </c:pt>
                <c:pt idx="148">
                  <c:v>19000</c:v>
                </c:pt>
                <c:pt idx="149">
                  <c:v>19000</c:v>
                </c:pt>
                <c:pt idx="150">
                  <c:v>19000</c:v>
                </c:pt>
                <c:pt idx="151">
                  <c:v>19000</c:v>
                </c:pt>
                <c:pt idx="152">
                  <c:v>19000</c:v>
                </c:pt>
                <c:pt idx="153">
                  <c:v>19000</c:v>
                </c:pt>
                <c:pt idx="154">
                  <c:v>19000</c:v>
                </c:pt>
                <c:pt idx="155">
                  <c:v>19000</c:v>
                </c:pt>
                <c:pt idx="156">
                  <c:v>19000</c:v>
                </c:pt>
                <c:pt idx="157">
                  <c:v>19000</c:v>
                </c:pt>
                <c:pt idx="158">
                  <c:v>19000</c:v>
                </c:pt>
                <c:pt idx="159">
                  <c:v>19000</c:v>
                </c:pt>
                <c:pt idx="160">
                  <c:v>19000</c:v>
                </c:pt>
                <c:pt idx="161">
                  <c:v>19000</c:v>
                </c:pt>
                <c:pt idx="162">
                  <c:v>19000</c:v>
                </c:pt>
                <c:pt idx="163">
                  <c:v>19000</c:v>
                </c:pt>
                <c:pt idx="164">
                  <c:v>19000</c:v>
                </c:pt>
                <c:pt idx="165">
                  <c:v>19000</c:v>
                </c:pt>
                <c:pt idx="166">
                  <c:v>19000</c:v>
                </c:pt>
                <c:pt idx="167">
                  <c:v>19000</c:v>
                </c:pt>
                <c:pt idx="168">
                  <c:v>19000</c:v>
                </c:pt>
                <c:pt idx="169">
                  <c:v>19000</c:v>
                </c:pt>
                <c:pt idx="170">
                  <c:v>19000</c:v>
                </c:pt>
                <c:pt idx="171">
                  <c:v>19000</c:v>
                </c:pt>
                <c:pt idx="172">
                  <c:v>19000</c:v>
                </c:pt>
                <c:pt idx="173">
                  <c:v>19000</c:v>
                </c:pt>
                <c:pt idx="174">
                  <c:v>19000</c:v>
                </c:pt>
                <c:pt idx="175">
                  <c:v>19000</c:v>
                </c:pt>
                <c:pt idx="176">
                  <c:v>19000</c:v>
                </c:pt>
                <c:pt idx="177">
                  <c:v>19000</c:v>
                </c:pt>
                <c:pt idx="178">
                  <c:v>19000</c:v>
                </c:pt>
                <c:pt idx="179">
                  <c:v>19000</c:v>
                </c:pt>
                <c:pt idx="180">
                  <c:v>19000</c:v>
                </c:pt>
                <c:pt idx="181">
                  <c:v>19000</c:v>
                </c:pt>
                <c:pt idx="182">
                  <c:v>19000</c:v>
                </c:pt>
                <c:pt idx="183">
                  <c:v>19000</c:v>
                </c:pt>
                <c:pt idx="184">
                  <c:v>19000</c:v>
                </c:pt>
                <c:pt idx="185">
                  <c:v>19000</c:v>
                </c:pt>
                <c:pt idx="186">
                  <c:v>14500</c:v>
                </c:pt>
                <c:pt idx="187">
                  <c:v>14500</c:v>
                </c:pt>
                <c:pt idx="188">
                  <c:v>14500</c:v>
                </c:pt>
                <c:pt idx="189">
                  <c:v>14500</c:v>
                </c:pt>
                <c:pt idx="190">
                  <c:v>14500</c:v>
                </c:pt>
                <c:pt idx="191">
                  <c:v>14500</c:v>
                </c:pt>
                <c:pt idx="192">
                  <c:v>14500</c:v>
                </c:pt>
                <c:pt idx="193">
                  <c:v>14500</c:v>
                </c:pt>
                <c:pt idx="194">
                  <c:v>14500</c:v>
                </c:pt>
                <c:pt idx="195">
                  <c:v>14500</c:v>
                </c:pt>
                <c:pt idx="196">
                  <c:v>14500</c:v>
                </c:pt>
                <c:pt idx="197">
                  <c:v>14500</c:v>
                </c:pt>
                <c:pt idx="198">
                  <c:v>14500</c:v>
                </c:pt>
                <c:pt idx="199">
                  <c:v>14500</c:v>
                </c:pt>
                <c:pt idx="200">
                  <c:v>14500</c:v>
                </c:pt>
                <c:pt idx="201">
                  <c:v>14500</c:v>
                </c:pt>
                <c:pt idx="202">
                  <c:v>14500</c:v>
                </c:pt>
                <c:pt idx="203">
                  <c:v>14500</c:v>
                </c:pt>
                <c:pt idx="204">
                  <c:v>12500</c:v>
                </c:pt>
                <c:pt idx="205">
                  <c:v>12500</c:v>
                </c:pt>
                <c:pt idx="206">
                  <c:v>12500</c:v>
                </c:pt>
                <c:pt idx="207">
                  <c:v>12500</c:v>
                </c:pt>
                <c:pt idx="208">
                  <c:v>12500</c:v>
                </c:pt>
                <c:pt idx="209">
                  <c:v>12500</c:v>
                </c:pt>
                <c:pt idx="210">
                  <c:v>12500</c:v>
                </c:pt>
                <c:pt idx="211">
                  <c:v>12500</c:v>
                </c:pt>
                <c:pt idx="212">
                  <c:v>12500</c:v>
                </c:pt>
                <c:pt idx="213">
                  <c:v>12500</c:v>
                </c:pt>
                <c:pt idx="214">
                  <c:v>12500</c:v>
                </c:pt>
                <c:pt idx="215">
                  <c:v>12500</c:v>
                </c:pt>
                <c:pt idx="216">
                  <c:v>12500</c:v>
                </c:pt>
                <c:pt idx="217">
                  <c:v>12500</c:v>
                </c:pt>
                <c:pt idx="218">
                  <c:v>12500</c:v>
                </c:pt>
                <c:pt idx="219">
                  <c:v>12500</c:v>
                </c:pt>
                <c:pt idx="220">
                  <c:v>12500</c:v>
                </c:pt>
                <c:pt idx="221">
                  <c:v>12500</c:v>
                </c:pt>
                <c:pt idx="222">
                  <c:v>12500</c:v>
                </c:pt>
                <c:pt idx="223">
                  <c:v>12500</c:v>
                </c:pt>
                <c:pt idx="224">
                  <c:v>12500</c:v>
                </c:pt>
                <c:pt idx="225">
                  <c:v>12500</c:v>
                </c:pt>
                <c:pt idx="226">
                  <c:v>12500</c:v>
                </c:pt>
                <c:pt idx="227">
                  <c:v>12500</c:v>
                </c:pt>
                <c:pt idx="228">
                  <c:v>12500</c:v>
                </c:pt>
                <c:pt idx="229">
                  <c:v>12500</c:v>
                </c:pt>
                <c:pt idx="230">
                  <c:v>12500</c:v>
                </c:pt>
                <c:pt idx="231">
                  <c:v>12500</c:v>
                </c:pt>
                <c:pt idx="232">
                  <c:v>12500</c:v>
                </c:pt>
                <c:pt idx="233">
                  <c:v>12500</c:v>
                </c:pt>
                <c:pt idx="234">
                  <c:v>12500</c:v>
                </c:pt>
                <c:pt idx="235">
                  <c:v>12500</c:v>
                </c:pt>
                <c:pt idx="236">
                  <c:v>12500</c:v>
                </c:pt>
                <c:pt idx="237">
                  <c:v>12500</c:v>
                </c:pt>
                <c:pt idx="238">
                  <c:v>12500</c:v>
                </c:pt>
                <c:pt idx="239">
                  <c:v>12500</c:v>
                </c:pt>
                <c:pt idx="240">
                  <c:v>12500</c:v>
                </c:pt>
                <c:pt idx="241">
                  <c:v>12500</c:v>
                </c:pt>
                <c:pt idx="242">
                  <c:v>12500</c:v>
                </c:pt>
                <c:pt idx="243">
                  <c:v>12500</c:v>
                </c:pt>
                <c:pt idx="244">
                  <c:v>12500</c:v>
                </c:pt>
                <c:pt idx="245">
                  <c:v>12500</c:v>
                </c:pt>
                <c:pt idx="246">
                  <c:v>12500</c:v>
                </c:pt>
                <c:pt idx="247">
                  <c:v>12500</c:v>
                </c:pt>
                <c:pt idx="248">
                  <c:v>12500</c:v>
                </c:pt>
                <c:pt idx="249">
                  <c:v>12500</c:v>
                </c:pt>
                <c:pt idx="250">
                  <c:v>12500</c:v>
                </c:pt>
                <c:pt idx="251">
                  <c:v>12500</c:v>
                </c:pt>
                <c:pt idx="252">
                  <c:v>12500</c:v>
                </c:pt>
                <c:pt idx="253">
                  <c:v>12500</c:v>
                </c:pt>
                <c:pt idx="254">
                  <c:v>12500</c:v>
                </c:pt>
                <c:pt idx="255">
                  <c:v>12500</c:v>
                </c:pt>
                <c:pt idx="256">
                  <c:v>12500</c:v>
                </c:pt>
                <c:pt idx="257">
                  <c:v>12500</c:v>
                </c:pt>
                <c:pt idx="258">
                  <c:v>12500</c:v>
                </c:pt>
                <c:pt idx="259">
                  <c:v>12500</c:v>
                </c:pt>
                <c:pt idx="260">
                  <c:v>12500</c:v>
                </c:pt>
                <c:pt idx="261">
                  <c:v>12500</c:v>
                </c:pt>
                <c:pt idx="262">
                  <c:v>12500</c:v>
                </c:pt>
                <c:pt idx="263">
                  <c:v>12500</c:v>
                </c:pt>
                <c:pt idx="264">
                  <c:v>12500</c:v>
                </c:pt>
                <c:pt idx="265">
                  <c:v>12500</c:v>
                </c:pt>
                <c:pt idx="266">
                  <c:v>12500</c:v>
                </c:pt>
                <c:pt idx="267">
                  <c:v>12500</c:v>
                </c:pt>
                <c:pt idx="268">
                  <c:v>12500</c:v>
                </c:pt>
                <c:pt idx="269">
                  <c:v>12500</c:v>
                </c:pt>
                <c:pt idx="270">
                  <c:v>12500</c:v>
                </c:pt>
                <c:pt idx="271">
                  <c:v>12500</c:v>
                </c:pt>
                <c:pt idx="272">
                  <c:v>12500</c:v>
                </c:pt>
                <c:pt idx="273">
                  <c:v>12500</c:v>
                </c:pt>
                <c:pt idx="274">
                  <c:v>12500</c:v>
                </c:pt>
                <c:pt idx="275">
                  <c:v>12500</c:v>
                </c:pt>
                <c:pt idx="276">
                  <c:v>12500</c:v>
                </c:pt>
                <c:pt idx="277">
                  <c:v>12500</c:v>
                </c:pt>
                <c:pt idx="278">
                  <c:v>12500</c:v>
                </c:pt>
                <c:pt idx="279">
                  <c:v>12500</c:v>
                </c:pt>
                <c:pt idx="280">
                  <c:v>12500</c:v>
                </c:pt>
                <c:pt idx="281">
                  <c:v>12500</c:v>
                </c:pt>
                <c:pt idx="282">
                  <c:v>12500</c:v>
                </c:pt>
                <c:pt idx="283">
                  <c:v>12500</c:v>
                </c:pt>
                <c:pt idx="284">
                  <c:v>12500</c:v>
                </c:pt>
                <c:pt idx="285">
                  <c:v>12500</c:v>
                </c:pt>
                <c:pt idx="286">
                  <c:v>12500</c:v>
                </c:pt>
                <c:pt idx="287">
                  <c:v>12500</c:v>
                </c:pt>
                <c:pt idx="288">
                  <c:v>12500</c:v>
                </c:pt>
                <c:pt idx="289">
                  <c:v>12500</c:v>
                </c:pt>
                <c:pt idx="290">
                  <c:v>12500</c:v>
                </c:pt>
                <c:pt idx="291">
                  <c:v>12500</c:v>
                </c:pt>
                <c:pt idx="292">
                  <c:v>12500</c:v>
                </c:pt>
                <c:pt idx="293">
                  <c:v>12500</c:v>
                </c:pt>
                <c:pt idx="294">
                  <c:v>12500</c:v>
                </c:pt>
                <c:pt idx="295">
                  <c:v>12500</c:v>
                </c:pt>
                <c:pt idx="296">
                  <c:v>12500</c:v>
                </c:pt>
                <c:pt idx="297">
                  <c:v>12500</c:v>
                </c:pt>
                <c:pt idx="298">
                  <c:v>12500</c:v>
                </c:pt>
                <c:pt idx="299">
                  <c:v>12500</c:v>
                </c:pt>
                <c:pt idx="300">
                  <c:v>12500</c:v>
                </c:pt>
                <c:pt idx="301">
                  <c:v>12500</c:v>
                </c:pt>
                <c:pt idx="302">
                  <c:v>12500</c:v>
                </c:pt>
                <c:pt idx="303">
                  <c:v>12500</c:v>
                </c:pt>
                <c:pt idx="304">
                  <c:v>12500</c:v>
                </c:pt>
                <c:pt idx="305">
                  <c:v>12500</c:v>
                </c:pt>
                <c:pt idx="306">
                  <c:v>12500</c:v>
                </c:pt>
                <c:pt idx="307">
                  <c:v>12500</c:v>
                </c:pt>
                <c:pt idx="308">
                  <c:v>12500</c:v>
                </c:pt>
                <c:pt idx="309">
                  <c:v>12500</c:v>
                </c:pt>
                <c:pt idx="310">
                  <c:v>12500</c:v>
                </c:pt>
                <c:pt idx="311">
                  <c:v>12500</c:v>
                </c:pt>
                <c:pt idx="312">
                  <c:v>12500</c:v>
                </c:pt>
                <c:pt idx="313">
                  <c:v>12500</c:v>
                </c:pt>
                <c:pt idx="314">
                  <c:v>12500</c:v>
                </c:pt>
                <c:pt idx="315">
                  <c:v>12500</c:v>
                </c:pt>
                <c:pt idx="316">
                  <c:v>12500</c:v>
                </c:pt>
                <c:pt idx="317">
                  <c:v>12500</c:v>
                </c:pt>
                <c:pt idx="318">
                  <c:v>12500</c:v>
                </c:pt>
                <c:pt idx="319">
                  <c:v>12500</c:v>
                </c:pt>
                <c:pt idx="320">
                  <c:v>12500</c:v>
                </c:pt>
                <c:pt idx="321">
                  <c:v>12500</c:v>
                </c:pt>
                <c:pt idx="322">
                  <c:v>12500</c:v>
                </c:pt>
                <c:pt idx="323">
                  <c:v>12500</c:v>
                </c:pt>
                <c:pt idx="324">
                  <c:v>12500</c:v>
                </c:pt>
                <c:pt idx="325">
                  <c:v>12500</c:v>
                </c:pt>
                <c:pt idx="326">
                  <c:v>12500</c:v>
                </c:pt>
                <c:pt idx="327">
                  <c:v>12500</c:v>
                </c:pt>
                <c:pt idx="328">
                  <c:v>12500</c:v>
                </c:pt>
                <c:pt idx="329">
                  <c:v>12500</c:v>
                </c:pt>
                <c:pt idx="330">
                  <c:v>12500</c:v>
                </c:pt>
                <c:pt idx="331">
                  <c:v>12500</c:v>
                </c:pt>
                <c:pt idx="332">
                  <c:v>12500</c:v>
                </c:pt>
                <c:pt idx="333">
                  <c:v>12500</c:v>
                </c:pt>
                <c:pt idx="334">
                  <c:v>12500</c:v>
                </c:pt>
                <c:pt idx="335">
                  <c:v>12500</c:v>
                </c:pt>
                <c:pt idx="336">
                  <c:v>12500</c:v>
                </c:pt>
                <c:pt idx="337">
                  <c:v>12500</c:v>
                </c:pt>
                <c:pt idx="338">
                  <c:v>12500</c:v>
                </c:pt>
                <c:pt idx="339">
                  <c:v>12500</c:v>
                </c:pt>
                <c:pt idx="340">
                  <c:v>12500</c:v>
                </c:pt>
                <c:pt idx="341">
                  <c:v>12500</c:v>
                </c:pt>
                <c:pt idx="342">
                  <c:v>12500</c:v>
                </c:pt>
                <c:pt idx="343">
                  <c:v>12500</c:v>
                </c:pt>
                <c:pt idx="344">
                  <c:v>12500</c:v>
                </c:pt>
                <c:pt idx="345">
                  <c:v>12500</c:v>
                </c:pt>
                <c:pt idx="346">
                  <c:v>12500</c:v>
                </c:pt>
                <c:pt idx="347">
                  <c:v>12500</c:v>
                </c:pt>
                <c:pt idx="348">
                  <c:v>12500</c:v>
                </c:pt>
                <c:pt idx="349">
                  <c:v>12500</c:v>
                </c:pt>
                <c:pt idx="350">
                  <c:v>12500</c:v>
                </c:pt>
                <c:pt idx="351">
                  <c:v>12500</c:v>
                </c:pt>
                <c:pt idx="352">
                  <c:v>12500</c:v>
                </c:pt>
                <c:pt idx="353">
                  <c:v>12500</c:v>
                </c:pt>
                <c:pt idx="354">
                  <c:v>12500</c:v>
                </c:pt>
                <c:pt idx="355">
                  <c:v>12500</c:v>
                </c:pt>
                <c:pt idx="356">
                  <c:v>12500</c:v>
                </c:pt>
                <c:pt idx="357">
                  <c:v>12500</c:v>
                </c:pt>
                <c:pt idx="358">
                  <c:v>12500</c:v>
                </c:pt>
                <c:pt idx="359">
                  <c:v>12500</c:v>
                </c:pt>
                <c:pt idx="360">
                  <c:v>12500</c:v>
                </c:pt>
                <c:pt idx="361">
                  <c:v>12500</c:v>
                </c:pt>
                <c:pt idx="362">
                  <c:v>12500</c:v>
                </c:pt>
                <c:pt idx="363">
                  <c:v>12500</c:v>
                </c:pt>
                <c:pt idx="364">
                  <c:v>12500</c:v>
                </c:pt>
                <c:pt idx="365">
                  <c:v>12500</c:v>
                </c:pt>
                <c:pt idx="366">
                  <c:v>12500</c:v>
                </c:pt>
                <c:pt idx="367">
                  <c:v>12500</c:v>
                </c:pt>
                <c:pt idx="368">
                  <c:v>12500</c:v>
                </c:pt>
                <c:pt idx="369">
                  <c:v>12500</c:v>
                </c:pt>
                <c:pt idx="370">
                  <c:v>12500</c:v>
                </c:pt>
                <c:pt idx="371">
                  <c:v>12500</c:v>
                </c:pt>
                <c:pt idx="372">
                  <c:v>12500</c:v>
                </c:pt>
                <c:pt idx="373">
                  <c:v>12500</c:v>
                </c:pt>
                <c:pt idx="374">
                  <c:v>12500</c:v>
                </c:pt>
                <c:pt idx="375">
                  <c:v>12500</c:v>
                </c:pt>
                <c:pt idx="376">
                  <c:v>12500</c:v>
                </c:pt>
                <c:pt idx="377">
                  <c:v>12500</c:v>
                </c:pt>
                <c:pt idx="378">
                  <c:v>12500</c:v>
                </c:pt>
                <c:pt idx="379">
                  <c:v>12500</c:v>
                </c:pt>
                <c:pt idx="380">
                  <c:v>12500</c:v>
                </c:pt>
                <c:pt idx="381">
                  <c:v>12500</c:v>
                </c:pt>
                <c:pt idx="382">
                  <c:v>12500</c:v>
                </c:pt>
                <c:pt idx="383">
                  <c:v>12500</c:v>
                </c:pt>
                <c:pt idx="384">
                  <c:v>12500</c:v>
                </c:pt>
                <c:pt idx="385">
                  <c:v>12500</c:v>
                </c:pt>
                <c:pt idx="386">
                  <c:v>12500</c:v>
                </c:pt>
                <c:pt idx="387">
                  <c:v>12500</c:v>
                </c:pt>
                <c:pt idx="388">
                  <c:v>12500</c:v>
                </c:pt>
                <c:pt idx="389">
                  <c:v>12500</c:v>
                </c:pt>
                <c:pt idx="390">
                  <c:v>12500</c:v>
                </c:pt>
                <c:pt idx="391">
                  <c:v>12500</c:v>
                </c:pt>
                <c:pt idx="392">
                  <c:v>12500</c:v>
                </c:pt>
                <c:pt idx="393">
                  <c:v>12500</c:v>
                </c:pt>
                <c:pt idx="394">
                  <c:v>12500</c:v>
                </c:pt>
                <c:pt idx="395">
                  <c:v>12500</c:v>
                </c:pt>
                <c:pt idx="396">
                  <c:v>12500</c:v>
                </c:pt>
                <c:pt idx="397">
                  <c:v>12500</c:v>
                </c:pt>
                <c:pt idx="398">
                  <c:v>12500</c:v>
                </c:pt>
                <c:pt idx="399">
                  <c:v>12500</c:v>
                </c:pt>
                <c:pt idx="400">
                  <c:v>12500</c:v>
                </c:pt>
                <c:pt idx="401">
                  <c:v>12500</c:v>
                </c:pt>
                <c:pt idx="402">
                  <c:v>12500</c:v>
                </c:pt>
                <c:pt idx="403">
                  <c:v>12500</c:v>
                </c:pt>
                <c:pt idx="404">
                  <c:v>12500</c:v>
                </c:pt>
                <c:pt idx="405">
                  <c:v>12500</c:v>
                </c:pt>
                <c:pt idx="406">
                  <c:v>12500</c:v>
                </c:pt>
                <c:pt idx="407">
                  <c:v>12500</c:v>
                </c:pt>
                <c:pt idx="408">
                  <c:v>12500</c:v>
                </c:pt>
                <c:pt idx="409">
                  <c:v>12500</c:v>
                </c:pt>
                <c:pt idx="410">
                  <c:v>12500</c:v>
                </c:pt>
                <c:pt idx="411">
                  <c:v>12500</c:v>
                </c:pt>
                <c:pt idx="412">
                  <c:v>12500</c:v>
                </c:pt>
                <c:pt idx="413">
                  <c:v>12500</c:v>
                </c:pt>
                <c:pt idx="414">
                  <c:v>12500</c:v>
                </c:pt>
                <c:pt idx="415">
                  <c:v>12500</c:v>
                </c:pt>
                <c:pt idx="416">
                  <c:v>12500</c:v>
                </c:pt>
                <c:pt idx="417">
                  <c:v>12500</c:v>
                </c:pt>
                <c:pt idx="418">
                  <c:v>12500</c:v>
                </c:pt>
                <c:pt idx="419">
                  <c:v>12500</c:v>
                </c:pt>
                <c:pt idx="420">
                  <c:v>12500</c:v>
                </c:pt>
                <c:pt idx="421">
                  <c:v>12500</c:v>
                </c:pt>
                <c:pt idx="422">
                  <c:v>12500</c:v>
                </c:pt>
                <c:pt idx="423">
                  <c:v>12500</c:v>
                </c:pt>
                <c:pt idx="424">
                  <c:v>12500</c:v>
                </c:pt>
                <c:pt idx="425">
                  <c:v>12500</c:v>
                </c:pt>
                <c:pt idx="426">
                  <c:v>12500</c:v>
                </c:pt>
                <c:pt idx="427">
                  <c:v>12500</c:v>
                </c:pt>
                <c:pt idx="428">
                  <c:v>12500</c:v>
                </c:pt>
                <c:pt idx="429">
                  <c:v>12500</c:v>
                </c:pt>
                <c:pt idx="430">
                  <c:v>12500</c:v>
                </c:pt>
                <c:pt idx="431">
                  <c:v>12500</c:v>
                </c:pt>
                <c:pt idx="432">
                  <c:v>12500</c:v>
                </c:pt>
                <c:pt idx="433">
                  <c:v>12500</c:v>
                </c:pt>
                <c:pt idx="434">
                  <c:v>12500</c:v>
                </c:pt>
                <c:pt idx="435">
                  <c:v>12500</c:v>
                </c:pt>
                <c:pt idx="436">
                  <c:v>12500</c:v>
                </c:pt>
                <c:pt idx="437">
                  <c:v>12500</c:v>
                </c:pt>
                <c:pt idx="438">
                  <c:v>12500</c:v>
                </c:pt>
                <c:pt idx="439">
                  <c:v>12500</c:v>
                </c:pt>
                <c:pt idx="440">
                  <c:v>12500</c:v>
                </c:pt>
                <c:pt idx="441">
                  <c:v>12500</c:v>
                </c:pt>
                <c:pt idx="442">
                  <c:v>12500</c:v>
                </c:pt>
                <c:pt idx="443">
                  <c:v>12500</c:v>
                </c:pt>
                <c:pt idx="444">
                  <c:v>12500</c:v>
                </c:pt>
                <c:pt idx="445">
                  <c:v>12500</c:v>
                </c:pt>
                <c:pt idx="446">
                  <c:v>12500</c:v>
                </c:pt>
                <c:pt idx="447">
                  <c:v>12500</c:v>
                </c:pt>
                <c:pt idx="448">
                  <c:v>12500</c:v>
                </c:pt>
                <c:pt idx="449">
                  <c:v>12500</c:v>
                </c:pt>
                <c:pt idx="450">
                  <c:v>12500</c:v>
                </c:pt>
                <c:pt idx="451">
                  <c:v>12500</c:v>
                </c:pt>
                <c:pt idx="452">
                  <c:v>12500</c:v>
                </c:pt>
                <c:pt idx="453">
                  <c:v>12500</c:v>
                </c:pt>
                <c:pt idx="454">
                  <c:v>12500</c:v>
                </c:pt>
                <c:pt idx="455">
                  <c:v>12500</c:v>
                </c:pt>
                <c:pt idx="456">
                  <c:v>12500</c:v>
                </c:pt>
                <c:pt idx="457">
                  <c:v>12500</c:v>
                </c:pt>
                <c:pt idx="458">
                  <c:v>12500</c:v>
                </c:pt>
                <c:pt idx="459">
                  <c:v>12500</c:v>
                </c:pt>
                <c:pt idx="460">
                  <c:v>12500</c:v>
                </c:pt>
                <c:pt idx="461">
                  <c:v>12500</c:v>
                </c:pt>
                <c:pt idx="462">
                  <c:v>12500</c:v>
                </c:pt>
                <c:pt idx="463">
                  <c:v>12500</c:v>
                </c:pt>
                <c:pt idx="464">
                  <c:v>12500</c:v>
                </c:pt>
                <c:pt idx="465">
                  <c:v>12500</c:v>
                </c:pt>
                <c:pt idx="466">
                  <c:v>12500</c:v>
                </c:pt>
                <c:pt idx="467">
                  <c:v>12500</c:v>
                </c:pt>
                <c:pt idx="468">
                  <c:v>12500</c:v>
                </c:pt>
                <c:pt idx="469">
                  <c:v>12500</c:v>
                </c:pt>
                <c:pt idx="470">
                  <c:v>12500</c:v>
                </c:pt>
                <c:pt idx="471">
                  <c:v>12500</c:v>
                </c:pt>
                <c:pt idx="472">
                  <c:v>12500</c:v>
                </c:pt>
                <c:pt idx="473">
                  <c:v>12500</c:v>
                </c:pt>
                <c:pt idx="474">
                  <c:v>12500</c:v>
                </c:pt>
                <c:pt idx="475">
                  <c:v>12500</c:v>
                </c:pt>
                <c:pt idx="476">
                  <c:v>12500</c:v>
                </c:pt>
                <c:pt idx="477">
                  <c:v>12500</c:v>
                </c:pt>
                <c:pt idx="478">
                  <c:v>12500</c:v>
                </c:pt>
                <c:pt idx="479">
                  <c:v>12500</c:v>
                </c:pt>
                <c:pt idx="480">
                  <c:v>12500</c:v>
                </c:pt>
                <c:pt idx="481">
                  <c:v>12500</c:v>
                </c:pt>
                <c:pt idx="482">
                  <c:v>12500</c:v>
                </c:pt>
                <c:pt idx="483">
                  <c:v>12500</c:v>
                </c:pt>
                <c:pt idx="484">
                  <c:v>12500</c:v>
                </c:pt>
                <c:pt idx="485">
                  <c:v>12500</c:v>
                </c:pt>
                <c:pt idx="486">
                  <c:v>12500</c:v>
                </c:pt>
                <c:pt idx="487">
                  <c:v>12500</c:v>
                </c:pt>
                <c:pt idx="488">
                  <c:v>12500</c:v>
                </c:pt>
                <c:pt idx="489">
                  <c:v>12500</c:v>
                </c:pt>
                <c:pt idx="490">
                  <c:v>12500</c:v>
                </c:pt>
                <c:pt idx="491">
                  <c:v>12500</c:v>
                </c:pt>
                <c:pt idx="492">
                  <c:v>12500</c:v>
                </c:pt>
                <c:pt idx="493">
                  <c:v>12500</c:v>
                </c:pt>
                <c:pt idx="494">
                  <c:v>12500</c:v>
                </c:pt>
                <c:pt idx="495">
                  <c:v>12500</c:v>
                </c:pt>
                <c:pt idx="496">
                  <c:v>12500</c:v>
                </c:pt>
                <c:pt idx="497">
                  <c:v>12500</c:v>
                </c:pt>
                <c:pt idx="498">
                  <c:v>12500</c:v>
                </c:pt>
                <c:pt idx="499">
                  <c:v>12500</c:v>
                </c:pt>
                <c:pt idx="500">
                  <c:v>12500</c:v>
                </c:pt>
                <c:pt idx="501">
                  <c:v>12500</c:v>
                </c:pt>
                <c:pt idx="502">
                  <c:v>12500</c:v>
                </c:pt>
                <c:pt idx="503">
                  <c:v>12500</c:v>
                </c:pt>
                <c:pt idx="504">
                  <c:v>12500</c:v>
                </c:pt>
                <c:pt idx="505">
                  <c:v>12500</c:v>
                </c:pt>
                <c:pt idx="506">
                  <c:v>12500</c:v>
                </c:pt>
                <c:pt idx="507">
                  <c:v>12500</c:v>
                </c:pt>
                <c:pt idx="508">
                  <c:v>12500</c:v>
                </c:pt>
                <c:pt idx="509">
                  <c:v>12500</c:v>
                </c:pt>
                <c:pt idx="510">
                  <c:v>12500</c:v>
                </c:pt>
                <c:pt idx="511">
                  <c:v>12500</c:v>
                </c:pt>
                <c:pt idx="512">
                  <c:v>12500</c:v>
                </c:pt>
                <c:pt idx="513">
                  <c:v>12500</c:v>
                </c:pt>
                <c:pt idx="514">
                  <c:v>12500</c:v>
                </c:pt>
                <c:pt idx="515">
                  <c:v>12500</c:v>
                </c:pt>
                <c:pt idx="516">
                  <c:v>12500</c:v>
                </c:pt>
                <c:pt idx="517">
                  <c:v>12500</c:v>
                </c:pt>
                <c:pt idx="518">
                  <c:v>12500</c:v>
                </c:pt>
                <c:pt idx="519">
                  <c:v>12500</c:v>
                </c:pt>
                <c:pt idx="520">
                  <c:v>12500</c:v>
                </c:pt>
                <c:pt idx="521">
                  <c:v>12500</c:v>
                </c:pt>
                <c:pt idx="522">
                  <c:v>12500</c:v>
                </c:pt>
                <c:pt idx="523">
                  <c:v>12500</c:v>
                </c:pt>
                <c:pt idx="524">
                  <c:v>12500</c:v>
                </c:pt>
                <c:pt idx="525">
                  <c:v>12500</c:v>
                </c:pt>
                <c:pt idx="526">
                  <c:v>12500</c:v>
                </c:pt>
                <c:pt idx="527">
                  <c:v>12500</c:v>
                </c:pt>
                <c:pt idx="528">
                  <c:v>12500</c:v>
                </c:pt>
                <c:pt idx="529">
                  <c:v>12500</c:v>
                </c:pt>
                <c:pt idx="530">
                  <c:v>12500</c:v>
                </c:pt>
                <c:pt idx="531">
                  <c:v>12500</c:v>
                </c:pt>
                <c:pt idx="532">
                  <c:v>12500</c:v>
                </c:pt>
                <c:pt idx="533">
                  <c:v>12500</c:v>
                </c:pt>
                <c:pt idx="534">
                  <c:v>12500</c:v>
                </c:pt>
                <c:pt idx="535">
                  <c:v>12500</c:v>
                </c:pt>
                <c:pt idx="536">
                  <c:v>12500</c:v>
                </c:pt>
                <c:pt idx="537">
                  <c:v>12500</c:v>
                </c:pt>
                <c:pt idx="538">
                  <c:v>12500</c:v>
                </c:pt>
                <c:pt idx="539">
                  <c:v>12500</c:v>
                </c:pt>
                <c:pt idx="540">
                  <c:v>12500</c:v>
                </c:pt>
                <c:pt idx="541">
                  <c:v>12500</c:v>
                </c:pt>
                <c:pt idx="542">
                  <c:v>12500</c:v>
                </c:pt>
                <c:pt idx="543">
                  <c:v>12500</c:v>
                </c:pt>
                <c:pt idx="544">
                  <c:v>12500</c:v>
                </c:pt>
                <c:pt idx="545">
                  <c:v>12500</c:v>
                </c:pt>
                <c:pt idx="546">
                  <c:v>12500</c:v>
                </c:pt>
                <c:pt idx="547">
                  <c:v>12500</c:v>
                </c:pt>
                <c:pt idx="548">
                  <c:v>12500</c:v>
                </c:pt>
                <c:pt idx="549">
                  <c:v>12500</c:v>
                </c:pt>
                <c:pt idx="550">
                  <c:v>12500</c:v>
                </c:pt>
                <c:pt idx="551">
                  <c:v>12500</c:v>
                </c:pt>
                <c:pt idx="552">
                  <c:v>12500</c:v>
                </c:pt>
                <c:pt idx="553">
                  <c:v>12500</c:v>
                </c:pt>
                <c:pt idx="554">
                  <c:v>12500</c:v>
                </c:pt>
                <c:pt idx="555">
                  <c:v>12500</c:v>
                </c:pt>
                <c:pt idx="556">
                  <c:v>12500</c:v>
                </c:pt>
                <c:pt idx="557">
                  <c:v>12500</c:v>
                </c:pt>
                <c:pt idx="558">
                  <c:v>12500</c:v>
                </c:pt>
                <c:pt idx="559">
                  <c:v>12500</c:v>
                </c:pt>
                <c:pt idx="560">
                  <c:v>12500</c:v>
                </c:pt>
                <c:pt idx="561">
                  <c:v>12500</c:v>
                </c:pt>
                <c:pt idx="562">
                  <c:v>12500</c:v>
                </c:pt>
                <c:pt idx="563">
                  <c:v>12500</c:v>
                </c:pt>
                <c:pt idx="564">
                  <c:v>12500</c:v>
                </c:pt>
                <c:pt idx="565">
                  <c:v>12500</c:v>
                </c:pt>
                <c:pt idx="566">
                  <c:v>12500</c:v>
                </c:pt>
                <c:pt idx="567">
                  <c:v>12500</c:v>
                </c:pt>
                <c:pt idx="568">
                  <c:v>12500</c:v>
                </c:pt>
                <c:pt idx="569">
                  <c:v>12500</c:v>
                </c:pt>
                <c:pt idx="570">
                  <c:v>12500</c:v>
                </c:pt>
                <c:pt idx="571">
                  <c:v>12500</c:v>
                </c:pt>
                <c:pt idx="572">
                  <c:v>12500</c:v>
                </c:pt>
                <c:pt idx="573">
                  <c:v>12500</c:v>
                </c:pt>
                <c:pt idx="574">
                  <c:v>12500</c:v>
                </c:pt>
                <c:pt idx="575">
                  <c:v>12500</c:v>
                </c:pt>
                <c:pt idx="576">
                  <c:v>12500</c:v>
                </c:pt>
                <c:pt idx="577">
                  <c:v>12500</c:v>
                </c:pt>
                <c:pt idx="578">
                  <c:v>12500</c:v>
                </c:pt>
                <c:pt idx="579">
                  <c:v>12500</c:v>
                </c:pt>
                <c:pt idx="580">
                  <c:v>12500</c:v>
                </c:pt>
                <c:pt idx="581">
                  <c:v>12500</c:v>
                </c:pt>
                <c:pt idx="582">
                  <c:v>12500</c:v>
                </c:pt>
                <c:pt idx="583">
                  <c:v>12500</c:v>
                </c:pt>
                <c:pt idx="584">
                  <c:v>12500</c:v>
                </c:pt>
                <c:pt idx="585">
                  <c:v>12500</c:v>
                </c:pt>
                <c:pt idx="586">
                  <c:v>12500</c:v>
                </c:pt>
                <c:pt idx="587">
                  <c:v>12500</c:v>
                </c:pt>
                <c:pt idx="588">
                  <c:v>12500</c:v>
                </c:pt>
                <c:pt idx="589">
                  <c:v>12500</c:v>
                </c:pt>
                <c:pt idx="590">
                  <c:v>12500</c:v>
                </c:pt>
                <c:pt idx="591">
                  <c:v>12500</c:v>
                </c:pt>
                <c:pt idx="592">
                  <c:v>12500</c:v>
                </c:pt>
                <c:pt idx="593">
                  <c:v>12500</c:v>
                </c:pt>
                <c:pt idx="594">
                  <c:v>12500</c:v>
                </c:pt>
                <c:pt idx="595">
                  <c:v>12500</c:v>
                </c:pt>
                <c:pt idx="596">
                  <c:v>12500</c:v>
                </c:pt>
                <c:pt idx="597">
                  <c:v>12500</c:v>
                </c:pt>
                <c:pt idx="598">
                  <c:v>12500</c:v>
                </c:pt>
                <c:pt idx="599">
                  <c:v>12500</c:v>
                </c:pt>
                <c:pt idx="600">
                  <c:v>12500</c:v>
                </c:pt>
                <c:pt idx="601">
                  <c:v>12500</c:v>
                </c:pt>
                <c:pt idx="602">
                  <c:v>12500</c:v>
                </c:pt>
                <c:pt idx="603">
                  <c:v>12500</c:v>
                </c:pt>
                <c:pt idx="604">
                  <c:v>12500</c:v>
                </c:pt>
                <c:pt idx="605">
                  <c:v>12500</c:v>
                </c:pt>
                <c:pt idx="606">
                  <c:v>12500</c:v>
                </c:pt>
                <c:pt idx="607">
                  <c:v>12500</c:v>
                </c:pt>
                <c:pt idx="608">
                  <c:v>12500</c:v>
                </c:pt>
                <c:pt idx="609">
                  <c:v>12500</c:v>
                </c:pt>
                <c:pt idx="610">
                  <c:v>12500</c:v>
                </c:pt>
                <c:pt idx="611">
                  <c:v>12500</c:v>
                </c:pt>
                <c:pt idx="612">
                  <c:v>12500</c:v>
                </c:pt>
                <c:pt idx="613">
                  <c:v>12500</c:v>
                </c:pt>
                <c:pt idx="614">
                  <c:v>12500</c:v>
                </c:pt>
                <c:pt idx="615">
                  <c:v>12500</c:v>
                </c:pt>
                <c:pt idx="616">
                  <c:v>12500</c:v>
                </c:pt>
                <c:pt idx="617">
                  <c:v>12500</c:v>
                </c:pt>
                <c:pt idx="618">
                  <c:v>12500</c:v>
                </c:pt>
                <c:pt idx="619">
                  <c:v>12500</c:v>
                </c:pt>
                <c:pt idx="620">
                  <c:v>12500</c:v>
                </c:pt>
                <c:pt idx="621">
                  <c:v>12500</c:v>
                </c:pt>
                <c:pt idx="622">
                  <c:v>12500</c:v>
                </c:pt>
                <c:pt idx="623">
                  <c:v>12500</c:v>
                </c:pt>
                <c:pt idx="624">
                  <c:v>12500</c:v>
                </c:pt>
                <c:pt idx="625">
                  <c:v>12500</c:v>
                </c:pt>
                <c:pt idx="626">
                  <c:v>12500</c:v>
                </c:pt>
                <c:pt idx="627">
                  <c:v>12500</c:v>
                </c:pt>
                <c:pt idx="628">
                  <c:v>12500</c:v>
                </c:pt>
                <c:pt idx="629">
                  <c:v>12500</c:v>
                </c:pt>
                <c:pt idx="630">
                  <c:v>12500</c:v>
                </c:pt>
                <c:pt idx="631">
                  <c:v>12500</c:v>
                </c:pt>
                <c:pt idx="632">
                  <c:v>12500</c:v>
                </c:pt>
                <c:pt idx="633">
                  <c:v>12500</c:v>
                </c:pt>
                <c:pt idx="634">
                  <c:v>12500</c:v>
                </c:pt>
                <c:pt idx="635">
                  <c:v>12500</c:v>
                </c:pt>
                <c:pt idx="636">
                  <c:v>12500</c:v>
                </c:pt>
                <c:pt idx="637">
                  <c:v>12500</c:v>
                </c:pt>
                <c:pt idx="638">
                  <c:v>12500</c:v>
                </c:pt>
                <c:pt idx="639">
                  <c:v>12500</c:v>
                </c:pt>
                <c:pt idx="640">
                  <c:v>12500</c:v>
                </c:pt>
                <c:pt idx="641">
                  <c:v>12500</c:v>
                </c:pt>
                <c:pt idx="642">
                  <c:v>12500</c:v>
                </c:pt>
                <c:pt idx="643">
                  <c:v>12500</c:v>
                </c:pt>
                <c:pt idx="644">
                  <c:v>12500</c:v>
                </c:pt>
                <c:pt idx="645">
                  <c:v>12500</c:v>
                </c:pt>
                <c:pt idx="646">
                  <c:v>12500</c:v>
                </c:pt>
                <c:pt idx="647">
                  <c:v>12500</c:v>
                </c:pt>
                <c:pt idx="648">
                  <c:v>12500</c:v>
                </c:pt>
                <c:pt idx="649">
                  <c:v>12500</c:v>
                </c:pt>
                <c:pt idx="650">
                  <c:v>12500</c:v>
                </c:pt>
                <c:pt idx="651">
                  <c:v>12500</c:v>
                </c:pt>
                <c:pt idx="652">
                  <c:v>12500</c:v>
                </c:pt>
                <c:pt idx="653">
                  <c:v>12500</c:v>
                </c:pt>
                <c:pt idx="654">
                  <c:v>12500</c:v>
                </c:pt>
                <c:pt idx="655">
                  <c:v>12500</c:v>
                </c:pt>
                <c:pt idx="656">
                  <c:v>12500</c:v>
                </c:pt>
                <c:pt idx="657">
                  <c:v>12500</c:v>
                </c:pt>
                <c:pt idx="658">
                  <c:v>12500</c:v>
                </c:pt>
                <c:pt idx="659">
                  <c:v>12500</c:v>
                </c:pt>
                <c:pt idx="660">
                  <c:v>12500</c:v>
                </c:pt>
                <c:pt idx="661">
                  <c:v>12500</c:v>
                </c:pt>
                <c:pt idx="662">
                  <c:v>12500</c:v>
                </c:pt>
                <c:pt idx="663">
                  <c:v>12500</c:v>
                </c:pt>
                <c:pt idx="664">
                  <c:v>12500</c:v>
                </c:pt>
                <c:pt idx="665">
                  <c:v>12500</c:v>
                </c:pt>
                <c:pt idx="666">
                  <c:v>12500</c:v>
                </c:pt>
                <c:pt idx="667">
                  <c:v>12500</c:v>
                </c:pt>
                <c:pt idx="668">
                  <c:v>12500</c:v>
                </c:pt>
                <c:pt idx="669">
                  <c:v>12500</c:v>
                </c:pt>
                <c:pt idx="670">
                  <c:v>12500</c:v>
                </c:pt>
                <c:pt idx="671">
                  <c:v>12500</c:v>
                </c:pt>
                <c:pt idx="672">
                  <c:v>12500</c:v>
                </c:pt>
                <c:pt idx="673">
                  <c:v>12500</c:v>
                </c:pt>
                <c:pt idx="674">
                  <c:v>12500</c:v>
                </c:pt>
                <c:pt idx="675">
                  <c:v>12500</c:v>
                </c:pt>
                <c:pt idx="676">
                  <c:v>12500</c:v>
                </c:pt>
                <c:pt idx="677">
                  <c:v>12500</c:v>
                </c:pt>
                <c:pt idx="678">
                  <c:v>12500</c:v>
                </c:pt>
                <c:pt idx="679">
                  <c:v>12500</c:v>
                </c:pt>
                <c:pt idx="680">
                  <c:v>12500</c:v>
                </c:pt>
                <c:pt idx="681">
                  <c:v>12500</c:v>
                </c:pt>
                <c:pt idx="682">
                  <c:v>12500</c:v>
                </c:pt>
                <c:pt idx="683">
                  <c:v>12500</c:v>
                </c:pt>
                <c:pt idx="684">
                  <c:v>12500</c:v>
                </c:pt>
                <c:pt idx="685">
                  <c:v>12500</c:v>
                </c:pt>
                <c:pt idx="686">
                  <c:v>12500</c:v>
                </c:pt>
                <c:pt idx="687">
                  <c:v>12500</c:v>
                </c:pt>
                <c:pt idx="688">
                  <c:v>12500</c:v>
                </c:pt>
                <c:pt idx="689">
                  <c:v>12500</c:v>
                </c:pt>
                <c:pt idx="690">
                  <c:v>12500</c:v>
                </c:pt>
                <c:pt idx="691">
                  <c:v>12500</c:v>
                </c:pt>
                <c:pt idx="692">
                  <c:v>12500</c:v>
                </c:pt>
                <c:pt idx="693">
                  <c:v>12500</c:v>
                </c:pt>
                <c:pt idx="694">
                  <c:v>12500</c:v>
                </c:pt>
                <c:pt idx="695">
                  <c:v>12500</c:v>
                </c:pt>
                <c:pt idx="696">
                  <c:v>12500</c:v>
                </c:pt>
                <c:pt idx="697">
                  <c:v>12500</c:v>
                </c:pt>
                <c:pt idx="698">
                  <c:v>12500</c:v>
                </c:pt>
                <c:pt idx="699">
                  <c:v>12500</c:v>
                </c:pt>
                <c:pt idx="700">
                  <c:v>12500</c:v>
                </c:pt>
                <c:pt idx="701">
                  <c:v>12500</c:v>
                </c:pt>
                <c:pt idx="702">
                  <c:v>12500</c:v>
                </c:pt>
                <c:pt idx="703">
                  <c:v>12500</c:v>
                </c:pt>
                <c:pt idx="704">
                  <c:v>12500</c:v>
                </c:pt>
                <c:pt idx="705">
                  <c:v>12500</c:v>
                </c:pt>
                <c:pt idx="706">
                  <c:v>12500</c:v>
                </c:pt>
                <c:pt idx="707">
                  <c:v>12500</c:v>
                </c:pt>
                <c:pt idx="708">
                  <c:v>12500</c:v>
                </c:pt>
                <c:pt idx="709">
                  <c:v>12500</c:v>
                </c:pt>
                <c:pt idx="710">
                  <c:v>12500</c:v>
                </c:pt>
                <c:pt idx="711">
                  <c:v>12500</c:v>
                </c:pt>
                <c:pt idx="712">
                  <c:v>12500</c:v>
                </c:pt>
                <c:pt idx="713">
                  <c:v>12500</c:v>
                </c:pt>
                <c:pt idx="714">
                  <c:v>12500</c:v>
                </c:pt>
                <c:pt idx="715">
                  <c:v>12500</c:v>
                </c:pt>
                <c:pt idx="716">
                  <c:v>12500</c:v>
                </c:pt>
                <c:pt idx="717">
                  <c:v>12500</c:v>
                </c:pt>
                <c:pt idx="718">
                  <c:v>12500</c:v>
                </c:pt>
                <c:pt idx="719">
                  <c:v>12500</c:v>
                </c:pt>
                <c:pt idx="720">
                  <c:v>12500</c:v>
                </c:pt>
                <c:pt idx="721">
                  <c:v>12500</c:v>
                </c:pt>
                <c:pt idx="722">
                  <c:v>12500</c:v>
                </c:pt>
                <c:pt idx="723">
                  <c:v>12500</c:v>
                </c:pt>
                <c:pt idx="724">
                  <c:v>12500</c:v>
                </c:pt>
                <c:pt idx="725">
                  <c:v>12500</c:v>
                </c:pt>
                <c:pt idx="726">
                  <c:v>12500</c:v>
                </c:pt>
                <c:pt idx="727">
                  <c:v>12500</c:v>
                </c:pt>
                <c:pt idx="728">
                  <c:v>12500</c:v>
                </c:pt>
                <c:pt idx="729">
                  <c:v>12500</c:v>
                </c:pt>
                <c:pt idx="730">
                  <c:v>12500</c:v>
                </c:pt>
                <c:pt idx="731">
                  <c:v>12500</c:v>
                </c:pt>
                <c:pt idx="732">
                  <c:v>12500</c:v>
                </c:pt>
                <c:pt idx="733">
                  <c:v>12500</c:v>
                </c:pt>
                <c:pt idx="734">
                  <c:v>12500</c:v>
                </c:pt>
                <c:pt idx="735">
                  <c:v>12500</c:v>
                </c:pt>
                <c:pt idx="736">
                  <c:v>12500</c:v>
                </c:pt>
                <c:pt idx="737">
                  <c:v>12500</c:v>
                </c:pt>
                <c:pt idx="738">
                  <c:v>12500</c:v>
                </c:pt>
                <c:pt idx="739">
                  <c:v>12500</c:v>
                </c:pt>
                <c:pt idx="740">
                  <c:v>12500</c:v>
                </c:pt>
                <c:pt idx="741">
                  <c:v>12500</c:v>
                </c:pt>
                <c:pt idx="742">
                  <c:v>12500</c:v>
                </c:pt>
                <c:pt idx="743">
                  <c:v>12500</c:v>
                </c:pt>
                <c:pt idx="744">
                  <c:v>12500</c:v>
                </c:pt>
                <c:pt idx="745">
                  <c:v>12500</c:v>
                </c:pt>
                <c:pt idx="746">
                  <c:v>12500</c:v>
                </c:pt>
                <c:pt idx="747">
                  <c:v>12500</c:v>
                </c:pt>
                <c:pt idx="748">
                  <c:v>12500</c:v>
                </c:pt>
                <c:pt idx="749">
                  <c:v>12500</c:v>
                </c:pt>
                <c:pt idx="750">
                  <c:v>12500</c:v>
                </c:pt>
                <c:pt idx="751">
                  <c:v>12500</c:v>
                </c:pt>
                <c:pt idx="752">
                  <c:v>12500</c:v>
                </c:pt>
                <c:pt idx="753">
                  <c:v>12500</c:v>
                </c:pt>
                <c:pt idx="754">
                  <c:v>12500</c:v>
                </c:pt>
                <c:pt idx="755">
                  <c:v>12500</c:v>
                </c:pt>
                <c:pt idx="756">
                  <c:v>12500</c:v>
                </c:pt>
                <c:pt idx="757">
                  <c:v>12500</c:v>
                </c:pt>
                <c:pt idx="758">
                  <c:v>12500</c:v>
                </c:pt>
                <c:pt idx="759">
                  <c:v>12500</c:v>
                </c:pt>
                <c:pt idx="760">
                  <c:v>12500</c:v>
                </c:pt>
                <c:pt idx="761">
                  <c:v>12500</c:v>
                </c:pt>
                <c:pt idx="762">
                  <c:v>12500</c:v>
                </c:pt>
                <c:pt idx="763">
                  <c:v>12500</c:v>
                </c:pt>
                <c:pt idx="764">
                  <c:v>12500</c:v>
                </c:pt>
                <c:pt idx="765">
                  <c:v>12500</c:v>
                </c:pt>
                <c:pt idx="766">
                  <c:v>12500</c:v>
                </c:pt>
                <c:pt idx="767">
                  <c:v>12500</c:v>
                </c:pt>
                <c:pt idx="768">
                  <c:v>12500</c:v>
                </c:pt>
                <c:pt idx="769">
                  <c:v>12500</c:v>
                </c:pt>
                <c:pt idx="770">
                  <c:v>12500</c:v>
                </c:pt>
                <c:pt idx="771">
                  <c:v>12500</c:v>
                </c:pt>
                <c:pt idx="772">
                  <c:v>12500</c:v>
                </c:pt>
                <c:pt idx="773">
                  <c:v>12500</c:v>
                </c:pt>
                <c:pt idx="774">
                  <c:v>12500</c:v>
                </c:pt>
                <c:pt idx="775">
                  <c:v>12500</c:v>
                </c:pt>
                <c:pt idx="776">
                  <c:v>12500</c:v>
                </c:pt>
                <c:pt idx="777">
                  <c:v>12500</c:v>
                </c:pt>
                <c:pt idx="778">
                  <c:v>12500</c:v>
                </c:pt>
                <c:pt idx="779">
                  <c:v>12500</c:v>
                </c:pt>
                <c:pt idx="780">
                  <c:v>12500</c:v>
                </c:pt>
                <c:pt idx="781">
                  <c:v>12500</c:v>
                </c:pt>
                <c:pt idx="782">
                  <c:v>12500</c:v>
                </c:pt>
                <c:pt idx="783">
                  <c:v>12500</c:v>
                </c:pt>
                <c:pt idx="784">
                  <c:v>12500</c:v>
                </c:pt>
                <c:pt idx="785">
                  <c:v>12500</c:v>
                </c:pt>
                <c:pt idx="786">
                  <c:v>12500</c:v>
                </c:pt>
                <c:pt idx="787">
                  <c:v>12500</c:v>
                </c:pt>
                <c:pt idx="788">
                  <c:v>12500</c:v>
                </c:pt>
                <c:pt idx="789">
                  <c:v>12500</c:v>
                </c:pt>
                <c:pt idx="790">
                  <c:v>12500</c:v>
                </c:pt>
                <c:pt idx="791">
                  <c:v>12500</c:v>
                </c:pt>
                <c:pt idx="792">
                  <c:v>12500</c:v>
                </c:pt>
                <c:pt idx="793">
                  <c:v>12500</c:v>
                </c:pt>
                <c:pt idx="794">
                  <c:v>12500</c:v>
                </c:pt>
                <c:pt idx="795">
                  <c:v>12500</c:v>
                </c:pt>
                <c:pt idx="796">
                  <c:v>12500</c:v>
                </c:pt>
                <c:pt idx="797">
                  <c:v>12500</c:v>
                </c:pt>
                <c:pt idx="798">
                  <c:v>12500</c:v>
                </c:pt>
                <c:pt idx="799">
                  <c:v>12500</c:v>
                </c:pt>
                <c:pt idx="800">
                  <c:v>12500</c:v>
                </c:pt>
                <c:pt idx="801">
                  <c:v>12500</c:v>
                </c:pt>
                <c:pt idx="802">
                  <c:v>12500</c:v>
                </c:pt>
                <c:pt idx="803">
                  <c:v>12500</c:v>
                </c:pt>
                <c:pt idx="804">
                  <c:v>12500</c:v>
                </c:pt>
                <c:pt idx="805">
                  <c:v>12500</c:v>
                </c:pt>
                <c:pt idx="806">
                  <c:v>12500</c:v>
                </c:pt>
                <c:pt idx="807">
                  <c:v>12500</c:v>
                </c:pt>
                <c:pt idx="808">
                  <c:v>12500</c:v>
                </c:pt>
                <c:pt idx="809">
                  <c:v>12500</c:v>
                </c:pt>
                <c:pt idx="810">
                  <c:v>12500</c:v>
                </c:pt>
                <c:pt idx="811">
                  <c:v>12500</c:v>
                </c:pt>
                <c:pt idx="812">
                  <c:v>12500</c:v>
                </c:pt>
                <c:pt idx="813">
                  <c:v>12500</c:v>
                </c:pt>
                <c:pt idx="814">
                  <c:v>12500</c:v>
                </c:pt>
                <c:pt idx="815">
                  <c:v>12500</c:v>
                </c:pt>
                <c:pt idx="816">
                  <c:v>12500</c:v>
                </c:pt>
                <c:pt idx="817">
                  <c:v>12500</c:v>
                </c:pt>
                <c:pt idx="818">
                  <c:v>12500</c:v>
                </c:pt>
                <c:pt idx="819">
                  <c:v>12500</c:v>
                </c:pt>
                <c:pt idx="820">
                  <c:v>12500</c:v>
                </c:pt>
                <c:pt idx="821">
                  <c:v>12500</c:v>
                </c:pt>
                <c:pt idx="822">
                  <c:v>12500</c:v>
                </c:pt>
                <c:pt idx="823">
                  <c:v>12500</c:v>
                </c:pt>
                <c:pt idx="824">
                  <c:v>12500</c:v>
                </c:pt>
                <c:pt idx="825">
                  <c:v>12500</c:v>
                </c:pt>
                <c:pt idx="826">
                  <c:v>12500</c:v>
                </c:pt>
                <c:pt idx="827">
                  <c:v>12500</c:v>
                </c:pt>
                <c:pt idx="828">
                  <c:v>12500</c:v>
                </c:pt>
                <c:pt idx="829">
                  <c:v>12500</c:v>
                </c:pt>
                <c:pt idx="830">
                  <c:v>12500</c:v>
                </c:pt>
                <c:pt idx="831">
                  <c:v>12500</c:v>
                </c:pt>
                <c:pt idx="832">
                  <c:v>12500</c:v>
                </c:pt>
                <c:pt idx="833">
                  <c:v>12500</c:v>
                </c:pt>
                <c:pt idx="834">
                  <c:v>12500</c:v>
                </c:pt>
                <c:pt idx="835">
                  <c:v>12500</c:v>
                </c:pt>
                <c:pt idx="836">
                  <c:v>12500</c:v>
                </c:pt>
                <c:pt idx="837">
                  <c:v>12500</c:v>
                </c:pt>
                <c:pt idx="838">
                  <c:v>12500</c:v>
                </c:pt>
                <c:pt idx="839">
                  <c:v>12500</c:v>
                </c:pt>
                <c:pt idx="840">
                  <c:v>12500</c:v>
                </c:pt>
                <c:pt idx="841">
                  <c:v>12500</c:v>
                </c:pt>
                <c:pt idx="842">
                  <c:v>12500</c:v>
                </c:pt>
                <c:pt idx="843">
                  <c:v>12500</c:v>
                </c:pt>
                <c:pt idx="844">
                  <c:v>12500</c:v>
                </c:pt>
                <c:pt idx="845">
                  <c:v>12500</c:v>
                </c:pt>
                <c:pt idx="846">
                  <c:v>12500</c:v>
                </c:pt>
                <c:pt idx="847">
                  <c:v>12500</c:v>
                </c:pt>
                <c:pt idx="848">
                  <c:v>12500</c:v>
                </c:pt>
                <c:pt idx="849">
                  <c:v>12500</c:v>
                </c:pt>
                <c:pt idx="850">
                  <c:v>12500</c:v>
                </c:pt>
                <c:pt idx="851">
                  <c:v>12500</c:v>
                </c:pt>
                <c:pt idx="852">
                  <c:v>12500</c:v>
                </c:pt>
                <c:pt idx="853">
                  <c:v>12500</c:v>
                </c:pt>
                <c:pt idx="854">
                  <c:v>12500</c:v>
                </c:pt>
                <c:pt idx="855">
                  <c:v>12500</c:v>
                </c:pt>
                <c:pt idx="856">
                  <c:v>12500</c:v>
                </c:pt>
                <c:pt idx="857">
                  <c:v>12500</c:v>
                </c:pt>
                <c:pt idx="858">
                  <c:v>12500</c:v>
                </c:pt>
                <c:pt idx="859">
                  <c:v>12500</c:v>
                </c:pt>
                <c:pt idx="860">
                  <c:v>12500</c:v>
                </c:pt>
                <c:pt idx="861">
                  <c:v>12000</c:v>
                </c:pt>
                <c:pt idx="862">
                  <c:v>12000</c:v>
                </c:pt>
                <c:pt idx="863">
                  <c:v>12000</c:v>
                </c:pt>
                <c:pt idx="864">
                  <c:v>12000</c:v>
                </c:pt>
                <c:pt idx="865">
                  <c:v>12000</c:v>
                </c:pt>
                <c:pt idx="866">
                  <c:v>12000</c:v>
                </c:pt>
                <c:pt idx="867">
                  <c:v>12000</c:v>
                </c:pt>
                <c:pt idx="868">
                  <c:v>12000</c:v>
                </c:pt>
                <c:pt idx="869">
                  <c:v>12000</c:v>
                </c:pt>
                <c:pt idx="870">
                  <c:v>12000</c:v>
                </c:pt>
                <c:pt idx="871">
                  <c:v>12000</c:v>
                </c:pt>
                <c:pt idx="872">
                  <c:v>12000</c:v>
                </c:pt>
                <c:pt idx="873">
                  <c:v>12000</c:v>
                </c:pt>
                <c:pt idx="874">
                  <c:v>12000</c:v>
                </c:pt>
                <c:pt idx="875">
                  <c:v>12000</c:v>
                </c:pt>
                <c:pt idx="876">
                  <c:v>12000</c:v>
                </c:pt>
                <c:pt idx="877">
                  <c:v>12000</c:v>
                </c:pt>
                <c:pt idx="878">
                  <c:v>12000</c:v>
                </c:pt>
                <c:pt idx="879">
                  <c:v>12000</c:v>
                </c:pt>
                <c:pt idx="880">
                  <c:v>12000</c:v>
                </c:pt>
                <c:pt idx="881">
                  <c:v>12000</c:v>
                </c:pt>
                <c:pt idx="882">
                  <c:v>12000</c:v>
                </c:pt>
                <c:pt idx="883">
                  <c:v>12000</c:v>
                </c:pt>
                <c:pt idx="884">
                  <c:v>12000</c:v>
                </c:pt>
                <c:pt idx="885">
                  <c:v>12000</c:v>
                </c:pt>
                <c:pt idx="886">
                  <c:v>12000</c:v>
                </c:pt>
                <c:pt idx="887">
                  <c:v>12000</c:v>
                </c:pt>
                <c:pt idx="888">
                  <c:v>12000</c:v>
                </c:pt>
                <c:pt idx="889">
                  <c:v>12000</c:v>
                </c:pt>
                <c:pt idx="890">
                  <c:v>12000</c:v>
                </c:pt>
                <c:pt idx="891">
                  <c:v>12000</c:v>
                </c:pt>
                <c:pt idx="892">
                  <c:v>12000</c:v>
                </c:pt>
                <c:pt idx="893">
                  <c:v>12000</c:v>
                </c:pt>
                <c:pt idx="894">
                  <c:v>12000</c:v>
                </c:pt>
                <c:pt idx="895">
                  <c:v>12000</c:v>
                </c:pt>
                <c:pt idx="896">
                  <c:v>12000</c:v>
                </c:pt>
                <c:pt idx="897">
                  <c:v>12000</c:v>
                </c:pt>
                <c:pt idx="898">
                  <c:v>12000</c:v>
                </c:pt>
                <c:pt idx="899">
                  <c:v>12000</c:v>
                </c:pt>
                <c:pt idx="900">
                  <c:v>12000</c:v>
                </c:pt>
                <c:pt idx="901">
                  <c:v>12000</c:v>
                </c:pt>
                <c:pt idx="902">
                  <c:v>12000</c:v>
                </c:pt>
                <c:pt idx="903">
                  <c:v>12000</c:v>
                </c:pt>
                <c:pt idx="904">
                  <c:v>12000</c:v>
                </c:pt>
                <c:pt idx="905">
                  <c:v>12000</c:v>
                </c:pt>
                <c:pt idx="906">
                  <c:v>12000</c:v>
                </c:pt>
                <c:pt idx="907">
                  <c:v>12000</c:v>
                </c:pt>
                <c:pt idx="908">
                  <c:v>12000</c:v>
                </c:pt>
                <c:pt idx="909">
                  <c:v>12000</c:v>
                </c:pt>
                <c:pt idx="910">
                  <c:v>12000</c:v>
                </c:pt>
                <c:pt idx="911">
                  <c:v>12000</c:v>
                </c:pt>
                <c:pt idx="912">
                  <c:v>12000</c:v>
                </c:pt>
                <c:pt idx="913">
                  <c:v>12000</c:v>
                </c:pt>
                <c:pt idx="914">
                  <c:v>12000</c:v>
                </c:pt>
                <c:pt idx="915">
                  <c:v>12000</c:v>
                </c:pt>
                <c:pt idx="916">
                  <c:v>12000</c:v>
                </c:pt>
                <c:pt idx="917">
                  <c:v>12000</c:v>
                </c:pt>
                <c:pt idx="918">
                  <c:v>12000</c:v>
                </c:pt>
                <c:pt idx="919">
                  <c:v>12000</c:v>
                </c:pt>
                <c:pt idx="920">
                  <c:v>12000</c:v>
                </c:pt>
                <c:pt idx="921">
                  <c:v>12000</c:v>
                </c:pt>
                <c:pt idx="922">
                  <c:v>12000</c:v>
                </c:pt>
                <c:pt idx="923">
                  <c:v>12000</c:v>
                </c:pt>
                <c:pt idx="924">
                  <c:v>12000</c:v>
                </c:pt>
                <c:pt idx="925">
                  <c:v>12000</c:v>
                </c:pt>
                <c:pt idx="926">
                  <c:v>12000</c:v>
                </c:pt>
                <c:pt idx="927">
                  <c:v>12000</c:v>
                </c:pt>
                <c:pt idx="928">
                  <c:v>12000</c:v>
                </c:pt>
                <c:pt idx="929">
                  <c:v>12000</c:v>
                </c:pt>
                <c:pt idx="930">
                  <c:v>12000</c:v>
                </c:pt>
                <c:pt idx="931">
                  <c:v>12000</c:v>
                </c:pt>
                <c:pt idx="932">
                  <c:v>12000</c:v>
                </c:pt>
                <c:pt idx="933">
                  <c:v>12000</c:v>
                </c:pt>
                <c:pt idx="934">
                  <c:v>12000</c:v>
                </c:pt>
                <c:pt idx="935">
                  <c:v>12000</c:v>
                </c:pt>
                <c:pt idx="936">
                  <c:v>12000</c:v>
                </c:pt>
                <c:pt idx="937">
                  <c:v>12000</c:v>
                </c:pt>
                <c:pt idx="938">
                  <c:v>12000</c:v>
                </c:pt>
                <c:pt idx="939">
                  <c:v>12000</c:v>
                </c:pt>
                <c:pt idx="940">
                  <c:v>12000</c:v>
                </c:pt>
                <c:pt idx="941">
                  <c:v>12000</c:v>
                </c:pt>
                <c:pt idx="942">
                  <c:v>12000</c:v>
                </c:pt>
                <c:pt idx="943">
                  <c:v>12000</c:v>
                </c:pt>
                <c:pt idx="944">
                  <c:v>12000</c:v>
                </c:pt>
                <c:pt idx="945">
                  <c:v>12000</c:v>
                </c:pt>
                <c:pt idx="946">
                  <c:v>12000</c:v>
                </c:pt>
                <c:pt idx="947">
                  <c:v>12000</c:v>
                </c:pt>
                <c:pt idx="948">
                  <c:v>12000</c:v>
                </c:pt>
                <c:pt idx="949">
                  <c:v>12000</c:v>
                </c:pt>
                <c:pt idx="950">
                  <c:v>12000</c:v>
                </c:pt>
                <c:pt idx="951">
                  <c:v>12000</c:v>
                </c:pt>
                <c:pt idx="952">
                  <c:v>12000</c:v>
                </c:pt>
                <c:pt idx="953">
                  <c:v>12000</c:v>
                </c:pt>
                <c:pt idx="954">
                  <c:v>12000</c:v>
                </c:pt>
                <c:pt idx="955">
                  <c:v>12000</c:v>
                </c:pt>
                <c:pt idx="956">
                  <c:v>12000</c:v>
                </c:pt>
                <c:pt idx="957">
                  <c:v>12000</c:v>
                </c:pt>
                <c:pt idx="958">
                  <c:v>12000</c:v>
                </c:pt>
                <c:pt idx="959">
                  <c:v>12000</c:v>
                </c:pt>
                <c:pt idx="960">
                  <c:v>12000</c:v>
                </c:pt>
                <c:pt idx="961">
                  <c:v>12000</c:v>
                </c:pt>
                <c:pt idx="962">
                  <c:v>12000</c:v>
                </c:pt>
                <c:pt idx="963">
                  <c:v>12000</c:v>
                </c:pt>
                <c:pt idx="964">
                  <c:v>12000</c:v>
                </c:pt>
                <c:pt idx="965">
                  <c:v>12000</c:v>
                </c:pt>
                <c:pt idx="966">
                  <c:v>12000</c:v>
                </c:pt>
                <c:pt idx="967">
                  <c:v>12000</c:v>
                </c:pt>
                <c:pt idx="968">
                  <c:v>12000</c:v>
                </c:pt>
                <c:pt idx="969">
                  <c:v>12000</c:v>
                </c:pt>
                <c:pt idx="970">
                  <c:v>12000</c:v>
                </c:pt>
                <c:pt idx="971">
                  <c:v>12000</c:v>
                </c:pt>
                <c:pt idx="972">
                  <c:v>12000</c:v>
                </c:pt>
                <c:pt idx="973">
                  <c:v>12000</c:v>
                </c:pt>
                <c:pt idx="974">
                  <c:v>12000</c:v>
                </c:pt>
                <c:pt idx="975">
                  <c:v>12000</c:v>
                </c:pt>
                <c:pt idx="976">
                  <c:v>12000</c:v>
                </c:pt>
                <c:pt idx="977">
                  <c:v>12000</c:v>
                </c:pt>
                <c:pt idx="978">
                  <c:v>12000</c:v>
                </c:pt>
                <c:pt idx="979">
                  <c:v>12000</c:v>
                </c:pt>
                <c:pt idx="980">
                  <c:v>12000</c:v>
                </c:pt>
                <c:pt idx="981">
                  <c:v>12000</c:v>
                </c:pt>
                <c:pt idx="982">
                  <c:v>12000</c:v>
                </c:pt>
                <c:pt idx="983">
                  <c:v>12000</c:v>
                </c:pt>
                <c:pt idx="984">
                  <c:v>12000</c:v>
                </c:pt>
                <c:pt idx="985">
                  <c:v>12000</c:v>
                </c:pt>
                <c:pt idx="986">
                  <c:v>12000</c:v>
                </c:pt>
                <c:pt idx="987">
                  <c:v>12000</c:v>
                </c:pt>
                <c:pt idx="988">
                  <c:v>12000</c:v>
                </c:pt>
                <c:pt idx="989">
                  <c:v>12000</c:v>
                </c:pt>
                <c:pt idx="990">
                  <c:v>12000</c:v>
                </c:pt>
                <c:pt idx="991">
                  <c:v>12000</c:v>
                </c:pt>
                <c:pt idx="992">
                  <c:v>12000</c:v>
                </c:pt>
                <c:pt idx="993">
                  <c:v>12000</c:v>
                </c:pt>
                <c:pt idx="994">
                  <c:v>12000</c:v>
                </c:pt>
                <c:pt idx="995">
                  <c:v>12000</c:v>
                </c:pt>
                <c:pt idx="996">
                  <c:v>12000</c:v>
                </c:pt>
                <c:pt idx="997">
                  <c:v>12000</c:v>
                </c:pt>
                <c:pt idx="998">
                  <c:v>12000</c:v>
                </c:pt>
                <c:pt idx="999">
                  <c:v>12000</c:v>
                </c:pt>
                <c:pt idx="1000">
                  <c:v>12000</c:v>
                </c:pt>
                <c:pt idx="1001">
                  <c:v>12000</c:v>
                </c:pt>
                <c:pt idx="1002">
                  <c:v>12000</c:v>
                </c:pt>
                <c:pt idx="1003">
                  <c:v>12000</c:v>
                </c:pt>
                <c:pt idx="1004">
                  <c:v>12000</c:v>
                </c:pt>
                <c:pt idx="1005">
                  <c:v>12000</c:v>
                </c:pt>
                <c:pt idx="1006">
                  <c:v>12000</c:v>
                </c:pt>
                <c:pt idx="1007">
                  <c:v>12000</c:v>
                </c:pt>
                <c:pt idx="1008">
                  <c:v>12000</c:v>
                </c:pt>
                <c:pt idx="1009">
                  <c:v>12000</c:v>
                </c:pt>
                <c:pt idx="1010">
                  <c:v>12000</c:v>
                </c:pt>
                <c:pt idx="1011">
                  <c:v>12000</c:v>
                </c:pt>
                <c:pt idx="1012">
                  <c:v>12000</c:v>
                </c:pt>
                <c:pt idx="1013">
                  <c:v>12000</c:v>
                </c:pt>
                <c:pt idx="1014">
                  <c:v>12000</c:v>
                </c:pt>
                <c:pt idx="1015">
                  <c:v>12000</c:v>
                </c:pt>
                <c:pt idx="1016">
                  <c:v>12000</c:v>
                </c:pt>
                <c:pt idx="1017">
                  <c:v>12000</c:v>
                </c:pt>
                <c:pt idx="1018">
                  <c:v>12000</c:v>
                </c:pt>
                <c:pt idx="1019">
                  <c:v>12000</c:v>
                </c:pt>
                <c:pt idx="1020">
                  <c:v>12000</c:v>
                </c:pt>
                <c:pt idx="1021">
                  <c:v>12000</c:v>
                </c:pt>
                <c:pt idx="1022">
                  <c:v>12000</c:v>
                </c:pt>
                <c:pt idx="1023">
                  <c:v>12000</c:v>
                </c:pt>
                <c:pt idx="1024">
                  <c:v>12000</c:v>
                </c:pt>
                <c:pt idx="1025">
                  <c:v>12000</c:v>
                </c:pt>
                <c:pt idx="1026">
                  <c:v>12000</c:v>
                </c:pt>
                <c:pt idx="1027">
                  <c:v>12000</c:v>
                </c:pt>
                <c:pt idx="1028">
                  <c:v>12000</c:v>
                </c:pt>
                <c:pt idx="1029">
                  <c:v>12000</c:v>
                </c:pt>
                <c:pt idx="1030">
                  <c:v>12000</c:v>
                </c:pt>
                <c:pt idx="1031">
                  <c:v>12000</c:v>
                </c:pt>
                <c:pt idx="1032">
                  <c:v>12000</c:v>
                </c:pt>
                <c:pt idx="1033">
                  <c:v>12000</c:v>
                </c:pt>
                <c:pt idx="1034">
                  <c:v>12000</c:v>
                </c:pt>
                <c:pt idx="1035">
                  <c:v>12000</c:v>
                </c:pt>
                <c:pt idx="1036">
                  <c:v>12000</c:v>
                </c:pt>
                <c:pt idx="1037">
                  <c:v>12000</c:v>
                </c:pt>
                <c:pt idx="1038">
                  <c:v>12000</c:v>
                </c:pt>
                <c:pt idx="1039">
                  <c:v>12000</c:v>
                </c:pt>
                <c:pt idx="1040">
                  <c:v>12000</c:v>
                </c:pt>
                <c:pt idx="1041">
                  <c:v>12000</c:v>
                </c:pt>
                <c:pt idx="1042">
                  <c:v>12000</c:v>
                </c:pt>
                <c:pt idx="1043">
                  <c:v>12000</c:v>
                </c:pt>
                <c:pt idx="1044">
                  <c:v>12000</c:v>
                </c:pt>
                <c:pt idx="1045">
                  <c:v>12000</c:v>
                </c:pt>
                <c:pt idx="1046">
                  <c:v>12000</c:v>
                </c:pt>
                <c:pt idx="1047">
                  <c:v>12000</c:v>
                </c:pt>
                <c:pt idx="1048">
                  <c:v>12000</c:v>
                </c:pt>
                <c:pt idx="1049">
                  <c:v>12000</c:v>
                </c:pt>
                <c:pt idx="1050">
                  <c:v>12000</c:v>
                </c:pt>
                <c:pt idx="1051">
                  <c:v>12000</c:v>
                </c:pt>
                <c:pt idx="1052">
                  <c:v>12000</c:v>
                </c:pt>
                <c:pt idx="1053">
                  <c:v>12000</c:v>
                </c:pt>
                <c:pt idx="1054">
                  <c:v>12000</c:v>
                </c:pt>
                <c:pt idx="1055">
                  <c:v>12000</c:v>
                </c:pt>
                <c:pt idx="1056">
                  <c:v>12000</c:v>
                </c:pt>
                <c:pt idx="1057">
                  <c:v>12000</c:v>
                </c:pt>
                <c:pt idx="1058">
                  <c:v>12000</c:v>
                </c:pt>
                <c:pt idx="1059">
                  <c:v>12000</c:v>
                </c:pt>
                <c:pt idx="1060">
                  <c:v>12000</c:v>
                </c:pt>
                <c:pt idx="1061">
                  <c:v>12000</c:v>
                </c:pt>
                <c:pt idx="1062">
                  <c:v>12000</c:v>
                </c:pt>
                <c:pt idx="1063">
                  <c:v>12000</c:v>
                </c:pt>
                <c:pt idx="1064">
                  <c:v>12000</c:v>
                </c:pt>
                <c:pt idx="1065">
                  <c:v>12000</c:v>
                </c:pt>
                <c:pt idx="1066">
                  <c:v>12000</c:v>
                </c:pt>
                <c:pt idx="1067">
                  <c:v>12000</c:v>
                </c:pt>
                <c:pt idx="1068">
                  <c:v>12000</c:v>
                </c:pt>
                <c:pt idx="1069">
                  <c:v>12000</c:v>
                </c:pt>
                <c:pt idx="1070">
                  <c:v>12000</c:v>
                </c:pt>
                <c:pt idx="1071">
                  <c:v>12000</c:v>
                </c:pt>
                <c:pt idx="1072">
                  <c:v>12000</c:v>
                </c:pt>
                <c:pt idx="1073">
                  <c:v>12000</c:v>
                </c:pt>
                <c:pt idx="1074">
                  <c:v>12000</c:v>
                </c:pt>
                <c:pt idx="1075">
                  <c:v>12000</c:v>
                </c:pt>
                <c:pt idx="1076">
                  <c:v>12000</c:v>
                </c:pt>
                <c:pt idx="1077">
                  <c:v>12000</c:v>
                </c:pt>
                <c:pt idx="1078">
                  <c:v>12000</c:v>
                </c:pt>
                <c:pt idx="1079">
                  <c:v>12000</c:v>
                </c:pt>
                <c:pt idx="1080">
                  <c:v>12000</c:v>
                </c:pt>
                <c:pt idx="1081">
                  <c:v>12000</c:v>
                </c:pt>
                <c:pt idx="1082">
                  <c:v>12000</c:v>
                </c:pt>
                <c:pt idx="1083">
                  <c:v>12000</c:v>
                </c:pt>
                <c:pt idx="1084">
                  <c:v>12000</c:v>
                </c:pt>
                <c:pt idx="1085">
                  <c:v>12000</c:v>
                </c:pt>
                <c:pt idx="1086">
                  <c:v>12000</c:v>
                </c:pt>
                <c:pt idx="1087">
                  <c:v>12000</c:v>
                </c:pt>
                <c:pt idx="1088">
                  <c:v>12000</c:v>
                </c:pt>
                <c:pt idx="1089">
                  <c:v>12000</c:v>
                </c:pt>
                <c:pt idx="1090">
                  <c:v>12000</c:v>
                </c:pt>
                <c:pt idx="1091">
                  <c:v>12000</c:v>
                </c:pt>
                <c:pt idx="1092">
                  <c:v>12000</c:v>
                </c:pt>
                <c:pt idx="1093">
                  <c:v>12000</c:v>
                </c:pt>
                <c:pt idx="1094">
                  <c:v>12000</c:v>
                </c:pt>
                <c:pt idx="1095">
                  <c:v>12000</c:v>
                </c:pt>
                <c:pt idx="1096">
                  <c:v>12000</c:v>
                </c:pt>
                <c:pt idx="1097">
                  <c:v>12000</c:v>
                </c:pt>
                <c:pt idx="1098">
                  <c:v>12000</c:v>
                </c:pt>
                <c:pt idx="1099">
                  <c:v>12000</c:v>
                </c:pt>
                <c:pt idx="1100">
                  <c:v>12000</c:v>
                </c:pt>
                <c:pt idx="1101">
                  <c:v>12000</c:v>
                </c:pt>
                <c:pt idx="1102">
                  <c:v>12000</c:v>
                </c:pt>
                <c:pt idx="1103">
                  <c:v>12000</c:v>
                </c:pt>
                <c:pt idx="1104">
                  <c:v>12000</c:v>
                </c:pt>
                <c:pt idx="1105">
                  <c:v>12000</c:v>
                </c:pt>
                <c:pt idx="1106">
                  <c:v>12000</c:v>
                </c:pt>
                <c:pt idx="1107">
                  <c:v>12000</c:v>
                </c:pt>
                <c:pt idx="1108">
                  <c:v>12000</c:v>
                </c:pt>
                <c:pt idx="1109">
                  <c:v>12000</c:v>
                </c:pt>
                <c:pt idx="1110">
                  <c:v>12000</c:v>
                </c:pt>
                <c:pt idx="1111">
                  <c:v>12000</c:v>
                </c:pt>
                <c:pt idx="1112">
                  <c:v>12000</c:v>
                </c:pt>
                <c:pt idx="1113">
                  <c:v>12000</c:v>
                </c:pt>
                <c:pt idx="1114">
                  <c:v>12000</c:v>
                </c:pt>
                <c:pt idx="1115">
                  <c:v>12000</c:v>
                </c:pt>
                <c:pt idx="1116">
                  <c:v>12000</c:v>
                </c:pt>
                <c:pt idx="1117">
                  <c:v>12000</c:v>
                </c:pt>
                <c:pt idx="1118">
                  <c:v>12000</c:v>
                </c:pt>
                <c:pt idx="1119">
                  <c:v>12000</c:v>
                </c:pt>
                <c:pt idx="1120">
                  <c:v>12000</c:v>
                </c:pt>
                <c:pt idx="1121">
                  <c:v>12500</c:v>
                </c:pt>
                <c:pt idx="1122">
                  <c:v>12500</c:v>
                </c:pt>
                <c:pt idx="1123">
                  <c:v>12500</c:v>
                </c:pt>
                <c:pt idx="1124">
                  <c:v>12500</c:v>
                </c:pt>
                <c:pt idx="1125">
                  <c:v>12500</c:v>
                </c:pt>
                <c:pt idx="1126">
                  <c:v>12500</c:v>
                </c:pt>
                <c:pt idx="1127">
                  <c:v>12500</c:v>
                </c:pt>
                <c:pt idx="1128">
                  <c:v>12500</c:v>
                </c:pt>
                <c:pt idx="1129">
                  <c:v>12500</c:v>
                </c:pt>
                <c:pt idx="1130">
                  <c:v>12500</c:v>
                </c:pt>
                <c:pt idx="1131">
                  <c:v>12500</c:v>
                </c:pt>
                <c:pt idx="1132">
                  <c:v>12500</c:v>
                </c:pt>
                <c:pt idx="1133">
                  <c:v>12500</c:v>
                </c:pt>
                <c:pt idx="1134">
                  <c:v>12500</c:v>
                </c:pt>
                <c:pt idx="1135">
                  <c:v>12500</c:v>
                </c:pt>
                <c:pt idx="1136">
                  <c:v>12500</c:v>
                </c:pt>
                <c:pt idx="1137">
                  <c:v>12500</c:v>
                </c:pt>
                <c:pt idx="1138">
                  <c:v>12500</c:v>
                </c:pt>
                <c:pt idx="1139">
                  <c:v>12500</c:v>
                </c:pt>
                <c:pt idx="1140">
                  <c:v>12500</c:v>
                </c:pt>
                <c:pt idx="1141">
                  <c:v>12500</c:v>
                </c:pt>
                <c:pt idx="1142">
                  <c:v>12500</c:v>
                </c:pt>
                <c:pt idx="1143">
                  <c:v>12500</c:v>
                </c:pt>
                <c:pt idx="1144">
                  <c:v>12500</c:v>
                </c:pt>
                <c:pt idx="1145">
                  <c:v>12500</c:v>
                </c:pt>
                <c:pt idx="1146">
                  <c:v>12500</c:v>
                </c:pt>
                <c:pt idx="1147">
                  <c:v>12500</c:v>
                </c:pt>
                <c:pt idx="1148">
                  <c:v>12500</c:v>
                </c:pt>
                <c:pt idx="1149">
                  <c:v>12500</c:v>
                </c:pt>
                <c:pt idx="1150">
                  <c:v>12500</c:v>
                </c:pt>
                <c:pt idx="1151">
                  <c:v>12500</c:v>
                </c:pt>
                <c:pt idx="1152">
                  <c:v>12500</c:v>
                </c:pt>
                <c:pt idx="1153">
                  <c:v>12500</c:v>
                </c:pt>
                <c:pt idx="1154">
                  <c:v>12500</c:v>
                </c:pt>
                <c:pt idx="1155">
                  <c:v>12500</c:v>
                </c:pt>
                <c:pt idx="1156">
                  <c:v>12500</c:v>
                </c:pt>
                <c:pt idx="1157">
                  <c:v>12500</c:v>
                </c:pt>
                <c:pt idx="1158">
                  <c:v>12500</c:v>
                </c:pt>
                <c:pt idx="1159">
                  <c:v>12500</c:v>
                </c:pt>
                <c:pt idx="1160">
                  <c:v>12500</c:v>
                </c:pt>
                <c:pt idx="1161">
                  <c:v>12500</c:v>
                </c:pt>
                <c:pt idx="1162">
                  <c:v>13000</c:v>
                </c:pt>
                <c:pt idx="1163">
                  <c:v>13000</c:v>
                </c:pt>
                <c:pt idx="1164">
                  <c:v>13000</c:v>
                </c:pt>
                <c:pt idx="1165">
                  <c:v>13000</c:v>
                </c:pt>
                <c:pt idx="1166">
                  <c:v>13000</c:v>
                </c:pt>
                <c:pt idx="1167">
                  <c:v>13000</c:v>
                </c:pt>
                <c:pt idx="1168">
                  <c:v>13000</c:v>
                </c:pt>
                <c:pt idx="1169">
                  <c:v>13000</c:v>
                </c:pt>
                <c:pt idx="1170">
                  <c:v>13000</c:v>
                </c:pt>
                <c:pt idx="1171">
                  <c:v>13000</c:v>
                </c:pt>
                <c:pt idx="1172">
                  <c:v>13000</c:v>
                </c:pt>
                <c:pt idx="1173">
                  <c:v>13000</c:v>
                </c:pt>
                <c:pt idx="1174">
                  <c:v>13000</c:v>
                </c:pt>
                <c:pt idx="1175">
                  <c:v>13000</c:v>
                </c:pt>
                <c:pt idx="1176">
                  <c:v>13000</c:v>
                </c:pt>
                <c:pt idx="1177">
                  <c:v>13000</c:v>
                </c:pt>
                <c:pt idx="1178">
                  <c:v>13000</c:v>
                </c:pt>
                <c:pt idx="1179">
                  <c:v>13000</c:v>
                </c:pt>
                <c:pt idx="1180">
                  <c:v>13000</c:v>
                </c:pt>
                <c:pt idx="1181">
                  <c:v>13000</c:v>
                </c:pt>
                <c:pt idx="1182">
                  <c:v>13000</c:v>
                </c:pt>
                <c:pt idx="1183">
                  <c:v>13000</c:v>
                </c:pt>
                <c:pt idx="1184">
                  <c:v>13000</c:v>
                </c:pt>
                <c:pt idx="1185">
                  <c:v>13000</c:v>
                </c:pt>
                <c:pt idx="1186">
                  <c:v>13000</c:v>
                </c:pt>
                <c:pt idx="1187">
                  <c:v>13000</c:v>
                </c:pt>
                <c:pt idx="1188">
                  <c:v>13000</c:v>
                </c:pt>
                <c:pt idx="1189">
                  <c:v>13000</c:v>
                </c:pt>
                <c:pt idx="1190">
                  <c:v>13000</c:v>
                </c:pt>
                <c:pt idx="1191">
                  <c:v>13000</c:v>
                </c:pt>
                <c:pt idx="1192">
                  <c:v>13000</c:v>
                </c:pt>
                <c:pt idx="1193">
                  <c:v>13000</c:v>
                </c:pt>
                <c:pt idx="1194">
                  <c:v>13000</c:v>
                </c:pt>
                <c:pt idx="1195">
                  <c:v>13000</c:v>
                </c:pt>
                <c:pt idx="1196">
                  <c:v>13000</c:v>
                </c:pt>
                <c:pt idx="1197">
                  <c:v>13000</c:v>
                </c:pt>
                <c:pt idx="1198">
                  <c:v>13000</c:v>
                </c:pt>
                <c:pt idx="1199">
                  <c:v>13000</c:v>
                </c:pt>
                <c:pt idx="1200">
                  <c:v>13000</c:v>
                </c:pt>
                <c:pt idx="1201">
                  <c:v>13000</c:v>
                </c:pt>
                <c:pt idx="1202">
                  <c:v>13000</c:v>
                </c:pt>
                <c:pt idx="1203">
                  <c:v>13000</c:v>
                </c:pt>
                <c:pt idx="1204">
                  <c:v>13000</c:v>
                </c:pt>
                <c:pt idx="1205">
                  <c:v>13000</c:v>
                </c:pt>
                <c:pt idx="1206">
                  <c:v>13000</c:v>
                </c:pt>
                <c:pt idx="1207">
                  <c:v>13000</c:v>
                </c:pt>
                <c:pt idx="1208">
                  <c:v>13000</c:v>
                </c:pt>
                <c:pt idx="1209">
                  <c:v>13000</c:v>
                </c:pt>
                <c:pt idx="1210">
                  <c:v>13000</c:v>
                </c:pt>
                <c:pt idx="1211">
                  <c:v>13000</c:v>
                </c:pt>
                <c:pt idx="1212">
                  <c:v>13000</c:v>
                </c:pt>
                <c:pt idx="1213">
                  <c:v>13000</c:v>
                </c:pt>
                <c:pt idx="1214">
                  <c:v>13000</c:v>
                </c:pt>
                <c:pt idx="1215">
                  <c:v>13000</c:v>
                </c:pt>
                <c:pt idx="1216">
                  <c:v>13000</c:v>
                </c:pt>
                <c:pt idx="1217">
                  <c:v>13000</c:v>
                </c:pt>
                <c:pt idx="1218">
                  <c:v>13000</c:v>
                </c:pt>
                <c:pt idx="1219">
                  <c:v>13000</c:v>
                </c:pt>
                <c:pt idx="1220">
                  <c:v>13000</c:v>
                </c:pt>
                <c:pt idx="1221">
                  <c:v>13000</c:v>
                </c:pt>
                <c:pt idx="1222">
                  <c:v>13000</c:v>
                </c:pt>
                <c:pt idx="1223">
                  <c:v>13000</c:v>
                </c:pt>
                <c:pt idx="1224">
                  <c:v>13000</c:v>
                </c:pt>
                <c:pt idx="1225">
                  <c:v>13000</c:v>
                </c:pt>
                <c:pt idx="1226">
                  <c:v>13000</c:v>
                </c:pt>
                <c:pt idx="1227">
                  <c:v>13000</c:v>
                </c:pt>
                <c:pt idx="1228">
                  <c:v>13000</c:v>
                </c:pt>
                <c:pt idx="1229">
                  <c:v>13000</c:v>
                </c:pt>
                <c:pt idx="1230">
                  <c:v>13000</c:v>
                </c:pt>
                <c:pt idx="1231">
                  <c:v>13000</c:v>
                </c:pt>
                <c:pt idx="1232">
                  <c:v>13000</c:v>
                </c:pt>
                <c:pt idx="1233">
                  <c:v>13000</c:v>
                </c:pt>
                <c:pt idx="1234">
                  <c:v>13000</c:v>
                </c:pt>
                <c:pt idx="1235">
                  <c:v>13000</c:v>
                </c:pt>
                <c:pt idx="1236">
                  <c:v>13000</c:v>
                </c:pt>
                <c:pt idx="1237">
                  <c:v>13000</c:v>
                </c:pt>
                <c:pt idx="1238">
                  <c:v>13000</c:v>
                </c:pt>
                <c:pt idx="1239">
                  <c:v>13000</c:v>
                </c:pt>
                <c:pt idx="1240">
                  <c:v>13000</c:v>
                </c:pt>
                <c:pt idx="1241">
                  <c:v>13000</c:v>
                </c:pt>
                <c:pt idx="1242">
                  <c:v>13000</c:v>
                </c:pt>
                <c:pt idx="1243">
                  <c:v>13000</c:v>
                </c:pt>
                <c:pt idx="1244">
                  <c:v>13000</c:v>
                </c:pt>
                <c:pt idx="1245">
                  <c:v>13000</c:v>
                </c:pt>
                <c:pt idx="1246">
                  <c:v>13000</c:v>
                </c:pt>
                <c:pt idx="1247">
                  <c:v>13000</c:v>
                </c:pt>
                <c:pt idx="1248">
                  <c:v>13500</c:v>
                </c:pt>
                <c:pt idx="1249">
                  <c:v>13500</c:v>
                </c:pt>
                <c:pt idx="1250">
                  <c:v>13500</c:v>
                </c:pt>
                <c:pt idx="1251">
                  <c:v>13500</c:v>
                </c:pt>
                <c:pt idx="1252">
                  <c:v>13500</c:v>
                </c:pt>
                <c:pt idx="1253">
                  <c:v>13500</c:v>
                </c:pt>
                <c:pt idx="1254">
                  <c:v>13500</c:v>
                </c:pt>
                <c:pt idx="1255">
                  <c:v>13500</c:v>
                </c:pt>
                <c:pt idx="1256">
                  <c:v>13500</c:v>
                </c:pt>
                <c:pt idx="1257">
                  <c:v>13500</c:v>
                </c:pt>
                <c:pt idx="1258">
                  <c:v>13500</c:v>
                </c:pt>
                <c:pt idx="1259">
                  <c:v>13500</c:v>
                </c:pt>
                <c:pt idx="1260">
                  <c:v>13500</c:v>
                </c:pt>
                <c:pt idx="1261">
                  <c:v>13500</c:v>
                </c:pt>
                <c:pt idx="1262">
                  <c:v>13500</c:v>
                </c:pt>
                <c:pt idx="1263">
                  <c:v>13500</c:v>
                </c:pt>
                <c:pt idx="1264">
                  <c:v>13500</c:v>
                </c:pt>
                <c:pt idx="1265">
                  <c:v>13500</c:v>
                </c:pt>
                <c:pt idx="1266">
                  <c:v>13500</c:v>
                </c:pt>
                <c:pt idx="1267">
                  <c:v>13500</c:v>
                </c:pt>
                <c:pt idx="1268">
                  <c:v>13500</c:v>
                </c:pt>
                <c:pt idx="1269">
                  <c:v>13700</c:v>
                </c:pt>
                <c:pt idx="1270">
                  <c:v>13700</c:v>
                </c:pt>
                <c:pt idx="1271">
                  <c:v>13700</c:v>
                </c:pt>
                <c:pt idx="1272">
                  <c:v>13700</c:v>
                </c:pt>
                <c:pt idx="1273">
                  <c:v>13700</c:v>
                </c:pt>
                <c:pt idx="1274">
                  <c:v>13700</c:v>
                </c:pt>
                <c:pt idx="1275">
                  <c:v>13700</c:v>
                </c:pt>
                <c:pt idx="1276">
                  <c:v>13700</c:v>
                </c:pt>
                <c:pt idx="1277">
                  <c:v>13700</c:v>
                </c:pt>
                <c:pt idx="1278">
                  <c:v>13700</c:v>
                </c:pt>
                <c:pt idx="1279">
                  <c:v>13700</c:v>
                </c:pt>
                <c:pt idx="1280">
                  <c:v>13700</c:v>
                </c:pt>
                <c:pt idx="1281">
                  <c:v>13700</c:v>
                </c:pt>
                <c:pt idx="1282">
                  <c:v>13700</c:v>
                </c:pt>
                <c:pt idx="1283">
                  <c:v>13700</c:v>
                </c:pt>
                <c:pt idx="1284">
                  <c:v>14000</c:v>
                </c:pt>
                <c:pt idx="1285">
                  <c:v>14500</c:v>
                </c:pt>
                <c:pt idx="1286">
                  <c:v>14500</c:v>
                </c:pt>
                <c:pt idx="1287">
                  <c:v>14500</c:v>
                </c:pt>
                <c:pt idx="1288">
                  <c:v>14500</c:v>
                </c:pt>
                <c:pt idx="1289">
                  <c:v>14500</c:v>
                </c:pt>
                <c:pt idx="1290">
                  <c:v>14500</c:v>
                </c:pt>
                <c:pt idx="1291">
                  <c:v>14500</c:v>
                </c:pt>
                <c:pt idx="1292">
                  <c:v>14500</c:v>
                </c:pt>
                <c:pt idx="1293">
                  <c:v>14500</c:v>
                </c:pt>
                <c:pt idx="1294">
                  <c:v>14500</c:v>
                </c:pt>
                <c:pt idx="1295">
                  <c:v>14500</c:v>
                </c:pt>
                <c:pt idx="1296">
                  <c:v>14500</c:v>
                </c:pt>
                <c:pt idx="1297">
                  <c:v>15000</c:v>
                </c:pt>
                <c:pt idx="1298">
                  <c:v>15000</c:v>
                </c:pt>
                <c:pt idx="1299">
                  <c:v>15000</c:v>
                </c:pt>
                <c:pt idx="1300">
                  <c:v>15000</c:v>
                </c:pt>
                <c:pt idx="1301">
                  <c:v>15000</c:v>
                </c:pt>
                <c:pt idx="1302">
                  <c:v>15000</c:v>
                </c:pt>
                <c:pt idx="1303">
                  <c:v>15500</c:v>
                </c:pt>
                <c:pt idx="1304">
                  <c:v>15500</c:v>
                </c:pt>
                <c:pt idx="1305">
                  <c:v>15500</c:v>
                </c:pt>
                <c:pt idx="1306">
                  <c:v>15500</c:v>
                </c:pt>
                <c:pt idx="1307">
                  <c:v>15500</c:v>
                </c:pt>
                <c:pt idx="1308">
                  <c:v>15500</c:v>
                </c:pt>
                <c:pt idx="1309">
                  <c:v>15500</c:v>
                </c:pt>
                <c:pt idx="1310">
                  <c:v>15500</c:v>
                </c:pt>
                <c:pt idx="1311">
                  <c:v>15500</c:v>
                </c:pt>
                <c:pt idx="1312">
                  <c:v>15500</c:v>
                </c:pt>
                <c:pt idx="1313">
                  <c:v>15500</c:v>
                </c:pt>
                <c:pt idx="1314">
                  <c:v>15500</c:v>
                </c:pt>
                <c:pt idx="1315">
                  <c:v>15500</c:v>
                </c:pt>
                <c:pt idx="1316">
                  <c:v>15500</c:v>
                </c:pt>
                <c:pt idx="1317">
                  <c:v>15500</c:v>
                </c:pt>
                <c:pt idx="1318">
                  <c:v>15500</c:v>
                </c:pt>
                <c:pt idx="1319">
                  <c:v>15500</c:v>
                </c:pt>
                <c:pt idx="1320">
                  <c:v>15500</c:v>
                </c:pt>
                <c:pt idx="1321">
                  <c:v>15500</c:v>
                </c:pt>
                <c:pt idx="1322">
                  <c:v>15500</c:v>
                </c:pt>
                <c:pt idx="1323">
                  <c:v>15500</c:v>
                </c:pt>
                <c:pt idx="1324">
                  <c:v>15500</c:v>
                </c:pt>
                <c:pt idx="1325">
                  <c:v>15500</c:v>
                </c:pt>
                <c:pt idx="1326">
                  <c:v>15500</c:v>
                </c:pt>
                <c:pt idx="1327">
                  <c:v>15500</c:v>
                </c:pt>
                <c:pt idx="1328">
                  <c:v>15500</c:v>
                </c:pt>
                <c:pt idx="1329">
                  <c:v>15500</c:v>
                </c:pt>
                <c:pt idx="1330">
                  <c:v>15500</c:v>
                </c:pt>
                <c:pt idx="1331">
                  <c:v>15500</c:v>
                </c:pt>
                <c:pt idx="1332">
                  <c:v>15500</c:v>
                </c:pt>
                <c:pt idx="1333">
                  <c:v>15500</c:v>
                </c:pt>
                <c:pt idx="1334">
                  <c:v>15500</c:v>
                </c:pt>
                <c:pt idx="1335">
                  <c:v>15500</c:v>
                </c:pt>
                <c:pt idx="1336">
                  <c:v>15500</c:v>
                </c:pt>
                <c:pt idx="1337">
                  <c:v>15500</c:v>
                </c:pt>
                <c:pt idx="1338">
                  <c:v>15500</c:v>
                </c:pt>
                <c:pt idx="1339">
                  <c:v>15500</c:v>
                </c:pt>
                <c:pt idx="1340">
                  <c:v>15500</c:v>
                </c:pt>
                <c:pt idx="1341">
                  <c:v>15500</c:v>
                </c:pt>
                <c:pt idx="1342">
                  <c:v>15500</c:v>
                </c:pt>
                <c:pt idx="1343">
                  <c:v>15500</c:v>
                </c:pt>
                <c:pt idx="1344">
                  <c:v>15500</c:v>
                </c:pt>
                <c:pt idx="1345">
                  <c:v>15500</c:v>
                </c:pt>
                <c:pt idx="1346">
                  <c:v>15500</c:v>
                </c:pt>
                <c:pt idx="1347">
                  <c:v>15500</c:v>
                </c:pt>
                <c:pt idx="1348">
                  <c:v>15500</c:v>
                </c:pt>
                <c:pt idx="1349">
                  <c:v>15500</c:v>
                </c:pt>
                <c:pt idx="1350">
                  <c:v>15500</c:v>
                </c:pt>
                <c:pt idx="1351">
                  <c:v>16000</c:v>
                </c:pt>
                <c:pt idx="1352">
                  <c:v>17000</c:v>
                </c:pt>
                <c:pt idx="1353">
                  <c:v>17000</c:v>
                </c:pt>
                <c:pt idx="1354">
                  <c:v>17000</c:v>
                </c:pt>
                <c:pt idx="1355">
                  <c:v>17000</c:v>
                </c:pt>
                <c:pt idx="1356">
                  <c:v>17000</c:v>
                </c:pt>
                <c:pt idx="1357">
                  <c:v>17000</c:v>
                </c:pt>
                <c:pt idx="1358">
                  <c:v>17000</c:v>
                </c:pt>
                <c:pt idx="1359">
                  <c:v>17000</c:v>
                </c:pt>
                <c:pt idx="1360">
                  <c:v>17500</c:v>
                </c:pt>
                <c:pt idx="1361">
                  <c:v>20000</c:v>
                </c:pt>
                <c:pt idx="1362">
                  <c:v>22000</c:v>
                </c:pt>
                <c:pt idx="1363">
                  <c:v>22000</c:v>
                </c:pt>
                <c:pt idx="1364">
                  <c:v>23000</c:v>
                </c:pt>
                <c:pt idx="1365">
                  <c:v>23000</c:v>
                </c:pt>
                <c:pt idx="1366">
                  <c:v>23000</c:v>
                </c:pt>
                <c:pt idx="1367">
                  <c:v>23000</c:v>
                </c:pt>
                <c:pt idx="1368">
                  <c:v>23000</c:v>
                </c:pt>
                <c:pt idx="1369">
                  <c:v>23000</c:v>
                </c:pt>
                <c:pt idx="1370">
                  <c:v>23000</c:v>
                </c:pt>
                <c:pt idx="1371">
                  <c:v>23000</c:v>
                </c:pt>
                <c:pt idx="1372">
                  <c:v>23000</c:v>
                </c:pt>
                <c:pt idx="1373">
                  <c:v>23000</c:v>
                </c:pt>
                <c:pt idx="1374">
                  <c:v>23000</c:v>
                </c:pt>
                <c:pt idx="1375">
                  <c:v>23000</c:v>
                </c:pt>
                <c:pt idx="1376">
                  <c:v>23000</c:v>
                </c:pt>
                <c:pt idx="1377">
                  <c:v>23000</c:v>
                </c:pt>
                <c:pt idx="1378">
                  <c:v>23000</c:v>
                </c:pt>
                <c:pt idx="1379">
                  <c:v>23000</c:v>
                </c:pt>
                <c:pt idx="1380">
                  <c:v>26000</c:v>
                </c:pt>
                <c:pt idx="1381">
                  <c:v>27000</c:v>
                </c:pt>
                <c:pt idx="1382">
                  <c:v>27000</c:v>
                </c:pt>
                <c:pt idx="1383">
                  <c:v>27000</c:v>
                </c:pt>
                <c:pt idx="1384">
                  <c:v>27000</c:v>
                </c:pt>
                <c:pt idx="1385">
                  <c:v>27000</c:v>
                </c:pt>
                <c:pt idx="1386">
                  <c:v>27000</c:v>
                </c:pt>
                <c:pt idx="1387">
                  <c:v>27000</c:v>
                </c:pt>
                <c:pt idx="1388">
                  <c:v>26000</c:v>
                </c:pt>
                <c:pt idx="1389">
                  <c:v>26000</c:v>
                </c:pt>
                <c:pt idx="1390">
                  <c:v>26000</c:v>
                </c:pt>
                <c:pt idx="1391">
                  <c:v>26000</c:v>
                </c:pt>
                <c:pt idx="1392">
                  <c:v>26000</c:v>
                </c:pt>
                <c:pt idx="1393">
                  <c:v>26000</c:v>
                </c:pt>
                <c:pt idx="1394">
                  <c:v>26000</c:v>
                </c:pt>
                <c:pt idx="1395">
                  <c:v>24000</c:v>
                </c:pt>
                <c:pt idx="1396">
                  <c:v>24000</c:v>
                </c:pt>
                <c:pt idx="1397">
                  <c:v>24000</c:v>
                </c:pt>
                <c:pt idx="1398">
                  <c:v>24000</c:v>
                </c:pt>
                <c:pt idx="1399">
                  <c:v>24000</c:v>
                </c:pt>
                <c:pt idx="1400">
                  <c:v>24000</c:v>
                </c:pt>
                <c:pt idx="1401">
                  <c:v>24000</c:v>
                </c:pt>
                <c:pt idx="1402">
                  <c:v>24000</c:v>
                </c:pt>
                <c:pt idx="1403">
                  <c:v>24000</c:v>
                </c:pt>
                <c:pt idx="1404">
                  <c:v>24000</c:v>
                </c:pt>
                <c:pt idx="1405">
                  <c:v>24000</c:v>
                </c:pt>
                <c:pt idx="1406">
                  <c:v>24000</c:v>
                </c:pt>
                <c:pt idx="1407">
                  <c:v>24000</c:v>
                </c:pt>
                <c:pt idx="1408">
                  <c:v>24000</c:v>
                </c:pt>
                <c:pt idx="1409">
                  <c:v>24000</c:v>
                </c:pt>
                <c:pt idx="1410">
                  <c:v>24000</c:v>
                </c:pt>
                <c:pt idx="1411">
                  <c:v>24000</c:v>
                </c:pt>
                <c:pt idx="1412">
                  <c:v>24000</c:v>
                </c:pt>
                <c:pt idx="1413">
                  <c:v>24000</c:v>
                </c:pt>
                <c:pt idx="1414">
                  <c:v>24000</c:v>
                </c:pt>
                <c:pt idx="1415">
                  <c:v>24000</c:v>
                </c:pt>
                <c:pt idx="1416">
                  <c:v>24000</c:v>
                </c:pt>
                <c:pt idx="1417">
                  <c:v>24000</c:v>
                </c:pt>
                <c:pt idx="1418">
                  <c:v>24000</c:v>
                </c:pt>
                <c:pt idx="1419">
                  <c:v>24000</c:v>
                </c:pt>
                <c:pt idx="1420">
                  <c:v>24000</c:v>
                </c:pt>
                <c:pt idx="1421">
                  <c:v>24000</c:v>
                </c:pt>
                <c:pt idx="1422">
                  <c:v>24000</c:v>
                </c:pt>
                <c:pt idx="1423">
                  <c:v>24000</c:v>
                </c:pt>
                <c:pt idx="1424">
                  <c:v>24000</c:v>
                </c:pt>
                <c:pt idx="1425">
                  <c:v>23500</c:v>
                </c:pt>
                <c:pt idx="1426">
                  <c:v>23500</c:v>
                </c:pt>
                <c:pt idx="1427">
                  <c:v>23500</c:v>
                </c:pt>
                <c:pt idx="1428">
                  <c:v>23000</c:v>
                </c:pt>
                <c:pt idx="1429">
                  <c:v>23000</c:v>
                </c:pt>
                <c:pt idx="1430">
                  <c:v>23000</c:v>
                </c:pt>
                <c:pt idx="1431">
                  <c:v>23000</c:v>
                </c:pt>
                <c:pt idx="1432">
                  <c:v>23000</c:v>
                </c:pt>
                <c:pt idx="1433">
                  <c:v>23000</c:v>
                </c:pt>
                <c:pt idx="1434">
                  <c:v>23000</c:v>
                </c:pt>
                <c:pt idx="1435">
                  <c:v>23000</c:v>
                </c:pt>
                <c:pt idx="1436">
                  <c:v>23000</c:v>
                </c:pt>
                <c:pt idx="1437">
                  <c:v>23000</c:v>
                </c:pt>
                <c:pt idx="1438">
                  <c:v>23000</c:v>
                </c:pt>
                <c:pt idx="1439">
                  <c:v>23000</c:v>
                </c:pt>
                <c:pt idx="1440">
                  <c:v>23000</c:v>
                </c:pt>
                <c:pt idx="1441">
                  <c:v>23000</c:v>
                </c:pt>
                <c:pt idx="1442">
                  <c:v>23000</c:v>
                </c:pt>
                <c:pt idx="1443">
                  <c:v>23000</c:v>
                </c:pt>
                <c:pt idx="1444">
                  <c:v>23000</c:v>
                </c:pt>
                <c:pt idx="1445">
                  <c:v>23000</c:v>
                </c:pt>
                <c:pt idx="1446">
                  <c:v>23000</c:v>
                </c:pt>
                <c:pt idx="1447">
                  <c:v>23000</c:v>
                </c:pt>
                <c:pt idx="1448">
                  <c:v>23000</c:v>
                </c:pt>
                <c:pt idx="1449">
                  <c:v>23000</c:v>
                </c:pt>
                <c:pt idx="1450">
                  <c:v>23000</c:v>
                </c:pt>
                <c:pt idx="1451">
                  <c:v>23000</c:v>
                </c:pt>
                <c:pt idx="1452">
                  <c:v>23000</c:v>
                </c:pt>
                <c:pt idx="1453">
                  <c:v>23000</c:v>
                </c:pt>
                <c:pt idx="1454">
                  <c:v>23000</c:v>
                </c:pt>
                <c:pt idx="1455">
                  <c:v>23000</c:v>
                </c:pt>
                <c:pt idx="1456">
                  <c:v>23000</c:v>
                </c:pt>
                <c:pt idx="1457">
                  <c:v>23000</c:v>
                </c:pt>
                <c:pt idx="1458">
                  <c:v>23000</c:v>
                </c:pt>
                <c:pt idx="1459">
                  <c:v>23000</c:v>
                </c:pt>
                <c:pt idx="1460">
                  <c:v>23000</c:v>
                </c:pt>
                <c:pt idx="1461">
                  <c:v>23000</c:v>
                </c:pt>
                <c:pt idx="1462">
                  <c:v>23000</c:v>
                </c:pt>
                <c:pt idx="1463">
                  <c:v>23000</c:v>
                </c:pt>
                <c:pt idx="1464">
                  <c:v>23000</c:v>
                </c:pt>
                <c:pt idx="1465">
                  <c:v>23000</c:v>
                </c:pt>
                <c:pt idx="1466">
                  <c:v>23000</c:v>
                </c:pt>
                <c:pt idx="1467">
                  <c:v>23000</c:v>
                </c:pt>
                <c:pt idx="1468">
                  <c:v>23000</c:v>
                </c:pt>
                <c:pt idx="1469">
                  <c:v>23000</c:v>
                </c:pt>
                <c:pt idx="1470">
                  <c:v>23000</c:v>
                </c:pt>
                <c:pt idx="1471">
                  <c:v>23000</c:v>
                </c:pt>
                <c:pt idx="1472">
                  <c:v>23000</c:v>
                </c:pt>
                <c:pt idx="1473">
                  <c:v>23000</c:v>
                </c:pt>
                <c:pt idx="1474">
                  <c:v>23000</c:v>
                </c:pt>
                <c:pt idx="1475">
                  <c:v>23000</c:v>
                </c:pt>
                <c:pt idx="1476">
                  <c:v>23000</c:v>
                </c:pt>
                <c:pt idx="1477">
                  <c:v>23000</c:v>
                </c:pt>
                <c:pt idx="1478">
                  <c:v>23000</c:v>
                </c:pt>
                <c:pt idx="1479">
                  <c:v>23000</c:v>
                </c:pt>
                <c:pt idx="1480">
                  <c:v>23000</c:v>
                </c:pt>
                <c:pt idx="1481">
                  <c:v>23000</c:v>
                </c:pt>
                <c:pt idx="1482">
                  <c:v>23000</c:v>
                </c:pt>
                <c:pt idx="1483">
                  <c:v>23000</c:v>
                </c:pt>
                <c:pt idx="1484">
                  <c:v>23000</c:v>
                </c:pt>
                <c:pt idx="1485">
                  <c:v>23000</c:v>
                </c:pt>
                <c:pt idx="1486">
                  <c:v>23000</c:v>
                </c:pt>
                <c:pt idx="1487">
                  <c:v>23000</c:v>
                </c:pt>
                <c:pt idx="1488">
                  <c:v>23000</c:v>
                </c:pt>
                <c:pt idx="1489">
                  <c:v>23000</c:v>
                </c:pt>
                <c:pt idx="1490">
                  <c:v>23000</c:v>
                </c:pt>
                <c:pt idx="1491">
                  <c:v>23000</c:v>
                </c:pt>
                <c:pt idx="1492">
                  <c:v>23000</c:v>
                </c:pt>
                <c:pt idx="1493">
                  <c:v>23000</c:v>
                </c:pt>
                <c:pt idx="1494">
                  <c:v>23000</c:v>
                </c:pt>
                <c:pt idx="1495">
                  <c:v>23000</c:v>
                </c:pt>
                <c:pt idx="1496">
                  <c:v>23000</c:v>
                </c:pt>
                <c:pt idx="1497">
                  <c:v>23000</c:v>
                </c:pt>
                <c:pt idx="1498">
                  <c:v>23000</c:v>
                </c:pt>
                <c:pt idx="1499">
                  <c:v>23000</c:v>
                </c:pt>
                <c:pt idx="1500">
                  <c:v>23000</c:v>
                </c:pt>
                <c:pt idx="1501">
                  <c:v>23000</c:v>
                </c:pt>
                <c:pt idx="1502">
                  <c:v>23000</c:v>
                </c:pt>
                <c:pt idx="1503">
                  <c:v>23000</c:v>
                </c:pt>
                <c:pt idx="1504">
                  <c:v>23000</c:v>
                </c:pt>
                <c:pt idx="1505">
                  <c:v>23000</c:v>
                </c:pt>
                <c:pt idx="1506">
                  <c:v>23000</c:v>
                </c:pt>
                <c:pt idx="1507">
                  <c:v>23000</c:v>
                </c:pt>
                <c:pt idx="1508">
                  <c:v>23500</c:v>
                </c:pt>
                <c:pt idx="1509">
                  <c:v>23500</c:v>
                </c:pt>
                <c:pt idx="1510">
                  <c:v>23500</c:v>
                </c:pt>
                <c:pt idx="1511">
                  <c:v>23500</c:v>
                </c:pt>
                <c:pt idx="1512">
                  <c:v>23500</c:v>
                </c:pt>
                <c:pt idx="1513">
                  <c:v>23500</c:v>
                </c:pt>
                <c:pt idx="1514">
                  <c:v>23500</c:v>
                </c:pt>
                <c:pt idx="1515">
                  <c:v>23500</c:v>
                </c:pt>
                <c:pt idx="1516">
                  <c:v>23500</c:v>
                </c:pt>
                <c:pt idx="1517">
                  <c:v>23500</c:v>
                </c:pt>
                <c:pt idx="1518">
                  <c:v>23500</c:v>
                </c:pt>
                <c:pt idx="1519">
                  <c:v>23500</c:v>
                </c:pt>
                <c:pt idx="1520">
                  <c:v>23500</c:v>
                </c:pt>
                <c:pt idx="1521">
                  <c:v>23500</c:v>
                </c:pt>
                <c:pt idx="1522">
                  <c:v>23500</c:v>
                </c:pt>
                <c:pt idx="1523">
                  <c:v>23500</c:v>
                </c:pt>
                <c:pt idx="1524">
                  <c:v>23500</c:v>
                </c:pt>
                <c:pt idx="1525">
                  <c:v>23500</c:v>
                </c:pt>
                <c:pt idx="1526">
                  <c:v>23500</c:v>
                </c:pt>
                <c:pt idx="1527">
                  <c:v>23500</c:v>
                </c:pt>
                <c:pt idx="1528">
                  <c:v>23500</c:v>
                </c:pt>
                <c:pt idx="1529">
                  <c:v>24000</c:v>
                </c:pt>
                <c:pt idx="1530">
                  <c:v>24000</c:v>
                </c:pt>
                <c:pt idx="1531">
                  <c:v>24000</c:v>
                </c:pt>
                <c:pt idx="1532">
                  <c:v>24000</c:v>
                </c:pt>
                <c:pt idx="1533">
                  <c:v>24000</c:v>
                </c:pt>
                <c:pt idx="1534">
                  <c:v>24000</c:v>
                </c:pt>
                <c:pt idx="1535">
                  <c:v>24000</c:v>
                </c:pt>
                <c:pt idx="1536">
                  <c:v>24000</c:v>
                </c:pt>
                <c:pt idx="1537">
                  <c:v>24000</c:v>
                </c:pt>
                <c:pt idx="1538">
                  <c:v>24000</c:v>
                </c:pt>
                <c:pt idx="1539">
                  <c:v>24000</c:v>
                </c:pt>
                <c:pt idx="1540">
                  <c:v>24000</c:v>
                </c:pt>
                <c:pt idx="1541">
                  <c:v>24000</c:v>
                </c:pt>
                <c:pt idx="1542">
                  <c:v>24000</c:v>
                </c:pt>
                <c:pt idx="1543">
                  <c:v>24000</c:v>
                </c:pt>
                <c:pt idx="1544">
                  <c:v>24000</c:v>
                </c:pt>
                <c:pt idx="1545">
                  <c:v>24000</c:v>
                </c:pt>
                <c:pt idx="1546">
                  <c:v>24000</c:v>
                </c:pt>
                <c:pt idx="1547">
                  <c:v>24000</c:v>
                </c:pt>
                <c:pt idx="1548">
                  <c:v>24000</c:v>
                </c:pt>
                <c:pt idx="1549">
                  <c:v>24500</c:v>
                </c:pt>
                <c:pt idx="1550">
                  <c:v>24500</c:v>
                </c:pt>
                <c:pt idx="1551">
                  <c:v>24500</c:v>
                </c:pt>
                <c:pt idx="1552">
                  <c:v>24500</c:v>
                </c:pt>
                <c:pt idx="1553">
                  <c:v>24500</c:v>
                </c:pt>
                <c:pt idx="1554">
                  <c:v>24500</c:v>
                </c:pt>
                <c:pt idx="1555">
                  <c:v>24500</c:v>
                </c:pt>
                <c:pt idx="1556">
                  <c:v>25000</c:v>
                </c:pt>
                <c:pt idx="1557">
                  <c:v>25000</c:v>
                </c:pt>
                <c:pt idx="1558">
                  <c:v>25000</c:v>
                </c:pt>
                <c:pt idx="1559">
                  <c:v>25000</c:v>
                </c:pt>
                <c:pt idx="1560">
                  <c:v>25000</c:v>
                </c:pt>
                <c:pt idx="1561">
                  <c:v>25000</c:v>
                </c:pt>
                <c:pt idx="1562">
                  <c:v>25000</c:v>
                </c:pt>
                <c:pt idx="1563">
                  <c:v>25000</c:v>
                </c:pt>
                <c:pt idx="1564">
                  <c:v>25000</c:v>
                </c:pt>
                <c:pt idx="1565">
                  <c:v>25000</c:v>
                </c:pt>
                <c:pt idx="1566">
                  <c:v>25000</c:v>
                </c:pt>
                <c:pt idx="1567">
                  <c:v>25000</c:v>
                </c:pt>
                <c:pt idx="1568">
                  <c:v>25000</c:v>
                </c:pt>
                <c:pt idx="1569">
                  <c:v>25000</c:v>
                </c:pt>
                <c:pt idx="1570">
                  <c:v>25000</c:v>
                </c:pt>
                <c:pt idx="1571">
                  <c:v>25000</c:v>
                </c:pt>
                <c:pt idx="1572">
                  <c:v>25000</c:v>
                </c:pt>
                <c:pt idx="1573">
                  <c:v>25000</c:v>
                </c:pt>
                <c:pt idx="1574">
                  <c:v>25000</c:v>
                </c:pt>
                <c:pt idx="1575">
                  <c:v>25000</c:v>
                </c:pt>
                <c:pt idx="1576">
                  <c:v>25000</c:v>
                </c:pt>
                <c:pt idx="1577">
                  <c:v>25000</c:v>
                </c:pt>
                <c:pt idx="1578">
                  <c:v>25000</c:v>
                </c:pt>
                <c:pt idx="1579">
                  <c:v>25000</c:v>
                </c:pt>
                <c:pt idx="1580">
                  <c:v>25000</c:v>
                </c:pt>
                <c:pt idx="1581">
                  <c:v>25000</c:v>
                </c:pt>
                <c:pt idx="1582">
                  <c:v>25000</c:v>
                </c:pt>
                <c:pt idx="1583">
                  <c:v>25000</c:v>
                </c:pt>
                <c:pt idx="1584">
                  <c:v>25000</c:v>
                </c:pt>
                <c:pt idx="1585">
                  <c:v>25000</c:v>
                </c:pt>
                <c:pt idx="1586">
                  <c:v>25000</c:v>
                </c:pt>
                <c:pt idx="1587">
                  <c:v>25000</c:v>
                </c:pt>
                <c:pt idx="1588">
                  <c:v>25000</c:v>
                </c:pt>
                <c:pt idx="1589">
                  <c:v>25000</c:v>
                </c:pt>
                <c:pt idx="1590">
                  <c:v>25000</c:v>
                </c:pt>
                <c:pt idx="1591">
                  <c:v>25000</c:v>
                </c:pt>
                <c:pt idx="1592">
                  <c:v>25000</c:v>
                </c:pt>
                <c:pt idx="1593">
                  <c:v>25200</c:v>
                </c:pt>
                <c:pt idx="1594">
                  <c:v>25200</c:v>
                </c:pt>
                <c:pt idx="1595">
                  <c:v>25200</c:v>
                </c:pt>
                <c:pt idx="1596">
                  <c:v>25200</c:v>
                </c:pt>
                <c:pt idx="1597">
                  <c:v>25200</c:v>
                </c:pt>
                <c:pt idx="1598">
                  <c:v>25200</c:v>
                </c:pt>
                <c:pt idx="1599">
                  <c:v>25200</c:v>
                </c:pt>
                <c:pt idx="1600">
                  <c:v>25200</c:v>
                </c:pt>
                <c:pt idx="1601">
                  <c:v>25200</c:v>
                </c:pt>
                <c:pt idx="1602">
                  <c:v>25200</c:v>
                </c:pt>
                <c:pt idx="1603">
                  <c:v>25200</c:v>
                </c:pt>
                <c:pt idx="1604">
                  <c:v>25200</c:v>
                </c:pt>
                <c:pt idx="1605">
                  <c:v>25200</c:v>
                </c:pt>
                <c:pt idx="1606">
                  <c:v>25200</c:v>
                </c:pt>
                <c:pt idx="1607">
                  <c:v>25200</c:v>
                </c:pt>
                <c:pt idx="1608">
                  <c:v>25200</c:v>
                </c:pt>
                <c:pt idx="1609">
                  <c:v>25200</c:v>
                </c:pt>
                <c:pt idx="1610">
                  <c:v>25200</c:v>
                </c:pt>
                <c:pt idx="1611">
                  <c:v>25200</c:v>
                </c:pt>
                <c:pt idx="1612">
                  <c:v>25200</c:v>
                </c:pt>
                <c:pt idx="1613">
                  <c:v>25200</c:v>
                </c:pt>
                <c:pt idx="1614">
                  <c:v>25200</c:v>
                </c:pt>
                <c:pt idx="1615">
                  <c:v>25200</c:v>
                </c:pt>
                <c:pt idx="1616">
                  <c:v>25200</c:v>
                </c:pt>
                <c:pt idx="1617">
                  <c:v>25200</c:v>
                </c:pt>
                <c:pt idx="1618">
                  <c:v>25200</c:v>
                </c:pt>
                <c:pt idx="1619">
                  <c:v>25200</c:v>
                </c:pt>
                <c:pt idx="1620">
                  <c:v>25200</c:v>
                </c:pt>
                <c:pt idx="1621">
                  <c:v>25200</c:v>
                </c:pt>
                <c:pt idx="1622">
                  <c:v>25200</c:v>
                </c:pt>
                <c:pt idx="1623">
                  <c:v>25200</c:v>
                </c:pt>
                <c:pt idx="1624">
                  <c:v>25200</c:v>
                </c:pt>
                <c:pt idx="1625">
                  <c:v>25200</c:v>
                </c:pt>
                <c:pt idx="1626">
                  <c:v>25200</c:v>
                </c:pt>
                <c:pt idx="1627">
                  <c:v>25200</c:v>
                </c:pt>
                <c:pt idx="1628">
                  <c:v>25200</c:v>
                </c:pt>
                <c:pt idx="1629">
                  <c:v>25200</c:v>
                </c:pt>
                <c:pt idx="1630">
                  <c:v>25200</c:v>
                </c:pt>
                <c:pt idx="1631">
                  <c:v>25200</c:v>
                </c:pt>
                <c:pt idx="1632">
                  <c:v>25200</c:v>
                </c:pt>
                <c:pt idx="1633">
                  <c:v>25200</c:v>
                </c:pt>
                <c:pt idx="1634">
                  <c:v>25200</c:v>
                </c:pt>
                <c:pt idx="1635">
                  <c:v>25200</c:v>
                </c:pt>
                <c:pt idx="1636">
                  <c:v>25200</c:v>
                </c:pt>
                <c:pt idx="1637">
                  <c:v>25200</c:v>
                </c:pt>
                <c:pt idx="1638">
                  <c:v>25200</c:v>
                </c:pt>
                <c:pt idx="1639">
                  <c:v>25200</c:v>
                </c:pt>
                <c:pt idx="1640">
                  <c:v>25200</c:v>
                </c:pt>
                <c:pt idx="1641">
                  <c:v>25200</c:v>
                </c:pt>
                <c:pt idx="1642">
                  <c:v>25200</c:v>
                </c:pt>
                <c:pt idx="1643">
                  <c:v>25200</c:v>
                </c:pt>
                <c:pt idx="1644">
                  <c:v>25200</c:v>
                </c:pt>
                <c:pt idx="1645">
                  <c:v>25200</c:v>
                </c:pt>
                <c:pt idx="1646">
                  <c:v>25200</c:v>
                </c:pt>
                <c:pt idx="1647">
                  <c:v>25200</c:v>
                </c:pt>
                <c:pt idx="1648">
                  <c:v>25200</c:v>
                </c:pt>
                <c:pt idx="1649">
                  <c:v>25200</c:v>
                </c:pt>
                <c:pt idx="1650">
                  <c:v>25200</c:v>
                </c:pt>
                <c:pt idx="1651">
                  <c:v>25200</c:v>
                </c:pt>
                <c:pt idx="1652">
                  <c:v>25200</c:v>
                </c:pt>
                <c:pt idx="1653">
                  <c:v>25200</c:v>
                </c:pt>
                <c:pt idx="1654">
                  <c:v>25200</c:v>
                </c:pt>
                <c:pt idx="1655">
                  <c:v>25200</c:v>
                </c:pt>
                <c:pt idx="1656">
                  <c:v>25200</c:v>
                </c:pt>
                <c:pt idx="1657">
                  <c:v>25200</c:v>
                </c:pt>
                <c:pt idx="1658">
                  <c:v>25200</c:v>
                </c:pt>
                <c:pt idx="1659">
                  <c:v>25200</c:v>
                </c:pt>
                <c:pt idx="1660">
                  <c:v>25200</c:v>
                </c:pt>
                <c:pt idx="1661">
                  <c:v>24400</c:v>
                </c:pt>
                <c:pt idx="1662">
                  <c:v>24400</c:v>
                </c:pt>
                <c:pt idx="1663">
                  <c:v>24400</c:v>
                </c:pt>
                <c:pt idx="1664">
                  <c:v>24400</c:v>
                </c:pt>
                <c:pt idx="1665">
                  <c:v>24400</c:v>
                </c:pt>
                <c:pt idx="1666">
                  <c:v>24400</c:v>
                </c:pt>
                <c:pt idx="1667">
                  <c:v>24400</c:v>
                </c:pt>
                <c:pt idx="1668">
                  <c:v>24400</c:v>
                </c:pt>
                <c:pt idx="1669">
                  <c:v>24400</c:v>
                </c:pt>
                <c:pt idx="1670">
                  <c:v>24400</c:v>
                </c:pt>
                <c:pt idx="1671">
                  <c:v>24400</c:v>
                </c:pt>
                <c:pt idx="1672">
                  <c:v>24400</c:v>
                </c:pt>
                <c:pt idx="1673">
                  <c:v>24000</c:v>
                </c:pt>
                <c:pt idx="1674">
                  <c:v>24000</c:v>
                </c:pt>
                <c:pt idx="1675">
                  <c:v>24000</c:v>
                </c:pt>
                <c:pt idx="1676">
                  <c:v>24000</c:v>
                </c:pt>
                <c:pt idx="1677">
                  <c:v>24000</c:v>
                </c:pt>
                <c:pt idx="1678">
                  <c:v>24000</c:v>
                </c:pt>
                <c:pt idx="1679">
                  <c:v>24000</c:v>
                </c:pt>
                <c:pt idx="1680">
                  <c:v>24000</c:v>
                </c:pt>
                <c:pt idx="1681">
                  <c:v>24000</c:v>
                </c:pt>
                <c:pt idx="1682">
                  <c:v>24000</c:v>
                </c:pt>
                <c:pt idx="1683">
                  <c:v>24000</c:v>
                </c:pt>
                <c:pt idx="1684">
                  <c:v>24000</c:v>
                </c:pt>
                <c:pt idx="1685">
                  <c:v>24000</c:v>
                </c:pt>
                <c:pt idx="1686">
                  <c:v>24000</c:v>
                </c:pt>
                <c:pt idx="1687">
                  <c:v>24000</c:v>
                </c:pt>
                <c:pt idx="1688">
                  <c:v>24000</c:v>
                </c:pt>
                <c:pt idx="1689">
                  <c:v>24000</c:v>
                </c:pt>
                <c:pt idx="1690">
                  <c:v>24000</c:v>
                </c:pt>
                <c:pt idx="1691">
                  <c:v>24000</c:v>
                </c:pt>
                <c:pt idx="1692">
                  <c:v>24000</c:v>
                </c:pt>
                <c:pt idx="1693">
                  <c:v>24000</c:v>
                </c:pt>
                <c:pt idx="1694">
                  <c:v>24000</c:v>
                </c:pt>
                <c:pt idx="1695">
                  <c:v>24000</c:v>
                </c:pt>
                <c:pt idx="1696">
                  <c:v>24000</c:v>
                </c:pt>
                <c:pt idx="1697">
                  <c:v>24000</c:v>
                </c:pt>
                <c:pt idx="1698">
                  <c:v>24000</c:v>
                </c:pt>
                <c:pt idx="1699">
                  <c:v>24000</c:v>
                </c:pt>
                <c:pt idx="1700">
                  <c:v>24000</c:v>
                </c:pt>
                <c:pt idx="1701">
                  <c:v>24000</c:v>
                </c:pt>
                <c:pt idx="1702">
                  <c:v>24000</c:v>
                </c:pt>
                <c:pt idx="1703">
                  <c:v>24000</c:v>
                </c:pt>
                <c:pt idx="1704">
                  <c:v>24000</c:v>
                </c:pt>
                <c:pt idx="1705">
                  <c:v>24000</c:v>
                </c:pt>
                <c:pt idx="1706">
                  <c:v>24000</c:v>
                </c:pt>
                <c:pt idx="1707">
                  <c:v>24000</c:v>
                </c:pt>
                <c:pt idx="1708">
                  <c:v>24000</c:v>
                </c:pt>
                <c:pt idx="1709">
                  <c:v>24000</c:v>
                </c:pt>
                <c:pt idx="1710">
                  <c:v>24000</c:v>
                </c:pt>
                <c:pt idx="1711">
                  <c:v>24000</c:v>
                </c:pt>
                <c:pt idx="1712">
                  <c:v>24000</c:v>
                </c:pt>
                <c:pt idx="1713">
                  <c:v>24000</c:v>
                </c:pt>
                <c:pt idx="1714">
                  <c:v>24000</c:v>
                </c:pt>
                <c:pt idx="1715">
                  <c:v>24000</c:v>
                </c:pt>
                <c:pt idx="1716">
                  <c:v>24000</c:v>
                </c:pt>
                <c:pt idx="1717">
                  <c:v>24000</c:v>
                </c:pt>
                <c:pt idx="1718">
                  <c:v>24000</c:v>
                </c:pt>
                <c:pt idx="1719">
                  <c:v>24000</c:v>
                </c:pt>
                <c:pt idx="1720">
                  <c:v>24000</c:v>
                </c:pt>
                <c:pt idx="1721">
                  <c:v>24000</c:v>
                </c:pt>
                <c:pt idx="1722">
                  <c:v>24000</c:v>
                </c:pt>
                <c:pt idx="1723">
                  <c:v>24000</c:v>
                </c:pt>
                <c:pt idx="1724">
                  <c:v>24000</c:v>
                </c:pt>
                <c:pt idx="1725">
                  <c:v>24000</c:v>
                </c:pt>
                <c:pt idx="1726">
                  <c:v>24000</c:v>
                </c:pt>
                <c:pt idx="1727">
                  <c:v>24000</c:v>
                </c:pt>
                <c:pt idx="1728">
                  <c:v>24000</c:v>
                </c:pt>
                <c:pt idx="1729">
                  <c:v>24000</c:v>
                </c:pt>
                <c:pt idx="1730">
                  <c:v>24000</c:v>
                </c:pt>
                <c:pt idx="1731">
                  <c:v>24000</c:v>
                </c:pt>
                <c:pt idx="1732">
                  <c:v>24000</c:v>
                </c:pt>
                <c:pt idx="1733">
                  <c:v>24000</c:v>
                </c:pt>
                <c:pt idx="1734">
                  <c:v>24000</c:v>
                </c:pt>
                <c:pt idx="1735">
                  <c:v>24000</c:v>
                </c:pt>
                <c:pt idx="1736">
                  <c:v>24000</c:v>
                </c:pt>
                <c:pt idx="1737">
                  <c:v>24000</c:v>
                </c:pt>
                <c:pt idx="1738">
                  <c:v>24000</c:v>
                </c:pt>
                <c:pt idx="1739">
                  <c:v>24000</c:v>
                </c:pt>
                <c:pt idx="1740">
                  <c:v>24000</c:v>
                </c:pt>
                <c:pt idx="1741">
                  <c:v>24000</c:v>
                </c:pt>
                <c:pt idx="1742">
                  <c:v>24000</c:v>
                </c:pt>
                <c:pt idx="1743">
                  <c:v>24000</c:v>
                </c:pt>
                <c:pt idx="1744">
                  <c:v>24000</c:v>
                </c:pt>
                <c:pt idx="1745">
                  <c:v>24000</c:v>
                </c:pt>
                <c:pt idx="1746">
                  <c:v>24000</c:v>
                </c:pt>
                <c:pt idx="1747">
                  <c:v>24000</c:v>
                </c:pt>
                <c:pt idx="1748">
                  <c:v>24000</c:v>
                </c:pt>
                <c:pt idx="1749">
                  <c:v>24000</c:v>
                </c:pt>
                <c:pt idx="1750">
                  <c:v>24000</c:v>
                </c:pt>
                <c:pt idx="1751">
                  <c:v>24000</c:v>
                </c:pt>
                <c:pt idx="1752">
                  <c:v>23000</c:v>
                </c:pt>
                <c:pt idx="1753">
                  <c:v>23000</c:v>
                </c:pt>
                <c:pt idx="1754">
                  <c:v>23000</c:v>
                </c:pt>
                <c:pt idx="1755">
                  <c:v>23000</c:v>
                </c:pt>
                <c:pt idx="1756">
                  <c:v>23000</c:v>
                </c:pt>
                <c:pt idx="1757">
                  <c:v>23000</c:v>
                </c:pt>
                <c:pt idx="1758">
                  <c:v>23000</c:v>
                </c:pt>
                <c:pt idx="1759">
                  <c:v>23000</c:v>
                </c:pt>
                <c:pt idx="1760">
                  <c:v>23000</c:v>
                </c:pt>
                <c:pt idx="1761">
                  <c:v>23000</c:v>
                </c:pt>
                <c:pt idx="1762">
                  <c:v>23000</c:v>
                </c:pt>
                <c:pt idx="1763">
                  <c:v>23000</c:v>
                </c:pt>
                <c:pt idx="1764">
                  <c:v>23000</c:v>
                </c:pt>
                <c:pt idx="1765">
                  <c:v>23000</c:v>
                </c:pt>
                <c:pt idx="1766">
                  <c:v>23000</c:v>
                </c:pt>
                <c:pt idx="1767">
                  <c:v>23000</c:v>
                </c:pt>
                <c:pt idx="1768">
                  <c:v>23000</c:v>
                </c:pt>
                <c:pt idx="1769">
                  <c:v>23000</c:v>
                </c:pt>
                <c:pt idx="1770">
                  <c:v>23000</c:v>
                </c:pt>
                <c:pt idx="1771">
                  <c:v>23000</c:v>
                </c:pt>
                <c:pt idx="1772">
                  <c:v>23000</c:v>
                </c:pt>
                <c:pt idx="1773">
                  <c:v>23000</c:v>
                </c:pt>
                <c:pt idx="1774">
                  <c:v>23000</c:v>
                </c:pt>
                <c:pt idx="1775">
                  <c:v>23000</c:v>
                </c:pt>
                <c:pt idx="1776">
                  <c:v>23000</c:v>
                </c:pt>
                <c:pt idx="1777">
                  <c:v>23000</c:v>
                </c:pt>
                <c:pt idx="1778">
                  <c:v>23000</c:v>
                </c:pt>
                <c:pt idx="1779">
                  <c:v>23000</c:v>
                </c:pt>
                <c:pt idx="1780">
                  <c:v>23000</c:v>
                </c:pt>
                <c:pt idx="1781">
                  <c:v>23000</c:v>
                </c:pt>
                <c:pt idx="1782">
                  <c:v>22700</c:v>
                </c:pt>
                <c:pt idx="1783">
                  <c:v>22700</c:v>
                </c:pt>
                <c:pt idx="1784">
                  <c:v>22700</c:v>
                </c:pt>
                <c:pt idx="1785">
                  <c:v>22700</c:v>
                </c:pt>
                <c:pt idx="1786">
                  <c:v>22700</c:v>
                </c:pt>
                <c:pt idx="1787">
                  <c:v>22700</c:v>
                </c:pt>
                <c:pt idx="1788">
                  <c:v>22700</c:v>
                </c:pt>
                <c:pt idx="1789">
                  <c:v>22700</c:v>
                </c:pt>
                <c:pt idx="1790">
                  <c:v>22700</c:v>
                </c:pt>
                <c:pt idx="1791">
                  <c:v>22700</c:v>
                </c:pt>
                <c:pt idx="1792">
                  <c:v>22700</c:v>
                </c:pt>
                <c:pt idx="1793">
                  <c:v>22700</c:v>
                </c:pt>
                <c:pt idx="1794">
                  <c:v>22700</c:v>
                </c:pt>
                <c:pt idx="1795">
                  <c:v>22700</c:v>
                </c:pt>
                <c:pt idx="1796">
                  <c:v>22700</c:v>
                </c:pt>
                <c:pt idx="1797">
                  <c:v>22700</c:v>
                </c:pt>
                <c:pt idx="1798">
                  <c:v>22700</c:v>
                </c:pt>
                <c:pt idx="1799">
                  <c:v>22700</c:v>
                </c:pt>
                <c:pt idx="1800">
                  <c:v>22700</c:v>
                </c:pt>
                <c:pt idx="1801">
                  <c:v>22700</c:v>
                </c:pt>
                <c:pt idx="1802">
                  <c:v>22700</c:v>
                </c:pt>
                <c:pt idx="1803">
                  <c:v>22700</c:v>
                </c:pt>
                <c:pt idx="1804">
                  <c:v>22700</c:v>
                </c:pt>
                <c:pt idx="1805">
                  <c:v>22700</c:v>
                </c:pt>
                <c:pt idx="1806">
                  <c:v>22700</c:v>
                </c:pt>
                <c:pt idx="1807">
                  <c:v>22700</c:v>
                </c:pt>
                <c:pt idx="1808">
                  <c:v>22700</c:v>
                </c:pt>
                <c:pt idx="1809">
                  <c:v>22700</c:v>
                </c:pt>
                <c:pt idx="1810">
                  <c:v>22700</c:v>
                </c:pt>
                <c:pt idx="1811">
                  <c:v>22700</c:v>
                </c:pt>
                <c:pt idx="1812">
                  <c:v>22700</c:v>
                </c:pt>
                <c:pt idx="1813">
                  <c:v>22700</c:v>
                </c:pt>
                <c:pt idx="1814">
                  <c:v>22700</c:v>
                </c:pt>
                <c:pt idx="1815">
                  <c:v>22700</c:v>
                </c:pt>
                <c:pt idx="1816">
                  <c:v>22700</c:v>
                </c:pt>
                <c:pt idx="1817">
                  <c:v>22700</c:v>
                </c:pt>
                <c:pt idx="1818">
                  <c:v>22700</c:v>
                </c:pt>
                <c:pt idx="1819">
                  <c:v>22700</c:v>
                </c:pt>
                <c:pt idx="1820">
                  <c:v>22000</c:v>
                </c:pt>
                <c:pt idx="1821">
                  <c:v>22000</c:v>
                </c:pt>
                <c:pt idx="1822">
                  <c:v>22000</c:v>
                </c:pt>
                <c:pt idx="1823">
                  <c:v>22000</c:v>
                </c:pt>
                <c:pt idx="1824">
                  <c:v>22000</c:v>
                </c:pt>
                <c:pt idx="1825">
                  <c:v>22000</c:v>
                </c:pt>
                <c:pt idx="1826">
                  <c:v>22000</c:v>
                </c:pt>
                <c:pt idx="1827">
                  <c:v>22000</c:v>
                </c:pt>
                <c:pt idx="1828">
                  <c:v>22000</c:v>
                </c:pt>
                <c:pt idx="1829">
                  <c:v>22000</c:v>
                </c:pt>
                <c:pt idx="1830">
                  <c:v>22000</c:v>
                </c:pt>
                <c:pt idx="1831">
                  <c:v>22000</c:v>
                </c:pt>
                <c:pt idx="1832">
                  <c:v>22000</c:v>
                </c:pt>
                <c:pt idx="1833">
                  <c:v>22000</c:v>
                </c:pt>
                <c:pt idx="1834">
                  <c:v>21000</c:v>
                </c:pt>
                <c:pt idx="1835">
                  <c:v>20500</c:v>
                </c:pt>
                <c:pt idx="1836">
                  <c:v>20500</c:v>
                </c:pt>
                <c:pt idx="1837">
                  <c:v>20500</c:v>
                </c:pt>
                <c:pt idx="1838">
                  <c:v>20500</c:v>
                </c:pt>
                <c:pt idx="1839">
                  <c:v>20500</c:v>
                </c:pt>
                <c:pt idx="1840">
                  <c:v>20500</c:v>
                </c:pt>
                <c:pt idx="1841">
                  <c:v>20500</c:v>
                </c:pt>
                <c:pt idx="1842">
                  <c:v>20500</c:v>
                </c:pt>
                <c:pt idx="1843">
                  <c:v>20500</c:v>
                </c:pt>
                <c:pt idx="1844">
                  <c:v>20500</c:v>
                </c:pt>
                <c:pt idx="1845">
                  <c:v>20500</c:v>
                </c:pt>
                <c:pt idx="1846">
                  <c:v>20500</c:v>
                </c:pt>
                <c:pt idx="1847">
                  <c:v>20500</c:v>
                </c:pt>
                <c:pt idx="1848">
                  <c:v>20500</c:v>
                </c:pt>
                <c:pt idx="1849">
                  <c:v>20500</c:v>
                </c:pt>
                <c:pt idx="1850">
                  <c:v>20500</c:v>
                </c:pt>
                <c:pt idx="1851">
                  <c:v>20500</c:v>
                </c:pt>
                <c:pt idx="1852">
                  <c:v>20500</c:v>
                </c:pt>
                <c:pt idx="1853">
                  <c:v>20500</c:v>
                </c:pt>
                <c:pt idx="1854">
                  <c:v>20500</c:v>
                </c:pt>
                <c:pt idx="1855">
                  <c:v>20500</c:v>
                </c:pt>
                <c:pt idx="1856">
                  <c:v>19500</c:v>
                </c:pt>
                <c:pt idx="1857">
                  <c:v>18750</c:v>
                </c:pt>
                <c:pt idx="1858">
                  <c:v>18750</c:v>
                </c:pt>
                <c:pt idx="1859">
                  <c:v>18750</c:v>
                </c:pt>
                <c:pt idx="1860">
                  <c:v>18750</c:v>
                </c:pt>
                <c:pt idx="1861">
                  <c:v>18750</c:v>
                </c:pt>
                <c:pt idx="1862">
                  <c:v>18250</c:v>
                </c:pt>
                <c:pt idx="1863">
                  <c:v>17750</c:v>
                </c:pt>
                <c:pt idx="1864">
                  <c:v>17750</c:v>
                </c:pt>
                <c:pt idx="1865">
                  <c:v>17750</c:v>
                </c:pt>
                <c:pt idx="1866">
                  <c:v>17750</c:v>
                </c:pt>
                <c:pt idx="1867">
                  <c:v>17750</c:v>
                </c:pt>
                <c:pt idx="1868">
                  <c:v>17750</c:v>
                </c:pt>
                <c:pt idx="1869">
                  <c:v>17000</c:v>
                </c:pt>
                <c:pt idx="1870">
                  <c:v>17000</c:v>
                </c:pt>
                <c:pt idx="1871">
                  <c:v>16250</c:v>
                </c:pt>
                <c:pt idx="1872">
                  <c:v>15750</c:v>
                </c:pt>
                <c:pt idx="1873">
                  <c:v>15750</c:v>
                </c:pt>
                <c:pt idx="1874">
                  <c:v>15750</c:v>
                </c:pt>
                <c:pt idx="1875">
                  <c:v>15750</c:v>
                </c:pt>
                <c:pt idx="1876">
                  <c:v>15500</c:v>
                </c:pt>
                <c:pt idx="1877">
                  <c:v>15500</c:v>
                </c:pt>
                <c:pt idx="1878">
                  <c:v>15500</c:v>
                </c:pt>
                <c:pt idx="1879">
                  <c:v>15500</c:v>
                </c:pt>
                <c:pt idx="1880">
                  <c:v>15500</c:v>
                </c:pt>
                <c:pt idx="1881">
                  <c:v>15500</c:v>
                </c:pt>
                <c:pt idx="1882">
                  <c:v>15500</c:v>
                </c:pt>
                <c:pt idx="1883">
                  <c:v>15500</c:v>
                </c:pt>
                <c:pt idx="1884">
                  <c:v>15500</c:v>
                </c:pt>
                <c:pt idx="1885">
                  <c:v>15500</c:v>
                </c:pt>
                <c:pt idx="1886">
                  <c:v>15500</c:v>
                </c:pt>
                <c:pt idx="1887">
                  <c:v>15500</c:v>
                </c:pt>
                <c:pt idx="1888">
                  <c:v>15500</c:v>
                </c:pt>
                <c:pt idx="1889">
                  <c:v>15500</c:v>
                </c:pt>
                <c:pt idx="1890">
                  <c:v>15500</c:v>
                </c:pt>
                <c:pt idx="1891">
                  <c:v>15500</c:v>
                </c:pt>
                <c:pt idx="1892">
                  <c:v>15500</c:v>
                </c:pt>
                <c:pt idx="1893">
                  <c:v>15500</c:v>
                </c:pt>
                <c:pt idx="1894">
                  <c:v>15500</c:v>
                </c:pt>
                <c:pt idx="1895">
                  <c:v>15500</c:v>
                </c:pt>
                <c:pt idx="1896">
                  <c:v>15500</c:v>
                </c:pt>
                <c:pt idx="1897">
                  <c:v>15500</c:v>
                </c:pt>
                <c:pt idx="1898">
                  <c:v>15500</c:v>
                </c:pt>
                <c:pt idx="1899">
                  <c:v>15500</c:v>
                </c:pt>
                <c:pt idx="1900">
                  <c:v>15500</c:v>
                </c:pt>
                <c:pt idx="1901">
                  <c:v>15500</c:v>
                </c:pt>
                <c:pt idx="1902">
                  <c:v>15500</c:v>
                </c:pt>
                <c:pt idx="1903">
                  <c:v>15500</c:v>
                </c:pt>
                <c:pt idx="1904">
                  <c:v>15500</c:v>
                </c:pt>
                <c:pt idx="1905">
                  <c:v>15200</c:v>
                </c:pt>
                <c:pt idx="1906">
                  <c:v>15200</c:v>
                </c:pt>
                <c:pt idx="1907">
                  <c:v>15200</c:v>
                </c:pt>
                <c:pt idx="1908">
                  <c:v>15200</c:v>
                </c:pt>
                <c:pt idx="1909">
                  <c:v>15200</c:v>
                </c:pt>
                <c:pt idx="1910">
                  <c:v>15200</c:v>
                </c:pt>
                <c:pt idx="1911">
                  <c:v>15200</c:v>
                </c:pt>
                <c:pt idx="1912">
                  <c:v>15200</c:v>
                </c:pt>
                <c:pt idx="1913">
                  <c:v>15200</c:v>
                </c:pt>
                <c:pt idx="1914">
                  <c:v>15100</c:v>
                </c:pt>
                <c:pt idx="1915">
                  <c:v>15000</c:v>
                </c:pt>
                <c:pt idx="1916">
                  <c:v>15000</c:v>
                </c:pt>
                <c:pt idx="1917">
                  <c:v>15000</c:v>
                </c:pt>
                <c:pt idx="1918">
                  <c:v>15000</c:v>
                </c:pt>
                <c:pt idx="1919">
                  <c:v>14900</c:v>
                </c:pt>
                <c:pt idx="1920">
                  <c:v>14900</c:v>
                </c:pt>
                <c:pt idx="1921">
                  <c:v>14800</c:v>
                </c:pt>
                <c:pt idx="1922">
                  <c:v>14700</c:v>
                </c:pt>
                <c:pt idx="1923">
                  <c:v>14700</c:v>
                </c:pt>
                <c:pt idx="1924">
                  <c:v>14700</c:v>
                </c:pt>
                <c:pt idx="1925">
                  <c:v>14600</c:v>
                </c:pt>
                <c:pt idx="1926">
                  <c:v>14300</c:v>
                </c:pt>
                <c:pt idx="1927">
                  <c:v>14300</c:v>
                </c:pt>
                <c:pt idx="1928">
                  <c:v>14200</c:v>
                </c:pt>
                <c:pt idx="1929">
                  <c:v>14200</c:v>
                </c:pt>
                <c:pt idx="1930">
                  <c:v>14200</c:v>
                </c:pt>
                <c:pt idx="1931">
                  <c:v>14200</c:v>
                </c:pt>
                <c:pt idx="1932">
                  <c:v>14100</c:v>
                </c:pt>
                <c:pt idx="1933">
                  <c:v>14000</c:v>
                </c:pt>
                <c:pt idx="1934">
                  <c:v>13800</c:v>
                </c:pt>
                <c:pt idx="1935">
                  <c:v>13800</c:v>
                </c:pt>
                <c:pt idx="1936">
                  <c:v>13800</c:v>
                </c:pt>
                <c:pt idx="1937">
                  <c:v>13800</c:v>
                </c:pt>
                <c:pt idx="1938">
                  <c:v>13800</c:v>
                </c:pt>
                <c:pt idx="1939">
                  <c:v>13800</c:v>
                </c:pt>
                <c:pt idx="1940">
                  <c:v>13800</c:v>
                </c:pt>
                <c:pt idx="1941">
                  <c:v>13700</c:v>
                </c:pt>
                <c:pt idx="1942">
                  <c:v>13600</c:v>
                </c:pt>
                <c:pt idx="1943">
                  <c:v>13600</c:v>
                </c:pt>
                <c:pt idx="1944">
                  <c:v>13600</c:v>
                </c:pt>
                <c:pt idx="1945">
                  <c:v>13600</c:v>
                </c:pt>
                <c:pt idx="1946">
                  <c:v>13600</c:v>
                </c:pt>
                <c:pt idx="1947">
                  <c:v>13600</c:v>
                </c:pt>
                <c:pt idx="1948">
                  <c:v>13600</c:v>
                </c:pt>
                <c:pt idx="1949">
                  <c:v>13500</c:v>
                </c:pt>
                <c:pt idx="1950">
                  <c:v>13400</c:v>
                </c:pt>
                <c:pt idx="1951">
                  <c:v>13300</c:v>
                </c:pt>
                <c:pt idx="1952">
                  <c:v>13300</c:v>
                </c:pt>
                <c:pt idx="1953">
                  <c:v>13300</c:v>
                </c:pt>
                <c:pt idx="1954">
                  <c:v>13300</c:v>
                </c:pt>
                <c:pt idx="1955">
                  <c:v>13200</c:v>
                </c:pt>
                <c:pt idx="1956">
                  <c:v>13200</c:v>
                </c:pt>
                <c:pt idx="1957">
                  <c:v>13100</c:v>
                </c:pt>
                <c:pt idx="1958">
                  <c:v>13100</c:v>
                </c:pt>
                <c:pt idx="1959">
                  <c:v>13100</c:v>
                </c:pt>
                <c:pt idx="1960">
                  <c:v>13000</c:v>
                </c:pt>
                <c:pt idx="1961">
                  <c:v>13000</c:v>
                </c:pt>
                <c:pt idx="1962">
                  <c:v>13000</c:v>
                </c:pt>
                <c:pt idx="1963">
                  <c:v>12800</c:v>
                </c:pt>
                <c:pt idx="1964">
                  <c:v>12800</c:v>
                </c:pt>
                <c:pt idx="1965">
                  <c:v>12800</c:v>
                </c:pt>
                <c:pt idx="1966">
                  <c:v>12800</c:v>
                </c:pt>
                <c:pt idx="1967">
                  <c:v>12800</c:v>
                </c:pt>
                <c:pt idx="1968">
                  <c:v>12800</c:v>
                </c:pt>
                <c:pt idx="1969">
                  <c:v>12800</c:v>
                </c:pt>
                <c:pt idx="1970">
                  <c:v>12700</c:v>
                </c:pt>
                <c:pt idx="1971">
                  <c:v>12700</c:v>
                </c:pt>
                <c:pt idx="1972">
                  <c:v>12700</c:v>
                </c:pt>
                <c:pt idx="1973">
                  <c:v>12700</c:v>
                </c:pt>
                <c:pt idx="1974">
                  <c:v>12700</c:v>
                </c:pt>
                <c:pt idx="1975">
                  <c:v>12700</c:v>
                </c:pt>
                <c:pt idx="1976">
                  <c:v>12900</c:v>
                </c:pt>
                <c:pt idx="1977">
                  <c:v>12700</c:v>
                </c:pt>
                <c:pt idx="1978">
                  <c:v>12700</c:v>
                </c:pt>
                <c:pt idx="1979">
                  <c:v>12700</c:v>
                </c:pt>
                <c:pt idx="1980">
                  <c:v>12700</c:v>
                </c:pt>
                <c:pt idx="1981">
                  <c:v>12700</c:v>
                </c:pt>
                <c:pt idx="1982">
                  <c:v>12700</c:v>
                </c:pt>
                <c:pt idx="1983">
                  <c:v>12500</c:v>
                </c:pt>
                <c:pt idx="1984">
                  <c:v>12500</c:v>
                </c:pt>
                <c:pt idx="1985">
                  <c:v>12500</c:v>
                </c:pt>
                <c:pt idx="1986">
                  <c:v>12500</c:v>
                </c:pt>
                <c:pt idx="1987">
                  <c:v>12500</c:v>
                </c:pt>
                <c:pt idx="1988">
                  <c:v>12300</c:v>
                </c:pt>
                <c:pt idx="1989">
                  <c:v>12300</c:v>
                </c:pt>
                <c:pt idx="1990">
                  <c:v>12300</c:v>
                </c:pt>
                <c:pt idx="1991">
                  <c:v>12100</c:v>
                </c:pt>
                <c:pt idx="1992">
                  <c:v>12100</c:v>
                </c:pt>
                <c:pt idx="1993">
                  <c:v>12100</c:v>
                </c:pt>
                <c:pt idx="1994">
                  <c:v>12100</c:v>
                </c:pt>
                <c:pt idx="1995">
                  <c:v>12100</c:v>
                </c:pt>
                <c:pt idx="1996">
                  <c:v>12100</c:v>
                </c:pt>
                <c:pt idx="1997">
                  <c:v>12500</c:v>
                </c:pt>
                <c:pt idx="1998">
                  <c:v>12500</c:v>
                </c:pt>
                <c:pt idx="1999">
                  <c:v>12500</c:v>
                </c:pt>
                <c:pt idx="2000">
                  <c:v>12500</c:v>
                </c:pt>
                <c:pt idx="2001">
                  <c:v>12500</c:v>
                </c:pt>
                <c:pt idx="2002">
                  <c:v>12500</c:v>
                </c:pt>
                <c:pt idx="2003">
                  <c:v>12500</c:v>
                </c:pt>
                <c:pt idx="2004">
                  <c:v>12500</c:v>
                </c:pt>
                <c:pt idx="2005">
                  <c:v>12500</c:v>
                </c:pt>
                <c:pt idx="2006">
                  <c:v>12500</c:v>
                </c:pt>
                <c:pt idx="2007">
                  <c:v>12500</c:v>
                </c:pt>
                <c:pt idx="2008">
                  <c:v>12500</c:v>
                </c:pt>
                <c:pt idx="2009">
                  <c:v>12500</c:v>
                </c:pt>
                <c:pt idx="2010">
                  <c:v>12500</c:v>
                </c:pt>
                <c:pt idx="2011">
                  <c:v>12500</c:v>
                </c:pt>
                <c:pt idx="2012">
                  <c:v>12500</c:v>
                </c:pt>
                <c:pt idx="2013">
                  <c:v>12500</c:v>
                </c:pt>
                <c:pt idx="2014">
                  <c:v>12500</c:v>
                </c:pt>
                <c:pt idx="2015">
                  <c:v>12500</c:v>
                </c:pt>
                <c:pt idx="2016">
                  <c:v>12500</c:v>
                </c:pt>
                <c:pt idx="2017">
                  <c:v>12500</c:v>
                </c:pt>
                <c:pt idx="2018">
                  <c:v>12700</c:v>
                </c:pt>
                <c:pt idx="2019">
                  <c:v>12700</c:v>
                </c:pt>
                <c:pt idx="2020">
                  <c:v>12700</c:v>
                </c:pt>
                <c:pt idx="2021">
                  <c:v>12700</c:v>
                </c:pt>
                <c:pt idx="2022">
                  <c:v>12700</c:v>
                </c:pt>
                <c:pt idx="2023">
                  <c:v>12700</c:v>
                </c:pt>
                <c:pt idx="2024">
                  <c:v>12700</c:v>
                </c:pt>
                <c:pt idx="2025">
                  <c:v>12700</c:v>
                </c:pt>
                <c:pt idx="2026">
                  <c:v>12500</c:v>
                </c:pt>
                <c:pt idx="2027">
                  <c:v>12500</c:v>
                </c:pt>
                <c:pt idx="2028">
                  <c:v>12500</c:v>
                </c:pt>
                <c:pt idx="2029">
                  <c:v>12500</c:v>
                </c:pt>
                <c:pt idx="2030">
                  <c:v>12500</c:v>
                </c:pt>
                <c:pt idx="2031">
                  <c:v>12400</c:v>
                </c:pt>
                <c:pt idx="2032">
                  <c:v>12400</c:v>
                </c:pt>
                <c:pt idx="2033">
                  <c:v>12400</c:v>
                </c:pt>
                <c:pt idx="2034">
                  <c:v>12400</c:v>
                </c:pt>
                <c:pt idx="2035">
                  <c:v>12400</c:v>
                </c:pt>
                <c:pt idx="2036">
                  <c:v>12400</c:v>
                </c:pt>
                <c:pt idx="2037">
                  <c:v>12400</c:v>
                </c:pt>
                <c:pt idx="2038">
                  <c:v>12400</c:v>
                </c:pt>
                <c:pt idx="2039">
                  <c:v>12600</c:v>
                </c:pt>
                <c:pt idx="2040">
                  <c:v>12600</c:v>
                </c:pt>
                <c:pt idx="2041">
                  <c:v>12600</c:v>
                </c:pt>
                <c:pt idx="2042">
                  <c:v>12600</c:v>
                </c:pt>
                <c:pt idx="2043">
                  <c:v>12600</c:v>
                </c:pt>
                <c:pt idx="2044">
                  <c:v>12600</c:v>
                </c:pt>
                <c:pt idx="2045">
                  <c:v>12600</c:v>
                </c:pt>
                <c:pt idx="2046">
                  <c:v>12600</c:v>
                </c:pt>
                <c:pt idx="2047">
                  <c:v>12600</c:v>
                </c:pt>
                <c:pt idx="2048">
                  <c:v>12600</c:v>
                </c:pt>
                <c:pt idx="2049">
                  <c:v>12600</c:v>
                </c:pt>
                <c:pt idx="2050">
                  <c:v>12600</c:v>
                </c:pt>
                <c:pt idx="2051">
                  <c:v>12600</c:v>
                </c:pt>
                <c:pt idx="2052">
                  <c:v>12600</c:v>
                </c:pt>
                <c:pt idx="2053">
                  <c:v>12600</c:v>
                </c:pt>
                <c:pt idx="2054">
                  <c:v>12600</c:v>
                </c:pt>
                <c:pt idx="2055">
                  <c:v>12600</c:v>
                </c:pt>
                <c:pt idx="2056">
                  <c:v>12600</c:v>
                </c:pt>
                <c:pt idx="2057">
                  <c:v>12600</c:v>
                </c:pt>
                <c:pt idx="2058">
                  <c:v>12600</c:v>
                </c:pt>
                <c:pt idx="2059">
                  <c:v>12600</c:v>
                </c:pt>
                <c:pt idx="2060">
                  <c:v>12600</c:v>
                </c:pt>
                <c:pt idx="2061">
                  <c:v>12600</c:v>
                </c:pt>
                <c:pt idx="2062">
                  <c:v>12600</c:v>
                </c:pt>
                <c:pt idx="2063">
                  <c:v>12600</c:v>
                </c:pt>
                <c:pt idx="2064">
                  <c:v>12600</c:v>
                </c:pt>
                <c:pt idx="2065">
                  <c:v>12600</c:v>
                </c:pt>
                <c:pt idx="2066">
                  <c:v>12600</c:v>
                </c:pt>
                <c:pt idx="2067">
                  <c:v>12600</c:v>
                </c:pt>
                <c:pt idx="2068">
                  <c:v>12600</c:v>
                </c:pt>
                <c:pt idx="2069">
                  <c:v>12600</c:v>
                </c:pt>
                <c:pt idx="2070">
                  <c:v>12600</c:v>
                </c:pt>
                <c:pt idx="2071">
                  <c:v>12600</c:v>
                </c:pt>
                <c:pt idx="2072">
                  <c:v>12600</c:v>
                </c:pt>
                <c:pt idx="2073">
                  <c:v>12600</c:v>
                </c:pt>
                <c:pt idx="2074">
                  <c:v>12600</c:v>
                </c:pt>
                <c:pt idx="2075">
                  <c:v>12600</c:v>
                </c:pt>
                <c:pt idx="2076">
                  <c:v>12600</c:v>
                </c:pt>
                <c:pt idx="2077">
                  <c:v>12600</c:v>
                </c:pt>
                <c:pt idx="2078">
                  <c:v>12600</c:v>
                </c:pt>
                <c:pt idx="2079">
                  <c:v>12600</c:v>
                </c:pt>
                <c:pt idx="2080">
                  <c:v>12600</c:v>
                </c:pt>
                <c:pt idx="2081">
                  <c:v>12600</c:v>
                </c:pt>
                <c:pt idx="2082">
                  <c:v>12600</c:v>
                </c:pt>
                <c:pt idx="2083">
                  <c:v>12600</c:v>
                </c:pt>
                <c:pt idx="2084">
                  <c:v>12600</c:v>
                </c:pt>
                <c:pt idx="2085">
                  <c:v>12600</c:v>
                </c:pt>
                <c:pt idx="2086">
                  <c:v>12600</c:v>
                </c:pt>
                <c:pt idx="2087">
                  <c:v>12600</c:v>
                </c:pt>
                <c:pt idx="2088">
                  <c:v>12600</c:v>
                </c:pt>
                <c:pt idx="2089">
                  <c:v>12600</c:v>
                </c:pt>
                <c:pt idx="2090">
                  <c:v>12600</c:v>
                </c:pt>
                <c:pt idx="2091">
                  <c:v>12600</c:v>
                </c:pt>
                <c:pt idx="2092">
                  <c:v>12600</c:v>
                </c:pt>
                <c:pt idx="2093">
                  <c:v>12600</c:v>
                </c:pt>
                <c:pt idx="2094">
                  <c:v>12600</c:v>
                </c:pt>
                <c:pt idx="2095">
                  <c:v>12600</c:v>
                </c:pt>
                <c:pt idx="2096">
                  <c:v>12600</c:v>
                </c:pt>
                <c:pt idx="2097">
                  <c:v>12600</c:v>
                </c:pt>
                <c:pt idx="2098">
                  <c:v>12600</c:v>
                </c:pt>
                <c:pt idx="2099">
                  <c:v>12600</c:v>
                </c:pt>
                <c:pt idx="2100">
                  <c:v>12600</c:v>
                </c:pt>
                <c:pt idx="2101">
                  <c:v>12600</c:v>
                </c:pt>
                <c:pt idx="2102">
                  <c:v>12600</c:v>
                </c:pt>
                <c:pt idx="2103">
                  <c:v>12600</c:v>
                </c:pt>
                <c:pt idx="2104">
                  <c:v>12600</c:v>
                </c:pt>
                <c:pt idx="2105">
                  <c:v>12400</c:v>
                </c:pt>
                <c:pt idx="2106">
                  <c:v>12400</c:v>
                </c:pt>
                <c:pt idx="2107">
                  <c:v>12400</c:v>
                </c:pt>
                <c:pt idx="2108">
                  <c:v>12400</c:v>
                </c:pt>
                <c:pt idx="2109">
                  <c:v>12400</c:v>
                </c:pt>
                <c:pt idx="2110">
                  <c:v>12400</c:v>
                </c:pt>
                <c:pt idx="2111">
                  <c:v>12400</c:v>
                </c:pt>
                <c:pt idx="2112">
                  <c:v>12400</c:v>
                </c:pt>
                <c:pt idx="2113">
                  <c:v>12400</c:v>
                </c:pt>
                <c:pt idx="2114">
                  <c:v>12400</c:v>
                </c:pt>
                <c:pt idx="2115">
                  <c:v>12400</c:v>
                </c:pt>
                <c:pt idx="2116">
                  <c:v>12400</c:v>
                </c:pt>
                <c:pt idx="2117">
                  <c:v>12400</c:v>
                </c:pt>
                <c:pt idx="2118">
                  <c:v>12400</c:v>
                </c:pt>
                <c:pt idx="2119">
                  <c:v>12400</c:v>
                </c:pt>
                <c:pt idx="2120">
                  <c:v>12400</c:v>
                </c:pt>
                <c:pt idx="2121">
                  <c:v>12400</c:v>
                </c:pt>
                <c:pt idx="2122">
                  <c:v>12400</c:v>
                </c:pt>
                <c:pt idx="2123">
                  <c:v>12400</c:v>
                </c:pt>
                <c:pt idx="2124">
                  <c:v>12400</c:v>
                </c:pt>
                <c:pt idx="2125">
                  <c:v>12400</c:v>
                </c:pt>
                <c:pt idx="2126">
                  <c:v>12400</c:v>
                </c:pt>
                <c:pt idx="2127">
                  <c:v>12200</c:v>
                </c:pt>
                <c:pt idx="2128">
                  <c:v>12200</c:v>
                </c:pt>
                <c:pt idx="2129">
                  <c:v>12200</c:v>
                </c:pt>
                <c:pt idx="2130">
                  <c:v>12200</c:v>
                </c:pt>
                <c:pt idx="2131">
                  <c:v>12200</c:v>
                </c:pt>
                <c:pt idx="2132">
                  <c:v>12200</c:v>
                </c:pt>
                <c:pt idx="2133">
                  <c:v>12200</c:v>
                </c:pt>
                <c:pt idx="2134">
                  <c:v>12100</c:v>
                </c:pt>
                <c:pt idx="2135">
                  <c:v>12100</c:v>
                </c:pt>
                <c:pt idx="2136">
                  <c:v>12100</c:v>
                </c:pt>
                <c:pt idx="2137">
                  <c:v>12100</c:v>
                </c:pt>
                <c:pt idx="2138">
                  <c:v>12100</c:v>
                </c:pt>
                <c:pt idx="2139">
                  <c:v>12100</c:v>
                </c:pt>
                <c:pt idx="2140">
                  <c:v>12100</c:v>
                </c:pt>
                <c:pt idx="2141">
                  <c:v>12100</c:v>
                </c:pt>
                <c:pt idx="2142">
                  <c:v>12100</c:v>
                </c:pt>
                <c:pt idx="2143">
                  <c:v>12000</c:v>
                </c:pt>
                <c:pt idx="2144">
                  <c:v>12000</c:v>
                </c:pt>
                <c:pt idx="2145">
                  <c:v>12000</c:v>
                </c:pt>
                <c:pt idx="2146">
                  <c:v>12000</c:v>
                </c:pt>
                <c:pt idx="2147">
                  <c:v>12000</c:v>
                </c:pt>
                <c:pt idx="2148">
                  <c:v>11900</c:v>
                </c:pt>
                <c:pt idx="2149">
                  <c:v>11900</c:v>
                </c:pt>
                <c:pt idx="2150">
                  <c:v>11900</c:v>
                </c:pt>
                <c:pt idx="2151">
                  <c:v>11900</c:v>
                </c:pt>
                <c:pt idx="2152">
                  <c:v>11900</c:v>
                </c:pt>
                <c:pt idx="2153">
                  <c:v>11900</c:v>
                </c:pt>
                <c:pt idx="2154">
                  <c:v>11800</c:v>
                </c:pt>
                <c:pt idx="2155">
                  <c:v>11800</c:v>
                </c:pt>
                <c:pt idx="2156">
                  <c:v>11700</c:v>
                </c:pt>
                <c:pt idx="2157">
                  <c:v>11600</c:v>
                </c:pt>
                <c:pt idx="2158">
                  <c:v>11500</c:v>
                </c:pt>
                <c:pt idx="2159">
                  <c:v>11500</c:v>
                </c:pt>
                <c:pt idx="2160">
                  <c:v>11500</c:v>
                </c:pt>
                <c:pt idx="2161">
                  <c:v>11400</c:v>
                </c:pt>
                <c:pt idx="2162">
                  <c:v>11400</c:v>
                </c:pt>
                <c:pt idx="2163">
                  <c:v>11350</c:v>
                </c:pt>
                <c:pt idx="2164">
                  <c:v>11300</c:v>
                </c:pt>
                <c:pt idx="2165">
                  <c:v>11300</c:v>
                </c:pt>
                <c:pt idx="2166">
                  <c:v>11300</c:v>
                </c:pt>
                <c:pt idx="2167">
                  <c:v>11300</c:v>
                </c:pt>
                <c:pt idx="2168">
                  <c:v>11250</c:v>
                </c:pt>
                <c:pt idx="2169">
                  <c:v>11200</c:v>
                </c:pt>
                <c:pt idx="2170">
                  <c:v>11200</c:v>
                </c:pt>
                <c:pt idx="2171">
                  <c:v>11200</c:v>
                </c:pt>
                <c:pt idx="2172">
                  <c:v>11150</c:v>
                </c:pt>
                <c:pt idx="2173">
                  <c:v>11150</c:v>
                </c:pt>
                <c:pt idx="2174">
                  <c:v>11150</c:v>
                </c:pt>
                <c:pt idx="2175">
                  <c:v>11100</c:v>
                </c:pt>
                <c:pt idx="2176">
                  <c:v>11050</c:v>
                </c:pt>
                <c:pt idx="2177">
                  <c:v>11050</c:v>
                </c:pt>
                <c:pt idx="2178">
                  <c:v>11000</c:v>
                </c:pt>
                <c:pt idx="2179">
                  <c:v>11000</c:v>
                </c:pt>
                <c:pt idx="2180">
                  <c:v>11000</c:v>
                </c:pt>
                <c:pt idx="2181">
                  <c:v>11000</c:v>
                </c:pt>
                <c:pt idx="2182">
                  <c:v>10950</c:v>
                </c:pt>
                <c:pt idx="2183">
                  <c:v>10900</c:v>
                </c:pt>
                <c:pt idx="2184">
                  <c:v>10850</c:v>
                </c:pt>
                <c:pt idx="2185">
                  <c:v>10800</c:v>
                </c:pt>
                <c:pt idx="2186">
                  <c:v>10800</c:v>
                </c:pt>
                <c:pt idx="2187">
                  <c:v>10800</c:v>
                </c:pt>
                <c:pt idx="2188">
                  <c:v>10800</c:v>
                </c:pt>
                <c:pt idx="2189">
                  <c:v>10800</c:v>
                </c:pt>
                <c:pt idx="2190">
                  <c:v>10700</c:v>
                </c:pt>
                <c:pt idx="2191">
                  <c:v>10700</c:v>
                </c:pt>
                <c:pt idx="2192">
                  <c:v>10700</c:v>
                </c:pt>
                <c:pt idx="2193">
                  <c:v>10700</c:v>
                </c:pt>
                <c:pt idx="2194">
                  <c:v>10700</c:v>
                </c:pt>
                <c:pt idx="2195">
                  <c:v>10700</c:v>
                </c:pt>
                <c:pt idx="2196">
                  <c:v>10700</c:v>
                </c:pt>
                <c:pt idx="2197">
                  <c:v>10600</c:v>
                </c:pt>
                <c:pt idx="2198">
                  <c:v>10500</c:v>
                </c:pt>
                <c:pt idx="2199">
                  <c:v>10400</c:v>
                </c:pt>
                <c:pt idx="2200">
                  <c:v>10300</c:v>
                </c:pt>
                <c:pt idx="2201">
                  <c:v>10300</c:v>
                </c:pt>
                <c:pt idx="2202">
                  <c:v>10300</c:v>
                </c:pt>
                <c:pt idx="2203">
                  <c:v>10300</c:v>
                </c:pt>
                <c:pt idx="2204">
                  <c:v>10300</c:v>
                </c:pt>
              </c:numCache>
            </c:numRef>
          </c:val>
          <c:smooth val="1"/>
          <c:extLst xmlns:c16r2="http://schemas.microsoft.com/office/drawing/2015/06/chart">
            <c:ext xmlns:c16="http://schemas.microsoft.com/office/drawing/2014/chart" uri="{C3380CC4-5D6E-409C-BE32-E72D297353CC}">
              <c16:uniqueId val="{00000000-3F58-4436-8399-89E7C709DEF3}"/>
            </c:ext>
          </c:extLst>
        </c:ser>
        <c:dLbls>
          <c:showLegendKey val="0"/>
          <c:showVal val="0"/>
          <c:showCatName val="0"/>
          <c:showSerName val="0"/>
          <c:showPercent val="0"/>
          <c:showBubbleSize val="0"/>
        </c:dLbls>
        <c:marker val="1"/>
        <c:smooth val="0"/>
        <c:axId val="631987296"/>
        <c:axId val="631988384"/>
      </c:lineChart>
      <c:dateAx>
        <c:axId val="631987296"/>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vert="horz"/>
          <a:lstStyle/>
          <a:p>
            <a:pPr>
              <a:defRPr/>
            </a:pPr>
            <a:endParaRPr lang="zh-CN"/>
          </a:p>
        </c:txPr>
        <c:crossAx val="631988384"/>
        <c:crosses val="autoZero"/>
        <c:auto val="1"/>
        <c:lblOffset val="100"/>
        <c:baseTimeUnit val="days"/>
      </c:dateAx>
      <c:valAx>
        <c:axId val="631988384"/>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vert="horz"/>
          <a:lstStyle/>
          <a:p>
            <a:pPr>
              <a:defRPr/>
            </a:pPr>
            <a:endParaRPr lang="zh-CN"/>
          </a:p>
        </c:txPr>
        <c:crossAx val="631987296"/>
        <c:crosses val="autoZero"/>
        <c:crossBetween val="between"/>
      </c:valAx>
      <c:spPr>
        <a:noFill/>
        <a:ln w="25400">
          <a:noFill/>
        </a:ln>
      </c:spPr>
    </c:plotArea>
    <c:legend>
      <c:legendPos val="t"/>
      <c:overlay val="0"/>
      <c:spPr>
        <a:noFill/>
        <a:ln w="25400">
          <a:noFill/>
        </a:ln>
        <a:effectLst/>
      </c:spPr>
      <c:txPr>
        <a:bodyPr rot="0" vert="horz"/>
        <a:lstStyle/>
        <a:p>
          <a:pPr>
            <a:defRPr/>
          </a:pPr>
          <a:endParaRPr lang="zh-CN"/>
        </a:p>
      </c:txPr>
    </c:legend>
    <c:plotVisOnly val="1"/>
    <c:dispBlanksAs val="gap"/>
    <c:showDLblsOverMax val="0"/>
  </c:chart>
  <c:spPr>
    <a:noFill/>
    <a:ln w="25400" cap="flat" cmpd="sng" algn="ctr">
      <a:noFill/>
      <a:prstDash val="solid"/>
      <a:round/>
    </a:ln>
  </c:spPr>
  <c:txPr>
    <a:bodyPr/>
    <a:lstStyle/>
    <a:p>
      <a:pPr>
        <a:defRPr lang="zh-CN" sz="1000" b="1">
          <a:latin typeface="微软雅黑" panose="020B0503020204020204" pitchFamily="34" charset="-122"/>
          <a:ea typeface="微软雅黑" panose="020B0503020204020204" pitchFamily="34" charset="-122"/>
          <a:cs typeface="华文细黑" panose="02010600040101010101" charset="-122"/>
        </a:defRPr>
      </a:pPr>
      <a:endParaRPr lang="zh-CN"/>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8134090076347293E-2"/>
          <c:y val="0.23679484676947105"/>
          <c:w val="0.89575005047445988"/>
          <c:h val="0.6554806310223058"/>
        </c:manualLayout>
      </c:layout>
      <c:lineChart>
        <c:grouping val="standard"/>
        <c:varyColors val="0"/>
        <c:ser>
          <c:idx val="0"/>
          <c:order val="0"/>
          <c:tx>
            <c:strRef>
              <c:f>有机硅!$O$23</c:f>
              <c:strCache>
                <c:ptCount val="1"/>
                <c:pt idx="0">
                  <c:v>有机硅毛利率（合盛硅业）</c:v>
                </c:pt>
              </c:strCache>
            </c:strRef>
          </c:tx>
          <c:spPr>
            <a:ln w="19050" cap="rnd">
              <a:solidFill>
                <a:schemeClr val="bg1">
                  <a:lumMod val="50000"/>
                </a:schemeClr>
              </a:solidFill>
              <a:prstDash val="solid"/>
              <a:round/>
            </a:ln>
            <a:effectLst/>
          </c:spPr>
          <c:marker>
            <c:symbol val="diamond"/>
            <c:size val="2"/>
            <c:spPr>
              <a:solidFill>
                <a:srgbClr val="E10000"/>
              </a:solidFill>
              <a:ln w="19050">
                <a:solidFill>
                  <a:schemeClr val="bg1">
                    <a:lumMod val="50000"/>
                  </a:schemeClr>
                </a:solidFill>
                <a:prstDash val="solid"/>
              </a:ln>
              <a:effectLst/>
            </c:spPr>
          </c:marker>
          <c:cat>
            <c:numRef>
              <c:f>有机硅!$P$22:$U$22</c:f>
              <c:numCache>
                <c:formatCode>General</c:formatCode>
                <c:ptCount val="6"/>
                <c:pt idx="0">
                  <c:v>2016</c:v>
                </c:pt>
                <c:pt idx="1">
                  <c:v>2017</c:v>
                </c:pt>
                <c:pt idx="2">
                  <c:v>2018</c:v>
                </c:pt>
                <c:pt idx="3">
                  <c:v>2019</c:v>
                </c:pt>
                <c:pt idx="4">
                  <c:v>2020</c:v>
                </c:pt>
                <c:pt idx="5">
                  <c:v>2021</c:v>
                </c:pt>
              </c:numCache>
            </c:numRef>
          </c:cat>
          <c:val>
            <c:numRef>
              <c:f>有机硅!$P$23:$U$23</c:f>
              <c:numCache>
                <c:formatCode>0%</c:formatCode>
                <c:ptCount val="6"/>
                <c:pt idx="0">
                  <c:v>0.27739999999999998</c:v>
                </c:pt>
                <c:pt idx="1">
                  <c:v>0.4037</c:v>
                </c:pt>
                <c:pt idx="2">
                  <c:v>0.49869999999999998</c:v>
                </c:pt>
                <c:pt idx="3">
                  <c:v>0.33400000000000002</c:v>
                </c:pt>
                <c:pt idx="4">
                  <c:v>0.30149999999999999</c:v>
                </c:pt>
                <c:pt idx="5">
                  <c:v>0.55859999999999999</c:v>
                </c:pt>
              </c:numCache>
            </c:numRef>
          </c:val>
          <c:smooth val="1"/>
          <c:extLst xmlns:c16r2="http://schemas.microsoft.com/office/drawing/2015/06/chart">
            <c:ext xmlns:c16="http://schemas.microsoft.com/office/drawing/2014/chart" uri="{C3380CC4-5D6E-409C-BE32-E72D297353CC}">
              <c16:uniqueId val="{00000000-F6D8-4BD0-8A6A-90D6BC799E29}"/>
            </c:ext>
          </c:extLst>
        </c:ser>
        <c:ser>
          <c:idx val="1"/>
          <c:order val="1"/>
          <c:tx>
            <c:strRef>
              <c:f>有机硅!$O$24</c:f>
              <c:strCache>
                <c:ptCount val="1"/>
                <c:pt idx="0">
                  <c:v>有机硅及氯碱毛利率（兴发集团）</c:v>
                </c:pt>
              </c:strCache>
            </c:strRef>
          </c:tx>
          <c:spPr>
            <a:ln w="19050" cap="rnd">
              <a:solidFill>
                <a:srgbClr val="E10000"/>
              </a:solidFill>
              <a:prstDash val="solid"/>
              <a:round/>
            </a:ln>
            <a:effectLst/>
          </c:spPr>
          <c:marker>
            <c:symbol val="diamond"/>
            <c:size val="2"/>
            <c:spPr>
              <a:solidFill>
                <a:srgbClr val="C8C8C8"/>
              </a:solidFill>
              <a:ln w="19050">
                <a:solidFill>
                  <a:srgbClr val="E10000"/>
                </a:solidFill>
                <a:prstDash val="solid"/>
              </a:ln>
              <a:effectLst/>
            </c:spPr>
          </c:marker>
          <c:cat>
            <c:numRef>
              <c:f>有机硅!$P$22:$U$22</c:f>
              <c:numCache>
                <c:formatCode>General</c:formatCode>
                <c:ptCount val="6"/>
                <c:pt idx="0">
                  <c:v>2016</c:v>
                </c:pt>
                <c:pt idx="1">
                  <c:v>2017</c:v>
                </c:pt>
                <c:pt idx="2">
                  <c:v>2018</c:v>
                </c:pt>
                <c:pt idx="3">
                  <c:v>2019</c:v>
                </c:pt>
                <c:pt idx="4">
                  <c:v>2020</c:v>
                </c:pt>
                <c:pt idx="5">
                  <c:v>2021</c:v>
                </c:pt>
              </c:numCache>
            </c:numRef>
          </c:cat>
          <c:val>
            <c:numRef>
              <c:f>有机硅!$P$24:$U$24</c:f>
              <c:numCache>
                <c:formatCode>0%</c:formatCode>
                <c:ptCount val="6"/>
                <c:pt idx="0">
                  <c:v>0.10580000000000001</c:v>
                </c:pt>
                <c:pt idx="1">
                  <c:v>0.35670000000000002</c:v>
                </c:pt>
                <c:pt idx="2">
                  <c:v>0.39279999999999998</c:v>
                </c:pt>
                <c:pt idx="3">
                  <c:v>0.2213</c:v>
                </c:pt>
                <c:pt idx="4">
                  <c:v>0.26150000000000001</c:v>
                </c:pt>
                <c:pt idx="5">
                  <c:v>0.34439999999999998</c:v>
                </c:pt>
              </c:numCache>
            </c:numRef>
          </c:val>
          <c:smooth val="1"/>
          <c:extLst xmlns:c16r2="http://schemas.microsoft.com/office/drawing/2015/06/chart">
            <c:ext xmlns:c16="http://schemas.microsoft.com/office/drawing/2014/chart" uri="{C3380CC4-5D6E-409C-BE32-E72D297353CC}">
              <c16:uniqueId val="{00000001-F6D8-4BD0-8A6A-90D6BC799E29}"/>
            </c:ext>
          </c:extLst>
        </c:ser>
        <c:ser>
          <c:idx val="2"/>
          <c:order val="2"/>
          <c:tx>
            <c:strRef>
              <c:f>有机硅!$O$25</c:f>
              <c:strCache>
                <c:ptCount val="1"/>
                <c:pt idx="0">
                  <c:v>有机硅制品毛利率（新安股份）</c:v>
                </c:pt>
              </c:strCache>
            </c:strRef>
          </c:tx>
          <c:spPr>
            <a:ln w="19050" cap="rnd">
              <a:solidFill>
                <a:srgbClr val="FA6400"/>
              </a:solidFill>
              <a:prstDash val="solid"/>
              <a:round/>
            </a:ln>
            <a:effectLst/>
          </c:spPr>
          <c:marker>
            <c:symbol val="diamond"/>
            <c:size val="2"/>
            <c:spPr>
              <a:solidFill>
                <a:srgbClr val="FA6400"/>
              </a:solidFill>
              <a:ln w="19050">
                <a:solidFill>
                  <a:srgbClr val="FA6400"/>
                </a:solidFill>
                <a:prstDash val="solid"/>
              </a:ln>
              <a:effectLst/>
            </c:spPr>
          </c:marker>
          <c:cat>
            <c:numRef>
              <c:f>有机硅!$P$22:$U$22</c:f>
              <c:numCache>
                <c:formatCode>General</c:formatCode>
                <c:ptCount val="6"/>
                <c:pt idx="0">
                  <c:v>2016</c:v>
                </c:pt>
                <c:pt idx="1">
                  <c:v>2017</c:v>
                </c:pt>
                <c:pt idx="2">
                  <c:v>2018</c:v>
                </c:pt>
                <c:pt idx="3">
                  <c:v>2019</c:v>
                </c:pt>
                <c:pt idx="4">
                  <c:v>2020</c:v>
                </c:pt>
                <c:pt idx="5">
                  <c:v>2021</c:v>
                </c:pt>
              </c:numCache>
            </c:numRef>
          </c:cat>
          <c:val>
            <c:numRef>
              <c:f>有机硅!$P$25:$U$25</c:f>
              <c:numCache>
                <c:formatCode>0.0%</c:formatCode>
                <c:ptCount val="6"/>
                <c:pt idx="0">
                  <c:v>0.1143</c:v>
                </c:pt>
                <c:pt idx="1">
                  <c:v>0.14319999999999999</c:v>
                </c:pt>
                <c:pt idx="2">
                  <c:v>0.18870000000000001</c:v>
                </c:pt>
                <c:pt idx="3">
                  <c:v>0.12759999999999999</c:v>
                </c:pt>
                <c:pt idx="4">
                  <c:v>0.17519999999999999</c:v>
                </c:pt>
                <c:pt idx="5">
                  <c:v>0.22750000000000001</c:v>
                </c:pt>
              </c:numCache>
            </c:numRef>
          </c:val>
          <c:smooth val="1"/>
          <c:extLst xmlns:c16r2="http://schemas.microsoft.com/office/drawing/2015/06/chart">
            <c:ext xmlns:c16="http://schemas.microsoft.com/office/drawing/2014/chart" uri="{C3380CC4-5D6E-409C-BE32-E72D297353CC}">
              <c16:uniqueId val="{00000002-F6D8-4BD0-8A6A-90D6BC799E29}"/>
            </c:ext>
          </c:extLst>
        </c:ser>
        <c:dLbls>
          <c:showLegendKey val="0"/>
          <c:showVal val="0"/>
          <c:showCatName val="0"/>
          <c:showSerName val="0"/>
          <c:showPercent val="0"/>
          <c:showBubbleSize val="0"/>
        </c:dLbls>
        <c:marker val="1"/>
        <c:smooth val="0"/>
        <c:axId val="631991104"/>
        <c:axId val="631975872"/>
      </c:lineChart>
      <c:catAx>
        <c:axId val="631991104"/>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631975872"/>
        <c:crosses val="autoZero"/>
        <c:auto val="1"/>
        <c:lblAlgn val="ctr"/>
        <c:lblOffset val="100"/>
        <c:noMultiLvlLbl val="0"/>
      </c:catAx>
      <c:valAx>
        <c:axId val="63197587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631991104"/>
        <c:crosses val="autoZero"/>
        <c:crossBetween val="between"/>
      </c:valAx>
      <c:spPr>
        <a:noFill/>
        <a:ln>
          <a:noFill/>
        </a:ln>
        <a:effectLst/>
      </c:spPr>
    </c:plotArea>
    <c:legend>
      <c:legendPos val="t"/>
      <c:layout>
        <c:manualLayout>
          <c:xMode val="edge"/>
          <c:yMode val="edge"/>
          <c:x val="2.002789181266872E-2"/>
          <c:y val="3.4214898298235374E-2"/>
          <c:w val="0.91854207326648274"/>
          <c:h val="0.17646868844604546"/>
        </c:manualLayout>
      </c:layout>
      <c:overlay val="0"/>
      <c:spPr>
        <a:noFill/>
        <a:ln>
          <a:noFill/>
        </a:ln>
        <a:effectLst/>
      </c:spPr>
      <c:txPr>
        <a:bodyPr rot="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pPr>
      <a:endParaRPr lang="zh-CN"/>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1"/>
          <c:order val="1"/>
          <c:tx>
            <c:strRef>
              <c:f>价差走势表!$BZ$1</c:f>
              <c:strCache>
                <c:ptCount val="1"/>
                <c:pt idx="0">
                  <c:v>价差</c:v>
                </c:pt>
              </c:strCache>
            </c:strRef>
          </c:tx>
          <c:spPr>
            <a:solidFill>
              <a:srgbClr val="E10000"/>
            </a:solidFill>
            <a:ln w="6350">
              <a:noFill/>
              <a:prstDash val="solid"/>
            </a:ln>
            <a:effectLst/>
          </c:spPr>
          <c:invertIfNegative val="0"/>
          <c:cat>
            <c:numRef>
              <c:f>价差走势表!$A$2:$A$6638</c:f>
              <c:numCache>
                <c:formatCode>m/d/yyyy</c:formatCode>
                <c:ptCount val="6637"/>
                <c:pt idx="0">
                  <c:v>38718</c:v>
                </c:pt>
                <c:pt idx="1">
                  <c:v>38719</c:v>
                </c:pt>
                <c:pt idx="2">
                  <c:v>38720</c:v>
                </c:pt>
                <c:pt idx="3">
                  <c:v>38721</c:v>
                </c:pt>
                <c:pt idx="4">
                  <c:v>38722</c:v>
                </c:pt>
                <c:pt idx="5">
                  <c:v>38723</c:v>
                </c:pt>
                <c:pt idx="6">
                  <c:v>38724</c:v>
                </c:pt>
                <c:pt idx="7">
                  <c:v>38725</c:v>
                </c:pt>
                <c:pt idx="8">
                  <c:v>38726</c:v>
                </c:pt>
                <c:pt idx="9">
                  <c:v>38727</c:v>
                </c:pt>
                <c:pt idx="10">
                  <c:v>38728</c:v>
                </c:pt>
                <c:pt idx="11">
                  <c:v>38729</c:v>
                </c:pt>
                <c:pt idx="12">
                  <c:v>38730</c:v>
                </c:pt>
                <c:pt idx="13">
                  <c:v>38731</c:v>
                </c:pt>
                <c:pt idx="14">
                  <c:v>38732</c:v>
                </c:pt>
                <c:pt idx="15">
                  <c:v>38733</c:v>
                </c:pt>
                <c:pt idx="16">
                  <c:v>38734</c:v>
                </c:pt>
                <c:pt idx="17">
                  <c:v>38735</c:v>
                </c:pt>
                <c:pt idx="18">
                  <c:v>38736</c:v>
                </c:pt>
                <c:pt idx="19">
                  <c:v>38737</c:v>
                </c:pt>
                <c:pt idx="20">
                  <c:v>38738</c:v>
                </c:pt>
                <c:pt idx="21">
                  <c:v>38739</c:v>
                </c:pt>
                <c:pt idx="22">
                  <c:v>38740</c:v>
                </c:pt>
                <c:pt idx="23">
                  <c:v>38741</c:v>
                </c:pt>
                <c:pt idx="24">
                  <c:v>38742</c:v>
                </c:pt>
                <c:pt idx="25">
                  <c:v>38743</c:v>
                </c:pt>
                <c:pt idx="26">
                  <c:v>38744</c:v>
                </c:pt>
                <c:pt idx="27">
                  <c:v>38745</c:v>
                </c:pt>
                <c:pt idx="28">
                  <c:v>38746</c:v>
                </c:pt>
                <c:pt idx="29">
                  <c:v>38747</c:v>
                </c:pt>
                <c:pt idx="30">
                  <c:v>38748</c:v>
                </c:pt>
                <c:pt idx="31">
                  <c:v>38749</c:v>
                </c:pt>
                <c:pt idx="32">
                  <c:v>38750</c:v>
                </c:pt>
                <c:pt idx="33">
                  <c:v>38751</c:v>
                </c:pt>
                <c:pt idx="34">
                  <c:v>38752</c:v>
                </c:pt>
                <c:pt idx="35">
                  <c:v>38753</c:v>
                </c:pt>
                <c:pt idx="36">
                  <c:v>38754</c:v>
                </c:pt>
                <c:pt idx="37">
                  <c:v>38755</c:v>
                </c:pt>
                <c:pt idx="38">
                  <c:v>38756</c:v>
                </c:pt>
                <c:pt idx="39">
                  <c:v>38757</c:v>
                </c:pt>
                <c:pt idx="40">
                  <c:v>38758</c:v>
                </c:pt>
                <c:pt idx="41">
                  <c:v>38759</c:v>
                </c:pt>
                <c:pt idx="42">
                  <c:v>38760</c:v>
                </c:pt>
                <c:pt idx="43">
                  <c:v>38761</c:v>
                </c:pt>
                <c:pt idx="44">
                  <c:v>38762</c:v>
                </c:pt>
                <c:pt idx="45">
                  <c:v>38763</c:v>
                </c:pt>
                <c:pt idx="46">
                  <c:v>38764</c:v>
                </c:pt>
                <c:pt idx="47">
                  <c:v>38765</c:v>
                </c:pt>
                <c:pt idx="48">
                  <c:v>38766</c:v>
                </c:pt>
                <c:pt idx="49">
                  <c:v>38767</c:v>
                </c:pt>
                <c:pt idx="50">
                  <c:v>38768</c:v>
                </c:pt>
                <c:pt idx="51">
                  <c:v>38769</c:v>
                </c:pt>
                <c:pt idx="52">
                  <c:v>38770</c:v>
                </c:pt>
                <c:pt idx="53">
                  <c:v>38771</c:v>
                </c:pt>
                <c:pt idx="54">
                  <c:v>38772</c:v>
                </c:pt>
                <c:pt idx="55">
                  <c:v>38773</c:v>
                </c:pt>
                <c:pt idx="56">
                  <c:v>38774</c:v>
                </c:pt>
                <c:pt idx="57">
                  <c:v>38775</c:v>
                </c:pt>
                <c:pt idx="58">
                  <c:v>38776</c:v>
                </c:pt>
                <c:pt idx="59">
                  <c:v>38777</c:v>
                </c:pt>
                <c:pt idx="60">
                  <c:v>38778</c:v>
                </c:pt>
                <c:pt idx="61">
                  <c:v>38779</c:v>
                </c:pt>
                <c:pt idx="62">
                  <c:v>38780</c:v>
                </c:pt>
                <c:pt idx="63">
                  <c:v>38781</c:v>
                </c:pt>
                <c:pt idx="64">
                  <c:v>38782</c:v>
                </c:pt>
                <c:pt idx="65">
                  <c:v>38783</c:v>
                </c:pt>
                <c:pt idx="66">
                  <c:v>38784</c:v>
                </c:pt>
                <c:pt idx="67">
                  <c:v>38785</c:v>
                </c:pt>
                <c:pt idx="68">
                  <c:v>38786</c:v>
                </c:pt>
                <c:pt idx="69">
                  <c:v>38787</c:v>
                </c:pt>
                <c:pt idx="70">
                  <c:v>38788</c:v>
                </c:pt>
                <c:pt idx="71">
                  <c:v>38789</c:v>
                </c:pt>
                <c:pt idx="72">
                  <c:v>38790</c:v>
                </c:pt>
                <c:pt idx="73">
                  <c:v>38791</c:v>
                </c:pt>
                <c:pt idx="74">
                  <c:v>38792</c:v>
                </c:pt>
                <c:pt idx="75">
                  <c:v>38793</c:v>
                </c:pt>
                <c:pt idx="76">
                  <c:v>38794</c:v>
                </c:pt>
                <c:pt idx="77">
                  <c:v>38795</c:v>
                </c:pt>
                <c:pt idx="78">
                  <c:v>38796</c:v>
                </c:pt>
                <c:pt idx="79">
                  <c:v>38797</c:v>
                </c:pt>
                <c:pt idx="80">
                  <c:v>38798</c:v>
                </c:pt>
                <c:pt idx="81">
                  <c:v>38799</c:v>
                </c:pt>
                <c:pt idx="82">
                  <c:v>38800</c:v>
                </c:pt>
                <c:pt idx="83">
                  <c:v>38801</c:v>
                </c:pt>
                <c:pt idx="84">
                  <c:v>38802</c:v>
                </c:pt>
                <c:pt idx="85">
                  <c:v>38803</c:v>
                </c:pt>
                <c:pt idx="86">
                  <c:v>38804</c:v>
                </c:pt>
                <c:pt idx="87">
                  <c:v>38805</c:v>
                </c:pt>
                <c:pt idx="88">
                  <c:v>38806</c:v>
                </c:pt>
                <c:pt idx="89">
                  <c:v>38807</c:v>
                </c:pt>
                <c:pt idx="90">
                  <c:v>38808</c:v>
                </c:pt>
                <c:pt idx="91">
                  <c:v>38809</c:v>
                </c:pt>
                <c:pt idx="92">
                  <c:v>38810</c:v>
                </c:pt>
                <c:pt idx="93">
                  <c:v>38811</c:v>
                </c:pt>
                <c:pt idx="94">
                  <c:v>38812</c:v>
                </c:pt>
                <c:pt idx="95">
                  <c:v>38813</c:v>
                </c:pt>
                <c:pt idx="96">
                  <c:v>38814</c:v>
                </c:pt>
                <c:pt idx="97">
                  <c:v>38815</c:v>
                </c:pt>
                <c:pt idx="98">
                  <c:v>38816</c:v>
                </c:pt>
                <c:pt idx="99">
                  <c:v>38817</c:v>
                </c:pt>
                <c:pt idx="100">
                  <c:v>38818</c:v>
                </c:pt>
                <c:pt idx="101">
                  <c:v>38819</c:v>
                </c:pt>
                <c:pt idx="102">
                  <c:v>38820</c:v>
                </c:pt>
                <c:pt idx="103">
                  <c:v>38821</c:v>
                </c:pt>
                <c:pt idx="104">
                  <c:v>38822</c:v>
                </c:pt>
                <c:pt idx="105">
                  <c:v>38823</c:v>
                </c:pt>
                <c:pt idx="106">
                  <c:v>38824</c:v>
                </c:pt>
                <c:pt idx="107">
                  <c:v>38825</c:v>
                </c:pt>
                <c:pt idx="108">
                  <c:v>38826</c:v>
                </c:pt>
                <c:pt idx="109">
                  <c:v>38827</c:v>
                </c:pt>
                <c:pt idx="110">
                  <c:v>38828</c:v>
                </c:pt>
                <c:pt idx="111">
                  <c:v>38829</c:v>
                </c:pt>
                <c:pt idx="112">
                  <c:v>38830</c:v>
                </c:pt>
                <c:pt idx="113">
                  <c:v>38831</c:v>
                </c:pt>
                <c:pt idx="114">
                  <c:v>38832</c:v>
                </c:pt>
                <c:pt idx="115">
                  <c:v>38833</c:v>
                </c:pt>
                <c:pt idx="116">
                  <c:v>38834</c:v>
                </c:pt>
                <c:pt idx="117">
                  <c:v>38835</c:v>
                </c:pt>
                <c:pt idx="118">
                  <c:v>38836</c:v>
                </c:pt>
                <c:pt idx="119">
                  <c:v>38837</c:v>
                </c:pt>
                <c:pt idx="120">
                  <c:v>38838</c:v>
                </c:pt>
                <c:pt idx="121">
                  <c:v>38839</c:v>
                </c:pt>
                <c:pt idx="122">
                  <c:v>38840</c:v>
                </c:pt>
                <c:pt idx="123">
                  <c:v>38841</c:v>
                </c:pt>
                <c:pt idx="124">
                  <c:v>38842</c:v>
                </c:pt>
                <c:pt idx="125">
                  <c:v>38843</c:v>
                </c:pt>
                <c:pt idx="126">
                  <c:v>38844</c:v>
                </c:pt>
                <c:pt idx="127">
                  <c:v>38845</c:v>
                </c:pt>
                <c:pt idx="128">
                  <c:v>38846</c:v>
                </c:pt>
                <c:pt idx="129">
                  <c:v>38847</c:v>
                </c:pt>
                <c:pt idx="130">
                  <c:v>38848</c:v>
                </c:pt>
                <c:pt idx="131">
                  <c:v>38849</c:v>
                </c:pt>
                <c:pt idx="132">
                  <c:v>38850</c:v>
                </c:pt>
                <c:pt idx="133">
                  <c:v>38851</c:v>
                </c:pt>
                <c:pt idx="134">
                  <c:v>38852</c:v>
                </c:pt>
                <c:pt idx="135">
                  <c:v>38853</c:v>
                </c:pt>
                <c:pt idx="136">
                  <c:v>38854</c:v>
                </c:pt>
                <c:pt idx="137">
                  <c:v>38855</c:v>
                </c:pt>
                <c:pt idx="138">
                  <c:v>38856</c:v>
                </c:pt>
                <c:pt idx="139">
                  <c:v>38857</c:v>
                </c:pt>
                <c:pt idx="140">
                  <c:v>38858</c:v>
                </c:pt>
                <c:pt idx="141">
                  <c:v>38859</c:v>
                </c:pt>
                <c:pt idx="142">
                  <c:v>38860</c:v>
                </c:pt>
                <c:pt idx="143">
                  <c:v>38861</c:v>
                </c:pt>
                <c:pt idx="144">
                  <c:v>38862</c:v>
                </c:pt>
                <c:pt idx="145">
                  <c:v>38863</c:v>
                </c:pt>
                <c:pt idx="146">
                  <c:v>38864</c:v>
                </c:pt>
                <c:pt idx="147">
                  <c:v>38865</c:v>
                </c:pt>
                <c:pt idx="148">
                  <c:v>38866</c:v>
                </c:pt>
                <c:pt idx="149">
                  <c:v>38867</c:v>
                </c:pt>
                <c:pt idx="150">
                  <c:v>38868</c:v>
                </c:pt>
                <c:pt idx="151">
                  <c:v>38869</c:v>
                </c:pt>
                <c:pt idx="152">
                  <c:v>38870</c:v>
                </c:pt>
                <c:pt idx="153">
                  <c:v>38871</c:v>
                </c:pt>
                <c:pt idx="154">
                  <c:v>38872</c:v>
                </c:pt>
                <c:pt idx="155">
                  <c:v>38873</c:v>
                </c:pt>
                <c:pt idx="156">
                  <c:v>38874</c:v>
                </c:pt>
                <c:pt idx="157">
                  <c:v>38875</c:v>
                </c:pt>
                <c:pt idx="158">
                  <c:v>38876</c:v>
                </c:pt>
                <c:pt idx="159">
                  <c:v>38877</c:v>
                </c:pt>
                <c:pt idx="160">
                  <c:v>38878</c:v>
                </c:pt>
                <c:pt idx="161">
                  <c:v>38879</c:v>
                </c:pt>
                <c:pt idx="162">
                  <c:v>38880</c:v>
                </c:pt>
                <c:pt idx="163">
                  <c:v>38881</c:v>
                </c:pt>
                <c:pt idx="164">
                  <c:v>38882</c:v>
                </c:pt>
                <c:pt idx="165">
                  <c:v>38883</c:v>
                </c:pt>
                <c:pt idx="166">
                  <c:v>38884</c:v>
                </c:pt>
                <c:pt idx="167">
                  <c:v>38885</c:v>
                </c:pt>
                <c:pt idx="168">
                  <c:v>38886</c:v>
                </c:pt>
                <c:pt idx="169">
                  <c:v>38887</c:v>
                </c:pt>
                <c:pt idx="170">
                  <c:v>38888</c:v>
                </c:pt>
                <c:pt idx="171">
                  <c:v>38889</c:v>
                </c:pt>
                <c:pt idx="172">
                  <c:v>38890</c:v>
                </c:pt>
                <c:pt idx="173">
                  <c:v>38891</c:v>
                </c:pt>
                <c:pt idx="174">
                  <c:v>38892</c:v>
                </c:pt>
                <c:pt idx="175">
                  <c:v>38893</c:v>
                </c:pt>
                <c:pt idx="176">
                  <c:v>38894</c:v>
                </c:pt>
                <c:pt idx="177">
                  <c:v>38895</c:v>
                </c:pt>
                <c:pt idx="178">
                  <c:v>38896</c:v>
                </c:pt>
                <c:pt idx="179">
                  <c:v>38897</c:v>
                </c:pt>
                <c:pt idx="180">
                  <c:v>38898</c:v>
                </c:pt>
                <c:pt idx="181">
                  <c:v>38899</c:v>
                </c:pt>
                <c:pt idx="182">
                  <c:v>38900</c:v>
                </c:pt>
                <c:pt idx="183">
                  <c:v>38901</c:v>
                </c:pt>
                <c:pt idx="184">
                  <c:v>38902</c:v>
                </c:pt>
                <c:pt idx="185">
                  <c:v>38903</c:v>
                </c:pt>
                <c:pt idx="186">
                  <c:v>38904</c:v>
                </c:pt>
                <c:pt idx="187">
                  <c:v>38905</c:v>
                </c:pt>
                <c:pt idx="188">
                  <c:v>38906</c:v>
                </c:pt>
                <c:pt idx="189">
                  <c:v>38907</c:v>
                </c:pt>
                <c:pt idx="190">
                  <c:v>38908</c:v>
                </c:pt>
                <c:pt idx="191">
                  <c:v>38909</c:v>
                </c:pt>
                <c:pt idx="192">
                  <c:v>38910</c:v>
                </c:pt>
                <c:pt idx="193">
                  <c:v>38911</c:v>
                </c:pt>
                <c:pt idx="194">
                  <c:v>38912</c:v>
                </c:pt>
                <c:pt idx="195">
                  <c:v>38913</c:v>
                </c:pt>
                <c:pt idx="196">
                  <c:v>38914</c:v>
                </c:pt>
                <c:pt idx="197">
                  <c:v>38915</c:v>
                </c:pt>
                <c:pt idx="198">
                  <c:v>38916</c:v>
                </c:pt>
                <c:pt idx="199">
                  <c:v>38917</c:v>
                </c:pt>
                <c:pt idx="200">
                  <c:v>38918</c:v>
                </c:pt>
                <c:pt idx="201">
                  <c:v>38919</c:v>
                </c:pt>
                <c:pt idx="202">
                  <c:v>38920</c:v>
                </c:pt>
                <c:pt idx="203">
                  <c:v>38921</c:v>
                </c:pt>
                <c:pt idx="204">
                  <c:v>38922</c:v>
                </c:pt>
                <c:pt idx="205">
                  <c:v>38923</c:v>
                </c:pt>
                <c:pt idx="206">
                  <c:v>38924</c:v>
                </c:pt>
                <c:pt idx="207">
                  <c:v>38925</c:v>
                </c:pt>
                <c:pt idx="208">
                  <c:v>38926</c:v>
                </c:pt>
                <c:pt idx="209">
                  <c:v>38927</c:v>
                </c:pt>
                <c:pt idx="210">
                  <c:v>38928</c:v>
                </c:pt>
                <c:pt idx="211">
                  <c:v>38929</c:v>
                </c:pt>
                <c:pt idx="212">
                  <c:v>38930</c:v>
                </c:pt>
                <c:pt idx="213">
                  <c:v>38931</c:v>
                </c:pt>
                <c:pt idx="214">
                  <c:v>38932</c:v>
                </c:pt>
                <c:pt idx="215">
                  <c:v>38933</c:v>
                </c:pt>
                <c:pt idx="216">
                  <c:v>38934</c:v>
                </c:pt>
                <c:pt idx="217">
                  <c:v>38935</c:v>
                </c:pt>
                <c:pt idx="218">
                  <c:v>38936</c:v>
                </c:pt>
                <c:pt idx="219">
                  <c:v>38937</c:v>
                </c:pt>
                <c:pt idx="220">
                  <c:v>38938</c:v>
                </c:pt>
                <c:pt idx="221">
                  <c:v>38939</c:v>
                </c:pt>
                <c:pt idx="222">
                  <c:v>38940</c:v>
                </c:pt>
                <c:pt idx="223">
                  <c:v>38941</c:v>
                </c:pt>
                <c:pt idx="224">
                  <c:v>38942</c:v>
                </c:pt>
                <c:pt idx="225">
                  <c:v>38943</c:v>
                </c:pt>
                <c:pt idx="226">
                  <c:v>38944</c:v>
                </c:pt>
                <c:pt idx="227">
                  <c:v>38945</c:v>
                </c:pt>
                <c:pt idx="228">
                  <c:v>38946</c:v>
                </c:pt>
                <c:pt idx="229">
                  <c:v>38947</c:v>
                </c:pt>
                <c:pt idx="230">
                  <c:v>38948</c:v>
                </c:pt>
                <c:pt idx="231">
                  <c:v>38949</c:v>
                </c:pt>
                <c:pt idx="232">
                  <c:v>38950</c:v>
                </c:pt>
                <c:pt idx="233">
                  <c:v>38951</c:v>
                </c:pt>
                <c:pt idx="234">
                  <c:v>38952</c:v>
                </c:pt>
                <c:pt idx="235">
                  <c:v>38953</c:v>
                </c:pt>
                <c:pt idx="236">
                  <c:v>38954</c:v>
                </c:pt>
                <c:pt idx="237">
                  <c:v>38955</c:v>
                </c:pt>
                <c:pt idx="238">
                  <c:v>38956</c:v>
                </c:pt>
                <c:pt idx="239">
                  <c:v>38957</c:v>
                </c:pt>
                <c:pt idx="240">
                  <c:v>38958</c:v>
                </c:pt>
                <c:pt idx="241">
                  <c:v>38959</c:v>
                </c:pt>
                <c:pt idx="242">
                  <c:v>38960</c:v>
                </c:pt>
                <c:pt idx="243">
                  <c:v>38961</c:v>
                </c:pt>
                <c:pt idx="244">
                  <c:v>38962</c:v>
                </c:pt>
                <c:pt idx="245">
                  <c:v>38963</c:v>
                </c:pt>
                <c:pt idx="246">
                  <c:v>38964</c:v>
                </c:pt>
                <c:pt idx="247">
                  <c:v>38965</c:v>
                </c:pt>
                <c:pt idx="248">
                  <c:v>38966</c:v>
                </c:pt>
                <c:pt idx="249">
                  <c:v>38967</c:v>
                </c:pt>
                <c:pt idx="250">
                  <c:v>38968</c:v>
                </c:pt>
                <c:pt idx="251">
                  <c:v>38969</c:v>
                </c:pt>
                <c:pt idx="252">
                  <c:v>38970</c:v>
                </c:pt>
                <c:pt idx="253">
                  <c:v>38971</c:v>
                </c:pt>
                <c:pt idx="254">
                  <c:v>38972</c:v>
                </c:pt>
                <c:pt idx="255">
                  <c:v>38973</c:v>
                </c:pt>
                <c:pt idx="256">
                  <c:v>38974</c:v>
                </c:pt>
                <c:pt idx="257">
                  <c:v>38975</c:v>
                </c:pt>
                <c:pt idx="258">
                  <c:v>38976</c:v>
                </c:pt>
                <c:pt idx="259">
                  <c:v>38977</c:v>
                </c:pt>
                <c:pt idx="260">
                  <c:v>38978</c:v>
                </c:pt>
                <c:pt idx="261">
                  <c:v>38979</c:v>
                </c:pt>
                <c:pt idx="262">
                  <c:v>38980</c:v>
                </c:pt>
                <c:pt idx="263">
                  <c:v>38981</c:v>
                </c:pt>
                <c:pt idx="264">
                  <c:v>38982</c:v>
                </c:pt>
                <c:pt idx="265">
                  <c:v>38983</c:v>
                </c:pt>
                <c:pt idx="266">
                  <c:v>38984</c:v>
                </c:pt>
                <c:pt idx="267">
                  <c:v>38985</c:v>
                </c:pt>
                <c:pt idx="268">
                  <c:v>38986</c:v>
                </c:pt>
                <c:pt idx="269">
                  <c:v>38987</c:v>
                </c:pt>
                <c:pt idx="270">
                  <c:v>38988</c:v>
                </c:pt>
                <c:pt idx="271">
                  <c:v>38989</c:v>
                </c:pt>
                <c:pt idx="272">
                  <c:v>38990</c:v>
                </c:pt>
                <c:pt idx="273">
                  <c:v>38991</c:v>
                </c:pt>
                <c:pt idx="274">
                  <c:v>38992</c:v>
                </c:pt>
                <c:pt idx="275">
                  <c:v>38993</c:v>
                </c:pt>
                <c:pt idx="276">
                  <c:v>38994</c:v>
                </c:pt>
                <c:pt idx="277">
                  <c:v>38995</c:v>
                </c:pt>
                <c:pt idx="278">
                  <c:v>38996</c:v>
                </c:pt>
                <c:pt idx="279">
                  <c:v>38997</c:v>
                </c:pt>
                <c:pt idx="280">
                  <c:v>38998</c:v>
                </c:pt>
                <c:pt idx="281">
                  <c:v>38999</c:v>
                </c:pt>
                <c:pt idx="282">
                  <c:v>39000</c:v>
                </c:pt>
                <c:pt idx="283">
                  <c:v>39001</c:v>
                </c:pt>
                <c:pt idx="284">
                  <c:v>39002</c:v>
                </c:pt>
                <c:pt idx="285">
                  <c:v>39003</c:v>
                </c:pt>
                <c:pt idx="286">
                  <c:v>39004</c:v>
                </c:pt>
                <c:pt idx="287">
                  <c:v>39005</c:v>
                </c:pt>
                <c:pt idx="288">
                  <c:v>39006</c:v>
                </c:pt>
                <c:pt idx="289">
                  <c:v>39007</c:v>
                </c:pt>
                <c:pt idx="290">
                  <c:v>39008</c:v>
                </c:pt>
                <c:pt idx="291">
                  <c:v>39009</c:v>
                </c:pt>
                <c:pt idx="292">
                  <c:v>39010</c:v>
                </c:pt>
                <c:pt idx="293">
                  <c:v>39011</c:v>
                </c:pt>
                <c:pt idx="294">
                  <c:v>39012</c:v>
                </c:pt>
                <c:pt idx="295">
                  <c:v>39013</c:v>
                </c:pt>
                <c:pt idx="296">
                  <c:v>39014</c:v>
                </c:pt>
                <c:pt idx="297">
                  <c:v>39015</c:v>
                </c:pt>
                <c:pt idx="298">
                  <c:v>39016</c:v>
                </c:pt>
                <c:pt idx="299">
                  <c:v>39017</c:v>
                </c:pt>
                <c:pt idx="300">
                  <c:v>39018</c:v>
                </c:pt>
                <c:pt idx="301">
                  <c:v>39019</c:v>
                </c:pt>
                <c:pt idx="302">
                  <c:v>39020</c:v>
                </c:pt>
                <c:pt idx="303">
                  <c:v>39021</c:v>
                </c:pt>
                <c:pt idx="304">
                  <c:v>39022</c:v>
                </c:pt>
                <c:pt idx="305">
                  <c:v>39023</c:v>
                </c:pt>
                <c:pt idx="306">
                  <c:v>39024</c:v>
                </c:pt>
                <c:pt idx="307">
                  <c:v>39025</c:v>
                </c:pt>
                <c:pt idx="308">
                  <c:v>39026</c:v>
                </c:pt>
                <c:pt idx="309">
                  <c:v>39027</c:v>
                </c:pt>
                <c:pt idx="310">
                  <c:v>39028</c:v>
                </c:pt>
                <c:pt idx="311">
                  <c:v>39029</c:v>
                </c:pt>
                <c:pt idx="312">
                  <c:v>39030</c:v>
                </c:pt>
                <c:pt idx="313">
                  <c:v>39031</c:v>
                </c:pt>
                <c:pt idx="314">
                  <c:v>39032</c:v>
                </c:pt>
                <c:pt idx="315">
                  <c:v>39033</c:v>
                </c:pt>
                <c:pt idx="316">
                  <c:v>39034</c:v>
                </c:pt>
                <c:pt idx="317">
                  <c:v>39035</c:v>
                </c:pt>
                <c:pt idx="318">
                  <c:v>39036</c:v>
                </c:pt>
                <c:pt idx="319">
                  <c:v>39037</c:v>
                </c:pt>
                <c:pt idx="320">
                  <c:v>39038</c:v>
                </c:pt>
                <c:pt idx="321">
                  <c:v>39039</c:v>
                </c:pt>
                <c:pt idx="322">
                  <c:v>39040</c:v>
                </c:pt>
                <c:pt idx="323">
                  <c:v>39041</c:v>
                </c:pt>
                <c:pt idx="324">
                  <c:v>39042</c:v>
                </c:pt>
                <c:pt idx="325">
                  <c:v>39043</c:v>
                </c:pt>
                <c:pt idx="326">
                  <c:v>39044</c:v>
                </c:pt>
                <c:pt idx="327">
                  <c:v>39045</c:v>
                </c:pt>
                <c:pt idx="328">
                  <c:v>39046</c:v>
                </c:pt>
                <c:pt idx="329">
                  <c:v>39047</c:v>
                </c:pt>
                <c:pt idx="330">
                  <c:v>39048</c:v>
                </c:pt>
                <c:pt idx="331">
                  <c:v>39049</c:v>
                </c:pt>
                <c:pt idx="332">
                  <c:v>39050</c:v>
                </c:pt>
                <c:pt idx="333">
                  <c:v>39051</c:v>
                </c:pt>
                <c:pt idx="334">
                  <c:v>39052</c:v>
                </c:pt>
                <c:pt idx="335">
                  <c:v>39053</c:v>
                </c:pt>
                <c:pt idx="336">
                  <c:v>39054</c:v>
                </c:pt>
                <c:pt idx="337">
                  <c:v>39055</c:v>
                </c:pt>
                <c:pt idx="338">
                  <c:v>39056</c:v>
                </c:pt>
                <c:pt idx="339">
                  <c:v>39057</c:v>
                </c:pt>
                <c:pt idx="340">
                  <c:v>39058</c:v>
                </c:pt>
                <c:pt idx="341">
                  <c:v>39059</c:v>
                </c:pt>
                <c:pt idx="342">
                  <c:v>39060</c:v>
                </c:pt>
                <c:pt idx="343">
                  <c:v>39061</c:v>
                </c:pt>
                <c:pt idx="344">
                  <c:v>39062</c:v>
                </c:pt>
                <c:pt idx="345">
                  <c:v>39063</c:v>
                </c:pt>
                <c:pt idx="346">
                  <c:v>39064</c:v>
                </c:pt>
                <c:pt idx="347">
                  <c:v>39065</c:v>
                </c:pt>
                <c:pt idx="348">
                  <c:v>39066</c:v>
                </c:pt>
                <c:pt idx="349">
                  <c:v>39067</c:v>
                </c:pt>
                <c:pt idx="350">
                  <c:v>39068</c:v>
                </c:pt>
                <c:pt idx="351">
                  <c:v>39069</c:v>
                </c:pt>
                <c:pt idx="352">
                  <c:v>39070</c:v>
                </c:pt>
                <c:pt idx="353">
                  <c:v>39071</c:v>
                </c:pt>
                <c:pt idx="354">
                  <c:v>39072</c:v>
                </c:pt>
                <c:pt idx="355">
                  <c:v>39073</c:v>
                </c:pt>
                <c:pt idx="356">
                  <c:v>39074</c:v>
                </c:pt>
                <c:pt idx="357">
                  <c:v>39075</c:v>
                </c:pt>
                <c:pt idx="358">
                  <c:v>39076</c:v>
                </c:pt>
                <c:pt idx="359">
                  <c:v>39077</c:v>
                </c:pt>
                <c:pt idx="360">
                  <c:v>39078</c:v>
                </c:pt>
                <c:pt idx="361">
                  <c:v>39079</c:v>
                </c:pt>
                <c:pt idx="362">
                  <c:v>39080</c:v>
                </c:pt>
                <c:pt idx="363">
                  <c:v>39081</c:v>
                </c:pt>
                <c:pt idx="364">
                  <c:v>39082</c:v>
                </c:pt>
                <c:pt idx="365">
                  <c:v>39083</c:v>
                </c:pt>
                <c:pt idx="366">
                  <c:v>39084</c:v>
                </c:pt>
                <c:pt idx="367">
                  <c:v>39085</c:v>
                </c:pt>
                <c:pt idx="368">
                  <c:v>39086</c:v>
                </c:pt>
                <c:pt idx="369">
                  <c:v>39087</c:v>
                </c:pt>
                <c:pt idx="370">
                  <c:v>39088</c:v>
                </c:pt>
                <c:pt idx="371">
                  <c:v>39089</c:v>
                </c:pt>
                <c:pt idx="372">
                  <c:v>39090</c:v>
                </c:pt>
                <c:pt idx="373">
                  <c:v>39091</c:v>
                </c:pt>
                <c:pt idx="374">
                  <c:v>39092</c:v>
                </c:pt>
                <c:pt idx="375">
                  <c:v>39093</c:v>
                </c:pt>
                <c:pt idx="376">
                  <c:v>39094</c:v>
                </c:pt>
                <c:pt idx="377">
                  <c:v>39095</c:v>
                </c:pt>
                <c:pt idx="378">
                  <c:v>39096</c:v>
                </c:pt>
                <c:pt idx="379">
                  <c:v>39097</c:v>
                </c:pt>
                <c:pt idx="380">
                  <c:v>39098</c:v>
                </c:pt>
                <c:pt idx="381">
                  <c:v>39099</c:v>
                </c:pt>
                <c:pt idx="382">
                  <c:v>39100</c:v>
                </c:pt>
                <c:pt idx="383">
                  <c:v>39101</c:v>
                </c:pt>
                <c:pt idx="384">
                  <c:v>39102</c:v>
                </c:pt>
                <c:pt idx="385">
                  <c:v>39103</c:v>
                </c:pt>
                <c:pt idx="386">
                  <c:v>39104</c:v>
                </c:pt>
                <c:pt idx="387">
                  <c:v>39105</c:v>
                </c:pt>
                <c:pt idx="388">
                  <c:v>39106</c:v>
                </c:pt>
                <c:pt idx="389">
                  <c:v>39107</c:v>
                </c:pt>
                <c:pt idx="390">
                  <c:v>39108</c:v>
                </c:pt>
                <c:pt idx="391">
                  <c:v>39109</c:v>
                </c:pt>
                <c:pt idx="392">
                  <c:v>39110</c:v>
                </c:pt>
                <c:pt idx="393">
                  <c:v>39111</c:v>
                </c:pt>
                <c:pt idx="394">
                  <c:v>39112</c:v>
                </c:pt>
                <c:pt idx="395">
                  <c:v>39113</c:v>
                </c:pt>
                <c:pt idx="396">
                  <c:v>39114</c:v>
                </c:pt>
                <c:pt idx="397">
                  <c:v>39115</c:v>
                </c:pt>
                <c:pt idx="398">
                  <c:v>39116</c:v>
                </c:pt>
                <c:pt idx="399">
                  <c:v>39117</c:v>
                </c:pt>
                <c:pt idx="400">
                  <c:v>39118</c:v>
                </c:pt>
                <c:pt idx="401">
                  <c:v>39119</c:v>
                </c:pt>
                <c:pt idx="402">
                  <c:v>39120</c:v>
                </c:pt>
                <c:pt idx="403">
                  <c:v>39121</c:v>
                </c:pt>
                <c:pt idx="404">
                  <c:v>39122</c:v>
                </c:pt>
                <c:pt idx="405">
                  <c:v>39123</c:v>
                </c:pt>
                <c:pt idx="406">
                  <c:v>39124</c:v>
                </c:pt>
                <c:pt idx="407">
                  <c:v>39125</c:v>
                </c:pt>
                <c:pt idx="408">
                  <c:v>39126</c:v>
                </c:pt>
                <c:pt idx="409">
                  <c:v>39127</c:v>
                </c:pt>
                <c:pt idx="410">
                  <c:v>39128</c:v>
                </c:pt>
                <c:pt idx="411">
                  <c:v>39129</c:v>
                </c:pt>
                <c:pt idx="412">
                  <c:v>39130</c:v>
                </c:pt>
                <c:pt idx="413">
                  <c:v>39131</c:v>
                </c:pt>
                <c:pt idx="414">
                  <c:v>39132</c:v>
                </c:pt>
                <c:pt idx="415">
                  <c:v>39133</c:v>
                </c:pt>
                <c:pt idx="416">
                  <c:v>39134</c:v>
                </c:pt>
                <c:pt idx="417">
                  <c:v>39135</c:v>
                </c:pt>
                <c:pt idx="418">
                  <c:v>39136</c:v>
                </c:pt>
                <c:pt idx="419">
                  <c:v>39137</c:v>
                </c:pt>
                <c:pt idx="420">
                  <c:v>39138</c:v>
                </c:pt>
                <c:pt idx="421">
                  <c:v>39139</c:v>
                </c:pt>
                <c:pt idx="422">
                  <c:v>39140</c:v>
                </c:pt>
                <c:pt idx="423">
                  <c:v>39141</c:v>
                </c:pt>
                <c:pt idx="424">
                  <c:v>39142</c:v>
                </c:pt>
                <c:pt idx="425">
                  <c:v>39143</c:v>
                </c:pt>
                <c:pt idx="426">
                  <c:v>39144</c:v>
                </c:pt>
                <c:pt idx="427">
                  <c:v>39145</c:v>
                </c:pt>
                <c:pt idx="428">
                  <c:v>39146</c:v>
                </c:pt>
                <c:pt idx="429">
                  <c:v>39147</c:v>
                </c:pt>
                <c:pt idx="430">
                  <c:v>39148</c:v>
                </c:pt>
                <c:pt idx="431">
                  <c:v>39149</c:v>
                </c:pt>
                <c:pt idx="432">
                  <c:v>39150</c:v>
                </c:pt>
                <c:pt idx="433">
                  <c:v>39151</c:v>
                </c:pt>
                <c:pt idx="434">
                  <c:v>39152</c:v>
                </c:pt>
                <c:pt idx="435">
                  <c:v>39153</c:v>
                </c:pt>
                <c:pt idx="436">
                  <c:v>39154</c:v>
                </c:pt>
                <c:pt idx="437">
                  <c:v>39155</c:v>
                </c:pt>
                <c:pt idx="438">
                  <c:v>39156</c:v>
                </c:pt>
                <c:pt idx="439">
                  <c:v>39157</c:v>
                </c:pt>
                <c:pt idx="440">
                  <c:v>39158</c:v>
                </c:pt>
                <c:pt idx="441">
                  <c:v>39159</c:v>
                </c:pt>
                <c:pt idx="442">
                  <c:v>39160</c:v>
                </c:pt>
                <c:pt idx="443">
                  <c:v>39161</c:v>
                </c:pt>
                <c:pt idx="444">
                  <c:v>39162</c:v>
                </c:pt>
                <c:pt idx="445">
                  <c:v>39163</c:v>
                </c:pt>
                <c:pt idx="446">
                  <c:v>39164</c:v>
                </c:pt>
                <c:pt idx="447">
                  <c:v>39165</c:v>
                </c:pt>
                <c:pt idx="448">
                  <c:v>39166</c:v>
                </c:pt>
                <c:pt idx="449">
                  <c:v>39167</c:v>
                </c:pt>
                <c:pt idx="450">
                  <c:v>39168</c:v>
                </c:pt>
                <c:pt idx="451">
                  <c:v>39169</c:v>
                </c:pt>
                <c:pt idx="452">
                  <c:v>39170</c:v>
                </c:pt>
                <c:pt idx="453">
                  <c:v>39171</c:v>
                </c:pt>
                <c:pt idx="454">
                  <c:v>39172</c:v>
                </c:pt>
                <c:pt idx="455">
                  <c:v>39173</c:v>
                </c:pt>
                <c:pt idx="456">
                  <c:v>39174</c:v>
                </c:pt>
                <c:pt idx="457">
                  <c:v>39175</c:v>
                </c:pt>
                <c:pt idx="458">
                  <c:v>39176</c:v>
                </c:pt>
                <c:pt idx="459">
                  <c:v>39177</c:v>
                </c:pt>
                <c:pt idx="460">
                  <c:v>39178</c:v>
                </c:pt>
                <c:pt idx="461">
                  <c:v>39179</c:v>
                </c:pt>
                <c:pt idx="462">
                  <c:v>39180</c:v>
                </c:pt>
                <c:pt idx="463">
                  <c:v>39181</c:v>
                </c:pt>
                <c:pt idx="464">
                  <c:v>39182</c:v>
                </c:pt>
                <c:pt idx="465">
                  <c:v>39183</c:v>
                </c:pt>
                <c:pt idx="466">
                  <c:v>39184</c:v>
                </c:pt>
                <c:pt idx="467">
                  <c:v>39185</c:v>
                </c:pt>
                <c:pt idx="468">
                  <c:v>39186</c:v>
                </c:pt>
                <c:pt idx="469">
                  <c:v>39187</c:v>
                </c:pt>
                <c:pt idx="470">
                  <c:v>39188</c:v>
                </c:pt>
                <c:pt idx="471">
                  <c:v>39189</c:v>
                </c:pt>
                <c:pt idx="472">
                  <c:v>39190</c:v>
                </c:pt>
                <c:pt idx="473">
                  <c:v>39191</c:v>
                </c:pt>
                <c:pt idx="474">
                  <c:v>39192</c:v>
                </c:pt>
                <c:pt idx="475">
                  <c:v>39193</c:v>
                </c:pt>
                <c:pt idx="476">
                  <c:v>39194</c:v>
                </c:pt>
                <c:pt idx="477">
                  <c:v>39195</c:v>
                </c:pt>
                <c:pt idx="478">
                  <c:v>39196</c:v>
                </c:pt>
                <c:pt idx="479">
                  <c:v>39197</c:v>
                </c:pt>
                <c:pt idx="480">
                  <c:v>39198</c:v>
                </c:pt>
                <c:pt idx="481">
                  <c:v>39199</c:v>
                </c:pt>
                <c:pt idx="482">
                  <c:v>39200</c:v>
                </c:pt>
                <c:pt idx="483">
                  <c:v>39201</c:v>
                </c:pt>
                <c:pt idx="484">
                  <c:v>39202</c:v>
                </c:pt>
                <c:pt idx="485">
                  <c:v>39203</c:v>
                </c:pt>
                <c:pt idx="486">
                  <c:v>39204</c:v>
                </c:pt>
                <c:pt idx="487">
                  <c:v>39205</c:v>
                </c:pt>
                <c:pt idx="488">
                  <c:v>39206</c:v>
                </c:pt>
                <c:pt idx="489">
                  <c:v>39207</c:v>
                </c:pt>
                <c:pt idx="490">
                  <c:v>39208</c:v>
                </c:pt>
                <c:pt idx="491">
                  <c:v>39209</c:v>
                </c:pt>
                <c:pt idx="492">
                  <c:v>39210</c:v>
                </c:pt>
                <c:pt idx="493">
                  <c:v>39211</c:v>
                </c:pt>
                <c:pt idx="494">
                  <c:v>39212</c:v>
                </c:pt>
                <c:pt idx="495">
                  <c:v>39213</c:v>
                </c:pt>
                <c:pt idx="496">
                  <c:v>39214</c:v>
                </c:pt>
                <c:pt idx="497">
                  <c:v>39215</c:v>
                </c:pt>
                <c:pt idx="498">
                  <c:v>39216</c:v>
                </c:pt>
                <c:pt idx="499">
                  <c:v>39217</c:v>
                </c:pt>
                <c:pt idx="500">
                  <c:v>39218</c:v>
                </c:pt>
                <c:pt idx="501">
                  <c:v>39219</c:v>
                </c:pt>
                <c:pt idx="502">
                  <c:v>39220</c:v>
                </c:pt>
                <c:pt idx="503">
                  <c:v>39221</c:v>
                </c:pt>
                <c:pt idx="504">
                  <c:v>39222</c:v>
                </c:pt>
                <c:pt idx="505">
                  <c:v>39223</c:v>
                </c:pt>
                <c:pt idx="506">
                  <c:v>39224</c:v>
                </c:pt>
                <c:pt idx="507">
                  <c:v>39225</c:v>
                </c:pt>
                <c:pt idx="508">
                  <c:v>39226</c:v>
                </c:pt>
                <c:pt idx="509">
                  <c:v>39227</c:v>
                </c:pt>
                <c:pt idx="510">
                  <c:v>39228</c:v>
                </c:pt>
                <c:pt idx="511">
                  <c:v>39229</c:v>
                </c:pt>
                <c:pt idx="512">
                  <c:v>39230</c:v>
                </c:pt>
                <c:pt idx="513">
                  <c:v>39231</c:v>
                </c:pt>
                <c:pt idx="514">
                  <c:v>39232</c:v>
                </c:pt>
                <c:pt idx="515">
                  <c:v>39233</c:v>
                </c:pt>
                <c:pt idx="516">
                  <c:v>39234</c:v>
                </c:pt>
                <c:pt idx="517">
                  <c:v>39235</c:v>
                </c:pt>
                <c:pt idx="518">
                  <c:v>39236</c:v>
                </c:pt>
                <c:pt idx="519">
                  <c:v>39237</c:v>
                </c:pt>
                <c:pt idx="520">
                  <c:v>39238</c:v>
                </c:pt>
                <c:pt idx="521">
                  <c:v>39239</c:v>
                </c:pt>
                <c:pt idx="522">
                  <c:v>39240</c:v>
                </c:pt>
                <c:pt idx="523">
                  <c:v>39241</c:v>
                </c:pt>
                <c:pt idx="524">
                  <c:v>39242</c:v>
                </c:pt>
                <c:pt idx="525">
                  <c:v>39243</c:v>
                </c:pt>
                <c:pt idx="526">
                  <c:v>39244</c:v>
                </c:pt>
                <c:pt idx="527">
                  <c:v>39245</c:v>
                </c:pt>
                <c:pt idx="528">
                  <c:v>39246</c:v>
                </c:pt>
                <c:pt idx="529">
                  <c:v>39247</c:v>
                </c:pt>
                <c:pt idx="530">
                  <c:v>39248</c:v>
                </c:pt>
                <c:pt idx="531">
                  <c:v>39249</c:v>
                </c:pt>
                <c:pt idx="532">
                  <c:v>39250</c:v>
                </c:pt>
                <c:pt idx="533">
                  <c:v>39251</c:v>
                </c:pt>
                <c:pt idx="534">
                  <c:v>39252</c:v>
                </c:pt>
                <c:pt idx="535">
                  <c:v>39253</c:v>
                </c:pt>
                <c:pt idx="536">
                  <c:v>39254</c:v>
                </c:pt>
                <c:pt idx="537">
                  <c:v>39255</c:v>
                </c:pt>
                <c:pt idx="538">
                  <c:v>39256</c:v>
                </c:pt>
                <c:pt idx="539">
                  <c:v>39257</c:v>
                </c:pt>
                <c:pt idx="540">
                  <c:v>39258</c:v>
                </c:pt>
                <c:pt idx="541">
                  <c:v>39259</c:v>
                </c:pt>
                <c:pt idx="542">
                  <c:v>39260</c:v>
                </c:pt>
                <c:pt idx="543">
                  <c:v>39261</c:v>
                </c:pt>
                <c:pt idx="544">
                  <c:v>39262</c:v>
                </c:pt>
                <c:pt idx="545">
                  <c:v>39263</c:v>
                </c:pt>
                <c:pt idx="546">
                  <c:v>39264</c:v>
                </c:pt>
                <c:pt idx="547">
                  <c:v>39265</c:v>
                </c:pt>
                <c:pt idx="548">
                  <c:v>39266</c:v>
                </c:pt>
                <c:pt idx="549">
                  <c:v>39267</c:v>
                </c:pt>
                <c:pt idx="550">
                  <c:v>39268</c:v>
                </c:pt>
                <c:pt idx="551">
                  <c:v>39269</c:v>
                </c:pt>
                <c:pt idx="552">
                  <c:v>39270</c:v>
                </c:pt>
                <c:pt idx="553">
                  <c:v>39271</c:v>
                </c:pt>
                <c:pt idx="554">
                  <c:v>39272</c:v>
                </c:pt>
                <c:pt idx="555">
                  <c:v>39273</c:v>
                </c:pt>
                <c:pt idx="556">
                  <c:v>39274</c:v>
                </c:pt>
                <c:pt idx="557">
                  <c:v>39275</c:v>
                </c:pt>
                <c:pt idx="558">
                  <c:v>39276</c:v>
                </c:pt>
                <c:pt idx="559">
                  <c:v>39277</c:v>
                </c:pt>
                <c:pt idx="560">
                  <c:v>39278</c:v>
                </c:pt>
                <c:pt idx="561">
                  <c:v>39279</c:v>
                </c:pt>
                <c:pt idx="562">
                  <c:v>39280</c:v>
                </c:pt>
                <c:pt idx="563">
                  <c:v>39281</c:v>
                </c:pt>
                <c:pt idx="564">
                  <c:v>39282</c:v>
                </c:pt>
                <c:pt idx="565">
                  <c:v>39283</c:v>
                </c:pt>
                <c:pt idx="566">
                  <c:v>39284</c:v>
                </c:pt>
                <c:pt idx="567">
                  <c:v>39285</c:v>
                </c:pt>
                <c:pt idx="568">
                  <c:v>39286</c:v>
                </c:pt>
                <c:pt idx="569">
                  <c:v>39287</c:v>
                </c:pt>
                <c:pt idx="570">
                  <c:v>39288</c:v>
                </c:pt>
                <c:pt idx="571">
                  <c:v>39289</c:v>
                </c:pt>
                <c:pt idx="572">
                  <c:v>39290</c:v>
                </c:pt>
                <c:pt idx="573">
                  <c:v>39291</c:v>
                </c:pt>
                <c:pt idx="574">
                  <c:v>39292</c:v>
                </c:pt>
                <c:pt idx="575">
                  <c:v>39293</c:v>
                </c:pt>
                <c:pt idx="576">
                  <c:v>39294</c:v>
                </c:pt>
                <c:pt idx="577">
                  <c:v>39295</c:v>
                </c:pt>
                <c:pt idx="578">
                  <c:v>39296</c:v>
                </c:pt>
                <c:pt idx="579">
                  <c:v>39297</c:v>
                </c:pt>
                <c:pt idx="580">
                  <c:v>39298</c:v>
                </c:pt>
                <c:pt idx="581">
                  <c:v>39299</c:v>
                </c:pt>
                <c:pt idx="582">
                  <c:v>39300</c:v>
                </c:pt>
                <c:pt idx="583">
                  <c:v>39301</c:v>
                </c:pt>
                <c:pt idx="584">
                  <c:v>39302</c:v>
                </c:pt>
                <c:pt idx="585">
                  <c:v>39303</c:v>
                </c:pt>
                <c:pt idx="586">
                  <c:v>39304</c:v>
                </c:pt>
                <c:pt idx="587">
                  <c:v>39305</c:v>
                </c:pt>
                <c:pt idx="588">
                  <c:v>39306</c:v>
                </c:pt>
                <c:pt idx="589">
                  <c:v>39307</c:v>
                </c:pt>
                <c:pt idx="590">
                  <c:v>39308</c:v>
                </c:pt>
                <c:pt idx="591">
                  <c:v>39309</c:v>
                </c:pt>
                <c:pt idx="592">
                  <c:v>39310</c:v>
                </c:pt>
                <c:pt idx="593">
                  <c:v>39311</c:v>
                </c:pt>
                <c:pt idx="594">
                  <c:v>39312</c:v>
                </c:pt>
                <c:pt idx="595">
                  <c:v>39313</c:v>
                </c:pt>
                <c:pt idx="596">
                  <c:v>39314</c:v>
                </c:pt>
                <c:pt idx="597">
                  <c:v>39315</c:v>
                </c:pt>
                <c:pt idx="598">
                  <c:v>39316</c:v>
                </c:pt>
                <c:pt idx="599">
                  <c:v>39317</c:v>
                </c:pt>
                <c:pt idx="600">
                  <c:v>39318</c:v>
                </c:pt>
                <c:pt idx="601">
                  <c:v>39319</c:v>
                </c:pt>
                <c:pt idx="602">
                  <c:v>39320</c:v>
                </c:pt>
                <c:pt idx="603">
                  <c:v>39321</c:v>
                </c:pt>
                <c:pt idx="604">
                  <c:v>39322</c:v>
                </c:pt>
                <c:pt idx="605">
                  <c:v>39323</c:v>
                </c:pt>
                <c:pt idx="606">
                  <c:v>39324</c:v>
                </c:pt>
                <c:pt idx="607">
                  <c:v>39325</c:v>
                </c:pt>
                <c:pt idx="608">
                  <c:v>39326</c:v>
                </c:pt>
                <c:pt idx="609">
                  <c:v>39327</c:v>
                </c:pt>
                <c:pt idx="610">
                  <c:v>39328</c:v>
                </c:pt>
                <c:pt idx="611">
                  <c:v>39329</c:v>
                </c:pt>
                <c:pt idx="612">
                  <c:v>39330</c:v>
                </c:pt>
                <c:pt idx="613">
                  <c:v>39331</c:v>
                </c:pt>
                <c:pt idx="614">
                  <c:v>39332</c:v>
                </c:pt>
                <c:pt idx="615">
                  <c:v>39333</c:v>
                </c:pt>
                <c:pt idx="616">
                  <c:v>39334</c:v>
                </c:pt>
                <c:pt idx="617">
                  <c:v>39335</c:v>
                </c:pt>
                <c:pt idx="618">
                  <c:v>39336</c:v>
                </c:pt>
                <c:pt idx="619">
                  <c:v>39337</c:v>
                </c:pt>
                <c:pt idx="620">
                  <c:v>39338</c:v>
                </c:pt>
                <c:pt idx="621">
                  <c:v>39339</c:v>
                </c:pt>
                <c:pt idx="622">
                  <c:v>39340</c:v>
                </c:pt>
                <c:pt idx="623">
                  <c:v>39341</c:v>
                </c:pt>
                <c:pt idx="624">
                  <c:v>39342</c:v>
                </c:pt>
                <c:pt idx="625">
                  <c:v>39343</c:v>
                </c:pt>
                <c:pt idx="626">
                  <c:v>39344</c:v>
                </c:pt>
                <c:pt idx="627">
                  <c:v>39345</c:v>
                </c:pt>
                <c:pt idx="628">
                  <c:v>39346</c:v>
                </c:pt>
                <c:pt idx="629">
                  <c:v>39347</c:v>
                </c:pt>
                <c:pt idx="630">
                  <c:v>39348</c:v>
                </c:pt>
                <c:pt idx="631">
                  <c:v>39349</c:v>
                </c:pt>
                <c:pt idx="632">
                  <c:v>39350</c:v>
                </c:pt>
                <c:pt idx="633">
                  <c:v>39351</c:v>
                </c:pt>
                <c:pt idx="634">
                  <c:v>39352</c:v>
                </c:pt>
                <c:pt idx="635">
                  <c:v>39353</c:v>
                </c:pt>
                <c:pt idx="636">
                  <c:v>39354</c:v>
                </c:pt>
                <c:pt idx="637">
                  <c:v>39355</c:v>
                </c:pt>
                <c:pt idx="638">
                  <c:v>39356</c:v>
                </c:pt>
                <c:pt idx="639">
                  <c:v>39357</c:v>
                </c:pt>
                <c:pt idx="640">
                  <c:v>39358</c:v>
                </c:pt>
                <c:pt idx="641">
                  <c:v>39359</c:v>
                </c:pt>
                <c:pt idx="642">
                  <c:v>39360</c:v>
                </c:pt>
                <c:pt idx="643">
                  <c:v>39361</c:v>
                </c:pt>
                <c:pt idx="644">
                  <c:v>39362</c:v>
                </c:pt>
                <c:pt idx="645">
                  <c:v>39363</c:v>
                </c:pt>
                <c:pt idx="646">
                  <c:v>39364</c:v>
                </c:pt>
                <c:pt idx="647">
                  <c:v>39365</c:v>
                </c:pt>
                <c:pt idx="648">
                  <c:v>39366</c:v>
                </c:pt>
                <c:pt idx="649">
                  <c:v>39367</c:v>
                </c:pt>
                <c:pt idx="650">
                  <c:v>39368</c:v>
                </c:pt>
                <c:pt idx="651">
                  <c:v>39369</c:v>
                </c:pt>
                <c:pt idx="652">
                  <c:v>39370</c:v>
                </c:pt>
                <c:pt idx="653">
                  <c:v>39371</c:v>
                </c:pt>
                <c:pt idx="654">
                  <c:v>39372</c:v>
                </c:pt>
                <c:pt idx="655">
                  <c:v>39373</c:v>
                </c:pt>
                <c:pt idx="656">
                  <c:v>39374</c:v>
                </c:pt>
                <c:pt idx="657">
                  <c:v>39375</c:v>
                </c:pt>
                <c:pt idx="658">
                  <c:v>39376</c:v>
                </c:pt>
                <c:pt idx="659">
                  <c:v>39377</c:v>
                </c:pt>
                <c:pt idx="660">
                  <c:v>39378</c:v>
                </c:pt>
                <c:pt idx="661">
                  <c:v>39379</c:v>
                </c:pt>
                <c:pt idx="662">
                  <c:v>39380</c:v>
                </c:pt>
                <c:pt idx="663">
                  <c:v>39381</c:v>
                </c:pt>
                <c:pt idx="664">
                  <c:v>39382</c:v>
                </c:pt>
                <c:pt idx="665">
                  <c:v>39383</c:v>
                </c:pt>
                <c:pt idx="666">
                  <c:v>39384</c:v>
                </c:pt>
                <c:pt idx="667">
                  <c:v>39385</c:v>
                </c:pt>
                <c:pt idx="668">
                  <c:v>39386</c:v>
                </c:pt>
                <c:pt idx="669">
                  <c:v>39387</c:v>
                </c:pt>
                <c:pt idx="670">
                  <c:v>39388</c:v>
                </c:pt>
                <c:pt idx="671">
                  <c:v>39389</c:v>
                </c:pt>
                <c:pt idx="672">
                  <c:v>39390</c:v>
                </c:pt>
                <c:pt idx="673">
                  <c:v>39391</c:v>
                </c:pt>
                <c:pt idx="674">
                  <c:v>39392</c:v>
                </c:pt>
                <c:pt idx="675">
                  <c:v>39393</c:v>
                </c:pt>
                <c:pt idx="676">
                  <c:v>39394</c:v>
                </c:pt>
                <c:pt idx="677">
                  <c:v>39395</c:v>
                </c:pt>
                <c:pt idx="678">
                  <c:v>39396</c:v>
                </c:pt>
                <c:pt idx="679">
                  <c:v>39397</c:v>
                </c:pt>
                <c:pt idx="680">
                  <c:v>39398</c:v>
                </c:pt>
                <c:pt idx="681">
                  <c:v>39399</c:v>
                </c:pt>
                <c:pt idx="682">
                  <c:v>39400</c:v>
                </c:pt>
                <c:pt idx="683">
                  <c:v>39401</c:v>
                </c:pt>
                <c:pt idx="684">
                  <c:v>39402</c:v>
                </c:pt>
                <c:pt idx="685">
                  <c:v>39403</c:v>
                </c:pt>
                <c:pt idx="686">
                  <c:v>39404</c:v>
                </c:pt>
                <c:pt idx="687">
                  <c:v>39405</c:v>
                </c:pt>
                <c:pt idx="688">
                  <c:v>39406</c:v>
                </c:pt>
                <c:pt idx="689">
                  <c:v>39407</c:v>
                </c:pt>
                <c:pt idx="690">
                  <c:v>39408</c:v>
                </c:pt>
                <c:pt idx="691">
                  <c:v>39409</c:v>
                </c:pt>
                <c:pt idx="692">
                  <c:v>39410</c:v>
                </c:pt>
                <c:pt idx="693">
                  <c:v>39411</c:v>
                </c:pt>
                <c:pt idx="694">
                  <c:v>39412</c:v>
                </c:pt>
                <c:pt idx="695">
                  <c:v>39413</c:v>
                </c:pt>
                <c:pt idx="696">
                  <c:v>39414</c:v>
                </c:pt>
                <c:pt idx="697">
                  <c:v>39415</c:v>
                </c:pt>
                <c:pt idx="698">
                  <c:v>39416</c:v>
                </c:pt>
                <c:pt idx="699">
                  <c:v>39417</c:v>
                </c:pt>
                <c:pt idx="700">
                  <c:v>39418</c:v>
                </c:pt>
                <c:pt idx="701">
                  <c:v>39419</c:v>
                </c:pt>
                <c:pt idx="702">
                  <c:v>39420</c:v>
                </c:pt>
                <c:pt idx="703">
                  <c:v>39421</c:v>
                </c:pt>
                <c:pt idx="704">
                  <c:v>39422</c:v>
                </c:pt>
                <c:pt idx="705">
                  <c:v>39423</c:v>
                </c:pt>
                <c:pt idx="706">
                  <c:v>39424</c:v>
                </c:pt>
                <c:pt idx="707">
                  <c:v>39425</c:v>
                </c:pt>
                <c:pt idx="708">
                  <c:v>39426</c:v>
                </c:pt>
                <c:pt idx="709">
                  <c:v>39427</c:v>
                </c:pt>
                <c:pt idx="710">
                  <c:v>39428</c:v>
                </c:pt>
                <c:pt idx="711">
                  <c:v>39429</c:v>
                </c:pt>
                <c:pt idx="712">
                  <c:v>39430</c:v>
                </c:pt>
                <c:pt idx="713">
                  <c:v>39431</c:v>
                </c:pt>
                <c:pt idx="714">
                  <c:v>39432</c:v>
                </c:pt>
                <c:pt idx="715">
                  <c:v>39433</c:v>
                </c:pt>
                <c:pt idx="716">
                  <c:v>39434</c:v>
                </c:pt>
                <c:pt idx="717">
                  <c:v>39435</c:v>
                </c:pt>
                <c:pt idx="718">
                  <c:v>39436</c:v>
                </c:pt>
                <c:pt idx="719">
                  <c:v>39437</c:v>
                </c:pt>
                <c:pt idx="720">
                  <c:v>39438</c:v>
                </c:pt>
                <c:pt idx="721">
                  <c:v>39439</c:v>
                </c:pt>
                <c:pt idx="722">
                  <c:v>39440</c:v>
                </c:pt>
                <c:pt idx="723">
                  <c:v>39441</c:v>
                </c:pt>
                <c:pt idx="724">
                  <c:v>39442</c:v>
                </c:pt>
                <c:pt idx="725">
                  <c:v>39443</c:v>
                </c:pt>
                <c:pt idx="726">
                  <c:v>39444</c:v>
                </c:pt>
                <c:pt idx="727">
                  <c:v>39445</c:v>
                </c:pt>
                <c:pt idx="728">
                  <c:v>39446</c:v>
                </c:pt>
                <c:pt idx="729">
                  <c:v>39447</c:v>
                </c:pt>
                <c:pt idx="730">
                  <c:v>39448</c:v>
                </c:pt>
                <c:pt idx="731">
                  <c:v>39449</c:v>
                </c:pt>
                <c:pt idx="732">
                  <c:v>39450</c:v>
                </c:pt>
                <c:pt idx="733">
                  <c:v>39451</c:v>
                </c:pt>
                <c:pt idx="734">
                  <c:v>39452</c:v>
                </c:pt>
                <c:pt idx="735">
                  <c:v>39453</c:v>
                </c:pt>
                <c:pt idx="736">
                  <c:v>39454</c:v>
                </c:pt>
                <c:pt idx="737">
                  <c:v>39455</c:v>
                </c:pt>
                <c:pt idx="738">
                  <c:v>39456</c:v>
                </c:pt>
                <c:pt idx="739">
                  <c:v>39457</c:v>
                </c:pt>
                <c:pt idx="740">
                  <c:v>39458</c:v>
                </c:pt>
                <c:pt idx="741">
                  <c:v>39459</c:v>
                </c:pt>
                <c:pt idx="742">
                  <c:v>39460</c:v>
                </c:pt>
                <c:pt idx="743">
                  <c:v>39461</c:v>
                </c:pt>
                <c:pt idx="744">
                  <c:v>39462</c:v>
                </c:pt>
                <c:pt idx="745">
                  <c:v>39463</c:v>
                </c:pt>
                <c:pt idx="746">
                  <c:v>39464</c:v>
                </c:pt>
                <c:pt idx="747">
                  <c:v>39465</c:v>
                </c:pt>
                <c:pt idx="748">
                  <c:v>39466</c:v>
                </c:pt>
                <c:pt idx="749">
                  <c:v>39467</c:v>
                </c:pt>
                <c:pt idx="750">
                  <c:v>39468</c:v>
                </c:pt>
                <c:pt idx="751">
                  <c:v>39469</c:v>
                </c:pt>
                <c:pt idx="752">
                  <c:v>39470</c:v>
                </c:pt>
                <c:pt idx="753">
                  <c:v>39471</c:v>
                </c:pt>
                <c:pt idx="754">
                  <c:v>39472</c:v>
                </c:pt>
                <c:pt idx="755">
                  <c:v>39473</c:v>
                </c:pt>
                <c:pt idx="756">
                  <c:v>39474</c:v>
                </c:pt>
                <c:pt idx="757">
                  <c:v>39475</c:v>
                </c:pt>
                <c:pt idx="758">
                  <c:v>39476</c:v>
                </c:pt>
                <c:pt idx="759">
                  <c:v>39477</c:v>
                </c:pt>
                <c:pt idx="760">
                  <c:v>39478</c:v>
                </c:pt>
                <c:pt idx="761">
                  <c:v>39479</c:v>
                </c:pt>
                <c:pt idx="762">
                  <c:v>39480</c:v>
                </c:pt>
                <c:pt idx="763">
                  <c:v>39481</c:v>
                </c:pt>
                <c:pt idx="764">
                  <c:v>39482</c:v>
                </c:pt>
                <c:pt idx="765">
                  <c:v>39483</c:v>
                </c:pt>
                <c:pt idx="766">
                  <c:v>39484</c:v>
                </c:pt>
                <c:pt idx="767">
                  <c:v>39485</c:v>
                </c:pt>
                <c:pt idx="768">
                  <c:v>39486</c:v>
                </c:pt>
                <c:pt idx="769">
                  <c:v>39487</c:v>
                </c:pt>
                <c:pt idx="770">
                  <c:v>39488</c:v>
                </c:pt>
                <c:pt idx="771">
                  <c:v>39489</c:v>
                </c:pt>
                <c:pt idx="772">
                  <c:v>39490</c:v>
                </c:pt>
                <c:pt idx="773">
                  <c:v>39491</c:v>
                </c:pt>
                <c:pt idx="774">
                  <c:v>39492</c:v>
                </c:pt>
                <c:pt idx="775">
                  <c:v>39493</c:v>
                </c:pt>
                <c:pt idx="776">
                  <c:v>39494</c:v>
                </c:pt>
                <c:pt idx="777">
                  <c:v>39495</c:v>
                </c:pt>
                <c:pt idx="778">
                  <c:v>39496</c:v>
                </c:pt>
                <c:pt idx="779">
                  <c:v>39497</c:v>
                </c:pt>
                <c:pt idx="780">
                  <c:v>39498</c:v>
                </c:pt>
                <c:pt idx="781">
                  <c:v>39499</c:v>
                </c:pt>
                <c:pt idx="782">
                  <c:v>39500</c:v>
                </c:pt>
                <c:pt idx="783">
                  <c:v>39501</c:v>
                </c:pt>
                <c:pt idx="784">
                  <c:v>39502</c:v>
                </c:pt>
                <c:pt idx="785">
                  <c:v>39503</c:v>
                </c:pt>
                <c:pt idx="786">
                  <c:v>39504</c:v>
                </c:pt>
                <c:pt idx="787">
                  <c:v>39505</c:v>
                </c:pt>
                <c:pt idx="788">
                  <c:v>39506</c:v>
                </c:pt>
                <c:pt idx="789">
                  <c:v>39507</c:v>
                </c:pt>
                <c:pt idx="790">
                  <c:v>39508</c:v>
                </c:pt>
                <c:pt idx="791">
                  <c:v>39509</c:v>
                </c:pt>
                <c:pt idx="792">
                  <c:v>39510</c:v>
                </c:pt>
                <c:pt idx="793">
                  <c:v>39511</c:v>
                </c:pt>
                <c:pt idx="794">
                  <c:v>39512</c:v>
                </c:pt>
                <c:pt idx="795">
                  <c:v>39513</c:v>
                </c:pt>
                <c:pt idx="796">
                  <c:v>39514</c:v>
                </c:pt>
                <c:pt idx="797">
                  <c:v>39515</c:v>
                </c:pt>
                <c:pt idx="798">
                  <c:v>39516</c:v>
                </c:pt>
                <c:pt idx="799">
                  <c:v>39517</c:v>
                </c:pt>
                <c:pt idx="800">
                  <c:v>39518</c:v>
                </c:pt>
                <c:pt idx="801">
                  <c:v>39519</c:v>
                </c:pt>
                <c:pt idx="802">
                  <c:v>39520</c:v>
                </c:pt>
                <c:pt idx="803">
                  <c:v>39521</c:v>
                </c:pt>
                <c:pt idx="804">
                  <c:v>39522</c:v>
                </c:pt>
                <c:pt idx="805">
                  <c:v>39523</c:v>
                </c:pt>
                <c:pt idx="806">
                  <c:v>39524</c:v>
                </c:pt>
                <c:pt idx="807">
                  <c:v>39525</c:v>
                </c:pt>
                <c:pt idx="808">
                  <c:v>39526</c:v>
                </c:pt>
                <c:pt idx="809">
                  <c:v>39527</c:v>
                </c:pt>
                <c:pt idx="810">
                  <c:v>39528</c:v>
                </c:pt>
                <c:pt idx="811">
                  <c:v>39529</c:v>
                </c:pt>
                <c:pt idx="812">
                  <c:v>39530</c:v>
                </c:pt>
                <c:pt idx="813">
                  <c:v>39531</c:v>
                </c:pt>
                <c:pt idx="814">
                  <c:v>39532</c:v>
                </c:pt>
                <c:pt idx="815">
                  <c:v>39533</c:v>
                </c:pt>
                <c:pt idx="816">
                  <c:v>39534</c:v>
                </c:pt>
                <c:pt idx="817">
                  <c:v>39535</c:v>
                </c:pt>
                <c:pt idx="818">
                  <c:v>39536</c:v>
                </c:pt>
                <c:pt idx="819">
                  <c:v>39537</c:v>
                </c:pt>
                <c:pt idx="820">
                  <c:v>39538</c:v>
                </c:pt>
                <c:pt idx="821">
                  <c:v>39539</c:v>
                </c:pt>
                <c:pt idx="822">
                  <c:v>39540</c:v>
                </c:pt>
                <c:pt idx="823">
                  <c:v>39541</c:v>
                </c:pt>
                <c:pt idx="824">
                  <c:v>39542</c:v>
                </c:pt>
                <c:pt idx="825">
                  <c:v>39543</c:v>
                </c:pt>
                <c:pt idx="826">
                  <c:v>39544</c:v>
                </c:pt>
                <c:pt idx="827">
                  <c:v>39545</c:v>
                </c:pt>
                <c:pt idx="828">
                  <c:v>39546</c:v>
                </c:pt>
                <c:pt idx="829">
                  <c:v>39547</c:v>
                </c:pt>
                <c:pt idx="830">
                  <c:v>39548</c:v>
                </c:pt>
                <c:pt idx="831">
                  <c:v>39549</c:v>
                </c:pt>
                <c:pt idx="832">
                  <c:v>39550</c:v>
                </c:pt>
                <c:pt idx="833">
                  <c:v>39551</c:v>
                </c:pt>
                <c:pt idx="834">
                  <c:v>39552</c:v>
                </c:pt>
                <c:pt idx="835">
                  <c:v>39553</c:v>
                </c:pt>
                <c:pt idx="836">
                  <c:v>39554</c:v>
                </c:pt>
                <c:pt idx="837">
                  <c:v>39555</c:v>
                </c:pt>
                <c:pt idx="838">
                  <c:v>39556</c:v>
                </c:pt>
                <c:pt idx="839">
                  <c:v>39557</c:v>
                </c:pt>
                <c:pt idx="840">
                  <c:v>39558</c:v>
                </c:pt>
                <c:pt idx="841">
                  <c:v>39559</c:v>
                </c:pt>
                <c:pt idx="842">
                  <c:v>39560</c:v>
                </c:pt>
                <c:pt idx="843">
                  <c:v>39561</c:v>
                </c:pt>
                <c:pt idx="844">
                  <c:v>39562</c:v>
                </c:pt>
                <c:pt idx="845">
                  <c:v>39563</c:v>
                </c:pt>
                <c:pt idx="846">
                  <c:v>39564</c:v>
                </c:pt>
                <c:pt idx="847">
                  <c:v>39565</c:v>
                </c:pt>
                <c:pt idx="848">
                  <c:v>39566</c:v>
                </c:pt>
                <c:pt idx="849">
                  <c:v>39567</c:v>
                </c:pt>
                <c:pt idx="850">
                  <c:v>39568</c:v>
                </c:pt>
                <c:pt idx="851">
                  <c:v>39569</c:v>
                </c:pt>
                <c:pt idx="852">
                  <c:v>39570</c:v>
                </c:pt>
                <c:pt idx="853">
                  <c:v>39571</c:v>
                </c:pt>
                <c:pt idx="854">
                  <c:v>39572</c:v>
                </c:pt>
                <c:pt idx="855">
                  <c:v>39573</c:v>
                </c:pt>
                <c:pt idx="856">
                  <c:v>39574</c:v>
                </c:pt>
                <c:pt idx="857">
                  <c:v>39575</c:v>
                </c:pt>
                <c:pt idx="858">
                  <c:v>39576</c:v>
                </c:pt>
                <c:pt idx="859">
                  <c:v>39577</c:v>
                </c:pt>
                <c:pt idx="860">
                  <c:v>39578</c:v>
                </c:pt>
                <c:pt idx="861">
                  <c:v>39579</c:v>
                </c:pt>
                <c:pt idx="862">
                  <c:v>39580</c:v>
                </c:pt>
                <c:pt idx="863">
                  <c:v>39581</c:v>
                </c:pt>
                <c:pt idx="864">
                  <c:v>39582</c:v>
                </c:pt>
                <c:pt idx="865">
                  <c:v>39583</c:v>
                </c:pt>
                <c:pt idx="866">
                  <c:v>39584</c:v>
                </c:pt>
                <c:pt idx="867">
                  <c:v>39585</c:v>
                </c:pt>
                <c:pt idx="868">
                  <c:v>39586</c:v>
                </c:pt>
                <c:pt idx="869">
                  <c:v>39587</c:v>
                </c:pt>
                <c:pt idx="870">
                  <c:v>39588</c:v>
                </c:pt>
                <c:pt idx="871">
                  <c:v>39589</c:v>
                </c:pt>
                <c:pt idx="872">
                  <c:v>39590</c:v>
                </c:pt>
                <c:pt idx="873">
                  <c:v>39591</c:v>
                </c:pt>
                <c:pt idx="874">
                  <c:v>39592</c:v>
                </c:pt>
                <c:pt idx="875">
                  <c:v>39593</c:v>
                </c:pt>
                <c:pt idx="876">
                  <c:v>39594</c:v>
                </c:pt>
                <c:pt idx="877">
                  <c:v>39595</c:v>
                </c:pt>
                <c:pt idx="878">
                  <c:v>39596</c:v>
                </c:pt>
                <c:pt idx="879">
                  <c:v>39597</c:v>
                </c:pt>
                <c:pt idx="880">
                  <c:v>39598</c:v>
                </c:pt>
                <c:pt idx="881">
                  <c:v>39599</c:v>
                </c:pt>
                <c:pt idx="882">
                  <c:v>39600</c:v>
                </c:pt>
                <c:pt idx="883">
                  <c:v>39601</c:v>
                </c:pt>
                <c:pt idx="884">
                  <c:v>39602</c:v>
                </c:pt>
                <c:pt idx="885">
                  <c:v>39603</c:v>
                </c:pt>
                <c:pt idx="886">
                  <c:v>39604</c:v>
                </c:pt>
                <c:pt idx="887">
                  <c:v>39605</c:v>
                </c:pt>
                <c:pt idx="888">
                  <c:v>39606</c:v>
                </c:pt>
                <c:pt idx="889">
                  <c:v>39607</c:v>
                </c:pt>
                <c:pt idx="890">
                  <c:v>39608</c:v>
                </c:pt>
                <c:pt idx="891">
                  <c:v>39609</c:v>
                </c:pt>
                <c:pt idx="892">
                  <c:v>39610</c:v>
                </c:pt>
                <c:pt idx="893">
                  <c:v>39611</c:v>
                </c:pt>
                <c:pt idx="894">
                  <c:v>39612</c:v>
                </c:pt>
                <c:pt idx="895">
                  <c:v>39613</c:v>
                </c:pt>
                <c:pt idx="896">
                  <c:v>39614</c:v>
                </c:pt>
                <c:pt idx="897">
                  <c:v>39615</c:v>
                </c:pt>
                <c:pt idx="898">
                  <c:v>39616</c:v>
                </c:pt>
                <c:pt idx="899">
                  <c:v>39617</c:v>
                </c:pt>
                <c:pt idx="900">
                  <c:v>39618</c:v>
                </c:pt>
                <c:pt idx="901">
                  <c:v>39619</c:v>
                </c:pt>
                <c:pt idx="902">
                  <c:v>39620</c:v>
                </c:pt>
                <c:pt idx="903">
                  <c:v>39621</c:v>
                </c:pt>
                <c:pt idx="904">
                  <c:v>39622</c:v>
                </c:pt>
                <c:pt idx="905">
                  <c:v>39623</c:v>
                </c:pt>
                <c:pt idx="906">
                  <c:v>39624</c:v>
                </c:pt>
                <c:pt idx="907">
                  <c:v>39625</c:v>
                </c:pt>
                <c:pt idx="908">
                  <c:v>39626</c:v>
                </c:pt>
                <c:pt idx="909">
                  <c:v>39627</c:v>
                </c:pt>
                <c:pt idx="910">
                  <c:v>39628</c:v>
                </c:pt>
                <c:pt idx="911">
                  <c:v>39629</c:v>
                </c:pt>
                <c:pt idx="912">
                  <c:v>39630</c:v>
                </c:pt>
                <c:pt idx="913">
                  <c:v>39631</c:v>
                </c:pt>
                <c:pt idx="914">
                  <c:v>39632</c:v>
                </c:pt>
                <c:pt idx="915">
                  <c:v>39633</c:v>
                </c:pt>
                <c:pt idx="916">
                  <c:v>39634</c:v>
                </c:pt>
                <c:pt idx="917">
                  <c:v>39635</c:v>
                </c:pt>
                <c:pt idx="918">
                  <c:v>39636</c:v>
                </c:pt>
                <c:pt idx="919">
                  <c:v>39637</c:v>
                </c:pt>
                <c:pt idx="920">
                  <c:v>39638</c:v>
                </c:pt>
                <c:pt idx="921">
                  <c:v>39639</c:v>
                </c:pt>
                <c:pt idx="922">
                  <c:v>39640</c:v>
                </c:pt>
                <c:pt idx="923">
                  <c:v>39641</c:v>
                </c:pt>
                <c:pt idx="924">
                  <c:v>39642</c:v>
                </c:pt>
                <c:pt idx="925">
                  <c:v>39643</c:v>
                </c:pt>
                <c:pt idx="926">
                  <c:v>39644</c:v>
                </c:pt>
                <c:pt idx="927">
                  <c:v>39645</c:v>
                </c:pt>
                <c:pt idx="928">
                  <c:v>39646</c:v>
                </c:pt>
                <c:pt idx="929">
                  <c:v>39647</c:v>
                </c:pt>
                <c:pt idx="930">
                  <c:v>39648</c:v>
                </c:pt>
                <c:pt idx="931">
                  <c:v>39649</c:v>
                </c:pt>
                <c:pt idx="932">
                  <c:v>39650</c:v>
                </c:pt>
                <c:pt idx="933">
                  <c:v>39651</c:v>
                </c:pt>
                <c:pt idx="934">
                  <c:v>39652</c:v>
                </c:pt>
                <c:pt idx="935">
                  <c:v>39653</c:v>
                </c:pt>
                <c:pt idx="936">
                  <c:v>39654</c:v>
                </c:pt>
                <c:pt idx="937">
                  <c:v>39655</c:v>
                </c:pt>
                <c:pt idx="938">
                  <c:v>39656</c:v>
                </c:pt>
                <c:pt idx="939">
                  <c:v>39657</c:v>
                </c:pt>
                <c:pt idx="940">
                  <c:v>39658</c:v>
                </c:pt>
                <c:pt idx="941">
                  <c:v>39659</c:v>
                </c:pt>
                <c:pt idx="942">
                  <c:v>39660</c:v>
                </c:pt>
                <c:pt idx="943">
                  <c:v>39661</c:v>
                </c:pt>
                <c:pt idx="944">
                  <c:v>39662</c:v>
                </c:pt>
                <c:pt idx="945">
                  <c:v>39663</c:v>
                </c:pt>
                <c:pt idx="946">
                  <c:v>39664</c:v>
                </c:pt>
                <c:pt idx="947">
                  <c:v>39665</c:v>
                </c:pt>
                <c:pt idx="948">
                  <c:v>39666</c:v>
                </c:pt>
                <c:pt idx="949">
                  <c:v>39667</c:v>
                </c:pt>
                <c:pt idx="950">
                  <c:v>39668</c:v>
                </c:pt>
                <c:pt idx="951">
                  <c:v>39669</c:v>
                </c:pt>
                <c:pt idx="952">
                  <c:v>39670</c:v>
                </c:pt>
                <c:pt idx="953">
                  <c:v>39671</c:v>
                </c:pt>
                <c:pt idx="954">
                  <c:v>39672</c:v>
                </c:pt>
                <c:pt idx="955">
                  <c:v>39673</c:v>
                </c:pt>
                <c:pt idx="956">
                  <c:v>39674</c:v>
                </c:pt>
                <c:pt idx="957">
                  <c:v>39675</c:v>
                </c:pt>
                <c:pt idx="958">
                  <c:v>39676</c:v>
                </c:pt>
                <c:pt idx="959">
                  <c:v>39677</c:v>
                </c:pt>
                <c:pt idx="960">
                  <c:v>39678</c:v>
                </c:pt>
                <c:pt idx="961">
                  <c:v>39679</c:v>
                </c:pt>
                <c:pt idx="962">
                  <c:v>39680</c:v>
                </c:pt>
                <c:pt idx="963">
                  <c:v>39681</c:v>
                </c:pt>
                <c:pt idx="964">
                  <c:v>39682</c:v>
                </c:pt>
                <c:pt idx="965">
                  <c:v>39683</c:v>
                </c:pt>
                <c:pt idx="966">
                  <c:v>39684</c:v>
                </c:pt>
                <c:pt idx="967">
                  <c:v>39685</c:v>
                </c:pt>
                <c:pt idx="968">
                  <c:v>39686</c:v>
                </c:pt>
                <c:pt idx="969">
                  <c:v>39687</c:v>
                </c:pt>
                <c:pt idx="970">
                  <c:v>39688</c:v>
                </c:pt>
                <c:pt idx="971">
                  <c:v>39689</c:v>
                </c:pt>
                <c:pt idx="972">
                  <c:v>39690</c:v>
                </c:pt>
                <c:pt idx="973">
                  <c:v>39691</c:v>
                </c:pt>
                <c:pt idx="974">
                  <c:v>39692</c:v>
                </c:pt>
                <c:pt idx="975">
                  <c:v>39693</c:v>
                </c:pt>
                <c:pt idx="976">
                  <c:v>39694</c:v>
                </c:pt>
                <c:pt idx="977">
                  <c:v>39695</c:v>
                </c:pt>
                <c:pt idx="978">
                  <c:v>39696</c:v>
                </c:pt>
                <c:pt idx="979">
                  <c:v>39697</c:v>
                </c:pt>
                <c:pt idx="980">
                  <c:v>39698</c:v>
                </c:pt>
                <c:pt idx="981">
                  <c:v>39699</c:v>
                </c:pt>
                <c:pt idx="982">
                  <c:v>39700</c:v>
                </c:pt>
                <c:pt idx="983">
                  <c:v>39701</c:v>
                </c:pt>
                <c:pt idx="984">
                  <c:v>39702</c:v>
                </c:pt>
                <c:pt idx="985">
                  <c:v>39703</c:v>
                </c:pt>
                <c:pt idx="986">
                  <c:v>39704</c:v>
                </c:pt>
                <c:pt idx="987">
                  <c:v>39705</c:v>
                </c:pt>
                <c:pt idx="988">
                  <c:v>39706</c:v>
                </c:pt>
                <c:pt idx="989">
                  <c:v>39707</c:v>
                </c:pt>
                <c:pt idx="990">
                  <c:v>39708</c:v>
                </c:pt>
                <c:pt idx="991">
                  <c:v>39709</c:v>
                </c:pt>
                <c:pt idx="992">
                  <c:v>39710</c:v>
                </c:pt>
                <c:pt idx="993">
                  <c:v>39711</c:v>
                </c:pt>
                <c:pt idx="994">
                  <c:v>39712</c:v>
                </c:pt>
                <c:pt idx="995">
                  <c:v>39713</c:v>
                </c:pt>
                <c:pt idx="996">
                  <c:v>39714</c:v>
                </c:pt>
                <c:pt idx="997">
                  <c:v>39715</c:v>
                </c:pt>
                <c:pt idx="998">
                  <c:v>39716</c:v>
                </c:pt>
                <c:pt idx="999">
                  <c:v>39717</c:v>
                </c:pt>
                <c:pt idx="1000">
                  <c:v>39718</c:v>
                </c:pt>
                <c:pt idx="1001">
                  <c:v>39719</c:v>
                </c:pt>
                <c:pt idx="1002">
                  <c:v>39720</c:v>
                </c:pt>
                <c:pt idx="1003">
                  <c:v>39721</c:v>
                </c:pt>
                <c:pt idx="1004">
                  <c:v>39722</c:v>
                </c:pt>
                <c:pt idx="1005">
                  <c:v>39723</c:v>
                </c:pt>
                <c:pt idx="1006">
                  <c:v>39724</c:v>
                </c:pt>
                <c:pt idx="1007">
                  <c:v>39725</c:v>
                </c:pt>
                <c:pt idx="1008">
                  <c:v>39726</c:v>
                </c:pt>
                <c:pt idx="1009">
                  <c:v>39727</c:v>
                </c:pt>
                <c:pt idx="1010">
                  <c:v>39728</c:v>
                </c:pt>
                <c:pt idx="1011">
                  <c:v>39729</c:v>
                </c:pt>
                <c:pt idx="1012">
                  <c:v>39730</c:v>
                </c:pt>
                <c:pt idx="1013">
                  <c:v>39731</c:v>
                </c:pt>
                <c:pt idx="1014">
                  <c:v>39732</c:v>
                </c:pt>
                <c:pt idx="1015">
                  <c:v>39733</c:v>
                </c:pt>
                <c:pt idx="1016">
                  <c:v>39734</c:v>
                </c:pt>
                <c:pt idx="1017">
                  <c:v>39735</c:v>
                </c:pt>
                <c:pt idx="1018">
                  <c:v>39736</c:v>
                </c:pt>
                <c:pt idx="1019">
                  <c:v>39737</c:v>
                </c:pt>
                <c:pt idx="1020">
                  <c:v>39738</c:v>
                </c:pt>
                <c:pt idx="1021">
                  <c:v>39739</c:v>
                </c:pt>
                <c:pt idx="1022">
                  <c:v>39740</c:v>
                </c:pt>
                <c:pt idx="1023">
                  <c:v>39741</c:v>
                </c:pt>
                <c:pt idx="1024">
                  <c:v>39742</c:v>
                </c:pt>
                <c:pt idx="1025">
                  <c:v>39743</c:v>
                </c:pt>
                <c:pt idx="1026">
                  <c:v>39744</c:v>
                </c:pt>
                <c:pt idx="1027">
                  <c:v>39745</c:v>
                </c:pt>
                <c:pt idx="1028">
                  <c:v>39746</c:v>
                </c:pt>
                <c:pt idx="1029">
                  <c:v>39747</c:v>
                </c:pt>
                <c:pt idx="1030">
                  <c:v>39748</c:v>
                </c:pt>
                <c:pt idx="1031">
                  <c:v>39749</c:v>
                </c:pt>
                <c:pt idx="1032">
                  <c:v>39750</c:v>
                </c:pt>
                <c:pt idx="1033">
                  <c:v>39751</c:v>
                </c:pt>
                <c:pt idx="1034">
                  <c:v>39752</c:v>
                </c:pt>
                <c:pt idx="1035">
                  <c:v>39753</c:v>
                </c:pt>
                <c:pt idx="1036">
                  <c:v>39754</c:v>
                </c:pt>
                <c:pt idx="1037">
                  <c:v>39755</c:v>
                </c:pt>
                <c:pt idx="1038">
                  <c:v>39756</c:v>
                </c:pt>
                <c:pt idx="1039">
                  <c:v>39757</c:v>
                </c:pt>
                <c:pt idx="1040">
                  <c:v>39758</c:v>
                </c:pt>
                <c:pt idx="1041">
                  <c:v>39759</c:v>
                </c:pt>
                <c:pt idx="1042">
                  <c:v>39760</c:v>
                </c:pt>
                <c:pt idx="1043">
                  <c:v>39761</c:v>
                </c:pt>
                <c:pt idx="1044">
                  <c:v>39762</c:v>
                </c:pt>
                <c:pt idx="1045">
                  <c:v>39763</c:v>
                </c:pt>
                <c:pt idx="1046">
                  <c:v>39764</c:v>
                </c:pt>
                <c:pt idx="1047">
                  <c:v>39765</c:v>
                </c:pt>
                <c:pt idx="1048">
                  <c:v>39766</c:v>
                </c:pt>
                <c:pt idx="1049">
                  <c:v>39767</c:v>
                </c:pt>
                <c:pt idx="1050">
                  <c:v>39768</c:v>
                </c:pt>
                <c:pt idx="1051">
                  <c:v>39769</c:v>
                </c:pt>
                <c:pt idx="1052">
                  <c:v>39770</c:v>
                </c:pt>
                <c:pt idx="1053">
                  <c:v>39771</c:v>
                </c:pt>
                <c:pt idx="1054">
                  <c:v>39772</c:v>
                </c:pt>
                <c:pt idx="1055">
                  <c:v>39773</c:v>
                </c:pt>
                <c:pt idx="1056">
                  <c:v>39774</c:v>
                </c:pt>
                <c:pt idx="1057">
                  <c:v>39775</c:v>
                </c:pt>
                <c:pt idx="1058">
                  <c:v>39776</c:v>
                </c:pt>
                <c:pt idx="1059">
                  <c:v>39777</c:v>
                </c:pt>
                <c:pt idx="1060">
                  <c:v>39778</c:v>
                </c:pt>
                <c:pt idx="1061">
                  <c:v>39779</c:v>
                </c:pt>
                <c:pt idx="1062">
                  <c:v>39780</c:v>
                </c:pt>
                <c:pt idx="1063">
                  <c:v>39781</c:v>
                </c:pt>
                <c:pt idx="1064">
                  <c:v>39782</c:v>
                </c:pt>
                <c:pt idx="1065">
                  <c:v>39783</c:v>
                </c:pt>
                <c:pt idx="1066">
                  <c:v>39784</c:v>
                </c:pt>
                <c:pt idx="1067">
                  <c:v>39785</c:v>
                </c:pt>
                <c:pt idx="1068">
                  <c:v>39786</c:v>
                </c:pt>
                <c:pt idx="1069">
                  <c:v>39787</c:v>
                </c:pt>
                <c:pt idx="1070">
                  <c:v>39788</c:v>
                </c:pt>
                <c:pt idx="1071">
                  <c:v>39789</c:v>
                </c:pt>
                <c:pt idx="1072">
                  <c:v>39790</c:v>
                </c:pt>
                <c:pt idx="1073">
                  <c:v>39791</c:v>
                </c:pt>
                <c:pt idx="1074">
                  <c:v>39792</c:v>
                </c:pt>
                <c:pt idx="1075">
                  <c:v>39793</c:v>
                </c:pt>
                <c:pt idx="1076">
                  <c:v>39794</c:v>
                </c:pt>
                <c:pt idx="1077">
                  <c:v>39795</c:v>
                </c:pt>
                <c:pt idx="1078">
                  <c:v>39796</c:v>
                </c:pt>
                <c:pt idx="1079">
                  <c:v>39797</c:v>
                </c:pt>
                <c:pt idx="1080">
                  <c:v>39798</c:v>
                </c:pt>
                <c:pt idx="1081">
                  <c:v>39799</c:v>
                </c:pt>
                <c:pt idx="1082">
                  <c:v>39800</c:v>
                </c:pt>
                <c:pt idx="1083">
                  <c:v>39801</c:v>
                </c:pt>
                <c:pt idx="1084">
                  <c:v>39802</c:v>
                </c:pt>
                <c:pt idx="1085">
                  <c:v>39803</c:v>
                </c:pt>
                <c:pt idx="1086">
                  <c:v>39804</c:v>
                </c:pt>
                <c:pt idx="1087">
                  <c:v>39805</c:v>
                </c:pt>
                <c:pt idx="1088">
                  <c:v>39806</c:v>
                </c:pt>
                <c:pt idx="1089">
                  <c:v>39807</c:v>
                </c:pt>
                <c:pt idx="1090">
                  <c:v>39808</c:v>
                </c:pt>
                <c:pt idx="1091">
                  <c:v>39809</c:v>
                </c:pt>
                <c:pt idx="1092">
                  <c:v>39810</c:v>
                </c:pt>
                <c:pt idx="1093">
                  <c:v>39811</c:v>
                </c:pt>
                <c:pt idx="1094">
                  <c:v>39812</c:v>
                </c:pt>
                <c:pt idx="1095">
                  <c:v>39813</c:v>
                </c:pt>
                <c:pt idx="1096">
                  <c:v>39814</c:v>
                </c:pt>
                <c:pt idx="1097">
                  <c:v>39815</c:v>
                </c:pt>
                <c:pt idx="1098">
                  <c:v>39816</c:v>
                </c:pt>
                <c:pt idx="1099">
                  <c:v>39817</c:v>
                </c:pt>
                <c:pt idx="1100">
                  <c:v>39818</c:v>
                </c:pt>
                <c:pt idx="1101">
                  <c:v>39819</c:v>
                </c:pt>
                <c:pt idx="1102">
                  <c:v>39820</c:v>
                </c:pt>
                <c:pt idx="1103">
                  <c:v>39821</c:v>
                </c:pt>
                <c:pt idx="1104">
                  <c:v>39822</c:v>
                </c:pt>
                <c:pt idx="1105">
                  <c:v>39823</c:v>
                </c:pt>
                <c:pt idx="1106">
                  <c:v>39824</c:v>
                </c:pt>
                <c:pt idx="1107">
                  <c:v>39825</c:v>
                </c:pt>
                <c:pt idx="1108">
                  <c:v>39826</c:v>
                </c:pt>
                <c:pt idx="1109">
                  <c:v>39827</c:v>
                </c:pt>
                <c:pt idx="1110">
                  <c:v>39828</c:v>
                </c:pt>
                <c:pt idx="1111">
                  <c:v>39829</c:v>
                </c:pt>
                <c:pt idx="1112">
                  <c:v>39830</c:v>
                </c:pt>
                <c:pt idx="1113">
                  <c:v>39831</c:v>
                </c:pt>
                <c:pt idx="1114">
                  <c:v>39832</c:v>
                </c:pt>
                <c:pt idx="1115">
                  <c:v>39833</c:v>
                </c:pt>
                <c:pt idx="1116">
                  <c:v>39834</c:v>
                </c:pt>
                <c:pt idx="1117">
                  <c:v>39835</c:v>
                </c:pt>
                <c:pt idx="1118">
                  <c:v>39836</c:v>
                </c:pt>
                <c:pt idx="1119">
                  <c:v>39837</c:v>
                </c:pt>
                <c:pt idx="1120">
                  <c:v>39838</c:v>
                </c:pt>
                <c:pt idx="1121">
                  <c:v>39839</c:v>
                </c:pt>
                <c:pt idx="1122">
                  <c:v>39840</c:v>
                </c:pt>
                <c:pt idx="1123">
                  <c:v>39841</c:v>
                </c:pt>
                <c:pt idx="1124">
                  <c:v>39842</c:v>
                </c:pt>
                <c:pt idx="1125">
                  <c:v>39843</c:v>
                </c:pt>
                <c:pt idx="1126">
                  <c:v>39844</c:v>
                </c:pt>
                <c:pt idx="1127">
                  <c:v>39845</c:v>
                </c:pt>
                <c:pt idx="1128">
                  <c:v>39846</c:v>
                </c:pt>
                <c:pt idx="1129">
                  <c:v>39847</c:v>
                </c:pt>
                <c:pt idx="1130">
                  <c:v>39848</c:v>
                </c:pt>
                <c:pt idx="1131">
                  <c:v>39849</c:v>
                </c:pt>
                <c:pt idx="1132">
                  <c:v>39850</c:v>
                </c:pt>
                <c:pt idx="1133">
                  <c:v>39851</c:v>
                </c:pt>
                <c:pt idx="1134">
                  <c:v>39852</c:v>
                </c:pt>
                <c:pt idx="1135">
                  <c:v>39853</c:v>
                </c:pt>
                <c:pt idx="1136">
                  <c:v>39854</c:v>
                </c:pt>
                <c:pt idx="1137">
                  <c:v>39855</c:v>
                </c:pt>
                <c:pt idx="1138">
                  <c:v>39856</c:v>
                </c:pt>
                <c:pt idx="1139">
                  <c:v>39857</c:v>
                </c:pt>
                <c:pt idx="1140">
                  <c:v>39858</c:v>
                </c:pt>
                <c:pt idx="1141">
                  <c:v>39859</c:v>
                </c:pt>
                <c:pt idx="1142">
                  <c:v>39860</c:v>
                </c:pt>
                <c:pt idx="1143">
                  <c:v>39861</c:v>
                </c:pt>
                <c:pt idx="1144">
                  <c:v>39862</c:v>
                </c:pt>
                <c:pt idx="1145">
                  <c:v>39863</c:v>
                </c:pt>
                <c:pt idx="1146">
                  <c:v>39864</c:v>
                </c:pt>
                <c:pt idx="1147">
                  <c:v>39865</c:v>
                </c:pt>
                <c:pt idx="1148">
                  <c:v>39866</c:v>
                </c:pt>
                <c:pt idx="1149">
                  <c:v>39867</c:v>
                </c:pt>
                <c:pt idx="1150">
                  <c:v>39868</c:v>
                </c:pt>
                <c:pt idx="1151">
                  <c:v>39869</c:v>
                </c:pt>
                <c:pt idx="1152">
                  <c:v>39870</c:v>
                </c:pt>
                <c:pt idx="1153">
                  <c:v>39871</c:v>
                </c:pt>
                <c:pt idx="1154">
                  <c:v>39872</c:v>
                </c:pt>
                <c:pt idx="1155">
                  <c:v>39873</c:v>
                </c:pt>
                <c:pt idx="1156">
                  <c:v>39874</c:v>
                </c:pt>
                <c:pt idx="1157">
                  <c:v>39875</c:v>
                </c:pt>
                <c:pt idx="1158">
                  <c:v>39876</c:v>
                </c:pt>
                <c:pt idx="1159">
                  <c:v>39877</c:v>
                </c:pt>
                <c:pt idx="1160">
                  <c:v>39878</c:v>
                </c:pt>
                <c:pt idx="1161">
                  <c:v>39879</c:v>
                </c:pt>
                <c:pt idx="1162">
                  <c:v>39880</c:v>
                </c:pt>
                <c:pt idx="1163">
                  <c:v>39881</c:v>
                </c:pt>
                <c:pt idx="1164">
                  <c:v>39882</c:v>
                </c:pt>
                <c:pt idx="1165">
                  <c:v>39883</c:v>
                </c:pt>
                <c:pt idx="1166">
                  <c:v>39884</c:v>
                </c:pt>
                <c:pt idx="1167">
                  <c:v>39885</c:v>
                </c:pt>
                <c:pt idx="1168">
                  <c:v>39886</c:v>
                </c:pt>
                <c:pt idx="1169">
                  <c:v>39887</c:v>
                </c:pt>
                <c:pt idx="1170">
                  <c:v>39888</c:v>
                </c:pt>
                <c:pt idx="1171">
                  <c:v>39889</c:v>
                </c:pt>
                <c:pt idx="1172">
                  <c:v>39890</c:v>
                </c:pt>
                <c:pt idx="1173">
                  <c:v>39891</c:v>
                </c:pt>
                <c:pt idx="1174">
                  <c:v>39892</c:v>
                </c:pt>
                <c:pt idx="1175">
                  <c:v>39893</c:v>
                </c:pt>
                <c:pt idx="1176">
                  <c:v>39894</c:v>
                </c:pt>
                <c:pt idx="1177">
                  <c:v>39895</c:v>
                </c:pt>
                <c:pt idx="1178">
                  <c:v>39896</c:v>
                </c:pt>
                <c:pt idx="1179">
                  <c:v>39897</c:v>
                </c:pt>
                <c:pt idx="1180">
                  <c:v>39898</c:v>
                </c:pt>
                <c:pt idx="1181">
                  <c:v>39899</c:v>
                </c:pt>
                <c:pt idx="1182">
                  <c:v>39900</c:v>
                </c:pt>
                <c:pt idx="1183">
                  <c:v>39901</c:v>
                </c:pt>
                <c:pt idx="1184">
                  <c:v>39902</c:v>
                </c:pt>
                <c:pt idx="1185">
                  <c:v>39903</c:v>
                </c:pt>
                <c:pt idx="1186">
                  <c:v>39904</c:v>
                </c:pt>
                <c:pt idx="1187">
                  <c:v>39905</c:v>
                </c:pt>
                <c:pt idx="1188">
                  <c:v>39906</c:v>
                </c:pt>
                <c:pt idx="1189">
                  <c:v>39907</c:v>
                </c:pt>
                <c:pt idx="1190">
                  <c:v>39908</c:v>
                </c:pt>
                <c:pt idx="1191">
                  <c:v>39909</c:v>
                </c:pt>
                <c:pt idx="1192">
                  <c:v>39910</c:v>
                </c:pt>
                <c:pt idx="1193">
                  <c:v>39911</c:v>
                </c:pt>
                <c:pt idx="1194">
                  <c:v>39912</c:v>
                </c:pt>
                <c:pt idx="1195">
                  <c:v>39913</c:v>
                </c:pt>
                <c:pt idx="1196">
                  <c:v>39914</c:v>
                </c:pt>
                <c:pt idx="1197">
                  <c:v>39915</c:v>
                </c:pt>
                <c:pt idx="1198">
                  <c:v>39916</c:v>
                </c:pt>
                <c:pt idx="1199">
                  <c:v>39917</c:v>
                </c:pt>
                <c:pt idx="1200">
                  <c:v>39918</c:v>
                </c:pt>
                <c:pt idx="1201">
                  <c:v>39919</c:v>
                </c:pt>
                <c:pt idx="1202">
                  <c:v>39920</c:v>
                </c:pt>
                <c:pt idx="1203">
                  <c:v>39921</c:v>
                </c:pt>
                <c:pt idx="1204">
                  <c:v>39922</c:v>
                </c:pt>
                <c:pt idx="1205">
                  <c:v>39923</c:v>
                </c:pt>
                <c:pt idx="1206">
                  <c:v>39924</c:v>
                </c:pt>
                <c:pt idx="1207">
                  <c:v>39925</c:v>
                </c:pt>
                <c:pt idx="1208">
                  <c:v>39926</c:v>
                </c:pt>
                <c:pt idx="1209">
                  <c:v>39927</c:v>
                </c:pt>
                <c:pt idx="1210">
                  <c:v>39928</c:v>
                </c:pt>
                <c:pt idx="1211">
                  <c:v>39929</c:v>
                </c:pt>
                <c:pt idx="1212">
                  <c:v>39930</c:v>
                </c:pt>
                <c:pt idx="1213">
                  <c:v>39931</c:v>
                </c:pt>
                <c:pt idx="1214">
                  <c:v>39932</c:v>
                </c:pt>
                <c:pt idx="1215">
                  <c:v>39933</c:v>
                </c:pt>
                <c:pt idx="1216">
                  <c:v>39934</c:v>
                </c:pt>
                <c:pt idx="1217">
                  <c:v>39935</c:v>
                </c:pt>
                <c:pt idx="1218">
                  <c:v>39936</c:v>
                </c:pt>
                <c:pt idx="1219">
                  <c:v>39937</c:v>
                </c:pt>
                <c:pt idx="1220">
                  <c:v>39938</c:v>
                </c:pt>
                <c:pt idx="1221">
                  <c:v>39939</c:v>
                </c:pt>
                <c:pt idx="1222">
                  <c:v>39940</c:v>
                </c:pt>
                <c:pt idx="1223">
                  <c:v>39941</c:v>
                </c:pt>
                <c:pt idx="1224">
                  <c:v>39942</c:v>
                </c:pt>
                <c:pt idx="1225">
                  <c:v>39943</c:v>
                </c:pt>
                <c:pt idx="1226">
                  <c:v>39944</c:v>
                </c:pt>
                <c:pt idx="1227">
                  <c:v>39945</c:v>
                </c:pt>
                <c:pt idx="1228">
                  <c:v>39946</c:v>
                </c:pt>
                <c:pt idx="1229">
                  <c:v>39947</c:v>
                </c:pt>
                <c:pt idx="1230">
                  <c:v>39948</c:v>
                </c:pt>
                <c:pt idx="1231">
                  <c:v>39949</c:v>
                </c:pt>
                <c:pt idx="1232">
                  <c:v>39950</c:v>
                </c:pt>
                <c:pt idx="1233">
                  <c:v>39951</c:v>
                </c:pt>
                <c:pt idx="1234">
                  <c:v>39952</c:v>
                </c:pt>
                <c:pt idx="1235">
                  <c:v>39953</c:v>
                </c:pt>
                <c:pt idx="1236">
                  <c:v>39954</c:v>
                </c:pt>
                <c:pt idx="1237">
                  <c:v>39955</c:v>
                </c:pt>
                <c:pt idx="1238">
                  <c:v>39956</c:v>
                </c:pt>
                <c:pt idx="1239">
                  <c:v>39957</c:v>
                </c:pt>
                <c:pt idx="1240">
                  <c:v>39958</c:v>
                </c:pt>
                <c:pt idx="1241">
                  <c:v>39959</c:v>
                </c:pt>
                <c:pt idx="1242">
                  <c:v>39960</c:v>
                </c:pt>
                <c:pt idx="1243">
                  <c:v>39961</c:v>
                </c:pt>
                <c:pt idx="1244">
                  <c:v>39962</c:v>
                </c:pt>
                <c:pt idx="1245">
                  <c:v>39963</c:v>
                </c:pt>
                <c:pt idx="1246">
                  <c:v>39964</c:v>
                </c:pt>
                <c:pt idx="1247">
                  <c:v>39965</c:v>
                </c:pt>
                <c:pt idx="1248">
                  <c:v>39966</c:v>
                </c:pt>
                <c:pt idx="1249">
                  <c:v>39967</c:v>
                </c:pt>
                <c:pt idx="1250">
                  <c:v>39968</c:v>
                </c:pt>
                <c:pt idx="1251">
                  <c:v>39969</c:v>
                </c:pt>
                <c:pt idx="1252">
                  <c:v>39970</c:v>
                </c:pt>
                <c:pt idx="1253">
                  <c:v>39971</c:v>
                </c:pt>
                <c:pt idx="1254">
                  <c:v>39972</c:v>
                </c:pt>
                <c:pt idx="1255">
                  <c:v>39973</c:v>
                </c:pt>
                <c:pt idx="1256">
                  <c:v>39974</c:v>
                </c:pt>
                <c:pt idx="1257">
                  <c:v>39975</c:v>
                </c:pt>
                <c:pt idx="1258">
                  <c:v>39976</c:v>
                </c:pt>
                <c:pt idx="1259">
                  <c:v>39977</c:v>
                </c:pt>
                <c:pt idx="1260">
                  <c:v>39978</c:v>
                </c:pt>
                <c:pt idx="1261">
                  <c:v>39979</c:v>
                </c:pt>
                <c:pt idx="1262">
                  <c:v>39980</c:v>
                </c:pt>
                <c:pt idx="1263">
                  <c:v>39981</c:v>
                </c:pt>
                <c:pt idx="1264">
                  <c:v>39982</c:v>
                </c:pt>
                <c:pt idx="1265">
                  <c:v>39983</c:v>
                </c:pt>
                <c:pt idx="1266">
                  <c:v>39984</c:v>
                </c:pt>
                <c:pt idx="1267">
                  <c:v>39985</c:v>
                </c:pt>
                <c:pt idx="1268">
                  <c:v>39986</c:v>
                </c:pt>
                <c:pt idx="1269">
                  <c:v>39987</c:v>
                </c:pt>
                <c:pt idx="1270">
                  <c:v>39988</c:v>
                </c:pt>
                <c:pt idx="1271">
                  <c:v>39989</c:v>
                </c:pt>
                <c:pt idx="1272">
                  <c:v>39990</c:v>
                </c:pt>
                <c:pt idx="1273">
                  <c:v>39991</c:v>
                </c:pt>
                <c:pt idx="1274">
                  <c:v>39992</c:v>
                </c:pt>
                <c:pt idx="1275">
                  <c:v>39993</c:v>
                </c:pt>
                <c:pt idx="1276">
                  <c:v>39994</c:v>
                </c:pt>
                <c:pt idx="1277">
                  <c:v>39995</c:v>
                </c:pt>
                <c:pt idx="1278">
                  <c:v>39996</c:v>
                </c:pt>
                <c:pt idx="1279">
                  <c:v>39997</c:v>
                </c:pt>
                <c:pt idx="1280">
                  <c:v>39998</c:v>
                </c:pt>
                <c:pt idx="1281">
                  <c:v>39999</c:v>
                </c:pt>
                <c:pt idx="1282">
                  <c:v>40000</c:v>
                </c:pt>
                <c:pt idx="1283">
                  <c:v>40001</c:v>
                </c:pt>
                <c:pt idx="1284">
                  <c:v>40002</c:v>
                </c:pt>
                <c:pt idx="1285">
                  <c:v>40003</c:v>
                </c:pt>
                <c:pt idx="1286">
                  <c:v>40004</c:v>
                </c:pt>
                <c:pt idx="1287">
                  <c:v>40005</c:v>
                </c:pt>
                <c:pt idx="1288">
                  <c:v>40006</c:v>
                </c:pt>
                <c:pt idx="1289">
                  <c:v>40007</c:v>
                </c:pt>
                <c:pt idx="1290">
                  <c:v>40008</c:v>
                </c:pt>
                <c:pt idx="1291">
                  <c:v>40009</c:v>
                </c:pt>
                <c:pt idx="1292">
                  <c:v>40010</c:v>
                </c:pt>
                <c:pt idx="1293">
                  <c:v>40011</c:v>
                </c:pt>
                <c:pt idx="1294">
                  <c:v>40012</c:v>
                </c:pt>
                <c:pt idx="1295">
                  <c:v>40013</c:v>
                </c:pt>
                <c:pt idx="1296">
                  <c:v>40014</c:v>
                </c:pt>
                <c:pt idx="1297">
                  <c:v>40015</c:v>
                </c:pt>
                <c:pt idx="1298">
                  <c:v>40016</c:v>
                </c:pt>
                <c:pt idx="1299">
                  <c:v>40017</c:v>
                </c:pt>
                <c:pt idx="1300">
                  <c:v>40018</c:v>
                </c:pt>
                <c:pt idx="1301">
                  <c:v>40019</c:v>
                </c:pt>
                <c:pt idx="1302">
                  <c:v>40020</c:v>
                </c:pt>
                <c:pt idx="1303">
                  <c:v>40021</c:v>
                </c:pt>
                <c:pt idx="1304">
                  <c:v>40022</c:v>
                </c:pt>
                <c:pt idx="1305">
                  <c:v>40023</c:v>
                </c:pt>
                <c:pt idx="1306">
                  <c:v>40024</c:v>
                </c:pt>
                <c:pt idx="1307">
                  <c:v>40025</c:v>
                </c:pt>
                <c:pt idx="1308">
                  <c:v>40026</c:v>
                </c:pt>
                <c:pt idx="1309">
                  <c:v>40027</c:v>
                </c:pt>
                <c:pt idx="1310">
                  <c:v>40028</c:v>
                </c:pt>
                <c:pt idx="1311">
                  <c:v>40029</c:v>
                </c:pt>
                <c:pt idx="1312">
                  <c:v>40030</c:v>
                </c:pt>
                <c:pt idx="1313">
                  <c:v>40031</c:v>
                </c:pt>
                <c:pt idx="1314">
                  <c:v>40032</c:v>
                </c:pt>
                <c:pt idx="1315">
                  <c:v>40033</c:v>
                </c:pt>
                <c:pt idx="1316">
                  <c:v>40034</c:v>
                </c:pt>
                <c:pt idx="1317">
                  <c:v>40035</c:v>
                </c:pt>
                <c:pt idx="1318">
                  <c:v>40036</c:v>
                </c:pt>
                <c:pt idx="1319">
                  <c:v>40037</c:v>
                </c:pt>
                <c:pt idx="1320">
                  <c:v>40038</c:v>
                </c:pt>
                <c:pt idx="1321">
                  <c:v>40039</c:v>
                </c:pt>
                <c:pt idx="1322">
                  <c:v>40040</c:v>
                </c:pt>
                <c:pt idx="1323">
                  <c:v>40041</c:v>
                </c:pt>
                <c:pt idx="1324">
                  <c:v>40042</c:v>
                </c:pt>
                <c:pt idx="1325">
                  <c:v>40043</c:v>
                </c:pt>
                <c:pt idx="1326">
                  <c:v>40044</c:v>
                </c:pt>
                <c:pt idx="1327">
                  <c:v>40045</c:v>
                </c:pt>
                <c:pt idx="1328">
                  <c:v>40046</c:v>
                </c:pt>
                <c:pt idx="1329">
                  <c:v>40047</c:v>
                </c:pt>
                <c:pt idx="1330">
                  <c:v>40048</c:v>
                </c:pt>
                <c:pt idx="1331">
                  <c:v>40049</c:v>
                </c:pt>
                <c:pt idx="1332">
                  <c:v>40050</c:v>
                </c:pt>
                <c:pt idx="1333">
                  <c:v>40051</c:v>
                </c:pt>
                <c:pt idx="1334">
                  <c:v>40052</c:v>
                </c:pt>
                <c:pt idx="1335">
                  <c:v>40053</c:v>
                </c:pt>
                <c:pt idx="1336">
                  <c:v>40054</c:v>
                </c:pt>
                <c:pt idx="1337">
                  <c:v>40055</c:v>
                </c:pt>
                <c:pt idx="1338">
                  <c:v>40056</c:v>
                </c:pt>
                <c:pt idx="1339">
                  <c:v>40057</c:v>
                </c:pt>
                <c:pt idx="1340">
                  <c:v>40058</c:v>
                </c:pt>
                <c:pt idx="1341">
                  <c:v>40059</c:v>
                </c:pt>
                <c:pt idx="1342">
                  <c:v>40060</c:v>
                </c:pt>
                <c:pt idx="1343">
                  <c:v>40061</c:v>
                </c:pt>
                <c:pt idx="1344">
                  <c:v>40062</c:v>
                </c:pt>
                <c:pt idx="1345">
                  <c:v>40063</c:v>
                </c:pt>
                <c:pt idx="1346">
                  <c:v>40064</c:v>
                </c:pt>
                <c:pt idx="1347">
                  <c:v>40065</c:v>
                </c:pt>
                <c:pt idx="1348">
                  <c:v>40066</c:v>
                </c:pt>
                <c:pt idx="1349">
                  <c:v>40067</c:v>
                </c:pt>
                <c:pt idx="1350">
                  <c:v>40068</c:v>
                </c:pt>
                <c:pt idx="1351">
                  <c:v>40069</c:v>
                </c:pt>
                <c:pt idx="1352">
                  <c:v>40070</c:v>
                </c:pt>
                <c:pt idx="1353">
                  <c:v>40071</c:v>
                </c:pt>
                <c:pt idx="1354">
                  <c:v>40072</c:v>
                </c:pt>
                <c:pt idx="1355">
                  <c:v>40073</c:v>
                </c:pt>
                <c:pt idx="1356">
                  <c:v>40074</c:v>
                </c:pt>
                <c:pt idx="1357">
                  <c:v>40075</c:v>
                </c:pt>
                <c:pt idx="1358">
                  <c:v>40076</c:v>
                </c:pt>
                <c:pt idx="1359">
                  <c:v>40077</c:v>
                </c:pt>
                <c:pt idx="1360">
                  <c:v>40078</c:v>
                </c:pt>
                <c:pt idx="1361">
                  <c:v>40079</c:v>
                </c:pt>
                <c:pt idx="1362">
                  <c:v>40080</c:v>
                </c:pt>
                <c:pt idx="1363">
                  <c:v>40081</c:v>
                </c:pt>
                <c:pt idx="1364">
                  <c:v>40082</c:v>
                </c:pt>
                <c:pt idx="1365">
                  <c:v>40083</c:v>
                </c:pt>
                <c:pt idx="1366">
                  <c:v>40084</c:v>
                </c:pt>
                <c:pt idx="1367">
                  <c:v>40085</c:v>
                </c:pt>
                <c:pt idx="1368">
                  <c:v>40086</c:v>
                </c:pt>
                <c:pt idx="1369">
                  <c:v>40087</c:v>
                </c:pt>
                <c:pt idx="1370">
                  <c:v>40088</c:v>
                </c:pt>
                <c:pt idx="1371">
                  <c:v>40089</c:v>
                </c:pt>
                <c:pt idx="1372">
                  <c:v>40090</c:v>
                </c:pt>
                <c:pt idx="1373">
                  <c:v>40091</c:v>
                </c:pt>
                <c:pt idx="1374">
                  <c:v>40092</c:v>
                </c:pt>
                <c:pt idx="1375">
                  <c:v>40093</c:v>
                </c:pt>
                <c:pt idx="1376">
                  <c:v>40094</c:v>
                </c:pt>
                <c:pt idx="1377">
                  <c:v>40095</c:v>
                </c:pt>
                <c:pt idx="1378">
                  <c:v>40096</c:v>
                </c:pt>
                <c:pt idx="1379">
                  <c:v>40097</c:v>
                </c:pt>
                <c:pt idx="1380">
                  <c:v>40098</c:v>
                </c:pt>
                <c:pt idx="1381">
                  <c:v>40099</c:v>
                </c:pt>
                <c:pt idx="1382">
                  <c:v>40100</c:v>
                </c:pt>
                <c:pt idx="1383">
                  <c:v>40101</c:v>
                </c:pt>
                <c:pt idx="1384">
                  <c:v>40102</c:v>
                </c:pt>
                <c:pt idx="1385">
                  <c:v>40103</c:v>
                </c:pt>
                <c:pt idx="1386">
                  <c:v>40104</c:v>
                </c:pt>
                <c:pt idx="1387">
                  <c:v>40105</c:v>
                </c:pt>
                <c:pt idx="1388">
                  <c:v>40106</c:v>
                </c:pt>
                <c:pt idx="1389">
                  <c:v>40107</c:v>
                </c:pt>
                <c:pt idx="1390">
                  <c:v>40108</c:v>
                </c:pt>
                <c:pt idx="1391">
                  <c:v>40109</c:v>
                </c:pt>
                <c:pt idx="1392">
                  <c:v>40110</c:v>
                </c:pt>
                <c:pt idx="1393">
                  <c:v>40111</c:v>
                </c:pt>
                <c:pt idx="1394">
                  <c:v>40112</c:v>
                </c:pt>
                <c:pt idx="1395">
                  <c:v>40113</c:v>
                </c:pt>
                <c:pt idx="1396">
                  <c:v>40114</c:v>
                </c:pt>
                <c:pt idx="1397">
                  <c:v>40115</c:v>
                </c:pt>
                <c:pt idx="1398">
                  <c:v>40116</c:v>
                </c:pt>
                <c:pt idx="1399">
                  <c:v>40117</c:v>
                </c:pt>
                <c:pt idx="1400">
                  <c:v>40118</c:v>
                </c:pt>
                <c:pt idx="1401">
                  <c:v>40119</c:v>
                </c:pt>
                <c:pt idx="1402">
                  <c:v>40120</c:v>
                </c:pt>
                <c:pt idx="1403">
                  <c:v>40121</c:v>
                </c:pt>
                <c:pt idx="1404">
                  <c:v>40122</c:v>
                </c:pt>
                <c:pt idx="1405">
                  <c:v>40123</c:v>
                </c:pt>
                <c:pt idx="1406">
                  <c:v>40124</c:v>
                </c:pt>
                <c:pt idx="1407">
                  <c:v>40125</c:v>
                </c:pt>
                <c:pt idx="1408">
                  <c:v>40126</c:v>
                </c:pt>
                <c:pt idx="1409">
                  <c:v>40127</c:v>
                </c:pt>
                <c:pt idx="1410">
                  <c:v>40128</c:v>
                </c:pt>
                <c:pt idx="1411">
                  <c:v>40129</c:v>
                </c:pt>
                <c:pt idx="1412">
                  <c:v>40130</c:v>
                </c:pt>
                <c:pt idx="1413">
                  <c:v>40131</c:v>
                </c:pt>
                <c:pt idx="1414">
                  <c:v>40132</c:v>
                </c:pt>
                <c:pt idx="1415">
                  <c:v>40133</c:v>
                </c:pt>
                <c:pt idx="1416">
                  <c:v>40134</c:v>
                </c:pt>
                <c:pt idx="1417">
                  <c:v>40135</c:v>
                </c:pt>
                <c:pt idx="1418">
                  <c:v>40136</c:v>
                </c:pt>
                <c:pt idx="1419">
                  <c:v>40137</c:v>
                </c:pt>
                <c:pt idx="1420">
                  <c:v>40138</c:v>
                </c:pt>
                <c:pt idx="1421">
                  <c:v>40139</c:v>
                </c:pt>
                <c:pt idx="1422">
                  <c:v>40140</c:v>
                </c:pt>
                <c:pt idx="1423">
                  <c:v>40141</c:v>
                </c:pt>
                <c:pt idx="1424">
                  <c:v>40142</c:v>
                </c:pt>
                <c:pt idx="1425">
                  <c:v>40143</c:v>
                </c:pt>
                <c:pt idx="1426">
                  <c:v>40144</c:v>
                </c:pt>
                <c:pt idx="1427">
                  <c:v>40145</c:v>
                </c:pt>
                <c:pt idx="1428">
                  <c:v>40146</c:v>
                </c:pt>
                <c:pt idx="1429">
                  <c:v>40147</c:v>
                </c:pt>
                <c:pt idx="1430">
                  <c:v>40148</c:v>
                </c:pt>
                <c:pt idx="1431">
                  <c:v>40149</c:v>
                </c:pt>
                <c:pt idx="1432">
                  <c:v>40150</c:v>
                </c:pt>
                <c:pt idx="1433">
                  <c:v>40151</c:v>
                </c:pt>
                <c:pt idx="1434">
                  <c:v>40152</c:v>
                </c:pt>
                <c:pt idx="1435">
                  <c:v>40153</c:v>
                </c:pt>
                <c:pt idx="1436">
                  <c:v>40154</c:v>
                </c:pt>
                <c:pt idx="1437">
                  <c:v>40155</c:v>
                </c:pt>
                <c:pt idx="1438">
                  <c:v>40156</c:v>
                </c:pt>
                <c:pt idx="1439">
                  <c:v>40157</c:v>
                </c:pt>
                <c:pt idx="1440">
                  <c:v>40158</c:v>
                </c:pt>
                <c:pt idx="1441">
                  <c:v>40159</c:v>
                </c:pt>
                <c:pt idx="1442">
                  <c:v>40160</c:v>
                </c:pt>
                <c:pt idx="1443">
                  <c:v>40161</c:v>
                </c:pt>
                <c:pt idx="1444">
                  <c:v>40162</c:v>
                </c:pt>
                <c:pt idx="1445">
                  <c:v>40163</c:v>
                </c:pt>
                <c:pt idx="1446">
                  <c:v>40164</c:v>
                </c:pt>
                <c:pt idx="1447">
                  <c:v>40165</c:v>
                </c:pt>
                <c:pt idx="1448">
                  <c:v>40166</c:v>
                </c:pt>
                <c:pt idx="1449">
                  <c:v>40167</c:v>
                </c:pt>
                <c:pt idx="1450">
                  <c:v>40168</c:v>
                </c:pt>
                <c:pt idx="1451">
                  <c:v>40169</c:v>
                </c:pt>
                <c:pt idx="1452">
                  <c:v>40170</c:v>
                </c:pt>
                <c:pt idx="1453">
                  <c:v>40171</c:v>
                </c:pt>
                <c:pt idx="1454">
                  <c:v>40172</c:v>
                </c:pt>
                <c:pt idx="1455">
                  <c:v>40173</c:v>
                </c:pt>
                <c:pt idx="1456">
                  <c:v>40174</c:v>
                </c:pt>
                <c:pt idx="1457">
                  <c:v>40175</c:v>
                </c:pt>
                <c:pt idx="1458">
                  <c:v>40176</c:v>
                </c:pt>
                <c:pt idx="1459">
                  <c:v>40177</c:v>
                </c:pt>
                <c:pt idx="1460">
                  <c:v>40178</c:v>
                </c:pt>
                <c:pt idx="1461">
                  <c:v>40179</c:v>
                </c:pt>
                <c:pt idx="1462">
                  <c:v>40180</c:v>
                </c:pt>
                <c:pt idx="1463">
                  <c:v>40181</c:v>
                </c:pt>
                <c:pt idx="1464">
                  <c:v>40182</c:v>
                </c:pt>
                <c:pt idx="1465">
                  <c:v>40183</c:v>
                </c:pt>
                <c:pt idx="1466">
                  <c:v>40184</c:v>
                </c:pt>
                <c:pt idx="1467">
                  <c:v>40185</c:v>
                </c:pt>
                <c:pt idx="1468">
                  <c:v>40186</c:v>
                </c:pt>
                <c:pt idx="1469">
                  <c:v>40187</c:v>
                </c:pt>
                <c:pt idx="1470">
                  <c:v>40188</c:v>
                </c:pt>
                <c:pt idx="1471">
                  <c:v>40189</c:v>
                </c:pt>
                <c:pt idx="1472">
                  <c:v>40190</c:v>
                </c:pt>
                <c:pt idx="1473">
                  <c:v>40191</c:v>
                </c:pt>
                <c:pt idx="1474">
                  <c:v>40192</c:v>
                </c:pt>
                <c:pt idx="1475">
                  <c:v>40193</c:v>
                </c:pt>
                <c:pt idx="1476">
                  <c:v>40194</c:v>
                </c:pt>
                <c:pt idx="1477">
                  <c:v>40195</c:v>
                </c:pt>
                <c:pt idx="1478">
                  <c:v>40196</c:v>
                </c:pt>
                <c:pt idx="1479">
                  <c:v>40197</c:v>
                </c:pt>
                <c:pt idx="1480">
                  <c:v>40198</c:v>
                </c:pt>
                <c:pt idx="1481">
                  <c:v>40199</c:v>
                </c:pt>
                <c:pt idx="1482">
                  <c:v>40200</c:v>
                </c:pt>
                <c:pt idx="1483">
                  <c:v>40201</c:v>
                </c:pt>
                <c:pt idx="1484">
                  <c:v>40202</c:v>
                </c:pt>
                <c:pt idx="1485">
                  <c:v>40203</c:v>
                </c:pt>
                <c:pt idx="1486">
                  <c:v>40204</c:v>
                </c:pt>
                <c:pt idx="1487">
                  <c:v>40205</c:v>
                </c:pt>
                <c:pt idx="1488">
                  <c:v>40206</c:v>
                </c:pt>
                <c:pt idx="1489">
                  <c:v>40207</c:v>
                </c:pt>
                <c:pt idx="1490">
                  <c:v>40208</c:v>
                </c:pt>
                <c:pt idx="1491">
                  <c:v>40209</c:v>
                </c:pt>
                <c:pt idx="1492">
                  <c:v>40210</c:v>
                </c:pt>
                <c:pt idx="1493">
                  <c:v>40211</c:v>
                </c:pt>
                <c:pt idx="1494">
                  <c:v>40212</c:v>
                </c:pt>
                <c:pt idx="1495">
                  <c:v>40213</c:v>
                </c:pt>
                <c:pt idx="1496">
                  <c:v>40214</c:v>
                </c:pt>
                <c:pt idx="1497">
                  <c:v>40215</c:v>
                </c:pt>
                <c:pt idx="1498">
                  <c:v>40216</c:v>
                </c:pt>
                <c:pt idx="1499">
                  <c:v>40217</c:v>
                </c:pt>
                <c:pt idx="1500">
                  <c:v>40218</c:v>
                </c:pt>
                <c:pt idx="1501">
                  <c:v>40219</c:v>
                </c:pt>
                <c:pt idx="1502">
                  <c:v>40220</c:v>
                </c:pt>
                <c:pt idx="1503">
                  <c:v>40221</c:v>
                </c:pt>
                <c:pt idx="1504">
                  <c:v>40222</c:v>
                </c:pt>
                <c:pt idx="1505">
                  <c:v>40223</c:v>
                </c:pt>
                <c:pt idx="1506">
                  <c:v>40224</c:v>
                </c:pt>
                <c:pt idx="1507">
                  <c:v>40225</c:v>
                </c:pt>
                <c:pt idx="1508">
                  <c:v>40226</c:v>
                </c:pt>
                <c:pt idx="1509">
                  <c:v>40227</c:v>
                </c:pt>
                <c:pt idx="1510">
                  <c:v>40228</c:v>
                </c:pt>
                <c:pt idx="1511">
                  <c:v>40229</c:v>
                </c:pt>
                <c:pt idx="1512">
                  <c:v>40230</c:v>
                </c:pt>
                <c:pt idx="1513">
                  <c:v>40231</c:v>
                </c:pt>
                <c:pt idx="1514">
                  <c:v>40232</c:v>
                </c:pt>
                <c:pt idx="1515">
                  <c:v>40233</c:v>
                </c:pt>
                <c:pt idx="1516">
                  <c:v>40234</c:v>
                </c:pt>
                <c:pt idx="1517">
                  <c:v>40235</c:v>
                </c:pt>
                <c:pt idx="1518">
                  <c:v>40236</c:v>
                </c:pt>
                <c:pt idx="1519">
                  <c:v>40237</c:v>
                </c:pt>
                <c:pt idx="1520">
                  <c:v>40238</c:v>
                </c:pt>
                <c:pt idx="1521">
                  <c:v>40239</c:v>
                </c:pt>
                <c:pt idx="1522">
                  <c:v>40240</c:v>
                </c:pt>
                <c:pt idx="1523">
                  <c:v>40241</c:v>
                </c:pt>
                <c:pt idx="1524">
                  <c:v>40242</c:v>
                </c:pt>
                <c:pt idx="1525">
                  <c:v>40243</c:v>
                </c:pt>
                <c:pt idx="1526">
                  <c:v>40244</c:v>
                </c:pt>
                <c:pt idx="1527">
                  <c:v>40245</c:v>
                </c:pt>
                <c:pt idx="1528">
                  <c:v>40246</c:v>
                </c:pt>
                <c:pt idx="1529">
                  <c:v>40247</c:v>
                </c:pt>
                <c:pt idx="1530">
                  <c:v>40248</c:v>
                </c:pt>
                <c:pt idx="1531">
                  <c:v>40249</c:v>
                </c:pt>
                <c:pt idx="1532">
                  <c:v>40250</c:v>
                </c:pt>
                <c:pt idx="1533">
                  <c:v>40251</c:v>
                </c:pt>
                <c:pt idx="1534">
                  <c:v>40252</c:v>
                </c:pt>
                <c:pt idx="1535">
                  <c:v>40253</c:v>
                </c:pt>
                <c:pt idx="1536">
                  <c:v>40254</c:v>
                </c:pt>
                <c:pt idx="1537">
                  <c:v>40255</c:v>
                </c:pt>
                <c:pt idx="1538">
                  <c:v>40256</c:v>
                </c:pt>
                <c:pt idx="1539">
                  <c:v>40257</c:v>
                </c:pt>
                <c:pt idx="1540">
                  <c:v>40258</c:v>
                </c:pt>
                <c:pt idx="1541">
                  <c:v>40259</c:v>
                </c:pt>
                <c:pt idx="1542">
                  <c:v>40260</c:v>
                </c:pt>
                <c:pt idx="1543">
                  <c:v>40261</c:v>
                </c:pt>
                <c:pt idx="1544">
                  <c:v>40262</c:v>
                </c:pt>
                <c:pt idx="1545">
                  <c:v>40263</c:v>
                </c:pt>
                <c:pt idx="1546">
                  <c:v>40264</c:v>
                </c:pt>
                <c:pt idx="1547">
                  <c:v>40265</c:v>
                </c:pt>
                <c:pt idx="1548">
                  <c:v>40266</c:v>
                </c:pt>
                <c:pt idx="1549">
                  <c:v>40267</c:v>
                </c:pt>
                <c:pt idx="1550">
                  <c:v>40268</c:v>
                </c:pt>
                <c:pt idx="1551">
                  <c:v>40269</c:v>
                </c:pt>
                <c:pt idx="1552">
                  <c:v>40270</c:v>
                </c:pt>
                <c:pt idx="1553">
                  <c:v>40271</c:v>
                </c:pt>
                <c:pt idx="1554">
                  <c:v>40272</c:v>
                </c:pt>
                <c:pt idx="1555">
                  <c:v>40273</c:v>
                </c:pt>
                <c:pt idx="1556">
                  <c:v>40274</c:v>
                </c:pt>
                <c:pt idx="1557">
                  <c:v>40275</c:v>
                </c:pt>
                <c:pt idx="1558">
                  <c:v>40276</c:v>
                </c:pt>
                <c:pt idx="1559">
                  <c:v>40277</c:v>
                </c:pt>
                <c:pt idx="1560">
                  <c:v>40278</c:v>
                </c:pt>
                <c:pt idx="1561">
                  <c:v>40279</c:v>
                </c:pt>
                <c:pt idx="1562">
                  <c:v>40280</c:v>
                </c:pt>
                <c:pt idx="1563">
                  <c:v>40281</c:v>
                </c:pt>
                <c:pt idx="1564">
                  <c:v>40282</c:v>
                </c:pt>
                <c:pt idx="1565">
                  <c:v>40283</c:v>
                </c:pt>
                <c:pt idx="1566">
                  <c:v>40284</c:v>
                </c:pt>
                <c:pt idx="1567">
                  <c:v>40285</c:v>
                </c:pt>
                <c:pt idx="1568">
                  <c:v>40286</c:v>
                </c:pt>
                <c:pt idx="1569">
                  <c:v>40287</c:v>
                </c:pt>
                <c:pt idx="1570">
                  <c:v>40288</c:v>
                </c:pt>
                <c:pt idx="1571">
                  <c:v>40289</c:v>
                </c:pt>
                <c:pt idx="1572">
                  <c:v>40290</c:v>
                </c:pt>
                <c:pt idx="1573">
                  <c:v>40291</c:v>
                </c:pt>
                <c:pt idx="1574">
                  <c:v>40292</c:v>
                </c:pt>
                <c:pt idx="1575">
                  <c:v>40293</c:v>
                </c:pt>
                <c:pt idx="1576">
                  <c:v>40294</c:v>
                </c:pt>
                <c:pt idx="1577">
                  <c:v>40295</c:v>
                </c:pt>
                <c:pt idx="1578">
                  <c:v>40296</c:v>
                </c:pt>
                <c:pt idx="1579">
                  <c:v>40297</c:v>
                </c:pt>
                <c:pt idx="1580">
                  <c:v>40298</c:v>
                </c:pt>
                <c:pt idx="1581">
                  <c:v>40299</c:v>
                </c:pt>
                <c:pt idx="1582">
                  <c:v>40300</c:v>
                </c:pt>
                <c:pt idx="1583">
                  <c:v>40301</c:v>
                </c:pt>
                <c:pt idx="1584">
                  <c:v>40302</c:v>
                </c:pt>
                <c:pt idx="1585">
                  <c:v>40303</c:v>
                </c:pt>
                <c:pt idx="1586">
                  <c:v>40304</c:v>
                </c:pt>
                <c:pt idx="1587">
                  <c:v>40305</c:v>
                </c:pt>
                <c:pt idx="1588">
                  <c:v>40306</c:v>
                </c:pt>
                <c:pt idx="1589">
                  <c:v>40307</c:v>
                </c:pt>
                <c:pt idx="1590">
                  <c:v>40308</c:v>
                </c:pt>
                <c:pt idx="1591">
                  <c:v>40309</c:v>
                </c:pt>
                <c:pt idx="1592">
                  <c:v>40310</c:v>
                </c:pt>
                <c:pt idx="1593">
                  <c:v>40311</c:v>
                </c:pt>
                <c:pt idx="1594">
                  <c:v>40312</c:v>
                </c:pt>
                <c:pt idx="1595">
                  <c:v>40313</c:v>
                </c:pt>
                <c:pt idx="1596">
                  <c:v>40314</c:v>
                </c:pt>
                <c:pt idx="1597">
                  <c:v>40315</c:v>
                </c:pt>
                <c:pt idx="1598">
                  <c:v>40316</c:v>
                </c:pt>
                <c:pt idx="1599">
                  <c:v>40317</c:v>
                </c:pt>
                <c:pt idx="1600">
                  <c:v>40318</c:v>
                </c:pt>
                <c:pt idx="1601">
                  <c:v>40319</c:v>
                </c:pt>
                <c:pt idx="1602">
                  <c:v>40320</c:v>
                </c:pt>
                <c:pt idx="1603">
                  <c:v>40321</c:v>
                </c:pt>
                <c:pt idx="1604">
                  <c:v>40322</c:v>
                </c:pt>
                <c:pt idx="1605">
                  <c:v>40323</c:v>
                </c:pt>
                <c:pt idx="1606">
                  <c:v>40324</c:v>
                </c:pt>
                <c:pt idx="1607">
                  <c:v>40325</c:v>
                </c:pt>
                <c:pt idx="1608">
                  <c:v>40326</c:v>
                </c:pt>
                <c:pt idx="1609">
                  <c:v>40327</c:v>
                </c:pt>
                <c:pt idx="1610">
                  <c:v>40328</c:v>
                </c:pt>
                <c:pt idx="1611">
                  <c:v>40329</c:v>
                </c:pt>
                <c:pt idx="1612">
                  <c:v>40330</c:v>
                </c:pt>
                <c:pt idx="1613">
                  <c:v>40331</c:v>
                </c:pt>
                <c:pt idx="1614">
                  <c:v>40332</c:v>
                </c:pt>
                <c:pt idx="1615">
                  <c:v>40333</c:v>
                </c:pt>
                <c:pt idx="1616">
                  <c:v>40334</c:v>
                </c:pt>
                <c:pt idx="1617">
                  <c:v>40335</c:v>
                </c:pt>
                <c:pt idx="1618">
                  <c:v>40336</c:v>
                </c:pt>
                <c:pt idx="1619">
                  <c:v>40337</c:v>
                </c:pt>
                <c:pt idx="1620">
                  <c:v>40338</c:v>
                </c:pt>
                <c:pt idx="1621">
                  <c:v>40339</c:v>
                </c:pt>
                <c:pt idx="1622">
                  <c:v>40340</c:v>
                </c:pt>
                <c:pt idx="1623">
                  <c:v>40341</c:v>
                </c:pt>
                <c:pt idx="1624">
                  <c:v>40342</c:v>
                </c:pt>
                <c:pt idx="1625">
                  <c:v>40343</c:v>
                </c:pt>
                <c:pt idx="1626">
                  <c:v>40344</c:v>
                </c:pt>
                <c:pt idx="1627">
                  <c:v>40345</c:v>
                </c:pt>
                <c:pt idx="1628">
                  <c:v>40346</c:v>
                </c:pt>
                <c:pt idx="1629">
                  <c:v>40347</c:v>
                </c:pt>
                <c:pt idx="1630">
                  <c:v>40348</c:v>
                </c:pt>
                <c:pt idx="1631">
                  <c:v>40349</c:v>
                </c:pt>
                <c:pt idx="1632">
                  <c:v>40350</c:v>
                </c:pt>
                <c:pt idx="1633">
                  <c:v>40351</c:v>
                </c:pt>
                <c:pt idx="1634">
                  <c:v>40352</c:v>
                </c:pt>
                <c:pt idx="1635">
                  <c:v>40353</c:v>
                </c:pt>
                <c:pt idx="1636">
                  <c:v>40354</c:v>
                </c:pt>
                <c:pt idx="1637">
                  <c:v>40355</c:v>
                </c:pt>
                <c:pt idx="1638">
                  <c:v>40356</c:v>
                </c:pt>
                <c:pt idx="1639">
                  <c:v>40357</c:v>
                </c:pt>
                <c:pt idx="1640">
                  <c:v>40358</c:v>
                </c:pt>
                <c:pt idx="1641">
                  <c:v>40359</c:v>
                </c:pt>
                <c:pt idx="1642">
                  <c:v>40360</c:v>
                </c:pt>
                <c:pt idx="1643">
                  <c:v>40361</c:v>
                </c:pt>
                <c:pt idx="1644">
                  <c:v>40362</c:v>
                </c:pt>
                <c:pt idx="1645">
                  <c:v>40363</c:v>
                </c:pt>
                <c:pt idx="1646">
                  <c:v>40364</c:v>
                </c:pt>
                <c:pt idx="1647">
                  <c:v>40365</c:v>
                </c:pt>
                <c:pt idx="1648">
                  <c:v>40366</c:v>
                </c:pt>
                <c:pt idx="1649">
                  <c:v>40367</c:v>
                </c:pt>
                <c:pt idx="1650">
                  <c:v>40368</c:v>
                </c:pt>
                <c:pt idx="1651">
                  <c:v>40369</c:v>
                </c:pt>
                <c:pt idx="1652">
                  <c:v>40370</c:v>
                </c:pt>
                <c:pt idx="1653">
                  <c:v>40371</c:v>
                </c:pt>
                <c:pt idx="1654">
                  <c:v>40372</c:v>
                </c:pt>
                <c:pt idx="1655">
                  <c:v>40373</c:v>
                </c:pt>
                <c:pt idx="1656">
                  <c:v>40374</c:v>
                </c:pt>
                <c:pt idx="1657">
                  <c:v>40375</c:v>
                </c:pt>
                <c:pt idx="1658">
                  <c:v>40376</c:v>
                </c:pt>
                <c:pt idx="1659">
                  <c:v>40377</c:v>
                </c:pt>
                <c:pt idx="1660">
                  <c:v>40378</c:v>
                </c:pt>
                <c:pt idx="1661">
                  <c:v>40379</c:v>
                </c:pt>
                <c:pt idx="1662">
                  <c:v>40380</c:v>
                </c:pt>
                <c:pt idx="1663">
                  <c:v>40381</c:v>
                </c:pt>
                <c:pt idx="1664">
                  <c:v>40382</c:v>
                </c:pt>
                <c:pt idx="1665">
                  <c:v>40383</c:v>
                </c:pt>
                <c:pt idx="1666">
                  <c:v>40384</c:v>
                </c:pt>
                <c:pt idx="1667">
                  <c:v>40385</c:v>
                </c:pt>
                <c:pt idx="1668">
                  <c:v>40386</c:v>
                </c:pt>
                <c:pt idx="1669">
                  <c:v>40387</c:v>
                </c:pt>
                <c:pt idx="1670">
                  <c:v>40388</c:v>
                </c:pt>
                <c:pt idx="1671">
                  <c:v>40389</c:v>
                </c:pt>
                <c:pt idx="1672">
                  <c:v>40390</c:v>
                </c:pt>
                <c:pt idx="1673">
                  <c:v>40391</c:v>
                </c:pt>
                <c:pt idx="1674">
                  <c:v>40392</c:v>
                </c:pt>
                <c:pt idx="1675">
                  <c:v>40393</c:v>
                </c:pt>
                <c:pt idx="1676">
                  <c:v>40394</c:v>
                </c:pt>
                <c:pt idx="1677">
                  <c:v>40395</c:v>
                </c:pt>
                <c:pt idx="1678">
                  <c:v>40396</c:v>
                </c:pt>
                <c:pt idx="1679">
                  <c:v>40397</c:v>
                </c:pt>
                <c:pt idx="1680">
                  <c:v>40398</c:v>
                </c:pt>
                <c:pt idx="1681">
                  <c:v>40399</c:v>
                </c:pt>
                <c:pt idx="1682">
                  <c:v>40400</c:v>
                </c:pt>
                <c:pt idx="1683">
                  <c:v>40401</c:v>
                </c:pt>
                <c:pt idx="1684">
                  <c:v>40402</c:v>
                </c:pt>
                <c:pt idx="1685">
                  <c:v>40403</c:v>
                </c:pt>
                <c:pt idx="1686">
                  <c:v>40404</c:v>
                </c:pt>
                <c:pt idx="1687">
                  <c:v>40405</c:v>
                </c:pt>
                <c:pt idx="1688">
                  <c:v>40406</c:v>
                </c:pt>
                <c:pt idx="1689">
                  <c:v>40407</c:v>
                </c:pt>
                <c:pt idx="1690">
                  <c:v>40408</c:v>
                </c:pt>
                <c:pt idx="1691">
                  <c:v>40409</c:v>
                </c:pt>
                <c:pt idx="1692">
                  <c:v>40410</c:v>
                </c:pt>
                <c:pt idx="1693">
                  <c:v>40411</c:v>
                </c:pt>
                <c:pt idx="1694">
                  <c:v>40412</c:v>
                </c:pt>
                <c:pt idx="1695">
                  <c:v>40413</c:v>
                </c:pt>
                <c:pt idx="1696">
                  <c:v>40414</c:v>
                </c:pt>
                <c:pt idx="1697">
                  <c:v>40415</c:v>
                </c:pt>
                <c:pt idx="1698">
                  <c:v>40416</c:v>
                </c:pt>
                <c:pt idx="1699">
                  <c:v>40417</c:v>
                </c:pt>
                <c:pt idx="1700">
                  <c:v>40418</c:v>
                </c:pt>
                <c:pt idx="1701">
                  <c:v>40419</c:v>
                </c:pt>
                <c:pt idx="1702">
                  <c:v>40420</c:v>
                </c:pt>
                <c:pt idx="1703">
                  <c:v>40421</c:v>
                </c:pt>
                <c:pt idx="1704">
                  <c:v>40422</c:v>
                </c:pt>
                <c:pt idx="1705">
                  <c:v>40423</c:v>
                </c:pt>
                <c:pt idx="1706">
                  <c:v>40424</c:v>
                </c:pt>
                <c:pt idx="1707">
                  <c:v>40425</c:v>
                </c:pt>
                <c:pt idx="1708">
                  <c:v>40426</c:v>
                </c:pt>
                <c:pt idx="1709">
                  <c:v>40427</c:v>
                </c:pt>
                <c:pt idx="1710">
                  <c:v>40428</c:v>
                </c:pt>
                <c:pt idx="1711">
                  <c:v>40429</c:v>
                </c:pt>
                <c:pt idx="1712">
                  <c:v>40430</c:v>
                </c:pt>
                <c:pt idx="1713">
                  <c:v>40431</c:v>
                </c:pt>
                <c:pt idx="1714">
                  <c:v>40432</c:v>
                </c:pt>
                <c:pt idx="1715">
                  <c:v>40433</c:v>
                </c:pt>
                <c:pt idx="1716">
                  <c:v>40434</c:v>
                </c:pt>
                <c:pt idx="1717">
                  <c:v>40435</c:v>
                </c:pt>
                <c:pt idx="1718">
                  <c:v>40436</c:v>
                </c:pt>
                <c:pt idx="1719">
                  <c:v>40437</c:v>
                </c:pt>
                <c:pt idx="1720">
                  <c:v>40438</c:v>
                </c:pt>
                <c:pt idx="1721">
                  <c:v>40439</c:v>
                </c:pt>
                <c:pt idx="1722">
                  <c:v>40440</c:v>
                </c:pt>
                <c:pt idx="1723">
                  <c:v>40441</c:v>
                </c:pt>
                <c:pt idx="1724">
                  <c:v>40442</c:v>
                </c:pt>
                <c:pt idx="1725">
                  <c:v>40443</c:v>
                </c:pt>
                <c:pt idx="1726">
                  <c:v>40444</c:v>
                </c:pt>
                <c:pt idx="1727">
                  <c:v>40445</c:v>
                </c:pt>
                <c:pt idx="1728">
                  <c:v>40446</c:v>
                </c:pt>
                <c:pt idx="1729">
                  <c:v>40447</c:v>
                </c:pt>
                <c:pt idx="1730">
                  <c:v>40448</c:v>
                </c:pt>
                <c:pt idx="1731">
                  <c:v>40449</c:v>
                </c:pt>
                <c:pt idx="1732">
                  <c:v>40450</c:v>
                </c:pt>
                <c:pt idx="1733">
                  <c:v>40451</c:v>
                </c:pt>
                <c:pt idx="1734">
                  <c:v>40452</c:v>
                </c:pt>
                <c:pt idx="1735">
                  <c:v>40453</c:v>
                </c:pt>
                <c:pt idx="1736">
                  <c:v>40454</c:v>
                </c:pt>
                <c:pt idx="1737">
                  <c:v>40455</c:v>
                </c:pt>
                <c:pt idx="1738">
                  <c:v>40456</c:v>
                </c:pt>
                <c:pt idx="1739">
                  <c:v>40457</c:v>
                </c:pt>
                <c:pt idx="1740">
                  <c:v>40458</c:v>
                </c:pt>
                <c:pt idx="1741">
                  <c:v>40459</c:v>
                </c:pt>
                <c:pt idx="1742">
                  <c:v>40460</c:v>
                </c:pt>
                <c:pt idx="1743">
                  <c:v>40461</c:v>
                </c:pt>
                <c:pt idx="1744">
                  <c:v>40462</c:v>
                </c:pt>
                <c:pt idx="1745">
                  <c:v>40463</c:v>
                </c:pt>
                <c:pt idx="1746">
                  <c:v>40464</c:v>
                </c:pt>
                <c:pt idx="1747">
                  <c:v>40465</c:v>
                </c:pt>
                <c:pt idx="1748">
                  <c:v>40466</c:v>
                </c:pt>
                <c:pt idx="1749">
                  <c:v>40467</c:v>
                </c:pt>
                <c:pt idx="1750">
                  <c:v>40468</c:v>
                </c:pt>
                <c:pt idx="1751">
                  <c:v>40469</c:v>
                </c:pt>
                <c:pt idx="1752">
                  <c:v>40470</c:v>
                </c:pt>
                <c:pt idx="1753">
                  <c:v>40471</c:v>
                </c:pt>
                <c:pt idx="1754">
                  <c:v>40472</c:v>
                </c:pt>
                <c:pt idx="1755">
                  <c:v>40473</c:v>
                </c:pt>
                <c:pt idx="1756">
                  <c:v>40474</c:v>
                </c:pt>
                <c:pt idx="1757">
                  <c:v>40475</c:v>
                </c:pt>
                <c:pt idx="1758">
                  <c:v>40476</c:v>
                </c:pt>
                <c:pt idx="1759">
                  <c:v>40477</c:v>
                </c:pt>
                <c:pt idx="1760">
                  <c:v>40478</c:v>
                </c:pt>
                <c:pt idx="1761">
                  <c:v>40479</c:v>
                </c:pt>
                <c:pt idx="1762">
                  <c:v>40480</c:v>
                </c:pt>
                <c:pt idx="1763">
                  <c:v>40481</c:v>
                </c:pt>
                <c:pt idx="1764">
                  <c:v>40482</c:v>
                </c:pt>
                <c:pt idx="1765">
                  <c:v>40483</c:v>
                </c:pt>
                <c:pt idx="1766">
                  <c:v>40484</c:v>
                </c:pt>
                <c:pt idx="1767">
                  <c:v>40485</c:v>
                </c:pt>
                <c:pt idx="1768">
                  <c:v>40486</c:v>
                </c:pt>
                <c:pt idx="1769">
                  <c:v>40487</c:v>
                </c:pt>
                <c:pt idx="1770">
                  <c:v>40488</c:v>
                </c:pt>
                <c:pt idx="1771">
                  <c:v>40489</c:v>
                </c:pt>
                <c:pt idx="1772">
                  <c:v>40490</c:v>
                </c:pt>
                <c:pt idx="1773">
                  <c:v>40491</c:v>
                </c:pt>
                <c:pt idx="1774">
                  <c:v>40492</c:v>
                </c:pt>
                <c:pt idx="1775">
                  <c:v>40493</c:v>
                </c:pt>
                <c:pt idx="1776">
                  <c:v>40494</c:v>
                </c:pt>
                <c:pt idx="1777">
                  <c:v>40495</c:v>
                </c:pt>
                <c:pt idx="1778">
                  <c:v>40496</c:v>
                </c:pt>
                <c:pt idx="1779">
                  <c:v>40497</c:v>
                </c:pt>
                <c:pt idx="1780">
                  <c:v>40498</c:v>
                </c:pt>
                <c:pt idx="1781">
                  <c:v>40499</c:v>
                </c:pt>
                <c:pt idx="1782">
                  <c:v>40500</c:v>
                </c:pt>
                <c:pt idx="1783">
                  <c:v>40501</c:v>
                </c:pt>
                <c:pt idx="1784">
                  <c:v>40502</c:v>
                </c:pt>
                <c:pt idx="1785">
                  <c:v>40503</c:v>
                </c:pt>
                <c:pt idx="1786">
                  <c:v>40504</c:v>
                </c:pt>
                <c:pt idx="1787">
                  <c:v>40505</c:v>
                </c:pt>
                <c:pt idx="1788">
                  <c:v>40506</c:v>
                </c:pt>
                <c:pt idx="1789">
                  <c:v>40507</c:v>
                </c:pt>
                <c:pt idx="1790">
                  <c:v>40508</c:v>
                </c:pt>
                <c:pt idx="1791">
                  <c:v>40509</c:v>
                </c:pt>
                <c:pt idx="1792">
                  <c:v>40510</c:v>
                </c:pt>
                <c:pt idx="1793">
                  <c:v>40511</c:v>
                </c:pt>
                <c:pt idx="1794">
                  <c:v>40512</c:v>
                </c:pt>
                <c:pt idx="1795">
                  <c:v>40513</c:v>
                </c:pt>
                <c:pt idx="1796">
                  <c:v>40514</c:v>
                </c:pt>
                <c:pt idx="1797">
                  <c:v>40515</c:v>
                </c:pt>
                <c:pt idx="1798">
                  <c:v>40516</c:v>
                </c:pt>
                <c:pt idx="1799">
                  <c:v>40517</c:v>
                </c:pt>
                <c:pt idx="1800">
                  <c:v>40518</c:v>
                </c:pt>
                <c:pt idx="1801">
                  <c:v>40519</c:v>
                </c:pt>
                <c:pt idx="1802">
                  <c:v>40520</c:v>
                </c:pt>
                <c:pt idx="1803">
                  <c:v>40521</c:v>
                </c:pt>
                <c:pt idx="1804">
                  <c:v>40522</c:v>
                </c:pt>
                <c:pt idx="1805">
                  <c:v>40523</c:v>
                </c:pt>
                <c:pt idx="1806">
                  <c:v>40524</c:v>
                </c:pt>
                <c:pt idx="1807">
                  <c:v>40525</c:v>
                </c:pt>
                <c:pt idx="1808">
                  <c:v>40526</c:v>
                </c:pt>
                <c:pt idx="1809">
                  <c:v>40527</c:v>
                </c:pt>
                <c:pt idx="1810">
                  <c:v>40528</c:v>
                </c:pt>
                <c:pt idx="1811">
                  <c:v>40529</c:v>
                </c:pt>
                <c:pt idx="1812">
                  <c:v>40530</c:v>
                </c:pt>
                <c:pt idx="1813">
                  <c:v>40531</c:v>
                </c:pt>
                <c:pt idx="1814">
                  <c:v>40532</c:v>
                </c:pt>
                <c:pt idx="1815">
                  <c:v>40533</c:v>
                </c:pt>
                <c:pt idx="1816">
                  <c:v>40534</c:v>
                </c:pt>
                <c:pt idx="1817">
                  <c:v>40535</c:v>
                </c:pt>
                <c:pt idx="1818">
                  <c:v>40536</c:v>
                </c:pt>
                <c:pt idx="1819">
                  <c:v>40537</c:v>
                </c:pt>
                <c:pt idx="1820">
                  <c:v>40538</c:v>
                </c:pt>
                <c:pt idx="1821">
                  <c:v>40539</c:v>
                </c:pt>
                <c:pt idx="1822">
                  <c:v>40540</c:v>
                </c:pt>
                <c:pt idx="1823">
                  <c:v>40541</c:v>
                </c:pt>
                <c:pt idx="1824">
                  <c:v>40542</c:v>
                </c:pt>
                <c:pt idx="1825">
                  <c:v>40543</c:v>
                </c:pt>
                <c:pt idx="1826">
                  <c:v>40544</c:v>
                </c:pt>
                <c:pt idx="1827">
                  <c:v>40545</c:v>
                </c:pt>
                <c:pt idx="1828">
                  <c:v>40546</c:v>
                </c:pt>
                <c:pt idx="1829">
                  <c:v>40547</c:v>
                </c:pt>
                <c:pt idx="1830">
                  <c:v>40548</c:v>
                </c:pt>
                <c:pt idx="1831">
                  <c:v>40549</c:v>
                </c:pt>
                <c:pt idx="1832">
                  <c:v>40550</c:v>
                </c:pt>
                <c:pt idx="1833">
                  <c:v>40551</c:v>
                </c:pt>
                <c:pt idx="1834">
                  <c:v>40552</c:v>
                </c:pt>
                <c:pt idx="1835">
                  <c:v>40553</c:v>
                </c:pt>
                <c:pt idx="1836">
                  <c:v>40554</c:v>
                </c:pt>
                <c:pt idx="1837">
                  <c:v>40555</c:v>
                </c:pt>
                <c:pt idx="1838">
                  <c:v>40556</c:v>
                </c:pt>
                <c:pt idx="1839">
                  <c:v>40557</c:v>
                </c:pt>
                <c:pt idx="1840">
                  <c:v>40558</c:v>
                </c:pt>
                <c:pt idx="1841">
                  <c:v>40559</c:v>
                </c:pt>
                <c:pt idx="1842">
                  <c:v>40560</c:v>
                </c:pt>
                <c:pt idx="1843">
                  <c:v>40561</c:v>
                </c:pt>
                <c:pt idx="1844">
                  <c:v>40562</c:v>
                </c:pt>
                <c:pt idx="1845">
                  <c:v>40563</c:v>
                </c:pt>
                <c:pt idx="1846">
                  <c:v>40564</c:v>
                </c:pt>
                <c:pt idx="1847">
                  <c:v>40565</c:v>
                </c:pt>
                <c:pt idx="1848">
                  <c:v>40566</c:v>
                </c:pt>
                <c:pt idx="1849">
                  <c:v>40567</c:v>
                </c:pt>
                <c:pt idx="1850">
                  <c:v>40568</c:v>
                </c:pt>
                <c:pt idx="1851">
                  <c:v>40569</c:v>
                </c:pt>
                <c:pt idx="1852">
                  <c:v>40570</c:v>
                </c:pt>
                <c:pt idx="1853">
                  <c:v>40571</c:v>
                </c:pt>
                <c:pt idx="1854">
                  <c:v>40572</c:v>
                </c:pt>
                <c:pt idx="1855">
                  <c:v>40573</c:v>
                </c:pt>
                <c:pt idx="1856">
                  <c:v>40574</c:v>
                </c:pt>
                <c:pt idx="1857">
                  <c:v>40575</c:v>
                </c:pt>
                <c:pt idx="1858">
                  <c:v>40576</c:v>
                </c:pt>
                <c:pt idx="1859">
                  <c:v>40577</c:v>
                </c:pt>
                <c:pt idx="1860">
                  <c:v>40578</c:v>
                </c:pt>
                <c:pt idx="1861">
                  <c:v>40579</c:v>
                </c:pt>
                <c:pt idx="1862">
                  <c:v>40580</c:v>
                </c:pt>
                <c:pt idx="1863">
                  <c:v>40581</c:v>
                </c:pt>
                <c:pt idx="1864">
                  <c:v>40582</c:v>
                </c:pt>
                <c:pt idx="1865">
                  <c:v>40583</c:v>
                </c:pt>
                <c:pt idx="1866">
                  <c:v>40584</c:v>
                </c:pt>
                <c:pt idx="1867">
                  <c:v>40585</c:v>
                </c:pt>
                <c:pt idx="1868">
                  <c:v>40586</c:v>
                </c:pt>
                <c:pt idx="1869">
                  <c:v>40587</c:v>
                </c:pt>
                <c:pt idx="1870">
                  <c:v>40588</c:v>
                </c:pt>
                <c:pt idx="1871">
                  <c:v>40589</c:v>
                </c:pt>
                <c:pt idx="1872">
                  <c:v>40590</c:v>
                </c:pt>
                <c:pt idx="1873">
                  <c:v>40591</c:v>
                </c:pt>
                <c:pt idx="1874">
                  <c:v>40592</c:v>
                </c:pt>
                <c:pt idx="1875">
                  <c:v>40593</c:v>
                </c:pt>
                <c:pt idx="1876">
                  <c:v>40594</c:v>
                </c:pt>
                <c:pt idx="1877">
                  <c:v>40595</c:v>
                </c:pt>
                <c:pt idx="1878">
                  <c:v>40596</c:v>
                </c:pt>
                <c:pt idx="1879">
                  <c:v>40597</c:v>
                </c:pt>
                <c:pt idx="1880">
                  <c:v>40598</c:v>
                </c:pt>
                <c:pt idx="1881">
                  <c:v>40599</c:v>
                </c:pt>
                <c:pt idx="1882">
                  <c:v>40600</c:v>
                </c:pt>
                <c:pt idx="1883">
                  <c:v>40601</c:v>
                </c:pt>
                <c:pt idx="1884">
                  <c:v>40602</c:v>
                </c:pt>
                <c:pt idx="1885">
                  <c:v>40603</c:v>
                </c:pt>
                <c:pt idx="1886">
                  <c:v>40604</c:v>
                </c:pt>
                <c:pt idx="1887">
                  <c:v>40605</c:v>
                </c:pt>
                <c:pt idx="1888">
                  <c:v>40606</c:v>
                </c:pt>
                <c:pt idx="1889">
                  <c:v>40607</c:v>
                </c:pt>
                <c:pt idx="1890">
                  <c:v>40608</c:v>
                </c:pt>
                <c:pt idx="1891">
                  <c:v>40609</c:v>
                </c:pt>
                <c:pt idx="1892">
                  <c:v>40610</c:v>
                </c:pt>
                <c:pt idx="1893">
                  <c:v>40611</c:v>
                </c:pt>
                <c:pt idx="1894">
                  <c:v>40612</c:v>
                </c:pt>
                <c:pt idx="1895">
                  <c:v>40613</c:v>
                </c:pt>
                <c:pt idx="1896">
                  <c:v>40614</c:v>
                </c:pt>
                <c:pt idx="1897">
                  <c:v>40615</c:v>
                </c:pt>
                <c:pt idx="1898">
                  <c:v>40616</c:v>
                </c:pt>
                <c:pt idx="1899">
                  <c:v>40617</c:v>
                </c:pt>
                <c:pt idx="1900">
                  <c:v>40618</c:v>
                </c:pt>
                <c:pt idx="1901">
                  <c:v>40619</c:v>
                </c:pt>
                <c:pt idx="1902">
                  <c:v>40620</c:v>
                </c:pt>
                <c:pt idx="1903">
                  <c:v>40621</c:v>
                </c:pt>
                <c:pt idx="1904">
                  <c:v>40622</c:v>
                </c:pt>
                <c:pt idx="1905">
                  <c:v>40623</c:v>
                </c:pt>
                <c:pt idx="1906">
                  <c:v>40624</c:v>
                </c:pt>
                <c:pt idx="1907">
                  <c:v>40625</c:v>
                </c:pt>
                <c:pt idx="1908">
                  <c:v>40626</c:v>
                </c:pt>
                <c:pt idx="1909">
                  <c:v>40627</c:v>
                </c:pt>
                <c:pt idx="1910">
                  <c:v>40628</c:v>
                </c:pt>
                <c:pt idx="1911">
                  <c:v>40629</c:v>
                </c:pt>
                <c:pt idx="1912">
                  <c:v>40630</c:v>
                </c:pt>
                <c:pt idx="1913">
                  <c:v>40631</c:v>
                </c:pt>
                <c:pt idx="1914">
                  <c:v>40632</c:v>
                </c:pt>
                <c:pt idx="1915">
                  <c:v>40633</c:v>
                </c:pt>
                <c:pt idx="1916">
                  <c:v>40634</c:v>
                </c:pt>
                <c:pt idx="1917">
                  <c:v>40635</c:v>
                </c:pt>
                <c:pt idx="1918">
                  <c:v>40636</c:v>
                </c:pt>
                <c:pt idx="1919">
                  <c:v>40637</c:v>
                </c:pt>
                <c:pt idx="1920">
                  <c:v>40638</c:v>
                </c:pt>
                <c:pt idx="1921">
                  <c:v>40639</c:v>
                </c:pt>
                <c:pt idx="1922">
                  <c:v>40640</c:v>
                </c:pt>
                <c:pt idx="1923">
                  <c:v>40641</c:v>
                </c:pt>
                <c:pt idx="1924">
                  <c:v>40642</c:v>
                </c:pt>
                <c:pt idx="1925">
                  <c:v>40643</c:v>
                </c:pt>
                <c:pt idx="1926">
                  <c:v>40644</c:v>
                </c:pt>
                <c:pt idx="1927">
                  <c:v>40645</c:v>
                </c:pt>
                <c:pt idx="1928">
                  <c:v>40646</c:v>
                </c:pt>
                <c:pt idx="1929">
                  <c:v>40647</c:v>
                </c:pt>
                <c:pt idx="1930">
                  <c:v>40648</c:v>
                </c:pt>
                <c:pt idx="1931">
                  <c:v>40649</c:v>
                </c:pt>
                <c:pt idx="1932">
                  <c:v>40650</c:v>
                </c:pt>
                <c:pt idx="1933">
                  <c:v>40651</c:v>
                </c:pt>
                <c:pt idx="1934">
                  <c:v>40652</c:v>
                </c:pt>
                <c:pt idx="1935">
                  <c:v>40653</c:v>
                </c:pt>
                <c:pt idx="1936">
                  <c:v>40654</c:v>
                </c:pt>
                <c:pt idx="1937">
                  <c:v>40655</c:v>
                </c:pt>
                <c:pt idx="1938">
                  <c:v>40656</c:v>
                </c:pt>
                <c:pt idx="1939">
                  <c:v>40657</c:v>
                </c:pt>
                <c:pt idx="1940">
                  <c:v>40658</c:v>
                </c:pt>
                <c:pt idx="1941">
                  <c:v>40659</c:v>
                </c:pt>
                <c:pt idx="1942">
                  <c:v>40660</c:v>
                </c:pt>
                <c:pt idx="1943">
                  <c:v>40661</c:v>
                </c:pt>
                <c:pt idx="1944">
                  <c:v>40662</c:v>
                </c:pt>
                <c:pt idx="1945">
                  <c:v>40663</c:v>
                </c:pt>
                <c:pt idx="1946">
                  <c:v>40664</c:v>
                </c:pt>
                <c:pt idx="1947">
                  <c:v>40665</c:v>
                </c:pt>
                <c:pt idx="1948">
                  <c:v>40666</c:v>
                </c:pt>
                <c:pt idx="1949">
                  <c:v>40667</c:v>
                </c:pt>
                <c:pt idx="1950">
                  <c:v>40668</c:v>
                </c:pt>
                <c:pt idx="1951">
                  <c:v>40669</c:v>
                </c:pt>
                <c:pt idx="1952">
                  <c:v>40670</c:v>
                </c:pt>
                <c:pt idx="1953">
                  <c:v>40671</c:v>
                </c:pt>
                <c:pt idx="1954">
                  <c:v>40672</c:v>
                </c:pt>
                <c:pt idx="1955">
                  <c:v>40673</c:v>
                </c:pt>
                <c:pt idx="1956">
                  <c:v>40674</c:v>
                </c:pt>
                <c:pt idx="1957">
                  <c:v>40675</c:v>
                </c:pt>
                <c:pt idx="1958">
                  <c:v>40676</c:v>
                </c:pt>
                <c:pt idx="1959">
                  <c:v>40677</c:v>
                </c:pt>
                <c:pt idx="1960">
                  <c:v>40678</c:v>
                </c:pt>
                <c:pt idx="1961">
                  <c:v>40679</c:v>
                </c:pt>
                <c:pt idx="1962">
                  <c:v>40680</c:v>
                </c:pt>
                <c:pt idx="1963">
                  <c:v>40681</c:v>
                </c:pt>
                <c:pt idx="1964">
                  <c:v>40682</c:v>
                </c:pt>
                <c:pt idx="1965">
                  <c:v>40683</c:v>
                </c:pt>
                <c:pt idx="1966">
                  <c:v>40684</c:v>
                </c:pt>
                <c:pt idx="1967">
                  <c:v>40685</c:v>
                </c:pt>
                <c:pt idx="1968">
                  <c:v>40686</c:v>
                </c:pt>
                <c:pt idx="1969">
                  <c:v>40687</c:v>
                </c:pt>
                <c:pt idx="1970">
                  <c:v>40688</c:v>
                </c:pt>
                <c:pt idx="1971">
                  <c:v>40689</c:v>
                </c:pt>
                <c:pt idx="1972">
                  <c:v>40690</c:v>
                </c:pt>
                <c:pt idx="1973">
                  <c:v>40691</c:v>
                </c:pt>
                <c:pt idx="1974">
                  <c:v>40692</c:v>
                </c:pt>
                <c:pt idx="1975">
                  <c:v>40693</c:v>
                </c:pt>
                <c:pt idx="1976">
                  <c:v>40694</c:v>
                </c:pt>
                <c:pt idx="1977">
                  <c:v>40695</c:v>
                </c:pt>
                <c:pt idx="1978">
                  <c:v>40696</c:v>
                </c:pt>
                <c:pt idx="1979">
                  <c:v>40697</c:v>
                </c:pt>
                <c:pt idx="1980">
                  <c:v>40698</c:v>
                </c:pt>
                <c:pt idx="1981">
                  <c:v>40699</c:v>
                </c:pt>
                <c:pt idx="1982">
                  <c:v>40700</c:v>
                </c:pt>
                <c:pt idx="1983">
                  <c:v>40701</c:v>
                </c:pt>
                <c:pt idx="1984">
                  <c:v>40702</c:v>
                </c:pt>
                <c:pt idx="1985">
                  <c:v>40703</c:v>
                </c:pt>
                <c:pt idx="1986">
                  <c:v>40704</c:v>
                </c:pt>
                <c:pt idx="1987">
                  <c:v>40705</c:v>
                </c:pt>
                <c:pt idx="1988">
                  <c:v>40706</c:v>
                </c:pt>
                <c:pt idx="1989">
                  <c:v>40707</c:v>
                </c:pt>
                <c:pt idx="1990">
                  <c:v>40708</c:v>
                </c:pt>
                <c:pt idx="1991">
                  <c:v>40709</c:v>
                </c:pt>
                <c:pt idx="1992">
                  <c:v>40710</c:v>
                </c:pt>
                <c:pt idx="1993">
                  <c:v>40711</c:v>
                </c:pt>
                <c:pt idx="1994">
                  <c:v>40712</c:v>
                </c:pt>
                <c:pt idx="1995">
                  <c:v>40713</c:v>
                </c:pt>
                <c:pt idx="1996">
                  <c:v>40714</c:v>
                </c:pt>
                <c:pt idx="1997">
                  <c:v>40715</c:v>
                </c:pt>
                <c:pt idx="1998">
                  <c:v>40716</c:v>
                </c:pt>
                <c:pt idx="1999">
                  <c:v>40717</c:v>
                </c:pt>
                <c:pt idx="2000">
                  <c:v>40718</c:v>
                </c:pt>
                <c:pt idx="2001">
                  <c:v>40719</c:v>
                </c:pt>
                <c:pt idx="2002">
                  <c:v>40720</c:v>
                </c:pt>
                <c:pt idx="2003">
                  <c:v>40721</c:v>
                </c:pt>
                <c:pt idx="2004">
                  <c:v>40722</c:v>
                </c:pt>
                <c:pt idx="2005">
                  <c:v>40723</c:v>
                </c:pt>
                <c:pt idx="2006">
                  <c:v>40724</c:v>
                </c:pt>
                <c:pt idx="2007">
                  <c:v>40725</c:v>
                </c:pt>
                <c:pt idx="2008">
                  <c:v>40726</c:v>
                </c:pt>
                <c:pt idx="2009">
                  <c:v>40727</c:v>
                </c:pt>
                <c:pt idx="2010">
                  <c:v>40728</c:v>
                </c:pt>
                <c:pt idx="2011">
                  <c:v>40729</c:v>
                </c:pt>
                <c:pt idx="2012">
                  <c:v>40730</c:v>
                </c:pt>
                <c:pt idx="2013">
                  <c:v>40731</c:v>
                </c:pt>
                <c:pt idx="2014">
                  <c:v>40732</c:v>
                </c:pt>
                <c:pt idx="2015">
                  <c:v>40733</c:v>
                </c:pt>
                <c:pt idx="2016">
                  <c:v>40734</c:v>
                </c:pt>
                <c:pt idx="2017">
                  <c:v>40735</c:v>
                </c:pt>
                <c:pt idx="2018">
                  <c:v>40736</c:v>
                </c:pt>
                <c:pt idx="2019">
                  <c:v>40737</c:v>
                </c:pt>
                <c:pt idx="2020">
                  <c:v>40738</c:v>
                </c:pt>
                <c:pt idx="2021">
                  <c:v>40739</c:v>
                </c:pt>
                <c:pt idx="2022">
                  <c:v>40740</c:v>
                </c:pt>
                <c:pt idx="2023">
                  <c:v>40741</c:v>
                </c:pt>
                <c:pt idx="2024">
                  <c:v>40742</c:v>
                </c:pt>
                <c:pt idx="2025">
                  <c:v>40743</c:v>
                </c:pt>
                <c:pt idx="2026">
                  <c:v>40744</c:v>
                </c:pt>
                <c:pt idx="2027">
                  <c:v>40745</c:v>
                </c:pt>
                <c:pt idx="2028">
                  <c:v>40746</c:v>
                </c:pt>
                <c:pt idx="2029">
                  <c:v>40747</c:v>
                </c:pt>
                <c:pt idx="2030">
                  <c:v>40748</c:v>
                </c:pt>
                <c:pt idx="2031">
                  <c:v>40749</c:v>
                </c:pt>
                <c:pt idx="2032">
                  <c:v>40750</c:v>
                </c:pt>
                <c:pt idx="2033">
                  <c:v>40751</c:v>
                </c:pt>
                <c:pt idx="2034">
                  <c:v>40752</c:v>
                </c:pt>
                <c:pt idx="2035">
                  <c:v>40753</c:v>
                </c:pt>
                <c:pt idx="2036">
                  <c:v>40754</c:v>
                </c:pt>
                <c:pt idx="2037">
                  <c:v>40755</c:v>
                </c:pt>
                <c:pt idx="2038">
                  <c:v>40756</c:v>
                </c:pt>
                <c:pt idx="2039">
                  <c:v>40757</c:v>
                </c:pt>
                <c:pt idx="2040">
                  <c:v>40758</c:v>
                </c:pt>
                <c:pt idx="2041">
                  <c:v>40759</c:v>
                </c:pt>
                <c:pt idx="2042">
                  <c:v>40760</c:v>
                </c:pt>
                <c:pt idx="2043">
                  <c:v>40761</c:v>
                </c:pt>
                <c:pt idx="2044">
                  <c:v>40762</c:v>
                </c:pt>
                <c:pt idx="2045">
                  <c:v>40763</c:v>
                </c:pt>
                <c:pt idx="2046">
                  <c:v>40764</c:v>
                </c:pt>
                <c:pt idx="2047">
                  <c:v>40765</c:v>
                </c:pt>
                <c:pt idx="2048">
                  <c:v>40766</c:v>
                </c:pt>
                <c:pt idx="2049">
                  <c:v>40767</c:v>
                </c:pt>
                <c:pt idx="2050">
                  <c:v>40768</c:v>
                </c:pt>
                <c:pt idx="2051">
                  <c:v>40769</c:v>
                </c:pt>
                <c:pt idx="2052">
                  <c:v>40770</c:v>
                </c:pt>
                <c:pt idx="2053">
                  <c:v>40771</c:v>
                </c:pt>
                <c:pt idx="2054">
                  <c:v>40772</c:v>
                </c:pt>
                <c:pt idx="2055">
                  <c:v>40773</c:v>
                </c:pt>
                <c:pt idx="2056">
                  <c:v>40774</c:v>
                </c:pt>
                <c:pt idx="2057">
                  <c:v>40775</c:v>
                </c:pt>
                <c:pt idx="2058">
                  <c:v>40776</c:v>
                </c:pt>
                <c:pt idx="2059">
                  <c:v>40777</c:v>
                </c:pt>
                <c:pt idx="2060">
                  <c:v>40778</c:v>
                </c:pt>
                <c:pt idx="2061">
                  <c:v>40779</c:v>
                </c:pt>
                <c:pt idx="2062">
                  <c:v>40780</c:v>
                </c:pt>
                <c:pt idx="2063">
                  <c:v>40781</c:v>
                </c:pt>
                <c:pt idx="2064">
                  <c:v>40782</c:v>
                </c:pt>
                <c:pt idx="2065">
                  <c:v>40783</c:v>
                </c:pt>
                <c:pt idx="2066">
                  <c:v>40784</c:v>
                </c:pt>
                <c:pt idx="2067">
                  <c:v>40785</c:v>
                </c:pt>
                <c:pt idx="2068">
                  <c:v>40786</c:v>
                </c:pt>
                <c:pt idx="2069">
                  <c:v>40787</c:v>
                </c:pt>
                <c:pt idx="2070">
                  <c:v>40788</c:v>
                </c:pt>
                <c:pt idx="2071">
                  <c:v>40789</c:v>
                </c:pt>
                <c:pt idx="2072">
                  <c:v>40790</c:v>
                </c:pt>
                <c:pt idx="2073">
                  <c:v>40791</c:v>
                </c:pt>
                <c:pt idx="2074">
                  <c:v>40792</c:v>
                </c:pt>
                <c:pt idx="2075">
                  <c:v>40793</c:v>
                </c:pt>
                <c:pt idx="2076">
                  <c:v>40794</c:v>
                </c:pt>
                <c:pt idx="2077">
                  <c:v>40795</c:v>
                </c:pt>
                <c:pt idx="2078">
                  <c:v>40796</c:v>
                </c:pt>
                <c:pt idx="2079">
                  <c:v>40797</c:v>
                </c:pt>
                <c:pt idx="2080">
                  <c:v>40798</c:v>
                </c:pt>
                <c:pt idx="2081">
                  <c:v>40799</c:v>
                </c:pt>
                <c:pt idx="2082">
                  <c:v>40800</c:v>
                </c:pt>
                <c:pt idx="2083">
                  <c:v>40801</c:v>
                </c:pt>
                <c:pt idx="2084">
                  <c:v>40802</c:v>
                </c:pt>
                <c:pt idx="2085">
                  <c:v>40803</c:v>
                </c:pt>
                <c:pt idx="2086">
                  <c:v>40804</c:v>
                </c:pt>
                <c:pt idx="2087">
                  <c:v>40805</c:v>
                </c:pt>
                <c:pt idx="2088">
                  <c:v>40806</c:v>
                </c:pt>
                <c:pt idx="2089">
                  <c:v>40807</c:v>
                </c:pt>
                <c:pt idx="2090">
                  <c:v>40808</c:v>
                </c:pt>
                <c:pt idx="2091">
                  <c:v>40809</c:v>
                </c:pt>
                <c:pt idx="2092">
                  <c:v>40810</c:v>
                </c:pt>
                <c:pt idx="2093">
                  <c:v>40811</c:v>
                </c:pt>
                <c:pt idx="2094">
                  <c:v>40812</c:v>
                </c:pt>
                <c:pt idx="2095">
                  <c:v>40813</c:v>
                </c:pt>
                <c:pt idx="2096">
                  <c:v>40814</c:v>
                </c:pt>
                <c:pt idx="2097">
                  <c:v>40815</c:v>
                </c:pt>
                <c:pt idx="2098">
                  <c:v>40816</c:v>
                </c:pt>
                <c:pt idx="2099">
                  <c:v>40817</c:v>
                </c:pt>
                <c:pt idx="2100">
                  <c:v>40818</c:v>
                </c:pt>
                <c:pt idx="2101">
                  <c:v>40819</c:v>
                </c:pt>
                <c:pt idx="2102">
                  <c:v>40820</c:v>
                </c:pt>
                <c:pt idx="2103">
                  <c:v>40821</c:v>
                </c:pt>
                <c:pt idx="2104">
                  <c:v>40822</c:v>
                </c:pt>
                <c:pt idx="2105">
                  <c:v>40823</c:v>
                </c:pt>
                <c:pt idx="2106">
                  <c:v>40824</c:v>
                </c:pt>
                <c:pt idx="2107">
                  <c:v>40825</c:v>
                </c:pt>
                <c:pt idx="2108">
                  <c:v>40826</c:v>
                </c:pt>
                <c:pt idx="2109">
                  <c:v>40827</c:v>
                </c:pt>
                <c:pt idx="2110">
                  <c:v>40828</c:v>
                </c:pt>
                <c:pt idx="2111">
                  <c:v>40829</c:v>
                </c:pt>
                <c:pt idx="2112">
                  <c:v>40830</c:v>
                </c:pt>
                <c:pt idx="2113">
                  <c:v>40831</c:v>
                </c:pt>
                <c:pt idx="2114">
                  <c:v>40832</c:v>
                </c:pt>
                <c:pt idx="2115">
                  <c:v>40833</c:v>
                </c:pt>
                <c:pt idx="2116">
                  <c:v>40834</c:v>
                </c:pt>
                <c:pt idx="2117">
                  <c:v>40835</c:v>
                </c:pt>
                <c:pt idx="2118">
                  <c:v>40836</c:v>
                </c:pt>
                <c:pt idx="2119">
                  <c:v>40837</c:v>
                </c:pt>
                <c:pt idx="2120">
                  <c:v>40838</c:v>
                </c:pt>
                <c:pt idx="2121">
                  <c:v>40839</c:v>
                </c:pt>
                <c:pt idx="2122">
                  <c:v>40840</c:v>
                </c:pt>
                <c:pt idx="2123">
                  <c:v>40841</c:v>
                </c:pt>
                <c:pt idx="2124">
                  <c:v>40842</c:v>
                </c:pt>
                <c:pt idx="2125">
                  <c:v>40843</c:v>
                </c:pt>
                <c:pt idx="2126">
                  <c:v>40844</c:v>
                </c:pt>
                <c:pt idx="2127">
                  <c:v>40845</c:v>
                </c:pt>
                <c:pt idx="2128">
                  <c:v>40846</c:v>
                </c:pt>
                <c:pt idx="2129">
                  <c:v>40847</c:v>
                </c:pt>
                <c:pt idx="2130">
                  <c:v>40848</c:v>
                </c:pt>
                <c:pt idx="2131">
                  <c:v>40849</c:v>
                </c:pt>
                <c:pt idx="2132">
                  <c:v>40850</c:v>
                </c:pt>
                <c:pt idx="2133">
                  <c:v>40851</c:v>
                </c:pt>
                <c:pt idx="2134">
                  <c:v>40852</c:v>
                </c:pt>
                <c:pt idx="2135">
                  <c:v>40853</c:v>
                </c:pt>
                <c:pt idx="2136">
                  <c:v>40854</c:v>
                </c:pt>
                <c:pt idx="2137">
                  <c:v>40855</c:v>
                </c:pt>
                <c:pt idx="2138">
                  <c:v>40856</c:v>
                </c:pt>
                <c:pt idx="2139">
                  <c:v>40857</c:v>
                </c:pt>
                <c:pt idx="2140">
                  <c:v>40858</c:v>
                </c:pt>
                <c:pt idx="2141">
                  <c:v>40859</c:v>
                </c:pt>
                <c:pt idx="2142">
                  <c:v>40860</c:v>
                </c:pt>
                <c:pt idx="2143">
                  <c:v>40861</c:v>
                </c:pt>
                <c:pt idx="2144">
                  <c:v>40862</c:v>
                </c:pt>
                <c:pt idx="2145">
                  <c:v>40863</c:v>
                </c:pt>
                <c:pt idx="2146">
                  <c:v>40864</c:v>
                </c:pt>
                <c:pt idx="2147">
                  <c:v>40865</c:v>
                </c:pt>
                <c:pt idx="2148">
                  <c:v>40866</c:v>
                </c:pt>
                <c:pt idx="2149">
                  <c:v>40867</c:v>
                </c:pt>
                <c:pt idx="2150">
                  <c:v>40868</c:v>
                </c:pt>
                <c:pt idx="2151">
                  <c:v>40869</c:v>
                </c:pt>
                <c:pt idx="2152">
                  <c:v>40870</c:v>
                </c:pt>
                <c:pt idx="2153">
                  <c:v>40871</c:v>
                </c:pt>
                <c:pt idx="2154">
                  <c:v>40872</c:v>
                </c:pt>
                <c:pt idx="2155">
                  <c:v>40873</c:v>
                </c:pt>
                <c:pt idx="2156">
                  <c:v>40874</c:v>
                </c:pt>
                <c:pt idx="2157">
                  <c:v>40875</c:v>
                </c:pt>
                <c:pt idx="2158">
                  <c:v>40876</c:v>
                </c:pt>
                <c:pt idx="2159">
                  <c:v>40877</c:v>
                </c:pt>
                <c:pt idx="2160">
                  <c:v>40878</c:v>
                </c:pt>
                <c:pt idx="2161">
                  <c:v>40879</c:v>
                </c:pt>
                <c:pt idx="2162">
                  <c:v>40880</c:v>
                </c:pt>
                <c:pt idx="2163">
                  <c:v>40881</c:v>
                </c:pt>
                <c:pt idx="2164">
                  <c:v>40882</c:v>
                </c:pt>
                <c:pt idx="2165">
                  <c:v>40883</c:v>
                </c:pt>
                <c:pt idx="2166">
                  <c:v>40884</c:v>
                </c:pt>
                <c:pt idx="2167">
                  <c:v>40885</c:v>
                </c:pt>
                <c:pt idx="2168">
                  <c:v>40886</c:v>
                </c:pt>
                <c:pt idx="2169">
                  <c:v>40887</c:v>
                </c:pt>
                <c:pt idx="2170">
                  <c:v>40888</c:v>
                </c:pt>
                <c:pt idx="2171">
                  <c:v>40889</c:v>
                </c:pt>
                <c:pt idx="2172">
                  <c:v>40890</c:v>
                </c:pt>
                <c:pt idx="2173">
                  <c:v>40891</c:v>
                </c:pt>
                <c:pt idx="2174">
                  <c:v>40892</c:v>
                </c:pt>
                <c:pt idx="2175">
                  <c:v>40893</c:v>
                </c:pt>
                <c:pt idx="2176">
                  <c:v>40894</c:v>
                </c:pt>
                <c:pt idx="2177">
                  <c:v>40895</c:v>
                </c:pt>
                <c:pt idx="2178">
                  <c:v>40896</c:v>
                </c:pt>
                <c:pt idx="2179">
                  <c:v>40897</c:v>
                </c:pt>
                <c:pt idx="2180">
                  <c:v>40898</c:v>
                </c:pt>
                <c:pt idx="2181">
                  <c:v>40899</c:v>
                </c:pt>
                <c:pt idx="2182">
                  <c:v>40900</c:v>
                </c:pt>
                <c:pt idx="2183">
                  <c:v>40901</c:v>
                </c:pt>
                <c:pt idx="2184">
                  <c:v>40902</c:v>
                </c:pt>
                <c:pt idx="2185">
                  <c:v>40903</c:v>
                </c:pt>
                <c:pt idx="2186">
                  <c:v>40904</c:v>
                </c:pt>
                <c:pt idx="2187">
                  <c:v>40905</c:v>
                </c:pt>
                <c:pt idx="2188">
                  <c:v>40906</c:v>
                </c:pt>
                <c:pt idx="2189">
                  <c:v>40907</c:v>
                </c:pt>
                <c:pt idx="2190">
                  <c:v>40908</c:v>
                </c:pt>
                <c:pt idx="2191">
                  <c:v>40909</c:v>
                </c:pt>
                <c:pt idx="2192">
                  <c:v>40910</c:v>
                </c:pt>
                <c:pt idx="2193">
                  <c:v>40911</c:v>
                </c:pt>
                <c:pt idx="2194">
                  <c:v>40912</c:v>
                </c:pt>
                <c:pt idx="2195">
                  <c:v>40913</c:v>
                </c:pt>
                <c:pt idx="2196">
                  <c:v>40914</c:v>
                </c:pt>
                <c:pt idx="2197">
                  <c:v>40915</c:v>
                </c:pt>
                <c:pt idx="2198">
                  <c:v>40916</c:v>
                </c:pt>
                <c:pt idx="2199">
                  <c:v>40917</c:v>
                </c:pt>
                <c:pt idx="2200">
                  <c:v>40918</c:v>
                </c:pt>
                <c:pt idx="2201">
                  <c:v>40919</c:v>
                </c:pt>
                <c:pt idx="2202">
                  <c:v>40920</c:v>
                </c:pt>
                <c:pt idx="2203">
                  <c:v>40921</c:v>
                </c:pt>
                <c:pt idx="2204">
                  <c:v>40922</c:v>
                </c:pt>
                <c:pt idx="2205">
                  <c:v>40923</c:v>
                </c:pt>
                <c:pt idx="2206">
                  <c:v>40924</c:v>
                </c:pt>
                <c:pt idx="2207">
                  <c:v>40925</c:v>
                </c:pt>
                <c:pt idx="2208">
                  <c:v>40926</c:v>
                </c:pt>
                <c:pt idx="2209">
                  <c:v>40927</c:v>
                </c:pt>
                <c:pt idx="2210">
                  <c:v>40928</c:v>
                </c:pt>
                <c:pt idx="2211">
                  <c:v>40929</c:v>
                </c:pt>
                <c:pt idx="2212">
                  <c:v>40930</c:v>
                </c:pt>
                <c:pt idx="2213">
                  <c:v>40931</c:v>
                </c:pt>
                <c:pt idx="2214">
                  <c:v>40932</c:v>
                </c:pt>
                <c:pt idx="2215">
                  <c:v>40933</c:v>
                </c:pt>
                <c:pt idx="2216">
                  <c:v>40934</c:v>
                </c:pt>
                <c:pt idx="2217">
                  <c:v>40935</c:v>
                </c:pt>
                <c:pt idx="2218">
                  <c:v>40936</c:v>
                </c:pt>
                <c:pt idx="2219">
                  <c:v>40937</c:v>
                </c:pt>
                <c:pt idx="2220">
                  <c:v>40938</c:v>
                </c:pt>
                <c:pt idx="2221">
                  <c:v>40939</c:v>
                </c:pt>
                <c:pt idx="2222">
                  <c:v>40940</c:v>
                </c:pt>
                <c:pt idx="2223">
                  <c:v>40941</c:v>
                </c:pt>
                <c:pt idx="2224">
                  <c:v>40942</c:v>
                </c:pt>
                <c:pt idx="2225">
                  <c:v>40943</c:v>
                </c:pt>
                <c:pt idx="2226">
                  <c:v>40944</c:v>
                </c:pt>
                <c:pt idx="2227">
                  <c:v>40945</c:v>
                </c:pt>
                <c:pt idx="2228">
                  <c:v>40946</c:v>
                </c:pt>
                <c:pt idx="2229">
                  <c:v>40947</c:v>
                </c:pt>
                <c:pt idx="2230">
                  <c:v>40948</c:v>
                </c:pt>
                <c:pt idx="2231">
                  <c:v>40949</c:v>
                </c:pt>
                <c:pt idx="2232">
                  <c:v>40950</c:v>
                </c:pt>
                <c:pt idx="2233">
                  <c:v>40951</c:v>
                </c:pt>
                <c:pt idx="2234">
                  <c:v>40952</c:v>
                </c:pt>
                <c:pt idx="2235">
                  <c:v>40953</c:v>
                </c:pt>
                <c:pt idx="2236">
                  <c:v>40954</c:v>
                </c:pt>
                <c:pt idx="2237">
                  <c:v>40955</c:v>
                </c:pt>
                <c:pt idx="2238">
                  <c:v>40956</c:v>
                </c:pt>
                <c:pt idx="2239">
                  <c:v>40957</c:v>
                </c:pt>
                <c:pt idx="2240">
                  <c:v>40958</c:v>
                </c:pt>
                <c:pt idx="2241">
                  <c:v>40959</c:v>
                </c:pt>
                <c:pt idx="2242">
                  <c:v>40960</c:v>
                </c:pt>
                <c:pt idx="2243">
                  <c:v>40961</c:v>
                </c:pt>
                <c:pt idx="2244">
                  <c:v>40962</c:v>
                </c:pt>
                <c:pt idx="2245">
                  <c:v>40963</c:v>
                </c:pt>
                <c:pt idx="2246">
                  <c:v>40964</c:v>
                </c:pt>
                <c:pt idx="2247">
                  <c:v>40965</c:v>
                </c:pt>
                <c:pt idx="2248">
                  <c:v>40966</c:v>
                </c:pt>
                <c:pt idx="2249">
                  <c:v>40967</c:v>
                </c:pt>
                <c:pt idx="2250">
                  <c:v>40968</c:v>
                </c:pt>
                <c:pt idx="2251">
                  <c:v>40969</c:v>
                </c:pt>
                <c:pt idx="2252">
                  <c:v>40970</c:v>
                </c:pt>
                <c:pt idx="2253">
                  <c:v>40971</c:v>
                </c:pt>
                <c:pt idx="2254">
                  <c:v>40972</c:v>
                </c:pt>
                <c:pt idx="2255">
                  <c:v>40973</c:v>
                </c:pt>
                <c:pt idx="2256">
                  <c:v>40974</c:v>
                </c:pt>
                <c:pt idx="2257">
                  <c:v>40975</c:v>
                </c:pt>
                <c:pt idx="2258">
                  <c:v>40976</c:v>
                </c:pt>
                <c:pt idx="2259">
                  <c:v>40977</c:v>
                </c:pt>
                <c:pt idx="2260">
                  <c:v>40978</c:v>
                </c:pt>
                <c:pt idx="2261">
                  <c:v>40979</c:v>
                </c:pt>
                <c:pt idx="2262">
                  <c:v>40980</c:v>
                </c:pt>
                <c:pt idx="2263">
                  <c:v>40981</c:v>
                </c:pt>
                <c:pt idx="2264">
                  <c:v>40982</c:v>
                </c:pt>
                <c:pt idx="2265">
                  <c:v>40983</c:v>
                </c:pt>
                <c:pt idx="2266">
                  <c:v>40984</c:v>
                </c:pt>
                <c:pt idx="2267">
                  <c:v>40985</c:v>
                </c:pt>
                <c:pt idx="2268">
                  <c:v>40986</c:v>
                </c:pt>
                <c:pt idx="2269">
                  <c:v>40987</c:v>
                </c:pt>
                <c:pt idx="2270">
                  <c:v>40988</c:v>
                </c:pt>
                <c:pt idx="2271">
                  <c:v>40989</c:v>
                </c:pt>
                <c:pt idx="2272">
                  <c:v>40990</c:v>
                </c:pt>
                <c:pt idx="2273">
                  <c:v>40991</c:v>
                </c:pt>
                <c:pt idx="2274">
                  <c:v>40992</c:v>
                </c:pt>
                <c:pt idx="2275">
                  <c:v>40993</c:v>
                </c:pt>
                <c:pt idx="2276">
                  <c:v>40994</c:v>
                </c:pt>
                <c:pt idx="2277">
                  <c:v>40995</c:v>
                </c:pt>
                <c:pt idx="2278">
                  <c:v>40996</c:v>
                </c:pt>
                <c:pt idx="2279">
                  <c:v>40997</c:v>
                </c:pt>
                <c:pt idx="2280">
                  <c:v>40998</c:v>
                </c:pt>
                <c:pt idx="2281">
                  <c:v>40999</c:v>
                </c:pt>
                <c:pt idx="2282">
                  <c:v>41000</c:v>
                </c:pt>
                <c:pt idx="2283">
                  <c:v>41001</c:v>
                </c:pt>
                <c:pt idx="2284">
                  <c:v>41002</c:v>
                </c:pt>
                <c:pt idx="2285">
                  <c:v>41003</c:v>
                </c:pt>
                <c:pt idx="2286">
                  <c:v>41004</c:v>
                </c:pt>
                <c:pt idx="2287">
                  <c:v>41005</c:v>
                </c:pt>
                <c:pt idx="2288">
                  <c:v>41006</c:v>
                </c:pt>
                <c:pt idx="2289">
                  <c:v>41007</c:v>
                </c:pt>
                <c:pt idx="2290">
                  <c:v>41008</c:v>
                </c:pt>
                <c:pt idx="2291">
                  <c:v>41009</c:v>
                </c:pt>
                <c:pt idx="2292">
                  <c:v>41010</c:v>
                </c:pt>
                <c:pt idx="2293">
                  <c:v>41011</c:v>
                </c:pt>
                <c:pt idx="2294">
                  <c:v>41012</c:v>
                </c:pt>
                <c:pt idx="2295">
                  <c:v>41013</c:v>
                </c:pt>
                <c:pt idx="2296">
                  <c:v>41014</c:v>
                </c:pt>
                <c:pt idx="2297">
                  <c:v>41015</c:v>
                </c:pt>
                <c:pt idx="2298">
                  <c:v>41016</c:v>
                </c:pt>
                <c:pt idx="2299">
                  <c:v>41017</c:v>
                </c:pt>
                <c:pt idx="2300">
                  <c:v>41018</c:v>
                </c:pt>
                <c:pt idx="2301">
                  <c:v>41019</c:v>
                </c:pt>
                <c:pt idx="2302">
                  <c:v>41020</c:v>
                </c:pt>
                <c:pt idx="2303">
                  <c:v>41021</c:v>
                </c:pt>
                <c:pt idx="2304">
                  <c:v>41022</c:v>
                </c:pt>
                <c:pt idx="2305">
                  <c:v>41023</c:v>
                </c:pt>
                <c:pt idx="2306">
                  <c:v>41024</c:v>
                </c:pt>
                <c:pt idx="2307">
                  <c:v>41025</c:v>
                </c:pt>
                <c:pt idx="2308">
                  <c:v>41026</c:v>
                </c:pt>
                <c:pt idx="2309">
                  <c:v>41027</c:v>
                </c:pt>
                <c:pt idx="2310">
                  <c:v>41028</c:v>
                </c:pt>
                <c:pt idx="2311">
                  <c:v>41029</c:v>
                </c:pt>
                <c:pt idx="2312">
                  <c:v>41030</c:v>
                </c:pt>
                <c:pt idx="2313">
                  <c:v>41031</c:v>
                </c:pt>
                <c:pt idx="2314">
                  <c:v>41032</c:v>
                </c:pt>
                <c:pt idx="2315">
                  <c:v>41033</c:v>
                </c:pt>
                <c:pt idx="2316">
                  <c:v>41034</c:v>
                </c:pt>
                <c:pt idx="2317">
                  <c:v>41035</c:v>
                </c:pt>
                <c:pt idx="2318">
                  <c:v>41036</c:v>
                </c:pt>
                <c:pt idx="2319">
                  <c:v>41037</c:v>
                </c:pt>
                <c:pt idx="2320">
                  <c:v>41038</c:v>
                </c:pt>
                <c:pt idx="2321">
                  <c:v>41039</c:v>
                </c:pt>
                <c:pt idx="2322">
                  <c:v>41040</c:v>
                </c:pt>
                <c:pt idx="2323">
                  <c:v>41041</c:v>
                </c:pt>
                <c:pt idx="2324">
                  <c:v>41042</c:v>
                </c:pt>
                <c:pt idx="2325">
                  <c:v>41043</c:v>
                </c:pt>
                <c:pt idx="2326">
                  <c:v>41044</c:v>
                </c:pt>
                <c:pt idx="2327">
                  <c:v>41045</c:v>
                </c:pt>
                <c:pt idx="2328">
                  <c:v>41046</c:v>
                </c:pt>
                <c:pt idx="2329">
                  <c:v>41047</c:v>
                </c:pt>
                <c:pt idx="2330">
                  <c:v>41048</c:v>
                </c:pt>
                <c:pt idx="2331">
                  <c:v>41049</c:v>
                </c:pt>
                <c:pt idx="2332">
                  <c:v>41050</c:v>
                </c:pt>
                <c:pt idx="2333">
                  <c:v>41051</c:v>
                </c:pt>
                <c:pt idx="2334">
                  <c:v>41052</c:v>
                </c:pt>
                <c:pt idx="2335">
                  <c:v>41053</c:v>
                </c:pt>
                <c:pt idx="2336">
                  <c:v>41054</c:v>
                </c:pt>
                <c:pt idx="2337">
                  <c:v>41055</c:v>
                </c:pt>
                <c:pt idx="2338">
                  <c:v>41056</c:v>
                </c:pt>
                <c:pt idx="2339">
                  <c:v>41057</c:v>
                </c:pt>
                <c:pt idx="2340">
                  <c:v>41058</c:v>
                </c:pt>
                <c:pt idx="2341">
                  <c:v>41059</c:v>
                </c:pt>
                <c:pt idx="2342">
                  <c:v>41060</c:v>
                </c:pt>
                <c:pt idx="2343">
                  <c:v>41061</c:v>
                </c:pt>
                <c:pt idx="2344">
                  <c:v>41062</c:v>
                </c:pt>
                <c:pt idx="2345">
                  <c:v>41063</c:v>
                </c:pt>
                <c:pt idx="2346">
                  <c:v>41064</c:v>
                </c:pt>
                <c:pt idx="2347">
                  <c:v>41065</c:v>
                </c:pt>
                <c:pt idx="2348">
                  <c:v>41066</c:v>
                </c:pt>
                <c:pt idx="2349">
                  <c:v>41067</c:v>
                </c:pt>
                <c:pt idx="2350">
                  <c:v>41068</c:v>
                </c:pt>
                <c:pt idx="2351">
                  <c:v>41069</c:v>
                </c:pt>
                <c:pt idx="2352">
                  <c:v>41070</c:v>
                </c:pt>
                <c:pt idx="2353">
                  <c:v>41071</c:v>
                </c:pt>
                <c:pt idx="2354">
                  <c:v>41072</c:v>
                </c:pt>
                <c:pt idx="2355">
                  <c:v>41073</c:v>
                </c:pt>
                <c:pt idx="2356">
                  <c:v>41074</c:v>
                </c:pt>
                <c:pt idx="2357">
                  <c:v>41075</c:v>
                </c:pt>
                <c:pt idx="2358">
                  <c:v>41076</c:v>
                </c:pt>
                <c:pt idx="2359">
                  <c:v>41077</c:v>
                </c:pt>
                <c:pt idx="2360">
                  <c:v>41078</c:v>
                </c:pt>
                <c:pt idx="2361">
                  <c:v>41079</c:v>
                </c:pt>
                <c:pt idx="2362">
                  <c:v>41080</c:v>
                </c:pt>
                <c:pt idx="2363">
                  <c:v>41081</c:v>
                </c:pt>
                <c:pt idx="2364">
                  <c:v>41082</c:v>
                </c:pt>
                <c:pt idx="2365">
                  <c:v>41083</c:v>
                </c:pt>
                <c:pt idx="2366">
                  <c:v>41084</c:v>
                </c:pt>
                <c:pt idx="2367">
                  <c:v>41085</c:v>
                </c:pt>
                <c:pt idx="2368">
                  <c:v>41086</c:v>
                </c:pt>
                <c:pt idx="2369">
                  <c:v>41087</c:v>
                </c:pt>
                <c:pt idx="2370">
                  <c:v>41088</c:v>
                </c:pt>
                <c:pt idx="2371">
                  <c:v>41089</c:v>
                </c:pt>
                <c:pt idx="2372">
                  <c:v>41090</c:v>
                </c:pt>
                <c:pt idx="2373">
                  <c:v>41091</c:v>
                </c:pt>
                <c:pt idx="2374">
                  <c:v>41092</c:v>
                </c:pt>
                <c:pt idx="2375">
                  <c:v>41093</c:v>
                </c:pt>
                <c:pt idx="2376">
                  <c:v>41094</c:v>
                </c:pt>
                <c:pt idx="2377">
                  <c:v>41095</c:v>
                </c:pt>
                <c:pt idx="2378">
                  <c:v>41096</c:v>
                </c:pt>
                <c:pt idx="2379">
                  <c:v>41097</c:v>
                </c:pt>
                <c:pt idx="2380">
                  <c:v>41098</c:v>
                </c:pt>
                <c:pt idx="2381">
                  <c:v>41099</c:v>
                </c:pt>
                <c:pt idx="2382">
                  <c:v>41100</c:v>
                </c:pt>
                <c:pt idx="2383">
                  <c:v>41101</c:v>
                </c:pt>
                <c:pt idx="2384">
                  <c:v>41102</c:v>
                </c:pt>
                <c:pt idx="2385">
                  <c:v>41103</c:v>
                </c:pt>
                <c:pt idx="2386">
                  <c:v>41104</c:v>
                </c:pt>
                <c:pt idx="2387">
                  <c:v>41105</c:v>
                </c:pt>
                <c:pt idx="2388">
                  <c:v>41106</c:v>
                </c:pt>
                <c:pt idx="2389">
                  <c:v>41107</c:v>
                </c:pt>
                <c:pt idx="2390">
                  <c:v>41108</c:v>
                </c:pt>
                <c:pt idx="2391">
                  <c:v>41109</c:v>
                </c:pt>
                <c:pt idx="2392">
                  <c:v>41110</c:v>
                </c:pt>
                <c:pt idx="2393">
                  <c:v>41111</c:v>
                </c:pt>
                <c:pt idx="2394">
                  <c:v>41112</c:v>
                </c:pt>
                <c:pt idx="2395">
                  <c:v>41113</c:v>
                </c:pt>
                <c:pt idx="2396">
                  <c:v>41114</c:v>
                </c:pt>
                <c:pt idx="2397">
                  <c:v>41115</c:v>
                </c:pt>
                <c:pt idx="2398">
                  <c:v>41116</c:v>
                </c:pt>
                <c:pt idx="2399">
                  <c:v>41117</c:v>
                </c:pt>
                <c:pt idx="2400">
                  <c:v>41118</c:v>
                </c:pt>
                <c:pt idx="2401">
                  <c:v>41119</c:v>
                </c:pt>
                <c:pt idx="2402">
                  <c:v>41120</c:v>
                </c:pt>
                <c:pt idx="2403">
                  <c:v>41121</c:v>
                </c:pt>
                <c:pt idx="2404">
                  <c:v>41122</c:v>
                </c:pt>
                <c:pt idx="2405">
                  <c:v>41123</c:v>
                </c:pt>
                <c:pt idx="2406">
                  <c:v>41124</c:v>
                </c:pt>
                <c:pt idx="2407">
                  <c:v>41125</c:v>
                </c:pt>
                <c:pt idx="2408">
                  <c:v>41126</c:v>
                </c:pt>
                <c:pt idx="2409">
                  <c:v>41127</c:v>
                </c:pt>
                <c:pt idx="2410">
                  <c:v>41128</c:v>
                </c:pt>
                <c:pt idx="2411">
                  <c:v>41129</c:v>
                </c:pt>
                <c:pt idx="2412">
                  <c:v>41130</c:v>
                </c:pt>
                <c:pt idx="2413">
                  <c:v>41131</c:v>
                </c:pt>
                <c:pt idx="2414">
                  <c:v>41132</c:v>
                </c:pt>
                <c:pt idx="2415">
                  <c:v>41133</c:v>
                </c:pt>
                <c:pt idx="2416">
                  <c:v>41134</c:v>
                </c:pt>
                <c:pt idx="2417">
                  <c:v>41135</c:v>
                </c:pt>
                <c:pt idx="2418">
                  <c:v>41136</c:v>
                </c:pt>
                <c:pt idx="2419">
                  <c:v>41137</c:v>
                </c:pt>
                <c:pt idx="2420">
                  <c:v>41138</c:v>
                </c:pt>
                <c:pt idx="2421">
                  <c:v>41139</c:v>
                </c:pt>
                <c:pt idx="2422">
                  <c:v>41140</c:v>
                </c:pt>
                <c:pt idx="2423">
                  <c:v>41141</c:v>
                </c:pt>
                <c:pt idx="2424">
                  <c:v>41142</c:v>
                </c:pt>
                <c:pt idx="2425">
                  <c:v>41143</c:v>
                </c:pt>
                <c:pt idx="2426">
                  <c:v>41144</c:v>
                </c:pt>
                <c:pt idx="2427">
                  <c:v>41145</c:v>
                </c:pt>
                <c:pt idx="2428">
                  <c:v>41146</c:v>
                </c:pt>
                <c:pt idx="2429">
                  <c:v>41147</c:v>
                </c:pt>
                <c:pt idx="2430">
                  <c:v>41148</c:v>
                </c:pt>
                <c:pt idx="2431">
                  <c:v>41149</c:v>
                </c:pt>
                <c:pt idx="2432">
                  <c:v>41150</c:v>
                </c:pt>
                <c:pt idx="2433">
                  <c:v>41151</c:v>
                </c:pt>
                <c:pt idx="2434">
                  <c:v>41152</c:v>
                </c:pt>
                <c:pt idx="2435">
                  <c:v>41153</c:v>
                </c:pt>
                <c:pt idx="2436">
                  <c:v>41154</c:v>
                </c:pt>
                <c:pt idx="2437">
                  <c:v>41155</c:v>
                </c:pt>
                <c:pt idx="2438">
                  <c:v>41156</c:v>
                </c:pt>
                <c:pt idx="2439">
                  <c:v>41157</c:v>
                </c:pt>
                <c:pt idx="2440">
                  <c:v>41158</c:v>
                </c:pt>
                <c:pt idx="2441">
                  <c:v>41159</c:v>
                </c:pt>
                <c:pt idx="2442">
                  <c:v>41160</c:v>
                </c:pt>
                <c:pt idx="2443">
                  <c:v>41161</c:v>
                </c:pt>
                <c:pt idx="2444">
                  <c:v>41162</c:v>
                </c:pt>
                <c:pt idx="2445">
                  <c:v>41163</c:v>
                </c:pt>
                <c:pt idx="2446">
                  <c:v>41164</c:v>
                </c:pt>
                <c:pt idx="2447">
                  <c:v>41165</c:v>
                </c:pt>
                <c:pt idx="2448">
                  <c:v>41166</c:v>
                </c:pt>
                <c:pt idx="2449">
                  <c:v>41167</c:v>
                </c:pt>
                <c:pt idx="2450">
                  <c:v>41168</c:v>
                </c:pt>
                <c:pt idx="2451">
                  <c:v>41169</c:v>
                </c:pt>
                <c:pt idx="2452">
                  <c:v>41170</c:v>
                </c:pt>
                <c:pt idx="2453">
                  <c:v>41171</c:v>
                </c:pt>
                <c:pt idx="2454">
                  <c:v>41172</c:v>
                </c:pt>
                <c:pt idx="2455">
                  <c:v>41173</c:v>
                </c:pt>
                <c:pt idx="2456">
                  <c:v>41174</c:v>
                </c:pt>
                <c:pt idx="2457">
                  <c:v>41175</c:v>
                </c:pt>
                <c:pt idx="2458">
                  <c:v>41176</c:v>
                </c:pt>
                <c:pt idx="2459">
                  <c:v>41177</c:v>
                </c:pt>
                <c:pt idx="2460">
                  <c:v>41178</c:v>
                </c:pt>
                <c:pt idx="2461">
                  <c:v>41179</c:v>
                </c:pt>
                <c:pt idx="2462">
                  <c:v>41180</c:v>
                </c:pt>
                <c:pt idx="2463">
                  <c:v>41181</c:v>
                </c:pt>
                <c:pt idx="2464">
                  <c:v>41182</c:v>
                </c:pt>
                <c:pt idx="2465">
                  <c:v>41183</c:v>
                </c:pt>
                <c:pt idx="2466">
                  <c:v>41184</c:v>
                </c:pt>
                <c:pt idx="2467">
                  <c:v>41185</c:v>
                </c:pt>
                <c:pt idx="2468">
                  <c:v>41186</c:v>
                </c:pt>
                <c:pt idx="2469">
                  <c:v>41187</c:v>
                </c:pt>
                <c:pt idx="2470">
                  <c:v>41188</c:v>
                </c:pt>
                <c:pt idx="2471">
                  <c:v>41189</c:v>
                </c:pt>
                <c:pt idx="2472">
                  <c:v>41190</c:v>
                </c:pt>
                <c:pt idx="2473">
                  <c:v>41191</c:v>
                </c:pt>
                <c:pt idx="2474">
                  <c:v>41192</c:v>
                </c:pt>
                <c:pt idx="2475">
                  <c:v>41193</c:v>
                </c:pt>
                <c:pt idx="2476">
                  <c:v>41194</c:v>
                </c:pt>
                <c:pt idx="2477">
                  <c:v>41195</c:v>
                </c:pt>
                <c:pt idx="2478">
                  <c:v>41196</c:v>
                </c:pt>
                <c:pt idx="2479">
                  <c:v>41197</c:v>
                </c:pt>
                <c:pt idx="2480">
                  <c:v>41198</c:v>
                </c:pt>
                <c:pt idx="2481">
                  <c:v>41199</c:v>
                </c:pt>
                <c:pt idx="2482">
                  <c:v>41200</c:v>
                </c:pt>
                <c:pt idx="2483">
                  <c:v>41201</c:v>
                </c:pt>
                <c:pt idx="2484">
                  <c:v>41202</c:v>
                </c:pt>
                <c:pt idx="2485">
                  <c:v>41203</c:v>
                </c:pt>
                <c:pt idx="2486">
                  <c:v>41204</c:v>
                </c:pt>
                <c:pt idx="2487">
                  <c:v>41205</c:v>
                </c:pt>
                <c:pt idx="2488">
                  <c:v>41206</c:v>
                </c:pt>
                <c:pt idx="2489">
                  <c:v>41207</c:v>
                </c:pt>
                <c:pt idx="2490">
                  <c:v>41208</c:v>
                </c:pt>
                <c:pt idx="2491">
                  <c:v>41209</c:v>
                </c:pt>
                <c:pt idx="2492">
                  <c:v>41210</c:v>
                </c:pt>
                <c:pt idx="2493">
                  <c:v>41211</c:v>
                </c:pt>
                <c:pt idx="2494">
                  <c:v>41212</c:v>
                </c:pt>
                <c:pt idx="2495">
                  <c:v>41213</c:v>
                </c:pt>
                <c:pt idx="2496">
                  <c:v>41214</c:v>
                </c:pt>
                <c:pt idx="2497">
                  <c:v>41215</c:v>
                </c:pt>
                <c:pt idx="2498">
                  <c:v>41216</c:v>
                </c:pt>
                <c:pt idx="2499">
                  <c:v>41217</c:v>
                </c:pt>
                <c:pt idx="2500">
                  <c:v>41218</c:v>
                </c:pt>
                <c:pt idx="2501">
                  <c:v>41219</c:v>
                </c:pt>
                <c:pt idx="2502">
                  <c:v>41220</c:v>
                </c:pt>
                <c:pt idx="2503">
                  <c:v>41221</c:v>
                </c:pt>
                <c:pt idx="2504">
                  <c:v>41222</c:v>
                </c:pt>
                <c:pt idx="2505">
                  <c:v>41223</c:v>
                </c:pt>
                <c:pt idx="2506">
                  <c:v>41224</c:v>
                </c:pt>
                <c:pt idx="2507">
                  <c:v>41225</c:v>
                </c:pt>
                <c:pt idx="2508">
                  <c:v>41226</c:v>
                </c:pt>
                <c:pt idx="2509">
                  <c:v>41227</c:v>
                </c:pt>
                <c:pt idx="2510">
                  <c:v>41228</c:v>
                </c:pt>
                <c:pt idx="2511">
                  <c:v>41229</c:v>
                </c:pt>
                <c:pt idx="2512">
                  <c:v>41230</c:v>
                </c:pt>
                <c:pt idx="2513">
                  <c:v>41231</c:v>
                </c:pt>
                <c:pt idx="2514">
                  <c:v>41232</c:v>
                </c:pt>
                <c:pt idx="2515">
                  <c:v>41233</c:v>
                </c:pt>
                <c:pt idx="2516">
                  <c:v>41234</c:v>
                </c:pt>
                <c:pt idx="2517">
                  <c:v>41235</c:v>
                </c:pt>
                <c:pt idx="2518">
                  <c:v>41236</c:v>
                </c:pt>
                <c:pt idx="2519">
                  <c:v>41237</c:v>
                </c:pt>
                <c:pt idx="2520">
                  <c:v>41238</c:v>
                </c:pt>
                <c:pt idx="2521">
                  <c:v>41239</c:v>
                </c:pt>
                <c:pt idx="2522">
                  <c:v>41240</c:v>
                </c:pt>
                <c:pt idx="2523">
                  <c:v>41241</c:v>
                </c:pt>
                <c:pt idx="2524">
                  <c:v>41242</c:v>
                </c:pt>
                <c:pt idx="2525">
                  <c:v>41243</c:v>
                </c:pt>
                <c:pt idx="2526">
                  <c:v>41244</c:v>
                </c:pt>
                <c:pt idx="2527">
                  <c:v>41245</c:v>
                </c:pt>
                <c:pt idx="2528">
                  <c:v>41246</c:v>
                </c:pt>
                <c:pt idx="2529">
                  <c:v>41247</c:v>
                </c:pt>
                <c:pt idx="2530">
                  <c:v>41248</c:v>
                </c:pt>
                <c:pt idx="2531">
                  <c:v>41249</c:v>
                </c:pt>
                <c:pt idx="2532">
                  <c:v>41250</c:v>
                </c:pt>
                <c:pt idx="2533">
                  <c:v>41251</c:v>
                </c:pt>
                <c:pt idx="2534">
                  <c:v>41252</c:v>
                </c:pt>
                <c:pt idx="2535">
                  <c:v>41253</c:v>
                </c:pt>
                <c:pt idx="2536">
                  <c:v>41254</c:v>
                </c:pt>
                <c:pt idx="2537">
                  <c:v>41255</c:v>
                </c:pt>
                <c:pt idx="2538">
                  <c:v>41256</c:v>
                </c:pt>
                <c:pt idx="2539">
                  <c:v>41257</c:v>
                </c:pt>
                <c:pt idx="2540">
                  <c:v>41258</c:v>
                </c:pt>
                <c:pt idx="2541">
                  <c:v>41259</c:v>
                </c:pt>
                <c:pt idx="2542">
                  <c:v>41260</c:v>
                </c:pt>
                <c:pt idx="2543">
                  <c:v>41261</c:v>
                </c:pt>
                <c:pt idx="2544">
                  <c:v>41262</c:v>
                </c:pt>
                <c:pt idx="2545">
                  <c:v>41263</c:v>
                </c:pt>
                <c:pt idx="2546">
                  <c:v>41264</c:v>
                </c:pt>
                <c:pt idx="2547">
                  <c:v>41265</c:v>
                </c:pt>
                <c:pt idx="2548">
                  <c:v>41266</c:v>
                </c:pt>
                <c:pt idx="2549">
                  <c:v>41267</c:v>
                </c:pt>
                <c:pt idx="2550">
                  <c:v>41268</c:v>
                </c:pt>
                <c:pt idx="2551">
                  <c:v>41269</c:v>
                </c:pt>
                <c:pt idx="2552">
                  <c:v>41270</c:v>
                </c:pt>
                <c:pt idx="2553">
                  <c:v>41271</c:v>
                </c:pt>
                <c:pt idx="2554">
                  <c:v>41272</c:v>
                </c:pt>
                <c:pt idx="2555">
                  <c:v>41273</c:v>
                </c:pt>
                <c:pt idx="2556">
                  <c:v>41274</c:v>
                </c:pt>
                <c:pt idx="2557">
                  <c:v>41275</c:v>
                </c:pt>
                <c:pt idx="2558">
                  <c:v>41276</c:v>
                </c:pt>
                <c:pt idx="2559">
                  <c:v>41277</c:v>
                </c:pt>
                <c:pt idx="2560">
                  <c:v>41278</c:v>
                </c:pt>
                <c:pt idx="2561">
                  <c:v>41279</c:v>
                </c:pt>
                <c:pt idx="2562">
                  <c:v>41280</c:v>
                </c:pt>
                <c:pt idx="2563">
                  <c:v>41281</c:v>
                </c:pt>
                <c:pt idx="2564">
                  <c:v>41282</c:v>
                </c:pt>
                <c:pt idx="2565">
                  <c:v>41283</c:v>
                </c:pt>
                <c:pt idx="2566">
                  <c:v>41284</c:v>
                </c:pt>
                <c:pt idx="2567">
                  <c:v>41285</c:v>
                </c:pt>
                <c:pt idx="2568">
                  <c:v>41286</c:v>
                </c:pt>
                <c:pt idx="2569">
                  <c:v>41287</c:v>
                </c:pt>
                <c:pt idx="2570">
                  <c:v>41288</c:v>
                </c:pt>
                <c:pt idx="2571">
                  <c:v>41289</c:v>
                </c:pt>
                <c:pt idx="2572">
                  <c:v>41290</c:v>
                </c:pt>
                <c:pt idx="2573">
                  <c:v>41291</c:v>
                </c:pt>
                <c:pt idx="2574">
                  <c:v>41292</c:v>
                </c:pt>
                <c:pt idx="2575">
                  <c:v>41293</c:v>
                </c:pt>
                <c:pt idx="2576">
                  <c:v>41294</c:v>
                </c:pt>
                <c:pt idx="2577">
                  <c:v>41295</c:v>
                </c:pt>
                <c:pt idx="2578">
                  <c:v>41296</c:v>
                </c:pt>
                <c:pt idx="2579">
                  <c:v>41297</c:v>
                </c:pt>
                <c:pt idx="2580">
                  <c:v>41298</c:v>
                </c:pt>
                <c:pt idx="2581">
                  <c:v>41299</c:v>
                </c:pt>
                <c:pt idx="2582">
                  <c:v>41300</c:v>
                </c:pt>
                <c:pt idx="2583">
                  <c:v>41301</c:v>
                </c:pt>
                <c:pt idx="2584">
                  <c:v>41302</c:v>
                </c:pt>
                <c:pt idx="2585">
                  <c:v>41303</c:v>
                </c:pt>
                <c:pt idx="2586">
                  <c:v>41304</c:v>
                </c:pt>
                <c:pt idx="2587">
                  <c:v>41305</c:v>
                </c:pt>
                <c:pt idx="2588">
                  <c:v>41306</c:v>
                </c:pt>
                <c:pt idx="2589">
                  <c:v>41307</c:v>
                </c:pt>
                <c:pt idx="2590">
                  <c:v>41308</c:v>
                </c:pt>
                <c:pt idx="2591">
                  <c:v>41309</c:v>
                </c:pt>
                <c:pt idx="2592">
                  <c:v>41310</c:v>
                </c:pt>
                <c:pt idx="2593">
                  <c:v>41311</c:v>
                </c:pt>
                <c:pt idx="2594">
                  <c:v>41312</c:v>
                </c:pt>
                <c:pt idx="2595">
                  <c:v>41313</c:v>
                </c:pt>
                <c:pt idx="2596">
                  <c:v>41314</c:v>
                </c:pt>
                <c:pt idx="2597">
                  <c:v>41315</c:v>
                </c:pt>
                <c:pt idx="2598">
                  <c:v>41316</c:v>
                </c:pt>
                <c:pt idx="2599">
                  <c:v>41317</c:v>
                </c:pt>
                <c:pt idx="2600">
                  <c:v>41318</c:v>
                </c:pt>
                <c:pt idx="2601">
                  <c:v>41319</c:v>
                </c:pt>
                <c:pt idx="2602">
                  <c:v>41320</c:v>
                </c:pt>
                <c:pt idx="2603">
                  <c:v>41321</c:v>
                </c:pt>
                <c:pt idx="2604">
                  <c:v>41322</c:v>
                </c:pt>
                <c:pt idx="2605">
                  <c:v>41323</c:v>
                </c:pt>
                <c:pt idx="2606">
                  <c:v>41324</c:v>
                </c:pt>
                <c:pt idx="2607">
                  <c:v>41325</c:v>
                </c:pt>
                <c:pt idx="2608">
                  <c:v>41326</c:v>
                </c:pt>
                <c:pt idx="2609">
                  <c:v>41327</c:v>
                </c:pt>
                <c:pt idx="2610">
                  <c:v>41328</c:v>
                </c:pt>
                <c:pt idx="2611">
                  <c:v>41329</c:v>
                </c:pt>
                <c:pt idx="2612">
                  <c:v>41330</c:v>
                </c:pt>
                <c:pt idx="2613">
                  <c:v>41331</c:v>
                </c:pt>
                <c:pt idx="2614">
                  <c:v>41332</c:v>
                </c:pt>
                <c:pt idx="2615">
                  <c:v>41333</c:v>
                </c:pt>
                <c:pt idx="2616">
                  <c:v>41334</c:v>
                </c:pt>
                <c:pt idx="2617">
                  <c:v>41335</c:v>
                </c:pt>
                <c:pt idx="2618">
                  <c:v>41336</c:v>
                </c:pt>
                <c:pt idx="2619">
                  <c:v>41337</c:v>
                </c:pt>
                <c:pt idx="2620">
                  <c:v>41338</c:v>
                </c:pt>
                <c:pt idx="2621">
                  <c:v>41339</c:v>
                </c:pt>
                <c:pt idx="2622">
                  <c:v>41340</c:v>
                </c:pt>
                <c:pt idx="2623">
                  <c:v>41341</c:v>
                </c:pt>
                <c:pt idx="2624">
                  <c:v>41342</c:v>
                </c:pt>
                <c:pt idx="2625">
                  <c:v>41343</c:v>
                </c:pt>
                <c:pt idx="2626">
                  <c:v>41344</c:v>
                </c:pt>
                <c:pt idx="2627">
                  <c:v>41345</c:v>
                </c:pt>
                <c:pt idx="2628">
                  <c:v>41346</c:v>
                </c:pt>
                <c:pt idx="2629">
                  <c:v>41347</c:v>
                </c:pt>
                <c:pt idx="2630">
                  <c:v>41348</c:v>
                </c:pt>
                <c:pt idx="2631">
                  <c:v>41349</c:v>
                </c:pt>
                <c:pt idx="2632">
                  <c:v>41350</c:v>
                </c:pt>
                <c:pt idx="2633">
                  <c:v>41351</c:v>
                </c:pt>
                <c:pt idx="2634">
                  <c:v>41352</c:v>
                </c:pt>
                <c:pt idx="2635">
                  <c:v>41353</c:v>
                </c:pt>
                <c:pt idx="2636">
                  <c:v>41354</c:v>
                </c:pt>
                <c:pt idx="2637">
                  <c:v>41355</c:v>
                </c:pt>
                <c:pt idx="2638">
                  <c:v>41356</c:v>
                </c:pt>
                <c:pt idx="2639">
                  <c:v>41357</c:v>
                </c:pt>
                <c:pt idx="2640">
                  <c:v>41358</c:v>
                </c:pt>
                <c:pt idx="2641">
                  <c:v>41359</c:v>
                </c:pt>
                <c:pt idx="2642">
                  <c:v>41360</c:v>
                </c:pt>
                <c:pt idx="2643">
                  <c:v>41361</c:v>
                </c:pt>
                <c:pt idx="2644">
                  <c:v>41362</c:v>
                </c:pt>
                <c:pt idx="2645">
                  <c:v>41363</c:v>
                </c:pt>
                <c:pt idx="2646">
                  <c:v>41364</c:v>
                </c:pt>
                <c:pt idx="2647">
                  <c:v>41365</c:v>
                </c:pt>
                <c:pt idx="2648">
                  <c:v>41366</c:v>
                </c:pt>
                <c:pt idx="2649">
                  <c:v>41367</c:v>
                </c:pt>
                <c:pt idx="2650">
                  <c:v>41368</c:v>
                </c:pt>
                <c:pt idx="2651">
                  <c:v>41369</c:v>
                </c:pt>
                <c:pt idx="2652">
                  <c:v>41370</c:v>
                </c:pt>
                <c:pt idx="2653">
                  <c:v>41371</c:v>
                </c:pt>
                <c:pt idx="2654">
                  <c:v>41372</c:v>
                </c:pt>
                <c:pt idx="2655">
                  <c:v>41373</c:v>
                </c:pt>
                <c:pt idx="2656">
                  <c:v>41374</c:v>
                </c:pt>
                <c:pt idx="2657">
                  <c:v>41375</c:v>
                </c:pt>
                <c:pt idx="2658">
                  <c:v>41376</c:v>
                </c:pt>
                <c:pt idx="2659">
                  <c:v>41377</c:v>
                </c:pt>
                <c:pt idx="2660">
                  <c:v>41378</c:v>
                </c:pt>
                <c:pt idx="2661">
                  <c:v>41379</c:v>
                </c:pt>
                <c:pt idx="2662">
                  <c:v>41380</c:v>
                </c:pt>
                <c:pt idx="2663">
                  <c:v>41381</c:v>
                </c:pt>
                <c:pt idx="2664">
                  <c:v>41382</c:v>
                </c:pt>
                <c:pt idx="2665">
                  <c:v>41383</c:v>
                </c:pt>
                <c:pt idx="2666">
                  <c:v>41384</c:v>
                </c:pt>
                <c:pt idx="2667">
                  <c:v>41385</c:v>
                </c:pt>
                <c:pt idx="2668">
                  <c:v>41386</c:v>
                </c:pt>
                <c:pt idx="2669">
                  <c:v>41387</c:v>
                </c:pt>
                <c:pt idx="2670">
                  <c:v>41388</c:v>
                </c:pt>
                <c:pt idx="2671">
                  <c:v>41389</c:v>
                </c:pt>
                <c:pt idx="2672">
                  <c:v>41390</c:v>
                </c:pt>
                <c:pt idx="2673">
                  <c:v>41391</c:v>
                </c:pt>
                <c:pt idx="2674">
                  <c:v>41392</c:v>
                </c:pt>
                <c:pt idx="2675">
                  <c:v>41393</c:v>
                </c:pt>
                <c:pt idx="2676">
                  <c:v>41394</c:v>
                </c:pt>
                <c:pt idx="2677">
                  <c:v>41395</c:v>
                </c:pt>
                <c:pt idx="2678">
                  <c:v>41396</c:v>
                </c:pt>
                <c:pt idx="2679">
                  <c:v>41397</c:v>
                </c:pt>
                <c:pt idx="2680">
                  <c:v>41398</c:v>
                </c:pt>
                <c:pt idx="2681">
                  <c:v>41399</c:v>
                </c:pt>
                <c:pt idx="2682">
                  <c:v>41400</c:v>
                </c:pt>
                <c:pt idx="2683">
                  <c:v>41401</c:v>
                </c:pt>
                <c:pt idx="2684">
                  <c:v>41402</c:v>
                </c:pt>
                <c:pt idx="2685">
                  <c:v>41403</c:v>
                </c:pt>
                <c:pt idx="2686">
                  <c:v>41404</c:v>
                </c:pt>
                <c:pt idx="2687">
                  <c:v>41405</c:v>
                </c:pt>
                <c:pt idx="2688">
                  <c:v>41406</c:v>
                </c:pt>
                <c:pt idx="2689">
                  <c:v>41407</c:v>
                </c:pt>
                <c:pt idx="2690">
                  <c:v>41408</c:v>
                </c:pt>
                <c:pt idx="2691">
                  <c:v>41409</c:v>
                </c:pt>
                <c:pt idx="2692">
                  <c:v>41410</c:v>
                </c:pt>
                <c:pt idx="2693">
                  <c:v>41411</c:v>
                </c:pt>
                <c:pt idx="2694">
                  <c:v>41412</c:v>
                </c:pt>
                <c:pt idx="2695">
                  <c:v>41413</c:v>
                </c:pt>
                <c:pt idx="2696">
                  <c:v>41414</c:v>
                </c:pt>
                <c:pt idx="2697">
                  <c:v>41415</c:v>
                </c:pt>
                <c:pt idx="2698">
                  <c:v>41416</c:v>
                </c:pt>
                <c:pt idx="2699">
                  <c:v>41417</c:v>
                </c:pt>
                <c:pt idx="2700">
                  <c:v>41418</c:v>
                </c:pt>
                <c:pt idx="2701">
                  <c:v>41419</c:v>
                </c:pt>
                <c:pt idx="2702">
                  <c:v>41420</c:v>
                </c:pt>
                <c:pt idx="2703">
                  <c:v>41421</c:v>
                </c:pt>
                <c:pt idx="2704">
                  <c:v>41422</c:v>
                </c:pt>
                <c:pt idx="2705">
                  <c:v>41423</c:v>
                </c:pt>
                <c:pt idx="2706">
                  <c:v>41424</c:v>
                </c:pt>
                <c:pt idx="2707">
                  <c:v>41425</c:v>
                </c:pt>
                <c:pt idx="2708">
                  <c:v>41426</c:v>
                </c:pt>
                <c:pt idx="2709">
                  <c:v>41427</c:v>
                </c:pt>
                <c:pt idx="2710">
                  <c:v>41428</c:v>
                </c:pt>
                <c:pt idx="2711">
                  <c:v>41429</c:v>
                </c:pt>
                <c:pt idx="2712">
                  <c:v>41430</c:v>
                </c:pt>
                <c:pt idx="2713">
                  <c:v>41431</c:v>
                </c:pt>
                <c:pt idx="2714">
                  <c:v>41432</c:v>
                </c:pt>
                <c:pt idx="2715">
                  <c:v>41433</c:v>
                </c:pt>
                <c:pt idx="2716">
                  <c:v>41434</c:v>
                </c:pt>
                <c:pt idx="2717">
                  <c:v>41435</c:v>
                </c:pt>
                <c:pt idx="2718">
                  <c:v>41436</c:v>
                </c:pt>
                <c:pt idx="2719">
                  <c:v>41437</c:v>
                </c:pt>
                <c:pt idx="2720">
                  <c:v>41438</c:v>
                </c:pt>
                <c:pt idx="2721">
                  <c:v>41439</c:v>
                </c:pt>
                <c:pt idx="2722">
                  <c:v>41440</c:v>
                </c:pt>
                <c:pt idx="2723">
                  <c:v>41441</c:v>
                </c:pt>
                <c:pt idx="2724">
                  <c:v>41442</c:v>
                </c:pt>
                <c:pt idx="2725">
                  <c:v>41443</c:v>
                </c:pt>
                <c:pt idx="2726">
                  <c:v>41444</c:v>
                </c:pt>
                <c:pt idx="2727">
                  <c:v>41445</c:v>
                </c:pt>
                <c:pt idx="2728">
                  <c:v>41446</c:v>
                </c:pt>
                <c:pt idx="2729">
                  <c:v>41447</c:v>
                </c:pt>
                <c:pt idx="2730">
                  <c:v>41448</c:v>
                </c:pt>
                <c:pt idx="2731">
                  <c:v>41449</c:v>
                </c:pt>
                <c:pt idx="2732">
                  <c:v>41450</c:v>
                </c:pt>
                <c:pt idx="2733">
                  <c:v>41451</c:v>
                </c:pt>
                <c:pt idx="2734">
                  <c:v>41452</c:v>
                </c:pt>
                <c:pt idx="2735">
                  <c:v>41453</c:v>
                </c:pt>
                <c:pt idx="2736">
                  <c:v>41454</c:v>
                </c:pt>
                <c:pt idx="2737">
                  <c:v>41455</c:v>
                </c:pt>
                <c:pt idx="2738">
                  <c:v>41456</c:v>
                </c:pt>
                <c:pt idx="2739">
                  <c:v>41457</c:v>
                </c:pt>
                <c:pt idx="2740">
                  <c:v>41458</c:v>
                </c:pt>
                <c:pt idx="2741">
                  <c:v>41459</c:v>
                </c:pt>
                <c:pt idx="2742">
                  <c:v>41460</c:v>
                </c:pt>
                <c:pt idx="2743">
                  <c:v>41461</c:v>
                </c:pt>
                <c:pt idx="2744">
                  <c:v>41462</c:v>
                </c:pt>
                <c:pt idx="2745">
                  <c:v>41463</c:v>
                </c:pt>
                <c:pt idx="2746">
                  <c:v>41464</c:v>
                </c:pt>
                <c:pt idx="2747">
                  <c:v>41465</c:v>
                </c:pt>
                <c:pt idx="2748">
                  <c:v>41466</c:v>
                </c:pt>
                <c:pt idx="2749">
                  <c:v>41467</c:v>
                </c:pt>
                <c:pt idx="2750">
                  <c:v>41468</c:v>
                </c:pt>
                <c:pt idx="2751">
                  <c:v>41469</c:v>
                </c:pt>
                <c:pt idx="2752">
                  <c:v>41470</c:v>
                </c:pt>
                <c:pt idx="2753">
                  <c:v>41471</c:v>
                </c:pt>
                <c:pt idx="2754">
                  <c:v>41472</c:v>
                </c:pt>
                <c:pt idx="2755">
                  <c:v>41473</c:v>
                </c:pt>
                <c:pt idx="2756">
                  <c:v>41474</c:v>
                </c:pt>
                <c:pt idx="2757">
                  <c:v>41475</c:v>
                </c:pt>
                <c:pt idx="2758">
                  <c:v>41476</c:v>
                </c:pt>
                <c:pt idx="2759">
                  <c:v>41477</c:v>
                </c:pt>
                <c:pt idx="2760">
                  <c:v>41478</c:v>
                </c:pt>
                <c:pt idx="2761">
                  <c:v>41479</c:v>
                </c:pt>
                <c:pt idx="2762">
                  <c:v>41480</c:v>
                </c:pt>
                <c:pt idx="2763">
                  <c:v>41481</c:v>
                </c:pt>
                <c:pt idx="2764">
                  <c:v>41482</c:v>
                </c:pt>
                <c:pt idx="2765">
                  <c:v>41483</c:v>
                </c:pt>
                <c:pt idx="2766">
                  <c:v>41484</c:v>
                </c:pt>
                <c:pt idx="2767">
                  <c:v>41485</c:v>
                </c:pt>
                <c:pt idx="2768">
                  <c:v>41486</c:v>
                </c:pt>
                <c:pt idx="2769">
                  <c:v>41487</c:v>
                </c:pt>
                <c:pt idx="2770">
                  <c:v>41488</c:v>
                </c:pt>
                <c:pt idx="2771">
                  <c:v>41489</c:v>
                </c:pt>
                <c:pt idx="2772">
                  <c:v>41490</c:v>
                </c:pt>
                <c:pt idx="2773">
                  <c:v>41491</c:v>
                </c:pt>
                <c:pt idx="2774">
                  <c:v>41492</c:v>
                </c:pt>
                <c:pt idx="2775">
                  <c:v>41493</c:v>
                </c:pt>
                <c:pt idx="2776">
                  <c:v>41494</c:v>
                </c:pt>
                <c:pt idx="2777">
                  <c:v>41495</c:v>
                </c:pt>
                <c:pt idx="2778">
                  <c:v>41496</c:v>
                </c:pt>
                <c:pt idx="2779">
                  <c:v>41497</c:v>
                </c:pt>
                <c:pt idx="2780">
                  <c:v>41498</c:v>
                </c:pt>
                <c:pt idx="2781">
                  <c:v>41499</c:v>
                </c:pt>
                <c:pt idx="2782">
                  <c:v>41500</c:v>
                </c:pt>
                <c:pt idx="2783">
                  <c:v>41501</c:v>
                </c:pt>
                <c:pt idx="2784">
                  <c:v>41502</c:v>
                </c:pt>
                <c:pt idx="2785">
                  <c:v>41503</c:v>
                </c:pt>
                <c:pt idx="2786">
                  <c:v>41504</c:v>
                </c:pt>
                <c:pt idx="2787">
                  <c:v>41505</c:v>
                </c:pt>
                <c:pt idx="2788">
                  <c:v>41506</c:v>
                </c:pt>
                <c:pt idx="2789">
                  <c:v>41507</c:v>
                </c:pt>
                <c:pt idx="2790">
                  <c:v>41508</c:v>
                </c:pt>
                <c:pt idx="2791">
                  <c:v>41509</c:v>
                </c:pt>
                <c:pt idx="2792">
                  <c:v>41510</c:v>
                </c:pt>
                <c:pt idx="2793">
                  <c:v>41511</c:v>
                </c:pt>
                <c:pt idx="2794">
                  <c:v>41512</c:v>
                </c:pt>
                <c:pt idx="2795">
                  <c:v>41513</c:v>
                </c:pt>
                <c:pt idx="2796">
                  <c:v>41514</c:v>
                </c:pt>
                <c:pt idx="2797">
                  <c:v>41515</c:v>
                </c:pt>
                <c:pt idx="2798">
                  <c:v>41516</c:v>
                </c:pt>
                <c:pt idx="2799">
                  <c:v>41517</c:v>
                </c:pt>
                <c:pt idx="2800">
                  <c:v>41518</c:v>
                </c:pt>
                <c:pt idx="2801">
                  <c:v>41519</c:v>
                </c:pt>
                <c:pt idx="2802">
                  <c:v>41520</c:v>
                </c:pt>
                <c:pt idx="2803">
                  <c:v>41521</c:v>
                </c:pt>
                <c:pt idx="2804">
                  <c:v>41522</c:v>
                </c:pt>
                <c:pt idx="2805">
                  <c:v>41523</c:v>
                </c:pt>
                <c:pt idx="2806">
                  <c:v>41524</c:v>
                </c:pt>
                <c:pt idx="2807">
                  <c:v>41525</c:v>
                </c:pt>
                <c:pt idx="2808">
                  <c:v>41526</c:v>
                </c:pt>
                <c:pt idx="2809">
                  <c:v>41527</c:v>
                </c:pt>
                <c:pt idx="2810">
                  <c:v>41528</c:v>
                </c:pt>
                <c:pt idx="2811">
                  <c:v>41529</c:v>
                </c:pt>
                <c:pt idx="2812">
                  <c:v>41530</c:v>
                </c:pt>
                <c:pt idx="2813">
                  <c:v>41531</c:v>
                </c:pt>
                <c:pt idx="2814">
                  <c:v>41532</c:v>
                </c:pt>
                <c:pt idx="2815">
                  <c:v>41533</c:v>
                </c:pt>
                <c:pt idx="2816">
                  <c:v>41534</c:v>
                </c:pt>
                <c:pt idx="2817">
                  <c:v>41535</c:v>
                </c:pt>
                <c:pt idx="2818">
                  <c:v>41536</c:v>
                </c:pt>
                <c:pt idx="2819">
                  <c:v>41537</c:v>
                </c:pt>
                <c:pt idx="2820">
                  <c:v>41538</c:v>
                </c:pt>
                <c:pt idx="2821">
                  <c:v>41539</c:v>
                </c:pt>
                <c:pt idx="2822">
                  <c:v>41540</c:v>
                </c:pt>
                <c:pt idx="2823">
                  <c:v>41541</c:v>
                </c:pt>
                <c:pt idx="2824">
                  <c:v>41542</c:v>
                </c:pt>
                <c:pt idx="2825">
                  <c:v>41543</c:v>
                </c:pt>
                <c:pt idx="2826">
                  <c:v>41544</c:v>
                </c:pt>
                <c:pt idx="2827">
                  <c:v>41545</c:v>
                </c:pt>
                <c:pt idx="2828">
                  <c:v>41546</c:v>
                </c:pt>
                <c:pt idx="2829">
                  <c:v>41547</c:v>
                </c:pt>
                <c:pt idx="2830">
                  <c:v>41548</c:v>
                </c:pt>
                <c:pt idx="2831">
                  <c:v>41549</c:v>
                </c:pt>
                <c:pt idx="2832">
                  <c:v>41550</c:v>
                </c:pt>
                <c:pt idx="2833">
                  <c:v>41551</c:v>
                </c:pt>
                <c:pt idx="2834">
                  <c:v>41552</c:v>
                </c:pt>
                <c:pt idx="2835">
                  <c:v>41553</c:v>
                </c:pt>
                <c:pt idx="2836">
                  <c:v>41554</c:v>
                </c:pt>
                <c:pt idx="2837">
                  <c:v>41555</c:v>
                </c:pt>
                <c:pt idx="2838">
                  <c:v>41556</c:v>
                </c:pt>
                <c:pt idx="2839">
                  <c:v>41557</c:v>
                </c:pt>
                <c:pt idx="2840">
                  <c:v>41558</c:v>
                </c:pt>
                <c:pt idx="2841">
                  <c:v>41559</c:v>
                </c:pt>
                <c:pt idx="2842">
                  <c:v>41560</c:v>
                </c:pt>
                <c:pt idx="2843">
                  <c:v>41561</c:v>
                </c:pt>
                <c:pt idx="2844">
                  <c:v>41562</c:v>
                </c:pt>
                <c:pt idx="2845">
                  <c:v>41563</c:v>
                </c:pt>
                <c:pt idx="2846">
                  <c:v>41564</c:v>
                </c:pt>
                <c:pt idx="2847">
                  <c:v>41565</c:v>
                </c:pt>
                <c:pt idx="2848">
                  <c:v>41566</c:v>
                </c:pt>
                <c:pt idx="2849">
                  <c:v>41567</c:v>
                </c:pt>
                <c:pt idx="2850">
                  <c:v>41568</c:v>
                </c:pt>
                <c:pt idx="2851">
                  <c:v>41569</c:v>
                </c:pt>
                <c:pt idx="2852">
                  <c:v>41570</c:v>
                </c:pt>
                <c:pt idx="2853">
                  <c:v>41571</c:v>
                </c:pt>
                <c:pt idx="2854">
                  <c:v>41572</c:v>
                </c:pt>
                <c:pt idx="2855">
                  <c:v>41573</c:v>
                </c:pt>
                <c:pt idx="2856">
                  <c:v>41574</c:v>
                </c:pt>
                <c:pt idx="2857">
                  <c:v>41575</c:v>
                </c:pt>
                <c:pt idx="2858">
                  <c:v>41576</c:v>
                </c:pt>
                <c:pt idx="2859">
                  <c:v>41577</c:v>
                </c:pt>
                <c:pt idx="2860">
                  <c:v>41578</c:v>
                </c:pt>
                <c:pt idx="2861">
                  <c:v>41579</c:v>
                </c:pt>
                <c:pt idx="2862">
                  <c:v>41580</c:v>
                </c:pt>
                <c:pt idx="2863">
                  <c:v>41581</c:v>
                </c:pt>
                <c:pt idx="2864">
                  <c:v>41582</c:v>
                </c:pt>
                <c:pt idx="2865">
                  <c:v>41583</c:v>
                </c:pt>
                <c:pt idx="2866">
                  <c:v>41584</c:v>
                </c:pt>
                <c:pt idx="2867">
                  <c:v>41585</c:v>
                </c:pt>
                <c:pt idx="2868">
                  <c:v>41586</c:v>
                </c:pt>
                <c:pt idx="2869">
                  <c:v>41587</c:v>
                </c:pt>
                <c:pt idx="2870">
                  <c:v>41588</c:v>
                </c:pt>
                <c:pt idx="2871">
                  <c:v>41589</c:v>
                </c:pt>
                <c:pt idx="2872">
                  <c:v>41590</c:v>
                </c:pt>
                <c:pt idx="2873">
                  <c:v>41591</c:v>
                </c:pt>
                <c:pt idx="2874">
                  <c:v>41592</c:v>
                </c:pt>
                <c:pt idx="2875">
                  <c:v>41593</c:v>
                </c:pt>
                <c:pt idx="2876">
                  <c:v>41594</c:v>
                </c:pt>
                <c:pt idx="2877">
                  <c:v>41595</c:v>
                </c:pt>
                <c:pt idx="2878">
                  <c:v>41596</c:v>
                </c:pt>
                <c:pt idx="2879">
                  <c:v>41597</c:v>
                </c:pt>
                <c:pt idx="2880">
                  <c:v>41598</c:v>
                </c:pt>
                <c:pt idx="2881">
                  <c:v>41599</c:v>
                </c:pt>
                <c:pt idx="2882">
                  <c:v>41600</c:v>
                </c:pt>
                <c:pt idx="2883">
                  <c:v>41601</c:v>
                </c:pt>
                <c:pt idx="2884">
                  <c:v>41602</c:v>
                </c:pt>
                <c:pt idx="2885">
                  <c:v>41603</c:v>
                </c:pt>
                <c:pt idx="2886">
                  <c:v>41604</c:v>
                </c:pt>
                <c:pt idx="2887">
                  <c:v>41605</c:v>
                </c:pt>
                <c:pt idx="2888">
                  <c:v>41606</c:v>
                </c:pt>
                <c:pt idx="2889">
                  <c:v>41607</c:v>
                </c:pt>
                <c:pt idx="2890">
                  <c:v>41608</c:v>
                </c:pt>
                <c:pt idx="2891">
                  <c:v>41609</c:v>
                </c:pt>
                <c:pt idx="2892">
                  <c:v>41610</c:v>
                </c:pt>
                <c:pt idx="2893">
                  <c:v>41611</c:v>
                </c:pt>
                <c:pt idx="2894">
                  <c:v>41612</c:v>
                </c:pt>
                <c:pt idx="2895">
                  <c:v>41613</c:v>
                </c:pt>
                <c:pt idx="2896">
                  <c:v>41614</c:v>
                </c:pt>
                <c:pt idx="2897">
                  <c:v>41615</c:v>
                </c:pt>
                <c:pt idx="2898">
                  <c:v>41616</c:v>
                </c:pt>
                <c:pt idx="2899">
                  <c:v>41617</c:v>
                </c:pt>
                <c:pt idx="2900">
                  <c:v>41618</c:v>
                </c:pt>
                <c:pt idx="2901">
                  <c:v>41619</c:v>
                </c:pt>
                <c:pt idx="2902">
                  <c:v>41620</c:v>
                </c:pt>
                <c:pt idx="2903">
                  <c:v>41621</c:v>
                </c:pt>
                <c:pt idx="2904">
                  <c:v>41622</c:v>
                </c:pt>
                <c:pt idx="2905">
                  <c:v>41623</c:v>
                </c:pt>
                <c:pt idx="2906">
                  <c:v>41624</c:v>
                </c:pt>
                <c:pt idx="2907">
                  <c:v>41625</c:v>
                </c:pt>
                <c:pt idx="2908">
                  <c:v>41626</c:v>
                </c:pt>
                <c:pt idx="2909">
                  <c:v>41627</c:v>
                </c:pt>
                <c:pt idx="2910">
                  <c:v>41628</c:v>
                </c:pt>
                <c:pt idx="2911">
                  <c:v>41629</c:v>
                </c:pt>
                <c:pt idx="2912">
                  <c:v>41630</c:v>
                </c:pt>
                <c:pt idx="2913">
                  <c:v>41631</c:v>
                </c:pt>
                <c:pt idx="2914">
                  <c:v>41632</c:v>
                </c:pt>
                <c:pt idx="2915">
                  <c:v>41633</c:v>
                </c:pt>
                <c:pt idx="2916">
                  <c:v>41634</c:v>
                </c:pt>
                <c:pt idx="2917">
                  <c:v>41635</c:v>
                </c:pt>
                <c:pt idx="2918">
                  <c:v>41636</c:v>
                </c:pt>
                <c:pt idx="2919">
                  <c:v>41637</c:v>
                </c:pt>
                <c:pt idx="2920">
                  <c:v>41638</c:v>
                </c:pt>
                <c:pt idx="2921">
                  <c:v>41639</c:v>
                </c:pt>
                <c:pt idx="2922">
                  <c:v>41640</c:v>
                </c:pt>
                <c:pt idx="2923">
                  <c:v>41641</c:v>
                </c:pt>
                <c:pt idx="2924">
                  <c:v>41642</c:v>
                </c:pt>
                <c:pt idx="2925">
                  <c:v>41643</c:v>
                </c:pt>
                <c:pt idx="2926">
                  <c:v>41644</c:v>
                </c:pt>
                <c:pt idx="2927">
                  <c:v>41645</c:v>
                </c:pt>
                <c:pt idx="2928">
                  <c:v>41646</c:v>
                </c:pt>
                <c:pt idx="2929">
                  <c:v>41647</c:v>
                </c:pt>
                <c:pt idx="2930">
                  <c:v>41648</c:v>
                </c:pt>
                <c:pt idx="2931">
                  <c:v>41649</c:v>
                </c:pt>
                <c:pt idx="2932">
                  <c:v>41650</c:v>
                </c:pt>
                <c:pt idx="2933">
                  <c:v>41651</c:v>
                </c:pt>
                <c:pt idx="2934">
                  <c:v>41652</c:v>
                </c:pt>
                <c:pt idx="2935">
                  <c:v>41653</c:v>
                </c:pt>
                <c:pt idx="2936">
                  <c:v>41654</c:v>
                </c:pt>
                <c:pt idx="2937">
                  <c:v>41655</c:v>
                </c:pt>
                <c:pt idx="2938">
                  <c:v>41656</c:v>
                </c:pt>
                <c:pt idx="2939">
                  <c:v>41657</c:v>
                </c:pt>
                <c:pt idx="2940">
                  <c:v>41658</c:v>
                </c:pt>
                <c:pt idx="2941">
                  <c:v>41659</c:v>
                </c:pt>
                <c:pt idx="2942">
                  <c:v>41660</c:v>
                </c:pt>
                <c:pt idx="2943">
                  <c:v>41661</c:v>
                </c:pt>
                <c:pt idx="2944">
                  <c:v>41662</c:v>
                </c:pt>
                <c:pt idx="2945">
                  <c:v>41663</c:v>
                </c:pt>
                <c:pt idx="2946">
                  <c:v>41664</c:v>
                </c:pt>
                <c:pt idx="2947">
                  <c:v>41665</c:v>
                </c:pt>
                <c:pt idx="2948">
                  <c:v>41666</c:v>
                </c:pt>
                <c:pt idx="2949">
                  <c:v>41667</c:v>
                </c:pt>
                <c:pt idx="2950">
                  <c:v>41668</c:v>
                </c:pt>
                <c:pt idx="2951">
                  <c:v>41669</c:v>
                </c:pt>
                <c:pt idx="2952">
                  <c:v>41670</c:v>
                </c:pt>
                <c:pt idx="2953">
                  <c:v>41671</c:v>
                </c:pt>
                <c:pt idx="2954">
                  <c:v>41672</c:v>
                </c:pt>
                <c:pt idx="2955">
                  <c:v>41673</c:v>
                </c:pt>
                <c:pt idx="2956">
                  <c:v>41674</c:v>
                </c:pt>
                <c:pt idx="2957">
                  <c:v>41675</c:v>
                </c:pt>
                <c:pt idx="2958">
                  <c:v>41676</c:v>
                </c:pt>
                <c:pt idx="2959">
                  <c:v>41677</c:v>
                </c:pt>
                <c:pt idx="2960">
                  <c:v>41678</c:v>
                </c:pt>
                <c:pt idx="2961">
                  <c:v>41679</c:v>
                </c:pt>
                <c:pt idx="2962">
                  <c:v>41680</c:v>
                </c:pt>
                <c:pt idx="2963">
                  <c:v>41681</c:v>
                </c:pt>
                <c:pt idx="2964">
                  <c:v>41682</c:v>
                </c:pt>
                <c:pt idx="2965">
                  <c:v>41683</c:v>
                </c:pt>
                <c:pt idx="2966">
                  <c:v>41684</c:v>
                </c:pt>
                <c:pt idx="2967">
                  <c:v>41685</c:v>
                </c:pt>
                <c:pt idx="2968">
                  <c:v>41686</c:v>
                </c:pt>
                <c:pt idx="2969">
                  <c:v>41687</c:v>
                </c:pt>
                <c:pt idx="2970">
                  <c:v>41688</c:v>
                </c:pt>
                <c:pt idx="2971">
                  <c:v>41689</c:v>
                </c:pt>
                <c:pt idx="2972">
                  <c:v>41690</c:v>
                </c:pt>
                <c:pt idx="2973">
                  <c:v>41691</c:v>
                </c:pt>
                <c:pt idx="2974">
                  <c:v>41692</c:v>
                </c:pt>
                <c:pt idx="2975">
                  <c:v>41693</c:v>
                </c:pt>
                <c:pt idx="2976">
                  <c:v>41694</c:v>
                </c:pt>
                <c:pt idx="2977">
                  <c:v>41695</c:v>
                </c:pt>
                <c:pt idx="2978">
                  <c:v>41696</c:v>
                </c:pt>
                <c:pt idx="2979">
                  <c:v>41697</c:v>
                </c:pt>
                <c:pt idx="2980">
                  <c:v>41698</c:v>
                </c:pt>
                <c:pt idx="2981">
                  <c:v>41699</c:v>
                </c:pt>
                <c:pt idx="2982">
                  <c:v>41700</c:v>
                </c:pt>
                <c:pt idx="2983">
                  <c:v>41701</c:v>
                </c:pt>
                <c:pt idx="2984">
                  <c:v>41702</c:v>
                </c:pt>
                <c:pt idx="2985">
                  <c:v>41703</c:v>
                </c:pt>
                <c:pt idx="2986">
                  <c:v>41704</c:v>
                </c:pt>
                <c:pt idx="2987">
                  <c:v>41705</c:v>
                </c:pt>
                <c:pt idx="2988">
                  <c:v>41706</c:v>
                </c:pt>
                <c:pt idx="2989">
                  <c:v>41707</c:v>
                </c:pt>
                <c:pt idx="2990">
                  <c:v>41708</c:v>
                </c:pt>
                <c:pt idx="2991">
                  <c:v>41709</c:v>
                </c:pt>
                <c:pt idx="2992">
                  <c:v>41710</c:v>
                </c:pt>
                <c:pt idx="2993">
                  <c:v>41711</c:v>
                </c:pt>
                <c:pt idx="2994">
                  <c:v>41712</c:v>
                </c:pt>
                <c:pt idx="2995">
                  <c:v>41713</c:v>
                </c:pt>
                <c:pt idx="2996">
                  <c:v>41714</c:v>
                </c:pt>
                <c:pt idx="2997">
                  <c:v>41715</c:v>
                </c:pt>
                <c:pt idx="2998">
                  <c:v>41716</c:v>
                </c:pt>
                <c:pt idx="2999">
                  <c:v>41717</c:v>
                </c:pt>
                <c:pt idx="3000">
                  <c:v>41718</c:v>
                </c:pt>
                <c:pt idx="3001">
                  <c:v>41719</c:v>
                </c:pt>
                <c:pt idx="3002">
                  <c:v>41720</c:v>
                </c:pt>
                <c:pt idx="3003">
                  <c:v>41721</c:v>
                </c:pt>
                <c:pt idx="3004">
                  <c:v>41722</c:v>
                </c:pt>
                <c:pt idx="3005">
                  <c:v>41723</c:v>
                </c:pt>
                <c:pt idx="3006">
                  <c:v>41724</c:v>
                </c:pt>
                <c:pt idx="3007">
                  <c:v>41725</c:v>
                </c:pt>
                <c:pt idx="3008">
                  <c:v>41726</c:v>
                </c:pt>
                <c:pt idx="3009">
                  <c:v>41727</c:v>
                </c:pt>
                <c:pt idx="3010">
                  <c:v>41728</c:v>
                </c:pt>
                <c:pt idx="3011">
                  <c:v>41729</c:v>
                </c:pt>
                <c:pt idx="3012">
                  <c:v>41730</c:v>
                </c:pt>
                <c:pt idx="3013">
                  <c:v>41731</c:v>
                </c:pt>
                <c:pt idx="3014">
                  <c:v>41732</c:v>
                </c:pt>
                <c:pt idx="3015">
                  <c:v>41733</c:v>
                </c:pt>
                <c:pt idx="3016">
                  <c:v>41734</c:v>
                </c:pt>
                <c:pt idx="3017">
                  <c:v>41735</c:v>
                </c:pt>
                <c:pt idx="3018">
                  <c:v>41736</c:v>
                </c:pt>
                <c:pt idx="3019">
                  <c:v>41737</c:v>
                </c:pt>
                <c:pt idx="3020">
                  <c:v>41738</c:v>
                </c:pt>
                <c:pt idx="3021">
                  <c:v>41739</c:v>
                </c:pt>
                <c:pt idx="3022">
                  <c:v>41740</c:v>
                </c:pt>
                <c:pt idx="3023">
                  <c:v>41741</c:v>
                </c:pt>
                <c:pt idx="3024">
                  <c:v>41742</c:v>
                </c:pt>
                <c:pt idx="3025">
                  <c:v>41743</c:v>
                </c:pt>
                <c:pt idx="3026">
                  <c:v>41744</c:v>
                </c:pt>
                <c:pt idx="3027">
                  <c:v>41745</c:v>
                </c:pt>
                <c:pt idx="3028">
                  <c:v>41746</c:v>
                </c:pt>
                <c:pt idx="3029">
                  <c:v>41747</c:v>
                </c:pt>
                <c:pt idx="3030">
                  <c:v>41748</c:v>
                </c:pt>
                <c:pt idx="3031">
                  <c:v>41749</c:v>
                </c:pt>
                <c:pt idx="3032">
                  <c:v>41750</c:v>
                </c:pt>
                <c:pt idx="3033">
                  <c:v>41751</c:v>
                </c:pt>
                <c:pt idx="3034">
                  <c:v>41752</c:v>
                </c:pt>
                <c:pt idx="3035">
                  <c:v>41753</c:v>
                </c:pt>
                <c:pt idx="3036">
                  <c:v>41754</c:v>
                </c:pt>
                <c:pt idx="3037">
                  <c:v>41755</c:v>
                </c:pt>
                <c:pt idx="3038">
                  <c:v>41756</c:v>
                </c:pt>
                <c:pt idx="3039">
                  <c:v>41757</c:v>
                </c:pt>
                <c:pt idx="3040">
                  <c:v>41758</c:v>
                </c:pt>
                <c:pt idx="3041">
                  <c:v>41759</c:v>
                </c:pt>
                <c:pt idx="3042">
                  <c:v>41760</c:v>
                </c:pt>
                <c:pt idx="3043">
                  <c:v>41761</c:v>
                </c:pt>
                <c:pt idx="3044">
                  <c:v>41762</c:v>
                </c:pt>
                <c:pt idx="3045">
                  <c:v>41763</c:v>
                </c:pt>
                <c:pt idx="3046">
                  <c:v>41764</c:v>
                </c:pt>
                <c:pt idx="3047">
                  <c:v>41765</c:v>
                </c:pt>
                <c:pt idx="3048">
                  <c:v>41766</c:v>
                </c:pt>
                <c:pt idx="3049">
                  <c:v>41767</c:v>
                </c:pt>
                <c:pt idx="3050">
                  <c:v>41768</c:v>
                </c:pt>
                <c:pt idx="3051">
                  <c:v>41769</c:v>
                </c:pt>
                <c:pt idx="3052">
                  <c:v>41770</c:v>
                </c:pt>
                <c:pt idx="3053">
                  <c:v>41771</c:v>
                </c:pt>
                <c:pt idx="3054">
                  <c:v>41772</c:v>
                </c:pt>
                <c:pt idx="3055">
                  <c:v>41773</c:v>
                </c:pt>
                <c:pt idx="3056">
                  <c:v>41774</c:v>
                </c:pt>
                <c:pt idx="3057">
                  <c:v>41775</c:v>
                </c:pt>
                <c:pt idx="3058">
                  <c:v>41776</c:v>
                </c:pt>
                <c:pt idx="3059">
                  <c:v>41777</c:v>
                </c:pt>
                <c:pt idx="3060">
                  <c:v>41778</c:v>
                </c:pt>
                <c:pt idx="3061">
                  <c:v>41779</c:v>
                </c:pt>
                <c:pt idx="3062">
                  <c:v>41780</c:v>
                </c:pt>
                <c:pt idx="3063">
                  <c:v>41781</c:v>
                </c:pt>
                <c:pt idx="3064">
                  <c:v>41782</c:v>
                </c:pt>
                <c:pt idx="3065">
                  <c:v>41783</c:v>
                </c:pt>
                <c:pt idx="3066">
                  <c:v>41784</c:v>
                </c:pt>
                <c:pt idx="3067">
                  <c:v>41785</c:v>
                </c:pt>
                <c:pt idx="3068">
                  <c:v>41786</c:v>
                </c:pt>
                <c:pt idx="3069">
                  <c:v>41787</c:v>
                </c:pt>
                <c:pt idx="3070">
                  <c:v>41788</c:v>
                </c:pt>
                <c:pt idx="3071">
                  <c:v>41789</c:v>
                </c:pt>
                <c:pt idx="3072">
                  <c:v>41790</c:v>
                </c:pt>
                <c:pt idx="3073">
                  <c:v>41791</c:v>
                </c:pt>
                <c:pt idx="3074">
                  <c:v>41792</c:v>
                </c:pt>
                <c:pt idx="3075">
                  <c:v>41793</c:v>
                </c:pt>
                <c:pt idx="3076">
                  <c:v>41794</c:v>
                </c:pt>
                <c:pt idx="3077">
                  <c:v>41795</c:v>
                </c:pt>
                <c:pt idx="3078">
                  <c:v>41796</c:v>
                </c:pt>
                <c:pt idx="3079">
                  <c:v>41797</c:v>
                </c:pt>
                <c:pt idx="3080">
                  <c:v>41798</c:v>
                </c:pt>
                <c:pt idx="3081">
                  <c:v>41799</c:v>
                </c:pt>
                <c:pt idx="3082">
                  <c:v>41800</c:v>
                </c:pt>
                <c:pt idx="3083">
                  <c:v>41801</c:v>
                </c:pt>
                <c:pt idx="3084">
                  <c:v>41802</c:v>
                </c:pt>
                <c:pt idx="3085">
                  <c:v>41803</c:v>
                </c:pt>
                <c:pt idx="3086">
                  <c:v>41804</c:v>
                </c:pt>
                <c:pt idx="3087">
                  <c:v>41805</c:v>
                </c:pt>
                <c:pt idx="3088">
                  <c:v>41806</c:v>
                </c:pt>
                <c:pt idx="3089">
                  <c:v>41807</c:v>
                </c:pt>
                <c:pt idx="3090">
                  <c:v>41808</c:v>
                </c:pt>
                <c:pt idx="3091">
                  <c:v>41809</c:v>
                </c:pt>
                <c:pt idx="3092">
                  <c:v>41810</c:v>
                </c:pt>
                <c:pt idx="3093">
                  <c:v>41811</c:v>
                </c:pt>
                <c:pt idx="3094">
                  <c:v>41812</c:v>
                </c:pt>
                <c:pt idx="3095">
                  <c:v>41813</c:v>
                </c:pt>
                <c:pt idx="3096">
                  <c:v>41814</c:v>
                </c:pt>
                <c:pt idx="3097">
                  <c:v>41815</c:v>
                </c:pt>
                <c:pt idx="3098">
                  <c:v>41816</c:v>
                </c:pt>
                <c:pt idx="3099">
                  <c:v>41817</c:v>
                </c:pt>
                <c:pt idx="3100">
                  <c:v>41818</c:v>
                </c:pt>
                <c:pt idx="3101">
                  <c:v>41819</c:v>
                </c:pt>
                <c:pt idx="3102">
                  <c:v>41820</c:v>
                </c:pt>
                <c:pt idx="3103">
                  <c:v>41821</c:v>
                </c:pt>
                <c:pt idx="3104">
                  <c:v>41822</c:v>
                </c:pt>
                <c:pt idx="3105">
                  <c:v>41823</c:v>
                </c:pt>
                <c:pt idx="3106">
                  <c:v>41824</c:v>
                </c:pt>
                <c:pt idx="3107">
                  <c:v>41825</c:v>
                </c:pt>
                <c:pt idx="3108">
                  <c:v>41826</c:v>
                </c:pt>
                <c:pt idx="3109">
                  <c:v>41827</c:v>
                </c:pt>
                <c:pt idx="3110">
                  <c:v>41828</c:v>
                </c:pt>
                <c:pt idx="3111">
                  <c:v>41829</c:v>
                </c:pt>
                <c:pt idx="3112">
                  <c:v>41830</c:v>
                </c:pt>
                <c:pt idx="3113">
                  <c:v>41831</c:v>
                </c:pt>
                <c:pt idx="3114">
                  <c:v>41832</c:v>
                </c:pt>
                <c:pt idx="3115">
                  <c:v>41833</c:v>
                </c:pt>
                <c:pt idx="3116">
                  <c:v>41834</c:v>
                </c:pt>
                <c:pt idx="3117">
                  <c:v>41835</c:v>
                </c:pt>
                <c:pt idx="3118">
                  <c:v>41836</c:v>
                </c:pt>
                <c:pt idx="3119">
                  <c:v>41837</c:v>
                </c:pt>
                <c:pt idx="3120">
                  <c:v>41838</c:v>
                </c:pt>
                <c:pt idx="3121">
                  <c:v>41839</c:v>
                </c:pt>
                <c:pt idx="3122">
                  <c:v>41840</c:v>
                </c:pt>
                <c:pt idx="3123">
                  <c:v>41841</c:v>
                </c:pt>
                <c:pt idx="3124">
                  <c:v>41842</c:v>
                </c:pt>
                <c:pt idx="3125">
                  <c:v>41843</c:v>
                </c:pt>
                <c:pt idx="3126">
                  <c:v>41844</c:v>
                </c:pt>
                <c:pt idx="3127">
                  <c:v>41845</c:v>
                </c:pt>
                <c:pt idx="3128">
                  <c:v>41846</c:v>
                </c:pt>
                <c:pt idx="3129">
                  <c:v>41847</c:v>
                </c:pt>
                <c:pt idx="3130">
                  <c:v>41848</c:v>
                </c:pt>
                <c:pt idx="3131">
                  <c:v>41849</c:v>
                </c:pt>
                <c:pt idx="3132">
                  <c:v>41850</c:v>
                </c:pt>
                <c:pt idx="3133">
                  <c:v>41851</c:v>
                </c:pt>
                <c:pt idx="3134">
                  <c:v>41852</c:v>
                </c:pt>
                <c:pt idx="3135">
                  <c:v>41853</c:v>
                </c:pt>
                <c:pt idx="3136">
                  <c:v>41854</c:v>
                </c:pt>
                <c:pt idx="3137">
                  <c:v>41855</c:v>
                </c:pt>
                <c:pt idx="3138">
                  <c:v>41856</c:v>
                </c:pt>
                <c:pt idx="3139">
                  <c:v>41857</c:v>
                </c:pt>
                <c:pt idx="3140">
                  <c:v>41858</c:v>
                </c:pt>
                <c:pt idx="3141">
                  <c:v>41859</c:v>
                </c:pt>
                <c:pt idx="3142">
                  <c:v>41860</c:v>
                </c:pt>
                <c:pt idx="3143">
                  <c:v>41861</c:v>
                </c:pt>
                <c:pt idx="3144">
                  <c:v>41862</c:v>
                </c:pt>
                <c:pt idx="3145">
                  <c:v>41863</c:v>
                </c:pt>
                <c:pt idx="3146">
                  <c:v>41864</c:v>
                </c:pt>
                <c:pt idx="3147">
                  <c:v>41865</c:v>
                </c:pt>
                <c:pt idx="3148">
                  <c:v>41866</c:v>
                </c:pt>
                <c:pt idx="3149">
                  <c:v>41867</c:v>
                </c:pt>
                <c:pt idx="3150">
                  <c:v>41868</c:v>
                </c:pt>
                <c:pt idx="3151">
                  <c:v>41869</c:v>
                </c:pt>
                <c:pt idx="3152">
                  <c:v>41870</c:v>
                </c:pt>
                <c:pt idx="3153">
                  <c:v>41871</c:v>
                </c:pt>
                <c:pt idx="3154">
                  <c:v>41872</c:v>
                </c:pt>
                <c:pt idx="3155">
                  <c:v>41873</c:v>
                </c:pt>
                <c:pt idx="3156">
                  <c:v>41874</c:v>
                </c:pt>
                <c:pt idx="3157">
                  <c:v>41875</c:v>
                </c:pt>
                <c:pt idx="3158">
                  <c:v>41876</c:v>
                </c:pt>
                <c:pt idx="3159">
                  <c:v>41877</c:v>
                </c:pt>
                <c:pt idx="3160">
                  <c:v>41878</c:v>
                </c:pt>
                <c:pt idx="3161">
                  <c:v>41879</c:v>
                </c:pt>
                <c:pt idx="3162">
                  <c:v>41880</c:v>
                </c:pt>
                <c:pt idx="3163">
                  <c:v>41881</c:v>
                </c:pt>
                <c:pt idx="3164">
                  <c:v>41882</c:v>
                </c:pt>
                <c:pt idx="3165">
                  <c:v>41883</c:v>
                </c:pt>
                <c:pt idx="3166">
                  <c:v>41884</c:v>
                </c:pt>
                <c:pt idx="3167">
                  <c:v>41885</c:v>
                </c:pt>
                <c:pt idx="3168">
                  <c:v>41886</c:v>
                </c:pt>
                <c:pt idx="3169">
                  <c:v>41887</c:v>
                </c:pt>
                <c:pt idx="3170">
                  <c:v>41888</c:v>
                </c:pt>
                <c:pt idx="3171">
                  <c:v>41889</c:v>
                </c:pt>
                <c:pt idx="3172">
                  <c:v>41890</c:v>
                </c:pt>
                <c:pt idx="3173">
                  <c:v>41891</c:v>
                </c:pt>
                <c:pt idx="3174">
                  <c:v>41892</c:v>
                </c:pt>
                <c:pt idx="3175">
                  <c:v>41893</c:v>
                </c:pt>
                <c:pt idx="3176">
                  <c:v>41894</c:v>
                </c:pt>
                <c:pt idx="3177">
                  <c:v>41895</c:v>
                </c:pt>
                <c:pt idx="3178">
                  <c:v>41896</c:v>
                </c:pt>
                <c:pt idx="3179">
                  <c:v>41897</c:v>
                </c:pt>
                <c:pt idx="3180">
                  <c:v>41898</c:v>
                </c:pt>
                <c:pt idx="3181">
                  <c:v>41899</c:v>
                </c:pt>
                <c:pt idx="3182">
                  <c:v>41900</c:v>
                </c:pt>
                <c:pt idx="3183">
                  <c:v>41901</c:v>
                </c:pt>
                <c:pt idx="3184">
                  <c:v>41902</c:v>
                </c:pt>
                <c:pt idx="3185">
                  <c:v>41903</c:v>
                </c:pt>
                <c:pt idx="3186">
                  <c:v>41904</c:v>
                </c:pt>
                <c:pt idx="3187">
                  <c:v>41905</c:v>
                </c:pt>
                <c:pt idx="3188">
                  <c:v>41906</c:v>
                </c:pt>
                <c:pt idx="3189">
                  <c:v>41907</c:v>
                </c:pt>
                <c:pt idx="3190">
                  <c:v>41908</c:v>
                </c:pt>
                <c:pt idx="3191">
                  <c:v>41909</c:v>
                </c:pt>
                <c:pt idx="3192">
                  <c:v>41910</c:v>
                </c:pt>
                <c:pt idx="3193">
                  <c:v>41911</c:v>
                </c:pt>
                <c:pt idx="3194">
                  <c:v>41912</c:v>
                </c:pt>
                <c:pt idx="3195">
                  <c:v>41913</c:v>
                </c:pt>
                <c:pt idx="3196">
                  <c:v>41914</c:v>
                </c:pt>
                <c:pt idx="3197">
                  <c:v>41915</c:v>
                </c:pt>
                <c:pt idx="3198">
                  <c:v>41916</c:v>
                </c:pt>
                <c:pt idx="3199">
                  <c:v>41917</c:v>
                </c:pt>
                <c:pt idx="3200">
                  <c:v>41918</c:v>
                </c:pt>
                <c:pt idx="3201">
                  <c:v>41919</c:v>
                </c:pt>
                <c:pt idx="3202">
                  <c:v>41920</c:v>
                </c:pt>
                <c:pt idx="3203">
                  <c:v>41921</c:v>
                </c:pt>
                <c:pt idx="3204">
                  <c:v>41922</c:v>
                </c:pt>
                <c:pt idx="3205">
                  <c:v>41923</c:v>
                </c:pt>
                <c:pt idx="3206">
                  <c:v>41924</c:v>
                </c:pt>
                <c:pt idx="3207">
                  <c:v>41925</c:v>
                </c:pt>
                <c:pt idx="3208">
                  <c:v>41926</c:v>
                </c:pt>
                <c:pt idx="3209">
                  <c:v>41927</c:v>
                </c:pt>
                <c:pt idx="3210">
                  <c:v>41928</c:v>
                </c:pt>
                <c:pt idx="3211">
                  <c:v>41929</c:v>
                </c:pt>
                <c:pt idx="3212">
                  <c:v>41930</c:v>
                </c:pt>
                <c:pt idx="3213">
                  <c:v>41931</c:v>
                </c:pt>
                <c:pt idx="3214">
                  <c:v>41932</c:v>
                </c:pt>
                <c:pt idx="3215">
                  <c:v>41933</c:v>
                </c:pt>
                <c:pt idx="3216">
                  <c:v>41934</c:v>
                </c:pt>
                <c:pt idx="3217">
                  <c:v>41935</c:v>
                </c:pt>
                <c:pt idx="3218">
                  <c:v>41936</c:v>
                </c:pt>
                <c:pt idx="3219">
                  <c:v>41937</c:v>
                </c:pt>
                <c:pt idx="3220">
                  <c:v>41938</c:v>
                </c:pt>
                <c:pt idx="3221">
                  <c:v>41939</c:v>
                </c:pt>
                <c:pt idx="3222">
                  <c:v>41940</c:v>
                </c:pt>
                <c:pt idx="3223">
                  <c:v>41941</c:v>
                </c:pt>
                <c:pt idx="3224">
                  <c:v>41942</c:v>
                </c:pt>
                <c:pt idx="3225">
                  <c:v>41943</c:v>
                </c:pt>
                <c:pt idx="3226">
                  <c:v>41944</c:v>
                </c:pt>
                <c:pt idx="3227">
                  <c:v>41945</c:v>
                </c:pt>
                <c:pt idx="3228">
                  <c:v>41946</c:v>
                </c:pt>
                <c:pt idx="3229">
                  <c:v>41947</c:v>
                </c:pt>
                <c:pt idx="3230">
                  <c:v>41948</c:v>
                </c:pt>
                <c:pt idx="3231">
                  <c:v>41949</c:v>
                </c:pt>
                <c:pt idx="3232">
                  <c:v>41950</c:v>
                </c:pt>
                <c:pt idx="3233">
                  <c:v>41951</c:v>
                </c:pt>
                <c:pt idx="3234">
                  <c:v>41952</c:v>
                </c:pt>
                <c:pt idx="3235">
                  <c:v>41953</c:v>
                </c:pt>
                <c:pt idx="3236">
                  <c:v>41954</c:v>
                </c:pt>
                <c:pt idx="3237">
                  <c:v>41955</c:v>
                </c:pt>
                <c:pt idx="3238">
                  <c:v>41956</c:v>
                </c:pt>
                <c:pt idx="3239">
                  <c:v>41957</c:v>
                </c:pt>
                <c:pt idx="3240">
                  <c:v>41958</c:v>
                </c:pt>
                <c:pt idx="3241">
                  <c:v>41959</c:v>
                </c:pt>
                <c:pt idx="3242">
                  <c:v>41960</c:v>
                </c:pt>
                <c:pt idx="3243">
                  <c:v>41961</c:v>
                </c:pt>
                <c:pt idx="3244">
                  <c:v>41962</c:v>
                </c:pt>
                <c:pt idx="3245">
                  <c:v>41963</c:v>
                </c:pt>
                <c:pt idx="3246">
                  <c:v>41964</c:v>
                </c:pt>
                <c:pt idx="3247">
                  <c:v>41965</c:v>
                </c:pt>
                <c:pt idx="3248">
                  <c:v>41966</c:v>
                </c:pt>
                <c:pt idx="3249">
                  <c:v>41967</c:v>
                </c:pt>
                <c:pt idx="3250">
                  <c:v>41968</c:v>
                </c:pt>
                <c:pt idx="3251">
                  <c:v>41969</c:v>
                </c:pt>
                <c:pt idx="3252">
                  <c:v>41970</c:v>
                </c:pt>
                <c:pt idx="3253">
                  <c:v>41971</c:v>
                </c:pt>
                <c:pt idx="3254">
                  <c:v>41972</c:v>
                </c:pt>
                <c:pt idx="3255">
                  <c:v>41973</c:v>
                </c:pt>
                <c:pt idx="3256">
                  <c:v>41974</c:v>
                </c:pt>
                <c:pt idx="3257">
                  <c:v>41975</c:v>
                </c:pt>
                <c:pt idx="3258">
                  <c:v>41976</c:v>
                </c:pt>
                <c:pt idx="3259">
                  <c:v>41977</c:v>
                </c:pt>
                <c:pt idx="3260">
                  <c:v>41978</c:v>
                </c:pt>
                <c:pt idx="3261">
                  <c:v>41979</c:v>
                </c:pt>
                <c:pt idx="3262">
                  <c:v>41980</c:v>
                </c:pt>
                <c:pt idx="3263">
                  <c:v>41981</c:v>
                </c:pt>
                <c:pt idx="3264">
                  <c:v>41982</c:v>
                </c:pt>
                <c:pt idx="3265">
                  <c:v>41983</c:v>
                </c:pt>
                <c:pt idx="3266">
                  <c:v>41984</c:v>
                </c:pt>
                <c:pt idx="3267">
                  <c:v>41985</c:v>
                </c:pt>
                <c:pt idx="3268">
                  <c:v>41986</c:v>
                </c:pt>
                <c:pt idx="3269">
                  <c:v>41987</c:v>
                </c:pt>
                <c:pt idx="3270">
                  <c:v>41988</c:v>
                </c:pt>
                <c:pt idx="3271">
                  <c:v>41989</c:v>
                </c:pt>
                <c:pt idx="3272">
                  <c:v>41990</c:v>
                </c:pt>
                <c:pt idx="3273">
                  <c:v>41991</c:v>
                </c:pt>
                <c:pt idx="3274">
                  <c:v>41992</c:v>
                </c:pt>
                <c:pt idx="3275">
                  <c:v>41993</c:v>
                </c:pt>
                <c:pt idx="3276">
                  <c:v>41994</c:v>
                </c:pt>
                <c:pt idx="3277">
                  <c:v>41995</c:v>
                </c:pt>
                <c:pt idx="3278">
                  <c:v>41996</c:v>
                </c:pt>
                <c:pt idx="3279">
                  <c:v>41997</c:v>
                </c:pt>
                <c:pt idx="3280">
                  <c:v>41998</c:v>
                </c:pt>
                <c:pt idx="3281">
                  <c:v>41999</c:v>
                </c:pt>
                <c:pt idx="3282">
                  <c:v>42000</c:v>
                </c:pt>
                <c:pt idx="3283">
                  <c:v>42001</c:v>
                </c:pt>
                <c:pt idx="3284">
                  <c:v>42002</c:v>
                </c:pt>
                <c:pt idx="3285">
                  <c:v>42003</c:v>
                </c:pt>
                <c:pt idx="3286">
                  <c:v>42004</c:v>
                </c:pt>
                <c:pt idx="3287">
                  <c:v>42005</c:v>
                </c:pt>
                <c:pt idx="3288">
                  <c:v>42006</c:v>
                </c:pt>
                <c:pt idx="3289">
                  <c:v>42007</c:v>
                </c:pt>
                <c:pt idx="3290">
                  <c:v>42008</c:v>
                </c:pt>
                <c:pt idx="3291">
                  <c:v>42009</c:v>
                </c:pt>
                <c:pt idx="3292">
                  <c:v>42010</c:v>
                </c:pt>
                <c:pt idx="3293">
                  <c:v>42011</c:v>
                </c:pt>
                <c:pt idx="3294">
                  <c:v>42012</c:v>
                </c:pt>
                <c:pt idx="3295">
                  <c:v>42013</c:v>
                </c:pt>
                <c:pt idx="3296">
                  <c:v>42014</c:v>
                </c:pt>
                <c:pt idx="3297">
                  <c:v>42015</c:v>
                </c:pt>
                <c:pt idx="3298">
                  <c:v>42016</c:v>
                </c:pt>
                <c:pt idx="3299">
                  <c:v>42017</c:v>
                </c:pt>
                <c:pt idx="3300">
                  <c:v>42018</c:v>
                </c:pt>
                <c:pt idx="3301">
                  <c:v>42019</c:v>
                </c:pt>
                <c:pt idx="3302">
                  <c:v>42020</c:v>
                </c:pt>
                <c:pt idx="3303">
                  <c:v>42021</c:v>
                </c:pt>
                <c:pt idx="3304">
                  <c:v>42022</c:v>
                </c:pt>
                <c:pt idx="3305">
                  <c:v>42023</c:v>
                </c:pt>
                <c:pt idx="3306">
                  <c:v>42024</c:v>
                </c:pt>
                <c:pt idx="3307">
                  <c:v>42025</c:v>
                </c:pt>
                <c:pt idx="3308">
                  <c:v>42026</c:v>
                </c:pt>
                <c:pt idx="3309">
                  <c:v>42027</c:v>
                </c:pt>
                <c:pt idx="3310">
                  <c:v>42028</c:v>
                </c:pt>
                <c:pt idx="3311">
                  <c:v>42029</c:v>
                </c:pt>
                <c:pt idx="3312">
                  <c:v>42030</c:v>
                </c:pt>
                <c:pt idx="3313">
                  <c:v>42031</c:v>
                </c:pt>
                <c:pt idx="3314">
                  <c:v>42032</c:v>
                </c:pt>
                <c:pt idx="3315">
                  <c:v>42033</c:v>
                </c:pt>
                <c:pt idx="3316">
                  <c:v>42034</c:v>
                </c:pt>
                <c:pt idx="3317">
                  <c:v>42035</c:v>
                </c:pt>
                <c:pt idx="3318">
                  <c:v>42036</c:v>
                </c:pt>
                <c:pt idx="3319">
                  <c:v>42037</c:v>
                </c:pt>
                <c:pt idx="3320">
                  <c:v>42038</c:v>
                </c:pt>
                <c:pt idx="3321">
                  <c:v>42039</c:v>
                </c:pt>
                <c:pt idx="3322">
                  <c:v>42040</c:v>
                </c:pt>
                <c:pt idx="3323">
                  <c:v>42041</c:v>
                </c:pt>
                <c:pt idx="3324">
                  <c:v>42042</c:v>
                </c:pt>
                <c:pt idx="3325">
                  <c:v>42043</c:v>
                </c:pt>
                <c:pt idx="3326">
                  <c:v>42044</c:v>
                </c:pt>
                <c:pt idx="3327">
                  <c:v>42045</c:v>
                </c:pt>
                <c:pt idx="3328">
                  <c:v>42046</c:v>
                </c:pt>
                <c:pt idx="3329">
                  <c:v>42047</c:v>
                </c:pt>
                <c:pt idx="3330">
                  <c:v>42048</c:v>
                </c:pt>
                <c:pt idx="3331">
                  <c:v>42049</c:v>
                </c:pt>
                <c:pt idx="3332">
                  <c:v>42050</c:v>
                </c:pt>
                <c:pt idx="3333">
                  <c:v>42051</c:v>
                </c:pt>
                <c:pt idx="3334">
                  <c:v>42052</c:v>
                </c:pt>
                <c:pt idx="3335">
                  <c:v>42053</c:v>
                </c:pt>
                <c:pt idx="3336">
                  <c:v>42054</c:v>
                </c:pt>
                <c:pt idx="3337">
                  <c:v>42055</c:v>
                </c:pt>
                <c:pt idx="3338">
                  <c:v>42056</c:v>
                </c:pt>
                <c:pt idx="3339">
                  <c:v>42057</c:v>
                </c:pt>
                <c:pt idx="3340">
                  <c:v>42058</c:v>
                </c:pt>
                <c:pt idx="3341">
                  <c:v>42059</c:v>
                </c:pt>
                <c:pt idx="3342">
                  <c:v>42060</c:v>
                </c:pt>
                <c:pt idx="3343">
                  <c:v>42061</c:v>
                </c:pt>
                <c:pt idx="3344">
                  <c:v>42062</c:v>
                </c:pt>
                <c:pt idx="3345">
                  <c:v>42063</c:v>
                </c:pt>
                <c:pt idx="3346">
                  <c:v>42064</c:v>
                </c:pt>
                <c:pt idx="3347">
                  <c:v>42065</c:v>
                </c:pt>
                <c:pt idx="3348">
                  <c:v>42066</c:v>
                </c:pt>
                <c:pt idx="3349">
                  <c:v>42067</c:v>
                </c:pt>
                <c:pt idx="3350">
                  <c:v>42068</c:v>
                </c:pt>
                <c:pt idx="3351">
                  <c:v>42069</c:v>
                </c:pt>
                <c:pt idx="3352">
                  <c:v>42070</c:v>
                </c:pt>
                <c:pt idx="3353">
                  <c:v>42071</c:v>
                </c:pt>
                <c:pt idx="3354">
                  <c:v>42072</c:v>
                </c:pt>
                <c:pt idx="3355">
                  <c:v>42073</c:v>
                </c:pt>
                <c:pt idx="3356">
                  <c:v>42074</c:v>
                </c:pt>
                <c:pt idx="3357">
                  <c:v>42075</c:v>
                </c:pt>
                <c:pt idx="3358">
                  <c:v>42076</c:v>
                </c:pt>
                <c:pt idx="3359">
                  <c:v>42077</c:v>
                </c:pt>
                <c:pt idx="3360">
                  <c:v>42078</c:v>
                </c:pt>
                <c:pt idx="3361">
                  <c:v>42079</c:v>
                </c:pt>
                <c:pt idx="3362">
                  <c:v>42080</c:v>
                </c:pt>
                <c:pt idx="3363">
                  <c:v>42081</c:v>
                </c:pt>
                <c:pt idx="3364">
                  <c:v>42082</c:v>
                </c:pt>
                <c:pt idx="3365">
                  <c:v>42083</c:v>
                </c:pt>
                <c:pt idx="3366">
                  <c:v>42084</c:v>
                </c:pt>
                <c:pt idx="3367">
                  <c:v>42085</c:v>
                </c:pt>
                <c:pt idx="3368">
                  <c:v>42086</c:v>
                </c:pt>
                <c:pt idx="3369">
                  <c:v>42087</c:v>
                </c:pt>
                <c:pt idx="3370">
                  <c:v>42088</c:v>
                </c:pt>
                <c:pt idx="3371">
                  <c:v>42089</c:v>
                </c:pt>
                <c:pt idx="3372">
                  <c:v>42090</c:v>
                </c:pt>
                <c:pt idx="3373">
                  <c:v>42091</c:v>
                </c:pt>
                <c:pt idx="3374">
                  <c:v>42092</c:v>
                </c:pt>
                <c:pt idx="3375">
                  <c:v>42093</c:v>
                </c:pt>
                <c:pt idx="3376">
                  <c:v>42094</c:v>
                </c:pt>
                <c:pt idx="3377">
                  <c:v>42095</c:v>
                </c:pt>
                <c:pt idx="3378">
                  <c:v>42096</c:v>
                </c:pt>
                <c:pt idx="3379">
                  <c:v>42097</c:v>
                </c:pt>
                <c:pt idx="3380">
                  <c:v>42098</c:v>
                </c:pt>
                <c:pt idx="3381">
                  <c:v>42099</c:v>
                </c:pt>
                <c:pt idx="3382">
                  <c:v>42100</c:v>
                </c:pt>
                <c:pt idx="3383">
                  <c:v>42101</c:v>
                </c:pt>
                <c:pt idx="3384">
                  <c:v>42102</c:v>
                </c:pt>
                <c:pt idx="3385">
                  <c:v>42103</c:v>
                </c:pt>
                <c:pt idx="3386">
                  <c:v>42104</c:v>
                </c:pt>
                <c:pt idx="3387">
                  <c:v>42105</c:v>
                </c:pt>
                <c:pt idx="3388">
                  <c:v>42106</c:v>
                </c:pt>
                <c:pt idx="3389">
                  <c:v>42107</c:v>
                </c:pt>
                <c:pt idx="3390">
                  <c:v>42108</c:v>
                </c:pt>
                <c:pt idx="3391">
                  <c:v>42109</c:v>
                </c:pt>
                <c:pt idx="3392">
                  <c:v>42110</c:v>
                </c:pt>
                <c:pt idx="3393">
                  <c:v>42111</c:v>
                </c:pt>
                <c:pt idx="3394">
                  <c:v>42112</c:v>
                </c:pt>
                <c:pt idx="3395">
                  <c:v>42113</c:v>
                </c:pt>
                <c:pt idx="3396">
                  <c:v>42114</c:v>
                </c:pt>
                <c:pt idx="3397">
                  <c:v>42115</c:v>
                </c:pt>
                <c:pt idx="3398">
                  <c:v>42116</c:v>
                </c:pt>
                <c:pt idx="3399">
                  <c:v>42117</c:v>
                </c:pt>
                <c:pt idx="3400">
                  <c:v>42118</c:v>
                </c:pt>
                <c:pt idx="3401">
                  <c:v>42119</c:v>
                </c:pt>
                <c:pt idx="3402">
                  <c:v>42120</c:v>
                </c:pt>
                <c:pt idx="3403">
                  <c:v>42121</c:v>
                </c:pt>
                <c:pt idx="3404">
                  <c:v>42122</c:v>
                </c:pt>
                <c:pt idx="3405">
                  <c:v>42123</c:v>
                </c:pt>
                <c:pt idx="3406">
                  <c:v>42124</c:v>
                </c:pt>
                <c:pt idx="3407">
                  <c:v>42125</c:v>
                </c:pt>
                <c:pt idx="3408">
                  <c:v>42126</c:v>
                </c:pt>
                <c:pt idx="3409">
                  <c:v>42127</c:v>
                </c:pt>
                <c:pt idx="3410">
                  <c:v>42128</c:v>
                </c:pt>
                <c:pt idx="3411">
                  <c:v>42129</c:v>
                </c:pt>
                <c:pt idx="3412">
                  <c:v>42130</c:v>
                </c:pt>
                <c:pt idx="3413">
                  <c:v>42131</c:v>
                </c:pt>
                <c:pt idx="3414">
                  <c:v>42132</c:v>
                </c:pt>
                <c:pt idx="3415">
                  <c:v>42133</c:v>
                </c:pt>
                <c:pt idx="3416">
                  <c:v>42134</c:v>
                </c:pt>
                <c:pt idx="3417">
                  <c:v>42135</c:v>
                </c:pt>
                <c:pt idx="3418">
                  <c:v>42136</c:v>
                </c:pt>
                <c:pt idx="3419">
                  <c:v>42137</c:v>
                </c:pt>
                <c:pt idx="3420">
                  <c:v>42138</c:v>
                </c:pt>
                <c:pt idx="3421">
                  <c:v>42139</c:v>
                </c:pt>
                <c:pt idx="3422">
                  <c:v>42140</c:v>
                </c:pt>
                <c:pt idx="3423">
                  <c:v>42141</c:v>
                </c:pt>
                <c:pt idx="3424">
                  <c:v>42142</c:v>
                </c:pt>
                <c:pt idx="3425">
                  <c:v>42143</c:v>
                </c:pt>
                <c:pt idx="3426">
                  <c:v>42144</c:v>
                </c:pt>
                <c:pt idx="3427">
                  <c:v>42145</c:v>
                </c:pt>
                <c:pt idx="3428">
                  <c:v>42146</c:v>
                </c:pt>
                <c:pt idx="3429">
                  <c:v>42147</c:v>
                </c:pt>
                <c:pt idx="3430">
                  <c:v>42148</c:v>
                </c:pt>
                <c:pt idx="3431">
                  <c:v>42149</c:v>
                </c:pt>
                <c:pt idx="3432">
                  <c:v>42150</c:v>
                </c:pt>
                <c:pt idx="3433">
                  <c:v>42151</c:v>
                </c:pt>
                <c:pt idx="3434">
                  <c:v>42152</c:v>
                </c:pt>
                <c:pt idx="3435">
                  <c:v>42153</c:v>
                </c:pt>
                <c:pt idx="3436">
                  <c:v>42154</c:v>
                </c:pt>
                <c:pt idx="3437">
                  <c:v>42155</c:v>
                </c:pt>
                <c:pt idx="3438">
                  <c:v>42156</c:v>
                </c:pt>
                <c:pt idx="3439">
                  <c:v>42157</c:v>
                </c:pt>
                <c:pt idx="3440">
                  <c:v>42158</c:v>
                </c:pt>
                <c:pt idx="3441">
                  <c:v>42159</c:v>
                </c:pt>
                <c:pt idx="3442">
                  <c:v>42160</c:v>
                </c:pt>
                <c:pt idx="3443">
                  <c:v>42161</c:v>
                </c:pt>
                <c:pt idx="3444">
                  <c:v>42162</c:v>
                </c:pt>
                <c:pt idx="3445">
                  <c:v>42163</c:v>
                </c:pt>
                <c:pt idx="3446">
                  <c:v>42164</c:v>
                </c:pt>
                <c:pt idx="3447">
                  <c:v>42165</c:v>
                </c:pt>
                <c:pt idx="3448">
                  <c:v>42166</c:v>
                </c:pt>
                <c:pt idx="3449">
                  <c:v>42167</c:v>
                </c:pt>
                <c:pt idx="3450">
                  <c:v>42168</c:v>
                </c:pt>
                <c:pt idx="3451">
                  <c:v>42169</c:v>
                </c:pt>
                <c:pt idx="3452">
                  <c:v>42170</c:v>
                </c:pt>
                <c:pt idx="3453">
                  <c:v>42171</c:v>
                </c:pt>
                <c:pt idx="3454">
                  <c:v>42172</c:v>
                </c:pt>
                <c:pt idx="3455">
                  <c:v>42173</c:v>
                </c:pt>
                <c:pt idx="3456">
                  <c:v>42174</c:v>
                </c:pt>
                <c:pt idx="3457">
                  <c:v>42175</c:v>
                </c:pt>
                <c:pt idx="3458">
                  <c:v>42176</c:v>
                </c:pt>
                <c:pt idx="3459">
                  <c:v>42177</c:v>
                </c:pt>
                <c:pt idx="3460">
                  <c:v>42178</c:v>
                </c:pt>
                <c:pt idx="3461">
                  <c:v>42179</c:v>
                </c:pt>
                <c:pt idx="3462">
                  <c:v>42180</c:v>
                </c:pt>
                <c:pt idx="3463">
                  <c:v>42181</c:v>
                </c:pt>
                <c:pt idx="3464">
                  <c:v>42182</c:v>
                </c:pt>
                <c:pt idx="3465">
                  <c:v>42183</c:v>
                </c:pt>
                <c:pt idx="3466">
                  <c:v>42184</c:v>
                </c:pt>
                <c:pt idx="3467">
                  <c:v>42185</c:v>
                </c:pt>
                <c:pt idx="3468">
                  <c:v>42186</c:v>
                </c:pt>
                <c:pt idx="3469">
                  <c:v>42187</c:v>
                </c:pt>
                <c:pt idx="3470">
                  <c:v>42188</c:v>
                </c:pt>
                <c:pt idx="3471">
                  <c:v>42189</c:v>
                </c:pt>
                <c:pt idx="3472">
                  <c:v>42190</c:v>
                </c:pt>
                <c:pt idx="3473">
                  <c:v>42191</c:v>
                </c:pt>
                <c:pt idx="3474">
                  <c:v>42192</c:v>
                </c:pt>
                <c:pt idx="3475">
                  <c:v>42193</c:v>
                </c:pt>
                <c:pt idx="3476">
                  <c:v>42194</c:v>
                </c:pt>
                <c:pt idx="3477">
                  <c:v>42195</c:v>
                </c:pt>
                <c:pt idx="3478">
                  <c:v>42196</c:v>
                </c:pt>
                <c:pt idx="3479">
                  <c:v>42197</c:v>
                </c:pt>
                <c:pt idx="3480">
                  <c:v>42198</c:v>
                </c:pt>
                <c:pt idx="3481">
                  <c:v>42199</c:v>
                </c:pt>
                <c:pt idx="3482">
                  <c:v>42200</c:v>
                </c:pt>
                <c:pt idx="3483">
                  <c:v>42201</c:v>
                </c:pt>
                <c:pt idx="3484">
                  <c:v>42202</c:v>
                </c:pt>
                <c:pt idx="3485">
                  <c:v>42203</c:v>
                </c:pt>
                <c:pt idx="3486">
                  <c:v>42204</c:v>
                </c:pt>
                <c:pt idx="3487">
                  <c:v>42205</c:v>
                </c:pt>
                <c:pt idx="3488">
                  <c:v>42206</c:v>
                </c:pt>
                <c:pt idx="3489">
                  <c:v>42207</c:v>
                </c:pt>
                <c:pt idx="3490">
                  <c:v>42208</c:v>
                </c:pt>
                <c:pt idx="3491">
                  <c:v>42209</c:v>
                </c:pt>
                <c:pt idx="3492">
                  <c:v>42210</c:v>
                </c:pt>
                <c:pt idx="3493">
                  <c:v>42211</c:v>
                </c:pt>
                <c:pt idx="3494">
                  <c:v>42212</c:v>
                </c:pt>
                <c:pt idx="3495">
                  <c:v>42213</c:v>
                </c:pt>
                <c:pt idx="3496">
                  <c:v>42214</c:v>
                </c:pt>
                <c:pt idx="3497">
                  <c:v>42215</c:v>
                </c:pt>
                <c:pt idx="3498">
                  <c:v>42216</c:v>
                </c:pt>
                <c:pt idx="3499">
                  <c:v>42217</c:v>
                </c:pt>
                <c:pt idx="3500">
                  <c:v>42218</c:v>
                </c:pt>
                <c:pt idx="3501">
                  <c:v>42219</c:v>
                </c:pt>
                <c:pt idx="3502">
                  <c:v>42220</c:v>
                </c:pt>
                <c:pt idx="3503">
                  <c:v>42221</c:v>
                </c:pt>
                <c:pt idx="3504">
                  <c:v>42222</c:v>
                </c:pt>
                <c:pt idx="3505">
                  <c:v>42223</c:v>
                </c:pt>
                <c:pt idx="3506">
                  <c:v>42224</c:v>
                </c:pt>
                <c:pt idx="3507">
                  <c:v>42225</c:v>
                </c:pt>
                <c:pt idx="3508">
                  <c:v>42226</c:v>
                </c:pt>
                <c:pt idx="3509">
                  <c:v>42227</c:v>
                </c:pt>
                <c:pt idx="3510">
                  <c:v>42228</c:v>
                </c:pt>
                <c:pt idx="3511">
                  <c:v>42229</c:v>
                </c:pt>
                <c:pt idx="3512">
                  <c:v>42230</c:v>
                </c:pt>
                <c:pt idx="3513">
                  <c:v>42231</c:v>
                </c:pt>
                <c:pt idx="3514">
                  <c:v>42232</c:v>
                </c:pt>
                <c:pt idx="3515">
                  <c:v>42233</c:v>
                </c:pt>
                <c:pt idx="3516">
                  <c:v>42234</c:v>
                </c:pt>
                <c:pt idx="3517">
                  <c:v>42235</c:v>
                </c:pt>
                <c:pt idx="3518">
                  <c:v>42236</c:v>
                </c:pt>
                <c:pt idx="3519">
                  <c:v>42237</c:v>
                </c:pt>
                <c:pt idx="3520">
                  <c:v>42238</c:v>
                </c:pt>
                <c:pt idx="3521">
                  <c:v>42239</c:v>
                </c:pt>
                <c:pt idx="3522">
                  <c:v>42240</c:v>
                </c:pt>
                <c:pt idx="3523">
                  <c:v>42241</c:v>
                </c:pt>
                <c:pt idx="3524">
                  <c:v>42242</c:v>
                </c:pt>
                <c:pt idx="3525">
                  <c:v>42243</c:v>
                </c:pt>
                <c:pt idx="3526">
                  <c:v>42244</c:v>
                </c:pt>
                <c:pt idx="3527">
                  <c:v>42245</c:v>
                </c:pt>
                <c:pt idx="3528">
                  <c:v>42246</c:v>
                </c:pt>
                <c:pt idx="3529">
                  <c:v>42247</c:v>
                </c:pt>
                <c:pt idx="3530">
                  <c:v>42248</c:v>
                </c:pt>
                <c:pt idx="3531">
                  <c:v>42249</c:v>
                </c:pt>
                <c:pt idx="3532">
                  <c:v>42250</c:v>
                </c:pt>
                <c:pt idx="3533">
                  <c:v>42251</c:v>
                </c:pt>
                <c:pt idx="3534">
                  <c:v>42252</c:v>
                </c:pt>
                <c:pt idx="3535">
                  <c:v>42253</c:v>
                </c:pt>
                <c:pt idx="3536">
                  <c:v>42254</c:v>
                </c:pt>
                <c:pt idx="3537">
                  <c:v>42255</c:v>
                </c:pt>
                <c:pt idx="3538">
                  <c:v>42256</c:v>
                </c:pt>
                <c:pt idx="3539">
                  <c:v>42257</c:v>
                </c:pt>
                <c:pt idx="3540">
                  <c:v>42258</c:v>
                </c:pt>
                <c:pt idx="3541">
                  <c:v>42259</c:v>
                </c:pt>
                <c:pt idx="3542">
                  <c:v>42260</c:v>
                </c:pt>
                <c:pt idx="3543">
                  <c:v>42261</c:v>
                </c:pt>
                <c:pt idx="3544">
                  <c:v>42262</c:v>
                </c:pt>
                <c:pt idx="3545">
                  <c:v>42263</c:v>
                </c:pt>
                <c:pt idx="3546">
                  <c:v>42264</c:v>
                </c:pt>
                <c:pt idx="3547">
                  <c:v>42265</c:v>
                </c:pt>
                <c:pt idx="3548">
                  <c:v>42266</c:v>
                </c:pt>
                <c:pt idx="3549">
                  <c:v>42267</c:v>
                </c:pt>
                <c:pt idx="3550">
                  <c:v>42268</c:v>
                </c:pt>
                <c:pt idx="3551">
                  <c:v>42269</c:v>
                </c:pt>
                <c:pt idx="3552">
                  <c:v>42270</c:v>
                </c:pt>
                <c:pt idx="3553">
                  <c:v>42271</c:v>
                </c:pt>
                <c:pt idx="3554">
                  <c:v>42272</c:v>
                </c:pt>
                <c:pt idx="3555">
                  <c:v>42273</c:v>
                </c:pt>
                <c:pt idx="3556">
                  <c:v>42274</c:v>
                </c:pt>
                <c:pt idx="3557">
                  <c:v>42275</c:v>
                </c:pt>
                <c:pt idx="3558">
                  <c:v>42276</c:v>
                </c:pt>
                <c:pt idx="3559">
                  <c:v>42277</c:v>
                </c:pt>
                <c:pt idx="3560">
                  <c:v>42278</c:v>
                </c:pt>
                <c:pt idx="3561">
                  <c:v>42279</c:v>
                </c:pt>
                <c:pt idx="3562">
                  <c:v>42280</c:v>
                </c:pt>
                <c:pt idx="3563">
                  <c:v>42281</c:v>
                </c:pt>
                <c:pt idx="3564">
                  <c:v>42282</c:v>
                </c:pt>
                <c:pt idx="3565">
                  <c:v>42283</c:v>
                </c:pt>
                <c:pt idx="3566">
                  <c:v>42284</c:v>
                </c:pt>
                <c:pt idx="3567">
                  <c:v>42285</c:v>
                </c:pt>
                <c:pt idx="3568">
                  <c:v>42286</c:v>
                </c:pt>
                <c:pt idx="3569">
                  <c:v>42287</c:v>
                </c:pt>
                <c:pt idx="3570">
                  <c:v>42288</c:v>
                </c:pt>
                <c:pt idx="3571">
                  <c:v>42289</c:v>
                </c:pt>
                <c:pt idx="3572">
                  <c:v>42290</c:v>
                </c:pt>
                <c:pt idx="3573">
                  <c:v>42291</c:v>
                </c:pt>
                <c:pt idx="3574">
                  <c:v>42292</c:v>
                </c:pt>
                <c:pt idx="3575">
                  <c:v>42293</c:v>
                </c:pt>
                <c:pt idx="3576">
                  <c:v>42294</c:v>
                </c:pt>
                <c:pt idx="3577">
                  <c:v>42295</c:v>
                </c:pt>
                <c:pt idx="3578">
                  <c:v>42296</c:v>
                </c:pt>
                <c:pt idx="3579">
                  <c:v>42297</c:v>
                </c:pt>
                <c:pt idx="3580">
                  <c:v>42298</c:v>
                </c:pt>
                <c:pt idx="3581">
                  <c:v>42299</c:v>
                </c:pt>
                <c:pt idx="3582">
                  <c:v>42300</c:v>
                </c:pt>
                <c:pt idx="3583">
                  <c:v>42301</c:v>
                </c:pt>
                <c:pt idx="3584">
                  <c:v>42302</c:v>
                </c:pt>
                <c:pt idx="3585">
                  <c:v>42303</c:v>
                </c:pt>
                <c:pt idx="3586">
                  <c:v>42304</c:v>
                </c:pt>
                <c:pt idx="3587">
                  <c:v>42305</c:v>
                </c:pt>
                <c:pt idx="3588">
                  <c:v>42306</c:v>
                </c:pt>
                <c:pt idx="3589">
                  <c:v>42307</c:v>
                </c:pt>
                <c:pt idx="3590">
                  <c:v>42308</c:v>
                </c:pt>
                <c:pt idx="3591">
                  <c:v>42309</c:v>
                </c:pt>
                <c:pt idx="3592">
                  <c:v>42310</c:v>
                </c:pt>
                <c:pt idx="3593">
                  <c:v>42311</c:v>
                </c:pt>
                <c:pt idx="3594">
                  <c:v>42312</c:v>
                </c:pt>
                <c:pt idx="3595">
                  <c:v>42313</c:v>
                </c:pt>
                <c:pt idx="3596">
                  <c:v>42314</c:v>
                </c:pt>
                <c:pt idx="3597">
                  <c:v>42315</c:v>
                </c:pt>
                <c:pt idx="3598">
                  <c:v>42316</c:v>
                </c:pt>
                <c:pt idx="3599">
                  <c:v>42317</c:v>
                </c:pt>
                <c:pt idx="3600">
                  <c:v>42318</c:v>
                </c:pt>
                <c:pt idx="3601">
                  <c:v>42319</c:v>
                </c:pt>
                <c:pt idx="3602">
                  <c:v>42320</c:v>
                </c:pt>
                <c:pt idx="3603">
                  <c:v>42321</c:v>
                </c:pt>
                <c:pt idx="3604">
                  <c:v>42322</c:v>
                </c:pt>
                <c:pt idx="3605">
                  <c:v>42323</c:v>
                </c:pt>
                <c:pt idx="3606">
                  <c:v>42324</c:v>
                </c:pt>
                <c:pt idx="3607">
                  <c:v>42325</c:v>
                </c:pt>
                <c:pt idx="3608">
                  <c:v>42326</c:v>
                </c:pt>
                <c:pt idx="3609">
                  <c:v>42327</c:v>
                </c:pt>
                <c:pt idx="3610">
                  <c:v>42328</c:v>
                </c:pt>
                <c:pt idx="3611">
                  <c:v>42329</c:v>
                </c:pt>
                <c:pt idx="3612">
                  <c:v>42330</c:v>
                </c:pt>
                <c:pt idx="3613">
                  <c:v>42331</c:v>
                </c:pt>
                <c:pt idx="3614">
                  <c:v>42332</c:v>
                </c:pt>
                <c:pt idx="3615">
                  <c:v>42333</c:v>
                </c:pt>
                <c:pt idx="3616">
                  <c:v>42334</c:v>
                </c:pt>
                <c:pt idx="3617">
                  <c:v>42335</c:v>
                </c:pt>
                <c:pt idx="3618">
                  <c:v>42336</c:v>
                </c:pt>
                <c:pt idx="3619">
                  <c:v>42337</c:v>
                </c:pt>
                <c:pt idx="3620">
                  <c:v>42338</c:v>
                </c:pt>
                <c:pt idx="3621">
                  <c:v>42339</c:v>
                </c:pt>
                <c:pt idx="3622">
                  <c:v>42340</c:v>
                </c:pt>
                <c:pt idx="3623">
                  <c:v>42341</c:v>
                </c:pt>
                <c:pt idx="3624">
                  <c:v>42342</c:v>
                </c:pt>
                <c:pt idx="3625">
                  <c:v>42343</c:v>
                </c:pt>
                <c:pt idx="3626">
                  <c:v>42344</c:v>
                </c:pt>
                <c:pt idx="3627">
                  <c:v>42345</c:v>
                </c:pt>
                <c:pt idx="3628">
                  <c:v>42346</c:v>
                </c:pt>
                <c:pt idx="3629">
                  <c:v>42347</c:v>
                </c:pt>
                <c:pt idx="3630">
                  <c:v>42348</c:v>
                </c:pt>
                <c:pt idx="3631">
                  <c:v>42349</c:v>
                </c:pt>
                <c:pt idx="3632">
                  <c:v>42350</c:v>
                </c:pt>
                <c:pt idx="3633">
                  <c:v>42351</c:v>
                </c:pt>
                <c:pt idx="3634">
                  <c:v>42352</c:v>
                </c:pt>
                <c:pt idx="3635">
                  <c:v>42353</c:v>
                </c:pt>
                <c:pt idx="3636">
                  <c:v>42354</c:v>
                </c:pt>
                <c:pt idx="3637">
                  <c:v>42355</c:v>
                </c:pt>
                <c:pt idx="3638">
                  <c:v>42356</c:v>
                </c:pt>
                <c:pt idx="3639">
                  <c:v>42357</c:v>
                </c:pt>
                <c:pt idx="3640">
                  <c:v>42358</c:v>
                </c:pt>
                <c:pt idx="3641">
                  <c:v>42359</c:v>
                </c:pt>
                <c:pt idx="3642">
                  <c:v>42360</c:v>
                </c:pt>
                <c:pt idx="3643">
                  <c:v>42361</c:v>
                </c:pt>
                <c:pt idx="3644">
                  <c:v>42362</c:v>
                </c:pt>
                <c:pt idx="3645">
                  <c:v>42363</c:v>
                </c:pt>
                <c:pt idx="3646">
                  <c:v>42364</c:v>
                </c:pt>
                <c:pt idx="3647">
                  <c:v>42365</c:v>
                </c:pt>
                <c:pt idx="3648">
                  <c:v>42366</c:v>
                </c:pt>
                <c:pt idx="3649">
                  <c:v>42367</c:v>
                </c:pt>
                <c:pt idx="3650">
                  <c:v>42368</c:v>
                </c:pt>
                <c:pt idx="3651">
                  <c:v>42369</c:v>
                </c:pt>
                <c:pt idx="3652">
                  <c:v>42370</c:v>
                </c:pt>
                <c:pt idx="3653">
                  <c:v>42371</c:v>
                </c:pt>
                <c:pt idx="3654">
                  <c:v>42372</c:v>
                </c:pt>
                <c:pt idx="3655">
                  <c:v>42373</c:v>
                </c:pt>
                <c:pt idx="3656">
                  <c:v>42374</c:v>
                </c:pt>
                <c:pt idx="3657">
                  <c:v>42375</c:v>
                </c:pt>
                <c:pt idx="3658">
                  <c:v>42376</c:v>
                </c:pt>
                <c:pt idx="3659">
                  <c:v>42377</c:v>
                </c:pt>
                <c:pt idx="3660">
                  <c:v>42378</c:v>
                </c:pt>
                <c:pt idx="3661">
                  <c:v>42379</c:v>
                </c:pt>
                <c:pt idx="3662">
                  <c:v>42380</c:v>
                </c:pt>
                <c:pt idx="3663">
                  <c:v>42381</c:v>
                </c:pt>
                <c:pt idx="3664">
                  <c:v>42382</c:v>
                </c:pt>
                <c:pt idx="3665">
                  <c:v>42383</c:v>
                </c:pt>
                <c:pt idx="3666">
                  <c:v>42384</c:v>
                </c:pt>
                <c:pt idx="3667">
                  <c:v>42385</c:v>
                </c:pt>
                <c:pt idx="3668">
                  <c:v>42386</c:v>
                </c:pt>
                <c:pt idx="3669">
                  <c:v>42387</c:v>
                </c:pt>
                <c:pt idx="3670">
                  <c:v>42388</c:v>
                </c:pt>
                <c:pt idx="3671">
                  <c:v>42389</c:v>
                </c:pt>
                <c:pt idx="3672">
                  <c:v>42390</c:v>
                </c:pt>
                <c:pt idx="3673">
                  <c:v>42391</c:v>
                </c:pt>
                <c:pt idx="3674">
                  <c:v>42392</c:v>
                </c:pt>
                <c:pt idx="3675">
                  <c:v>42393</c:v>
                </c:pt>
                <c:pt idx="3676">
                  <c:v>42394</c:v>
                </c:pt>
                <c:pt idx="3677">
                  <c:v>42395</c:v>
                </c:pt>
                <c:pt idx="3678">
                  <c:v>42396</c:v>
                </c:pt>
                <c:pt idx="3679">
                  <c:v>42397</c:v>
                </c:pt>
                <c:pt idx="3680">
                  <c:v>42398</c:v>
                </c:pt>
                <c:pt idx="3681">
                  <c:v>42399</c:v>
                </c:pt>
                <c:pt idx="3682">
                  <c:v>42400</c:v>
                </c:pt>
                <c:pt idx="3683">
                  <c:v>42401</c:v>
                </c:pt>
                <c:pt idx="3684">
                  <c:v>42402</c:v>
                </c:pt>
                <c:pt idx="3685">
                  <c:v>42403</c:v>
                </c:pt>
                <c:pt idx="3686">
                  <c:v>42404</c:v>
                </c:pt>
                <c:pt idx="3687">
                  <c:v>42405</c:v>
                </c:pt>
                <c:pt idx="3688">
                  <c:v>42406</c:v>
                </c:pt>
                <c:pt idx="3689">
                  <c:v>42407</c:v>
                </c:pt>
                <c:pt idx="3690">
                  <c:v>42408</c:v>
                </c:pt>
                <c:pt idx="3691">
                  <c:v>42409</c:v>
                </c:pt>
                <c:pt idx="3692">
                  <c:v>42410</c:v>
                </c:pt>
                <c:pt idx="3693">
                  <c:v>42411</c:v>
                </c:pt>
                <c:pt idx="3694">
                  <c:v>42412</c:v>
                </c:pt>
                <c:pt idx="3695">
                  <c:v>42413</c:v>
                </c:pt>
                <c:pt idx="3696">
                  <c:v>42414</c:v>
                </c:pt>
                <c:pt idx="3697">
                  <c:v>42415</c:v>
                </c:pt>
                <c:pt idx="3698">
                  <c:v>42416</c:v>
                </c:pt>
                <c:pt idx="3699">
                  <c:v>42417</c:v>
                </c:pt>
                <c:pt idx="3700">
                  <c:v>42418</c:v>
                </c:pt>
                <c:pt idx="3701">
                  <c:v>42419</c:v>
                </c:pt>
                <c:pt idx="3702">
                  <c:v>42420</c:v>
                </c:pt>
                <c:pt idx="3703">
                  <c:v>42421</c:v>
                </c:pt>
                <c:pt idx="3704">
                  <c:v>42422</c:v>
                </c:pt>
                <c:pt idx="3705">
                  <c:v>42423</c:v>
                </c:pt>
                <c:pt idx="3706">
                  <c:v>42424</c:v>
                </c:pt>
                <c:pt idx="3707">
                  <c:v>42425</c:v>
                </c:pt>
                <c:pt idx="3708">
                  <c:v>42426</c:v>
                </c:pt>
                <c:pt idx="3709">
                  <c:v>42427</c:v>
                </c:pt>
                <c:pt idx="3710">
                  <c:v>42428</c:v>
                </c:pt>
                <c:pt idx="3711">
                  <c:v>42429</c:v>
                </c:pt>
                <c:pt idx="3712">
                  <c:v>42430</c:v>
                </c:pt>
                <c:pt idx="3713">
                  <c:v>42431</c:v>
                </c:pt>
                <c:pt idx="3714">
                  <c:v>42432</c:v>
                </c:pt>
                <c:pt idx="3715">
                  <c:v>42433</c:v>
                </c:pt>
                <c:pt idx="3716">
                  <c:v>42434</c:v>
                </c:pt>
                <c:pt idx="3717">
                  <c:v>42435</c:v>
                </c:pt>
                <c:pt idx="3718">
                  <c:v>42436</c:v>
                </c:pt>
                <c:pt idx="3719">
                  <c:v>42437</c:v>
                </c:pt>
                <c:pt idx="3720">
                  <c:v>42438</c:v>
                </c:pt>
                <c:pt idx="3721">
                  <c:v>42439</c:v>
                </c:pt>
                <c:pt idx="3722">
                  <c:v>42440</c:v>
                </c:pt>
                <c:pt idx="3723">
                  <c:v>42441</c:v>
                </c:pt>
                <c:pt idx="3724">
                  <c:v>42442</c:v>
                </c:pt>
                <c:pt idx="3725">
                  <c:v>42443</c:v>
                </c:pt>
                <c:pt idx="3726">
                  <c:v>42444</c:v>
                </c:pt>
                <c:pt idx="3727">
                  <c:v>42445</c:v>
                </c:pt>
                <c:pt idx="3728">
                  <c:v>42446</c:v>
                </c:pt>
                <c:pt idx="3729">
                  <c:v>42447</c:v>
                </c:pt>
                <c:pt idx="3730">
                  <c:v>42448</c:v>
                </c:pt>
                <c:pt idx="3731">
                  <c:v>42449</c:v>
                </c:pt>
                <c:pt idx="3732">
                  <c:v>42450</c:v>
                </c:pt>
                <c:pt idx="3733">
                  <c:v>42451</c:v>
                </c:pt>
                <c:pt idx="3734">
                  <c:v>42452</c:v>
                </c:pt>
                <c:pt idx="3735">
                  <c:v>42453</c:v>
                </c:pt>
                <c:pt idx="3736">
                  <c:v>42454</c:v>
                </c:pt>
                <c:pt idx="3737">
                  <c:v>42455</c:v>
                </c:pt>
                <c:pt idx="3738">
                  <c:v>42456</c:v>
                </c:pt>
                <c:pt idx="3739">
                  <c:v>42457</c:v>
                </c:pt>
                <c:pt idx="3740">
                  <c:v>42458</c:v>
                </c:pt>
                <c:pt idx="3741">
                  <c:v>42459</c:v>
                </c:pt>
                <c:pt idx="3742">
                  <c:v>42460</c:v>
                </c:pt>
                <c:pt idx="3743">
                  <c:v>42461</c:v>
                </c:pt>
                <c:pt idx="3744">
                  <c:v>42462</c:v>
                </c:pt>
                <c:pt idx="3745">
                  <c:v>42463</c:v>
                </c:pt>
                <c:pt idx="3746">
                  <c:v>42464</c:v>
                </c:pt>
                <c:pt idx="3747">
                  <c:v>42465</c:v>
                </c:pt>
                <c:pt idx="3748">
                  <c:v>42466</c:v>
                </c:pt>
                <c:pt idx="3749">
                  <c:v>42467</c:v>
                </c:pt>
                <c:pt idx="3750">
                  <c:v>42468</c:v>
                </c:pt>
                <c:pt idx="3751">
                  <c:v>42469</c:v>
                </c:pt>
                <c:pt idx="3752">
                  <c:v>42470</c:v>
                </c:pt>
                <c:pt idx="3753">
                  <c:v>42471</c:v>
                </c:pt>
                <c:pt idx="3754">
                  <c:v>42472</c:v>
                </c:pt>
                <c:pt idx="3755">
                  <c:v>42473</c:v>
                </c:pt>
                <c:pt idx="3756">
                  <c:v>42474</c:v>
                </c:pt>
                <c:pt idx="3757">
                  <c:v>42475</c:v>
                </c:pt>
                <c:pt idx="3758">
                  <c:v>42476</c:v>
                </c:pt>
                <c:pt idx="3759">
                  <c:v>42477</c:v>
                </c:pt>
                <c:pt idx="3760">
                  <c:v>42478</c:v>
                </c:pt>
                <c:pt idx="3761">
                  <c:v>42479</c:v>
                </c:pt>
                <c:pt idx="3762">
                  <c:v>42480</c:v>
                </c:pt>
                <c:pt idx="3763">
                  <c:v>42481</c:v>
                </c:pt>
                <c:pt idx="3764">
                  <c:v>42482</c:v>
                </c:pt>
                <c:pt idx="3765">
                  <c:v>42483</c:v>
                </c:pt>
                <c:pt idx="3766">
                  <c:v>42484</c:v>
                </c:pt>
                <c:pt idx="3767">
                  <c:v>42485</c:v>
                </c:pt>
                <c:pt idx="3768">
                  <c:v>42486</c:v>
                </c:pt>
                <c:pt idx="3769">
                  <c:v>42487</c:v>
                </c:pt>
                <c:pt idx="3770">
                  <c:v>42488</c:v>
                </c:pt>
                <c:pt idx="3771">
                  <c:v>42489</c:v>
                </c:pt>
                <c:pt idx="3772">
                  <c:v>42490</c:v>
                </c:pt>
                <c:pt idx="3773">
                  <c:v>42491</c:v>
                </c:pt>
                <c:pt idx="3774">
                  <c:v>42492</c:v>
                </c:pt>
                <c:pt idx="3775">
                  <c:v>42493</c:v>
                </c:pt>
                <c:pt idx="3776">
                  <c:v>42494</c:v>
                </c:pt>
                <c:pt idx="3777">
                  <c:v>42495</c:v>
                </c:pt>
                <c:pt idx="3778">
                  <c:v>42496</c:v>
                </c:pt>
                <c:pt idx="3779">
                  <c:v>42497</c:v>
                </c:pt>
                <c:pt idx="3780">
                  <c:v>42498</c:v>
                </c:pt>
                <c:pt idx="3781">
                  <c:v>42499</c:v>
                </c:pt>
                <c:pt idx="3782">
                  <c:v>42500</c:v>
                </c:pt>
                <c:pt idx="3783">
                  <c:v>42501</c:v>
                </c:pt>
                <c:pt idx="3784">
                  <c:v>42502</c:v>
                </c:pt>
                <c:pt idx="3785">
                  <c:v>42503</c:v>
                </c:pt>
                <c:pt idx="3786">
                  <c:v>42504</c:v>
                </c:pt>
                <c:pt idx="3787">
                  <c:v>42505</c:v>
                </c:pt>
                <c:pt idx="3788">
                  <c:v>42506</c:v>
                </c:pt>
                <c:pt idx="3789">
                  <c:v>42507</c:v>
                </c:pt>
                <c:pt idx="3790">
                  <c:v>42508</c:v>
                </c:pt>
                <c:pt idx="3791">
                  <c:v>42509</c:v>
                </c:pt>
                <c:pt idx="3792">
                  <c:v>42510</c:v>
                </c:pt>
                <c:pt idx="3793">
                  <c:v>42511</c:v>
                </c:pt>
                <c:pt idx="3794">
                  <c:v>42512</c:v>
                </c:pt>
                <c:pt idx="3795">
                  <c:v>42513</c:v>
                </c:pt>
                <c:pt idx="3796">
                  <c:v>42514</c:v>
                </c:pt>
                <c:pt idx="3797">
                  <c:v>42515</c:v>
                </c:pt>
                <c:pt idx="3798">
                  <c:v>42516</c:v>
                </c:pt>
                <c:pt idx="3799">
                  <c:v>42517</c:v>
                </c:pt>
                <c:pt idx="3800">
                  <c:v>42518</c:v>
                </c:pt>
                <c:pt idx="3801">
                  <c:v>42519</c:v>
                </c:pt>
                <c:pt idx="3802">
                  <c:v>42520</c:v>
                </c:pt>
                <c:pt idx="3803">
                  <c:v>42521</c:v>
                </c:pt>
                <c:pt idx="3804">
                  <c:v>42522</c:v>
                </c:pt>
                <c:pt idx="3805">
                  <c:v>42523</c:v>
                </c:pt>
                <c:pt idx="3806">
                  <c:v>42524</c:v>
                </c:pt>
                <c:pt idx="3807">
                  <c:v>42525</c:v>
                </c:pt>
                <c:pt idx="3808">
                  <c:v>42526</c:v>
                </c:pt>
                <c:pt idx="3809">
                  <c:v>42527</c:v>
                </c:pt>
                <c:pt idx="3810">
                  <c:v>42528</c:v>
                </c:pt>
                <c:pt idx="3811">
                  <c:v>42529</c:v>
                </c:pt>
                <c:pt idx="3812">
                  <c:v>42530</c:v>
                </c:pt>
                <c:pt idx="3813">
                  <c:v>42531</c:v>
                </c:pt>
                <c:pt idx="3814">
                  <c:v>42532</c:v>
                </c:pt>
                <c:pt idx="3815">
                  <c:v>42533</c:v>
                </c:pt>
                <c:pt idx="3816">
                  <c:v>42534</c:v>
                </c:pt>
                <c:pt idx="3817">
                  <c:v>42535</c:v>
                </c:pt>
                <c:pt idx="3818">
                  <c:v>42536</c:v>
                </c:pt>
                <c:pt idx="3819">
                  <c:v>42537</c:v>
                </c:pt>
                <c:pt idx="3820">
                  <c:v>42538</c:v>
                </c:pt>
                <c:pt idx="3821">
                  <c:v>42539</c:v>
                </c:pt>
                <c:pt idx="3822">
                  <c:v>42540</c:v>
                </c:pt>
                <c:pt idx="3823">
                  <c:v>42541</c:v>
                </c:pt>
                <c:pt idx="3824">
                  <c:v>42542</c:v>
                </c:pt>
                <c:pt idx="3825">
                  <c:v>42543</c:v>
                </c:pt>
                <c:pt idx="3826">
                  <c:v>42544</c:v>
                </c:pt>
                <c:pt idx="3827">
                  <c:v>42545</c:v>
                </c:pt>
                <c:pt idx="3828">
                  <c:v>42546</c:v>
                </c:pt>
                <c:pt idx="3829">
                  <c:v>42547</c:v>
                </c:pt>
                <c:pt idx="3830">
                  <c:v>42548</c:v>
                </c:pt>
                <c:pt idx="3831">
                  <c:v>42549</c:v>
                </c:pt>
                <c:pt idx="3832">
                  <c:v>42550</c:v>
                </c:pt>
                <c:pt idx="3833">
                  <c:v>42551</c:v>
                </c:pt>
                <c:pt idx="3834">
                  <c:v>42552</c:v>
                </c:pt>
                <c:pt idx="3835">
                  <c:v>42553</c:v>
                </c:pt>
                <c:pt idx="3836">
                  <c:v>42554</c:v>
                </c:pt>
                <c:pt idx="3837">
                  <c:v>42555</c:v>
                </c:pt>
                <c:pt idx="3838">
                  <c:v>42556</c:v>
                </c:pt>
                <c:pt idx="3839">
                  <c:v>42557</c:v>
                </c:pt>
                <c:pt idx="3840">
                  <c:v>42558</c:v>
                </c:pt>
                <c:pt idx="3841">
                  <c:v>42559</c:v>
                </c:pt>
                <c:pt idx="3842">
                  <c:v>42560</c:v>
                </c:pt>
                <c:pt idx="3843">
                  <c:v>42561</c:v>
                </c:pt>
                <c:pt idx="3844">
                  <c:v>42562</c:v>
                </c:pt>
                <c:pt idx="3845">
                  <c:v>42563</c:v>
                </c:pt>
                <c:pt idx="3846">
                  <c:v>42564</c:v>
                </c:pt>
                <c:pt idx="3847">
                  <c:v>42565</c:v>
                </c:pt>
                <c:pt idx="3848">
                  <c:v>42566</c:v>
                </c:pt>
                <c:pt idx="3849">
                  <c:v>42567</c:v>
                </c:pt>
                <c:pt idx="3850">
                  <c:v>42568</c:v>
                </c:pt>
                <c:pt idx="3851">
                  <c:v>42569</c:v>
                </c:pt>
                <c:pt idx="3852">
                  <c:v>42570</c:v>
                </c:pt>
                <c:pt idx="3853">
                  <c:v>42571</c:v>
                </c:pt>
                <c:pt idx="3854">
                  <c:v>42572</c:v>
                </c:pt>
                <c:pt idx="3855">
                  <c:v>42573</c:v>
                </c:pt>
                <c:pt idx="3856">
                  <c:v>42574</c:v>
                </c:pt>
                <c:pt idx="3857">
                  <c:v>42575</c:v>
                </c:pt>
                <c:pt idx="3858">
                  <c:v>42576</c:v>
                </c:pt>
                <c:pt idx="3859">
                  <c:v>42577</c:v>
                </c:pt>
                <c:pt idx="3860">
                  <c:v>42578</c:v>
                </c:pt>
                <c:pt idx="3861">
                  <c:v>42579</c:v>
                </c:pt>
                <c:pt idx="3862">
                  <c:v>42580</c:v>
                </c:pt>
                <c:pt idx="3863">
                  <c:v>42581</c:v>
                </c:pt>
                <c:pt idx="3864">
                  <c:v>42582</c:v>
                </c:pt>
                <c:pt idx="3865">
                  <c:v>42583</c:v>
                </c:pt>
                <c:pt idx="3866">
                  <c:v>42584</c:v>
                </c:pt>
                <c:pt idx="3867">
                  <c:v>42585</c:v>
                </c:pt>
                <c:pt idx="3868">
                  <c:v>42586</c:v>
                </c:pt>
                <c:pt idx="3869">
                  <c:v>42587</c:v>
                </c:pt>
                <c:pt idx="3870">
                  <c:v>42588</c:v>
                </c:pt>
                <c:pt idx="3871">
                  <c:v>42589</c:v>
                </c:pt>
                <c:pt idx="3872">
                  <c:v>42590</c:v>
                </c:pt>
                <c:pt idx="3873">
                  <c:v>42591</c:v>
                </c:pt>
                <c:pt idx="3874">
                  <c:v>42592</c:v>
                </c:pt>
                <c:pt idx="3875">
                  <c:v>42593</c:v>
                </c:pt>
                <c:pt idx="3876">
                  <c:v>42594</c:v>
                </c:pt>
                <c:pt idx="3877">
                  <c:v>42595</c:v>
                </c:pt>
                <c:pt idx="3878">
                  <c:v>42596</c:v>
                </c:pt>
                <c:pt idx="3879">
                  <c:v>42597</c:v>
                </c:pt>
                <c:pt idx="3880">
                  <c:v>42598</c:v>
                </c:pt>
                <c:pt idx="3881">
                  <c:v>42599</c:v>
                </c:pt>
                <c:pt idx="3882">
                  <c:v>42600</c:v>
                </c:pt>
                <c:pt idx="3883">
                  <c:v>42601</c:v>
                </c:pt>
                <c:pt idx="3884">
                  <c:v>42602</c:v>
                </c:pt>
                <c:pt idx="3885">
                  <c:v>42603</c:v>
                </c:pt>
                <c:pt idx="3886">
                  <c:v>42604</c:v>
                </c:pt>
                <c:pt idx="3887">
                  <c:v>42605</c:v>
                </c:pt>
                <c:pt idx="3888">
                  <c:v>42606</c:v>
                </c:pt>
                <c:pt idx="3889">
                  <c:v>42607</c:v>
                </c:pt>
                <c:pt idx="3890">
                  <c:v>42608</c:v>
                </c:pt>
                <c:pt idx="3891">
                  <c:v>42609</c:v>
                </c:pt>
                <c:pt idx="3892">
                  <c:v>42610</c:v>
                </c:pt>
                <c:pt idx="3893">
                  <c:v>42611</c:v>
                </c:pt>
                <c:pt idx="3894">
                  <c:v>42612</c:v>
                </c:pt>
                <c:pt idx="3895">
                  <c:v>42613</c:v>
                </c:pt>
                <c:pt idx="3896">
                  <c:v>42614</c:v>
                </c:pt>
                <c:pt idx="3897">
                  <c:v>42615</c:v>
                </c:pt>
                <c:pt idx="3898">
                  <c:v>42616</c:v>
                </c:pt>
                <c:pt idx="3899">
                  <c:v>42617</c:v>
                </c:pt>
                <c:pt idx="3900">
                  <c:v>42618</c:v>
                </c:pt>
                <c:pt idx="3901">
                  <c:v>42619</c:v>
                </c:pt>
                <c:pt idx="3902">
                  <c:v>42620</c:v>
                </c:pt>
                <c:pt idx="3903">
                  <c:v>42621</c:v>
                </c:pt>
                <c:pt idx="3904">
                  <c:v>42622</c:v>
                </c:pt>
                <c:pt idx="3905">
                  <c:v>42623</c:v>
                </c:pt>
                <c:pt idx="3906">
                  <c:v>42624</c:v>
                </c:pt>
                <c:pt idx="3907">
                  <c:v>42625</c:v>
                </c:pt>
                <c:pt idx="3908">
                  <c:v>42626</c:v>
                </c:pt>
                <c:pt idx="3909">
                  <c:v>42627</c:v>
                </c:pt>
                <c:pt idx="3910">
                  <c:v>42628</c:v>
                </c:pt>
                <c:pt idx="3911">
                  <c:v>42629</c:v>
                </c:pt>
                <c:pt idx="3912">
                  <c:v>42630</c:v>
                </c:pt>
                <c:pt idx="3913">
                  <c:v>42631</c:v>
                </c:pt>
                <c:pt idx="3914">
                  <c:v>42632</c:v>
                </c:pt>
                <c:pt idx="3915">
                  <c:v>42633</c:v>
                </c:pt>
                <c:pt idx="3916">
                  <c:v>42634</c:v>
                </c:pt>
                <c:pt idx="3917">
                  <c:v>42635</c:v>
                </c:pt>
                <c:pt idx="3918">
                  <c:v>42636</c:v>
                </c:pt>
                <c:pt idx="3919">
                  <c:v>42637</c:v>
                </c:pt>
                <c:pt idx="3920">
                  <c:v>42638</c:v>
                </c:pt>
                <c:pt idx="3921">
                  <c:v>42639</c:v>
                </c:pt>
                <c:pt idx="3922">
                  <c:v>42640</c:v>
                </c:pt>
                <c:pt idx="3923">
                  <c:v>42641</c:v>
                </c:pt>
                <c:pt idx="3924">
                  <c:v>42642</c:v>
                </c:pt>
                <c:pt idx="3925">
                  <c:v>42643</c:v>
                </c:pt>
                <c:pt idx="3926">
                  <c:v>42644</c:v>
                </c:pt>
                <c:pt idx="3927">
                  <c:v>42645</c:v>
                </c:pt>
                <c:pt idx="3928">
                  <c:v>42646</c:v>
                </c:pt>
                <c:pt idx="3929">
                  <c:v>42647</c:v>
                </c:pt>
                <c:pt idx="3930">
                  <c:v>42648</c:v>
                </c:pt>
                <c:pt idx="3931">
                  <c:v>42649</c:v>
                </c:pt>
                <c:pt idx="3932">
                  <c:v>42650</c:v>
                </c:pt>
                <c:pt idx="3933">
                  <c:v>42651</c:v>
                </c:pt>
                <c:pt idx="3934">
                  <c:v>42652</c:v>
                </c:pt>
                <c:pt idx="3935">
                  <c:v>42653</c:v>
                </c:pt>
                <c:pt idx="3936">
                  <c:v>42654</c:v>
                </c:pt>
                <c:pt idx="3937">
                  <c:v>42655</c:v>
                </c:pt>
                <c:pt idx="3938">
                  <c:v>42656</c:v>
                </c:pt>
                <c:pt idx="3939">
                  <c:v>42657</c:v>
                </c:pt>
                <c:pt idx="3940">
                  <c:v>42658</c:v>
                </c:pt>
                <c:pt idx="3941">
                  <c:v>42659</c:v>
                </c:pt>
                <c:pt idx="3942">
                  <c:v>42660</c:v>
                </c:pt>
                <c:pt idx="3943">
                  <c:v>42661</c:v>
                </c:pt>
                <c:pt idx="3944">
                  <c:v>42662</c:v>
                </c:pt>
                <c:pt idx="3945">
                  <c:v>42663</c:v>
                </c:pt>
                <c:pt idx="3946">
                  <c:v>42664</c:v>
                </c:pt>
                <c:pt idx="3947">
                  <c:v>42665</c:v>
                </c:pt>
                <c:pt idx="3948">
                  <c:v>42666</c:v>
                </c:pt>
                <c:pt idx="3949">
                  <c:v>42667</c:v>
                </c:pt>
                <c:pt idx="3950">
                  <c:v>42668</c:v>
                </c:pt>
                <c:pt idx="3951">
                  <c:v>42669</c:v>
                </c:pt>
                <c:pt idx="3952">
                  <c:v>42670</c:v>
                </c:pt>
                <c:pt idx="3953">
                  <c:v>42671</c:v>
                </c:pt>
                <c:pt idx="3954">
                  <c:v>42672</c:v>
                </c:pt>
                <c:pt idx="3955">
                  <c:v>42673</c:v>
                </c:pt>
                <c:pt idx="3956">
                  <c:v>42674</c:v>
                </c:pt>
                <c:pt idx="3957">
                  <c:v>42675</c:v>
                </c:pt>
                <c:pt idx="3958">
                  <c:v>42676</c:v>
                </c:pt>
                <c:pt idx="3959">
                  <c:v>42677</c:v>
                </c:pt>
                <c:pt idx="3960">
                  <c:v>42678</c:v>
                </c:pt>
                <c:pt idx="3961">
                  <c:v>42679</c:v>
                </c:pt>
                <c:pt idx="3962">
                  <c:v>42680</c:v>
                </c:pt>
                <c:pt idx="3963">
                  <c:v>42681</c:v>
                </c:pt>
                <c:pt idx="3964">
                  <c:v>42682</c:v>
                </c:pt>
                <c:pt idx="3965">
                  <c:v>42683</c:v>
                </c:pt>
                <c:pt idx="3966">
                  <c:v>42684</c:v>
                </c:pt>
                <c:pt idx="3967">
                  <c:v>42685</c:v>
                </c:pt>
                <c:pt idx="3968">
                  <c:v>42686</c:v>
                </c:pt>
                <c:pt idx="3969">
                  <c:v>42687</c:v>
                </c:pt>
                <c:pt idx="3970">
                  <c:v>42688</c:v>
                </c:pt>
                <c:pt idx="3971">
                  <c:v>42689</c:v>
                </c:pt>
                <c:pt idx="3972">
                  <c:v>42690</c:v>
                </c:pt>
                <c:pt idx="3973">
                  <c:v>42691</c:v>
                </c:pt>
                <c:pt idx="3974">
                  <c:v>42692</c:v>
                </c:pt>
                <c:pt idx="3975">
                  <c:v>42693</c:v>
                </c:pt>
                <c:pt idx="3976">
                  <c:v>42694</c:v>
                </c:pt>
                <c:pt idx="3977">
                  <c:v>42695</c:v>
                </c:pt>
                <c:pt idx="3978">
                  <c:v>42696</c:v>
                </c:pt>
                <c:pt idx="3979">
                  <c:v>42697</c:v>
                </c:pt>
                <c:pt idx="3980">
                  <c:v>42698</c:v>
                </c:pt>
                <c:pt idx="3981">
                  <c:v>42699</c:v>
                </c:pt>
                <c:pt idx="3982">
                  <c:v>42700</c:v>
                </c:pt>
                <c:pt idx="3983">
                  <c:v>42701</c:v>
                </c:pt>
                <c:pt idx="3984">
                  <c:v>42702</c:v>
                </c:pt>
                <c:pt idx="3985">
                  <c:v>42703</c:v>
                </c:pt>
                <c:pt idx="3986">
                  <c:v>42704</c:v>
                </c:pt>
                <c:pt idx="3987">
                  <c:v>42705</c:v>
                </c:pt>
                <c:pt idx="3988">
                  <c:v>42706</c:v>
                </c:pt>
                <c:pt idx="3989">
                  <c:v>42707</c:v>
                </c:pt>
                <c:pt idx="3990">
                  <c:v>42708</c:v>
                </c:pt>
                <c:pt idx="3991">
                  <c:v>42709</c:v>
                </c:pt>
                <c:pt idx="3992">
                  <c:v>42710</c:v>
                </c:pt>
                <c:pt idx="3993">
                  <c:v>42711</c:v>
                </c:pt>
                <c:pt idx="3994">
                  <c:v>42712</c:v>
                </c:pt>
                <c:pt idx="3995">
                  <c:v>42713</c:v>
                </c:pt>
                <c:pt idx="3996">
                  <c:v>42714</c:v>
                </c:pt>
                <c:pt idx="3997">
                  <c:v>42715</c:v>
                </c:pt>
                <c:pt idx="3998">
                  <c:v>42716</c:v>
                </c:pt>
                <c:pt idx="3999">
                  <c:v>42717</c:v>
                </c:pt>
                <c:pt idx="4000">
                  <c:v>42718</c:v>
                </c:pt>
                <c:pt idx="4001">
                  <c:v>42719</c:v>
                </c:pt>
                <c:pt idx="4002">
                  <c:v>42720</c:v>
                </c:pt>
                <c:pt idx="4003">
                  <c:v>42721</c:v>
                </c:pt>
                <c:pt idx="4004">
                  <c:v>42722</c:v>
                </c:pt>
                <c:pt idx="4005">
                  <c:v>42723</c:v>
                </c:pt>
                <c:pt idx="4006">
                  <c:v>42724</c:v>
                </c:pt>
                <c:pt idx="4007">
                  <c:v>42725</c:v>
                </c:pt>
                <c:pt idx="4008">
                  <c:v>42726</c:v>
                </c:pt>
                <c:pt idx="4009">
                  <c:v>42727</c:v>
                </c:pt>
                <c:pt idx="4010">
                  <c:v>42728</c:v>
                </c:pt>
                <c:pt idx="4011">
                  <c:v>42729</c:v>
                </c:pt>
                <c:pt idx="4012">
                  <c:v>42730</c:v>
                </c:pt>
                <c:pt idx="4013">
                  <c:v>42731</c:v>
                </c:pt>
                <c:pt idx="4014">
                  <c:v>42732</c:v>
                </c:pt>
                <c:pt idx="4015">
                  <c:v>42733</c:v>
                </c:pt>
                <c:pt idx="4016">
                  <c:v>42734</c:v>
                </c:pt>
                <c:pt idx="4017">
                  <c:v>42735</c:v>
                </c:pt>
                <c:pt idx="4018">
                  <c:v>42736</c:v>
                </c:pt>
                <c:pt idx="4019">
                  <c:v>42737</c:v>
                </c:pt>
                <c:pt idx="4020">
                  <c:v>42738</c:v>
                </c:pt>
                <c:pt idx="4021">
                  <c:v>42739</c:v>
                </c:pt>
                <c:pt idx="4022">
                  <c:v>42740</c:v>
                </c:pt>
                <c:pt idx="4023">
                  <c:v>42741</c:v>
                </c:pt>
                <c:pt idx="4024">
                  <c:v>42742</c:v>
                </c:pt>
                <c:pt idx="4025">
                  <c:v>42743</c:v>
                </c:pt>
                <c:pt idx="4026">
                  <c:v>42744</c:v>
                </c:pt>
                <c:pt idx="4027">
                  <c:v>42745</c:v>
                </c:pt>
                <c:pt idx="4028">
                  <c:v>42746</c:v>
                </c:pt>
                <c:pt idx="4029">
                  <c:v>42747</c:v>
                </c:pt>
                <c:pt idx="4030">
                  <c:v>42748</c:v>
                </c:pt>
                <c:pt idx="4031">
                  <c:v>42749</c:v>
                </c:pt>
                <c:pt idx="4032">
                  <c:v>42750</c:v>
                </c:pt>
                <c:pt idx="4033">
                  <c:v>42751</c:v>
                </c:pt>
                <c:pt idx="4034">
                  <c:v>42752</c:v>
                </c:pt>
                <c:pt idx="4035">
                  <c:v>42753</c:v>
                </c:pt>
                <c:pt idx="4036">
                  <c:v>42754</c:v>
                </c:pt>
                <c:pt idx="4037">
                  <c:v>42755</c:v>
                </c:pt>
                <c:pt idx="4038">
                  <c:v>42756</c:v>
                </c:pt>
                <c:pt idx="4039">
                  <c:v>42757</c:v>
                </c:pt>
                <c:pt idx="4040">
                  <c:v>42758</c:v>
                </c:pt>
                <c:pt idx="4041">
                  <c:v>42759</c:v>
                </c:pt>
                <c:pt idx="4042">
                  <c:v>42760</c:v>
                </c:pt>
                <c:pt idx="4043">
                  <c:v>42761</c:v>
                </c:pt>
                <c:pt idx="4044">
                  <c:v>42762</c:v>
                </c:pt>
                <c:pt idx="4045">
                  <c:v>42763</c:v>
                </c:pt>
                <c:pt idx="4046">
                  <c:v>42764</c:v>
                </c:pt>
                <c:pt idx="4047">
                  <c:v>42765</c:v>
                </c:pt>
                <c:pt idx="4048">
                  <c:v>42766</c:v>
                </c:pt>
                <c:pt idx="4049">
                  <c:v>42767</c:v>
                </c:pt>
                <c:pt idx="4050">
                  <c:v>42768</c:v>
                </c:pt>
                <c:pt idx="4051">
                  <c:v>42769</c:v>
                </c:pt>
                <c:pt idx="4052">
                  <c:v>42770</c:v>
                </c:pt>
                <c:pt idx="4053">
                  <c:v>42771</c:v>
                </c:pt>
                <c:pt idx="4054">
                  <c:v>42772</c:v>
                </c:pt>
                <c:pt idx="4055">
                  <c:v>42773</c:v>
                </c:pt>
                <c:pt idx="4056">
                  <c:v>42774</c:v>
                </c:pt>
                <c:pt idx="4057">
                  <c:v>42775</c:v>
                </c:pt>
                <c:pt idx="4058">
                  <c:v>42776</c:v>
                </c:pt>
                <c:pt idx="4059">
                  <c:v>42777</c:v>
                </c:pt>
                <c:pt idx="4060">
                  <c:v>42778</c:v>
                </c:pt>
                <c:pt idx="4061">
                  <c:v>42779</c:v>
                </c:pt>
                <c:pt idx="4062">
                  <c:v>42780</c:v>
                </c:pt>
                <c:pt idx="4063">
                  <c:v>42781</c:v>
                </c:pt>
                <c:pt idx="4064">
                  <c:v>42782</c:v>
                </c:pt>
                <c:pt idx="4065">
                  <c:v>42783</c:v>
                </c:pt>
                <c:pt idx="4066">
                  <c:v>42784</c:v>
                </c:pt>
                <c:pt idx="4067">
                  <c:v>42785</c:v>
                </c:pt>
                <c:pt idx="4068">
                  <c:v>42786</c:v>
                </c:pt>
                <c:pt idx="4069">
                  <c:v>42787</c:v>
                </c:pt>
                <c:pt idx="4070">
                  <c:v>42788</c:v>
                </c:pt>
                <c:pt idx="4071">
                  <c:v>42789</c:v>
                </c:pt>
                <c:pt idx="4072">
                  <c:v>42790</c:v>
                </c:pt>
                <c:pt idx="4073">
                  <c:v>42791</c:v>
                </c:pt>
                <c:pt idx="4074">
                  <c:v>42792</c:v>
                </c:pt>
                <c:pt idx="4075">
                  <c:v>42793</c:v>
                </c:pt>
                <c:pt idx="4076">
                  <c:v>42794</c:v>
                </c:pt>
                <c:pt idx="4077">
                  <c:v>42795</c:v>
                </c:pt>
                <c:pt idx="4078">
                  <c:v>42796</c:v>
                </c:pt>
                <c:pt idx="4079">
                  <c:v>42797</c:v>
                </c:pt>
                <c:pt idx="4080">
                  <c:v>42798</c:v>
                </c:pt>
                <c:pt idx="4081">
                  <c:v>42799</c:v>
                </c:pt>
                <c:pt idx="4082">
                  <c:v>42800</c:v>
                </c:pt>
                <c:pt idx="4083">
                  <c:v>42801</c:v>
                </c:pt>
                <c:pt idx="4084">
                  <c:v>42802</c:v>
                </c:pt>
                <c:pt idx="4085">
                  <c:v>42803</c:v>
                </c:pt>
                <c:pt idx="4086">
                  <c:v>42804</c:v>
                </c:pt>
                <c:pt idx="4087">
                  <c:v>42805</c:v>
                </c:pt>
                <c:pt idx="4088">
                  <c:v>42806</c:v>
                </c:pt>
                <c:pt idx="4089">
                  <c:v>42807</c:v>
                </c:pt>
                <c:pt idx="4090">
                  <c:v>42808</c:v>
                </c:pt>
                <c:pt idx="4091">
                  <c:v>42809</c:v>
                </c:pt>
                <c:pt idx="4092">
                  <c:v>42810</c:v>
                </c:pt>
                <c:pt idx="4093">
                  <c:v>42811</c:v>
                </c:pt>
                <c:pt idx="4094">
                  <c:v>42812</c:v>
                </c:pt>
                <c:pt idx="4095">
                  <c:v>42813</c:v>
                </c:pt>
                <c:pt idx="4096">
                  <c:v>42814</c:v>
                </c:pt>
                <c:pt idx="4097">
                  <c:v>42815</c:v>
                </c:pt>
                <c:pt idx="4098">
                  <c:v>42816</c:v>
                </c:pt>
                <c:pt idx="4099">
                  <c:v>42817</c:v>
                </c:pt>
                <c:pt idx="4100">
                  <c:v>42818</c:v>
                </c:pt>
                <c:pt idx="4101">
                  <c:v>42819</c:v>
                </c:pt>
                <c:pt idx="4102">
                  <c:v>42820</c:v>
                </c:pt>
                <c:pt idx="4103">
                  <c:v>42821</c:v>
                </c:pt>
                <c:pt idx="4104">
                  <c:v>42822</c:v>
                </c:pt>
                <c:pt idx="4105">
                  <c:v>42823</c:v>
                </c:pt>
                <c:pt idx="4106">
                  <c:v>42824</c:v>
                </c:pt>
                <c:pt idx="4107">
                  <c:v>42825</c:v>
                </c:pt>
                <c:pt idx="4108">
                  <c:v>42826</c:v>
                </c:pt>
                <c:pt idx="4109">
                  <c:v>42827</c:v>
                </c:pt>
                <c:pt idx="4110">
                  <c:v>42828</c:v>
                </c:pt>
                <c:pt idx="4111">
                  <c:v>42829</c:v>
                </c:pt>
                <c:pt idx="4112">
                  <c:v>42830</c:v>
                </c:pt>
                <c:pt idx="4113">
                  <c:v>42831</c:v>
                </c:pt>
                <c:pt idx="4114">
                  <c:v>42832</c:v>
                </c:pt>
                <c:pt idx="4115">
                  <c:v>42833</c:v>
                </c:pt>
                <c:pt idx="4116">
                  <c:v>42834</c:v>
                </c:pt>
                <c:pt idx="4117">
                  <c:v>42835</c:v>
                </c:pt>
                <c:pt idx="4118">
                  <c:v>42836</c:v>
                </c:pt>
                <c:pt idx="4119">
                  <c:v>42837</c:v>
                </c:pt>
                <c:pt idx="4120">
                  <c:v>42838</c:v>
                </c:pt>
                <c:pt idx="4121">
                  <c:v>42839</c:v>
                </c:pt>
                <c:pt idx="4122">
                  <c:v>42840</c:v>
                </c:pt>
                <c:pt idx="4123">
                  <c:v>42841</c:v>
                </c:pt>
                <c:pt idx="4124">
                  <c:v>42842</c:v>
                </c:pt>
                <c:pt idx="4125">
                  <c:v>42843</c:v>
                </c:pt>
                <c:pt idx="4126">
                  <c:v>42844</c:v>
                </c:pt>
                <c:pt idx="4127">
                  <c:v>42845</c:v>
                </c:pt>
                <c:pt idx="4128">
                  <c:v>42846</c:v>
                </c:pt>
                <c:pt idx="4129">
                  <c:v>42847</c:v>
                </c:pt>
                <c:pt idx="4130">
                  <c:v>42848</c:v>
                </c:pt>
                <c:pt idx="4131">
                  <c:v>42849</c:v>
                </c:pt>
                <c:pt idx="4132">
                  <c:v>42850</c:v>
                </c:pt>
                <c:pt idx="4133">
                  <c:v>42851</c:v>
                </c:pt>
                <c:pt idx="4134">
                  <c:v>42852</c:v>
                </c:pt>
                <c:pt idx="4135">
                  <c:v>42853</c:v>
                </c:pt>
                <c:pt idx="4136">
                  <c:v>42854</c:v>
                </c:pt>
                <c:pt idx="4137">
                  <c:v>42855</c:v>
                </c:pt>
                <c:pt idx="4138">
                  <c:v>42856</c:v>
                </c:pt>
                <c:pt idx="4139">
                  <c:v>42857</c:v>
                </c:pt>
                <c:pt idx="4140">
                  <c:v>42858</c:v>
                </c:pt>
                <c:pt idx="4141">
                  <c:v>42859</c:v>
                </c:pt>
                <c:pt idx="4142">
                  <c:v>42860</c:v>
                </c:pt>
                <c:pt idx="4143">
                  <c:v>42861</c:v>
                </c:pt>
                <c:pt idx="4144">
                  <c:v>42862</c:v>
                </c:pt>
                <c:pt idx="4145">
                  <c:v>42863</c:v>
                </c:pt>
                <c:pt idx="4146">
                  <c:v>42864</c:v>
                </c:pt>
                <c:pt idx="4147">
                  <c:v>42865</c:v>
                </c:pt>
                <c:pt idx="4148">
                  <c:v>42866</c:v>
                </c:pt>
                <c:pt idx="4149">
                  <c:v>42867</c:v>
                </c:pt>
                <c:pt idx="4150">
                  <c:v>42868</c:v>
                </c:pt>
                <c:pt idx="4151">
                  <c:v>42869</c:v>
                </c:pt>
                <c:pt idx="4152">
                  <c:v>42870</c:v>
                </c:pt>
                <c:pt idx="4153">
                  <c:v>42871</c:v>
                </c:pt>
                <c:pt idx="4154">
                  <c:v>42872</c:v>
                </c:pt>
                <c:pt idx="4155">
                  <c:v>42873</c:v>
                </c:pt>
                <c:pt idx="4156">
                  <c:v>42874</c:v>
                </c:pt>
                <c:pt idx="4157">
                  <c:v>42875</c:v>
                </c:pt>
                <c:pt idx="4158">
                  <c:v>42876</c:v>
                </c:pt>
                <c:pt idx="4159">
                  <c:v>42877</c:v>
                </c:pt>
                <c:pt idx="4160">
                  <c:v>42878</c:v>
                </c:pt>
                <c:pt idx="4161">
                  <c:v>42879</c:v>
                </c:pt>
                <c:pt idx="4162">
                  <c:v>42880</c:v>
                </c:pt>
                <c:pt idx="4163">
                  <c:v>42881</c:v>
                </c:pt>
                <c:pt idx="4164">
                  <c:v>42882</c:v>
                </c:pt>
                <c:pt idx="4165">
                  <c:v>42883</c:v>
                </c:pt>
                <c:pt idx="4166">
                  <c:v>42884</c:v>
                </c:pt>
                <c:pt idx="4167">
                  <c:v>42885</c:v>
                </c:pt>
                <c:pt idx="4168">
                  <c:v>42886</c:v>
                </c:pt>
                <c:pt idx="4169">
                  <c:v>42887</c:v>
                </c:pt>
                <c:pt idx="4170">
                  <c:v>42888</c:v>
                </c:pt>
                <c:pt idx="4171">
                  <c:v>42889</c:v>
                </c:pt>
                <c:pt idx="4172">
                  <c:v>42890</c:v>
                </c:pt>
                <c:pt idx="4173">
                  <c:v>42891</c:v>
                </c:pt>
                <c:pt idx="4174">
                  <c:v>42892</c:v>
                </c:pt>
                <c:pt idx="4175">
                  <c:v>42893</c:v>
                </c:pt>
                <c:pt idx="4176">
                  <c:v>42894</c:v>
                </c:pt>
                <c:pt idx="4177">
                  <c:v>42895</c:v>
                </c:pt>
                <c:pt idx="4178">
                  <c:v>42896</c:v>
                </c:pt>
                <c:pt idx="4179">
                  <c:v>42897</c:v>
                </c:pt>
                <c:pt idx="4180">
                  <c:v>42898</c:v>
                </c:pt>
                <c:pt idx="4181">
                  <c:v>42899</c:v>
                </c:pt>
                <c:pt idx="4182">
                  <c:v>42900</c:v>
                </c:pt>
                <c:pt idx="4183">
                  <c:v>42901</c:v>
                </c:pt>
                <c:pt idx="4184">
                  <c:v>42902</c:v>
                </c:pt>
                <c:pt idx="4185">
                  <c:v>42903</c:v>
                </c:pt>
                <c:pt idx="4186">
                  <c:v>42904</c:v>
                </c:pt>
                <c:pt idx="4187">
                  <c:v>42905</c:v>
                </c:pt>
                <c:pt idx="4188">
                  <c:v>42906</c:v>
                </c:pt>
                <c:pt idx="4189">
                  <c:v>42907</c:v>
                </c:pt>
                <c:pt idx="4190">
                  <c:v>42908</c:v>
                </c:pt>
                <c:pt idx="4191">
                  <c:v>42909</c:v>
                </c:pt>
                <c:pt idx="4192">
                  <c:v>42910</c:v>
                </c:pt>
                <c:pt idx="4193">
                  <c:v>42911</c:v>
                </c:pt>
                <c:pt idx="4194">
                  <c:v>42912</c:v>
                </c:pt>
                <c:pt idx="4195">
                  <c:v>42913</c:v>
                </c:pt>
                <c:pt idx="4196">
                  <c:v>42914</c:v>
                </c:pt>
                <c:pt idx="4197">
                  <c:v>42915</c:v>
                </c:pt>
                <c:pt idx="4198">
                  <c:v>42916</c:v>
                </c:pt>
                <c:pt idx="4199">
                  <c:v>42917</c:v>
                </c:pt>
                <c:pt idx="4200">
                  <c:v>42918</c:v>
                </c:pt>
                <c:pt idx="4201">
                  <c:v>42919</c:v>
                </c:pt>
                <c:pt idx="4202">
                  <c:v>42920</c:v>
                </c:pt>
                <c:pt idx="4203">
                  <c:v>42921</c:v>
                </c:pt>
                <c:pt idx="4204">
                  <c:v>42922</c:v>
                </c:pt>
                <c:pt idx="4205">
                  <c:v>42923</c:v>
                </c:pt>
                <c:pt idx="4206">
                  <c:v>42924</c:v>
                </c:pt>
                <c:pt idx="4207">
                  <c:v>42925</c:v>
                </c:pt>
                <c:pt idx="4208">
                  <c:v>42926</c:v>
                </c:pt>
                <c:pt idx="4209">
                  <c:v>42927</c:v>
                </c:pt>
                <c:pt idx="4210">
                  <c:v>42928</c:v>
                </c:pt>
                <c:pt idx="4211">
                  <c:v>42929</c:v>
                </c:pt>
                <c:pt idx="4212">
                  <c:v>42930</c:v>
                </c:pt>
                <c:pt idx="4213">
                  <c:v>42931</c:v>
                </c:pt>
                <c:pt idx="4214">
                  <c:v>42932</c:v>
                </c:pt>
                <c:pt idx="4215">
                  <c:v>42933</c:v>
                </c:pt>
                <c:pt idx="4216">
                  <c:v>42934</c:v>
                </c:pt>
                <c:pt idx="4217">
                  <c:v>42935</c:v>
                </c:pt>
                <c:pt idx="4218">
                  <c:v>42936</c:v>
                </c:pt>
                <c:pt idx="4219">
                  <c:v>42937</c:v>
                </c:pt>
                <c:pt idx="4220">
                  <c:v>42938</c:v>
                </c:pt>
                <c:pt idx="4221">
                  <c:v>42939</c:v>
                </c:pt>
                <c:pt idx="4222">
                  <c:v>42940</c:v>
                </c:pt>
                <c:pt idx="4223">
                  <c:v>42941</c:v>
                </c:pt>
                <c:pt idx="4224">
                  <c:v>42942</c:v>
                </c:pt>
                <c:pt idx="4225">
                  <c:v>42943</c:v>
                </c:pt>
                <c:pt idx="4226">
                  <c:v>42944</c:v>
                </c:pt>
                <c:pt idx="4227">
                  <c:v>42945</c:v>
                </c:pt>
                <c:pt idx="4228">
                  <c:v>42946</c:v>
                </c:pt>
                <c:pt idx="4229">
                  <c:v>42947</c:v>
                </c:pt>
                <c:pt idx="4230">
                  <c:v>42948</c:v>
                </c:pt>
                <c:pt idx="4231">
                  <c:v>42949</c:v>
                </c:pt>
                <c:pt idx="4232">
                  <c:v>42950</c:v>
                </c:pt>
                <c:pt idx="4233">
                  <c:v>42951</c:v>
                </c:pt>
                <c:pt idx="4234">
                  <c:v>42952</c:v>
                </c:pt>
                <c:pt idx="4235">
                  <c:v>42953</c:v>
                </c:pt>
                <c:pt idx="4236">
                  <c:v>42954</c:v>
                </c:pt>
                <c:pt idx="4237">
                  <c:v>42955</c:v>
                </c:pt>
                <c:pt idx="4238">
                  <c:v>42956</c:v>
                </c:pt>
                <c:pt idx="4239">
                  <c:v>42957</c:v>
                </c:pt>
                <c:pt idx="4240">
                  <c:v>42958</c:v>
                </c:pt>
                <c:pt idx="4241">
                  <c:v>42959</c:v>
                </c:pt>
                <c:pt idx="4242">
                  <c:v>42960</c:v>
                </c:pt>
                <c:pt idx="4243">
                  <c:v>42961</c:v>
                </c:pt>
                <c:pt idx="4244">
                  <c:v>42962</c:v>
                </c:pt>
                <c:pt idx="4245">
                  <c:v>42963</c:v>
                </c:pt>
                <c:pt idx="4246">
                  <c:v>42964</c:v>
                </c:pt>
                <c:pt idx="4247">
                  <c:v>42965</c:v>
                </c:pt>
                <c:pt idx="4248">
                  <c:v>42966</c:v>
                </c:pt>
                <c:pt idx="4249">
                  <c:v>42967</c:v>
                </c:pt>
                <c:pt idx="4250">
                  <c:v>42968</c:v>
                </c:pt>
                <c:pt idx="4251">
                  <c:v>42969</c:v>
                </c:pt>
                <c:pt idx="4252">
                  <c:v>42970</c:v>
                </c:pt>
                <c:pt idx="4253">
                  <c:v>42971</c:v>
                </c:pt>
                <c:pt idx="4254">
                  <c:v>42972</c:v>
                </c:pt>
                <c:pt idx="4255">
                  <c:v>42973</c:v>
                </c:pt>
                <c:pt idx="4256">
                  <c:v>42974</c:v>
                </c:pt>
                <c:pt idx="4257">
                  <c:v>42975</c:v>
                </c:pt>
                <c:pt idx="4258">
                  <c:v>42976</c:v>
                </c:pt>
                <c:pt idx="4259">
                  <c:v>42977</c:v>
                </c:pt>
                <c:pt idx="4260">
                  <c:v>42978</c:v>
                </c:pt>
                <c:pt idx="4261">
                  <c:v>42979</c:v>
                </c:pt>
                <c:pt idx="4262">
                  <c:v>42980</c:v>
                </c:pt>
                <c:pt idx="4263">
                  <c:v>42981</c:v>
                </c:pt>
                <c:pt idx="4264">
                  <c:v>42982</c:v>
                </c:pt>
                <c:pt idx="4265">
                  <c:v>42983</c:v>
                </c:pt>
                <c:pt idx="4266">
                  <c:v>42984</c:v>
                </c:pt>
                <c:pt idx="4267">
                  <c:v>42985</c:v>
                </c:pt>
                <c:pt idx="4268">
                  <c:v>42986</c:v>
                </c:pt>
                <c:pt idx="4269">
                  <c:v>42987</c:v>
                </c:pt>
                <c:pt idx="4270">
                  <c:v>42988</c:v>
                </c:pt>
                <c:pt idx="4271">
                  <c:v>42989</c:v>
                </c:pt>
                <c:pt idx="4272">
                  <c:v>42990</c:v>
                </c:pt>
                <c:pt idx="4273">
                  <c:v>42991</c:v>
                </c:pt>
                <c:pt idx="4274">
                  <c:v>42992</c:v>
                </c:pt>
                <c:pt idx="4275">
                  <c:v>42993</c:v>
                </c:pt>
                <c:pt idx="4276">
                  <c:v>42994</c:v>
                </c:pt>
                <c:pt idx="4277">
                  <c:v>42995</c:v>
                </c:pt>
                <c:pt idx="4278">
                  <c:v>42996</c:v>
                </c:pt>
                <c:pt idx="4279">
                  <c:v>42997</c:v>
                </c:pt>
                <c:pt idx="4280">
                  <c:v>42998</c:v>
                </c:pt>
                <c:pt idx="4281">
                  <c:v>42999</c:v>
                </c:pt>
                <c:pt idx="4282">
                  <c:v>43000</c:v>
                </c:pt>
                <c:pt idx="4283">
                  <c:v>43001</c:v>
                </c:pt>
                <c:pt idx="4284">
                  <c:v>43002</c:v>
                </c:pt>
                <c:pt idx="4285">
                  <c:v>43003</c:v>
                </c:pt>
                <c:pt idx="4286">
                  <c:v>43004</c:v>
                </c:pt>
                <c:pt idx="4287">
                  <c:v>43005</c:v>
                </c:pt>
                <c:pt idx="4288">
                  <c:v>43006</c:v>
                </c:pt>
                <c:pt idx="4289">
                  <c:v>43007</c:v>
                </c:pt>
                <c:pt idx="4290">
                  <c:v>43008</c:v>
                </c:pt>
                <c:pt idx="4291">
                  <c:v>43009</c:v>
                </c:pt>
                <c:pt idx="4292">
                  <c:v>43010</c:v>
                </c:pt>
                <c:pt idx="4293">
                  <c:v>43011</c:v>
                </c:pt>
                <c:pt idx="4294">
                  <c:v>43012</c:v>
                </c:pt>
                <c:pt idx="4295">
                  <c:v>43013</c:v>
                </c:pt>
                <c:pt idx="4296">
                  <c:v>43014</c:v>
                </c:pt>
                <c:pt idx="4297">
                  <c:v>43015</c:v>
                </c:pt>
                <c:pt idx="4298">
                  <c:v>43016</c:v>
                </c:pt>
                <c:pt idx="4299">
                  <c:v>43017</c:v>
                </c:pt>
                <c:pt idx="4300">
                  <c:v>43018</c:v>
                </c:pt>
                <c:pt idx="4301">
                  <c:v>43019</c:v>
                </c:pt>
                <c:pt idx="4302">
                  <c:v>43020</c:v>
                </c:pt>
                <c:pt idx="4303">
                  <c:v>43021</c:v>
                </c:pt>
                <c:pt idx="4304">
                  <c:v>43022</c:v>
                </c:pt>
                <c:pt idx="4305">
                  <c:v>43023</c:v>
                </c:pt>
                <c:pt idx="4306">
                  <c:v>43024</c:v>
                </c:pt>
                <c:pt idx="4307">
                  <c:v>43025</c:v>
                </c:pt>
                <c:pt idx="4308">
                  <c:v>43026</c:v>
                </c:pt>
                <c:pt idx="4309">
                  <c:v>43027</c:v>
                </c:pt>
                <c:pt idx="4310">
                  <c:v>43028</c:v>
                </c:pt>
                <c:pt idx="4311">
                  <c:v>43029</c:v>
                </c:pt>
                <c:pt idx="4312">
                  <c:v>43030</c:v>
                </c:pt>
                <c:pt idx="4313">
                  <c:v>43031</c:v>
                </c:pt>
                <c:pt idx="4314">
                  <c:v>43032</c:v>
                </c:pt>
                <c:pt idx="4315">
                  <c:v>43033</c:v>
                </c:pt>
                <c:pt idx="4316">
                  <c:v>43034</c:v>
                </c:pt>
                <c:pt idx="4317">
                  <c:v>43035</c:v>
                </c:pt>
                <c:pt idx="4318">
                  <c:v>43036</c:v>
                </c:pt>
                <c:pt idx="4319">
                  <c:v>43037</c:v>
                </c:pt>
                <c:pt idx="4320">
                  <c:v>43038</c:v>
                </c:pt>
                <c:pt idx="4321">
                  <c:v>43039</c:v>
                </c:pt>
                <c:pt idx="4322">
                  <c:v>43040</c:v>
                </c:pt>
                <c:pt idx="4323">
                  <c:v>43041</c:v>
                </c:pt>
                <c:pt idx="4324">
                  <c:v>43042</c:v>
                </c:pt>
                <c:pt idx="4325">
                  <c:v>43043</c:v>
                </c:pt>
                <c:pt idx="4326">
                  <c:v>43044</c:v>
                </c:pt>
                <c:pt idx="4327">
                  <c:v>43045</c:v>
                </c:pt>
                <c:pt idx="4328">
                  <c:v>43046</c:v>
                </c:pt>
                <c:pt idx="4329">
                  <c:v>43047</c:v>
                </c:pt>
                <c:pt idx="4330">
                  <c:v>43048</c:v>
                </c:pt>
                <c:pt idx="4331">
                  <c:v>43049</c:v>
                </c:pt>
                <c:pt idx="4332">
                  <c:v>43050</c:v>
                </c:pt>
                <c:pt idx="4333">
                  <c:v>43051</c:v>
                </c:pt>
                <c:pt idx="4334">
                  <c:v>43052</c:v>
                </c:pt>
                <c:pt idx="4335">
                  <c:v>43053</c:v>
                </c:pt>
                <c:pt idx="4336">
                  <c:v>43054</c:v>
                </c:pt>
                <c:pt idx="4337">
                  <c:v>43055</c:v>
                </c:pt>
                <c:pt idx="4338">
                  <c:v>43056</c:v>
                </c:pt>
                <c:pt idx="4339">
                  <c:v>43057</c:v>
                </c:pt>
                <c:pt idx="4340">
                  <c:v>43058</c:v>
                </c:pt>
                <c:pt idx="4341">
                  <c:v>43059</c:v>
                </c:pt>
                <c:pt idx="4342">
                  <c:v>43060</c:v>
                </c:pt>
                <c:pt idx="4343">
                  <c:v>43061</c:v>
                </c:pt>
                <c:pt idx="4344">
                  <c:v>43062</c:v>
                </c:pt>
                <c:pt idx="4345">
                  <c:v>43063</c:v>
                </c:pt>
                <c:pt idx="4346">
                  <c:v>43064</c:v>
                </c:pt>
                <c:pt idx="4347">
                  <c:v>43065</c:v>
                </c:pt>
                <c:pt idx="4348">
                  <c:v>43066</c:v>
                </c:pt>
                <c:pt idx="4349">
                  <c:v>43067</c:v>
                </c:pt>
                <c:pt idx="4350">
                  <c:v>43068</c:v>
                </c:pt>
                <c:pt idx="4351">
                  <c:v>43069</c:v>
                </c:pt>
                <c:pt idx="4352">
                  <c:v>43070</c:v>
                </c:pt>
                <c:pt idx="4353">
                  <c:v>43071</c:v>
                </c:pt>
                <c:pt idx="4354">
                  <c:v>43072</c:v>
                </c:pt>
                <c:pt idx="4355">
                  <c:v>43073</c:v>
                </c:pt>
                <c:pt idx="4356">
                  <c:v>43074</c:v>
                </c:pt>
                <c:pt idx="4357">
                  <c:v>43075</c:v>
                </c:pt>
                <c:pt idx="4358">
                  <c:v>43076</c:v>
                </c:pt>
                <c:pt idx="4359">
                  <c:v>43077</c:v>
                </c:pt>
                <c:pt idx="4360">
                  <c:v>43078</c:v>
                </c:pt>
                <c:pt idx="4361">
                  <c:v>43079</c:v>
                </c:pt>
                <c:pt idx="4362">
                  <c:v>43080</c:v>
                </c:pt>
                <c:pt idx="4363">
                  <c:v>43081</c:v>
                </c:pt>
                <c:pt idx="4364">
                  <c:v>43082</c:v>
                </c:pt>
                <c:pt idx="4365">
                  <c:v>43083</c:v>
                </c:pt>
                <c:pt idx="4366">
                  <c:v>43084</c:v>
                </c:pt>
                <c:pt idx="4367">
                  <c:v>43085</c:v>
                </c:pt>
                <c:pt idx="4368">
                  <c:v>43086</c:v>
                </c:pt>
                <c:pt idx="4369">
                  <c:v>43087</c:v>
                </c:pt>
                <c:pt idx="4370">
                  <c:v>43088</c:v>
                </c:pt>
                <c:pt idx="4371">
                  <c:v>43089</c:v>
                </c:pt>
                <c:pt idx="4372">
                  <c:v>43090</c:v>
                </c:pt>
                <c:pt idx="4373">
                  <c:v>43091</c:v>
                </c:pt>
                <c:pt idx="4374">
                  <c:v>43092</c:v>
                </c:pt>
                <c:pt idx="4375">
                  <c:v>43093</c:v>
                </c:pt>
                <c:pt idx="4376">
                  <c:v>43094</c:v>
                </c:pt>
                <c:pt idx="4377">
                  <c:v>43095</c:v>
                </c:pt>
                <c:pt idx="4378">
                  <c:v>43096</c:v>
                </c:pt>
                <c:pt idx="4379">
                  <c:v>43097</c:v>
                </c:pt>
                <c:pt idx="4380">
                  <c:v>43098</c:v>
                </c:pt>
                <c:pt idx="4381">
                  <c:v>43099</c:v>
                </c:pt>
                <c:pt idx="4382">
                  <c:v>43100</c:v>
                </c:pt>
                <c:pt idx="4383">
                  <c:v>43101</c:v>
                </c:pt>
                <c:pt idx="4384">
                  <c:v>43102</c:v>
                </c:pt>
                <c:pt idx="4385">
                  <c:v>43103</c:v>
                </c:pt>
                <c:pt idx="4386">
                  <c:v>43104</c:v>
                </c:pt>
                <c:pt idx="4387">
                  <c:v>43105</c:v>
                </c:pt>
                <c:pt idx="4388">
                  <c:v>43106</c:v>
                </c:pt>
                <c:pt idx="4389">
                  <c:v>43107</c:v>
                </c:pt>
                <c:pt idx="4390">
                  <c:v>43108</c:v>
                </c:pt>
                <c:pt idx="4391">
                  <c:v>43109</c:v>
                </c:pt>
                <c:pt idx="4392">
                  <c:v>43110</c:v>
                </c:pt>
                <c:pt idx="4393">
                  <c:v>43111</c:v>
                </c:pt>
                <c:pt idx="4394">
                  <c:v>43112</c:v>
                </c:pt>
                <c:pt idx="4395">
                  <c:v>43113</c:v>
                </c:pt>
                <c:pt idx="4396">
                  <c:v>43114</c:v>
                </c:pt>
                <c:pt idx="4397">
                  <c:v>43115</c:v>
                </c:pt>
                <c:pt idx="4398">
                  <c:v>43116</c:v>
                </c:pt>
                <c:pt idx="4399">
                  <c:v>43117</c:v>
                </c:pt>
                <c:pt idx="4400">
                  <c:v>43118</c:v>
                </c:pt>
                <c:pt idx="4401">
                  <c:v>43119</c:v>
                </c:pt>
                <c:pt idx="4402">
                  <c:v>43120</c:v>
                </c:pt>
                <c:pt idx="4403">
                  <c:v>43121</c:v>
                </c:pt>
                <c:pt idx="4404">
                  <c:v>43122</c:v>
                </c:pt>
                <c:pt idx="4405">
                  <c:v>43123</c:v>
                </c:pt>
                <c:pt idx="4406">
                  <c:v>43124</c:v>
                </c:pt>
                <c:pt idx="4407">
                  <c:v>43125</c:v>
                </c:pt>
                <c:pt idx="4408">
                  <c:v>43126</c:v>
                </c:pt>
                <c:pt idx="4409">
                  <c:v>43127</c:v>
                </c:pt>
                <c:pt idx="4410">
                  <c:v>43128</c:v>
                </c:pt>
                <c:pt idx="4411">
                  <c:v>43129</c:v>
                </c:pt>
                <c:pt idx="4412">
                  <c:v>43130</c:v>
                </c:pt>
                <c:pt idx="4413">
                  <c:v>43131</c:v>
                </c:pt>
                <c:pt idx="4414">
                  <c:v>43132</c:v>
                </c:pt>
                <c:pt idx="4415">
                  <c:v>43133</c:v>
                </c:pt>
                <c:pt idx="4416">
                  <c:v>43134</c:v>
                </c:pt>
                <c:pt idx="4417">
                  <c:v>43135</c:v>
                </c:pt>
                <c:pt idx="4418">
                  <c:v>43136</c:v>
                </c:pt>
                <c:pt idx="4419">
                  <c:v>43137</c:v>
                </c:pt>
                <c:pt idx="4420">
                  <c:v>43138</c:v>
                </c:pt>
                <c:pt idx="4421">
                  <c:v>43139</c:v>
                </c:pt>
                <c:pt idx="4422">
                  <c:v>43140</c:v>
                </c:pt>
                <c:pt idx="4423">
                  <c:v>43141</c:v>
                </c:pt>
                <c:pt idx="4424">
                  <c:v>43142</c:v>
                </c:pt>
                <c:pt idx="4425">
                  <c:v>43143</c:v>
                </c:pt>
                <c:pt idx="4426">
                  <c:v>43144</c:v>
                </c:pt>
                <c:pt idx="4427">
                  <c:v>43145</c:v>
                </c:pt>
                <c:pt idx="4428">
                  <c:v>43146</c:v>
                </c:pt>
                <c:pt idx="4429">
                  <c:v>43147</c:v>
                </c:pt>
                <c:pt idx="4430">
                  <c:v>43148</c:v>
                </c:pt>
                <c:pt idx="4431">
                  <c:v>43149</c:v>
                </c:pt>
                <c:pt idx="4432">
                  <c:v>43150</c:v>
                </c:pt>
                <c:pt idx="4433">
                  <c:v>43151</c:v>
                </c:pt>
                <c:pt idx="4434">
                  <c:v>43152</c:v>
                </c:pt>
                <c:pt idx="4435">
                  <c:v>43153</c:v>
                </c:pt>
                <c:pt idx="4436">
                  <c:v>43154</c:v>
                </c:pt>
                <c:pt idx="4437">
                  <c:v>43155</c:v>
                </c:pt>
                <c:pt idx="4438">
                  <c:v>43156</c:v>
                </c:pt>
                <c:pt idx="4439">
                  <c:v>43157</c:v>
                </c:pt>
                <c:pt idx="4440">
                  <c:v>43158</c:v>
                </c:pt>
                <c:pt idx="4441">
                  <c:v>43159</c:v>
                </c:pt>
                <c:pt idx="4442">
                  <c:v>43160</c:v>
                </c:pt>
                <c:pt idx="4443">
                  <c:v>43161</c:v>
                </c:pt>
                <c:pt idx="4444">
                  <c:v>43162</c:v>
                </c:pt>
                <c:pt idx="4445">
                  <c:v>43163</c:v>
                </c:pt>
                <c:pt idx="4446">
                  <c:v>43164</c:v>
                </c:pt>
                <c:pt idx="4447">
                  <c:v>43165</c:v>
                </c:pt>
                <c:pt idx="4448">
                  <c:v>43166</c:v>
                </c:pt>
                <c:pt idx="4449">
                  <c:v>43167</c:v>
                </c:pt>
                <c:pt idx="4450">
                  <c:v>43168</c:v>
                </c:pt>
                <c:pt idx="4451">
                  <c:v>43169</c:v>
                </c:pt>
                <c:pt idx="4452">
                  <c:v>43170</c:v>
                </c:pt>
                <c:pt idx="4453">
                  <c:v>43171</c:v>
                </c:pt>
                <c:pt idx="4454">
                  <c:v>43172</c:v>
                </c:pt>
                <c:pt idx="4455">
                  <c:v>43173</c:v>
                </c:pt>
                <c:pt idx="4456">
                  <c:v>43174</c:v>
                </c:pt>
                <c:pt idx="4457">
                  <c:v>43175</c:v>
                </c:pt>
                <c:pt idx="4458">
                  <c:v>43176</c:v>
                </c:pt>
                <c:pt idx="4459">
                  <c:v>43177</c:v>
                </c:pt>
                <c:pt idx="4460">
                  <c:v>43178</c:v>
                </c:pt>
                <c:pt idx="4461">
                  <c:v>43179</c:v>
                </c:pt>
                <c:pt idx="4462">
                  <c:v>43180</c:v>
                </c:pt>
                <c:pt idx="4463">
                  <c:v>43181</c:v>
                </c:pt>
                <c:pt idx="4464">
                  <c:v>43182</c:v>
                </c:pt>
                <c:pt idx="4465">
                  <c:v>43183</c:v>
                </c:pt>
                <c:pt idx="4466">
                  <c:v>43184</c:v>
                </c:pt>
                <c:pt idx="4467">
                  <c:v>43185</c:v>
                </c:pt>
                <c:pt idx="4468">
                  <c:v>43186</c:v>
                </c:pt>
                <c:pt idx="4469">
                  <c:v>43187</c:v>
                </c:pt>
                <c:pt idx="4470">
                  <c:v>43188</c:v>
                </c:pt>
                <c:pt idx="4471">
                  <c:v>43189</c:v>
                </c:pt>
                <c:pt idx="4472">
                  <c:v>43190</c:v>
                </c:pt>
                <c:pt idx="4473">
                  <c:v>43191</c:v>
                </c:pt>
                <c:pt idx="4474">
                  <c:v>43192</c:v>
                </c:pt>
                <c:pt idx="4475">
                  <c:v>43193</c:v>
                </c:pt>
                <c:pt idx="4476">
                  <c:v>43194</c:v>
                </c:pt>
                <c:pt idx="4477">
                  <c:v>43195</c:v>
                </c:pt>
                <c:pt idx="4478">
                  <c:v>43196</c:v>
                </c:pt>
                <c:pt idx="4479">
                  <c:v>43197</c:v>
                </c:pt>
                <c:pt idx="4480">
                  <c:v>43198</c:v>
                </c:pt>
                <c:pt idx="4481">
                  <c:v>43199</c:v>
                </c:pt>
                <c:pt idx="4482">
                  <c:v>43200</c:v>
                </c:pt>
                <c:pt idx="4483">
                  <c:v>43201</c:v>
                </c:pt>
                <c:pt idx="4484">
                  <c:v>43202</c:v>
                </c:pt>
                <c:pt idx="4485">
                  <c:v>43203</c:v>
                </c:pt>
                <c:pt idx="4486">
                  <c:v>43204</c:v>
                </c:pt>
                <c:pt idx="4487">
                  <c:v>43205</c:v>
                </c:pt>
                <c:pt idx="4488">
                  <c:v>43206</c:v>
                </c:pt>
                <c:pt idx="4489">
                  <c:v>43207</c:v>
                </c:pt>
                <c:pt idx="4490">
                  <c:v>43208</c:v>
                </c:pt>
                <c:pt idx="4491">
                  <c:v>43209</c:v>
                </c:pt>
                <c:pt idx="4492">
                  <c:v>43210</c:v>
                </c:pt>
                <c:pt idx="4493">
                  <c:v>43211</c:v>
                </c:pt>
                <c:pt idx="4494">
                  <c:v>43212</c:v>
                </c:pt>
                <c:pt idx="4495">
                  <c:v>43213</c:v>
                </c:pt>
                <c:pt idx="4496">
                  <c:v>43214</c:v>
                </c:pt>
                <c:pt idx="4497">
                  <c:v>43215</c:v>
                </c:pt>
                <c:pt idx="4498">
                  <c:v>43216</c:v>
                </c:pt>
                <c:pt idx="4499">
                  <c:v>43217</c:v>
                </c:pt>
                <c:pt idx="4500">
                  <c:v>43218</c:v>
                </c:pt>
                <c:pt idx="4501">
                  <c:v>43219</c:v>
                </c:pt>
                <c:pt idx="4502">
                  <c:v>43220</c:v>
                </c:pt>
                <c:pt idx="4503">
                  <c:v>43221</c:v>
                </c:pt>
                <c:pt idx="4504">
                  <c:v>43222</c:v>
                </c:pt>
                <c:pt idx="4505">
                  <c:v>43223</c:v>
                </c:pt>
                <c:pt idx="4506">
                  <c:v>43224</c:v>
                </c:pt>
                <c:pt idx="4507">
                  <c:v>43225</c:v>
                </c:pt>
                <c:pt idx="4508">
                  <c:v>43226</c:v>
                </c:pt>
                <c:pt idx="4509">
                  <c:v>43227</c:v>
                </c:pt>
                <c:pt idx="4510">
                  <c:v>43228</c:v>
                </c:pt>
                <c:pt idx="4511">
                  <c:v>43229</c:v>
                </c:pt>
                <c:pt idx="4512">
                  <c:v>43230</c:v>
                </c:pt>
                <c:pt idx="4513">
                  <c:v>43231</c:v>
                </c:pt>
                <c:pt idx="4514">
                  <c:v>43232</c:v>
                </c:pt>
                <c:pt idx="4515">
                  <c:v>43233</c:v>
                </c:pt>
                <c:pt idx="4516">
                  <c:v>43234</c:v>
                </c:pt>
                <c:pt idx="4517">
                  <c:v>43235</c:v>
                </c:pt>
                <c:pt idx="4518">
                  <c:v>43236</c:v>
                </c:pt>
                <c:pt idx="4519">
                  <c:v>43237</c:v>
                </c:pt>
                <c:pt idx="4520">
                  <c:v>43238</c:v>
                </c:pt>
                <c:pt idx="4521">
                  <c:v>43239</c:v>
                </c:pt>
                <c:pt idx="4522">
                  <c:v>43240</c:v>
                </c:pt>
                <c:pt idx="4523">
                  <c:v>43241</c:v>
                </c:pt>
                <c:pt idx="4524">
                  <c:v>43242</c:v>
                </c:pt>
                <c:pt idx="4525">
                  <c:v>43243</c:v>
                </c:pt>
                <c:pt idx="4526">
                  <c:v>43244</c:v>
                </c:pt>
                <c:pt idx="4527">
                  <c:v>43245</c:v>
                </c:pt>
                <c:pt idx="4528">
                  <c:v>43246</c:v>
                </c:pt>
                <c:pt idx="4529">
                  <c:v>43247</c:v>
                </c:pt>
                <c:pt idx="4530">
                  <c:v>43248</c:v>
                </c:pt>
                <c:pt idx="4531">
                  <c:v>43249</c:v>
                </c:pt>
                <c:pt idx="4532">
                  <c:v>43250</c:v>
                </c:pt>
                <c:pt idx="4533">
                  <c:v>43251</c:v>
                </c:pt>
                <c:pt idx="4534">
                  <c:v>43252</c:v>
                </c:pt>
                <c:pt idx="4535">
                  <c:v>43253</c:v>
                </c:pt>
                <c:pt idx="4536">
                  <c:v>43254</c:v>
                </c:pt>
                <c:pt idx="4537">
                  <c:v>43255</c:v>
                </c:pt>
                <c:pt idx="4538">
                  <c:v>43256</c:v>
                </c:pt>
                <c:pt idx="4539">
                  <c:v>43257</c:v>
                </c:pt>
                <c:pt idx="4540">
                  <c:v>43258</c:v>
                </c:pt>
                <c:pt idx="4541">
                  <c:v>43259</c:v>
                </c:pt>
                <c:pt idx="4542">
                  <c:v>43260</c:v>
                </c:pt>
                <c:pt idx="4543">
                  <c:v>43261</c:v>
                </c:pt>
                <c:pt idx="4544">
                  <c:v>43262</c:v>
                </c:pt>
                <c:pt idx="4545">
                  <c:v>43263</c:v>
                </c:pt>
                <c:pt idx="4546">
                  <c:v>43264</c:v>
                </c:pt>
                <c:pt idx="4547">
                  <c:v>43265</c:v>
                </c:pt>
                <c:pt idx="4548">
                  <c:v>43266</c:v>
                </c:pt>
                <c:pt idx="4549">
                  <c:v>43267</c:v>
                </c:pt>
                <c:pt idx="4550">
                  <c:v>43268</c:v>
                </c:pt>
                <c:pt idx="4551">
                  <c:v>43269</c:v>
                </c:pt>
                <c:pt idx="4552">
                  <c:v>43270</c:v>
                </c:pt>
                <c:pt idx="4553">
                  <c:v>43271</c:v>
                </c:pt>
                <c:pt idx="4554">
                  <c:v>43272</c:v>
                </c:pt>
                <c:pt idx="4555">
                  <c:v>43273</c:v>
                </c:pt>
                <c:pt idx="4556">
                  <c:v>43274</c:v>
                </c:pt>
                <c:pt idx="4557">
                  <c:v>43275</c:v>
                </c:pt>
                <c:pt idx="4558">
                  <c:v>43276</c:v>
                </c:pt>
                <c:pt idx="4559">
                  <c:v>43277</c:v>
                </c:pt>
                <c:pt idx="4560">
                  <c:v>43278</c:v>
                </c:pt>
                <c:pt idx="4561">
                  <c:v>43279</c:v>
                </c:pt>
                <c:pt idx="4562">
                  <c:v>43280</c:v>
                </c:pt>
                <c:pt idx="4563">
                  <c:v>43281</c:v>
                </c:pt>
                <c:pt idx="4564">
                  <c:v>43282</c:v>
                </c:pt>
                <c:pt idx="4565">
                  <c:v>43283</c:v>
                </c:pt>
                <c:pt idx="4566">
                  <c:v>43284</c:v>
                </c:pt>
                <c:pt idx="4567">
                  <c:v>43285</c:v>
                </c:pt>
                <c:pt idx="4568">
                  <c:v>43286</c:v>
                </c:pt>
                <c:pt idx="4569">
                  <c:v>43287</c:v>
                </c:pt>
                <c:pt idx="4570">
                  <c:v>43288</c:v>
                </c:pt>
                <c:pt idx="4571">
                  <c:v>43289</c:v>
                </c:pt>
                <c:pt idx="4572">
                  <c:v>43290</c:v>
                </c:pt>
                <c:pt idx="4573">
                  <c:v>43291</c:v>
                </c:pt>
                <c:pt idx="4574">
                  <c:v>43292</c:v>
                </c:pt>
                <c:pt idx="4575">
                  <c:v>43293</c:v>
                </c:pt>
                <c:pt idx="4576">
                  <c:v>43294</c:v>
                </c:pt>
                <c:pt idx="4577">
                  <c:v>43295</c:v>
                </c:pt>
                <c:pt idx="4578">
                  <c:v>43296</c:v>
                </c:pt>
                <c:pt idx="4579">
                  <c:v>43297</c:v>
                </c:pt>
                <c:pt idx="4580">
                  <c:v>43298</c:v>
                </c:pt>
                <c:pt idx="4581">
                  <c:v>43299</c:v>
                </c:pt>
                <c:pt idx="4582">
                  <c:v>43300</c:v>
                </c:pt>
                <c:pt idx="4583">
                  <c:v>43301</c:v>
                </c:pt>
                <c:pt idx="4584">
                  <c:v>43302</c:v>
                </c:pt>
                <c:pt idx="4585">
                  <c:v>43303</c:v>
                </c:pt>
                <c:pt idx="4586">
                  <c:v>43304</c:v>
                </c:pt>
                <c:pt idx="4587">
                  <c:v>43305</c:v>
                </c:pt>
                <c:pt idx="4588">
                  <c:v>43306</c:v>
                </c:pt>
                <c:pt idx="4589">
                  <c:v>43307</c:v>
                </c:pt>
                <c:pt idx="4590">
                  <c:v>43308</c:v>
                </c:pt>
                <c:pt idx="4591">
                  <c:v>43309</c:v>
                </c:pt>
                <c:pt idx="4592">
                  <c:v>43310</c:v>
                </c:pt>
                <c:pt idx="4593">
                  <c:v>43311</c:v>
                </c:pt>
                <c:pt idx="4594">
                  <c:v>43312</c:v>
                </c:pt>
                <c:pt idx="4595">
                  <c:v>43313</c:v>
                </c:pt>
                <c:pt idx="4596">
                  <c:v>43314</c:v>
                </c:pt>
                <c:pt idx="4597">
                  <c:v>43315</c:v>
                </c:pt>
                <c:pt idx="4598">
                  <c:v>43316</c:v>
                </c:pt>
                <c:pt idx="4599">
                  <c:v>43317</c:v>
                </c:pt>
                <c:pt idx="4600">
                  <c:v>43318</c:v>
                </c:pt>
                <c:pt idx="4601">
                  <c:v>43319</c:v>
                </c:pt>
                <c:pt idx="4602">
                  <c:v>43320</c:v>
                </c:pt>
                <c:pt idx="4603">
                  <c:v>43321</c:v>
                </c:pt>
                <c:pt idx="4604">
                  <c:v>43322</c:v>
                </c:pt>
                <c:pt idx="4605">
                  <c:v>43323</c:v>
                </c:pt>
                <c:pt idx="4606">
                  <c:v>43324</c:v>
                </c:pt>
                <c:pt idx="4607">
                  <c:v>43325</c:v>
                </c:pt>
                <c:pt idx="4608">
                  <c:v>43326</c:v>
                </c:pt>
                <c:pt idx="4609">
                  <c:v>43327</c:v>
                </c:pt>
                <c:pt idx="4610">
                  <c:v>43328</c:v>
                </c:pt>
                <c:pt idx="4611">
                  <c:v>43329</c:v>
                </c:pt>
                <c:pt idx="4612">
                  <c:v>43330</c:v>
                </c:pt>
                <c:pt idx="4613">
                  <c:v>43331</c:v>
                </c:pt>
                <c:pt idx="4614">
                  <c:v>43332</c:v>
                </c:pt>
                <c:pt idx="4615">
                  <c:v>43333</c:v>
                </c:pt>
                <c:pt idx="4616">
                  <c:v>43334</c:v>
                </c:pt>
                <c:pt idx="4617">
                  <c:v>43335</c:v>
                </c:pt>
                <c:pt idx="4618">
                  <c:v>43336</c:v>
                </c:pt>
                <c:pt idx="4619">
                  <c:v>43337</c:v>
                </c:pt>
                <c:pt idx="4620">
                  <c:v>43338</c:v>
                </c:pt>
                <c:pt idx="4621">
                  <c:v>43339</c:v>
                </c:pt>
                <c:pt idx="4622">
                  <c:v>43340</c:v>
                </c:pt>
                <c:pt idx="4623">
                  <c:v>43341</c:v>
                </c:pt>
                <c:pt idx="4624">
                  <c:v>43342</c:v>
                </c:pt>
                <c:pt idx="4625">
                  <c:v>43343</c:v>
                </c:pt>
                <c:pt idx="4626">
                  <c:v>43344</c:v>
                </c:pt>
                <c:pt idx="4627">
                  <c:v>43345</c:v>
                </c:pt>
                <c:pt idx="4628">
                  <c:v>43346</c:v>
                </c:pt>
                <c:pt idx="4629">
                  <c:v>43347</c:v>
                </c:pt>
                <c:pt idx="4630">
                  <c:v>43348</c:v>
                </c:pt>
                <c:pt idx="4631">
                  <c:v>43349</c:v>
                </c:pt>
                <c:pt idx="4632">
                  <c:v>43350</c:v>
                </c:pt>
                <c:pt idx="4633">
                  <c:v>43351</c:v>
                </c:pt>
                <c:pt idx="4634">
                  <c:v>43352</c:v>
                </c:pt>
                <c:pt idx="4635">
                  <c:v>43353</c:v>
                </c:pt>
                <c:pt idx="4636">
                  <c:v>43354</c:v>
                </c:pt>
                <c:pt idx="4637">
                  <c:v>43355</c:v>
                </c:pt>
                <c:pt idx="4638">
                  <c:v>43356</c:v>
                </c:pt>
                <c:pt idx="4639">
                  <c:v>43357</c:v>
                </c:pt>
                <c:pt idx="4640">
                  <c:v>43358</c:v>
                </c:pt>
                <c:pt idx="4641">
                  <c:v>43359</c:v>
                </c:pt>
                <c:pt idx="4642">
                  <c:v>43360</c:v>
                </c:pt>
                <c:pt idx="4643">
                  <c:v>43361</c:v>
                </c:pt>
                <c:pt idx="4644">
                  <c:v>43362</c:v>
                </c:pt>
                <c:pt idx="4645">
                  <c:v>43363</c:v>
                </c:pt>
                <c:pt idx="4646">
                  <c:v>43364</c:v>
                </c:pt>
                <c:pt idx="4647">
                  <c:v>43365</c:v>
                </c:pt>
                <c:pt idx="4648">
                  <c:v>43366</c:v>
                </c:pt>
                <c:pt idx="4649">
                  <c:v>43367</c:v>
                </c:pt>
                <c:pt idx="4650">
                  <c:v>43368</c:v>
                </c:pt>
                <c:pt idx="4651">
                  <c:v>43369</c:v>
                </c:pt>
                <c:pt idx="4652">
                  <c:v>43370</c:v>
                </c:pt>
                <c:pt idx="4653">
                  <c:v>43371</c:v>
                </c:pt>
                <c:pt idx="4654">
                  <c:v>43372</c:v>
                </c:pt>
                <c:pt idx="4655">
                  <c:v>43373</c:v>
                </c:pt>
                <c:pt idx="4656">
                  <c:v>43374</c:v>
                </c:pt>
                <c:pt idx="4657">
                  <c:v>43375</c:v>
                </c:pt>
                <c:pt idx="4658">
                  <c:v>43376</c:v>
                </c:pt>
                <c:pt idx="4659">
                  <c:v>43377</c:v>
                </c:pt>
                <c:pt idx="4660">
                  <c:v>43378</c:v>
                </c:pt>
                <c:pt idx="4661">
                  <c:v>43379</c:v>
                </c:pt>
                <c:pt idx="4662">
                  <c:v>43380</c:v>
                </c:pt>
                <c:pt idx="4663">
                  <c:v>43381</c:v>
                </c:pt>
                <c:pt idx="4664">
                  <c:v>43382</c:v>
                </c:pt>
                <c:pt idx="4665">
                  <c:v>43383</c:v>
                </c:pt>
                <c:pt idx="4666">
                  <c:v>43384</c:v>
                </c:pt>
                <c:pt idx="4667">
                  <c:v>43385</c:v>
                </c:pt>
                <c:pt idx="4668">
                  <c:v>43386</c:v>
                </c:pt>
                <c:pt idx="4669">
                  <c:v>43387</c:v>
                </c:pt>
                <c:pt idx="4670">
                  <c:v>43388</c:v>
                </c:pt>
                <c:pt idx="4671">
                  <c:v>43389</c:v>
                </c:pt>
                <c:pt idx="4672">
                  <c:v>43390</c:v>
                </c:pt>
                <c:pt idx="4673">
                  <c:v>43391</c:v>
                </c:pt>
                <c:pt idx="4674">
                  <c:v>43392</c:v>
                </c:pt>
                <c:pt idx="4675">
                  <c:v>43393</c:v>
                </c:pt>
                <c:pt idx="4676">
                  <c:v>43394</c:v>
                </c:pt>
                <c:pt idx="4677">
                  <c:v>43395</c:v>
                </c:pt>
                <c:pt idx="4678">
                  <c:v>43396</c:v>
                </c:pt>
                <c:pt idx="4679">
                  <c:v>43397</c:v>
                </c:pt>
                <c:pt idx="4680">
                  <c:v>43398</c:v>
                </c:pt>
                <c:pt idx="4681">
                  <c:v>43399</c:v>
                </c:pt>
                <c:pt idx="4682">
                  <c:v>43400</c:v>
                </c:pt>
                <c:pt idx="4683">
                  <c:v>43401</c:v>
                </c:pt>
                <c:pt idx="4684">
                  <c:v>43402</c:v>
                </c:pt>
                <c:pt idx="4685">
                  <c:v>43403</c:v>
                </c:pt>
                <c:pt idx="4686">
                  <c:v>43404</c:v>
                </c:pt>
                <c:pt idx="4687">
                  <c:v>43405</c:v>
                </c:pt>
                <c:pt idx="4688">
                  <c:v>43406</c:v>
                </c:pt>
                <c:pt idx="4689">
                  <c:v>43407</c:v>
                </c:pt>
                <c:pt idx="4690">
                  <c:v>43408</c:v>
                </c:pt>
                <c:pt idx="4691">
                  <c:v>43409</c:v>
                </c:pt>
                <c:pt idx="4692">
                  <c:v>43410</c:v>
                </c:pt>
                <c:pt idx="4693">
                  <c:v>43411</c:v>
                </c:pt>
                <c:pt idx="4694">
                  <c:v>43412</c:v>
                </c:pt>
                <c:pt idx="4695">
                  <c:v>43413</c:v>
                </c:pt>
                <c:pt idx="4696">
                  <c:v>43414</c:v>
                </c:pt>
                <c:pt idx="4697">
                  <c:v>43415</c:v>
                </c:pt>
                <c:pt idx="4698">
                  <c:v>43416</c:v>
                </c:pt>
                <c:pt idx="4699">
                  <c:v>43417</c:v>
                </c:pt>
                <c:pt idx="4700">
                  <c:v>43418</c:v>
                </c:pt>
                <c:pt idx="4701">
                  <c:v>43419</c:v>
                </c:pt>
                <c:pt idx="4702">
                  <c:v>43420</c:v>
                </c:pt>
                <c:pt idx="4703">
                  <c:v>43421</c:v>
                </c:pt>
                <c:pt idx="4704">
                  <c:v>43422</c:v>
                </c:pt>
                <c:pt idx="4705">
                  <c:v>43423</c:v>
                </c:pt>
                <c:pt idx="4706">
                  <c:v>43424</c:v>
                </c:pt>
                <c:pt idx="4707">
                  <c:v>43425</c:v>
                </c:pt>
                <c:pt idx="4708">
                  <c:v>43426</c:v>
                </c:pt>
                <c:pt idx="4709">
                  <c:v>43427</c:v>
                </c:pt>
                <c:pt idx="4710">
                  <c:v>43428</c:v>
                </c:pt>
                <c:pt idx="4711">
                  <c:v>43429</c:v>
                </c:pt>
                <c:pt idx="4712">
                  <c:v>43430</c:v>
                </c:pt>
                <c:pt idx="4713">
                  <c:v>43431</c:v>
                </c:pt>
                <c:pt idx="4714">
                  <c:v>43432</c:v>
                </c:pt>
                <c:pt idx="4715">
                  <c:v>43433</c:v>
                </c:pt>
                <c:pt idx="4716">
                  <c:v>43434</c:v>
                </c:pt>
                <c:pt idx="4717">
                  <c:v>43435</c:v>
                </c:pt>
                <c:pt idx="4718">
                  <c:v>43436</c:v>
                </c:pt>
                <c:pt idx="4719">
                  <c:v>43437</c:v>
                </c:pt>
                <c:pt idx="4720">
                  <c:v>43438</c:v>
                </c:pt>
                <c:pt idx="4721">
                  <c:v>43439</c:v>
                </c:pt>
                <c:pt idx="4722">
                  <c:v>43440</c:v>
                </c:pt>
                <c:pt idx="4723">
                  <c:v>43441</c:v>
                </c:pt>
                <c:pt idx="4724">
                  <c:v>43442</c:v>
                </c:pt>
                <c:pt idx="4725">
                  <c:v>43443</c:v>
                </c:pt>
                <c:pt idx="4726">
                  <c:v>43444</c:v>
                </c:pt>
                <c:pt idx="4727">
                  <c:v>43445</c:v>
                </c:pt>
                <c:pt idx="4728">
                  <c:v>43446</c:v>
                </c:pt>
                <c:pt idx="4729">
                  <c:v>43447</c:v>
                </c:pt>
                <c:pt idx="4730">
                  <c:v>43448</c:v>
                </c:pt>
                <c:pt idx="4731">
                  <c:v>43449</c:v>
                </c:pt>
                <c:pt idx="4732">
                  <c:v>43450</c:v>
                </c:pt>
                <c:pt idx="4733">
                  <c:v>43451</c:v>
                </c:pt>
                <c:pt idx="4734">
                  <c:v>43452</c:v>
                </c:pt>
                <c:pt idx="4735">
                  <c:v>43453</c:v>
                </c:pt>
                <c:pt idx="4736">
                  <c:v>43454</c:v>
                </c:pt>
                <c:pt idx="4737">
                  <c:v>43455</c:v>
                </c:pt>
                <c:pt idx="4738">
                  <c:v>43456</c:v>
                </c:pt>
                <c:pt idx="4739">
                  <c:v>43457</c:v>
                </c:pt>
                <c:pt idx="4740">
                  <c:v>43458</c:v>
                </c:pt>
                <c:pt idx="4741">
                  <c:v>43459</c:v>
                </c:pt>
                <c:pt idx="4742">
                  <c:v>43460</c:v>
                </c:pt>
                <c:pt idx="4743">
                  <c:v>43461</c:v>
                </c:pt>
                <c:pt idx="4744">
                  <c:v>43462</c:v>
                </c:pt>
                <c:pt idx="4745">
                  <c:v>43463</c:v>
                </c:pt>
                <c:pt idx="4746">
                  <c:v>43464</c:v>
                </c:pt>
                <c:pt idx="4747">
                  <c:v>43465</c:v>
                </c:pt>
                <c:pt idx="4748">
                  <c:v>43466</c:v>
                </c:pt>
                <c:pt idx="4749">
                  <c:v>43467</c:v>
                </c:pt>
                <c:pt idx="4750">
                  <c:v>43468</c:v>
                </c:pt>
                <c:pt idx="4751">
                  <c:v>43469</c:v>
                </c:pt>
                <c:pt idx="4752">
                  <c:v>43470</c:v>
                </c:pt>
                <c:pt idx="4753">
                  <c:v>43471</c:v>
                </c:pt>
                <c:pt idx="4754">
                  <c:v>43472</c:v>
                </c:pt>
                <c:pt idx="4755">
                  <c:v>43473</c:v>
                </c:pt>
                <c:pt idx="4756">
                  <c:v>43474</c:v>
                </c:pt>
                <c:pt idx="4757">
                  <c:v>43475</c:v>
                </c:pt>
                <c:pt idx="4758">
                  <c:v>43476</c:v>
                </c:pt>
                <c:pt idx="4759">
                  <c:v>43477</c:v>
                </c:pt>
                <c:pt idx="4760">
                  <c:v>43478</c:v>
                </c:pt>
                <c:pt idx="4761">
                  <c:v>43479</c:v>
                </c:pt>
                <c:pt idx="4762">
                  <c:v>43480</c:v>
                </c:pt>
                <c:pt idx="4763">
                  <c:v>43481</c:v>
                </c:pt>
                <c:pt idx="4764">
                  <c:v>43482</c:v>
                </c:pt>
                <c:pt idx="4765">
                  <c:v>43483</c:v>
                </c:pt>
                <c:pt idx="4766">
                  <c:v>43484</c:v>
                </c:pt>
                <c:pt idx="4767">
                  <c:v>43485</c:v>
                </c:pt>
                <c:pt idx="4768">
                  <c:v>43486</c:v>
                </c:pt>
                <c:pt idx="4769">
                  <c:v>43487</c:v>
                </c:pt>
                <c:pt idx="4770">
                  <c:v>43488</c:v>
                </c:pt>
                <c:pt idx="4771">
                  <c:v>43489</c:v>
                </c:pt>
                <c:pt idx="4772">
                  <c:v>43490</c:v>
                </c:pt>
                <c:pt idx="4773">
                  <c:v>43491</c:v>
                </c:pt>
                <c:pt idx="4774">
                  <c:v>43492</c:v>
                </c:pt>
                <c:pt idx="4775">
                  <c:v>43493</c:v>
                </c:pt>
                <c:pt idx="4776">
                  <c:v>43494</c:v>
                </c:pt>
                <c:pt idx="4777">
                  <c:v>43495</c:v>
                </c:pt>
                <c:pt idx="4778">
                  <c:v>43496</c:v>
                </c:pt>
                <c:pt idx="4779">
                  <c:v>43497</c:v>
                </c:pt>
                <c:pt idx="4780">
                  <c:v>43498</c:v>
                </c:pt>
                <c:pt idx="4781">
                  <c:v>43499</c:v>
                </c:pt>
                <c:pt idx="4782">
                  <c:v>43500</c:v>
                </c:pt>
                <c:pt idx="4783">
                  <c:v>43501</c:v>
                </c:pt>
                <c:pt idx="4784">
                  <c:v>43502</c:v>
                </c:pt>
                <c:pt idx="4785">
                  <c:v>43503</c:v>
                </c:pt>
                <c:pt idx="4786">
                  <c:v>43504</c:v>
                </c:pt>
                <c:pt idx="4787">
                  <c:v>43505</c:v>
                </c:pt>
                <c:pt idx="4788">
                  <c:v>43506</c:v>
                </c:pt>
                <c:pt idx="4789">
                  <c:v>43507</c:v>
                </c:pt>
                <c:pt idx="4790">
                  <c:v>43508</c:v>
                </c:pt>
                <c:pt idx="4791">
                  <c:v>43509</c:v>
                </c:pt>
                <c:pt idx="4792">
                  <c:v>43510</c:v>
                </c:pt>
                <c:pt idx="4793">
                  <c:v>43511</c:v>
                </c:pt>
                <c:pt idx="4794">
                  <c:v>43512</c:v>
                </c:pt>
                <c:pt idx="4795">
                  <c:v>43513</c:v>
                </c:pt>
                <c:pt idx="4796">
                  <c:v>43514</c:v>
                </c:pt>
                <c:pt idx="4797">
                  <c:v>43515</c:v>
                </c:pt>
                <c:pt idx="4798">
                  <c:v>43516</c:v>
                </c:pt>
                <c:pt idx="4799">
                  <c:v>43517</c:v>
                </c:pt>
                <c:pt idx="4800">
                  <c:v>43518</c:v>
                </c:pt>
                <c:pt idx="4801">
                  <c:v>43519</c:v>
                </c:pt>
                <c:pt idx="4802">
                  <c:v>43520</c:v>
                </c:pt>
                <c:pt idx="4803">
                  <c:v>43521</c:v>
                </c:pt>
                <c:pt idx="4804">
                  <c:v>43522</c:v>
                </c:pt>
                <c:pt idx="4805">
                  <c:v>43523</c:v>
                </c:pt>
                <c:pt idx="4806">
                  <c:v>43524</c:v>
                </c:pt>
                <c:pt idx="4807">
                  <c:v>43525</c:v>
                </c:pt>
                <c:pt idx="4808">
                  <c:v>43526</c:v>
                </c:pt>
                <c:pt idx="4809">
                  <c:v>43527</c:v>
                </c:pt>
                <c:pt idx="4810">
                  <c:v>43528</c:v>
                </c:pt>
                <c:pt idx="4811">
                  <c:v>43529</c:v>
                </c:pt>
                <c:pt idx="4812">
                  <c:v>43530</c:v>
                </c:pt>
                <c:pt idx="4813">
                  <c:v>43531</c:v>
                </c:pt>
                <c:pt idx="4814">
                  <c:v>43532</c:v>
                </c:pt>
                <c:pt idx="4815">
                  <c:v>43533</c:v>
                </c:pt>
                <c:pt idx="4816">
                  <c:v>43534</c:v>
                </c:pt>
                <c:pt idx="4817">
                  <c:v>43535</c:v>
                </c:pt>
                <c:pt idx="4818">
                  <c:v>43536</c:v>
                </c:pt>
                <c:pt idx="4819">
                  <c:v>43537</c:v>
                </c:pt>
                <c:pt idx="4820">
                  <c:v>43538</c:v>
                </c:pt>
                <c:pt idx="4821">
                  <c:v>43539</c:v>
                </c:pt>
                <c:pt idx="4822">
                  <c:v>43540</c:v>
                </c:pt>
                <c:pt idx="4823">
                  <c:v>43541</c:v>
                </c:pt>
                <c:pt idx="4824">
                  <c:v>43542</c:v>
                </c:pt>
                <c:pt idx="4825">
                  <c:v>43543</c:v>
                </c:pt>
                <c:pt idx="4826">
                  <c:v>43544</c:v>
                </c:pt>
                <c:pt idx="4827">
                  <c:v>43545</c:v>
                </c:pt>
                <c:pt idx="4828">
                  <c:v>43546</c:v>
                </c:pt>
                <c:pt idx="4829">
                  <c:v>43547</c:v>
                </c:pt>
                <c:pt idx="4830">
                  <c:v>43548</c:v>
                </c:pt>
                <c:pt idx="4831">
                  <c:v>43549</c:v>
                </c:pt>
                <c:pt idx="4832">
                  <c:v>43550</c:v>
                </c:pt>
                <c:pt idx="4833">
                  <c:v>43551</c:v>
                </c:pt>
                <c:pt idx="4834">
                  <c:v>43552</c:v>
                </c:pt>
                <c:pt idx="4835">
                  <c:v>43553</c:v>
                </c:pt>
                <c:pt idx="4836">
                  <c:v>43554</c:v>
                </c:pt>
                <c:pt idx="4837">
                  <c:v>43555</c:v>
                </c:pt>
                <c:pt idx="4838">
                  <c:v>43556</c:v>
                </c:pt>
                <c:pt idx="4839">
                  <c:v>43557</c:v>
                </c:pt>
                <c:pt idx="4840">
                  <c:v>43558</c:v>
                </c:pt>
                <c:pt idx="4841">
                  <c:v>43559</c:v>
                </c:pt>
                <c:pt idx="4842">
                  <c:v>43560</c:v>
                </c:pt>
                <c:pt idx="4843">
                  <c:v>43561</c:v>
                </c:pt>
                <c:pt idx="4844">
                  <c:v>43562</c:v>
                </c:pt>
                <c:pt idx="4845">
                  <c:v>43563</c:v>
                </c:pt>
                <c:pt idx="4846">
                  <c:v>43564</c:v>
                </c:pt>
                <c:pt idx="4847">
                  <c:v>43565</c:v>
                </c:pt>
                <c:pt idx="4848">
                  <c:v>43566</c:v>
                </c:pt>
                <c:pt idx="4849">
                  <c:v>43567</c:v>
                </c:pt>
                <c:pt idx="4850">
                  <c:v>43568</c:v>
                </c:pt>
                <c:pt idx="4851">
                  <c:v>43569</c:v>
                </c:pt>
                <c:pt idx="4852">
                  <c:v>43570</c:v>
                </c:pt>
                <c:pt idx="4853">
                  <c:v>43571</c:v>
                </c:pt>
                <c:pt idx="4854">
                  <c:v>43572</c:v>
                </c:pt>
                <c:pt idx="4855">
                  <c:v>43573</c:v>
                </c:pt>
                <c:pt idx="4856">
                  <c:v>43574</c:v>
                </c:pt>
                <c:pt idx="4857">
                  <c:v>43575</c:v>
                </c:pt>
                <c:pt idx="4858">
                  <c:v>43576</c:v>
                </c:pt>
                <c:pt idx="4859">
                  <c:v>43577</c:v>
                </c:pt>
                <c:pt idx="4860">
                  <c:v>43578</c:v>
                </c:pt>
                <c:pt idx="4861">
                  <c:v>43579</c:v>
                </c:pt>
                <c:pt idx="4862">
                  <c:v>43580</c:v>
                </c:pt>
                <c:pt idx="4863">
                  <c:v>43581</c:v>
                </c:pt>
                <c:pt idx="4864">
                  <c:v>43582</c:v>
                </c:pt>
                <c:pt idx="4865">
                  <c:v>43583</c:v>
                </c:pt>
                <c:pt idx="4866">
                  <c:v>43584</c:v>
                </c:pt>
                <c:pt idx="4867">
                  <c:v>43585</c:v>
                </c:pt>
                <c:pt idx="4868">
                  <c:v>43586</c:v>
                </c:pt>
                <c:pt idx="4869">
                  <c:v>43587</c:v>
                </c:pt>
                <c:pt idx="4870">
                  <c:v>43588</c:v>
                </c:pt>
                <c:pt idx="4871">
                  <c:v>43589</c:v>
                </c:pt>
                <c:pt idx="4872">
                  <c:v>43590</c:v>
                </c:pt>
                <c:pt idx="4873">
                  <c:v>43591</c:v>
                </c:pt>
                <c:pt idx="4874">
                  <c:v>43592</c:v>
                </c:pt>
                <c:pt idx="4875">
                  <c:v>43593</c:v>
                </c:pt>
                <c:pt idx="4876">
                  <c:v>43594</c:v>
                </c:pt>
                <c:pt idx="4877">
                  <c:v>43595</c:v>
                </c:pt>
                <c:pt idx="4878">
                  <c:v>43596</c:v>
                </c:pt>
                <c:pt idx="4879">
                  <c:v>43597</c:v>
                </c:pt>
                <c:pt idx="4880">
                  <c:v>43598</c:v>
                </c:pt>
                <c:pt idx="4881">
                  <c:v>43599</c:v>
                </c:pt>
                <c:pt idx="4882">
                  <c:v>43600</c:v>
                </c:pt>
                <c:pt idx="4883">
                  <c:v>43601</c:v>
                </c:pt>
                <c:pt idx="4884">
                  <c:v>43602</c:v>
                </c:pt>
                <c:pt idx="4885">
                  <c:v>43603</c:v>
                </c:pt>
                <c:pt idx="4886">
                  <c:v>43604</c:v>
                </c:pt>
                <c:pt idx="4887">
                  <c:v>43605</c:v>
                </c:pt>
                <c:pt idx="4888">
                  <c:v>43606</c:v>
                </c:pt>
                <c:pt idx="4889">
                  <c:v>43607</c:v>
                </c:pt>
                <c:pt idx="4890">
                  <c:v>43608</c:v>
                </c:pt>
                <c:pt idx="4891">
                  <c:v>43609</c:v>
                </c:pt>
                <c:pt idx="4892">
                  <c:v>43610</c:v>
                </c:pt>
                <c:pt idx="4893">
                  <c:v>43611</c:v>
                </c:pt>
                <c:pt idx="4894">
                  <c:v>43612</c:v>
                </c:pt>
                <c:pt idx="4895">
                  <c:v>43613</c:v>
                </c:pt>
                <c:pt idx="4896">
                  <c:v>43614</c:v>
                </c:pt>
                <c:pt idx="4897">
                  <c:v>43615</c:v>
                </c:pt>
                <c:pt idx="4898">
                  <c:v>43616</c:v>
                </c:pt>
                <c:pt idx="4899">
                  <c:v>43617</c:v>
                </c:pt>
                <c:pt idx="4900">
                  <c:v>43618</c:v>
                </c:pt>
                <c:pt idx="4901">
                  <c:v>43619</c:v>
                </c:pt>
                <c:pt idx="4902">
                  <c:v>43620</c:v>
                </c:pt>
                <c:pt idx="4903">
                  <c:v>43621</c:v>
                </c:pt>
                <c:pt idx="4904">
                  <c:v>43622</c:v>
                </c:pt>
                <c:pt idx="4905">
                  <c:v>43623</c:v>
                </c:pt>
                <c:pt idx="4906">
                  <c:v>43624</c:v>
                </c:pt>
                <c:pt idx="4907">
                  <c:v>43625</c:v>
                </c:pt>
                <c:pt idx="4908">
                  <c:v>43626</c:v>
                </c:pt>
                <c:pt idx="4909">
                  <c:v>43627</c:v>
                </c:pt>
                <c:pt idx="4910">
                  <c:v>43628</c:v>
                </c:pt>
                <c:pt idx="4911">
                  <c:v>43629</c:v>
                </c:pt>
                <c:pt idx="4912">
                  <c:v>43630</c:v>
                </c:pt>
                <c:pt idx="4913">
                  <c:v>43631</c:v>
                </c:pt>
                <c:pt idx="4914">
                  <c:v>43632</c:v>
                </c:pt>
                <c:pt idx="4915">
                  <c:v>43633</c:v>
                </c:pt>
                <c:pt idx="4916">
                  <c:v>43634</c:v>
                </c:pt>
                <c:pt idx="4917">
                  <c:v>43635</c:v>
                </c:pt>
                <c:pt idx="4918">
                  <c:v>43636</c:v>
                </c:pt>
                <c:pt idx="4919">
                  <c:v>43637</c:v>
                </c:pt>
                <c:pt idx="4920">
                  <c:v>43638</c:v>
                </c:pt>
                <c:pt idx="4921">
                  <c:v>43639</c:v>
                </c:pt>
                <c:pt idx="4922">
                  <c:v>43640</c:v>
                </c:pt>
                <c:pt idx="4923">
                  <c:v>43641</c:v>
                </c:pt>
                <c:pt idx="4924">
                  <c:v>43642</c:v>
                </c:pt>
                <c:pt idx="4925">
                  <c:v>43643</c:v>
                </c:pt>
                <c:pt idx="4926">
                  <c:v>43644</c:v>
                </c:pt>
                <c:pt idx="4927">
                  <c:v>43645</c:v>
                </c:pt>
                <c:pt idx="4928">
                  <c:v>43646</c:v>
                </c:pt>
                <c:pt idx="4929">
                  <c:v>43647</c:v>
                </c:pt>
                <c:pt idx="4930">
                  <c:v>43648</c:v>
                </c:pt>
                <c:pt idx="4931">
                  <c:v>43649</c:v>
                </c:pt>
                <c:pt idx="4932">
                  <c:v>43650</c:v>
                </c:pt>
                <c:pt idx="4933">
                  <c:v>43651</c:v>
                </c:pt>
                <c:pt idx="4934">
                  <c:v>43652</c:v>
                </c:pt>
                <c:pt idx="4935">
                  <c:v>43653</c:v>
                </c:pt>
                <c:pt idx="4936">
                  <c:v>43654</c:v>
                </c:pt>
                <c:pt idx="4937">
                  <c:v>43655</c:v>
                </c:pt>
                <c:pt idx="4938">
                  <c:v>43656</c:v>
                </c:pt>
                <c:pt idx="4939">
                  <c:v>43657</c:v>
                </c:pt>
                <c:pt idx="4940">
                  <c:v>43658</c:v>
                </c:pt>
                <c:pt idx="4941">
                  <c:v>43659</c:v>
                </c:pt>
                <c:pt idx="4942">
                  <c:v>43660</c:v>
                </c:pt>
                <c:pt idx="4943">
                  <c:v>43661</c:v>
                </c:pt>
                <c:pt idx="4944">
                  <c:v>43662</c:v>
                </c:pt>
                <c:pt idx="4945">
                  <c:v>43663</c:v>
                </c:pt>
                <c:pt idx="4946">
                  <c:v>43664</c:v>
                </c:pt>
                <c:pt idx="4947">
                  <c:v>43665</c:v>
                </c:pt>
                <c:pt idx="4948">
                  <c:v>43666</c:v>
                </c:pt>
                <c:pt idx="4949">
                  <c:v>43667</c:v>
                </c:pt>
                <c:pt idx="4950">
                  <c:v>43668</c:v>
                </c:pt>
                <c:pt idx="4951">
                  <c:v>43669</c:v>
                </c:pt>
                <c:pt idx="4952">
                  <c:v>43670</c:v>
                </c:pt>
                <c:pt idx="4953">
                  <c:v>43671</c:v>
                </c:pt>
                <c:pt idx="4954">
                  <c:v>43672</c:v>
                </c:pt>
                <c:pt idx="4955">
                  <c:v>43673</c:v>
                </c:pt>
                <c:pt idx="4956">
                  <c:v>43674</c:v>
                </c:pt>
                <c:pt idx="4957">
                  <c:v>43675</c:v>
                </c:pt>
                <c:pt idx="4958">
                  <c:v>43676</c:v>
                </c:pt>
                <c:pt idx="4959">
                  <c:v>43677</c:v>
                </c:pt>
                <c:pt idx="4960">
                  <c:v>43678</c:v>
                </c:pt>
                <c:pt idx="4961">
                  <c:v>43679</c:v>
                </c:pt>
                <c:pt idx="4962">
                  <c:v>43680</c:v>
                </c:pt>
                <c:pt idx="4963">
                  <c:v>43681</c:v>
                </c:pt>
                <c:pt idx="4964">
                  <c:v>43682</c:v>
                </c:pt>
                <c:pt idx="4965">
                  <c:v>43683</c:v>
                </c:pt>
                <c:pt idx="4966">
                  <c:v>43684</c:v>
                </c:pt>
                <c:pt idx="4967">
                  <c:v>43685</c:v>
                </c:pt>
                <c:pt idx="4968">
                  <c:v>43686</c:v>
                </c:pt>
                <c:pt idx="4969">
                  <c:v>43687</c:v>
                </c:pt>
                <c:pt idx="4970">
                  <c:v>43688</c:v>
                </c:pt>
                <c:pt idx="4971">
                  <c:v>43689</c:v>
                </c:pt>
                <c:pt idx="4972">
                  <c:v>43690</c:v>
                </c:pt>
                <c:pt idx="4973">
                  <c:v>43691</c:v>
                </c:pt>
                <c:pt idx="4974">
                  <c:v>43692</c:v>
                </c:pt>
                <c:pt idx="4975">
                  <c:v>43693</c:v>
                </c:pt>
                <c:pt idx="4976">
                  <c:v>43694</c:v>
                </c:pt>
                <c:pt idx="4977">
                  <c:v>43695</c:v>
                </c:pt>
                <c:pt idx="4978">
                  <c:v>43696</c:v>
                </c:pt>
                <c:pt idx="4979">
                  <c:v>43697</c:v>
                </c:pt>
                <c:pt idx="4980">
                  <c:v>43698</c:v>
                </c:pt>
                <c:pt idx="4981">
                  <c:v>43699</c:v>
                </c:pt>
                <c:pt idx="4982">
                  <c:v>43700</c:v>
                </c:pt>
                <c:pt idx="4983">
                  <c:v>43701</c:v>
                </c:pt>
                <c:pt idx="4984">
                  <c:v>43702</c:v>
                </c:pt>
                <c:pt idx="4985">
                  <c:v>43703</c:v>
                </c:pt>
                <c:pt idx="4986">
                  <c:v>43704</c:v>
                </c:pt>
                <c:pt idx="4987">
                  <c:v>43705</c:v>
                </c:pt>
                <c:pt idx="4988">
                  <c:v>43706</c:v>
                </c:pt>
                <c:pt idx="4989">
                  <c:v>43707</c:v>
                </c:pt>
                <c:pt idx="4990">
                  <c:v>43708</c:v>
                </c:pt>
                <c:pt idx="4991">
                  <c:v>43709</c:v>
                </c:pt>
                <c:pt idx="4992">
                  <c:v>43710</c:v>
                </c:pt>
                <c:pt idx="4993">
                  <c:v>43711</c:v>
                </c:pt>
                <c:pt idx="4994">
                  <c:v>43712</c:v>
                </c:pt>
                <c:pt idx="4995">
                  <c:v>43713</c:v>
                </c:pt>
                <c:pt idx="4996">
                  <c:v>43714</c:v>
                </c:pt>
                <c:pt idx="4997">
                  <c:v>43715</c:v>
                </c:pt>
                <c:pt idx="4998">
                  <c:v>43716</c:v>
                </c:pt>
                <c:pt idx="4999">
                  <c:v>43717</c:v>
                </c:pt>
                <c:pt idx="5000">
                  <c:v>43718</c:v>
                </c:pt>
                <c:pt idx="5001">
                  <c:v>43719</c:v>
                </c:pt>
                <c:pt idx="5002">
                  <c:v>43720</c:v>
                </c:pt>
                <c:pt idx="5003">
                  <c:v>43721</c:v>
                </c:pt>
                <c:pt idx="5004">
                  <c:v>43722</c:v>
                </c:pt>
                <c:pt idx="5005">
                  <c:v>43723</c:v>
                </c:pt>
                <c:pt idx="5006">
                  <c:v>43724</c:v>
                </c:pt>
                <c:pt idx="5007">
                  <c:v>43725</c:v>
                </c:pt>
                <c:pt idx="5008">
                  <c:v>43726</c:v>
                </c:pt>
                <c:pt idx="5009">
                  <c:v>43727</c:v>
                </c:pt>
                <c:pt idx="5010">
                  <c:v>43728</c:v>
                </c:pt>
                <c:pt idx="5011">
                  <c:v>43729</c:v>
                </c:pt>
                <c:pt idx="5012">
                  <c:v>43730</c:v>
                </c:pt>
                <c:pt idx="5013">
                  <c:v>43731</c:v>
                </c:pt>
                <c:pt idx="5014">
                  <c:v>43732</c:v>
                </c:pt>
                <c:pt idx="5015">
                  <c:v>43733</c:v>
                </c:pt>
                <c:pt idx="5016">
                  <c:v>43734</c:v>
                </c:pt>
                <c:pt idx="5017">
                  <c:v>43735</c:v>
                </c:pt>
                <c:pt idx="5018">
                  <c:v>43736</c:v>
                </c:pt>
                <c:pt idx="5019">
                  <c:v>43737</c:v>
                </c:pt>
                <c:pt idx="5020">
                  <c:v>43738</c:v>
                </c:pt>
                <c:pt idx="5021">
                  <c:v>43739</c:v>
                </c:pt>
                <c:pt idx="5022">
                  <c:v>43740</c:v>
                </c:pt>
                <c:pt idx="5023">
                  <c:v>43741</c:v>
                </c:pt>
                <c:pt idx="5024">
                  <c:v>43742</c:v>
                </c:pt>
                <c:pt idx="5025">
                  <c:v>43743</c:v>
                </c:pt>
                <c:pt idx="5026">
                  <c:v>43744</c:v>
                </c:pt>
                <c:pt idx="5027">
                  <c:v>43745</c:v>
                </c:pt>
                <c:pt idx="5028">
                  <c:v>43746</c:v>
                </c:pt>
                <c:pt idx="5029">
                  <c:v>43747</c:v>
                </c:pt>
                <c:pt idx="5030">
                  <c:v>43748</c:v>
                </c:pt>
                <c:pt idx="5031">
                  <c:v>43749</c:v>
                </c:pt>
                <c:pt idx="5032">
                  <c:v>43750</c:v>
                </c:pt>
                <c:pt idx="5033">
                  <c:v>43751</c:v>
                </c:pt>
                <c:pt idx="5034">
                  <c:v>43752</c:v>
                </c:pt>
                <c:pt idx="5035">
                  <c:v>43753</c:v>
                </c:pt>
                <c:pt idx="5036">
                  <c:v>43754</c:v>
                </c:pt>
                <c:pt idx="5037">
                  <c:v>43755</c:v>
                </c:pt>
                <c:pt idx="5038">
                  <c:v>43756</c:v>
                </c:pt>
                <c:pt idx="5039">
                  <c:v>43757</c:v>
                </c:pt>
                <c:pt idx="5040">
                  <c:v>43758</c:v>
                </c:pt>
                <c:pt idx="5041">
                  <c:v>43759</c:v>
                </c:pt>
                <c:pt idx="5042">
                  <c:v>43760</c:v>
                </c:pt>
                <c:pt idx="5043">
                  <c:v>43761</c:v>
                </c:pt>
                <c:pt idx="5044">
                  <c:v>43762</c:v>
                </c:pt>
                <c:pt idx="5045">
                  <c:v>43763</c:v>
                </c:pt>
                <c:pt idx="5046">
                  <c:v>43764</c:v>
                </c:pt>
                <c:pt idx="5047">
                  <c:v>43765</c:v>
                </c:pt>
                <c:pt idx="5048">
                  <c:v>43766</c:v>
                </c:pt>
                <c:pt idx="5049">
                  <c:v>43767</c:v>
                </c:pt>
                <c:pt idx="5050">
                  <c:v>43768</c:v>
                </c:pt>
                <c:pt idx="5051">
                  <c:v>43769</c:v>
                </c:pt>
                <c:pt idx="5052">
                  <c:v>43770</c:v>
                </c:pt>
                <c:pt idx="5053">
                  <c:v>43771</c:v>
                </c:pt>
                <c:pt idx="5054">
                  <c:v>43772</c:v>
                </c:pt>
                <c:pt idx="5055">
                  <c:v>43773</c:v>
                </c:pt>
                <c:pt idx="5056">
                  <c:v>43774</c:v>
                </c:pt>
                <c:pt idx="5057">
                  <c:v>43775</c:v>
                </c:pt>
                <c:pt idx="5058">
                  <c:v>43776</c:v>
                </c:pt>
                <c:pt idx="5059">
                  <c:v>43777</c:v>
                </c:pt>
                <c:pt idx="5060">
                  <c:v>43778</c:v>
                </c:pt>
                <c:pt idx="5061">
                  <c:v>43779</c:v>
                </c:pt>
                <c:pt idx="5062">
                  <c:v>43780</c:v>
                </c:pt>
                <c:pt idx="5063">
                  <c:v>43781</c:v>
                </c:pt>
                <c:pt idx="5064">
                  <c:v>43782</c:v>
                </c:pt>
                <c:pt idx="5065">
                  <c:v>43783</c:v>
                </c:pt>
                <c:pt idx="5066">
                  <c:v>43784</c:v>
                </c:pt>
                <c:pt idx="5067">
                  <c:v>43785</c:v>
                </c:pt>
                <c:pt idx="5068">
                  <c:v>43786</c:v>
                </c:pt>
                <c:pt idx="5069">
                  <c:v>43787</c:v>
                </c:pt>
                <c:pt idx="5070">
                  <c:v>43788</c:v>
                </c:pt>
                <c:pt idx="5071">
                  <c:v>43789</c:v>
                </c:pt>
                <c:pt idx="5072">
                  <c:v>43790</c:v>
                </c:pt>
                <c:pt idx="5073">
                  <c:v>43791</c:v>
                </c:pt>
                <c:pt idx="5074">
                  <c:v>43792</c:v>
                </c:pt>
                <c:pt idx="5075">
                  <c:v>43793</c:v>
                </c:pt>
                <c:pt idx="5076">
                  <c:v>43794</c:v>
                </c:pt>
                <c:pt idx="5077">
                  <c:v>43795</c:v>
                </c:pt>
                <c:pt idx="5078">
                  <c:v>43796</c:v>
                </c:pt>
                <c:pt idx="5079">
                  <c:v>43797</c:v>
                </c:pt>
                <c:pt idx="5080">
                  <c:v>43798</c:v>
                </c:pt>
                <c:pt idx="5081">
                  <c:v>43799</c:v>
                </c:pt>
                <c:pt idx="5082">
                  <c:v>43800</c:v>
                </c:pt>
                <c:pt idx="5083">
                  <c:v>43801</c:v>
                </c:pt>
                <c:pt idx="5084">
                  <c:v>43802</c:v>
                </c:pt>
                <c:pt idx="5085">
                  <c:v>43803</c:v>
                </c:pt>
                <c:pt idx="5086">
                  <c:v>43804</c:v>
                </c:pt>
                <c:pt idx="5087">
                  <c:v>43805</c:v>
                </c:pt>
                <c:pt idx="5088">
                  <c:v>43806</c:v>
                </c:pt>
                <c:pt idx="5089">
                  <c:v>43807</c:v>
                </c:pt>
                <c:pt idx="5090">
                  <c:v>43808</c:v>
                </c:pt>
                <c:pt idx="5091">
                  <c:v>43809</c:v>
                </c:pt>
                <c:pt idx="5092">
                  <c:v>43810</c:v>
                </c:pt>
                <c:pt idx="5093">
                  <c:v>43811</c:v>
                </c:pt>
                <c:pt idx="5094">
                  <c:v>43812</c:v>
                </c:pt>
                <c:pt idx="5095">
                  <c:v>43813</c:v>
                </c:pt>
                <c:pt idx="5096">
                  <c:v>43814</c:v>
                </c:pt>
                <c:pt idx="5097">
                  <c:v>43815</c:v>
                </c:pt>
                <c:pt idx="5098">
                  <c:v>43816</c:v>
                </c:pt>
                <c:pt idx="5099">
                  <c:v>43817</c:v>
                </c:pt>
                <c:pt idx="5100">
                  <c:v>43818</c:v>
                </c:pt>
                <c:pt idx="5101">
                  <c:v>43819</c:v>
                </c:pt>
                <c:pt idx="5102">
                  <c:v>43820</c:v>
                </c:pt>
                <c:pt idx="5103">
                  <c:v>43821</c:v>
                </c:pt>
                <c:pt idx="5104">
                  <c:v>43822</c:v>
                </c:pt>
                <c:pt idx="5105">
                  <c:v>43823</c:v>
                </c:pt>
                <c:pt idx="5106">
                  <c:v>43824</c:v>
                </c:pt>
                <c:pt idx="5107">
                  <c:v>43825</c:v>
                </c:pt>
                <c:pt idx="5108">
                  <c:v>43826</c:v>
                </c:pt>
                <c:pt idx="5109">
                  <c:v>43827</c:v>
                </c:pt>
                <c:pt idx="5110">
                  <c:v>43828</c:v>
                </c:pt>
                <c:pt idx="5111">
                  <c:v>43829</c:v>
                </c:pt>
                <c:pt idx="5112">
                  <c:v>43830</c:v>
                </c:pt>
                <c:pt idx="5113">
                  <c:v>43831</c:v>
                </c:pt>
                <c:pt idx="5114">
                  <c:v>43832</c:v>
                </c:pt>
                <c:pt idx="5115">
                  <c:v>43833</c:v>
                </c:pt>
                <c:pt idx="5116">
                  <c:v>43834</c:v>
                </c:pt>
                <c:pt idx="5117">
                  <c:v>43835</c:v>
                </c:pt>
                <c:pt idx="5118">
                  <c:v>43836</c:v>
                </c:pt>
                <c:pt idx="5119">
                  <c:v>43837</c:v>
                </c:pt>
                <c:pt idx="5120">
                  <c:v>43838</c:v>
                </c:pt>
                <c:pt idx="5121">
                  <c:v>43839</c:v>
                </c:pt>
                <c:pt idx="5122">
                  <c:v>43840</c:v>
                </c:pt>
                <c:pt idx="5123">
                  <c:v>43841</c:v>
                </c:pt>
                <c:pt idx="5124">
                  <c:v>43842</c:v>
                </c:pt>
                <c:pt idx="5125">
                  <c:v>43843</c:v>
                </c:pt>
                <c:pt idx="5126">
                  <c:v>43844</c:v>
                </c:pt>
                <c:pt idx="5127">
                  <c:v>43845</c:v>
                </c:pt>
                <c:pt idx="5128">
                  <c:v>43846</c:v>
                </c:pt>
                <c:pt idx="5129">
                  <c:v>43847</c:v>
                </c:pt>
                <c:pt idx="5130">
                  <c:v>43848</c:v>
                </c:pt>
                <c:pt idx="5131">
                  <c:v>43849</c:v>
                </c:pt>
                <c:pt idx="5132">
                  <c:v>43850</c:v>
                </c:pt>
                <c:pt idx="5133">
                  <c:v>43851</c:v>
                </c:pt>
                <c:pt idx="5134">
                  <c:v>43852</c:v>
                </c:pt>
                <c:pt idx="5135">
                  <c:v>43853</c:v>
                </c:pt>
                <c:pt idx="5136">
                  <c:v>43854</c:v>
                </c:pt>
                <c:pt idx="5137">
                  <c:v>43855</c:v>
                </c:pt>
                <c:pt idx="5138">
                  <c:v>43856</c:v>
                </c:pt>
                <c:pt idx="5139">
                  <c:v>43857</c:v>
                </c:pt>
                <c:pt idx="5140">
                  <c:v>43858</c:v>
                </c:pt>
                <c:pt idx="5141">
                  <c:v>43859</c:v>
                </c:pt>
                <c:pt idx="5142">
                  <c:v>43860</c:v>
                </c:pt>
                <c:pt idx="5143">
                  <c:v>43861</c:v>
                </c:pt>
                <c:pt idx="5144">
                  <c:v>43862</c:v>
                </c:pt>
                <c:pt idx="5145">
                  <c:v>43863</c:v>
                </c:pt>
                <c:pt idx="5146">
                  <c:v>43864</c:v>
                </c:pt>
                <c:pt idx="5147">
                  <c:v>43865</c:v>
                </c:pt>
                <c:pt idx="5148">
                  <c:v>43866</c:v>
                </c:pt>
                <c:pt idx="5149">
                  <c:v>43867</c:v>
                </c:pt>
                <c:pt idx="5150">
                  <c:v>43868</c:v>
                </c:pt>
                <c:pt idx="5151">
                  <c:v>43869</c:v>
                </c:pt>
                <c:pt idx="5152">
                  <c:v>43870</c:v>
                </c:pt>
                <c:pt idx="5153">
                  <c:v>43871</c:v>
                </c:pt>
                <c:pt idx="5154">
                  <c:v>43872</c:v>
                </c:pt>
                <c:pt idx="5155">
                  <c:v>43873</c:v>
                </c:pt>
                <c:pt idx="5156">
                  <c:v>43874</c:v>
                </c:pt>
                <c:pt idx="5157">
                  <c:v>43875</c:v>
                </c:pt>
                <c:pt idx="5158">
                  <c:v>43876</c:v>
                </c:pt>
                <c:pt idx="5159">
                  <c:v>43877</c:v>
                </c:pt>
                <c:pt idx="5160">
                  <c:v>43878</c:v>
                </c:pt>
                <c:pt idx="5161">
                  <c:v>43879</c:v>
                </c:pt>
                <c:pt idx="5162">
                  <c:v>43880</c:v>
                </c:pt>
                <c:pt idx="5163">
                  <c:v>43881</c:v>
                </c:pt>
                <c:pt idx="5164">
                  <c:v>43882</c:v>
                </c:pt>
                <c:pt idx="5165">
                  <c:v>43883</c:v>
                </c:pt>
                <c:pt idx="5166">
                  <c:v>43884</c:v>
                </c:pt>
                <c:pt idx="5167">
                  <c:v>43885</c:v>
                </c:pt>
                <c:pt idx="5168">
                  <c:v>43886</c:v>
                </c:pt>
                <c:pt idx="5169">
                  <c:v>43887</c:v>
                </c:pt>
                <c:pt idx="5170">
                  <c:v>43888</c:v>
                </c:pt>
                <c:pt idx="5171">
                  <c:v>43889</c:v>
                </c:pt>
                <c:pt idx="5172">
                  <c:v>43890</c:v>
                </c:pt>
                <c:pt idx="5173">
                  <c:v>43891</c:v>
                </c:pt>
                <c:pt idx="5174">
                  <c:v>43892</c:v>
                </c:pt>
                <c:pt idx="5175">
                  <c:v>43893</c:v>
                </c:pt>
                <c:pt idx="5176">
                  <c:v>43894</c:v>
                </c:pt>
                <c:pt idx="5177">
                  <c:v>43895</c:v>
                </c:pt>
                <c:pt idx="5178">
                  <c:v>43896</c:v>
                </c:pt>
                <c:pt idx="5179">
                  <c:v>43897</c:v>
                </c:pt>
                <c:pt idx="5180">
                  <c:v>43898</c:v>
                </c:pt>
                <c:pt idx="5181">
                  <c:v>43899</c:v>
                </c:pt>
                <c:pt idx="5182">
                  <c:v>43900</c:v>
                </c:pt>
                <c:pt idx="5183">
                  <c:v>43901</c:v>
                </c:pt>
                <c:pt idx="5184">
                  <c:v>43902</c:v>
                </c:pt>
                <c:pt idx="5185">
                  <c:v>43903</c:v>
                </c:pt>
                <c:pt idx="5186">
                  <c:v>43904</c:v>
                </c:pt>
                <c:pt idx="5187">
                  <c:v>43905</c:v>
                </c:pt>
                <c:pt idx="5188">
                  <c:v>43906</c:v>
                </c:pt>
                <c:pt idx="5189">
                  <c:v>43907</c:v>
                </c:pt>
                <c:pt idx="5190">
                  <c:v>43908</c:v>
                </c:pt>
                <c:pt idx="5191">
                  <c:v>43909</c:v>
                </c:pt>
                <c:pt idx="5192">
                  <c:v>43910</c:v>
                </c:pt>
                <c:pt idx="5193">
                  <c:v>43911</c:v>
                </c:pt>
                <c:pt idx="5194">
                  <c:v>43912</c:v>
                </c:pt>
                <c:pt idx="5195">
                  <c:v>43913</c:v>
                </c:pt>
                <c:pt idx="5196">
                  <c:v>43914</c:v>
                </c:pt>
                <c:pt idx="5197">
                  <c:v>43915</c:v>
                </c:pt>
                <c:pt idx="5198">
                  <c:v>43916</c:v>
                </c:pt>
                <c:pt idx="5199">
                  <c:v>43917</c:v>
                </c:pt>
                <c:pt idx="5200">
                  <c:v>43918</c:v>
                </c:pt>
                <c:pt idx="5201">
                  <c:v>43919</c:v>
                </c:pt>
                <c:pt idx="5202">
                  <c:v>43920</c:v>
                </c:pt>
                <c:pt idx="5203">
                  <c:v>43921</c:v>
                </c:pt>
                <c:pt idx="5204">
                  <c:v>43922</c:v>
                </c:pt>
                <c:pt idx="5205">
                  <c:v>43923</c:v>
                </c:pt>
                <c:pt idx="5206">
                  <c:v>43924</c:v>
                </c:pt>
                <c:pt idx="5207">
                  <c:v>43925</c:v>
                </c:pt>
                <c:pt idx="5208">
                  <c:v>43926</c:v>
                </c:pt>
                <c:pt idx="5209">
                  <c:v>43927</c:v>
                </c:pt>
                <c:pt idx="5210">
                  <c:v>43928</c:v>
                </c:pt>
                <c:pt idx="5211">
                  <c:v>43929</c:v>
                </c:pt>
                <c:pt idx="5212">
                  <c:v>43930</c:v>
                </c:pt>
                <c:pt idx="5213">
                  <c:v>43931</c:v>
                </c:pt>
                <c:pt idx="5214">
                  <c:v>43932</c:v>
                </c:pt>
                <c:pt idx="5215">
                  <c:v>43933</c:v>
                </c:pt>
                <c:pt idx="5216">
                  <c:v>43934</c:v>
                </c:pt>
                <c:pt idx="5217">
                  <c:v>43935</c:v>
                </c:pt>
                <c:pt idx="5218">
                  <c:v>43936</c:v>
                </c:pt>
                <c:pt idx="5219">
                  <c:v>43937</c:v>
                </c:pt>
                <c:pt idx="5220">
                  <c:v>43938</c:v>
                </c:pt>
                <c:pt idx="5221">
                  <c:v>43939</c:v>
                </c:pt>
                <c:pt idx="5222">
                  <c:v>43940</c:v>
                </c:pt>
                <c:pt idx="5223">
                  <c:v>43941</c:v>
                </c:pt>
                <c:pt idx="5224">
                  <c:v>43942</c:v>
                </c:pt>
                <c:pt idx="5225">
                  <c:v>43943</c:v>
                </c:pt>
                <c:pt idx="5226">
                  <c:v>43944</c:v>
                </c:pt>
                <c:pt idx="5227">
                  <c:v>43945</c:v>
                </c:pt>
                <c:pt idx="5228">
                  <c:v>43946</c:v>
                </c:pt>
                <c:pt idx="5229">
                  <c:v>43947</c:v>
                </c:pt>
                <c:pt idx="5230">
                  <c:v>43948</c:v>
                </c:pt>
                <c:pt idx="5231">
                  <c:v>43949</c:v>
                </c:pt>
                <c:pt idx="5232">
                  <c:v>43950</c:v>
                </c:pt>
                <c:pt idx="5233">
                  <c:v>43951</c:v>
                </c:pt>
                <c:pt idx="5234">
                  <c:v>43952</c:v>
                </c:pt>
                <c:pt idx="5235">
                  <c:v>43953</c:v>
                </c:pt>
                <c:pt idx="5236">
                  <c:v>43954</c:v>
                </c:pt>
                <c:pt idx="5237">
                  <c:v>43955</c:v>
                </c:pt>
                <c:pt idx="5238">
                  <c:v>43956</c:v>
                </c:pt>
                <c:pt idx="5239">
                  <c:v>43957</c:v>
                </c:pt>
                <c:pt idx="5240">
                  <c:v>43958</c:v>
                </c:pt>
                <c:pt idx="5241">
                  <c:v>43959</c:v>
                </c:pt>
                <c:pt idx="5242">
                  <c:v>43960</c:v>
                </c:pt>
                <c:pt idx="5243">
                  <c:v>43961</c:v>
                </c:pt>
                <c:pt idx="5244">
                  <c:v>43962</c:v>
                </c:pt>
                <c:pt idx="5245">
                  <c:v>43963</c:v>
                </c:pt>
                <c:pt idx="5246">
                  <c:v>43964</c:v>
                </c:pt>
                <c:pt idx="5247">
                  <c:v>43965</c:v>
                </c:pt>
                <c:pt idx="5248">
                  <c:v>43966</c:v>
                </c:pt>
                <c:pt idx="5249">
                  <c:v>43967</c:v>
                </c:pt>
                <c:pt idx="5250">
                  <c:v>43968</c:v>
                </c:pt>
                <c:pt idx="5251">
                  <c:v>43969</c:v>
                </c:pt>
                <c:pt idx="5252">
                  <c:v>43970</c:v>
                </c:pt>
                <c:pt idx="5253">
                  <c:v>43971</c:v>
                </c:pt>
                <c:pt idx="5254">
                  <c:v>43972</c:v>
                </c:pt>
                <c:pt idx="5255">
                  <c:v>43973</c:v>
                </c:pt>
                <c:pt idx="5256">
                  <c:v>43974</c:v>
                </c:pt>
                <c:pt idx="5257">
                  <c:v>43975</c:v>
                </c:pt>
                <c:pt idx="5258">
                  <c:v>43976</c:v>
                </c:pt>
                <c:pt idx="5259">
                  <c:v>43977</c:v>
                </c:pt>
                <c:pt idx="5260">
                  <c:v>43978</c:v>
                </c:pt>
                <c:pt idx="5261">
                  <c:v>43979</c:v>
                </c:pt>
                <c:pt idx="5262">
                  <c:v>43980</c:v>
                </c:pt>
                <c:pt idx="5263">
                  <c:v>43981</c:v>
                </c:pt>
                <c:pt idx="5264">
                  <c:v>43982</c:v>
                </c:pt>
                <c:pt idx="5265">
                  <c:v>43983</c:v>
                </c:pt>
                <c:pt idx="5266">
                  <c:v>43984</c:v>
                </c:pt>
                <c:pt idx="5267">
                  <c:v>43985</c:v>
                </c:pt>
                <c:pt idx="5268">
                  <c:v>43986</c:v>
                </c:pt>
                <c:pt idx="5269">
                  <c:v>43987</c:v>
                </c:pt>
                <c:pt idx="5270">
                  <c:v>43988</c:v>
                </c:pt>
                <c:pt idx="5271">
                  <c:v>43989</c:v>
                </c:pt>
                <c:pt idx="5272">
                  <c:v>43990</c:v>
                </c:pt>
                <c:pt idx="5273">
                  <c:v>43991</c:v>
                </c:pt>
                <c:pt idx="5274">
                  <c:v>43992</c:v>
                </c:pt>
                <c:pt idx="5275">
                  <c:v>43993</c:v>
                </c:pt>
                <c:pt idx="5276">
                  <c:v>43994</c:v>
                </c:pt>
                <c:pt idx="5277">
                  <c:v>43995</c:v>
                </c:pt>
                <c:pt idx="5278">
                  <c:v>43996</c:v>
                </c:pt>
                <c:pt idx="5279">
                  <c:v>43997</c:v>
                </c:pt>
                <c:pt idx="5280">
                  <c:v>43998</c:v>
                </c:pt>
                <c:pt idx="5281">
                  <c:v>43999</c:v>
                </c:pt>
                <c:pt idx="5282">
                  <c:v>44000</c:v>
                </c:pt>
                <c:pt idx="5283">
                  <c:v>44001</c:v>
                </c:pt>
                <c:pt idx="5284">
                  <c:v>44002</c:v>
                </c:pt>
                <c:pt idx="5285">
                  <c:v>44003</c:v>
                </c:pt>
                <c:pt idx="5286">
                  <c:v>44004</c:v>
                </c:pt>
                <c:pt idx="5287">
                  <c:v>44005</c:v>
                </c:pt>
                <c:pt idx="5288">
                  <c:v>44006</c:v>
                </c:pt>
                <c:pt idx="5289">
                  <c:v>44007</c:v>
                </c:pt>
                <c:pt idx="5290">
                  <c:v>44008</c:v>
                </c:pt>
                <c:pt idx="5291">
                  <c:v>44009</c:v>
                </c:pt>
                <c:pt idx="5292">
                  <c:v>44010</c:v>
                </c:pt>
                <c:pt idx="5293">
                  <c:v>44011</c:v>
                </c:pt>
                <c:pt idx="5294">
                  <c:v>44012</c:v>
                </c:pt>
                <c:pt idx="5295">
                  <c:v>44013</c:v>
                </c:pt>
                <c:pt idx="5296">
                  <c:v>44014</c:v>
                </c:pt>
                <c:pt idx="5297">
                  <c:v>44015</c:v>
                </c:pt>
                <c:pt idx="5298">
                  <c:v>44016</c:v>
                </c:pt>
                <c:pt idx="5299">
                  <c:v>44017</c:v>
                </c:pt>
                <c:pt idx="5300">
                  <c:v>44018</c:v>
                </c:pt>
                <c:pt idx="5301">
                  <c:v>44019</c:v>
                </c:pt>
                <c:pt idx="5302">
                  <c:v>44020</c:v>
                </c:pt>
                <c:pt idx="5303">
                  <c:v>44021</c:v>
                </c:pt>
                <c:pt idx="5304">
                  <c:v>44022</c:v>
                </c:pt>
                <c:pt idx="5305">
                  <c:v>44023</c:v>
                </c:pt>
                <c:pt idx="5306">
                  <c:v>44024</c:v>
                </c:pt>
                <c:pt idx="5307">
                  <c:v>44025</c:v>
                </c:pt>
                <c:pt idx="5308">
                  <c:v>44026</c:v>
                </c:pt>
                <c:pt idx="5309">
                  <c:v>44027</c:v>
                </c:pt>
                <c:pt idx="5310">
                  <c:v>44028</c:v>
                </c:pt>
                <c:pt idx="5311">
                  <c:v>44029</c:v>
                </c:pt>
                <c:pt idx="5312">
                  <c:v>44030</c:v>
                </c:pt>
                <c:pt idx="5313">
                  <c:v>44031</c:v>
                </c:pt>
                <c:pt idx="5314">
                  <c:v>44032</c:v>
                </c:pt>
                <c:pt idx="5315">
                  <c:v>44033</c:v>
                </c:pt>
                <c:pt idx="5316">
                  <c:v>44034</c:v>
                </c:pt>
                <c:pt idx="5317">
                  <c:v>44035</c:v>
                </c:pt>
                <c:pt idx="5318">
                  <c:v>44036</c:v>
                </c:pt>
                <c:pt idx="5319">
                  <c:v>44037</c:v>
                </c:pt>
                <c:pt idx="5320">
                  <c:v>44038</c:v>
                </c:pt>
                <c:pt idx="5321">
                  <c:v>44039</c:v>
                </c:pt>
                <c:pt idx="5322">
                  <c:v>44040</c:v>
                </c:pt>
                <c:pt idx="5323">
                  <c:v>44041</c:v>
                </c:pt>
                <c:pt idx="5324">
                  <c:v>44042</c:v>
                </c:pt>
                <c:pt idx="5325">
                  <c:v>44043</c:v>
                </c:pt>
                <c:pt idx="5326">
                  <c:v>44044</c:v>
                </c:pt>
                <c:pt idx="5327">
                  <c:v>44045</c:v>
                </c:pt>
                <c:pt idx="5328">
                  <c:v>44046</c:v>
                </c:pt>
                <c:pt idx="5329">
                  <c:v>44047</c:v>
                </c:pt>
                <c:pt idx="5330">
                  <c:v>44048</c:v>
                </c:pt>
                <c:pt idx="5331">
                  <c:v>44049</c:v>
                </c:pt>
                <c:pt idx="5332">
                  <c:v>44050</c:v>
                </c:pt>
                <c:pt idx="5333">
                  <c:v>44051</c:v>
                </c:pt>
                <c:pt idx="5334">
                  <c:v>44052</c:v>
                </c:pt>
                <c:pt idx="5335">
                  <c:v>44053</c:v>
                </c:pt>
                <c:pt idx="5336">
                  <c:v>44054</c:v>
                </c:pt>
                <c:pt idx="5337">
                  <c:v>44055</c:v>
                </c:pt>
                <c:pt idx="5338">
                  <c:v>44056</c:v>
                </c:pt>
                <c:pt idx="5339">
                  <c:v>44057</c:v>
                </c:pt>
                <c:pt idx="5340">
                  <c:v>44058</c:v>
                </c:pt>
                <c:pt idx="5341">
                  <c:v>44059</c:v>
                </c:pt>
                <c:pt idx="5342">
                  <c:v>44060</c:v>
                </c:pt>
                <c:pt idx="5343">
                  <c:v>44061</c:v>
                </c:pt>
                <c:pt idx="5344">
                  <c:v>44062</c:v>
                </c:pt>
                <c:pt idx="5345">
                  <c:v>44063</c:v>
                </c:pt>
                <c:pt idx="5346">
                  <c:v>44064</c:v>
                </c:pt>
                <c:pt idx="5347">
                  <c:v>44065</c:v>
                </c:pt>
                <c:pt idx="5348">
                  <c:v>44066</c:v>
                </c:pt>
                <c:pt idx="5349">
                  <c:v>44067</c:v>
                </c:pt>
                <c:pt idx="5350">
                  <c:v>44068</c:v>
                </c:pt>
                <c:pt idx="5351">
                  <c:v>44069</c:v>
                </c:pt>
                <c:pt idx="5352">
                  <c:v>44070</c:v>
                </c:pt>
                <c:pt idx="5353">
                  <c:v>44071</c:v>
                </c:pt>
                <c:pt idx="5354">
                  <c:v>44072</c:v>
                </c:pt>
                <c:pt idx="5355">
                  <c:v>44073</c:v>
                </c:pt>
                <c:pt idx="5356">
                  <c:v>44074</c:v>
                </c:pt>
                <c:pt idx="5357">
                  <c:v>44075</c:v>
                </c:pt>
                <c:pt idx="5358">
                  <c:v>44076</c:v>
                </c:pt>
                <c:pt idx="5359">
                  <c:v>44077</c:v>
                </c:pt>
                <c:pt idx="5360">
                  <c:v>44078</c:v>
                </c:pt>
                <c:pt idx="5361">
                  <c:v>44079</c:v>
                </c:pt>
                <c:pt idx="5362">
                  <c:v>44080</c:v>
                </c:pt>
                <c:pt idx="5363">
                  <c:v>44081</c:v>
                </c:pt>
                <c:pt idx="5364">
                  <c:v>44082</c:v>
                </c:pt>
                <c:pt idx="5365">
                  <c:v>44083</c:v>
                </c:pt>
                <c:pt idx="5366">
                  <c:v>44084</c:v>
                </c:pt>
                <c:pt idx="5367">
                  <c:v>44085</c:v>
                </c:pt>
                <c:pt idx="5368">
                  <c:v>44086</c:v>
                </c:pt>
                <c:pt idx="5369">
                  <c:v>44087</c:v>
                </c:pt>
                <c:pt idx="5370">
                  <c:v>44088</c:v>
                </c:pt>
                <c:pt idx="5371">
                  <c:v>44089</c:v>
                </c:pt>
                <c:pt idx="5372">
                  <c:v>44090</c:v>
                </c:pt>
                <c:pt idx="5373">
                  <c:v>44091</c:v>
                </c:pt>
                <c:pt idx="5374">
                  <c:v>44092</c:v>
                </c:pt>
                <c:pt idx="5375">
                  <c:v>44093</c:v>
                </c:pt>
                <c:pt idx="5376">
                  <c:v>44094</c:v>
                </c:pt>
                <c:pt idx="5377">
                  <c:v>44095</c:v>
                </c:pt>
                <c:pt idx="5378">
                  <c:v>44096</c:v>
                </c:pt>
                <c:pt idx="5379">
                  <c:v>44097</c:v>
                </c:pt>
                <c:pt idx="5380">
                  <c:v>44098</c:v>
                </c:pt>
                <c:pt idx="5381">
                  <c:v>44099</c:v>
                </c:pt>
                <c:pt idx="5382">
                  <c:v>44100</c:v>
                </c:pt>
                <c:pt idx="5383">
                  <c:v>44101</c:v>
                </c:pt>
                <c:pt idx="5384">
                  <c:v>44102</c:v>
                </c:pt>
                <c:pt idx="5385">
                  <c:v>44103</c:v>
                </c:pt>
                <c:pt idx="5386">
                  <c:v>44104</c:v>
                </c:pt>
                <c:pt idx="5387">
                  <c:v>44105</c:v>
                </c:pt>
                <c:pt idx="5388">
                  <c:v>44106</c:v>
                </c:pt>
                <c:pt idx="5389">
                  <c:v>44107</c:v>
                </c:pt>
                <c:pt idx="5390">
                  <c:v>44108</c:v>
                </c:pt>
                <c:pt idx="5391">
                  <c:v>44109</c:v>
                </c:pt>
                <c:pt idx="5392">
                  <c:v>44110</c:v>
                </c:pt>
                <c:pt idx="5393">
                  <c:v>44111</c:v>
                </c:pt>
                <c:pt idx="5394">
                  <c:v>44112</c:v>
                </c:pt>
                <c:pt idx="5395">
                  <c:v>44113</c:v>
                </c:pt>
                <c:pt idx="5396">
                  <c:v>44114</c:v>
                </c:pt>
                <c:pt idx="5397">
                  <c:v>44115</c:v>
                </c:pt>
                <c:pt idx="5398">
                  <c:v>44116</c:v>
                </c:pt>
                <c:pt idx="5399">
                  <c:v>44117</c:v>
                </c:pt>
                <c:pt idx="5400">
                  <c:v>44118</c:v>
                </c:pt>
                <c:pt idx="5401">
                  <c:v>44119</c:v>
                </c:pt>
                <c:pt idx="5402">
                  <c:v>44120</c:v>
                </c:pt>
                <c:pt idx="5403">
                  <c:v>44121</c:v>
                </c:pt>
                <c:pt idx="5404">
                  <c:v>44122</c:v>
                </c:pt>
                <c:pt idx="5405">
                  <c:v>44123</c:v>
                </c:pt>
                <c:pt idx="5406">
                  <c:v>44124</c:v>
                </c:pt>
                <c:pt idx="5407">
                  <c:v>44125</c:v>
                </c:pt>
                <c:pt idx="5408">
                  <c:v>44126</c:v>
                </c:pt>
                <c:pt idx="5409">
                  <c:v>44127</c:v>
                </c:pt>
                <c:pt idx="5410">
                  <c:v>44128</c:v>
                </c:pt>
                <c:pt idx="5411">
                  <c:v>44129</c:v>
                </c:pt>
                <c:pt idx="5412">
                  <c:v>44130</c:v>
                </c:pt>
                <c:pt idx="5413">
                  <c:v>44131</c:v>
                </c:pt>
                <c:pt idx="5414">
                  <c:v>44132</c:v>
                </c:pt>
                <c:pt idx="5415">
                  <c:v>44133</c:v>
                </c:pt>
                <c:pt idx="5416">
                  <c:v>44134</c:v>
                </c:pt>
                <c:pt idx="5417">
                  <c:v>44135</c:v>
                </c:pt>
                <c:pt idx="5418">
                  <c:v>44136</c:v>
                </c:pt>
                <c:pt idx="5419">
                  <c:v>44137</c:v>
                </c:pt>
                <c:pt idx="5420">
                  <c:v>44138</c:v>
                </c:pt>
                <c:pt idx="5421">
                  <c:v>44139</c:v>
                </c:pt>
                <c:pt idx="5422">
                  <c:v>44140</c:v>
                </c:pt>
                <c:pt idx="5423">
                  <c:v>44141</c:v>
                </c:pt>
                <c:pt idx="5424">
                  <c:v>44142</c:v>
                </c:pt>
                <c:pt idx="5425">
                  <c:v>44143</c:v>
                </c:pt>
                <c:pt idx="5426">
                  <c:v>44144</c:v>
                </c:pt>
                <c:pt idx="5427">
                  <c:v>44145</c:v>
                </c:pt>
                <c:pt idx="5428">
                  <c:v>44146</c:v>
                </c:pt>
                <c:pt idx="5429">
                  <c:v>44147</c:v>
                </c:pt>
                <c:pt idx="5430">
                  <c:v>44148</c:v>
                </c:pt>
                <c:pt idx="5431">
                  <c:v>44149</c:v>
                </c:pt>
                <c:pt idx="5432">
                  <c:v>44150</c:v>
                </c:pt>
                <c:pt idx="5433">
                  <c:v>44151</c:v>
                </c:pt>
                <c:pt idx="5434">
                  <c:v>44152</c:v>
                </c:pt>
                <c:pt idx="5435">
                  <c:v>44153</c:v>
                </c:pt>
                <c:pt idx="5436">
                  <c:v>44154</c:v>
                </c:pt>
                <c:pt idx="5437">
                  <c:v>44155</c:v>
                </c:pt>
                <c:pt idx="5438">
                  <c:v>44156</c:v>
                </c:pt>
                <c:pt idx="5439">
                  <c:v>44157</c:v>
                </c:pt>
                <c:pt idx="5440">
                  <c:v>44158</c:v>
                </c:pt>
                <c:pt idx="5441">
                  <c:v>44159</c:v>
                </c:pt>
                <c:pt idx="5442">
                  <c:v>44160</c:v>
                </c:pt>
                <c:pt idx="5443">
                  <c:v>44161</c:v>
                </c:pt>
                <c:pt idx="5444">
                  <c:v>44162</c:v>
                </c:pt>
                <c:pt idx="5445">
                  <c:v>44163</c:v>
                </c:pt>
                <c:pt idx="5446">
                  <c:v>44164</c:v>
                </c:pt>
                <c:pt idx="5447">
                  <c:v>44165</c:v>
                </c:pt>
                <c:pt idx="5448">
                  <c:v>44166</c:v>
                </c:pt>
                <c:pt idx="5449">
                  <c:v>44167</c:v>
                </c:pt>
                <c:pt idx="5450">
                  <c:v>44168</c:v>
                </c:pt>
                <c:pt idx="5451">
                  <c:v>44169</c:v>
                </c:pt>
                <c:pt idx="5452">
                  <c:v>44170</c:v>
                </c:pt>
                <c:pt idx="5453">
                  <c:v>44171</c:v>
                </c:pt>
                <c:pt idx="5454">
                  <c:v>44172</c:v>
                </c:pt>
                <c:pt idx="5455">
                  <c:v>44173</c:v>
                </c:pt>
                <c:pt idx="5456">
                  <c:v>44174</c:v>
                </c:pt>
                <c:pt idx="5457">
                  <c:v>44175</c:v>
                </c:pt>
                <c:pt idx="5458">
                  <c:v>44176</c:v>
                </c:pt>
                <c:pt idx="5459">
                  <c:v>44177</c:v>
                </c:pt>
                <c:pt idx="5460">
                  <c:v>44178</c:v>
                </c:pt>
                <c:pt idx="5461">
                  <c:v>44179</c:v>
                </c:pt>
                <c:pt idx="5462">
                  <c:v>44180</c:v>
                </c:pt>
                <c:pt idx="5463">
                  <c:v>44181</c:v>
                </c:pt>
                <c:pt idx="5464">
                  <c:v>44182</c:v>
                </c:pt>
                <c:pt idx="5465">
                  <c:v>44183</c:v>
                </c:pt>
                <c:pt idx="5466">
                  <c:v>44184</c:v>
                </c:pt>
                <c:pt idx="5467">
                  <c:v>44185</c:v>
                </c:pt>
                <c:pt idx="5468">
                  <c:v>44186</c:v>
                </c:pt>
                <c:pt idx="5469">
                  <c:v>44187</c:v>
                </c:pt>
                <c:pt idx="5470">
                  <c:v>44188</c:v>
                </c:pt>
                <c:pt idx="5471">
                  <c:v>44189</c:v>
                </c:pt>
                <c:pt idx="5472">
                  <c:v>44190</c:v>
                </c:pt>
                <c:pt idx="5473">
                  <c:v>44191</c:v>
                </c:pt>
                <c:pt idx="5474">
                  <c:v>44192</c:v>
                </c:pt>
                <c:pt idx="5475">
                  <c:v>44193</c:v>
                </c:pt>
                <c:pt idx="5476">
                  <c:v>44194</c:v>
                </c:pt>
                <c:pt idx="5477">
                  <c:v>44195</c:v>
                </c:pt>
                <c:pt idx="5478">
                  <c:v>44196</c:v>
                </c:pt>
                <c:pt idx="5479">
                  <c:v>44197</c:v>
                </c:pt>
                <c:pt idx="5480">
                  <c:v>44198</c:v>
                </c:pt>
                <c:pt idx="5481">
                  <c:v>44199</c:v>
                </c:pt>
                <c:pt idx="5482">
                  <c:v>44200</c:v>
                </c:pt>
                <c:pt idx="5483">
                  <c:v>44201</c:v>
                </c:pt>
                <c:pt idx="5484">
                  <c:v>44202</c:v>
                </c:pt>
                <c:pt idx="5485">
                  <c:v>44203</c:v>
                </c:pt>
                <c:pt idx="5486">
                  <c:v>44204</c:v>
                </c:pt>
                <c:pt idx="5487">
                  <c:v>44205</c:v>
                </c:pt>
                <c:pt idx="5488">
                  <c:v>44206</c:v>
                </c:pt>
                <c:pt idx="5489">
                  <c:v>44207</c:v>
                </c:pt>
                <c:pt idx="5490">
                  <c:v>44208</c:v>
                </c:pt>
                <c:pt idx="5491">
                  <c:v>44209</c:v>
                </c:pt>
                <c:pt idx="5492">
                  <c:v>44210</c:v>
                </c:pt>
                <c:pt idx="5493">
                  <c:v>44211</c:v>
                </c:pt>
                <c:pt idx="5494">
                  <c:v>44212</c:v>
                </c:pt>
                <c:pt idx="5495">
                  <c:v>44213</c:v>
                </c:pt>
                <c:pt idx="5496">
                  <c:v>44214</c:v>
                </c:pt>
                <c:pt idx="5497">
                  <c:v>44215</c:v>
                </c:pt>
                <c:pt idx="5498">
                  <c:v>44216</c:v>
                </c:pt>
                <c:pt idx="5499">
                  <c:v>44217</c:v>
                </c:pt>
                <c:pt idx="5500">
                  <c:v>44218</c:v>
                </c:pt>
                <c:pt idx="5501">
                  <c:v>44219</c:v>
                </c:pt>
                <c:pt idx="5502">
                  <c:v>44220</c:v>
                </c:pt>
                <c:pt idx="5503">
                  <c:v>44221</c:v>
                </c:pt>
                <c:pt idx="5504">
                  <c:v>44222</c:v>
                </c:pt>
                <c:pt idx="5505">
                  <c:v>44223</c:v>
                </c:pt>
                <c:pt idx="5506">
                  <c:v>44224</c:v>
                </c:pt>
                <c:pt idx="5507">
                  <c:v>44225</c:v>
                </c:pt>
                <c:pt idx="5508">
                  <c:v>44226</c:v>
                </c:pt>
                <c:pt idx="5509">
                  <c:v>44227</c:v>
                </c:pt>
                <c:pt idx="5510">
                  <c:v>44228</c:v>
                </c:pt>
                <c:pt idx="5511">
                  <c:v>44229</c:v>
                </c:pt>
                <c:pt idx="5512">
                  <c:v>44230</c:v>
                </c:pt>
                <c:pt idx="5513">
                  <c:v>44231</c:v>
                </c:pt>
                <c:pt idx="5514">
                  <c:v>44232</c:v>
                </c:pt>
                <c:pt idx="5515">
                  <c:v>44233</c:v>
                </c:pt>
                <c:pt idx="5516">
                  <c:v>44234</c:v>
                </c:pt>
                <c:pt idx="5517">
                  <c:v>44235</c:v>
                </c:pt>
                <c:pt idx="5518">
                  <c:v>44236</c:v>
                </c:pt>
                <c:pt idx="5519">
                  <c:v>44237</c:v>
                </c:pt>
                <c:pt idx="5520">
                  <c:v>44238</c:v>
                </c:pt>
                <c:pt idx="5521">
                  <c:v>44239</c:v>
                </c:pt>
                <c:pt idx="5522">
                  <c:v>44240</c:v>
                </c:pt>
                <c:pt idx="5523">
                  <c:v>44241</c:v>
                </c:pt>
                <c:pt idx="5524">
                  <c:v>44242</c:v>
                </c:pt>
                <c:pt idx="5525">
                  <c:v>44243</c:v>
                </c:pt>
                <c:pt idx="5526">
                  <c:v>44244</c:v>
                </c:pt>
                <c:pt idx="5527">
                  <c:v>44245</c:v>
                </c:pt>
                <c:pt idx="5528">
                  <c:v>44246</c:v>
                </c:pt>
                <c:pt idx="5529">
                  <c:v>44247</c:v>
                </c:pt>
                <c:pt idx="5530">
                  <c:v>44248</c:v>
                </c:pt>
                <c:pt idx="5531">
                  <c:v>44249</c:v>
                </c:pt>
                <c:pt idx="5532">
                  <c:v>44250</c:v>
                </c:pt>
                <c:pt idx="5533">
                  <c:v>44251</c:v>
                </c:pt>
                <c:pt idx="5534">
                  <c:v>44252</c:v>
                </c:pt>
                <c:pt idx="5535">
                  <c:v>44253</c:v>
                </c:pt>
                <c:pt idx="5536">
                  <c:v>44254</c:v>
                </c:pt>
                <c:pt idx="5537">
                  <c:v>44255</c:v>
                </c:pt>
                <c:pt idx="5538">
                  <c:v>44256</c:v>
                </c:pt>
                <c:pt idx="5539">
                  <c:v>44257</c:v>
                </c:pt>
                <c:pt idx="5540">
                  <c:v>44258</c:v>
                </c:pt>
                <c:pt idx="5541">
                  <c:v>44259</c:v>
                </c:pt>
                <c:pt idx="5542">
                  <c:v>44260</c:v>
                </c:pt>
                <c:pt idx="5543">
                  <c:v>44261</c:v>
                </c:pt>
                <c:pt idx="5544">
                  <c:v>44262</c:v>
                </c:pt>
                <c:pt idx="5545">
                  <c:v>44263</c:v>
                </c:pt>
                <c:pt idx="5546">
                  <c:v>44264</c:v>
                </c:pt>
                <c:pt idx="5547">
                  <c:v>44265</c:v>
                </c:pt>
                <c:pt idx="5548">
                  <c:v>44266</c:v>
                </c:pt>
                <c:pt idx="5549">
                  <c:v>44267</c:v>
                </c:pt>
                <c:pt idx="5550">
                  <c:v>44268</c:v>
                </c:pt>
                <c:pt idx="5551">
                  <c:v>44269</c:v>
                </c:pt>
                <c:pt idx="5552">
                  <c:v>44270</c:v>
                </c:pt>
                <c:pt idx="5553">
                  <c:v>44271</c:v>
                </c:pt>
                <c:pt idx="5554">
                  <c:v>44272</c:v>
                </c:pt>
                <c:pt idx="5555">
                  <c:v>44273</c:v>
                </c:pt>
                <c:pt idx="5556">
                  <c:v>44274</c:v>
                </c:pt>
                <c:pt idx="5557">
                  <c:v>44275</c:v>
                </c:pt>
                <c:pt idx="5558">
                  <c:v>44276</c:v>
                </c:pt>
                <c:pt idx="5559">
                  <c:v>44277</c:v>
                </c:pt>
                <c:pt idx="5560">
                  <c:v>44278</c:v>
                </c:pt>
                <c:pt idx="5561">
                  <c:v>44279</c:v>
                </c:pt>
                <c:pt idx="5562">
                  <c:v>44280</c:v>
                </c:pt>
                <c:pt idx="5563">
                  <c:v>44281</c:v>
                </c:pt>
                <c:pt idx="5564">
                  <c:v>44282</c:v>
                </c:pt>
                <c:pt idx="5565">
                  <c:v>44283</c:v>
                </c:pt>
                <c:pt idx="5566">
                  <c:v>44284</c:v>
                </c:pt>
                <c:pt idx="5567">
                  <c:v>44285</c:v>
                </c:pt>
                <c:pt idx="5568">
                  <c:v>44286</c:v>
                </c:pt>
                <c:pt idx="5569">
                  <c:v>44287</c:v>
                </c:pt>
                <c:pt idx="5570">
                  <c:v>44288</c:v>
                </c:pt>
                <c:pt idx="5571">
                  <c:v>44289</c:v>
                </c:pt>
                <c:pt idx="5572">
                  <c:v>44290</c:v>
                </c:pt>
                <c:pt idx="5573">
                  <c:v>44291</c:v>
                </c:pt>
                <c:pt idx="5574">
                  <c:v>44292</c:v>
                </c:pt>
                <c:pt idx="5575">
                  <c:v>44293</c:v>
                </c:pt>
                <c:pt idx="5576">
                  <c:v>44294</c:v>
                </c:pt>
                <c:pt idx="5577">
                  <c:v>44295</c:v>
                </c:pt>
                <c:pt idx="5578">
                  <c:v>44296</c:v>
                </c:pt>
                <c:pt idx="5579">
                  <c:v>44297</c:v>
                </c:pt>
                <c:pt idx="5580">
                  <c:v>44298</c:v>
                </c:pt>
                <c:pt idx="5581">
                  <c:v>44299</c:v>
                </c:pt>
                <c:pt idx="5582">
                  <c:v>44300</c:v>
                </c:pt>
                <c:pt idx="5583">
                  <c:v>44301</c:v>
                </c:pt>
                <c:pt idx="5584">
                  <c:v>44302</c:v>
                </c:pt>
                <c:pt idx="5585">
                  <c:v>44303</c:v>
                </c:pt>
                <c:pt idx="5586">
                  <c:v>44304</c:v>
                </c:pt>
                <c:pt idx="5587">
                  <c:v>44305</c:v>
                </c:pt>
                <c:pt idx="5588">
                  <c:v>44306</c:v>
                </c:pt>
                <c:pt idx="5589">
                  <c:v>44307</c:v>
                </c:pt>
                <c:pt idx="5590">
                  <c:v>44308</c:v>
                </c:pt>
                <c:pt idx="5591">
                  <c:v>44309</c:v>
                </c:pt>
                <c:pt idx="5592">
                  <c:v>44310</c:v>
                </c:pt>
                <c:pt idx="5593">
                  <c:v>44311</c:v>
                </c:pt>
                <c:pt idx="5594">
                  <c:v>44312</c:v>
                </c:pt>
                <c:pt idx="5595">
                  <c:v>44313</c:v>
                </c:pt>
                <c:pt idx="5596">
                  <c:v>44314</c:v>
                </c:pt>
                <c:pt idx="5597">
                  <c:v>44315</c:v>
                </c:pt>
                <c:pt idx="5598">
                  <c:v>44316</c:v>
                </c:pt>
                <c:pt idx="5599">
                  <c:v>44317</c:v>
                </c:pt>
                <c:pt idx="5600">
                  <c:v>44318</c:v>
                </c:pt>
                <c:pt idx="5601">
                  <c:v>44319</c:v>
                </c:pt>
                <c:pt idx="5602">
                  <c:v>44320</c:v>
                </c:pt>
                <c:pt idx="5603">
                  <c:v>44321</c:v>
                </c:pt>
                <c:pt idx="5604">
                  <c:v>44322</c:v>
                </c:pt>
                <c:pt idx="5605">
                  <c:v>44323</c:v>
                </c:pt>
                <c:pt idx="5606">
                  <c:v>44324</c:v>
                </c:pt>
                <c:pt idx="5607">
                  <c:v>44325</c:v>
                </c:pt>
                <c:pt idx="5608">
                  <c:v>44326</c:v>
                </c:pt>
                <c:pt idx="5609">
                  <c:v>44327</c:v>
                </c:pt>
                <c:pt idx="5610">
                  <c:v>44328</c:v>
                </c:pt>
                <c:pt idx="5611">
                  <c:v>44329</c:v>
                </c:pt>
                <c:pt idx="5612">
                  <c:v>44330</c:v>
                </c:pt>
                <c:pt idx="5613">
                  <c:v>44331</c:v>
                </c:pt>
                <c:pt idx="5614">
                  <c:v>44332</c:v>
                </c:pt>
                <c:pt idx="5615">
                  <c:v>44333</c:v>
                </c:pt>
                <c:pt idx="5616">
                  <c:v>44334</c:v>
                </c:pt>
                <c:pt idx="5617">
                  <c:v>44335</c:v>
                </c:pt>
                <c:pt idx="5618">
                  <c:v>44336</c:v>
                </c:pt>
                <c:pt idx="5619">
                  <c:v>44337</c:v>
                </c:pt>
                <c:pt idx="5620">
                  <c:v>44338</c:v>
                </c:pt>
                <c:pt idx="5621">
                  <c:v>44339</c:v>
                </c:pt>
                <c:pt idx="5622">
                  <c:v>44340</c:v>
                </c:pt>
                <c:pt idx="5623">
                  <c:v>44341</c:v>
                </c:pt>
                <c:pt idx="5624">
                  <c:v>44342</c:v>
                </c:pt>
                <c:pt idx="5625">
                  <c:v>44343</c:v>
                </c:pt>
                <c:pt idx="5626">
                  <c:v>44344</c:v>
                </c:pt>
                <c:pt idx="5627">
                  <c:v>44345</c:v>
                </c:pt>
                <c:pt idx="5628">
                  <c:v>44346</c:v>
                </c:pt>
                <c:pt idx="5629">
                  <c:v>44347</c:v>
                </c:pt>
                <c:pt idx="5630">
                  <c:v>44348</c:v>
                </c:pt>
                <c:pt idx="5631">
                  <c:v>44349</c:v>
                </c:pt>
                <c:pt idx="5632">
                  <c:v>44350</c:v>
                </c:pt>
                <c:pt idx="5633">
                  <c:v>44351</c:v>
                </c:pt>
                <c:pt idx="5634">
                  <c:v>44352</c:v>
                </c:pt>
                <c:pt idx="5635">
                  <c:v>44353</c:v>
                </c:pt>
                <c:pt idx="5636">
                  <c:v>44354</c:v>
                </c:pt>
                <c:pt idx="5637">
                  <c:v>44355</c:v>
                </c:pt>
                <c:pt idx="5638">
                  <c:v>44356</c:v>
                </c:pt>
                <c:pt idx="5639">
                  <c:v>44357</c:v>
                </c:pt>
                <c:pt idx="5640">
                  <c:v>44358</c:v>
                </c:pt>
                <c:pt idx="5641">
                  <c:v>44359</c:v>
                </c:pt>
                <c:pt idx="5642">
                  <c:v>44360</c:v>
                </c:pt>
                <c:pt idx="5643">
                  <c:v>44361</c:v>
                </c:pt>
                <c:pt idx="5644">
                  <c:v>44362</c:v>
                </c:pt>
                <c:pt idx="5645">
                  <c:v>44363</c:v>
                </c:pt>
                <c:pt idx="5646">
                  <c:v>44364</c:v>
                </c:pt>
                <c:pt idx="5647">
                  <c:v>44365</c:v>
                </c:pt>
                <c:pt idx="5648">
                  <c:v>44366</c:v>
                </c:pt>
                <c:pt idx="5649">
                  <c:v>44367</c:v>
                </c:pt>
                <c:pt idx="5650">
                  <c:v>44368</c:v>
                </c:pt>
                <c:pt idx="5651">
                  <c:v>44369</c:v>
                </c:pt>
                <c:pt idx="5652">
                  <c:v>44370</c:v>
                </c:pt>
                <c:pt idx="5653">
                  <c:v>44371</c:v>
                </c:pt>
                <c:pt idx="5654">
                  <c:v>44372</c:v>
                </c:pt>
                <c:pt idx="5655">
                  <c:v>44373</c:v>
                </c:pt>
                <c:pt idx="5656">
                  <c:v>44374</c:v>
                </c:pt>
                <c:pt idx="5657">
                  <c:v>44375</c:v>
                </c:pt>
                <c:pt idx="5658">
                  <c:v>44376</c:v>
                </c:pt>
                <c:pt idx="5659">
                  <c:v>44377</c:v>
                </c:pt>
                <c:pt idx="5660">
                  <c:v>44378</c:v>
                </c:pt>
                <c:pt idx="5661">
                  <c:v>44379</c:v>
                </c:pt>
                <c:pt idx="5662">
                  <c:v>44380</c:v>
                </c:pt>
                <c:pt idx="5663">
                  <c:v>44381</c:v>
                </c:pt>
                <c:pt idx="5664">
                  <c:v>44382</c:v>
                </c:pt>
                <c:pt idx="5665">
                  <c:v>44383</c:v>
                </c:pt>
                <c:pt idx="5666">
                  <c:v>44384</c:v>
                </c:pt>
                <c:pt idx="5667">
                  <c:v>44385</c:v>
                </c:pt>
                <c:pt idx="5668">
                  <c:v>44386</c:v>
                </c:pt>
                <c:pt idx="5669">
                  <c:v>44387</c:v>
                </c:pt>
                <c:pt idx="5670">
                  <c:v>44388</c:v>
                </c:pt>
                <c:pt idx="5671">
                  <c:v>44389</c:v>
                </c:pt>
                <c:pt idx="5672">
                  <c:v>44390</c:v>
                </c:pt>
                <c:pt idx="5673">
                  <c:v>44391</c:v>
                </c:pt>
                <c:pt idx="5674">
                  <c:v>44392</c:v>
                </c:pt>
                <c:pt idx="5675">
                  <c:v>44393</c:v>
                </c:pt>
                <c:pt idx="5676">
                  <c:v>44394</c:v>
                </c:pt>
                <c:pt idx="5677">
                  <c:v>44395</c:v>
                </c:pt>
                <c:pt idx="5678">
                  <c:v>44396</c:v>
                </c:pt>
                <c:pt idx="5679">
                  <c:v>44397</c:v>
                </c:pt>
                <c:pt idx="5680">
                  <c:v>44398</c:v>
                </c:pt>
                <c:pt idx="5681">
                  <c:v>44399</c:v>
                </c:pt>
                <c:pt idx="5682">
                  <c:v>44400</c:v>
                </c:pt>
                <c:pt idx="5683">
                  <c:v>44401</c:v>
                </c:pt>
                <c:pt idx="5684">
                  <c:v>44402</c:v>
                </c:pt>
                <c:pt idx="5685">
                  <c:v>44403</c:v>
                </c:pt>
                <c:pt idx="5686">
                  <c:v>44404</c:v>
                </c:pt>
                <c:pt idx="5687">
                  <c:v>44405</c:v>
                </c:pt>
                <c:pt idx="5688">
                  <c:v>44406</c:v>
                </c:pt>
                <c:pt idx="5689">
                  <c:v>44407</c:v>
                </c:pt>
                <c:pt idx="5690">
                  <c:v>44408</c:v>
                </c:pt>
                <c:pt idx="5691">
                  <c:v>44409</c:v>
                </c:pt>
                <c:pt idx="5692">
                  <c:v>44410</c:v>
                </c:pt>
                <c:pt idx="5693">
                  <c:v>44411</c:v>
                </c:pt>
                <c:pt idx="5694">
                  <c:v>44412</c:v>
                </c:pt>
                <c:pt idx="5695">
                  <c:v>44413</c:v>
                </c:pt>
                <c:pt idx="5696">
                  <c:v>44414</c:v>
                </c:pt>
                <c:pt idx="5697">
                  <c:v>44415</c:v>
                </c:pt>
                <c:pt idx="5698">
                  <c:v>44416</c:v>
                </c:pt>
                <c:pt idx="5699">
                  <c:v>44417</c:v>
                </c:pt>
                <c:pt idx="5700">
                  <c:v>44418</c:v>
                </c:pt>
                <c:pt idx="5701">
                  <c:v>44419</c:v>
                </c:pt>
                <c:pt idx="5702">
                  <c:v>44420</c:v>
                </c:pt>
                <c:pt idx="5703">
                  <c:v>44421</c:v>
                </c:pt>
                <c:pt idx="5704">
                  <c:v>44422</c:v>
                </c:pt>
                <c:pt idx="5705">
                  <c:v>44423</c:v>
                </c:pt>
                <c:pt idx="5706">
                  <c:v>44424</c:v>
                </c:pt>
                <c:pt idx="5707">
                  <c:v>44425</c:v>
                </c:pt>
                <c:pt idx="5708">
                  <c:v>44426</c:v>
                </c:pt>
                <c:pt idx="5709">
                  <c:v>44427</c:v>
                </c:pt>
                <c:pt idx="5710">
                  <c:v>44428</c:v>
                </c:pt>
                <c:pt idx="5711">
                  <c:v>44429</c:v>
                </c:pt>
                <c:pt idx="5712">
                  <c:v>44430</c:v>
                </c:pt>
                <c:pt idx="5713">
                  <c:v>44431</c:v>
                </c:pt>
                <c:pt idx="5714">
                  <c:v>44432</c:v>
                </c:pt>
                <c:pt idx="5715">
                  <c:v>44433</c:v>
                </c:pt>
                <c:pt idx="5716">
                  <c:v>44434</c:v>
                </c:pt>
                <c:pt idx="5717">
                  <c:v>44435</c:v>
                </c:pt>
                <c:pt idx="5718">
                  <c:v>44436</c:v>
                </c:pt>
                <c:pt idx="5719">
                  <c:v>44437</c:v>
                </c:pt>
                <c:pt idx="5720">
                  <c:v>44438</c:v>
                </c:pt>
                <c:pt idx="5721">
                  <c:v>44439</c:v>
                </c:pt>
                <c:pt idx="5722">
                  <c:v>44440</c:v>
                </c:pt>
                <c:pt idx="5723">
                  <c:v>44441</c:v>
                </c:pt>
                <c:pt idx="5724">
                  <c:v>44442</c:v>
                </c:pt>
                <c:pt idx="5725">
                  <c:v>44443</c:v>
                </c:pt>
                <c:pt idx="5726">
                  <c:v>44444</c:v>
                </c:pt>
                <c:pt idx="5727">
                  <c:v>44445</c:v>
                </c:pt>
                <c:pt idx="5728">
                  <c:v>44446</c:v>
                </c:pt>
                <c:pt idx="5729">
                  <c:v>44447</c:v>
                </c:pt>
                <c:pt idx="5730">
                  <c:v>44448</c:v>
                </c:pt>
                <c:pt idx="5731">
                  <c:v>44449</c:v>
                </c:pt>
                <c:pt idx="5732">
                  <c:v>44450</c:v>
                </c:pt>
                <c:pt idx="5733">
                  <c:v>44451</c:v>
                </c:pt>
                <c:pt idx="5734">
                  <c:v>44452</c:v>
                </c:pt>
                <c:pt idx="5735">
                  <c:v>44453</c:v>
                </c:pt>
                <c:pt idx="5736">
                  <c:v>44454</c:v>
                </c:pt>
                <c:pt idx="5737">
                  <c:v>44455</c:v>
                </c:pt>
                <c:pt idx="5738">
                  <c:v>44456</c:v>
                </c:pt>
                <c:pt idx="5739">
                  <c:v>44457</c:v>
                </c:pt>
                <c:pt idx="5740">
                  <c:v>44458</c:v>
                </c:pt>
                <c:pt idx="5741">
                  <c:v>44459</c:v>
                </c:pt>
                <c:pt idx="5742">
                  <c:v>44460</c:v>
                </c:pt>
                <c:pt idx="5743">
                  <c:v>44461</c:v>
                </c:pt>
                <c:pt idx="5744">
                  <c:v>44462</c:v>
                </c:pt>
                <c:pt idx="5745">
                  <c:v>44463</c:v>
                </c:pt>
                <c:pt idx="5746">
                  <c:v>44464</c:v>
                </c:pt>
                <c:pt idx="5747">
                  <c:v>44465</c:v>
                </c:pt>
                <c:pt idx="5748">
                  <c:v>44466</c:v>
                </c:pt>
                <c:pt idx="5749">
                  <c:v>44467</c:v>
                </c:pt>
                <c:pt idx="5750">
                  <c:v>44468</c:v>
                </c:pt>
                <c:pt idx="5751">
                  <c:v>44469</c:v>
                </c:pt>
                <c:pt idx="5752">
                  <c:v>44470</c:v>
                </c:pt>
                <c:pt idx="5753">
                  <c:v>44471</c:v>
                </c:pt>
                <c:pt idx="5754">
                  <c:v>44472</c:v>
                </c:pt>
                <c:pt idx="5755">
                  <c:v>44473</c:v>
                </c:pt>
                <c:pt idx="5756">
                  <c:v>44474</c:v>
                </c:pt>
                <c:pt idx="5757">
                  <c:v>44475</c:v>
                </c:pt>
                <c:pt idx="5758">
                  <c:v>44476</c:v>
                </c:pt>
                <c:pt idx="5759">
                  <c:v>44477</c:v>
                </c:pt>
                <c:pt idx="5760">
                  <c:v>44478</c:v>
                </c:pt>
                <c:pt idx="5761">
                  <c:v>44479</c:v>
                </c:pt>
                <c:pt idx="5762">
                  <c:v>44480</c:v>
                </c:pt>
                <c:pt idx="5763">
                  <c:v>44481</c:v>
                </c:pt>
                <c:pt idx="5764">
                  <c:v>44482</c:v>
                </c:pt>
                <c:pt idx="5765">
                  <c:v>44483</c:v>
                </c:pt>
                <c:pt idx="5766">
                  <c:v>44484</c:v>
                </c:pt>
                <c:pt idx="5767">
                  <c:v>44485</c:v>
                </c:pt>
                <c:pt idx="5768">
                  <c:v>44486</c:v>
                </c:pt>
                <c:pt idx="5769">
                  <c:v>44487</c:v>
                </c:pt>
                <c:pt idx="5770">
                  <c:v>44488</c:v>
                </c:pt>
                <c:pt idx="5771">
                  <c:v>44489</c:v>
                </c:pt>
                <c:pt idx="5772">
                  <c:v>44490</c:v>
                </c:pt>
                <c:pt idx="5773">
                  <c:v>44491</c:v>
                </c:pt>
                <c:pt idx="5774">
                  <c:v>44492</c:v>
                </c:pt>
                <c:pt idx="5775">
                  <c:v>44493</c:v>
                </c:pt>
                <c:pt idx="5776">
                  <c:v>44494</c:v>
                </c:pt>
                <c:pt idx="5777">
                  <c:v>44495</c:v>
                </c:pt>
                <c:pt idx="5778">
                  <c:v>44496</c:v>
                </c:pt>
                <c:pt idx="5779">
                  <c:v>44497</c:v>
                </c:pt>
                <c:pt idx="5780">
                  <c:v>44498</c:v>
                </c:pt>
                <c:pt idx="5781">
                  <c:v>44499</c:v>
                </c:pt>
                <c:pt idx="5782">
                  <c:v>44500</c:v>
                </c:pt>
                <c:pt idx="5783">
                  <c:v>44501</c:v>
                </c:pt>
                <c:pt idx="5784">
                  <c:v>44502</c:v>
                </c:pt>
                <c:pt idx="5785">
                  <c:v>44503</c:v>
                </c:pt>
                <c:pt idx="5786">
                  <c:v>44504</c:v>
                </c:pt>
                <c:pt idx="5787">
                  <c:v>44505</c:v>
                </c:pt>
                <c:pt idx="5788">
                  <c:v>44506</c:v>
                </c:pt>
                <c:pt idx="5789">
                  <c:v>44507</c:v>
                </c:pt>
                <c:pt idx="5790">
                  <c:v>44508</c:v>
                </c:pt>
                <c:pt idx="5791">
                  <c:v>44509</c:v>
                </c:pt>
                <c:pt idx="5792">
                  <c:v>44510</c:v>
                </c:pt>
                <c:pt idx="5793">
                  <c:v>44511</c:v>
                </c:pt>
                <c:pt idx="5794">
                  <c:v>44512</c:v>
                </c:pt>
                <c:pt idx="5795">
                  <c:v>44513</c:v>
                </c:pt>
                <c:pt idx="5796">
                  <c:v>44514</c:v>
                </c:pt>
                <c:pt idx="5797">
                  <c:v>44515</c:v>
                </c:pt>
                <c:pt idx="5798">
                  <c:v>44516</c:v>
                </c:pt>
                <c:pt idx="5799">
                  <c:v>44517</c:v>
                </c:pt>
                <c:pt idx="5800">
                  <c:v>44518</c:v>
                </c:pt>
                <c:pt idx="5801">
                  <c:v>44519</c:v>
                </c:pt>
                <c:pt idx="5802">
                  <c:v>44520</c:v>
                </c:pt>
                <c:pt idx="5803">
                  <c:v>44521</c:v>
                </c:pt>
                <c:pt idx="5804">
                  <c:v>44522</c:v>
                </c:pt>
                <c:pt idx="5805">
                  <c:v>44523</c:v>
                </c:pt>
                <c:pt idx="5806">
                  <c:v>44524</c:v>
                </c:pt>
                <c:pt idx="5807">
                  <c:v>44525</c:v>
                </c:pt>
                <c:pt idx="5808">
                  <c:v>44526</c:v>
                </c:pt>
                <c:pt idx="5809">
                  <c:v>44527</c:v>
                </c:pt>
                <c:pt idx="5810">
                  <c:v>44528</c:v>
                </c:pt>
                <c:pt idx="5811">
                  <c:v>44529</c:v>
                </c:pt>
                <c:pt idx="5812">
                  <c:v>44530</c:v>
                </c:pt>
                <c:pt idx="5813">
                  <c:v>44531</c:v>
                </c:pt>
                <c:pt idx="5814">
                  <c:v>44532</c:v>
                </c:pt>
                <c:pt idx="5815">
                  <c:v>44533</c:v>
                </c:pt>
                <c:pt idx="5816">
                  <c:v>44534</c:v>
                </c:pt>
                <c:pt idx="5817">
                  <c:v>44535</c:v>
                </c:pt>
                <c:pt idx="5818">
                  <c:v>44536</c:v>
                </c:pt>
                <c:pt idx="5819">
                  <c:v>44537</c:v>
                </c:pt>
                <c:pt idx="5820">
                  <c:v>44538</c:v>
                </c:pt>
                <c:pt idx="5821">
                  <c:v>44539</c:v>
                </c:pt>
                <c:pt idx="5822">
                  <c:v>44540</c:v>
                </c:pt>
                <c:pt idx="5823">
                  <c:v>44541</c:v>
                </c:pt>
                <c:pt idx="5824">
                  <c:v>44542</c:v>
                </c:pt>
                <c:pt idx="5825">
                  <c:v>44543</c:v>
                </c:pt>
                <c:pt idx="5826">
                  <c:v>44544</c:v>
                </c:pt>
                <c:pt idx="5827">
                  <c:v>44545</c:v>
                </c:pt>
                <c:pt idx="5828">
                  <c:v>44546</c:v>
                </c:pt>
                <c:pt idx="5829">
                  <c:v>44547</c:v>
                </c:pt>
                <c:pt idx="5830">
                  <c:v>44548</c:v>
                </c:pt>
                <c:pt idx="5831">
                  <c:v>44549</c:v>
                </c:pt>
                <c:pt idx="5832">
                  <c:v>44550</c:v>
                </c:pt>
                <c:pt idx="5833">
                  <c:v>44551</c:v>
                </c:pt>
                <c:pt idx="5834">
                  <c:v>44552</c:v>
                </c:pt>
                <c:pt idx="5835">
                  <c:v>44553</c:v>
                </c:pt>
                <c:pt idx="5836">
                  <c:v>44554</c:v>
                </c:pt>
                <c:pt idx="5837">
                  <c:v>44555</c:v>
                </c:pt>
                <c:pt idx="5838">
                  <c:v>44556</c:v>
                </c:pt>
                <c:pt idx="5839">
                  <c:v>44557</c:v>
                </c:pt>
                <c:pt idx="5840">
                  <c:v>44558</c:v>
                </c:pt>
                <c:pt idx="5841">
                  <c:v>44559</c:v>
                </c:pt>
                <c:pt idx="5842">
                  <c:v>44560</c:v>
                </c:pt>
                <c:pt idx="5843">
                  <c:v>44561</c:v>
                </c:pt>
                <c:pt idx="5844">
                  <c:v>44562</c:v>
                </c:pt>
                <c:pt idx="5845">
                  <c:v>44563</c:v>
                </c:pt>
                <c:pt idx="5846">
                  <c:v>44564</c:v>
                </c:pt>
                <c:pt idx="5847">
                  <c:v>44565</c:v>
                </c:pt>
                <c:pt idx="5848">
                  <c:v>44566</c:v>
                </c:pt>
                <c:pt idx="5849">
                  <c:v>44567</c:v>
                </c:pt>
                <c:pt idx="5850">
                  <c:v>44568</c:v>
                </c:pt>
                <c:pt idx="5851">
                  <c:v>44569</c:v>
                </c:pt>
                <c:pt idx="5852">
                  <c:v>44570</c:v>
                </c:pt>
                <c:pt idx="5853">
                  <c:v>44571</c:v>
                </c:pt>
                <c:pt idx="5854">
                  <c:v>44572</c:v>
                </c:pt>
                <c:pt idx="5855">
                  <c:v>44573</c:v>
                </c:pt>
                <c:pt idx="5856">
                  <c:v>44574</c:v>
                </c:pt>
                <c:pt idx="5857">
                  <c:v>44575</c:v>
                </c:pt>
                <c:pt idx="5858">
                  <c:v>44576</c:v>
                </c:pt>
                <c:pt idx="5859">
                  <c:v>44577</c:v>
                </c:pt>
                <c:pt idx="5860">
                  <c:v>44578</c:v>
                </c:pt>
                <c:pt idx="5861">
                  <c:v>44579</c:v>
                </c:pt>
                <c:pt idx="5862">
                  <c:v>44580</c:v>
                </c:pt>
                <c:pt idx="5863">
                  <c:v>44581</c:v>
                </c:pt>
                <c:pt idx="5864">
                  <c:v>44582</c:v>
                </c:pt>
                <c:pt idx="5865">
                  <c:v>44583</c:v>
                </c:pt>
                <c:pt idx="5866">
                  <c:v>44584</c:v>
                </c:pt>
                <c:pt idx="5867">
                  <c:v>44585</c:v>
                </c:pt>
                <c:pt idx="5868">
                  <c:v>44586</c:v>
                </c:pt>
                <c:pt idx="5869">
                  <c:v>44587</c:v>
                </c:pt>
                <c:pt idx="5870">
                  <c:v>44588</c:v>
                </c:pt>
                <c:pt idx="5871">
                  <c:v>44589</c:v>
                </c:pt>
                <c:pt idx="5872">
                  <c:v>44590</c:v>
                </c:pt>
                <c:pt idx="5873">
                  <c:v>44591</c:v>
                </c:pt>
                <c:pt idx="5874">
                  <c:v>44592</c:v>
                </c:pt>
                <c:pt idx="5875">
                  <c:v>44593</c:v>
                </c:pt>
                <c:pt idx="5876">
                  <c:v>44594</c:v>
                </c:pt>
                <c:pt idx="5877">
                  <c:v>44595</c:v>
                </c:pt>
                <c:pt idx="5878">
                  <c:v>44596</c:v>
                </c:pt>
                <c:pt idx="5879">
                  <c:v>44597</c:v>
                </c:pt>
                <c:pt idx="5880">
                  <c:v>44598</c:v>
                </c:pt>
                <c:pt idx="5881">
                  <c:v>44599</c:v>
                </c:pt>
                <c:pt idx="5882">
                  <c:v>44600</c:v>
                </c:pt>
                <c:pt idx="5883">
                  <c:v>44601</c:v>
                </c:pt>
                <c:pt idx="5884">
                  <c:v>44602</c:v>
                </c:pt>
                <c:pt idx="5885">
                  <c:v>44603</c:v>
                </c:pt>
                <c:pt idx="5886">
                  <c:v>44604</c:v>
                </c:pt>
                <c:pt idx="5887">
                  <c:v>44605</c:v>
                </c:pt>
                <c:pt idx="5888">
                  <c:v>44606</c:v>
                </c:pt>
                <c:pt idx="5889">
                  <c:v>44607</c:v>
                </c:pt>
                <c:pt idx="5890">
                  <c:v>44608</c:v>
                </c:pt>
                <c:pt idx="5891">
                  <c:v>44609</c:v>
                </c:pt>
                <c:pt idx="5892">
                  <c:v>44610</c:v>
                </c:pt>
                <c:pt idx="5893">
                  <c:v>44611</c:v>
                </c:pt>
                <c:pt idx="5894">
                  <c:v>44612</c:v>
                </c:pt>
                <c:pt idx="5895">
                  <c:v>44613</c:v>
                </c:pt>
                <c:pt idx="5896">
                  <c:v>44614</c:v>
                </c:pt>
                <c:pt idx="5897">
                  <c:v>44615</c:v>
                </c:pt>
                <c:pt idx="5898">
                  <c:v>44616</c:v>
                </c:pt>
                <c:pt idx="5899">
                  <c:v>44617</c:v>
                </c:pt>
                <c:pt idx="5900">
                  <c:v>44618</c:v>
                </c:pt>
                <c:pt idx="5901">
                  <c:v>44619</c:v>
                </c:pt>
                <c:pt idx="5902">
                  <c:v>44620</c:v>
                </c:pt>
                <c:pt idx="5903">
                  <c:v>44621</c:v>
                </c:pt>
                <c:pt idx="5904">
                  <c:v>44622</c:v>
                </c:pt>
                <c:pt idx="5905">
                  <c:v>44623</c:v>
                </c:pt>
                <c:pt idx="5906">
                  <c:v>44624</c:v>
                </c:pt>
                <c:pt idx="5907">
                  <c:v>44625</c:v>
                </c:pt>
                <c:pt idx="5908">
                  <c:v>44626</c:v>
                </c:pt>
                <c:pt idx="5909">
                  <c:v>44627</c:v>
                </c:pt>
                <c:pt idx="5910">
                  <c:v>44628</c:v>
                </c:pt>
                <c:pt idx="5911">
                  <c:v>44629</c:v>
                </c:pt>
                <c:pt idx="5912">
                  <c:v>44630</c:v>
                </c:pt>
                <c:pt idx="5913">
                  <c:v>44631</c:v>
                </c:pt>
                <c:pt idx="5914">
                  <c:v>44632</c:v>
                </c:pt>
                <c:pt idx="5915">
                  <c:v>44633</c:v>
                </c:pt>
                <c:pt idx="5916">
                  <c:v>44634</c:v>
                </c:pt>
                <c:pt idx="5917">
                  <c:v>44635</c:v>
                </c:pt>
                <c:pt idx="5918">
                  <c:v>44636</c:v>
                </c:pt>
                <c:pt idx="5919">
                  <c:v>44637</c:v>
                </c:pt>
                <c:pt idx="5920">
                  <c:v>44638</c:v>
                </c:pt>
                <c:pt idx="5921">
                  <c:v>44639</c:v>
                </c:pt>
                <c:pt idx="5922">
                  <c:v>44640</c:v>
                </c:pt>
                <c:pt idx="5923">
                  <c:v>44641</c:v>
                </c:pt>
                <c:pt idx="5924">
                  <c:v>44642</c:v>
                </c:pt>
                <c:pt idx="5925">
                  <c:v>44643</c:v>
                </c:pt>
                <c:pt idx="5926">
                  <c:v>44644</c:v>
                </c:pt>
                <c:pt idx="5927">
                  <c:v>44645</c:v>
                </c:pt>
                <c:pt idx="5928">
                  <c:v>44646</c:v>
                </c:pt>
                <c:pt idx="5929">
                  <c:v>44647</c:v>
                </c:pt>
                <c:pt idx="5930">
                  <c:v>44648</c:v>
                </c:pt>
                <c:pt idx="5931">
                  <c:v>44649</c:v>
                </c:pt>
                <c:pt idx="5932">
                  <c:v>44650</c:v>
                </c:pt>
                <c:pt idx="5933">
                  <c:v>44651</c:v>
                </c:pt>
                <c:pt idx="5934">
                  <c:v>44652</c:v>
                </c:pt>
                <c:pt idx="5935">
                  <c:v>44653</c:v>
                </c:pt>
                <c:pt idx="5936">
                  <c:v>44654</c:v>
                </c:pt>
                <c:pt idx="5937">
                  <c:v>44655</c:v>
                </c:pt>
                <c:pt idx="5938">
                  <c:v>44656</c:v>
                </c:pt>
                <c:pt idx="5939">
                  <c:v>44657</c:v>
                </c:pt>
                <c:pt idx="5940">
                  <c:v>44658</c:v>
                </c:pt>
                <c:pt idx="5941">
                  <c:v>44659</c:v>
                </c:pt>
                <c:pt idx="5942">
                  <c:v>44660</c:v>
                </c:pt>
                <c:pt idx="5943">
                  <c:v>44661</c:v>
                </c:pt>
                <c:pt idx="5944">
                  <c:v>44662</c:v>
                </c:pt>
                <c:pt idx="5945">
                  <c:v>44663</c:v>
                </c:pt>
                <c:pt idx="5946">
                  <c:v>44664</c:v>
                </c:pt>
                <c:pt idx="5947">
                  <c:v>44665</c:v>
                </c:pt>
                <c:pt idx="5948">
                  <c:v>44666</c:v>
                </c:pt>
                <c:pt idx="5949">
                  <c:v>44667</c:v>
                </c:pt>
                <c:pt idx="5950">
                  <c:v>44668</c:v>
                </c:pt>
                <c:pt idx="5951">
                  <c:v>44669</c:v>
                </c:pt>
                <c:pt idx="5952">
                  <c:v>44670</c:v>
                </c:pt>
                <c:pt idx="5953">
                  <c:v>44671</c:v>
                </c:pt>
                <c:pt idx="5954">
                  <c:v>44672</c:v>
                </c:pt>
                <c:pt idx="5955">
                  <c:v>44673</c:v>
                </c:pt>
                <c:pt idx="5956">
                  <c:v>44674</c:v>
                </c:pt>
                <c:pt idx="5957">
                  <c:v>44675</c:v>
                </c:pt>
                <c:pt idx="5958">
                  <c:v>44676</c:v>
                </c:pt>
                <c:pt idx="5959">
                  <c:v>44677</c:v>
                </c:pt>
                <c:pt idx="5960">
                  <c:v>44678</c:v>
                </c:pt>
                <c:pt idx="5961">
                  <c:v>44679</c:v>
                </c:pt>
                <c:pt idx="5962">
                  <c:v>44680</c:v>
                </c:pt>
                <c:pt idx="5963">
                  <c:v>44681</c:v>
                </c:pt>
                <c:pt idx="5964">
                  <c:v>44682</c:v>
                </c:pt>
                <c:pt idx="5965">
                  <c:v>44683</c:v>
                </c:pt>
                <c:pt idx="5966">
                  <c:v>44684</c:v>
                </c:pt>
                <c:pt idx="5967">
                  <c:v>44685</c:v>
                </c:pt>
                <c:pt idx="5968">
                  <c:v>44686</c:v>
                </c:pt>
                <c:pt idx="5969">
                  <c:v>44687</c:v>
                </c:pt>
                <c:pt idx="5970">
                  <c:v>44688</c:v>
                </c:pt>
                <c:pt idx="5971">
                  <c:v>44689</c:v>
                </c:pt>
                <c:pt idx="5972">
                  <c:v>44690</c:v>
                </c:pt>
                <c:pt idx="5973">
                  <c:v>44691</c:v>
                </c:pt>
                <c:pt idx="5974">
                  <c:v>44692</c:v>
                </c:pt>
                <c:pt idx="5975">
                  <c:v>44693</c:v>
                </c:pt>
                <c:pt idx="5976">
                  <c:v>44694</c:v>
                </c:pt>
                <c:pt idx="5977">
                  <c:v>44695</c:v>
                </c:pt>
                <c:pt idx="5978">
                  <c:v>44696</c:v>
                </c:pt>
                <c:pt idx="5979">
                  <c:v>44697</c:v>
                </c:pt>
                <c:pt idx="5980">
                  <c:v>44698</c:v>
                </c:pt>
                <c:pt idx="5981">
                  <c:v>44699</c:v>
                </c:pt>
                <c:pt idx="5982">
                  <c:v>44700</c:v>
                </c:pt>
                <c:pt idx="5983">
                  <c:v>44701</c:v>
                </c:pt>
                <c:pt idx="5984">
                  <c:v>44702</c:v>
                </c:pt>
                <c:pt idx="5985">
                  <c:v>44703</c:v>
                </c:pt>
                <c:pt idx="5986">
                  <c:v>44704</c:v>
                </c:pt>
                <c:pt idx="5987">
                  <c:v>44705</c:v>
                </c:pt>
                <c:pt idx="5988">
                  <c:v>44706</c:v>
                </c:pt>
                <c:pt idx="5989">
                  <c:v>44707</c:v>
                </c:pt>
                <c:pt idx="5990">
                  <c:v>44708</c:v>
                </c:pt>
                <c:pt idx="5991">
                  <c:v>44709</c:v>
                </c:pt>
                <c:pt idx="5992">
                  <c:v>44710</c:v>
                </c:pt>
                <c:pt idx="5993">
                  <c:v>44711</c:v>
                </c:pt>
                <c:pt idx="5994">
                  <c:v>44712</c:v>
                </c:pt>
                <c:pt idx="5995">
                  <c:v>44713</c:v>
                </c:pt>
                <c:pt idx="5996">
                  <c:v>44714</c:v>
                </c:pt>
                <c:pt idx="5997">
                  <c:v>44715</c:v>
                </c:pt>
                <c:pt idx="5998">
                  <c:v>44716</c:v>
                </c:pt>
                <c:pt idx="5999">
                  <c:v>44717</c:v>
                </c:pt>
                <c:pt idx="6000">
                  <c:v>44718</c:v>
                </c:pt>
                <c:pt idx="6001">
                  <c:v>44719</c:v>
                </c:pt>
                <c:pt idx="6002">
                  <c:v>44720</c:v>
                </c:pt>
                <c:pt idx="6003">
                  <c:v>44721</c:v>
                </c:pt>
                <c:pt idx="6004">
                  <c:v>44722</c:v>
                </c:pt>
                <c:pt idx="6005">
                  <c:v>44723</c:v>
                </c:pt>
                <c:pt idx="6006">
                  <c:v>44724</c:v>
                </c:pt>
                <c:pt idx="6007">
                  <c:v>44725</c:v>
                </c:pt>
                <c:pt idx="6008">
                  <c:v>44726</c:v>
                </c:pt>
                <c:pt idx="6009">
                  <c:v>44727</c:v>
                </c:pt>
                <c:pt idx="6010">
                  <c:v>44728</c:v>
                </c:pt>
                <c:pt idx="6011">
                  <c:v>44729</c:v>
                </c:pt>
                <c:pt idx="6012">
                  <c:v>44730</c:v>
                </c:pt>
                <c:pt idx="6013">
                  <c:v>44731</c:v>
                </c:pt>
                <c:pt idx="6014">
                  <c:v>44732</c:v>
                </c:pt>
                <c:pt idx="6015">
                  <c:v>44733</c:v>
                </c:pt>
                <c:pt idx="6016">
                  <c:v>44734</c:v>
                </c:pt>
                <c:pt idx="6017">
                  <c:v>44735</c:v>
                </c:pt>
                <c:pt idx="6018">
                  <c:v>44736</c:v>
                </c:pt>
                <c:pt idx="6019">
                  <c:v>44737</c:v>
                </c:pt>
                <c:pt idx="6020">
                  <c:v>44738</c:v>
                </c:pt>
                <c:pt idx="6021">
                  <c:v>44739</c:v>
                </c:pt>
                <c:pt idx="6022">
                  <c:v>44740</c:v>
                </c:pt>
                <c:pt idx="6023">
                  <c:v>44741</c:v>
                </c:pt>
                <c:pt idx="6024">
                  <c:v>44742</c:v>
                </c:pt>
                <c:pt idx="6025">
                  <c:v>44743</c:v>
                </c:pt>
                <c:pt idx="6026">
                  <c:v>44744</c:v>
                </c:pt>
                <c:pt idx="6027">
                  <c:v>44745</c:v>
                </c:pt>
                <c:pt idx="6028">
                  <c:v>44746</c:v>
                </c:pt>
                <c:pt idx="6029">
                  <c:v>44747</c:v>
                </c:pt>
                <c:pt idx="6030">
                  <c:v>44748</c:v>
                </c:pt>
                <c:pt idx="6031">
                  <c:v>44749</c:v>
                </c:pt>
                <c:pt idx="6032">
                  <c:v>44750</c:v>
                </c:pt>
                <c:pt idx="6033">
                  <c:v>44751</c:v>
                </c:pt>
                <c:pt idx="6034">
                  <c:v>44752</c:v>
                </c:pt>
                <c:pt idx="6035">
                  <c:v>44753</c:v>
                </c:pt>
                <c:pt idx="6036">
                  <c:v>44754</c:v>
                </c:pt>
                <c:pt idx="6037">
                  <c:v>44755</c:v>
                </c:pt>
                <c:pt idx="6038">
                  <c:v>44756</c:v>
                </c:pt>
                <c:pt idx="6039">
                  <c:v>44757</c:v>
                </c:pt>
                <c:pt idx="6040">
                  <c:v>44758</c:v>
                </c:pt>
                <c:pt idx="6041">
                  <c:v>44759</c:v>
                </c:pt>
                <c:pt idx="6042">
                  <c:v>44760</c:v>
                </c:pt>
                <c:pt idx="6043">
                  <c:v>44761</c:v>
                </c:pt>
                <c:pt idx="6044">
                  <c:v>44762</c:v>
                </c:pt>
                <c:pt idx="6045">
                  <c:v>44763</c:v>
                </c:pt>
                <c:pt idx="6046">
                  <c:v>44764</c:v>
                </c:pt>
                <c:pt idx="6047">
                  <c:v>44765</c:v>
                </c:pt>
                <c:pt idx="6048">
                  <c:v>44766</c:v>
                </c:pt>
                <c:pt idx="6049">
                  <c:v>44767</c:v>
                </c:pt>
                <c:pt idx="6050">
                  <c:v>44768</c:v>
                </c:pt>
                <c:pt idx="6051">
                  <c:v>44769</c:v>
                </c:pt>
                <c:pt idx="6052">
                  <c:v>44770</c:v>
                </c:pt>
                <c:pt idx="6053">
                  <c:v>44771</c:v>
                </c:pt>
                <c:pt idx="6054">
                  <c:v>44772</c:v>
                </c:pt>
                <c:pt idx="6055">
                  <c:v>44773</c:v>
                </c:pt>
                <c:pt idx="6056">
                  <c:v>44774</c:v>
                </c:pt>
                <c:pt idx="6057">
                  <c:v>44775</c:v>
                </c:pt>
                <c:pt idx="6058">
                  <c:v>44776</c:v>
                </c:pt>
                <c:pt idx="6059">
                  <c:v>44777</c:v>
                </c:pt>
                <c:pt idx="6060">
                  <c:v>44778</c:v>
                </c:pt>
                <c:pt idx="6061">
                  <c:v>44779</c:v>
                </c:pt>
                <c:pt idx="6062">
                  <c:v>44780</c:v>
                </c:pt>
                <c:pt idx="6063">
                  <c:v>44781</c:v>
                </c:pt>
                <c:pt idx="6064">
                  <c:v>44782</c:v>
                </c:pt>
                <c:pt idx="6065">
                  <c:v>44783</c:v>
                </c:pt>
                <c:pt idx="6066">
                  <c:v>44784</c:v>
                </c:pt>
                <c:pt idx="6067">
                  <c:v>44785</c:v>
                </c:pt>
                <c:pt idx="6068">
                  <c:v>44786</c:v>
                </c:pt>
                <c:pt idx="6069">
                  <c:v>44787</c:v>
                </c:pt>
                <c:pt idx="6070">
                  <c:v>44788</c:v>
                </c:pt>
                <c:pt idx="6071">
                  <c:v>44789</c:v>
                </c:pt>
                <c:pt idx="6072">
                  <c:v>44790</c:v>
                </c:pt>
                <c:pt idx="6073">
                  <c:v>44791</c:v>
                </c:pt>
                <c:pt idx="6074">
                  <c:v>44792</c:v>
                </c:pt>
                <c:pt idx="6075">
                  <c:v>44793</c:v>
                </c:pt>
                <c:pt idx="6076">
                  <c:v>44794</c:v>
                </c:pt>
                <c:pt idx="6077">
                  <c:v>44795</c:v>
                </c:pt>
                <c:pt idx="6078">
                  <c:v>44796</c:v>
                </c:pt>
                <c:pt idx="6079">
                  <c:v>44797</c:v>
                </c:pt>
                <c:pt idx="6080">
                  <c:v>44798</c:v>
                </c:pt>
                <c:pt idx="6081">
                  <c:v>44799</c:v>
                </c:pt>
                <c:pt idx="6082">
                  <c:v>44800</c:v>
                </c:pt>
                <c:pt idx="6083">
                  <c:v>44801</c:v>
                </c:pt>
                <c:pt idx="6084">
                  <c:v>44802</c:v>
                </c:pt>
                <c:pt idx="6085">
                  <c:v>44803</c:v>
                </c:pt>
                <c:pt idx="6086">
                  <c:v>44804</c:v>
                </c:pt>
                <c:pt idx="6087">
                  <c:v>44805</c:v>
                </c:pt>
                <c:pt idx="6088">
                  <c:v>44806</c:v>
                </c:pt>
                <c:pt idx="6089">
                  <c:v>44807</c:v>
                </c:pt>
                <c:pt idx="6090">
                  <c:v>44808</c:v>
                </c:pt>
                <c:pt idx="6091">
                  <c:v>44809</c:v>
                </c:pt>
                <c:pt idx="6092">
                  <c:v>44810</c:v>
                </c:pt>
                <c:pt idx="6093">
                  <c:v>44811</c:v>
                </c:pt>
                <c:pt idx="6094">
                  <c:v>44812</c:v>
                </c:pt>
                <c:pt idx="6095">
                  <c:v>44813</c:v>
                </c:pt>
                <c:pt idx="6096">
                  <c:v>44814</c:v>
                </c:pt>
                <c:pt idx="6097">
                  <c:v>44815</c:v>
                </c:pt>
                <c:pt idx="6098">
                  <c:v>44816</c:v>
                </c:pt>
                <c:pt idx="6099">
                  <c:v>44817</c:v>
                </c:pt>
                <c:pt idx="6100">
                  <c:v>44818</c:v>
                </c:pt>
                <c:pt idx="6101">
                  <c:v>44819</c:v>
                </c:pt>
                <c:pt idx="6102">
                  <c:v>44820</c:v>
                </c:pt>
                <c:pt idx="6103">
                  <c:v>44821</c:v>
                </c:pt>
                <c:pt idx="6104">
                  <c:v>44822</c:v>
                </c:pt>
                <c:pt idx="6105">
                  <c:v>44823</c:v>
                </c:pt>
                <c:pt idx="6106">
                  <c:v>44824</c:v>
                </c:pt>
                <c:pt idx="6107">
                  <c:v>44825</c:v>
                </c:pt>
                <c:pt idx="6108">
                  <c:v>44826</c:v>
                </c:pt>
                <c:pt idx="6109">
                  <c:v>44827</c:v>
                </c:pt>
                <c:pt idx="6110">
                  <c:v>44828</c:v>
                </c:pt>
                <c:pt idx="6111">
                  <c:v>44829</c:v>
                </c:pt>
                <c:pt idx="6112">
                  <c:v>44830</c:v>
                </c:pt>
                <c:pt idx="6113">
                  <c:v>44831</c:v>
                </c:pt>
                <c:pt idx="6114">
                  <c:v>44832</c:v>
                </c:pt>
                <c:pt idx="6115">
                  <c:v>44833</c:v>
                </c:pt>
                <c:pt idx="6116">
                  <c:v>44834</c:v>
                </c:pt>
                <c:pt idx="6117">
                  <c:v>44835</c:v>
                </c:pt>
                <c:pt idx="6118">
                  <c:v>44836</c:v>
                </c:pt>
                <c:pt idx="6119">
                  <c:v>44837</c:v>
                </c:pt>
                <c:pt idx="6120">
                  <c:v>44838</c:v>
                </c:pt>
                <c:pt idx="6121">
                  <c:v>44839</c:v>
                </c:pt>
                <c:pt idx="6122">
                  <c:v>44840</c:v>
                </c:pt>
                <c:pt idx="6123">
                  <c:v>44841</c:v>
                </c:pt>
                <c:pt idx="6124">
                  <c:v>44842</c:v>
                </c:pt>
                <c:pt idx="6125">
                  <c:v>44843</c:v>
                </c:pt>
                <c:pt idx="6126">
                  <c:v>44844</c:v>
                </c:pt>
                <c:pt idx="6127">
                  <c:v>44845</c:v>
                </c:pt>
                <c:pt idx="6128">
                  <c:v>44846</c:v>
                </c:pt>
                <c:pt idx="6129">
                  <c:v>44847</c:v>
                </c:pt>
                <c:pt idx="6130">
                  <c:v>44848</c:v>
                </c:pt>
                <c:pt idx="6131">
                  <c:v>44849</c:v>
                </c:pt>
                <c:pt idx="6132">
                  <c:v>44850</c:v>
                </c:pt>
                <c:pt idx="6133">
                  <c:v>44851</c:v>
                </c:pt>
                <c:pt idx="6134">
                  <c:v>44852</c:v>
                </c:pt>
                <c:pt idx="6135">
                  <c:v>44853</c:v>
                </c:pt>
                <c:pt idx="6136">
                  <c:v>44854</c:v>
                </c:pt>
                <c:pt idx="6137">
                  <c:v>44855</c:v>
                </c:pt>
                <c:pt idx="6138">
                  <c:v>44856</c:v>
                </c:pt>
                <c:pt idx="6139">
                  <c:v>44857</c:v>
                </c:pt>
                <c:pt idx="6140">
                  <c:v>44858</c:v>
                </c:pt>
                <c:pt idx="6141">
                  <c:v>44859</c:v>
                </c:pt>
                <c:pt idx="6142">
                  <c:v>44860</c:v>
                </c:pt>
                <c:pt idx="6143">
                  <c:v>44861</c:v>
                </c:pt>
                <c:pt idx="6144">
                  <c:v>44862</c:v>
                </c:pt>
                <c:pt idx="6145">
                  <c:v>44863</c:v>
                </c:pt>
                <c:pt idx="6146">
                  <c:v>44864</c:v>
                </c:pt>
                <c:pt idx="6147">
                  <c:v>44865</c:v>
                </c:pt>
                <c:pt idx="6148">
                  <c:v>44866</c:v>
                </c:pt>
                <c:pt idx="6149">
                  <c:v>44867</c:v>
                </c:pt>
                <c:pt idx="6150">
                  <c:v>44868</c:v>
                </c:pt>
                <c:pt idx="6151">
                  <c:v>44869</c:v>
                </c:pt>
                <c:pt idx="6152">
                  <c:v>44870</c:v>
                </c:pt>
                <c:pt idx="6153">
                  <c:v>44871</c:v>
                </c:pt>
                <c:pt idx="6154">
                  <c:v>44872</c:v>
                </c:pt>
                <c:pt idx="6155">
                  <c:v>44873</c:v>
                </c:pt>
                <c:pt idx="6156">
                  <c:v>44874</c:v>
                </c:pt>
                <c:pt idx="6157">
                  <c:v>44875</c:v>
                </c:pt>
                <c:pt idx="6158">
                  <c:v>44876</c:v>
                </c:pt>
                <c:pt idx="6159">
                  <c:v>44877</c:v>
                </c:pt>
                <c:pt idx="6160">
                  <c:v>44878</c:v>
                </c:pt>
                <c:pt idx="6161">
                  <c:v>44879</c:v>
                </c:pt>
                <c:pt idx="6162">
                  <c:v>44880</c:v>
                </c:pt>
                <c:pt idx="6163">
                  <c:v>44881</c:v>
                </c:pt>
                <c:pt idx="6164">
                  <c:v>44882</c:v>
                </c:pt>
                <c:pt idx="6165">
                  <c:v>44883</c:v>
                </c:pt>
                <c:pt idx="6166">
                  <c:v>44884</c:v>
                </c:pt>
                <c:pt idx="6167">
                  <c:v>44885</c:v>
                </c:pt>
                <c:pt idx="6168">
                  <c:v>44886</c:v>
                </c:pt>
                <c:pt idx="6169">
                  <c:v>44887</c:v>
                </c:pt>
                <c:pt idx="6170">
                  <c:v>44888</c:v>
                </c:pt>
                <c:pt idx="6171">
                  <c:v>44889</c:v>
                </c:pt>
                <c:pt idx="6172">
                  <c:v>44890</c:v>
                </c:pt>
                <c:pt idx="6173">
                  <c:v>44891</c:v>
                </c:pt>
                <c:pt idx="6174">
                  <c:v>44892</c:v>
                </c:pt>
                <c:pt idx="6175">
                  <c:v>44893</c:v>
                </c:pt>
                <c:pt idx="6176">
                  <c:v>44894</c:v>
                </c:pt>
                <c:pt idx="6177">
                  <c:v>44895</c:v>
                </c:pt>
                <c:pt idx="6178">
                  <c:v>44896</c:v>
                </c:pt>
                <c:pt idx="6179">
                  <c:v>44897</c:v>
                </c:pt>
                <c:pt idx="6180">
                  <c:v>44898</c:v>
                </c:pt>
                <c:pt idx="6181">
                  <c:v>44899</c:v>
                </c:pt>
                <c:pt idx="6182">
                  <c:v>44900</c:v>
                </c:pt>
                <c:pt idx="6183">
                  <c:v>44901</c:v>
                </c:pt>
                <c:pt idx="6184">
                  <c:v>44902</c:v>
                </c:pt>
                <c:pt idx="6185">
                  <c:v>44903</c:v>
                </c:pt>
                <c:pt idx="6186">
                  <c:v>44904</c:v>
                </c:pt>
                <c:pt idx="6187">
                  <c:v>44905</c:v>
                </c:pt>
                <c:pt idx="6188">
                  <c:v>44906</c:v>
                </c:pt>
                <c:pt idx="6189">
                  <c:v>44907</c:v>
                </c:pt>
                <c:pt idx="6190">
                  <c:v>44908</c:v>
                </c:pt>
                <c:pt idx="6191">
                  <c:v>44909</c:v>
                </c:pt>
                <c:pt idx="6192">
                  <c:v>44910</c:v>
                </c:pt>
                <c:pt idx="6193">
                  <c:v>44911</c:v>
                </c:pt>
                <c:pt idx="6194">
                  <c:v>44912</c:v>
                </c:pt>
                <c:pt idx="6195">
                  <c:v>44913</c:v>
                </c:pt>
                <c:pt idx="6196">
                  <c:v>44914</c:v>
                </c:pt>
                <c:pt idx="6197">
                  <c:v>44915</c:v>
                </c:pt>
                <c:pt idx="6198">
                  <c:v>44916</c:v>
                </c:pt>
                <c:pt idx="6199">
                  <c:v>44917</c:v>
                </c:pt>
                <c:pt idx="6200">
                  <c:v>44918</c:v>
                </c:pt>
                <c:pt idx="6201">
                  <c:v>44919</c:v>
                </c:pt>
                <c:pt idx="6202">
                  <c:v>44920</c:v>
                </c:pt>
                <c:pt idx="6203">
                  <c:v>44921</c:v>
                </c:pt>
                <c:pt idx="6204">
                  <c:v>44922</c:v>
                </c:pt>
                <c:pt idx="6205">
                  <c:v>44923</c:v>
                </c:pt>
                <c:pt idx="6206">
                  <c:v>44924</c:v>
                </c:pt>
                <c:pt idx="6207">
                  <c:v>44925</c:v>
                </c:pt>
                <c:pt idx="6208">
                  <c:v>44926</c:v>
                </c:pt>
                <c:pt idx="6209">
                  <c:v>44927</c:v>
                </c:pt>
                <c:pt idx="6210">
                  <c:v>44928</c:v>
                </c:pt>
                <c:pt idx="6211">
                  <c:v>44929</c:v>
                </c:pt>
                <c:pt idx="6212">
                  <c:v>44930</c:v>
                </c:pt>
                <c:pt idx="6213">
                  <c:v>44931</c:v>
                </c:pt>
                <c:pt idx="6214">
                  <c:v>44932</c:v>
                </c:pt>
                <c:pt idx="6215">
                  <c:v>44933</c:v>
                </c:pt>
                <c:pt idx="6216">
                  <c:v>44934</c:v>
                </c:pt>
                <c:pt idx="6217">
                  <c:v>44935</c:v>
                </c:pt>
                <c:pt idx="6218">
                  <c:v>44936</c:v>
                </c:pt>
                <c:pt idx="6219">
                  <c:v>44937</c:v>
                </c:pt>
                <c:pt idx="6220">
                  <c:v>44938</c:v>
                </c:pt>
                <c:pt idx="6221">
                  <c:v>44939</c:v>
                </c:pt>
                <c:pt idx="6222">
                  <c:v>44940</c:v>
                </c:pt>
                <c:pt idx="6223">
                  <c:v>44941</c:v>
                </c:pt>
                <c:pt idx="6224">
                  <c:v>44942</c:v>
                </c:pt>
                <c:pt idx="6225">
                  <c:v>44943</c:v>
                </c:pt>
                <c:pt idx="6226">
                  <c:v>44944</c:v>
                </c:pt>
                <c:pt idx="6227">
                  <c:v>44945</c:v>
                </c:pt>
                <c:pt idx="6228">
                  <c:v>44946</c:v>
                </c:pt>
                <c:pt idx="6229">
                  <c:v>44947</c:v>
                </c:pt>
                <c:pt idx="6230">
                  <c:v>44948</c:v>
                </c:pt>
                <c:pt idx="6231">
                  <c:v>44949</c:v>
                </c:pt>
                <c:pt idx="6232">
                  <c:v>44950</c:v>
                </c:pt>
                <c:pt idx="6233">
                  <c:v>44951</c:v>
                </c:pt>
                <c:pt idx="6234">
                  <c:v>44952</c:v>
                </c:pt>
                <c:pt idx="6235">
                  <c:v>44953</c:v>
                </c:pt>
                <c:pt idx="6236">
                  <c:v>44954</c:v>
                </c:pt>
                <c:pt idx="6237">
                  <c:v>44955</c:v>
                </c:pt>
                <c:pt idx="6238">
                  <c:v>44956</c:v>
                </c:pt>
                <c:pt idx="6239">
                  <c:v>44957</c:v>
                </c:pt>
                <c:pt idx="6240">
                  <c:v>44958</c:v>
                </c:pt>
                <c:pt idx="6241">
                  <c:v>44959</c:v>
                </c:pt>
                <c:pt idx="6242">
                  <c:v>44960</c:v>
                </c:pt>
                <c:pt idx="6243">
                  <c:v>44961</c:v>
                </c:pt>
                <c:pt idx="6244">
                  <c:v>44962</c:v>
                </c:pt>
                <c:pt idx="6245">
                  <c:v>44963</c:v>
                </c:pt>
                <c:pt idx="6246">
                  <c:v>44964</c:v>
                </c:pt>
                <c:pt idx="6247">
                  <c:v>44965</c:v>
                </c:pt>
                <c:pt idx="6248">
                  <c:v>44966</c:v>
                </c:pt>
                <c:pt idx="6249">
                  <c:v>44967</c:v>
                </c:pt>
                <c:pt idx="6250">
                  <c:v>44968</c:v>
                </c:pt>
                <c:pt idx="6251">
                  <c:v>44969</c:v>
                </c:pt>
                <c:pt idx="6252">
                  <c:v>44970</c:v>
                </c:pt>
                <c:pt idx="6253">
                  <c:v>44971</c:v>
                </c:pt>
                <c:pt idx="6254">
                  <c:v>44972</c:v>
                </c:pt>
                <c:pt idx="6255">
                  <c:v>44973</c:v>
                </c:pt>
                <c:pt idx="6256">
                  <c:v>44974</c:v>
                </c:pt>
                <c:pt idx="6257">
                  <c:v>44975</c:v>
                </c:pt>
                <c:pt idx="6258">
                  <c:v>44976</c:v>
                </c:pt>
                <c:pt idx="6259">
                  <c:v>44977</c:v>
                </c:pt>
                <c:pt idx="6260">
                  <c:v>44978</c:v>
                </c:pt>
                <c:pt idx="6261">
                  <c:v>44979</c:v>
                </c:pt>
                <c:pt idx="6262">
                  <c:v>44980</c:v>
                </c:pt>
                <c:pt idx="6263">
                  <c:v>44981</c:v>
                </c:pt>
                <c:pt idx="6264">
                  <c:v>44982</c:v>
                </c:pt>
                <c:pt idx="6265">
                  <c:v>44983</c:v>
                </c:pt>
                <c:pt idx="6266">
                  <c:v>44984</c:v>
                </c:pt>
                <c:pt idx="6267">
                  <c:v>44985</c:v>
                </c:pt>
                <c:pt idx="6268">
                  <c:v>44986</c:v>
                </c:pt>
                <c:pt idx="6269">
                  <c:v>44987</c:v>
                </c:pt>
                <c:pt idx="6270">
                  <c:v>44988</c:v>
                </c:pt>
                <c:pt idx="6271">
                  <c:v>44989</c:v>
                </c:pt>
                <c:pt idx="6272">
                  <c:v>44990</c:v>
                </c:pt>
                <c:pt idx="6273">
                  <c:v>44991</c:v>
                </c:pt>
                <c:pt idx="6274">
                  <c:v>44992</c:v>
                </c:pt>
                <c:pt idx="6275">
                  <c:v>44993</c:v>
                </c:pt>
                <c:pt idx="6276">
                  <c:v>44994</c:v>
                </c:pt>
                <c:pt idx="6277">
                  <c:v>44995</c:v>
                </c:pt>
                <c:pt idx="6278">
                  <c:v>44996</c:v>
                </c:pt>
                <c:pt idx="6279">
                  <c:v>44997</c:v>
                </c:pt>
                <c:pt idx="6280">
                  <c:v>44998</c:v>
                </c:pt>
                <c:pt idx="6281">
                  <c:v>44999</c:v>
                </c:pt>
                <c:pt idx="6282">
                  <c:v>45000</c:v>
                </c:pt>
                <c:pt idx="6283">
                  <c:v>45001</c:v>
                </c:pt>
                <c:pt idx="6284">
                  <c:v>45002</c:v>
                </c:pt>
                <c:pt idx="6285">
                  <c:v>45003</c:v>
                </c:pt>
                <c:pt idx="6286">
                  <c:v>45004</c:v>
                </c:pt>
                <c:pt idx="6287">
                  <c:v>45005</c:v>
                </c:pt>
                <c:pt idx="6288">
                  <c:v>45006</c:v>
                </c:pt>
                <c:pt idx="6289">
                  <c:v>45007</c:v>
                </c:pt>
                <c:pt idx="6290">
                  <c:v>45008</c:v>
                </c:pt>
                <c:pt idx="6291">
                  <c:v>45009</c:v>
                </c:pt>
                <c:pt idx="6292">
                  <c:v>45010</c:v>
                </c:pt>
                <c:pt idx="6293">
                  <c:v>45011</c:v>
                </c:pt>
                <c:pt idx="6294">
                  <c:v>45012</c:v>
                </c:pt>
                <c:pt idx="6295">
                  <c:v>45013</c:v>
                </c:pt>
                <c:pt idx="6296">
                  <c:v>45014</c:v>
                </c:pt>
                <c:pt idx="6297">
                  <c:v>45015</c:v>
                </c:pt>
                <c:pt idx="6298">
                  <c:v>45016</c:v>
                </c:pt>
                <c:pt idx="6299">
                  <c:v>45017</c:v>
                </c:pt>
                <c:pt idx="6300">
                  <c:v>45018</c:v>
                </c:pt>
                <c:pt idx="6301">
                  <c:v>45019</c:v>
                </c:pt>
                <c:pt idx="6302">
                  <c:v>45020</c:v>
                </c:pt>
                <c:pt idx="6303">
                  <c:v>45021</c:v>
                </c:pt>
                <c:pt idx="6304">
                  <c:v>45022</c:v>
                </c:pt>
                <c:pt idx="6305">
                  <c:v>45023</c:v>
                </c:pt>
                <c:pt idx="6306">
                  <c:v>45024</c:v>
                </c:pt>
                <c:pt idx="6307">
                  <c:v>45025</c:v>
                </c:pt>
                <c:pt idx="6308">
                  <c:v>45026</c:v>
                </c:pt>
                <c:pt idx="6309">
                  <c:v>45027</c:v>
                </c:pt>
                <c:pt idx="6310">
                  <c:v>45028</c:v>
                </c:pt>
                <c:pt idx="6311">
                  <c:v>45029</c:v>
                </c:pt>
                <c:pt idx="6312">
                  <c:v>45030</c:v>
                </c:pt>
                <c:pt idx="6313">
                  <c:v>45031</c:v>
                </c:pt>
                <c:pt idx="6314">
                  <c:v>45032</c:v>
                </c:pt>
                <c:pt idx="6315">
                  <c:v>45033</c:v>
                </c:pt>
                <c:pt idx="6316">
                  <c:v>45034</c:v>
                </c:pt>
                <c:pt idx="6317">
                  <c:v>45035</c:v>
                </c:pt>
                <c:pt idx="6318">
                  <c:v>45036</c:v>
                </c:pt>
                <c:pt idx="6319">
                  <c:v>45037</c:v>
                </c:pt>
                <c:pt idx="6320">
                  <c:v>45038</c:v>
                </c:pt>
                <c:pt idx="6321">
                  <c:v>45039</c:v>
                </c:pt>
                <c:pt idx="6322">
                  <c:v>45040</c:v>
                </c:pt>
                <c:pt idx="6323">
                  <c:v>45041</c:v>
                </c:pt>
                <c:pt idx="6324">
                  <c:v>45042</c:v>
                </c:pt>
                <c:pt idx="6325">
                  <c:v>45043</c:v>
                </c:pt>
                <c:pt idx="6326">
                  <c:v>45044</c:v>
                </c:pt>
                <c:pt idx="6327">
                  <c:v>45045</c:v>
                </c:pt>
                <c:pt idx="6328">
                  <c:v>45046</c:v>
                </c:pt>
                <c:pt idx="6329">
                  <c:v>45047</c:v>
                </c:pt>
                <c:pt idx="6330">
                  <c:v>45048</c:v>
                </c:pt>
                <c:pt idx="6331">
                  <c:v>45049</c:v>
                </c:pt>
                <c:pt idx="6332">
                  <c:v>45050</c:v>
                </c:pt>
                <c:pt idx="6333">
                  <c:v>45051</c:v>
                </c:pt>
                <c:pt idx="6334">
                  <c:v>45052</c:v>
                </c:pt>
                <c:pt idx="6335">
                  <c:v>45053</c:v>
                </c:pt>
                <c:pt idx="6336">
                  <c:v>45054</c:v>
                </c:pt>
                <c:pt idx="6337">
                  <c:v>45055</c:v>
                </c:pt>
                <c:pt idx="6338">
                  <c:v>45056</c:v>
                </c:pt>
                <c:pt idx="6339">
                  <c:v>45057</c:v>
                </c:pt>
                <c:pt idx="6340">
                  <c:v>45058</c:v>
                </c:pt>
                <c:pt idx="6341">
                  <c:v>45059</c:v>
                </c:pt>
                <c:pt idx="6342">
                  <c:v>45060</c:v>
                </c:pt>
                <c:pt idx="6343">
                  <c:v>45061</c:v>
                </c:pt>
                <c:pt idx="6344">
                  <c:v>45062</c:v>
                </c:pt>
                <c:pt idx="6345">
                  <c:v>45063</c:v>
                </c:pt>
                <c:pt idx="6346">
                  <c:v>45064</c:v>
                </c:pt>
                <c:pt idx="6347">
                  <c:v>45065</c:v>
                </c:pt>
                <c:pt idx="6348">
                  <c:v>45066</c:v>
                </c:pt>
                <c:pt idx="6349">
                  <c:v>45067</c:v>
                </c:pt>
                <c:pt idx="6350">
                  <c:v>45068</c:v>
                </c:pt>
                <c:pt idx="6351">
                  <c:v>45069</c:v>
                </c:pt>
                <c:pt idx="6352">
                  <c:v>45070</c:v>
                </c:pt>
                <c:pt idx="6353">
                  <c:v>45071</c:v>
                </c:pt>
                <c:pt idx="6354">
                  <c:v>45072</c:v>
                </c:pt>
                <c:pt idx="6355">
                  <c:v>45073</c:v>
                </c:pt>
                <c:pt idx="6356">
                  <c:v>45074</c:v>
                </c:pt>
                <c:pt idx="6357">
                  <c:v>45075</c:v>
                </c:pt>
                <c:pt idx="6358">
                  <c:v>45076</c:v>
                </c:pt>
                <c:pt idx="6359">
                  <c:v>45077</c:v>
                </c:pt>
                <c:pt idx="6360">
                  <c:v>45078</c:v>
                </c:pt>
                <c:pt idx="6361">
                  <c:v>45079</c:v>
                </c:pt>
                <c:pt idx="6362">
                  <c:v>45080</c:v>
                </c:pt>
                <c:pt idx="6363">
                  <c:v>45081</c:v>
                </c:pt>
                <c:pt idx="6364">
                  <c:v>45082</c:v>
                </c:pt>
                <c:pt idx="6365">
                  <c:v>45083</c:v>
                </c:pt>
                <c:pt idx="6366">
                  <c:v>45084</c:v>
                </c:pt>
                <c:pt idx="6367">
                  <c:v>45085</c:v>
                </c:pt>
                <c:pt idx="6368">
                  <c:v>45086</c:v>
                </c:pt>
                <c:pt idx="6369">
                  <c:v>45087</c:v>
                </c:pt>
                <c:pt idx="6370">
                  <c:v>45088</c:v>
                </c:pt>
                <c:pt idx="6371">
                  <c:v>45089</c:v>
                </c:pt>
                <c:pt idx="6372">
                  <c:v>45090</c:v>
                </c:pt>
                <c:pt idx="6373">
                  <c:v>45091</c:v>
                </c:pt>
                <c:pt idx="6374">
                  <c:v>45092</c:v>
                </c:pt>
                <c:pt idx="6375">
                  <c:v>45093</c:v>
                </c:pt>
                <c:pt idx="6376">
                  <c:v>45094</c:v>
                </c:pt>
                <c:pt idx="6377">
                  <c:v>45095</c:v>
                </c:pt>
                <c:pt idx="6378">
                  <c:v>45096</c:v>
                </c:pt>
                <c:pt idx="6379">
                  <c:v>45097</c:v>
                </c:pt>
                <c:pt idx="6380">
                  <c:v>45098</c:v>
                </c:pt>
                <c:pt idx="6381">
                  <c:v>45099</c:v>
                </c:pt>
                <c:pt idx="6382">
                  <c:v>45100</c:v>
                </c:pt>
                <c:pt idx="6383">
                  <c:v>45101</c:v>
                </c:pt>
                <c:pt idx="6384">
                  <c:v>45102</c:v>
                </c:pt>
                <c:pt idx="6385">
                  <c:v>45103</c:v>
                </c:pt>
                <c:pt idx="6386">
                  <c:v>45104</c:v>
                </c:pt>
                <c:pt idx="6387">
                  <c:v>45105</c:v>
                </c:pt>
                <c:pt idx="6388">
                  <c:v>45106</c:v>
                </c:pt>
                <c:pt idx="6389">
                  <c:v>45107</c:v>
                </c:pt>
                <c:pt idx="6390">
                  <c:v>45108</c:v>
                </c:pt>
                <c:pt idx="6391">
                  <c:v>45109</c:v>
                </c:pt>
                <c:pt idx="6392">
                  <c:v>45110</c:v>
                </c:pt>
                <c:pt idx="6393">
                  <c:v>45111</c:v>
                </c:pt>
                <c:pt idx="6394">
                  <c:v>45112</c:v>
                </c:pt>
                <c:pt idx="6395">
                  <c:v>45113</c:v>
                </c:pt>
                <c:pt idx="6396">
                  <c:v>45114</c:v>
                </c:pt>
                <c:pt idx="6397">
                  <c:v>45115</c:v>
                </c:pt>
                <c:pt idx="6398">
                  <c:v>45116</c:v>
                </c:pt>
                <c:pt idx="6399">
                  <c:v>45117</c:v>
                </c:pt>
                <c:pt idx="6400">
                  <c:v>45118</c:v>
                </c:pt>
                <c:pt idx="6401">
                  <c:v>45119</c:v>
                </c:pt>
                <c:pt idx="6402">
                  <c:v>45120</c:v>
                </c:pt>
                <c:pt idx="6403">
                  <c:v>45121</c:v>
                </c:pt>
                <c:pt idx="6404">
                  <c:v>45122</c:v>
                </c:pt>
                <c:pt idx="6405">
                  <c:v>45123</c:v>
                </c:pt>
                <c:pt idx="6406">
                  <c:v>45124</c:v>
                </c:pt>
                <c:pt idx="6407">
                  <c:v>45125</c:v>
                </c:pt>
                <c:pt idx="6408">
                  <c:v>45126</c:v>
                </c:pt>
                <c:pt idx="6409">
                  <c:v>45127</c:v>
                </c:pt>
                <c:pt idx="6410">
                  <c:v>45128</c:v>
                </c:pt>
                <c:pt idx="6411">
                  <c:v>45129</c:v>
                </c:pt>
                <c:pt idx="6412">
                  <c:v>45130</c:v>
                </c:pt>
                <c:pt idx="6413">
                  <c:v>45131</c:v>
                </c:pt>
                <c:pt idx="6414">
                  <c:v>45132</c:v>
                </c:pt>
                <c:pt idx="6415">
                  <c:v>45133</c:v>
                </c:pt>
                <c:pt idx="6416">
                  <c:v>45134</c:v>
                </c:pt>
                <c:pt idx="6417">
                  <c:v>45135</c:v>
                </c:pt>
                <c:pt idx="6418">
                  <c:v>45136</c:v>
                </c:pt>
                <c:pt idx="6419">
                  <c:v>45137</c:v>
                </c:pt>
                <c:pt idx="6420">
                  <c:v>45138</c:v>
                </c:pt>
                <c:pt idx="6421">
                  <c:v>45139</c:v>
                </c:pt>
                <c:pt idx="6422">
                  <c:v>45140</c:v>
                </c:pt>
                <c:pt idx="6423">
                  <c:v>45141</c:v>
                </c:pt>
                <c:pt idx="6424">
                  <c:v>45142</c:v>
                </c:pt>
                <c:pt idx="6425">
                  <c:v>45143</c:v>
                </c:pt>
                <c:pt idx="6426">
                  <c:v>45144</c:v>
                </c:pt>
                <c:pt idx="6427">
                  <c:v>45145</c:v>
                </c:pt>
                <c:pt idx="6428">
                  <c:v>45146</c:v>
                </c:pt>
                <c:pt idx="6429">
                  <c:v>45147</c:v>
                </c:pt>
                <c:pt idx="6430">
                  <c:v>45148</c:v>
                </c:pt>
                <c:pt idx="6431">
                  <c:v>45149</c:v>
                </c:pt>
                <c:pt idx="6432">
                  <c:v>45150</c:v>
                </c:pt>
                <c:pt idx="6433">
                  <c:v>45151</c:v>
                </c:pt>
                <c:pt idx="6434">
                  <c:v>45152</c:v>
                </c:pt>
                <c:pt idx="6435">
                  <c:v>45153</c:v>
                </c:pt>
                <c:pt idx="6436">
                  <c:v>45154</c:v>
                </c:pt>
                <c:pt idx="6437">
                  <c:v>45155</c:v>
                </c:pt>
                <c:pt idx="6438">
                  <c:v>45156</c:v>
                </c:pt>
                <c:pt idx="6439">
                  <c:v>45157</c:v>
                </c:pt>
                <c:pt idx="6440">
                  <c:v>45158</c:v>
                </c:pt>
                <c:pt idx="6441">
                  <c:v>45159</c:v>
                </c:pt>
                <c:pt idx="6442">
                  <c:v>45160</c:v>
                </c:pt>
                <c:pt idx="6443">
                  <c:v>45161</c:v>
                </c:pt>
                <c:pt idx="6444">
                  <c:v>45162</c:v>
                </c:pt>
                <c:pt idx="6445">
                  <c:v>45163</c:v>
                </c:pt>
                <c:pt idx="6446">
                  <c:v>45164</c:v>
                </c:pt>
                <c:pt idx="6447">
                  <c:v>45165</c:v>
                </c:pt>
                <c:pt idx="6448">
                  <c:v>45166</c:v>
                </c:pt>
                <c:pt idx="6449">
                  <c:v>45167</c:v>
                </c:pt>
                <c:pt idx="6450">
                  <c:v>45168</c:v>
                </c:pt>
                <c:pt idx="6451">
                  <c:v>45169</c:v>
                </c:pt>
                <c:pt idx="6452">
                  <c:v>45170</c:v>
                </c:pt>
                <c:pt idx="6453">
                  <c:v>45171</c:v>
                </c:pt>
                <c:pt idx="6454">
                  <c:v>45172</c:v>
                </c:pt>
                <c:pt idx="6455">
                  <c:v>45173</c:v>
                </c:pt>
                <c:pt idx="6456">
                  <c:v>45174</c:v>
                </c:pt>
                <c:pt idx="6457">
                  <c:v>45175</c:v>
                </c:pt>
                <c:pt idx="6458">
                  <c:v>45176</c:v>
                </c:pt>
                <c:pt idx="6459">
                  <c:v>45177</c:v>
                </c:pt>
                <c:pt idx="6460">
                  <c:v>45178</c:v>
                </c:pt>
                <c:pt idx="6461">
                  <c:v>45179</c:v>
                </c:pt>
                <c:pt idx="6462">
                  <c:v>45180</c:v>
                </c:pt>
                <c:pt idx="6463">
                  <c:v>45181</c:v>
                </c:pt>
                <c:pt idx="6464">
                  <c:v>45182</c:v>
                </c:pt>
                <c:pt idx="6465">
                  <c:v>45183</c:v>
                </c:pt>
                <c:pt idx="6466">
                  <c:v>45184</c:v>
                </c:pt>
                <c:pt idx="6467">
                  <c:v>45185</c:v>
                </c:pt>
                <c:pt idx="6468">
                  <c:v>45186</c:v>
                </c:pt>
                <c:pt idx="6469">
                  <c:v>45187</c:v>
                </c:pt>
                <c:pt idx="6470">
                  <c:v>45188</c:v>
                </c:pt>
                <c:pt idx="6471">
                  <c:v>45189</c:v>
                </c:pt>
                <c:pt idx="6472">
                  <c:v>45190</c:v>
                </c:pt>
                <c:pt idx="6473">
                  <c:v>45191</c:v>
                </c:pt>
                <c:pt idx="6474">
                  <c:v>45192</c:v>
                </c:pt>
                <c:pt idx="6475">
                  <c:v>45193</c:v>
                </c:pt>
                <c:pt idx="6476">
                  <c:v>45194</c:v>
                </c:pt>
                <c:pt idx="6477">
                  <c:v>45195</c:v>
                </c:pt>
                <c:pt idx="6478">
                  <c:v>45196</c:v>
                </c:pt>
                <c:pt idx="6479">
                  <c:v>45197</c:v>
                </c:pt>
                <c:pt idx="6480">
                  <c:v>45198</c:v>
                </c:pt>
                <c:pt idx="6481">
                  <c:v>45199</c:v>
                </c:pt>
                <c:pt idx="6482">
                  <c:v>45200</c:v>
                </c:pt>
                <c:pt idx="6483">
                  <c:v>45201</c:v>
                </c:pt>
                <c:pt idx="6484">
                  <c:v>45202</c:v>
                </c:pt>
                <c:pt idx="6485">
                  <c:v>45203</c:v>
                </c:pt>
                <c:pt idx="6486">
                  <c:v>45204</c:v>
                </c:pt>
                <c:pt idx="6487">
                  <c:v>45205</c:v>
                </c:pt>
                <c:pt idx="6488">
                  <c:v>45206</c:v>
                </c:pt>
                <c:pt idx="6489">
                  <c:v>45207</c:v>
                </c:pt>
                <c:pt idx="6490">
                  <c:v>45208</c:v>
                </c:pt>
                <c:pt idx="6491">
                  <c:v>45209</c:v>
                </c:pt>
                <c:pt idx="6492">
                  <c:v>45210</c:v>
                </c:pt>
                <c:pt idx="6493">
                  <c:v>45211</c:v>
                </c:pt>
                <c:pt idx="6494">
                  <c:v>45212</c:v>
                </c:pt>
                <c:pt idx="6495">
                  <c:v>45213</c:v>
                </c:pt>
                <c:pt idx="6496">
                  <c:v>45214</c:v>
                </c:pt>
                <c:pt idx="6497">
                  <c:v>45215</c:v>
                </c:pt>
                <c:pt idx="6498">
                  <c:v>45216</c:v>
                </c:pt>
                <c:pt idx="6499">
                  <c:v>45217</c:v>
                </c:pt>
                <c:pt idx="6500">
                  <c:v>45218</c:v>
                </c:pt>
                <c:pt idx="6501">
                  <c:v>45219</c:v>
                </c:pt>
                <c:pt idx="6502">
                  <c:v>45220</c:v>
                </c:pt>
                <c:pt idx="6503">
                  <c:v>45221</c:v>
                </c:pt>
                <c:pt idx="6504">
                  <c:v>45222</c:v>
                </c:pt>
                <c:pt idx="6505">
                  <c:v>45223</c:v>
                </c:pt>
                <c:pt idx="6506">
                  <c:v>45224</c:v>
                </c:pt>
                <c:pt idx="6507">
                  <c:v>45225</c:v>
                </c:pt>
                <c:pt idx="6508">
                  <c:v>45226</c:v>
                </c:pt>
                <c:pt idx="6509">
                  <c:v>45227</c:v>
                </c:pt>
                <c:pt idx="6510">
                  <c:v>45228</c:v>
                </c:pt>
                <c:pt idx="6511">
                  <c:v>45229</c:v>
                </c:pt>
                <c:pt idx="6512">
                  <c:v>45230</c:v>
                </c:pt>
                <c:pt idx="6513">
                  <c:v>45231</c:v>
                </c:pt>
                <c:pt idx="6514">
                  <c:v>45232</c:v>
                </c:pt>
                <c:pt idx="6515">
                  <c:v>45233</c:v>
                </c:pt>
                <c:pt idx="6516">
                  <c:v>45234</c:v>
                </c:pt>
                <c:pt idx="6517">
                  <c:v>45235</c:v>
                </c:pt>
                <c:pt idx="6518">
                  <c:v>45236</c:v>
                </c:pt>
                <c:pt idx="6519">
                  <c:v>45237</c:v>
                </c:pt>
                <c:pt idx="6520">
                  <c:v>45238</c:v>
                </c:pt>
                <c:pt idx="6521">
                  <c:v>45239</c:v>
                </c:pt>
                <c:pt idx="6522">
                  <c:v>45240</c:v>
                </c:pt>
                <c:pt idx="6523">
                  <c:v>45241</c:v>
                </c:pt>
                <c:pt idx="6524">
                  <c:v>45242</c:v>
                </c:pt>
                <c:pt idx="6525">
                  <c:v>45243</c:v>
                </c:pt>
                <c:pt idx="6526">
                  <c:v>45244</c:v>
                </c:pt>
                <c:pt idx="6527">
                  <c:v>45245</c:v>
                </c:pt>
                <c:pt idx="6528">
                  <c:v>45246</c:v>
                </c:pt>
                <c:pt idx="6529">
                  <c:v>45247</c:v>
                </c:pt>
                <c:pt idx="6530">
                  <c:v>45248</c:v>
                </c:pt>
                <c:pt idx="6531">
                  <c:v>45249</c:v>
                </c:pt>
                <c:pt idx="6532">
                  <c:v>45250</c:v>
                </c:pt>
                <c:pt idx="6533">
                  <c:v>45251</c:v>
                </c:pt>
                <c:pt idx="6534">
                  <c:v>45252</c:v>
                </c:pt>
                <c:pt idx="6535">
                  <c:v>45253</c:v>
                </c:pt>
                <c:pt idx="6536">
                  <c:v>45254</c:v>
                </c:pt>
                <c:pt idx="6537">
                  <c:v>45255</c:v>
                </c:pt>
                <c:pt idx="6538">
                  <c:v>45256</c:v>
                </c:pt>
                <c:pt idx="6539">
                  <c:v>45257</c:v>
                </c:pt>
                <c:pt idx="6540">
                  <c:v>45258</c:v>
                </c:pt>
                <c:pt idx="6541">
                  <c:v>45259</c:v>
                </c:pt>
                <c:pt idx="6542">
                  <c:v>45260</c:v>
                </c:pt>
                <c:pt idx="6543">
                  <c:v>45261</c:v>
                </c:pt>
                <c:pt idx="6544">
                  <c:v>45262</c:v>
                </c:pt>
                <c:pt idx="6545">
                  <c:v>45263</c:v>
                </c:pt>
                <c:pt idx="6546">
                  <c:v>45264</c:v>
                </c:pt>
                <c:pt idx="6547">
                  <c:v>45265</c:v>
                </c:pt>
                <c:pt idx="6548">
                  <c:v>45266</c:v>
                </c:pt>
                <c:pt idx="6549">
                  <c:v>45267</c:v>
                </c:pt>
                <c:pt idx="6550">
                  <c:v>45268</c:v>
                </c:pt>
                <c:pt idx="6551">
                  <c:v>45269</c:v>
                </c:pt>
                <c:pt idx="6552">
                  <c:v>45270</c:v>
                </c:pt>
                <c:pt idx="6553">
                  <c:v>45271</c:v>
                </c:pt>
                <c:pt idx="6554">
                  <c:v>45272</c:v>
                </c:pt>
                <c:pt idx="6555">
                  <c:v>45273</c:v>
                </c:pt>
                <c:pt idx="6556">
                  <c:v>45274</c:v>
                </c:pt>
                <c:pt idx="6557">
                  <c:v>45275</c:v>
                </c:pt>
                <c:pt idx="6558">
                  <c:v>45276</c:v>
                </c:pt>
                <c:pt idx="6559">
                  <c:v>45277</c:v>
                </c:pt>
                <c:pt idx="6560">
                  <c:v>45278</c:v>
                </c:pt>
                <c:pt idx="6561">
                  <c:v>45279</c:v>
                </c:pt>
                <c:pt idx="6562">
                  <c:v>45280</c:v>
                </c:pt>
                <c:pt idx="6563">
                  <c:v>45281</c:v>
                </c:pt>
                <c:pt idx="6564">
                  <c:v>45282</c:v>
                </c:pt>
                <c:pt idx="6565">
                  <c:v>45283</c:v>
                </c:pt>
                <c:pt idx="6566">
                  <c:v>45284</c:v>
                </c:pt>
                <c:pt idx="6567">
                  <c:v>45285</c:v>
                </c:pt>
                <c:pt idx="6568">
                  <c:v>45286</c:v>
                </c:pt>
                <c:pt idx="6569">
                  <c:v>45287</c:v>
                </c:pt>
                <c:pt idx="6570">
                  <c:v>45288</c:v>
                </c:pt>
                <c:pt idx="6571">
                  <c:v>45289</c:v>
                </c:pt>
                <c:pt idx="6572">
                  <c:v>45290</c:v>
                </c:pt>
                <c:pt idx="6573">
                  <c:v>45291</c:v>
                </c:pt>
                <c:pt idx="6574">
                  <c:v>45292</c:v>
                </c:pt>
                <c:pt idx="6575">
                  <c:v>45293</c:v>
                </c:pt>
                <c:pt idx="6576">
                  <c:v>45294</c:v>
                </c:pt>
                <c:pt idx="6577">
                  <c:v>45295</c:v>
                </c:pt>
                <c:pt idx="6578">
                  <c:v>45296</c:v>
                </c:pt>
                <c:pt idx="6579">
                  <c:v>45297</c:v>
                </c:pt>
                <c:pt idx="6580">
                  <c:v>45298</c:v>
                </c:pt>
                <c:pt idx="6581">
                  <c:v>45299</c:v>
                </c:pt>
                <c:pt idx="6582">
                  <c:v>45300</c:v>
                </c:pt>
                <c:pt idx="6583">
                  <c:v>45301</c:v>
                </c:pt>
                <c:pt idx="6584">
                  <c:v>45302</c:v>
                </c:pt>
                <c:pt idx="6585">
                  <c:v>45303</c:v>
                </c:pt>
                <c:pt idx="6586">
                  <c:v>45304</c:v>
                </c:pt>
                <c:pt idx="6587">
                  <c:v>45305</c:v>
                </c:pt>
                <c:pt idx="6588">
                  <c:v>45306</c:v>
                </c:pt>
                <c:pt idx="6589">
                  <c:v>45307</c:v>
                </c:pt>
                <c:pt idx="6590">
                  <c:v>45308</c:v>
                </c:pt>
                <c:pt idx="6591">
                  <c:v>45309</c:v>
                </c:pt>
                <c:pt idx="6592">
                  <c:v>45310</c:v>
                </c:pt>
                <c:pt idx="6593">
                  <c:v>45311</c:v>
                </c:pt>
                <c:pt idx="6594">
                  <c:v>45312</c:v>
                </c:pt>
                <c:pt idx="6595">
                  <c:v>45313</c:v>
                </c:pt>
                <c:pt idx="6596">
                  <c:v>45314</c:v>
                </c:pt>
                <c:pt idx="6597">
                  <c:v>45315</c:v>
                </c:pt>
                <c:pt idx="6598">
                  <c:v>45316</c:v>
                </c:pt>
                <c:pt idx="6599">
                  <c:v>45317</c:v>
                </c:pt>
                <c:pt idx="6600">
                  <c:v>45318</c:v>
                </c:pt>
                <c:pt idx="6601">
                  <c:v>45319</c:v>
                </c:pt>
                <c:pt idx="6602">
                  <c:v>45320</c:v>
                </c:pt>
                <c:pt idx="6603">
                  <c:v>45321</c:v>
                </c:pt>
                <c:pt idx="6604">
                  <c:v>45322</c:v>
                </c:pt>
                <c:pt idx="6605">
                  <c:v>45323</c:v>
                </c:pt>
                <c:pt idx="6606">
                  <c:v>45324</c:v>
                </c:pt>
                <c:pt idx="6607">
                  <c:v>45325</c:v>
                </c:pt>
                <c:pt idx="6608">
                  <c:v>45326</c:v>
                </c:pt>
                <c:pt idx="6609">
                  <c:v>45327</c:v>
                </c:pt>
                <c:pt idx="6610">
                  <c:v>45328</c:v>
                </c:pt>
                <c:pt idx="6611">
                  <c:v>45329</c:v>
                </c:pt>
                <c:pt idx="6612">
                  <c:v>45330</c:v>
                </c:pt>
                <c:pt idx="6613">
                  <c:v>45331</c:v>
                </c:pt>
                <c:pt idx="6614">
                  <c:v>45332</c:v>
                </c:pt>
                <c:pt idx="6615">
                  <c:v>45333</c:v>
                </c:pt>
                <c:pt idx="6616">
                  <c:v>45334</c:v>
                </c:pt>
                <c:pt idx="6617">
                  <c:v>45335</c:v>
                </c:pt>
                <c:pt idx="6618">
                  <c:v>45336</c:v>
                </c:pt>
                <c:pt idx="6619">
                  <c:v>45337</c:v>
                </c:pt>
                <c:pt idx="6620">
                  <c:v>45338</c:v>
                </c:pt>
                <c:pt idx="6621">
                  <c:v>45339</c:v>
                </c:pt>
                <c:pt idx="6622">
                  <c:v>45340</c:v>
                </c:pt>
                <c:pt idx="6623">
                  <c:v>45341</c:v>
                </c:pt>
                <c:pt idx="6624">
                  <c:v>45342</c:v>
                </c:pt>
                <c:pt idx="6625">
                  <c:v>45343</c:v>
                </c:pt>
                <c:pt idx="6626">
                  <c:v>45344</c:v>
                </c:pt>
                <c:pt idx="6627">
                  <c:v>45345</c:v>
                </c:pt>
                <c:pt idx="6628">
                  <c:v>45346</c:v>
                </c:pt>
                <c:pt idx="6629">
                  <c:v>45347</c:v>
                </c:pt>
                <c:pt idx="6630">
                  <c:v>45348</c:v>
                </c:pt>
                <c:pt idx="6631">
                  <c:v>45349</c:v>
                </c:pt>
                <c:pt idx="6632">
                  <c:v>45350</c:v>
                </c:pt>
                <c:pt idx="6633">
                  <c:v>45351</c:v>
                </c:pt>
                <c:pt idx="6634">
                  <c:v>45352</c:v>
                </c:pt>
                <c:pt idx="6635">
                  <c:v>45353</c:v>
                </c:pt>
                <c:pt idx="6636">
                  <c:v>45354</c:v>
                </c:pt>
              </c:numCache>
            </c:numRef>
          </c:cat>
          <c:val>
            <c:numRef>
              <c:f>价差走势表!$BZ$2:$BZ$6638</c:f>
              <c:numCache>
                <c:formatCode>0_);[Red]\(0\)</c:formatCode>
                <c:ptCount val="6637"/>
                <c:pt idx="0">
                  <c:v>25523</c:v>
                </c:pt>
                <c:pt idx="1">
                  <c:v>25523</c:v>
                </c:pt>
                <c:pt idx="2">
                  <c:v>25523</c:v>
                </c:pt>
                <c:pt idx="3">
                  <c:v>25523</c:v>
                </c:pt>
                <c:pt idx="4">
                  <c:v>25523</c:v>
                </c:pt>
                <c:pt idx="5">
                  <c:v>25523</c:v>
                </c:pt>
                <c:pt idx="6">
                  <c:v>25523</c:v>
                </c:pt>
                <c:pt idx="7">
                  <c:v>25523</c:v>
                </c:pt>
                <c:pt idx="8">
                  <c:v>25523</c:v>
                </c:pt>
                <c:pt idx="9">
                  <c:v>25523</c:v>
                </c:pt>
                <c:pt idx="10">
                  <c:v>25523</c:v>
                </c:pt>
                <c:pt idx="11">
                  <c:v>25523</c:v>
                </c:pt>
                <c:pt idx="12">
                  <c:v>25523</c:v>
                </c:pt>
                <c:pt idx="13">
                  <c:v>25496</c:v>
                </c:pt>
                <c:pt idx="14">
                  <c:v>25496</c:v>
                </c:pt>
                <c:pt idx="15">
                  <c:v>25496</c:v>
                </c:pt>
                <c:pt idx="16">
                  <c:v>25496</c:v>
                </c:pt>
                <c:pt idx="17">
                  <c:v>23296</c:v>
                </c:pt>
                <c:pt idx="18">
                  <c:v>23296</c:v>
                </c:pt>
                <c:pt idx="19">
                  <c:v>23296</c:v>
                </c:pt>
                <c:pt idx="20">
                  <c:v>23296</c:v>
                </c:pt>
                <c:pt idx="21">
                  <c:v>23296</c:v>
                </c:pt>
                <c:pt idx="22">
                  <c:v>23296</c:v>
                </c:pt>
                <c:pt idx="23">
                  <c:v>23296</c:v>
                </c:pt>
                <c:pt idx="24">
                  <c:v>23296</c:v>
                </c:pt>
                <c:pt idx="25">
                  <c:v>23296</c:v>
                </c:pt>
                <c:pt idx="26">
                  <c:v>23296</c:v>
                </c:pt>
                <c:pt idx="27">
                  <c:v>23296</c:v>
                </c:pt>
                <c:pt idx="28">
                  <c:v>23296</c:v>
                </c:pt>
                <c:pt idx="29">
                  <c:v>23296</c:v>
                </c:pt>
                <c:pt idx="30">
                  <c:v>23296</c:v>
                </c:pt>
                <c:pt idx="31">
                  <c:v>23269</c:v>
                </c:pt>
                <c:pt idx="32">
                  <c:v>23269</c:v>
                </c:pt>
                <c:pt idx="33">
                  <c:v>23269</c:v>
                </c:pt>
                <c:pt idx="34">
                  <c:v>23269</c:v>
                </c:pt>
                <c:pt idx="35">
                  <c:v>23269</c:v>
                </c:pt>
                <c:pt idx="36">
                  <c:v>23269</c:v>
                </c:pt>
                <c:pt idx="37">
                  <c:v>23269</c:v>
                </c:pt>
                <c:pt idx="38">
                  <c:v>23269</c:v>
                </c:pt>
                <c:pt idx="39">
                  <c:v>23269</c:v>
                </c:pt>
                <c:pt idx="40">
                  <c:v>24769</c:v>
                </c:pt>
                <c:pt idx="41">
                  <c:v>24769</c:v>
                </c:pt>
                <c:pt idx="42">
                  <c:v>24769</c:v>
                </c:pt>
                <c:pt idx="43">
                  <c:v>24715</c:v>
                </c:pt>
                <c:pt idx="44">
                  <c:v>25015</c:v>
                </c:pt>
                <c:pt idx="45">
                  <c:v>25015</c:v>
                </c:pt>
                <c:pt idx="46">
                  <c:v>25015</c:v>
                </c:pt>
                <c:pt idx="47">
                  <c:v>25015</c:v>
                </c:pt>
                <c:pt idx="48">
                  <c:v>25015</c:v>
                </c:pt>
                <c:pt idx="49">
                  <c:v>25015</c:v>
                </c:pt>
                <c:pt idx="50">
                  <c:v>25015</c:v>
                </c:pt>
                <c:pt idx="51">
                  <c:v>25015</c:v>
                </c:pt>
                <c:pt idx="52">
                  <c:v>25015</c:v>
                </c:pt>
                <c:pt idx="53">
                  <c:v>25015</c:v>
                </c:pt>
                <c:pt idx="54">
                  <c:v>25015</c:v>
                </c:pt>
                <c:pt idx="55">
                  <c:v>25015</c:v>
                </c:pt>
                <c:pt idx="56">
                  <c:v>25015</c:v>
                </c:pt>
                <c:pt idx="57">
                  <c:v>25015</c:v>
                </c:pt>
                <c:pt idx="58">
                  <c:v>25015</c:v>
                </c:pt>
                <c:pt idx="59">
                  <c:v>25015</c:v>
                </c:pt>
                <c:pt idx="60">
                  <c:v>25215</c:v>
                </c:pt>
                <c:pt idx="61">
                  <c:v>24915</c:v>
                </c:pt>
                <c:pt idx="62">
                  <c:v>24915</c:v>
                </c:pt>
                <c:pt idx="63">
                  <c:v>24915</c:v>
                </c:pt>
                <c:pt idx="64">
                  <c:v>24915</c:v>
                </c:pt>
                <c:pt idx="65">
                  <c:v>24915</c:v>
                </c:pt>
                <c:pt idx="66">
                  <c:v>24915</c:v>
                </c:pt>
                <c:pt idx="67">
                  <c:v>24915</c:v>
                </c:pt>
                <c:pt idx="68">
                  <c:v>24215</c:v>
                </c:pt>
                <c:pt idx="69">
                  <c:v>24215</c:v>
                </c:pt>
                <c:pt idx="70">
                  <c:v>24215</c:v>
                </c:pt>
                <c:pt idx="71">
                  <c:v>24215</c:v>
                </c:pt>
                <c:pt idx="72">
                  <c:v>24215</c:v>
                </c:pt>
                <c:pt idx="73">
                  <c:v>24215</c:v>
                </c:pt>
                <c:pt idx="74">
                  <c:v>24215</c:v>
                </c:pt>
                <c:pt idx="75">
                  <c:v>24215</c:v>
                </c:pt>
                <c:pt idx="76">
                  <c:v>24215</c:v>
                </c:pt>
                <c:pt idx="77">
                  <c:v>24215</c:v>
                </c:pt>
                <c:pt idx="78">
                  <c:v>24215</c:v>
                </c:pt>
                <c:pt idx="79">
                  <c:v>24215</c:v>
                </c:pt>
                <c:pt idx="80">
                  <c:v>24215</c:v>
                </c:pt>
                <c:pt idx="81">
                  <c:v>24242</c:v>
                </c:pt>
                <c:pt idx="82">
                  <c:v>24242</c:v>
                </c:pt>
                <c:pt idx="83">
                  <c:v>24242</c:v>
                </c:pt>
                <c:pt idx="84">
                  <c:v>24242</c:v>
                </c:pt>
                <c:pt idx="85">
                  <c:v>24242</c:v>
                </c:pt>
                <c:pt idx="86">
                  <c:v>24242</c:v>
                </c:pt>
                <c:pt idx="87">
                  <c:v>24242</c:v>
                </c:pt>
                <c:pt idx="88">
                  <c:v>24242</c:v>
                </c:pt>
                <c:pt idx="89">
                  <c:v>24242</c:v>
                </c:pt>
                <c:pt idx="90">
                  <c:v>24242</c:v>
                </c:pt>
                <c:pt idx="91">
                  <c:v>24242</c:v>
                </c:pt>
                <c:pt idx="92">
                  <c:v>23742</c:v>
                </c:pt>
                <c:pt idx="93">
                  <c:v>23742</c:v>
                </c:pt>
                <c:pt idx="94">
                  <c:v>23769</c:v>
                </c:pt>
                <c:pt idx="95">
                  <c:v>23769</c:v>
                </c:pt>
                <c:pt idx="96">
                  <c:v>23769</c:v>
                </c:pt>
                <c:pt idx="97">
                  <c:v>23769</c:v>
                </c:pt>
                <c:pt idx="98">
                  <c:v>23769</c:v>
                </c:pt>
                <c:pt idx="99">
                  <c:v>23769</c:v>
                </c:pt>
                <c:pt idx="100">
                  <c:v>23769</c:v>
                </c:pt>
                <c:pt idx="101">
                  <c:v>23796</c:v>
                </c:pt>
                <c:pt idx="102">
                  <c:v>23796</c:v>
                </c:pt>
                <c:pt idx="103">
                  <c:v>23796</c:v>
                </c:pt>
                <c:pt idx="104">
                  <c:v>23796</c:v>
                </c:pt>
                <c:pt idx="105">
                  <c:v>23796</c:v>
                </c:pt>
                <c:pt idx="106">
                  <c:v>23796</c:v>
                </c:pt>
                <c:pt idx="107">
                  <c:v>23796</c:v>
                </c:pt>
                <c:pt idx="108">
                  <c:v>23796</c:v>
                </c:pt>
                <c:pt idx="109">
                  <c:v>23796</c:v>
                </c:pt>
                <c:pt idx="110">
                  <c:v>23796</c:v>
                </c:pt>
                <c:pt idx="111">
                  <c:v>23796</c:v>
                </c:pt>
                <c:pt idx="112">
                  <c:v>23796</c:v>
                </c:pt>
                <c:pt idx="113">
                  <c:v>23796</c:v>
                </c:pt>
                <c:pt idx="114">
                  <c:v>23796</c:v>
                </c:pt>
                <c:pt idx="115">
                  <c:v>23796</c:v>
                </c:pt>
                <c:pt idx="116">
                  <c:v>23796</c:v>
                </c:pt>
                <c:pt idx="117">
                  <c:v>23796</c:v>
                </c:pt>
                <c:pt idx="118">
                  <c:v>23796</c:v>
                </c:pt>
                <c:pt idx="119">
                  <c:v>23796</c:v>
                </c:pt>
                <c:pt idx="120">
                  <c:v>23796</c:v>
                </c:pt>
                <c:pt idx="121">
                  <c:v>23796</c:v>
                </c:pt>
                <c:pt idx="122">
                  <c:v>23796</c:v>
                </c:pt>
                <c:pt idx="123">
                  <c:v>23796</c:v>
                </c:pt>
                <c:pt idx="124">
                  <c:v>23796</c:v>
                </c:pt>
                <c:pt idx="125">
                  <c:v>23796</c:v>
                </c:pt>
                <c:pt idx="126">
                  <c:v>23796</c:v>
                </c:pt>
                <c:pt idx="127">
                  <c:v>23796</c:v>
                </c:pt>
                <c:pt idx="128">
                  <c:v>23796</c:v>
                </c:pt>
                <c:pt idx="129">
                  <c:v>23796</c:v>
                </c:pt>
                <c:pt idx="130">
                  <c:v>23796</c:v>
                </c:pt>
                <c:pt idx="131">
                  <c:v>23796</c:v>
                </c:pt>
                <c:pt idx="132">
                  <c:v>23796</c:v>
                </c:pt>
                <c:pt idx="133">
                  <c:v>23796</c:v>
                </c:pt>
                <c:pt idx="134">
                  <c:v>23796</c:v>
                </c:pt>
                <c:pt idx="135">
                  <c:v>23796</c:v>
                </c:pt>
                <c:pt idx="136">
                  <c:v>23796</c:v>
                </c:pt>
                <c:pt idx="137">
                  <c:v>23796</c:v>
                </c:pt>
                <c:pt idx="138">
                  <c:v>23796</c:v>
                </c:pt>
                <c:pt idx="139">
                  <c:v>23796</c:v>
                </c:pt>
                <c:pt idx="140">
                  <c:v>23796</c:v>
                </c:pt>
                <c:pt idx="141">
                  <c:v>23796</c:v>
                </c:pt>
                <c:pt idx="142">
                  <c:v>23796</c:v>
                </c:pt>
                <c:pt idx="143">
                  <c:v>23796</c:v>
                </c:pt>
                <c:pt idx="144">
                  <c:v>23796</c:v>
                </c:pt>
                <c:pt idx="145">
                  <c:v>23796</c:v>
                </c:pt>
                <c:pt idx="146">
                  <c:v>23796</c:v>
                </c:pt>
                <c:pt idx="147">
                  <c:v>23796</c:v>
                </c:pt>
                <c:pt idx="148">
                  <c:v>23796</c:v>
                </c:pt>
                <c:pt idx="149">
                  <c:v>24096</c:v>
                </c:pt>
                <c:pt idx="150">
                  <c:v>24096</c:v>
                </c:pt>
                <c:pt idx="151">
                  <c:v>24096</c:v>
                </c:pt>
                <c:pt idx="152">
                  <c:v>24096</c:v>
                </c:pt>
                <c:pt idx="153">
                  <c:v>24096</c:v>
                </c:pt>
                <c:pt idx="154">
                  <c:v>24096</c:v>
                </c:pt>
                <c:pt idx="155">
                  <c:v>24096</c:v>
                </c:pt>
                <c:pt idx="156">
                  <c:v>24096</c:v>
                </c:pt>
                <c:pt idx="157">
                  <c:v>24296</c:v>
                </c:pt>
                <c:pt idx="158">
                  <c:v>24296</c:v>
                </c:pt>
                <c:pt idx="159">
                  <c:v>24296</c:v>
                </c:pt>
                <c:pt idx="160">
                  <c:v>24296</c:v>
                </c:pt>
                <c:pt idx="161">
                  <c:v>24296</c:v>
                </c:pt>
                <c:pt idx="162">
                  <c:v>24296</c:v>
                </c:pt>
                <c:pt idx="163">
                  <c:v>24296</c:v>
                </c:pt>
                <c:pt idx="164">
                  <c:v>24296</c:v>
                </c:pt>
                <c:pt idx="165">
                  <c:v>24296</c:v>
                </c:pt>
                <c:pt idx="166">
                  <c:v>24296</c:v>
                </c:pt>
                <c:pt idx="167">
                  <c:v>24296</c:v>
                </c:pt>
                <c:pt idx="168">
                  <c:v>24296</c:v>
                </c:pt>
                <c:pt idx="169">
                  <c:v>24296</c:v>
                </c:pt>
                <c:pt idx="170">
                  <c:v>24296</c:v>
                </c:pt>
                <c:pt idx="171">
                  <c:v>24296</c:v>
                </c:pt>
                <c:pt idx="172">
                  <c:v>24296</c:v>
                </c:pt>
                <c:pt idx="173">
                  <c:v>24296</c:v>
                </c:pt>
                <c:pt idx="174">
                  <c:v>24296</c:v>
                </c:pt>
                <c:pt idx="175">
                  <c:v>24296</c:v>
                </c:pt>
                <c:pt idx="176">
                  <c:v>24296</c:v>
                </c:pt>
                <c:pt idx="177">
                  <c:v>24296</c:v>
                </c:pt>
                <c:pt idx="178">
                  <c:v>24296</c:v>
                </c:pt>
                <c:pt idx="179">
                  <c:v>24296</c:v>
                </c:pt>
                <c:pt idx="180">
                  <c:v>24296</c:v>
                </c:pt>
                <c:pt idx="181">
                  <c:v>24296</c:v>
                </c:pt>
                <c:pt idx="182">
                  <c:v>24296</c:v>
                </c:pt>
                <c:pt idx="183">
                  <c:v>23796</c:v>
                </c:pt>
                <c:pt idx="184">
                  <c:v>23796</c:v>
                </c:pt>
                <c:pt idx="185">
                  <c:v>23796</c:v>
                </c:pt>
                <c:pt idx="186">
                  <c:v>23796</c:v>
                </c:pt>
                <c:pt idx="187">
                  <c:v>23796</c:v>
                </c:pt>
                <c:pt idx="188">
                  <c:v>23796</c:v>
                </c:pt>
                <c:pt idx="189">
                  <c:v>23796</c:v>
                </c:pt>
                <c:pt idx="190">
                  <c:v>23796</c:v>
                </c:pt>
                <c:pt idx="191">
                  <c:v>23796</c:v>
                </c:pt>
                <c:pt idx="192">
                  <c:v>23796</c:v>
                </c:pt>
                <c:pt idx="193">
                  <c:v>23796</c:v>
                </c:pt>
                <c:pt idx="194">
                  <c:v>23796</c:v>
                </c:pt>
                <c:pt idx="195">
                  <c:v>23796</c:v>
                </c:pt>
                <c:pt idx="196">
                  <c:v>23796</c:v>
                </c:pt>
                <c:pt idx="197">
                  <c:v>23796</c:v>
                </c:pt>
                <c:pt idx="198">
                  <c:v>23796</c:v>
                </c:pt>
                <c:pt idx="199">
                  <c:v>23796</c:v>
                </c:pt>
                <c:pt idx="200">
                  <c:v>23782.5</c:v>
                </c:pt>
                <c:pt idx="201">
                  <c:v>23782.5</c:v>
                </c:pt>
                <c:pt idx="202">
                  <c:v>23782.5</c:v>
                </c:pt>
                <c:pt idx="203">
                  <c:v>23782.5</c:v>
                </c:pt>
                <c:pt idx="204">
                  <c:v>23769</c:v>
                </c:pt>
                <c:pt idx="205">
                  <c:v>23769</c:v>
                </c:pt>
                <c:pt idx="206">
                  <c:v>23769</c:v>
                </c:pt>
                <c:pt idx="207">
                  <c:v>23769</c:v>
                </c:pt>
                <c:pt idx="208">
                  <c:v>23769</c:v>
                </c:pt>
                <c:pt idx="209">
                  <c:v>23755.5</c:v>
                </c:pt>
                <c:pt idx="210">
                  <c:v>23755.5</c:v>
                </c:pt>
                <c:pt idx="211">
                  <c:v>23755.5</c:v>
                </c:pt>
                <c:pt idx="212">
                  <c:v>23755.5</c:v>
                </c:pt>
                <c:pt idx="213">
                  <c:v>23742</c:v>
                </c:pt>
                <c:pt idx="214">
                  <c:v>23742</c:v>
                </c:pt>
                <c:pt idx="215">
                  <c:v>23742</c:v>
                </c:pt>
                <c:pt idx="216">
                  <c:v>23742</c:v>
                </c:pt>
                <c:pt idx="217">
                  <c:v>23742</c:v>
                </c:pt>
                <c:pt idx="218">
                  <c:v>23742</c:v>
                </c:pt>
                <c:pt idx="219">
                  <c:v>23742</c:v>
                </c:pt>
                <c:pt idx="220">
                  <c:v>23742</c:v>
                </c:pt>
                <c:pt idx="221">
                  <c:v>23742</c:v>
                </c:pt>
                <c:pt idx="222">
                  <c:v>23742</c:v>
                </c:pt>
                <c:pt idx="223">
                  <c:v>23742</c:v>
                </c:pt>
                <c:pt idx="224">
                  <c:v>23701.5</c:v>
                </c:pt>
                <c:pt idx="225">
                  <c:v>23701.5</c:v>
                </c:pt>
                <c:pt idx="226">
                  <c:v>23701.5</c:v>
                </c:pt>
                <c:pt idx="227">
                  <c:v>23701.5</c:v>
                </c:pt>
                <c:pt idx="228">
                  <c:v>23701.5</c:v>
                </c:pt>
                <c:pt idx="229">
                  <c:v>23701.5</c:v>
                </c:pt>
                <c:pt idx="230">
                  <c:v>23701.5</c:v>
                </c:pt>
                <c:pt idx="231">
                  <c:v>23701.5</c:v>
                </c:pt>
                <c:pt idx="232">
                  <c:v>23701.5</c:v>
                </c:pt>
                <c:pt idx="233">
                  <c:v>23688</c:v>
                </c:pt>
                <c:pt idx="234">
                  <c:v>23688</c:v>
                </c:pt>
                <c:pt idx="235">
                  <c:v>23688</c:v>
                </c:pt>
                <c:pt idx="236">
                  <c:v>23688</c:v>
                </c:pt>
                <c:pt idx="237">
                  <c:v>23688</c:v>
                </c:pt>
                <c:pt idx="238">
                  <c:v>23688</c:v>
                </c:pt>
                <c:pt idx="239">
                  <c:v>23688</c:v>
                </c:pt>
                <c:pt idx="240">
                  <c:v>23688</c:v>
                </c:pt>
                <c:pt idx="241">
                  <c:v>23688</c:v>
                </c:pt>
                <c:pt idx="242">
                  <c:v>23688</c:v>
                </c:pt>
                <c:pt idx="243">
                  <c:v>23688</c:v>
                </c:pt>
                <c:pt idx="244">
                  <c:v>23688</c:v>
                </c:pt>
                <c:pt idx="245">
                  <c:v>23688</c:v>
                </c:pt>
                <c:pt idx="246">
                  <c:v>23688</c:v>
                </c:pt>
                <c:pt idx="247">
                  <c:v>23688</c:v>
                </c:pt>
                <c:pt idx="248">
                  <c:v>23688</c:v>
                </c:pt>
                <c:pt idx="249">
                  <c:v>23688</c:v>
                </c:pt>
                <c:pt idx="250">
                  <c:v>23647.5</c:v>
                </c:pt>
                <c:pt idx="251">
                  <c:v>23647.5</c:v>
                </c:pt>
                <c:pt idx="252">
                  <c:v>23647.5</c:v>
                </c:pt>
                <c:pt idx="253">
                  <c:v>23647.5</c:v>
                </c:pt>
                <c:pt idx="254">
                  <c:v>23647.5</c:v>
                </c:pt>
                <c:pt idx="255">
                  <c:v>23647.5</c:v>
                </c:pt>
                <c:pt idx="256">
                  <c:v>23647.5</c:v>
                </c:pt>
                <c:pt idx="257">
                  <c:v>23634</c:v>
                </c:pt>
                <c:pt idx="258">
                  <c:v>23634</c:v>
                </c:pt>
                <c:pt idx="259">
                  <c:v>23634</c:v>
                </c:pt>
                <c:pt idx="260">
                  <c:v>23634</c:v>
                </c:pt>
                <c:pt idx="261">
                  <c:v>24134</c:v>
                </c:pt>
                <c:pt idx="262">
                  <c:v>24134</c:v>
                </c:pt>
                <c:pt idx="263">
                  <c:v>24134</c:v>
                </c:pt>
                <c:pt idx="264">
                  <c:v>24134</c:v>
                </c:pt>
                <c:pt idx="265">
                  <c:v>24134</c:v>
                </c:pt>
                <c:pt idx="266">
                  <c:v>24134</c:v>
                </c:pt>
                <c:pt idx="267">
                  <c:v>24134</c:v>
                </c:pt>
                <c:pt idx="268">
                  <c:v>24134</c:v>
                </c:pt>
                <c:pt idx="269">
                  <c:v>24134</c:v>
                </c:pt>
                <c:pt idx="270">
                  <c:v>24134</c:v>
                </c:pt>
                <c:pt idx="271">
                  <c:v>24134</c:v>
                </c:pt>
                <c:pt idx="272">
                  <c:v>24134</c:v>
                </c:pt>
                <c:pt idx="273">
                  <c:v>24134</c:v>
                </c:pt>
                <c:pt idx="274">
                  <c:v>24134</c:v>
                </c:pt>
                <c:pt idx="275">
                  <c:v>24134</c:v>
                </c:pt>
                <c:pt idx="276">
                  <c:v>24134</c:v>
                </c:pt>
                <c:pt idx="277">
                  <c:v>24134</c:v>
                </c:pt>
                <c:pt idx="278">
                  <c:v>24134</c:v>
                </c:pt>
                <c:pt idx="279">
                  <c:v>24134</c:v>
                </c:pt>
                <c:pt idx="280">
                  <c:v>24134</c:v>
                </c:pt>
                <c:pt idx="281">
                  <c:v>24134</c:v>
                </c:pt>
                <c:pt idx="282">
                  <c:v>24134</c:v>
                </c:pt>
                <c:pt idx="283">
                  <c:v>24834</c:v>
                </c:pt>
                <c:pt idx="284">
                  <c:v>24834</c:v>
                </c:pt>
                <c:pt idx="285">
                  <c:v>24834</c:v>
                </c:pt>
                <c:pt idx="286">
                  <c:v>24834</c:v>
                </c:pt>
                <c:pt idx="287">
                  <c:v>24834</c:v>
                </c:pt>
                <c:pt idx="288">
                  <c:v>24834</c:v>
                </c:pt>
                <c:pt idx="289">
                  <c:v>24834</c:v>
                </c:pt>
                <c:pt idx="290">
                  <c:v>24834</c:v>
                </c:pt>
                <c:pt idx="291">
                  <c:v>24834</c:v>
                </c:pt>
                <c:pt idx="292">
                  <c:v>24834</c:v>
                </c:pt>
                <c:pt idx="293">
                  <c:v>24834</c:v>
                </c:pt>
                <c:pt idx="294">
                  <c:v>24834</c:v>
                </c:pt>
                <c:pt idx="295">
                  <c:v>26134</c:v>
                </c:pt>
                <c:pt idx="296">
                  <c:v>26134</c:v>
                </c:pt>
                <c:pt idx="297">
                  <c:v>26134</c:v>
                </c:pt>
                <c:pt idx="298">
                  <c:v>26134</c:v>
                </c:pt>
                <c:pt idx="299">
                  <c:v>26134</c:v>
                </c:pt>
                <c:pt idx="300">
                  <c:v>26134</c:v>
                </c:pt>
                <c:pt idx="301">
                  <c:v>26120.5</c:v>
                </c:pt>
                <c:pt idx="302">
                  <c:v>26120.5</c:v>
                </c:pt>
                <c:pt idx="303">
                  <c:v>26120.5</c:v>
                </c:pt>
                <c:pt idx="304">
                  <c:v>26620.5</c:v>
                </c:pt>
                <c:pt idx="305">
                  <c:v>26620.5</c:v>
                </c:pt>
                <c:pt idx="306">
                  <c:v>26620.5</c:v>
                </c:pt>
                <c:pt idx="307">
                  <c:v>26620.5</c:v>
                </c:pt>
                <c:pt idx="308">
                  <c:v>26620.5</c:v>
                </c:pt>
                <c:pt idx="309">
                  <c:v>26620.5</c:v>
                </c:pt>
                <c:pt idx="310">
                  <c:v>26620.5</c:v>
                </c:pt>
                <c:pt idx="311">
                  <c:v>26620.5</c:v>
                </c:pt>
                <c:pt idx="312">
                  <c:v>26620.5</c:v>
                </c:pt>
                <c:pt idx="313">
                  <c:v>26620.5</c:v>
                </c:pt>
                <c:pt idx="314">
                  <c:v>26620.5</c:v>
                </c:pt>
                <c:pt idx="315">
                  <c:v>26620.5</c:v>
                </c:pt>
                <c:pt idx="316">
                  <c:v>27080</c:v>
                </c:pt>
                <c:pt idx="317">
                  <c:v>27080</c:v>
                </c:pt>
                <c:pt idx="318">
                  <c:v>27080</c:v>
                </c:pt>
                <c:pt idx="319">
                  <c:v>27080</c:v>
                </c:pt>
                <c:pt idx="320">
                  <c:v>27080</c:v>
                </c:pt>
                <c:pt idx="321">
                  <c:v>27080</c:v>
                </c:pt>
                <c:pt idx="322">
                  <c:v>27080</c:v>
                </c:pt>
                <c:pt idx="323">
                  <c:v>27080</c:v>
                </c:pt>
                <c:pt idx="324">
                  <c:v>27066.5</c:v>
                </c:pt>
                <c:pt idx="325">
                  <c:v>27066.5</c:v>
                </c:pt>
                <c:pt idx="326">
                  <c:v>27066.5</c:v>
                </c:pt>
                <c:pt idx="327">
                  <c:v>27066.5</c:v>
                </c:pt>
                <c:pt idx="328">
                  <c:v>27066.5</c:v>
                </c:pt>
                <c:pt idx="329">
                  <c:v>27066.5</c:v>
                </c:pt>
                <c:pt idx="330">
                  <c:v>27066.5</c:v>
                </c:pt>
                <c:pt idx="331">
                  <c:v>27026</c:v>
                </c:pt>
                <c:pt idx="332">
                  <c:v>27026</c:v>
                </c:pt>
                <c:pt idx="333">
                  <c:v>27026</c:v>
                </c:pt>
                <c:pt idx="334">
                  <c:v>27026</c:v>
                </c:pt>
                <c:pt idx="335">
                  <c:v>27026</c:v>
                </c:pt>
                <c:pt idx="336">
                  <c:v>27012.5</c:v>
                </c:pt>
                <c:pt idx="337">
                  <c:v>27012.5</c:v>
                </c:pt>
                <c:pt idx="338">
                  <c:v>27012.5</c:v>
                </c:pt>
                <c:pt idx="339">
                  <c:v>27012.5</c:v>
                </c:pt>
                <c:pt idx="340">
                  <c:v>27012.5</c:v>
                </c:pt>
                <c:pt idx="341">
                  <c:v>27012.5</c:v>
                </c:pt>
                <c:pt idx="342">
                  <c:v>26999</c:v>
                </c:pt>
                <c:pt idx="343">
                  <c:v>26999</c:v>
                </c:pt>
                <c:pt idx="344">
                  <c:v>26999</c:v>
                </c:pt>
                <c:pt idx="345">
                  <c:v>26999</c:v>
                </c:pt>
                <c:pt idx="346">
                  <c:v>26999</c:v>
                </c:pt>
                <c:pt idx="347">
                  <c:v>26999</c:v>
                </c:pt>
                <c:pt idx="348">
                  <c:v>26999</c:v>
                </c:pt>
                <c:pt idx="349">
                  <c:v>26999</c:v>
                </c:pt>
                <c:pt idx="350">
                  <c:v>26999</c:v>
                </c:pt>
                <c:pt idx="351">
                  <c:v>26999</c:v>
                </c:pt>
                <c:pt idx="352">
                  <c:v>26999</c:v>
                </c:pt>
                <c:pt idx="353">
                  <c:v>26999</c:v>
                </c:pt>
                <c:pt idx="354">
                  <c:v>26999</c:v>
                </c:pt>
                <c:pt idx="355">
                  <c:v>26999</c:v>
                </c:pt>
                <c:pt idx="356">
                  <c:v>26999</c:v>
                </c:pt>
                <c:pt idx="357">
                  <c:v>26999</c:v>
                </c:pt>
                <c:pt idx="358">
                  <c:v>26999</c:v>
                </c:pt>
                <c:pt idx="359">
                  <c:v>26999</c:v>
                </c:pt>
                <c:pt idx="360">
                  <c:v>26999</c:v>
                </c:pt>
                <c:pt idx="361">
                  <c:v>26999</c:v>
                </c:pt>
                <c:pt idx="362">
                  <c:v>26999</c:v>
                </c:pt>
                <c:pt idx="363">
                  <c:v>26999</c:v>
                </c:pt>
                <c:pt idx="364">
                  <c:v>26999</c:v>
                </c:pt>
                <c:pt idx="365">
                  <c:v>23929.75</c:v>
                </c:pt>
                <c:pt idx="366">
                  <c:v>23929.75</c:v>
                </c:pt>
                <c:pt idx="367">
                  <c:v>23929.75</c:v>
                </c:pt>
                <c:pt idx="368">
                  <c:v>23929.75</c:v>
                </c:pt>
                <c:pt idx="369">
                  <c:v>21429.75</c:v>
                </c:pt>
                <c:pt idx="370">
                  <c:v>21429.75</c:v>
                </c:pt>
                <c:pt idx="371">
                  <c:v>21429.75</c:v>
                </c:pt>
                <c:pt idx="372">
                  <c:v>21360.75</c:v>
                </c:pt>
                <c:pt idx="373">
                  <c:v>21360.75</c:v>
                </c:pt>
                <c:pt idx="374">
                  <c:v>21360.75</c:v>
                </c:pt>
                <c:pt idx="375">
                  <c:v>21360.75</c:v>
                </c:pt>
                <c:pt idx="376">
                  <c:v>21303.25</c:v>
                </c:pt>
                <c:pt idx="377">
                  <c:v>21303.25</c:v>
                </c:pt>
                <c:pt idx="378">
                  <c:v>21303.25</c:v>
                </c:pt>
                <c:pt idx="379">
                  <c:v>21303.25</c:v>
                </c:pt>
                <c:pt idx="380">
                  <c:v>21329.5</c:v>
                </c:pt>
                <c:pt idx="381">
                  <c:v>21314.75</c:v>
                </c:pt>
                <c:pt idx="382">
                  <c:v>21314.75</c:v>
                </c:pt>
                <c:pt idx="383">
                  <c:v>21300</c:v>
                </c:pt>
                <c:pt idx="384">
                  <c:v>21300</c:v>
                </c:pt>
                <c:pt idx="385">
                  <c:v>21277</c:v>
                </c:pt>
                <c:pt idx="386">
                  <c:v>21270.5</c:v>
                </c:pt>
                <c:pt idx="387">
                  <c:v>21241</c:v>
                </c:pt>
                <c:pt idx="388">
                  <c:v>21211.5</c:v>
                </c:pt>
                <c:pt idx="389">
                  <c:v>21182</c:v>
                </c:pt>
                <c:pt idx="390">
                  <c:v>21167.25</c:v>
                </c:pt>
                <c:pt idx="391">
                  <c:v>21167.25</c:v>
                </c:pt>
                <c:pt idx="392">
                  <c:v>21167.25</c:v>
                </c:pt>
                <c:pt idx="393">
                  <c:v>21152.5</c:v>
                </c:pt>
                <c:pt idx="394">
                  <c:v>21152.5</c:v>
                </c:pt>
                <c:pt idx="395">
                  <c:v>21152.5</c:v>
                </c:pt>
                <c:pt idx="396">
                  <c:v>21182</c:v>
                </c:pt>
                <c:pt idx="397">
                  <c:v>21211.5</c:v>
                </c:pt>
                <c:pt idx="398">
                  <c:v>21211.5</c:v>
                </c:pt>
                <c:pt idx="399">
                  <c:v>21211.5</c:v>
                </c:pt>
                <c:pt idx="400">
                  <c:v>20331</c:v>
                </c:pt>
                <c:pt idx="401">
                  <c:v>20291.5</c:v>
                </c:pt>
                <c:pt idx="402">
                  <c:v>22721</c:v>
                </c:pt>
                <c:pt idx="403">
                  <c:v>22732.799999999999</c:v>
                </c:pt>
                <c:pt idx="404">
                  <c:v>22750.5</c:v>
                </c:pt>
                <c:pt idx="405">
                  <c:v>22750.5</c:v>
                </c:pt>
                <c:pt idx="406">
                  <c:v>22750.5</c:v>
                </c:pt>
                <c:pt idx="407">
                  <c:v>22423.200000000001</c:v>
                </c:pt>
                <c:pt idx="408">
                  <c:v>22423.200000000001</c:v>
                </c:pt>
                <c:pt idx="409">
                  <c:v>22423.200000000001</c:v>
                </c:pt>
                <c:pt idx="410">
                  <c:v>22423.200000000001</c:v>
                </c:pt>
                <c:pt idx="411">
                  <c:v>22423.200000000001</c:v>
                </c:pt>
                <c:pt idx="412">
                  <c:v>22423.200000000001</c:v>
                </c:pt>
                <c:pt idx="413">
                  <c:v>22423.200000000001</c:v>
                </c:pt>
                <c:pt idx="414">
                  <c:v>22423.200000000001</c:v>
                </c:pt>
                <c:pt idx="415">
                  <c:v>22423.200000000001</c:v>
                </c:pt>
                <c:pt idx="416">
                  <c:v>22423.200000000001</c:v>
                </c:pt>
                <c:pt idx="417">
                  <c:v>22423.200000000001</c:v>
                </c:pt>
                <c:pt idx="418">
                  <c:v>22423.200000000001</c:v>
                </c:pt>
                <c:pt idx="419">
                  <c:v>22423.200000000001</c:v>
                </c:pt>
                <c:pt idx="420">
                  <c:v>22423.200000000001</c:v>
                </c:pt>
                <c:pt idx="421">
                  <c:v>22376</c:v>
                </c:pt>
                <c:pt idx="422">
                  <c:v>22435</c:v>
                </c:pt>
                <c:pt idx="423">
                  <c:v>22405.5</c:v>
                </c:pt>
                <c:pt idx="424">
                  <c:v>22435</c:v>
                </c:pt>
                <c:pt idx="425">
                  <c:v>22464.5</c:v>
                </c:pt>
                <c:pt idx="426">
                  <c:v>22464.5</c:v>
                </c:pt>
                <c:pt idx="427">
                  <c:v>22464.5</c:v>
                </c:pt>
                <c:pt idx="428">
                  <c:v>22682.7</c:v>
                </c:pt>
                <c:pt idx="429">
                  <c:v>22682.7</c:v>
                </c:pt>
                <c:pt idx="430">
                  <c:v>22694.5</c:v>
                </c:pt>
                <c:pt idx="431">
                  <c:v>22694.5</c:v>
                </c:pt>
                <c:pt idx="432">
                  <c:v>22706.3</c:v>
                </c:pt>
                <c:pt idx="433">
                  <c:v>22706.3</c:v>
                </c:pt>
                <c:pt idx="434">
                  <c:v>22706.3</c:v>
                </c:pt>
                <c:pt idx="435">
                  <c:v>22724</c:v>
                </c:pt>
                <c:pt idx="436">
                  <c:v>22753.5</c:v>
                </c:pt>
                <c:pt idx="437">
                  <c:v>23765.3</c:v>
                </c:pt>
                <c:pt idx="438">
                  <c:v>23783</c:v>
                </c:pt>
                <c:pt idx="439">
                  <c:v>23800.7</c:v>
                </c:pt>
                <c:pt idx="440">
                  <c:v>23865.599999999999</c:v>
                </c:pt>
                <c:pt idx="441">
                  <c:v>23865.599999999999</c:v>
                </c:pt>
                <c:pt idx="442">
                  <c:v>23865.599999999999</c:v>
                </c:pt>
                <c:pt idx="443">
                  <c:v>23901</c:v>
                </c:pt>
                <c:pt idx="444">
                  <c:v>23930.5</c:v>
                </c:pt>
                <c:pt idx="445">
                  <c:v>23989.5</c:v>
                </c:pt>
                <c:pt idx="446">
                  <c:v>24019</c:v>
                </c:pt>
                <c:pt idx="447">
                  <c:v>24019</c:v>
                </c:pt>
                <c:pt idx="448">
                  <c:v>24019</c:v>
                </c:pt>
                <c:pt idx="449">
                  <c:v>24048.5</c:v>
                </c:pt>
                <c:pt idx="450">
                  <c:v>24019</c:v>
                </c:pt>
                <c:pt idx="451">
                  <c:v>23989.5</c:v>
                </c:pt>
                <c:pt idx="452">
                  <c:v>23977.7</c:v>
                </c:pt>
                <c:pt idx="453">
                  <c:v>23960</c:v>
                </c:pt>
                <c:pt idx="454">
                  <c:v>23960</c:v>
                </c:pt>
                <c:pt idx="455">
                  <c:v>23960</c:v>
                </c:pt>
                <c:pt idx="456">
                  <c:v>23930.5</c:v>
                </c:pt>
                <c:pt idx="457">
                  <c:v>23948.2</c:v>
                </c:pt>
                <c:pt idx="458">
                  <c:v>23918.7</c:v>
                </c:pt>
                <c:pt idx="459">
                  <c:v>23918.7</c:v>
                </c:pt>
                <c:pt idx="460">
                  <c:v>23918.7</c:v>
                </c:pt>
                <c:pt idx="461">
                  <c:v>23918.7</c:v>
                </c:pt>
                <c:pt idx="462">
                  <c:v>23918.7</c:v>
                </c:pt>
                <c:pt idx="463">
                  <c:v>23960</c:v>
                </c:pt>
                <c:pt idx="464">
                  <c:v>23489.5</c:v>
                </c:pt>
                <c:pt idx="465">
                  <c:v>23519</c:v>
                </c:pt>
                <c:pt idx="466">
                  <c:v>23536.7</c:v>
                </c:pt>
                <c:pt idx="467">
                  <c:v>23548.5</c:v>
                </c:pt>
                <c:pt idx="468">
                  <c:v>23548.5</c:v>
                </c:pt>
                <c:pt idx="469">
                  <c:v>23548.5</c:v>
                </c:pt>
                <c:pt idx="470">
                  <c:v>23566.2</c:v>
                </c:pt>
                <c:pt idx="471">
                  <c:v>23566.2</c:v>
                </c:pt>
                <c:pt idx="472">
                  <c:v>23578</c:v>
                </c:pt>
                <c:pt idx="473">
                  <c:v>23578</c:v>
                </c:pt>
                <c:pt idx="474">
                  <c:v>23589.8</c:v>
                </c:pt>
                <c:pt idx="475">
                  <c:v>23589.8</c:v>
                </c:pt>
                <c:pt idx="476">
                  <c:v>23589.8</c:v>
                </c:pt>
                <c:pt idx="477">
                  <c:v>23940.7</c:v>
                </c:pt>
                <c:pt idx="478">
                  <c:v>23940.7</c:v>
                </c:pt>
                <c:pt idx="479">
                  <c:v>23940.7</c:v>
                </c:pt>
                <c:pt idx="480">
                  <c:v>23952.5</c:v>
                </c:pt>
                <c:pt idx="481">
                  <c:v>24033.5</c:v>
                </c:pt>
                <c:pt idx="482">
                  <c:v>24051.200000000001</c:v>
                </c:pt>
                <c:pt idx="483">
                  <c:v>24033.5</c:v>
                </c:pt>
                <c:pt idx="484">
                  <c:v>24063</c:v>
                </c:pt>
                <c:pt idx="485">
                  <c:v>24063</c:v>
                </c:pt>
                <c:pt idx="486">
                  <c:v>24063</c:v>
                </c:pt>
                <c:pt idx="487">
                  <c:v>24063</c:v>
                </c:pt>
                <c:pt idx="488">
                  <c:v>24063</c:v>
                </c:pt>
                <c:pt idx="489">
                  <c:v>24063</c:v>
                </c:pt>
                <c:pt idx="490">
                  <c:v>24063</c:v>
                </c:pt>
                <c:pt idx="491">
                  <c:v>24063</c:v>
                </c:pt>
                <c:pt idx="492">
                  <c:v>24063</c:v>
                </c:pt>
                <c:pt idx="493">
                  <c:v>24072.7</c:v>
                </c:pt>
                <c:pt idx="494">
                  <c:v>24084.5</c:v>
                </c:pt>
                <c:pt idx="495">
                  <c:v>24096.3</c:v>
                </c:pt>
                <c:pt idx="496">
                  <c:v>24084.5</c:v>
                </c:pt>
                <c:pt idx="497">
                  <c:v>24084.5</c:v>
                </c:pt>
                <c:pt idx="498">
                  <c:v>23826.2</c:v>
                </c:pt>
                <c:pt idx="499">
                  <c:v>23757</c:v>
                </c:pt>
                <c:pt idx="500">
                  <c:v>23757</c:v>
                </c:pt>
                <c:pt idx="501">
                  <c:v>23762.9</c:v>
                </c:pt>
                <c:pt idx="502">
                  <c:v>23705.7</c:v>
                </c:pt>
                <c:pt idx="503">
                  <c:v>23705.7</c:v>
                </c:pt>
                <c:pt idx="504">
                  <c:v>23705.7</c:v>
                </c:pt>
                <c:pt idx="505">
                  <c:v>23705.7</c:v>
                </c:pt>
                <c:pt idx="506">
                  <c:v>23699.8</c:v>
                </c:pt>
                <c:pt idx="507">
                  <c:v>23711</c:v>
                </c:pt>
                <c:pt idx="508">
                  <c:v>23699.200000000001</c:v>
                </c:pt>
                <c:pt idx="509">
                  <c:v>23693.3</c:v>
                </c:pt>
                <c:pt idx="510">
                  <c:v>23693.3</c:v>
                </c:pt>
                <c:pt idx="511">
                  <c:v>23693.3</c:v>
                </c:pt>
                <c:pt idx="512">
                  <c:v>23681.5</c:v>
                </c:pt>
                <c:pt idx="513">
                  <c:v>23663.8</c:v>
                </c:pt>
                <c:pt idx="514">
                  <c:v>23652</c:v>
                </c:pt>
                <c:pt idx="515">
                  <c:v>23634.3</c:v>
                </c:pt>
                <c:pt idx="516">
                  <c:v>23622.5</c:v>
                </c:pt>
                <c:pt idx="517">
                  <c:v>23622.5</c:v>
                </c:pt>
                <c:pt idx="518">
                  <c:v>23622.5</c:v>
                </c:pt>
                <c:pt idx="519">
                  <c:v>23810.7</c:v>
                </c:pt>
                <c:pt idx="520">
                  <c:v>23793</c:v>
                </c:pt>
                <c:pt idx="521">
                  <c:v>23787.1</c:v>
                </c:pt>
                <c:pt idx="522">
                  <c:v>23787.1</c:v>
                </c:pt>
                <c:pt idx="523">
                  <c:v>23787.1</c:v>
                </c:pt>
                <c:pt idx="524">
                  <c:v>23787.1</c:v>
                </c:pt>
                <c:pt idx="525">
                  <c:v>23787.1</c:v>
                </c:pt>
                <c:pt idx="526">
                  <c:v>23793</c:v>
                </c:pt>
                <c:pt idx="527">
                  <c:v>23777.8</c:v>
                </c:pt>
                <c:pt idx="528">
                  <c:v>23795.5</c:v>
                </c:pt>
                <c:pt idx="529">
                  <c:v>23807.3</c:v>
                </c:pt>
                <c:pt idx="530">
                  <c:v>23825</c:v>
                </c:pt>
                <c:pt idx="531">
                  <c:v>23825</c:v>
                </c:pt>
                <c:pt idx="532">
                  <c:v>23825</c:v>
                </c:pt>
                <c:pt idx="533">
                  <c:v>23830.9</c:v>
                </c:pt>
                <c:pt idx="534">
                  <c:v>23836.799999999999</c:v>
                </c:pt>
                <c:pt idx="535">
                  <c:v>23842.7</c:v>
                </c:pt>
                <c:pt idx="536">
                  <c:v>23848.6</c:v>
                </c:pt>
                <c:pt idx="537">
                  <c:v>23854.5</c:v>
                </c:pt>
                <c:pt idx="538">
                  <c:v>23854.5</c:v>
                </c:pt>
                <c:pt idx="539">
                  <c:v>23854.5</c:v>
                </c:pt>
                <c:pt idx="540">
                  <c:v>23854.5</c:v>
                </c:pt>
                <c:pt idx="541">
                  <c:v>23854.5</c:v>
                </c:pt>
                <c:pt idx="542">
                  <c:v>23842.7</c:v>
                </c:pt>
                <c:pt idx="543">
                  <c:v>23728.799999999999</c:v>
                </c:pt>
                <c:pt idx="544">
                  <c:v>23717</c:v>
                </c:pt>
                <c:pt idx="545">
                  <c:v>23717</c:v>
                </c:pt>
                <c:pt idx="546">
                  <c:v>23717</c:v>
                </c:pt>
                <c:pt idx="547">
                  <c:v>23711.1</c:v>
                </c:pt>
                <c:pt idx="548">
                  <c:v>23699.3</c:v>
                </c:pt>
                <c:pt idx="549">
                  <c:v>23603.1</c:v>
                </c:pt>
                <c:pt idx="550">
                  <c:v>23603.1</c:v>
                </c:pt>
                <c:pt idx="551">
                  <c:v>23603.1</c:v>
                </c:pt>
                <c:pt idx="552">
                  <c:v>23603.1</c:v>
                </c:pt>
                <c:pt idx="553">
                  <c:v>23603.1</c:v>
                </c:pt>
                <c:pt idx="554">
                  <c:v>23591.3</c:v>
                </c:pt>
                <c:pt idx="555">
                  <c:v>23591.3</c:v>
                </c:pt>
                <c:pt idx="556">
                  <c:v>23591.3</c:v>
                </c:pt>
                <c:pt idx="557">
                  <c:v>23585.4</c:v>
                </c:pt>
                <c:pt idx="558">
                  <c:v>23648.5</c:v>
                </c:pt>
                <c:pt idx="559">
                  <c:v>23648.5</c:v>
                </c:pt>
                <c:pt idx="560">
                  <c:v>23648.5</c:v>
                </c:pt>
                <c:pt idx="561">
                  <c:v>23780</c:v>
                </c:pt>
                <c:pt idx="562">
                  <c:v>23824.7</c:v>
                </c:pt>
                <c:pt idx="563">
                  <c:v>23807</c:v>
                </c:pt>
                <c:pt idx="564">
                  <c:v>23801.1</c:v>
                </c:pt>
                <c:pt idx="565">
                  <c:v>23789.3</c:v>
                </c:pt>
                <c:pt idx="566">
                  <c:v>23789.3</c:v>
                </c:pt>
                <c:pt idx="567">
                  <c:v>23789.3</c:v>
                </c:pt>
                <c:pt idx="568">
                  <c:v>23789.3</c:v>
                </c:pt>
                <c:pt idx="569">
                  <c:v>23796.5</c:v>
                </c:pt>
                <c:pt idx="570">
                  <c:v>23784.7</c:v>
                </c:pt>
                <c:pt idx="571">
                  <c:v>23790.6</c:v>
                </c:pt>
                <c:pt idx="572">
                  <c:v>23767</c:v>
                </c:pt>
                <c:pt idx="573">
                  <c:v>23767</c:v>
                </c:pt>
                <c:pt idx="574">
                  <c:v>23767</c:v>
                </c:pt>
                <c:pt idx="575">
                  <c:v>23767</c:v>
                </c:pt>
                <c:pt idx="576">
                  <c:v>23776.3</c:v>
                </c:pt>
                <c:pt idx="577">
                  <c:v>23770.400000000001</c:v>
                </c:pt>
                <c:pt idx="578">
                  <c:v>23764.5</c:v>
                </c:pt>
                <c:pt idx="579">
                  <c:v>23752.7</c:v>
                </c:pt>
                <c:pt idx="580">
                  <c:v>23752.7</c:v>
                </c:pt>
                <c:pt idx="581">
                  <c:v>23752.7</c:v>
                </c:pt>
                <c:pt idx="582">
                  <c:v>23752.7</c:v>
                </c:pt>
                <c:pt idx="583">
                  <c:v>23752.7</c:v>
                </c:pt>
                <c:pt idx="584">
                  <c:v>23699.599999999999</c:v>
                </c:pt>
                <c:pt idx="585">
                  <c:v>23676</c:v>
                </c:pt>
                <c:pt idx="586">
                  <c:v>23658.3</c:v>
                </c:pt>
                <c:pt idx="587">
                  <c:v>23658.3</c:v>
                </c:pt>
                <c:pt idx="588">
                  <c:v>23658.3</c:v>
                </c:pt>
                <c:pt idx="589">
                  <c:v>23505.599999999999</c:v>
                </c:pt>
                <c:pt idx="590">
                  <c:v>23452.5</c:v>
                </c:pt>
                <c:pt idx="591">
                  <c:v>23434.799999999999</c:v>
                </c:pt>
                <c:pt idx="592">
                  <c:v>23399.4</c:v>
                </c:pt>
                <c:pt idx="593">
                  <c:v>23434.799999999999</c:v>
                </c:pt>
                <c:pt idx="594">
                  <c:v>23434.799999999999</c:v>
                </c:pt>
                <c:pt idx="595">
                  <c:v>23434.799999999999</c:v>
                </c:pt>
                <c:pt idx="596">
                  <c:v>23452.5</c:v>
                </c:pt>
                <c:pt idx="597">
                  <c:v>23281.200000000001</c:v>
                </c:pt>
                <c:pt idx="598">
                  <c:v>23293</c:v>
                </c:pt>
                <c:pt idx="599">
                  <c:v>23263.5</c:v>
                </c:pt>
                <c:pt idx="600">
                  <c:v>23234</c:v>
                </c:pt>
                <c:pt idx="601">
                  <c:v>23293</c:v>
                </c:pt>
                <c:pt idx="602">
                  <c:v>23293</c:v>
                </c:pt>
                <c:pt idx="603">
                  <c:v>23141.200000000001</c:v>
                </c:pt>
                <c:pt idx="604">
                  <c:v>23141.200000000001</c:v>
                </c:pt>
                <c:pt idx="605">
                  <c:v>23094</c:v>
                </c:pt>
                <c:pt idx="606">
                  <c:v>23064.5</c:v>
                </c:pt>
                <c:pt idx="607">
                  <c:v>23035</c:v>
                </c:pt>
                <c:pt idx="608">
                  <c:v>23035</c:v>
                </c:pt>
                <c:pt idx="609">
                  <c:v>23035</c:v>
                </c:pt>
                <c:pt idx="610">
                  <c:v>22305.5</c:v>
                </c:pt>
                <c:pt idx="611">
                  <c:v>22217</c:v>
                </c:pt>
                <c:pt idx="612">
                  <c:v>22187.5</c:v>
                </c:pt>
                <c:pt idx="613">
                  <c:v>22187.5</c:v>
                </c:pt>
                <c:pt idx="614">
                  <c:v>22187.5</c:v>
                </c:pt>
                <c:pt idx="615">
                  <c:v>22187.5</c:v>
                </c:pt>
                <c:pt idx="616">
                  <c:v>22187.5</c:v>
                </c:pt>
                <c:pt idx="617">
                  <c:v>21258</c:v>
                </c:pt>
                <c:pt idx="618">
                  <c:v>21228.5</c:v>
                </c:pt>
                <c:pt idx="619">
                  <c:v>21258</c:v>
                </c:pt>
                <c:pt idx="620">
                  <c:v>21206.5</c:v>
                </c:pt>
                <c:pt idx="621">
                  <c:v>21206.5</c:v>
                </c:pt>
                <c:pt idx="622">
                  <c:v>21206.5</c:v>
                </c:pt>
                <c:pt idx="623">
                  <c:v>21206.5</c:v>
                </c:pt>
                <c:pt idx="624">
                  <c:v>20872.5</c:v>
                </c:pt>
                <c:pt idx="625">
                  <c:v>20902</c:v>
                </c:pt>
                <c:pt idx="626">
                  <c:v>20913.8</c:v>
                </c:pt>
                <c:pt idx="627">
                  <c:v>20913.8</c:v>
                </c:pt>
                <c:pt idx="628">
                  <c:v>20902</c:v>
                </c:pt>
                <c:pt idx="629">
                  <c:v>20913.8</c:v>
                </c:pt>
                <c:pt idx="630">
                  <c:v>20913.8</c:v>
                </c:pt>
                <c:pt idx="631">
                  <c:v>20495.5</c:v>
                </c:pt>
                <c:pt idx="632">
                  <c:v>20377.5</c:v>
                </c:pt>
                <c:pt idx="633">
                  <c:v>20348</c:v>
                </c:pt>
                <c:pt idx="634">
                  <c:v>20318.5</c:v>
                </c:pt>
                <c:pt idx="635">
                  <c:v>20289</c:v>
                </c:pt>
                <c:pt idx="636">
                  <c:v>20289</c:v>
                </c:pt>
                <c:pt idx="637">
                  <c:v>20243</c:v>
                </c:pt>
                <c:pt idx="638">
                  <c:v>20243</c:v>
                </c:pt>
                <c:pt idx="639">
                  <c:v>20243</c:v>
                </c:pt>
                <c:pt idx="640">
                  <c:v>20243</c:v>
                </c:pt>
                <c:pt idx="641">
                  <c:v>20243</c:v>
                </c:pt>
                <c:pt idx="642">
                  <c:v>20243</c:v>
                </c:pt>
                <c:pt idx="643">
                  <c:v>20243</c:v>
                </c:pt>
                <c:pt idx="644">
                  <c:v>20243</c:v>
                </c:pt>
                <c:pt idx="645">
                  <c:v>20230</c:v>
                </c:pt>
                <c:pt idx="646">
                  <c:v>20171</c:v>
                </c:pt>
                <c:pt idx="647">
                  <c:v>20141.5</c:v>
                </c:pt>
                <c:pt idx="648">
                  <c:v>19997</c:v>
                </c:pt>
                <c:pt idx="649">
                  <c:v>20115</c:v>
                </c:pt>
                <c:pt idx="650">
                  <c:v>20115</c:v>
                </c:pt>
                <c:pt idx="651">
                  <c:v>20115</c:v>
                </c:pt>
                <c:pt idx="652">
                  <c:v>20026.5</c:v>
                </c:pt>
                <c:pt idx="653">
                  <c:v>20026.5</c:v>
                </c:pt>
                <c:pt idx="654">
                  <c:v>20056</c:v>
                </c:pt>
                <c:pt idx="655">
                  <c:v>20085.5</c:v>
                </c:pt>
                <c:pt idx="656">
                  <c:v>20115</c:v>
                </c:pt>
                <c:pt idx="657">
                  <c:v>20115</c:v>
                </c:pt>
                <c:pt idx="658">
                  <c:v>20115</c:v>
                </c:pt>
                <c:pt idx="659">
                  <c:v>20144.5</c:v>
                </c:pt>
                <c:pt idx="660">
                  <c:v>20171.5</c:v>
                </c:pt>
                <c:pt idx="661">
                  <c:v>20142</c:v>
                </c:pt>
                <c:pt idx="662">
                  <c:v>20112.5</c:v>
                </c:pt>
                <c:pt idx="663">
                  <c:v>20112.5</c:v>
                </c:pt>
                <c:pt idx="664">
                  <c:v>20112.5</c:v>
                </c:pt>
                <c:pt idx="665">
                  <c:v>20112.5</c:v>
                </c:pt>
                <c:pt idx="666">
                  <c:v>20053.5</c:v>
                </c:pt>
                <c:pt idx="667">
                  <c:v>16453.5</c:v>
                </c:pt>
                <c:pt idx="668">
                  <c:v>16424</c:v>
                </c:pt>
                <c:pt idx="669">
                  <c:v>16394.5</c:v>
                </c:pt>
                <c:pt idx="670">
                  <c:v>16365</c:v>
                </c:pt>
                <c:pt idx="671">
                  <c:v>16365</c:v>
                </c:pt>
                <c:pt idx="672">
                  <c:v>16365</c:v>
                </c:pt>
                <c:pt idx="673">
                  <c:v>16365</c:v>
                </c:pt>
                <c:pt idx="674">
                  <c:v>16365</c:v>
                </c:pt>
                <c:pt idx="675">
                  <c:v>16335.5</c:v>
                </c:pt>
                <c:pt idx="676">
                  <c:v>16306</c:v>
                </c:pt>
                <c:pt idx="677">
                  <c:v>16276.5</c:v>
                </c:pt>
                <c:pt idx="678">
                  <c:v>16276.5</c:v>
                </c:pt>
                <c:pt idx="679">
                  <c:v>16276.5</c:v>
                </c:pt>
                <c:pt idx="680">
                  <c:v>16217.5</c:v>
                </c:pt>
                <c:pt idx="681">
                  <c:v>16188</c:v>
                </c:pt>
                <c:pt idx="682">
                  <c:v>16217.5</c:v>
                </c:pt>
                <c:pt idx="683">
                  <c:v>16188</c:v>
                </c:pt>
                <c:pt idx="684">
                  <c:v>16188</c:v>
                </c:pt>
                <c:pt idx="685">
                  <c:v>16188</c:v>
                </c:pt>
                <c:pt idx="686">
                  <c:v>16188</c:v>
                </c:pt>
                <c:pt idx="687">
                  <c:v>16188</c:v>
                </c:pt>
                <c:pt idx="688">
                  <c:v>16188</c:v>
                </c:pt>
                <c:pt idx="689">
                  <c:v>16247</c:v>
                </c:pt>
                <c:pt idx="690">
                  <c:v>16306</c:v>
                </c:pt>
                <c:pt idx="691">
                  <c:v>15835.5</c:v>
                </c:pt>
                <c:pt idx="692">
                  <c:v>15835.5</c:v>
                </c:pt>
                <c:pt idx="693">
                  <c:v>15835.5</c:v>
                </c:pt>
                <c:pt idx="694">
                  <c:v>15757</c:v>
                </c:pt>
                <c:pt idx="695">
                  <c:v>15786.5</c:v>
                </c:pt>
                <c:pt idx="696">
                  <c:v>15816</c:v>
                </c:pt>
                <c:pt idx="697">
                  <c:v>15816</c:v>
                </c:pt>
                <c:pt idx="698">
                  <c:v>15737.5</c:v>
                </c:pt>
                <c:pt idx="699">
                  <c:v>15737.5</c:v>
                </c:pt>
                <c:pt idx="700">
                  <c:v>15737.5</c:v>
                </c:pt>
                <c:pt idx="701">
                  <c:v>15983</c:v>
                </c:pt>
                <c:pt idx="702">
                  <c:v>15850.5</c:v>
                </c:pt>
                <c:pt idx="703">
                  <c:v>15850.5</c:v>
                </c:pt>
                <c:pt idx="704">
                  <c:v>15874.099999999999</c:v>
                </c:pt>
                <c:pt idx="705">
                  <c:v>15880</c:v>
                </c:pt>
                <c:pt idx="706">
                  <c:v>15880</c:v>
                </c:pt>
                <c:pt idx="707">
                  <c:v>15880</c:v>
                </c:pt>
                <c:pt idx="708">
                  <c:v>15880</c:v>
                </c:pt>
                <c:pt idx="709">
                  <c:v>15909.5</c:v>
                </c:pt>
                <c:pt idx="710">
                  <c:v>15939</c:v>
                </c:pt>
                <c:pt idx="711">
                  <c:v>15671.5</c:v>
                </c:pt>
                <c:pt idx="712">
                  <c:v>15730.5</c:v>
                </c:pt>
                <c:pt idx="713">
                  <c:v>15730.5</c:v>
                </c:pt>
                <c:pt idx="714">
                  <c:v>15730.5</c:v>
                </c:pt>
                <c:pt idx="715">
                  <c:v>15760</c:v>
                </c:pt>
                <c:pt idx="716">
                  <c:v>15789.5</c:v>
                </c:pt>
                <c:pt idx="717">
                  <c:v>15819</c:v>
                </c:pt>
                <c:pt idx="718">
                  <c:v>15848.5</c:v>
                </c:pt>
                <c:pt idx="719">
                  <c:v>15907.5</c:v>
                </c:pt>
                <c:pt idx="720">
                  <c:v>15907.5</c:v>
                </c:pt>
                <c:pt idx="721">
                  <c:v>15907.5</c:v>
                </c:pt>
                <c:pt idx="722">
                  <c:v>15966.5</c:v>
                </c:pt>
                <c:pt idx="723">
                  <c:v>15996</c:v>
                </c:pt>
                <c:pt idx="724">
                  <c:v>16025.5</c:v>
                </c:pt>
                <c:pt idx="725">
                  <c:v>16031.400000000001</c:v>
                </c:pt>
                <c:pt idx="726">
                  <c:v>16031.400000000001</c:v>
                </c:pt>
                <c:pt idx="727">
                  <c:v>16031.400000000001</c:v>
                </c:pt>
                <c:pt idx="728">
                  <c:v>16031.400000000001</c:v>
                </c:pt>
                <c:pt idx="729">
                  <c:v>16031.400000000001</c:v>
                </c:pt>
                <c:pt idx="730">
                  <c:v>16031.400000000001</c:v>
                </c:pt>
                <c:pt idx="731">
                  <c:v>16055</c:v>
                </c:pt>
                <c:pt idx="732">
                  <c:v>15795.5</c:v>
                </c:pt>
                <c:pt idx="733">
                  <c:v>15795.5</c:v>
                </c:pt>
                <c:pt idx="734">
                  <c:v>15795.5</c:v>
                </c:pt>
                <c:pt idx="735">
                  <c:v>15795.5</c:v>
                </c:pt>
                <c:pt idx="736">
                  <c:v>15789.599999999999</c:v>
                </c:pt>
                <c:pt idx="737">
                  <c:v>15766</c:v>
                </c:pt>
                <c:pt idx="738">
                  <c:v>15736.5</c:v>
                </c:pt>
                <c:pt idx="739">
                  <c:v>15718.8</c:v>
                </c:pt>
                <c:pt idx="740">
                  <c:v>15707</c:v>
                </c:pt>
                <c:pt idx="741">
                  <c:v>15718.8</c:v>
                </c:pt>
                <c:pt idx="742">
                  <c:v>15718.8</c:v>
                </c:pt>
                <c:pt idx="743">
                  <c:v>15677.5</c:v>
                </c:pt>
                <c:pt idx="744">
                  <c:v>15677.5</c:v>
                </c:pt>
                <c:pt idx="745">
                  <c:v>15648</c:v>
                </c:pt>
                <c:pt idx="746">
                  <c:v>15636.2</c:v>
                </c:pt>
                <c:pt idx="747">
                  <c:v>15636.2</c:v>
                </c:pt>
                <c:pt idx="748">
                  <c:v>15636.2</c:v>
                </c:pt>
                <c:pt idx="749">
                  <c:v>15636.2</c:v>
                </c:pt>
                <c:pt idx="750">
                  <c:v>15636.2</c:v>
                </c:pt>
                <c:pt idx="751">
                  <c:v>15579.7</c:v>
                </c:pt>
                <c:pt idx="752">
                  <c:v>15579.7</c:v>
                </c:pt>
                <c:pt idx="753">
                  <c:v>15579.7</c:v>
                </c:pt>
                <c:pt idx="754">
                  <c:v>15579.7</c:v>
                </c:pt>
                <c:pt idx="755">
                  <c:v>15579.7</c:v>
                </c:pt>
                <c:pt idx="756">
                  <c:v>15579.7</c:v>
                </c:pt>
                <c:pt idx="757">
                  <c:v>15510.7</c:v>
                </c:pt>
                <c:pt idx="758">
                  <c:v>15522.5</c:v>
                </c:pt>
                <c:pt idx="759">
                  <c:v>15510.7</c:v>
                </c:pt>
                <c:pt idx="760">
                  <c:v>15493</c:v>
                </c:pt>
                <c:pt idx="761">
                  <c:v>15493</c:v>
                </c:pt>
                <c:pt idx="762">
                  <c:v>15493</c:v>
                </c:pt>
                <c:pt idx="763">
                  <c:v>15493</c:v>
                </c:pt>
                <c:pt idx="764">
                  <c:v>16010.7</c:v>
                </c:pt>
                <c:pt idx="765">
                  <c:v>16010.7</c:v>
                </c:pt>
                <c:pt idx="766">
                  <c:v>16010.7</c:v>
                </c:pt>
                <c:pt idx="767">
                  <c:v>16010.7</c:v>
                </c:pt>
                <c:pt idx="768">
                  <c:v>16010.7</c:v>
                </c:pt>
                <c:pt idx="769">
                  <c:v>16010.7</c:v>
                </c:pt>
                <c:pt idx="770">
                  <c:v>16010.7</c:v>
                </c:pt>
                <c:pt idx="771">
                  <c:v>16010.7</c:v>
                </c:pt>
                <c:pt idx="772">
                  <c:v>16010.7</c:v>
                </c:pt>
                <c:pt idx="773">
                  <c:v>16079.7</c:v>
                </c:pt>
                <c:pt idx="774">
                  <c:v>16079.7</c:v>
                </c:pt>
                <c:pt idx="775">
                  <c:v>16177</c:v>
                </c:pt>
                <c:pt idx="776">
                  <c:v>16177</c:v>
                </c:pt>
                <c:pt idx="777">
                  <c:v>16177</c:v>
                </c:pt>
                <c:pt idx="778">
                  <c:v>16177</c:v>
                </c:pt>
                <c:pt idx="779">
                  <c:v>16177</c:v>
                </c:pt>
                <c:pt idx="780">
                  <c:v>16177</c:v>
                </c:pt>
                <c:pt idx="781">
                  <c:v>16177</c:v>
                </c:pt>
                <c:pt idx="782">
                  <c:v>16177</c:v>
                </c:pt>
                <c:pt idx="783">
                  <c:v>16177</c:v>
                </c:pt>
                <c:pt idx="784">
                  <c:v>16177</c:v>
                </c:pt>
                <c:pt idx="785">
                  <c:v>16236</c:v>
                </c:pt>
                <c:pt idx="786">
                  <c:v>16236</c:v>
                </c:pt>
                <c:pt idx="787">
                  <c:v>16265.5</c:v>
                </c:pt>
                <c:pt idx="788">
                  <c:v>15912</c:v>
                </c:pt>
                <c:pt idx="789">
                  <c:v>15912</c:v>
                </c:pt>
                <c:pt idx="790">
                  <c:v>15912</c:v>
                </c:pt>
                <c:pt idx="791">
                  <c:v>15912</c:v>
                </c:pt>
                <c:pt idx="792">
                  <c:v>15912</c:v>
                </c:pt>
                <c:pt idx="793">
                  <c:v>17812</c:v>
                </c:pt>
                <c:pt idx="794">
                  <c:v>17782.5</c:v>
                </c:pt>
                <c:pt idx="795">
                  <c:v>17753</c:v>
                </c:pt>
                <c:pt idx="796">
                  <c:v>17753</c:v>
                </c:pt>
                <c:pt idx="797">
                  <c:v>17753</c:v>
                </c:pt>
                <c:pt idx="798">
                  <c:v>17753</c:v>
                </c:pt>
                <c:pt idx="799">
                  <c:v>17753</c:v>
                </c:pt>
                <c:pt idx="800">
                  <c:v>17672</c:v>
                </c:pt>
                <c:pt idx="801">
                  <c:v>17701.5</c:v>
                </c:pt>
                <c:pt idx="802">
                  <c:v>17701.5</c:v>
                </c:pt>
                <c:pt idx="803">
                  <c:v>17701.5</c:v>
                </c:pt>
                <c:pt idx="804">
                  <c:v>17672</c:v>
                </c:pt>
                <c:pt idx="805">
                  <c:v>17672</c:v>
                </c:pt>
                <c:pt idx="806">
                  <c:v>17683.8</c:v>
                </c:pt>
                <c:pt idx="807">
                  <c:v>17672</c:v>
                </c:pt>
                <c:pt idx="808">
                  <c:v>17642.5</c:v>
                </c:pt>
                <c:pt idx="809">
                  <c:v>17642.5</c:v>
                </c:pt>
                <c:pt idx="810">
                  <c:v>17642.5</c:v>
                </c:pt>
                <c:pt idx="811">
                  <c:v>17642.5</c:v>
                </c:pt>
                <c:pt idx="812">
                  <c:v>17642.5</c:v>
                </c:pt>
                <c:pt idx="813">
                  <c:v>17565.8</c:v>
                </c:pt>
                <c:pt idx="814">
                  <c:v>17583.5</c:v>
                </c:pt>
                <c:pt idx="815">
                  <c:v>17613</c:v>
                </c:pt>
                <c:pt idx="816">
                  <c:v>17624.8</c:v>
                </c:pt>
                <c:pt idx="817">
                  <c:v>17642.5</c:v>
                </c:pt>
                <c:pt idx="818">
                  <c:v>17642.5</c:v>
                </c:pt>
                <c:pt idx="819">
                  <c:v>17642.5</c:v>
                </c:pt>
                <c:pt idx="820">
                  <c:v>17624.8</c:v>
                </c:pt>
                <c:pt idx="821">
                  <c:v>17598</c:v>
                </c:pt>
                <c:pt idx="822">
                  <c:v>17657</c:v>
                </c:pt>
                <c:pt idx="823">
                  <c:v>17662</c:v>
                </c:pt>
                <c:pt idx="824">
                  <c:v>17691.5</c:v>
                </c:pt>
                <c:pt idx="825">
                  <c:v>17691.5</c:v>
                </c:pt>
                <c:pt idx="826">
                  <c:v>17691.5</c:v>
                </c:pt>
                <c:pt idx="827">
                  <c:v>17632.5</c:v>
                </c:pt>
                <c:pt idx="828">
                  <c:v>17691.5</c:v>
                </c:pt>
                <c:pt idx="829">
                  <c:v>17657</c:v>
                </c:pt>
                <c:pt idx="830">
                  <c:v>17550.8</c:v>
                </c:pt>
                <c:pt idx="831">
                  <c:v>17593</c:v>
                </c:pt>
                <c:pt idx="832">
                  <c:v>17593</c:v>
                </c:pt>
                <c:pt idx="833">
                  <c:v>17593</c:v>
                </c:pt>
                <c:pt idx="834">
                  <c:v>17563.5</c:v>
                </c:pt>
                <c:pt idx="835">
                  <c:v>17534</c:v>
                </c:pt>
                <c:pt idx="836">
                  <c:v>17593</c:v>
                </c:pt>
                <c:pt idx="837">
                  <c:v>17504.5</c:v>
                </c:pt>
                <c:pt idx="838">
                  <c:v>17475</c:v>
                </c:pt>
                <c:pt idx="839">
                  <c:v>17475</c:v>
                </c:pt>
                <c:pt idx="840">
                  <c:v>17475</c:v>
                </c:pt>
                <c:pt idx="841">
                  <c:v>17432.5</c:v>
                </c:pt>
                <c:pt idx="842">
                  <c:v>17432.5</c:v>
                </c:pt>
                <c:pt idx="843">
                  <c:v>17288</c:v>
                </c:pt>
                <c:pt idx="844">
                  <c:v>17317.5</c:v>
                </c:pt>
                <c:pt idx="845">
                  <c:v>17317.5</c:v>
                </c:pt>
                <c:pt idx="846">
                  <c:v>17202.5</c:v>
                </c:pt>
                <c:pt idx="847">
                  <c:v>17317.5</c:v>
                </c:pt>
                <c:pt idx="848">
                  <c:v>17270.3</c:v>
                </c:pt>
                <c:pt idx="849">
                  <c:v>17288</c:v>
                </c:pt>
                <c:pt idx="850">
                  <c:v>17202.5</c:v>
                </c:pt>
                <c:pt idx="851">
                  <c:v>17317.5</c:v>
                </c:pt>
                <c:pt idx="852">
                  <c:v>17317.5</c:v>
                </c:pt>
                <c:pt idx="853">
                  <c:v>17317.5</c:v>
                </c:pt>
                <c:pt idx="854">
                  <c:v>17173</c:v>
                </c:pt>
                <c:pt idx="855">
                  <c:v>17143.5</c:v>
                </c:pt>
                <c:pt idx="856">
                  <c:v>17202.5</c:v>
                </c:pt>
                <c:pt idx="857">
                  <c:v>17055</c:v>
                </c:pt>
                <c:pt idx="858">
                  <c:v>16990.099999999999</c:v>
                </c:pt>
                <c:pt idx="859">
                  <c:v>16937</c:v>
                </c:pt>
                <c:pt idx="860">
                  <c:v>16822</c:v>
                </c:pt>
                <c:pt idx="861">
                  <c:v>16822</c:v>
                </c:pt>
                <c:pt idx="862">
                  <c:v>16709.900000000001</c:v>
                </c:pt>
                <c:pt idx="863">
                  <c:v>16597.8</c:v>
                </c:pt>
                <c:pt idx="864">
                  <c:v>16674.5</c:v>
                </c:pt>
                <c:pt idx="865">
                  <c:v>16639.099999999999</c:v>
                </c:pt>
                <c:pt idx="866">
                  <c:v>16568.3</c:v>
                </c:pt>
                <c:pt idx="867">
                  <c:v>16568.3</c:v>
                </c:pt>
                <c:pt idx="868">
                  <c:v>16568.3</c:v>
                </c:pt>
                <c:pt idx="869">
                  <c:v>16497.5</c:v>
                </c:pt>
                <c:pt idx="870">
                  <c:v>16521.099999999999</c:v>
                </c:pt>
                <c:pt idx="871">
                  <c:v>16515.2</c:v>
                </c:pt>
                <c:pt idx="872">
                  <c:v>16403.099999999999</c:v>
                </c:pt>
                <c:pt idx="873">
                  <c:v>16397.2</c:v>
                </c:pt>
                <c:pt idx="874">
                  <c:v>16397.2</c:v>
                </c:pt>
                <c:pt idx="875">
                  <c:v>16397.2</c:v>
                </c:pt>
                <c:pt idx="876">
                  <c:v>16324.7</c:v>
                </c:pt>
                <c:pt idx="877">
                  <c:v>16404.3</c:v>
                </c:pt>
                <c:pt idx="878">
                  <c:v>16465.8</c:v>
                </c:pt>
                <c:pt idx="879">
                  <c:v>16483.5</c:v>
                </c:pt>
                <c:pt idx="880">
                  <c:v>16583.8</c:v>
                </c:pt>
                <c:pt idx="881">
                  <c:v>16629.8</c:v>
                </c:pt>
                <c:pt idx="882">
                  <c:v>16629.8</c:v>
                </c:pt>
                <c:pt idx="883">
                  <c:v>16491.5</c:v>
                </c:pt>
                <c:pt idx="884">
                  <c:v>16590</c:v>
                </c:pt>
                <c:pt idx="885">
                  <c:v>16590</c:v>
                </c:pt>
                <c:pt idx="886">
                  <c:v>16660.8</c:v>
                </c:pt>
                <c:pt idx="887">
                  <c:v>16660.8</c:v>
                </c:pt>
                <c:pt idx="888">
                  <c:v>16660.8</c:v>
                </c:pt>
                <c:pt idx="889">
                  <c:v>16660.8</c:v>
                </c:pt>
                <c:pt idx="890">
                  <c:v>16660.8</c:v>
                </c:pt>
                <c:pt idx="891">
                  <c:v>16759.3</c:v>
                </c:pt>
                <c:pt idx="892">
                  <c:v>16690.3</c:v>
                </c:pt>
                <c:pt idx="893">
                  <c:v>16636.3</c:v>
                </c:pt>
                <c:pt idx="894">
                  <c:v>16695.3</c:v>
                </c:pt>
                <c:pt idx="895">
                  <c:v>16695.3</c:v>
                </c:pt>
                <c:pt idx="896">
                  <c:v>16695.3</c:v>
                </c:pt>
                <c:pt idx="897">
                  <c:v>16695.3</c:v>
                </c:pt>
                <c:pt idx="898">
                  <c:v>16782</c:v>
                </c:pt>
                <c:pt idx="899">
                  <c:v>16825.8</c:v>
                </c:pt>
                <c:pt idx="900">
                  <c:v>16827</c:v>
                </c:pt>
                <c:pt idx="901">
                  <c:v>16805</c:v>
                </c:pt>
                <c:pt idx="902">
                  <c:v>16805</c:v>
                </c:pt>
                <c:pt idx="903">
                  <c:v>16805</c:v>
                </c:pt>
                <c:pt idx="904">
                  <c:v>16211.8</c:v>
                </c:pt>
                <c:pt idx="905">
                  <c:v>16275.5</c:v>
                </c:pt>
                <c:pt idx="906">
                  <c:v>16029.5</c:v>
                </c:pt>
                <c:pt idx="907">
                  <c:v>16128</c:v>
                </c:pt>
                <c:pt idx="908">
                  <c:v>16169.3</c:v>
                </c:pt>
                <c:pt idx="909">
                  <c:v>16169.3</c:v>
                </c:pt>
                <c:pt idx="910">
                  <c:v>16169.3</c:v>
                </c:pt>
                <c:pt idx="911">
                  <c:v>15904.7</c:v>
                </c:pt>
                <c:pt idx="912">
                  <c:v>15869.3</c:v>
                </c:pt>
                <c:pt idx="913">
                  <c:v>15869.3</c:v>
                </c:pt>
                <c:pt idx="914">
                  <c:v>15769</c:v>
                </c:pt>
                <c:pt idx="915">
                  <c:v>15792.599999999999</c:v>
                </c:pt>
                <c:pt idx="916">
                  <c:v>15792.599999999999</c:v>
                </c:pt>
                <c:pt idx="917">
                  <c:v>15792.599999999999</c:v>
                </c:pt>
                <c:pt idx="918">
                  <c:v>15785</c:v>
                </c:pt>
                <c:pt idx="919">
                  <c:v>15767.3</c:v>
                </c:pt>
                <c:pt idx="920">
                  <c:v>19767.3</c:v>
                </c:pt>
                <c:pt idx="921">
                  <c:v>19814.5</c:v>
                </c:pt>
                <c:pt idx="922">
                  <c:v>19860.5</c:v>
                </c:pt>
                <c:pt idx="923">
                  <c:v>19860.5</c:v>
                </c:pt>
                <c:pt idx="924">
                  <c:v>19860.5</c:v>
                </c:pt>
                <c:pt idx="925">
                  <c:v>21849.5</c:v>
                </c:pt>
                <c:pt idx="926">
                  <c:v>21849.5</c:v>
                </c:pt>
                <c:pt idx="927">
                  <c:v>21809</c:v>
                </c:pt>
                <c:pt idx="928">
                  <c:v>21820.799999999999</c:v>
                </c:pt>
                <c:pt idx="929">
                  <c:v>21832.6</c:v>
                </c:pt>
                <c:pt idx="930">
                  <c:v>21832.6</c:v>
                </c:pt>
                <c:pt idx="931">
                  <c:v>21832.6</c:v>
                </c:pt>
                <c:pt idx="932">
                  <c:v>22779.5</c:v>
                </c:pt>
                <c:pt idx="933">
                  <c:v>22779.5</c:v>
                </c:pt>
                <c:pt idx="934">
                  <c:v>22901</c:v>
                </c:pt>
                <c:pt idx="935">
                  <c:v>22901</c:v>
                </c:pt>
                <c:pt idx="936">
                  <c:v>22901</c:v>
                </c:pt>
                <c:pt idx="937">
                  <c:v>22901</c:v>
                </c:pt>
                <c:pt idx="938">
                  <c:v>22901</c:v>
                </c:pt>
                <c:pt idx="939">
                  <c:v>22918.7</c:v>
                </c:pt>
                <c:pt idx="940">
                  <c:v>22918.7</c:v>
                </c:pt>
                <c:pt idx="941">
                  <c:v>22942.3</c:v>
                </c:pt>
                <c:pt idx="942">
                  <c:v>22942.3</c:v>
                </c:pt>
                <c:pt idx="943">
                  <c:v>23017.8</c:v>
                </c:pt>
                <c:pt idx="944">
                  <c:v>23017.8</c:v>
                </c:pt>
                <c:pt idx="945">
                  <c:v>23017.8</c:v>
                </c:pt>
                <c:pt idx="946">
                  <c:v>23017.8</c:v>
                </c:pt>
                <c:pt idx="947">
                  <c:v>23280</c:v>
                </c:pt>
                <c:pt idx="948">
                  <c:v>23280</c:v>
                </c:pt>
                <c:pt idx="949">
                  <c:v>23285.9</c:v>
                </c:pt>
                <c:pt idx="950">
                  <c:v>23321.3</c:v>
                </c:pt>
                <c:pt idx="951">
                  <c:v>23321.3</c:v>
                </c:pt>
                <c:pt idx="952">
                  <c:v>23321.3</c:v>
                </c:pt>
                <c:pt idx="953">
                  <c:v>23339</c:v>
                </c:pt>
                <c:pt idx="954">
                  <c:v>23350.799999999999</c:v>
                </c:pt>
                <c:pt idx="955">
                  <c:v>23350.799999999999</c:v>
                </c:pt>
                <c:pt idx="956">
                  <c:v>23350.799999999999</c:v>
                </c:pt>
                <c:pt idx="957">
                  <c:v>23350.799999999999</c:v>
                </c:pt>
                <c:pt idx="958">
                  <c:v>23350.799999999999</c:v>
                </c:pt>
                <c:pt idx="959">
                  <c:v>23350.799999999999</c:v>
                </c:pt>
                <c:pt idx="960">
                  <c:v>23462.6</c:v>
                </c:pt>
                <c:pt idx="961">
                  <c:v>23577.599999999999</c:v>
                </c:pt>
                <c:pt idx="962">
                  <c:v>23583.5</c:v>
                </c:pt>
                <c:pt idx="963">
                  <c:v>23597</c:v>
                </c:pt>
                <c:pt idx="964">
                  <c:v>23597</c:v>
                </c:pt>
                <c:pt idx="965">
                  <c:v>23597</c:v>
                </c:pt>
                <c:pt idx="966">
                  <c:v>23597</c:v>
                </c:pt>
                <c:pt idx="967">
                  <c:v>23597</c:v>
                </c:pt>
                <c:pt idx="968">
                  <c:v>23567.5</c:v>
                </c:pt>
                <c:pt idx="969">
                  <c:v>23538</c:v>
                </c:pt>
                <c:pt idx="970">
                  <c:v>23508.5</c:v>
                </c:pt>
                <c:pt idx="971">
                  <c:v>23479</c:v>
                </c:pt>
                <c:pt idx="972">
                  <c:v>23479</c:v>
                </c:pt>
                <c:pt idx="973">
                  <c:v>23479</c:v>
                </c:pt>
                <c:pt idx="974">
                  <c:v>22390.799999999999</c:v>
                </c:pt>
                <c:pt idx="975">
                  <c:v>22436.799999999999</c:v>
                </c:pt>
                <c:pt idx="976">
                  <c:v>22466.3</c:v>
                </c:pt>
                <c:pt idx="977">
                  <c:v>22551.5</c:v>
                </c:pt>
                <c:pt idx="978">
                  <c:v>22620.5</c:v>
                </c:pt>
                <c:pt idx="979">
                  <c:v>22620.5</c:v>
                </c:pt>
                <c:pt idx="980">
                  <c:v>22620.5</c:v>
                </c:pt>
                <c:pt idx="981">
                  <c:v>21132.3</c:v>
                </c:pt>
                <c:pt idx="982">
                  <c:v>21132.3</c:v>
                </c:pt>
                <c:pt idx="983">
                  <c:v>21150</c:v>
                </c:pt>
                <c:pt idx="984">
                  <c:v>21247</c:v>
                </c:pt>
                <c:pt idx="985">
                  <c:v>21247</c:v>
                </c:pt>
                <c:pt idx="986">
                  <c:v>21247</c:v>
                </c:pt>
                <c:pt idx="987">
                  <c:v>21247</c:v>
                </c:pt>
                <c:pt idx="988">
                  <c:v>21247</c:v>
                </c:pt>
                <c:pt idx="989">
                  <c:v>21276.5</c:v>
                </c:pt>
                <c:pt idx="990">
                  <c:v>21306</c:v>
                </c:pt>
                <c:pt idx="991">
                  <c:v>21335.5</c:v>
                </c:pt>
                <c:pt idx="992">
                  <c:v>21365</c:v>
                </c:pt>
                <c:pt idx="993">
                  <c:v>21365</c:v>
                </c:pt>
                <c:pt idx="994">
                  <c:v>21365</c:v>
                </c:pt>
                <c:pt idx="995">
                  <c:v>20953.5</c:v>
                </c:pt>
                <c:pt idx="996">
                  <c:v>20983</c:v>
                </c:pt>
                <c:pt idx="997">
                  <c:v>20983</c:v>
                </c:pt>
                <c:pt idx="998">
                  <c:v>20994.799999999999</c:v>
                </c:pt>
                <c:pt idx="999">
                  <c:v>21012.5</c:v>
                </c:pt>
                <c:pt idx="1000">
                  <c:v>21012.5</c:v>
                </c:pt>
                <c:pt idx="1001">
                  <c:v>21012.5</c:v>
                </c:pt>
                <c:pt idx="1002">
                  <c:v>21012.5</c:v>
                </c:pt>
                <c:pt idx="1003">
                  <c:v>21012.5</c:v>
                </c:pt>
                <c:pt idx="1004">
                  <c:v>21012.5</c:v>
                </c:pt>
                <c:pt idx="1005">
                  <c:v>21012.5</c:v>
                </c:pt>
                <c:pt idx="1006">
                  <c:v>21012.5</c:v>
                </c:pt>
                <c:pt idx="1007">
                  <c:v>21012.5</c:v>
                </c:pt>
                <c:pt idx="1008">
                  <c:v>21012.5</c:v>
                </c:pt>
                <c:pt idx="1009">
                  <c:v>21012.5</c:v>
                </c:pt>
                <c:pt idx="1010">
                  <c:v>21024.3</c:v>
                </c:pt>
                <c:pt idx="1011">
                  <c:v>21042</c:v>
                </c:pt>
                <c:pt idx="1012">
                  <c:v>21233.5</c:v>
                </c:pt>
                <c:pt idx="1013">
                  <c:v>21263</c:v>
                </c:pt>
                <c:pt idx="1014">
                  <c:v>21263</c:v>
                </c:pt>
                <c:pt idx="1015">
                  <c:v>21263</c:v>
                </c:pt>
                <c:pt idx="1016">
                  <c:v>21410.5</c:v>
                </c:pt>
                <c:pt idx="1017">
                  <c:v>21440</c:v>
                </c:pt>
                <c:pt idx="1018">
                  <c:v>21469.5</c:v>
                </c:pt>
                <c:pt idx="1019">
                  <c:v>21528.5</c:v>
                </c:pt>
                <c:pt idx="1020">
                  <c:v>21732</c:v>
                </c:pt>
                <c:pt idx="1021">
                  <c:v>21732</c:v>
                </c:pt>
                <c:pt idx="1022">
                  <c:v>21732</c:v>
                </c:pt>
                <c:pt idx="1023">
                  <c:v>21791</c:v>
                </c:pt>
                <c:pt idx="1024">
                  <c:v>22125.5</c:v>
                </c:pt>
                <c:pt idx="1025">
                  <c:v>22066.5</c:v>
                </c:pt>
                <c:pt idx="1026">
                  <c:v>22037</c:v>
                </c:pt>
                <c:pt idx="1027">
                  <c:v>22116</c:v>
                </c:pt>
                <c:pt idx="1028">
                  <c:v>22116</c:v>
                </c:pt>
                <c:pt idx="1029">
                  <c:v>22116</c:v>
                </c:pt>
                <c:pt idx="1030">
                  <c:v>21404.5</c:v>
                </c:pt>
                <c:pt idx="1031">
                  <c:v>21673</c:v>
                </c:pt>
                <c:pt idx="1032">
                  <c:v>21702.5</c:v>
                </c:pt>
                <c:pt idx="1033">
                  <c:v>21702.5</c:v>
                </c:pt>
                <c:pt idx="1034">
                  <c:v>21847</c:v>
                </c:pt>
                <c:pt idx="1035">
                  <c:v>21847</c:v>
                </c:pt>
                <c:pt idx="1036">
                  <c:v>21847</c:v>
                </c:pt>
                <c:pt idx="1037">
                  <c:v>19676.5</c:v>
                </c:pt>
                <c:pt idx="1038">
                  <c:v>17676.5</c:v>
                </c:pt>
                <c:pt idx="1039">
                  <c:v>15814</c:v>
                </c:pt>
                <c:pt idx="1040">
                  <c:v>13831.7</c:v>
                </c:pt>
                <c:pt idx="1041">
                  <c:v>13831.7</c:v>
                </c:pt>
                <c:pt idx="1042">
                  <c:v>13831.7</c:v>
                </c:pt>
                <c:pt idx="1043">
                  <c:v>13831.7</c:v>
                </c:pt>
                <c:pt idx="1044">
                  <c:v>13802.2</c:v>
                </c:pt>
                <c:pt idx="1045">
                  <c:v>13802.2</c:v>
                </c:pt>
                <c:pt idx="1046">
                  <c:v>13987</c:v>
                </c:pt>
                <c:pt idx="1047">
                  <c:v>13987</c:v>
                </c:pt>
                <c:pt idx="1048">
                  <c:v>14234.2</c:v>
                </c:pt>
                <c:pt idx="1049">
                  <c:v>14234.2</c:v>
                </c:pt>
                <c:pt idx="1050">
                  <c:v>14234.2</c:v>
                </c:pt>
                <c:pt idx="1051">
                  <c:v>14234.2</c:v>
                </c:pt>
                <c:pt idx="1052">
                  <c:v>14234.2</c:v>
                </c:pt>
                <c:pt idx="1053">
                  <c:v>14234.2</c:v>
                </c:pt>
                <c:pt idx="1054">
                  <c:v>14349.2</c:v>
                </c:pt>
                <c:pt idx="1055">
                  <c:v>14349.2</c:v>
                </c:pt>
                <c:pt idx="1056">
                  <c:v>14349.2</c:v>
                </c:pt>
                <c:pt idx="1057">
                  <c:v>14349.2</c:v>
                </c:pt>
                <c:pt idx="1058">
                  <c:v>14149.2</c:v>
                </c:pt>
                <c:pt idx="1059">
                  <c:v>14149.2</c:v>
                </c:pt>
                <c:pt idx="1060">
                  <c:v>14149.2</c:v>
                </c:pt>
                <c:pt idx="1061">
                  <c:v>14149.2</c:v>
                </c:pt>
                <c:pt idx="1062">
                  <c:v>14149.2</c:v>
                </c:pt>
                <c:pt idx="1063">
                  <c:v>14149.2</c:v>
                </c:pt>
                <c:pt idx="1064">
                  <c:v>14149.2</c:v>
                </c:pt>
                <c:pt idx="1065">
                  <c:v>14149.2</c:v>
                </c:pt>
                <c:pt idx="1066">
                  <c:v>14149.2</c:v>
                </c:pt>
                <c:pt idx="1067">
                  <c:v>14149.2</c:v>
                </c:pt>
                <c:pt idx="1068">
                  <c:v>14161</c:v>
                </c:pt>
                <c:pt idx="1069">
                  <c:v>14172.8</c:v>
                </c:pt>
                <c:pt idx="1070">
                  <c:v>14172.8</c:v>
                </c:pt>
                <c:pt idx="1071">
                  <c:v>14172.8</c:v>
                </c:pt>
                <c:pt idx="1072">
                  <c:v>14184.6</c:v>
                </c:pt>
                <c:pt idx="1073">
                  <c:v>14196.4</c:v>
                </c:pt>
                <c:pt idx="1074">
                  <c:v>14208.2</c:v>
                </c:pt>
                <c:pt idx="1075">
                  <c:v>14478.2</c:v>
                </c:pt>
                <c:pt idx="1076">
                  <c:v>14490</c:v>
                </c:pt>
                <c:pt idx="1077">
                  <c:v>14490</c:v>
                </c:pt>
                <c:pt idx="1078">
                  <c:v>14490</c:v>
                </c:pt>
                <c:pt idx="1079">
                  <c:v>14490</c:v>
                </c:pt>
                <c:pt idx="1080">
                  <c:v>14501.8</c:v>
                </c:pt>
                <c:pt idx="1081">
                  <c:v>14519.5</c:v>
                </c:pt>
                <c:pt idx="1082">
                  <c:v>14537.2</c:v>
                </c:pt>
                <c:pt idx="1083">
                  <c:v>14549</c:v>
                </c:pt>
                <c:pt idx="1084">
                  <c:v>14549</c:v>
                </c:pt>
                <c:pt idx="1085">
                  <c:v>14549</c:v>
                </c:pt>
                <c:pt idx="1086">
                  <c:v>14560.8</c:v>
                </c:pt>
                <c:pt idx="1087">
                  <c:v>14772.6</c:v>
                </c:pt>
                <c:pt idx="1088">
                  <c:v>14778.5</c:v>
                </c:pt>
                <c:pt idx="1089">
                  <c:v>14778.5</c:v>
                </c:pt>
                <c:pt idx="1090">
                  <c:v>14760.8</c:v>
                </c:pt>
                <c:pt idx="1091">
                  <c:v>14760.8</c:v>
                </c:pt>
                <c:pt idx="1092">
                  <c:v>14760.8</c:v>
                </c:pt>
                <c:pt idx="1093">
                  <c:v>14760.8</c:v>
                </c:pt>
                <c:pt idx="1094">
                  <c:v>14645.8</c:v>
                </c:pt>
                <c:pt idx="1095">
                  <c:v>14657.6</c:v>
                </c:pt>
                <c:pt idx="1096">
                  <c:v>14657.6</c:v>
                </c:pt>
                <c:pt idx="1097">
                  <c:v>14657.6</c:v>
                </c:pt>
                <c:pt idx="1098">
                  <c:v>14657.6</c:v>
                </c:pt>
                <c:pt idx="1099">
                  <c:v>14663.5</c:v>
                </c:pt>
                <c:pt idx="1100">
                  <c:v>14690.5</c:v>
                </c:pt>
                <c:pt idx="1101">
                  <c:v>14696.4</c:v>
                </c:pt>
                <c:pt idx="1102">
                  <c:v>14696.4</c:v>
                </c:pt>
                <c:pt idx="1103">
                  <c:v>14702.3</c:v>
                </c:pt>
                <c:pt idx="1104">
                  <c:v>14702.3</c:v>
                </c:pt>
                <c:pt idx="1105">
                  <c:v>14702.3</c:v>
                </c:pt>
                <c:pt idx="1106">
                  <c:v>14702.3</c:v>
                </c:pt>
                <c:pt idx="1107">
                  <c:v>14202.3</c:v>
                </c:pt>
                <c:pt idx="1108">
                  <c:v>14190.5</c:v>
                </c:pt>
                <c:pt idx="1109">
                  <c:v>14190.5</c:v>
                </c:pt>
                <c:pt idx="1110">
                  <c:v>14172.8</c:v>
                </c:pt>
                <c:pt idx="1111">
                  <c:v>14172.8</c:v>
                </c:pt>
                <c:pt idx="1112">
                  <c:v>14172.8</c:v>
                </c:pt>
                <c:pt idx="1113">
                  <c:v>14172.8</c:v>
                </c:pt>
                <c:pt idx="1114">
                  <c:v>14190.5</c:v>
                </c:pt>
                <c:pt idx="1115">
                  <c:v>14190.5</c:v>
                </c:pt>
                <c:pt idx="1116">
                  <c:v>14190.5</c:v>
                </c:pt>
                <c:pt idx="1117">
                  <c:v>14190.5</c:v>
                </c:pt>
                <c:pt idx="1118">
                  <c:v>14190.5</c:v>
                </c:pt>
                <c:pt idx="1119">
                  <c:v>14190.5</c:v>
                </c:pt>
                <c:pt idx="1120">
                  <c:v>14190.5</c:v>
                </c:pt>
                <c:pt idx="1121">
                  <c:v>14190.5</c:v>
                </c:pt>
                <c:pt idx="1122">
                  <c:v>14190.5</c:v>
                </c:pt>
                <c:pt idx="1123">
                  <c:v>14190.5</c:v>
                </c:pt>
                <c:pt idx="1124">
                  <c:v>14190.5</c:v>
                </c:pt>
                <c:pt idx="1125">
                  <c:v>14190.5</c:v>
                </c:pt>
                <c:pt idx="1126">
                  <c:v>14190.5</c:v>
                </c:pt>
                <c:pt idx="1127">
                  <c:v>14190.5</c:v>
                </c:pt>
                <c:pt idx="1128">
                  <c:v>14184.6</c:v>
                </c:pt>
                <c:pt idx="1129">
                  <c:v>14184.6</c:v>
                </c:pt>
                <c:pt idx="1130">
                  <c:v>14057.2</c:v>
                </c:pt>
                <c:pt idx="1131">
                  <c:v>14039.5</c:v>
                </c:pt>
                <c:pt idx="1132">
                  <c:v>14039.5</c:v>
                </c:pt>
                <c:pt idx="1133">
                  <c:v>14039.5</c:v>
                </c:pt>
                <c:pt idx="1134">
                  <c:v>14039.5</c:v>
                </c:pt>
                <c:pt idx="1135">
                  <c:v>14281.7</c:v>
                </c:pt>
                <c:pt idx="1136">
                  <c:v>14264</c:v>
                </c:pt>
                <c:pt idx="1137">
                  <c:v>14246.3</c:v>
                </c:pt>
                <c:pt idx="1138">
                  <c:v>14246.3</c:v>
                </c:pt>
                <c:pt idx="1139">
                  <c:v>14234.5</c:v>
                </c:pt>
                <c:pt idx="1140">
                  <c:v>14234.5</c:v>
                </c:pt>
                <c:pt idx="1141">
                  <c:v>14234.5</c:v>
                </c:pt>
                <c:pt idx="1142">
                  <c:v>14234.5</c:v>
                </c:pt>
                <c:pt idx="1143">
                  <c:v>14205</c:v>
                </c:pt>
                <c:pt idx="1144">
                  <c:v>14106.5</c:v>
                </c:pt>
                <c:pt idx="1145">
                  <c:v>14039</c:v>
                </c:pt>
                <c:pt idx="1146">
                  <c:v>14039</c:v>
                </c:pt>
                <c:pt idx="1147">
                  <c:v>14739</c:v>
                </c:pt>
                <c:pt idx="1148">
                  <c:v>14739</c:v>
                </c:pt>
                <c:pt idx="1149">
                  <c:v>15268.5</c:v>
                </c:pt>
                <c:pt idx="1150">
                  <c:v>15280.3</c:v>
                </c:pt>
                <c:pt idx="1151">
                  <c:v>15298</c:v>
                </c:pt>
                <c:pt idx="1152">
                  <c:v>15298</c:v>
                </c:pt>
                <c:pt idx="1153">
                  <c:v>15298</c:v>
                </c:pt>
                <c:pt idx="1154">
                  <c:v>15298</c:v>
                </c:pt>
                <c:pt idx="1155">
                  <c:v>15298</c:v>
                </c:pt>
                <c:pt idx="1156">
                  <c:v>15298</c:v>
                </c:pt>
                <c:pt idx="1157">
                  <c:v>15309.8</c:v>
                </c:pt>
                <c:pt idx="1158">
                  <c:v>15356.2</c:v>
                </c:pt>
                <c:pt idx="1159">
                  <c:v>15356.2</c:v>
                </c:pt>
                <c:pt idx="1160">
                  <c:v>15356.2</c:v>
                </c:pt>
                <c:pt idx="1161">
                  <c:v>15356.2</c:v>
                </c:pt>
                <c:pt idx="1162">
                  <c:v>15356.2</c:v>
                </c:pt>
                <c:pt idx="1163">
                  <c:v>15356.2</c:v>
                </c:pt>
                <c:pt idx="1164">
                  <c:v>15356.2</c:v>
                </c:pt>
                <c:pt idx="1165">
                  <c:v>15356.2</c:v>
                </c:pt>
                <c:pt idx="1166">
                  <c:v>15410.2</c:v>
                </c:pt>
                <c:pt idx="1167">
                  <c:v>15410.2</c:v>
                </c:pt>
                <c:pt idx="1168">
                  <c:v>15410.2</c:v>
                </c:pt>
                <c:pt idx="1169">
                  <c:v>15410.2</c:v>
                </c:pt>
                <c:pt idx="1170">
                  <c:v>15401.5</c:v>
                </c:pt>
                <c:pt idx="1171">
                  <c:v>15401.5</c:v>
                </c:pt>
                <c:pt idx="1172">
                  <c:v>15401.5</c:v>
                </c:pt>
                <c:pt idx="1173">
                  <c:v>15401.5</c:v>
                </c:pt>
                <c:pt idx="1174">
                  <c:v>15372</c:v>
                </c:pt>
                <c:pt idx="1175">
                  <c:v>15372</c:v>
                </c:pt>
                <c:pt idx="1176">
                  <c:v>15372</c:v>
                </c:pt>
                <c:pt idx="1177">
                  <c:v>15813</c:v>
                </c:pt>
                <c:pt idx="1178">
                  <c:v>15801.2</c:v>
                </c:pt>
                <c:pt idx="1179">
                  <c:v>15783.5</c:v>
                </c:pt>
                <c:pt idx="1180">
                  <c:v>15824</c:v>
                </c:pt>
                <c:pt idx="1181">
                  <c:v>15812.2</c:v>
                </c:pt>
                <c:pt idx="1182">
                  <c:v>15812.2</c:v>
                </c:pt>
                <c:pt idx="1183">
                  <c:v>15812.2</c:v>
                </c:pt>
                <c:pt idx="1184">
                  <c:v>15812.2</c:v>
                </c:pt>
                <c:pt idx="1185">
                  <c:v>15794.5</c:v>
                </c:pt>
                <c:pt idx="1186">
                  <c:v>15794.5</c:v>
                </c:pt>
                <c:pt idx="1187">
                  <c:v>15765</c:v>
                </c:pt>
                <c:pt idx="1188">
                  <c:v>15735.5</c:v>
                </c:pt>
                <c:pt idx="1189">
                  <c:v>15735.5</c:v>
                </c:pt>
                <c:pt idx="1190">
                  <c:v>15735.5</c:v>
                </c:pt>
                <c:pt idx="1191">
                  <c:v>15735.5</c:v>
                </c:pt>
                <c:pt idx="1192">
                  <c:v>15735.5</c:v>
                </c:pt>
                <c:pt idx="1193">
                  <c:v>15723.7</c:v>
                </c:pt>
                <c:pt idx="1194">
                  <c:v>15723.7</c:v>
                </c:pt>
                <c:pt idx="1195">
                  <c:v>15735.5</c:v>
                </c:pt>
                <c:pt idx="1196">
                  <c:v>15735.5</c:v>
                </c:pt>
                <c:pt idx="1197">
                  <c:v>15735.5</c:v>
                </c:pt>
                <c:pt idx="1198">
                  <c:v>15735.5</c:v>
                </c:pt>
                <c:pt idx="1199">
                  <c:v>15735.5</c:v>
                </c:pt>
                <c:pt idx="1200">
                  <c:v>15747.3</c:v>
                </c:pt>
                <c:pt idx="1201">
                  <c:v>15747.3</c:v>
                </c:pt>
                <c:pt idx="1202">
                  <c:v>15759.099999999999</c:v>
                </c:pt>
                <c:pt idx="1203">
                  <c:v>15759.099999999999</c:v>
                </c:pt>
                <c:pt idx="1204">
                  <c:v>15759.099999999999</c:v>
                </c:pt>
                <c:pt idx="1205">
                  <c:v>15190.1</c:v>
                </c:pt>
                <c:pt idx="1206">
                  <c:v>15201.9</c:v>
                </c:pt>
                <c:pt idx="1207">
                  <c:v>15213.7</c:v>
                </c:pt>
                <c:pt idx="1208">
                  <c:v>15213.7</c:v>
                </c:pt>
                <c:pt idx="1209">
                  <c:v>15213.7</c:v>
                </c:pt>
                <c:pt idx="1210">
                  <c:v>15213.7</c:v>
                </c:pt>
                <c:pt idx="1211">
                  <c:v>15213.7</c:v>
                </c:pt>
                <c:pt idx="1212">
                  <c:v>15212</c:v>
                </c:pt>
                <c:pt idx="1213">
                  <c:v>15212</c:v>
                </c:pt>
                <c:pt idx="1214">
                  <c:v>15212</c:v>
                </c:pt>
                <c:pt idx="1215">
                  <c:v>15212</c:v>
                </c:pt>
                <c:pt idx="1216">
                  <c:v>15212</c:v>
                </c:pt>
                <c:pt idx="1217">
                  <c:v>15212</c:v>
                </c:pt>
                <c:pt idx="1218">
                  <c:v>15212</c:v>
                </c:pt>
                <c:pt idx="1219">
                  <c:v>15235.6</c:v>
                </c:pt>
                <c:pt idx="1220">
                  <c:v>15235.6</c:v>
                </c:pt>
                <c:pt idx="1221">
                  <c:v>15247.4</c:v>
                </c:pt>
                <c:pt idx="1222">
                  <c:v>15259.2</c:v>
                </c:pt>
                <c:pt idx="1223">
                  <c:v>15271</c:v>
                </c:pt>
                <c:pt idx="1224">
                  <c:v>15271</c:v>
                </c:pt>
                <c:pt idx="1225">
                  <c:v>15271</c:v>
                </c:pt>
                <c:pt idx="1226">
                  <c:v>15271</c:v>
                </c:pt>
                <c:pt idx="1227">
                  <c:v>15282.8</c:v>
                </c:pt>
                <c:pt idx="1228">
                  <c:v>15282.8</c:v>
                </c:pt>
                <c:pt idx="1229">
                  <c:v>15300.5</c:v>
                </c:pt>
                <c:pt idx="1230">
                  <c:v>15300.5</c:v>
                </c:pt>
                <c:pt idx="1231">
                  <c:v>15300.5</c:v>
                </c:pt>
                <c:pt idx="1232">
                  <c:v>15300.5</c:v>
                </c:pt>
                <c:pt idx="1233">
                  <c:v>15484.5</c:v>
                </c:pt>
                <c:pt idx="1234">
                  <c:v>15496.3</c:v>
                </c:pt>
                <c:pt idx="1235">
                  <c:v>15496.3</c:v>
                </c:pt>
                <c:pt idx="1236">
                  <c:v>15550.3</c:v>
                </c:pt>
                <c:pt idx="1237">
                  <c:v>15550.3</c:v>
                </c:pt>
                <c:pt idx="1238">
                  <c:v>15550.3</c:v>
                </c:pt>
                <c:pt idx="1239">
                  <c:v>15550.3</c:v>
                </c:pt>
                <c:pt idx="1240">
                  <c:v>15344.1</c:v>
                </c:pt>
                <c:pt idx="1241">
                  <c:v>15332.3</c:v>
                </c:pt>
                <c:pt idx="1242">
                  <c:v>15332.3</c:v>
                </c:pt>
                <c:pt idx="1243">
                  <c:v>15332.3</c:v>
                </c:pt>
                <c:pt idx="1244">
                  <c:v>15332.3</c:v>
                </c:pt>
                <c:pt idx="1245">
                  <c:v>15332.3</c:v>
                </c:pt>
                <c:pt idx="1246">
                  <c:v>15326.4</c:v>
                </c:pt>
                <c:pt idx="1247">
                  <c:v>15314.6</c:v>
                </c:pt>
                <c:pt idx="1248">
                  <c:v>15302.8</c:v>
                </c:pt>
                <c:pt idx="1249">
                  <c:v>15329.8</c:v>
                </c:pt>
                <c:pt idx="1250">
                  <c:v>15329.8</c:v>
                </c:pt>
                <c:pt idx="1251">
                  <c:v>15329.8</c:v>
                </c:pt>
                <c:pt idx="1252">
                  <c:v>15329.8</c:v>
                </c:pt>
                <c:pt idx="1253">
                  <c:v>15329.8</c:v>
                </c:pt>
                <c:pt idx="1254">
                  <c:v>15444.8</c:v>
                </c:pt>
                <c:pt idx="1255">
                  <c:v>15438.9</c:v>
                </c:pt>
                <c:pt idx="1256">
                  <c:v>15438.9</c:v>
                </c:pt>
                <c:pt idx="1257">
                  <c:v>15438.9</c:v>
                </c:pt>
                <c:pt idx="1258">
                  <c:v>15138.9</c:v>
                </c:pt>
                <c:pt idx="1259">
                  <c:v>15138.9</c:v>
                </c:pt>
                <c:pt idx="1260">
                  <c:v>15138.9</c:v>
                </c:pt>
                <c:pt idx="1261">
                  <c:v>15012.4</c:v>
                </c:pt>
                <c:pt idx="1262">
                  <c:v>15012.4</c:v>
                </c:pt>
                <c:pt idx="1263">
                  <c:v>15045.3</c:v>
                </c:pt>
                <c:pt idx="1264">
                  <c:v>15045.3</c:v>
                </c:pt>
                <c:pt idx="1265">
                  <c:v>15045.3</c:v>
                </c:pt>
                <c:pt idx="1266">
                  <c:v>15045.3</c:v>
                </c:pt>
                <c:pt idx="1267">
                  <c:v>15045.3</c:v>
                </c:pt>
                <c:pt idx="1268">
                  <c:v>15045.3</c:v>
                </c:pt>
                <c:pt idx="1269">
                  <c:v>15051.2</c:v>
                </c:pt>
                <c:pt idx="1270">
                  <c:v>15051.2</c:v>
                </c:pt>
                <c:pt idx="1271">
                  <c:v>15039.4</c:v>
                </c:pt>
                <c:pt idx="1272">
                  <c:v>15027.6</c:v>
                </c:pt>
                <c:pt idx="1273">
                  <c:v>15027.6</c:v>
                </c:pt>
                <c:pt idx="1274">
                  <c:v>15027.6</c:v>
                </c:pt>
                <c:pt idx="1275">
                  <c:v>15021.7</c:v>
                </c:pt>
                <c:pt idx="1276">
                  <c:v>15028.6</c:v>
                </c:pt>
                <c:pt idx="1277">
                  <c:v>15028.6</c:v>
                </c:pt>
                <c:pt idx="1278">
                  <c:v>15028.6</c:v>
                </c:pt>
                <c:pt idx="1279">
                  <c:v>15034.5</c:v>
                </c:pt>
                <c:pt idx="1280">
                  <c:v>15034.5</c:v>
                </c:pt>
                <c:pt idx="1281">
                  <c:v>15034.5</c:v>
                </c:pt>
                <c:pt idx="1282">
                  <c:v>15040.4</c:v>
                </c:pt>
                <c:pt idx="1283">
                  <c:v>15040.4</c:v>
                </c:pt>
                <c:pt idx="1284">
                  <c:v>15040.4</c:v>
                </c:pt>
                <c:pt idx="1285">
                  <c:v>15040.4</c:v>
                </c:pt>
                <c:pt idx="1286">
                  <c:v>15040.4</c:v>
                </c:pt>
                <c:pt idx="1287">
                  <c:v>15040.4</c:v>
                </c:pt>
                <c:pt idx="1288">
                  <c:v>15040.4</c:v>
                </c:pt>
                <c:pt idx="1289">
                  <c:v>15040.4</c:v>
                </c:pt>
                <c:pt idx="1290">
                  <c:v>15046.3</c:v>
                </c:pt>
                <c:pt idx="1291">
                  <c:v>14532.8</c:v>
                </c:pt>
                <c:pt idx="1292">
                  <c:v>14508.8</c:v>
                </c:pt>
                <c:pt idx="1293">
                  <c:v>14508.8</c:v>
                </c:pt>
                <c:pt idx="1294">
                  <c:v>14508.8</c:v>
                </c:pt>
                <c:pt idx="1295">
                  <c:v>14508.8</c:v>
                </c:pt>
                <c:pt idx="1296">
                  <c:v>14508.8</c:v>
                </c:pt>
                <c:pt idx="1297">
                  <c:v>14514.7</c:v>
                </c:pt>
                <c:pt idx="1298">
                  <c:v>14514.7</c:v>
                </c:pt>
                <c:pt idx="1299">
                  <c:v>14474.2</c:v>
                </c:pt>
                <c:pt idx="1300">
                  <c:v>14474.2</c:v>
                </c:pt>
                <c:pt idx="1301">
                  <c:v>14474.2</c:v>
                </c:pt>
                <c:pt idx="1302">
                  <c:v>14474.2</c:v>
                </c:pt>
                <c:pt idx="1303">
                  <c:v>14480.1</c:v>
                </c:pt>
                <c:pt idx="1304">
                  <c:v>14480.1</c:v>
                </c:pt>
                <c:pt idx="1305">
                  <c:v>14426.1</c:v>
                </c:pt>
                <c:pt idx="1306">
                  <c:v>14426.1</c:v>
                </c:pt>
                <c:pt idx="1307">
                  <c:v>14426.1</c:v>
                </c:pt>
                <c:pt idx="1308">
                  <c:v>14426.1</c:v>
                </c:pt>
                <c:pt idx="1309">
                  <c:v>14426.1</c:v>
                </c:pt>
                <c:pt idx="1310">
                  <c:v>14378</c:v>
                </c:pt>
                <c:pt idx="1311">
                  <c:v>14378</c:v>
                </c:pt>
                <c:pt idx="1312">
                  <c:v>14360.3</c:v>
                </c:pt>
                <c:pt idx="1313">
                  <c:v>14300.4</c:v>
                </c:pt>
                <c:pt idx="1314">
                  <c:v>14288.6</c:v>
                </c:pt>
                <c:pt idx="1315">
                  <c:v>14288.6</c:v>
                </c:pt>
                <c:pt idx="1316">
                  <c:v>14288.6</c:v>
                </c:pt>
                <c:pt idx="1317">
                  <c:v>14082.7</c:v>
                </c:pt>
                <c:pt idx="1318">
                  <c:v>14076.8</c:v>
                </c:pt>
                <c:pt idx="1319">
                  <c:v>14065</c:v>
                </c:pt>
                <c:pt idx="1320">
                  <c:v>14029.6</c:v>
                </c:pt>
                <c:pt idx="1321">
                  <c:v>14006</c:v>
                </c:pt>
                <c:pt idx="1322">
                  <c:v>14006</c:v>
                </c:pt>
                <c:pt idx="1323">
                  <c:v>14006</c:v>
                </c:pt>
                <c:pt idx="1324">
                  <c:v>14022.1</c:v>
                </c:pt>
                <c:pt idx="1325">
                  <c:v>14033.9</c:v>
                </c:pt>
                <c:pt idx="1326">
                  <c:v>14033.9</c:v>
                </c:pt>
                <c:pt idx="1327">
                  <c:v>14028</c:v>
                </c:pt>
                <c:pt idx="1328">
                  <c:v>14028</c:v>
                </c:pt>
                <c:pt idx="1329">
                  <c:v>14028</c:v>
                </c:pt>
                <c:pt idx="1330">
                  <c:v>14028</c:v>
                </c:pt>
                <c:pt idx="1331">
                  <c:v>13942.6</c:v>
                </c:pt>
                <c:pt idx="1332">
                  <c:v>13936.7</c:v>
                </c:pt>
                <c:pt idx="1333">
                  <c:v>13936.7</c:v>
                </c:pt>
                <c:pt idx="1334">
                  <c:v>13936.7</c:v>
                </c:pt>
                <c:pt idx="1335">
                  <c:v>13954.4</c:v>
                </c:pt>
                <c:pt idx="1336">
                  <c:v>13954.4</c:v>
                </c:pt>
                <c:pt idx="1337">
                  <c:v>13954.4</c:v>
                </c:pt>
                <c:pt idx="1338">
                  <c:v>13966.2</c:v>
                </c:pt>
                <c:pt idx="1339">
                  <c:v>13966.2</c:v>
                </c:pt>
                <c:pt idx="1340">
                  <c:v>13939.2</c:v>
                </c:pt>
                <c:pt idx="1341">
                  <c:v>13939.2</c:v>
                </c:pt>
                <c:pt idx="1342">
                  <c:v>13939.2</c:v>
                </c:pt>
                <c:pt idx="1343">
                  <c:v>13939.2</c:v>
                </c:pt>
                <c:pt idx="1344">
                  <c:v>13939.2</c:v>
                </c:pt>
                <c:pt idx="1345">
                  <c:v>13877.4</c:v>
                </c:pt>
                <c:pt idx="1346">
                  <c:v>13865.6</c:v>
                </c:pt>
                <c:pt idx="1347">
                  <c:v>13876.8</c:v>
                </c:pt>
                <c:pt idx="1348">
                  <c:v>13888.3</c:v>
                </c:pt>
                <c:pt idx="1349">
                  <c:v>13876.5</c:v>
                </c:pt>
                <c:pt idx="1350">
                  <c:v>13876.5</c:v>
                </c:pt>
                <c:pt idx="1351">
                  <c:v>13876.5</c:v>
                </c:pt>
                <c:pt idx="1352">
                  <c:v>15126.5</c:v>
                </c:pt>
                <c:pt idx="1353">
                  <c:v>15132.4</c:v>
                </c:pt>
                <c:pt idx="1354">
                  <c:v>15132.4</c:v>
                </c:pt>
                <c:pt idx="1355">
                  <c:v>15126.5</c:v>
                </c:pt>
                <c:pt idx="1356">
                  <c:v>16126.5</c:v>
                </c:pt>
                <c:pt idx="1357">
                  <c:v>16126.5</c:v>
                </c:pt>
                <c:pt idx="1358">
                  <c:v>16126.5</c:v>
                </c:pt>
                <c:pt idx="1359">
                  <c:v>17126.5</c:v>
                </c:pt>
                <c:pt idx="1360">
                  <c:v>17120.599999999999</c:v>
                </c:pt>
                <c:pt idx="1361">
                  <c:v>17126.5</c:v>
                </c:pt>
                <c:pt idx="1362">
                  <c:v>17132.400000000001</c:v>
                </c:pt>
                <c:pt idx="1363">
                  <c:v>17144.2</c:v>
                </c:pt>
                <c:pt idx="1364">
                  <c:v>17144.2</c:v>
                </c:pt>
                <c:pt idx="1365">
                  <c:v>17144.2</c:v>
                </c:pt>
                <c:pt idx="1366">
                  <c:v>17150.099999999999</c:v>
                </c:pt>
                <c:pt idx="1367">
                  <c:v>17150.099999999999</c:v>
                </c:pt>
                <c:pt idx="1368">
                  <c:v>17138.3</c:v>
                </c:pt>
                <c:pt idx="1369">
                  <c:v>17138.3</c:v>
                </c:pt>
                <c:pt idx="1370">
                  <c:v>17138.3</c:v>
                </c:pt>
                <c:pt idx="1371">
                  <c:v>17138.3</c:v>
                </c:pt>
                <c:pt idx="1372">
                  <c:v>17138.3</c:v>
                </c:pt>
                <c:pt idx="1373">
                  <c:v>17138.3</c:v>
                </c:pt>
                <c:pt idx="1374">
                  <c:v>17138.3</c:v>
                </c:pt>
                <c:pt idx="1375">
                  <c:v>17138.3</c:v>
                </c:pt>
                <c:pt idx="1376">
                  <c:v>17138.3</c:v>
                </c:pt>
                <c:pt idx="1377">
                  <c:v>17138.3</c:v>
                </c:pt>
                <c:pt idx="1378">
                  <c:v>17138.3</c:v>
                </c:pt>
                <c:pt idx="1379">
                  <c:v>17138.3</c:v>
                </c:pt>
                <c:pt idx="1380">
                  <c:v>18138.3</c:v>
                </c:pt>
                <c:pt idx="1381">
                  <c:v>18156</c:v>
                </c:pt>
                <c:pt idx="1382">
                  <c:v>18156</c:v>
                </c:pt>
                <c:pt idx="1383">
                  <c:v>18161.900000000001</c:v>
                </c:pt>
                <c:pt idx="1384">
                  <c:v>18156</c:v>
                </c:pt>
                <c:pt idx="1385">
                  <c:v>20656</c:v>
                </c:pt>
                <c:pt idx="1386">
                  <c:v>20656</c:v>
                </c:pt>
                <c:pt idx="1387">
                  <c:v>20610</c:v>
                </c:pt>
                <c:pt idx="1388">
                  <c:v>20610</c:v>
                </c:pt>
                <c:pt idx="1389">
                  <c:v>20610</c:v>
                </c:pt>
                <c:pt idx="1390">
                  <c:v>20610</c:v>
                </c:pt>
                <c:pt idx="1391">
                  <c:v>20610</c:v>
                </c:pt>
                <c:pt idx="1392">
                  <c:v>20610</c:v>
                </c:pt>
                <c:pt idx="1393">
                  <c:v>20610</c:v>
                </c:pt>
                <c:pt idx="1394">
                  <c:v>20587</c:v>
                </c:pt>
                <c:pt idx="1395">
                  <c:v>20587</c:v>
                </c:pt>
                <c:pt idx="1396">
                  <c:v>20344</c:v>
                </c:pt>
                <c:pt idx="1397">
                  <c:v>20344</c:v>
                </c:pt>
                <c:pt idx="1398">
                  <c:v>20268.900000000001</c:v>
                </c:pt>
                <c:pt idx="1399">
                  <c:v>20268.900000000001</c:v>
                </c:pt>
                <c:pt idx="1400">
                  <c:v>20268.900000000001</c:v>
                </c:pt>
                <c:pt idx="1401">
                  <c:v>20268.900000000001</c:v>
                </c:pt>
                <c:pt idx="1402">
                  <c:v>20268.900000000001</c:v>
                </c:pt>
                <c:pt idx="1403">
                  <c:v>20268.900000000001</c:v>
                </c:pt>
                <c:pt idx="1404">
                  <c:v>20274.8</c:v>
                </c:pt>
                <c:pt idx="1405">
                  <c:v>20268.900000000001</c:v>
                </c:pt>
                <c:pt idx="1406">
                  <c:v>20268.900000000001</c:v>
                </c:pt>
                <c:pt idx="1407">
                  <c:v>20268.900000000001</c:v>
                </c:pt>
                <c:pt idx="1408">
                  <c:v>19768.900000000001</c:v>
                </c:pt>
                <c:pt idx="1409">
                  <c:v>19751.8</c:v>
                </c:pt>
                <c:pt idx="1410">
                  <c:v>18981.8</c:v>
                </c:pt>
                <c:pt idx="1411">
                  <c:v>18862</c:v>
                </c:pt>
                <c:pt idx="1412">
                  <c:v>17862</c:v>
                </c:pt>
                <c:pt idx="1413">
                  <c:v>17862</c:v>
                </c:pt>
                <c:pt idx="1414">
                  <c:v>17862</c:v>
                </c:pt>
                <c:pt idx="1415">
                  <c:v>17862</c:v>
                </c:pt>
                <c:pt idx="1416">
                  <c:v>17673</c:v>
                </c:pt>
                <c:pt idx="1417">
                  <c:v>17667.099999999999</c:v>
                </c:pt>
                <c:pt idx="1418">
                  <c:v>17643.5</c:v>
                </c:pt>
                <c:pt idx="1419">
                  <c:v>16625.8</c:v>
                </c:pt>
                <c:pt idx="1420">
                  <c:v>16625.8</c:v>
                </c:pt>
                <c:pt idx="1421">
                  <c:v>16625.8</c:v>
                </c:pt>
                <c:pt idx="1422">
                  <c:v>16614</c:v>
                </c:pt>
                <c:pt idx="1423">
                  <c:v>16584.5</c:v>
                </c:pt>
                <c:pt idx="1424">
                  <c:v>16525.5</c:v>
                </c:pt>
                <c:pt idx="1425">
                  <c:v>16553.8</c:v>
                </c:pt>
                <c:pt idx="1426">
                  <c:v>16487.5</c:v>
                </c:pt>
                <c:pt idx="1427">
                  <c:v>16487.5</c:v>
                </c:pt>
                <c:pt idx="1428">
                  <c:v>16487.5</c:v>
                </c:pt>
                <c:pt idx="1429">
                  <c:v>16534.7</c:v>
                </c:pt>
                <c:pt idx="1430">
                  <c:v>16505.2</c:v>
                </c:pt>
                <c:pt idx="1431">
                  <c:v>16453.399999999998</c:v>
                </c:pt>
                <c:pt idx="1432">
                  <c:v>16123.9</c:v>
                </c:pt>
                <c:pt idx="1433">
                  <c:v>16141.6</c:v>
                </c:pt>
                <c:pt idx="1434">
                  <c:v>16141.6</c:v>
                </c:pt>
                <c:pt idx="1435">
                  <c:v>16141.6</c:v>
                </c:pt>
                <c:pt idx="1436">
                  <c:v>15983.000000000002</c:v>
                </c:pt>
                <c:pt idx="1437">
                  <c:v>15888.6</c:v>
                </c:pt>
                <c:pt idx="1438">
                  <c:v>15829.6</c:v>
                </c:pt>
                <c:pt idx="1439">
                  <c:v>15829.6</c:v>
                </c:pt>
                <c:pt idx="1440">
                  <c:v>15859.1</c:v>
                </c:pt>
                <c:pt idx="1441">
                  <c:v>15859.1</c:v>
                </c:pt>
                <c:pt idx="1442">
                  <c:v>15859.1</c:v>
                </c:pt>
                <c:pt idx="1443">
                  <c:v>15700.4</c:v>
                </c:pt>
                <c:pt idx="1444">
                  <c:v>15682.699999999999</c:v>
                </c:pt>
                <c:pt idx="1445">
                  <c:v>15688.6</c:v>
                </c:pt>
                <c:pt idx="1446">
                  <c:v>15694.500000000002</c:v>
                </c:pt>
                <c:pt idx="1447">
                  <c:v>15688.6</c:v>
                </c:pt>
                <c:pt idx="1448">
                  <c:v>15688.6</c:v>
                </c:pt>
                <c:pt idx="1449">
                  <c:v>15688.6</c:v>
                </c:pt>
                <c:pt idx="1450">
                  <c:v>13682.7</c:v>
                </c:pt>
                <c:pt idx="1451">
                  <c:v>13632.7</c:v>
                </c:pt>
                <c:pt idx="1452">
                  <c:v>13650.4</c:v>
                </c:pt>
                <c:pt idx="1453">
                  <c:v>13650.4</c:v>
                </c:pt>
                <c:pt idx="1454">
                  <c:v>13674</c:v>
                </c:pt>
                <c:pt idx="1455">
                  <c:v>13674</c:v>
                </c:pt>
                <c:pt idx="1456">
                  <c:v>13674</c:v>
                </c:pt>
                <c:pt idx="1457">
                  <c:v>13662.2</c:v>
                </c:pt>
                <c:pt idx="1458">
                  <c:v>13662.2</c:v>
                </c:pt>
                <c:pt idx="1459">
                  <c:v>13668.1</c:v>
                </c:pt>
                <c:pt idx="1460">
                  <c:v>13662.2</c:v>
                </c:pt>
                <c:pt idx="1461">
                  <c:v>13662.2</c:v>
                </c:pt>
                <c:pt idx="1462">
                  <c:v>13662.2</c:v>
                </c:pt>
                <c:pt idx="1463">
                  <c:v>13662.2</c:v>
                </c:pt>
                <c:pt idx="1464">
                  <c:v>13662.2</c:v>
                </c:pt>
                <c:pt idx="1465">
                  <c:v>13620.9</c:v>
                </c:pt>
                <c:pt idx="1466">
                  <c:v>13603.2</c:v>
                </c:pt>
                <c:pt idx="1467">
                  <c:v>13603.2</c:v>
                </c:pt>
                <c:pt idx="1468">
                  <c:v>13609.1</c:v>
                </c:pt>
                <c:pt idx="1469">
                  <c:v>13609.1</c:v>
                </c:pt>
                <c:pt idx="1470">
                  <c:v>13609.1</c:v>
                </c:pt>
                <c:pt idx="1471">
                  <c:v>13213.1</c:v>
                </c:pt>
                <c:pt idx="1472">
                  <c:v>13195.4</c:v>
                </c:pt>
                <c:pt idx="1473">
                  <c:v>13695.4</c:v>
                </c:pt>
                <c:pt idx="1474">
                  <c:v>13707.2</c:v>
                </c:pt>
                <c:pt idx="1475">
                  <c:v>13707.2</c:v>
                </c:pt>
                <c:pt idx="1476">
                  <c:v>13707.2</c:v>
                </c:pt>
                <c:pt idx="1477">
                  <c:v>13707.2</c:v>
                </c:pt>
                <c:pt idx="1478">
                  <c:v>13707.2</c:v>
                </c:pt>
                <c:pt idx="1479">
                  <c:v>13707.2</c:v>
                </c:pt>
                <c:pt idx="1480">
                  <c:v>13701.300000000001</c:v>
                </c:pt>
                <c:pt idx="1481">
                  <c:v>13701.300000000001</c:v>
                </c:pt>
                <c:pt idx="1482">
                  <c:v>13701.300000000001</c:v>
                </c:pt>
                <c:pt idx="1483">
                  <c:v>13701.300000000001</c:v>
                </c:pt>
                <c:pt idx="1484">
                  <c:v>13701.300000000001</c:v>
                </c:pt>
                <c:pt idx="1485">
                  <c:v>13713.1</c:v>
                </c:pt>
                <c:pt idx="1486">
                  <c:v>13713.1</c:v>
                </c:pt>
                <c:pt idx="1487">
                  <c:v>13707.2</c:v>
                </c:pt>
                <c:pt idx="1488">
                  <c:v>14219</c:v>
                </c:pt>
                <c:pt idx="1489">
                  <c:v>14224.9</c:v>
                </c:pt>
                <c:pt idx="1490">
                  <c:v>14224.9</c:v>
                </c:pt>
                <c:pt idx="1491">
                  <c:v>14224.9</c:v>
                </c:pt>
                <c:pt idx="1492">
                  <c:v>14224.9</c:v>
                </c:pt>
                <c:pt idx="1493">
                  <c:v>14230.800000000001</c:v>
                </c:pt>
                <c:pt idx="1494">
                  <c:v>14236.7</c:v>
                </c:pt>
                <c:pt idx="1495">
                  <c:v>14236.7</c:v>
                </c:pt>
                <c:pt idx="1496">
                  <c:v>14230.800000000001</c:v>
                </c:pt>
                <c:pt idx="1497">
                  <c:v>14230.800000000001</c:v>
                </c:pt>
                <c:pt idx="1498">
                  <c:v>14230.800000000001</c:v>
                </c:pt>
                <c:pt idx="1499">
                  <c:v>14236.7</c:v>
                </c:pt>
                <c:pt idx="1500">
                  <c:v>14236.7</c:v>
                </c:pt>
                <c:pt idx="1501">
                  <c:v>14224.9</c:v>
                </c:pt>
                <c:pt idx="1502">
                  <c:v>14224.9</c:v>
                </c:pt>
                <c:pt idx="1503">
                  <c:v>14197.3</c:v>
                </c:pt>
                <c:pt idx="1504">
                  <c:v>14197.3</c:v>
                </c:pt>
                <c:pt idx="1505">
                  <c:v>14197.3</c:v>
                </c:pt>
                <c:pt idx="1506">
                  <c:v>14197.3</c:v>
                </c:pt>
                <c:pt idx="1507">
                  <c:v>14197.3</c:v>
                </c:pt>
                <c:pt idx="1508">
                  <c:v>14197.3</c:v>
                </c:pt>
                <c:pt idx="1509">
                  <c:v>14197.3</c:v>
                </c:pt>
                <c:pt idx="1510">
                  <c:v>14197.3</c:v>
                </c:pt>
                <c:pt idx="1511">
                  <c:v>14209.1</c:v>
                </c:pt>
                <c:pt idx="1512">
                  <c:v>14209.1</c:v>
                </c:pt>
                <c:pt idx="1513">
                  <c:v>14709.1</c:v>
                </c:pt>
                <c:pt idx="1514">
                  <c:v>14685.5</c:v>
                </c:pt>
                <c:pt idx="1515">
                  <c:v>14685.5</c:v>
                </c:pt>
                <c:pt idx="1516">
                  <c:v>14667.8</c:v>
                </c:pt>
                <c:pt idx="1517">
                  <c:v>14610</c:v>
                </c:pt>
                <c:pt idx="1518">
                  <c:v>14610</c:v>
                </c:pt>
                <c:pt idx="1519">
                  <c:v>14610</c:v>
                </c:pt>
                <c:pt idx="1520">
                  <c:v>15121.8</c:v>
                </c:pt>
                <c:pt idx="1521">
                  <c:v>15121.8</c:v>
                </c:pt>
                <c:pt idx="1522">
                  <c:v>15121.8</c:v>
                </c:pt>
                <c:pt idx="1523">
                  <c:v>15133.6</c:v>
                </c:pt>
                <c:pt idx="1524">
                  <c:v>15139.5</c:v>
                </c:pt>
                <c:pt idx="1525">
                  <c:v>15139.5</c:v>
                </c:pt>
                <c:pt idx="1526">
                  <c:v>15139.5</c:v>
                </c:pt>
                <c:pt idx="1527">
                  <c:v>15145.4</c:v>
                </c:pt>
                <c:pt idx="1528">
                  <c:v>15151.3</c:v>
                </c:pt>
                <c:pt idx="1529">
                  <c:v>15657.2</c:v>
                </c:pt>
                <c:pt idx="1530">
                  <c:v>15657.2</c:v>
                </c:pt>
                <c:pt idx="1531">
                  <c:v>15657.2</c:v>
                </c:pt>
                <c:pt idx="1532">
                  <c:v>15634.2</c:v>
                </c:pt>
                <c:pt idx="1533">
                  <c:v>15634.2</c:v>
                </c:pt>
                <c:pt idx="1534">
                  <c:v>15640.099999999999</c:v>
                </c:pt>
                <c:pt idx="1535">
                  <c:v>15675.5</c:v>
                </c:pt>
                <c:pt idx="1536">
                  <c:v>15705</c:v>
                </c:pt>
                <c:pt idx="1537">
                  <c:v>15716.8</c:v>
                </c:pt>
                <c:pt idx="1538">
                  <c:v>15705</c:v>
                </c:pt>
                <c:pt idx="1539">
                  <c:v>15705</c:v>
                </c:pt>
                <c:pt idx="1540">
                  <c:v>15705</c:v>
                </c:pt>
                <c:pt idx="1541">
                  <c:v>15693.2</c:v>
                </c:pt>
                <c:pt idx="1542">
                  <c:v>15699.099999999999</c:v>
                </c:pt>
                <c:pt idx="1543">
                  <c:v>16210.900000000001</c:v>
                </c:pt>
                <c:pt idx="1544">
                  <c:v>16216.8</c:v>
                </c:pt>
                <c:pt idx="1545">
                  <c:v>16228.599999999999</c:v>
                </c:pt>
                <c:pt idx="1546">
                  <c:v>16228.599999999999</c:v>
                </c:pt>
                <c:pt idx="1547">
                  <c:v>16228.599999999999</c:v>
                </c:pt>
                <c:pt idx="1548">
                  <c:v>16728.599999999999</c:v>
                </c:pt>
                <c:pt idx="1549">
                  <c:v>16728.599999999999</c:v>
                </c:pt>
                <c:pt idx="1550">
                  <c:v>16688.5</c:v>
                </c:pt>
                <c:pt idx="1551">
                  <c:v>16688.5</c:v>
                </c:pt>
                <c:pt idx="1552">
                  <c:v>16718</c:v>
                </c:pt>
                <c:pt idx="1553">
                  <c:v>16718</c:v>
                </c:pt>
                <c:pt idx="1554">
                  <c:v>16718</c:v>
                </c:pt>
                <c:pt idx="1555">
                  <c:v>16718</c:v>
                </c:pt>
                <c:pt idx="1556">
                  <c:v>16729.8</c:v>
                </c:pt>
                <c:pt idx="1557">
                  <c:v>16723.900000000001</c:v>
                </c:pt>
                <c:pt idx="1558">
                  <c:v>16747.5</c:v>
                </c:pt>
                <c:pt idx="1559">
                  <c:v>16777</c:v>
                </c:pt>
                <c:pt idx="1560">
                  <c:v>16777</c:v>
                </c:pt>
                <c:pt idx="1561">
                  <c:v>16777</c:v>
                </c:pt>
                <c:pt idx="1562">
                  <c:v>16725.7</c:v>
                </c:pt>
                <c:pt idx="1563">
                  <c:v>16737.5</c:v>
                </c:pt>
                <c:pt idx="1564">
                  <c:v>16755.2</c:v>
                </c:pt>
                <c:pt idx="1565">
                  <c:v>16767</c:v>
                </c:pt>
                <c:pt idx="1566">
                  <c:v>16761.099999999999</c:v>
                </c:pt>
                <c:pt idx="1567">
                  <c:v>16761.099999999999</c:v>
                </c:pt>
                <c:pt idx="1568">
                  <c:v>16761.099999999999</c:v>
                </c:pt>
                <c:pt idx="1569">
                  <c:v>16697.7</c:v>
                </c:pt>
                <c:pt idx="1570">
                  <c:v>16691.8</c:v>
                </c:pt>
                <c:pt idx="1571">
                  <c:v>16685.900000000001</c:v>
                </c:pt>
                <c:pt idx="1572">
                  <c:v>16674.099999999999</c:v>
                </c:pt>
                <c:pt idx="1573">
                  <c:v>16680</c:v>
                </c:pt>
                <c:pt idx="1574">
                  <c:v>16680</c:v>
                </c:pt>
                <c:pt idx="1575">
                  <c:v>16680</c:v>
                </c:pt>
                <c:pt idx="1576">
                  <c:v>16691.8</c:v>
                </c:pt>
                <c:pt idx="1577">
                  <c:v>16755.2</c:v>
                </c:pt>
                <c:pt idx="1578">
                  <c:v>16767</c:v>
                </c:pt>
                <c:pt idx="1579">
                  <c:v>16772.900000000001</c:v>
                </c:pt>
                <c:pt idx="1580">
                  <c:v>16772.900000000001</c:v>
                </c:pt>
                <c:pt idx="1581">
                  <c:v>16772.900000000001</c:v>
                </c:pt>
                <c:pt idx="1582">
                  <c:v>16772.900000000001</c:v>
                </c:pt>
                <c:pt idx="1583">
                  <c:v>16772.900000000001</c:v>
                </c:pt>
                <c:pt idx="1584">
                  <c:v>16772.900000000001</c:v>
                </c:pt>
                <c:pt idx="1585">
                  <c:v>16301.8</c:v>
                </c:pt>
                <c:pt idx="1586">
                  <c:v>16301.8</c:v>
                </c:pt>
                <c:pt idx="1587">
                  <c:v>16295.900000000001</c:v>
                </c:pt>
                <c:pt idx="1588">
                  <c:v>16295.900000000001</c:v>
                </c:pt>
                <c:pt idx="1589">
                  <c:v>16295.900000000001</c:v>
                </c:pt>
                <c:pt idx="1590">
                  <c:v>16301.8</c:v>
                </c:pt>
                <c:pt idx="1591">
                  <c:v>16301.8</c:v>
                </c:pt>
                <c:pt idx="1592">
                  <c:v>16295.900000000001</c:v>
                </c:pt>
                <c:pt idx="1593">
                  <c:v>16307.7</c:v>
                </c:pt>
                <c:pt idx="1594">
                  <c:v>16313.599999999999</c:v>
                </c:pt>
                <c:pt idx="1595">
                  <c:v>16313.599999999999</c:v>
                </c:pt>
                <c:pt idx="1596">
                  <c:v>16313.599999999999</c:v>
                </c:pt>
                <c:pt idx="1597">
                  <c:v>16319.5</c:v>
                </c:pt>
                <c:pt idx="1598">
                  <c:v>16325.400000000001</c:v>
                </c:pt>
                <c:pt idx="1599">
                  <c:v>16343.099999999999</c:v>
                </c:pt>
                <c:pt idx="1600">
                  <c:v>16360.8</c:v>
                </c:pt>
                <c:pt idx="1601">
                  <c:v>16372.599999999999</c:v>
                </c:pt>
                <c:pt idx="1602">
                  <c:v>16372.599999999999</c:v>
                </c:pt>
                <c:pt idx="1603">
                  <c:v>16372.599999999999</c:v>
                </c:pt>
                <c:pt idx="1604">
                  <c:v>16384.400000000001</c:v>
                </c:pt>
                <c:pt idx="1605">
                  <c:v>16408</c:v>
                </c:pt>
                <c:pt idx="1606">
                  <c:v>16455.2</c:v>
                </c:pt>
                <c:pt idx="1607">
                  <c:v>16472.900000000001</c:v>
                </c:pt>
                <c:pt idx="1608">
                  <c:v>16490.599999999999</c:v>
                </c:pt>
                <c:pt idx="1609">
                  <c:v>16490.599999999999</c:v>
                </c:pt>
                <c:pt idx="1610">
                  <c:v>16490.599999999999</c:v>
                </c:pt>
                <c:pt idx="1611">
                  <c:v>16455.2</c:v>
                </c:pt>
                <c:pt idx="1612">
                  <c:v>15856.300000000001</c:v>
                </c:pt>
                <c:pt idx="1613">
                  <c:v>15838.6</c:v>
                </c:pt>
                <c:pt idx="1614">
                  <c:v>15362.199999999999</c:v>
                </c:pt>
                <c:pt idx="1615">
                  <c:v>15350.4</c:v>
                </c:pt>
                <c:pt idx="1616">
                  <c:v>15350.4</c:v>
                </c:pt>
                <c:pt idx="1617">
                  <c:v>15350.4</c:v>
                </c:pt>
                <c:pt idx="1618">
                  <c:v>15332.699999999999</c:v>
                </c:pt>
                <c:pt idx="1619">
                  <c:v>15350.4</c:v>
                </c:pt>
                <c:pt idx="1620">
                  <c:v>14832.7</c:v>
                </c:pt>
                <c:pt idx="1621">
                  <c:v>14820.9</c:v>
                </c:pt>
                <c:pt idx="1622">
                  <c:v>14791.4</c:v>
                </c:pt>
                <c:pt idx="1623">
                  <c:v>14785.5</c:v>
                </c:pt>
                <c:pt idx="1624">
                  <c:v>15142.4</c:v>
                </c:pt>
                <c:pt idx="1625">
                  <c:v>15142.4</c:v>
                </c:pt>
                <c:pt idx="1626">
                  <c:v>15142.4</c:v>
                </c:pt>
                <c:pt idx="1627">
                  <c:v>15142.4</c:v>
                </c:pt>
                <c:pt idx="1628">
                  <c:v>15142.4</c:v>
                </c:pt>
                <c:pt idx="1629">
                  <c:v>15107</c:v>
                </c:pt>
                <c:pt idx="1630">
                  <c:v>15107</c:v>
                </c:pt>
                <c:pt idx="1631">
                  <c:v>15107</c:v>
                </c:pt>
                <c:pt idx="1632">
                  <c:v>15073</c:v>
                </c:pt>
                <c:pt idx="1633">
                  <c:v>15078.9</c:v>
                </c:pt>
                <c:pt idx="1634">
                  <c:v>14555.3</c:v>
                </c:pt>
                <c:pt idx="1635">
                  <c:v>13926.2</c:v>
                </c:pt>
                <c:pt idx="1636">
                  <c:v>13943.9</c:v>
                </c:pt>
                <c:pt idx="1637">
                  <c:v>13943.9</c:v>
                </c:pt>
                <c:pt idx="1638">
                  <c:v>13943.9</c:v>
                </c:pt>
                <c:pt idx="1639">
                  <c:v>13967.5</c:v>
                </c:pt>
                <c:pt idx="1640">
                  <c:v>13949.8</c:v>
                </c:pt>
                <c:pt idx="1641">
                  <c:v>13961.6</c:v>
                </c:pt>
                <c:pt idx="1642">
                  <c:v>13979.3</c:v>
                </c:pt>
                <c:pt idx="1643">
                  <c:v>13991.1</c:v>
                </c:pt>
                <c:pt idx="1644">
                  <c:v>13991.1</c:v>
                </c:pt>
                <c:pt idx="1645">
                  <c:v>13991.1</c:v>
                </c:pt>
                <c:pt idx="1646">
                  <c:v>14002.9</c:v>
                </c:pt>
                <c:pt idx="1647">
                  <c:v>14008.8</c:v>
                </c:pt>
                <c:pt idx="1648">
                  <c:v>14014.7</c:v>
                </c:pt>
                <c:pt idx="1649">
                  <c:v>14014.7</c:v>
                </c:pt>
                <c:pt idx="1650">
                  <c:v>14002.9</c:v>
                </c:pt>
                <c:pt idx="1651">
                  <c:v>14002.9</c:v>
                </c:pt>
                <c:pt idx="1652">
                  <c:v>14002.9</c:v>
                </c:pt>
                <c:pt idx="1653">
                  <c:v>13514.7</c:v>
                </c:pt>
                <c:pt idx="1654">
                  <c:v>13514.7</c:v>
                </c:pt>
                <c:pt idx="1655">
                  <c:v>13520.6</c:v>
                </c:pt>
                <c:pt idx="1656">
                  <c:v>13601.6</c:v>
                </c:pt>
                <c:pt idx="1657">
                  <c:v>13607.5</c:v>
                </c:pt>
                <c:pt idx="1658">
                  <c:v>13607.5</c:v>
                </c:pt>
                <c:pt idx="1659">
                  <c:v>13107.5</c:v>
                </c:pt>
                <c:pt idx="1660">
                  <c:v>13095.7</c:v>
                </c:pt>
                <c:pt idx="1661">
                  <c:v>13116.8</c:v>
                </c:pt>
                <c:pt idx="1662">
                  <c:v>13605</c:v>
                </c:pt>
                <c:pt idx="1663">
                  <c:v>13599.1</c:v>
                </c:pt>
                <c:pt idx="1664">
                  <c:v>13587.3</c:v>
                </c:pt>
                <c:pt idx="1665">
                  <c:v>13587.3</c:v>
                </c:pt>
                <c:pt idx="1666">
                  <c:v>13587.3</c:v>
                </c:pt>
                <c:pt idx="1667">
                  <c:v>13875.5</c:v>
                </c:pt>
                <c:pt idx="1668">
                  <c:v>13851.9</c:v>
                </c:pt>
                <c:pt idx="1669">
                  <c:v>13869.6</c:v>
                </c:pt>
                <c:pt idx="1670">
                  <c:v>13863.7</c:v>
                </c:pt>
                <c:pt idx="1671">
                  <c:v>13851.9</c:v>
                </c:pt>
                <c:pt idx="1672">
                  <c:v>13851.9</c:v>
                </c:pt>
                <c:pt idx="1673">
                  <c:v>13851.9</c:v>
                </c:pt>
                <c:pt idx="1674">
                  <c:v>13851.9</c:v>
                </c:pt>
                <c:pt idx="1675">
                  <c:v>14040.1</c:v>
                </c:pt>
                <c:pt idx="1676">
                  <c:v>13998.8</c:v>
                </c:pt>
                <c:pt idx="1677">
                  <c:v>14481.1</c:v>
                </c:pt>
                <c:pt idx="1678">
                  <c:v>14469.3</c:v>
                </c:pt>
                <c:pt idx="1679">
                  <c:v>14469.3</c:v>
                </c:pt>
                <c:pt idx="1680">
                  <c:v>14469.3</c:v>
                </c:pt>
                <c:pt idx="1681">
                  <c:v>14514.7</c:v>
                </c:pt>
                <c:pt idx="1682">
                  <c:v>14475.9</c:v>
                </c:pt>
                <c:pt idx="1683">
                  <c:v>14475.9</c:v>
                </c:pt>
                <c:pt idx="1684">
                  <c:v>14493.6</c:v>
                </c:pt>
                <c:pt idx="1685">
                  <c:v>14523.1</c:v>
                </c:pt>
                <c:pt idx="1686">
                  <c:v>14523.1</c:v>
                </c:pt>
                <c:pt idx="1687">
                  <c:v>14523.1</c:v>
                </c:pt>
                <c:pt idx="1688">
                  <c:v>14811.3</c:v>
                </c:pt>
                <c:pt idx="1689">
                  <c:v>14712.6</c:v>
                </c:pt>
                <c:pt idx="1690">
                  <c:v>14918.5</c:v>
                </c:pt>
                <c:pt idx="1691">
                  <c:v>14912.6</c:v>
                </c:pt>
                <c:pt idx="1692">
                  <c:v>14849.5</c:v>
                </c:pt>
                <c:pt idx="1693">
                  <c:v>14849.5</c:v>
                </c:pt>
                <c:pt idx="1694">
                  <c:v>14849.5</c:v>
                </c:pt>
                <c:pt idx="1695">
                  <c:v>14843.6</c:v>
                </c:pt>
                <c:pt idx="1696">
                  <c:v>14825.9</c:v>
                </c:pt>
                <c:pt idx="1697">
                  <c:v>14781.2</c:v>
                </c:pt>
                <c:pt idx="1698">
                  <c:v>14781.2</c:v>
                </c:pt>
                <c:pt idx="1699">
                  <c:v>14775.3</c:v>
                </c:pt>
                <c:pt idx="1700">
                  <c:v>14775.3</c:v>
                </c:pt>
                <c:pt idx="1701">
                  <c:v>14775.3</c:v>
                </c:pt>
                <c:pt idx="1702">
                  <c:v>15263.5</c:v>
                </c:pt>
                <c:pt idx="1703">
                  <c:v>15222.2</c:v>
                </c:pt>
                <c:pt idx="1704">
                  <c:v>15222.2</c:v>
                </c:pt>
                <c:pt idx="1705">
                  <c:v>15437.8</c:v>
                </c:pt>
                <c:pt idx="1706">
                  <c:v>15443.7</c:v>
                </c:pt>
                <c:pt idx="1707">
                  <c:v>15443.7</c:v>
                </c:pt>
                <c:pt idx="1708">
                  <c:v>15443.7</c:v>
                </c:pt>
                <c:pt idx="1709">
                  <c:v>15427.6</c:v>
                </c:pt>
                <c:pt idx="1710">
                  <c:v>15439.4</c:v>
                </c:pt>
                <c:pt idx="1711">
                  <c:v>13639.4</c:v>
                </c:pt>
                <c:pt idx="1712">
                  <c:v>13606.5</c:v>
                </c:pt>
                <c:pt idx="1713">
                  <c:v>13594.699999999999</c:v>
                </c:pt>
                <c:pt idx="1714">
                  <c:v>15594.699999999999</c:v>
                </c:pt>
                <c:pt idx="1715">
                  <c:v>15594.699999999999</c:v>
                </c:pt>
                <c:pt idx="1716">
                  <c:v>15563.800000000001</c:v>
                </c:pt>
                <c:pt idx="1717">
                  <c:v>16060.85</c:v>
                </c:pt>
                <c:pt idx="1718">
                  <c:v>15952.85</c:v>
                </c:pt>
                <c:pt idx="1719">
                  <c:v>15958.750000000002</c:v>
                </c:pt>
                <c:pt idx="1720">
                  <c:v>15958.750000000002</c:v>
                </c:pt>
                <c:pt idx="1721">
                  <c:v>15958.750000000002</c:v>
                </c:pt>
                <c:pt idx="1722">
                  <c:v>15955.800000000001</c:v>
                </c:pt>
                <c:pt idx="1723">
                  <c:v>15871.85</c:v>
                </c:pt>
                <c:pt idx="1724">
                  <c:v>15871.85</c:v>
                </c:pt>
                <c:pt idx="1725">
                  <c:v>15871.85</c:v>
                </c:pt>
                <c:pt idx="1726">
                  <c:v>15871.85</c:v>
                </c:pt>
                <c:pt idx="1727">
                  <c:v>15871.85</c:v>
                </c:pt>
                <c:pt idx="1728">
                  <c:v>15844.85</c:v>
                </c:pt>
                <c:pt idx="1729">
                  <c:v>16034.35</c:v>
                </c:pt>
                <c:pt idx="1730">
                  <c:v>16219.6</c:v>
                </c:pt>
                <c:pt idx="1731">
                  <c:v>16225.500000000002</c:v>
                </c:pt>
                <c:pt idx="1732">
                  <c:v>16234.35</c:v>
                </c:pt>
                <c:pt idx="1733">
                  <c:v>16228.449999999999</c:v>
                </c:pt>
                <c:pt idx="1734">
                  <c:v>16228.449999999999</c:v>
                </c:pt>
                <c:pt idx="1735">
                  <c:v>16228.449999999999</c:v>
                </c:pt>
                <c:pt idx="1736">
                  <c:v>16228.449999999999</c:v>
                </c:pt>
                <c:pt idx="1737">
                  <c:v>16228.449999999999</c:v>
                </c:pt>
                <c:pt idx="1738">
                  <c:v>16228.449999999999</c:v>
                </c:pt>
                <c:pt idx="1739">
                  <c:v>16228.449999999999</c:v>
                </c:pt>
                <c:pt idx="1740">
                  <c:v>16228.449999999999</c:v>
                </c:pt>
                <c:pt idx="1741">
                  <c:v>16690.099999999999</c:v>
                </c:pt>
                <c:pt idx="1742">
                  <c:v>16642.899999999998</c:v>
                </c:pt>
                <c:pt idx="1743">
                  <c:v>16642.899999999998</c:v>
                </c:pt>
                <c:pt idx="1744">
                  <c:v>16637.7</c:v>
                </c:pt>
                <c:pt idx="1745">
                  <c:v>16631.8</c:v>
                </c:pt>
                <c:pt idx="1746">
                  <c:v>16931.8</c:v>
                </c:pt>
                <c:pt idx="1747">
                  <c:v>16872.8</c:v>
                </c:pt>
                <c:pt idx="1748">
                  <c:v>16861</c:v>
                </c:pt>
                <c:pt idx="1749">
                  <c:v>16861</c:v>
                </c:pt>
                <c:pt idx="1750">
                  <c:v>16861</c:v>
                </c:pt>
                <c:pt idx="1751">
                  <c:v>16869.55</c:v>
                </c:pt>
                <c:pt idx="1752">
                  <c:v>16510.55</c:v>
                </c:pt>
                <c:pt idx="1753">
                  <c:v>16463.349999999999</c:v>
                </c:pt>
                <c:pt idx="1754">
                  <c:v>16433.849999999999</c:v>
                </c:pt>
                <c:pt idx="1755">
                  <c:v>16430.900000000001</c:v>
                </c:pt>
                <c:pt idx="1756">
                  <c:v>16430.900000000001</c:v>
                </c:pt>
                <c:pt idx="1757">
                  <c:v>16430.900000000001</c:v>
                </c:pt>
                <c:pt idx="1758">
                  <c:v>16166.3</c:v>
                </c:pt>
                <c:pt idx="1759">
                  <c:v>16189.900000000001</c:v>
                </c:pt>
                <c:pt idx="1760">
                  <c:v>16243</c:v>
                </c:pt>
                <c:pt idx="1761">
                  <c:v>16204.650000000001</c:v>
                </c:pt>
                <c:pt idx="1762">
                  <c:v>16231.2</c:v>
                </c:pt>
                <c:pt idx="1763">
                  <c:v>16231.2</c:v>
                </c:pt>
                <c:pt idx="1764">
                  <c:v>16231.2</c:v>
                </c:pt>
                <c:pt idx="1765">
                  <c:v>16235.900000000001</c:v>
                </c:pt>
                <c:pt idx="1766">
                  <c:v>16179.849999999999</c:v>
                </c:pt>
                <c:pt idx="1767">
                  <c:v>16117.900000000001</c:v>
                </c:pt>
                <c:pt idx="1768">
                  <c:v>16047.099999999999</c:v>
                </c:pt>
                <c:pt idx="1769">
                  <c:v>15985.150000000001</c:v>
                </c:pt>
                <c:pt idx="1770">
                  <c:v>15985.150000000001</c:v>
                </c:pt>
                <c:pt idx="1771">
                  <c:v>15985.150000000001</c:v>
                </c:pt>
                <c:pt idx="1772">
                  <c:v>16053.900000000001</c:v>
                </c:pt>
                <c:pt idx="1773">
                  <c:v>16010.55</c:v>
                </c:pt>
                <c:pt idx="1774">
                  <c:v>16122.650000000001</c:v>
                </c:pt>
                <c:pt idx="1775">
                  <c:v>16187.55</c:v>
                </c:pt>
                <c:pt idx="1776">
                  <c:v>16246.55</c:v>
                </c:pt>
                <c:pt idx="1777">
                  <c:v>16246.55</c:v>
                </c:pt>
                <c:pt idx="1778">
                  <c:v>16246.55</c:v>
                </c:pt>
                <c:pt idx="1779">
                  <c:v>16201.150000000001</c:v>
                </c:pt>
                <c:pt idx="1780">
                  <c:v>16210</c:v>
                </c:pt>
                <c:pt idx="1781">
                  <c:v>16263.099999999999</c:v>
                </c:pt>
                <c:pt idx="1782">
                  <c:v>16021.8</c:v>
                </c:pt>
                <c:pt idx="1783">
                  <c:v>16042.45</c:v>
                </c:pt>
                <c:pt idx="1784">
                  <c:v>16042.45</c:v>
                </c:pt>
                <c:pt idx="1785">
                  <c:v>16042.45</c:v>
                </c:pt>
                <c:pt idx="1786">
                  <c:v>15898.5</c:v>
                </c:pt>
                <c:pt idx="1787">
                  <c:v>15878.599999999999</c:v>
                </c:pt>
                <c:pt idx="1788">
                  <c:v>15905.150000000001</c:v>
                </c:pt>
                <c:pt idx="1789">
                  <c:v>15902.2</c:v>
                </c:pt>
                <c:pt idx="1790">
                  <c:v>15934.650000000001</c:v>
                </c:pt>
                <c:pt idx="1791">
                  <c:v>15934.650000000001</c:v>
                </c:pt>
                <c:pt idx="1792">
                  <c:v>15934.650000000001</c:v>
                </c:pt>
                <c:pt idx="1793">
                  <c:v>15845.25</c:v>
                </c:pt>
                <c:pt idx="1794">
                  <c:v>15683.05</c:v>
                </c:pt>
                <c:pt idx="1795">
                  <c:v>15456.5</c:v>
                </c:pt>
                <c:pt idx="1796">
                  <c:v>15427</c:v>
                </c:pt>
                <c:pt idx="1797">
                  <c:v>15444.7</c:v>
                </c:pt>
                <c:pt idx="1798">
                  <c:v>15444.7</c:v>
                </c:pt>
                <c:pt idx="1799">
                  <c:v>15444.7</c:v>
                </c:pt>
                <c:pt idx="1800">
                  <c:v>15471.25</c:v>
                </c:pt>
                <c:pt idx="1801">
                  <c:v>14827</c:v>
                </c:pt>
                <c:pt idx="1802">
                  <c:v>14797.5</c:v>
                </c:pt>
                <c:pt idx="1803">
                  <c:v>14752.8</c:v>
                </c:pt>
                <c:pt idx="1804">
                  <c:v>14764.6</c:v>
                </c:pt>
                <c:pt idx="1805">
                  <c:v>14764.6</c:v>
                </c:pt>
                <c:pt idx="1806">
                  <c:v>14764.6</c:v>
                </c:pt>
                <c:pt idx="1807">
                  <c:v>14752.8</c:v>
                </c:pt>
                <c:pt idx="1808">
                  <c:v>14741</c:v>
                </c:pt>
                <c:pt idx="1809">
                  <c:v>14758.7</c:v>
                </c:pt>
                <c:pt idx="1810">
                  <c:v>14662.5</c:v>
                </c:pt>
                <c:pt idx="1811">
                  <c:v>14674.3</c:v>
                </c:pt>
                <c:pt idx="1812">
                  <c:v>14674.3</c:v>
                </c:pt>
                <c:pt idx="1813">
                  <c:v>14674.3</c:v>
                </c:pt>
                <c:pt idx="1814">
                  <c:v>14800</c:v>
                </c:pt>
                <c:pt idx="1815">
                  <c:v>14811.8</c:v>
                </c:pt>
                <c:pt idx="1816">
                  <c:v>14329.5</c:v>
                </c:pt>
                <c:pt idx="1817">
                  <c:v>14374.2</c:v>
                </c:pt>
                <c:pt idx="1818">
                  <c:v>14386</c:v>
                </c:pt>
                <c:pt idx="1819">
                  <c:v>14386</c:v>
                </c:pt>
                <c:pt idx="1820">
                  <c:v>14386</c:v>
                </c:pt>
                <c:pt idx="1821">
                  <c:v>14415.5</c:v>
                </c:pt>
                <c:pt idx="1822">
                  <c:v>14421.4</c:v>
                </c:pt>
                <c:pt idx="1823">
                  <c:v>14421.4</c:v>
                </c:pt>
                <c:pt idx="1824">
                  <c:v>14421.4</c:v>
                </c:pt>
                <c:pt idx="1825">
                  <c:v>14391.9</c:v>
                </c:pt>
                <c:pt idx="1826">
                  <c:v>14391.9</c:v>
                </c:pt>
                <c:pt idx="1827">
                  <c:v>14391.9</c:v>
                </c:pt>
                <c:pt idx="1828">
                  <c:v>14397.8</c:v>
                </c:pt>
                <c:pt idx="1829">
                  <c:v>14477.4</c:v>
                </c:pt>
                <c:pt idx="1830">
                  <c:v>14465.6</c:v>
                </c:pt>
                <c:pt idx="1831">
                  <c:v>13959.7</c:v>
                </c:pt>
                <c:pt idx="1832">
                  <c:v>13459.7</c:v>
                </c:pt>
                <c:pt idx="1833">
                  <c:v>13459.7</c:v>
                </c:pt>
                <c:pt idx="1834">
                  <c:v>13477.4</c:v>
                </c:pt>
                <c:pt idx="1835">
                  <c:v>13477.4</c:v>
                </c:pt>
                <c:pt idx="1836">
                  <c:v>13462.65</c:v>
                </c:pt>
                <c:pt idx="1837">
                  <c:v>13450.4</c:v>
                </c:pt>
                <c:pt idx="1838">
                  <c:v>13456.3</c:v>
                </c:pt>
                <c:pt idx="1839">
                  <c:v>13456.3</c:v>
                </c:pt>
                <c:pt idx="1840">
                  <c:v>13456.3</c:v>
                </c:pt>
                <c:pt idx="1841">
                  <c:v>13468.1</c:v>
                </c:pt>
                <c:pt idx="1842">
                  <c:v>13485.8</c:v>
                </c:pt>
                <c:pt idx="1843">
                  <c:v>13464.7</c:v>
                </c:pt>
                <c:pt idx="1844">
                  <c:v>13470.6</c:v>
                </c:pt>
                <c:pt idx="1845">
                  <c:v>13470.6</c:v>
                </c:pt>
                <c:pt idx="1846">
                  <c:v>13470.6</c:v>
                </c:pt>
                <c:pt idx="1847">
                  <c:v>13470.6</c:v>
                </c:pt>
                <c:pt idx="1848">
                  <c:v>13470.6</c:v>
                </c:pt>
                <c:pt idx="1849">
                  <c:v>13447</c:v>
                </c:pt>
                <c:pt idx="1850">
                  <c:v>13447</c:v>
                </c:pt>
                <c:pt idx="1851">
                  <c:v>13562</c:v>
                </c:pt>
                <c:pt idx="1852">
                  <c:v>13544.3</c:v>
                </c:pt>
                <c:pt idx="1853">
                  <c:v>13544.3</c:v>
                </c:pt>
                <c:pt idx="1854">
                  <c:v>13544.3</c:v>
                </c:pt>
                <c:pt idx="1855">
                  <c:v>13544.3</c:v>
                </c:pt>
                <c:pt idx="1856">
                  <c:v>13544.3</c:v>
                </c:pt>
                <c:pt idx="1857">
                  <c:v>13544.3</c:v>
                </c:pt>
                <c:pt idx="1858">
                  <c:v>13544.3</c:v>
                </c:pt>
                <c:pt idx="1859">
                  <c:v>13544.3</c:v>
                </c:pt>
                <c:pt idx="1860">
                  <c:v>13544.3</c:v>
                </c:pt>
                <c:pt idx="1861">
                  <c:v>13544.3</c:v>
                </c:pt>
                <c:pt idx="1862">
                  <c:v>13544.3</c:v>
                </c:pt>
                <c:pt idx="1863">
                  <c:v>13544.3</c:v>
                </c:pt>
                <c:pt idx="1864">
                  <c:v>13532.5</c:v>
                </c:pt>
                <c:pt idx="1865">
                  <c:v>13526.6</c:v>
                </c:pt>
                <c:pt idx="1866">
                  <c:v>14023.65</c:v>
                </c:pt>
                <c:pt idx="1867">
                  <c:v>14023.65</c:v>
                </c:pt>
                <c:pt idx="1868">
                  <c:v>14023.65</c:v>
                </c:pt>
                <c:pt idx="1869">
                  <c:v>14014.8</c:v>
                </c:pt>
                <c:pt idx="1870">
                  <c:v>14008.9</c:v>
                </c:pt>
                <c:pt idx="1871">
                  <c:v>13899.8</c:v>
                </c:pt>
                <c:pt idx="1872">
                  <c:v>13911.6</c:v>
                </c:pt>
                <c:pt idx="1873">
                  <c:v>13923.4</c:v>
                </c:pt>
                <c:pt idx="1874">
                  <c:v>14423.4</c:v>
                </c:pt>
                <c:pt idx="1875">
                  <c:v>14423.4</c:v>
                </c:pt>
                <c:pt idx="1876">
                  <c:v>14458.8</c:v>
                </c:pt>
                <c:pt idx="1877">
                  <c:v>14422.5</c:v>
                </c:pt>
                <c:pt idx="1878">
                  <c:v>14410.7</c:v>
                </c:pt>
                <c:pt idx="1879">
                  <c:v>14434.3</c:v>
                </c:pt>
                <c:pt idx="1880">
                  <c:v>14452</c:v>
                </c:pt>
                <c:pt idx="1881">
                  <c:v>14452</c:v>
                </c:pt>
                <c:pt idx="1882">
                  <c:v>14452</c:v>
                </c:pt>
                <c:pt idx="1883">
                  <c:v>14481.5</c:v>
                </c:pt>
                <c:pt idx="1884">
                  <c:v>14466.75</c:v>
                </c:pt>
                <c:pt idx="1885">
                  <c:v>14472.65</c:v>
                </c:pt>
                <c:pt idx="1886">
                  <c:v>14469.7</c:v>
                </c:pt>
                <c:pt idx="1887">
                  <c:v>14452</c:v>
                </c:pt>
                <c:pt idx="1888">
                  <c:v>14952</c:v>
                </c:pt>
                <c:pt idx="1889">
                  <c:v>14952</c:v>
                </c:pt>
                <c:pt idx="1890">
                  <c:v>14963.8</c:v>
                </c:pt>
                <c:pt idx="1891">
                  <c:v>14957.9</c:v>
                </c:pt>
                <c:pt idx="1892">
                  <c:v>14957.9</c:v>
                </c:pt>
                <c:pt idx="1893">
                  <c:v>14938.9</c:v>
                </c:pt>
                <c:pt idx="1894">
                  <c:v>14947.75</c:v>
                </c:pt>
                <c:pt idx="1895">
                  <c:v>14947.75</c:v>
                </c:pt>
                <c:pt idx="1896">
                  <c:v>14920.75</c:v>
                </c:pt>
                <c:pt idx="1897">
                  <c:v>14941.4</c:v>
                </c:pt>
                <c:pt idx="1898">
                  <c:v>14953.2</c:v>
                </c:pt>
                <c:pt idx="1899">
                  <c:v>14956.15</c:v>
                </c:pt>
                <c:pt idx="1900">
                  <c:v>15462.05</c:v>
                </c:pt>
                <c:pt idx="1901">
                  <c:v>15543.05</c:v>
                </c:pt>
                <c:pt idx="1902">
                  <c:v>15543.05</c:v>
                </c:pt>
                <c:pt idx="1903">
                  <c:v>15543.05</c:v>
                </c:pt>
                <c:pt idx="1904">
                  <c:v>15551.900000000001</c:v>
                </c:pt>
                <c:pt idx="1905">
                  <c:v>15522.400000000001</c:v>
                </c:pt>
                <c:pt idx="1906">
                  <c:v>15528.75</c:v>
                </c:pt>
                <c:pt idx="1907">
                  <c:v>15499.25</c:v>
                </c:pt>
                <c:pt idx="1908">
                  <c:v>15517.400000000001</c:v>
                </c:pt>
                <c:pt idx="1909">
                  <c:v>15517.400000000001</c:v>
                </c:pt>
                <c:pt idx="1910">
                  <c:v>15517.400000000001</c:v>
                </c:pt>
                <c:pt idx="1911">
                  <c:v>15532.150000000001</c:v>
                </c:pt>
                <c:pt idx="1912">
                  <c:v>15546.900000000001</c:v>
                </c:pt>
                <c:pt idx="1913">
                  <c:v>15555.75</c:v>
                </c:pt>
                <c:pt idx="1914">
                  <c:v>15628.75</c:v>
                </c:pt>
                <c:pt idx="1915">
                  <c:v>15643.5</c:v>
                </c:pt>
                <c:pt idx="1916">
                  <c:v>16192.45</c:v>
                </c:pt>
                <c:pt idx="1917">
                  <c:v>16192.45</c:v>
                </c:pt>
                <c:pt idx="1918">
                  <c:v>16192.45</c:v>
                </c:pt>
                <c:pt idx="1919">
                  <c:v>16192.45</c:v>
                </c:pt>
                <c:pt idx="1920">
                  <c:v>16192.45</c:v>
                </c:pt>
                <c:pt idx="1921">
                  <c:v>16186.55</c:v>
                </c:pt>
                <c:pt idx="1922">
                  <c:v>16234.650000000001</c:v>
                </c:pt>
                <c:pt idx="1923">
                  <c:v>16234.650000000001</c:v>
                </c:pt>
                <c:pt idx="1924">
                  <c:v>16234.650000000001</c:v>
                </c:pt>
                <c:pt idx="1925">
                  <c:v>16237.599999999999</c:v>
                </c:pt>
                <c:pt idx="1926">
                  <c:v>16205.150000000001</c:v>
                </c:pt>
                <c:pt idx="1927">
                  <c:v>16199.25</c:v>
                </c:pt>
                <c:pt idx="1928">
                  <c:v>16136.150000000001</c:v>
                </c:pt>
                <c:pt idx="1929">
                  <c:v>16130.25</c:v>
                </c:pt>
                <c:pt idx="1930">
                  <c:v>16130.25</c:v>
                </c:pt>
                <c:pt idx="1931">
                  <c:v>16130.25</c:v>
                </c:pt>
                <c:pt idx="1932">
                  <c:v>16145</c:v>
                </c:pt>
                <c:pt idx="1933">
                  <c:v>15153.849999999999</c:v>
                </c:pt>
                <c:pt idx="1934">
                  <c:v>15165.650000000001</c:v>
                </c:pt>
                <c:pt idx="1935">
                  <c:v>15159.75</c:v>
                </c:pt>
                <c:pt idx="1936">
                  <c:v>14639.1</c:v>
                </c:pt>
                <c:pt idx="1937">
                  <c:v>14639.1</c:v>
                </c:pt>
                <c:pt idx="1938">
                  <c:v>14639.1</c:v>
                </c:pt>
                <c:pt idx="1939">
                  <c:v>14636.15</c:v>
                </c:pt>
                <c:pt idx="1940">
                  <c:v>14633.2</c:v>
                </c:pt>
                <c:pt idx="1941">
                  <c:v>14612.55</c:v>
                </c:pt>
                <c:pt idx="1942">
                  <c:v>14594.85</c:v>
                </c:pt>
                <c:pt idx="1943">
                  <c:v>14603.7</c:v>
                </c:pt>
                <c:pt idx="1944">
                  <c:v>14630.7</c:v>
                </c:pt>
                <c:pt idx="1945">
                  <c:v>14630.7</c:v>
                </c:pt>
                <c:pt idx="1946">
                  <c:v>14630.7</c:v>
                </c:pt>
                <c:pt idx="1947">
                  <c:v>14621.85</c:v>
                </c:pt>
                <c:pt idx="1948">
                  <c:v>14104.15</c:v>
                </c:pt>
                <c:pt idx="1949">
                  <c:v>14078.2</c:v>
                </c:pt>
                <c:pt idx="1950">
                  <c:v>14087.05</c:v>
                </c:pt>
                <c:pt idx="1951">
                  <c:v>14087.05</c:v>
                </c:pt>
                <c:pt idx="1952">
                  <c:v>14087.05</c:v>
                </c:pt>
                <c:pt idx="1953">
                  <c:v>14095.9</c:v>
                </c:pt>
                <c:pt idx="1954">
                  <c:v>14098.85</c:v>
                </c:pt>
                <c:pt idx="1955">
                  <c:v>14101.8</c:v>
                </c:pt>
                <c:pt idx="1956">
                  <c:v>14113.6</c:v>
                </c:pt>
                <c:pt idx="1957">
                  <c:v>13925.4</c:v>
                </c:pt>
                <c:pt idx="1958">
                  <c:v>13925.4</c:v>
                </c:pt>
                <c:pt idx="1959">
                  <c:v>13925.4</c:v>
                </c:pt>
                <c:pt idx="1960">
                  <c:v>13940.15</c:v>
                </c:pt>
                <c:pt idx="1961">
                  <c:v>13805.35</c:v>
                </c:pt>
                <c:pt idx="1962">
                  <c:v>13820.1</c:v>
                </c:pt>
                <c:pt idx="1963">
                  <c:v>13793.55</c:v>
                </c:pt>
                <c:pt idx="1964">
                  <c:v>13502.4</c:v>
                </c:pt>
                <c:pt idx="1965">
                  <c:v>13502.4</c:v>
                </c:pt>
                <c:pt idx="1966">
                  <c:v>13502.4</c:v>
                </c:pt>
                <c:pt idx="1967">
                  <c:v>13505.35</c:v>
                </c:pt>
                <c:pt idx="1968">
                  <c:v>13517.15</c:v>
                </c:pt>
                <c:pt idx="1969">
                  <c:v>13523.05</c:v>
                </c:pt>
                <c:pt idx="1970">
                  <c:v>13514.2</c:v>
                </c:pt>
                <c:pt idx="1971">
                  <c:v>13314.2</c:v>
                </c:pt>
                <c:pt idx="1972">
                  <c:v>13287.2</c:v>
                </c:pt>
                <c:pt idx="1973">
                  <c:v>13287.2</c:v>
                </c:pt>
                <c:pt idx="1974">
                  <c:v>13293.1</c:v>
                </c:pt>
                <c:pt idx="1975">
                  <c:v>12993.1</c:v>
                </c:pt>
                <c:pt idx="1976">
                  <c:v>12990.15</c:v>
                </c:pt>
                <c:pt idx="1977">
                  <c:v>12793.1</c:v>
                </c:pt>
                <c:pt idx="1978">
                  <c:v>12796.05</c:v>
                </c:pt>
                <c:pt idx="1979">
                  <c:v>12796.05</c:v>
                </c:pt>
                <c:pt idx="1980">
                  <c:v>12796.05</c:v>
                </c:pt>
                <c:pt idx="1981">
                  <c:v>12796.05</c:v>
                </c:pt>
                <c:pt idx="1982">
                  <c:v>12796.05</c:v>
                </c:pt>
                <c:pt idx="1983">
                  <c:v>12769.05</c:v>
                </c:pt>
                <c:pt idx="1984">
                  <c:v>12757.85</c:v>
                </c:pt>
                <c:pt idx="1985">
                  <c:v>12454.9</c:v>
                </c:pt>
                <c:pt idx="1986">
                  <c:v>12454.9</c:v>
                </c:pt>
                <c:pt idx="1987">
                  <c:v>12454.9</c:v>
                </c:pt>
                <c:pt idx="1988">
                  <c:v>12463.75</c:v>
                </c:pt>
                <c:pt idx="1989">
                  <c:v>12469.65</c:v>
                </c:pt>
                <c:pt idx="1990">
                  <c:v>12478.5</c:v>
                </c:pt>
                <c:pt idx="1991">
                  <c:v>12478.5</c:v>
                </c:pt>
                <c:pt idx="1992">
                  <c:v>12293.25</c:v>
                </c:pt>
                <c:pt idx="1993">
                  <c:v>12293.25</c:v>
                </c:pt>
                <c:pt idx="1994">
                  <c:v>12293.25</c:v>
                </c:pt>
                <c:pt idx="1995">
                  <c:v>12296.2</c:v>
                </c:pt>
                <c:pt idx="1996">
                  <c:v>12329.1</c:v>
                </c:pt>
                <c:pt idx="1997">
                  <c:v>12335</c:v>
                </c:pt>
                <c:pt idx="1998">
                  <c:v>12352.1</c:v>
                </c:pt>
                <c:pt idx="1999">
                  <c:v>12049.15</c:v>
                </c:pt>
                <c:pt idx="2000">
                  <c:v>12049.15</c:v>
                </c:pt>
                <c:pt idx="2001">
                  <c:v>12049.15</c:v>
                </c:pt>
                <c:pt idx="2002">
                  <c:v>12037.35</c:v>
                </c:pt>
                <c:pt idx="2003">
                  <c:v>12013.75</c:v>
                </c:pt>
                <c:pt idx="2004">
                  <c:v>12040.75</c:v>
                </c:pt>
                <c:pt idx="2005">
                  <c:v>12028.95</c:v>
                </c:pt>
                <c:pt idx="2006">
                  <c:v>12037.8</c:v>
                </c:pt>
                <c:pt idx="2007">
                  <c:v>12064.8</c:v>
                </c:pt>
                <c:pt idx="2008">
                  <c:v>12064.8</c:v>
                </c:pt>
                <c:pt idx="2009">
                  <c:v>12053</c:v>
                </c:pt>
                <c:pt idx="2010">
                  <c:v>12038.25</c:v>
                </c:pt>
                <c:pt idx="2011">
                  <c:v>12038.25</c:v>
                </c:pt>
                <c:pt idx="2012">
                  <c:v>12029.4</c:v>
                </c:pt>
                <c:pt idx="2013">
                  <c:v>12029.4</c:v>
                </c:pt>
                <c:pt idx="2014">
                  <c:v>12029.4</c:v>
                </c:pt>
                <c:pt idx="2015">
                  <c:v>12029.4</c:v>
                </c:pt>
                <c:pt idx="2016">
                  <c:v>12008.75</c:v>
                </c:pt>
                <c:pt idx="2017">
                  <c:v>12040.6</c:v>
                </c:pt>
                <c:pt idx="2018">
                  <c:v>12040.6</c:v>
                </c:pt>
                <c:pt idx="2019">
                  <c:v>12046.5</c:v>
                </c:pt>
                <c:pt idx="2020">
                  <c:v>12028.8</c:v>
                </c:pt>
                <c:pt idx="2021">
                  <c:v>12028.8</c:v>
                </c:pt>
                <c:pt idx="2022">
                  <c:v>12028.8</c:v>
                </c:pt>
                <c:pt idx="2023">
                  <c:v>12025.85</c:v>
                </c:pt>
                <c:pt idx="2024">
                  <c:v>12008.15</c:v>
                </c:pt>
                <c:pt idx="2025">
                  <c:v>12020.4</c:v>
                </c:pt>
                <c:pt idx="2026">
                  <c:v>12301.2</c:v>
                </c:pt>
                <c:pt idx="2027">
                  <c:v>12304.15</c:v>
                </c:pt>
                <c:pt idx="2028">
                  <c:v>12331.15</c:v>
                </c:pt>
                <c:pt idx="2029">
                  <c:v>12331.15</c:v>
                </c:pt>
                <c:pt idx="2030">
                  <c:v>12328.2</c:v>
                </c:pt>
                <c:pt idx="2031">
                  <c:v>12298.7</c:v>
                </c:pt>
                <c:pt idx="2032">
                  <c:v>12281</c:v>
                </c:pt>
                <c:pt idx="2033">
                  <c:v>12281</c:v>
                </c:pt>
                <c:pt idx="2034">
                  <c:v>12275.1</c:v>
                </c:pt>
                <c:pt idx="2035">
                  <c:v>12275.1</c:v>
                </c:pt>
                <c:pt idx="2036">
                  <c:v>12275.1</c:v>
                </c:pt>
                <c:pt idx="2037">
                  <c:v>12263.3</c:v>
                </c:pt>
                <c:pt idx="2038">
                  <c:v>12236.3</c:v>
                </c:pt>
                <c:pt idx="2039">
                  <c:v>12239.25</c:v>
                </c:pt>
                <c:pt idx="2040">
                  <c:v>12220.5</c:v>
                </c:pt>
                <c:pt idx="2041">
                  <c:v>12251.75</c:v>
                </c:pt>
                <c:pt idx="2042">
                  <c:v>12251.75</c:v>
                </c:pt>
                <c:pt idx="2043">
                  <c:v>12251.75</c:v>
                </c:pt>
                <c:pt idx="2044">
                  <c:v>12284.2</c:v>
                </c:pt>
                <c:pt idx="2045">
                  <c:v>12284.2</c:v>
                </c:pt>
                <c:pt idx="2046">
                  <c:v>12513.7</c:v>
                </c:pt>
                <c:pt idx="2047">
                  <c:v>12484.2</c:v>
                </c:pt>
                <c:pt idx="2048">
                  <c:v>12496</c:v>
                </c:pt>
                <c:pt idx="2049">
                  <c:v>12496</c:v>
                </c:pt>
                <c:pt idx="2050">
                  <c:v>12496</c:v>
                </c:pt>
                <c:pt idx="2051">
                  <c:v>12510.75</c:v>
                </c:pt>
                <c:pt idx="2052">
                  <c:v>12489.65</c:v>
                </c:pt>
                <c:pt idx="2053">
                  <c:v>12439.05</c:v>
                </c:pt>
                <c:pt idx="2054">
                  <c:v>12517.5</c:v>
                </c:pt>
                <c:pt idx="2055">
                  <c:v>12499.8</c:v>
                </c:pt>
                <c:pt idx="2056">
                  <c:v>12499.8</c:v>
                </c:pt>
                <c:pt idx="2057">
                  <c:v>12499.8</c:v>
                </c:pt>
                <c:pt idx="2058">
                  <c:v>12508.65</c:v>
                </c:pt>
                <c:pt idx="2059">
                  <c:v>12499.8</c:v>
                </c:pt>
                <c:pt idx="2060">
                  <c:v>12493.9</c:v>
                </c:pt>
                <c:pt idx="2061">
                  <c:v>12493.9</c:v>
                </c:pt>
                <c:pt idx="2062">
                  <c:v>12461</c:v>
                </c:pt>
                <c:pt idx="2063">
                  <c:v>12461</c:v>
                </c:pt>
                <c:pt idx="2064">
                  <c:v>12461</c:v>
                </c:pt>
                <c:pt idx="2065">
                  <c:v>12449.2</c:v>
                </c:pt>
                <c:pt idx="2066">
                  <c:v>12419.7</c:v>
                </c:pt>
                <c:pt idx="2067">
                  <c:v>12419.7</c:v>
                </c:pt>
                <c:pt idx="2068">
                  <c:v>12419.7</c:v>
                </c:pt>
                <c:pt idx="2069">
                  <c:v>12419.7</c:v>
                </c:pt>
                <c:pt idx="2070">
                  <c:v>12419.7</c:v>
                </c:pt>
                <c:pt idx="2071">
                  <c:v>12419.7</c:v>
                </c:pt>
                <c:pt idx="2072">
                  <c:v>12407.9</c:v>
                </c:pt>
                <c:pt idx="2073">
                  <c:v>12411.1</c:v>
                </c:pt>
                <c:pt idx="2074">
                  <c:v>12193.4</c:v>
                </c:pt>
                <c:pt idx="2075">
                  <c:v>12175.7</c:v>
                </c:pt>
                <c:pt idx="2076">
                  <c:v>12172.75</c:v>
                </c:pt>
                <c:pt idx="2077">
                  <c:v>12172.75</c:v>
                </c:pt>
                <c:pt idx="2078">
                  <c:v>12172.75</c:v>
                </c:pt>
                <c:pt idx="2079">
                  <c:v>12172.75</c:v>
                </c:pt>
                <c:pt idx="2080">
                  <c:v>12178.65</c:v>
                </c:pt>
                <c:pt idx="2081">
                  <c:v>12160.95</c:v>
                </c:pt>
                <c:pt idx="2082">
                  <c:v>12037.35</c:v>
                </c:pt>
                <c:pt idx="2083">
                  <c:v>11819.65</c:v>
                </c:pt>
                <c:pt idx="2084">
                  <c:v>11819.65</c:v>
                </c:pt>
                <c:pt idx="2085">
                  <c:v>11819.65</c:v>
                </c:pt>
                <c:pt idx="2086">
                  <c:v>11807.85</c:v>
                </c:pt>
                <c:pt idx="2087">
                  <c:v>11934.65</c:v>
                </c:pt>
                <c:pt idx="2088">
                  <c:v>11737.6</c:v>
                </c:pt>
                <c:pt idx="2089">
                  <c:v>11714</c:v>
                </c:pt>
                <c:pt idx="2090">
                  <c:v>11731.7</c:v>
                </c:pt>
                <c:pt idx="2091">
                  <c:v>11731.7</c:v>
                </c:pt>
                <c:pt idx="2092">
                  <c:v>11731.7</c:v>
                </c:pt>
                <c:pt idx="2093">
                  <c:v>11743.5</c:v>
                </c:pt>
                <c:pt idx="2094">
                  <c:v>11767.1</c:v>
                </c:pt>
                <c:pt idx="2095">
                  <c:v>11470.05</c:v>
                </c:pt>
                <c:pt idx="2096">
                  <c:v>11452.35</c:v>
                </c:pt>
                <c:pt idx="2097">
                  <c:v>11500</c:v>
                </c:pt>
                <c:pt idx="2098">
                  <c:v>11500</c:v>
                </c:pt>
                <c:pt idx="2099">
                  <c:v>11500</c:v>
                </c:pt>
                <c:pt idx="2100">
                  <c:v>11500</c:v>
                </c:pt>
                <c:pt idx="2101">
                  <c:v>11500</c:v>
                </c:pt>
                <c:pt idx="2102">
                  <c:v>11500</c:v>
                </c:pt>
                <c:pt idx="2103">
                  <c:v>11500</c:v>
                </c:pt>
                <c:pt idx="2104">
                  <c:v>11500</c:v>
                </c:pt>
                <c:pt idx="2105">
                  <c:v>11488.2</c:v>
                </c:pt>
                <c:pt idx="2106">
                  <c:v>11470.5</c:v>
                </c:pt>
                <c:pt idx="2107">
                  <c:v>11207.65</c:v>
                </c:pt>
                <c:pt idx="2108">
                  <c:v>11234.65</c:v>
                </c:pt>
                <c:pt idx="2109">
                  <c:v>11237.6</c:v>
                </c:pt>
                <c:pt idx="2110">
                  <c:v>11049.4</c:v>
                </c:pt>
                <c:pt idx="2111">
                  <c:v>10946.45</c:v>
                </c:pt>
                <c:pt idx="2112">
                  <c:v>10973.45</c:v>
                </c:pt>
                <c:pt idx="2113">
                  <c:v>10973.45</c:v>
                </c:pt>
                <c:pt idx="2114">
                  <c:v>10994.1</c:v>
                </c:pt>
                <c:pt idx="2115">
                  <c:v>10782.3</c:v>
                </c:pt>
                <c:pt idx="2116">
                  <c:v>10791.15</c:v>
                </c:pt>
                <c:pt idx="2117">
                  <c:v>10674.9</c:v>
                </c:pt>
                <c:pt idx="2118">
                  <c:v>10739.8</c:v>
                </c:pt>
                <c:pt idx="2119">
                  <c:v>10739.8</c:v>
                </c:pt>
                <c:pt idx="2120">
                  <c:v>10739.8</c:v>
                </c:pt>
                <c:pt idx="2121">
                  <c:v>10778.15</c:v>
                </c:pt>
                <c:pt idx="2122">
                  <c:v>10757.5</c:v>
                </c:pt>
                <c:pt idx="2123">
                  <c:v>10722.1</c:v>
                </c:pt>
                <c:pt idx="2124">
                  <c:v>10552.05</c:v>
                </c:pt>
                <c:pt idx="2125">
                  <c:v>10455</c:v>
                </c:pt>
                <c:pt idx="2126">
                  <c:v>10455</c:v>
                </c:pt>
                <c:pt idx="2127">
                  <c:v>10455</c:v>
                </c:pt>
                <c:pt idx="2128">
                  <c:v>10431.4</c:v>
                </c:pt>
                <c:pt idx="2129">
                  <c:v>10535.2</c:v>
                </c:pt>
                <c:pt idx="2130">
                  <c:v>10452.9</c:v>
                </c:pt>
                <c:pt idx="2131">
                  <c:v>10485.8</c:v>
                </c:pt>
                <c:pt idx="2132">
                  <c:v>10479.9</c:v>
                </c:pt>
                <c:pt idx="2133">
                  <c:v>10479.9</c:v>
                </c:pt>
                <c:pt idx="2134">
                  <c:v>10479.9</c:v>
                </c:pt>
                <c:pt idx="2135">
                  <c:v>10471.049999999999</c:v>
                </c:pt>
                <c:pt idx="2136">
                  <c:v>10479.9</c:v>
                </c:pt>
                <c:pt idx="2137">
                  <c:v>10279.9</c:v>
                </c:pt>
                <c:pt idx="2138">
                  <c:v>10435.6</c:v>
                </c:pt>
                <c:pt idx="2139">
                  <c:v>10376.9</c:v>
                </c:pt>
                <c:pt idx="2140">
                  <c:v>10376.9</c:v>
                </c:pt>
                <c:pt idx="2141">
                  <c:v>10376.9</c:v>
                </c:pt>
                <c:pt idx="2142">
                  <c:v>10371</c:v>
                </c:pt>
                <c:pt idx="2143">
                  <c:v>10373.950000000001</c:v>
                </c:pt>
                <c:pt idx="2144">
                  <c:v>10391.65</c:v>
                </c:pt>
                <c:pt idx="2145">
                  <c:v>10385.75</c:v>
                </c:pt>
                <c:pt idx="2146">
                  <c:v>10209.35</c:v>
                </c:pt>
                <c:pt idx="2147">
                  <c:v>10209.35</c:v>
                </c:pt>
                <c:pt idx="2148">
                  <c:v>10209.35</c:v>
                </c:pt>
                <c:pt idx="2149">
                  <c:v>10221.15</c:v>
                </c:pt>
                <c:pt idx="2150">
                  <c:v>10241.200000000001</c:v>
                </c:pt>
                <c:pt idx="2151">
                  <c:v>10253</c:v>
                </c:pt>
                <c:pt idx="2152">
                  <c:v>10255.950000000001</c:v>
                </c:pt>
                <c:pt idx="2153">
                  <c:v>10288.4</c:v>
                </c:pt>
                <c:pt idx="2154">
                  <c:v>10288.4</c:v>
                </c:pt>
                <c:pt idx="2155">
                  <c:v>10288.4</c:v>
                </c:pt>
                <c:pt idx="2156">
                  <c:v>10288.4</c:v>
                </c:pt>
                <c:pt idx="2157">
                  <c:v>10351.25</c:v>
                </c:pt>
                <c:pt idx="2158">
                  <c:v>10357.15</c:v>
                </c:pt>
                <c:pt idx="2159">
                  <c:v>10417.5</c:v>
                </c:pt>
                <c:pt idx="2160">
                  <c:v>10417.5</c:v>
                </c:pt>
                <c:pt idx="2161">
                  <c:v>10417.5</c:v>
                </c:pt>
                <c:pt idx="2162">
                  <c:v>10417.5</c:v>
                </c:pt>
                <c:pt idx="2163">
                  <c:v>10417.5</c:v>
                </c:pt>
                <c:pt idx="2164">
                  <c:v>10441.549999999999</c:v>
                </c:pt>
                <c:pt idx="2165">
                  <c:v>10495.55</c:v>
                </c:pt>
                <c:pt idx="2166">
                  <c:v>10492.6</c:v>
                </c:pt>
                <c:pt idx="2167">
                  <c:v>10498.5</c:v>
                </c:pt>
                <c:pt idx="2168">
                  <c:v>10498.5</c:v>
                </c:pt>
                <c:pt idx="2169">
                  <c:v>10498.5</c:v>
                </c:pt>
                <c:pt idx="2170">
                  <c:v>10498.5</c:v>
                </c:pt>
                <c:pt idx="2171">
                  <c:v>10515.9</c:v>
                </c:pt>
                <c:pt idx="2172">
                  <c:v>10545.4</c:v>
                </c:pt>
                <c:pt idx="2173">
                  <c:v>10545.4</c:v>
                </c:pt>
                <c:pt idx="2174">
                  <c:v>10545.4</c:v>
                </c:pt>
                <c:pt idx="2175">
                  <c:v>10545.4</c:v>
                </c:pt>
                <c:pt idx="2176">
                  <c:v>10545.4</c:v>
                </c:pt>
                <c:pt idx="2177">
                  <c:v>10545.4</c:v>
                </c:pt>
                <c:pt idx="2178">
                  <c:v>10536.55</c:v>
                </c:pt>
                <c:pt idx="2179">
                  <c:v>10533.6</c:v>
                </c:pt>
                <c:pt idx="2180">
                  <c:v>10533.6</c:v>
                </c:pt>
                <c:pt idx="2181">
                  <c:v>10524.75</c:v>
                </c:pt>
                <c:pt idx="2182">
                  <c:v>10524.75</c:v>
                </c:pt>
                <c:pt idx="2183">
                  <c:v>10524.75</c:v>
                </c:pt>
                <c:pt idx="2184">
                  <c:v>10524.75</c:v>
                </c:pt>
                <c:pt idx="2185">
                  <c:v>10608.2</c:v>
                </c:pt>
                <c:pt idx="2186">
                  <c:v>10608.2</c:v>
                </c:pt>
                <c:pt idx="2187">
                  <c:v>10614.1</c:v>
                </c:pt>
                <c:pt idx="2188">
                  <c:v>10614.1</c:v>
                </c:pt>
                <c:pt idx="2189">
                  <c:v>10602.3</c:v>
                </c:pt>
                <c:pt idx="2190">
                  <c:v>10602.3</c:v>
                </c:pt>
                <c:pt idx="2191">
                  <c:v>10602.3</c:v>
                </c:pt>
                <c:pt idx="2192">
                  <c:v>10602.3</c:v>
                </c:pt>
                <c:pt idx="2193">
                  <c:v>10602.3</c:v>
                </c:pt>
                <c:pt idx="2194">
                  <c:v>10602.3</c:v>
                </c:pt>
                <c:pt idx="2195">
                  <c:v>10602.3</c:v>
                </c:pt>
                <c:pt idx="2196">
                  <c:v>10596.4</c:v>
                </c:pt>
                <c:pt idx="2197">
                  <c:v>10596.4</c:v>
                </c:pt>
                <c:pt idx="2198">
                  <c:v>10596.4</c:v>
                </c:pt>
                <c:pt idx="2199">
                  <c:v>10584.6</c:v>
                </c:pt>
                <c:pt idx="2200">
                  <c:v>10572.8</c:v>
                </c:pt>
                <c:pt idx="2201">
                  <c:v>10561</c:v>
                </c:pt>
                <c:pt idx="2202">
                  <c:v>10549.2</c:v>
                </c:pt>
                <c:pt idx="2203">
                  <c:v>10549.2</c:v>
                </c:pt>
                <c:pt idx="2204">
                  <c:v>10549.2</c:v>
                </c:pt>
                <c:pt idx="2205">
                  <c:v>10549.2</c:v>
                </c:pt>
                <c:pt idx="2206">
                  <c:v>10607</c:v>
                </c:pt>
                <c:pt idx="2207">
                  <c:v>10607</c:v>
                </c:pt>
                <c:pt idx="2208">
                  <c:v>10612.9</c:v>
                </c:pt>
                <c:pt idx="2209">
                  <c:v>10612.9</c:v>
                </c:pt>
                <c:pt idx="2210">
                  <c:v>10618.8</c:v>
                </c:pt>
                <c:pt idx="2211">
                  <c:v>10618.8</c:v>
                </c:pt>
                <c:pt idx="2212">
                  <c:v>10618.8</c:v>
                </c:pt>
                <c:pt idx="2213">
                  <c:v>10618.8</c:v>
                </c:pt>
                <c:pt idx="2214">
                  <c:v>10618.8</c:v>
                </c:pt>
                <c:pt idx="2215">
                  <c:v>10618.8</c:v>
                </c:pt>
                <c:pt idx="2216">
                  <c:v>10618.8</c:v>
                </c:pt>
                <c:pt idx="2217">
                  <c:v>10618.8</c:v>
                </c:pt>
                <c:pt idx="2218">
                  <c:v>10618.8</c:v>
                </c:pt>
                <c:pt idx="2219">
                  <c:v>10607</c:v>
                </c:pt>
                <c:pt idx="2220">
                  <c:v>10589.3</c:v>
                </c:pt>
                <c:pt idx="2221">
                  <c:v>10565.7</c:v>
                </c:pt>
                <c:pt idx="2222">
                  <c:v>10548</c:v>
                </c:pt>
                <c:pt idx="2223">
                  <c:v>10553.9</c:v>
                </c:pt>
                <c:pt idx="2224">
                  <c:v>10553.9</c:v>
                </c:pt>
                <c:pt idx="2225">
                  <c:v>10553.9</c:v>
                </c:pt>
                <c:pt idx="2226">
                  <c:v>10553.9</c:v>
                </c:pt>
                <c:pt idx="2227">
                  <c:v>10553.9</c:v>
                </c:pt>
                <c:pt idx="2228">
                  <c:v>10553.9</c:v>
                </c:pt>
                <c:pt idx="2229">
                  <c:v>10553.9</c:v>
                </c:pt>
                <c:pt idx="2230">
                  <c:v>10553.9</c:v>
                </c:pt>
                <c:pt idx="2231">
                  <c:v>10553.9</c:v>
                </c:pt>
                <c:pt idx="2232">
                  <c:v>10553.9</c:v>
                </c:pt>
                <c:pt idx="2233">
                  <c:v>10553.9</c:v>
                </c:pt>
                <c:pt idx="2234">
                  <c:v>10559.8</c:v>
                </c:pt>
                <c:pt idx="2235">
                  <c:v>10571.6</c:v>
                </c:pt>
                <c:pt idx="2236">
                  <c:v>10571.6</c:v>
                </c:pt>
                <c:pt idx="2237">
                  <c:v>10577.5</c:v>
                </c:pt>
                <c:pt idx="2238">
                  <c:v>10577.5</c:v>
                </c:pt>
                <c:pt idx="2239">
                  <c:v>10577.5</c:v>
                </c:pt>
                <c:pt idx="2240">
                  <c:v>10577.5</c:v>
                </c:pt>
                <c:pt idx="2241">
                  <c:v>10652.4</c:v>
                </c:pt>
                <c:pt idx="2242">
                  <c:v>10652.4</c:v>
                </c:pt>
                <c:pt idx="2243">
                  <c:v>10658.3</c:v>
                </c:pt>
                <c:pt idx="2244">
                  <c:v>10658.3</c:v>
                </c:pt>
                <c:pt idx="2245">
                  <c:v>10664.2</c:v>
                </c:pt>
                <c:pt idx="2246">
                  <c:v>10664.2</c:v>
                </c:pt>
                <c:pt idx="2247">
                  <c:v>10664.2</c:v>
                </c:pt>
                <c:pt idx="2248">
                  <c:v>10664.2</c:v>
                </c:pt>
                <c:pt idx="2249">
                  <c:v>10664.2</c:v>
                </c:pt>
                <c:pt idx="2250">
                  <c:v>10670.1</c:v>
                </c:pt>
                <c:pt idx="2251">
                  <c:v>10670.1</c:v>
                </c:pt>
                <c:pt idx="2252">
                  <c:v>10676</c:v>
                </c:pt>
                <c:pt idx="2253">
                  <c:v>10676</c:v>
                </c:pt>
                <c:pt idx="2254">
                  <c:v>10676</c:v>
                </c:pt>
                <c:pt idx="2255">
                  <c:v>10746.5</c:v>
                </c:pt>
                <c:pt idx="2256">
                  <c:v>10746.5</c:v>
                </c:pt>
                <c:pt idx="2257">
                  <c:v>10752.4</c:v>
                </c:pt>
                <c:pt idx="2258">
                  <c:v>10752.4</c:v>
                </c:pt>
                <c:pt idx="2259">
                  <c:v>10740.6</c:v>
                </c:pt>
                <c:pt idx="2260">
                  <c:v>10740.6</c:v>
                </c:pt>
                <c:pt idx="2261">
                  <c:v>10740.6</c:v>
                </c:pt>
                <c:pt idx="2262">
                  <c:v>10776</c:v>
                </c:pt>
                <c:pt idx="2263">
                  <c:v>10776</c:v>
                </c:pt>
                <c:pt idx="2264">
                  <c:v>10752.4</c:v>
                </c:pt>
                <c:pt idx="2265">
                  <c:v>10734.7</c:v>
                </c:pt>
                <c:pt idx="2266">
                  <c:v>10752.4</c:v>
                </c:pt>
                <c:pt idx="2267">
                  <c:v>10752.4</c:v>
                </c:pt>
                <c:pt idx="2268">
                  <c:v>10752.4</c:v>
                </c:pt>
                <c:pt idx="2269">
                  <c:v>10752.4</c:v>
                </c:pt>
                <c:pt idx="2270">
                  <c:v>10758.3</c:v>
                </c:pt>
                <c:pt idx="2271">
                  <c:v>10806.4</c:v>
                </c:pt>
                <c:pt idx="2272">
                  <c:v>10806.4</c:v>
                </c:pt>
                <c:pt idx="2273">
                  <c:v>10818.2</c:v>
                </c:pt>
                <c:pt idx="2274">
                  <c:v>10818.2</c:v>
                </c:pt>
                <c:pt idx="2275">
                  <c:v>10818.2</c:v>
                </c:pt>
                <c:pt idx="2276">
                  <c:v>10812.3</c:v>
                </c:pt>
                <c:pt idx="2277">
                  <c:v>10800.5</c:v>
                </c:pt>
                <c:pt idx="2278">
                  <c:v>10506.4</c:v>
                </c:pt>
                <c:pt idx="2279">
                  <c:v>10518.2</c:v>
                </c:pt>
                <c:pt idx="2280">
                  <c:v>10524.1</c:v>
                </c:pt>
                <c:pt idx="2281">
                  <c:v>10530</c:v>
                </c:pt>
                <c:pt idx="2282">
                  <c:v>10524.1</c:v>
                </c:pt>
                <c:pt idx="2283">
                  <c:v>10524.1</c:v>
                </c:pt>
                <c:pt idx="2284">
                  <c:v>10524.1</c:v>
                </c:pt>
                <c:pt idx="2285">
                  <c:v>10524.1</c:v>
                </c:pt>
                <c:pt idx="2286">
                  <c:v>10530</c:v>
                </c:pt>
                <c:pt idx="2287">
                  <c:v>10530</c:v>
                </c:pt>
                <c:pt idx="2288">
                  <c:v>10530</c:v>
                </c:pt>
                <c:pt idx="2289">
                  <c:v>10530</c:v>
                </c:pt>
                <c:pt idx="2290">
                  <c:v>10460.4</c:v>
                </c:pt>
                <c:pt idx="2291">
                  <c:v>10472.200000000001</c:v>
                </c:pt>
                <c:pt idx="2292">
                  <c:v>10472.200000000001</c:v>
                </c:pt>
                <c:pt idx="2293">
                  <c:v>10472.200000000001</c:v>
                </c:pt>
                <c:pt idx="2294">
                  <c:v>10436.799999999999</c:v>
                </c:pt>
                <c:pt idx="2295">
                  <c:v>10436.799999999999</c:v>
                </c:pt>
                <c:pt idx="2296">
                  <c:v>10436.799999999999</c:v>
                </c:pt>
                <c:pt idx="2297">
                  <c:v>10539.5</c:v>
                </c:pt>
                <c:pt idx="2298">
                  <c:v>10521.8</c:v>
                </c:pt>
                <c:pt idx="2299">
                  <c:v>10392.299999999999</c:v>
                </c:pt>
                <c:pt idx="2300">
                  <c:v>10339.799999999999</c:v>
                </c:pt>
                <c:pt idx="2301">
                  <c:v>10351.6</c:v>
                </c:pt>
                <c:pt idx="2302">
                  <c:v>10351.6</c:v>
                </c:pt>
                <c:pt idx="2303">
                  <c:v>10351.6</c:v>
                </c:pt>
                <c:pt idx="2304">
                  <c:v>10339.799999999999</c:v>
                </c:pt>
                <c:pt idx="2305">
                  <c:v>10399.700000000001</c:v>
                </c:pt>
                <c:pt idx="2306">
                  <c:v>10382</c:v>
                </c:pt>
                <c:pt idx="2307">
                  <c:v>10312.4</c:v>
                </c:pt>
                <c:pt idx="2308">
                  <c:v>10294.700000000001</c:v>
                </c:pt>
                <c:pt idx="2309">
                  <c:v>10360.5</c:v>
                </c:pt>
                <c:pt idx="2310">
                  <c:v>10360.5</c:v>
                </c:pt>
                <c:pt idx="2311">
                  <c:v>10360.5</c:v>
                </c:pt>
                <c:pt idx="2312">
                  <c:v>10360.5</c:v>
                </c:pt>
                <c:pt idx="2313">
                  <c:v>10331</c:v>
                </c:pt>
                <c:pt idx="2314">
                  <c:v>10331</c:v>
                </c:pt>
                <c:pt idx="2315">
                  <c:v>10342.799999999999</c:v>
                </c:pt>
                <c:pt idx="2316">
                  <c:v>10342.799999999999</c:v>
                </c:pt>
                <c:pt idx="2317">
                  <c:v>10342.799999999999</c:v>
                </c:pt>
                <c:pt idx="2318">
                  <c:v>10426.299999999999</c:v>
                </c:pt>
                <c:pt idx="2319">
                  <c:v>10532.5</c:v>
                </c:pt>
                <c:pt idx="2320">
                  <c:v>10169</c:v>
                </c:pt>
                <c:pt idx="2321">
                  <c:v>10169</c:v>
                </c:pt>
                <c:pt idx="2322">
                  <c:v>10169</c:v>
                </c:pt>
                <c:pt idx="2323">
                  <c:v>10169</c:v>
                </c:pt>
                <c:pt idx="2324">
                  <c:v>10169</c:v>
                </c:pt>
                <c:pt idx="2325">
                  <c:v>10169</c:v>
                </c:pt>
                <c:pt idx="2326">
                  <c:v>10128.5</c:v>
                </c:pt>
                <c:pt idx="2327">
                  <c:v>10128.5</c:v>
                </c:pt>
                <c:pt idx="2328">
                  <c:v>10128.5</c:v>
                </c:pt>
                <c:pt idx="2329">
                  <c:v>10128.5</c:v>
                </c:pt>
                <c:pt idx="2330">
                  <c:v>10128.5</c:v>
                </c:pt>
                <c:pt idx="2331">
                  <c:v>10128.5</c:v>
                </c:pt>
                <c:pt idx="2332">
                  <c:v>10194.75</c:v>
                </c:pt>
                <c:pt idx="2333">
                  <c:v>10197.700000000001</c:v>
                </c:pt>
                <c:pt idx="2334">
                  <c:v>10203.6</c:v>
                </c:pt>
                <c:pt idx="2335">
                  <c:v>10254.200000000001</c:v>
                </c:pt>
                <c:pt idx="2336">
                  <c:v>10254.200000000001</c:v>
                </c:pt>
                <c:pt idx="2337">
                  <c:v>10254.200000000001</c:v>
                </c:pt>
                <c:pt idx="2338">
                  <c:v>10254.200000000001</c:v>
                </c:pt>
                <c:pt idx="2339">
                  <c:v>10254.200000000001</c:v>
                </c:pt>
                <c:pt idx="2340">
                  <c:v>10254.200000000001</c:v>
                </c:pt>
                <c:pt idx="2341">
                  <c:v>10277.200000000001</c:v>
                </c:pt>
                <c:pt idx="2342">
                  <c:v>10316</c:v>
                </c:pt>
                <c:pt idx="2343">
                  <c:v>10339.6</c:v>
                </c:pt>
                <c:pt idx="2344">
                  <c:v>10339.6</c:v>
                </c:pt>
                <c:pt idx="2345">
                  <c:v>10339.6</c:v>
                </c:pt>
                <c:pt idx="2346">
                  <c:v>10345.5</c:v>
                </c:pt>
                <c:pt idx="2347">
                  <c:v>10375</c:v>
                </c:pt>
                <c:pt idx="2348">
                  <c:v>10375</c:v>
                </c:pt>
                <c:pt idx="2349">
                  <c:v>10375</c:v>
                </c:pt>
                <c:pt idx="2350">
                  <c:v>10386.799999999999</c:v>
                </c:pt>
                <c:pt idx="2351">
                  <c:v>10386.799999999999</c:v>
                </c:pt>
                <c:pt idx="2352">
                  <c:v>10386.799999999999</c:v>
                </c:pt>
                <c:pt idx="2353">
                  <c:v>10404.5</c:v>
                </c:pt>
                <c:pt idx="2354">
                  <c:v>10431.5</c:v>
                </c:pt>
                <c:pt idx="2355">
                  <c:v>10431.5</c:v>
                </c:pt>
                <c:pt idx="2356">
                  <c:v>10455.1</c:v>
                </c:pt>
                <c:pt idx="2357">
                  <c:v>10455.1</c:v>
                </c:pt>
                <c:pt idx="2358">
                  <c:v>10455.1</c:v>
                </c:pt>
                <c:pt idx="2359">
                  <c:v>10455.1</c:v>
                </c:pt>
                <c:pt idx="2360">
                  <c:v>10419.700000000001</c:v>
                </c:pt>
                <c:pt idx="2361">
                  <c:v>10413.799999999999</c:v>
                </c:pt>
                <c:pt idx="2362">
                  <c:v>10405.4</c:v>
                </c:pt>
                <c:pt idx="2363">
                  <c:v>10399.5</c:v>
                </c:pt>
                <c:pt idx="2364">
                  <c:v>10399.5</c:v>
                </c:pt>
                <c:pt idx="2365">
                  <c:v>10399.5</c:v>
                </c:pt>
                <c:pt idx="2366">
                  <c:v>10399.5</c:v>
                </c:pt>
                <c:pt idx="2367">
                  <c:v>10399.5</c:v>
                </c:pt>
                <c:pt idx="2368">
                  <c:v>10428.4</c:v>
                </c:pt>
                <c:pt idx="2369">
                  <c:v>10440.200000000001</c:v>
                </c:pt>
                <c:pt idx="2370">
                  <c:v>10452</c:v>
                </c:pt>
                <c:pt idx="2371">
                  <c:v>10429</c:v>
                </c:pt>
                <c:pt idx="2372">
                  <c:v>10429</c:v>
                </c:pt>
                <c:pt idx="2373">
                  <c:v>10429</c:v>
                </c:pt>
                <c:pt idx="2374">
                  <c:v>10483</c:v>
                </c:pt>
                <c:pt idx="2375">
                  <c:v>10453.5</c:v>
                </c:pt>
                <c:pt idx="2376">
                  <c:v>10468.700000000001</c:v>
                </c:pt>
                <c:pt idx="2377">
                  <c:v>10474.6</c:v>
                </c:pt>
                <c:pt idx="2378">
                  <c:v>10501.6</c:v>
                </c:pt>
                <c:pt idx="2379">
                  <c:v>10501.6</c:v>
                </c:pt>
                <c:pt idx="2380">
                  <c:v>10501.6</c:v>
                </c:pt>
                <c:pt idx="2381">
                  <c:v>10525.2</c:v>
                </c:pt>
                <c:pt idx="2382">
                  <c:v>10560</c:v>
                </c:pt>
                <c:pt idx="2383">
                  <c:v>10571.8</c:v>
                </c:pt>
                <c:pt idx="2384">
                  <c:v>10571.8</c:v>
                </c:pt>
                <c:pt idx="2385">
                  <c:v>10616.5</c:v>
                </c:pt>
                <c:pt idx="2386">
                  <c:v>10616.5</c:v>
                </c:pt>
                <c:pt idx="2387">
                  <c:v>10616.5</c:v>
                </c:pt>
                <c:pt idx="2388">
                  <c:v>10581.1</c:v>
                </c:pt>
                <c:pt idx="2389">
                  <c:v>10614</c:v>
                </c:pt>
                <c:pt idx="2390">
                  <c:v>10619.9</c:v>
                </c:pt>
                <c:pt idx="2391">
                  <c:v>10625.8</c:v>
                </c:pt>
                <c:pt idx="2392">
                  <c:v>10625.8</c:v>
                </c:pt>
                <c:pt idx="2393">
                  <c:v>10625.8</c:v>
                </c:pt>
                <c:pt idx="2394">
                  <c:v>10625.8</c:v>
                </c:pt>
                <c:pt idx="2395">
                  <c:v>10637.6</c:v>
                </c:pt>
                <c:pt idx="2396">
                  <c:v>10637.6</c:v>
                </c:pt>
                <c:pt idx="2397">
                  <c:v>10625.8</c:v>
                </c:pt>
                <c:pt idx="2398">
                  <c:v>10614</c:v>
                </c:pt>
                <c:pt idx="2399">
                  <c:v>10608.1</c:v>
                </c:pt>
                <c:pt idx="2400">
                  <c:v>10608.1</c:v>
                </c:pt>
                <c:pt idx="2401">
                  <c:v>10608.1</c:v>
                </c:pt>
                <c:pt idx="2402">
                  <c:v>10596.3</c:v>
                </c:pt>
                <c:pt idx="2403">
                  <c:v>10596.3</c:v>
                </c:pt>
                <c:pt idx="2404">
                  <c:v>10596.3</c:v>
                </c:pt>
                <c:pt idx="2405">
                  <c:v>10563.4</c:v>
                </c:pt>
                <c:pt idx="2406">
                  <c:v>10586.4</c:v>
                </c:pt>
                <c:pt idx="2407">
                  <c:v>10586.4</c:v>
                </c:pt>
                <c:pt idx="2408">
                  <c:v>10586.4</c:v>
                </c:pt>
                <c:pt idx="2409">
                  <c:v>10580.5</c:v>
                </c:pt>
                <c:pt idx="2410">
                  <c:v>10574.6</c:v>
                </c:pt>
                <c:pt idx="2411">
                  <c:v>10574.6</c:v>
                </c:pt>
                <c:pt idx="2412">
                  <c:v>10574.6</c:v>
                </c:pt>
                <c:pt idx="2413">
                  <c:v>10574.6</c:v>
                </c:pt>
                <c:pt idx="2414">
                  <c:v>10574.6</c:v>
                </c:pt>
                <c:pt idx="2415">
                  <c:v>10574.6</c:v>
                </c:pt>
                <c:pt idx="2416">
                  <c:v>10592.3</c:v>
                </c:pt>
                <c:pt idx="2417">
                  <c:v>10598.2</c:v>
                </c:pt>
                <c:pt idx="2418">
                  <c:v>10598.2</c:v>
                </c:pt>
                <c:pt idx="2419">
                  <c:v>10598.2</c:v>
                </c:pt>
                <c:pt idx="2420">
                  <c:v>10604.1</c:v>
                </c:pt>
                <c:pt idx="2421">
                  <c:v>10604.1</c:v>
                </c:pt>
                <c:pt idx="2422">
                  <c:v>10604.1</c:v>
                </c:pt>
                <c:pt idx="2423">
                  <c:v>10604.1</c:v>
                </c:pt>
                <c:pt idx="2424">
                  <c:v>10633</c:v>
                </c:pt>
                <c:pt idx="2425">
                  <c:v>10833</c:v>
                </c:pt>
                <c:pt idx="2426">
                  <c:v>10838.9</c:v>
                </c:pt>
                <c:pt idx="2427">
                  <c:v>10838.9</c:v>
                </c:pt>
                <c:pt idx="2428">
                  <c:v>10838.9</c:v>
                </c:pt>
                <c:pt idx="2429">
                  <c:v>10838.9</c:v>
                </c:pt>
                <c:pt idx="2430">
                  <c:v>10833</c:v>
                </c:pt>
                <c:pt idx="2431">
                  <c:v>10921.2</c:v>
                </c:pt>
                <c:pt idx="2432">
                  <c:v>10933</c:v>
                </c:pt>
                <c:pt idx="2433">
                  <c:v>10956</c:v>
                </c:pt>
                <c:pt idx="2434">
                  <c:v>10956</c:v>
                </c:pt>
                <c:pt idx="2435">
                  <c:v>10956</c:v>
                </c:pt>
                <c:pt idx="2436">
                  <c:v>10956</c:v>
                </c:pt>
                <c:pt idx="2437">
                  <c:v>10956</c:v>
                </c:pt>
                <c:pt idx="2438">
                  <c:v>10956</c:v>
                </c:pt>
                <c:pt idx="2439">
                  <c:v>11061.9</c:v>
                </c:pt>
                <c:pt idx="2440">
                  <c:v>11056</c:v>
                </c:pt>
                <c:pt idx="2441">
                  <c:v>11056</c:v>
                </c:pt>
                <c:pt idx="2442">
                  <c:v>11056</c:v>
                </c:pt>
                <c:pt idx="2443">
                  <c:v>11056</c:v>
                </c:pt>
                <c:pt idx="2444">
                  <c:v>11044.2</c:v>
                </c:pt>
                <c:pt idx="2445">
                  <c:v>11250.1</c:v>
                </c:pt>
                <c:pt idx="2446">
                  <c:v>11325.2</c:v>
                </c:pt>
                <c:pt idx="2447">
                  <c:v>11325.2</c:v>
                </c:pt>
                <c:pt idx="2448">
                  <c:v>11307.5</c:v>
                </c:pt>
                <c:pt idx="2449">
                  <c:v>11307.5</c:v>
                </c:pt>
                <c:pt idx="2450">
                  <c:v>11307.5</c:v>
                </c:pt>
                <c:pt idx="2451">
                  <c:v>11289.8</c:v>
                </c:pt>
                <c:pt idx="2452">
                  <c:v>11383.9</c:v>
                </c:pt>
                <c:pt idx="2453">
                  <c:v>11383.9</c:v>
                </c:pt>
                <c:pt idx="2454">
                  <c:v>11401.6</c:v>
                </c:pt>
                <c:pt idx="2455">
                  <c:v>11413.4</c:v>
                </c:pt>
                <c:pt idx="2456">
                  <c:v>11413.4</c:v>
                </c:pt>
                <c:pt idx="2457">
                  <c:v>11413.4</c:v>
                </c:pt>
                <c:pt idx="2458">
                  <c:v>11396.3</c:v>
                </c:pt>
                <c:pt idx="2459">
                  <c:v>11396.3</c:v>
                </c:pt>
                <c:pt idx="2460">
                  <c:v>11402.2</c:v>
                </c:pt>
                <c:pt idx="2461">
                  <c:v>11402.2</c:v>
                </c:pt>
                <c:pt idx="2462">
                  <c:v>11402.2</c:v>
                </c:pt>
                <c:pt idx="2463">
                  <c:v>11402.2</c:v>
                </c:pt>
                <c:pt idx="2464">
                  <c:v>11402.2</c:v>
                </c:pt>
                <c:pt idx="2465">
                  <c:v>11402.2</c:v>
                </c:pt>
                <c:pt idx="2466">
                  <c:v>11402.2</c:v>
                </c:pt>
                <c:pt idx="2467">
                  <c:v>11402.2</c:v>
                </c:pt>
                <c:pt idx="2468">
                  <c:v>11402.2</c:v>
                </c:pt>
                <c:pt idx="2469">
                  <c:v>11402.2</c:v>
                </c:pt>
                <c:pt idx="2470">
                  <c:v>11402.2</c:v>
                </c:pt>
                <c:pt idx="2471">
                  <c:v>11402.2</c:v>
                </c:pt>
                <c:pt idx="2472">
                  <c:v>11690.4</c:v>
                </c:pt>
                <c:pt idx="2473">
                  <c:v>12002.2</c:v>
                </c:pt>
                <c:pt idx="2474">
                  <c:v>12202.2</c:v>
                </c:pt>
                <c:pt idx="2475">
                  <c:v>12190.4</c:v>
                </c:pt>
                <c:pt idx="2476">
                  <c:v>12190.4</c:v>
                </c:pt>
                <c:pt idx="2477">
                  <c:v>12190.4</c:v>
                </c:pt>
                <c:pt idx="2478">
                  <c:v>12190.4</c:v>
                </c:pt>
                <c:pt idx="2479">
                  <c:v>12202.2</c:v>
                </c:pt>
                <c:pt idx="2480">
                  <c:v>12208.1</c:v>
                </c:pt>
                <c:pt idx="2481">
                  <c:v>12202.2</c:v>
                </c:pt>
                <c:pt idx="2482">
                  <c:v>12202.2</c:v>
                </c:pt>
                <c:pt idx="2483">
                  <c:v>12208.1</c:v>
                </c:pt>
                <c:pt idx="2484">
                  <c:v>12208.1</c:v>
                </c:pt>
                <c:pt idx="2485">
                  <c:v>12208.1</c:v>
                </c:pt>
                <c:pt idx="2486">
                  <c:v>12208.1</c:v>
                </c:pt>
                <c:pt idx="2487">
                  <c:v>12208.1</c:v>
                </c:pt>
                <c:pt idx="2488">
                  <c:v>12414</c:v>
                </c:pt>
                <c:pt idx="2489">
                  <c:v>12414</c:v>
                </c:pt>
                <c:pt idx="2490">
                  <c:v>12414</c:v>
                </c:pt>
                <c:pt idx="2491">
                  <c:v>12414</c:v>
                </c:pt>
                <c:pt idx="2492">
                  <c:v>12414</c:v>
                </c:pt>
                <c:pt idx="2493">
                  <c:v>12428.45</c:v>
                </c:pt>
                <c:pt idx="2494">
                  <c:v>12428.45</c:v>
                </c:pt>
                <c:pt idx="2495">
                  <c:v>12428.45</c:v>
                </c:pt>
                <c:pt idx="2496">
                  <c:v>12419.6</c:v>
                </c:pt>
                <c:pt idx="2497">
                  <c:v>12431.4</c:v>
                </c:pt>
                <c:pt idx="2498">
                  <c:v>12431.4</c:v>
                </c:pt>
                <c:pt idx="2499">
                  <c:v>12431.4</c:v>
                </c:pt>
                <c:pt idx="2500">
                  <c:v>12431.4</c:v>
                </c:pt>
                <c:pt idx="2501">
                  <c:v>12431.4</c:v>
                </c:pt>
                <c:pt idx="2502">
                  <c:v>12431.4</c:v>
                </c:pt>
                <c:pt idx="2503">
                  <c:v>12437.3</c:v>
                </c:pt>
                <c:pt idx="2504">
                  <c:v>12442.9</c:v>
                </c:pt>
                <c:pt idx="2505">
                  <c:v>12442.9</c:v>
                </c:pt>
                <c:pt idx="2506">
                  <c:v>12442.9</c:v>
                </c:pt>
                <c:pt idx="2507">
                  <c:v>12460.6</c:v>
                </c:pt>
                <c:pt idx="2508">
                  <c:v>12466.5</c:v>
                </c:pt>
                <c:pt idx="2509">
                  <c:v>12495.4</c:v>
                </c:pt>
                <c:pt idx="2510">
                  <c:v>12489.5</c:v>
                </c:pt>
                <c:pt idx="2511">
                  <c:v>12501.3</c:v>
                </c:pt>
                <c:pt idx="2512">
                  <c:v>12501.3</c:v>
                </c:pt>
                <c:pt idx="2513">
                  <c:v>12501.3</c:v>
                </c:pt>
                <c:pt idx="2514">
                  <c:v>12495.4</c:v>
                </c:pt>
                <c:pt idx="2515">
                  <c:v>12483.9</c:v>
                </c:pt>
                <c:pt idx="2516">
                  <c:v>12489.8</c:v>
                </c:pt>
                <c:pt idx="2517">
                  <c:v>12401.3</c:v>
                </c:pt>
                <c:pt idx="2518">
                  <c:v>12407.2</c:v>
                </c:pt>
                <c:pt idx="2519">
                  <c:v>12407.2</c:v>
                </c:pt>
                <c:pt idx="2520">
                  <c:v>12407.2</c:v>
                </c:pt>
                <c:pt idx="2521">
                  <c:v>12401.3</c:v>
                </c:pt>
                <c:pt idx="2522">
                  <c:v>12401.3</c:v>
                </c:pt>
                <c:pt idx="2523">
                  <c:v>12401.3</c:v>
                </c:pt>
                <c:pt idx="2524">
                  <c:v>12401.3</c:v>
                </c:pt>
                <c:pt idx="2525">
                  <c:v>12401.3</c:v>
                </c:pt>
                <c:pt idx="2526">
                  <c:v>12401.3</c:v>
                </c:pt>
                <c:pt idx="2527">
                  <c:v>12401.3</c:v>
                </c:pt>
                <c:pt idx="2528">
                  <c:v>12389.5</c:v>
                </c:pt>
                <c:pt idx="2529">
                  <c:v>12389.5</c:v>
                </c:pt>
                <c:pt idx="2530">
                  <c:v>12235.5</c:v>
                </c:pt>
                <c:pt idx="2531">
                  <c:v>12235.5</c:v>
                </c:pt>
                <c:pt idx="2532">
                  <c:v>12208.5</c:v>
                </c:pt>
                <c:pt idx="2533">
                  <c:v>12208.5</c:v>
                </c:pt>
                <c:pt idx="2534">
                  <c:v>12208.5</c:v>
                </c:pt>
                <c:pt idx="2535">
                  <c:v>12220</c:v>
                </c:pt>
                <c:pt idx="2536">
                  <c:v>12220</c:v>
                </c:pt>
                <c:pt idx="2537">
                  <c:v>12220</c:v>
                </c:pt>
                <c:pt idx="2538">
                  <c:v>12225.9</c:v>
                </c:pt>
                <c:pt idx="2539">
                  <c:v>12220</c:v>
                </c:pt>
                <c:pt idx="2540">
                  <c:v>12220</c:v>
                </c:pt>
                <c:pt idx="2541">
                  <c:v>12220</c:v>
                </c:pt>
                <c:pt idx="2542">
                  <c:v>12220</c:v>
                </c:pt>
                <c:pt idx="2543">
                  <c:v>12220</c:v>
                </c:pt>
                <c:pt idx="2544">
                  <c:v>12225.9</c:v>
                </c:pt>
                <c:pt idx="2545">
                  <c:v>12137.7</c:v>
                </c:pt>
                <c:pt idx="2546">
                  <c:v>12137.7</c:v>
                </c:pt>
                <c:pt idx="2547">
                  <c:v>12137.7</c:v>
                </c:pt>
                <c:pt idx="2548">
                  <c:v>12137.7</c:v>
                </c:pt>
                <c:pt idx="2549">
                  <c:v>12143.6</c:v>
                </c:pt>
                <c:pt idx="2550">
                  <c:v>12143.6</c:v>
                </c:pt>
                <c:pt idx="2551">
                  <c:v>12122.5</c:v>
                </c:pt>
                <c:pt idx="2552">
                  <c:v>12122.5</c:v>
                </c:pt>
                <c:pt idx="2553">
                  <c:v>12122.5</c:v>
                </c:pt>
                <c:pt idx="2554">
                  <c:v>12122.5</c:v>
                </c:pt>
                <c:pt idx="2555">
                  <c:v>12122.5</c:v>
                </c:pt>
                <c:pt idx="2556">
                  <c:v>12122.5</c:v>
                </c:pt>
                <c:pt idx="2557">
                  <c:v>12122.5</c:v>
                </c:pt>
                <c:pt idx="2558">
                  <c:v>12122.5</c:v>
                </c:pt>
                <c:pt idx="2559">
                  <c:v>12122.5</c:v>
                </c:pt>
                <c:pt idx="2560">
                  <c:v>12116.6</c:v>
                </c:pt>
                <c:pt idx="2561">
                  <c:v>12022.2</c:v>
                </c:pt>
                <c:pt idx="2562">
                  <c:v>11998.9</c:v>
                </c:pt>
                <c:pt idx="2563">
                  <c:v>11993</c:v>
                </c:pt>
                <c:pt idx="2564">
                  <c:v>11831</c:v>
                </c:pt>
                <c:pt idx="2565">
                  <c:v>11831</c:v>
                </c:pt>
                <c:pt idx="2566">
                  <c:v>11831</c:v>
                </c:pt>
                <c:pt idx="2567">
                  <c:v>11842.8</c:v>
                </c:pt>
                <c:pt idx="2568">
                  <c:v>11842.8</c:v>
                </c:pt>
                <c:pt idx="2569">
                  <c:v>11842.8</c:v>
                </c:pt>
                <c:pt idx="2570">
                  <c:v>11842.8</c:v>
                </c:pt>
                <c:pt idx="2571">
                  <c:v>11831.3</c:v>
                </c:pt>
                <c:pt idx="2572">
                  <c:v>11756.2</c:v>
                </c:pt>
                <c:pt idx="2573">
                  <c:v>11550.3</c:v>
                </c:pt>
                <c:pt idx="2574">
                  <c:v>11526.7</c:v>
                </c:pt>
                <c:pt idx="2575">
                  <c:v>11526.7</c:v>
                </c:pt>
                <c:pt idx="2576">
                  <c:v>11526.7</c:v>
                </c:pt>
                <c:pt idx="2577">
                  <c:v>11485.4</c:v>
                </c:pt>
                <c:pt idx="2578">
                  <c:v>11509</c:v>
                </c:pt>
                <c:pt idx="2579">
                  <c:v>11509</c:v>
                </c:pt>
                <c:pt idx="2580">
                  <c:v>11514.9</c:v>
                </c:pt>
                <c:pt idx="2581">
                  <c:v>11520.8</c:v>
                </c:pt>
                <c:pt idx="2582">
                  <c:v>11520.8</c:v>
                </c:pt>
                <c:pt idx="2583">
                  <c:v>11520.8</c:v>
                </c:pt>
                <c:pt idx="2584">
                  <c:v>11520.8</c:v>
                </c:pt>
                <c:pt idx="2585">
                  <c:v>11420.8</c:v>
                </c:pt>
                <c:pt idx="2586">
                  <c:v>11409</c:v>
                </c:pt>
                <c:pt idx="2587">
                  <c:v>11409</c:v>
                </c:pt>
                <c:pt idx="2588">
                  <c:v>11414.9</c:v>
                </c:pt>
                <c:pt idx="2589">
                  <c:v>11414.9</c:v>
                </c:pt>
                <c:pt idx="2590">
                  <c:v>11414.9</c:v>
                </c:pt>
                <c:pt idx="2591">
                  <c:v>11403.1</c:v>
                </c:pt>
                <c:pt idx="2592">
                  <c:v>11409</c:v>
                </c:pt>
                <c:pt idx="2593">
                  <c:v>11379.5</c:v>
                </c:pt>
                <c:pt idx="2594">
                  <c:v>11385.4</c:v>
                </c:pt>
                <c:pt idx="2595">
                  <c:v>11385.4</c:v>
                </c:pt>
                <c:pt idx="2596">
                  <c:v>11385.4</c:v>
                </c:pt>
                <c:pt idx="2597">
                  <c:v>11385.4</c:v>
                </c:pt>
                <c:pt idx="2598">
                  <c:v>11385.4</c:v>
                </c:pt>
                <c:pt idx="2599">
                  <c:v>11385.4</c:v>
                </c:pt>
                <c:pt idx="2600">
                  <c:v>11385.4</c:v>
                </c:pt>
                <c:pt idx="2601">
                  <c:v>11385.4</c:v>
                </c:pt>
                <c:pt idx="2602">
                  <c:v>11385.4</c:v>
                </c:pt>
                <c:pt idx="2603">
                  <c:v>11385.4</c:v>
                </c:pt>
                <c:pt idx="2604">
                  <c:v>11391</c:v>
                </c:pt>
                <c:pt idx="2605">
                  <c:v>11373.3</c:v>
                </c:pt>
                <c:pt idx="2606">
                  <c:v>11373.3</c:v>
                </c:pt>
                <c:pt idx="2607">
                  <c:v>11379.2</c:v>
                </c:pt>
                <c:pt idx="2608">
                  <c:v>11391</c:v>
                </c:pt>
                <c:pt idx="2609">
                  <c:v>11402.8</c:v>
                </c:pt>
                <c:pt idx="2610">
                  <c:v>11402.8</c:v>
                </c:pt>
                <c:pt idx="2611">
                  <c:v>11402.8</c:v>
                </c:pt>
                <c:pt idx="2612">
                  <c:v>11408.7</c:v>
                </c:pt>
                <c:pt idx="2613">
                  <c:v>11426.4</c:v>
                </c:pt>
                <c:pt idx="2614">
                  <c:v>11426.4</c:v>
                </c:pt>
                <c:pt idx="2615">
                  <c:v>11426.4</c:v>
                </c:pt>
                <c:pt idx="2616">
                  <c:v>11414.9</c:v>
                </c:pt>
                <c:pt idx="2617">
                  <c:v>11414.9</c:v>
                </c:pt>
                <c:pt idx="2618">
                  <c:v>11414.9</c:v>
                </c:pt>
                <c:pt idx="2619">
                  <c:v>11420.8</c:v>
                </c:pt>
                <c:pt idx="2620">
                  <c:v>11426.7</c:v>
                </c:pt>
                <c:pt idx="2621">
                  <c:v>11420.8</c:v>
                </c:pt>
                <c:pt idx="2622">
                  <c:v>11426.7</c:v>
                </c:pt>
                <c:pt idx="2623">
                  <c:v>11426.7</c:v>
                </c:pt>
                <c:pt idx="2624">
                  <c:v>11426.7</c:v>
                </c:pt>
                <c:pt idx="2625">
                  <c:v>11426.7</c:v>
                </c:pt>
                <c:pt idx="2626">
                  <c:v>11432.6</c:v>
                </c:pt>
                <c:pt idx="2627">
                  <c:v>11508</c:v>
                </c:pt>
                <c:pt idx="2628">
                  <c:v>11525.7</c:v>
                </c:pt>
                <c:pt idx="2629">
                  <c:v>11531.6</c:v>
                </c:pt>
                <c:pt idx="2630">
                  <c:v>11525.7</c:v>
                </c:pt>
                <c:pt idx="2631">
                  <c:v>11525.7</c:v>
                </c:pt>
                <c:pt idx="2632">
                  <c:v>11525.7</c:v>
                </c:pt>
                <c:pt idx="2633">
                  <c:v>11525.7</c:v>
                </c:pt>
                <c:pt idx="2634">
                  <c:v>11525.7</c:v>
                </c:pt>
                <c:pt idx="2635">
                  <c:v>11525.7</c:v>
                </c:pt>
                <c:pt idx="2636">
                  <c:v>11508.3</c:v>
                </c:pt>
                <c:pt idx="2637">
                  <c:v>11508.3</c:v>
                </c:pt>
                <c:pt idx="2638">
                  <c:v>11508.3</c:v>
                </c:pt>
                <c:pt idx="2639">
                  <c:v>11508.3</c:v>
                </c:pt>
                <c:pt idx="2640">
                  <c:v>11502.4</c:v>
                </c:pt>
                <c:pt idx="2641">
                  <c:v>11529.4</c:v>
                </c:pt>
                <c:pt idx="2642">
                  <c:v>11329.4</c:v>
                </c:pt>
                <c:pt idx="2643">
                  <c:v>11329.4</c:v>
                </c:pt>
                <c:pt idx="2644">
                  <c:v>11335.3</c:v>
                </c:pt>
                <c:pt idx="2645">
                  <c:v>11335.3</c:v>
                </c:pt>
                <c:pt idx="2646">
                  <c:v>11335.3</c:v>
                </c:pt>
                <c:pt idx="2647">
                  <c:v>11335.3</c:v>
                </c:pt>
                <c:pt idx="2648">
                  <c:v>11341.2</c:v>
                </c:pt>
                <c:pt idx="2649">
                  <c:v>11335.3</c:v>
                </c:pt>
                <c:pt idx="2650">
                  <c:v>11335.3</c:v>
                </c:pt>
                <c:pt idx="2651">
                  <c:v>11335.3</c:v>
                </c:pt>
                <c:pt idx="2652">
                  <c:v>11335.3</c:v>
                </c:pt>
                <c:pt idx="2653">
                  <c:v>11335.3</c:v>
                </c:pt>
                <c:pt idx="2654">
                  <c:v>11335.3</c:v>
                </c:pt>
                <c:pt idx="2655">
                  <c:v>11335.3</c:v>
                </c:pt>
                <c:pt idx="2656">
                  <c:v>11335.3</c:v>
                </c:pt>
                <c:pt idx="2657">
                  <c:v>11341.2</c:v>
                </c:pt>
                <c:pt idx="2658">
                  <c:v>11347.1</c:v>
                </c:pt>
                <c:pt idx="2659">
                  <c:v>11347.1</c:v>
                </c:pt>
                <c:pt idx="2660">
                  <c:v>11347.1</c:v>
                </c:pt>
                <c:pt idx="2661">
                  <c:v>11347.1</c:v>
                </c:pt>
                <c:pt idx="2662">
                  <c:v>11353</c:v>
                </c:pt>
                <c:pt idx="2663">
                  <c:v>11370.4</c:v>
                </c:pt>
                <c:pt idx="2664">
                  <c:v>11376.3</c:v>
                </c:pt>
                <c:pt idx="2665">
                  <c:v>11370.7</c:v>
                </c:pt>
                <c:pt idx="2666">
                  <c:v>11370.7</c:v>
                </c:pt>
                <c:pt idx="2667">
                  <c:v>11370.7</c:v>
                </c:pt>
                <c:pt idx="2668">
                  <c:v>11370.7</c:v>
                </c:pt>
                <c:pt idx="2669">
                  <c:v>11376.6</c:v>
                </c:pt>
                <c:pt idx="2670">
                  <c:v>11376.6</c:v>
                </c:pt>
                <c:pt idx="2671">
                  <c:v>11371</c:v>
                </c:pt>
                <c:pt idx="2672">
                  <c:v>11371</c:v>
                </c:pt>
                <c:pt idx="2673">
                  <c:v>11371</c:v>
                </c:pt>
                <c:pt idx="2674">
                  <c:v>11376.9</c:v>
                </c:pt>
                <c:pt idx="2675">
                  <c:v>11376.9</c:v>
                </c:pt>
                <c:pt idx="2676">
                  <c:v>11376.9</c:v>
                </c:pt>
                <c:pt idx="2677">
                  <c:v>11376.9</c:v>
                </c:pt>
                <c:pt idx="2678">
                  <c:v>11376.9</c:v>
                </c:pt>
                <c:pt idx="2679">
                  <c:v>11368.05</c:v>
                </c:pt>
                <c:pt idx="2680">
                  <c:v>11368.05</c:v>
                </c:pt>
                <c:pt idx="2681">
                  <c:v>11368.05</c:v>
                </c:pt>
                <c:pt idx="2682">
                  <c:v>11359.2</c:v>
                </c:pt>
                <c:pt idx="2683">
                  <c:v>11359.2</c:v>
                </c:pt>
                <c:pt idx="2684">
                  <c:v>11341.5</c:v>
                </c:pt>
                <c:pt idx="2685">
                  <c:v>11341.5</c:v>
                </c:pt>
                <c:pt idx="2686">
                  <c:v>11330</c:v>
                </c:pt>
                <c:pt idx="2687">
                  <c:v>11330</c:v>
                </c:pt>
                <c:pt idx="2688">
                  <c:v>11330</c:v>
                </c:pt>
                <c:pt idx="2689">
                  <c:v>11335.9</c:v>
                </c:pt>
                <c:pt idx="2690">
                  <c:v>11324.4</c:v>
                </c:pt>
                <c:pt idx="2691">
                  <c:v>11336.2</c:v>
                </c:pt>
                <c:pt idx="2692">
                  <c:v>11348</c:v>
                </c:pt>
                <c:pt idx="2693">
                  <c:v>11359.8</c:v>
                </c:pt>
                <c:pt idx="2694">
                  <c:v>11359.8</c:v>
                </c:pt>
                <c:pt idx="2695">
                  <c:v>11359.8</c:v>
                </c:pt>
                <c:pt idx="2696">
                  <c:v>11359.8</c:v>
                </c:pt>
                <c:pt idx="2697">
                  <c:v>11359.8</c:v>
                </c:pt>
                <c:pt idx="2698">
                  <c:v>11353.9</c:v>
                </c:pt>
                <c:pt idx="2699">
                  <c:v>11353.9</c:v>
                </c:pt>
                <c:pt idx="2700">
                  <c:v>11371.6</c:v>
                </c:pt>
                <c:pt idx="2701">
                  <c:v>11371.6</c:v>
                </c:pt>
                <c:pt idx="2702">
                  <c:v>11371.6</c:v>
                </c:pt>
                <c:pt idx="2703">
                  <c:v>11371.6</c:v>
                </c:pt>
                <c:pt idx="2704">
                  <c:v>11371.6</c:v>
                </c:pt>
                <c:pt idx="2705">
                  <c:v>11371.6</c:v>
                </c:pt>
                <c:pt idx="2706">
                  <c:v>11377.5</c:v>
                </c:pt>
                <c:pt idx="2707">
                  <c:v>11377.5</c:v>
                </c:pt>
                <c:pt idx="2708">
                  <c:v>11377.5</c:v>
                </c:pt>
                <c:pt idx="2709">
                  <c:v>11377.5</c:v>
                </c:pt>
                <c:pt idx="2710">
                  <c:v>11371.6</c:v>
                </c:pt>
                <c:pt idx="2711">
                  <c:v>11371.6</c:v>
                </c:pt>
                <c:pt idx="2712">
                  <c:v>11471.6</c:v>
                </c:pt>
                <c:pt idx="2713">
                  <c:v>11585.5</c:v>
                </c:pt>
                <c:pt idx="2714">
                  <c:v>11585.5</c:v>
                </c:pt>
                <c:pt idx="2715">
                  <c:v>11585.5</c:v>
                </c:pt>
                <c:pt idx="2716">
                  <c:v>11574</c:v>
                </c:pt>
                <c:pt idx="2717">
                  <c:v>11574</c:v>
                </c:pt>
                <c:pt idx="2718">
                  <c:v>11574</c:v>
                </c:pt>
                <c:pt idx="2719">
                  <c:v>11574</c:v>
                </c:pt>
                <c:pt idx="2720">
                  <c:v>11585.8</c:v>
                </c:pt>
                <c:pt idx="2721">
                  <c:v>11585.8</c:v>
                </c:pt>
                <c:pt idx="2722">
                  <c:v>11585.8</c:v>
                </c:pt>
                <c:pt idx="2723">
                  <c:v>11585.8</c:v>
                </c:pt>
                <c:pt idx="2724">
                  <c:v>11579.9</c:v>
                </c:pt>
                <c:pt idx="2725">
                  <c:v>11579.9</c:v>
                </c:pt>
                <c:pt idx="2726">
                  <c:v>11591.7</c:v>
                </c:pt>
                <c:pt idx="2727">
                  <c:v>11591.7</c:v>
                </c:pt>
                <c:pt idx="2728">
                  <c:v>11597.6</c:v>
                </c:pt>
                <c:pt idx="2729">
                  <c:v>11597.6</c:v>
                </c:pt>
                <c:pt idx="2730">
                  <c:v>11597.6</c:v>
                </c:pt>
                <c:pt idx="2731">
                  <c:v>11597.6</c:v>
                </c:pt>
                <c:pt idx="2732">
                  <c:v>11703.5</c:v>
                </c:pt>
                <c:pt idx="2733">
                  <c:v>11774.9</c:v>
                </c:pt>
                <c:pt idx="2734">
                  <c:v>11774.9</c:v>
                </c:pt>
                <c:pt idx="2735">
                  <c:v>11792.6</c:v>
                </c:pt>
                <c:pt idx="2736">
                  <c:v>11792.6</c:v>
                </c:pt>
                <c:pt idx="2737">
                  <c:v>11792.6</c:v>
                </c:pt>
                <c:pt idx="2738">
                  <c:v>11780.8</c:v>
                </c:pt>
                <c:pt idx="2739">
                  <c:v>11780.8</c:v>
                </c:pt>
                <c:pt idx="2740">
                  <c:v>11992.3</c:v>
                </c:pt>
                <c:pt idx="2741">
                  <c:v>11986.4</c:v>
                </c:pt>
                <c:pt idx="2742">
                  <c:v>11986.4</c:v>
                </c:pt>
                <c:pt idx="2743">
                  <c:v>11986.4</c:v>
                </c:pt>
                <c:pt idx="2744">
                  <c:v>11986.4</c:v>
                </c:pt>
                <c:pt idx="2745">
                  <c:v>11986.4</c:v>
                </c:pt>
                <c:pt idx="2746">
                  <c:v>11986.4</c:v>
                </c:pt>
                <c:pt idx="2747">
                  <c:v>11974.3</c:v>
                </c:pt>
                <c:pt idx="2748">
                  <c:v>11974.3</c:v>
                </c:pt>
                <c:pt idx="2749">
                  <c:v>11944.8</c:v>
                </c:pt>
                <c:pt idx="2750">
                  <c:v>11944.8</c:v>
                </c:pt>
                <c:pt idx="2751">
                  <c:v>11944.8</c:v>
                </c:pt>
                <c:pt idx="2752">
                  <c:v>11950.7</c:v>
                </c:pt>
                <c:pt idx="2753">
                  <c:v>11950.7</c:v>
                </c:pt>
                <c:pt idx="2754">
                  <c:v>11950.7</c:v>
                </c:pt>
                <c:pt idx="2755">
                  <c:v>11950.7</c:v>
                </c:pt>
                <c:pt idx="2756">
                  <c:v>11938.9</c:v>
                </c:pt>
                <c:pt idx="2757">
                  <c:v>11938.9</c:v>
                </c:pt>
                <c:pt idx="2758">
                  <c:v>11938.9</c:v>
                </c:pt>
                <c:pt idx="2759">
                  <c:v>11933</c:v>
                </c:pt>
                <c:pt idx="2760">
                  <c:v>11921.5</c:v>
                </c:pt>
                <c:pt idx="2761">
                  <c:v>11971.5</c:v>
                </c:pt>
                <c:pt idx="2762">
                  <c:v>11971.5</c:v>
                </c:pt>
                <c:pt idx="2763">
                  <c:v>11930.5</c:v>
                </c:pt>
                <c:pt idx="2764">
                  <c:v>11930.5</c:v>
                </c:pt>
                <c:pt idx="2765">
                  <c:v>11930.5</c:v>
                </c:pt>
                <c:pt idx="2766">
                  <c:v>11895.4</c:v>
                </c:pt>
                <c:pt idx="2767">
                  <c:v>11895.4</c:v>
                </c:pt>
                <c:pt idx="2768">
                  <c:v>11830.5</c:v>
                </c:pt>
                <c:pt idx="2769">
                  <c:v>11830.5</c:v>
                </c:pt>
                <c:pt idx="2770">
                  <c:v>11836.4</c:v>
                </c:pt>
                <c:pt idx="2771">
                  <c:v>11836.4</c:v>
                </c:pt>
                <c:pt idx="2772">
                  <c:v>11836.4</c:v>
                </c:pt>
                <c:pt idx="2773">
                  <c:v>11836.4</c:v>
                </c:pt>
                <c:pt idx="2774">
                  <c:v>11836.4</c:v>
                </c:pt>
                <c:pt idx="2775">
                  <c:v>11842</c:v>
                </c:pt>
                <c:pt idx="2776">
                  <c:v>11847.9</c:v>
                </c:pt>
                <c:pt idx="2777">
                  <c:v>11842</c:v>
                </c:pt>
                <c:pt idx="2778">
                  <c:v>11842</c:v>
                </c:pt>
                <c:pt idx="2779">
                  <c:v>11842</c:v>
                </c:pt>
                <c:pt idx="2780">
                  <c:v>11755.1</c:v>
                </c:pt>
                <c:pt idx="2781">
                  <c:v>11740.35</c:v>
                </c:pt>
                <c:pt idx="2782">
                  <c:v>11890.35</c:v>
                </c:pt>
                <c:pt idx="2783">
                  <c:v>11840.5</c:v>
                </c:pt>
                <c:pt idx="2784">
                  <c:v>11752</c:v>
                </c:pt>
                <c:pt idx="2785">
                  <c:v>11752</c:v>
                </c:pt>
                <c:pt idx="2786">
                  <c:v>11752</c:v>
                </c:pt>
                <c:pt idx="2787">
                  <c:v>11752</c:v>
                </c:pt>
                <c:pt idx="2788">
                  <c:v>11811</c:v>
                </c:pt>
                <c:pt idx="2789">
                  <c:v>11869.7</c:v>
                </c:pt>
                <c:pt idx="2790">
                  <c:v>11934.6</c:v>
                </c:pt>
                <c:pt idx="2791">
                  <c:v>11934.6</c:v>
                </c:pt>
                <c:pt idx="2792">
                  <c:v>11934.6</c:v>
                </c:pt>
                <c:pt idx="2793">
                  <c:v>11934.6</c:v>
                </c:pt>
                <c:pt idx="2794">
                  <c:v>11934.6</c:v>
                </c:pt>
                <c:pt idx="2795">
                  <c:v>11943</c:v>
                </c:pt>
                <c:pt idx="2796">
                  <c:v>11943</c:v>
                </c:pt>
                <c:pt idx="2797">
                  <c:v>11925.3</c:v>
                </c:pt>
                <c:pt idx="2798">
                  <c:v>11925.3</c:v>
                </c:pt>
                <c:pt idx="2799">
                  <c:v>11925.3</c:v>
                </c:pt>
                <c:pt idx="2800">
                  <c:v>11925.3</c:v>
                </c:pt>
                <c:pt idx="2801">
                  <c:v>11943</c:v>
                </c:pt>
                <c:pt idx="2802">
                  <c:v>11943</c:v>
                </c:pt>
                <c:pt idx="2803">
                  <c:v>11943</c:v>
                </c:pt>
                <c:pt idx="2804">
                  <c:v>11860.4</c:v>
                </c:pt>
                <c:pt idx="2805">
                  <c:v>11860.4</c:v>
                </c:pt>
                <c:pt idx="2806">
                  <c:v>11860.4</c:v>
                </c:pt>
                <c:pt idx="2807">
                  <c:v>11860.4</c:v>
                </c:pt>
                <c:pt idx="2808">
                  <c:v>11842.7</c:v>
                </c:pt>
                <c:pt idx="2809">
                  <c:v>11788.7</c:v>
                </c:pt>
                <c:pt idx="2810">
                  <c:v>11729.7</c:v>
                </c:pt>
                <c:pt idx="2811">
                  <c:v>11729.7</c:v>
                </c:pt>
                <c:pt idx="2812">
                  <c:v>11735.6</c:v>
                </c:pt>
                <c:pt idx="2813">
                  <c:v>11735.6</c:v>
                </c:pt>
                <c:pt idx="2814">
                  <c:v>11735.6</c:v>
                </c:pt>
                <c:pt idx="2815">
                  <c:v>11735.6</c:v>
                </c:pt>
                <c:pt idx="2816">
                  <c:v>11741.5</c:v>
                </c:pt>
                <c:pt idx="2817">
                  <c:v>11729.7</c:v>
                </c:pt>
                <c:pt idx="2818">
                  <c:v>11702.7</c:v>
                </c:pt>
                <c:pt idx="2819">
                  <c:v>11702.7</c:v>
                </c:pt>
                <c:pt idx="2820">
                  <c:v>11702.7</c:v>
                </c:pt>
                <c:pt idx="2821">
                  <c:v>11685</c:v>
                </c:pt>
                <c:pt idx="2822">
                  <c:v>11726</c:v>
                </c:pt>
                <c:pt idx="2823">
                  <c:v>11696.5</c:v>
                </c:pt>
                <c:pt idx="2824">
                  <c:v>11667</c:v>
                </c:pt>
                <c:pt idx="2825">
                  <c:v>11637.5</c:v>
                </c:pt>
                <c:pt idx="2826">
                  <c:v>11667</c:v>
                </c:pt>
                <c:pt idx="2827">
                  <c:v>11667</c:v>
                </c:pt>
                <c:pt idx="2828">
                  <c:v>11613</c:v>
                </c:pt>
                <c:pt idx="2829">
                  <c:v>11613</c:v>
                </c:pt>
                <c:pt idx="2830">
                  <c:v>11613</c:v>
                </c:pt>
                <c:pt idx="2831">
                  <c:v>11613</c:v>
                </c:pt>
                <c:pt idx="2832">
                  <c:v>11613</c:v>
                </c:pt>
                <c:pt idx="2833">
                  <c:v>11613</c:v>
                </c:pt>
                <c:pt idx="2834">
                  <c:v>11613</c:v>
                </c:pt>
                <c:pt idx="2835">
                  <c:v>11613</c:v>
                </c:pt>
                <c:pt idx="2836">
                  <c:v>11613</c:v>
                </c:pt>
                <c:pt idx="2837">
                  <c:v>11613.3</c:v>
                </c:pt>
                <c:pt idx="2838">
                  <c:v>11609.9</c:v>
                </c:pt>
                <c:pt idx="2839">
                  <c:v>11554.3</c:v>
                </c:pt>
                <c:pt idx="2840">
                  <c:v>11566.1</c:v>
                </c:pt>
                <c:pt idx="2841">
                  <c:v>11572</c:v>
                </c:pt>
                <c:pt idx="2842">
                  <c:v>11572</c:v>
                </c:pt>
                <c:pt idx="2843">
                  <c:v>11512.4</c:v>
                </c:pt>
                <c:pt idx="2844">
                  <c:v>11506.8</c:v>
                </c:pt>
                <c:pt idx="2845">
                  <c:v>11506.8</c:v>
                </c:pt>
                <c:pt idx="2846">
                  <c:v>11535.7</c:v>
                </c:pt>
                <c:pt idx="2847">
                  <c:v>11547.2</c:v>
                </c:pt>
                <c:pt idx="2848">
                  <c:v>11547.2</c:v>
                </c:pt>
                <c:pt idx="2849">
                  <c:v>11547.2</c:v>
                </c:pt>
                <c:pt idx="2850">
                  <c:v>11503.1</c:v>
                </c:pt>
                <c:pt idx="2851">
                  <c:v>11546</c:v>
                </c:pt>
                <c:pt idx="2852">
                  <c:v>11546</c:v>
                </c:pt>
                <c:pt idx="2853">
                  <c:v>11546</c:v>
                </c:pt>
                <c:pt idx="2854">
                  <c:v>11538</c:v>
                </c:pt>
                <c:pt idx="2855">
                  <c:v>11538</c:v>
                </c:pt>
                <c:pt idx="2856">
                  <c:v>11538</c:v>
                </c:pt>
                <c:pt idx="2857">
                  <c:v>11382.6</c:v>
                </c:pt>
                <c:pt idx="2858">
                  <c:v>11379.65</c:v>
                </c:pt>
                <c:pt idx="2859">
                  <c:v>11359</c:v>
                </c:pt>
                <c:pt idx="2860">
                  <c:v>11376.1</c:v>
                </c:pt>
                <c:pt idx="2861">
                  <c:v>11381.7</c:v>
                </c:pt>
                <c:pt idx="2862">
                  <c:v>11381.7</c:v>
                </c:pt>
                <c:pt idx="2863">
                  <c:v>11381.7</c:v>
                </c:pt>
                <c:pt idx="2864">
                  <c:v>11221.8</c:v>
                </c:pt>
                <c:pt idx="2865">
                  <c:v>11256</c:v>
                </c:pt>
                <c:pt idx="2866">
                  <c:v>11279</c:v>
                </c:pt>
                <c:pt idx="2867">
                  <c:v>11273.1</c:v>
                </c:pt>
                <c:pt idx="2868">
                  <c:v>11273.1</c:v>
                </c:pt>
                <c:pt idx="2869">
                  <c:v>11273.1</c:v>
                </c:pt>
                <c:pt idx="2870">
                  <c:v>11273.1</c:v>
                </c:pt>
                <c:pt idx="2871">
                  <c:v>11267.2</c:v>
                </c:pt>
                <c:pt idx="2872">
                  <c:v>11226.5</c:v>
                </c:pt>
                <c:pt idx="2873">
                  <c:v>11220.6</c:v>
                </c:pt>
                <c:pt idx="2874">
                  <c:v>11220.6</c:v>
                </c:pt>
                <c:pt idx="2875">
                  <c:v>11226.5</c:v>
                </c:pt>
                <c:pt idx="2876">
                  <c:v>11226.5</c:v>
                </c:pt>
                <c:pt idx="2877">
                  <c:v>11226.5</c:v>
                </c:pt>
                <c:pt idx="2878">
                  <c:v>11197</c:v>
                </c:pt>
                <c:pt idx="2879">
                  <c:v>11197</c:v>
                </c:pt>
                <c:pt idx="2880">
                  <c:v>11197</c:v>
                </c:pt>
                <c:pt idx="2881">
                  <c:v>11191.1</c:v>
                </c:pt>
                <c:pt idx="2882">
                  <c:v>11167.5</c:v>
                </c:pt>
                <c:pt idx="2883">
                  <c:v>11167.5</c:v>
                </c:pt>
                <c:pt idx="2884">
                  <c:v>11167.5</c:v>
                </c:pt>
                <c:pt idx="2885">
                  <c:v>11114.4</c:v>
                </c:pt>
                <c:pt idx="2886">
                  <c:v>11108.5</c:v>
                </c:pt>
                <c:pt idx="2887">
                  <c:v>11120.3</c:v>
                </c:pt>
                <c:pt idx="2888">
                  <c:v>11114.4</c:v>
                </c:pt>
                <c:pt idx="2889">
                  <c:v>11114.4</c:v>
                </c:pt>
                <c:pt idx="2890">
                  <c:v>11114.4</c:v>
                </c:pt>
                <c:pt idx="2891">
                  <c:v>11114.4</c:v>
                </c:pt>
                <c:pt idx="2892">
                  <c:v>10999.65</c:v>
                </c:pt>
                <c:pt idx="2893">
                  <c:v>10979</c:v>
                </c:pt>
                <c:pt idx="2894">
                  <c:v>10603.6</c:v>
                </c:pt>
                <c:pt idx="2895">
                  <c:v>10597.7</c:v>
                </c:pt>
                <c:pt idx="2896">
                  <c:v>10591.8</c:v>
                </c:pt>
                <c:pt idx="2897">
                  <c:v>10591.8</c:v>
                </c:pt>
                <c:pt idx="2898">
                  <c:v>10591.8</c:v>
                </c:pt>
                <c:pt idx="2899">
                  <c:v>10491.5</c:v>
                </c:pt>
                <c:pt idx="2900">
                  <c:v>10403</c:v>
                </c:pt>
                <c:pt idx="2901">
                  <c:v>10462</c:v>
                </c:pt>
                <c:pt idx="2902">
                  <c:v>10491.5</c:v>
                </c:pt>
                <c:pt idx="2903">
                  <c:v>10538.7</c:v>
                </c:pt>
                <c:pt idx="2904">
                  <c:v>10538.7</c:v>
                </c:pt>
                <c:pt idx="2905">
                  <c:v>10538.7</c:v>
                </c:pt>
                <c:pt idx="2906">
                  <c:v>10580</c:v>
                </c:pt>
                <c:pt idx="2907">
                  <c:v>10609.5</c:v>
                </c:pt>
                <c:pt idx="2908">
                  <c:v>10498</c:v>
                </c:pt>
                <c:pt idx="2909">
                  <c:v>10509.8</c:v>
                </c:pt>
                <c:pt idx="2910">
                  <c:v>10557</c:v>
                </c:pt>
                <c:pt idx="2911">
                  <c:v>10557</c:v>
                </c:pt>
                <c:pt idx="2912">
                  <c:v>10557</c:v>
                </c:pt>
                <c:pt idx="2913">
                  <c:v>10586.5</c:v>
                </c:pt>
                <c:pt idx="2914">
                  <c:v>10616</c:v>
                </c:pt>
                <c:pt idx="2915">
                  <c:v>10575</c:v>
                </c:pt>
                <c:pt idx="2916">
                  <c:v>10580.6</c:v>
                </c:pt>
                <c:pt idx="2917">
                  <c:v>10604.2</c:v>
                </c:pt>
                <c:pt idx="2918">
                  <c:v>10604.2</c:v>
                </c:pt>
                <c:pt idx="2919">
                  <c:v>10604.2</c:v>
                </c:pt>
                <c:pt idx="2920">
                  <c:v>10627.8</c:v>
                </c:pt>
                <c:pt idx="2921">
                  <c:v>10633.7</c:v>
                </c:pt>
                <c:pt idx="2922">
                  <c:v>10633.7</c:v>
                </c:pt>
                <c:pt idx="2923">
                  <c:v>10704.5</c:v>
                </c:pt>
                <c:pt idx="2924">
                  <c:v>10704.5</c:v>
                </c:pt>
                <c:pt idx="2925">
                  <c:v>10704.5</c:v>
                </c:pt>
                <c:pt idx="2926">
                  <c:v>10704.5</c:v>
                </c:pt>
                <c:pt idx="2927">
                  <c:v>10638.6</c:v>
                </c:pt>
                <c:pt idx="2928">
                  <c:v>10586.5</c:v>
                </c:pt>
                <c:pt idx="2929">
                  <c:v>10616</c:v>
                </c:pt>
                <c:pt idx="2930">
                  <c:v>10679.6</c:v>
                </c:pt>
                <c:pt idx="2931">
                  <c:v>10679.6</c:v>
                </c:pt>
                <c:pt idx="2932">
                  <c:v>10679.6</c:v>
                </c:pt>
                <c:pt idx="2933">
                  <c:v>10679.6</c:v>
                </c:pt>
                <c:pt idx="2934">
                  <c:v>10620.6</c:v>
                </c:pt>
                <c:pt idx="2935">
                  <c:v>10620.6</c:v>
                </c:pt>
                <c:pt idx="2936">
                  <c:v>10598</c:v>
                </c:pt>
                <c:pt idx="2937">
                  <c:v>10439</c:v>
                </c:pt>
                <c:pt idx="2938">
                  <c:v>10439</c:v>
                </c:pt>
                <c:pt idx="2939">
                  <c:v>10439</c:v>
                </c:pt>
                <c:pt idx="2940">
                  <c:v>10439</c:v>
                </c:pt>
                <c:pt idx="2941">
                  <c:v>10382.5</c:v>
                </c:pt>
                <c:pt idx="2942">
                  <c:v>10394</c:v>
                </c:pt>
                <c:pt idx="2943">
                  <c:v>10394</c:v>
                </c:pt>
                <c:pt idx="2944">
                  <c:v>10355.200000000001</c:v>
                </c:pt>
                <c:pt idx="2945">
                  <c:v>10361.1</c:v>
                </c:pt>
                <c:pt idx="2946">
                  <c:v>10361.1</c:v>
                </c:pt>
                <c:pt idx="2947">
                  <c:v>10396.5</c:v>
                </c:pt>
                <c:pt idx="2948">
                  <c:v>10402.4</c:v>
                </c:pt>
                <c:pt idx="2949">
                  <c:v>10402.4</c:v>
                </c:pt>
                <c:pt idx="2950">
                  <c:v>10402.4</c:v>
                </c:pt>
                <c:pt idx="2951">
                  <c:v>10402.4</c:v>
                </c:pt>
                <c:pt idx="2952">
                  <c:v>10402.4</c:v>
                </c:pt>
                <c:pt idx="2953">
                  <c:v>10402.4</c:v>
                </c:pt>
                <c:pt idx="2954">
                  <c:v>10402.4</c:v>
                </c:pt>
                <c:pt idx="2955">
                  <c:v>10402.4</c:v>
                </c:pt>
                <c:pt idx="2956">
                  <c:v>10402.4</c:v>
                </c:pt>
                <c:pt idx="2957">
                  <c:v>10402.4</c:v>
                </c:pt>
                <c:pt idx="2958">
                  <c:v>10402.4</c:v>
                </c:pt>
                <c:pt idx="2959">
                  <c:v>10396.5</c:v>
                </c:pt>
                <c:pt idx="2960">
                  <c:v>10396.5</c:v>
                </c:pt>
                <c:pt idx="2961">
                  <c:v>10396.5</c:v>
                </c:pt>
                <c:pt idx="2962">
                  <c:v>10396.5</c:v>
                </c:pt>
                <c:pt idx="2963">
                  <c:v>10390.6</c:v>
                </c:pt>
                <c:pt idx="2964">
                  <c:v>10390.6</c:v>
                </c:pt>
                <c:pt idx="2965">
                  <c:v>10390.6</c:v>
                </c:pt>
                <c:pt idx="2966">
                  <c:v>10390.6</c:v>
                </c:pt>
                <c:pt idx="2967">
                  <c:v>10390.6</c:v>
                </c:pt>
                <c:pt idx="2968">
                  <c:v>10390.6</c:v>
                </c:pt>
                <c:pt idx="2969">
                  <c:v>10367</c:v>
                </c:pt>
                <c:pt idx="2970">
                  <c:v>10367</c:v>
                </c:pt>
                <c:pt idx="2971">
                  <c:v>10378.799999999999</c:v>
                </c:pt>
                <c:pt idx="2972">
                  <c:v>10396.5</c:v>
                </c:pt>
                <c:pt idx="2973">
                  <c:v>10384.700000000001</c:v>
                </c:pt>
                <c:pt idx="2974">
                  <c:v>10384.700000000001</c:v>
                </c:pt>
                <c:pt idx="2975">
                  <c:v>10384.700000000001</c:v>
                </c:pt>
                <c:pt idx="2976">
                  <c:v>10337.5</c:v>
                </c:pt>
                <c:pt idx="2977">
                  <c:v>10455.5</c:v>
                </c:pt>
                <c:pt idx="2978">
                  <c:v>10455.5</c:v>
                </c:pt>
                <c:pt idx="2979">
                  <c:v>10467.299999999999</c:v>
                </c:pt>
                <c:pt idx="2980">
                  <c:v>10467.299999999999</c:v>
                </c:pt>
                <c:pt idx="2981">
                  <c:v>10467.299999999999</c:v>
                </c:pt>
                <c:pt idx="2982">
                  <c:v>10467.299999999999</c:v>
                </c:pt>
                <c:pt idx="2983">
                  <c:v>10514.5</c:v>
                </c:pt>
                <c:pt idx="2984">
                  <c:v>10514.5</c:v>
                </c:pt>
                <c:pt idx="2985">
                  <c:v>10485</c:v>
                </c:pt>
                <c:pt idx="2986">
                  <c:v>10444</c:v>
                </c:pt>
                <c:pt idx="2987">
                  <c:v>10444</c:v>
                </c:pt>
                <c:pt idx="2988">
                  <c:v>10444</c:v>
                </c:pt>
                <c:pt idx="2989">
                  <c:v>10444</c:v>
                </c:pt>
                <c:pt idx="2990">
                  <c:v>10444</c:v>
                </c:pt>
                <c:pt idx="2991">
                  <c:v>10473.5</c:v>
                </c:pt>
                <c:pt idx="2992">
                  <c:v>10373.5</c:v>
                </c:pt>
                <c:pt idx="2993">
                  <c:v>10373.5</c:v>
                </c:pt>
                <c:pt idx="2994">
                  <c:v>10403</c:v>
                </c:pt>
                <c:pt idx="2995">
                  <c:v>10403</c:v>
                </c:pt>
                <c:pt idx="2996">
                  <c:v>10403</c:v>
                </c:pt>
                <c:pt idx="2997">
                  <c:v>10491.5</c:v>
                </c:pt>
                <c:pt idx="2998">
                  <c:v>10491.5</c:v>
                </c:pt>
                <c:pt idx="2999">
                  <c:v>10509.5</c:v>
                </c:pt>
                <c:pt idx="3000">
                  <c:v>10309.5</c:v>
                </c:pt>
                <c:pt idx="3001">
                  <c:v>10321</c:v>
                </c:pt>
                <c:pt idx="3002">
                  <c:v>10321</c:v>
                </c:pt>
                <c:pt idx="3003">
                  <c:v>10321</c:v>
                </c:pt>
                <c:pt idx="3004">
                  <c:v>10362.299999999999</c:v>
                </c:pt>
                <c:pt idx="3005">
                  <c:v>10350.5</c:v>
                </c:pt>
                <c:pt idx="3006">
                  <c:v>10350.5</c:v>
                </c:pt>
                <c:pt idx="3007">
                  <c:v>10380</c:v>
                </c:pt>
                <c:pt idx="3008">
                  <c:v>10380</c:v>
                </c:pt>
                <c:pt idx="3009">
                  <c:v>10380</c:v>
                </c:pt>
                <c:pt idx="3010">
                  <c:v>10380</c:v>
                </c:pt>
                <c:pt idx="3011">
                  <c:v>10321</c:v>
                </c:pt>
                <c:pt idx="3012">
                  <c:v>10321</c:v>
                </c:pt>
                <c:pt idx="3013">
                  <c:v>10321</c:v>
                </c:pt>
                <c:pt idx="3014">
                  <c:v>10232.799999999999</c:v>
                </c:pt>
                <c:pt idx="3015">
                  <c:v>10232.799999999999</c:v>
                </c:pt>
                <c:pt idx="3016">
                  <c:v>10232.799999999999</c:v>
                </c:pt>
                <c:pt idx="3017">
                  <c:v>10232.799999999999</c:v>
                </c:pt>
                <c:pt idx="3018">
                  <c:v>10232.799999999999</c:v>
                </c:pt>
                <c:pt idx="3019">
                  <c:v>10226.9</c:v>
                </c:pt>
                <c:pt idx="3020">
                  <c:v>10226.9</c:v>
                </c:pt>
                <c:pt idx="3021">
                  <c:v>10132.799999999999</c:v>
                </c:pt>
                <c:pt idx="3022">
                  <c:v>10126.9</c:v>
                </c:pt>
                <c:pt idx="3023">
                  <c:v>10126.9</c:v>
                </c:pt>
                <c:pt idx="3024">
                  <c:v>10126.9</c:v>
                </c:pt>
                <c:pt idx="3025">
                  <c:v>10150.5</c:v>
                </c:pt>
                <c:pt idx="3026">
                  <c:v>10128.199999999999</c:v>
                </c:pt>
                <c:pt idx="3027">
                  <c:v>10128.199999999999</c:v>
                </c:pt>
                <c:pt idx="3028">
                  <c:v>10169.5</c:v>
                </c:pt>
                <c:pt idx="3029">
                  <c:v>10204.9</c:v>
                </c:pt>
                <c:pt idx="3030">
                  <c:v>10204.9</c:v>
                </c:pt>
                <c:pt idx="3031">
                  <c:v>10204.9</c:v>
                </c:pt>
                <c:pt idx="3032">
                  <c:v>9982.2999999999993</c:v>
                </c:pt>
                <c:pt idx="3033">
                  <c:v>9964.5999999999985</c:v>
                </c:pt>
                <c:pt idx="3034">
                  <c:v>9964.5999999999985</c:v>
                </c:pt>
                <c:pt idx="3035">
                  <c:v>9963.2999999999993</c:v>
                </c:pt>
                <c:pt idx="3036">
                  <c:v>9951.5</c:v>
                </c:pt>
                <c:pt idx="3037">
                  <c:v>9951.5</c:v>
                </c:pt>
                <c:pt idx="3038">
                  <c:v>9951.5</c:v>
                </c:pt>
                <c:pt idx="3039">
                  <c:v>9933.7999999999993</c:v>
                </c:pt>
                <c:pt idx="3040">
                  <c:v>9933.7999999999993</c:v>
                </c:pt>
                <c:pt idx="3041">
                  <c:v>9939.6999999999989</c:v>
                </c:pt>
                <c:pt idx="3042">
                  <c:v>9939.6999999999989</c:v>
                </c:pt>
                <c:pt idx="3043">
                  <c:v>9939.6999999999989</c:v>
                </c:pt>
                <c:pt idx="3044">
                  <c:v>9939.6999999999989</c:v>
                </c:pt>
                <c:pt idx="3045">
                  <c:v>9957.4</c:v>
                </c:pt>
                <c:pt idx="3046">
                  <c:v>9975.1</c:v>
                </c:pt>
                <c:pt idx="3047">
                  <c:v>9981</c:v>
                </c:pt>
                <c:pt idx="3048">
                  <c:v>10004.6</c:v>
                </c:pt>
                <c:pt idx="3049">
                  <c:v>10010.5</c:v>
                </c:pt>
                <c:pt idx="3050">
                  <c:v>10010.5</c:v>
                </c:pt>
                <c:pt idx="3051">
                  <c:v>10010.5</c:v>
                </c:pt>
                <c:pt idx="3052">
                  <c:v>10010.5</c:v>
                </c:pt>
                <c:pt idx="3053">
                  <c:v>10004.6</c:v>
                </c:pt>
                <c:pt idx="3054">
                  <c:v>10004.6</c:v>
                </c:pt>
                <c:pt idx="3055">
                  <c:v>10010.5</c:v>
                </c:pt>
                <c:pt idx="3056">
                  <c:v>10016.4</c:v>
                </c:pt>
                <c:pt idx="3057">
                  <c:v>10028.199999999999</c:v>
                </c:pt>
                <c:pt idx="3058">
                  <c:v>10028.199999999999</c:v>
                </c:pt>
                <c:pt idx="3059">
                  <c:v>10028.199999999999</c:v>
                </c:pt>
                <c:pt idx="3060">
                  <c:v>10032.799999999999</c:v>
                </c:pt>
                <c:pt idx="3061">
                  <c:v>10038.700000000001</c:v>
                </c:pt>
                <c:pt idx="3062">
                  <c:v>10038.700000000001</c:v>
                </c:pt>
                <c:pt idx="3063">
                  <c:v>10044.6</c:v>
                </c:pt>
                <c:pt idx="3064">
                  <c:v>10056.4</c:v>
                </c:pt>
                <c:pt idx="3065">
                  <c:v>10056.4</c:v>
                </c:pt>
                <c:pt idx="3066">
                  <c:v>10056.4</c:v>
                </c:pt>
                <c:pt idx="3067">
                  <c:v>10062.299999999999</c:v>
                </c:pt>
                <c:pt idx="3068">
                  <c:v>10062.299999999999</c:v>
                </c:pt>
                <c:pt idx="3069">
                  <c:v>10062.299999999999</c:v>
                </c:pt>
                <c:pt idx="3070">
                  <c:v>10068.200000000001</c:v>
                </c:pt>
                <c:pt idx="3071">
                  <c:v>10074.1</c:v>
                </c:pt>
                <c:pt idx="3072">
                  <c:v>10074.1</c:v>
                </c:pt>
                <c:pt idx="3073">
                  <c:v>10074.1</c:v>
                </c:pt>
                <c:pt idx="3074">
                  <c:v>10074.1</c:v>
                </c:pt>
                <c:pt idx="3075">
                  <c:v>10080</c:v>
                </c:pt>
                <c:pt idx="3076">
                  <c:v>10131.9</c:v>
                </c:pt>
                <c:pt idx="3077">
                  <c:v>10137.799999999999</c:v>
                </c:pt>
                <c:pt idx="3078">
                  <c:v>10149.6</c:v>
                </c:pt>
                <c:pt idx="3079">
                  <c:v>10149.6</c:v>
                </c:pt>
                <c:pt idx="3080">
                  <c:v>10149.6</c:v>
                </c:pt>
                <c:pt idx="3081">
                  <c:v>10155.5</c:v>
                </c:pt>
                <c:pt idx="3082">
                  <c:v>10161.4</c:v>
                </c:pt>
                <c:pt idx="3083">
                  <c:v>10155.5</c:v>
                </c:pt>
                <c:pt idx="3084">
                  <c:v>10149.6</c:v>
                </c:pt>
                <c:pt idx="3085">
                  <c:v>10108.299999999999</c:v>
                </c:pt>
                <c:pt idx="3086">
                  <c:v>10108.299999999999</c:v>
                </c:pt>
                <c:pt idx="3087">
                  <c:v>10108.299999999999</c:v>
                </c:pt>
                <c:pt idx="3088">
                  <c:v>10150.5</c:v>
                </c:pt>
                <c:pt idx="3089">
                  <c:v>10150.5</c:v>
                </c:pt>
                <c:pt idx="3090">
                  <c:v>10156.4</c:v>
                </c:pt>
                <c:pt idx="3091">
                  <c:v>10156.4</c:v>
                </c:pt>
                <c:pt idx="3092">
                  <c:v>10162.299999999999</c:v>
                </c:pt>
                <c:pt idx="3093">
                  <c:v>10162.299999999999</c:v>
                </c:pt>
                <c:pt idx="3094">
                  <c:v>10162.299999999999</c:v>
                </c:pt>
                <c:pt idx="3095">
                  <c:v>10156.4</c:v>
                </c:pt>
                <c:pt idx="3096">
                  <c:v>10162.299999999999</c:v>
                </c:pt>
                <c:pt idx="3097">
                  <c:v>10156.4</c:v>
                </c:pt>
                <c:pt idx="3098">
                  <c:v>10232.799999999999</c:v>
                </c:pt>
                <c:pt idx="3099">
                  <c:v>10232.799999999999</c:v>
                </c:pt>
                <c:pt idx="3100">
                  <c:v>10232.799999999999</c:v>
                </c:pt>
                <c:pt idx="3101">
                  <c:v>10232.799999999999</c:v>
                </c:pt>
                <c:pt idx="3102">
                  <c:v>10232.799999999999</c:v>
                </c:pt>
                <c:pt idx="3103">
                  <c:v>10221</c:v>
                </c:pt>
                <c:pt idx="3104">
                  <c:v>10215.1</c:v>
                </c:pt>
                <c:pt idx="3105">
                  <c:v>10426.9</c:v>
                </c:pt>
                <c:pt idx="3106">
                  <c:v>10438.700000000001</c:v>
                </c:pt>
                <c:pt idx="3107">
                  <c:v>10438.700000000001</c:v>
                </c:pt>
                <c:pt idx="3108">
                  <c:v>10438.700000000001</c:v>
                </c:pt>
                <c:pt idx="3109">
                  <c:v>10444.6</c:v>
                </c:pt>
                <c:pt idx="3110">
                  <c:v>10444.6</c:v>
                </c:pt>
                <c:pt idx="3111">
                  <c:v>10456.4</c:v>
                </c:pt>
                <c:pt idx="3112">
                  <c:v>10479.4</c:v>
                </c:pt>
                <c:pt idx="3113">
                  <c:v>10479.700000000001</c:v>
                </c:pt>
                <c:pt idx="3114">
                  <c:v>10479.700000000001</c:v>
                </c:pt>
                <c:pt idx="3115">
                  <c:v>10479.700000000001</c:v>
                </c:pt>
                <c:pt idx="3116">
                  <c:v>10479.700000000001</c:v>
                </c:pt>
                <c:pt idx="3117">
                  <c:v>10491.5</c:v>
                </c:pt>
                <c:pt idx="3118">
                  <c:v>10491.5</c:v>
                </c:pt>
                <c:pt idx="3119">
                  <c:v>10509.2</c:v>
                </c:pt>
                <c:pt idx="3120">
                  <c:v>10497.4</c:v>
                </c:pt>
                <c:pt idx="3121">
                  <c:v>10497.4</c:v>
                </c:pt>
                <c:pt idx="3122">
                  <c:v>10497.4</c:v>
                </c:pt>
                <c:pt idx="3123">
                  <c:v>10721</c:v>
                </c:pt>
                <c:pt idx="3124">
                  <c:v>10721</c:v>
                </c:pt>
                <c:pt idx="3125">
                  <c:v>10715.1</c:v>
                </c:pt>
                <c:pt idx="3126">
                  <c:v>11121</c:v>
                </c:pt>
                <c:pt idx="3127">
                  <c:v>11121</c:v>
                </c:pt>
                <c:pt idx="3128">
                  <c:v>11121</c:v>
                </c:pt>
                <c:pt idx="3129">
                  <c:v>11121</c:v>
                </c:pt>
                <c:pt idx="3130">
                  <c:v>11091.5</c:v>
                </c:pt>
                <c:pt idx="3131">
                  <c:v>11079.7</c:v>
                </c:pt>
                <c:pt idx="3132">
                  <c:v>11103.3</c:v>
                </c:pt>
                <c:pt idx="3133">
                  <c:v>11085.6</c:v>
                </c:pt>
                <c:pt idx="3134">
                  <c:v>11103.3</c:v>
                </c:pt>
                <c:pt idx="3135">
                  <c:v>11103.3</c:v>
                </c:pt>
                <c:pt idx="3136">
                  <c:v>11103.3</c:v>
                </c:pt>
                <c:pt idx="3137">
                  <c:v>11103.3</c:v>
                </c:pt>
                <c:pt idx="3138">
                  <c:v>11091.5</c:v>
                </c:pt>
                <c:pt idx="3139">
                  <c:v>11081.9</c:v>
                </c:pt>
                <c:pt idx="3140">
                  <c:v>11114.8</c:v>
                </c:pt>
                <c:pt idx="3141">
                  <c:v>11120.7</c:v>
                </c:pt>
                <c:pt idx="3142">
                  <c:v>11120.7</c:v>
                </c:pt>
                <c:pt idx="3143">
                  <c:v>11120.7</c:v>
                </c:pt>
                <c:pt idx="3144">
                  <c:v>11220.7</c:v>
                </c:pt>
                <c:pt idx="3145">
                  <c:v>11238.1</c:v>
                </c:pt>
                <c:pt idx="3146">
                  <c:v>11202.7</c:v>
                </c:pt>
                <c:pt idx="3147">
                  <c:v>11214.5</c:v>
                </c:pt>
                <c:pt idx="3148">
                  <c:v>11208.6</c:v>
                </c:pt>
                <c:pt idx="3149">
                  <c:v>11208.6</c:v>
                </c:pt>
                <c:pt idx="3150">
                  <c:v>11208.6</c:v>
                </c:pt>
                <c:pt idx="3151">
                  <c:v>11208.6</c:v>
                </c:pt>
                <c:pt idx="3152">
                  <c:v>11214.5</c:v>
                </c:pt>
                <c:pt idx="3153">
                  <c:v>11181.6</c:v>
                </c:pt>
                <c:pt idx="3154">
                  <c:v>11181.6</c:v>
                </c:pt>
                <c:pt idx="3155">
                  <c:v>11181.6</c:v>
                </c:pt>
                <c:pt idx="3156">
                  <c:v>11181.6</c:v>
                </c:pt>
                <c:pt idx="3157">
                  <c:v>11181.6</c:v>
                </c:pt>
                <c:pt idx="3158">
                  <c:v>11187.5</c:v>
                </c:pt>
                <c:pt idx="3159">
                  <c:v>11299.3</c:v>
                </c:pt>
                <c:pt idx="3160">
                  <c:v>11299.3</c:v>
                </c:pt>
                <c:pt idx="3161">
                  <c:v>11299.3</c:v>
                </c:pt>
                <c:pt idx="3162">
                  <c:v>11305.2</c:v>
                </c:pt>
                <c:pt idx="3163">
                  <c:v>11305.2</c:v>
                </c:pt>
                <c:pt idx="3164">
                  <c:v>11305.2</c:v>
                </c:pt>
                <c:pt idx="3165">
                  <c:v>11251.2</c:v>
                </c:pt>
                <c:pt idx="3166">
                  <c:v>11233.5</c:v>
                </c:pt>
                <c:pt idx="3167">
                  <c:v>11233.5</c:v>
                </c:pt>
                <c:pt idx="3168">
                  <c:v>11221.7</c:v>
                </c:pt>
                <c:pt idx="3169">
                  <c:v>11233.2</c:v>
                </c:pt>
                <c:pt idx="3170">
                  <c:v>11233.2</c:v>
                </c:pt>
                <c:pt idx="3171">
                  <c:v>11233.2</c:v>
                </c:pt>
                <c:pt idx="3172">
                  <c:v>11233.2</c:v>
                </c:pt>
                <c:pt idx="3173">
                  <c:v>11227.3</c:v>
                </c:pt>
                <c:pt idx="3174">
                  <c:v>11267.8</c:v>
                </c:pt>
                <c:pt idx="3175">
                  <c:v>11261.9</c:v>
                </c:pt>
                <c:pt idx="3176">
                  <c:v>11267.8</c:v>
                </c:pt>
                <c:pt idx="3177">
                  <c:v>11267.8</c:v>
                </c:pt>
                <c:pt idx="3178">
                  <c:v>11267.8</c:v>
                </c:pt>
                <c:pt idx="3179">
                  <c:v>11267.8</c:v>
                </c:pt>
                <c:pt idx="3180">
                  <c:v>11238.3</c:v>
                </c:pt>
                <c:pt idx="3181">
                  <c:v>11226.5</c:v>
                </c:pt>
                <c:pt idx="3182">
                  <c:v>11238.3</c:v>
                </c:pt>
                <c:pt idx="3183">
                  <c:v>11238.3</c:v>
                </c:pt>
                <c:pt idx="3184">
                  <c:v>11238.3</c:v>
                </c:pt>
                <c:pt idx="3185">
                  <c:v>11238.3</c:v>
                </c:pt>
                <c:pt idx="3186">
                  <c:v>11256</c:v>
                </c:pt>
                <c:pt idx="3187">
                  <c:v>11256</c:v>
                </c:pt>
                <c:pt idx="3188">
                  <c:v>11242.5</c:v>
                </c:pt>
                <c:pt idx="3189">
                  <c:v>11248.4</c:v>
                </c:pt>
                <c:pt idx="3190">
                  <c:v>11227.3</c:v>
                </c:pt>
                <c:pt idx="3191">
                  <c:v>11227.3</c:v>
                </c:pt>
                <c:pt idx="3192">
                  <c:v>11227.3</c:v>
                </c:pt>
                <c:pt idx="3193">
                  <c:v>11227.3</c:v>
                </c:pt>
                <c:pt idx="3194">
                  <c:v>11221.4</c:v>
                </c:pt>
                <c:pt idx="3195">
                  <c:v>11221.4</c:v>
                </c:pt>
                <c:pt idx="3196">
                  <c:v>11221.4</c:v>
                </c:pt>
                <c:pt idx="3197">
                  <c:v>11221.4</c:v>
                </c:pt>
                <c:pt idx="3198">
                  <c:v>11221.4</c:v>
                </c:pt>
                <c:pt idx="3199">
                  <c:v>11221.4</c:v>
                </c:pt>
                <c:pt idx="3200">
                  <c:v>11227.3</c:v>
                </c:pt>
                <c:pt idx="3201">
                  <c:v>11233.2</c:v>
                </c:pt>
                <c:pt idx="3202">
                  <c:v>11245</c:v>
                </c:pt>
                <c:pt idx="3203">
                  <c:v>11256.8</c:v>
                </c:pt>
                <c:pt idx="3204">
                  <c:v>11256.8</c:v>
                </c:pt>
                <c:pt idx="3205">
                  <c:v>11256.8</c:v>
                </c:pt>
                <c:pt idx="3206">
                  <c:v>11256.8</c:v>
                </c:pt>
                <c:pt idx="3207">
                  <c:v>11256.8</c:v>
                </c:pt>
                <c:pt idx="3208">
                  <c:v>11245.3</c:v>
                </c:pt>
                <c:pt idx="3209">
                  <c:v>11239.4</c:v>
                </c:pt>
                <c:pt idx="3210">
                  <c:v>11233.5</c:v>
                </c:pt>
                <c:pt idx="3211">
                  <c:v>11233.5</c:v>
                </c:pt>
                <c:pt idx="3212">
                  <c:v>11233.5</c:v>
                </c:pt>
                <c:pt idx="3213">
                  <c:v>11233.5</c:v>
                </c:pt>
                <c:pt idx="3214">
                  <c:v>11233.5</c:v>
                </c:pt>
                <c:pt idx="3215">
                  <c:v>11245.3</c:v>
                </c:pt>
                <c:pt idx="3216">
                  <c:v>11257.1</c:v>
                </c:pt>
                <c:pt idx="3217">
                  <c:v>11239.7</c:v>
                </c:pt>
                <c:pt idx="3218">
                  <c:v>11239.7</c:v>
                </c:pt>
                <c:pt idx="3219">
                  <c:v>11239.7</c:v>
                </c:pt>
                <c:pt idx="3220">
                  <c:v>11239.7</c:v>
                </c:pt>
                <c:pt idx="3221">
                  <c:v>11233.8</c:v>
                </c:pt>
                <c:pt idx="3222">
                  <c:v>11233.8</c:v>
                </c:pt>
                <c:pt idx="3223">
                  <c:v>11245.6</c:v>
                </c:pt>
                <c:pt idx="3224">
                  <c:v>11234.1</c:v>
                </c:pt>
                <c:pt idx="3225">
                  <c:v>11203.7</c:v>
                </c:pt>
                <c:pt idx="3226">
                  <c:v>11203.7</c:v>
                </c:pt>
                <c:pt idx="3227">
                  <c:v>11203.7</c:v>
                </c:pt>
                <c:pt idx="3228">
                  <c:v>11227.3</c:v>
                </c:pt>
                <c:pt idx="3229">
                  <c:v>11233.5</c:v>
                </c:pt>
                <c:pt idx="3230">
                  <c:v>11227.6</c:v>
                </c:pt>
                <c:pt idx="3231">
                  <c:v>11239.4</c:v>
                </c:pt>
                <c:pt idx="3232">
                  <c:v>11251.2</c:v>
                </c:pt>
                <c:pt idx="3233">
                  <c:v>11251.2</c:v>
                </c:pt>
                <c:pt idx="3234">
                  <c:v>11251.2</c:v>
                </c:pt>
                <c:pt idx="3235">
                  <c:v>11263</c:v>
                </c:pt>
                <c:pt idx="3236">
                  <c:v>11251.2</c:v>
                </c:pt>
                <c:pt idx="3237">
                  <c:v>11233.5</c:v>
                </c:pt>
                <c:pt idx="3238">
                  <c:v>11221.7</c:v>
                </c:pt>
                <c:pt idx="3239">
                  <c:v>11221.7</c:v>
                </c:pt>
                <c:pt idx="3240">
                  <c:v>11221.7</c:v>
                </c:pt>
                <c:pt idx="3241">
                  <c:v>11221.7</c:v>
                </c:pt>
                <c:pt idx="3242">
                  <c:v>11192.2</c:v>
                </c:pt>
                <c:pt idx="3243">
                  <c:v>11192.2</c:v>
                </c:pt>
                <c:pt idx="3244">
                  <c:v>11219.2</c:v>
                </c:pt>
                <c:pt idx="3245">
                  <c:v>11172</c:v>
                </c:pt>
                <c:pt idx="3246">
                  <c:v>11148.7</c:v>
                </c:pt>
                <c:pt idx="3247">
                  <c:v>11148.7</c:v>
                </c:pt>
                <c:pt idx="3248">
                  <c:v>11148.7</c:v>
                </c:pt>
                <c:pt idx="3249">
                  <c:v>11160.5</c:v>
                </c:pt>
                <c:pt idx="3250">
                  <c:v>11172.3</c:v>
                </c:pt>
                <c:pt idx="3251">
                  <c:v>11160.5</c:v>
                </c:pt>
                <c:pt idx="3252">
                  <c:v>11166.7</c:v>
                </c:pt>
                <c:pt idx="3253">
                  <c:v>11160.8</c:v>
                </c:pt>
                <c:pt idx="3254">
                  <c:v>11160.8</c:v>
                </c:pt>
                <c:pt idx="3255">
                  <c:v>11160.8</c:v>
                </c:pt>
                <c:pt idx="3256">
                  <c:v>11149</c:v>
                </c:pt>
                <c:pt idx="3257">
                  <c:v>11137.2</c:v>
                </c:pt>
                <c:pt idx="3258">
                  <c:v>10969.5</c:v>
                </c:pt>
                <c:pt idx="3259">
                  <c:v>10963.6</c:v>
                </c:pt>
                <c:pt idx="3260">
                  <c:v>10987.2</c:v>
                </c:pt>
                <c:pt idx="3261">
                  <c:v>10987.2</c:v>
                </c:pt>
                <c:pt idx="3262">
                  <c:v>10987.2</c:v>
                </c:pt>
                <c:pt idx="3263">
                  <c:v>10993.1</c:v>
                </c:pt>
                <c:pt idx="3264">
                  <c:v>11069.8</c:v>
                </c:pt>
                <c:pt idx="3265">
                  <c:v>11037.5</c:v>
                </c:pt>
                <c:pt idx="3266">
                  <c:v>11049.3</c:v>
                </c:pt>
                <c:pt idx="3267">
                  <c:v>11049.3</c:v>
                </c:pt>
                <c:pt idx="3268">
                  <c:v>11049.3</c:v>
                </c:pt>
                <c:pt idx="3269">
                  <c:v>11049.3</c:v>
                </c:pt>
                <c:pt idx="3270">
                  <c:v>11067</c:v>
                </c:pt>
                <c:pt idx="3271">
                  <c:v>11096.8</c:v>
                </c:pt>
                <c:pt idx="3272">
                  <c:v>11132.2</c:v>
                </c:pt>
                <c:pt idx="3273">
                  <c:v>11279.7</c:v>
                </c:pt>
                <c:pt idx="3274">
                  <c:v>11348</c:v>
                </c:pt>
                <c:pt idx="3275">
                  <c:v>11348</c:v>
                </c:pt>
                <c:pt idx="3276">
                  <c:v>11348</c:v>
                </c:pt>
                <c:pt idx="3277">
                  <c:v>11342.1</c:v>
                </c:pt>
                <c:pt idx="3278">
                  <c:v>11365.7</c:v>
                </c:pt>
                <c:pt idx="3279">
                  <c:v>11407</c:v>
                </c:pt>
                <c:pt idx="3280">
                  <c:v>11348</c:v>
                </c:pt>
                <c:pt idx="3281">
                  <c:v>11353.9</c:v>
                </c:pt>
                <c:pt idx="3282">
                  <c:v>11353.9</c:v>
                </c:pt>
                <c:pt idx="3283">
                  <c:v>11353.9</c:v>
                </c:pt>
                <c:pt idx="3284">
                  <c:v>11265.7</c:v>
                </c:pt>
                <c:pt idx="3285">
                  <c:v>11175</c:v>
                </c:pt>
                <c:pt idx="3286">
                  <c:v>11204.5</c:v>
                </c:pt>
                <c:pt idx="3287">
                  <c:v>11204.5</c:v>
                </c:pt>
                <c:pt idx="3288">
                  <c:v>11216.3</c:v>
                </c:pt>
                <c:pt idx="3289">
                  <c:v>11216.3</c:v>
                </c:pt>
                <c:pt idx="3290">
                  <c:v>11216.3</c:v>
                </c:pt>
                <c:pt idx="3291">
                  <c:v>11234</c:v>
                </c:pt>
                <c:pt idx="3292">
                  <c:v>11239.9</c:v>
                </c:pt>
                <c:pt idx="3293">
                  <c:v>11039.9</c:v>
                </c:pt>
                <c:pt idx="3294">
                  <c:v>11039.9</c:v>
                </c:pt>
                <c:pt idx="3295">
                  <c:v>11051.7</c:v>
                </c:pt>
                <c:pt idx="3296">
                  <c:v>11051.7</c:v>
                </c:pt>
                <c:pt idx="3297">
                  <c:v>11051.7</c:v>
                </c:pt>
                <c:pt idx="3298">
                  <c:v>11057.6</c:v>
                </c:pt>
                <c:pt idx="3299">
                  <c:v>11069.4</c:v>
                </c:pt>
                <c:pt idx="3300">
                  <c:v>11090.5</c:v>
                </c:pt>
                <c:pt idx="3301">
                  <c:v>11066.9</c:v>
                </c:pt>
                <c:pt idx="3302">
                  <c:v>11055.1</c:v>
                </c:pt>
                <c:pt idx="3303">
                  <c:v>11055.1</c:v>
                </c:pt>
                <c:pt idx="3304">
                  <c:v>11055.1</c:v>
                </c:pt>
                <c:pt idx="3305">
                  <c:v>10925.6</c:v>
                </c:pt>
                <c:pt idx="3306">
                  <c:v>10925.6</c:v>
                </c:pt>
                <c:pt idx="3307">
                  <c:v>10902</c:v>
                </c:pt>
                <c:pt idx="3308">
                  <c:v>10913.8</c:v>
                </c:pt>
                <c:pt idx="3309">
                  <c:v>10925.6</c:v>
                </c:pt>
                <c:pt idx="3310">
                  <c:v>10925.6</c:v>
                </c:pt>
                <c:pt idx="3311">
                  <c:v>10925.6</c:v>
                </c:pt>
                <c:pt idx="3312">
                  <c:v>10943.3</c:v>
                </c:pt>
                <c:pt idx="3313">
                  <c:v>10955.1</c:v>
                </c:pt>
                <c:pt idx="3314">
                  <c:v>10955.1</c:v>
                </c:pt>
                <c:pt idx="3315">
                  <c:v>10936.4</c:v>
                </c:pt>
                <c:pt idx="3316">
                  <c:v>10930.5</c:v>
                </c:pt>
                <c:pt idx="3317">
                  <c:v>10930.5</c:v>
                </c:pt>
                <c:pt idx="3318">
                  <c:v>10930.5</c:v>
                </c:pt>
                <c:pt idx="3319">
                  <c:v>10824.6</c:v>
                </c:pt>
                <c:pt idx="3320">
                  <c:v>10806.9</c:v>
                </c:pt>
                <c:pt idx="3321">
                  <c:v>10759.7</c:v>
                </c:pt>
                <c:pt idx="3322">
                  <c:v>10777.4</c:v>
                </c:pt>
                <c:pt idx="3323">
                  <c:v>10761</c:v>
                </c:pt>
                <c:pt idx="3324">
                  <c:v>10761</c:v>
                </c:pt>
                <c:pt idx="3325">
                  <c:v>10761</c:v>
                </c:pt>
                <c:pt idx="3326">
                  <c:v>10755.1</c:v>
                </c:pt>
                <c:pt idx="3327">
                  <c:v>10761</c:v>
                </c:pt>
                <c:pt idx="3328">
                  <c:v>10761</c:v>
                </c:pt>
                <c:pt idx="3329">
                  <c:v>10755.1</c:v>
                </c:pt>
                <c:pt idx="3330">
                  <c:v>10719.7</c:v>
                </c:pt>
                <c:pt idx="3331">
                  <c:v>10719.7</c:v>
                </c:pt>
                <c:pt idx="3332">
                  <c:v>10719.7</c:v>
                </c:pt>
                <c:pt idx="3333">
                  <c:v>10643</c:v>
                </c:pt>
                <c:pt idx="3334">
                  <c:v>10643</c:v>
                </c:pt>
                <c:pt idx="3335">
                  <c:v>10643</c:v>
                </c:pt>
                <c:pt idx="3336">
                  <c:v>10643</c:v>
                </c:pt>
                <c:pt idx="3337">
                  <c:v>10643</c:v>
                </c:pt>
                <c:pt idx="3338">
                  <c:v>10643</c:v>
                </c:pt>
                <c:pt idx="3339">
                  <c:v>10643</c:v>
                </c:pt>
                <c:pt idx="3340">
                  <c:v>10643</c:v>
                </c:pt>
                <c:pt idx="3341">
                  <c:v>10643</c:v>
                </c:pt>
                <c:pt idx="3342">
                  <c:v>10672.5</c:v>
                </c:pt>
                <c:pt idx="3343">
                  <c:v>10643</c:v>
                </c:pt>
                <c:pt idx="3344">
                  <c:v>10607.6</c:v>
                </c:pt>
                <c:pt idx="3345">
                  <c:v>10607.6</c:v>
                </c:pt>
                <c:pt idx="3346">
                  <c:v>10607.6</c:v>
                </c:pt>
                <c:pt idx="3347">
                  <c:v>10525</c:v>
                </c:pt>
                <c:pt idx="3348">
                  <c:v>10525</c:v>
                </c:pt>
                <c:pt idx="3349">
                  <c:v>10607.6</c:v>
                </c:pt>
                <c:pt idx="3350">
                  <c:v>10578.1</c:v>
                </c:pt>
                <c:pt idx="3351">
                  <c:v>10553.2</c:v>
                </c:pt>
                <c:pt idx="3352">
                  <c:v>10553.2</c:v>
                </c:pt>
                <c:pt idx="3353">
                  <c:v>10553.2</c:v>
                </c:pt>
                <c:pt idx="3354">
                  <c:v>10571.9</c:v>
                </c:pt>
                <c:pt idx="3355">
                  <c:v>10542.4</c:v>
                </c:pt>
                <c:pt idx="3356">
                  <c:v>10548.3</c:v>
                </c:pt>
                <c:pt idx="3357">
                  <c:v>10536.5</c:v>
                </c:pt>
                <c:pt idx="3358">
                  <c:v>10512.6</c:v>
                </c:pt>
                <c:pt idx="3359">
                  <c:v>10512.6</c:v>
                </c:pt>
                <c:pt idx="3360">
                  <c:v>10512.6</c:v>
                </c:pt>
                <c:pt idx="3361">
                  <c:v>10506.7</c:v>
                </c:pt>
                <c:pt idx="3362">
                  <c:v>10536.2</c:v>
                </c:pt>
                <c:pt idx="3363">
                  <c:v>10548</c:v>
                </c:pt>
                <c:pt idx="3364">
                  <c:v>10565.7</c:v>
                </c:pt>
                <c:pt idx="3365">
                  <c:v>10577.5</c:v>
                </c:pt>
                <c:pt idx="3366">
                  <c:v>10577.5</c:v>
                </c:pt>
                <c:pt idx="3367">
                  <c:v>10577.5</c:v>
                </c:pt>
                <c:pt idx="3368">
                  <c:v>10595.2</c:v>
                </c:pt>
                <c:pt idx="3369">
                  <c:v>10553.9</c:v>
                </c:pt>
                <c:pt idx="3370">
                  <c:v>10359.799999999999</c:v>
                </c:pt>
                <c:pt idx="3371">
                  <c:v>10371.6</c:v>
                </c:pt>
                <c:pt idx="3372">
                  <c:v>10365.700000000001</c:v>
                </c:pt>
                <c:pt idx="3373">
                  <c:v>10365.700000000001</c:v>
                </c:pt>
                <c:pt idx="3374">
                  <c:v>10365.700000000001</c:v>
                </c:pt>
                <c:pt idx="3375">
                  <c:v>10365.700000000001</c:v>
                </c:pt>
                <c:pt idx="3376">
                  <c:v>10353.9</c:v>
                </c:pt>
                <c:pt idx="3377">
                  <c:v>10359.799999999999</c:v>
                </c:pt>
                <c:pt idx="3378">
                  <c:v>10248</c:v>
                </c:pt>
                <c:pt idx="3379">
                  <c:v>10253.9</c:v>
                </c:pt>
                <c:pt idx="3380">
                  <c:v>10253.9</c:v>
                </c:pt>
                <c:pt idx="3381">
                  <c:v>10253.9</c:v>
                </c:pt>
                <c:pt idx="3382">
                  <c:v>10253.9</c:v>
                </c:pt>
                <c:pt idx="3383">
                  <c:v>10248</c:v>
                </c:pt>
                <c:pt idx="3384">
                  <c:v>10223.1</c:v>
                </c:pt>
                <c:pt idx="3385">
                  <c:v>10223.1</c:v>
                </c:pt>
                <c:pt idx="3386">
                  <c:v>10029</c:v>
                </c:pt>
                <c:pt idx="3387">
                  <c:v>10029</c:v>
                </c:pt>
                <c:pt idx="3388">
                  <c:v>10029</c:v>
                </c:pt>
                <c:pt idx="3389">
                  <c:v>10023.1</c:v>
                </c:pt>
                <c:pt idx="3390">
                  <c:v>10017.200000000001</c:v>
                </c:pt>
                <c:pt idx="3391">
                  <c:v>9999.5</c:v>
                </c:pt>
                <c:pt idx="3392">
                  <c:v>9958.2000000000007</c:v>
                </c:pt>
                <c:pt idx="3393">
                  <c:v>9952.2999999999993</c:v>
                </c:pt>
                <c:pt idx="3394">
                  <c:v>9952.2999999999993</c:v>
                </c:pt>
                <c:pt idx="3395">
                  <c:v>9952.2999999999993</c:v>
                </c:pt>
                <c:pt idx="3396">
                  <c:v>9922.7999999999993</c:v>
                </c:pt>
                <c:pt idx="3397">
                  <c:v>9916.9</c:v>
                </c:pt>
                <c:pt idx="3398">
                  <c:v>9946.4</c:v>
                </c:pt>
                <c:pt idx="3399">
                  <c:v>9958.2000000000007</c:v>
                </c:pt>
                <c:pt idx="3400">
                  <c:v>9952.2999999999993</c:v>
                </c:pt>
                <c:pt idx="3401">
                  <c:v>9952.2999999999993</c:v>
                </c:pt>
                <c:pt idx="3402">
                  <c:v>9952.2999999999993</c:v>
                </c:pt>
                <c:pt idx="3403">
                  <c:v>9984.6</c:v>
                </c:pt>
                <c:pt idx="3404">
                  <c:v>9978.7000000000007</c:v>
                </c:pt>
                <c:pt idx="3405">
                  <c:v>9990.5</c:v>
                </c:pt>
                <c:pt idx="3406">
                  <c:v>10002.299999999999</c:v>
                </c:pt>
                <c:pt idx="3407">
                  <c:v>10002.299999999999</c:v>
                </c:pt>
                <c:pt idx="3408">
                  <c:v>10002.299999999999</c:v>
                </c:pt>
                <c:pt idx="3409">
                  <c:v>10002.299999999999</c:v>
                </c:pt>
                <c:pt idx="3410">
                  <c:v>9990.5</c:v>
                </c:pt>
                <c:pt idx="3411">
                  <c:v>9846.4</c:v>
                </c:pt>
                <c:pt idx="3412">
                  <c:v>9976.7999999999993</c:v>
                </c:pt>
                <c:pt idx="3413">
                  <c:v>9975.7999999999993</c:v>
                </c:pt>
                <c:pt idx="3414">
                  <c:v>9999.4</c:v>
                </c:pt>
                <c:pt idx="3415">
                  <c:v>9999.4</c:v>
                </c:pt>
                <c:pt idx="3416">
                  <c:v>9999.4</c:v>
                </c:pt>
                <c:pt idx="3417">
                  <c:v>9993.5</c:v>
                </c:pt>
                <c:pt idx="3418">
                  <c:v>9982</c:v>
                </c:pt>
                <c:pt idx="3419">
                  <c:v>9976.1</c:v>
                </c:pt>
                <c:pt idx="3420">
                  <c:v>9987.9</c:v>
                </c:pt>
                <c:pt idx="3421">
                  <c:v>9982</c:v>
                </c:pt>
                <c:pt idx="3422">
                  <c:v>9982</c:v>
                </c:pt>
                <c:pt idx="3423">
                  <c:v>9982</c:v>
                </c:pt>
                <c:pt idx="3424">
                  <c:v>10036</c:v>
                </c:pt>
                <c:pt idx="3425">
                  <c:v>9941.9</c:v>
                </c:pt>
                <c:pt idx="3426">
                  <c:v>9959.6</c:v>
                </c:pt>
                <c:pt idx="3427">
                  <c:v>9941.9</c:v>
                </c:pt>
                <c:pt idx="3428">
                  <c:v>9930.1</c:v>
                </c:pt>
                <c:pt idx="3429">
                  <c:v>9930.1</c:v>
                </c:pt>
                <c:pt idx="3430">
                  <c:v>9930.1</c:v>
                </c:pt>
                <c:pt idx="3431">
                  <c:v>9941.9</c:v>
                </c:pt>
                <c:pt idx="3432">
                  <c:v>9936</c:v>
                </c:pt>
                <c:pt idx="3433">
                  <c:v>9937.2999999999993</c:v>
                </c:pt>
                <c:pt idx="3434">
                  <c:v>9937.2999999999993</c:v>
                </c:pt>
                <c:pt idx="3435">
                  <c:v>9929.1</c:v>
                </c:pt>
                <c:pt idx="3436">
                  <c:v>9929.1</c:v>
                </c:pt>
                <c:pt idx="3437">
                  <c:v>9929.1</c:v>
                </c:pt>
                <c:pt idx="3438">
                  <c:v>9917.3000000000011</c:v>
                </c:pt>
                <c:pt idx="3439">
                  <c:v>9923.2000000000007</c:v>
                </c:pt>
                <c:pt idx="3440">
                  <c:v>9929.1</c:v>
                </c:pt>
                <c:pt idx="3441">
                  <c:v>9942.2000000000007</c:v>
                </c:pt>
                <c:pt idx="3442">
                  <c:v>9948.1</c:v>
                </c:pt>
                <c:pt idx="3443">
                  <c:v>9948.1</c:v>
                </c:pt>
                <c:pt idx="3444">
                  <c:v>9948.1</c:v>
                </c:pt>
                <c:pt idx="3445">
                  <c:v>9948.1</c:v>
                </c:pt>
                <c:pt idx="3446">
                  <c:v>9948.1</c:v>
                </c:pt>
                <c:pt idx="3447">
                  <c:v>9942.2000000000007</c:v>
                </c:pt>
                <c:pt idx="3448">
                  <c:v>9948.1</c:v>
                </c:pt>
                <c:pt idx="3449">
                  <c:v>9971.7000000000007</c:v>
                </c:pt>
                <c:pt idx="3450">
                  <c:v>9971.7000000000007</c:v>
                </c:pt>
                <c:pt idx="3451">
                  <c:v>9971.7000000000007</c:v>
                </c:pt>
                <c:pt idx="3452">
                  <c:v>9965.7999999999993</c:v>
                </c:pt>
                <c:pt idx="3453">
                  <c:v>9769.2000000000007</c:v>
                </c:pt>
                <c:pt idx="3454">
                  <c:v>9763.2999999999993</c:v>
                </c:pt>
                <c:pt idx="3455">
                  <c:v>9763.2999999999993</c:v>
                </c:pt>
                <c:pt idx="3456">
                  <c:v>9769.2000000000007</c:v>
                </c:pt>
                <c:pt idx="3457">
                  <c:v>9769.2000000000007</c:v>
                </c:pt>
                <c:pt idx="3458">
                  <c:v>9769.2000000000007</c:v>
                </c:pt>
                <c:pt idx="3459">
                  <c:v>9769.2000000000007</c:v>
                </c:pt>
                <c:pt idx="3460">
                  <c:v>9769.2000000000007</c:v>
                </c:pt>
                <c:pt idx="3461">
                  <c:v>9769.2000000000007</c:v>
                </c:pt>
                <c:pt idx="3462">
                  <c:v>9762.3000000000011</c:v>
                </c:pt>
                <c:pt idx="3463">
                  <c:v>9762.3000000000011</c:v>
                </c:pt>
                <c:pt idx="3464">
                  <c:v>9762.3000000000011</c:v>
                </c:pt>
                <c:pt idx="3465">
                  <c:v>9762.3000000000011</c:v>
                </c:pt>
                <c:pt idx="3466">
                  <c:v>9774.1</c:v>
                </c:pt>
                <c:pt idx="3467">
                  <c:v>9780</c:v>
                </c:pt>
                <c:pt idx="3468">
                  <c:v>9774.1</c:v>
                </c:pt>
                <c:pt idx="3469">
                  <c:v>9780</c:v>
                </c:pt>
                <c:pt idx="3470">
                  <c:v>9786.9</c:v>
                </c:pt>
                <c:pt idx="3471">
                  <c:v>9786.9</c:v>
                </c:pt>
                <c:pt idx="3472">
                  <c:v>9786.9</c:v>
                </c:pt>
                <c:pt idx="3473">
                  <c:v>9586.9</c:v>
                </c:pt>
                <c:pt idx="3474">
                  <c:v>9592.7999999999993</c:v>
                </c:pt>
                <c:pt idx="3475">
                  <c:v>9681.2999999999993</c:v>
                </c:pt>
                <c:pt idx="3476">
                  <c:v>9669.5</c:v>
                </c:pt>
                <c:pt idx="3477">
                  <c:v>9640</c:v>
                </c:pt>
                <c:pt idx="3478">
                  <c:v>9640</c:v>
                </c:pt>
                <c:pt idx="3479">
                  <c:v>9640</c:v>
                </c:pt>
                <c:pt idx="3480">
                  <c:v>9622.2999999999993</c:v>
                </c:pt>
                <c:pt idx="3481">
                  <c:v>9817.2000000000007</c:v>
                </c:pt>
                <c:pt idx="3482">
                  <c:v>9834.9</c:v>
                </c:pt>
                <c:pt idx="3483">
                  <c:v>9852.6</c:v>
                </c:pt>
                <c:pt idx="3484">
                  <c:v>9858.5</c:v>
                </c:pt>
                <c:pt idx="3485">
                  <c:v>9858.5</c:v>
                </c:pt>
                <c:pt idx="3486">
                  <c:v>9858.5</c:v>
                </c:pt>
                <c:pt idx="3487">
                  <c:v>9846.7000000000007</c:v>
                </c:pt>
                <c:pt idx="3488">
                  <c:v>9852.6</c:v>
                </c:pt>
                <c:pt idx="3489">
                  <c:v>9664.4</c:v>
                </c:pt>
                <c:pt idx="3490">
                  <c:v>9652.9</c:v>
                </c:pt>
                <c:pt idx="3491">
                  <c:v>9652.9</c:v>
                </c:pt>
                <c:pt idx="3492">
                  <c:v>9652.9</c:v>
                </c:pt>
                <c:pt idx="3493">
                  <c:v>9652.9</c:v>
                </c:pt>
                <c:pt idx="3494">
                  <c:v>9688.2999999999993</c:v>
                </c:pt>
                <c:pt idx="3495">
                  <c:v>9753.2000000000007</c:v>
                </c:pt>
                <c:pt idx="3496">
                  <c:v>9523.7000000000007</c:v>
                </c:pt>
                <c:pt idx="3497">
                  <c:v>9529.6</c:v>
                </c:pt>
                <c:pt idx="3498">
                  <c:v>9547.2999999999993</c:v>
                </c:pt>
                <c:pt idx="3499">
                  <c:v>9547.2999999999993</c:v>
                </c:pt>
                <c:pt idx="3500">
                  <c:v>9547.2999999999993</c:v>
                </c:pt>
                <c:pt idx="3501">
                  <c:v>9576.7999999999993</c:v>
                </c:pt>
                <c:pt idx="3502">
                  <c:v>9612.2000000000007</c:v>
                </c:pt>
                <c:pt idx="3503">
                  <c:v>9606.2999999999993</c:v>
                </c:pt>
                <c:pt idx="3504">
                  <c:v>9524</c:v>
                </c:pt>
                <c:pt idx="3505">
                  <c:v>9518.1</c:v>
                </c:pt>
                <c:pt idx="3506">
                  <c:v>9518.1</c:v>
                </c:pt>
                <c:pt idx="3507">
                  <c:v>9518.1</c:v>
                </c:pt>
                <c:pt idx="3508">
                  <c:v>9506.2999999999993</c:v>
                </c:pt>
                <c:pt idx="3509">
                  <c:v>9482.7000000000007</c:v>
                </c:pt>
                <c:pt idx="3510">
                  <c:v>9288.6</c:v>
                </c:pt>
                <c:pt idx="3511">
                  <c:v>9065.2999999999993</c:v>
                </c:pt>
                <c:pt idx="3512">
                  <c:v>9053.5</c:v>
                </c:pt>
                <c:pt idx="3513">
                  <c:v>9053.5</c:v>
                </c:pt>
                <c:pt idx="3514">
                  <c:v>9053.5</c:v>
                </c:pt>
                <c:pt idx="3515">
                  <c:v>9083</c:v>
                </c:pt>
                <c:pt idx="3516">
                  <c:v>9094.7999999999993</c:v>
                </c:pt>
                <c:pt idx="3517">
                  <c:v>9100.7000000000007</c:v>
                </c:pt>
                <c:pt idx="3518">
                  <c:v>9118.4</c:v>
                </c:pt>
                <c:pt idx="3519">
                  <c:v>9124.2999999999993</c:v>
                </c:pt>
                <c:pt idx="3520">
                  <c:v>9124.2999999999993</c:v>
                </c:pt>
                <c:pt idx="3521">
                  <c:v>9124.2999999999993</c:v>
                </c:pt>
                <c:pt idx="3522">
                  <c:v>9159.7000000000007</c:v>
                </c:pt>
                <c:pt idx="3523">
                  <c:v>9189.2000000000007</c:v>
                </c:pt>
                <c:pt idx="3524">
                  <c:v>9201</c:v>
                </c:pt>
                <c:pt idx="3525">
                  <c:v>9164.6</c:v>
                </c:pt>
                <c:pt idx="3526">
                  <c:v>9123.3000000000011</c:v>
                </c:pt>
                <c:pt idx="3527">
                  <c:v>9123.3000000000011</c:v>
                </c:pt>
                <c:pt idx="3528">
                  <c:v>9123.3000000000011</c:v>
                </c:pt>
                <c:pt idx="3529">
                  <c:v>9135.1</c:v>
                </c:pt>
                <c:pt idx="3530">
                  <c:v>9176.4</c:v>
                </c:pt>
                <c:pt idx="3531">
                  <c:v>9176.4</c:v>
                </c:pt>
                <c:pt idx="3532">
                  <c:v>9176.4</c:v>
                </c:pt>
                <c:pt idx="3533">
                  <c:v>9176.4</c:v>
                </c:pt>
                <c:pt idx="3534">
                  <c:v>9176.4</c:v>
                </c:pt>
                <c:pt idx="3535">
                  <c:v>9182.3000000000011</c:v>
                </c:pt>
                <c:pt idx="3536">
                  <c:v>9176.4</c:v>
                </c:pt>
                <c:pt idx="3537">
                  <c:v>9176.4</c:v>
                </c:pt>
                <c:pt idx="3538">
                  <c:v>9152.8000000000011</c:v>
                </c:pt>
                <c:pt idx="3539">
                  <c:v>9160</c:v>
                </c:pt>
                <c:pt idx="3540">
                  <c:v>9130.5</c:v>
                </c:pt>
                <c:pt idx="3541">
                  <c:v>9130.5</c:v>
                </c:pt>
                <c:pt idx="3542">
                  <c:v>9130.5</c:v>
                </c:pt>
                <c:pt idx="3543">
                  <c:v>9160</c:v>
                </c:pt>
                <c:pt idx="3544">
                  <c:v>9306.7999999999993</c:v>
                </c:pt>
                <c:pt idx="3545">
                  <c:v>9306.7999999999993</c:v>
                </c:pt>
                <c:pt idx="3546">
                  <c:v>9483.2000000000007</c:v>
                </c:pt>
                <c:pt idx="3547">
                  <c:v>9477.2999999999993</c:v>
                </c:pt>
                <c:pt idx="3548">
                  <c:v>9477.2999999999993</c:v>
                </c:pt>
                <c:pt idx="3549">
                  <c:v>9477.2999999999993</c:v>
                </c:pt>
                <c:pt idx="3550">
                  <c:v>9477.2999999999993</c:v>
                </c:pt>
                <c:pt idx="3551">
                  <c:v>9477.2999999999993</c:v>
                </c:pt>
                <c:pt idx="3552">
                  <c:v>9653.7000000000007</c:v>
                </c:pt>
                <c:pt idx="3553">
                  <c:v>9659.6</c:v>
                </c:pt>
                <c:pt idx="3554">
                  <c:v>9658.6</c:v>
                </c:pt>
                <c:pt idx="3555">
                  <c:v>9658.6</c:v>
                </c:pt>
                <c:pt idx="3556">
                  <c:v>9658.6</c:v>
                </c:pt>
                <c:pt idx="3557">
                  <c:v>9676.3000000000011</c:v>
                </c:pt>
                <c:pt idx="3558">
                  <c:v>9688.1</c:v>
                </c:pt>
                <c:pt idx="3559">
                  <c:v>9688.1</c:v>
                </c:pt>
                <c:pt idx="3560">
                  <c:v>9688.1</c:v>
                </c:pt>
                <c:pt idx="3561">
                  <c:v>9688.1</c:v>
                </c:pt>
                <c:pt idx="3562">
                  <c:v>9688.1</c:v>
                </c:pt>
                <c:pt idx="3563">
                  <c:v>9688.1</c:v>
                </c:pt>
                <c:pt idx="3564">
                  <c:v>9688.1</c:v>
                </c:pt>
                <c:pt idx="3565">
                  <c:v>9688.1</c:v>
                </c:pt>
                <c:pt idx="3566">
                  <c:v>9688.1</c:v>
                </c:pt>
                <c:pt idx="3567">
                  <c:v>9647.1</c:v>
                </c:pt>
                <c:pt idx="3568">
                  <c:v>9635.3000000000011</c:v>
                </c:pt>
                <c:pt idx="3569">
                  <c:v>9635.3000000000011</c:v>
                </c:pt>
                <c:pt idx="3570">
                  <c:v>9635.3000000000011</c:v>
                </c:pt>
                <c:pt idx="3571">
                  <c:v>9629.4</c:v>
                </c:pt>
                <c:pt idx="3572">
                  <c:v>9635.3000000000011</c:v>
                </c:pt>
                <c:pt idx="3573">
                  <c:v>9636.6</c:v>
                </c:pt>
                <c:pt idx="3574">
                  <c:v>10142.5</c:v>
                </c:pt>
                <c:pt idx="3575">
                  <c:v>10154.299999999999</c:v>
                </c:pt>
                <c:pt idx="3576">
                  <c:v>10154.299999999999</c:v>
                </c:pt>
                <c:pt idx="3577">
                  <c:v>10154.299999999999</c:v>
                </c:pt>
                <c:pt idx="3578">
                  <c:v>10166.1</c:v>
                </c:pt>
                <c:pt idx="3579">
                  <c:v>10172</c:v>
                </c:pt>
                <c:pt idx="3580">
                  <c:v>10177.9</c:v>
                </c:pt>
                <c:pt idx="3581">
                  <c:v>9972</c:v>
                </c:pt>
                <c:pt idx="3582">
                  <c:v>9983.7999999999993</c:v>
                </c:pt>
                <c:pt idx="3583">
                  <c:v>9983.7999999999993</c:v>
                </c:pt>
                <c:pt idx="3584">
                  <c:v>9983.7999999999993</c:v>
                </c:pt>
                <c:pt idx="3585">
                  <c:v>9989.7000000000007</c:v>
                </c:pt>
                <c:pt idx="3586">
                  <c:v>9992.2999999999993</c:v>
                </c:pt>
                <c:pt idx="3587">
                  <c:v>9986.4</c:v>
                </c:pt>
                <c:pt idx="3588">
                  <c:v>10004.099999999999</c:v>
                </c:pt>
                <c:pt idx="3589">
                  <c:v>9999.5</c:v>
                </c:pt>
                <c:pt idx="3590">
                  <c:v>9999.5</c:v>
                </c:pt>
                <c:pt idx="3591">
                  <c:v>9999.5</c:v>
                </c:pt>
                <c:pt idx="3592">
                  <c:v>9987.7000000000007</c:v>
                </c:pt>
                <c:pt idx="3593">
                  <c:v>10008.800000000001</c:v>
                </c:pt>
                <c:pt idx="3594">
                  <c:v>9991.1</c:v>
                </c:pt>
                <c:pt idx="3595">
                  <c:v>9985.2000000000007</c:v>
                </c:pt>
                <c:pt idx="3596">
                  <c:v>9979.3000000000011</c:v>
                </c:pt>
                <c:pt idx="3597">
                  <c:v>9979.3000000000011</c:v>
                </c:pt>
                <c:pt idx="3598">
                  <c:v>9979.3000000000011</c:v>
                </c:pt>
                <c:pt idx="3599">
                  <c:v>9955.7000000000007</c:v>
                </c:pt>
                <c:pt idx="3600">
                  <c:v>9961.6</c:v>
                </c:pt>
                <c:pt idx="3601">
                  <c:v>9955.7000000000007</c:v>
                </c:pt>
                <c:pt idx="3602">
                  <c:v>10342.6</c:v>
                </c:pt>
                <c:pt idx="3603">
                  <c:v>10315.700000000001</c:v>
                </c:pt>
                <c:pt idx="3604">
                  <c:v>10315.700000000001</c:v>
                </c:pt>
                <c:pt idx="3605">
                  <c:v>10315.700000000001</c:v>
                </c:pt>
                <c:pt idx="3606">
                  <c:v>10315.700000000001</c:v>
                </c:pt>
                <c:pt idx="3607">
                  <c:v>10321.6</c:v>
                </c:pt>
                <c:pt idx="3608">
                  <c:v>10327.5</c:v>
                </c:pt>
                <c:pt idx="3609">
                  <c:v>10027.5</c:v>
                </c:pt>
                <c:pt idx="3610">
                  <c:v>10108.5</c:v>
                </c:pt>
                <c:pt idx="3611">
                  <c:v>10108.5</c:v>
                </c:pt>
                <c:pt idx="3612">
                  <c:v>10108.5</c:v>
                </c:pt>
                <c:pt idx="3613">
                  <c:v>10114.4</c:v>
                </c:pt>
                <c:pt idx="3614">
                  <c:v>10155.700000000001</c:v>
                </c:pt>
                <c:pt idx="3615">
                  <c:v>10126.200000000001</c:v>
                </c:pt>
                <c:pt idx="3616">
                  <c:v>9789.8000000000011</c:v>
                </c:pt>
                <c:pt idx="3617">
                  <c:v>9795.7000000000007</c:v>
                </c:pt>
                <c:pt idx="3618">
                  <c:v>9795.7000000000007</c:v>
                </c:pt>
                <c:pt idx="3619">
                  <c:v>9795.7000000000007</c:v>
                </c:pt>
                <c:pt idx="3620">
                  <c:v>9848.8000000000011</c:v>
                </c:pt>
                <c:pt idx="3621">
                  <c:v>9854.7000000000007</c:v>
                </c:pt>
                <c:pt idx="3622">
                  <c:v>9854.7000000000007</c:v>
                </c:pt>
                <c:pt idx="3623">
                  <c:v>9854.7000000000007</c:v>
                </c:pt>
                <c:pt idx="3624">
                  <c:v>9884.2000000000007</c:v>
                </c:pt>
                <c:pt idx="3625">
                  <c:v>9884.2000000000007</c:v>
                </c:pt>
                <c:pt idx="3626">
                  <c:v>9884.2000000000007</c:v>
                </c:pt>
                <c:pt idx="3627">
                  <c:v>9878.3000000000011</c:v>
                </c:pt>
                <c:pt idx="3628">
                  <c:v>9890.1</c:v>
                </c:pt>
                <c:pt idx="3629">
                  <c:v>9896</c:v>
                </c:pt>
                <c:pt idx="3630">
                  <c:v>9896</c:v>
                </c:pt>
                <c:pt idx="3631">
                  <c:v>9685.5</c:v>
                </c:pt>
                <c:pt idx="3632">
                  <c:v>9685.5</c:v>
                </c:pt>
                <c:pt idx="3633">
                  <c:v>9685.5</c:v>
                </c:pt>
                <c:pt idx="3634">
                  <c:v>9685.5</c:v>
                </c:pt>
                <c:pt idx="3635">
                  <c:v>9685.5</c:v>
                </c:pt>
                <c:pt idx="3636">
                  <c:v>9685.5</c:v>
                </c:pt>
                <c:pt idx="3637">
                  <c:v>9685.5</c:v>
                </c:pt>
                <c:pt idx="3638">
                  <c:v>9703.2000000000007</c:v>
                </c:pt>
                <c:pt idx="3639">
                  <c:v>9703.2000000000007</c:v>
                </c:pt>
                <c:pt idx="3640">
                  <c:v>9703.2000000000007</c:v>
                </c:pt>
                <c:pt idx="3641">
                  <c:v>9720.9</c:v>
                </c:pt>
                <c:pt idx="3642">
                  <c:v>9715</c:v>
                </c:pt>
                <c:pt idx="3643">
                  <c:v>9715</c:v>
                </c:pt>
                <c:pt idx="3644">
                  <c:v>9702.2000000000007</c:v>
                </c:pt>
                <c:pt idx="3645">
                  <c:v>9696.3000000000011</c:v>
                </c:pt>
                <c:pt idx="3646">
                  <c:v>9696.3000000000011</c:v>
                </c:pt>
                <c:pt idx="3647">
                  <c:v>9696.3000000000011</c:v>
                </c:pt>
                <c:pt idx="3648">
                  <c:v>9696.3000000000011</c:v>
                </c:pt>
                <c:pt idx="3649">
                  <c:v>9696.3000000000011</c:v>
                </c:pt>
                <c:pt idx="3650">
                  <c:v>9496.3000000000011</c:v>
                </c:pt>
                <c:pt idx="3651">
                  <c:v>9496.3000000000011</c:v>
                </c:pt>
                <c:pt idx="3652">
                  <c:v>9512.0499999999993</c:v>
                </c:pt>
                <c:pt idx="3653">
                  <c:v>9512.0499999999993</c:v>
                </c:pt>
                <c:pt idx="3654">
                  <c:v>9512.0499999999993</c:v>
                </c:pt>
                <c:pt idx="3655">
                  <c:v>9512.0499999999993</c:v>
                </c:pt>
                <c:pt idx="3656">
                  <c:v>9515</c:v>
                </c:pt>
                <c:pt idx="3657">
                  <c:v>9515</c:v>
                </c:pt>
                <c:pt idx="3658">
                  <c:v>9515</c:v>
                </c:pt>
                <c:pt idx="3659">
                  <c:v>9515</c:v>
                </c:pt>
                <c:pt idx="3660">
                  <c:v>9515</c:v>
                </c:pt>
                <c:pt idx="3661">
                  <c:v>9485.5</c:v>
                </c:pt>
                <c:pt idx="3662">
                  <c:v>9509.1</c:v>
                </c:pt>
                <c:pt idx="3663">
                  <c:v>9509.1</c:v>
                </c:pt>
                <c:pt idx="3664">
                  <c:v>9215</c:v>
                </c:pt>
                <c:pt idx="3665">
                  <c:v>9220.9</c:v>
                </c:pt>
                <c:pt idx="3666">
                  <c:v>9220.9</c:v>
                </c:pt>
                <c:pt idx="3667">
                  <c:v>9220.9</c:v>
                </c:pt>
                <c:pt idx="3668">
                  <c:v>9220.9</c:v>
                </c:pt>
                <c:pt idx="3669">
                  <c:v>9220.9</c:v>
                </c:pt>
                <c:pt idx="3670">
                  <c:v>9191.4</c:v>
                </c:pt>
                <c:pt idx="3671">
                  <c:v>9191.4</c:v>
                </c:pt>
                <c:pt idx="3672">
                  <c:v>9220.9</c:v>
                </c:pt>
                <c:pt idx="3673">
                  <c:v>9209.1</c:v>
                </c:pt>
                <c:pt idx="3674">
                  <c:v>9209.1</c:v>
                </c:pt>
                <c:pt idx="3675">
                  <c:v>9209.1</c:v>
                </c:pt>
                <c:pt idx="3676">
                  <c:v>9209.1</c:v>
                </c:pt>
                <c:pt idx="3677">
                  <c:v>9209.1</c:v>
                </c:pt>
                <c:pt idx="3678">
                  <c:v>9197.2999999999993</c:v>
                </c:pt>
                <c:pt idx="3679">
                  <c:v>9203.2000000000007</c:v>
                </c:pt>
                <c:pt idx="3680">
                  <c:v>9203.2000000000007</c:v>
                </c:pt>
                <c:pt idx="3681">
                  <c:v>9203.2000000000007</c:v>
                </c:pt>
                <c:pt idx="3682">
                  <c:v>9203.2000000000007</c:v>
                </c:pt>
                <c:pt idx="3683">
                  <c:v>8903.2000000000007</c:v>
                </c:pt>
                <c:pt idx="3684">
                  <c:v>8903.2000000000007</c:v>
                </c:pt>
                <c:pt idx="3685">
                  <c:v>8903.2000000000007</c:v>
                </c:pt>
                <c:pt idx="3686">
                  <c:v>8903.2000000000007</c:v>
                </c:pt>
                <c:pt idx="3687">
                  <c:v>8903.2000000000007</c:v>
                </c:pt>
                <c:pt idx="3688">
                  <c:v>8903.2000000000007</c:v>
                </c:pt>
                <c:pt idx="3689">
                  <c:v>8903.2000000000007</c:v>
                </c:pt>
                <c:pt idx="3690">
                  <c:v>8903.2000000000007</c:v>
                </c:pt>
                <c:pt idx="3691">
                  <c:v>8903.2000000000007</c:v>
                </c:pt>
                <c:pt idx="3692">
                  <c:v>8903.2000000000007</c:v>
                </c:pt>
                <c:pt idx="3693">
                  <c:v>8903.2000000000007</c:v>
                </c:pt>
                <c:pt idx="3694">
                  <c:v>8903.2000000000007</c:v>
                </c:pt>
                <c:pt idx="3695">
                  <c:v>8903.2000000000007</c:v>
                </c:pt>
                <c:pt idx="3696">
                  <c:v>8903.2000000000007</c:v>
                </c:pt>
                <c:pt idx="3697">
                  <c:v>8891.4</c:v>
                </c:pt>
                <c:pt idx="3698">
                  <c:v>8885.5</c:v>
                </c:pt>
                <c:pt idx="3699">
                  <c:v>8885.5</c:v>
                </c:pt>
                <c:pt idx="3700">
                  <c:v>8906.6</c:v>
                </c:pt>
                <c:pt idx="3701">
                  <c:v>8891.85</c:v>
                </c:pt>
                <c:pt idx="3702">
                  <c:v>8891.85</c:v>
                </c:pt>
                <c:pt idx="3703">
                  <c:v>8891.85</c:v>
                </c:pt>
                <c:pt idx="3704">
                  <c:v>8859.4</c:v>
                </c:pt>
                <c:pt idx="3705">
                  <c:v>8883</c:v>
                </c:pt>
                <c:pt idx="3706">
                  <c:v>8883</c:v>
                </c:pt>
                <c:pt idx="3707">
                  <c:v>8894.7999999999993</c:v>
                </c:pt>
                <c:pt idx="3708">
                  <c:v>8912.5</c:v>
                </c:pt>
                <c:pt idx="3709">
                  <c:v>8912.5</c:v>
                </c:pt>
                <c:pt idx="3710">
                  <c:v>8912.5</c:v>
                </c:pt>
                <c:pt idx="3711">
                  <c:v>8906.6</c:v>
                </c:pt>
                <c:pt idx="3712">
                  <c:v>8906.6</c:v>
                </c:pt>
                <c:pt idx="3713">
                  <c:v>9206.6</c:v>
                </c:pt>
                <c:pt idx="3714">
                  <c:v>9194.7999999999993</c:v>
                </c:pt>
                <c:pt idx="3715">
                  <c:v>9206.6</c:v>
                </c:pt>
                <c:pt idx="3716">
                  <c:v>9206.6</c:v>
                </c:pt>
                <c:pt idx="3717">
                  <c:v>9206.6</c:v>
                </c:pt>
                <c:pt idx="3718">
                  <c:v>9171.2000000000007</c:v>
                </c:pt>
                <c:pt idx="3719">
                  <c:v>9078.4</c:v>
                </c:pt>
                <c:pt idx="3720">
                  <c:v>9087.25</c:v>
                </c:pt>
                <c:pt idx="3721">
                  <c:v>9066.6</c:v>
                </c:pt>
                <c:pt idx="3722">
                  <c:v>9072.5</c:v>
                </c:pt>
                <c:pt idx="3723">
                  <c:v>9072.5</c:v>
                </c:pt>
                <c:pt idx="3724">
                  <c:v>9072.5</c:v>
                </c:pt>
                <c:pt idx="3725">
                  <c:v>9066.6</c:v>
                </c:pt>
                <c:pt idx="3726">
                  <c:v>9072.5</c:v>
                </c:pt>
                <c:pt idx="3727">
                  <c:v>9075.4500000000007</c:v>
                </c:pt>
                <c:pt idx="3728">
                  <c:v>9063.65</c:v>
                </c:pt>
                <c:pt idx="3729">
                  <c:v>9036.1</c:v>
                </c:pt>
                <c:pt idx="3730">
                  <c:v>9036.1</c:v>
                </c:pt>
                <c:pt idx="3731">
                  <c:v>9036.1</c:v>
                </c:pt>
                <c:pt idx="3732">
                  <c:v>9012.5</c:v>
                </c:pt>
                <c:pt idx="3733">
                  <c:v>8904.5</c:v>
                </c:pt>
                <c:pt idx="3734">
                  <c:v>8910.4</c:v>
                </c:pt>
                <c:pt idx="3735">
                  <c:v>8934</c:v>
                </c:pt>
                <c:pt idx="3736">
                  <c:v>8934</c:v>
                </c:pt>
                <c:pt idx="3737">
                  <c:v>8934</c:v>
                </c:pt>
                <c:pt idx="3738">
                  <c:v>8934</c:v>
                </c:pt>
                <c:pt idx="3739">
                  <c:v>8945.8000000000011</c:v>
                </c:pt>
                <c:pt idx="3740">
                  <c:v>8945.8000000000011</c:v>
                </c:pt>
                <c:pt idx="3741">
                  <c:v>8957.6</c:v>
                </c:pt>
                <c:pt idx="3742">
                  <c:v>8957.6</c:v>
                </c:pt>
                <c:pt idx="3743">
                  <c:v>8969.4</c:v>
                </c:pt>
                <c:pt idx="3744">
                  <c:v>8969.4</c:v>
                </c:pt>
                <c:pt idx="3745">
                  <c:v>8969.4</c:v>
                </c:pt>
                <c:pt idx="3746">
                  <c:v>8969.4</c:v>
                </c:pt>
                <c:pt idx="3747">
                  <c:v>8975.3000000000011</c:v>
                </c:pt>
                <c:pt idx="3748">
                  <c:v>8981.2000000000007</c:v>
                </c:pt>
                <c:pt idx="3749">
                  <c:v>8975.3000000000011</c:v>
                </c:pt>
                <c:pt idx="3750">
                  <c:v>9076.6</c:v>
                </c:pt>
                <c:pt idx="3751">
                  <c:v>9076.6</c:v>
                </c:pt>
                <c:pt idx="3752">
                  <c:v>9076.6</c:v>
                </c:pt>
                <c:pt idx="3753">
                  <c:v>9073.65</c:v>
                </c:pt>
                <c:pt idx="3754">
                  <c:v>9073.65</c:v>
                </c:pt>
                <c:pt idx="3755">
                  <c:v>9058.9</c:v>
                </c:pt>
                <c:pt idx="3756">
                  <c:v>9046.4</c:v>
                </c:pt>
                <c:pt idx="3757">
                  <c:v>9034.6</c:v>
                </c:pt>
                <c:pt idx="3758">
                  <c:v>9034.6</c:v>
                </c:pt>
                <c:pt idx="3759">
                  <c:v>9034.6</c:v>
                </c:pt>
                <c:pt idx="3760">
                  <c:v>9040.5</c:v>
                </c:pt>
                <c:pt idx="3761">
                  <c:v>9031.65</c:v>
                </c:pt>
                <c:pt idx="3762">
                  <c:v>9040.5</c:v>
                </c:pt>
                <c:pt idx="3763">
                  <c:v>8831.65</c:v>
                </c:pt>
                <c:pt idx="3764">
                  <c:v>8822.8000000000011</c:v>
                </c:pt>
                <c:pt idx="3765">
                  <c:v>8822.8000000000011</c:v>
                </c:pt>
                <c:pt idx="3766">
                  <c:v>8822.8000000000011</c:v>
                </c:pt>
                <c:pt idx="3767">
                  <c:v>8822.8000000000011</c:v>
                </c:pt>
                <c:pt idx="3768">
                  <c:v>8816.9</c:v>
                </c:pt>
                <c:pt idx="3769">
                  <c:v>8816.9</c:v>
                </c:pt>
                <c:pt idx="3770">
                  <c:v>8816.9</c:v>
                </c:pt>
                <c:pt idx="3771">
                  <c:v>8816.9</c:v>
                </c:pt>
                <c:pt idx="3772">
                  <c:v>8816.9</c:v>
                </c:pt>
                <c:pt idx="3773">
                  <c:v>8816.9</c:v>
                </c:pt>
                <c:pt idx="3774">
                  <c:v>8816.9</c:v>
                </c:pt>
                <c:pt idx="3775">
                  <c:v>8816.9</c:v>
                </c:pt>
                <c:pt idx="3776">
                  <c:v>8824.1</c:v>
                </c:pt>
                <c:pt idx="3777">
                  <c:v>8724.1</c:v>
                </c:pt>
                <c:pt idx="3778">
                  <c:v>8730</c:v>
                </c:pt>
                <c:pt idx="3779">
                  <c:v>8730</c:v>
                </c:pt>
                <c:pt idx="3780">
                  <c:v>8730</c:v>
                </c:pt>
                <c:pt idx="3781">
                  <c:v>8747.7000000000007</c:v>
                </c:pt>
                <c:pt idx="3782">
                  <c:v>8774.7000000000007</c:v>
                </c:pt>
                <c:pt idx="3783">
                  <c:v>8757</c:v>
                </c:pt>
                <c:pt idx="3784">
                  <c:v>8762.9</c:v>
                </c:pt>
                <c:pt idx="3785">
                  <c:v>8768.7999999999993</c:v>
                </c:pt>
                <c:pt idx="3786">
                  <c:v>8768.7999999999993</c:v>
                </c:pt>
                <c:pt idx="3787">
                  <c:v>8768.7999999999993</c:v>
                </c:pt>
                <c:pt idx="3788">
                  <c:v>8757</c:v>
                </c:pt>
                <c:pt idx="3789">
                  <c:v>8757</c:v>
                </c:pt>
                <c:pt idx="3790">
                  <c:v>8757</c:v>
                </c:pt>
                <c:pt idx="3791">
                  <c:v>8768.7999999999993</c:v>
                </c:pt>
                <c:pt idx="3792">
                  <c:v>8768.7999999999993</c:v>
                </c:pt>
                <c:pt idx="3793">
                  <c:v>8768.7999999999993</c:v>
                </c:pt>
                <c:pt idx="3794">
                  <c:v>8768.7999999999993</c:v>
                </c:pt>
                <c:pt idx="3795">
                  <c:v>8780.6</c:v>
                </c:pt>
                <c:pt idx="3796">
                  <c:v>8783.5499999999993</c:v>
                </c:pt>
                <c:pt idx="3797">
                  <c:v>8777.65</c:v>
                </c:pt>
                <c:pt idx="3798">
                  <c:v>8786.85</c:v>
                </c:pt>
                <c:pt idx="3799">
                  <c:v>8786.85</c:v>
                </c:pt>
                <c:pt idx="3800">
                  <c:v>8786.85</c:v>
                </c:pt>
                <c:pt idx="3801">
                  <c:v>8786.85</c:v>
                </c:pt>
                <c:pt idx="3802">
                  <c:v>8780.9500000000007</c:v>
                </c:pt>
                <c:pt idx="3803">
                  <c:v>8775.0500000000011</c:v>
                </c:pt>
                <c:pt idx="3804">
                  <c:v>8775.0500000000011</c:v>
                </c:pt>
                <c:pt idx="3805">
                  <c:v>8472.1</c:v>
                </c:pt>
                <c:pt idx="3806">
                  <c:v>8472.1</c:v>
                </c:pt>
                <c:pt idx="3807">
                  <c:v>8472.1</c:v>
                </c:pt>
                <c:pt idx="3808">
                  <c:v>8472.1</c:v>
                </c:pt>
                <c:pt idx="3809">
                  <c:v>8367</c:v>
                </c:pt>
                <c:pt idx="3810">
                  <c:v>8367</c:v>
                </c:pt>
                <c:pt idx="3811">
                  <c:v>8367</c:v>
                </c:pt>
                <c:pt idx="3812">
                  <c:v>8367</c:v>
                </c:pt>
                <c:pt idx="3813">
                  <c:v>8367</c:v>
                </c:pt>
                <c:pt idx="3814">
                  <c:v>8367</c:v>
                </c:pt>
                <c:pt idx="3815">
                  <c:v>8367</c:v>
                </c:pt>
                <c:pt idx="3816">
                  <c:v>8372.9000000000015</c:v>
                </c:pt>
                <c:pt idx="3817">
                  <c:v>8375.85</c:v>
                </c:pt>
                <c:pt idx="3818">
                  <c:v>8381.75</c:v>
                </c:pt>
                <c:pt idx="3819">
                  <c:v>8378.8000000000011</c:v>
                </c:pt>
                <c:pt idx="3820">
                  <c:v>8372.9000000000015</c:v>
                </c:pt>
                <c:pt idx="3821">
                  <c:v>8372.9000000000015</c:v>
                </c:pt>
                <c:pt idx="3822">
                  <c:v>8372.9000000000015</c:v>
                </c:pt>
                <c:pt idx="3823">
                  <c:v>8367</c:v>
                </c:pt>
                <c:pt idx="3824">
                  <c:v>8367</c:v>
                </c:pt>
                <c:pt idx="3825">
                  <c:v>8367</c:v>
                </c:pt>
                <c:pt idx="3826">
                  <c:v>8369.9500000000007</c:v>
                </c:pt>
                <c:pt idx="3827">
                  <c:v>8372.9000000000015</c:v>
                </c:pt>
                <c:pt idx="3828">
                  <c:v>8372.9000000000015</c:v>
                </c:pt>
                <c:pt idx="3829">
                  <c:v>8372.9000000000015</c:v>
                </c:pt>
                <c:pt idx="3830">
                  <c:v>8456.85</c:v>
                </c:pt>
                <c:pt idx="3831">
                  <c:v>8448</c:v>
                </c:pt>
                <c:pt idx="3832">
                  <c:v>8188.0999999999995</c:v>
                </c:pt>
                <c:pt idx="3833">
                  <c:v>8185.1500000000005</c:v>
                </c:pt>
                <c:pt idx="3834">
                  <c:v>8182.2</c:v>
                </c:pt>
                <c:pt idx="3835">
                  <c:v>8182.2</c:v>
                </c:pt>
                <c:pt idx="3836">
                  <c:v>8182.2</c:v>
                </c:pt>
                <c:pt idx="3837">
                  <c:v>7958.5999999999995</c:v>
                </c:pt>
                <c:pt idx="3838">
                  <c:v>7962.1</c:v>
                </c:pt>
                <c:pt idx="3839">
                  <c:v>7968</c:v>
                </c:pt>
                <c:pt idx="3840">
                  <c:v>7959.15</c:v>
                </c:pt>
                <c:pt idx="3841">
                  <c:v>7973.9</c:v>
                </c:pt>
                <c:pt idx="3842">
                  <c:v>7973.9</c:v>
                </c:pt>
                <c:pt idx="3843">
                  <c:v>7973.9</c:v>
                </c:pt>
                <c:pt idx="3844">
                  <c:v>7873.9</c:v>
                </c:pt>
                <c:pt idx="3845">
                  <c:v>7873.9</c:v>
                </c:pt>
                <c:pt idx="3846">
                  <c:v>7862.1</c:v>
                </c:pt>
                <c:pt idx="3847">
                  <c:v>7865.0500000000011</c:v>
                </c:pt>
                <c:pt idx="3848">
                  <c:v>7870.9500000000007</c:v>
                </c:pt>
                <c:pt idx="3849">
                  <c:v>7870.9500000000007</c:v>
                </c:pt>
                <c:pt idx="3850">
                  <c:v>7877.85</c:v>
                </c:pt>
                <c:pt idx="3851">
                  <c:v>7883.75</c:v>
                </c:pt>
                <c:pt idx="3852">
                  <c:v>7886.7000000000007</c:v>
                </c:pt>
                <c:pt idx="3853">
                  <c:v>7886.7000000000007</c:v>
                </c:pt>
                <c:pt idx="3854">
                  <c:v>7889.65</c:v>
                </c:pt>
                <c:pt idx="3855">
                  <c:v>7889.65</c:v>
                </c:pt>
                <c:pt idx="3856">
                  <c:v>7889.65</c:v>
                </c:pt>
                <c:pt idx="3857">
                  <c:v>7889.65</c:v>
                </c:pt>
                <c:pt idx="3858">
                  <c:v>7898.5</c:v>
                </c:pt>
                <c:pt idx="3859">
                  <c:v>7904.4</c:v>
                </c:pt>
                <c:pt idx="3860">
                  <c:v>8098.5</c:v>
                </c:pt>
                <c:pt idx="3861">
                  <c:v>9004.4</c:v>
                </c:pt>
                <c:pt idx="3862">
                  <c:v>9004.4</c:v>
                </c:pt>
                <c:pt idx="3863">
                  <c:v>9004.4</c:v>
                </c:pt>
                <c:pt idx="3864">
                  <c:v>9004.4</c:v>
                </c:pt>
                <c:pt idx="3865">
                  <c:v>8992.6</c:v>
                </c:pt>
                <c:pt idx="3866">
                  <c:v>8986.7000000000007</c:v>
                </c:pt>
                <c:pt idx="3867">
                  <c:v>8986.7000000000007</c:v>
                </c:pt>
                <c:pt idx="3868">
                  <c:v>8986.7000000000007</c:v>
                </c:pt>
                <c:pt idx="3869">
                  <c:v>8992.6</c:v>
                </c:pt>
                <c:pt idx="3870">
                  <c:v>8992.6</c:v>
                </c:pt>
                <c:pt idx="3871">
                  <c:v>8992.6</c:v>
                </c:pt>
                <c:pt idx="3872">
                  <c:v>8992.6</c:v>
                </c:pt>
                <c:pt idx="3873">
                  <c:v>8989.65</c:v>
                </c:pt>
                <c:pt idx="3874">
                  <c:v>8986.7000000000007</c:v>
                </c:pt>
                <c:pt idx="3875">
                  <c:v>8992.6</c:v>
                </c:pt>
                <c:pt idx="3876">
                  <c:v>8986.7000000000007</c:v>
                </c:pt>
                <c:pt idx="3877">
                  <c:v>8986.7000000000007</c:v>
                </c:pt>
                <c:pt idx="3878">
                  <c:v>8986.7000000000007</c:v>
                </c:pt>
                <c:pt idx="3879">
                  <c:v>8989.65</c:v>
                </c:pt>
                <c:pt idx="3880">
                  <c:v>9180.7999999999993</c:v>
                </c:pt>
                <c:pt idx="3881">
                  <c:v>9180.7999999999993</c:v>
                </c:pt>
                <c:pt idx="3882">
                  <c:v>9180.7999999999993</c:v>
                </c:pt>
                <c:pt idx="3883">
                  <c:v>9180.7999999999993</c:v>
                </c:pt>
                <c:pt idx="3884">
                  <c:v>9180.7999999999993</c:v>
                </c:pt>
                <c:pt idx="3885">
                  <c:v>9180.7999999999993</c:v>
                </c:pt>
                <c:pt idx="3886">
                  <c:v>9189.65</c:v>
                </c:pt>
                <c:pt idx="3887">
                  <c:v>9261.0499999999993</c:v>
                </c:pt>
                <c:pt idx="3888">
                  <c:v>9258.1</c:v>
                </c:pt>
                <c:pt idx="3889">
                  <c:v>9964</c:v>
                </c:pt>
                <c:pt idx="3890">
                  <c:v>9961.0499999999993</c:v>
                </c:pt>
                <c:pt idx="3891">
                  <c:v>9961.0499999999993</c:v>
                </c:pt>
                <c:pt idx="3892">
                  <c:v>9961.0499999999993</c:v>
                </c:pt>
                <c:pt idx="3893">
                  <c:v>9964</c:v>
                </c:pt>
                <c:pt idx="3894">
                  <c:v>9966.9500000000007</c:v>
                </c:pt>
                <c:pt idx="3895">
                  <c:v>9966.9500000000007</c:v>
                </c:pt>
                <c:pt idx="3896">
                  <c:v>9987</c:v>
                </c:pt>
                <c:pt idx="3897">
                  <c:v>9987</c:v>
                </c:pt>
                <c:pt idx="3898">
                  <c:v>9987</c:v>
                </c:pt>
                <c:pt idx="3899">
                  <c:v>9987</c:v>
                </c:pt>
                <c:pt idx="3900">
                  <c:v>9984.0499999999993</c:v>
                </c:pt>
                <c:pt idx="3901">
                  <c:v>9975.2000000000007</c:v>
                </c:pt>
                <c:pt idx="3902">
                  <c:v>9966.35</c:v>
                </c:pt>
                <c:pt idx="3903">
                  <c:v>9957.5</c:v>
                </c:pt>
                <c:pt idx="3904">
                  <c:v>9928</c:v>
                </c:pt>
                <c:pt idx="3905">
                  <c:v>9928</c:v>
                </c:pt>
                <c:pt idx="3906">
                  <c:v>9928</c:v>
                </c:pt>
                <c:pt idx="3907">
                  <c:v>9954.5499999999993</c:v>
                </c:pt>
                <c:pt idx="3908">
                  <c:v>9954.5499999999993</c:v>
                </c:pt>
                <c:pt idx="3909">
                  <c:v>9945.7000000000007</c:v>
                </c:pt>
                <c:pt idx="3910">
                  <c:v>9945.7000000000007</c:v>
                </c:pt>
                <c:pt idx="3911">
                  <c:v>9945.7000000000007</c:v>
                </c:pt>
                <c:pt idx="3912">
                  <c:v>9945.7000000000007</c:v>
                </c:pt>
                <c:pt idx="3913">
                  <c:v>9910.9</c:v>
                </c:pt>
                <c:pt idx="3914">
                  <c:v>9910.9</c:v>
                </c:pt>
                <c:pt idx="3915">
                  <c:v>9905</c:v>
                </c:pt>
                <c:pt idx="3916">
                  <c:v>10099.1</c:v>
                </c:pt>
                <c:pt idx="3917">
                  <c:v>10110.9</c:v>
                </c:pt>
                <c:pt idx="3918">
                  <c:v>10125.65</c:v>
                </c:pt>
                <c:pt idx="3919">
                  <c:v>10125.65</c:v>
                </c:pt>
                <c:pt idx="3920">
                  <c:v>10125.65</c:v>
                </c:pt>
                <c:pt idx="3921">
                  <c:v>10119.75</c:v>
                </c:pt>
                <c:pt idx="3922">
                  <c:v>10125.65</c:v>
                </c:pt>
                <c:pt idx="3923">
                  <c:v>10122.700000000001</c:v>
                </c:pt>
                <c:pt idx="3924">
                  <c:v>10081.4</c:v>
                </c:pt>
                <c:pt idx="3925">
                  <c:v>10075.5</c:v>
                </c:pt>
                <c:pt idx="3926">
                  <c:v>10075.5</c:v>
                </c:pt>
                <c:pt idx="3927">
                  <c:v>10075.5</c:v>
                </c:pt>
                <c:pt idx="3928">
                  <c:v>10075.5</c:v>
                </c:pt>
                <c:pt idx="3929">
                  <c:v>10075.5</c:v>
                </c:pt>
                <c:pt idx="3930">
                  <c:v>10075.5</c:v>
                </c:pt>
                <c:pt idx="3931">
                  <c:v>10075.5</c:v>
                </c:pt>
                <c:pt idx="3932">
                  <c:v>10075.5</c:v>
                </c:pt>
                <c:pt idx="3933">
                  <c:v>10069.299999999999</c:v>
                </c:pt>
                <c:pt idx="3934">
                  <c:v>10028</c:v>
                </c:pt>
                <c:pt idx="3935">
                  <c:v>10004.4</c:v>
                </c:pt>
                <c:pt idx="3936">
                  <c:v>9992.6</c:v>
                </c:pt>
                <c:pt idx="3937">
                  <c:v>9992.6</c:v>
                </c:pt>
                <c:pt idx="3938">
                  <c:v>10086.700000000001</c:v>
                </c:pt>
                <c:pt idx="3939">
                  <c:v>10066.049999999999</c:v>
                </c:pt>
                <c:pt idx="3940">
                  <c:v>10066.049999999999</c:v>
                </c:pt>
                <c:pt idx="3941">
                  <c:v>10066.049999999999</c:v>
                </c:pt>
                <c:pt idx="3942">
                  <c:v>10074.9</c:v>
                </c:pt>
                <c:pt idx="3943">
                  <c:v>10074.9</c:v>
                </c:pt>
                <c:pt idx="3944">
                  <c:v>10039.5</c:v>
                </c:pt>
                <c:pt idx="3945">
                  <c:v>10045.4</c:v>
                </c:pt>
                <c:pt idx="3946">
                  <c:v>10074.9</c:v>
                </c:pt>
                <c:pt idx="3947">
                  <c:v>10074.9</c:v>
                </c:pt>
                <c:pt idx="3948">
                  <c:v>10074.9</c:v>
                </c:pt>
                <c:pt idx="3949">
                  <c:v>10074.9</c:v>
                </c:pt>
                <c:pt idx="3950">
                  <c:v>10018.4</c:v>
                </c:pt>
                <c:pt idx="3951">
                  <c:v>10000.700000000001</c:v>
                </c:pt>
                <c:pt idx="3952">
                  <c:v>10194.799999999999</c:v>
                </c:pt>
                <c:pt idx="3953">
                  <c:v>10161.9</c:v>
                </c:pt>
                <c:pt idx="3954">
                  <c:v>10161.9</c:v>
                </c:pt>
                <c:pt idx="3955">
                  <c:v>10161.9</c:v>
                </c:pt>
                <c:pt idx="3956">
                  <c:v>10085.200000000001</c:v>
                </c:pt>
                <c:pt idx="3957">
                  <c:v>10240.9</c:v>
                </c:pt>
                <c:pt idx="3958">
                  <c:v>10204.6</c:v>
                </c:pt>
                <c:pt idx="3959">
                  <c:v>10210.5</c:v>
                </c:pt>
                <c:pt idx="3960">
                  <c:v>10204.6</c:v>
                </c:pt>
                <c:pt idx="3961">
                  <c:v>10204.6</c:v>
                </c:pt>
                <c:pt idx="3962">
                  <c:v>10204.6</c:v>
                </c:pt>
                <c:pt idx="3963">
                  <c:v>10156.5</c:v>
                </c:pt>
                <c:pt idx="3964">
                  <c:v>10129.5</c:v>
                </c:pt>
                <c:pt idx="3965">
                  <c:v>10094.1</c:v>
                </c:pt>
                <c:pt idx="3966">
                  <c:v>10094.1</c:v>
                </c:pt>
                <c:pt idx="3967">
                  <c:v>10016.5</c:v>
                </c:pt>
                <c:pt idx="3968">
                  <c:v>10016.5</c:v>
                </c:pt>
                <c:pt idx="3969">
                  <c:v>10016.5</c:v>
                </c:pt>
                <c:pt idx="3970">
                  <c:v>10721.5</c:v>
                </c:pt>
                <c:pt idx="3971">
                  <c:v>10988.15</c:v>
                </c:pt>
                <c:pt idx="3972">
                  <c:v>10901.7</c:v>
                </c:pt>
                <c:pt idx="3973">
                  <c:v>10884</c:v>
                </c:pt>
                <c:pt idx="3974">
                  <c:v>10854.5</c:v>
                </c:pt>
                <c:pt idx="3975">
                  <c:v>10854.5</c:v>
                </c:pt>
                <c:pt idx="3976">
                  <c:v>10854.5</c:v>
                </c:pt>
                <c:pt idx="3977">
                  <c:v>10803.9</c:v>
                </c:pt>
                <c:pt idx="3978">
                  <c:v>11568.5</c:v>
                </c:pt>
                <c:pt idx="3979">
                  <c:v>11553.75</c:v>
                </c:pt>
                <c:pt idx="3980">
                  <c:v>11505.65</c:v>
                </c:pt>
                <c:pt idx="3981">
                  <c:v>11544</c:v>
                </c:pt>
                <c:pt idx="3982">
                  <c:v>11544</c:v>
                </c:pt>
                <c:pt idx="3983">
                  <c:v>11544</c:v>
                </c:pt>
                <c:pt idx="3984">
                  <c:v>11726.3</c:v>
                </c:pt>
                <c:pt idx="3985">
                  <c:v>11723.35</c:v>
                </c:pt>
                <c:pt idx="3986">
                  <c:v>11738.1</c:v>
                </c:pt>
                <c:pt idx="3987">
                  <c:v>11732.2</c:v>
                </c:pt>
                <c:pt idx="3988">
                  <c:v>11726.3</c:v>
                </c:pt>
                <c:pt idx="3989">
                  <c:v>11726.3</c:v>
                </c:pt>
                <c:pt idx="3990">
                  <c:v>11726.3</c:v>
                </c:pt>
                <c:pt idx="3991">
                  <c:v>11667.3</c:v>
                </c:pt>
                <c:pt idx="3992">
                  <c:v>11620.1</c:v>
                </c:pt>
                <c:pt idx="3993">
                  <c:v>12037.5</c:v>
                </c:pt>
                <c:pt idx="3994">
                  <c:v>11978.5</c:v>
                </c:pt>
                <c:pt idx="3995">
                  <c:v>11996.2</c:v>
                </c:pt>
                <c:pt idx="3996">
                  <c:v>11996.2</c:v>
                </c:pt>
                <c:pt idx="3997">
                  <c:v>11996.2</c:v>
                </c:pt>
                <c:pt idx="3998">
                  <c:v>11937.2</c:v>
                </c:pt>
                <c:pt idx="3999">
                  <c:v>11937.2</c:v>
                </c:pt>
                <c:pt idx="4000">
                  <c:v>12437.2</c:v>
                </c:pt>
                <c:pt idx="4001">
                  <c:v>12372.3</c:v>
                </c:pt>
                <c:pt idx="4002">
                  <c:v>12301.5</c:v>
                </c:pt>
                <c:pt idx="4003">
                  <c:v>12301.5</c:v>
                </c:pt>
                <c:pt idx="4004">
                  <c:v>12301.5</c:v>
                </c:pt>
                <c:pt idx="4005">
                  <c:v>12360.5</c:v>
                </c:pt>
                <c:pt idx="4006">
                  <c:v>12407.7</c:v>
                </c:pt>
                <c:pt idx="4007">
                  <c:v>12378.2</c:v>
                </c:pt>
                <c:pt idx="4008">
                  <c:v>12325.1</c:v>
                </c:pt>
                <c:pt idx="4009">
                  <c:v>12348.7</c:v>
                </c:pt>
                <c:pt idx="4010">
                  <c:v>12348.7</c:v>
                </c:pt>
                <c:pt idx="4011">
                  <c:v>12348.7</c:v>
                </c:pt>
                <c:pt idx="4012">
                  <c:v>12372.3</c:v>
                </c:pt>
                <c:pt idx="4013">
                  <c:v>12342.8</c:v>
                </c:pt>
                <c:pt idx="4014">
                  <c:v>12384.1</c:v>
                </c:pt>
                <c:pt idx="4015">
                  <c:v>12384.1</c:v>
                </c:pt>
                <c:pt idx="4016">
                  <c:v>12390</c:v>
                </c:pt>
                <c:pt idx="4017">
                  <c:v>12390</c:v>
                </c:pt>
                <c:pt idx="4018">
                  <c:v>12390</c:v>
                </c:pt>
                <c:pt idx="4019">
                  <c:v>12390</c:v>
                </c:pt>
                <c:pt idx="4020">
                  <c:v>12419.5</c:v>
                </c:pt>
                <c:pt idx="4021">
                  <c:v>12431.3</c:v>
                </c:pt>
                <c:pt idx="4022">
                  <c:v>12631.3</c:v>
                </c:pt>
                <c:pt idx="4023">
                  <c:v>12631.3</c:v>
                </c:pt>
                <c:pt idx="4024">
                  <c:v>12631.3</c:v>
                </c:pt>
                <c:pt idx="4025">
                  <c:v>12631.3</c:v>
                </c:pt>
                <c:pt idx="4026">
                  <c:v>12631.3</c:v>
                </c:pt>
                <c:pt idx="4027">
                  <c:v>12978.5</c:v>
                </c:pt>
                <c:pt idx="4028">
                  <c:v>13019.8</c:v>
                </c:pt>
                <c:pt idx="4029">
                  <c:v>13013.9</c:v>
                </c:pt>
                <c:pt idx="4030">
                  <c:v>12978.5</c:v>
                </c:pt>
                <c:pt idx="4031">
                  <c:v>12978.5</c:v>
                </c:pt>
                <c:pt idx="4032">
                  <c:v>12978.5</c:v>
                </c:pt>
                <c:pt idx="4033">
                  <c:v>12943.1</c:v>
                </c:pt>
                <c:pt idx="4034">
                  <c:v>12943.1</c:v>
                </c:pt>
                <c:pt idx="4035">
                  <c:v>12970.1</c:v>
                </c:pt>
                <c:pt idx="4036">
                  <c:v>13005.5</c:v>
                </c:pt>
                <c:pt idx="4037">
                  <c:v>12976</c:v>
                </c:pt>
                <c:pt idx="4038">
                  <c:v>12976</c:v>
                </c:pt>
                <c:pt idx="4039">
                  <c:v>12958.3</c:v>
                </c:pt>
                <c:pt idx="4040">
                  <c:v>12946.5</c:v>
                </c:pt>
                <c:pt idx="4041">
                  <c:v>12964.2</c:v>
                </c:pt>
                <c:pt idx="4042">
                  <c:v>12964.2</c:v>
                </c:pt>
                <c:pt idx="4043">
                  <c:v>12964.2</c:v>
                </c:pt>
                <c:pt idx="4044">
                  <c:v>12964.2</c:v>
                </c:pt>
                <c:pt idx="4045">
                  <c:v>12964.2</c:v>
                </c:pt>
                <c:pt idx="4046">
                  <c:v>12964.2</c:v>
                </c:pt>
                <c:pt idx="4047">
                  <c:v>12964.2</c:v>
                </c:pt>
                <c:pt idx="4048">
                  <c:v>12964.2</c:v>
                </c:pt>
                <c:pt idx="4049">
                  <c:v>12964.2</c:v>
                </c:pt>
                <c:pt idx="4050">
                  <c:v>12964.2</c:v>
                </c:pt>
                <c:pt idx="4051">
                  <c:v>12964.2</c:v>
                </c:pt>
                <c:pt idx="4052">
                  <c:v>12976</c:v>
                </c:pt>
                <c:pt idx="4053">
                  <c:v>12976</c:v>
                </c:pt>
                <c:pt idx="4054">
                  <c:v>12976</c:v>
                </c:pt>
                <c:pt idx="4055">
                  <c:v>12958.3</c:v>
                </c:pt>
                <c:pt idx="4056">
                  <c:v>12958.3</c:v>
                </c:pt>
                <c:pt idx="4057">
                  <c:v>12958.3</c:v>
                </c:pt>
                <c:pt idx="4058">
                  <c:v>13958.3</c:v>
                </c:pt>
                <c:pt idx="4059">
                  <c:v>13958.3</c:v>
                </c:pt>
                <c:pt idx="4060">
                  <c:v>13958.3</c:v>
                </c:pt>
                <c:pt idx="4061">
                  <c:v>13904.3</c:v>
                </c:pt>
                <c:pt idx="4062">
                  <c:v>13863</c:v>
                </c:pt>
                <c:pt idx="4063">
                  <c:v>13809.9</c:v>
                </c:pt>
                <c:pt idx="4064">
                  <c:v>13800.6</c:v>
                </c:pt>
                <c:pt idx="4065">
                  <c:v>13800.6</c:v>
                </c:pt>
                <c:pt idx="4066">
                  <c:v>13800.6</c:v>
                </c:pt>
                <c:pt idx="4067">
                  <c:v>13800.6</c:v>
                </c:pt>
                <c:pt idx="4068">
                  <c:v>13800.6</c:v>
                </c:pt>
                <c:pt idx="4069">
                  <c:v>13847.8</c:v>
                </c:pt>
                <c:pt idx="4070">
                  <c:v>13859.6</c:v>
                </c:pt>
                <c:pt idx="4071">
                  <c:v>14159.6</c:v>
                </c:pt>
                <c:pt idx="4072">
                  <c:v>14132.6</c:v>
                </c:pt>
                <c:pt idx="4073">
                  <c:v>14132.6</c:v>
                </c:pt>
                <c:pt idx="4074">
                  <c:v>14132.6</c:v>
                </c:pt>
                <c:pt idx="4075">
                  <c:v>14093.8</c:v>
                </c:pt>
                <c:pt idx="4076">
                  <c:v>14093.8</c:v>
                </c:pt>
                <c:pt idx="4077">
                  <c:v>14329.2</c:v>
                </c:pt>
                <c:pt idx="4078">
                  <c:v>14302.2</c:v>
                </c:pt>
                <c:pt idx="4079">
                  <c:v>14325.8</c:v>
                </c:pt>
                <c:pt idx="4080">
                  <c:v>14325.8</c:v>
                </c:pt>
                <c:pt idx="4081">
                  <c:v>14325.8</c:v>
                </c:pt>
                <c:pt idx="4082">
                  <c:v>14383.3</c:v>
                </c:pt>
                <c:pt idx="4083">
                  <c:v>15383.3</c:v>
                </c:pt>
                <c:pt idx="4084">
                  <c:v>15418.7</c:v>
                </c:pt>
                <c:pt idx="4085">
                  <c:v>15430.5</c:v>
                </c:pt>
                <c:pt idx="4086">
                  <c:v>15430.5</c:v>
                </c:pt>
                <c:pt idx="4087">
                  <c:v>15430.5</c:v>
                </c:pt>
                <c:pt idx="4088">
                  <c:v>15430.5</c:v>
                </c:pt>
                <c:pt idx="4089">
                  <c:v>15495.4</c:v>
                </c:pt>
                <c:pt idx="4090">
                  <c:v>15489.5</c:v>
                </c:pt>
                <c:pt idx="4091">
                  <c:v>15430.5</c:v>
                </c:pt>
                <c:pt idx="4092">
                  <c:v>15442.3</c:v>
                </c:pt>
                <c:pt idx="4093">
                  <c:v>15483.6</c:v>
                </c:pt>
                <c:pt idx="4094">
                  <c:v>15483.6</c:v>
                </c:pt>
                <c:pt idx="4095">
                  <c:v>15483.6</c:v>
                </c:pt>
                <c:pt idx="4096">
                  <c:v>15977.7</c:v>
                </c:pt>
                <c:pt idx="4097">
                  <c:v>16135.2</c:v>
                </c:pt>
                <c:pt idx="4098">
                  <c:v>16206.900000000001</c:v>
                </c:pt>
                <c:pt idx="4099">
                  <c:v>16224.599999999999</c:v>
                </c:pt>
                <c:pt idx="4100">
                  <c:v>16215.75</c:v>
                </c:pt>
                <c:pt idx="4101">
                  <c:v>16215.75</c:v>
                </c:pt>
                <c:pt idx="4102">
                  <c:v>16215.75</c:v>
                </c:pt>
                <c:pt idx="4103">
                  <c:v>16242.3</c:v>
                </c:pt>
                <c:pt idx="4104">
                  <c:v>16218.7</c:v>
                </c:pt>
                <c:pt idx="4105">
                  <c:v>16201</c:v>
                </c:pt>
                <c:pt idx="4106">
                  <c:v>16195.099999999999</c:v>
                </c:pt>
                <c:pt idx="4107">
                  <c:v>16189.2</c:v>
                </c:pt>
                <c:pt idx="4108">
                  <c:v>16201</c:v>
                </c:pt>
                <c:pt idx="4109">
                  <c:v>16201</c:v>
                </c:pt>
                <c:pt idx="4110">
                  <c:v>16201</c:v>
                </c:pt>
                <c:pt idx="4111">
                  <c:v>16201</c:v>
                </c:pt>
                <c:pt idx="4112">
                  <c:v>16201</c:v>
                </c:pt>
                <c:pt idx="4113">
                  <c:v>16219.599999999999</c:v>
                </c:pt>
                <c:pt idx="4114">
                  <c:v>16201.900000000001</c:v>
                </c:pt>
                <c:pt idx="4115">
                  <c:v>16228.900000000001</c:v>
                </c:pt>
                <c:pt idx="4116">
                  <c:v>16228.900000000001</c:v>
                </c:pt>
                <c:pt idx="4117">
                  <c:v>16321.5</c:v>
                </c:pt>
                <c:pt idx="4118">
                  <c:v>16333.3</c:v>
                </c:pt>
                <c:pt idx="4119">
                  <c:v>16333.3</c:v>
                </c:pt>
                <c:pt idx="4120">
                  <c:v>16368.7</c:v>
                </c:pt>
                <c:pt idx="4121">
                  <c:v>16368.7</c:v>
                </c:pt>
                <c:pt idx="4122">
                  <c:v>16368.7</c:v>
                </c:pt>
                <c:pt idx="4123">
                  <c:v>16368.7</c:v>
                </c:pt>
                <c:pt idx="4124">
                  <c:v>16404.099999999999</c:v>
                </c:pt>
                <c:pt idx="4125">
                  <c:v>16404.099999999999</c:v>
                </c:pt>
                <c:pt idx="4126">
                  <c:v>16380.5</c:v>
                </c:pt>
                <c:pt idx="4127">
                  <c:v>16398.2</c:v>
                </c:pt>
                <c:pt idx="4128">
                  <c:v>16392.3</c:v>
                </c:pt>
                <c:pt idx="4129">
                  <c:v>16392.3</c:v>
                </c:pt>
                <c:pt idx="4130">
                  <c:v>16392.3</c:v>
                </c:pt>
                <c:pt idx="4131">
                  <c:v>16424.75</c:v>
                </c:pt>
                <c:pt idx="4132">
                  <c:v>16433.599999999999</c:v>
                </c:pt>
                <c:pt idx="4133">
                  <c:v>16233.599999999999</c:v>
                </c:pt>
                <c:pt idx="4134">
                  <c:v>16239.5</c:v>
                </c:pt>
                <c:pt idx="4135">
                  <c:v>16245.400000000001</c:v>
                </c:pt>
                <c:pt idx="4136">
                  <c:v>16245.400000000001</c:v>
                </c:pt>
                <c:pt idx="4137">
                  <c:v>16245.400000000001</c:v>
                </c:pt>
                <c:pt idx="4138">
                  <c:v>16245.400000000001</c:v>
                </c:pt>
                <c:pt idx="4139">
                  <c:v>16248.349999999999</c:v>
                </c:pt>
                <c:pt idx="4140">
                  <c:v>16268.7</c:v>
                </c:pt>
                <c:pt idx="4141">
                  <c:v>16304.099999999999</c:v>
                </c:pt>
                <c:pt idx="4142">
                  <c:v>16351.3</c:v>
                </c:pt>
                <c:pt idx="4143">
                  <c:v>16351.3</c:v>
                </c:pt>
                <c:pt idx="4144">
                  <c:v>16351.3</c:v>
                </c:pt>
                <c:pt idx="4145">
                  <c:v>16363.099999999999</c:v>
                </c:pt>
                <c:pt idx="4146">
                  <c:v>16371.95</c:v>
                </c:pt>
                <c:pt idx="4147">
                  <c:v>16374.900000000001</c:v>
                </c:pt>
                <c:pt idx="4148">
                  <c:v>16383.75</c:v>
                </c:pt>
                <c:pt idx="4149">
                  <c:v>16386.7</c:v>
                </c:pt>
                <c:pt idx="4150">
                  <c:v>16386.7</c:v>
                </c:pt>
                <c:pt idx="4151">
                  <c:v>16386.7</c:v>
                </c:pt>
                <c:pt idx="4152">
                  <c:v>16380.8</c:v>
                </c:pt>
                <c:pt idx="4153">
                  <c:v>16374.900000000001</c:v>
                </c:pt>
                <c:pt idx="4154">
                  <c:v>16357.2</c:v>
                </c:pt>
                <c:pt idx="4155">
                  <c:v>16369</c:v>
                </c:pt>
                <c:pt idx="4156">
                  <c:v>16321.8</c:v>
                </c:pt>
                <c:pt idx="4157">
                  <c:v>16321.8</c:v>
                </c:pt>
                <c:pt idx="4158">
                  <c:v>16321.8</c:v>
                </c:pt>
                <c:pt idx="4159">
                  <c:v>16321.8</c:v>
                </c:pt>
                <c:pt idx="4160">
                  <c:v>16321.8</c:v>
                </c:pt>
                <c:pt idx="4161">
                  <c:v>16324.75</c:v>
                </c:pt>
                <c:pt idx="4162">
                  <c:v>16310</c:v>
                </c:pt>
                <c:pt idx="4163">
                  <c:v>16315.900000000001</c:v>
                </c:pt>
                <c:pt idx="4164">
                  <c:v>16327.7</c:v>
                </c:pt>
                <c:pt idx="4165">
                  <c:v>16327.7</c:v>
                </c:pt>
                <c:pt idx="4166">
                  <c:v>16327.7</c:v>
                </c:pt>
                <c:pt idx="4167">
                  <c:v>16327.7</c:v>
                </c:pt>
                <c:pt idx="4168">
                  <c:v>16333.599999999999</c:v>
                </c:pt>
                <c:pt idx="4169">
                  <c:v>16369</c:v>
                </c:pt>
                <c:pt idx="4170">
                  <c:v>16363.099999999999</c:v>
                </c:pt>
                <c:pt idx="4171">
                  <c:v>16363.099999999999</c:v>
                </c:pt>
                <c:pt idx="4172">
                  <c:v>16363.099999999999</c:v>
                </c:pt>
                <c:pt idx="4173">
                  <c:v>16266.05</c:v>
                </c:pt>
                <c:pt idx="4174">
                  <c:v>16260.150000000001</c:v>
                </c:pt>
                <c:pt idx="4175">
                  <c:v>16242.45</c:v>
                </c:pt>
                <c:pt idx="4176">
                  <c:v>16257.2</c:v>
                </c:pt>
                <c:pt idx="4177">
                  <c:v>16239.5</c:v>
                </c:pt>
                <c:pt idx="4178">
                  <c:v>16239.5</c:v>
                </c:pt>
                <c:pt idx="4179">
                  <c:v>16239.5</c:v>
                </c:pt>
                <c:pt idx="4180">
                  <c:v>15927.7</c:v>
                </c:pt>
                <c:pt idx="4181">
                  <c:v>15927.7</c:v>
                </c:pt>
                <c:pt idx="4182">
                  <c:v>15951.3</c:v>
                </c:pt>
                <c:pt idx="4183">
                  <c:v>15933.6</c:v>
                </c:pt>
                <c:pt idx="4184">
                  <c:v>15921.8</c:v>
                </c:pt>
                <c:pt idx="4185">
                  <c:v>15921.8</c:v>
                </c:pt>
                <c:pt idx="4186">
                  <c:v>15921.8</c:v>
                </c:pt>
                <c:pt idx="4187">
                  <c:v>15798.2</c:v>
                </c:pt>
                <c:pt idx="4188">
                  <c:v>15786.4</c:v>
                </c:pt>
                <c:pt idx="4189">
                  <c:v>15786.4</c:v>
                </c:pt>
                <c:pt idx="4190">
                  <c:v>15792.3</c:v>
                </c:pt>
                <c:pt idx="4191">
                  <c:v>15821.8</c:v>
                </c:pt>
                <c:pt idx="4192">
                  <c:v>15821.8</c:v>
                </c:pt>
                <c:pt idx="4193">
                  <c:v>15821.8</c:v>
                </c:pt>
                <c:pt idx="4194">
                  <c:v>15521.8</c:v>
                </c:pt>
                <c:pt idx="4195">
                  <c:v>15533.6</c:v>
                </c:pt>
                <c:pt idx="4196">
                  <c:v>15572.4</c:v>
                </c:pt>
                <c:pt idx="4197">
                  <c:v>15560.6</c:v>
                </c:pt>
                <c:pt idx="4198">
                  <c:v>15566.5</c:v>
                </c:pt>
                <c:pt idx="4199">
                  <c:v>15566.5</c:v>
                </c:pt>
                <c:pt idx="4200">
                  <c:v>15566.5</c:v>
                </c:pt>
                <c:pt idx="4201">
                  <c:v>15539.95</c:v>
                </c:pt>
                <c:pt idx="4202">
                  <c:v>15551.75</c:v>
                </c:pt>
                <c:pt idx="4203">
                  <c:v>15456</c:v>
                </c:pt>
                <c:pt idx="4204">
                  <c:v>14961.9</c:v>
                </c:pt>
                <c:pt idx="4205">
                  <c:v>14920.6</c:v>
                </c:pt>
                <c:pt idx="4206">
                  <c:v>14920.6</c:v>
                </c:pt>
                <c:pt idx="4207">
                  <c:v>14920.6</c:v>
                </c:pt>
                <c:pt idx="4208">
                  <c:v>14414.7</c:v>
                </c:pt>
                <c:pt idx="4209">
                  <c:v>14327.8</c:v>
                </c:pt>
                <c:pt idx="4210">
                  <c:v>14321.9</c:v>
                </c:pt>
                <c:pt idx="4211">
                  <c:v>14342.55</c:v>
                </c:pt>
                <c:pt idx="4212">
                  <c:v>14333.7</c:v>
                </c:pt>
                <c:pt idx="4213">
                  <c:v>14333.7</c:v>
                </c:pt>
                <c:pt idx="4214">
                  <c:v>14333.7</c:v>
                </c:pt>
                <c:pt idx="4215">
                  <c:v>14330.75</c:v>
                </c:pt>
                <c:pt idx="4216">
                  <c:v>14321.9</c:v>
                </c:pt>
                <c:pt idx="4217">
                  <c:v>14318.95</c:v>
                </c:pt>
                <c:pt idx="4218">
                  <c:v>14304.2</c:v>
                </c:pt>
                <c:pt idx="4219">
                  <c:v>13336.65</c:v>
                </c:pt>
                <c:pt idx="4220">
                  <c:v>13336.65</c:v>
                </c:pt>
                <c:pt idx="4221">
                  <c:v>13336.65</c:v>
                </c:pt>
                <c:pt idx="4222">
                  <c:v>13339.6</c:v>
                </c:pt>
                <c:pt idx="4223">
                  <c:v>13345.5</c:v>
                </c:pt>
                <c:pt idx="4224">
                  <c:v>13369.1</c:v>
                </c:pt>
                <c:pt idx="4225">
                  <c:v>13315.1</c:v>
                </c:pt>
                <c:pt idx="4226">
                  <c:v>13344.6</c:v>
                </c:pt>
                <c:pt idx="4227">
                  <c:v>13344.6</c:v>
                </c:pt>
                <c:pt idx="4228">
                  <c:v>13344.6</c:v>
                </c:pt>
                <c:pt idx="4229">
                  <c:v>13338.7</c:v>
                </c:pt>
                <c:pt idx="4230">
                  <c:v>14321</c:v>
                </c:pt>
                <c:pt idx="4231">
                  <c:v>14288.1</c:v>
                </c:pt>
                <c:pt idx="4232">
                  <c:v>14276.3</c:v>
                </c:pt>
                <c:pt idx="4233">
                  <c:v>14264.5</c:v>
                </c:pt>
                <c:pt idx="4234">
                  <c:v>14264.5</c:v>
                </c:pt>
                <c:pt idx="4235">
                  <c:v>14264.5</c:v>
                </c:pt>
                <c:pt idx="4236">
                  <c:v>14764.5</c:v>
                </c:pt>
                <c:pt idx="4237">
                  <c:v>14752.7</c:v>
                </c:pt>
                <c:pt idx="4238">
                  <c:v>14720.25</c:v>
                </c:pt>
                <c:pt idx="4239">
                  <c:v>14720.25</c:v>
                </c:pt>
                <c:pt idx="4240">
                  <c:v>14735</c:v>
                </c:pt>
                <c:pt idx="4241">
                  <c:v>14735</c:v>
                </c:pt>
                <c:pt idx="4242">
                  <c:v>14735</c:v>
                </c:pt>
                <c:pt idx="4243">
                  <c:v>15235</c:v>
                </c:pt>
                <c:pt idx="4244">
                  <c:v>15255.65</c:v>
                </c:pt>
                <c:pt idx="4245">
                  <c:v>16752.7</c:v>
                </c:pt>
                <c:pt idx="4246">
                  <c:v>16312.3</c:v>
                </c:pt>
                <c:pt idx="4247">
                  <c:v>16300.5</c:v>
                </c:pt>
                <c:pt idx="4248">
                  <c:v>16300.5</c:v>
                </c:pt>
                <c:pt idx="4249">
                  <c:v>16300.5</c:v>
                </c:pt>
                <c:pt idx="4250">
                  <c:v>16771</c:v>
                </c:pt>
                <c:pt idx="4251">
                  <c:v>16788.7</c:v>
                </c:pt>
                <c:pt idx="4252">
                  <c:v>16492.150000000001</c:v>
                </c:pt>
                <c:pt idx="4253">
                  <c:v>16489.2</c:v>
                </c:pt>
                <c:pt idx="4254">
                  <c:v>16486.25</c:v>
                </c:pt>
                <c:pt idx="4255">
                  <c:v>16486.25</c:v>
                </c:pt>
                <c:pt idx="4256">
                  <c:v>16486.25</c:v>
                </c:pt>
                <c:pt idx="4257">
                  <c:v>17327.2</c:v>
                </c:pt>
                <c:pt idx="4258">
                  <c:v>17268.2</c:v>
                </c:pt>
                <c:pt idx="4259">
                  <c:v>17238.7</c:v>
                </c:pt>
                <c:pt idx="4260">
                  <c:v>17729.849999999999</c:v>
                </c:pt>
                <c:pt idx="4261">
                  <c:v>17709.2</c:v>
                </c:pt>
                <c:pt idx="4262">
                  <c:v>17709.2</c:v>
                </c:pt>
                <c:pt idx="4263">
                  <c:v>17709.2</c:v>
                </c:pt>
                <c:pt idx="4264">
                  <c:v>17629.55</c:v>
                </c:pt>
                <c:pt idx="4265">
                  <c:v>18119.8</c:v>
                </c:pt>
                <c:pt idx="4266">
                  <c:v>18090.3</c:v>
                </c:pt>
                <c:pt idx="4267">
                  <c:v>18726.55</c:v>
                </c:pt>
                <c:pt idx="4268">
                  <c:v>18694.099999999999</c:v>
                </c:pt>
                <c:pt idx="4269">
                  <c:v>18694.099999999999</c:v>
                </c:pt>
                <c:pt idx="4270">
                  <c:v>18694.099999999999</c:v>
                </c:pt>
                <c:pt idx="4271">
                  <c:v>20226.55</c:v>
                </c:pt>
                <c:pt idx="4272">
                  <c:v>20694.099999999999</c:v>
                </c:pt>
                <c:pt idx="4273">
                  <c:v>22179.35</c:v>
                </c:pt>
                <c:pt idx="4274">
                  <c:v>22223.599999999999</c:v>
                </c:pt>
                <c:pt idx="4275">
                  <c:v>22264.9</c:v>
                </c:pt>
                <c:pt idx="4276">
                  <c:v>22264.9</c:v>
                </c:pt>
                <c:pt idx="4277">
                  <c:v>22264.9</c:v>
                </c:pt>
                <c:pt idx="4278">
                  <c:v>23282.6</c:v>
                </c:pt>
                <c:pt idx="4279">
                  <c:v>23767.85</c:v>
                </c:pt>
                <c:pt idx="4280">
                  <c:v>23741.3</c:v>
                </c:pt>
                <c:pt idx="4281">
                  <c:v>23764.9</c:v>
                </c:pt>
                <c:pt idx="4282">
                  <c:v>23812.1</c:v>
                </c:pt>
                <c:pt idx="4283">
                  <c:v>23812.1</c:v>
                </c:pt>
                <c:pt idx="4284">
                  <c:v>23812.1</c:v>
                </c:pt>
                <c:pt idx="4285">
                  <c:v>23841.599999999999</c:v>
                </c:pt>
                <c:pt idx="4286">
                  <c:v>23791.45</c:v>
                </c:pt>
                <c:pt idx="4287">
                  <c:v>23815.05</c:v>
                </c:pt>
                <c:pt idx="4288">
                  <c:v>23835.7</c:v>
                </c:pt>
                <c:pt idx="4289">
                  <c:v>23806.2</c:v>
                </c:pt>
                <c:pt idx="4290">
                  <c:v>23776.7</c:v>
                </c:pt>
                <c:pt idx="4291">
                  <c:v>23776.7</c:v>
                </c:pt>
                <c:pt idx="4292">
                  <c:v>23776.7</c:v>
                </c:pt>
                <c:pt idx="4293">
                  <c:v>23776.7</c:v>
                </c:pt>
                <c:pt idx="4294">
                  <c:v>23776.7</c:v>
                </c:pt>
                <c:pt idx="4295">
                  <c:v>23776.7</c:v>
                </c:pt>
                <c:pt idx="4296">
                  <c:v>23776.7</c:v>
                </c:pt>
                <c:pt idx="4297">
                  <c:v>23776.7</c:v>
                </c:pt>
                <c:pt idx="4298">
                  <c:v>23776.7</c:v>
                </c:pt>
                <c:pt idx="4299">
                  <c:v>23921</c:v>
                </c:pt>
                <c:pt idx="4300">
                  <c:v>23921</c:v>
                </c:pt>
                <c:pt idx="4301">
                  <c:v>23968.2</c:v>
                </c:pt>
                <c:pt idx="4302">
                  <c:v>24009.5</c:v>
                </c:pt>
                <c:pt idx="4303">
                  <c:v>23962.3</c:v>
                </c:pt>
                <c:pt idx="4304">
                  <c:v>23962.3</c:v>
                </c:pt>
                <c:pt idx="4305">
                  <c:v>23962.3</c:v>
                </c:pt>
                <c:pt idx="4306">
                  <c:v>23953.45</c:v>
                </c:pt>
                <c:pt idx="4307">
                  <c:v>23941.65</c:v>
                </c:pt>
                <c:pt idx="4308">
                  <c:v>23921</c:v>
                </c:pt>
                <c:pt idx="4309">
                  <c:v>23956.400000000001</c:v>
                </c:pt>
                <c:pt idx="4310">
                  <c:v>23944.6</c:v>
                </c:pt>
                <c:pt idx="4311">
                  <c:v>23944.6</c:v>
                </c:pt>
                <c:pt idx="4312">
                  <c:v>23944.6</c:v>
                </c:pt>
                <c:pt idx="4313">
                  <c:v>23897.4</c:v>
                </c:pt>
                <c:pt idx="4314">
                  <c:v>23879.7</c:v>
                </c:pt>
                <c:pt idx="4315">
                  <c:v>23885.599999999999</c:v>
                </c:pt>
                <c:pt idx="4316">
                  <c:v>23909.200000000001</c:v>
                </c:pt>
                <c:pt idx="4317">
                  <c:v>23903.3</c:v>
                </c:pt>
                <c:pt idx="4318">
                  <c:v>23903.3</c:v>
                </c:pt>
                <c:pt idx="4319">
                  <c:v>23903.3</c:v>
                </c:pt>
                <c:pt idx="4320">
                  <c:v>23909.200000000001</c:v>
                </c:pt>
                <c:pt idx="4321">
                  <c:v>23932.799999999999</c:v>
                </c:pt>
                <c:pt idx="4322">
                  <c:v>23926.9</c:v>
                </c:pt>
                <c:pt idx="4323">
                  <c:v>23897.4</c:v>
                </c:pt>
                <c:pt idx="4324">
                  <c:v>23885.599999999999</c:v>
                </c:pt>
                <c:pt idx="4325">
                  <c:v>23885.599999999999</c:v>
                </c:pt>
                <c:pt idx="4326">
                  <c:v>23885.599999999999</c:v>
                </c:pt>
                <c:pt idx="4327">
                  <c:v>23356.1</c:v>
                </c:pt>
                <c:pt idx="4328">
                  <c:v>23332.5</c:v>
                </c:pt>
                <c:pt idx="4329">
                  <c:v>23350.2</c:v>
                </c:pt>
                <c:pt idx="4330">
                  <c:v>23314.799999999999</c:v>
                </c:pt>
                <c:pt idx="4331">
                  <c:v>23326.6</c:v>
                </c:pt>
                <c:pt idx="4332">
                  <c:v>23326.6</c:v>
                </c:pt>
                <c:pt idx="4333">
                  <c:v>23326.6</c:v>
                </c:pt>
                <c:pt idx="4334">
                  <c:v>23344.3</c:v>
                </c:pt>
                <c:pt idx="4335">
                  <c:v>23303</c:v>
                </c:pt>
                <c:pt idx="4336">
                  <c:v>23326.6</c:v>
                </c:pt>
                <c:pt idx="4337">
                  <c:v>23368.799999999999</c:v>
                </c:pt>
                <c:pt idx="4338">
                  <c:v>23374.7</c:v>
                </c:pt>
                <c:pt idx="4339">
                  <c:v>23374.7</c:v>
                </c:pt>
                <c:pt idx="4340">
                  <c:v>23374.7</c:v>
                </c:pt>
                <c:pt idx="4341">
                  <c:v>23426.2</c:v>
                </c:pt>
                <c:pt idx="4342">
                  <c:v>23387.85</c:v>
                </c:pt>
                <c:pt idx="4343">
                  <c:v>23326.5</c:v>
                </c:pt>
                <c:pt idx="4344">
                  <c:v>22797</c:v>
                </c:pt>
                <c:pt idx="4345">
                  <c:v>22802.9</c:v>
                </c:pt>
                <c:pt idx="4346">
                  <c:v>22802.9</c:v>
                </c:pt>
                <c:pt idx="4347">
                  <c:v>22802.9</c:v>
                </c:pt>
                <c:pt idx="4348">
                  <c:v>22832.400000000001</c:v>
                </c:pt>
                <c:pt idx="4349">
                  <c:v>22850.1</c:v>
                </c:pt>
                <c:pt idx="4350">
                  <c:v>22291.1</c:v>
                </c:pt>
                <c:pt idx="4351">
                  <c:v>22179</c:v>
                </c:pt>
                <c:pt idx="4352">
                  <c:v>22255.7</c:v>
                </c:pt>
                <c:pt idx="4353">
                  <c:v>22209.7</c:v>
                </c:pt>
                <c:pt idx="4354">
                  <c:v>22209.7</c:v>
                </c:pt>
                <c:pt idx="4355">
                  <c:v>22085.8</c:v>
                </c:pt>
                <c:pt idx="4356">
                  <c:v>22015</c:v>
                </c:pt>
                <c:pt idx="4357">
                  <c:v>21515</c:v>
                </c:pt>
                <c:pt idx="4358">
                  <c:v>21585.8</c:v>
                </c:pt>
                <c:pt idx="4359">
                  <c:v>21385.8</c:v>
                </c:pt>
                <c:pt idx="4360">
                  <c:v>21385.8</c:v>
                </c:pt>
                <c:pt idx="4361">
                  <c:v>21385.8</c:v>
                </c:pt>
                <c:pt idx="4362">
                  <c:v>21391.7</c:v>
                </c:pt>
                <c:pt idx="4363">
                  <c:v>21344.5</c:v>
                </c:pt>
                <c:pt idx="4364">
                  <c:v>21256</c:v>
                </c:pt>
                <c:pt idx="4365">
                  <c:v>21390.5</c:v>
                </c:pt>
                <c:pt idx="4366">
                  <c:v>21484.9</c:v>
                </c:pt>
                <c:pt idx="4367">
                  <c:v>21484.9</c:v>
                </c:pt>
                <c:pt idx="4368">
                  <c:v>21484.9</c:v>
                </c:pt>
                <c:pt idx="4369">
                  <c:v>21479</c:v>
                </c:pt>
                <c:pt idx="4370">
                  <c:v>21566</c:v>
                </c:pt>
                <c:pt idx="4371">
                  <c:v>21536.5</c:v>
                </c:pt>
                <c:pt idx="4372">
                  <c:v>21536.5</c:v>
                </c:pt>
                <c:pt idx="4373">
                  <c:v>21566</c:v>
                </c:pt>
                <c:pt idx="4374">
                  <c:v>21566</c:v>
                </c:pt>
                <c:pt idx="4375">
                  <c:v>21566</c:v>
                </c:pt>
                <c:pt idx="4376">
                  <c:v>21566</c:v>
                </c:pt>
                <c:pt idx="4377">
                  <c:v>21642.400000000001</c:v>
                </c:pt>
                <c:pt idx="4378">
                  <c:v>21713.200000000001</c:v>
                </c:pt>
                <c:pt idx="4379">
                  <c:v>21819.4</c:v>
                </c:pt>
                <c:pt idx="4380">
                  <c:v>21772.2</c:v>
                </c:pt>
                <c:pt idx="4381">
                  <c:v>21799.200000000001</c:v>
                </c:pt>
                <c:pt idx="4382">
                  <c:v>21799.200000000001</c:v>
                </c:pt>
                <c:pt idx="4383">
                  <c:v>21799.200000000001</c:v>
                </c:pt>
                <c:pt idx="4384">
                  <c:v>21752</c:v>
                </c:pt>
                <c:pt idx="4385">
                  <c:v>21752</c:v>
                </c:pt>
                <c:pt idx="4386">
                  <c:v>22222.5</c:v>
                </c:pt>
                <c:pt idx="4387">
                  <c:v>22134</c:v>
                </c:pt>
                <c:pt idx="4388">
                  <c:v>22134</c:v>
                </c:pt>
                <c:pt idx="4389">
                  <c:v>22134</c:v>
                </c:pt>
                <c:pt idx="4390">
                  <c:v>22057.3</c:v>
                </c:pt>
                <c:pt idx="4391">
                  <c:v>22604.5</c:v>
                </c:pt>
                <c:pt idx="4392">
                  <c:v>22557.3</c:v>
                </c:pt>
                <c:pt idx="4393">
                  <c:v>22575</c:v>
                </c:pt>
                <c:pt idx="4394">
                  <c:v>22575</c:v>
                </c:pt>
                <c:pt idx="4395">
                  <c:v>22521</c:v>
                </c:pt>
                <c:pt idx="4396">
                  <c:v>22521</c:v>
                </c:pt>
                <c:pt idx="4397">
                  <c:v>22639</c:v>
                </c:pt>
                <c:pt idx="4398">
                  <c:v>22606</c:v>
                </c:pt>
                <c:pt idx="4399">
                  <c:v>22653.200000000001</c:v>
                </c:pt>
                <c:pt idx="4400">
                  <c:v>22488</c:v>
                </c:pt>
                <c:pt idx="4401">
                  <c:v>22535.200000000001</c:v>
                </c:pt>
                <c:pt idx="4402">
                  <c:v>22535.200000000001</c:v>
                </c:pt>
                <c:pt idx="4403">
                  <c:v>22535.200000000001</c:v>
                </c:pt>
                <c:pt idx="4404">
                  <c:v>22576.5</c:v>
                </c:pt>
                <c:pt idx="4405">
                  <c:v>22576.5</c:v>
                </c:pt>
                <c:pt idx="4406">
                  <c:v>22576.5</c:v>
                </c:pt>
                <c:pt idx="4407">
                  <c:v>22606</c:v>
                </c:pt>
                <c:pt idx="4408">
                  <c:v>22629.599999999999</c:v>
                </c:pt>
                <c:pt idx="4409">
                  <c:v>22629.599999999999</c:v>
                </c:pt>
                <c:pt idx="4410">
                  <c:v>22629.599999999999</c:v>
                </c:pt>
                <c:pt idx="4411">
                  <c:v>22606</c:v>
                </c:pt>
                <c:pt idx="4412">
                  <c:v>22606</c:v>
                </c:pt>
                <c:pt idx="4413">
                  <c:v>22641.4</c:v>
                </c:pt>
                <c:pt idx="4414">
                  <c:v>22676.799999999999</c:v>
                </c:pt>
                <c:pt idx="4415">
                  <c:v>22676.799999999999</c:v>
                </c:pt>
                <c:pt idx="4416">
                  <c:v>22676.799999999999</c:v>
                </c:pt>
                <c:pt idx="4417">
                  <c:v>22676.799999999999</c:v>
                </c:pt>
                <c:pt idx="4418">
                  <c:v>22676.799999999999</c:v>
                </c:pt>
                <c:pt idx="4419">
                  <c:v>22665</c:v>
                </c:pt>
                <c:pt idx="4420">
                  <c:v>22635.5</c:v>
                </c:pt>
                <c:pt idx="4421">
                  <c:v>22670.9</c:v>
                </c:pt>
                <c:pt idx="4422">
                  <c:v>22706.3</c:v>
                </c:pt>
                <c:pt idx="4423">
                  <c:v>22706.3</c:v>
                </c:pt>
                <c:pt idx="4424">
                  <c:v>22753.5</c:v>
                </c:pt>
                <c:pt idx="4425">
                  <c:v>22753.5</c:v>
                </c:pt>
                <c:pt idx="4426">
                  <c:v>22753.5</c:v>
                </c:pt>
                <c:pt idx="4427">
                  <c:v>22753.5</c:v>
                </c:pt>
                <c:pt idx="4428">
                  <c:v>22753.5</c:v>
                </c:pt>
                <c:pt idx="4429">
                  <c:v>22753.5</c:v>
                </c:pt>
                <c:pt idx="4430">
                  <c:v>22753.5</c:v>
                </c:pt>
                <c:pt idx="4431">
                  <c:v>22753.5</c:v>
                </c:pt>
                <c:pt idx="4432">
                  <c:v>22753.5</c:v>
                </c:pt>
                <c:pt idx="4433">
                  <c:v>22753.5</c:v>
                </c:pt>
                <c:pt idx="4434">
                  <c:v>22753.5</c:v>
                </c:pt>
                <c:pt idx="4435">
                  <c:v>22771.200000000001</c:v>
                </c:pt>
                <c:pt idx="4436">
                  <c:v>22800.7</c:v>
                </c:pt>
                <c:pt idx="4437">
                  <c:v>22794.799999999999</c:v>
                </c:pt>
                <c:pt idx="4438">
                  <c:v>22794.799999999999</c:v>
                </c:pt>
                <c:pt idx="4439">
                  <c:v>22794.799999999999</c:v>
                </c:pt>
                <c:pt idx="4440">
                  <c:v>23460</c:v>
                </c:pt>
                <c:pt idx="4441">
                  <c:v>23489.5</c:v>
                </c:pt>
                <c:pt idx="4442">
                  <c:v>23453.200000000001</c:v>
                </c:pt>
                <c:pt idx="4443">
                  <c:v>23441.4</c:v>
                </c:pt>
                <c:pt idx="4444">
                  <c:v>23441.4</c:v>
                </c:pt>
                <c:pt idx="4445">
                  <c:v>23441.4</c:v>
                </c:pt>
                <c:pt idx="4446">
                  <c:v>23441.4</c:v>
                </c:pt>
                <c:pt idx="4447">
                  <c:v>23441.4</c:v>
                </c:pt>
                <c:pt idx="4448">
                  <c:v>23476.799999999999</c:v>
                </c:pt>
                <c:pt idx="4449">
                  <c:v>23476.799999999999</c:v>
                </c:pt>
                <c:pt idx="4450">
                  <c:v>23435.5</c:v>
                </c:pt>
                <c:pt idx="4451">
                  <c:v>23435.5</c:v>
                </c:pt>
                <c:pt idx="4452">
                  <c:v>23435.5</c:v>
                </c:pt>
                <c:pt idx="4453">
                  <c:v>23917.8</c:v>
                </c:pt>
                <c:pt idx="4454">
                  <c:v>23894.2</c:v>
                </c:pt>
                <c:pt idx="4455">
                  <c:v>23823.4</c:v>
                </c:pt>
                <c:pt idx="4456">
                  <c:v>23817.5</c:v>
                </c:pt>
                <c:pt idx="4457">
                  <c:v>23876.5</c:v>
                </c:pt>
                <c:pt idx="4458">
                  <c:v>23876.5</c:v>
                </c:pt>
                <c:pt idx="4459">
                  <c:v>23876.5</c:v>
                </c:pt>
                <c:pt idx="4460">
                  <c:v>23852.9</c:v>
                </c:pt>
                <c:pt idx="4461">
                  <c:v>23852.9</c:v>
                </c:pt>
                <c:pt idx="4462">
                  <c:v>23852.9</c:v>
                </c:pt>
                <c:pt idx="4463">
                  <c:v>23823.4</c:v>
                </c:pt>
                <c:pt idx="4464">
                  <c:v>23858.799999999999</c:v>
                </c:pt>
                <c:pt idx="4465">
                  <c:v>23858.799999999999</c:v>
                </c:pt>
                <c:pt idx="4466">
                  <c:v>23858.799999999999</c:v>
                </c:pt>
                <c:pt idx="4467">
                  <c:v>23829.3</c:v>
                </c:pt>
                <c:pt idx="4468">
                  <c:v>23847</c:v>
                </c:pt>
                <c:pt idx="4469">
                  <c:v>24347</c:v>
                </c:pt>
                <c:pt idx="4470">
                  <c:v>24347</c:v>
                </c:pt>
                <c:pt idx="4471">
                  <c:v>24352.9</c:v>
                </c:pt>
                <c:pt idx="4472">
                  <c:v>24352.9</c:v>
                </c:pt>
                <c:pt idx="4473">
                  <c:v>24352.9</c:v>
                </c:pt>
                <c:pt idx="4474">
                  <c:v>24460.9</c:v>
                </c:pt>
                <c:pt idx="4475">
                  <c:v>24472.7</c:v>
                </c:pt>
                <c:pt idx="4476">
                  <c:v>24490.400000000001</c:v>
                </c:pt>
                <c:pt idx="4477">
                  <c:v>24490.400000000001</c:v>
                </c:pt>
                <c:pt idx="4478">
                  <c:v>24490.400000000001</c:v>
                </c:pt>
                <c:pt idx="4479">
                  <c:v>24490.400000000001</c:v>
                </c:pt>
                <c:pt idx="4480">
                  <c:v>24490.400000000001</c:v>
                </c:pt>
                <c:pt idx="4481">
                  <c:v>24955</c:v>
                </c:pt>
                <c:pt idx="4482">
                  <c:v>24960.9</c:v>
                </c:pt>
                <c:pt idx="4483">
                  <c:v>24943.200000000001</c:v>
                </c:pt>
                <c:pt idx="4484">
                  <c:v>24943.200000000001</c:v>
                </c:pt>
                <c:pt idx="4485">
                  <c:v>24943.200000000001</c:v>
                </c:pt>
                <c:pt idx="4486">
                  <c:v>24943.200000000001</c:v>
                </c:pt>
                <c:pt idx="4487">
                  <c:v>24943.200000000001</c:v>
                </c:pt>
                <c:pt idx="4488">
                  <c:v>24866.5</c:v>
                </c:pt>
                <c:pt idx="4489">
                  <c:v>24837</c:v>
                </c:pt>
                <c:pt idx="4490">
                  <c:v>24913</c:v>
                </c:pt>
                <c:pt idx="4491">
                  <c:v>24895.3</c:v>
                </c:pt>
                <c:pt idx="4492">
                  <c:v>24989.7</c:v>
                </c:pt>
                <c:pt idx="4493">
                  <c:v>24989.7</c:v>
                </c:pt>
                <c:pt idx="4494">
                  <c:v>24989.7</c:v>
                </c:pt>
                <c:pt idx="4495">
                  <c:v>24989.7</c:v>
                </c:pt>
                <c:pt idx="4496">
                  <c:v>24948.400000000001</c:v>
                </c:pt>
                <c:pt idx="4497">
                  <c:v>25448.400000000001</c:v>
                </c:pt>
                <c:pt idx="4498">
                  <c:v>25442.5</c:v>
                </c:pt>
                <c:pt idx="4499">
                  <c:v>25942.5</c:v>
                </c:pt>
                <c:pt idx="4500">
                  <c:v>25942.5</c:v>
                </c:pt>
                <c:pt idx="4501">
                  <c:v>25942.5</c:v>
                </c:pt>
                <c:pt idx="4502">
                  <c:v>25942.5</c:v>
                </c:pt>
                <c:pt idx="4503">
                  <c:v>25942.5</c:v>
                </c:pt>
                <c:pt idx="4504">
                  <c:v>26365.8</c:v>
                </c:pt>
                <c:pt idx="4505">
                  <c:v>26942.5</c:v>
                </c:pt>
                <c:pt idx="4506">
                  <c:v>26842.2</c:v>
                </c:pt>
                <c:pt idx="4507">
                  <c:v>26842.2</c:v>
                </c:pt>
                <c:pt idx="4508">
                  <c:v>26842.2</c:v>
                </c:pt>
                <c:pt idx="4509">
                  <c:v>26824.5</c:v>
                </c:pt>
                <c:pt idx="4510">
                  <c:v>26747.8</c:v>
                </c:pt>
                <c:pt idx="4511">
                  <c:v>26784.1</c:v>
                </c:pt>
                <c:pt idx="4512">
                  <c:v>26807.7</c:v>
                </c:pt>
                <c:pt idx="4513">
                  <c:v>27402.1</c:v>
                </c:pt>
                <c:pt idx="4514">
                  <c:v>27402.1</c:v>
                </c:pt>
                <c:pt idx="4515">
                  <c:v>27402.1</c:v>
                </c:pt>
                <c:pt idx="4516">
                  <c:v>27908</c:v>
                </c:pt>
                <c:pt idx="4517">
                  <c:v>27908</c:v>
                </c:pt>
                <c:pt idx="4518">
                  <c:v>27801.8</c:v>
                </c:pt>
                <c:pt idx="4519">
                  <c:v>28349</c:v>
                </c:pt>
                <c:pt idx="4520">
                  <c:v>28349</c:v>
                </c:pt>
                <c:pt idx="4521">
                  <c:v>28349</c:v>
                </c:pt>
                <c:pt idx="4522">
                  <c:v>28349</c:v>
                </c:pt>
                <c:pt idx="4523">
                  <c:v>28431.599999999999</c:v>
                </c:pt>
                <c:pt idx="4524">
                  <c:v>28467</c:v>
                </c:pt>
                <c:pt idx="4525">
                  <c:v>28577.5</c:v>
                </c:pt>
                <c:pt idx="4526">
                  <c:v>28577.5</c:v>
                </c:pt>
                <c:pt idx="4527">
                  <c:v>28565.7</c:v>
                </c:pt>
                <c:pt idx="4528">
                  <c:v>28565.7</c:v>
                </c:pt>
                <c:pt idx="4529">
                  <c:v>28589.3</c:v>
                </c:pt>
                <c:pt idx="4530">
                  <c:v>28607</c:v>
                </c:pt>
                <c:pt idx="4531">
                  <c:v>28643.3</c:v>
                </c:pt>
                <c:pt idx="4532">
                  <c:v>28649.200000000001</c:v>
                </c:pt>
                <c:pt idx="4533">
                  <c:v>28649.200000000001</c:v>
                </c:pt>
                <c:pt idx="4534">
                  <c:v>28643.3</c:v>
                </c:pt>
                <c:pt idx="4535">
                  <c:v>28643.3</c:v>
                </c:pt>
                <c:pt idx="4536">
                  <c:v>28643.3</c:v>
                </c:pt>
                <c:pt idx="4537">
                  <c:v>28666.9</c:v>
                </c:pt>
                <c:pt idx="4538">
                  <c:v>28714.1</c:v>
                </c:pt>
                <c:pt idx="4539">
                  <c:v>28714.1</c:v>
                </c:pt>
                <c:pt idx="4540">
                  <c:v>28690.5</c:v>
                </c:pt>
                <c:pt idx="4541">
                  <c:v>28714.1</c:v>
                </c:pt>
                <c:pt idx="4542">
                  <c:v>28714.1</c:v>
                </c:pt>
                <c:pt idx="4543">
                  <c:v>28714.1</c:v>
                </c:pt>
                <c:pt idx="4544">
                  <c:v>28702.3</c:v>
                </c:pt>
                <c:pt idx="4545">
                  <c:v>28759.7</c:v>
                </c:pt>
                <c:pt idx="4546">
                  <c:v>28827.5</c:v>
                </c:pt>
                <c:pt idx="4547">
                  <c:v>28845.200000000001</c:v>
                </c:pt>
                <c:pt idx="4548">
                  <c:v>28868.799999999999</c:v>
                </c:pt>
                <c:pt idx="4549">
                  <c:v>28868.799999999999</c:v>
                </c:pt>
                <c:pt idx="4550">
                  <c:v>28868.799999999999</c:v>
                </c:pt>
                <c:pt idx="4551">
                  <c:v>28868.799999999999</c:v>
                </c:pt>
                <c:pt idx="4552">
                  <c:v>28886.5</c:v>
                </c:pt>
                <c:pt idx="4553">
                  <c:v>28913.5</c:v>
                </c:pt>
                <c:pt idx="4554">
                  <c:v>28919.4</c:v>
                </c:pt>
                <c:pt idx="4555">
                  <c:v>28931.200000000001</c:v>
                </c:pt>
                <c:pt idx="4556">
                  <c:v>28931.200000000001</c:v>
                </c:pt>
                <c:pt idx="4557">
                  <c:v>28931.200000000001</c:v>
                </c:pt>
                <c:pt idx="4558">
                  <c:v>28925.3</c:v>
                </c:pt>
                <c:pt idx="4559">
                  <c:v>29029.9</c:v>
                </c:pt>
                <c:pt idx="4560">
                  <c:v>29012.2</c:v>
                </c:pt>
                <c:pt idx="4561">
                  <c:v>28994.5</c:v>
                </c:pt>
                <c:pt idx="4562">
                  <c:v>28988.6</c:v>
                </c:pt>
                <c:pt idx="4563">
                  <c:v>28988.6</c:v>
                </c:pt>
                <c:pt idx="4564">
                  <c:v>28988.6</c:v>
                </c:pt>
                <c:pt idx="4565">
                  <c:v>28994.5</c:v>
                </c:pt>
                <c:pt idx="4566">
                  <c:v>29006.3</c:v>
                </c:pt>
                <c:pt idx="4567">
                  <c:v>29000.400000000001</c:v>
                </c:pt>
                <c:pt idx="4568">
                  <c:v>28965</c:v>
                </c:pt>
                <c:pt idx="4569">
                  <c:v>28935.5</c:v>
                </c:pt>
                <c:pt idx="4570">
                  <c:v>28935.5</c:v>
                </c:pt>
                <c:pt idx="4571">
                  <c:v>28935.5</c:v>
                </c:pt>
                <c:pt idx="4572">
                  <c:v>28941.4</c:v>
                </c:pt>
                <c:pt idx="4573">
                  <c:v>28941.4</c:v>
                </c:pt>
                <c:pt idx="4574">
                  <c:v>28935.5</c:v>
                </c:pt>
                <c:pt idx="4575">
                  <c:v>28941.4</c:v>
                </c:pt>
                <c:pt idx="4576">
                  <c:v>28935.5</c:v>
                </c:pt>
                <c:pt idx="4577">
                  <c:v>28989.5</c:v>
                </c:pt>
                <c:pt idx="4578">
                  <c:v>28989.5</c:v>
                </c:pt>
                <c:pt idx="4579">
                  <c:v>29024.9</c:v>
                </c:pt>
                <c:pt idx="4580">
                  <c:v>29030.799999999999</c:v>
                </c:pt>
                <c:pt idx="4581">
                  <c:v>29019</c:v>
                </c:pt>
                <c:pt idx="4582">
                  <c:v>28983.599999999999</c:v>
                </c:pt>
                <c:pt idx="4583">
                  <c:v>28989.5</c:v>
                </c:pt>
                <c:pt idx="4584">
                  <c:v>28989.5</c:v>
                </c:pt>
                <c:pt idx="4585">
                  <c:v>28989.5</c:v>
                </c:pt>
                <c:pt idx="4586">
                  <c:v>28977.7</c:v>
                </c:pt>
                <c:pt idx="4587">
                  <c:v>28971.8</c:v>
                </c:pt>
                <c:pt idx="4588">
                  <c:v>29019</c:v>
                </c:pt>
                <c:pt idx="4589">
                  <c:v>29048.5</c:v>
                </c:pt>
                <c:pt idx="4590">
                  <c:v>29030.799999999999</c:v>
                </c:pt>
                <c:pt idx="4591">
                  <c:v>29030.799999999999</c:v>
                </c:pt>
                <c:pt idx="4592">
                  <c:v>29030.799999999999</c:v>
                </c:pt>
                <c:pt idx="4593">
                  <c:v>29024.9</c:v>
                </c:pt>
                <c:pt idx="4594">
                  <c:v>29007.200000000001</c:v>
                </c:pt>
                <c:pt idx="4595">
                  <c:v>29013.1</c:v>
                </c:pt>
                <c:pt idx="4596">
                  <c:v>29007.200000000001</c:v>
                </c:pt>
                <c:pt idx="4597">
                  <c:v>28912.799999999999</c:v>
                </c:pt>
                <c:pt idx="4598">
                  <c:v>28912.799999999999</c:v>
                </c:pt>
                <c:pt idx="4599">
                  <c:v>28912.799999999999</c:v>
                </c:pt>
                <c:pt idx="4600">
                  <c:v>28895.1</c:v>
                </c:pt>
                <c:pt idx="4601">
                  <c:v>28889.200000000001</c:v>
                </c:pt>
                <c:pt idx="4602">
                  <c:v>28889.200000000001</c:v>
                </c:pt>
                <c:pt idx="4603">
                  <c:v>28695.1</c:v>
                </c:pt>
                <c:pt idx="4604">
                  <c:v>28748.2</c:v>
                </c:pt>
                <c:pt idx="4605">
                  <c:v>28748.2</c:v>
                </c:pt>
                <c:pt idx="4606">
                  <c:v>28748.2</c:v>
                </c:pt>
                <c:pt idx="4607">
                  <c:v>28760</c:v>
                </c:pt>
                <c:pt idx="4608">
                  <c:v>28683.3</c:v>
                </c:pt>
                <c:pt idx="4609">
                  <c:v>28712.799999999999</c:v>
                </c:pt>
                <c:pt idx="4610">
                  <c:v>28424.6</c:v>
                </c:pt>
                <c:pt idx="4611">
                  <c:v>28418.7</c:v>
                </c:pt>
                <c:pt idx="4612">
                  <c:v>28418.7</c:v>
                </c:pt>
                <c:pt idx="4613">
                  <c:v>28418.7</c:v>
                </c:pt>
                <c:pt idx="4614">
                  <c:v>28406.9</c:v>
                </c:pt>
                <c:pt idx="4615">
                  <c:v>28395.1</c:v>
                </c:pt>
                <c:pt idx="4616">
                  <c:v>28353.8</c:v>
                </c:pt>
                <c:pt idx="4617">
                  <c:v>28353.8</c:v>
                </c:pt>
                <c:pt idx="4618">
                  <c:v>28395.1</c:v>
                </c:pt>
                <c:pt idx="4619">
                  <c:v>28395.1</c:v>
                </c:pt>
                <c:pt idx="4620">
                  <c:v>28395.1</c:v>
                </c:pt>
                <c:pt idx="4621">
                  <c:v>27889.200000000001</c:v>
                </c:pt>
                <c:pt idx="4622">
                  <c:v>27871.5</c:v>
                </c:pt>
                <c:pt idx="4623">
                  <c:v>27871.5</c:v>
                </c:pt>
                <c:pt idx="4624">
                  <c:v>27883.3</c:v>
                </c:pt>
                <c:pt idx="4625">
                  <c:v>27871.5</c:v>
                </c:pt>
                <c:pt idx="4626">
                  <c:v>27871.5</c:v>
                </c:pt>
                <c:pt idx="4627">
                  <c:v>27871.5</c:v>
                </c:pt>
                <c:pt idx="4628">
                  <c:v>27912.799999999999</c:v>
                </c:pt>
                <c:pt idx="4629">
                  <c:v>26912.799999999999</c:v>
                </c:pt>
                <c:pt idx="4630">
                  <c:v>26871.5</c:v>
                </c:pt>
                <c:pt idx="4631">
                  <c:v>26365.599999999999</c:v>
                </c:pt>
                <c:pt idx="4632">
                  <c:v>26336.1</c:v>
                </c:pt>
                <c:pt idx="4633">
                  <c:v>26336.1</c:v>
                </c:pt>
                <c:pt idx="4634">
                  <c:v>26336.1</c:v>
                </c:pt>
                <c:pt idx="4635">
                  <c:v>26312.5</c:v>
                </c:pt>
                <c:pt idx="4636">
                  <c:v>26312.5</c:v>
                </c:pt>
                <c:pt idx="4637">
                  <c:v>25365.599999999999</c:v>
                </c:pt>
                <c:pt idx="4638">
                  <c:v>25365.599999999999</c:v>
                </c:pt>
                <c:pt idx="4639">
                  <c:v>25353.8</c:v>
                </c:pt>
                <c:pt idx="4640">
                  <c:v>25353.8</c:v>
                </c:pt>
                <c:pt idx="4641">
                  <c:v>25353.8</c:v>
                </c:pt>
                <c:pt idx="4642">
                  <c:v>25377.4</c:v>
                </c:pt>
                <c:pt idx="4643">
                  <c:v>24356.75</c:v>
                </c:pt>
                <c:pt idx="4644">
                  <c:v>24347.9</c:v>
                </c:pt>
                <c:pt idx="4645">
                  <c:v>24636.1</c:v>
                </c:pt>
                <c:pt idx="4646">
                  <c:v>24636.1</c:v>
                </c:pt>
                <c:pt idx="4647">
                  <c:v>24636.1</c:v>
                </c:pt>
                <c:pt idx="4648">
                  <c:v>24636.1</c:v>
                </c:pt>
                <c:pt idx="4649">
                  <c:v>24636.1</c:v>
                </c:pt>
                <c:pt idx="4650">
                  <c:v>24642</c:v>
                </c:pt>
                <c:pt idx="4651">
                  <c:v>24665.599999999999</c:v>
                </c:pt>
                <c:pt idx="4652">
                  <c:v>24677.4</c:v>
                </c:pt>
                <c:pt idx="4653">
                  <c:v>24677.4</c:v>
                </c:pt>
                <c:pt idx="4654">
                  <c:v>24671.5</c:v>
                </c:pt>
                <c:pt idx="4655">
                  <c:v>24671.5</c:v>
                </c:pt>
                <c:pt idx="4656">
                  <c:v>24671.5</c:v>
                </c:pt>
                <c:pt idx="4657">
                  <c:v>24671.5</c:v>
                </c:pt>
                <c:pt idx="4658">
                  <c:v>24671.5</c:v>
                </c:pt>
                <c:pt idx="4659">
                  <c:v>24671.5</c:v>
                </c:pt>
                <c:pt idx="4660">
                  <c:v>24671.5</c:v>
                </c:pt>
                <c:pt idx="4661">
                  <c:v>24671.5</c:v>
                </c:pt>
                <c:pt idx="4662">
                  <c:v>24671.5</c:v>
                </c:pt>
                <c:pt idx="4663">
                  <c:v>24653.8</c:v>
                </c:pt>
                <c:pt idx="4664">
                  <c:v>24231.7</c:v>
                </c:pt>
                <c:pt idx="4665">
                  <c:v>23696.3</c:v>
                </c:pt>
                <c:pt idx="4666">
                  <c:v>23525.8</c:v>
                </c:pt>
                <c:pt idx="4667">
                  <c:v>22714</c:v>
                </c:pt>
                <c:pt idx="4668">
                  <c:v>22714</c:v>
                </c:pt>
                <c:pt idx="4669">
                  <c:v>22714</c:v>
                </c:pt>
                <c:pt idx="4670">
                  <c:v>22184.5</c:v>
                </c:pt>
                <c:pt idx="4671">
                  <c:v>22219.9</c:v>
                </c:pt>
                <c:pt idx="4672">
                  <c:v>22231.7</c:v>
                </c:pt>
                <c:pt idx="4673">
                  <c:v>22179.8</c:v>
                </c:pt>
                <c:pt idx="4674">
                  <c:v>22179.8</c:v>
                </c:pt>
                <c:pt idx="4675">
                  <c:v>22179.8</c:v>
                </c:pt>
                <c:pt idx="4676">
                  <c:v>22179.8</c:v>
                </c:pt>
                <c:pt idx="4677">
                  <c:v>21203.4</c:v>
                </c:pt>
                <c:pt idx="4678">
                  <c:v>19203.400000000001</c:v>
                </c:pt>
                <c:pt idx="4679">
                  <c:v>17197.5</c:v>
                </c:pt>
                <c:pt idx="4680">
                  <c:v>15250.6</c:v>
                </c:pt>
                <c:pt idx="4681">
                  <c:v>15262.4</c:v>
                </c:pt>
                <c:pt idx="4682">
                  <c:v>15262.4</c:v>
                </c:pt>
                <c:pt idx="4683">
                  <c:v>15262.4</c:v>
                </c:pt>
                <c:pt idx="4684">
                  <c:v>14368.6</c:v>
                </c:pt>
                <c:pt idx="4685">
                  <c:v>14356.8</c:v>
                </c:pt>
                <c:pt idx="4686">
                  <c:v>14374.5</c:v>
                </c:pt>
                <c:pt idx="4687">
                  <c:v>14427.6</c:v>
                </c:pt>
                <c:pt idx="4688">
                  <c:v>14404</c:v>
                </c:pt>
                <c:pt idx="4689">
                  <c:v>14404</c:v>
                </c:pt>
                <c:pt idx="4690">
                  <c:v>14404</c:v>
                </c:pt>
                <c:pt idx="4691">
                  <c:v>14392.2</c:v>
                </c:pt>
                <c:pt idx="4692">
                  <c:v>14439.4</c:v>
                </c:pt>
                <c:pt idx="4693">
                  <c:v>14509.6</c:v>
                </c:pt>
                <c:pt idx="4694">
                  <c:v>14509.6</c:v>
                </c:pt>
                <c:pt idx="4695">
                  <c:v>14515.5</c:v>
                </c:pt>
                <c:pt idx="4696">
                  <c:v>14515.5</c:v>
                </c:pt>
                <c:pt idx="4697">
                  <c:v>14515.5</c:v>
                </c:pt>
                <c:pt idx="4698">
                  <c:v>14550.9</c:v>
                </c:pt>
                <c:pt idx="4699">
                  <c:v>14556.8</c:v>
                </c:pt>
                <c:pt idx="4700">
                  <c:v>14639.4</c:v>
                </c:pt>
                <c:pt idx="4701">
                  <c:v>14651.2</c:v>
                </c:pt>
                <c:pt idx="4702">
                  <c:v>14604</c:v>
                </c:pt>
                <c:pt idx="4703">
                  <c:v>14604</c:v>
                </c:pt>
                <c:pt idx="4704">
                  <c:v>14604</c:v>
                </c:pt>
                <c:pt idx="4705">
                  <c:v>14127.6</c:v>
                </c:pt>
                <c:pt idx="4706">
                  <c:v>14174.2</c:v>
                </c:pt>
                <c:pt idx="4707">
                  <c:v>14239.1</c:v>
                </c:pt>
                <c:pt idx="4708">
                  <c:v>14245</c:v>
                </c:pt>
                <c:pt idx="4709">
                  <c:v>14295.6</c:v>
                </c:pt>
                <c:pt idx="4710">
                  <c:v>14295.6</c:v>
                </c:pt>
                <c:pt idx="4711">
                  <c:v>14295.6</c:v>
                </c:pt>
                <c:pt idx="4712">
                  <c:v>14395.9</c:v>
                </c:pt>
                <c:pt idx="4713">
                  <c:v>14390</c:v>
                </c:pt>
                <c:pt idx="4714">
                  <c:v>14360.5</c:v>
                </c:pt>
                <c:pt idx="4715">
                  <c:v>14366.4</c:v>
                </c:pt>
                <c:pt idx="4716">
                  <c:v>14390</c:v>
                </c:pt>
                <c:pt idx="4717">
                  <c:v>14390</c:v>
                </c:pt>
                <c:pt idx="4718">
                  <c:v>14390</c:v>
                </c:pt>
                <c:pt idx="4719">
                  <c:v>14417</c:v>
                </c:pt>
                <c:pt idx="4720">
                  <c:v>14411.1</c:v>
                </c:pt>
                <c:pt idx="4721">
                  <c:v>14363.9</c:v>
                </c:pt>
                <c:pt idx="4722">
                  <c:v>14369.8</c:v>
                </c:pt>
                <c:pt idx="4723">
                  <c:v>14358</c:v>
                </c:pt>
                <c:pt idx="4724">
                  <c:v>14358</c:v>
                </c:pt>
                <c:pt idx="4725">
                  <c:v>14358</c:v>
                </c:pt>
                <c:pt idx="4726">
                  <c:v>14381.6</c:v>
                </c:pt>
                <c:pt idx="4727">
                  <c:v>14434.7</c:v>
                </c:pt>
                <c:pt idx="4728">
                  <c:v>14440.6</c:v>
                </c:pt>
                <c:pt idx="4729">
                  <c:v>14411.1</c:v>
                </c:pt>
                <c:pt idx="4730">
                  <c:v>14393.4</c:v>
                </c:pt>
                <c:pt idx="4731">
                  <c:v>14393.4</c:v>
                </c:pt>
                <c:pt idx="4732">
                  <c:v>14393.4</c:v>
                </c:pt>
                <c:pt idx="4733">
                  <c:v>14399.3</c:v>
                </c:pt>
                <c:pt idx="4734">
                  <c:v>14422.9</c:v>
                </c:pt>
                <c:pt idx="4735">
                  <c:v>14422.9</c:v>
                </c:pt>
                <c:pt idx="4736">
                  <c:v>14428.8</c:v>
                </c:pt>
                <c:pt idx="4737">
                  <c:v>14434.7</c:v>
                </c:pt>
                <c:pt idx="4738">
                  <c:v>14434.7</c:v>
                </c:pt>
                <c:pt idx="4739">
                  <c:v>14434.7</c:v>
                </c:pt>
                <c:pt idx="4740">
                  <c:v>14440.6</c:v>
                </c:pt>
                <c:pt idx="4741">
                  <c:v>13999.6</c:v>
                </c:pt>
                <c:pt idx="4742">
                  <c:v>13993.7</c:v>
                </c:pt>
                <c:pt idx="4743">
                  <c:v>13976</c:v>
                </c:pt>
                <c:pt idx="4744">
                  <c:v>13484.85</c:v>
                </c:pt>
                <c:pt idx="4745">
                  <c:v>13476</c:v>
                </c:pt>
                <c:pt idx="4746">
                  <c:v>13476</c:v>
                </c:pt>
                <c:pt idx="4747">
                  <c:v>13476</c:v>
                </c:pt>
                <c:pt idx="4748">
                  <c:v>13476</c:v>
                </c:pt>
                <c:pt idx="4749">
                  <c:v>13476</c:v>
                </c:pt>
                <c:pt idx="4750">
                  <c:v>13458.3</c:v>
                </c:pt>
                <c:pt idx="4751">
                  <c:v>13428.8</c:v>
                </c:pt>
                <c:pt idx="4752">
                  <c:v>13428.8</c:v>
                </c:pt>
                <c:pt idx="4753">
                  <c:v>13428.8</c:v>
                </c:pt>
                <c:pt idx="4754">
                  <c:v>13428.8</c:v>
                </c:pt>
                <c:pt idx="4755">
                  <c:v>13437.65</c:v>
                </c:pt>
                <c:pt idx="4756">
                  <c:v>13417</c:v>
                </c:pt>
                <c:pt idx="4757">
                  <c:v>13217</c:v>
                </c:pt>
                <c:pt idx="4758">
                  <c:v>12911.1</c:v>
                </c:pt>
                <c:pt idx="4759">
                  <c:v>12911.1</c:v>
                </c:pt>
                <c:pt idx="4760">
                  <c:v>12911.1</c:v>
                </c:pt>
                <c:pt idx="4761">
                  <c:v>12911.1</c:v>
                </c:pt>
                <c:pt idx="4762">
                  <c:v>12911.1</c:v>
                </c:pt>
                <c:pt idx="4763">
                  <c:v>12905.2</c:v>
                </c:pt>
                <c:pt idx="4764">
                  <c:v>12919.95</c:v>
                </c:pt>
                <c:pt idx="4765">
                  <c:v>12917</c:v>
                </c:pt>
                <c:pt idx="4766">
                  <c:v>12917</c:v>
                </c:pt>
                <c:pt idx="4767">
                  <c:v>12917</c:v>
                </c:pt>
                <c:pt idx="4768">
                  <c:v>12875.7</c:v>
                </c:pt>
                <c:pt idx="4769">
                  <c:v>12926.3</c:v>
                </c:pt>
                <c:pt idx="4770">
                  <c:v>12938.1</c:v>
                </c:pt>
                <c:pt idx="4771">
                  <c:v>12941.05</c:v>
                </c:pt>
                <c:pt idx="4772">
                  <c:v>12914.5</c:v>
                </c:pt>
                <c:pt idx="4773">
                  <c:v>12914.5</c:v>
                </c:pt>
                <c:pt idx="4774">
                  <c:v>12914.5</c:v>
                </c:pt>
                <c:pt idx="4775">
                  <c:v>12926.3</c:v>
                </c:pt>
                <c:pt idx="4776">
                  <c:v>12944</c:v>
                </c:pt>
                <c:pt idx="4777">
                  <c:v>12926.3</c:v>
                </c:pt>
                <c:pt idx="4778">
                  <c:v>12914.5</c:v>
                </c:pt>
                <c:pt idx="4779">
                  <c:v>12908.6</c:v>
                </c:pt>
                <c:pt idx="4780">
                  <c:v>12908.6</c:v>
                </c:pt>
                <c:pt idx="4781">
                  <c:v>12908.6</c:v>
                </c:pt>
                <c:pt idx="4782">
                  <c:v>12908.6</c:v>
                </c:pt>
                <c:pt idx="4783">
                  <c:v>12908.6</c:v>
                </c:pt>
                <c:pt idx="4784">
                  <c:v>12908.6</c:v>
                </c:pt>
                <c:pt idx="4785">
                  <c:v>12908.6</c:v>
                </c:pt>
                <c:pt idx="4786">
                  <c:v>12908.6</c:v>
                </c:pt>
                <c:pt idx="4787">
                  <c:v>12908.6</c:v>
                </c:pt>
                <c:pt idx="4788">
                  <c:v>12908.6</c:v>
                </c:pt>
                <c:pt idx="4789">
                  <c:v>12885</c:v>
                </c:pt>
                <c:pt idx="4790">
                  <c:v>12931</c:v>
                </c:pt>
                <c:pt idx="4791">
                  <c:v>12942.8</c:v>
                </c:pt>
                <c:pt idx="4792">
                  <c:v>12931</c:v>
                </c:pt>
                <c:pt idx="4793">
                  <c:v>12960.5</c:v>
                </c:pt>
                <c:pt idx="4794">
                  <c:v>12960.5</c:v>
                </c:pt>
                <c:pt idx="4795">
                  <c:v>12960.5</c:v>
                </c:pt>
                <c:pt idx="4796">
                  <c:v>13284.1</c:v>
                </c:pt>
                <c:pt idx="4797">
                  <c:v>13484.1</c:v>
                </c:pt>
                <c:pt idx="4798">
                  <c:v>13478.2</c:v>
                </c:pt>
                <c:pt idx="4799">
                  <c:v>13466.4</c:v>
                </c:pt>
                <c:pt idx="4800">
                  <c:v>13460.5</c:v>
                </c:pt>
                <c:pt idx="4801">
                  <c:v>13460.5</c:v>
                </c:pt>
                <c:pt idx="4802">
                  <c:v>13460.5</c:v>
                </c:pt>
                <c:pt idx="4803">
                  <c:v>13460.5</c:v>
                </c:pt>
                <c:pt idx="4804">
                  <c:v>13439.85</c:v>
                </c:pt>
                <c:pt idx="4805">
                  <c:v>13745.75</c:v>
                </c:pt>
                <c:pt idx="4806">
                  <c:v>13751.65</c:v>
                </c:pt>
                <c:pt idx="4807">
                  <c:v>13748.7</c:v>
                </c:pt>
                <c:pt idx="4808">
                  <c:v>13748.7</c:v>
                </c:pt>
                <c:pt idx="4809">
                  <c:v>13748.7</c:v>
                </c:pt>
                <c:pt idx="4810">
                  <c:v>13674.95</c:v>
                </c:pt>
                <c:pt idx="4811">
                  <c:v>14377.9</c:v>
                </c:pt>
                <c:pt idx="4812">
                  <c:v>14372</c:v>
                </c:pt>
                <c:pt idx="4813">
                  <c:v>14372</c:v>
                </c:pt>
                <c:pt idx="4814">
                  <c:v>14404.45</c:v>
                </c:pt>
                <c:pt idx="4815">
                  <c:v>14404.45</c:v>
                </c:pt>
                <c:pt idx="4816">
                  <c:v>14404.45</c:v>
                </c:pt>
                <c:pt idx="4817">
                  <c:v>14898.55</c:v>
                </c:pt>
                <c:pt idx="4818">
                  <c:v>14872</c:v>
                </c:pt>
                <c:pt idx="4819">
                  <c:v>14872</c:v>
                </c:pt>
                <c:pt idx="4820">
                  <c:v>14883.8</c:v>
                </c:pt>
                <c:pt idx="4821">
                  <c:v>14907.4</c:v>
                </c:pt>
                <c:pt idx="4822">
                  <c:v>14907.4</c:v>
                </c:pt>
                <c:pt idx="4823">
                  <c:v>14907.4</c:v>
                </c:pt>
                <c:pt idx="4824">
                  <c:v>14919.2</c:v>
                </c:pt>
                <c:pt idx="4825">
                  <c:v>14942.8</c:v>
                </c:pt>
                <c:pt idx="4826">
                  <c:v>15239.85</c:v>
                </c:pt>
                <c:pt idx="4827">
                  <c:v>15219.2</c:v>
                </c:pt>
                <c:pt idx="4828">
                  <c:v>15231</c:v>
                </c:pt>
                <c:pt idx="4829">
                  <c:v>15231</c:v>
                </c:pt>
                <c:pt idx="4830">
                  <c:v>15231</c:v>
                </c:pt>
                <c:pt idx="4831">
                  <c:v>15231</c:v>
                </c:pt>
                <c:pt idx="4832">
                  <c:v>15219.2</c:v>
                </c:pt>
                <c:pt idx="4833">
                  <c:v>15928.05</c:v>
                </c:pt>
                <c:pt idx="4834">
                  <c:v>15948.7</c:v>
                </c:pt>
                <c:pt idx="4835">
                  <c:v>15984.1</c:v>
                </c:pt>
                <c:pt idx="4836">
                  <c:v>15984.1</c:v>
                </c:pt>
                <c:pt idx="4837">
                  <c:v>15984.1</c:v>
                </c:pt>
                <c:pt idx="4838">
                  <c:v>15984.1</c:v>
                </c:pt>
                <c:pt idx="4839">
                  <c:v>16014.5</c:v>
                </c:pt>
                <c:pt idx="4840">
                  <c:v>16032.2</c:v>
                </c:pt>
                <c:pt idx="4841">
                  <c:v>16032.2</c:v>
                </c:pt>
                <c:pt idx="4842">
                  <c:v>16032.2</c:v>
                </c:pt>
                <c:pt idx="4843">
                  <c:v>16032.2</c:v>
                </c:pt>
                <c:pt idx="4844">
                  <c:v>16032.2</c:v>
                </c:pt>
                <c:pt idx="4845">
                  <c:v>15939</c:v>
                </c:pt>
                <c:pt idx="4846">
                  <c:v>15947.85</c:v>
                </c:pt>
                <c:pt idx="4847">
                  <c:v>16268.5</c:v>
                </c:pt>
                <c:pt idx="4848">
                  <c:v>16271.45</c:v>
                </c:pt>
                <c:pt idx="4849">
                  <c:v>16280.3</c:v>
                </c:pt>
                <c:pt idx="4850">
                  <c:v>16280.3</c:v>
                </c:pt>
                <c:pt idx="4851">
                  <c:v>16280.3</c:v>
                </c:pt>
                <c:pt idx="4852">
                  <c:v>16274.400000000001</c:v>
                </c:pt>
                <c:pt idx="4853">
                  <c:v>16393.75</c:v>
                </c:pt>
                <c:pt idx="4854">
                  <c:v>16384.900000000001</c:v>
                </c:pt>
                <c:pt idx="4855">
                  <c:v>16390.8</c:v>
                </c:pt>
                <c:pt idx="4856">
                  <c:v>16411.45</c:v>
                </c:pt>
                <c:pt idx="4857">
                  <c:v>16411.45</c:v>
                </c:pt>
                <c:pt idx="4858">
                  <c:v>16411.45</c:v>
                </c:pt>
                <c:pt idx="4859">
                  <c:v>16396.7</c:v>
                </c:pt>
                <c:pt idx="4860">
                  <c:v>16402.599999999999</c:v>
                </c:pt>
                <c:pt idx="4861">
                  <c:v>16414.400000000001</c:v>
                </c:pt>
                <c:pt idx="4862">
                  <c:v>16411.45</c:v>
                </c:pt>
                <c:pt idx="4863">
                  <c:v>16411.45</c:v>
                </c:pt>
                <c:pt idx="4864">
                  <c:v>16411.45</c:v>
                </c:pt>
                <c:pt idx="4865">
                  <c:v>16192</c:v>
                </c:pt>
                <c:pt idx="4866">
                  <c:v>16194.95</c:v>
                </c:pt>
                <c:pt idx="4867">
                  <c:v>16203.8</c:v>
                </c:pt>
                <c:pt idx="4868">
                  <c:v>16203.8</c:v>
                </c:pt>
                <c:pt idx="4869">
                  <c:v>16203.8</c:v>
                </c:pt>
                <c:pt idx="4870">
                  <c:v>16203.8</c:v>
                </c:pt>
                <c:pt idx="4871">
                  <c:v>16203.8</c:v>
                </c:pt>
                <c:pt idx="4872">
                  <c:v>16192</c:v>
                </c:pt>
                <c:pt idx="4873">
                  <c:v>16192</c:v>
                </c:pt>
                <c:pt idx="4874">
                  <c:v>16171.35</c:v>
                </c:pt>
                <c:pt idx="4875">
                  <c:v>16174.3</c:v>
                </c:pt>
                <c:pt idx="4876">
                  <c:v>16174.3</c:v>
                </c:pt>
                <c:pt idx="4877">
                  <c:v>15659.55</c:v>
                </c:pt>
                <c:pt idx="4878">
                  <c:v>15659.55</c:v>
                </c:pt>
                <c:pt idx="4879">
                  <c:v>15659.55</c:v>
                </c:pt>
                <c:pt idx="4880">
                  <c:v>15674.3</c:v>
                </c:pt>
                <c:pt idx="4881">
                  <c:v>15680.2</c:v>
                </c:pt>
                <c:pt idx="4882">
                  <c:v>15611.5</c:v>
                </c:pt>
                <c:pt idx="4883">
                  <c:v>15617.85</c:v>
                </c:pt>
                <c:pt idx="4884">
                  <c:v>15611.95</c:v>
                </c:pt>
                <c:pt idx="4885">
                  <c:v>15611.95</c:v>
                </c:pt>
                <c:pt idx="4886">
                  <c:v>15611.95</c:v>
                </c:pt>
                <c:pt idx="4887">
                  <c:v>15567.7</c:v>
                </c:pt>
                <c:pt idx="4888">
                  <c:v>15064.75</c:v>
                </c:pt>
                <c:pt idx="4889">
                  <c:v>15067.7</c:v>
                </c:pt>
                <c:pt idx="4890">
                  <c:v>14579.5</c:v>
                </c:pt>
                <c:pt idx="4891">
                  <c:v>14611.95</c:v>
                </c:pt>
                <c:pt idx="4892">
                  <c:v>14611.95</c:v>
                </c:pt>
                <c:pt idx="4893">
                  <c:v>14611.95</c:v>
                </c:pt>
                <c:pt idx="4894">
                  <c:v>13106.05</c:v>
                </c:pt>
                <c:pt idx="4895">
                  <c:v>13168.9</c:v>
                </c:pt>
                <c:pt idx="4896">
                  <c:v>13145.3</c:v>
                </c:pt>
                <c:pt idx="4897">
                  <c:v>13133.5</c:v>
                </c:pt>
                <c:pt idx="4898">
                  <c:v>13163</c:v>
                </c:pt>
                <c:pt idx="4899">
                  <c:v>13163</c:v>
                </c:pt>
                <c:pt idx="4900">
                  <c:v>13163</c:v>
                </c:pt>
                <c:pt idx="4901">
                  <c:v>12716.1</c:v>
                </c:pt>
                <c:pt idx="4902">
                  <c:v>12422</c:v>
                </c:pt>
                <c:pt idx="4903">
                  <c:v>12410.2</c:v>
                </c:pt>
                <c:pt idx="4904">
                  <c:v>12251.5</c:v>
                </c:pt>
                <c:pt idx="4905">
                  <c:v>12251.5</c:v>
                </c:pt>
                <c:pt idx="4906">
                  <c:v>12251.5</c:v>
                </c:pt>
                <c:pt idx="4907">
                  <c:v>12251.5</c:v>
                </c:pt>
                <c:pt idx="4908">
                  <c:v>11710.2</c:v>
                </c:pt>
                <c:pt idx="4909">
                  <c:v>11722</c:v>
                </c:pt>
                <c:pt idx="4910">
                  <c:v>11413.15</c:v>
                </c:pt>
                <c:pt idx="4911">
                  <c:v>11419.5</c:v>
                </c:pt>
                <c:pt idx="4912">
                  <c:v>11413.6</c:v>
                </c:pt>
                <c:pt idx="4913">
                  <c:v>11413.6</c:v>
                </c:pt>
                <c:pt idx="4914">
                  <c:v>11413.6</c:v>
                </c:pt>
                <c:pt idx="4915">
                  <c:v>11413.6</c:v>
                </c:pt>
                <c:pt idx="4916">
                  <c:v>11216.55</c:v>
                </c:pt>
                <c:pt idx="4917">
                  <c:v>11398.85</c:v>
                </c:pt>
                <c:pt idx="4918">
                  <c:v>11401.8</c:v>
                </c:pt>
                <c:pt idx="4919">
                  <c:v>11384.1</c:v>
                </c:pt>
                <c:pt idx="4920">
                  <c:v>11384.1</c:v>
                </c:pt>
                <c:pt idx="4921">
                  <c:v>11384.1</c:v>
                </c:pt>
                <c:pt idx="4922">
                  <c:v>11384.1</c:v>
                </c:pt>
                <c:pt idx="4923">
                  <c:v>11707.7</c:v>
                </c:pt>
                <c:pt idx="4924">
                  <c:v>11728.8</c:v>
                </c:pt>
                <c:pt idx="4925">
                  <c:v>11755.35</c:v>
                </c:pt>
                <c:pt idx="4926">
                  <c:v>11776</c:v>
                </c:pt>
                <c:pt idx="4927">
                  <c:v>11776</c:v>
                </c:pt>
                <c:pt idx="4928">
                  <c:v>11776</c:v>
                </c:pt>
                <c:pt idx="4929">
                  <c:v>11781.9</c:v>
                </c:pt>
                <c:pt idx="4930">
                  <c:v>11797.1</c:v>
                </c:pt>
                <c:pt idx="4931">
                  <c:v>11794.15</c:v>
                </c:pt>
                <c:pt idx="4932">
                  <c:v>12079.4</c:v>
                </c:pt>
                <c:pt idx="4933">
                  <c:v>12085.3</c:v>
                </c:pt>
                <c:pt idx="4934">
                  <c:v>12085.3</c:v>
                </c:pt>
                <c:pt idx="4935">
                  <c:v>12085.3</c:v>
                </c:pt>
                <c:pt idx="4936">
                  <c:v>12288.25</c:v>
                </c:pt>
                <c:pt idx="4937">
                  <c:v>12285.3</c:v>
                </c:pt>
                <c:pt idx="4938">
                  <c:v>12234.3</c:v>
                </c:pt>
                <c:pt idx="4939">
                  <c:v>12234.3</c:v>
                </c:pt>
                <c:pt idx="4940">
                  <c:v>12752</c:v>
                </c:pt>
                <c:pt idx="4941">
                  <c:v>12752</c:v>
                </c:pt>
                <c:pt idx="4942">
                  <c:v>12752</c:v>
                </c:pt>
                <c:pt idx="4943">
                  <c:v>12860</c:v>
                </c:pt>
                <c:pt idx="4944">
                  <c:v>12756.8</c:v>
                </c:pt>
                <c:pt idx="4945">
                  <c:v>13274.5</c:v>
                </c:pt>
                <c:pt idx="4946">
                  <c:v>13274.5</c:v>
                </c:pt>
                <c:pt idx="4947">
                  <c:v>13262.7</c:v>
                </c:pt>
                <c:pt idx="4948">
                  <c:v>13262.7</c:v>
                </c:pt>
                <c:pt idx="4949">
                  <c:v>13262.7</c:v>
                </c:pt>
                <c:pt idx="4950">
                  <c:v>13774.5</c:v>
                </c:pt>
                <c:pt idx="4951">
                  <c:v>13798.1</c:v>
                </c:pt>
                <c:pt idx="4952">
                  <c:v>13827.6</c:v>
                </c:pt>
                <c:pt idx="4953">
                  <c:v>13873.6</c:v>
                </c:pt>
                <c:pt idx="4954">
                  <c:v>13897.2</c:v>
                </c:pt>
                <c:pt idx="4955">
                  <c:v>14005.2</c:v>
                </c:pt>
                <c:pt idx="4956">
                  <c:v>14005.2</c:v>
                </c:pt>
                <c:pt idx="4957">
                  <c:v>14505.2</c:v>
                </c:pt>
                <c:pt idx="4958">
                  <c:v>14993.4</c:v>
                </c:pt>
                <c:pt idx="4959">
                  <c:v>14981.6</c:v>
                </c:pt>
                <c:pt idx="4960">
                  <c:v>15963.9</c:v>
                </c:pt>
                <c:pt idx="4961">
                  <c:v>15958</c:v>
                </c:pt>
                <c:pt idx="4962">
                  <c:v>15958</c:v>
                </c:pt>
                <c:pt idx="4963">
                  <c:v>15958</c:v>
                </c:pt>
                <c:pt idx="4964">
                  <c:v>15981.599999999999</c:v>
                </c:pt>
                <c:pt idx="4965">
                  <c:v>15993.400000000001</c:v>
                </c:pt>
                <c:pt idx="4966">
                  <c:v>15981.599999999999</c:v>
                </c:pt>
                <c:pt idx="4967">
                  <c:v>16452.099999999999</c:v>
                </c:pt>
                <c:pt idx="4968">
                  <c:v>16469.8</c:v>
                </c:pt>
                <c:pt idx="4969">
                  <c:v>16469.8</c:v>
                </c:pt>
                <c:pt idx="4970">
                  <c:v>16469.8</c:v>
                </c:pt>
                <c:pt idx="4971">
                  <c:v>16469.8</c:v>
                </c:pt>
                <c:pt idx="4972">
                  <c:v>16458</c:v>
                </c:pt>
                <c:pt idx="4973">
                  <c:v>16419.2</c:v>
                </c:pt>
                <c:pt idx="4974">
                  <c:v>16494.7</c:v>
                </c:pt>
                <c:pt idx="4975">
                  <c:v>16454.2</c:v>
                </c:pt>
                <c:pt idx="4976">
                  <c:v>16454.2</c:v>
                </c:pt>
                <c:pt idx="4977">
                  <c:v>16454.2</c:v>
                </c:pt>
                <c:pt idx="4978">
                  <c:v>16454.2</c:v>
                </c:pt>
                <c:pt idx="4979">
                  <c:v>16454.2</c:v>
                </c:pt>
                <c:pt idx="4980">
                  <c:v>16489.599999999999</c:v>
                </c:pt>
                <c:pt idx="4981">
                  <c:v>16483.7</c:v>
                </c:pt>
                <c:pt idx="4982">
                  <c:v>16477.8</c:v>
                </c:pt>
                <c:pt idx="4983">
                  <c:v>16477.8</c:v>
                </c:pt>
                <c:pt idx="4984">
                  <c:v>16477.8</c:v>
                </c:pt>
                <c:pt idx="4985">
                  <c:v>16317.5</c:v>
                </c:pt>
                <c:pt idx="4986">
                  <c:v>16338.150000000001</c:v>
                </c:pt>
                <c:pt idx="4987">
                  <c:v>16629.3</c:v>
                </c:pt>
                <c:pt idx="4988">
                  <c:v>16635.2</c:v>
                </c:pt>
                <c:pt idx="4989">
                  <c:v>16644.05</c:v>
                </c:pt>
                <c:pt idx="4990">
                  <c:v>16644.05</c:v>
                </c:pt>
                <c:pt idx="4991">
                  <c:v>16644.05</c:v>
                </c:pt>
                <c:pt idx="4992">
                  <c:v>16623.400000000001</c:v>
                </c:pt>
                <c:pt idx="4993">
                  <c:v>16599.8</c:v>
                </c:pt>
                <c:pt idx="4994">
                  <c:v>16599.8</c:v>
                </c:pt>
                <c:pt idx="4995">
                  <c:v>16299.8</c:v>
                </c:pt>
                <c:pt idx="4996">
                  <c:v>16311.599999999999</c:v>
                </c:pt>
                <c:pt idx="4997">
                  <c:v>16311.599999999999</c:v>
                </c:pt>
                <c:pt idx="4998">
                  <c:v>16311.599999999999</c:v>
                </c:pt>
                <c:pt idx="4999">
                  <c:v>16299.8</c:v>
                </c:pt>
                <c:pt idx="5000">
                  <c:v>16282.099999999999</c:v>
                </c:pt>
                <c:pt idx="5001">
                  <c:v>16282.099999999999</c:v>
                </c:pt>
                <c:pt idx="5002">
                  <c:v>16282.099999999999</c:v>
                </c:pt>
                <c:pt idx="5003">
                  <c:v>16282.099999999999</c:v>
                </c:pt>
                <c:pt idx="5004">
                  <c:v>16282.099999999999</c:v>
                </c:pt>
                <c:pt idx="5005">
                  <c:v>16282.099999999999</c:v>
                </c:pt>
                <c:pt idx="5006">
                  <c:v>16252.599999999999</c:v>
                </c:pt>
                <c:pt idx="5007">
                  <c:v>16211.3</c:v>
                </c:pt>
                <c:pt idx="5008">
                  <c:v>15952.6</c:v>
                </c:pt>
                <c:pt idx="5009">
                  <c:v>15952.6</c:v>
                </c:pt>
                <c:pt idx="5010">
                  <c:v>15752.6</c:v>
                </c:pt>
                <c:pt idx="5011">
                  <c:v>15752.6</c:v>
                </c:pt>
                <c:pt idx="5012">
                  <c:v>15752.6</c:v>
                </c:pt>
                <c:pt idx="5013">
                  <c:v>15211.3</c:v>
                </c:pt>
                <c:pt idx="5014">
                  <c:v>15214.25</c:v>
                </c:pt>
                <c:pt idx="5015">
                  <c:v>15165.3</c:v>
                </c:pt>
                <c:pt idx="5016">
                  <c:v>14641.7</c:v>
                </c:pt>
                <c:pt idx="5017">
                  <c:v>14186.4</c:v>
                </c:pt>
                <c:pt idx="5018">
                  <c:v>14186.4</c:v>
                </c:pt>
                <c:pt idx="5019">
                  <c:v>14174.6</c:v>
                </c:pt>
                <c:pt idx="5020">
                  <c:v>12653.95</c:v>
                </c:pt>
                <c:pt idx="5021">
                  <c:v>12653.95</c:v>
                </c:pt>
                <c:pt idx="5022">
                  <c:v>12653.95</c:v>
                </c:pt>
                <c:pt idx="5023">
                  <c:v>12653.95</c:v>
                </c:pt>
                <c:pt idx="5024">
                  <c:v>12653.95</c:v>
                </c:pt>
                <c:pt idx="5025">
                  <c:v>12653.95</c:v>
                </c:pt>
                <c:pt idx="5026">
                  <c:v>12653.95</c:v>
                </c:pt>
                <c:pt idx="5027">
                  <c:v>12653.95</c:v>
                </c:pt>
                <c:pt idx="5028">
                  <c:v>12151</c:v>
                </c:pt>
                <c:pt idx="5029">
                  <c:v>12159.85</c:v>
                </c:pt>
                <c:pt idx="5030">
                  <c:v>12156.9</c:v>
                </c:pt>
                <c:pt idx="5031">
                  <c:v>12180.5</c:v>
                </c:pt>
                <c:pt idx="5032">
                  <c:v>12174.6</c:v>
                </c:pt>
                <c:pt idx="5033">
                  <c:v>12174.6</c:v>
                </c:pt>
                <c:pt idx="5034">
                  <c:v>12204.1</c:v>
                </c:pt>
                <c:pt idx="5035">
                  <c:v>12710</c:v>
                </c:pt>
                <c:pt idx="5036">
                  <c:v>12733.6</c:v>
                </c:pt>
                <c:pt idx="5037">
                  <c:v>12774.9</c:v>
                </c:pt>
                <c:pt idx="5038">
                  <c:v>12769</c:v>
                </c:pt>
                <c:pt idx="5039">
                  <c:v>12769</c:v>
                </c:pt>
                <c:pt idx="5040">
                  <c:v>12769</c:v>
                </c:pt>
                <c:pt idx="5041">
                  <c:v>12798.5</c:v>
                </c:pt>
                <c:pt idx="5042">
                  <c:v>12792.6</c:v>
                </c:pt>
                <c:pt idx="5043">
                  <c:v>12777.4</c:v>
                </c:pt>
                <c:pt idx="5044">
                  <c:v>12277.4</c:v>
                </c:pt>
                <c:pt idx="5045">
                  <c:v>12277.4</c:v>
                </c:pt>
                <c:pt idx="5046">
                  <c:v>12277.4</c:v>
                </c:pt>
                <c:pt idx="5047">
                  <c:v>12277.4</c:v>
                </c:pt>
                <c:pt idx="5048">
                  <c:v>12295.1</c:v>
                </c:pt>
                <c:pt idx="5049">
                  <c:v>12283.3</c:v>
                </c:pt>
                <c:pt idx="5050">
                  <c:v>12301</c:v>
                </c:pt>
                <c:pt idx="5051">
                  <c:v>12283.3</c:v>
                </c:pt>
                <c:pt idx="5052">
                  <c:v>12283.3</c:v>
                </c:pt>
                <c:pt idx="5053">
                  <c:v>12256.3</c:v>
                </c:pt>
                <c:pt idx="5054">
                  <c:v>12256.3</c:v>
                </c:pt>
                <c:pt idx="5055">
                  <c:v>12262.2</c:v>
                </c:pt>
                <c:pt idx="5056">
                  <c:v>12247.45</c:v>
                </c:pt>
                <c:pt idx="5057">
                  <c:v>12256.3</c:v>
                </c:pt>
                <c:pt idx="5058">
                  <c:v>12233.9</c:v>
                </c:pt>
                <c:pt idx="5059">
                  <c:v>12248.65</c:v>
                </c:pt>
                <c:pt idx="5060">
                  <c:v>12248.65</c:v>
                </c:pt>
                <c:pt idx="5061">
                  <c:v>12248.65</c:v>
                </c:pt>
                <c:pt idx="5062">
                  <c:v>12263.4</c:v>
                </c:pt>
                <c:pt idx="5063">
                  <c:v>12284.05</c:v>
                </c:pt>
                <c:pt idx="5064">
                  <c:v>12278.15</c:v>
                </c:pt>
                <c:pt idx="5065">
                  <c:v>12292.9</c:v>
                </c:pt>
                <c:pt idx="5066">
                  <c:v>12281.1</c:v>
                </c:pt>
                <c:pt idx="5067">
                  <c:v>12281.1</c:v>
                </c:pt>
                <c:pt idx="5068">
                  <c:v>12281.1</c:v>
                </c:pt>
                <c:pt idx="5069">
                  <c:v>12170.15</c:v>
                </c:pt>
                <c:pt idx="5070">
                  <c:v>12196.7</c:v>
                </c:pt>
                <c:pt idx="5071">
                  <c:v>12184.9</c:v>
                </c:pt>
                <c:pt idx="5072">
                  <c:v>12179</c:v>
                </c:pt>
                <c:pt idx="5073">
                  <c:v>12155.4</c:v>
                </c:pt>
                <c:pt idx="5074">
                  <c:v>12155.4</c:v>
                </c:pt>
                <c:pt idx="5075">
                  <c:v>12155.4</c:v>
                </c:pt>
                <c:pt idx="5076">
                  <c:v>12109.4</c:v>
                </c:pt>
                <c:pt idx="5077">
                  <c:v>12091.7</c:v>
                </c:pt>
                <c:pt idx="5078">
                  <c:v>12106.45</c:v>
                </c:pt>
                <c:pt idx="5079">
                  <c:v>12124.15</c:v>
                </c:pt>
                <c:pt idx="5080">
                  <c:v>12115.3</c:v>
                </c:pt>
                <c:pt idx="5081">
                  <c:v>12115.3</c:v>
                </c:pt>
                <c:pt idx="5082">
                  <c:v>12115.3</c:v>
                </c:pt>
                <c:pt idx="5083">
                  <c:v>12127.1</c:v>
                </c:pt>
                <c:pt idx="5084">
                  <c:v>12115.3</c:v>
                </c:pt>
                <c:pt idx="5085">
                  <c:v>12103.5</c:v>
                </c:pt>
                <c:pt idx="5086">
                  <c:v>12279.9</c:v>
                </c:pt>
                <c:pt idx="5087">
                  <c:v>12594.65</c:v>
                </c:pt>
                <c:pt idx="5088">
                  <c:v>12594.65</c:v>
                </c:pt>
                <c:pt idx="5089">
                  <c:v>12594.65</c:v>
                </c:pt>
                <c:pt idx="5090">
                  <c:v>12579.9</c:v>
                </c:pt>
                <c:pt idx="5091">
                  <c:v>13082.85</c:v>
                </c:pt>
                <c:pt idx="5092">
                  <c:v>13037.45</c:v>
                </c:pt>
                <c:pt idx="5093">
                  <c:v>13516.8</c:v>
                </c:pt>
                <c:pt idx="5094">
                  <c:v>13502.05</c:v>
                </c:pt>
                <c:pt idx="5095">
                  <c:v>13502.05</c:v>
                </c:pt>
                <c:pt idx="5096">
                  <c:v>13502.05</c:v>
                </c:pt>
                <c:pt idx="5097">
                  <c:v>13493.2</c:v>
                </c:pt>
                <c:pt idx="5098">
                  <c:v>13493.2</c:v>
                </c:pt>
                <c:pt idx="5099">
                  <c:v>13499.1</c:v>
                </c:pt>
                <c:pt idx="5100">
                  <c:v>13505</c:v>
                </c:pt>
                <c:pt idx="5101">
                  <c:v>13499.1</c:v>
                </c:pt>
                <c:pt idx="5102">
                  <c:v>13499.1</c:v>
                </c:pt>
                <c:pt idx="5103">
                  <c:v>13499.1</c:v>
                </c:pt>
                <c:pt idx="5104">
                  <c:v>13481.4</c:v>
                </c:pt>
                <c:pt idx="5105">
                  <c:v>13487.3</c:v>
                </c:pt>
                <c:pt idx="5106">
                  <c:v>13484.35</c:v>
                </c:pt>
                <c:pt idx="5107">
                  <c:v>13457.8</c:v>
                </c:pt>
                <c:pt idx="5108">
                  <c:v>13448.95</c:v>
                </c:pt>
                <c:pt idx="5109">
                  <c:v>13448.95</c:v>
                </c:pt>
                <c:pt idx="5110">
                  <c:v>13448.95</c:v>
                </c:pt>
                <c:pt idx="5111">
                  <c:v>13404.7</c:v>
                </c:pt>
                <c:pt idx="5112">
                  <c:v>13389.95</c:v>
                </c:pt>
                <c:pt idx="5113">
                  <c:v>13389.95</c:v>
                </c:pt>
                <c:pt idx="5114">
                  <c:v>13404.7</c:v>
                </c:pt>
                <c:pt idx="5115">
                  <c:v>13407.65</c:v>
                </c:pt>
                <c:pt idx="5116">
                  <c:v>13407.65</c:v>
                </c:pt>
                <c:pt idx="5117">
                  <c:v>13407.65</c:v>
                </c:pt>
                <c:pt idx="5118">
                  <c:v>13345.7</c:v>
                </c:pt>
                <c:pt idx="5119">
                  <c:v>13333.9</c:v>
                </c:pt>
                <c:pt idx="5120">
                  <c:v>13271.95</c:v>
                </c:pt>
                <c:pt idx="5121">
                  <c:v>13292.6</c:v>
                </c:pt>
                <c:pt idx="5122">
                  <c:v>13345.7</c:v>
                </c:pt>
                <c:pt idx="5123">
                  <c:v>13345.7</c:v>
                </c:pt>
                <c:pt idx="5124">
                  <c:v>13345.7</c:v>
                </c:pt>
                <c:pt idx="5125">
                  <c:v>13271.5</c:v>
                </c:pt>
                <c:pt idx="5126">
                  <c:v>13203.65</c:v>
                </c:pt>
                <c:pt idx="5127">
                  <c:v>13218.4</c:v>
                </c:pt>
                <c:pt idx="5128">
                  <c:v>13215.45</c:v>
                </c:pt>
                <c:pt idx="5129">
                  <c:v>13224.3</c:v>
                </c:pt>
                <c:pt idx="5130">
                  <c:v>13224.3</c:v>
                </c:pt>
                <c:pt idx="5131">
                  <c:v>13253.8</c:v>
                </c:pt>
                <c:pt idx="5132">
                  <c:v>13247.9</c:v>
                </c:pt>
                <c:pt idx="5133">
                  <c:v>13308.05</c:v>
                </c:pt>
                <c:pt idx="5134">
                  <c:v>13316.9</c:v>
                </c:pt>
                <c:pt idx="5135">
                  <c:v>13316.9</c:v>
                </c:pt>
                <c:pt idx="5136">
                  <c:v>13316.9</c:v>
                </c:pt>
                <c:pt idx="5137">
                  <c:v>13316.9</c:v>
                </c:pt>
                <c:pt idx="5138">
                  <c:v>13316.9</c:v>
                </c:pt>
                <c:pt idx="5139">
                  <c:v>13316.9</c:v>
                </c:pt>
                <c:pt idx="5140">
                  <c:v>13316.9</c:v>
                </c:pt>
                <c:pt idx="5141">
                  <c:v>13316.9</c:v>
                </c:pt>
                <c:pt idx="5142">
                  <c:v>13316.9</c:v>
                </c:pt>
                <c:pt idx="5143">
                  <c:v>13316.9</c:v>
                </c:pt>
                <c:pt idx="5144">
                  <c:v>13316.9</c:v>
                </c:pt>
                <c:pt idx="5145">
                  <c:v>13316.9</c:v>
                </c:pt>
                <c:pt idx="5146">
                  <c:v>13440.8</c:v>
                </c:pt>
                <c:pt idx="5147">
                  <c:v>13485.05</c:v>
                </c:pt>
                <c:pt idx="5148">
                  <c:v>13479.15</c:v>
                </c:pt>
                <c:pt idx="5149">
                  <c:v>13476.2</c:v>
                </c:pt>
                <c:pt idx="5150">
                  <c:v>13476.2</c:v>
                </c:pt>
                <c:pt idx="5151">
                  <c:v>13476.2</c:v>
                </c:pt>
                <c:pt idx="5152">
                  <c:v>13476.2</c:v>
                </c:pt>
                <c:pt idx="5153">
                  <c:v>13510.4</c:v>
                </c:pt>
                <c:pt idx="5154">
                  <c:v>13528.1</c:v>
                </c:pt>
                <c:pt idx="5155">
                  <c:v>13545.8</c:v>
                </c:pt>
                <c:pt idx="5156">
                  <c:v>13561.8</c:v>
                </c:pt>
                <c:pt idx="5157">
                  <c:v>13570.65</c:v>
                </c:pt>
                <c:pt idx="5158">
                  <c:v>13570.65</c:v>
                </c:pt>
                <c:pt idx="5159">
                  <c:v>13570.65</c:v>
                </c:pt>
                <c:pt idx="5160">
                  <c:v>13555.9</c:v>
                </c:pt>
                <c:pt idx="5161">
                  <c:v>13558.85</c:v>
                </c:pt>
                <c:pt idx="5162">
                  <c:v>13558.85</c:v>
                </c:pt>
                <c:pt idx="5163">
                  <c:v>13449.6</c:v>
                </c:pt>
                <c:pt idx="5164">
                  <c:v>13461.4</c:v>
                </c:pt>
                <c:pt idx="5165">
                  <c:v>13461.4</c:v>
                </c:pt>
                <c:pt idx="5166">
                  <c:v>13461.4</c:v>
                </c:pt>
                <c:pt idx="5167">
                  <c:v>13485</c:v>
                </c:pt>
                <c:pt idx="5168">
                  <c:v>13485</c:v>
                </c:pt>
                <c:pt idx="5169">
                  <c:v>13464.35</c:v>
                </c:pt>
                <c:pt idx="5170">
                  <c:v>13182.05</c:v>
                </c:pt>
                <c:pt idx="5171">
                  <c:v>13196.8</c:v>
                </c:pt>
                <c:pt idx="5172">
                  <c:v>13196.8</c:v>
                </c:pt>
                <c:pt idx="5173">
                  <c:v>13196.8</c:v>
                </c:pt>
                <c:pt idx="5174">
                  <c:v>13202.7</c:v>
                </c:pt>
                <c:pt idx="5175">
                  <c:v>13208.6</c:v>
                </c:pt>
                <c:pt idx="5176">
                  <c:v>13190.9</c:v>
                </c:pt>
                <c:pt idx="5177">
                  <c:v>13211.55</c:v>
                </c:pt>
                <c:pt idx="5178">
                  <c:v>13023.35</c:v>
                </c:pt>
                <c:pt idx="5179">
                  <c:v>13023.35</c:v>
                </c:pt>
                <c:pt idx="5180">
                  <c:v>13023.35</c:v>
                </c:pt>
                <c:pt idx="5181">
                  <c:v>13114.8</c:v>
                </c:pt>
                <c:pt idx="5182">
                  <c:v>13108.9</c:v>
                </c:pt>
                <c:pt idx="5183">
                  <c:v>13085.3</c:v>
                </c:pt>
                <c:pt idx="5184">
                  <c:v>13138.4</c:v>
                </c:pt>
                <c:pt idx="5185">
                  <c:v>12614.8</c:v>
                </c:pt>
                <c:pt idx="5186">
                  <c:v>12614.8</c:v>
                </c:pt>
                <c:pt idx="5187">
                  <c:v>12614.8</c:v>
                </c:pt>
                <c:pt idx="5188">
                  <c:v>12608.9</c:v>
                </c:pt>
                <c:pt idx="5189">
                  <c:v>12623.65</c:v>
                </c:pt>
                <c:pt idx="5190">
                  <c:v>12592.2</c:v>
                </c:pt>
                <c:pt idx="5191">
                  <c:v>11599.3</c:v>
                </c:pt>
                <c:pt idx="5192">
                  <c:v>11578.65</c:v>
                </c:pt>
                <c:pt idx="5193">
                  <c:v>11578.65</c:v>
                </c:pt>
                <c:pt idx="5194">
                  <c:v>11578.65</c:v>
                </c:pt>
                <c:pt idx="5195">
                  <c:v>10578.65</c:v>
                </c:pt>
                <c:pt idx="5196">
                  <c:v>10572.75</c:v>
                </c:pt>
                <c:pt idx="5197">
                  <c:v>10587.5</c:v>
                </c:pt>
                <c:pt idx="5198">
                  <c:v>10117</c:v>
                </c:pt>
                <c:pt idx="5199">
                  <c:v>10146.950000000001</c:v>
                </c:pt>
                <c:pt idx="5200">
                  <c:v>10146.950000000001</c:v>
                </c:pt>
                <c:pt idx="5201">
                  <c:v>10146.950000000001</c:v>
                </c:pt>
                <c:pt idx="5202">
                  <c:v>9660.4500000000007</c:v>
                </c:pt>
                <c:pt idx="5203">
                  <c:v>9734.65</c:v>
                </c:pt>
                <c:pt idx="5204">
                  <c:v>9761.65</c:v>
                </c:pt>
                <c:pt idx="5205">
                  <c:v>10588.65</c:v>
                </c:pt>
                <c:pt idx="5206">
                  <c:v>10559.15</c:v>
                </c:pt>
                <c:pt idx="5207">
                  <c:v>10559.15</c:v>
                </c:pt>
                <c:pt idx="5208">
                  <c:v>10559.15</c:v>
                </c:pt>
                <c:pt idx="5209">
                  <c:v>10559.15</c:v>
                </c:pt>
                <c:pt idx="5210">
                  <c:v>10523.75</c:v>
                </c:pt>
                <c:pt idx="5211">
                  <c:v>10580.7</c:v>
                </c:pt>
                <c:pt idx="5212">
                  <c:v>10221</c:v>
                </c:pt>
                <c:pt idx="5213">
                  <c:v>10203.299999999999</c:v>
                </c:pt>
                <c:pt idx="5214">
                  <c:v>10203.299999999999</c:v>
                </c:pt>
                <c:pt idx="5215">
                  <c:v>10203.299999999999</c:v>
                </c:pt>
                <c:pt idx="5216">
                  <c:v>10185.6</c:v>
                </c:pt>
                <c:pt idx="5217">
                  <c:v>10221</c:v>
                </c:pt>
                <c:pt idx="5218">
                  <c:v>10238.700000000001</c:v>
                </c:pt>
                <c:pt idx="5219">
                  <c:v>9965.7000000000007</c:v>
                </c:pt>
                <c:pt idx="5220">
                  <c:v>9968.65</c:v>
                </c:pt>
                <c:pt idx="5221">
                  <c:v>9995.65</c:v>
                </c:pt>
                <c:pt idx="5222">
                  <c:v>9995.65</c:v>
                </c:pt>
                <c:pt idx="5223">
                  <c:v>10022.200000000001</c:v>
                </c:pt>
                <c:pt idx="5224">
                  <c:v>10043.299999999999</c:v>
                </c:pt>
                <c:pt idx="5225">
                  <c:v>10084.6</c:v>
                </c:pt>
                <c:pt idx="5226">
                  <c:v>9868.6</c:v>
                </c:pt>
                <c:pt idx="5227">
                  <c:v>9839.1</c:v>
                </c:pt>
                <c:pt idx="5228">
                  <c:v>9839.1</c:v>
                </c:pt>
                <c:pt idx="5229">
                  <c:v>10362.700000000001</c:v>
                </c:pt>
                <c:pt idx="5230">
                  <c:v>10362.700000000001</c:v>
                </c:pt>
                <c:pt idx="5231">
                  <c:v>10374.5</c:v>
                </c:pt>
                <c:pt idx="5232">
                  <c:v>10350.9</c:v>
                </c:pt>
                <c:pt idx="5233">
                  <c:v>10356.799999999999</c:v>
                </c:pt>
                <c:pt idx="5234">
                  <c:v>10356.799999999999</c:v>
                </c:pt>
                <c:pt idx="5235">
                  <c:v>10356.799999999999</c:v>
                </c:pt>
                <c:pt idx="5236">
                  <c:v>10356.799999999999</c:v>
                </c:pt>
                <c:pt idx="5237">
                  <c:v>10356.799999999999</c:v>
                </c:pt>
                <c:pt idx="5238">
                  <c:v>10356.799999999999</c:v>
                </c:pt>
                <c:pt idx="5239">
                  <c:v>10297.799999999999</c:v>
                </c:pt>
                <c:pt idx="5240">
                  <c:v>9809.6</c:v>
                </c:pt>
                <c:pt idx="5241">
                  <c:v>9847.9500000000007</c:v>
                </c:pt>
                <c:pt idx="5242">
                  <c:v>9830.25</c:v>
                </c:pt>
                <c:pt idx="5243">
                  <c:v>9830.25</c:v>
                </c:pt>
                <c:pt idx="5244">
                  <c:v>9846.7000000000007</c:v>
                </c:pt>
                <c:pt idx="5245">
                  <c:v>9861.4500000000007</c:v>
                </c:pt>
                <c:pt idx="5246">
                  <c:v>9888</c:v>
                </c:pt>
                <c:pt idx="5247">
                  <c:v>9873.25</c:v>
                </c:pt>
                <c:pt idx="5248">
                  <c:v>9858.5</c:v>
                </c:pt>
                <c:pt idx="5249">
                  <c:v>9858.5</c:v>
                </c:pt>
                <c:pt idx="5250">
                  <c:v>9858.5</c:v>
                </c:pt>
                <c:pt idx="5251">
                  <c:v>9870.2999999999993</c:v>
                </c:pt>
                <c:pt idx="5252">
                  <c:v>9876.2000000000007</c:v>
                </c:pt>
                <c:pt idx="5253">
                  <c:v>10082.1</c:v>
                </c:pt>
                <c:pt idx="5254">
                  <c:v>10064.4</c:v>
                </c:pt>
                <c:pt idx="5255">
                  <c:v>10088</c:v>
                </c:pt>
                <c:pt idx="5256">
                  <c:v>10088</c:v>
                </c:pt>
                <c:pt idx="5257">
                  <c:v>10088</c:v>
                </c:pt>
                <c:pt idx="5258">
                  <c:v>10105.700000000001</c:v>
                </c:pt>
                <c:pt idx="5259">
                  <c:v>10105.700000000001</c:v>
                </c:pt>
                <c:pt idx="5260">
                  <c:v>10417.5</c:v>
                </c:pt>
                <c:pt idx="5261">
                  <c:v>10429.299999999999</c:v>
                </c:pt>
                <c:pt idx="5262">
                  <c:v>10447</c:v>
                </c:pt>
                <c:pt idx="5263">
                  <c:v>10447</c:v>
                </c:pt>
                <c:pt idx="5264">
                  <c:v>10447</c:v>
                </c:pt>
                <c:pt idx="5265">
                  <c:v>11152.9</c:v>
                </c:pt>
                <c:pt idx="5266">
                  <c:v>11170.6</c:v>
                </c:pt>
                <c:pt idx="5267">
                  <c:v>11191.7</c:v>
                </c:pt>
                <c:pt idx="5268">
                  <c:v>11479.9</c:v>
                </c:pt>
                <c:pt idx="5269">
                  <c:v>11474</c:v>
                </c:pt>
                <c:pt idx="5270">
                  <c:v>11474</c:v>
                </c:pt>
                <c:pt idx="5271">
                  <c:v>11474</c:v>
                </c:pt>
                <c:pt idx="5272">
                  <c:v>11995.1</c:v>
                </c:pt>
                <c:pt idx="5273">
                  <c:v>12014.5</c:v>
                </c:pt>
                <c:pt idx="5274">
                  <c:v>12063.85</c:v>
                </c:pt>
                <c:pt idx="5275">
                  <c:v>12572.7</c:v>
                </c:pt>
                <c:pt idx="5276">
                  <c:v>12584.5</c:v>
                </c:pt>
                <c:pt idx="5277">
                  <c:v>12584.5</c:v>
                </c:pt>
                <c:pt idx="5278">
                  <c:v>12584.5</c:v>
                </c:pt>
                <c:pt idx="5279">
                  <c:v>12599.7</c:v>
                </c:pt>
                <c:pt idx="5280">
                  <c:v>12599.7</c:v>
                </c:pt>
                <c:pt idx="5281">
                  <c:v>13139.8</c:v>
                </c:pt>
                <c:pt idx="5282">
                  <c:v>13128</c:v>
                </c:pt>
                <c:pt idx="5283">
                  <c:v>13104.4</c:v>
                </c:pt>
                <c:pt idx="5284">
                  <c:v>13104.4</c:v>
                </c:pt>
                <c:pt idx="5285">
                  <c:v>13104.4</c:v>
                </c:pt>
                <c:pt idx="5286">
                  <c:v>13080.8</c:v>
                </c:pt>
                <c:pt idx="5287">
                  <c:v>13080.8</c:v>
                </c:pt>
                <c:pt idx="5288">
                  <c:v>13069</c:v>
                </c:pt>
                <c:pt idx="5289">
                  <c:v>13069</c:v>
                </c:pt>
                <c:pt idx="5290">
                  <c:v>13069</c:v>
                </c:pt>
                <c:pt idx="5291">
                  <c:v>13069</c:v>
                </c:pt>
                <c:pt idx="5292">
                  <c:v>13074.9</c:v>
                </c:pt>
                <c:pt idx="5293">
                  <c:v>13131.85</c:v>
                </c:pt>
                <c:pt idx="5294">
                  <c:v>13134.8</c:v>
                </c:pt>
                <c:pt idx="5295">
                  <c:v>13146.6</c:v>
                </c:pt>
                <c:pt idx="5296">
                  <c:v>13140.7</c:v>
                </c:pt>
                <c:pt idx="5297">
                  <c:v>13137.75</c:v>
                </c:pt>
                <c:pt idx="5298">
                  <c:v>13137.75</c:v>
                </c:pt>
                <c:pt idx="5299">
                  <c:v>13137.75</c:v>
                </c:pt>
                <c:pt idx="5300">
                  <c:v>13140.7</c:v>
                </c:pt>
                <c:pt idx="5301">
                  <c:v>13123</c:v>
                </c:pt>
                <c:pt idx="5302">
                  <c:v>13123</c:v>
                </c:pt>
                <c:pt idx="5303">
                  <c:v>12623</c:v>
                </c:pt>
                <c:pt idx="5304">
                  <c:v>12623</c:v>
                </c:pt>
                <c:pt idx="5305">
                  <c:v>12623</c:v>
                </c:pt>
                <c:pt idx="5306">
                  <c:v>12623</c:v>
                </c:pt>
                <c:pt idx="5307">
                  <c:v>12617.1</c:v>
                </c:pt>
                <c:pt idx="5308">
                  <c:v>12614.15</c:v>
                </c:pt>
                <c:pt idx="5309">
                  <c:v>12069.9</c:v>
                </c:pt>
                <c:pt idx="5310">
                  <c:v>12065.25</c:v>
                </c:pt>
                <c:pt idx="5311">
                  <c:v>12039.5</c:v>
                </c:pt>
                <c:pt idx="5312">
                  <c:v>12039.5</c:v>
                </c:pt>
                <c:pt idx="5313">
                  <c:v>12039.5</c:v>
                </c:pt>
                <c:pt idx="5314">
                  <c:v>11548.35</c:v>
                </c:pt>
                <c:pt idx="5315">
                  <c:v>11551.3</c:v>
                </c:pt>
                <c:pt idx="5316">
                  <c:v>11524.3</c:v>
                </c:pt>
                <c:pt idx="5317">
                  <c:v>11027.25</c:v>
                </c:pt>
                <c:pt idx="5318">
                  <c:v>11024.3</c:v>
                </c:pt>
                <c:pt idx="5319">
                  <c:v>11024.3</c:v>
                </c:pt>
                <c:pt idx="5320">
                  <c:v>11024.3</c:v>
                </c:pt>
                <c:pt idx="5321">
                  <c:v>11316.7</c:v>
                </c:pt>
                <c:pt idx="5322">
                  <c:v>11313.75</c:v>
                </c:pt>
                <c:pt idx="5323">
                  <c:v>11503.2</c:v>
                </c:pt>
                <c:pt idx="5324">
                  <c:v>11503.2</c:v>
                </c:pt>
                <c:pt idx="5325">
                  <c:v>11488</c:v>
                </c:pt>
                <c:pt idx="5326">
                  <c:v>11488</c:v>
                </c:pt>
                <c:pt idx="5327">
                  <c:v>11488</c:v>
                </c:pt>
                <c:pt idx="5328">
                  <c:v>11453.4</c:v>
                </c:pt>
                <c:pt idx="5329">
                  <c:v>11941.6</c:v>
                </c:pt>
                <c:pt idx="5330">
                  <c:v>11941.6</c:v>
                </c:pt>
                <c:pt idx="5331">
                  <c:v>11941.6</c:v>
                </c:pt>
                <c:pt idx="5332">
                  <c:v>11941.6</c:v>
                </c:pt>
                <c:pt idx="5333">
                  <c:v>11941.6</c:v>
                </c:pt>
                <c:pt idx="5334">
                  <c:v>11941.6</c:v>
                </c:pt>
                <c:pt idx="5335">
                  <c:v>11918</c:v>
                </c:pt>
                <c:pt idx="5336">
                  <c:v>11915.05</c:v>
                </c:pt>
                <c:pt idx="5337">
                  <c:v>11909.15</c:v>
                </c:pt>
                <c:pt idx="5338">
                  <c:v>11894.4</c:v>
                </c:pt>
                <c:pt idx="5339">
                  <c:v>11880.9</c:v>
                </c:pt>
                <c:pt idx="5340">
                  <c:v>11880.9</c:v>
                </c:pt>
                <c:pt idx="5341">
                  <c:v>11880.9</c:v>
                </c:pt>
                <c:pt idx="5342">
                  <c:v>11889.75</c:v>
                </c:pt>
                <c:pt idx="5343">
                  <c:v>11877.95</c:v>
                </c:pt>
                <c:pt idx="5344">
                  <c:v>11877.95</c:v>
                </c:pt>
                <c:pt idx="5345">
                  <c:v>11889.75</c:v>
                </c:pt>
                <c:pt idx="5346">
                  <c:v>11892.7</c:v>
                </c:pt>
                <c:pt idx="5347">
                  <c:v>11892.7</c:v>
                </c:pt>
                <c:pt idx="5348">
                  <c:v>11892.7</c:v>
                </c:pt>
                <c:pt idx="5349">
                  <c:v>11880.9</c:v>
                </c:pt>
                <c:pt idx="5350">
                  <c:v>11869.1</c:v>
                </c:pt>
                <c:pt idx="5351">
                  <c:v>11866.15</c:v>
                </c:pt>
                <c:pt idx="5352">
                  <c:v>11854.35</c:v>
                </c:pt>
                <c:pt idx="5353">
                  <c:v>11863.2</c:v>
                </c:pt>
                <c:pt idx="5354">
                  <c:v>11863.2</c:v>
                </c:pt>
                <c:pt idx="5355">
                  <c:v>11863.2</c:v>
                </c:pt>
                <c:pt idx="5356">
                  <c:v>11863.2</c:v>
                </c:pt>
                <c:pt idx="5357">
                  <c:v>12110.1</c:v>
                </c:pt>
                <c:pt idx="5358">
                  <c:v>12286.5</c:v>
                </c:pt>
                <c:pt idx="5359">
                  <c:v>12259.5</c:v>
                </c:pt>
                <c:pt idx="5360">
                  <c:v>12265.4</c:v>
                </c:pt>
                <c:pt idx="5361">
                  <c:v>12265.4</c:v>
                </c:pt>
                <c:pt idx="5362">
                  <c:v>12265.4</c:v>
                </c:pt>
                <c:pt idx="5363">
                  <c:v>12265.4</c:v>
                </c:pt>
                <c:pt idx="5364">
                  <c:v>12265.4</c:v>
                </c:pt>
                <c:pt idx="5365">
                  <c:v>12265.4</c:v>
                </c:pt>
                <c:pt idx="5366">
                  <c:v>12265.4</c:v>
                </c:pt>
                <c:pt idx="5367">
                  <c:v>12153.6</c:v>
                </c:pt>
                <c:pt idx="5368">
                  <c:v>12199.6</c:v>
                </c:pt>
                <c:pt idx="5369">
                  <c:v>12199.6</c:v>
                </c:pt>
                <c:pt idx="5370">
                  <c:v>12176</c:v>
                </c:pt>
                <c:pt idx="5371">
                  <c:v>12121.2</c:v>
                </c:pt>
                <c:pt idx="5372">
                  <c:v>12335.95</c:v>
                </c:pt>
                <c:pt idx="5373">
                  <c:v>12277.1</c:v>
                </c:pt>
                <c:pt idx="5374">
                  <c:v>12285.95</c:v>
                </c:pt>
                <c:pt idx="5375">
                  <c:v>12285.95</c:v>
                </c:pt>
                <c:pt idx="5376">
                  <c:v>12285.95</c:v>
                </c:pt>
                <c:pt idx="5377">
                  <c:v>12294.8</c:v>
                </c:pt>
                <c:pt idx="5378">
                  <c:v>12243.5</c:v>
                </c:pt>
                <c:pt idx="5379">
                  <c:v>12655.3</c:v>
                </c:pt>
                <c:pt idx="5380">
                  <c:v>12628.3</c:v>
                </c:pt>
                <c:pt idx="5381">
                  <c:v>12625.35</c:v>
                </c:pt>
                <c:pt idx="5382">
                  <c:v>12625.35</c:v>
                </c:pt>
                <c:pt idx="5383">
                  <c:v>12628.3</c:v>
                </c:pt>
                <c:pt idx="5384">
                  <c:v>12614.8</c:v>
                </c:pt>
                <c:pt idx="5385">
                  <c:v>12650.2</c:v>
                </c:pt>
                <c:pt idx="5386">
                  <c:v>12636.7</c:v>
                </c:pt>
                <c:pt idx="5387">
                  <c:v>12636.7</c:v>
                </c:pt>
                <c:pt idx="5388">
                  <c:v>12636.7</c:v>
                </c:pt>
                <c:pt idx="5389">
                  <c:v>12636.7</c:v>
                </c:pt>
                <c:pt idx="5390">
                  <c:v>12636.7</c:v>
                </c:pt>
                <c:pt idx="5391">
                  <c:v>12636.7</c:v>
                </c:pt>
                <c:pt idx="5392">
                  <c:v>12636.7</c:v>
                </c:pt>
                <c:pt idx="5393">
                  <c:v>12636.7</c:v>
                </c:pt>
                <c:pt idx="5394">
                  <c:v>12636.7</c:v>
                </c:pt>
                <c:pt idx="5395">
                  <c:v>12567.1</c:v>
                </c:pt>
                <c:pt idx="5396">
                  <c:v>12761.2</c:v>
                </c:pt>
                <c:pt idx="5397">
                  <c:v>12761.2</c:v>
                </c:pt>
                <c:pt idx="5398">
                  <c:v>12740.55</c:v>
                </c:pt>
                <c:pt idx="5399">
                  <c:v>12737.6</c:v>
                </c:pt>
                <c:pt idx="5400">
                  <c:v>12728.75</c:v>
                </c:pt>
                <c:pt idx="5401">
                  <c:v>12701.75</c:v>
                </c:pt>
                <c:pt idx="5402">
                  <c:v>12898.8</c:v>
                </c:pt>
                <c:pt idx="5403">
                  <c:v>12898.8</c:v>
                </c:pt>
                <c:pt idx="5404">
                  <c:v>12898.8</c:v>
                </c:pt>
                <c:pt idx="5405">
                  <c:v>13660</c:v>
                </c:pt>
                <c:pt idx="5406">
                  <c:v>13674.75</c:v>
                </c:pt>
                <c:pt idx="5407">
                  <c:v>13648.2</c:v>
                </c:pt>
                <c:pt idx="5408">
                  <c:v>13821.2</c:v>
                </c:pt>
                <c:pt idx="5409">
                  <c:v>13827.1</c:v>
                </c:pt>
                <c:pt idx="5410">
                  <c:v>13800.1</c:v>
                </c:pt>
                <c:pt idx="5411">
                  <c:v>13800.1</c:v>
                </c:pt>
                <c:pt idx="5412">
                  <c:v>13816.1</c:v>
                </c:pt>
                <c:pt idx="5413">
                  <c:v>13741.2</c:v>
                </c:pt>
                <c:pt idx="5414">
                  <c:v>14729.4</c:v>
                </c:pt>
                <c:pt idx="5415">
                  <c:v>14683</c:v>
                </c:pt>
                <c:pt idx="5416">
                  <c:v>14691.85</c:v>
                </c:pt>
                <c:pt idx="5417">
                  <c:v>15191.85</c:v>
                </c:pt>
                <c:pt idx="5418">
                  <c:v>15191.85</c:v>
                </c:pt>
                <c:pt idx="5419">
                  <c:v>15176.65</c:v>
                </c:pt>
                <c:pt idx="5420">
                  <c:v>15035.1</c:v>
                </c:pt>
                <c:pt idx="5421">
                  <c:v>15035.1</c:v>
                </c:pt>
                <c:pt idx="5422">
                  <c:v>17532.150000000001</c:v>
                </c:pt>
                <c:pt idx="5423">
                  <c:v>17532.150000000001</c:v>
                </c:pt>
                <c:pt idx="5424">
                  <c:v>17532.150000000001</c:v>
                </c:pt>
                <c:pt idx="5425">
                  <c:v>17532.150000000001</c:v>
                </c:pt>
                <c:pt idx="5426">
                  <c:v>17517.400000000001</c:v>
                </c:pt>
                <c:pt idx="5427">
                  <c:v>17449.099999999999</c:v>
                </c:pt>
                <c:pt idx="5428">
                  <c:v>17419.599999999999</c:v>
                </c:pt>
                <c:pt idx="5429">
                  <c:v>18392.599999999999</c:v>
                </c:pt>
                <c:pt idx="5430">
                  <c:v>18373.2</c:v>
                </c:pt>
                <c:pt idx="5431">
                  <c:v>18373.2</c:v>
                </c:pt>
                <c:pt idx="5432">
                  <c:v>18373.2</c:v>
                </c:pt>
                <c:pt idx="5433">
                  <c:v>18343.7</c:v>
                </c:pt>
                <c:pt idx="5434">
                  <c:v>20336.099999999999</c:v>
                </c:pt>
                <c:pt idx="5435">
                  <c:v>23319.65</c:v>
                </c:pt>
                <c:pt idx="5436">
                  <c:v>23293.1</c:v>
                </c:pt>
                <c:pt idx="5437">
                  <c:v>23293.1</c:v>
                </c:pt>
                <c:pt idx="5438">
                  <c:v>23290.15</c:v>
                </c:pt>
                <c:pt idx="5439">
                  <c:v>23290.15</c:v>
                </c:pt>
                <c:pt idx="5440">
                  <c:v>24200.3</c:v>
                </c:pt>
                <c:pt idx="5441">
                  <c:v>24186.799999999999</c:v>
                </c:pt>
                <c:pt idx="5442">
                  <c:v>27065.75</c:v>
                </c:pt>
                <c:pt idx="5443">
                  <c:v>27095.25</c:v>
                </c:pt>
                <c:pt idx="5444">
                  <c:v>27051.35</c:v>
                </c:pt>
                <c:pt idx="5445">
                  <c:v>27051.35</c:v>
                </c:pt>
                <c:pt idx="5446">
                  <c:v>27051.35</c:v>
                </c:pt>
                <c:pt idx="5447">
                  <c:v>26982.6</c:v>
                </c:pt>
                <c:pt idx="5448">
                  <c:v>26929.05</c:v>
                </c:pt>
                <c:pt idx="5449">
                  <c:v>26891.5</c:v>
                </c:pt>
                <c:pt idx="5450">
                  <c:v>26873.35</c:v>
                </c:pt>
                <c:pt idx="5451">
                  <c:v>26885.15</c:v>
                </c:pt>
                <c:pt idx="5452">
                  <c:v>26885.15</c:v>
                </c:pt>
                <c:pt idx="5453">
                  <c:v>26885.15</c:v>
                </c:pt>
                <c:pt idx="5454">
                  <c:v>26870.400000000001</c:v>
                </c:pt>
                <c:pt idx="5455">
                  <c:v>26870.400000000001</c:v>
                </c:pt>
                <c:pt idx="5456">
                  <c:v>26861.55</c:v>
                </c:pt>
                <c:pt idx="5457">
                  <c:v>26835</c:v>
                </c:pt>
                <c:pt idx="5458">
                  <c:v>26787.8</c:v>
                </c:pt>
                <c:pt idx="5459">
                  <c:v>26787.8</c:v>
                </c:pt>
                <c:pt idx="5460">
                  <c:v>26787.8</c:v>
                </c:pt>
                <c:pt idx="5461">
                  <c:v>26781.9</c:v>
                </c:pt>
                <c:pt idx="5462">
                  <c:v>26825.35</c:v>
                </c:pt>
                <c:pt idx="5463">
                  <c:v>26795.85</c:v>
                </c:pt>
                <c:pt idx="5464">
                  <c:v>21787</c:v>
                </c:pt>
                <c:pt idx="5465">
                  <c:v>21763.4</c:v>
                </c:pt>
                <c:pt idx="5466">
                  <c:v>21763.4</c:v>
                </c:pt>
                <c:pt idx="5467">
                  <c:v>21763.4</c:v>
                </c:pt>
                <c:pt idx="5468">
                  <c:v>21621.85</c:v>
                </c:pt>
                <c:pt idx="5469">
                  <c:v>21544.400000000001</c:v>
                </c:pt>
                <c:pt idx="5470">
                  <c:v>21585.7</c:v>
                </c:pt>
                <c:pt idx="5471">
                  <c:v>16562.55</c:v>
                </c:pt>
                <c:pt idx="5472">
                  <c:v>16589.099999999999</c:v>
                </c:pt>
                <c:pt idx="5473">
                  <c:v>16589.099999999999</c:v>
                </c:pt>
                <c:pt idx="5474">
                  <c:v>16589.099999999999</c:v>
                </c:pt>
                <c:pt idx="5475">
                  <c:v>15612.7</c:v>
                </c:pt>
                <c:pt idx="5476">
                  <c:v>15691.099999999999</c:v>
                </c:pt>
                <c:pt idx="5477">
                  <c:v>15604.400000000001</c:v>
                </c:pt>
                <c:pt idx="5478">
                  <c:v>15592.599999999999</c:v>
                </c:pt>
                <c:pt idx="5479">
                  <c:v>15592.599999999999</c:v>
                </c:pt>
                <c:pt idx="5480">
                  <c:v>15592.599999999999</c:v>
                </c:pt>
                <c:pt idx="5481">
                  <c:v>15592.599999999999</c:v>
                </c:pt>
                <c:pt idx="5482">
                  <c:v>15563.099999999999</c:v>
                </c:pt>
                <c:pt idx="5483">
                  <c:v>15591.8</c:v>
                </c:pt>
                <c:pt idx="5484">
                  <c:v>15574.099999999999</c:v>
                </c:pt>
                <c:pt idx="5485">
                  <c:v>14603.6</c:v>
                </c:pt>
                <c:pt idx="5486">
                  <c:v>14609.5</c:v>
                </c:pt>
                <c:pt idx="5487">
                  <c:v>14609.5</c:v>
                </c:pt>
                <c:pt idx="5488">
                  <c:v>14609.5</c:v>
                </c:pt>
                <c:pt idx="5489">
                  <c:v>14591.8</c:v>
                </c:pt>
                <c:pt idx="5490">
                  <c:v>14124.7</c:v>
                </c:pt>
                <c:pt idx="5491">
                  <c:v>14107</c:v>
                </c:pt>
                <c:pt idx="5492">
                  <c:v>14112.9</c:v>
                </c:pt>
                <c:pt idx="5493">
                  <c:v>14121.75</c:v>
                </c:pt>
                <c:pt idx="5494">
                  <c:v>14121.75</c:v>
                </c:pt>
                <c:pt idx="5495">
                  <c:v>14121.75</c:v>
                </c:pt>
                <c:pt idx="5496">
                  <c:v>14109.95</c:v>
                </c:pt>
                <c:pt idx="5497">
                  <c:v>14104.05</c:v>
                </c:pt>
                <c:pt idx="5498">
                  <c:v>14134</c:v>
                </c:pt>
                <c:pt idx="5499">
                  <c:v>14157</c:v>
                </c:pt>
                <c:pt idx="5500">
                  <c:v>14157</c:v>
                </c:pt>
                <c:pt idx="5501">
                  <c:v>14157</c:v>
                </c:pt>
                <c:pt idx="5502">
                  <c:v>14157</c:v>
                </c:pt>
                <c:pt idx="5503">
                  <c:v>14654.05</c:v>
                </c:pt>
                <c:pt idx="5504">
                  <c:v>14674.7</c:v>
                </c:pt>
                <c:pt idx="5505">
                  <c:v>14721.9</c:v>
                </c:pt>
                <c:pt idx="5506">
                  <c:v>14739.6</c:v>
                </c:pt>
                <c:pt idx="5507">
                  <c:v>14718.95</c:v>
                </c:pt>
                <c:pt idx="5508">
                  <c:v>14772.95</c:v>
                </c:pt>
                <c:pt idx="5509">
                  <c:v>14772.95</c:v>
                </c:pt>
                <c:pt idx="5510">
                  <c:v>14770</c:v>
                </c:pt>
                <c:pt idx="5511">
                  <c:v>14802.45</c:v>
                </c:pt>
                <c:pt idx="5512">
                  <c:v>14823.1</c:v>
                </c:pt>
                <c:pt idx="5513">
                  <c:v>14802.45</c:v>
                </c:pt>
                <c:pt idx="5514">
                  <c:v>14781.8</c:v>
                </c:pt>
                <c:pt idx="5515">
                  <c:v>14781.8</c:v>
                </c:pt>
                <c:pt idx="5516">
                  <c:v>14781.8</c:v>
                </c:pt>
                <c:pt idx="5517">
                  <c:v>14734.15</c:v>
                </c:pt>
                <c:pt idx="5518">
                  <c:v>14754.8</c:v>
                </c:pt>
                <c:pt idx="5519">
                  <c:v>14754.8</c:v>
                </c:pt>
                <c:pt idx="5520">
                  <c:v>14754.8</c:v>
                </c:pt>
                <c:pt idx="5521">
                  <c:v>14754.8</c:v>
                </c:pt>
                <c:pt idx="5522">
                  <c:v>14754.8</c:v>
                </c:pt>
                <c:pt idx="5523">
                  <c:v>14754.8</c:v>
                </c:pt>
                <c:pt idx="5524">
                  <c:v>14754.8</c:v>
                </c:pt>
                <c:pt idx="5525">
                  <c:v>14754.8</c:v>
                </c:pt>
                <c:pt idx="5526">
                  <c:v>14754.8</c:v>
                </c:pt>
                <c:pt idx="5527">
                  <c:v>14724.85</c:v>
                </c:pt>
                <c:pt idx="5528">
                  <c:v>14773.8</c:v>
                </c:pt>
                <c:pt idx="5529">
                  <c:v>14766.2</c:v>
                </c:pt>
                <c:pt idx="5530">
                  <c:v>14766.2</c:v>
                </c:pt>
                <c:pt idx="5531">
                  <c:v>15729.099999999999</c:v>
                </c:pt>
                <c:pt idx="5532">
                  <c:v>15740.900000000001</c:v>
                </c:pt>
                <c:pt idx="5533">
                  <c:v>16702.099999999999</c:v>
                </c:pt>
                <c:pt idx="5534">
                  <c:v>16633.8</c:v>
                </c:pt>
                <c:pt idx="5535">
                  <c:v>16657.400000000001</c:v>
                </c:pt>
                <c:pt idx="5536">
                  <c:v>16657.400000000001</c:v>
                </c:pt>
                <c:pt idx="5537">
                  <c:v>16657.400000000001</c:v>
                </c:pt>
                <c:pt idx="5538">
                  <c:v>16952.400000000001</c:v>
                </c:pt>
                <c:pt idx="5539">
                  <c:v>16944.8</c:v>
                </c:pt>
                <c:pt idx="5540">
                  <c:v>18438.900000000001</c:v>
                </c:pt>
                <c:pt idx="5541">
                  <c:v>18425.400000000001</c:v>
                </c:pt>
                <c:pt idx="5542">
                  <c:v>18112.7</c:v>
                </c:pt>
                <c:pt idx="5543">
                  <c:v>18112.7</c:v>
                </c:pt>
                <c:pt idx="5544">
                  <c:v>18112.7</c:v>
                </c:pt>
                <c:pt idx="5545">
                  <c:v>18030.099999999999</c:v>
                </c:pt>
                <c:pt idx="5546">
                  <c:v>18038.5</c:v>
                </c:pt>
                <c:pt idx="5547">
                  <c:v>18082.75</c:v>
                </c:pt>
                <c:pt idx="5548">
                  <c:v>20121.099999999999</c:v>
                </c:pt>
                <c:pt idx="5549">
                  <c:v>20112.25</c:v>
                </c:pt>
                <c:pt idx="5550">
                  <c:v>20112.25</c:v>
                </c:pt>
                <c:pt idx="5551">
                  <c:v>20112.25</c:v>
                </c:pt>
                <c:pt idx="5552">
                  <c:v>20100.45</c:v>
                </c:pt>
                <c:pt idx="5553">
                  <c:v>20106.349999999999</c:v>
                </c:pt>
                <c:pt idx="5554">
                  <c:v>20124.05</c:v>
                </c:pt>
                <c:pt idx="5555">
                  <c:v>22650.6</c:v>
                </c:pt>
                <c:pt idx="5556">
                  <c:v>22662.400000000001</c:v>
                </c:pt>
                <c:pt idx="5557">
                  <c:v>22662.400000000001</c:v>
                </c:pt>
                <c:pt idx="5558">
                  <c:v>22662.400000000001</c:v>
                </c:pt>
                <c:pt idx="5559">
                  <c:v>22677.15</c:v>
                </c:pt>
                <c:pt idx="5560">
                  <c:v>22665.35</c:v>
                </c:pt>
                <c:pt idx="5561">
                  <c:v>22656.5</c:v>
                </c:pt>
                <c:pt idx="5562">
                  <c:v>22665.35</c:v>
                </c:pt>
                <c:pt idx="5563">
                  <c:v>22707.55</c:v>
                </c:pt>
                <c:pt idx="5564">
                  <c:v>22707.55</c:v>
                </c:pt>
                <c:pt idx="5565">
                  <c:v>22707.55</c:v>
                </c:pt>
                <c:pt idx="5566">
                  <c:v>22700.400000000001</c:v>
                </c:pt>
                <c:pt idx="5567">
                  <c:v>22682.7</c:v>
                </c:pt>
                <c:pt idx="5568">
                  <c:v>22685.65</c:v>
                </c:pt>
                <c:pt idx="5569">
                  <c:v>22640.25</c:v>
                </c:pt>
                <c:pt idx="5570">
                  <c:v>22625.5</c:v>
                </c:pt>
                <c:pt idx="5571">
                  <c:v>22625.5</c:v>
                </c:pt>
                <c:pt idx="5572">
                  <c:v>22625.5</c:v>
                </c:pt>
                <c:pt idx="5573">
                  <c:v>22625.5</c:v>
                </c:pt>
                <c:pt idx="5574">
                  <c:v>22615.4</c:v>
                </c:pt>
                <c:pt idx="5575">
                  <c:v>22612.45</c:v>
                </c:pt>
                <c:pt idx="5576">
                  <c:v>22615.4</c:v>
                </c:pt>
                <c:pt idx="5577">
                  <c:v>22621.3</c:v>
                </c:pt>
                <c:pt idx="5578">
                  <c:v>22621.3</c:v>
                </c:pt>
                <c:pt idx="5579">
                  <c:v>22621.3</c:v>
                </c:pt>
                <c:pt idx="5580">
                  <c:v>22668.95</c:v>
                </c:pt>
                <c:pt idx="5581">
                  <c:v>22674.85</c:v>
                </c:pt>
                <c:pt idx="5582">
                  <c:v>22657.15</c:v>
                </c:pt>
                <c:pt idx="5583">
                  <c:v>22642.400000000001</c:v>
                </c:pt>
                <c:pt idx="5584">
                  <c:v>22623.45</c:v>
                </c:pt>
                <c:pt idx="5585">
                  <c:v>22623.45</c:v>
                </c:pt>
                <c:pt idx="5586">
                  <c:v>22623.45</c:v>
                </c:pt>
                <c:pt idx="5587">
                  <c:v>22639.9</c:v>
                </c:pt>
                <c:pt idx="5588">
                  <c:v>22634</c:v>
                </c:pt>
                <c:pt idx="5589">
                  <c:v>22651.7</c:v>
                </c:pt>
                <c:pt idx="5590">
                  <c:v>22657.599999999999</c:v>
                </c:pt>
                <c:pt idx="5591">
                  <c:v>22663.5</c:v>
                </c:pt>
                <c:pt idx="5592">
                  <c:v>22663.5</c:v>
                </c:pt>
                <c:pt idx="5593">
                  <c:v>22663.5</c:v>
                </c:pt>
                <c:pt idx="5594">
                  <c:v>22134</c:v>
                </c:pt>
                <c:pt idx="5595">
                  <c:v>22098.6</c:v>
                </c:pt>
                <c:pt idx="5596">
                  <c:v>22157.599999999999</c:v>
                </c:pt>
                <c:pt idx="5597">
                  <c:v>21639.9</c:v>
                </c:pt>
                <c:pt idx="5598">
                  <c:v>21636.95</c:v>
                </c:pt>
                <c:pt idx="5599">
                  <c:v>21636.95</c:v>
                </c:pt>
                <c:pt idx="5600">
                  <c:v>21636.95</c:v>
                </c:pt>
                <c:pt idx="5601">
                  <c:v>21636.95</c:v>
                </c:pt>
                <c:pt idx="5602">
                  <c:v>21636.95</c:v>
                </c:pt>
                <c:pt idx="5603">
                  <c:v>21636.95</c:v>
                </c:pt>
                <c:pt idx="5604">
                  <c:v>21628.1</c:v>
                </c:pt>
                <c:pt idx="5605">
                  <c:v>21616.3</c:v>
                </c:pt>
                <c:pt idx="5606">
                  <c:v>21616.3</c:v>
                </c:pt>
                <c:pt idx="5607">
                  <c:v>21616.3</c:v>
                </c:pt>
                <c:pt idx="5608">
                  <c:v>19557.3</c:v>
                </c:pt>
                <c:pt idx="5609">
                  <c:v>19549.7</c:v>
                </c:pt>
                <c:pt idx="5610">
                  <c:v>19502.5</c:v>
                </c:pt>
                <c:pt idx="5611">
                  <c:v>19345.7</c:v>
                </c:pt>
                <c:pt idx="5612">
                  <c:v>19303.5</c:v>
                </c:pt>
                <c:pt idx="5613">
                  <c:v>19303.5</c:v>
                </c:pt>
                <c:pt idx="5614">
                  <c:v>19303.5</c:v>
                </c:pt>
                <c:pt idx="5615">
                  <c:v>19307.25</c:v>
                </c:pt>
                <c:pt idx="5616">
                  <c:v>19810.2</c:v>
                </c:pt>
                <c:pt idx="5617">
                  <c:v>19824.5</c:v>
                </c:pt>
                <c:pt idx="5618">
                  <c:v>19964.3</c:v>
                </c:pt>
                <c:pt idx="5619">
                  <c:v>19955</c:v>
                </c:pt>
                <c:pt idx="5620">
                  <c:v>19955</c:v>
                </c:pt>
                <c:pt idx="5621">
                  <c:v>19955</c:v>
                </c:pt>
                <c:pt idx="5622">
                  <c:v>19907.8</c:v>
                </c:pt>
                <c:pt idx="5623">
                  <c:v>19878.3</c:v>
                </c:pt>
                <c:pt idx="5624">
                  <c:v>19839.5</c:v>
                </c:pt>
                <c:pt idx="5625">
                  <c:v>19802.400000000001</c:v>
                </c:pt>
                <c:pt idx="5626">
                  <c:v>19769.5</c:v>
                </c:pt>
                <c:pt idx="5627">
                  <c:v>19769.5</c:v>
                </c:pt>
                <c:pt idx="5628">
                  <c:v>19769.5</c:v>
                </c:pt>
                <c:pt idx="5629">
                  <c:v>19754.3</c:v>
                </c:pt>
                <c:pt idx="5630">
                  <c:v>19750.900000000001</c:v>
                </c:pt>
                <c:pt idx="5631">
                  <c:v>19804</c:v>
                </c:pt>
                <c:pt idx="5632">
                  <c:v>20292.2</c:v>
                </c:pt>
                <c:pt idx="5633">
                  <c:v>20272.8</c:v>
                </c:pt>
                <c:pt idx="5634">
                  <c:v>20272.8</c:v>
                </c:pt>
                <c:pt idx="5635">
                  <c:v>20272.8</c:v>
                </c:pt>
                <c:pt idx="5636">
                  <c:v>20296.400000000001</c:v>
                </c:pt>
                <c:pt idx="5637">
                  <c:v>20282.849999999999</c:v>
                </c:pt>
                <c:pt idx="5638">
                  <c:v>20285.8</c:v>
                </c:pt>
                <c:pt idx="5639">
                  <c:v>20785.8</c:v>
                </c:pt>
                <c:pt idx="5640">
                  <c:v>21300.55</c:v>
                </c:pt>
                <c:pt idx="5641">
                  <c:v>21300.55</c:v>
                </c:pt>
                <c:pt idx="5642">
                  <c:v>21300.55</c:v>
                </c:pt>
                <c:pt idx="5643">
                  <c:v>21300.55</c:v>
                </c:pt>
                <c:pt idx="5644">
                  <c:v>21279.9</c:v>
                </c:pt>
                <c:pt idx="5645">
                  <c:v>23774</c:v>
                </c:pt>
                <c:pt idx="5646">
                  <c:v>23788.75</c:v>
                </c:pt>
                <c:pt idx="5647">
                  <c:v>23830.05</c:v>
                </c:pt>
                <c:pt idx="5648">
                  <c:v>23830.05</c:v>
                </c:pt>
                <c:pt idx="5649">
                  <c:v>23830.05</c:v>
                </c:pt>
                <c:pt idx="5650">
                  <c:v>23827.1</c:v>
                </c:pt>
                <c:pt idx="5651">
                  <c:v>23818.25</c:v>
                </c:pt>
                <c:pt idx="5652">
                  <c:v>23794.65</c:v>
                </c:pt>
                <c:pt idx="5653">
                  <c:v>23779.9</c:v>
                </c:pt>
                <c:pt idx="5654">
                  <c:v>23788.75</c:v>
                </c:pt>
                <c:pt idx="5655">
                  <c:v>23788.75</c:v>
                </c:pt>
                <c:pt idx="5656">
                  <c:v>23788.75</c:v>
                </c:pt>
                <c:pt idx="5657">
                  <c:v>23809.4</c:v>
                </c:pt>
                <c:pt idx="5658">
                  <c:v>23803.5</c:v>
                </c:pt>
                <c:pt idx="5659">
                  <c:v>23771.05</c:v>
                </c:pt>
                <c:pt idx="5660">
                  <c:v>23785.8</c:v>
                </c:pt>
                <c:pt idx="5661">
                  <c:v>23803.5</c:v>
                </c:pt>
                <c:pt idx="5662">
                  <c:v>23803.5</c:v>
                </c:pt>
                <c:pt idx="5663">
                  <c:v>23803.5</c:v>
                </c:pt>
                <c:pt idx="5664">
                  <c:v>23762.2</c:v>
                </c:pt>
                <c:pt idx="5665">
                  <c:v>23774</c:v>
                </c:pt>
                <c:pt idx="5666">
                  <c:v>23803.5</c:v>
                </c:pt>
                <c:pt idx="5667">
                  <c:v>23812.35</c:v>
                </c:pt>
                <c:pt idx="5668">
                  <c:v>23809.4</c:v>
                </c:pt>
                <c:pt idx="5669">
                  <c:v>23809.4</c:v>
                </c:pt>
                <c:pt idx="5670">
                  <c:v>23809.4</c:v>
                </c:pt>
                <c:pt idx="5671">
                  <c:v>23776.95</c:v>
                </c:pt>
                <c:pt idx="5672">
                  <c:v>23774</c:v>
                </c:pt>
                <c:pt idx="5673">
                  <c:v>23774</c:v>
                </c:pt>
                <c:pt idx="5674">
                  <c:v>23776.95</c:v>
                </c:pt>
                <c:pt idx="5675">
                  <c:v>23738.6</c:v>
                </c:pt>
                <c:pt idx="5676">
                  <c:v>23738.6</c:v>
                </c:pt>
                <c:pt idx="5677">
                  <c:v>23738.6</c:v>
                </c:pt>
                <c:pt idx="5678">
                  <c:v>23655.1</c:v>
                </c:pt>
                <c:pt idx="5679">
                  <c:v>23666.9</c:v>
                </c:pt>
                <c:pt idx="5680">
                  <c:v>23645.8</c:v>
                </c:pt>
                <c:pt idx="5681">
                  <c:v>23595.200000000001</c:v>
                </c:pt>
                <c:pt idx="5682">
                  <c:v>23601.1</c:v>
                </c:pt>
                <c:pt idx="5683">
                  <c:v>23601.1</c:v>
                </c:pt>
                <c:pt idx="5684">
                  <c:v>23601.1</c:v>
                </c:pt>
                <c:pt idx="5685">
                  <c:v>23579.55</c:v>
                </c:pt>
                <c:pt idx="5686">
                  <c:v>23582.5</c:v>
                </c:pt>
                <c:pt idx="5687">
                  <c:v>23565.599999999999</c:v>
                </c:pt>
                <c:pt idx="5688">
                  <c:v>23540.3</c:v>
                </c:pt>
                <c:pt idx="5689">
                  <c:v>23432.75</c:v>
                </c:pt>
                <c:pt idx="5690">
                  <c:v>23432.75</c:v>
                </c:pt>
                <c:pt idx="5691">
                  <c:v>23432.75</c:v>
                </c:pt>
                <c:pt idx="5692">
                  <c:v>23327.7</c:v>
                </c:pt>
                <c:pt idx="5693">
                  <c:v>23313.75</c:v>
                </c:pt>
                <c:pt idx="5694">
                  <c:v>23315</c:v>
                </c:pt>
                <c:pt idx="5695">
                  <c:v>23249.200000000001</c:v>
                </c:pt>
                <c:pt idx="5696">
                  <c:v>23141.200000000001</c:v>
                </c:pt>
                <c:pt idx="5697">
                  <c:v>23141.200000000001</c:v>
                </c:pt>
                <c:pt idx="5698">
                  <c:v>23141.200000000001</c:v>
                </c:pt>
                <c:pt idx="5699">
                  <c:v>23000.75</c:v>
                </c:pt>
                <c:pt idx="5700">
                  <c:v>23120.55</c:v>
                </c:pt>
                <c:pt idx="5701">
                  <c:v>23080.5</c:v>
                </c:pt>
                <c:pt idx="5702">
                  <c:v>23047.599999999999</c:v>
                </c:pt>
                <c:pt idx="5703">
                  <c:v>22969.55</c:v>
                </c:pt>
                <c:pt idx="5704">
                  <c:v>22969.55</c:v>
                </c:pt>
                <c:pt idx="5705">
                  <c:v>22969.55</c:v>
                </c:pt>
                <c:pt idx="5706">
                  <c:v>23631.599999999999</c:v>
                </c:pt>
                <c:pt idx="5707">
                  <c:v>23511.8</c:v>
                </c:pt>
                <c:pt idx="5708">
                  <c:v>23365</c:v>
                </c:pt>
                <c:pt idx="5709">
                  <c:v>24822.799999999999</c:v>
                </c:pt>
                <c:pt idx="5710">
                  <c:v>24750.65</c:v>
                </c:pt>
                <c:pt idx="5711">
                  <c:v>24750.65</c:v>
                </c:pt>
                <c:pt idx="5712">
                  <c:v>24750.65</c:v>
                </c:pt>
                <c:pt idx="5713">
                  <c:v>24506.400000000001</c:v>
                </c:pt>
                <c:pt idx="5714">
                  <c:v>26093</c:v>
                </c:pt>
                <c:pt idx="5715">
                  <c:v>26921.7</c:v>
                </c:pt>
                <c:pt idx="5716">
                  <c:v>26736.9</c:v>
                </c:pt>
                <c:pt idx="5717">
                  <c:v>26742.799999999999</c:v>
                </c:pt>
                <c:pt idx="5718">
                  <c:v>26742.799999999999</c:v>
                </c:pt>
                <c:pt idx="5719">
                  <c:v>26742.799999999999</c:v>
                </c:pt>
                <c:pt idx="5720">
                  <c:v>26243.75</c:v>
                </c:pt>
                <c:pt idx="5721">
                  <c:v>25982.6</c:v>
                </c:pt>
                <c:pt idx="5722">
                  <c:v>26929.85</c:v>
                </c:pt>
                <c:pt idx="5723">
                  <c:v>26633.3</c:v>
                </c:pt>
                <c:pt idx="5724">
                  <c:v>26342.65</c:v>
                </c:pt>
                <c:pt idx="5725">
                  <c:v>26342.65</c:v>
                </c:pt>
                <c:pt idx="5726">
                  <c:v>26342.65</c:v>
                </c:pt>
                <c:pt idx="5727">
                  <c:v>26192.9</c:v>
                </c:pt>
                <c:pt idx="5728">
                  <c:v>26084.1</c:v>
                </c:pt>
                <c:pt idx="5729">
                  <c:v>26628.45</c:v>
                </c:pt>
                <c:pt idx="5730">
                  <c:v>26390.55</c:v>
                </c:pt>
                <c:pt idx="5731">
                  <c:v>26252.6</c:v>
                </c:pt>
                <c:pt idx="5732">
                  <c:v>26252.6</c:v>
                </c:pt>
                <c:pt idx="5733">
                  <c:v>26252.6</c:v>
                </c:pt>
                <c:pt idx="5734">
                  <c:v>25964.9</c:v>
                </c:pt>
                <c:pt idx="5735">
                  <c:v>26209.200000000001</c:v>
                </c:pt>
                <c:pt idx="5736">
                  <c:v>25939.200000000001</c:v>
                </c:pt>
                <c:pt idx="5737">
                  <c:v>25064.3</c:v>
                </c:pt>
                <c:pt idx="5738">
                  <c:v>23712.799999999999</c:v>
                </c:pt>
                <c:pt idx="5739">
                  <c:v>23712.799999999999</c:v>
                </c:pt>
                <c:pt idx="5740">
                  <c:v>23712.799999999999</c:v>
                </c:pt>
                <c:pt idx="5741">
                  <c:v>22568.6</c:v>
                </c:pt>
                <c:pt idx="5742">
                  <c:v>22568.6</c:v>
                </c:pt>
                <c:pt idx="5743">
                  <c:v>26143.200000000001</c:v>
                </c:pt>
                <c:pt idx="5744">
                  <c:v>23841</c:v>
                </c:pt>
                <c:pt idx="5745">
                  <c:v>23273.8</c:v>
                </c:pt>
                <c:pt idx="5746">
                  <c:v>23273.8</c:v>
                </c:pt>
                <c:pt idx="5747">
                  <c:v>39759.050000000003</c:v>
                </c:pt>
                <c:pt idx="5748">
                  <c:v>39535.550000000003</c:v>
                </c:pt>
                <c:pt idx="5749">
                  <c:v>39302.6</c:v>
                </c:pt>
                <c:pt idx="5750">
                  <c:v>39120.400000000001</c:v>
                </c:pt>
                <c:pt idx="5751">
                  <c:v>39149.9</c:v>
                </c:pt>
                <c:pt idx="5752">
                  <c:v>39149.9</c:v>
                </c:pt>
                <c:pt idx="5753">
                  <c:v>39149.9</c:v>
                </c:pt>
                <c:pt idx="5754">
                  <c:v>39149.9</c:v>
                </c:pt>
                <c:pt idx="5755">
                  <c:v>39149.9</c:v>
                </c:pt>
                <c:pt idx="5756">
                  <c:v>39149.9</c:v>
                </c:pt>
                <c:pt idx="5757">
                  <c:v>39149.9</c:v>
                </c:pt>
                <c:pt idx="5758">
                  <c:v>39149.9</c:v>
                </c:pt>
                <c:pt idx="5759">
                  <c:v>39129.199999999997</c:v>
                </c:pt>
                <c:pt idx="5760">
                  <c:v>38993.5</c:v>
                </c:pt>
                <c:pt idx="5761">
                  <c:v>38993.5</c:v>
                </c:pt>
                <c:pt idx="5762">
                  <c:v>38905</c:v>
                </c:pt>
                <c:pt idx="5763">
                  <c:v>39045.199999999997</c:v>
                </c:pt>
                <c:pt idx="5764">
                  <c:v>39256.9</c:v>
                </c:pt>
                <c:pt idx="5765">
                  <c:v>39391.9</c:v>
                </c:pt>
                <c:pt idx="5766">
                  <c:v>39622</c:v>
                </c:pt>
                <c:pt idx="5767">
                  <c:v>39622</c:v>
                </c:pt>
                <c:pt idx="5768">
                  <c:v>39622</c:v>
                </c:pt>
                <c:pt idx="5769">
                  <c:v>39598.400000000001</c:v>
                </c:pt>
                <c:pt idx="5770">
                  <c:v>39821.199999999997</c:v>
                </c:pt>
                <c:pt idx="5771">
                  <c:v>40567.699999999997</c:v>
                </c:pt>
                <c:pt idx="5772">
                  <c:v>41101.800000000003</c:v>
                </c:pt>
                <c:pt idx="5773">
                  <c:v>41133</c:v>
                </c:pt>
                <c:pt idx="5774">
                  <c:v>41133</c:v>
                </c:pt>
                <c:pt idx="5775">
                  <c:v>41133</c:v>
                </c:pt>
                <c:pt idx="5776">
                  <c:v>38444.300000000003</c:v>
                </c:pt>
                <c:pt idx="5777">
                  <c:v>38656</c:v>
                </c:pt>
                <c:pt idx="5778">
                  <c:v>36173.1</c:v>
                </c:pt>
                <c:pt idx="5779">
                  <c:v>36863.550000000003</c:v>
                </c:pt>
                <c:pt idx="5780">
                  <c:v>37018.5</c:v>
                </c:pt>
                <c:pt idx="5781">
                  <c:v>37018.5</c:v>
                </c:pt>
                <c:pt idx="5782">
                  <c:v>37018.5</c:v>
                </c:pt>
                <c:pt idx="5783">
                  <c:v>37523.1</c:v>
                </c:pt>
                <c:pt idx="5784">
                  <c:v>26828.5</c:v>
                </c:pt>
                <c:pt idx="5785">
                  <c:v>27104.400000000001</c:v>
                </c:pt>
                <c:pt idx="5786">
                  <c:v>27626.7</c:v>
                </c:pt>
                <c:pt idx="5787">
                  <c:v>18879</c:v>
                </c:pt>
                <c:pt idx="5788">
                  <c:v>18879</c:v>
                </c:pt>
                <c:pt idx="5789">
                  <c:v>18879</c:v>
                </c:pt>
                <c:pt idx="5790">
                  <c:v>17598.599999999999</c:v>
                </c:pt>
                <c:pt idx="5791">
                  <c:v>17886.3</c:v>
                </c:pt>
                <c:pt idx="5792">
                  <c:v>18233</c:v>
                </c:pt>
                <c:pt idx="5793">
                  <c:v>18482.349999999999</c:v>
                </c:pt>
                <c:pt idx="5794">
                  <c:v>19043</c:v>
                </c:pt>
                <c:pt idx="5795">
                  <c:v>19043</c:v>
                </c:pt>
                <c:pt idx="5796">
                  <c:v>19043</c:v>
                </c:pt>
                <c:pt idx="5797">
                  <c:v>19102</c:v>
                </c:pt>
                <c:pt idx="5798">
                  <c:v>19059.05</c:v>
                </c:pt>
                <c:pt idx="5799">
                  <c:v>19065.599999999999</c:v>
                </c:pt>
                <c:pt idx="5800">
                  <c:v>18807.400000000001</c:v>
                </c:pt>
                <c:pt idx="5801">
                  <c:v>19301.5</c:v>
                </c:pt>
                <c:pt idx="5802">
                  <c:v>19301.5</c:v>
                </c:pt>
                <c:pt idx="5803">
                  <c:v>19301.5</c:v>
                </c:pt>
                <c:pt idx="5804">
                  <c:v>19242.5</c:v>
                </c:pt>
                <c:pt idx="5805">
                  <c:v>19454.8</c:v>
                </c:pt>
                <c:pt idx="5806">
                  <c:v>19530.8</c:v>
                </c:pt>
                <c:pt idx="5807">
                  <c:v>19701.2</c:v>
                </c:pt>
                <c:pt idx="5808">
                  <c:v>19977.099999999999</c:v>
                </c:pt>
                <c:pt idx="5809">
                  <c:v>19977.099999999999</c:v>
                </c:pt>
                <c:pt idx="5810">
                  <c:v>19977.099999999999</c:v>
                </c:pt>
                <c:pt idx="5811">
                  <c:v>20294.3</c:v>
                </c:pt>
                <c:pt idx="5812">
                  <c:v>20058.400000000001</c:v>
                </c:pt>
                <c:pt idx="5813">
                  <c:v>20043.650000000001</c:v>
                </c:pt>
                <c:pt idx="5814">
                  <c:v>20249.099999999999</c:v>
                </c:pt>
                <c:pt idx="5815">
                  <c:v>20407.7</c:v>
                </c:pt>
                <c:pt idx="5816">
                  <c:v>20407.7</c:v>
                </c:pt>
                <c:pt idx="5817">
                  <c:v>20407.7</c:v>
                </c:pt>
                <c:pt idx="5818">
                  <c:v>19771.400000000001</c:v>
                </c:pt>
                <c:pt idx="5819">
                  <c:v>19979.8</c:v>
                </c:pt>
                <c:pt idx="5820">
                  <c:v>16515.2</c:v>
                </c:pt>
                <c:pt idx="5821">
                  <c:v>16964.099999999999</c:v>
                </c:pt>
                <c:pt idx="5822">
                  <c:v>16964.099999999999</c:v>
                </c:pt>
                <c:pt idx="5823">
                  <c:v>16964.099999999999</c:v>
                </c:pt>
                <c:pt idx="5824">
                  <c:v>16964.099999999999</c:v>
                </c:pt>
                <c:pt idx="5825">
                  <c:v>17148.900000000001</c:v>
                </c:pt>
                <c:pt idx="5826">
                  <c:v>17137.099999999999</c:v>
                </c:pt>
                <c:pt idx="5827">
                  <c:v>14178.4</c:v>
                </c:pt>
                <c:pt idx="5828">
                  <c:v>14284.55</c:v>
                </c:pt>
                <c:pt idx="5829">
                  <c:v>14344.9</c:v>
                </c:pt>
                <c:pt idx="5830">
                  <c:v>14344.9</c:v>
                </c:pt>
                <c:pt idx="5831">
                  <c:v>14344.9</c:v>
                </c:pt>
                <c:pt idx="5832">
                  <c:v>14362.6</c:v>
                </c:pt>
                <c:pt idx="5833">
                  <c:v>15380.3</c:v>
                </c:pt>
                <c:pt idx="5834">
                  <c:v>15380.3</c:v>
                </c:pt>
                <c:pt idx="5835">
                  <c:v>15425</c:v>
                </c:pt>
                <c:pt idx="5836">
                  <c:v>15407.3</c:v>
                </c:pt>
                <c:pt idx="5837">
                  <c:v>15407.3</c:v>
                </c:pt>
                <c:pt idx="5838">
                  <c:v>15407.3</c:v>
                </c:pt>
                <c:pt idx="5839">
                  <c:v>15481.5</c:v>
                </c:pt>
                <c:pt idx="5840">
                  <c:v>16167.099999999999</c:v>
                </c:pt>
                <c:pt idx="5841">
                  <c:v>16967.099999999999</c:v>
                </c:pt>
                <c:pt idx="5842">
                  <c:v>17038.8</c:v>
                </c:pt>
                <c:pt idx="5843">
                  <c:v>17056.5</c:v>
                </c:pt>
                <c:pt idx="5844">
                  <c:v>17056.5</c:v>
                </c:pt>
                <c:pt idx="5845">
                  <c:v>17056.5</c:v>
                </c:pt>
                <c:pt idx="5846">
                  <c:v>17056.5</c:v>
                </c:pt>
                <c:pt idx="5847">
                  <c:v>17721.099999999999</c:v>
                </c:pt>
                <c:pt idx="5848">
                  <c:v>18305.05</c:v>
                </c:pt>
                <c:pt idx="5849">
                  <c:v>18316.849999999999</c:v>
                </c:pt>
                <c:pt idx="5850">
                  <c:v>18316.849999999999</c:v>
                </c:pt>
                <c:pt idx="5851">
                  <c:v>18357.349999999999</c:v>
                </c:pt>
                <c:pt idx="5852">
                  <c:v>18357.349999999999</c:v>
                </c:pt>
                <c:pt idx="5853">
                  <c:v>19848.95</c:v>
                </c:pt>
                <c:pt idx="5854">
                  <c:v>19899.099999999999</c:v>
                </c:pt>
                <c:pt idx="5855">
                  <c:v>21436.65</c:v>
                </c:pt>
                <c:pt idx="5856">
                  <c:v>21401.25</c:v>
                </c:pt>
                <c:pt idx="5857">
                  <c:v>21386.5</c:v>
                </c:pt>
                <c:pt idx="5858">
                  <c:v>21386.5</c:v>
                </c:pt>
                <c:pt idx="5859">
                  <c:v>21386.5</c:v>
                </c:pt>
                <c:pt idx="5860">
                  <c:v>22961.9</c:v>
                </c:pt>
                <c:pt idx="5861">
                  <c:v>22868.799999999999</c:v>
                </c:pt>
                <c:pt idx="5862">
                  <c:v>22780.3</c:v>
                </c:pt>
                <c:pt idx="5863">
                  <c:v>22800.95</c:v>
                </c:pt>
                <c:pt idx="5864">
                  <c:v>22821.599999999999</c:v>
                </c:pt>
                <c:pt idx="5865">
                  <c:v>22821.599999999999</c:v>
                </c:pt>
                <c:pt idx="5866">
                  <c:v>22821.599999999999</c:v>
                </c:pt>
                <c:pt idx="5867">
                  <c:v>22809.8</c:v>
                </c:pt>
                <c:pt idx="5868">
                  <c:v>22827.5</c:v>
                </c:pt>
                <c:pt idx="5869">
                  <c:v>22803.9</c:v>
                </c:pt>
                <c:pt idx="5870">
                  <c:v>22771.45</c:v>
                </c:pt>
                <c:pt idx="5871">
                  <c:v>22756.7</c:v>
                </c:pt>
                <c:pt idx="5872">
                  <c:v>22756.7</c:v>
                </c:pt>
                <c:pt idx="5873">
                  <c:v>22756.7</c:v>
                </c:pt>
                <c:pt idx="5874">
                  <c:v>22768.5</c:v>
                </c:pt>
                <c:pt idx="5875">
                  <c:v>22768.5</c:v>
                </c:pt>
                <c:pt idx="5876">
                  <c:v>22768.5</c:v>
                </c:pt>
                <c:pt idx="5877">
                  <c:v>22768.5</c:v>
                </c:pt>
                <c:pt idx="5878">
                  <c:v>22768.5</c:v>
                </c:pt>
                <c:pt idx="5879">
                  <c:v>22768.5</c:v>
                </c:pt>
                <c:pt idx="5880">
                  <c:v>22768.5</c:v>
                </c:pt>
                <c:pt idx="5881">
                  <c:v>22721.3</c:v>
                </c:pt>
                <c:pt idx="5882">
                  <c:v>22739</c:v>
                </c:pt>
                <c:pt idx="5883">
                  <c:v>22774</c:v>
                </c:pt>
                <c:pt idx="5884">
                  <c:v>22821.200000000001</c:v>
                </c:pt>
                <c:pt idx="5885">
                  <c:v>22806</c:v>
                </c:pt>
                <c:pt idx="5886">
                  <c:v>22806</c:v>
                </c:pt>
                <c:pt idx="5887">
                  <c:v>22806</c:v>
                </c:pt>
                <c:pt idx="5888">
                  <c:v>23117.8</c:v>
                </c:pt>
                <c:pt idx="5889">
                  <c:v>23050.3</c:v>
                </c:pt>
                <c:pt idx="5890">
                  <c:v>23747.35</c:v>
                </c:pt>
                <c:pt idx="5891">
                  <c:v>23741</c:v>
                </c:pt>
                <c:pt idx="5892">
                  <c:v>23717.4</c:v>
                </c:pt>
                <c:pt idx="5893">
                  <c:v>23717.4</c:v>
                </c:pt>
                <c:pt idx="5894">
                  <c:v>23717.4</c:v>
                </c:pt>
                <c:pt idx="5895">
                  <c:v>23978.6</c:v>
                </c:pt>
                <c:pt idx="5896">
                  <c:v>24574.45</c:v>
                </c:pt>
                <c:pt idx="5897">
                  <c:v>25098.05</c:v>
                </c:pt>
                <c:pt idx="5898">
                  <c:v>26009.9</c:v>
                </c:pt>
                <c:pt idx="5899">
                  <c:v>26000.6</c:v>
                </c:pt>
                <c:pt idx="5900">
                  <c:v>26014.1</c:v>
                </c:pt>
                <c:pt idx="5901">
                  <c:v>26014.1</c:v>
                </c:pt>
                <c:pt idx="5902">
                  <c:v>25942.400000000001</c:v>
                </c:pt>
                <c:pt idx="5903">
                  <c:v>26205.75</c:v>
                </c:pt>
                <c:pt idx="5904">
                  <c:v>28107.5</c:v>
                </c:pt>
                <c:pt idx="5905">
                  <c:v>28033.3</c:v>
                </c:pt>
                <c:pt idx="5906">
                  <c:v>27970.9</c:v>
                </c:pt>
                <c:pt idx="5907">
                  <c:v>27970.9</c:v>
                </c:pt>
                <c:pt idx="5908">
                  <c:v>27970.9</c:v>
                </c:pt>
                <c:pt idx="5909">
                  <c:v>28896.7</c:v>
                </c:pt>
                <c:pt idx="5910">
                  <c:v>29352</c:v>
                </c:pt>
                <c:pt idx="5911">
                  <c:v>29212</c:v>
                </c:pt>
                <c:pt idx="5912">
                  <c:v>29311.4</c:v>
                </c:pt>
                <c:pt idx="5913">
                  <c:v>29267.15</c:v>
                </c:pt>
                <c:pt idx="5914">
                  <c:v>29267.15</c:v>
                </c:pt>
                <c:pt idx="5915">
                  <c:v>29267.15</c:v>
                </c:pt>
                <c:pt idx="5916">
                  <c:v>28317.3</c:v>
                </c:pt>
                <c:pt idx="5917">
                  <c:v>28376.3</c:v>
                </c:pt>
                <c:pt idx="5918">
                  <c:v>28391.05</c:v>
                </c:pt>
                <c:pt idx="5919">
                  <c:v>28405.8</c:v>
                </c:pt>
                <c:pt idx="5920">
                  <c:v>28382.65</c:v>
                </c:pt>
                <c:pt idx="5921">
                  <c:v>28382.65</c:v>
                </c:pt>
                <c:pt idx="5922">
                  <c:v>28382.65</c:v>
                </c:pt>
                <c:pt idx="5923">
                  <c:v>27443</c:v>
                </c:pt>
                <c:pt idx="5924">
                  <c:v>26428.7</c:v>
                </c:pt>
                <c:pt idx="5925">
                  <c:v>26467.5</c:v>
                </c:pt>
                <c:pt idx="5926">
                  <c:v>23467.5</c:v>
                </c:pt>
                <c:pt idx="5927">
                  <c:v>22534.55</c:v>
                </c:pt>
                <c:pt idx="5928">
                  <c:v>22534.55</c:v>
                </c:pt>
                <c:pt idx="5929">
                  <c:v>22534.55</c:v>
                </c:pt>
                <c:pt idx="5930">
                  <c:v>22577.200000000001</c:v>
                </c:pt>
                <c:pt idx="5931">
                  <c:v>20683.05</c:v>
                </c:pt>
                <c:pt idx="5932">
                  <c:v>18805.8</c:v>
                </c:pt>
                <c:pt idx="5933">
                  <c:v>18338.25</c:v>
                </c:pt>
                <c:pt idx="5934">
                  <c:v>18364.8</c:v>
                </c:pt>
                <c:pt idx="5935">
                  <c:v>18364.8</c:v>
                </c:pt>
                <c:pt idx="5936">
                  <c:v>18364.8</c:v>
                </c:pt>
                <c:pt idx="5937">
                  <c:v>18295.2</c:v>
                </c:pt>
                <c:pt idx="5938">
                  <c:v>18295.2</c:v>
                </c:pt>
                <c:pt idx="5939">
                  <c:v>18283.400000000001</c:v>
                </c:pt>
                <c:pt idx="5940">
                  <c:v>18331.5</c:v>
                </c:pt>
                <c:pt idx="5941">
                  <c:v>18372.8</c:v>
                </c:pt>
                <c:pt idx="5942">
                  <c:v>18372.8</c:v>
                </c:pt>
                <c:pt idx="5943">
                  <c:v>18372.8</c:v>
                </c:pt>
                <c:pt idx="5944">
                  <c:v>18908.2</c:v>
                </c:pt>
                <c:pt idx="5945">
                  <c:v>18890.5</c:v>
                </c:pt>
                <c:pt idx="5946">
                  <c:v>18506.599999999999</c:v>
                </c:pt>
                <c:pt idx="5947">
                  <c:v>18480.05</c:v>
                </c:pt>
                <c:pt idx="5948">
                  <c:v>18488.900000000001</c:v>
                </c:pt>
                <c:pt idx="5949">
                  <c:v>18488.900000000001</c:v>
                </c:pt>
                <c:pt idx="5950">
                  <c:v>18488.900000000001</c:v>
                </c:pt>
                <c:pt idx="5951">
                  <c:v>18465.3</c:v>
                </c:pt>
                <c:pt idx="5952">
                  <c:v>18459.400000000001</c:v>
                </c:pt>
                <c:pt idx="5953">
                  <c:v>18477.099999999999</c:v>
                </c:pt>
                <c:pt idx="5954">
                  <c:v>18483</c:v>
                </c:pt>
                <c:pt idx="5955">
                  <c:v>18500.7</c:v>
                </c:pt>
                <c:pt idx="5956">
                  <c:v>18500.7</c:v>
                </c:pt>
                <c:pt idx="5957">
                  <c:v>18536.099999999999</c:v>
                </c:pt>
                <c:pt idx="5958">
                  <c:v>18573.2</c:v>
                </c:pt>
                <c:pt idx="5959">
                  <c:v>18090.900000000001</c:v>
                </c:pt>
                <c:pt idx="5960">
                  <c:v>18092.599999999999</c:v>
                </c:pt>
                <c:pt idx="5961">
                  <c:v>18149.099999999999</c:v>
                </c:pt>
                <c:pt idx="5962">
                  <c:v>18166.8</c:v>
                </c:pt>
                <c:pt idx="5963">
                  <c:v>18166.8</c:v>
                </c:pt>
                <c:pt idx="5964">
                  <c:v>18166.8</c:v>
                </c:pt>
                <c:pt idx="5965">
                  <c:v>18166.8</c:v>
                </c:pt>
                <c:pt idx="5966">
                  <c:v>18166.8</c:v>
                </c:pt>
                <c:pt idx="5967">
                  <c:v>18166.8</c:v>
                </c:pt>
                <c:pt idx="5968">
                  <c:v>17660.599999999999</c:v>
                </c:pt>
                <c:pt idx="5969">
                  <c:v>17146.3</c:v>
                </c:pt>
                <c:pt idx="5970">
                  <c:v>17146.3</c:v>
                </c:pt>
                <c:pt idx="5971">
                  <c:v>17146.3</c:v>
                </c:pt>
                <c:pt idx="5972">
                  <c:v>17833.900000000001</c:v>
                </c:pt>
                <c:pt idx="5973">
                  <c:v>17900.5</c:v>
                </c:pt>
                <c:pt idx="5974">
                  <c:v>17880.3</c:v>
                </c:pt>
                <c:pt idx="5975">
                  <c:v>17874.400000000001</c:v>
                </c:pt>
                <c:pt idx="5976">
                  <c:v>17891.3</c:v>
                </c:pt>
                <c:pt idx="5977">
                  <c:v>17891.3</c:v>
                </c:pt>
                <c:pt idx="5978">
                  <c:v>17891.3</c:v>
                </c:pt>
                <c:pt idx="5979">
                  <c:v>17873.599999999999</c:v>
                </c:pt>
                <c:pt idx="5980">
                  <c:v>17720.45</c:v>
                </c:pt>
                <c:pt idx="5981">
                  <c:v>17536.849999999999</c:v>
                </c:pt>
                <c:pt idx="5982">
                  <c:v>17575.650000000001</c:v>
                </c:pt>
                <c:pt idx="5983">
                  <c:v>17062.599999999999</c:v>
                </c:pt>
                <c:pt idx="5984">
                  <c:v>17062.599999999999</c:v>
                </c:pt>
                <c:pt idx="5985">
                  <c:v>17062.599999999999</c:v>
                </c:pt>
                <c:pt idx="5986">
                  <c:v>17079.5</c:v>
                </c:pt>
                <c:pt idx="5987">
                  <c:v>16124.2</c:v>
                </c:pt>
                <c:pt idx="5988">
                  <c:v>16192.2</c:v>
                </c:pt>
                <c:pt idx="5989">
                  <c:v>15746.2</c:v>
                </c:pt>
                <c:pt idx="5990">
                  <c:v>15872.8</c:v>
                </c:pt>
                <c:pt idx="5991">
                  <c:v>15872.8</c:v>
                </c:pt>
                <c:pt idx="5992">
                  <c:v>15872.8</c:v>
                </c:pt>
                <c:pt idx="5993">
                  <c:v>15111.599999999999</c:v>
                </c:pt>
                <c:pt idx="5994">
                  <c:v>13938.6</c:v>
                </c:pt>
                <c:pt idx="5995">
                  <c:v>13986.7</c:v>
                </c:pt>
                <c:pt idx="5996">
                  <c:v>14028.9</c:v>
                </c:pt>
                <c:pt idx="5997">
                  <c:v>14028.9</c:v>
                </c:pt>
                <c:pt idx="5998">
                  <c:v>14028.9</c:v>
                </c:pt>
                <c:pt idx="5999">
                  <c:v>14028.9</c:v>
                </c:pt>
                <c:pt idx="6000">
                  <c:v>13023</c:v>
                </c:pt>
                <c:pt idx="6001">
                  <c:v>12550</c:v>
                </c:pt>
                <c:pt idx="6002">
                  <c:v>13562.7</c:v>
                </c:pt>
                <c:pt idx="6003">
                  <c:v>14580.4</c:v>
                </c:pt>
                <c:pt idx="6004">
                  <c:v>14582.9</c:v>
                </c:pt>
                <c:pt idx="6005">
                  <c:v>14628.9</c:v>
                </c:pt>
                <c:pt idx="6006">
                  <c:v>14628.9</c:v>
                </c:pt>
                <c:pt idx="6007">
                  <c:v>14596.45</c:v>
                </c:pt>
                <c:pt idx="6008">
                  <c:v>14596</c:v>
                </c:pt>
                <c:pt idx="6009">
                  <c:v>14551.3</c:v>
                </c:pt>
                <c:pt idx="6010">
                  <c:v>14544.5</c:v>
                </c:pt>
                <c:pt idx="6011">
                  <c:v>13514.1</c:v>
                </c:pt>
                <c:pt idx="6012">
                  <c:v>13514.1</c:v>
                </c:pt>
                <c:pt idx="6013">
                  <c:v>13514.1</c:v>
                </c:pt>
                <c:pt idx="6014">
                  <c:v>13398.05</c:v>
                </c:pt>
                <c:pt idx="6015">
                  <c:v>12677.4</c:v>
                </c:pt>
                <c:pt idx="6016">
                  <c:v>12665.6</c:v>
                </c:pt>
                <c:pt idx="6017">
                  <c:v>12701</c:v>
                </c:pt>
                <c:pt idx="6018">
                  <c:v>12712.8</c:v>
                </c:pt>
                <c:pt idx="6019">
                  <c:v>12712.8</c:v>
                </c:pt>
                <c:pt idx="6020">
                  <c:v>12712.8</c:v>
                </c:pt>
                <c:pt idx="6021">
                  <c:v>12763.4</c:v>
                </c:pt>
                <c:pt idx="6022">
                  <c:v>12020.8</c:v>
                </c:pt>
                <c:pt idx="6023">
                  <c:v>12075.05</c:v>
                </c:pt>
                <c:pt idx="6024">
                  <c:v>12159</c:v>
                </c:pt>
                <c:pt idx="6025">
                  <c:v>11229</c:v>
                </c:pt>
                <c:pt idx="6026">
                  <c:v>11229</c:v>
                </c:pt>
                <c:pt idx="6027">
                  <c:v>11229</c:v>
                </c:pt>
                <c:pt idx="6028">
                  <c:v>11956.35</c:v>
                </c:pt>
                <c:pt idx="6029">
                  <c:v>12441.6</c:v>
                </c:pt>
                <c:pt idx="6030">
                  <c:v>13132.1</c:v>
                </c:pt>
                <c:pt idx="6031">
                  <c:v>13135.05</c:v>
                </c:pt>
                <c:pt idx="6032">
                  <c:v>13108.5</c:v>
                </c:pt>
                <c:pt idx="6033">
                  <c:v>13108.5</c:v>
                </c:pt>
                <c:pt idx="6034">
                  <c:v>13108.5</c:v>
                </c:pt>
                <c:pt idx="6035">
                  <c:v>13092.85</c:v>
                </c:pt>
                <c:pt idx="6036">
                  <c:v>13627.8</c:v>
                </c:pt>
                <c:pt idx="6037">
                  <c:v>13690.9</c:v>
                </c:pt>
                <c:pt idx="6038">
                  <c:v>13682.05</c:v>
                </c:pt>
                <c:pt idx="6039">
                  <c:v>13693.45</c:v>
                </c:pt>
                <c:pt idx="6040">
                  <c:v>13693.45</c:v>
                </c:pt>
                <c:pt idx="6041">
                  <c:v>13693.45</c:v>
                </c:pt>
                <c:pt idx="6042">
                  <c:v>13687.55</c:v>
                </c:pt>
                <c:pt idx="6043">
                  <c:v>13675.75</c:v>
                </c:pt>
                <c:pt idx="6044">
                  <c:v>13661</c:v>
                </c:pt>
                <c:pt idx="6045">
                  <c:v>13149.2</c:v>
                </c:pt>
                <c:pt idx="6046">
                  <c:v>13146.25</c:v>
                </c:pt>
                <c:pt idx="6047">
                  <c:v>13146.25</c:v>
                </c:pt>
                <c:pt idx="6048">
                  <c:v>13146.25</c:v>
                </c:pt>
                <c:pt idx="6049">
                  <c:v>13122.65</c:v>
                </c:pt>
                <c:pt idx="6050">
                  <c:v>13229.4</c:v>
                </c:pt>
                <c:pt idx="6051">
                  <c:v>13238.7</c:v>
                </c:pt>
                <c:pt idx="6052">
                  <c:v>12721</c:v>
                </c:pt>
                <c:pt idx="6053">
                  <c:v>12714.3</c:v>
                </c:pt>
                <c:pt idx="6054">
                  <c:v>12714.3</c:v>
                </c:pt>
                <c:pt idx="6055">
                  <c:v>12714.3</c:v>
                </c:pt>
                <c:pt idx="6056">
                  <c:v>12205.45</c:v>
                </c:pt>
                <c:pt idx="6057">
                  <c:v>12378.85</c:v>
                </c:pt>
                <c:pt idx="6058">
                  <c:v>12393.6</c:v>
                </c:pt>
                <c:pt idx="6059">
                  <c:v>12378.85</c:v>
                </c:pt>
                <c:pt idx="6060">
                  <c:v>11911.3</c:v>
                </c:pt>
                <c:pt idx="6061">
                  <c:v>11911.3</c:v>
                </c:pt>
                <c:pt idx="6062">
                  <c:v>11911.3</c:v>
                </c:pt>
                <c:pt idx="6063">
                  <c:v>11851.85</c:v>
                </c:pt>
                <c:pt idx="6064">
                  <c:v>11863.65</c:v>
                </c:pt>
                <c:pt idx="6065">
                  <c:v>11848</c:v>
                </c:pt>
                <c:pt idx="6066">
                  <c:v>11826.9</c:v>
                </c:pt>
                <c:pt idx="6067">
                  <c:v>11767</c:v>
                </c:pt>
                <c:pt idx="6068">
                  <c:v>11767</c:v>
                </c:pt>
                <c:pt idx="6069">
                  <c:v>11767</c:v>
                </c:pt>
                <c:pt idx="6070">
                  <c:v>11860.3</c:v>
                </c:pt>
                <c:pt idx="6071">
                  <c:v>12431.85</c:v>
                </c:pt>
                <c:pt idx="6072">
                  <c:v>12505.75</c:v>
                </c:pt>
                <c:pt idx="6073">
                  <c:v>12756.85</c:v>
                </c:pt>
                <c:pt idx="6074">
                  <c:v>12771.6</c:v>
                </c:pt>
                <c:pt idx="6075">
                  <c:v>12771.6</c:v>
                </c:pt>
                <c:pt idx="6076">
                  <c:v>12771.6</c:v>
                </c:pt>
                <c:pt idx="6077">
                  <c:v>12750.95</c:v>
                </c:pt>
                <c:pt idx="6078">
                  <c:v>13296.35</c:v>
                </c:pt>
                <c:pt idx="6079">
                  <c:v>13302.25</c:v>
                </c:pt>
                <c:pt idx="6080">
                  <c:v>13557.5</c:v>
                </c:pt>
                <c:pt idx="6081">
                  <c:v>12689.55</c:v>
                </c:pt>
                <c:pt idx="6082">
                  <c:v>12689.55</c:v>
                </c:pt>
                <c:pt idx="6083">
                  <c:v>12689.55</c:v>
                </c:pt>
                <c:pt idx="6084">
                  <c:v>12076.9</c:v>
                </c:pt>
                <c:pt idx="6085">
                  <c:v>12206</c:v>
                </c:pt>
                <c:pt idx="6086">
                  <c:v>12295.85</c:v>
                </c:pt>
                <c:pt idx="6087">
                  <c:v>12282.35</c:v>
                </c:pt>
                <c:pt idx="6088">
                  <c:v>12291.2</c:v>
                </c:pt>
                <c:pt idx="6089">
                  <c:v>12291.2</c:v>
                </c:pt>
                <c:pt idx="6090">
                  <c:v>12291.2</c:v>
                </c:pt>
                <c:pt idx="6091">
                  <c:v>12261.7</c:v>
                </c:pt>
                <c:pt idx="6092">
                  <c:v>12226.3</c:v>
                </c:pt>
                <c:pt idx="6093">
                  <c:v>12166.4</c:v>
                </c:pt>
                <c:pt idx="6094">
                  <c:v>12098.9</c:v>
                </c:pt>
                <c:pt idx="6095">
                  <c:v>12081.2</c:v>
                </c:pt>
                <c:pt idx="6096">
                  <c:v>12081.2</c:v>
                </c:pt>
                <c:pt idx="6097">
                  <c:v>12081.2</c:v>
                </c:pt>
                <c:pt idx="6098">
                  <c:v>12081.2</c:v>
                </c:pt>
                <c:pt idx="6099">
                  <c:v>12054.65</c:v>
                </c:pt>
                <c:pt idx="6100">
                  <c:v>11763.5</c:v>
                </c:pt>
                <c:pt idx="6101">
                  <c:v>11748.75</c:v>
                </c:pt>
                <c:pt idx="6102">
                  <c:v>11777</c:v>
                </c:pt>
                <c:pt idx="6103">
                  <c:v>11777</c:v>
                </c:pt>
                <c:pt idx="6104">
                  <c:v>11777</c:v>
                </c:pt>
                <c:pt idx="6105">
                  <c:v>11723.9</c:v>
                </c:pt>
                <c:pt idx="6106">
                  <c:v>11765.2</c:v>
                </c:pt>
                <c:pt idx="6107">
                  <c:v>11765.2</c:v>
                </c:pt>
                <c:pt idx="6108">
                  <c:v>11426.85</c:v>
                </c:pt>
                <c:pt idx="6109">
                  <c:v>11202.8</c:v>
                </c:pt>
                <c:pt idx="6110">
                  <c:v>11202.8</c:v>
                </c:pt>
                <c:pt idx="6111">
                  <c:v>11202.8</c:v>
                </c:pt>
                <c:pt idx="6112">
                  <c:v>10860.95</c:v>
                </c:pt>
                <c:pt idx="6113">
                  <c:v>10768.6</c:v>
                </c:pt>
                <c:pt idx="6114">
                  <c:v>10343.35</c:v>
                </c:pt>
                <c:pt idx="6115">
                  <c:v>10322.700000000001</c:v>
                </c:pt>
                <c:pt idx="6116">
                  <c:v>10275.5</c:v>
                </c:pt>
                <c:pt idx="6117">
                  <c:v>10275.5</c:v>
                </c:pt>
                <c:pt idx="6118">
                  <c:v>10275.5</c:v>
                </c:pt>
                <c:pt idx="6119">
                  <c:v>10275.5</c:v>
                </c:pt>
                <c:pt idx="6120">
                  <c:v>10275.5</c:v>
                </c:pt>
                <c:pt idx="6121">
                  <c:v>10275.5</c:v>
                </c:pt>
                <c:pt idx="6122">
                  <c:v>10275.5</c:v>
                </c:pt>
                <c:pt idx="6123">
                  <c:v>10275.5</c:v>
                </c:pt>
                <c:pt idx="6124">
                  <c:v>10128</c:v>
                </c:pt>
                <c:pt idx="6125">
                  <c:v>9687.9</c:v>
                </c:pt>
                <c:pt idx="6126">
                  <c:v>9718.6</c:v>
                </c:pt>
                <c:pt idx="6127">
                  <c:v>9783.5</c:v>
                </c:pt>
                <c:pt idx="6128">
                  <c:v>9830.7000000000007</c:v>
                </c:pt>
                <c:pt idx="6129">
                  <c:v>9830.7000000000007</c:v>
                </c:pt>
                <c:pt idx="6130">
                  <c:v>9836.6</c:v>
                </c:pt>
                <c:pt idx="6131">
                  <c:v>9836.6</c:v>
                </c:pt>
                <c:pt idx="6132">
                  <c:v>9836.6</c:v>
                </c:pt>
                <c:pt idx="6133">
                  <c:v>9866.1</c:v>
                </c:pt>
                <c:pt idx="6134">
                  <c:v>9827.9</c:v>
                </c:pt>
                <c:pt idx="6135">
                  <c:v>9810.2000000000007</c:v>
                </c:pt>
                <c:pt idx="6136">
                  <c:v>9763</c:v>
                </c:pt>
                <c:pt idx="6137">
                  <c:v>9786.6</c:v>
                </c:pt>
                <c:pt idx="6138">
                  <c:v>9786.6</c:v>
                </c:pt>
                <c:pt idx="6139">
                  <c:v>9786.6</c:v>
                </c:pt>
                <c:pt idx="6140">
                  <c:v>9786.6</c:v>
                </c:pt>
                <c:pt idx="6141">
                  <c:v>9733.5</c:v>
                </c:pt>
                <c:pt idx="6142">
                  <c:v>9757.1</c:v>
                </c:pt>
                <c:pt idx="6143">
                  <c:v>9804.2999999999993</c:v>
                </c:pt>
                <c:pt idx="6144">
                  <c:v>9827.9</c:v>
                </c:pt>
                <c:pt idx="6145">
                  <c:v>9827.9</c:v>
                </c:pt>
                <c:pt idx="6146">
                  <c:v>9827.9</c:v>
                </c:pt>
                <c:pt idx="6147">
                  <c:v>9839.7000000000007</c:v>
                </c:pt>
                <c:pt idx="6148">
                  <c:v>9799</c:v>
                </c:pt>
                <c:pt idx="6149">
                  <c:v>9787.2000000000007</c:v>
                </c:pt>
                <c:pt idx="6150">
                  <c:v>9810</c:v>
                </c:pt>
                <c:pt idx="6151">
                  <c:v>9868.2000000000007</c:v>
                </c:pt>
                <c:pt idx="6152">
                  <c:v>9868.2000000000007</c:v>
                </c:pt>
                <c:pt idx="6153">
                  <c:v>9868.2000000000007</c:v>
                </c:pt>
                <c:pt idx="6154">
                  <c:v>9868.2000000000007</c:v>
                </c:pt>
                <c:pt idx="6155">
                  <c:v>9868.2000000000007</c:v>
                </c:pt>
                <c:pt idx="6156">
                  <c:v>9680</c:v>
                </c:pt>
                <c:pt idx="6157">
                  <c:v>9848.1</c:v>
                </c:pt>
                <c:pt idx="6158">
                  <c:v>9824.5</c:v>
                </c:pt>
                <c:pt idx="6159">
                  <c:v>9824.5</c:v>
                </c:pt>
                <c:pt idx="6160">
                  <c:v>9824.5</c:v>
                </c:pt>
                <c:pt idx="6161">
                  <c:v>9800.9</c:v>
                </c:pt>
                <c:pt idx="6162">
                  <c:v>9846.9</c:v>
                </c:pt>
                <c:pt idx="6163">
                  <c:v>9886.15</c:v>
                </c:pt>
                <c:pt idx="6164">
                  <c:v>9909.75</c:v>
                </c:pt>
                <c:pt idx="6165">
                  <c:v>9920.2999999999993</c:v>
                </c:pt>
                <c:pt idx="6166">
                  <c:v>9920.2999999999993</c:v>
                </c:pt>
                <c:pt idx="6167">
                  <c:v>9920.2999999999993</c:v>
                </c:pt>
                <c:pt idx="6168">
                  <c:v>9647.2999999999993</c:v>
                </c:pt>
                <c:pt idx="6169">
                  <c:v>9656.15</c:v>
                </c:pt>
                <c:pt idx="6170">
                  <c:v>9708.9</c:v>
                </c:pt>
                <c:pt idx="6171">
                  <c:v>9711.85</c:v>
                </c:pt>
                <c:pt idx="6172">
                  <c:v>9716.5</c:v>
                </c:pt>
                <c:pt idx="6173">
                  <c:v>9716.5</c:v>
                </c:pt>
                <c:pt idx="6174">
                  <c:v>9716.5</c:v>
                </c:pt>
                <c:pt idx="6175">
                  <c:v>9609.2999999999993</c:v>
                </c:pt>
                <c:pt idx="6176">
                  <c:v>9606.35</c:v>
                </c:pt>
                <c:pt idx="6177">
                  <c:v>9675.1</c:v>
                </c:pt>
                <c:pt idx="6178">
                  <c:v>9695.75</c:v>
                </c:pt>
                <c:pt idx="6179">
                  <c:v>9745.9</c:v>
                </c:pt>
                <c:pt idx="6180">
                  <c:v>9745.9</c:v>
                </c:pt>
                <c:pt idx="6181">
                  <c:v>9745.9</c:v>
                </c:pt>
                <c:pt idx="6182">
                  <c:v>9722.2999999999993</c:v>
                </c:pt>
                <c:pt idx="6183">
                  <c:v>9740</c:v>
                </c:pt>
                <c:pt idx="6184">
                  <c:v>9772.9</c:v>
                </c:pt>
                <c:pt idx="6185">
                  <c:v>9781.75</c:v>
                </c:pt>
                <c:pt idx="6186">
                  <c:v>9767</c:v>
                </c:pt>
                <c:pt idx="6187">
                  <c:v>9767</c:v>
                </c:pt>
                <c:pt idx="6188">
                  <c:v>9767</c:v>
                </c:pt>
                <c:pt idx="6189">
                  <c:v>9527</c:v>
                </c:pt>
                <c:pt idx="6190">
                  <c:v>9518</c:v>
                </c:pt>
                <c:pt idx="6191">
                  <c:v>9518</c:v>
                </c:pt>
                <c:pt idx="6192">
                  <c:v>9530</c:v>
                </c:pt>
                <c:pt idx="6193">
                  <c:v>9530</c:v>
                </c:pt>
                <c:pt idx="6194">
                  <c:v>9530</c:v>
                </c:pt>
                <c:pt idx="6195">
                  <c:v>9530</c:v>
                </c:pt>
                <c:pt idx="6196">
                  <c:v>9542</c:v>
                </c:pt>
                <c:pt idx="6197">
                  <c:v>9544.85</c:v>
                </c:pt>
                <c:pt idx="6198">
                  <c:v>9586.6</c:v>
                </c:pt>
                <c:pt idx="6199">
                  <c:v>9580.7000000000007</c:v>
                </c:pt>
                <c:pt idx="6200">
                  <c:v>9610.2000000000007</c:v>
                </c:pt>
                <c:pt idx="6201">
                  <c:v>9637.2000000000007</c:v>
                </c:pt>
                <c:pt idx="6202">
                  <c:v>9637.2000000000007</c:v>
                </c:pt>
                <c:pt idx="6203">
                  <c:v>9454.9</c:v>
                </c:pt>
                <c:pt idx="6204">
                  <c:v>9493.1</c:v>
                </c:pt>
                <c:pt idx="6205">
                  <c:v>9525.2000000000007</c:v>
                </c:pt>
                <c:pt idx="6206">
                  <c:v>9525.2000000000007</c:v>
                </c:pt>
                <c:pt idx="6207">
                  <c:v>9572.0499999999993</c:v>
                </c:pt>
                <c:pt idx="6208">
                  <c:v>9572.0499999999993</c:v>
                </c:pt>
                <c:pt idx="6209">
                  <c:v>9572.0499999999993</c:v>
                </c:pt>
                <c:pt idx="6210">
                  <c:v>9572.0499999999993</c:v>
                </c:pt>
                <c:pt idx="6211">
                  <c:v>9557.2999999999993</c:v>
                </c:pt>
                <c:pt idx="6212">
                  <c:v>9578.4</c:v>
                </c:pt>
                <c:pt idx="6213">
                  <c:v>9596.1</c:v>
                </c:pt>
                <c:pt idx="6214">
                  <c:v>9596.1</c:v>
                </c:pt>
                <c:pt idx="6215">
                  <c:v>9596.1</c:v>
                </c:pt>
                <c:pt idx="6216">
                  <c:v>9596.1</c:v>
                </c:pt>
                <c:pt idx="6217">
                  <c:v>9669.5</c:v>
                </c:pt>
                <c:pt idx="6218">
                  <c:v>9681.2999999999993</c:v>
                </c:pt>
                <c:pt idx="6219">
                  <c:v>9683</c:v>
                </c:pt>
                <c:pt idx="6220">
                  <c:v>9720.5499999999993</c:v>
                </c:pt>
                <c:pt idx="6221">
                  <c:v>9723.5</c:v>
                </c:pt>
                <c:pt idx="6222">
                  <c:v>9723.5</c:v>
                </c:pt>
                <c:pt idx="6223">
                  <c:v>9723.5</c:v>
                </c:pt>
                <c:pt idx="6224">
                  <c:v>9741.2000000000007</c:v>
                </c:pt>
                <c:pt idx="6225">
                  <c:v>9747.1</c:v>
                </c:pt>
                <c:pt idx="6226">
                  <c:v>9711.7000000000007</c:v>
                </c:pt>
                <c:pt idx="6227">
                  <c:v>9699.9</c:v>
                </c:pt>
                <c:pt idx="6228">
                  <c:v>9670.4</c:v>
                </c:pt>
                <c:pt idx="6229">
                  <c:v>9670.4</c:v>
                </c:pt>
                <c:pt idx="6230">
                  <c:v>9670.4</c:v>
                </c:pt>
                <c:pt idx="6231">
                  <c:v>9670.4</c:v>
                </c:pt>
                <c:pt idx="6232">
                  <c:v>9670.4</c:v>
                </c:pt>
                <c:pt idx="6233">
                  <c:v>9670.4</c:v>
                </c:pt>
                <c:pt idx="6234">
                  <c:v>9670.4</c:v>
                </c:pt>
                <c:pt idx="6235">
                  <c:v>9670.4</c:v>
                </c:pt>
                <c:pt idx="6236">
                  <c:v>9640.9</c:v>
                </c:pt>
                <c:pt idx="6237">
                  <c:v>9646.7999999999993</c:v>
                </c:pt>
                <c:pt idx="6238">
                  <c:v>9635</c:v>
                </c:pt>
                <c:pt idx="6239">
                  <c:v>9664.5</c:v>
                </c:pt>
                <c:pt idx="6240">
                  <c:v>9653</c:v>
                </c:pt>
                <c:pt idx="6241">
                  <c:v>9893</c:v>
                </c:pt>
                <c:pt idx="6242">
                  <c:v>9946</c:v>
                </c:pt>
                <c:pt idx="6243">
                  <c:v>9946</c:v>
                </c:pt>
                <c:pt idx="6244">
                  <c:v>9946</c:v>
                </c:pt>
                <c:pt idx="6245">
                  <c:v>9952</c:v>
                </c:pt>
                <c:pt idx="6246">
                  <c:v>10194</c:v>
                </c:pt>
                <c:pt idx="6247">
                  <c:v>10460</c:v>
                </c:pt>
                <c:pt idx="6248">
                  <c:v>10448</c:v>
                </c:pt>
                <c:pt idx="6249">
                  <c:v>10453.9</c:v>
                </c:pt>
                <c:pt idx="6250">
                  <c:v>10453.9</c:v>
                </c:pt>
                <c:pt idx="6251">
                  <c:v>10453.9</c:v>
                </c:pt>
                <c:pt idx="6252">
                  <c:v>10465.700000000001</c:v>
                </c:pt>
                <c:pt idx="6253">
                  <c:v>10556.85</c:v>
                </c:pt>
                <c:pt idx="6254">
                  <c:v>10536.5</c:v>
                </c:pt>
                <c:pt idx="6255">
                  <c:v>10500.65</c:v>
                </c:pt>
                <c:pt idx="6256">
                  <c:v>10504</c:v>
                </c:pt>
                <c:pt idx="6257">
                  <c:v>10504</c:v>
                </c:pt>
                <c:pt idx="6258">
                  <c:v>10504</c:v>
                </c:pt>
                <c:pt idx="6259">
                  <c:v>10524</c:v>
                </c:pt>
                <c:pt idx="6260">
                  <c:v>10704</c:v>
                </c:pt>
                <c:pt idx="6261">
                  <c:v>10810</c:v>
                </c:pt>
                <c:pt idx="6262">
                  <c:v>10771</c:v>
                </c:pt>
                <c:pt idx="6263">
                  <c:v>10768.2</c:v>
                </c:pt>
                <c:pt idx="6264">
                  <c:v>10768.2</c:v>
                </c:pt>
                <c:pt idx="6265">
                  <c:v>10768.2</c:v>
                </c:pt>
                <c:pt idx="6266">
                  <c:v>10701.85</c:v>
                </c:pt>
                <c:pt idx="6267">
                  <c:v>10501.85</c:v>
                </c:pt>
                <c:pt idx="6268">
                  <c:v>10447.799999999999</c:v>
                </c:pt>
                <c:pt idx="6269">
                  <c:v>10456.65</c:v>
                </c:pt>
                <c:pt idx="6270">
                  <c:v>10489.1</c:v>
                </c:pt>
                <c:pt idx="6271">
                  <c:v>10489.1</c:v>
                </c:pt>
                <c:pt idx="6272">
                  <c:v>10489.1</c:v>
                </c:pt>
                <c:pt idx="6273">
                  <c:v>10477.299999999999</c:v>
                </c:pt>
                <c:pt idx="6274">
                  <c:v>10080.25</c:v>
                </c:pt>
                <c:pt idx="6275">
                  <c:v>10080.25</c:v>
                </c:pt>
                <c:pt idx="6276">
                  <c:v>10109.75</c:v>
                </c:pt>
                <c:pt idx="6277">
                  <c:v>10103.85</c:v>
                </c:pt>
                <c:pt idx="6278">
                  <c:v>10103.85</c:v>
                </c:pt>
                <c:pt idx="6279">
                  <c:v>10103.85</c:v>
                </c:pt>
                <c:pt idx="6280">
                  <c:v>10115.65</c:v>
                </c:pt>
                <c:pt idx="6281">
                  <c:v>9946</c:v>
                </c:pt>
                <c:pt idx="6282">
                  <c:v>9776</c:v>
                </c:pt>
                <c:pt idx="6283">
                  <c:v>9856</c:v>
                </c:pt>
                <c:pt idx="6284">
                  <c:v>9958</c:v>
                </c:pt>
                <c:pt idx="6285">
                  <c:v>9958</c:v>
                </c:pt>
                <c:pt idx="6286">
                  <c:v>9958</c:v>
                </c:pt>
                <c:pt idx="6287">
                  <c:v>9702</c:v>
                </c:pt>
                <c:pt idx="6288">
                  <c:v>9714</c:v>
                </c:pt>
                <c:pt idx="6289">
                  <c:v>9701</c:v>
                </c:pt>
                <c:pt idx="6290">
                  <c:v>9716</c:v>
                </c:pt>
                <c:pt idx="6291">
                  <c:v>9735</c:v>
                </c:pt>
                <c:pt idx="6292">
                  <c:v>9735</c:v>
                </c:pt>
                <c:pt idx="6293">
                  <c:v>9735</c:v>
                </c:pt>
                <c:pt idx="6294">
                  <c:v>9444</c:v>
                </c:pt>
                <c:pt idx="6295">
                  <c:v>9241.1</c:v>
                </c:pt>
                <c:pt idx="6296">
                  <c:v>9264.6999999999989</c:v>
                </c:pt>
                <c:pt idx="6297">
                  <c:v>9264.6999999999989</c:v>
                </c:pt>
                <c:pt idx="6298">
                  <c:v>9244.0499999999993</c:v>
                </c:pt>
                <c:pt idx="6299">
                  <c:v>9244.0499999999993</c:v>
                </c:pt>
                <c:pt idx="6300">
                  <c:v>9244.0499999999993</c:v>
                </c:pt>
                <c:pt idx="6301">
                  <c:v>9241.1</c:v>
                </c:pt>
                <c:pt idx="6302">
                  <c:v>8770.6</c:v>
                </c:pt>
                <c:pt idx="6303">
                  <c:v>8770.6</c:v>
                </c:pt>
                <c:pt idx="6304">
                  <c:v>8873.7000000000007</c:v>
                </c:pt>
                <c:pt idx="6305">
                  <c:v>8966.5</c:v>
                </c:pt>
                <c:pt idx="6306">
                  <c:v>8966.5</c:v>
                </c:pt>
                <c:pt idx="6307">
                  <c:v>8966.5</c:v>
                </c:pt>
                <c:pt idx="6308">
                  <c:v>8984.2000000000007</c:v>
                </c:pt>
                <c:pt idx="6309">
                  <c:v>8996</c:v>
                </c:pt>
                <c:pt idx="6310">
                  <c:v>9084.7999999999993</c:v>
                </c:pt>
                <c:pt idx="6311">
                  <c:v>9073.4499999999989</c:v>
                </c:pt>
                <c:pt idx="6312">
                  <c:v>9070.5</c:v>
                </c:pt>
                <c:pt idx="6313">
                  <c:v>9070.5</c:v>
                </c:pt>
                <c:pt idx="6314">
                  <c:v>9070.5</c:v>
                </c:pt>
                <c:pt idx="6315">
                  <c:v>9061.65</c:v>
                </c:pt>
                <c:pt idx="6316">
                  <c:v>9041</c:v>
                </c:pt>
                <c:pt idx="6317">
                  <c:v>9023.2999999999993</c:v>
                </c:pt>
                <c:pt idx="6318">
                  <c:v>9023.2999999999993</c:v>
                </c:pt>
                <c:pt idx="6319">
                  <c:v>9096.6999999999989</c:v>
                </c:pt>
                <c:pt idx="6320">
                  <c:v>9096.6999999999989</c:v>
                </c:pt>
                <c:pt idx="6321">
                  <c:v>9079</c:v>
                </c:pt>
                <c:pt idx="6322">
                  <c:v>9117.7999999999993</c:v>
                </c:pt>
                <c:pt idx="6323">
                  <c:v>9123.6999999999989</c:v>
                </c:pt>
                <c:pt idx="6324">
                  <c:v>9153</c:v>
                </c:pt>
                <c:pt idx="6325">
                  <c:v>9159</c:v>
                </c:pt>
                <c:pt idx="6326">
                  <c:v>9192</c:v>
                </c:pt>
                <c:pt idx="6327">
                  <c:v>9192</c:v>
                </c:pt>
                <c:pt idx="6328">
                  <c:v>9192</c:v>
                </c:pt>
                <c:pt idx="6329">
                  <c:v>9192</c:v>
                </c:pt>
                <c:pt idx="6330">
                  <c:v>9192</c:v>
                </c:pt>
                <c:pt idx="6331">
                  <c:v>9192</c:v>
                </c:pt>
                <c:pt idx="6332">
                  <c:v>9201</c:v>
                </c:pt>
                <c:pt idx="6333">
                  <c:v>9231</c:v>
                </c:pt>
                <c:pt idx="6334">
                  <c:v>9237</c:v>
                </c:pt>
                <c:pt idx="6335">
                  <c:v>9237</c:v>
                </c:pt>
                <c:pt idx="6336">
                  <c:v>9243</c:v>
                </c:pt>
                <c:pt idx="6337">
                  <c:v>8531</c:v>
                </c:pt>
                <c:pt idx="6338">
                  <c:v>8589</c:v>
                </c:pt>
                <c:pt idx="6339">
                  <c:v>8612</c:v>
                </c:pt>
                <c:pt idx="6340">
                  <c:v>8631</c:v>
                </c:pt>
                <c:pt idx="6341">
                  <c:v>8631</c:v>
                </c:pt>
                <c:pt idx="6342">
                  <c:v>8631</c:v>
                </c:pt>
                <c:pt idx="6343">
                  <c:v>8711</c:v>
                </c:pt>
                <c:pt idx="6344">
                  <c:v>8390.4500000000007</c:v>
                </c:pt>
                <c:pt idx="6345">
                  <c:v>8416.4</c:v>
                </c:pt>
                <c:pt idx="6346">
                  <c:v>8410.5</c:v>
                </c:pt>
                <c:pt idx="6347">
                  <c:v>8484.7000000000007</c:v>
                </c:pt>
                <c:pt idx="6348">
                  <c:v>8484.7000000000007</c:v>
                </c:pt>
                <c:pt idx="6349">
                  <c:v>8484.7000000000007</c:v>
                </c:pt>
                <c:pt idx="6350">
                  <c:v>8544.4500000000007</c:v>
                </c:pt>
                <c:pt idx="6351">
                  <c:v>8541.5</c:v>
                </c:pt>
                <c:pt idx="6352">
                  <c:v>8583.25</c:v>
                </c:pt>
                <c:pt idx="6353">
                  <c:v>8657.9</c:v>
                </c:pt>
                <c:pt idx="6354">
                  <c:v>8681.5</c:v>
                </c:pt>
                <c:pt idx="6355">
                  <c:v>8681.5</c:v>
                </c:pt>
                <c:pt idx="6356">
                  <c:v>8681.5</c:v>
                </c:pt>
                <c:pt idx="6357">
                  <c:v>8707.7000000000007</c:v>
                </c:pt>
                <c:pt idx="6358">
                  <c:v>8735</c:v>
                </c:pt>
                <c:pt idx="6359">
                  <c:v>8800</c:v>
                </c:pt>
                <c:pt idx="6360">
                  <c:v>8765</c:v>
                </c:pt>
                <c:pt idx="6361">
                  <c:v>8765</c:v>
                </c:pt>
                <c:pt idx="6362">
                  <c:v>8765</c:v>
                </c:pt>
                <c:pt idx="6363">
                  <c:v>8765</c:v>
                </c:pt>
                <c:pt idx="6364">
                  <c:v>8465</c:v>
                </c:pt>
                <c:pt idx="6365">
                  <c:v>8465</c:v>
                </c:pt>
                <c:pt idx="6366">
                  <c:v>8464.6999999999989</c:v>
                </c:pt>
                <c:pt idx="6367">
                  <c:v>8517.7999999999993</c:v>
                </c:pt>
                <c:pt idx="6368">
                  <c:v>8601.7000000000007</c:v>
                </c:pt>
                <c:pt idx="6369">
                  <c:v>8601.7000000000007</c:v>
                </c:pt>
                <c:pt idx="6370">
                  <c:v>8601.7000000000007</c:v>
                </c:pt>
                <c:pt idx="6371">
                  <c:v>8679.2999999999993</c:v>
                </c:pt>
                <c:pt idx="6372">
                  <c:v>8712.2000000000007</c:v>
                </c:pt>
                <c:pt idx="6373">
                  <c:v>8535</c:v>
                </c:pt>
                <c:pt idx="6374">
                  <c:v>8543.85</c:v>
                </c:pt>
                <c:pt idx="6375">
                  <c:v>8523.2000000000007</c:v>
                </c:pt>
                <c:pt idx="6376">
                  <c:v>8523.2000000000007</c:v>
                </c:pt>
                <c:pt idx="6377">
                  <c:v>8523.2000000000007</c:v>
                </c:pt>
                <c:pt idx="6378">
                  <c:v>8523.2000000000007</c:v>
                </c:pt>
                <c:pt idx="6379">
                  <c:v>8529.1</c:v>
                </c:pt>
                <c:pt idx="6380">
                  <c:v>8484.4</c:v>
                </c:pt>
                <c:pt idx="6381">
                  <c:v>8484.4</c:v>
                </c:pt>
                <c:pt idx="6382">
                  <c:v>8484.4</c:v>
                </c:pt>
                <c:pt idx="6383">
                  <c:v>8484.4</c:v>
                </c:pt>
                <c:pt idx="6384">
                  <c:v>8484.4</c:v>
                </c:pt>
                <c:pt idx="6385">
                  <c:v>8502.1</c:v>
                </c:pt>
                <c:pt idx="6386">
                  <c:v>8502.1</c:v>
                </c:pt>
                <c:pt idx="6387">
                  <c:v>8471.6</c:v>
                </c:pt>
                <c:pt idx="6388">
                  <c:v>8430.3000000000011</c:v>
                </c:pt>
                <c:pt idx="6389">
                  <c:v>8436.2000000000007</c:v>
                </c:pt>
                <c:pt idx="6390">
                  <c:v>8436.2000000000007</c:v>
                </c:pt>
                <c:pt idx="6391">
                  <c:v>8436.2000000000007</c:v>
                </c:pt>
                <c:pt idx="6392">
                  <c:v>8433.25</c:v>
                </c:pt>
                <c:pt idx="6393">
                  <c:v>8436.2000000000007</c:v>
                </c:pt>
                <c:pt idx="6394">
                  <c:v>8453.9</c:v>
                </c:pt>
                <c:pt idx="6395">
                  <c:v>8134.5</c:v>
                </c:pt>
                <c:pt idx="6396">
                  <c:v>8128.6</c:v>
                </c:pt>
                <c:pt idx="6397">
                  <c:v>7928.6</c:v>
                </c:pt>
                <c:pt idx="6398">
                  <c:v>7928.6</c:v>
                </c:pt>
                <c:pt idx="6399">
                  <c:v>7934.5</c:v>
                </c:pt>
                <c:pt idx="6400">
                  <c:v>7893.2000000000007</c:v>
                </c:pt>
                <c:pt idx="6401">
                  <c:v>7875.5</c:v>
                </c:pt>
                <c:pt idx="6402">
                  <c:v>7875.5</c:v>
                </c:pt>
                <c:pt idx="6403">
                  <c:v>7863.7000000000007</c:v>
                </c:pt>
                <c:pt idx="6404">
                  <c:v>7863.7000000000007</c:v>
                </c:pt>
                <c:pt idx="6405">
                  <c:v>7863.7000000000007</c:v>
                </c:pt>
                <c:pt idx="6406">
                  <c:v>7861.7</c:v>
                </c:pt>
                <c:pt idx="6407">
                  <c:v>7854.7999999999993</c:v>
                </c:pt>
                <c:pt idx="6408">
                  <c:v>7834.15</c:v>
                </c:pt>
                <c:pt idx="6409">
                  <c:v>7823.6</c:v>
                </c:pt>
                <c:pt idx="6410">
                  <c:v>7805.4500000000007</c:v>
                </c:pt>
                <c:pt idx="6411">
                  <c:v>7805.4500000000007</c:v>
                </c:pt>
                <c:pt idx="6412">
                  <c:v>7805.4500000000007</c:v>
                </c:pt>
                <c:pt idx="6413">
                  <c:v>7547.2000000000007</c:v>
                </c:pt>
                <c:pt idx="6414">
                  <c:v>7338</c:v>
                </c:pt>
                <c:pt idx="6415">
                  <c:v>7294</c:v>
                </c:pt>
                <c:pt idx="6416">
                  <c:v>7294</c:v>
                </c:pt>
                <c:pt idx="6417">
                  <c:v>7288</c:v>
                </c:pt>
                <c:pt idx="6418">
                  <c:v>7288</c:v>
                </c:pt>
                <c:pt idx="6419">
                  <c:v>7288</c:v>
                </c:pt>
                <c:pt idx="6420">
                  <c:v>7291</c:v>
                </c:pt>
                <c:pt idx="6421">
                  <c:v>7264.8</c:v>
                </c:pt>
                <c:pt idx="6422">
                  <c:v>7239.25</c:v>
                </c:pt>
                <c:pt idx="6423">
                  <c:v>7065.8</c:v>
                </c:pt>
                <c:pt idx="6424">
                  <c:v>7039.25</c:v>
                </c:pt>
                <c:pt idx="6425">
                  <c:v>7025.75</c:v>
                </c:pt>
                <c:pt idx="6426">
                  <c:v>7025.75</c:v>
                </c:pt>
                <c:pt idx="6427">
                  <c:v>7249.3499999999995</c:v>
                </c:pt>
                <c:pt idx="6428">
                  <c:v>7552.3</c:v>
                </c:pt>
                <c:pt idx="6429">
                  <c:v>7725.1</c:v>
                </c:pt>
                <c:pt idx="6430">
                  <c:v>7834.5999999999995</c:v>
                </c:pt>
                <c:pt idx="6431">
                  <c:v>7810.0000000000009</c:v>
                </c:pt>
                <c:pt idx="6432">
                  <c:v>7810.0000000000009</c:v>
                </c:pt>
                <c:pt idx="6433">
                  <c:v>7810.0000000000009</c:v>
                </c:pt>
                <c:pt idx="6434">
                  <c:v>7783.0000000000009</c:v>
                </c:pt>
                <c:pt idx="6435">
                  <c:v>7761.9000000000005</c:v>
                </c:pt>
                <c:pt idx="6436">
                  <c:v>7768.0999999999995</c:v>
                </c:pt>
                <c:pt idx="6437">
                  <c:v>7771.05</c:v>
                </c:pt>
                <c:pt idx="6438">
                  <c:v>7732.7</c:v>
                </c:pt>
                <c:pt idx="6439">
                  <c:v>7732.7</c:v>
                </c:pt>
                <c:pt idx="6440">
                  <c:v>7732.7</c:v>
                </c:pt>
                <c:pt idx="6441">
                  <c:v>7737.2999999999993</c:v>
                </c:pt>
                <c:pt idx="6442">
                  <c:v>7713.6999999999989</c:v>
                </c:pt>
                <c:pt idx="6443">
                  <c:v>7698.9499999999989</c:v>
                </c:pt>
                <c:pt idx="6444">
                  <c:v>7585.45</c:v>
                </c:pt>
                <c:pt idx="6445">
                  <c:v>7581.8499999999995</c:v>
                </c:pt>
                <c:pt idx="6446">
                  <c:v>7581.8499999999995</c:v>
                </c:pt>
                <c:pt idx="6447">
                  <c:v>7581.8499999999995</c:v>
                </c:pt>
                <c:pt idx="6448">
                  <c:v>7432.5</c:v>
                </c:pt>
                <c:pt idx="6449">
                  <c:v>7464.95</c:v>
                </c:pt>
                <c:pt idx="6450">
                  <c:v>7432.5</c:v>
                </c:pt>
                <c:pt idx="6451">
                  <c:v>7414.8</c:v>
                </c:pt>
                <c:pt idx="6452">
                  <c:v>7385.3</c:v>
                </c:pt>
                <c:pt idx="6453">
                  <c:v>7385.3</c:v>
                </c:pt>
                <c:pt idx="6454">
                  <c:v>7385.3</c:v>
                </c:pt>
                <c:pt idx="6455">
                  <c:v>7403</c:v>
                </c:pt>
                <c:pt idx="6456">
                  <c:v>7299</c:v>
                </c:pt>
                <c:pt idx="6457">
                  <c:v>7278.2</c:v>
                </c:pt>
                <c:pt idx="6458">
                  <c:v>7278.2</c:v>
                </c:pt>
                <c:pt idx="6459">
                  <c:v>7301.8</c:v>
                </c:pt>
                <c:pt idx="6460">
                  <c:v>7301.8</c:v>
                </c:pt>
                <c:pt idx="6461">
                  <c:v>7301.8</c:v>
                </c:pt>
                <c:pt idx="6462">
                  <c:v>7261.75</c:v>
                </c:pt>
                <c:pt idx="6463">
                  <c:v>7430.1</c:v>
                </c:pt>
                <c:pt idx="6464">
                  <c:v>8394.25</c:v>
                </c:pt>
                <c:pt idx="6465">
                  <c:v>8793.7999999999993</c:v>
                </c:pt>
                <c:pt idx="6466">
                  <c:v>8685</c:v>
                </c:pt>
                <c:pt idx="6467">
                  <c:v>8685</c:v>
                </c:pt>
                <c:pt idx="6468">
                  <c:v>8685</c:v>
                </c:pt>
                <c:pt idx="6469">
                  <c:v>8610.65</c:v>
                </c:pt>
                <c:pt idx="6470">
                  <c:v>8533.5</c:v>
                </c:pt>
                <c:pt idx="6471">
                  <c:v>8563</c:v>
                </c:pt>
                <c:pt idx="6472">
                  <c:v>8522.5</c:v>
                </c:pt>
                <c:pt idx="6473">
                  <c:v>8546.1</c:v>
                </c:pt>
                <c:pt idx="6474">
                  <c:v>8546.1</c:v>
                </c:pt>
                <c:pt idx="6475">
                  <c:v>8546.1</c:v>
                </c:pt>
                <c:pt idx="6476">
                  <c:v>8541.4499999999989</c:v>
                </c:pt>
                <c:pt idx="6477">
                  <c:v>8156.1999999999989</c:v>
                </c:pt>
                <c:pt idx="6478">
                  <c:v>8162.1</c:v>
                </c:pt>
                <c:pt idx="6479">
                  <c:v>8144.4</c:v>
                </c:pt>
                <c:pt idx="6480">
                  <c:v>8144.4</c:v>
                </c:pt>
                <c:pt idx="6481">
                  <c:v>8144.4</c:v>
                </c:pt>
                <c:pt idx="6482">
                  <c:v>8144.4</c:v>
                </c:pt>
                <c:pt idx="6483">
                  <c:v>8144.4</c:v>
                </c:pt>
                <c:pt idx="6484">
                  <c:v>8144.4</c:v>
                </c:pt>
                <c:pt idx="6485">
                  <c:v>8144.4</c:v>
                </c:pt>
                <c:pt idx="6486">
                  <c:v>8144.4</c:v>
                </c:pt>
                <c:pt idx="6487">
                  <c:v>8144.4</c:v>
                </c:pt>
                <c:pt idx="6488">
                  <c:v>8173.9</c:v>
                </c:pt>
                <c:pt idx="6489">
                  <c:v>8162.05</c:v>
                </c:pt>
                <c:pt idx="6490">
                  <c:v>8114.8499999999995</c:v>
                </c:pt>
                <c:pt idx="6491">
                  <c:v>8153.2</c:v>
                </c:pt>
                <c:pt idx="6492">
                  <c:v>8147.3</c:v>
                </c:pt>
                <c:pt idx="6493">
                  <c:v>7859.0999999999995</c:v>
                </c:pt>
                <c:pt idx="6494">
                  <c:v>7841.4000000000005</c:v>
                </c:pt>
                <c:pt idx="6495">
                  <c:v>7841.4000000000005</c:v>
                </c:pt>
                <c:pt idx="6496">
                  <c:v>7841.4000000000005</c:v>
                </c:pt>
                <c:pt idx="6497">
                  <c:v>8029.5999999999995</c:v>
                </c:pt>
                <c:pt idx="6498">
                  <c:v>8453.6</c:v>
                </c:pt>
                <c:pt idx="6499">
                  <c:v>8489</c:v>
                </c:pt>
                <c:pt idx="6500">
                  <c:v>8516</c:v>
                </c:pt>
                <c:pt idx="6501">
                  <c:v>8504.2000000000007</c:v>
                </c:pt>
                <c:pt idx="6502">
                  <c:v>8504.2000000000007</c:v>
                </c:pt>
                <c:pt idx="6503">
                  <c:v>8504.2000000000007</c:v>
                </c:pt>
                <c:pt idx="6504">
                  <c:v>8521.9</c:v>
                </c:pt>
                <c:pt idx="6505">
                  <c:v>8588.9</c:v>
                </c:pt>
                <c:pt idx="6506">
                  <c:v>8607.0499999999993</c:v>
                </c:pt>
                <c:pt idx="6507">
                  <c:v>8607.0499999999993</c:v>
                </c:pt>
                <c:pt idx="6508">
                  <c:v>8675.7999999999993</c:v>
                </c:pt>
                <c:pt idx="6509">
                  <c:v>8675.7999999999993</c:v>
                </c:pt>
                <c:pt idx="6510">
                  <c:v>8675.7999999999993</c:v>
                </c:pt>
                <c:pt idx="6511">
                  <c:v>8679.1999999999989</c:v>
                </c:pt>
                <c:pt idx="6512">
                  <c:v>8679.1999999999989</c:v>
                </c:pt>
                <c:pt idx="6513">
                  <c:v>8679.1999999999989</c:v>
                </c:pt>
                <c:pt idx="6514">
                  <c:v>8729.7999999999993</c:v>
                </c:pt>
                <c:pt idx="6515">
                  <c:v>8706.1999999999989</c:v>
                </c:pt>
                <c:pt idx="6516">
                  <c:v>8706.1999999999989</c:v>
                </c:pt>
                <c:pt idx="6517">
                  <c:v>8706.1999999999989</c:v>
                </c:pt>
                <c:pt idx="6518">
                  <c:v>8494.4</c:v>
                </c:pt>
                <c:pt idx="6519">
                  <c:v>8482.5999999999985</c:v>
                </c:pt>
                <c:pt idx="6520">
                  <c:v>8494.4</c:v>
                </c:pt>
                <c:pt idx="6521">
                  <c:v>8461.9499999999989</c:v>
                </c:pt>
                <c:pt idx="6522">
                  <c:v>8464.9</c:v>
                </c:pt>
                <c:pt idx="6523">
                  <c:v>8464.9</c:v>
                </c:pt>
                <c:pt idx="6524">
                  <c:v>8464.9</c:v>
                </c:pt>
                <c:pt idx="6525">
                  <c:v>8491.4499999999989</c:v>
                </c:pt>
                <c:pt idx="6526">
                  <c:v>8474.4000000000015</c:v>
                </c:pt>
                <c:pt idx="6527">
                  <c:v>8471.4500000000007</c:v>
                </c:pt>
                <c:pt idx="6528">
                  <c:v>8474.4000000000015</c:v>
                </c:pt>
                <c:pt idx="6529">
                  <c:v>8468.5</c:v>
                </c:pt>
                <c:pt idx="6530">
                  <c:v>8468.5</c:v>
                </c:pt>
                <c:pt idx="6531">
                  <c:v>8468.5</c:v>
                </c:pt>
                <c:pt idx="6532">
                  <c:v>8395.0500000000011</c:v>
                </c:pt>
                <c:pt idx="6533">
                  <c:v>8395.0500000000011</c:v>
                </c:pt>
                <c:pt idx="6534">
                  <c:v>8418.6500000000015</c:v>
                </c:pt>
                <c:pt idx="6535">
                  <c:v>8442.25</c:v>
                </c:pt>
                <c:pt idx="6536">
                  <c:v>8420.5999999999985</c:v>
                </c:pt>
                <c:pt idx="6537">
                  <c:v>8420.5999999999985</c:v>
                </c:pt>
                <c:pt idx="6538">
                  <c:v>8420.5999999999985</c:v>
                </c:pt>
                <c:pt idx="6539">
                  <c:v>8408.7999999999993</c:v>
                </c:pt>
                <c:pt idx="6540">
                  <c:v>8297</c:v>
                </c:pt>
                <c:pt idx="6541">
                  <c:v>8300</c:v>
                </c:pt>
                <c:pt idx="6542">
                  <c:v>8256</c:v>
                </c:pt>
                <c:pt idx="6543">
                  <c:v>8256</c:v>
                </c:pt>
                <c:pt idx="6544">
                  <c:v>8256</c:v>
                </c:pt>
                <c:pt idx="6545">
                  <c:v>8256</c:v>
                </c:pt>
                <c:pt idx="6546">
                  <c:v>8285</c:v>
                </c:pt>
                <c:pt idx="6547">
                  <c:v>8085</c:v>
                </c:pt>
                <c:pt idx="6548">
                  <c:v>8079.3</c:v>
                </c:pt>
                <c:pt idx="6549">
                  <c:v>8091.0999999999995</c:v>
                </c:pt>
                <c:pt idx="6550">
                  <c:v>8088.1500000000005</c:v>
                </c:pt>
                <c:pt idx="6551">
                  <c:v>8088.1500000000005</c:v>
                </c:pt>
                <c:pt idx="6552">
                  <c:v>8088.1500000000005</c:v>
                </c:pt>
                <c:pt idx="6553">
                  <c:v>7891.0999999999995</c:v>
                </c:pt>
                <c:pt idx="6554">
                  <c:v>7891.0999999999995</c:v>
                </c:pt>
                <c:pt idx="6555">
                  <c:v>7882.9</c:v>
                </c:pt>
                <c:pt idx="6556">
                  <c:v>7897.65</c:v>
                </c:pt>
                <c:pt idx="6557">
                  <c:v>7911.7999999999993</c:v>
                </c:pt>
                <c:pt idx="6558">
                  <c:v>7911.7999999999993</c:v>
                </c:pt>
                <c:pt idx="6559">
                  <c:v>7911.7999999999993</c:v>
                </c:pt>
                <c:pt idx="6560">
                  <c:v>7920.65</c:v>
                </c:pt>
                <c:pt idx="6561">
                  <c:v>7902.9500000000007</c:v>
                </c:pt>
                <c:pt idx="6562">
                  <c:v>7631.25</c:v>
                </c:pt>
                <c:pt idx="6563">
                  <c:v>7620.7</c:v>
                </c:pt>
                <c:pt idx="6564">
                  <c:v>7603</c:v>
                </c:pt>
                <c:pt idx="6565">
                  <c:v>7603</c:v>
                </c:pt>
                <c:pt idx="6566">
                  <c:v>7603</c:v>
                </c:pt>
                <c:pt idx="6567">
                  <c:v>7720.7000000000007</c:v>
                </c:pt>
                <c:pt idx="6568">
                  <c:v>7690.95</c:v>
                </c:pt>
                <c:pt idx="6569">
                  <c:v>7711.6</c:v>
                </c:pt>
                <c:pt idx="6570">
                  <c:v>7693.9000000000005</c:v>
                </c:pt>
                <c:pt idx="6571">
                  <c:v>7899.8</c:v>
                </c:pt>
                <c:pt idx="6572">
                  <c:v>7899.8</c:v>
                </c:pt>
                <c:pt idx="6573">
                  <c:v>7899.8</c:v>
                </c:pt>
                <c:pt idx="6574">
                  <c:v>7899.8</c:v>
                </c:pt>
                <c:pt idx="6575">
                  <c:v>8023.4000000000005</c:v>
                </c:pt>
                <c:pt idx="6576">
                  <c:v>8017.5000000000009</c:v>
                </c:pt>
                <c:pt idx="6577">
                  <c:v>8014.55</c:v>
                </c:pt>
                <c:pt idx="6578">
                  <c:v>8035.2</c:v>
                </c:pt>
                <c:pt idx="6579">
                  <c:v>8035.2</c:v>
                </c:pt>
                <c:pt idx="6580">
                  <c:v>8035.2</c:v>
                </c:pt>
                <c:pt idx="6581">
                  <c:v>8532.25</c:v>
                </c:pt>
                <c:pt idx="6582">
                  <c:v>8517.5</c:v>
                </c:pt>
                <c:pt idx="6583">
                  <c:v>8558.7999999999993</c:v>
                </c:pt>
                <c:pt idx="6584">
                  <c:v>8623.6999999999989</c:v>
                </c:pt>
                <c:pt idx="6585">
                  <c:v>8611.9</c:v>
                </c:pt>
                <c:pt idx="6586">
                  <c:v>8611.9</c:v>
                </c:pt>
                <c:pt idx="6587">
                  <c:v>8611.9</c:v>
                </c:pt>
                <c:pt idx="6588">
                  <c:v>8603.0499999999993</c:v>
                </c:pt>
                <c:pt idx="6589">
                  <c:v>8608.9499999999989</c:v>
                </c:pt>
                <c:pt idx="6590">
                  <c:v>8626.4000000000015</c:v>
                </c:pt>
                <c:pt idx="6591">
                  <c:v>8638.9500000000007</c:v>
                </c:pt>
                <c:pt idx="6592">
                  <c:v>8664.2999999999993</c:v>
                </c:pt>
                <c:pt idx="6593">
                  <c:v>8664.2999999999993</c:v>
                </c:pt>
                <c:pt idx="6594">
                  <c:v>8664.2999999999993</c:v>
                </c:pt>
                <c:pt idx="6595">
                  <c:v>9437.75</c:v>
                </c:pt>
                <c:pt idx="6596">
                  <c:v>9417.1</c:v>
                </c:pt>
                <c:pt idx="6597">
                  <c:v>9387.6</c:v>
                </c:pt>
                <c:pt idx="6598">
                  <c:v>9386</c:v>
                </c:pt>
                <c:pt idx="6599">
                  <c:v>9436.6</c:v>
                </c:pt>
                <c:pt idx="6600">
                  <c:v>9436.6</c:v>
                </c:pt>
                <c:pt idx="6601">
                  <c:v>9436.6</c:v>
                </c:pt>
                <c:pt idx="6602">
                  <c:v>9230.7000000000007</c:v>
                </c:pt>
                <c:pt idx="6603">
                  <c:v>9250.1</c:v>
                </c:pt>
                <c:pt idx="6604">
                  <c:v>9244.2000000000007</c:v>
                </c:pt>
                <c:pt idx="6605">
                  <c:v>9241.25</c:v>
                </c:pt>
                <c:pt idx="6606">
                  <c:v>9250.1</c:v>
                </c:pt>
                <c:pt idx="6607">
                  <c:v>9250.1</c:v>
                </c:pt>
                <c:pt idx="6608">
                  <c:v>9284.2999999999993</c:v>
                </c:pt>
                <c:pt idx="6609">
                  <c:v>9290.2000000000007</c:v>
                </c:pt>
                <c:pt idx="6610">
                  <c:v>9309.9</c:v>
                </c:pt>
                <c:pt idx="6611">
                  <c:v>9268.5999999999985</c:v>
                </c:pt>
                <c:pt idx="6612">
                  <c:v>9268.5999999999985</c:v>
                </c:pt>
                <c:pt idx="6613">
                  <c:v>9268.5999999999985</c:v>
                </c:pt>
                <c:pt idx="6614">
                  <c:v>9268.5999999999985</c:v>
                </c:pt>
                <c:pt idx="6615">
                  <c:v>9268.5999999999985</c:v>
                </c:pt>
                <c:pt idx="6616">
                  <c:v>9268.5999999999985</c:v>
                </c:pt>
                <c:pt idx="6617">
                  <c:v>9268.5999999999985</c:v>
                </c:pt>
                <c:pt idx="6618">
                  <c:v>9268.5999999999985</c:v>
                </c:pt>
                <c:pt idx="6619">
                  <c:v>9268.5999999999985</c:v>
                </c:pt>
                <c:pt idx="6620">
                  <c:v>9268.5999999999985</c:v>
                </c:pt>
                <c:pt idx="6621">
                  <c:v>9268.5999999999985</c:v>
                </c:pt>
                <c:pt idx="6622">
                  <c:v>9256.7999999999993</c:v>
                </c:pt>
                <c:pt idx="6623">
                  <c:v>9270.9499999999989</c:v>
                </c:pt>
                <c:pt idx="6624">
                  <c:v>9297.5</c:v>
                </c:pt>
                <c:pt idx="6625">
                  <c:v>9436.2999999999993</c:v>
                </c:pt>
                <c:pt idx="6626">
                  <c:v>9433.3499999999985</c:v>
                </c:pt>
                <c:pt idx="6627">
                  <c:v>9406.7999999999993</c:v>
                </c:pt>
                <c:pt idx="6628">
                  <c:v>9406.7999999999993</c:v>
                </c:pt>
                <c:pt idx="6629">
                  <c:v>9406.7999999999993</c:v>
                </c:pt>
                <c:pt idx="6630">
                  <c:v>9406.7999999999993</c:v>
                </c:pt>
                <c:pt idx="6631">
                  <c:v>9480.9</c:v>
                </c:pt>
                <c:pt idx="6632">
                  <c:v>9563.65</c:v>
                </c:pt>
                <c:pt idx="6633">
                  <c:v>10372.5</c:v>
                </c:pt>
                <c:pt idx="6634">
                  <c:v>10696.1</c:v>
                </c:pt>
                <c:pt idx="6635">
                  <c:v>10696.1</c:v>
                </c:pt>
                <c:pt idx="6636">
                  <c:v>10696.1</c:v>
                </c:pt>
              </c:numCache>
            </c:numRef>
          </c:val>
          <c:extLst xmlns:c16r2="http://schemas.microsoft.com/office/drawing/2015/06/chart">
            <c:ext xmlns:c16="http://schemas.microsoft.com/office/drawing/2014/chart" uri="{C3380CC4-5D6E-409C-BE32-E72D297353CC}">
              <c16:uniqueId val="{00000000-BDC8-4373-AEA8-A1791F5D70F0}"/>
            </c:ext>
          </c:extLst>
        </c:ser>
        <c:dLbls>
          <c:showLegendKey val="0"/>
          <c:showVal val="0"/>
          <c:showCatName val="0"/>
          <c:showSerName val="0"/>
          <c:showPercent val="0"/>
          <c:showBubbleSize val="0"/>
        </c:dLbls>
        <c:gapWidth val="219"/>
        <c:axId val="631977504"/>
        <c:axId val="626896640"/>
      </c:barChart>
      <c:lineChart>
        <c:grouping val="standard"/>
        <c:varyColors val="0"/>
        <c:ser>
          <c:idx val="0"/>
          <c:order val="0"/>
          <c:tx>
            <c:strRef>
              <c:f>价差走势表!$BY$1</c:f>
              <c:strCache>
                <c:ptCount val="1"/>
                <c:pt idx="0">
                  <c:v>有机硅（元/吨）</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价差走势表!$A$2:$A$6638</c:f>
              <c:numCache>
                <c:formatCode>m/d/yyyy</c:formatCode>
                <c:ptCount val="6637"/>
                <c:pt idx="0">
                  <c:v>38718</c:v>
                </c:pt>
                <c:pt idx="1">
                  <c:v>38719</c:v>
                </c:pt>
                <c:pt idx="2">
                  <c:v>38720</c:v>
                </c:pt>
                <c:pt idx="3">
                  <c:v>38721</c:v>
                </c:pt>
                <c:pt idx="4">
                  <c:v>38722</c:v>
                </c:pt>
                <c:pt idx="5">
                  <c:v>38723</c:v>
                </c:pt>
                <c:pt idx="6">
                  <c:v>38724</c:v>
                </c:pt>
                <c:pt idx="7">
                  <c:v>38725</c:v>
                </c:pt>
                <c:pt idx="8">
                  <c:v>38726</c:v>
                </c:pt>
                <c:pt idx="9">
                  <c:v>38727</c:v>
                </c:pt>
                <c:pt idx="10">
                  <c:v>38728</c:v>
                </c:pt>
                <c:pt idx="11">
                  <c:v>38729</c:v>
                </c:pt>
                <c:pt idx="12">
                  <c:v>38730</c:v>
                </c:pt>
                <c:pt idx="13">
                  <c:v>38731</c:v>
                </c:pt>
                <c:pt idx="14">
                  <c:v>38732</c:v>
                </c:pt>
                <c:pt idx="15">
                  <c:v>38733</c:v>
                </c:pt>
                <c:pt idx="16">
                  <c:v>38734</c:v>
                </c:pt>
                <c:pt idx="17">
                  <c:v>38735</c:v>
                </c:pt>
                <c:pt idx="18">
                  <c:v>38736</c:v>
                </c:pt>
                <c:pt idx="19">
                  <c:v>38737</c:v>
                </c:pt>
                <c:pt idx="20">
                  <c:v>38738</c:v>
                </c:pt>
                <c:pt idx="21">
                  <c:v>38739</c:v>
                </c:pt>
                <c:pt idx="22">
                  <c:v>38740</c:v>
                </c:pt>
                <c:pt idx="23">
                  <c:v>38741</c:v>
                </c:pt>
                <c:pt idx="24">
                  <c:v>38742</c:v>
                </c:pt>
                <c:pt idx="25">
                  <c:v>38743</c:v>
                </c:pt>
                <c:pt idx="26">
                  <c:v>38744</c:v>
                </c:pt>
                <c:pt idx="27">
                  <c:v>38745</c:v>
                </c:pt>
                <c:pt idx="28">
                  <c:v>38746</c:v>
                </c:pt>
                <c:pt idx="29">
                  <c:v>38747</c:v>
                </c:pt>
                <c:pt idx="30">
                  <c:v>38748</c:v>
                </c:pt>
                <c:pt idx="31">
                  <c:v>38749</c:v>
                </c:pt>
                <c:pt idx="32">
                  <c:v>38750</c:v>
                </c:pt>
                <c:pt idx="33">
                  <c:v>38751</c:v>
                </c:pt>
                <c:pt idx="34">
                  <c:v>38752</c:v>
                </c:pt>
                <c:pt idx="35">
                  <c:v>38753</c:v>
                </c:pt>
                <c:pt idx="36">
                  <c:v>38754</c:v>
                </c:pt>
                <c:pt idx="37">
                  <c:v>38755</c:v>
                </c:pt>
                <c:pt idx="38">
                  <c:v>38756</c:v>
                </c:pt>
                <c:pt idx="39">
                  <c:v>38757</c:v>
                </c:pt>
                <c:pt idx="40">
                  <c:v>38758</c:v>
                </c:pt>
                <c:pt idx="41">
                  <c:v>38759</c:v>
                </c:pt>
                <c:pt idx="42">
                  <c:v>38760</c:v>
                </c:pt>
                <c:pt idx="43">
                  <c:v>38761</c:v>
                </c:pt>
                <c:pt idx="44">
                  <c:v>38762</c:v>
                </c:pt>
                <c:pt idx="45">
                  <c:v>38763</c:v>
                </c:pt>
                <c:pt idx="46">
                  <c:v>38764</c:v>
                </c:pt>
                <c:pt idx="47">
                  <c:v>38765</c:v>
                </c:pt>
                <c:pt idx="48">
                  <c:v>38766</c:v>
                </c:pt>
                <c:pt idx="49">
                  <c:v>38767</c:v>
                </c:pt>
                <c:pt idx="50">
                  <c:v>38768</c:v>
                </c:pt>
                <c:pt idx="51">
                  <c:v>38769</c:v>
                </c:pt>
                <c:pt idx="52">
                  <c:v>38770</c:v>
                </c:pt>
                <c:pt idx="53">
                  <c:v>38771</c:v>
                </c:pt>
                <c:pt idx="54">
                  <c:v>38772</c:v>
                </c:pt>
                <c:pt idx="55">
                  <c:v>38773</c:v>
                </c:pt>
                <c:pt idx="56">
                  <c:v>38774</c:v>
                </c:pt>
                <c:pt idx="57">
                  <c:v>38775</c:v>
                </c:pt>
                <c:pt idx="58">
                  <c:v>38776</c:v>
                </c:pt>
                <c:pt idx="59">
                  <c:v>38777</c:v>
                </c:pt>
                <c:pt idx="60">
                  <c:v>38778</c:v>
                </c:pt>
                <c:pt idx="61">
                  <c:v>38779</c:v>
                </c:pt>
                <c:pt idx="62">
                  <c:v>38780</c:v>
                </c:pt>
                <c:pt idx="63">
                  <c:v>38781</c:v>
                </c:pt>
                <c:pt idx="64">
                  <c:v>38782</c:v>
                </c:pt>
                <c:pt idx="65">
                  <c:v>38783</c:v>
                </c:pt>
                <c:pt idx="66">
                  <c:v>38784</c:v>
                </c:pt>
                <c:pt idx="67">
                  <c:v>38785</c:v>
                </c:pt>
                <c:pt idx="68">
                  <c:v>38786</c:v>
                </c:pt>
                <c:pt idx="69">
                  <c:v>38787</c:v>
                </c:pt>
                <c:pt idx="70">
                  <c:v>38788</c:v>
                </c:pt>
                <c:pt idx="71">
                  <c:v>38789</c:v>
                </c:pt>
                <c:pt idx="72">
                  <c:v>38790</c:v>
                </c:pt>
                <c:pt idx="73">
                  <c:v>38791</c:v>
                </c:pt>
                <c:pt idx="74">
                  <c:v>38792</c:v>
                </c:pt>
                <c:pt idx="75">
                  <c:v>38793</c:v>
                </c:pt>
                <c:pt idx="76">
                  <c:v>38794</c:v>
                </c:pt>
                <c:pt idx="77">
                  <c:v>38795</c:v>
                </c:pt>
                <c:pt idx="78">
                  <c:v>38796</c:v>
                </c:pt>
                <c:pt idx="79">
                  <c:v>38797</c:v>
                </c:pt>
                <c:pt idx="80">
                  <c:v>38798</c:v>
                </c:pt>
                <c:pt idx="81">
                  <c:v>38799</c:v>
                </c:pt>
                <c:pt idx="82">
                  <c:v>38800</c:v>
                </c:pt>
                <c:pt idx="83">
                  <c:v>38801</c:v>
                </c:pt>
                <c:pt idx="84">
                  <c:v>38802</c:v>
                </c:pt>
                <c:pt idx="85">
                  <c:v>38803</c:v>
                </c:pt>
                <c:pt idx="86">
                  <c:v>38804</c:v>
                </c:pt>
                <c:pt idx="87">
                  <c:v>38805</c:v>
                </c:pt>
                <c:pt idx="88">
                  <c:v>38806</c:v>
                </c:pt>
                <c:pt idx="89">
                  <c:v>38807</c:v>
                </c:pt>
                <c:pt idx="90">
                  <c:v>38808</c:v>
                </c:pt>
                <c:pt idx="91">
                  <c:v>38809</c:v>
                </c:pt>
                <c:pt idx="92">
                  <c:v>38810</c:v>
                </c:pt>
                <c:pt idx="93">
                  <c:v>38811</c:v>
                </c:pt>
                <c:pt idx="94">
                  <c:v>38812</c:v>
                </c:pt>
                <c:pt idx="95">
                  <c:v>38813</c:v>
                </c:pt>
                <c:pt idx="96">
                  <c:v>38814</c:v>
                </c:pt>
                <c:pt idx="97">
                  <c:v>38815</c:v>
                </c:pt>
                <c:pt idx="98">
                  <c:v>38816</c:v>
                </c:pt>
                <c:pt idx="99">
                  <c:v>38817</c:v>
                </c:pt>
                <c:pt idx="100">
                  <c:v>38818</c:v>
                </c:pt>
                <c:pt idx="101">
                  <c:v>38819</c:v>
                </c:pt>
                <c:pt idx="102">
                  <c:v>38820</c:v>
                </c:pt>
                <c:pt idx="103">
                  <c:v>38821</c:v>
                </c:pt>
                <c:pt idx="104">
                  <c:v>38822</c:v>
                </c:pt>
                <c:pt idx="105">
                  <c:v>38823</c:v>
                </c:pt>
                <c:pt idx="106">
                  <c:v>38824</c:v>
                </c:pt>
                <c:pt idx="107">
                  <c:v>38825</c:v>
                </c:pt>
                <c:pt idx="108">
                  <c:v>38826</c:v>
                </c:pt>
                <c:pt idx="109">
                  <c:v>38827</c:v>
                </c:pt>
                <c:pt idx="110">
                  <c:v>38828</c:v>
                </c:pt>
                <c:pt idx="111">
                  <c:v>38829</c:v>
                </c:pt>
                <c:pt idx="112">
                  <c:v>38830</c:v>
                </c:pt>
                <c:pt idx="113">
                  <c:v>38831</c:v>
                </c:pt>
                <c:pt idx="114">
                  <c:v>38832</c:v>
                </c:pt>
                <c:pt idx="115">
                  <c:v>38833</c:v>
                </c:pt>
                <c:pt idx="116">
                  <c:v>38834</c:v>
                </c:pt>
                <c:pt idx="117">
                  <c:v>38835</c:v>
                </c:pt>
                <c:pt idx="118">
                  <c:v>38836</c:v>
                </c:pt>
                <c:pt idx="119">
                  <c:v>38837</c:v>
                </c:pt>
                <c:pt idx="120">
                  <c:v>38838</c:v>
                </c:pt>
                <c:pt idx="121">
                  <c:v>38839</c:v>
                </c:pt>
                <c:pt idx="122">
                  <c:v>38840</c:v>
                </c:pt>
                <c:pt idx="123">
                  <c:v>38841</c:v>
                </c:pt>
                <c:pt idx="124">
                  <c:v>38842</c:v>
                </c:pt>
                <c:pt idx="125">
                  <c:v>38843</c:v>
                </c:pt>
                <c:pt idx="126">
                  <c:v>38844</c:v>
                </c:pt>
                <c:pt idx="127">
                  <c:v>38845</c:v>
                </c:pt>
                <c:pt idx="128">
                  <c:v>38846</c:v>
                </c:pt>
                <c:pt idx="129">
                  <c:v>38847</c:v>
                </c:pt>
                <c:pt idx="130">
                  <c:v>38848</c:v>
                </c:pt>
                <c:pt idx="131">
                  <c:v>38849</c:v>
                </c:pt>
                <c:pt idx="132">
                  <c:v>38850</c:v>
                </c:pt>
                <c:pt idx="133">
                  <c:v>38851</c:v>
                </c:pt>
                <c:pt idx="134">
                  <c:v>38852</c:v>
                </c:pt>
                <c:pt idx="135">
                  <c:v>38853</c:v>
                </c:pt>
                <c:pt idx="136">
                  <c:v>38854</c:v>
                </c:pt>
                <c:pt idx="137">
                  <c:v>38855</c:v>
                </c:pt>
                <c:pt idx="138">
                  <c:v>38856</c:v>
                </c:pt>
                <c:pt idx="139">
                  <c:v>38857</c:v>
                </c:pt>
                <c:pt idx="140">
                  <c:v>38858</c:v>
                </c:pt>
                <c:pt idx="141">
                  <c:v>38859</c:v>
                </c:pt>
                <c:pt idx="142">
                  <c:v>38860</c:v>
                </c:pt>
                <c:pt idx="143">
                  <c:v>38861</c:v>
                </c:pt>
                <c:pt idx="144">
                  <c:v>38862</c:v>
                </c:pt>
                <c:pt idx="145">
                  <c:v>38863</c:v>
                </c:pt>
                <c:pt idx="146">
                  <c:v>38864</c:v>
                </c:pt>
                <c:pt idx="147">
                  <c:v>38865</c:v>
                </c:pt>
                <c:pt idx="148">
                  <c:v>38866</c:v>
                </c:pt>
                <c:pt idx="149">
                  <c:v>38867</c:v>
                </c:pt>
                <c:pt idx="150">
                  <c:v>38868</c:v>
                </c:pt>
                <c:pt idx="151">
                  <c:v>38869</c:v>
                </c:pt>
                <c:pt idx="152">
                  <c:v>38870</c:v>
                </c:pt>
                <c:pt idx="153">
                  <c:v>38871</c:v>
                </c:pt>
                <c:pt idx="154">
                  <c:v>38872</c:v>
                </c:pt>
                <c:pt idx="155">
                  <c:v>38873</c:v>
                </c:pt>
                <c:pt idx="156">
                  <c:v>38874</c:v>
                </c:pt>
                <c:pt idx="157">
                  <c:v>38875</c:v>
                </c:pt>
                <c:pt idx="158">
                  <c:v>38876</c:v>
                </c:pt>
                <c:pt idx="159">
                  <c:v>38877</c:v>
                </c:pt>
                <c:pt idx="160">
                  <c:v>38878</c:v>
                </c:pt>
                <c:pt idx="161">
                  <c:v>38879</c:v>
                </c:pt>
                <c:pt idx="162">
                  <c:v>38880</c:v>
                </c:pt>
                <c:pt idx="163">
                  <c:v>38881</c:v>
                </c:pt>
                <c:pt idx="164">
                  <c:v>38882</c:v>
                </c:pt>
                <c:pt idx="165">
                  <c:v>38883</c:v>
                </c:pt>
                <c:pt idx="166">
                  <c:v>38884</c:v>
                </c:pt>
                <c:pt idx="167">
                  <c:v>38885</c:v>
                </c:pt>
                <c:pt idx="168">
                  <c:v>38886</c:v>
                </c:pt>
                <c:pt idx="169">
                  <c:v>38887</c:v>
                </c:pt>
                <c:pt idx="170">
                  <c:v>38888</c:v>
                </c:pt>
                <c:pt idx="171">
                  <c:v>38889</c:v>
                </c:pt>
                <c:pt idx="172">
                  <c:v>38890</c:v>
                </c:pt>
                <c:pt idx="173">
                  <c:v>38891</c:v>
                </c:pt>
                <c:pt idx="174">
                  <c:v>38892</c:v>
                </c:pt>
                <c:pt idx="175">
                  <c:v>38893</c:v>
                </c:pt>
                <c:pt idx="176">
                  <c:v>38894</c:v>
                </c:pt>
                <c:pt idx="177">
                  <c:v>38895</c:v>
                </c:pt>
                <c:pt idx="178">
                  <c:v>38896</c:v>
                </c:pt>
                <c:pt idx="179">
                  <c:v>38897</c:v>
                </c:pt>
                <c:pt idx="180">
                  <c:v>38898</c:v>
                </c:pt>
                <c:pt idx="181">
                  <c:v>38899</c:v>
                </c:pt>
                <c:pt idx="182">
                  <c:v>38900</c:v>
                </c:pt>
                <c:pt idx="183">
                  <c:v>38901</c:v>
                </c:pt>
                <c:pt idx="184">
                  <c:v>38902</c:v>
                </c:pt>
                <c:pt idx="185">
                  <c:v>38903</c:v>
                </c:pt>
                <c:pt idx="186">
                  <c:v>38904</c:v>
                </c:pt>
                <c:pt idx="187">
                  <c:v>38905</c:v>
                </c:pt>
                <c:pt idx="188">
                  <c:v>38906</c:v>
                </c:pt>
                <c:pt idx="189">
                  <c:v>38907</c:v>
                </c:pt>
                <c:pt idx="190">
                  <c:v>38908</c:v>
                </c:pt>
                <c:pt idx="191">
                  <c:v>38909</c:v>
                </c:pt>
                <c:pt idx="192">
                  <c:v>38910</c:v>
                </c:pt>
                <c:pt idx="193">
                  <c:v>38911</c:v>
                </c:pt>
                <c:pt idx="194">
                  <c:v>38912</c:v>
                </c:pt>
                <c:pt idx="195">
                  <c:v>38913</c:v>
                </c:pt>
                <c:pt idx="196">
                  <c:v>38914</c:v>
                </c:pt>
                <c:pt idx="197">
                  <c:v>38915</c:v>
                </c:pt>
                <c:pt idx="198">
                  <c:v>38916</c:v>
                </c:pt>
                <c:pt idx="199">
                  <c:v>38917</c:v>
                </c:pt>
                <c:pt idx="200">
                  <c:v>38918</c:v>
                </c:pt>
                <c:pt idx="201">
                  <c:v>38919</c:v>
                </c:pt>
                <c:pt idx="202">
                  <c:v>38920</c:v>
                </c:pt>
                <c:pt idx="203">
                  <c:v>38921</c:v>
                </c:pt>
                <c:pt idx="204">
                  <c:v>38922</c:v>
                </c:pt>
                <c:pt idx="205">
                  <c:v>38923</c:v>
                </c:pt>
                <c:pt idx="206">
                  <c:v>38924</c:v>
                </c:pt>
                <c:pt idx="207">
                  <c:v>38925</c:v>
                </c:pt>
                <c:pt idx="208">
                  <c:v>38926</c:v>
                </c:pt>
                <c:pt idx="209">
                  <c:v>38927</c:v>
                </c:pt>
                <c:pt idx="210">
                  <c:v>38928</c:v>
                </c:pt>
                <c:pt idx="211">
                  <c:v>38929</c:v>
                </c:pt>
                <c:pt idx="212">
                  <c:v>38930</c:v>
                </c:pt>
                <c:pt idx="213">
                  <c:v>38931</c:v>
                </c:pt>
                <c:pt idx="214">
                  <c:v>38932</c:v>
                </c:pt>
                <c:pt idx="215">
                  <c:v>38933</c:v>
                </c:pt>
                <c:pt idx="216">
                  <c:v>38934</c:v>
                </c:pt>
                <c:pt idx="217">
                  <c:v>38935</c:v>
                </c:pt>
                <c:pt idx="218">
                  <c:v>38936</c:v>
                </c:pt>
                <c:pt idx="219">
                  <c:v>38937</c:v>
                </c:pt>
                <c:pt idx="220">
                  <c:v>38938</c:v>
                </c:pt>
                <c:pt idx="221">
                  <c:v>38939</c:v>
                </c:pt>
                <c:pt idx="222">
                  <c:v>38940</c:v>
                </c:pt>
                <c:pt idx="223">
                  <c:v>38941</c:v>
                </c:pt>
                <c:pt idx="224">
                  <c:v>38942</c:v>
                </c:pt>
                <c:pt idx="225">
                  <c:v>38943</c:v>
                </c:pt>
                <c:pt idx="226">
                  <c:v>38944</c:v>
                </c:pt>
                <c:pt idx="227">
                  <c:v>38945</c:v>
                </c:pt>
                <c:pt idx="228">
                  <c:v>38946</c:v>
                </c:pt>
                <c:pt idx="229">
                  <c:v>38947</c:v>
                </c:pt>
                <c:pt idx="230">
                  <c:v>38948</c:v>
                </c:pt>
                <c:pt idx="231">
                  <c:v>38949</c:v>
                </c:pt>
                <c:pt idx="232">
                  <c:v>38950</c:v>
                </c:pt>
                <c:pt idx="233">
                  <c:v>38951</c:v>
                </c:pt>
                <c:pt idx="234">
                  <c:v>38952</c:v>
                </c:pt>
                <c:pt idx="235">
                  <c:v>38953</c:v>
                </c:pt>
                <c:pt idx="236">
                  <c:v>38954</c:v>
                </c:pt>
                <c:pt idx="237">
                  <c:v>38955</c:v>
                </c:pt>
                <c:pt idx="238">
                  <c:v>38956</c:v>
                </c:pt>
                <c:pt idx="239">
                  <c:v>38957</c:v>
                </c:pt>
                <c:pt idx="240">
                  <c:v>38958</c:v>
                </c:pt>
                <c:pt idx="241">
                  <c:v>38959</c:v>
                </c:pt>
                <c:pt idx="242">
                  <c:v>38960</c:v>
                </c:pt>
                <c:pt idx="243">
                  <c:v>38961</c:v>
                </c:pt>
                <c:pt idx="244">
                  <c:v>38962</c:v>
                </c:pt>
                <c:pt idx="245">
                  <c:v>38963</c:v>
                </c:pt>
                <c:pt idx="246">
                  <c:v>38964</c:v>
                </c:pt>
                <c:pt idx="247">
                  <c:v>38965</c:v>
                </c:pt>
                <c:pt idx="248">
                  <c:v>38966</c:v>
                </c:pt>
                <c:pt idx="249">
                  <c:v>38967</c:v>
                </c:pt>
                <c:pt idx="250">
                  <c:v>38968</c:v>
                </c:pt>
                <c:pt idx="251">
                  <c:v>38969</c:v>
                </c:pt>
                <c:pt idx="252">
                  <c:v>38970</c:v>
                </c:pt>
                <c:pt idx="253">
                  <c:v>38971</c:v>
                </c:pt>
                <c:pt idx="254">
                  <c:v>38972</c:v>
                </c:pt>
                <c:pt idx="255">
                  <c:v>38973</c:v>
                </c:pt>
                <c:pt idx="256">
                  <c:v>38974</c:v>
                </c:pt>
                <c:pt idx="257">
                  <c:v>38975</c:v>
                </c:pt>
                <c:pt idx="258">
                  <c:v>38976</c:v>
                </c:pt>
                <c:pt idx="259">
                  <c:v>38977</c:v>
                </c:pt>
                <c:pt idx="260">
                  <c:v>38978</c:v>
                </c:pt>
                <c:pt idx="261">
                  <c:v>38979</c:v>
                </c:pt>
                <c:pt idx="262">
                  <c:v>38980</c:v>
                </c:pt>
                <c:pt idx="263">
                  <c:v>38981</c:v>
                </c:pt>
                <c:pt idx="264">
                  <c:v>38982</c:v>
                </c:pt>
                <c:pt idx="265">
                  <c:v>38983</c:v>
                </c:pt>
                <c:pt idx="266">
                  <c:v>38984</c:v>
                </c:pt>
                <c:pt idx="267">
                  <c:v>38985</c:v>
                </c:pt>
                <c:pt idx="268">
                  <c:v>38986</c:v>
                </c:pt>
                <c:pt idx="269">
                  <c:v>38987</c:v>
                </c:pt>
                <c:pt idx="270">
                  <c:v>38988</c:v>
                </c:pt>
                <c:pt idx="271">
                  <c:v>38989</c:v>
                </c:pt>
                <c:pt idx="272">
                  <c:v>38990</c:v>
                </c:pt>
                <c:pt idx="273">
                  <c:v>38991</c:v>
                </c:pt>
                <c:pt idx="274">
                  <c:v>38992</c:v>
                </c:pt>
                <c:pt idx="275">
                  <c:v>38993</c:v>
                </c:pt>
                <c:pt idx="276">
                  <c:v>38994</c:v>
                </c:pt>
                <c:pt idx="277">
                  <c:v>38995</c:v>
                </c:pt>
                <c:pt idx="278">
                  <c:v>38996</c:v>
                </c:pt>
                <c:pt idx="279">
                  <c:v>38997</c:v>
                </c:pt>
                <c:pt idx="280">
                  <c:v>38998</c:v>
                </c:pt>
                <c:pt idx="281">
                  <c:v>38999</c:v>
                </c:pt>
                <c:pt idx="282">
                  <c:v>39000</c:v>
                </c:pt>
                <c:pt idx="283">
                  <c:v>39001</c:v>
                </c:pt>
                <c:pt idx="284">
                  <c:v>39002</c:v>
                </c:pt>
                <c:pt idx="285">
                  <c:v>39003</c:v>
                </c:pt>
                <c:pt idx="286">
                  <c:v>39004</c:v>
                </c:pt>
                <c:pt idx="287">
                  <c:v>39005</c:v>
                </c:pt>
                <c:pt idx="288">
                  <c:v>39006</c:v>
                </c:pt>
                <c:pt idx="289">
                  <c:v>39007</c:v>
                </c:pt>
                <c:pt idx="290">
                  <c:v>39008</c:v>
                </c:pt>
                <c:pt idx="291">
                  <c:v>39009</c:v>
                </c:pt>
                <c:pt idx="292">
                  <c:v>39010</c:v>
                </c:pt>
                <c:pt idx="293">
                  <c:v>39011</c:v>
                </c:pt>
                <c:pt idx="294">
                  <c:v>39012</c:v>
                </c:pt>
                <c:pt idx="295">
                  <c:v>39013</c:v>
                </c:pt>
                <c:pt idx="296">
                  <c:v>39014</c:v>
                </c:pt>
                <c:pt idx="297">
                  <c:v>39015</c:v>
                </c:pt>
                <c:pt idx="298">
                  <c:v>39016</c:v>
                </c:pt>
                <c:pt idx="299">
                  <c:v>39017</c:v>
                </c:pt>
                <c:pt idx="300">
                  <c:v>39018</c:v>
                </c:pt>
                <c:pt idx="301">
                  <c:v>39019</c:v>
                </c:pt>
                <c:pt idx="302">
                  <c:v>39020</c:v>
                </c:pt>
                <c:pt idx="303">
                  <c:v>39021</c:v>
                </c:pt>
                <c:pt idx="304">
                  <c:v>39022</c:v>
                </c:pt>
                <c:pt idx="305">
                  <c:v>39023</c:v>
                </c:pt>
                <c:pt idx="306">
                  <c:v>39024</c:v>
                </c:pt>
                <c:pt idx="307">
                  <c:v>39025</c:v>
                </c:pt>
                <c:pt idx="308">
                  <c:v>39026</c:v>
                </c:pt>
                <c:pt idx="309">
                  <c:v>39027</c:v>
                </c:pt>
                <c:pt idx="310">
                  <c:v>39028</c:v>
                </c:pt>
                <c:pt idx="311">
                  <c:v>39029</c:v>
                </c:pt>
                <c:pt idx="312">
                  <c:v>39030</c:v>
                </c:pt>
                <c:pt idx="313">
                  <c:v>39031</c:v>
                </c:pt>
                <c:pt idx="314">
                  <c:v>39032</c:v>
                </c:pt>
                <c:pt idx="315">
                  <c:v>39033</c:v>
                </c:pt>
                <c:pt idx="316">
                  <c:v>39034</c:v>
                </c:pt>
                <c:pt idx="317">
                  <c:v>39035</c:v>
                </c:pt>
                <c:pt idx="318">
                  <c:v>39036</c:v>
                </c:pt>
                <c:pt idx="319">
                  <c:v>39037</c:v>
                </c:pt>
                <c:pt idx="320">
                  <c:v>39038</c:v>
                </c:pt>
                <c:pt idx="321">
                  <c:v>39039</c:v>
                </c:pt>
                <c:pt idx="322">
                  <c:v>39040</c:v>
                </c:pt>
                <c:pt idx="323">
                  <c:v>39041</c:v>
                </c:pt>
                <c:pt idx="324">
                  <c:v>39042</c:v>
                </c:pt>
                <c:pt idx="325">
                  <c:v>39043</c:v>
                </c:pt>
                <c:pt idx="326">
                  <c:v>39044</c:v>
                </c:pt>
                <c:pt idx="327">
                  <c:v>39045</c:v>
                </c:pt>
                <c:pt idx="328">
                  <c:v>39046</c:v>
                </c:pt>
                <c:pt idx="329">
                  <c:v>39047</c:v>
                </c:pt>
                <c:pt idx="330">
                  <c:v>39048</c:v>
                </c:pt>
                <c:pt idx="331">
                  <c:v>39049</c:v>
                </c:pt>
                <c:pt idx="332">
                  <c:v>39050</c:v>
                </c:pt>
                <c:pt idx="333">
                  <c:v>39051</c:v>
                </c:pt>
                <c:pt idx="334">
                  <c:v>39052</c:v>
                </c:pt>
                <c:pt idx="335">
                  <c:v>39053</c:v>
                </c:pt>
                <c:pt idx="336">
                  <c:v>39054</c:v>
                </c:pt>
                <c:pt idx="337">
                  <c:v>39055</c:v>
                </c:pt>
                <c:pt idx="338">
                  <c:v>39056</c:v>
                </c:pt>
                <c:pt idx="339">
                  <c:v>39057</c:v>
                </c:pt>
                <c:pt idx="340">
                  <c:v>39058</c:v>
                </c:pt>
                <c:pt idx="341">
                  <c:v>39059</c:v>
                </c:pt>
                <c:pt idx="342">
                  <c:v>39060</c:v>
                </c:pt>
                <c:pt idx="343">
                  <c:v>39061</c:v>
                </c:pt>
                <c:pt idx="344">
                  <c:v>39062</c:v>
                </c:pt>
                <c:pt idx="345">
                  <c:v>39063</c:v>
                </c:pt>
                <c:pt idx="346">
                  <c:v>39064</c:v>
                </c:pt>
                <c:pt idx="347">
                  <c:v>39065</c:v>
                </c:pt>
                <c:pt idx="348">
                  <c:v>39066</c:v>
                </c:pt>
                <c:pt idx="349">
                  <c:v>39067</c:v>
                </c:pt>
                <c:pt idx="350">
                  <c:v>39068</c:v>
                </c:pt>
                <c:pt idx="351">
                  <c:v>39069</c:v>
                </c:pt>
                <c:pt idx="352">
                  <c:v>39070</c:v>
                </c:pt>
                <c:pt idx="353">
                  <c:v>39071</c:v>
                </c:pt>
                <c:pt idx="354">
                  <c:v>39072</c:v>
                </c:pt>
                <c:pt idx="355">
                  <c:v>39073</c:v>
                </c:pt>
                <c:pt idx="356">
                  <c:v>39074</c:v>
                </c:pt>
                <c:pt idx="357">
                  <c:v>39075</c:v>
                </c:pt>
                <c:pt idx="358">
                  <c:v>39076</c:v>
                </c:pt>
                <c:pt idx="359">
                  <c:v>39077</c:v>
                </c:pt>
                <c:pt idx="360">
                  <c:v>39078</c:v>
                </c:pt>
                <c:pt idx="361">
                  <c:v>39079</c:v>
                </c:pt>
                <c:pt idx="362">
                  <c:v>39080</c:v>
                </c:pt>
                <c:pt idx="363">
                  <c:v>39081</c:v>
                </c:pt>
                <c:pt idx="364">
                  <c:v>39082</c:v>
                </c:pt>
                <c:pt idx="365">
                  <c:v>39083</c:v>
                </c:pt>
                <c:pt idx="366">
                  <c:v>39084</c:v>
                </c:pt>
                <c:pt idx="367">
                  <c:v>39085</c:v>
                </c:pt>
                <c:pt idx="368">
                  <c:v>39086</c:v>
                </c:pt>
                <c:pt idx="369">
                  <c:v>39087</c:v>
                </c:pt>
                <c:pt idx="370">
                  <c:v>39088</c:v>
                </c:pt>
                <c:pt idx="371">
                  <c:v>39089</c:v>
                </c:pt>
                <c:pt idx="372">
                  <c:v>39090</c:v>
                </c:pt>
                <c:pt idx="373">
                  <c:v>39091</c:v>
                </c:pt>
                <c:pt idx="374">
                  <c:v>39092</c:v>
                </c:pt>
                <c:pt idx="375">
                  <c:v>39093</c:v>
                </c:pt>
                <c:pt idx="376">
                  <c:v>39094</c:v>
                </c:pt>
                <c:pt idx="377">
                  <c:v>39095</c:v>
                </c:pt>
                <c:pt idx="378">
                  <c:v>39096</c:v>
                </c:pt>
                <c:pt idx="379">
                  <c:v>39097</c:v>
                </c:pt>
                <c:pt idx="380">
                  <c:v>39098</c:v>
                </c:pt>
                <c:pt idx="381">
                  <c:v>39099</c:v>
                </c:pt>
                <c:pt idx="382">
                  <c:v>39100</c:v>
                </c:pt>
                <c:pt idx="383">
                  <c:v>39101</c:v>
                </c:pt>
                <c:pt idx="384">
                  <c:v>39102</c:v>
                </c:pt>
                <c:pt idx="385">
                  <c:v>39103</c:v>
                </c:pt>
                <c:pt idx="386">
                  <c:v>39104</c:v>
                </c:pt>
                <c:pt idx="387">
                  <c:v>39105</c:v>
                </c:pt>
                <c:pt idx="388">
                  <c:v>39106</c:v>
                </c:pt>
                <c:pt idx="389">
                  <c:v>39107</c:v>
                </c:pt>
                <c:pt idx="390">
                  <c:v>39108</c:v>
                </c:pt>
                <c:pt idx="391">
                  <c:v>39109</c:v>
                </c:pt>
                <c:pt idx="392">
                  <c:v>39110</c:v>
                </c:pt>
                <c:pt idx="393">
                  <c:v>39111</c:v>
                </c:pt>
                <c:pt idx="394">
                  <c:v>39112</c:v>
                </c:pt>
                <c:pt idx="395">
                  <c:v>39113</c:v>
                </c:pt>
                <c:pt idx="396">
                  <c:v>39114</c:v>
                </c:pt>
                <c:pt idx="397">
                  <c:v>39115</c:v>
                </c:pt>
                <c:pt idx="398">
                  <c:v>39116</c:v>
                </c:pt>
                <c:pt idx="399">
                  <c:v>39117</c:v>
                </c:pt>
                <c:pt idx="400">
                  <c:v>39118</c:v>
                </c:pt>
                <c:pt idx="401">
                  <c:v>39119</c:v>
                </c:pt>
                <c:pt idx="402">
                  <c:v>39120</c:v>
                </c:pt>
                <c:pt idx="403">
                  <c:v>39121</c:v>
                </c:pt>
                <c:pt idx="404">
                  <c:v>39122</c:v>
                </c:pt>
                <c:pt idx="405">
                  <c:v>39123</c:v>
                </c:pt>
                <c:pt idx="406">
                  <c:v>39124</c:v>
                </c:pt>
                <c:pt idx="407">
                  <c:v>39125</c:v>
                </c:pt>
                <c:pt idx="408">
                  <c:v>39126</c:v>
                </c:pt>
                <c:pt idx="409">
                  <c:v>39127</c:v>
                </c:pt>
                <c:pt idx="410">
                  <c:v>39128</c:v>
                </c:pt>
                <c:pt idx="411">
                  <c:v>39129</c:v>
                </c:pt>
                <c:pt idx="412">
                  <c:v>39130</c:v>
                </c:pt>
                <c:pt idx="413">
                  <c:v>39131</c:v>
                </c:pt>
                <c:pt idx="414">
                  <c:v>39132</c:v>
                </c:pt>
                <c:pt idx="415">
                  <c:v>39133</c:v>
                </c:pt>
                <c:pt idx="416">
                  <c:v>39134</c:v>
                </c:pt>
                <c:pt idx="417">
                  <c:v>39135</c:v>
                </c:pt>
                <c:pt idx="418">
                  <c:v>39136</c:v>
                </c:pt>
                <c:pt idx="419">
                  <c:v>39137</c:v>
                </c:pt>
                <c:pt idx="420">
                  <c:v>39138</c:v>
                </c:pt>
                <c:pt idx="421">
                  <c:v>39139</c:v>
                </c:pt>
                <c:pt idx="422">
                  <c:v>39140</c:v>
                </c:pt>
                <c:pt idx="423">
                  <c:v>39141</c:v>
                </c:pt>
                <c:pt idx="424">
                  <c:v>39142</c:v>
                </c:pt>
                <c:pt idx="425">
                  <c:v>39143</c:v>
                </c:pt>
                <c:pt idx="426">
                  <c:v>39144</c:v>
                </c:pt>
                <c:pt idx="427">
                  <c:v>39145</c:v>
                </c:pt>
                <c:pt idx="428">
                  <c:v>39146</c:v>
                </c:pt>
                <c:pt idx="429">
                  <c:v>39147</c:v>
                </c:pt>
                <c:pt idx="430">
                  <c:v>39148</c:v>
                </c:pt>
                <c:pt idx="431">
                  <c:v>39149</c:v>
                </c:pt>
                <c:pt idx="432">
                  <c:v>39150</c:v>
                </c:pt>
                <c:pt idx="433">
                  <c:v>39151</c:v>
                </c:pt>
                <c:pt idx="434">
                  <c:v>39152</c:v>
                </c:pt>
                <c:pt idx="435">
                  <c:v>39153</c:v>
                </c:pt>
                <c:pt idx="436">
                  <c:v>39154</c:v>
                </c:pt>
                <c:pt idx="437">
                  <c:v>39155</c:v>
                </c:pt>
                <c:pt idx="438">
                  <c:v>39156</c:v>
                </c:pt>
                <c:pt idx="439">
                  <c:v>39157</c:v>
                </c:pt>
                <c:pt idx="440">
                  <c:v>39158</c:v>
                </c:pt>
                <c:pt idx="441">
                  <c:v>39159</c:v>
                </c:pt>
                <c:pt idx="442">
                  <c:v>39160</c:v>
                </c:pt>
                <c:pt idx="443">
                  <c:v>39161</c:v>
                </c:pt>
                <c:pt idx="444">
                  <c:v>39162</c:v>
                </c:pt>
                <c:pt idx="445">
                  <c:v>39163</c:v>
                </c:pt>
                <c:pt idx="446">
                  <c:v>39164</c:v>
                </c:pt>
                <c:pt idx="447">
                  <c:v>39165</c:v>
                </c:pt>
                <c:pt idx="448">
                  <c:v>39166</c:v>
                </c:pt>
                <c:pt idx="449">
                  <c:v>39167</c:v>
                </c:pt>
                <c:pt idx="450">
                  <c:v>39168</c:v>
                </c:pt>
                <c:pt idx="451">
                  <c:v>39169</c:v>
                </c:pt>
                <c:pt idx="452">
                  <c:v>39170</c:v>
                </c:pt>
                <c:pt idx="453">
                  <c:v>39171</c:v>
                </c:pt>
                <c:pt idx="454">
                  <c:v>39172</c:v>
                </c:pt>
                <c:pt idx="455">
                  <c:v>39173</c:v>
                </c:pt>
                <c:pt idx="456">
                  <c:v>39174</c:v>
                </c:pt>
                <c:pt idx="457">
                  <c:v>39175</c:v>
                </c:pt>
                <c:pt idx="458">
                  <c:v>39176</c:v>
                </c:pt>
                <c:pt idx="459">
                  <c:v>39177</c:v>
                </c:pt>
                <c:pt idx="460">
                  <c:v>39178</c:v>
                </c:pt>
                <c:pt idx="461">
                  <c:v>39179</c:v>
                </c:pt>
                <c:pt idx="462">
                  <c:v>39180</c:v>
                </c:pt>
                <c:pt idx="463">
                  <c:v>39181</c:v>
                </c:pt>
                <c:pt idx="464">
                  <c:v>39182</c:v>
                </c:pt>
                <c:pt idx="465">
                  <c:v>39183</c:v>
                </c:pt>
                <c:pt idx="466">
                  <c:v>39184</c:v>
                </c:pt>
                <c:pt idx="467">
                  <c:v>39185</c:v>
                </c:pt>
                <c:pt idx="468">
                  <c:v>39186</c:v>
                </c:pt>
                <c:pt idx="469">
                  <c:v>39187</c:v>
                </c:pt>
                <c:pt idx="470">
                  <c:v>39188</c:v>
                </c:pt>
                <c:pt idx="471">
                  <c:v>39189</c:v>
                </c:pt>
                <c:pt idx="472">
                  <c:v>39190</c:v>
                </c:pt>
                <c:pt idx="473">
                  <c:v>39191</c:v>
                </c:pt>
                <c:pt idx="474">
                  <c:v>39192</c:v>
                </c:pt>
                <c:pt idx="475">
                  <c:v>39193</c:v>
                </c:pt>
                <c:pt idx="476">
                  <c:v>39194</c:v>
                </c:pt>
                <c:pt idx="477">
                  <c:v>39195</c:v>
                </c:pt>
                <c:pt idx="478">
                  <c:v>39196</c:v>
                </c:pt>
                <c:pt idx="479">
                  <c:v>39197</c:v>
                </c:pt>
                <c:pt idx="480">
                  <c:v>39198</c:v>
                </c:pt>
                <c:pt idx="481">
                  <c:v>39199</c:v>
                </c:pt>
                <c:pt idx="482">
                  <c:v>39200</c:v>
                </c:pt>
                <c:pt idx="483">
                  <c:v>39201</c:v>
                </c:pt>
                <c:pt idx="484">
                  <c:v>39202</c:v>
                </c:pt>
                <c:pt idx="485">
                  <c:v>39203</c:v>
                </c:pt>
                <c:pt idx="486">
                  <c:v>39204</c:v>
                </c:pt>
                <c:pt idx="487">
                  <c:v>39205</c:v>
                </c:pt>
                <c:pt idx="488">
                  <c:v>39206</c:v>
                </c:pt>
                <c:pt idx="489">
                  <c:v>39207</c:v>
                </c:pt>
                <c:pt idx="490">
                  <c:v>39208</c:v>
                </c:pt>
                <c:pt idx="491">
                  <c:v>39209</c:v>
                </c:pt>
                <c:pt idx="492">
                  <c:v>39210</c:v>
                </c:pt>
                <c:pt idx="493">
                  <c:v>39211</c:v>
                </c:pt>
                <c:pt idx="494">
                  <c:v>39212</c:v>
                </c:pt>
                <c:pt idx="495">
                  <c:v>39213</c:v>
                </c:pt>
                <c:pt idx="496">
                  <c:v>39214</c:v>
                </c:pt>
                <c:pt idx="497">
                  <c:v>39215</c:v>
                </c:pt>
                <c:pt idx="498">
                  <c:v>39216</c:v>
                </c:pt>
                <c:pt idx="499">
                  <c:v>39217</c:v>
                </c:pt>
                <c:pt idx="500">
                  <c:v>39218</c:v>
                </c:pt>
                <c:pt idx="501">
                  <c:v>39219</c:v>
                </c:pt>
                <c:pt idx="502">
                  <c:v>39220</c:v>
                </c:pt>
                <c:pt idx="503">
                  <c:v>39221</c:v>
                </c:pt>
                <c:pt idx="504">
                  <c:v>39222</c:v>
                </c:pt>
                <c:pt idx="505">
                  <c:v>39223</c:v>
                </c:pt>
                <c:pt idx="506">
                  <c:v>39224</c:v>
                </c:pt>
                <c:pt idx="507">
                  <c:v>39225</c:v>
                </c:pt>
                <c:pt idx="508">
                  <c:v>39226</c:v>
                </c:pt>
                <c:pt idx="509">
                  <c:v>39227</c:v>
                </c:pt>
                <c:pt idx="510">
                  <c:v>39228</c:v>
                </c:pt>
                <c:pt idx="511">
                  <c:v>39229</c:v>
                </c:pt>
                <c:pt idx="512">
                  <c:v>39230</c:v>
                </c:pt>
                <c:pt idx="513">
                  <c:v>39231</c:v>
                </c:pt>
                <c:pt idx="514">
                  <c:v>39232</c:v>
                </c:pt>
                <c:pt idx="515">
                  <c:v>39233</c:v>
                </c:pt>
                <c:pt idx="516">
                  <c:v>39234</c:v>
                </c:pt>
                <c:pt idx="517">
                  <c:v>39235</c:v>
                </c:pt>
                <c:pt idx="518">
                  <c:v>39236</c:v>
                </c:pt>
                <c:pt idx="519">
                  <c:v>39237</c:v>
                </c:pt>
                <c:pt idx="520">
                  <c:v>39238</c:v>
                </c:pt>
                <c:pt idx="521">
                  <c:v>39239</c:v>
                </c:pt>
                <c:pt idx="522">
                  <c:v>39240</c:v>
                </c:pt>
                <c:pt idx="523">
                  <c:v>39241</c:v>
                </c:pt>
                <c:pt idx="524">
                  <c:v>39242</c:v>
                </c:pt>
                <c:pt idx="525">
                  <c:v>39243</c:v>
                </c:pt>
                <c:pt idx="526">
                  <c:v>39244</c:v>
                </c:pt>
                <c:pt idx="527">
                  <c:v>39245</c:v>
                </c:pt>
                <c:pt idx="528">
                  <c:v>39246</c:v>
                </c:pt>
                <c:pt idx="529">
                  <c:v>39247</c:v>
                </c:pt>
                <c:pt idx="530">
                  <c:v>39248</c:v>
                </c:pt>
                <c:pt idx="531">
                  <c:v>39249</c:v>
                </c:pt>
                <c:pt idx="532">
                  <c:v>39250</c:v>
                </c:pt>
                <c:pt idx="533">
                  <c:v>39251</c:v>
                </c:pt>
                <c:pt idx="534">
                  <c:v>39252</c:v>
                </c:pt>
                <c:pt idx="535">
                  <c:v>39253</c:v>
                </c:pt>
                <c:pt idx="536">
                  <c:v>39254</c:v>
                </c:pt>
                <c:pt idx="537">
                  <c:v>39255</c:v>
                </c:pt>
                <c:pt idx="538">
                  <c:v>39256</c:v>
                </c:pt>
                <c:pt idx="539">
                  <c:v>39257</c:v>
                </c:pt>
                <c:pt idx="540">
                  <c:v>39258</c:v>
                </c:pt>
                <c:pt idx="541">
                  <c:v>39259</c:v>
                </c:pt>
                <c:pt idx="542">
                  <c:v>39260</c:v>
                </c:pt>
                <c:pt idx="543">
                  <c:v>39261</c:v>
                </c:pt>
                <c:pt idx="544">
                  <c:v>39262</c:v>
                </c:pt>
                <c:pt idx="545">
                  <c:v>39263</c:v>
                </c:pt>
                <c:pt idx="546">
                  <c:v>39264</c:v>
                </c:pt>
                <c:pt idx="547">
                  <c:v>39265</c:v>
                </c:pt>
                <c:pt idx="548">
                  <c:v>39266</c:v>
                </c:pt>
                <c:pt idx="549">
                  <c:v>39267</c:v>
                </c:pt>
                <c:pt idx="550">
                  <c:v>39268</c:v>
                </c:pt>
                <c:pt idx="551">
                  <c:v>39269</c:v>
                </c:pt>
                <c:pt idx="552">
                  <c:v>39270</c:v>
                </c:pt>
                <c:pt idx="553">
                  <c:v>39271</c:v>
                </c:pt>
                <c:pt idx="554">
                  <c:v>39272</c:v>
                </c:pt>
                <c:pt idx="555">
                  <c:v>39273</c:v>
                </c:pt>
                <c:pt idx="556">
                  <c:v>39274</c:v>
                </c:pt>
                <c:pt idx="557">
                  <c:v>39275</c:v>
                </c:pt>
                <c:pt idx="558">
                  <c:v>39276</c:v>
                </c:pt>
                <c:pt idx="559">
                  <c:v>39277</c:v>
                </c:pt>
                <c:pt idx="560">
                  <c:v>39278</c:v>
                </c:pt>
                <c:pt idx="561">
                  <c:v>39279</c:v>
                </c:pt>
                <c:pt idx="562">
                  <c:v>39280</c:v>
                </c:pt>
                <c:pt idx="563">
                  <c:v>39281</c:v>
                </c:pt>
                <c:pt idx="564">
                  <c:v>39282</c:v>
                </c:pt>
                <c:pt idx="565">
                  <c:v>39283</c:v>
                </c:pt>
                <c:pt idx="566">
                  <c:v>39284</c:v>
                </c:pt>
                <c:pt idx="567">
                  <c:v>39285</c:v>
                </c:pt>
                <c:pt idx="568">
                  <c:v>39286</c:v>
                </c:pt>
                <c:pt idx="569">
                  <c:v>39287</c:v>
                </c:pt>
                <c:pt idx="570">
                  <c:v>39288</c:v>
                </c:pt>
                <c:pt idx="571">
                  <c:v>39289</c:v>
                </c:pt>
                <c:pt idx="572">
                  <c:v>39290</c:v>
                </c:pt>
                <c:pt idx="573">
                  <c:v>39291</c:v>
                </c:pt>
                <c:pt idx="574">
                  <c:v>39292</c:v>
                </c:pt>
                <c:pt idx="575">
                  <c:v>39293</c:v>
                </c:pt>
                <c:pt idx="576">
                  <c:v>39294</c:v>
                </c:pt>
                <c:pt idx="577">
                  <c:v>39295</c:v>
                </c:pt>
                <c:pt idx="578">
                  <c:v>39296</c:v>
                </c:pt>
                <c:pt idx="579">
                  <c:v>39297</c:v>
                </c:pt>
                <c:pt idx="580">
                  <c:v>39298</c:v>
                </c:pt>
                <c:pt idx="581">
                  <c:v>39299</c:v>
                </c:pt>
                <c:pt idx="582">
                  <c:v>39300</c:v>
                </c:pt>
                <c:pt idx="583">
                  <c:v>39301</c:v>
                </c:pt>
                <c:pt idx="584">
                  <c:v>39302</c:v>
                </c:pt>
                <c:pt idx="585">
                  <c:v>39303</c:v>
                </c:pt>
                <c:pt idx="586">
                  <c:v>39304</c:v>
                </c:pt>
                <c:pt idx="587">
                  <c:v>39305</c:v>
                </c:pt>
                <c:pt idx="588">
                  <c:v>39306</c:v>
                </c:pt>
                <c:pt idx="589">
                  <c:v>39307</c:v>
                </c:pt>
                <c:pt idx="590">
                  <c:v>39308</c:v>
                </c:pt>
                <c:pt idx="591">
                  <c:v>39309</c:v>
                </c:pt>
                <c:pt idx="592">
                  <c:v>39310</c:v>
                </c:pt>
                <c:pt idx="593">
                  <c:v>39311</c:v>
                </c:pt>
                <c:pt idx="594">
                  <c:v>39312</c:v>
                </c:pt>
                <c:pt idx="595">
                  <c:v>39313</c:v>
                </c:pt>
                <c:pt idx="596">
                  <c:v>39314</c:v>
                </c:pt>
                <c:pt idx="597">
                  <c:v>39315</c:v>
                </c:pt>
                <c:pt idx="598">
                  <c:v>39316</c:v>
                </c:pt>
                <c:pt idx="599">
                  <c:v>39317</c:v>
                </c:pt>
                <c:pt idx="600">
                  <c:v>39318</c:v>
                </c:pt>
                <c:pt idx="601">
                  <c:v>39319</c:v>
                </c:pt>
                <c:pt idx="602">
                  <c:v>39320</c:v>
                </c:pt>
                <c:pt idx="603">
                  <c:v>39321</c:v>
                </c:pt>
                <c:pt idx="604">
                  <c:v>39322</c:v>
                </c:pt>
                <c:pt idx="605">
                  <c:v>39323</c:v>
                </c:pt>
                <c:pt idx="606">
                  <c:v>39324</c:v>
                </c:pt>
                <c:pt idx="607">
                  <c:v>39325</c:v>
                </c:pt>
                <c:pt idx="608">
                  <c:v>39326</c:v>
                </c:pt>
                <c:pt idx="609">
                  <c:v>39327</c:v>
                </c:pt>
                <c:pt idx="610">
                  <c:v>39328</c:v>
                </c:pt>
                <c:pt idx="611">
                  <c:v>39329</c:v>
                </c:pt>
                <c:pt idx="612">
                  <c:v>39330</c:v>
                </c:pt>
                <c:pt idx="613">
                  <c:v>39331</c:v>
                </c:pt>
                <c:pt idx="614">
                  <c:v>39332</c:v>
                </c:pt>
                <c:pt idx="615">
                  <c:v>39333</c:v>
                </c:pt>
                <c:pt idx="616">
                  <c:v>39334</c:v>
                </c:pt>
                <c:pt idx="617">
                  <c:v>39335</c:v>
                </c:pt>
                <c:pt idx="618">
                  <c:v>39336</c:v>
                </c:pt>
                <c:pt idx="619">
                  <c:v>39337</c:v>
                </c:pt>
                <c:pt idx="620">
                  <c:v>39338</c:v>
                </c:pt>
                <c:pt idx="621">
                  <c:v>39339</c:v>
                </c:pt>
                <c:pt idx="622">
                  <c:v>39340</c:v>
                </c:pt>
                <c:pt idx="623">
                  <c:v>39341</c:v>
                </c:pt>
                <c:pt idx="624">
                  <c:v>39342</c:v>
                </c:pt>
                <c:pt idx="625">
                  <c:v>39343</c:v>
                </c:pt>
                <c:pt idx="626">
                  <c:v>39344</c:v>
                </c:pt>
                <c:pt idx="627">
                  <c:v>39345</c:v>
                </c:pt>
                <c:pt idx="628">
                  <c:v>39346</c:v>
                </c:pt>
                <c:pt idx="629">
                  <c:v>39347</c:v>
                </c:pt>
                <c:pt idx="630">
                  <c:v>39348</c:v>
                </c:pt>
                <c:pt idx="631">
                  <c:v>39349</c:v>
                </c:pt>
                <c:pt idx="632">
                  <c:v>39350</c:v>
                </c:pt>
                <c:pt idx="633">
                  <c:v>39351</c:v>
                </c:pt>
                <c:pt idx="634">
                  <c:v>39352</c:v>
                </c:pt>
                <c:pt idx="635">
                  <c:v>39353</c:v>
                </c:pt>
                <c:pt idx="636">
                  <c:v>39354</c:v>
                </c:pt>
                <c:pt idx="637">
                  <c:v>39355</c:v>
                </c:pt>
                <c:pt idx="638">
                  <c:v>39356</c:v>
                </c:pt>
                <c:pt idx="639">
                  <c:v>39357</c:v>
                </c:pt>
                <c:pt idx="640">
                  <c:v>39358</c:v>
                </c:pt>
                <c:pt idx="641">
                  <c:v>39359</c:v>
                </c:pt>
                <c:pt idx="642">
                  <c:v>39360</c:v>
                </c:pt>
                <c:pt idx="643">
                  <c:v>39361</c:v>
                </c:pt>
                <c:pt idx="644">
                  <c:v>39362</c:v>
                </c:pt>
                <c:pt idx="645">
                  <c:v>39363</c:v>
                </c:pt>
                <c:pt idx="646">
                  <c:v>39364</c:v>
                </c:pt>
                <c:pt idx="647">
                  <c:v>39365</c:v>
                </c:pt>
                <c:pt idx="648">
                  <c:v>39366</c:v>
                </c:pt>
                <c:pt idx="649">
                  <c:v>39367</c:v>
                </c:pt>
                <c:pt idx="650">
                  <c:v>39368</c:v>
                </c:pt>
                <c:pt idx="651">
                  <c:v>39369</c:v>
                </c:pt>
                <c:pt idx="652">
                  <c:v>39370</c:v>
                </c:pt>
                <c:pt idx="653">
                  <c:v>39371</c:v>
                </c:pt>
                <c:pt idx="654">
                  <c:v>39372</c:v>
                </c:pt>
                <c:pt idx="655">
                  <c:v>39373</c:v>
                </c:pt>
                <c:pt idx="656">
                  <c:v>39374</c:v>
                </c:pt>
                <c:pt idx="657">
                  <c:v>39375</c:v>
                </c:pt>
                <c:pt idx="658">
                  <c:v>39376</c:v>
                </c:pt>
                <c:pt idx="659">
                  <c:v>39377</c:v>
                </c:pt>
                <c:pt idx="660">
                  <c:v>39378</c:v>
                </c:pt>
                <c:pt idx="661">
                  <c:v>39379</c:v>
                </c:pt>
                <c:pt idx="662">
                  <c:v>39380</c:v>
                </c:pt>
                <c:pt idx="663">
                  <c:v>39381</c:v>
                </c:pt>
                <c:pt idx="664">
                  <c:v>39382</c:v>
                </c:pt>
                <c:pt idx="665">
                  <c:v>39383</c:v>
                </c:pt>
                <c:pt idx="666">
                  <c:v>39384</c:v>
                </c:pt>
                <c:pt idx="667">
                  <c:v>39385</c:v>
                </c:pt>
                <c:pt idx="668">
                  <c:v>39386</c:v>
                </c:pt>
                <c:pt idx="669">
                  <c:v>39387</c:v>
                </c:pt>
                <c:pt idx="670">
                  <c:v>39388</c:v>
                </c:pt>
                <c:pt idx="671">
                  <c:v>39389</c:v>
                </c:pt>
                <c:pt idx="672">
                  <c:v>39390</c:v>
                </c:pt>
                <c:pt idx="673">
                  <c:v>39391</c:v>
                </c:pt>
                <c:pt idx="674">
                  <c:v>39392</c:v>
                </c:pt>
                <c:pt idx="675">
                  <c:v>39393</c:v>
                </c:pt>
                <c:pt idx="676">
                  <c:v>39394</c:v>
                </c:pt>
                <c:pt idx="677">
                  <c:v>39395</c:v>
                </c:pt>
                <c:pt idx="678">
                  <c:v>39396</c:v>
                </c:pt>
                <c:pt idx="679">
                  <c:v>39397</c:v>
                </c:pt>
                <c:pt idx="680">
                  <c:v>39398</c:v>
                </c:pt>
                <c:pt idx="681">
                  <c:v>39399</c:v>
                </c:pt>
                <c:pt idx="682">
                  <c:v>39400</c:v>
                </c:pt>
                <c:pt idx="683">
                  <c:v>39401</c:v>
                </c:pt>
                <c:pt idx="684">
                  <c:v>39402</c:v>
                </c:pt>
                <c:pt idx="685">
                  <c:v>39403</c:v>
                </c:pt>
                <c:pt idx="686">
                  <c:v>39404</c:v>
                </c:pt>
                <c:pt idx="687">
                  <c:v>39405</c:v>
                </c:pt>
                <c:pt idx="688">
                  <c:v>39406</c:v>
                </c:pt>
                <c:pt idx="689">
                  <c:v>39407</c:v>
                </c:pt>
                <c:pt idx="690">
                  <c:v>39408</c:v>
                </c:pt>
                <c:pt idx="691">
                  <c:v>39409</c:v>
                </c:pt>
                <c:pt idx="692">
                  <c:v>39410</c:v>
                </c:pt>
                <c:pt idx="693">
                  <c:v>39411</c:v>
                </c:pt>
                <c:pt idx="694">
                  <c:v>39412</c:v>
                </c:pt>
                <c:pt idx="695">
                  <c:v>39413</c:v>
                </c:pt>
                <c:pt idx="696">
                  <c:v>39414</c:v>
                </c:pt>
                <c:pt idx="697">
                  <c:v>39415</c:v>
                </c:pt>
                <c:pt idx="698">
                  <c:v>39416</c:v>
                </c:pt>
                <c:pt idx="699">
                  <c:v>39417</c:v>
                </c:pt>
                <c:pt idx="700">
                  <c:v>39418</c:v>
                </c:pt>
                <c:pt idx="701">
                  <c:v>39419</c:v>
                </c:pt>
                <c:pt idx="702">
                  <c:v>39420</c:v>
                </c:pt>
                <c:pt idx="703">
                  <c:v>39421</c:v>
                </c:pt>
                <c:pt idx="704">
                  <c:v>39422</c:v>
                </c:pt>
                <c:pt idx="705">
                  <c:v>39423</c:v>
                </c:pt>
                <c:pt idx="706">
                  <c:v>39424</c:v>
                </c:pt>
                <c:pt idx="707">
                  <c:v>39425</c:v>
                </c:pt>
                <c:pt idx="708">
                  <c:v>39426</c:v>
                </c:pt>
                <c:pt idx="709">
                  <c:v>39427</c:v>
                </c:pt>
                <c:pt idx="710">
                  <c:v>39428</c:v>
                </c:pt>
                <c:pt idx="711">
                  <c:v>39429</c:v>
                </c:pt>
                <c:pt idx="712">
                  <c:v>39430</c:v>
                </c:pt>
                <c:pt idx="713">
                  <c:v>39431</c:v>
                </c:pt>
                <c:pt idx="714">
                  <c:v>39432</c:v>
                </c:pt>
                <c:pt idx="715">
                  <c:v>39433</c:v>
                </c:pt>
                <c:pt idx="716">
                  <c:v>39434</c:v>
                </c:pt>
                <c:pt idx="717">
                  <c:v>39435</c:v>
                </c:pt>
                <c:pt idx="718">
                  <c:v>39436</c:v>
                </c:pt>
                <c:pt idx="719">
                  <c:v>39437</c:v>
                </c:pt>
                <c:pt idx="720">
                  <c:v>39438</c:v>
                </c:pt>
                <c:pt idx="721">
                  <c:v>39439</c:v>
                </c:pt>
                <c:pt idx="722">
                  <c:v>39440</c:v>
                </c:pt>
                <c:pt idx="723">
                  <c:v>39441</c:v>
                </c:pt>
                <c:pt idx="724">
                  <c:v>39442</c:v>
                </c:pt>
                <c:pt idx="725">
                  <c:v>39443</c:v>
                </c:pt>
                <c:pt idx="726">
                  <c:v>39444</c:v>
                </c:pt>
                <c:pt idx="727">
                  <c:v>39445</c:v>
                </c:pt>
                <c:pt idx="728">
                  <c:v>39446</c:v>
                </c:pt>
                <c:pt idx="729">
                  <c:v>39447</c:v>
                </c:pt>
                <c:pt idx="730">
                  <c:v>39448</c:v>
                </c:pt>
                <c:pt idx="731">
                  <c:v>39449</c:v>
                </c:pt>
                <c:pt idx="732">
                  <c:v>39450</c:v>
                </c:pt>
                <c:pt idx="733">
                  <c:v>39451</c:v>
                </c:pt>
                <c:pt idx="734">
                  <c:v>39452</c:v>
                </c:pt>
                <c:pt idx="735">
                  <c:v>39453</c:v>
                </c:pt>
                <c:pt idx="736">
                  <c:v>39454</c:v>
                </c:pt>
                <c:pt idx="737">
                  <c:v>39455</c:v>
                </c:pt>
                <c:pt idx="738">
                  <c:v>39456</c:v>
                </c:pt>
                <c:pt idx="739">
                  <c:v>39457</c:v>
                </c:pt>
                <c:pt idx="740">
                  <c:v>39458</c:v>
                </c:pt>
                <c:pt idx="741">
                  <c:v>39459</c:v>
                </c:pt>
                <c:pt idx="742">
                  <c:v>39460</c:v>
                </c:pt>
                <c:pt idx="743">
                  <c:v>39461</c:v>
                </c:pt>
                <c:pt idx="744">
                  <c:v>39462</c:v>
                </c:pt>
                <c:pt idx="745">
                  <c:v>39463</c:v>
                </c:pt>
                <c:pt idx="746">
                  <c:v>39464</c:v>
                </c:pt>
                <c:pt idx="747">
                  <c:v>39465</c:v>
                </c:pt>
                <c:pt idx="748">
                  <c:v>39466</c:v>
                </c:pt>
                <c:pt idx="749">
                  <c:v>39467</c:v>
                </c:pt>
                <c:pt idx="750">
                  <c:v>39468</c:v>
                </c:pt>
                <c:pt idx="751">
                  <c:v>39469</c:v>
                </c:pt>
                <c:pt idx="752">
                  <c:v>39470</c:v>
                </c:pt>
                <c:pt idx="753">
                  <c:v>39471</c:v>
                </c:pt>
                <c:pt idx="754">
                  <c:v>39472</c:v>
                </c:pt>
                <c:pt idx="755">
                  <c:v>39473</c:v>
                </c:pt>
                <c:pt idx="756">
                  <c:v>39474</c:v>
                </c:pt>
                <c:pt idx="757">
                  <c:v>39475</c:v>
                </c:pt>
                <c:pt idx="758">
                  <c:v>39476</c:v>
                </c:pt>
                <c:pt idx="759">
                  <c:v>39477</c:v>
                </c:pt>
                <c:pt idx="760">
                  <c:v>39478</c:v>
                </c:pt>
                <c:pt idx="761">
                  <c:v>39479</c:v>
                </c:pt>
                <c:pt idx="762">
                  <c:v>39480</c:v>
                </c:pt>
                <c:pt idx="763">
                  <c:v>39481</c:v>
                </c:pt>
                <c:pt idx="764">
                  <c:v>39482</c:v>
                </c:pt>
                <c:pt idx="765">
                  <c:v>39483</c:v>
                </c:pt>
                <c:pt idx="766">
                  <c:v>39484</c:v>
                </c:pt>
                <c:pt idx="767">
                  <c:v>39485</c:v>
                </c:pt>
                <c:pt idx="768">
                  <c:v>39486</c:v>
                </c:pt>
                <c:pt idx="769">
                  <c:v>39487</c:v>
                </c:pt>
                <c:pt idx="770">
                  <c:v>39488</c:v>
                </c:pt>
                <c:pt idx="771">
                  <c:v>39489</c:v>
                </c:pt>
                <c:pt idx="772">
                  <c:v>39490</c:v>
                </c:pt>
                <c:pt idx="773">
                  <c:v>39491</c:v>
                </c:pt>
                <c:pt idx="774">
                  <c:v>39492</c:v>
                </c:pt>
                <c:pt idx="775">
                  <c:v>39493</c:v>
                </c:pt>
                <c:pt idx="776">
                  <c:v>39494</c:v>
                </c:pt>
                <c:pt idx="777">
                  <c:v>39495</c:v>
                </c:pt>
                <c:pt idx="778">
                  <c:v>39496</c:v>
                </c:pt>
                <c:pt idx="779">
                  <c:v>39497</c:v>
                </c:pt>
                <c:pt idx="780">
                  <c:v>39498</c:v>
                </c:pt>
                <c:pt idx="781">
                  <c:v>39499</c:v>
                </c:pt>
                <c:pt idx="782">
                  <c:v>39500</c:v>
                </c:pt>
                <c:pt idx="783">
                  <c:v>39501</c:v>
                </c:pt>
                <c:pt idx="784">
                  <c:v>39502</c:v>
                </c:pt>
                <c:pt idx="785">
                  <c:v>39503</c:v>
                </c:pt>
                <c:pt idx="786">
                  <c:v>39504</c:v>
                </c:pt>
                <c:pt idx="787">
                  <c:v>39505</c:v>
                </c:pt>
                <c:pt idx="788">
                  <c:v>39506</c:v>
                </c:pt>
                <c:pt idx="789">
                  <c:v>39507</c:v>
                </c:pt>
                <c:pt idx="790">
                  <c:v>39508</c:v>
                </c:pt>
                <c:pt idx="791">
                  <c:v>39509</c:v>
                </c:pt>
                <c:pt idx="792">
                  <c:v>39510</c:v>
                </c:pt>
                <c:pt idx="793">
                  <c:v>39511</c:v>
                </c:pt>
                <c:pt idx="794">
                  <c:v>39512</c:v>
                </c:pt>
                <c:pt idx="795">
                  <c:v>39513</c:v>
                </c:pt>
                <c:pt idx="796">
                  <c:v>39514</c:v>
                </c:pt>
                <c:pt idx="797">
                  <c:v>39515</c:v>
                </c:pt>
                <c:pt idx="798">
                  <c:v>39516</c:v>
                </c:pt>
                <c:pt idx="799">
                  <c:v>39517</c:v>
                </c:pt>
                <c:pt idx="800">
                  <c:v>39518</c:v>
                </c:pt>
                <c:pt idx="801">
                  <c:v>39519</c:v>
                </c:pt>
                <c:pt idx="802">
                  <c:v>39520</c:v>
                </c:pt>
                <c:pt idx="803">
                  <c:v>39521</c:v>
                </c:pt>
                <c:pt idx="804">
                  <c:v>39522</c:v>
                </c:pt>
                <c:pt idx="805">
                  <c:v>39523</c:v>
                </c:pt>
                <c:pt idx="806">
                  <c:v>39524</c:v>
                </c:pt>
                <c:pt idx="807">
                  <c:v>39525</c:v>
                </c:pt>
                <c:pt idx="808">
                  <c:v>39526</c:v>
                </c:pt>
                <c:pt idx="809">
                  <c:v>39527</c:v>
                </c:pt>
                <c:pt idx="810">
                  <c:v>39528</c:v>
                </c:pt>
                <c:pt idx="811">
                  <c:v>39529</c:v>
                </c:pt>
                <c:pt idx="812">
                  <c:v>39530</c:v>
                </c:pt>
                <c:pt idx="813">
                  <c:v>39531</c:v>
                </c:pt>
                <c:pt idx="814">
                  <c:v>39532</c:v>
                </c:pt>
                <c:pt idx="815">
                  <c:v>39533</c:v>
                </c:pt>
                <c:pt idx="816">
                  <c:v>39534</c:v>
                </c:pt>
                <c:pt idx="817">
                  <c:v>39535</c:v>
                </c:pt>
                <c:pt idx="818">
                  <c:v>39536</c:v>
                </c:pt>
                <c:pt idx="819">
                  <c:v>39537</c:v>
                </c:pt>
                <c:pt idx="820">
                  <c:v>39538</c:v>
                </c:pt>
                <c:pt idx="821">
                  <c:v>39539</c:v>
                </c:pt>
                <c:pt idx="822">
                  <c:v>39540</c:v>
                </c:pt>
                <c:pt idx="823">
                  <c:v>39541</c:v>
                </c:pt>
                <c:pt idx="824">
                  <c:v>39542</c:v>
                </c:pt>
                <c:pt idx="825">
                  <c:v>39543</c:v>
                </c:pt>
                <c:pt idx="826">
                  <c:v>39544</c:v>
                </c:pt>
                <c:pt idx="827">
                  <c:v>39545</c:v>
                </c:pt>
                <c:pt idx="828">
                  <c:v>39546</c:v>
                </c:pt>
                <c:pt idx="829">
                  <c:v>39547</c:v>
                </c:pt>
                <c:pt idx="830">
                  <c:v>39548</c:v>
                </c:pt>
                <c:pt idx="831">
                  <c:v>39549</c:v>
                </c:pt>
                <c:pt idx="832">
                  <c:v>39550</c:v>
                </c:pt>
                <c:pt idx="833">
                  <c:v>39551</c:v>
                </c:pt>
                <c:pt idx="834">
                  <c:v>39552</c:v>
                </c:pt>
                <c:pt idx="835">
                  <c:v>39553</c:v>
                </c:pt>
                <c:pt idx="836">
                  <c:v>39554</c:v>
                </c:pt>
                <c:pt idx="837">
                  <c:v>39555</c:v>
                </c:pt>
                <c:pt idx="838">
                  <c:v>39556</c:v>
                </c:pt>
                <c:pt idx="839">
                  <c:v>39557</c:v>
                </c:pt>
                <c:pt idx="840">
                  <c:v>39558</c:v>
                </c:pt>
                <c:pt idx="841">
                  <c:v>39559</c:v>
                </c:pt>
                <c:pt idx="842">
                  <c:v>39560</c:v>
                </c:pt>
                <c:pt idx="843">
                  <c:v>39561</c:v>
                </c:pt>
                <c:pt idx="844">
                  <c:v>39562</c:v>
                </c:pt>
                <c:pt idx="845">
                  <c:v>39563</c:v>
                </c:pt>
                <c:pt idx="846">
                  <c:v>39564</c:v>
                </c:pt>
                <c:pt idx="847">
                  <c:v>39565</c:v>
                </c:pt>
                <c:pt idx="848">
                  <c:v>39566</c:v>
                </c:pt>
                <c:pt idx="849">
                  <c:v>39567</c:v>
                </c:pt>
                <c:pt idx="850">
                  <c:v>39568</c:v>
                </c:pt>
                <c:pt idx="851">
                  <c:v>39569</c:v>
                </c:pt>
                <c:pt idx="852">
                  <c:v>39570</c:v>
                </c:pt>
                <c:pt idx="853">
                  <c:v>39571</c:v>
                </c:pt>
                <c:pt idx="854">
                  <c:v>39572</c:v>
                </c:pt>
                <c:pt idx="855">
                  <c:v>39573</c:v>
                </c:pt>
                <c:pt idx="856">
                  <c:v>39574</c:v>
                </c:pt>
                <c:pt idx="857">
                  <c:v>39575</c:v>
                </c:pt>
                <c:pt idx="858">
                  <c:v>39576</c:v>
                </c:pt>
                <c:pt idx="859">
                  <c:v>39577</c:v>
                </c:pt>
                <c:pt idx="860">
                  <c:v>39578</c:v>
                </c:pt>
                <c:pt idx="861">
                  <c:v>39579</c:v>
                </c:pt>
                <c:pt idx="862">
                  <c:v>39580</c:v>
                </c:pt>
                <c:pt idx="863">
                  <c:v>39581</c:v>
                </c:pt>
                <c:pt idx="864">
                  <c:v>39582</c:v>
                </c:pt>
                <c:pt idx="865">
                  <c:v>39583</c:v>
                </c:pt>
                <c:pt idx="866">
                  <c:v>39584</c:v>
                </c:pt>
                <c:pt idx="867">
                  <c:v>39585</c:v>
                </c:pt>
                <c:pt idx="868">
                  <c:v>39586</c:v>
                </c:pt>
                <c:pt idx="869">
                  <c:v>39587</c:v>
                </c:pt>
                <c:pt idx="870">
                  <c:v>39588</c:v>
                </c:pt>
                <c:pt idx="871">
                  <c:v>39589</c:v>
                </c:pt>
                <c:pt idx="872">
                  <c:v>39590</c:v>
                </c:pt>
                <c:pt idx="873">
                  <c:v>39591</c:v>
                </c:pt>
                <c:pt idx="874">
                  <c:v>39592</c:v>
                </c:pt>
                <c:pt idx="875">
                  <c:v>39593</c:v>
                </c:pt>
                <c:pt idx="876">
                  <c:v>39594</c:v>
                </c:pt>
                <c:pt idx="877">
                  <c:v>39595</c:v>
                </c:pt>
                <c:pt idx="878">
                  <c:v>39596</c:v>
                </c:pt>
                <c:pt idx="879">
                  <c:v>39597</c:v>
                </c:pt>
                <c:pt idx="880">
                  <c:v>39598</c:v>
                </c:pt>
                <c:pt idx="881">
                  <c:v>39599</c:v>
                </c:pt>
                <c:pt idx="882">
                  <c:v>39600</c:v>
                </c:pt>
                <c:pt idx="883">
                  <c:v>39601</c:v>
                </c:pt>
                <c:pt idx="884">
                  <c:v>39602</c:v>
                </c:pt>
                <c:pt idx="885">
                  <c:v>39603</c:v>
                </c:pt>
                <c:pt idx="886">
                  <c:v>39604</c:v>
                </c:pt>
                <c:pt idx="887">
                  <c:v>39605</c:v>
                </c:pt>
                <c:pt idx="888">
                  <c:v>39606</c:v>
                </c:pt>
                <c:pt idx="889">
                  <c:v>39607</c:v>
                </c:pt>
                <c:pt idx="890">
                  <c:v>39608</c:v>
                </c:pt>
                <c:pt idx="891">
                  <c:v>39609</c:v>
                </c:pt>
                <c:pt idx="892">
                  <c:v>39610</c:v>
                </c:pt>
                <c:pt idx="893">
                  <c:v>39611</c:v>
                </c:pt>
                <c:pt idx="894">
                  <c:v>39612</c:v>
                </c:pt>
                <c:pt idx="895">
                  <c:v>39613</c:v>
                </c:pt>
                <c:pt idx="896">
                  <c:v>39614</c:v>
                </c:pt>
                <c:pt idx="897">
                  <c:v>39615</c:v>
                </c:pt>
                <c:pt idx="898">
                  <c:v>39616</c:v>
                </c:pt>
                <c:pt idx="899">
                  <c:v>39617</c:v>
                </c:pt>
                <c:pt idx="900">
                  <c:v>39618</c:v>
                </c:pt>
                <c:pt idx="901">
                  <c:v>39619</c:v>
                </c:pt>
                <c:pt idx="902">
                  <c:v>39620</c:v>
                </c:pt>
                <c:pt idx="903">
                  <c:v>39621</c:v>
                </c:pt>
                <c:pt idx="904">
                  <c:v>39622</c:v>
                </c:pt>
                <c:pt idx="905">
                  <c:v>39623</c:v>
                </c:pt>
                <c:pt idx="906">
                  <c:v>39624</c:v>
                </c:pt>
                <c:pt idx="907">
                  <c:v>39625</c:v>
                </c:pt>
                <c:pt idx="908">
                  <c:v>39626</c:v>
                </c:pt>
                <c:pt idx="909">
                  <c:v>39627</c:v>
                </c:pt>
                <c:pt idx="910">
                  <c:v>39628</c:v>
                </c:pt>
                <c:pt idx="911">
                  <c:v>39629</c:v>
                </c:pt>
                <c:pt idx="912">
                  <c:v>39630</c:v>
                </c:pt>
                <c:pt idx="913">
                  <c:v>39631</c:v>
                </c:pt>
                <c:pt idx="914">
                  <c:v>39632</c:v>
                </c:pt>
                <c:pt idx="915">
                  <c:v>39633</c:v>
                </c:pt>
                <c:pt idx="916">
                  <c:v>39634</c:v>
                </c:pt>
                <c:pt idx="917">
                  <c:v>39635</c:v>
                </c:pt>
                <c:pt idx="918">
                  <c:v>39636</c:v>
                </c:pt>
                <c:pt idx="919">
                  <c:v>39637</c:v>
                </c:pt>
                <c:pt idx="920">
                  <c:v>39638</c:v>
                </c:pt>
                <c:pt idx="921">
                  <c:v>39639</c:v>
                </c:pt>
                <c:pt idx="922">
                  <c:v>39640</c:v>
                </c:pt>
                <c:pt idx="923">
                  <c:v>39641</c:v>
                </c:pt>
                <c:pt idx="924">
                  <c:v>39642</c:v>
                </c:pt>
                <c:pt idx="925">
                  <c:v>39643</c:v>
                </c:pt>
                <c:pt idx="926">
                  <c:v>39644</c:v>
                </c:pt>
                <c:pt idx="927">
                  <c:v>39645</c:v>
                </c:pt>
                <c:pt idx="928">
                  <c:v>39646</c:v>
                </c:pt>
                <c:pt idx="929">
                  <c:v>39647</c:v>
                </c:pt>
                <c:pt idx="930">
                  <c:v>39648</c:v>
                </c:pt>
                <c:pt idx="931">
                  <c:v>39649</c:v>
                </c:pt>
                <c:pt idx="932">
                  <c:v>39650</c:v>
                </c:pt>
                <c:pt idx="933">
                  <c:v>39651</c:v>
                </c:pt>
                <c:pt idx="934">
                  <c:v>39652</c:v>
                </c:pt>
                <c:pt idx="935">
                  <c:v>39653</c:v>
                </c:pt>
                <c:pt idx="936">
                  <c:v>39654</c:v>
                </c:pt>
                <c:pt idx="937">
                  <c:v>39655</c:v>
                </c:pt>
                <c:pt idx="938">
                  <c:v>39656</c:v>
                </c:pt>
                <c:pt idx="939">
                  <c:v>39657</c:v>
                </c:pt>
                <c:pt idx="940">
                  <c:v>39658</c:v>
                </c:pt>
                <c:pt idx="941">
                  <c:v>39659</c:v>
                </c:pt>
                <c:pt idx="942">
                  <c:v>39660</c:v>
                </c:pt>
                <c:pt idx="943">
                  <c:v>39661</c:v>
                </c:pt>
                <c:pt idx="944">
                  <c:v>39662</c:v>
                </c:pt>
                <c:pt idx="945">
                  <c:v>39663</c:v>
                </c:pt>
                <c:pt idx="946">
                  <c:v>39664</c:v>
                </c:pt>
                <c:pt idx="947">
                  <c:v>39665</c:v>
                </c:pt>
                <c:pt idx="948">
                  <c:v>39666</c:v>
                </c:pt>
                <c:pt idx="949">
                  <c:v>39667</c:v>
                </c:pt>
                <c:pt idx="950">
                  <c:v>39668</c:v>
                </c:pt>
                <c:pt idx="951">
                  <c:v>39669</c:v>
                </c:pt>
                <c:pt idx="952">
                  <c:v>39670</c:v>
                </c:pt>
                <c:pt idx="953">
                  <c:v>39671</c:v>
                </c:pt>
                <c:pt idx="954">
                  <c:v>39672</c:v>
                </c:pt>
                <c:pt idx="955">
                  <c:v>39673</c:v>
                </c:pt>
                <c:pt idx="956">
                  <c:v>39674</c:v>
                </c:pt>
                <c:pt idx="957">
                  <c:v>39675</c:v>
                </c:pt>
                <c:pt idx="958">
                  <c:v>39676</c:v>
                </c:pt>
                <c:pt idx="959">
                  <c:v>39677</c:v>
                </c:pt>
                <c:pt idx="960">
                  <c:v>39678</c:v>
                </c:pt>
                <c:pt idx="961">
                  <c:v>39679</c:v>
                </c:pt>
                <c:pt idx="962">
                  <c:v>39680</c:v>
                </c:pt>
                <c:pt idx="963">
                  <c:v>39681</c:v>
                </c:pt>
                <c:pt idx="964">
                  <c:v>39682</c:v>
                </c:pt>
                <c:pt idx="965">
                  <c:v>39683</c:v>
                </c:pt>
                <c:pt idx="966">
                  <c:v>39684</c:v>
                </c:pt>
                <c:pt idx="967">
                  <c:v>39685</c:v>
                </c:pt>
                <c:pt idx="968">
                  <c:v>39686</c:v>
                </c:pt>
                <c:pt idx="969">
                  <c:v>39687</c:v>
                </c:pt>
                <c:pt idx="970">
                  <c:v>39688</c:v>
                </c:pt>
                <c:pt idx="971">
                  <c:v>39689</c:v>
                </c:pt>
                <c:pt idx="972">
                  <c:v>39690</c:v>
                </c:pt>
                <c:pt idx="973">
                  <c:v>39691</c:v>
                </c:pt>
                <c:pt idx="974">
                  <c:v>39692</c:v>
                </c:pt>
                <c:pt idx="975">
                  <c:v>39693</c:v>
                </c:pt>
                <c:pt idx="976">
                  <c:v>39694</c:v>
                </c:pt>
                <c:pt idx="977">
                  <c:v>39695</c:v>
                </c:pt>
                <c:pt idx="978">
                  <c:v>39696</c:v>
                </c:pt>
                <c:pt idx="979">
                  <c:v>39697</c:v>
                </c:pt>
                <c:pt idx="980">
                  <c:v>39698</c:v>
                </c:pt>
                <c:pt idx="981">
                  <c:v>39699</c:v>
                </c:pt>
                <c:pt idx="982">
                  <c:v>39700</c:v>
                </c:pt>
                <c:pt idx="983">
                  <c:v>39701</c:v>
                </c:pt>
                <c:pt idx="984">
                  <c:v>39702</c:v>
                </c:pt>
                <c:pt idx="985">
                  <c:v>39703</c:v>
                </c:pt>
                <c:pt idx="986">
                  <c:v>39704</c:v>
                </c:pt>
                <c:pt idx="987">
                  <c:v>39705</c:v>
                </c:pt>
                <c:pt idx="988">
                  <c:v>39706</c:v>
                </c:pt>
                <c:pt idx="989">
                  <c:v>39707</c:v>
                </c:pt>
                <c:pt idx="990">
                  <c:v>39708</c:v>
                </c:pt>
                <c:pt idx="991">
                  <c:v>39709</c:v>
                </c:pt>
                <c:pt idx="992">
                  <c:v>39710</c:v>
                </c:pt>
                <c:pt idx="993">
                  <c:v>39711</c:v>
                </c:pt>
                <c:pt idx="994">
                  <c:v>39712</c:v>
                </c:pt>
                <c:pt idx="995">
                  <c:v>39713</c:v>
                </c:pt>
                <c:pt idx="996">
                  <c:v>39714</c:v>
                </c:pt>
                <c:pt idx="997">
                  <c:v>39715</c:v>
                </c:pt>
                <c:pt idx="998">
                  <c:v>39716</c:v>
                </c:pt>
                <c:pt idx="999">
                  <c:v>39717</c:v>
                </c:pt>
                <c:pt idx="1000">
                  <c:v>39718</c:v>
                </c:pt>
                <c:pt idx="1001">
                  <c:v>39719</c:v>
                </c:pt>
                <c:pt idx="1002">
                  <c:v>39720</c:v>
                </c:pt>
                <c:pt idx="1003">
                  <c:v>39721</c:v>
                </c:pt>
                <c:pt idx="1004">
                  <c:v>39722</c:v>
                </c:pt>
                <c:pt idx="1005">
                  <c:v>39723</c:v>
                </c:pt>
                <c:pt idx="1006">
                  <c:v>39724</c:v>
                </c:pt>
                <c:pt idx="1007">
                  <c:v>39725</c:v>
                </c:pt>
                <c:pt idx="1008">
                  <c:v>39726</c:v>
                </c:pt>
                <c:pt idx="1009">
                  <c:v>39727</c:v>
                </c:pt>
                <c:pt idx="1010">
                  <c:v>39728</c:v>
                </c:pt>
                <c:pt idx="1011">
                  <c:v>39729</c:v>
                </c:pt>
                <c:pt idx="1012">
                  <c:v>39730</c:v>
                </c:pt>
                <c:pt idx="1013">
                  <c:v>39731</c:v>
                </c:pt>
                <c:pt idx="1014">
                  <c:v>39732</c:v>
                </c:pt>
                <c:pt idx="1015">
                  <c:v>39733</c:v>
                </c:pt>
                <c:pt idx="1016">
                  <c:v>39734</c:v>
                </c:pt>
                <c:pt idx="1017">
                  <c:v>39735</c:v>
                </c:pt>
                <c:pt idx="1018">
                  <c:v>39736</c:v>
                </c:pt>
                <c:pt idx="1019">
                  <c:v>39737</c:v>
                </c:pt>
                <c:pt idx="1020">
                  <c:v>39738</c:v>
                </c:pt>
                <c:pt idx="1021">
                  <c:v>39739</c:v>
                </c:pt>
                <c:pt idx="1022">
                  <c:v>39740</c:v>
                </c:pt>
                <c:pt idx="1023">
                  <c:v>39741</c:v>
                </c:pt>
                <c:pt idx="1024">
                  <c:v>39742</c:v>
                </c:pt>
                <c:pt idx="1025">
                  <c:v>39743</c:v>
                </c:pt>
                <c:pt idx="1026">
                  <c:v>39744</c:v>
                </c:pt>
                <c:pt idx="1027">
                  <c:v>39745</c:v>
                </c:pt>
                <c:pt idx="1028">
                  <c:v>39746</c:v>
                </c:pt>
                <c:pt idx="1029">
                  <c:v>39747</c:v>
                </c:pt>
                <c:pt idx="1030">
                  <c:v>39748</c:v>
                </c:pt>
                <c:pt idx="1031">
                  <c:v>39749</c:v>
                </c:pt>
                <c:pt idx="1032">
                  <c:v>39750</c:v>
                </c:pt>
                <c:pt idx="1033">
                  <c:v>39751</c:v>
                </c:pt>
                <c:pt idx="1034">
                  <c:v>39752</c:v>
                </c:pt>
                <c:pt idx="1035">
                  <c:v>39753</c:v>
                </c:pt>
                <c:pt idx="1036">
                  <c:v>39754</c:v>
                </c:pt>
                <c:pt idx="1037">
                  <c:v>39755</c:v>
                </c:pt>
                <c:pt idx="1038">
                  <c:v>39756</c:v>
                </c:pt>
                <c:pt idx="1039">
                  <c:v>39757</c:v>
                </c:pt>
                <c:pt idx="1040">
                  <c:v>39758</c:v>
                </c:pt>
                <c:pt idx="1041">
                  <c:v>39759</c:v>
                </c:pt>
                <c:pt idx="1042">
                  <c:v>39760</c:v>
                </c:pt>
                <c:pt idx="1043">
                  <c:v>39761</c:v>
                </c:pt>
                <c:pt idx="1044">
                  <c:v>39762</c:v>
                </c:pt>
                <c:pt idx="1045">
                  <c:v>39763</c:v>
                </c:pt>
                <c:pt idx="1046">
                  <c:v>39764</c:v>
                </c:pt>
                <c:pt idx="1047">
                  <c:v>39765</c:v>
                </c:pt>
                <c:pt idx="1048">
                  <c:v>39766</c:v>
                </c:pt>
                <c:pt idx="1049">
                  <c:v>39767</c:v>
                </c:pt>
                <c:pt idx="1050">
                  <c:v>39768</c:v>
                </c:pt>
                <c:pt idx="1051">
                  <c:v>39769</c:v>
                </c:pt>
                <c:pt idx="1052">
                  <c:v>39770</c:v>
                </c:pt>
                <c:pt idx="1053">
                  <c:v>39771</c:v>
                </c:pt>
                <c:pt idx="1054">
                  <c:v>39772</c:v>
                </c:pt>
                <c:pt idx="1055">
                  <c:v>39773</c:v>
                </c:pt>
                <c:pt idx="1056">
                  <c:v>39774</c:v>
                </c:pt>
                <c:pt idx="1057">
                  <c:v>39775</c:v>
                </c:pt>
                <c:pt idx="1058">
                  <c:v>39776</c:v>
                </c:pt>
                <c:pt idx="1059">
                  <c:v>39777</c:v>
                </c:pt>
                <c:pt idx="1060">
                  <c:v>39778</c:v>
                </c:pt>
                <c:pt idx="1061">
                  <c:v>39779</c:v>
                </c:pt>
                <c:pt idx="1062">
                  <c:v>39780</c:v>
                </c:pt>
                <c:pt idx="1063">
                  <c:v>39781</c:v>
                </c:pt>
                <c:pt idx="1064">
                  <c:v>39782</c:v>
                </c:pt>
                <c:pt idx="1065">
                  <c:v>39783</c:v>
                </c:pt>
                <c:pt idx="1066">
                  <c:v>39784</c:v>
                </c:pt>
                <c:pt idx="1067">
                  <c:v>39785</c:v>
                </c:pt>
                <c:pt idx="1068">
                  <c:v>39786</c:v>
                </c:pt>
                <c:pt idx="1069">
                  <c:v>39787</c:v>
                </c:pt>
                <c:pt idx="1070">
                  <c:v>39788</c:v>
                </c:pt>
                <c:pt idx="1071">
                  <c:v>39789</c:v>
                </c:pt>
                <c:pt idx="1072">
                  <c:v>39790</c:v>
                </c:pt>
                <c:pt idx="1073">
                  <c:v>39791</c:v>
                </c:pt>
                <c:pt idx="1074">
                  <c:v>39792</c:v>
                </c:pt>
                <c:pt idx="1075">
                  <c:v>39793</c:v>
                </c:pt>
                <c:pt idx="1076">
                  <c:v>39794</c:v>
                </c:pt>
                <c:pt idx="1077">
                  <c:v>39795</c:v>
                </c:pt>
                <c:pt idx="1078">
                  <c:v>39796</c:v>
                </c:pt>
                <c:pt idx="1079">
                  <c:v>39797</c:v>
                </c:pt>
                <c:pt idx="1080">
                  <c:v>39798</c:v>
                </c:pt>
                <c:pt idx="1081">
                  <c:v>39799</c:v>
                </c:pt>
                <c:pt idx="1082">
                  <c:v>39800</c:v>
                </c:pt>
                <c:pt idx="1083">
                  <c:v>39801</c:v>
                </c:pt>
                <c:pt idx="1084">
                  <c:v>39802</c:v>
                </c:pt>
                <c:pt idx="1085">
                  <c:v>39803</c:v>
                </c:pt>
                <c:pt idx="1086">
                  <c:v>39804</c:v>
                </c:pt>
                <c:pt idx="1087">
                  <c:v>39805</c:v>
                </c:pt>
                <c:pt idx="1088">
                  <c:v>39806</c:v>
                </c:pt>
                <c:pt idx="1089">
                  <c:v>39807</c:v>
                </c:pt>
                <c:pt idx="1090">
                  <c:v>39808</c:v>
                </c:pt>
                <c:pt idx="1091">
                  <c:v>39809</c:v>
                </c:pt>
                <c:pt idx="1092">
                  <c:v>39810</c:v>
                </c:pt>
                <c:pt idx="1093">
                  <c:v>39811</c:v>
                </c:pt>
                <c:pt idx="1094">
                  <c:v>39812</c:v>
                </c:pt>
                <c:pt idx="1095">
                  <c:v>39813</c:v>
                </c:pt>
                <c:pt idx="1096">
                  <c:v>39814</c:v>
                </c:pt>
                <c:pt idx="1097">
                  <c:v>39815</c:v>
                </c:pt>
                <c:pt idx="1098">
                  <c:v>39816</c:v>
                </c:pt>
                <c:pt idx="1099">
                  <c:v>39817</c:v>
                </c:pt>
                <c:pt idx="1100">
                  <c:v>39818</c:v>
                </c:pt>
                <c:pt idx="1101">
                  <c:v>39819</c:v>
                </c:pt>
                <c:pt idx="1102">
                  <c:v>39820</c:v>
                </c:pt>
                <c:pt idx="1103">
                  <c:v>39821</c:v>
                </c:pt>
                <c:pt idx="1104">
                  <c:v>39822</c:v>
                </c:pt>
                <c:pt idx="1105">
                  <c:v>39823</c:v>
                </c:pt>
                <c:pt idx="1106">
                  <c:v>39824</c:v>
                </c:pt>
                <c:pt idx="1107">
                  <c:v>39825</c:v>
                </c:pt>
                <c:pt idx="1108">
                  <c:v>39826</c:v>
                </c:pt>
                <c:pt idx="1109">
                  <c:v>39827</c:v>
                </c:pt>
                <c:pt idx="1110">
                  <c:v>39828</c:v>
                </c:pt>
                <c:pt idx="1111">
                  <c:v>39829</c:v>
                </c:pt>
                <c:pt idx="1112">
                  <c:v>39830</c:v>
                </c:pt>
                <c:pt idx="1113">
                  <c:v>39831</c:v>
                </c:pt>
                <c:pt idx="1114">
                  <c:v>39832</c:v>
                </c:pt>
                <c:pt idx="1115">
                  <c:v>39833</c:v>
                </c:pt>
                <c:pt idx="1116">
                  <c:v>39834</c:v>
                </c:pt>
                <c:pt idx="1117">
                  <c:v>39835</c:v>
                </c:pt>
                <c:pt idx="1118">
                  <c:v>39836</c:v>
                </c:pt>
                <c:pt idx="1119">
                  <c:v>39837</c:v>
                </c:pt>
                <c:pt idx="1120">
                  <c:v>39838</c:v>
                </c:pt>
                <c:pt idx="1121">
                  <c:v>39839</c:v>
                </c:pt>
                <c:pt idx="1122">
                  <c:v>39840</c:v>
                </c:pt>
                <c:pt idx="1123">
                  <c:v>39841</c:v>
                </c:pt>
                <c:pt idx="1124">
                  <c:v>39842</c:v>
                </c:pt>
                <c:pt idx="1125">
                  <c:v>39843</c:v>
                </c:pt>
                <c:pt idx="1126">
                  <c:v>39844</c:v>
                </c:pt>
                <c:pt idx="1127">
                  <c:v>39845</c:v>
                </c:pt>
                <c:pt idx="1128">
                  <c:v>39846</c:v>
                </c:pt>
                <c:pt idx="1129">
                  <c:v>39847</c:v>
                </c:pt>
                <c:pt idx="1130">
                  <c:v>39848</c:v>
                </c:pt>
                <c:pt idx="1131">
                  <c:v>39849</c:v>
                </c:pt>
                <c:pt idx="1132">
                  <c:v>39850</c:v>
                </c:pt>
                <c:pt idx="1133">
                  <c:v>39851</c:v>
                </c:pt>
                <c:pt idx="1134">
                  <c:v>39852</c:v>
                </c:pt>
                <c:pt idx="1135">
                  <c:v>39853</c:v>
                </c:pt>
                <c:pt idx="1136">
                  <c:v>39854</c:v>
                </c:pt>
                <c:pt idx="1137">
                  <c:v>39855</c:v>
                </c:pt>
                <c:pt idx="1138">
                  <c:v>39856</c:v>
                </c:pt>
                <c:pt idx="1139">
                  <c:v>39857</c:v>
                </c:pt>
                <c:pt idx="1140">
                  <c:v>39858</c:v>
                </c:pt>
                <c:pt idx="1141">
                  <c:v>39859</c:v>
                </c:pt>
                <c:pt idx="1142">
                  <c:v>39860</c:v>
                </c:pt>
                <c:pt idx="1143">
                  <c:v>39861</c:v>
                </c:pt>
                <c:pt idx="1144">
                  <c:v>39862</c:v>
                </c:pt>
                <c:pt idx="1145">
                  <c:v>39863</c:v>
                </c:pt>
                <c:pt idx="1146">
                  <c:v>39864</c:v>
                </c:pt>
                <c:pt idx="1147">
                  <c:v>39865</c:v>
                </c:pt>
                <c:pt idx="1148">
                  <c:v>39866</c:v>
                </c:pt>
                <c:pt idx="1149">
                  <c:v>39867</c:v>
                </c:pt>
                <c:pt idx="1150">
                  <c:v>39868</c:v>
                </c:pt>
                <c:pt idx="1151">
                  <c:v>39869</c:v>
                </c:pt>
                <c:pt idx="1152">
                  <c:v>39870</c:v>
                </c:pt>
                <c:pt idx="1153">
                  <c:v>39871</c:v>
                </c:pt>
                <c:pt idx="1154">
                  <c:v>39872</c:v>
                </c:pt>
                <c:pt idx="1155">
                  <c:v>39873</c:v>
                </c:pt>
                <c:pt idx="1156">
                  <c:v>39874</c:v>
                </c:pt>
                <c:pt idx="1157">
                  <c:v>39875</c:v>
                </c:pt>
                <c:pt idx="1158">
                  <c:v>39876</c:v>
                </c:pt>
                <c:pt idx="1159">
                  <c:v>39877</c:v>
                </c:pt>
                <c:pt idx="1160">
                  <c:v>39878</c:v>
                </c:pt>
                <c:pt idx="1161">
                  <c:v>39879</c:v>
                </c:pt>
                <c:pt idx="1162">
                  <c:v>39880</c:v>
                </c:pt>
                <c:pt idx="1163">
                  <c:v>39881</c:v>
                </c:pt>
                <c:pt idx="1164">
                  <c:v>39882</c:v>
                </c:pt>
                <c:pt idx="1165">
                  <c:v>39883</c:v>
                </c:pt>
                <c:pt idx="1166">
                  <c:v>39884</c:v>
                </c:pt>
                <c:pt idx="1167">
                  <c:v>39885</c:v>
                </c:pt>
                <c:pt idx="1168">
                  <c:v>39886</c:v>
                </c:pt>
                <c:pt idx="1169">
                  <c:v>39887</c:v>
                </c:pt>
                <c:pt idx="1170">
                  <c:v>39888</c:v>
                </c:pt>
                <c:pt idx="1171">
                  <c:v>39889</c:v>
                </c:pt>
                <c:pt idx="1172">
                  <c:v>39890</c:v>
                </c:pt>
                <c:pt idx="1173">
                  <c:v>39891</c:v>
                </c:pt>
                <c:pt idx="1174">
                  <c:v>39892</c:v>
                </c:pt>
                <c:pt idx="1175">
                  <c:v>39893</c:v>
                </c:pt>
                <c:pt idx="1176">
                  <c:v>39894</c:v>
                </c:pt>
                <c:pt idx="1177">
                  <c:v>39895</c:v>
                </c:pt>
                <c:pt idx="1178">
                  <c:v>39896</c:v>
                </c:pt>
                <c:pt idx="1179">
                  <c:v>39897</c:v>
                </c:pt>
                <c:pt idx="1180">
                  <c:v>39898</c:v>
                </c:pt>
                <c:pt idx="1181">
                  <c:v>39899</c:v>
                </c:pt>
                <c:pt idx="1182">
                  <c:v>39900</c:v>
                </c:pt>
                <c:pt idx="1183">
                  <c:v>39901</c:v>
                </c:pt>
                <c:pt idx="1184">
                  <c:v>39902</c:v>
                </c:pt>
                <c:pt idx="1185">
                  <c:v>39903</c:v>
                </c:pt>
                <c:pt idx="1186">
                  <c:v>39904</c:v>
                </c:pt>
                <c:pt idx="1187">
                  <c:v>39905</c:v>
                </c:pt>
                <c:pt idx="1188">
                  <c:v>39906</c:v>
                </c:pt>
                <c:pt idx="1189">
                  <c:v>39907</c:v>
                </c:pt>
                <c:pt idx="1190">
                  <c:v>39908</c:v>
                </c:pt>
                <c:pt idx="1191">
                  <c:v>39909</c:v>
                </c:pt>
                <c:pt idx="1192">
                  <c:v>39910</c:v>
                </c:pt>
                <c:pt idx="1193">
                  <c:v>39911</c:v>
                </c:pt>
                <c:pt idx="1194">
                  <c:v>39912</c:v>
                </c:pt>
                <c:pt idx="1195">
                  <c:v>39913</c:v>
                </c:pt>
                <c:pt idx="1196">
                  <c:v>39914</c:v>
                </c:pt>
                <c:pt idx="1197">
                  <c:v>39915</c:v>
                </c:pt>
                <c:pt idx="1198">
                  <c:v>39916</c:v>
                </c:pt>
                <c:pt idx="1199">
                  <c:v>39917</c:v>
                </c:pt>
                <c:pt idx="1200">
                  <c:v>39918</c:v>
                </c:pt>
                <c:pt idx="1201">
                  <c:v>39919</c:v>
                </c:pt>
                <c:pt idx="1202">
                  <c:v>39920</c:v>
                </c:pt>
                <c:pt idx="1203">
                  <c:v>39921</c:v>
                </c:pt>
                <c:pt idx="1204">
                  <c:v>39922</c:v>
                </c:pt>
                <c:pt idx="1205">
                  <c:v>39923</c:v>
                </c:pt>
                <c:pt idx="1206">
                  <c:v>39924</c:v>
                </c:pt>
                <c:pt idx="1207">
                  <c:v>39925</c:v>
                </c:pt>
                <c:pt idx="1208">
                  <c:v>39926</c:v>
                </c:pt>
                <c:pt idx="1209">
                  <c:v>39927</c:v>
                </c:pt>
                <c:pt idx="1210">
                  <c:v>39928</c:v>
                </c:pt>
                <c:pt idx="1211">
                  <c:v>39929</c:v>
                </c:pt>
                <c:pt idx="1212">
                  <c:v>39930</c:v>
                </c:pt>
                <c:pt idx="1213">
                  <c:v>39931</c:v>
                </c:pt>
                <c:pt idx="1214">
                  <c:v>39932</c:v>
                </c:pt>
                <c:pt idx="1215">
                  <c:v>39933</c:v>
                </c:pt>
                <c:pt idx="1216">
                  <c:v>39934</c:v>
                </c:pt>
                <c:pt idx="1217">
                  <c:v>39935</c:v>
                </c:pt>
                <c:pt idx="1218">
                  <c:v>39936</c:v>
                </c:pt>
                <c:pt idx="1219">
                  <c:v>39937</c:v>
                </c:pt>
                <c:pt idx="1220">
                  <c:v>39938</c:v>
                </c:pt>
                <c:pt idx="1221">
                  <c:v>39939</c:v>
                </c:pt>
                <c:pt idx="1222">
                  <c:v>39940</c:v>
                </c:pt>
                <c:pt idx="1223">
                  <c:v>39941</c:v>
                </c:pt>
                <c:pt idx="1224">
                  <c:v>39942</c:v>
                </c:pt>
                <c:pt idx="1225">
                  <c:v>39943</c:v>
                </c:pt>
                <c:pt idx="1226">
                  <c:v>39944</c:v>
                </c:pt>
                <c:pt idx="1227">
                  <c:v>39945</c:v>
                </c:pt>
                <c:pt idx="1228">
                  <c:v>39946</c:v>
                </c:pt>
                <c:pt idx="1229">
                  <c:v>39947</c:v>
                </c:pt>
                <c:pt idx="1230">
                  <c:v>39948</c:v>
                </c:pt>
                <c:pt idx="1231">
                  <c:v>39949</c:v>
                </c:pt>
                <c:pt idx="1232">
                  <c:v>39950</c:v>
                </c:pt>
                <c:pt idx="1233">
                  <c:v>39951</c:v>
                </c:pt>
                <c:pt idx="1234">
                  <c:v>39952</c:v>
                </c:pt>
                <c:pt idx="1235">
                  <c:v>39953</c:v>
                </c:pt>
                <c:pt idx="1236">
                  <c:v>39954</c:v>
                </c:pt>
                <c:pt idx="1237">
                  <c:v>39955</c:v>
                </c:pt>
                <c:pt idx="1238">
                  <c:v>39956</c:v>
                </c:pt>
                <c:pt idx="1239">
                  <c:v>39957</c:v>
                </c:pt>
                <c:pt idx="1240">
                  <c:v>39958</c:v>
                </c:pt>
                <c:pt idx="1241">
                  <c:v>39959</c:v>
                </c:pt>
                <c:pt idx="1242">
                  <c:v>39960</c:v>
                </c:pt>
                <c:pt idx="1243">
                  <c:v>39961</c:v>
                </c:pt>
                <c:pt idx="1244">
                  <c:v>39962</c:v>
                </c:pt>
                <c:pt idx="1245">
                  <c:v>39963</c:v>
                </c:pt>
                <c:pt idx="1246">
                  <c:v>39964</c:v>
                </c:pt>
                <c:pt idx="1247">
                  <c:v>39965</c:v>
                </c:pt>
                <c:pt idx="1248">
                  <c:v>39966</c:v>
                </c:pt>
                <c:pt idx="1249">
                  <c:v>39967</c:v>
                </c:pt>
                <c:pt idx="1250">
                  <c:v>39968</c:v>
                </c:pt>
                <c:pt idx="1251">
                  <c:v>39969</c:v>
                </c:pt>
                <c:pt idx="1252">
                  <c:v>39970</c:v>
                </c:pt>
                <c:pt idx="1253">
                  <c:v>39971</c:v>
                </c:pt>
                <c:pt idx="1254">
                  <c:v>39972</c:v>
                </c:pt>
                <c:pt idx="1255">
                  <c:v>39973</c:v>
                </c:pt>
                <c:pt idx="1256">
                  <c:v>39974</c:v>
                </c:pt>
                <c:pt idx="1257">
                  <c:v>39975</c:v>
                </c:pt>
                <c:pt idx="1258">
                  <c:v>39976</c:v>
                </c:pt>
                <c:pt idx="1259">
                  <c:v>39977</c:v>
                </c:pt>
                <c:pt idx="1260">
                  <c:v>39978</c:v>
                </c:pt>
                <c:pt idx="1261">
                  <c:v>39979</c:v>
                </c:pt>
                <c:pt idx="1262">
                  <c:v>39980</c:v>
                </c:pt>
                <c:pt idx="1263">
                  <c:v>39981</c:v>
                </c:pt>
                <c:pt idx="1264">
                  <c:v>39982</c:v>
                </c:pt>
                <c:pt idx="1265">
                  <c:v>39983</c:v>
                </c:pt>
                <c:pt idx="1266">
                  <c:v>39984</c:v>
                </c:pt>
                <c:pt idx="1267">
                  <c:v>39985</c:v>
                </c:pt>
                <c:pt idx="1268">
                  <c:v>39986</c:v>
                </c:pt>
                <c:pt idx="1269">
                  <c:v>39987</c:v>
                </c:pt>
                <c:pt idx="1270">
                  <c:v>39988</c:v>
                </c:pt>
                <c:pt idx="1271">
                  <c:v>39989</c:v>
                </c:pt>
                <c:pt idx="1272">
                  <c:v>39990</c:v>
                </c:pt>
                <c:pt idx="1273">
                  <c:v>39991</c:v>
                </c:pt>
                <c:pt idx="1274">
                  <c:v>39992</c:v>
                </c:pt>
                <c:pt idx="1275">
                  <c:v>39993</c:v>
                </c:pt>
                <c:pt idx="1276">
                  <c:v>39994</c:v>
                </c:pt>
                <c:pt idx="1277">
                  <c:v>39995</c:v>
                </c:pt>
                <c:pt idx="1278">
                  <c:v>39996</c:v>
                </c:pt>
                <c:pt idx="1279">
                  <c:v>39997</c:v>
                </c:pt>
                <c:pt idx="1280">
                  <c:v>39998</c:v>
                </c:pt>
                <c:pt idx="1281">
                  <c:v>39999</c:v>
                </c:pt>
                <c:pt idx="1282">
                  <c:v>40000</c:v>
                </c:pt>
                <c:pt idx="1283">
                  <c:v>40001</c:v>
                </c:pt>
                <c:pt idx="1284">
                  <c:v>40002</c:v>
                </c:pt>
                <c:pt idx="1285">
                  <c:v>40003</c:v>
                </c:pt>
                <c:pt idx="1286">
                  <c:v>40004</c:v>
                </c:pt>
                <c:pt idx="1287">
                  <c:v>40005</c:v>
                </c:pt>
                <c:pt idx="1288">
                  <c:v>40006</c:v>
                </c:pt>
                <c:pt idx="1289">
                  <c:v>40007</c:v>
                </c:pt>
                <c:pt idx="1290">
                  <c:v>40008</c:v>
                </c:pt>
                <c:pt idx="1291">
                  <c:v>40009</c:v>
                </c:pt>
                <c:pt idx="1292">
                  <c:v>40010</c:v>
                </c:pt>
                <c:pt idx="1293">
                  <c:v>40011</c:v>
                </c:pt>
                <c:pt idx="1294">
                  <c:v>40012</c:v>
                </c:pt>
                <c:pt idx="1295">
                  <c:v>40013</c:v>
                </c:pt>
                <c:pt idx="1296">
                  <c:v>40014</c:v>
                </c:pt>
                <c:pt idx="1297">
                  <c:v>40015</c:v>
                </c:pt>
                <c:pt idx="1298">
                  <c:v>40016</c:v>
                </c:pt>
                <c:pt idx="1299">
                  <c:v>40017</c:v>
                </c:pt>
                <c:pt idx="1300">
                  <c:v>40018</c:v>
                </c:pt>
                <c:pt idx="1301">
                  <c:v>40019</c:v>
                </c:pt>
                <c:pt idx="1302">
                  <c:v>40020</c:v>
                </c:pt>
                <c:pt idx="1303">
                  <c:v>40021</c:v>
                </c:pt>
                <c:pt idx="1304">
                  <c:v>40022</c:v>
                </c:pt>
                <c:pt idx="1305">
                  <c:v>40023</c:v>
                </c:pt>
                <c:pt idx="1306">
                  <c:v>40024</c:v>
                </c:pt>
                <c:pt idx="1307">
                  <c:v>40025</c:v>
                </c:pt>
                <c:pt idx="1308">
                  <c:v>40026</c:v>
                </c:pt>
                <c:pt idx="1309">
                  <c:v>40027</c:v>
                </c:pt>
                <c:pt idx="1310">
                  <c:v>40028</c:v>
                </c:pt>
                <c:pt idx="1311">
                  <c:v>40029</c:v>
                </c:pt>
                <c:pt idx="1312">
                  <c:v>40030</c:v>
                </c:pt>
                <c:pt idx="1313">
                  <c:v>40031</c:v>
                </c:pt>
                <c:pt idx="1314">
                  <c:v>40032</c:v>
                </c:pt>
                <c:pt idx="1315">
                  <c:v>40033</c:v>
                </c:pt>
                <c:pt idx="1316">
                  <c:v>40034</c:v>
                </c:pt>
                <c:pt idx="1317">
                  <c:v>40035</c:v>
                </c:pt>
                <c:pt idx="1318">
                  <c:v>40036</c:v>
                </c:pt>
                <c:pt idx="1319">
                  <c:v>40037</c:v>
                </c:pt>
                <c:pt idx="1320">
                  <c:v>40038</c:v>
                </c:pt>
                <c:pt idx="1321">
                  <c:v>40039</c:v>
                </c:pt>
                <c:pt idx="1322">
                  <c:v>40040</c:v>
                </c:pt>
                <c:pt idx="1323">
                  <c:v>40041</c:v>
                </c:pt>
                <c:pt idx="1324">
                  <c:v>40042</c:v>
                </c:pt>
                <c:pt idx="1325">
                  <c:v>40043</c:v>
                </c:pt>
                <c:pt idx="1326">
                  <c:v>40044</c:v>
                </c:pt>
                <c:pt idx="1327">
                  <c:v>40045</c:v>
                </c:pt>
                <c:pt idx="1328">
                  <c:v>40046</c:v>
                </c:pt>
                <c:pt idx="1329">
                  <c:v>40047</c:v>
                </c:pt>
                <c:pt idx="1330">
                  <c:v>40048</c:v>
                </c:pt>
                <c:pt idx="1331">
                  <c:v>40049</c:v>
                </c:pt>
                <c:pt idx="1332">
                  <c:v>40050</c:v>
                </c:pt>
                <c:pt idx="1333">
                  <c:v>40051</c:v>
                </c:pt>
                <c:pt idx="1334">
                  <c:v>40052</c:v>
                </c:pt>
                <c:pt idx="1335">
                  <c:v>40053</c:v>
                </c:pt>
                <c:pt idx="1336">
                  <c:v>40054</c:v>
                </c:pt>
                <c:pt idx="1337">
                  <c:v>40055</c:v>
                </c:pt>
                <c:pt idx="1338">
                  <c:v>40056</c:v>
                </c:pt>
                <c:pt idx="1339">
                  <c:v>40057</c:v>
                </c:pt>
                <c:pt idx="1340">
                  <c:v>40058</c:v>
                </c:pt>
                <c:pt idx="1341">
                  <c:v>40059</c:v>
                </c:pt>
                <c:pt idx="1342">
                  <c:v>40060</c:v>
                </c:pt>
                <c:pt idx="1343">
                  <c:v>40061</c:v>
                </c:pt>
                <c:pt idx="1344">
                  <c:v>40062</c:v>
                </c:pt>
                <c:pt idx="1345">
                  <c:v>40063</c:v>
                </c:pt>
                <c:pt idx="1346">
                  <c:v>40064</c:v>
                </c:pt>
                <c:pt idx="1347">
                  <c:v>40065</c:v>
                </c:pt>
                <c:pt idx="1348">
                  <c:v>40066</c:v>
                </c:pt>
                <c:pt idx="1349">
                  <c:v>40067</c:v>
                </c:pt>
                <c:pt idx="1350">
                  <c:v>40068</c:v>
                </c:pt>
                <c:pt idx="1351">
                  <c:v>40069</c:v>
                </c:pt>
                <c:pt idx="1352">
                  <c:v>40070</c:v>
                </c:pt>
                <c:pt idx="1353">
                  <c:v>40071</c:v>
                </c:pt>
                <c:pt idx="1354">
                  <c:v>40072</c:v>
                </c:pt>
                <c:pt idx="1355">
                  <c:v>40073</c:v>
                </c:pt>
                <c:pt idx="1356">
                  <c:v>40074</c:v>
                </c:pt>
                <c:pt idx="1357">
                  <c:v>40075</c:v>
                </c:pt>
                <c:pt idx="1358">
                  <c:v>40076</c:v>
                </c:pt>
                <c:pt idx="1359">
                  <c:v>40077</c:v>
                </c:pt>
                <c:pt idx="1360">
                  <c:v>40078</c:v>
                </c:pt>
                <c:pt idx="1361">
                  <c:v>40079</c:v>
                </c:pt>
                <c:pt idx="1362">
                  <c:v>40080</c:v>
                </c:pt>
                <c:pt idx="1363">
                  <c:v>40081</c:v>
                </c:pt>
                <c:pt idx="1364">
                  <c:v>40082</c:v>
                </c:pt>
                <c:pt idx="1365">
                  <c:v>40083</c:v>
                </c:pt>
                <c:pt idx="1366">
                  <c:v>40084</c:v>
                </c:pt>
                <c:pt idx="1367">
                  <c:v>40085</c:v>
                </c:pt>
                <c:pt idx="1368">
                  <c:v>40086</c:v>
                </c:pt>
                <c:pt idx="1369">
                  <c:v>40087</c:v>
                </c:pt>
                <c:pt idx="1370">
                  <c:v>40088</c:v>
                </c:pt>
                <c:pt idx="1371">
                  <c:v>40089</c:v>
                </c:pt>
                <c:pt idx="1372">
                  <c:v>40090</c:v>
                </c:pt>
                <c:pt idx="1373">
                  <c:v>40091</c:v>
                </c:pt>
                <c:pt idx="1374">
                  <c:v>40092</c:v>
                </c:pt>
                <c:pt idx="1375">
                  <c:v>40093</c:v>
                </c:pt>
                <c:pt idx="1376">
                  <c:v>40094</c:v>
                </c:pt>
                <c:pt idx="1377">
                  <c:v>40095</c:v>
                </c:pt>
                <c:pt idx="1378">
                  <c:v>40096</c:v>
                </c:pt>
                <c:pt idx="1379">
                  <c:v>40097</c:v>
                </c:pt>
                <c:pt idx="1380">
                  <c:v>40098</c:v>
                </c:pt>
                <c:pt idx="1381">
                  <c:v>40099</c:v>
                </c:pt>
                <c:pt idx="1382">
                  <c:v>40100</c:v>
                </c:pt>
                <c:pt idx="1383">
                  <c:v>40101</c:v>
                </c:pt>
                <c:pt idx="1384">
                  <c:v>40102</c:v>
                </c:pt>
                <c:pt idx="1385">
                  <c:v>40103</c:v>
                </c:pt>
                <c:pt idx="1386">
                  <c:v>40104</c:v>
                </c:pt>
                <c:pt idx="1387">
                  <c:v>40105</c:v>
                </c:pt>
                <c:pt idx="1388">
                  <c:v>40106</c:v>
                </c:pt>
                <c:pt idx="1389">
                  <c:v>40107</c:v>
                </c:pt>
                <c:pt idx="1390">
                  <c:v>40108</c:v>
                </c:pt>
                <c:pt idx="1391">
                  <c:v>40109</c:v>
                </c:pt>
                <c:pt idx="1392">
                  <c:v>40110</c:v>
                </c:pt>
                <c:pt idx="1393">
                  <c:v>40111</c:v>
                </c:pt>
                <c:pt idx="1394">
                  <c:v>40112</c:v>
                </c:pt>
                <c:pt idx="1395">
                  <c:v>40113</c:v>
                </c:pt>
                <c:pt idx="1396">
                  <c:v>40114</c:v>
                </c:pt>
                <c:pt idx="1397">
                  <c:v>40115</c:v>
                </c:pt>
                <c:pt idx="1398">
                  <c:v>40116</c:v>
                </c:pt>
                <c:pt idx="1399">
                  <c:v>40117</c:v>
                </c:pt>
                <c:pt idx="1400">
                  <c:v>40118</c:v>
                </c:pt>
                <c:pt idx="1401">
                  <c:v>40119</c:v>
                </c:pt>
                <c:pt idx="1402">
                  <c:v>40120</c:v>
                </c:pt>
                <c:pt idx="1403">
                  <c:v>40121</c:v>
                </c:pt>
                <c:pt idx="1404">
                  <c:v>40122</c:v>
                </c:pt>
                <c:pt idx="1405">
                  <c:v>40123</c:v>
                </c:pt>
                <c:pt idx="1406">
                  <c:v>40124</c:v>
                </c:pt>
                <c:pt idx="1407">
                  <c:v>40125</c:v>
                </c:pt>
                <c:pt idx="1408">
                  <c:v>40126</c:v>
                </c:pt>
                <c:pt idx="1409">
                  <c:v>40127</c:v>
                </c:pt>
                <c:pt idx="1410">
                  <c:v>40128</c:v>
                </c:pt>
                <c:pt idx="1411">
                  <c:v>40129</c:v>
                </c:pt>
                <c:pt idx="1412">
                  <c:v>40130</c:v>
                </c:pt>
                <c:pt idx="1413">
                  <c:v>40131</c:v>
                </c:pt>
                <c:pt idx="1414">
                  <c:v>40132</c:v>
                </c:pt>
                <c:pt idx="1415">
                  <c:v>40133</c:v>
                </c:pt>
                <c:pt idx="1416">
                  <c:v>40134</c:v>
                </c:pt>
                <c:pt idx="1417">
                  <c:v>40135</c:v>
                </c:pt>
                <c:pt idx="1418">
                  <c:v>40136</c:v>
                </c:pt>
                <c:pt idx="1419">
                  <c:v>40137</c:v>
                </c:pt>
                <c:pt idx="1420">
                  <c:v>40138</c:v>
                </c:pt>
                <c:pt idx="1421">
                  <c:v>40139</c:v>
                </c:pt>
                <c:pt idx="1422">
                  <c:v>40140</c:v>
                </c:pt>
                <c:pt idx="1423">
                  <c:v>40141</c:v>
                </c:pt>
                <c:pt idx="1424">
                  <c:v>40142</c:v>
                </c:pt>
                <c:pt idx="1425">
                  <c:v>40143</c:v>
                </c:pt>
                <c:pt idx="1426">
                  <c:v>40144</c:v>
                </c:pt>
                <c:pt idx="1427">
                  <c:v>40145</c:v>
                </c:pt>
                <c:pt idx="1428">
                  <c:v>40146</c:v>
                </c:pt>
                <c:pt idx="1429">
                  <c:v>40147</c:v>
                </c:pt>
                <c:pt idx="1430">
                  <c:v>40148</c:v>
                </c:pt>
                <c:pt idx="1431">
                  <c:v>40149</c:v>
                </c:pt>
                <c:pt idx="1432">
                  <c:v>40150</c:v>
                </c:pt>
                <c:pt idx="1433">
                  <c:v>40151</c:v>
                </c:pt>
                <c:pt idx="1434">
                  <c:v>40152</c:v>
                </c:pt>
                <c:pt idx="1435">
                  <c:v>40153</c:v>
                </c:pt>
                <c:pt idx="1436">
                  <c:v>40154</c:v>
                </c:pt>
                <c:pt idx="1437">
                  <c:v>40155</c:v>
                </c:pt>
                <c:pt idx="1438">
                  <c:v>40156</c:v>
                </c:pt>
                <c:pt idx="1439">
                  <c:v>40157</c:v>
                </c:pt>
                <c:pt idx="1440">
                  <c:v>40158</c:v>
                </c:pt>
                <c:pt idx="1441">
                  <c:v>40159</c:v>
                </c:pt>
                <c:pt idx="1442">
                  <c:v>40160</c:v>
                </c:pt>
                <c:pt idx="1443">
                  <c:v>40161</c:v>
                </c:pt>
                <c:pt idx="1444">
                  <c:v>40162</c:v>
                </c:pt>
                <c:pt idx="1445">
                  <c:v>40163</c:v>
                </c:pt>
                <c:pt idx="1446">
                  <c:v>40164</c:v>
                </c:pt>
                <c:pt idx="1447">
                  <c:v>40165</c:v>
                </c:pt>
                <c:pt idx="1448">
                  <c:v>40166</c:v>
                </c:pt>
                <c:pt idx="1449">
                  <c:v>40167</c:v>
                </c:pt>
                <c:pt idx="1450">
                  <c:v>40168</c:v>
                </c:pt>
                <c:pt idx="1451">
                  <c:v>40169</c:v>
                </c:pt>
                <c:pt idx="1452">
                  <c:v>40170</c:v>
                </c:pt>
                <c:pt idx="1453">
                  <c:v>40171</c:v>
                </c:pt>
                <c:pt idx="1454">
                  <c:v>40172</c:v>
                </c:pt>
                <c:pt idx="1455">
                  <c:v>40173</c:v>
                </c:pt>
                <c:pt idx="1456">
                  <c:v>40174</c:v>
                </c:pt>
                <c:pt idx="1457">
                  <c:v>40175</c:v>
                </c:pt>
                <c:pt idx="1458">
                  <c:v>40176</c:v>
                </c:pt>
                <c:pt idx="1459">
                  <c:v>40177</c:v>
                </c:pt>
                <c:pt idx="1460">
                  <c:v>40178</c:v>
                </c:pt>
                <c:pt idx="1461">
                  <c:v>40179</c:v>
                </c:pt>
                <c:pt idx="1462">
                  <c:v>40180</c:v>
                </c:pt>
                <c:pt idx="1463">
                  <c:v>40181</c:v>
                </c:pt>
                <c:pt idx="1464">
                  <c:v>40182</c:v>
                </c:pt>
                <c:pt idx="1465">
                  <c:v>40183</c:v>
                </c:pt>
                <c:pt idx="1466">
                  <c:v>40184</c:v>
                </c:pt>
                <c:pt idx="1467">
                  <c:v>40185</c:v>
                </c:pt>
                <c:pt idx="1468">
                  <c:v>40186</c:v>
                </c:pt>
                <c:pt idx="1469">
                  <c:v>40187</c:v>
                </c:pt>
                <c:pt idx="1470">
                  <c:v>40188</c:v>
                </c:pt>
                <c:pt idx="1471">
                  <c:v>40189</c:v>
                </c:pt>
                <c:pt idx="1472">
                  <c:v>40190</c:v>
                </c:pt>
                <c:pt idx="1473">
                  <c:v>40191</c:v>
                </c:pt>
                <c:pt idx="1474">
                  <c:v>40192</c:v>
                </c:pt>
                <c:pt idx="1475">
                  <c:v>40193</c:v>
                </c:pt>
                <c:pt idx="1476">
                  <c:v>40194</c:v>
                </c:pt>
                <c:pt idx="1477">
                  <c:v>40195</c:v>
                </c:pt>
                <c:pt idx="1478">
                  <c:v>40196</c:v>
                </c:pt>
                <c:pt idx="1479">
                  <c:v>40197</c:v>
                </c:pt>
                <c:pt idx="1480">
                  <c:v>40198</c:v>
                </c:pt>
                <c:pt idx="1481">
                  <c:v>40199</c:v>
                </c:pt>
                <c:pt idx="1482">
                  <c:v>40200</c:v>
                </c:pt>
                <c:pt idx="1483">
                  <c:v>40201</c:v>
                </c:pt>
                <c:pt idx="1484">
                  <c:v>40202</c:v>
                </c:pt>
                <c:pt idx="1485">
                  <c:v>40203</c:v>
                </c:pt>
                <c:pt idx="1486">
                  <c:v>40204</c:v>
                </c:pt>
                <c:pt idx="1487">
                  <c:v>40205</c:v>
                </c:pt>
                <c:pt idx="1488">
                  <c:v>40206</c:v>
                </c:pt>
                <c:pt idx="1489">
                  <c:v>40207</c:v>
                </c:pt>
                <c:pt idx="1490">
                  <c:v>40208</c:v>
                </c:pt>
                <c:pt idx="1491">
                  <c:v>40209</c:v>
                </c:pt>
                <c:pt idx="1492">
                  <c:v>40210</c:v>
                </c:pt>
                <c:pt idx="1493">
                  <c:v>40211</c:v>
                </c:pt>
                <c:pt idx="1494">
                  <c:v>40212</c:v>
                </c:pt>
                <c:pt idx="1495">
                  <c:v>40213</c:v>
                </c:pt>
                <c:pt idx="1496">
                  <c:v>40214</c:v>
                </c:pt>
                <c:pt idx="1497">
                  <c:v>40215</c:v>
                </c:pt>
                <c:pt idx="1498">
                  <c:v>40216</c:v>
                </c:pt>
                <c:pt idx="1499">
                  <c:v>40217</c:v>
                </c:pt>
                <c:pt idx="1500">
                  <c:v>40218</c:v>
                </c:pt>
                <c:pt idx="1501">
                  <c:v>40219</c:v>
                </c:pt>
                <c:pt idx="1502">
                  <c:v>40220</c:v>
                </c:pt>
                <c:pt idx="1503">
                  <c:v>40221</c:v>
                </c:pt>
                <c:pt idx="1504">
                  <c:v>40222</c:v>
                </c:pt>
                <c:pt idx="1505">
                  <c:v>40223</c:v>
                </c:pt>
                <c:pt idx="1506">
                  <c:v>40224</c:v>
                </c:pt>
                <c:pt idx="1507">
                  <c:v>40225</c:v>
                </c:pt>
                <c:pt idx="1508">
                  <c:v>40226</c:v>
                </c:pt>
                <c:pt idx="1509">
                  <c:v>40227</c:v>
                </c:pt>
                <c:pt idx="1510">
                  <c:v>40228</c:v>
                </c:pt>
                <c:pt idx="1511">
                  <c:v>40229</c:v>
                </c:pt>
                <c:pt idx="1512">
                  <c:v>40230</c:v>
                </c:pt>
                <c:pt idx="1513">
                  <c:v>40231</c:v>
                </c:pt>
                <c:pt idx="1514">
                  <c:v>40232</c:v>
                </c:pt>
                <c:pt idx="1515">
                  <c:v>40233</c:v>
                </c:pt>
                <c:pt idx="1516">
                  <c:v>40234</c:v>
                </c:pt>
                <c:pt idx="1517">
                  <c:v>40235</c:v>
                </c:pt>
                <c:pt idx="1518">
                  <c:v>40236</c:v>
                </c:pt>
                <c:pt idx="1519">
                  <c:v>40237</c:v>
                </c:pt>
                <c:pt idx="1520">
                  <c:v>40238</c:v>
                </c:pt>
                <c:pt idx="1521">
                  <c:v>40239</c:v>
                </c:pt>
                <c:pt idx="1522">
                  <c:v>40240</c:v>
                </c:pt>
                <c:pt idx="1523">
                  <c:v>40241</c:v>
                </c:pt>
                <c:pt idx="1524">
                  <c:v>40242</c:v>
                </c:pt>
                <c:pt idx="1525">
                  <c:v>40243</c:v>
                </c:pt>
                <c:pt idx="1526">
                  <c:v>40244</c:v>
                </c:pt>
                <c:pt idx="1527">
                  <c:v>40245</c:v>
                </c:pt>
                <c:pt idx="1528">
                  <c:v>40246</c:v>
                </c:pt>
                <c:pt idx="1529">
                  <c:v>40247</c:v>
                </c:pt>
                <c:pt idx="1530">
                  <c:v>40248</c:v>
                </c:pt>
                <c:pt idx="1531">
                  <c:v>40249</c:v>
                </c:pt>
                <c:pt idx="1532">
                  <c:v>40250</c:v>
                </c:pt>
                <c:pt idx="1533">
                  <c:v>40251</c:v>
                </c:pt>
                <c:pt idx="1534">
                  <c:v>40252</c:v>
                </c:pt>
                <c:pt idx="1535">
                  <c:v>40253</c:v>
                </c:pt>
                <c:pt idx="1536">
                  <c:v>40254</c:v>
                </c:pt>
                <c:pt idx="1537">
                  <c:v>40255</c:v>
                </c:pt>
                <c:pt idx="1538">
                  <c:v>40256</c:v>
                </c:pt>
                <c:pt idx="1539">
                  <c:v>40257</c:v>
                </c:pt>
                <c:pt idx="1540">
                  <c:v>40258</c:v>
                </c:pt>
                <c:pt idx="1541">
                  <c:v>40259</c:v>
                </c:pt>
                <c:pt idx="1542">
                  <c:v>40260</c:v>
                </c:pt>
                <c:pt idx="1543">
                  <c:v>40261</c:v>
                </c:pt>
                <c:pt idx="1544">
                  <c:v>40262</c:v>
                </c:pt>
                <c:pt idx="1545">
                  <c:v>40263</c:v>
                </c:pt>
                <c:pt idx="1546">
                  <c:v>40264</c:v>
                </c:pt>
                <c:pt idx="1547">
                  <c:v>40265</c:v>
                </c:pt>
                <c:pt idx="1548">
                  <c:v>40266</c:v>
                </c:pt>
                <c:pt idx="1549">
                  <c:v>40267</c:v>
                </c:pt>
                <c:pt idx="1550">
                  <c:v>40268</c:v>
                </c:pt>
                <c:pt idx="1551">
                  <c:v>40269</c:v>
                </c:pt>
                <c:pt idx="1552">
                  <c:v>40270</c:v>
                </c:pt>
                <c:pt idx="1553">
                  <c:v>40271</c:v>
                </c:pt>
                <c:pt idx="1554">
                  <c:v>40272</c:v>
                </c:pt>
                <c:pt idx="1555">
                  <c:v>40273</c:v>
                </c:pt>
                <c:pt idx="1556">
                  <c:v>40274</c:v>
                </c:pt>
                <c:pt idx="1557">
                  <c:v>40275</c:v>
                </c:pt>
                <c:pt idx="1558">
                  <c:v>40276</c:v>
                </c:pt>
                <c:pt idx="1559">
                  <c:v>40277</c:v>
                </c:pt>
                <c:pt idx="1560">
                  <c:v>40278</c:v>
                </c:pt>
                <c:pt idx="1561">
                  <c:v>40279</c:v>
                </c:pt>
                <c:pt idx="1562">
                  <c:v>40280</c:v>
                </c:pt>
                <c:pt idx="1563">
                  <c:v>40281</c:v>
                </c:pt>
                <c:pt idx="1564">
                  <c:v>40282</c:v>
                </c:pt>
                <c:pt idx="1565">
                  <c:v>40283</c:v>
                </c:pt>
                <c:pt idx="1566">
                  <c:v>40284</c:v>
                </c:pt>
                <c:pt idx="1567">
                  <c:v>40285</c:v>
                </c:pt>
                <c:pt idx="1568">
                  <c:v>40286</c:v>
                </c:pt>
                <c:pt idx="1569">
                  <c:v>40287</c:v>
                </c:pt>
                <c:pt idx="1570">
                  <c:v>40288</c:v>
                </c:pt>
                <c:pt idx="1571">
                  <c:v>40289</c:v>
                </c:pt>
                <c:pt idx="1572">
                  <c:v>40290</c:v>
                </c:pt>
                <c:pt idx="1573">
                  <c:v>40291</c:v>
                </c:pt>
                <c:pt idx="1574">
                  <c:v>40292</c:v>
                </c:pt>
                <c:pt idx="1575">
                  <c:v>40293</c:v>
                </c:pt>
                <c:pt idx="1576">
                  <c:v>40294</c:v>
                </c:pt>
                <c:pt idx="1577">
                  <c:v>40295</c:v>
                </c:pt>
                <c:pt idx="1578">
                  <c:v>40296</c:v>
                </c:pt>
                <c:pt idx="1579">
                  <c:v>40297</c:v>
                </c:pt>
                <c:pt idx="1580">
                  <c:v>40298</c:v>
                </c:pt>
                <c:pt idx="1581">
                  <c:v>40299</c:v>
                </c:pt>
                <c:pt idx="1582">
                  <c:v>40300</c:v>
                </c:pt>
                <c:pt idx="1583">
                  <c:v>40301</c:v>
                </c:pt>
                <c:pt idx="1584">
                  <c:v>40302</c:v>
                </c:pt>
                <c:pt idx="1585">
                  <c:v>40303</c:v>
                </c:pt>
                <c:pt idx="1586">
                  <c:v>40304</c:v>
                </c:pt>
                <c:pt idx="1587">
                  <c:v>40305</c:v>
                </c:pt>
                <c:pt idx="1588">
                  <c:v>40306</c:v>
                </c:pt>
                <c:pt idx="1589">
                  <c:v>40307</c:v>
                </c:pt>
                <c:pt idx="1590">
                  <c:v>40308</c:v>
                </c:pt>
                <c:pt idx="1591">
                  <c:v>40309</c:v>
                </c:pt>
                <c:pt idx="1592">
                  <c:v>40310</c:v>
                </c:pt>
                <c:pt idx="1593">
                  <c:v>40311</c:v>
                </c:pt>
                <c:pt idx="1594">
                  <c:v>40312</c:v>
                </c:pt>
                <c:pt idx="1595">
                  <c:v>40313</c:v>
                </c:pt>
                <c:pt idx="1596">
                  <c:v>40314</c:v>
                </c:pt>
                <c:pt idx="1597">
                  <c:v>40315</c:v>
                </c:pt>
                <c:pt idx="1598">
                  <c:v>40316</c:v>
                </c:pt>
                <c:pt idx="1599">
                  <c:v>40317</c:v>
                </c:pt>
                <c:pt idx="1600">
                  <c:v>40318</c:v>
                </c:pt>
                <c:pt idx="1601">
                  <c:v>40319</c:v>
                </c:pt>
                <c:pt idx="1602">
                  <c:v>40320</c:v>
                </c:pt>
                <c:pt idx="1603">
                  <c:v>40321</c:v>
                </c:pt>
                <c:pt idx="1604">
                  <c:v>40322</c:v>
                </c:pt>
                <c:pt idx="1605">
                  <c:v>40323</c:v>
                </c:pt>
                <c:pt idx="1606">
                  <c:v>40324</c:v>
                </c:pt>
                <c:pt idx="1607">
                  <c:v>40325</c:v>
                </c:pt>
                <c:pt idx="1608">
                  <c:v>40326</c:v>
                </c:pt>
                <c:pt idx="1609">
                  <c:v>40327</c:v>
                </c:pt>
                <c:pt idx="1610">
                  <c:v>40328</c:v>
                </c:pt>
                <c:pt idx="1611">
                  <c:v>40329</c:v>
                </c:pt>
                <c:pt idx="1612">
                  <c:v>40330</c:v>
                </c:pt>
                <c:pt idx="1613">
                  <c:v>40331</c:v>
                </c:pt>
                <c:pt idx="1614">
                  <c:v>40332</c:v>
                </c:pt>
                <c:pt idx="1615">
                  <c:v>40333</c:v>
                </c:pt>
                <c:pt idx="1616">
                  <c:v>40334</c:v>
                </c:pt>
                <c:pt idx="1617">
                  <c:v>40335</c:v>
                </c:pt>
                <c:pt idx="1618">
                  <c:v>40336</c:v>
                </c:pt>
                <c:pt idx="1619">
                  <c:v>40337</c:v>
                </c:pt>
                <c:pt idx="1620">
                  <c:v>40338</c:v>
                </c:pt>
                <c:pt idx="1621">
                  <c:v>40339</c:v>
                </c:pt>
                <c:pt idx="1622">
                  <c:v>40340</c:v>
                </c:pt>
                <c:pt idx="1623">
                  <c:v>40341</c:v>
                </c:pt>
                <c:pt idx="1624">
                  <c:v>40342</c:v>
                </c:pt>
                <c:pt idx="1625">
                  <c:v>40343</c:v>
                </c:pt>
                <c:pt idx="1626">
                  <c:v>40344</c:v>
                </c:pt>
                <c:pt idx="1627">
                  <c:v>40345</c:v>
                </c:pt>
                <c:pt idx="1628">
                  <c:v>40346</c:v>
                </c:pt>
                <c:pt idx="1629">
                  <c:v>40347</c:v>
                </c:pt>
                <c:pt idx="1630">
                  <c:v>40348</c:v>
                </c:pt>
                <c:pt idx="1631">
                  <c:v>40349</c:v>
                </c:pt>
                <c:pt idx="1632">
                  <c:v>40350</c:v>
                </c:pt>
                <c:pt idx="1633">
                  <c:v>40351</c:v>
                </c:pt>
                <c:pt idx="1634">
                  <c:v>40352</c:v>
                </c:pt>
                <c:pt idx="1635">
                  <c:v>40353</c:v>
                </c:pt>
                <c:pt idx="1636">
                  <c:v>40354</c:v>
                </c:pt>
                <c:pt idx="1637">
                  <c:v>40355</c:v>
                </c:pt>
                <c:pt idx="1638">
                  <c:v>40356</c:v>
                </c:pt>
                <c:pt idx="1639">
                  <c:v>40357</c:v>
                </c:pt>
                <c:pt idx="1640">
                  <c:v>40358</c:v>
                </c:pt>
                <c:pt idx="1641">
                  <c:v>40359</c:v>
                </c:pt>
                <c:pt idx="1642">
                  <c:v>40360</c:v>
                </c:pt>
                <c:pt idx="1643">
                  <c:v>40361</c:v>
                </c:pt>
                <c:pt idx="1644">
                  <c:v>40362</c:v>
                </c:pt>
                <c:pt idx="1645">
                  <c:v>40363</c:v>
                </c:pt>
                <c:pt idx="1646">
                  <c:v>40364</c:v>
                </c:pt>
                <c:pt idx="1647">
                  <c:v>40365</c:v>
                </c:pt>
                <c:pt idx="1648">
                  <c:v>40366</c:v>
                </c:pt>
                <c:pt idx="1649">
                  <c:v>40367</c:v>
                </c:pt>
                <c:pt idx="1650">
                  <c:v>40368</c:v>
                </c:pt>
                <c:pt idx="1651">
                  <c:v>40369</c:v>
                </c:pt>
                <c:pt idx="1652">
                  <c:v>40370</c:v>
                </c:pt>
                <c:pt idx="1653">
                  <c:v>40371</c:v>
                </c:pt>
                <c:pt idx="1654">
                  <c:v>40372</c:v>
                </c:pt>
                <c:pt idx="1655">
                  <c:v>40373</c:v>
                </c:pt>
                <c:pt idx="1656">
                  <c:v>40374</c:v>
                </c:pt>
                <c:pt idx="1657">
                  <c:v>40375</c:v>
                </c:pt>
                <c:pt idx="1658">
                  <c:v>40376</c:v>
                </c:pt>
                <c:pt idx="1659">
                  <c:v>40377</c:v>
                </c:pt>
                <c:pt idx="1660">
                  <c:v>40378</c:v>
                </c:pt>
                <c:pt idx="1661">
                  <c:v>40379</c:v>
                </c:pt>
                <c:pt idx="1662">
                  <c:v>40380</c:v>
                </c:pt>
                <c:pt idx="1663">
                  <c:v>40381</c:v>
                </c:pt>
                <c:pt idx="1664">
                  <c:v>40382</c:v>
                </c:pt>
                <c:pt idx="1665">
                  <c:v>40383</c:v>
                </c:pt>
                <c:pt idx="1666">
                  <c:v>40384</c:v>
                </c:pt>
                <c:pt idx="1667">
                  <c:v>40385</c:v>
                </c:pt>
                <c:pt idx="1668">
                  <c:v>40386</c:v>
                </c:pt>
                <c:pt idx="1669">
                  <c:v>40387</c:v>
                </c:pt>
                <c:pt idx="1670">
                  <c:v>40388</c:v>
                </c:pt>
                <c:pt idx="1671">
                  <c:v>40389</c:v>
                </c:pt>
                <c:pt idx="1672">
                  <c:v>40390</c:v>
                </c:pt>
                <c:pt idx="1673">
                  <c:v>40391</c:v>
                </c:pt>
                <c:pt idx="1674">
                  <c:v>40392</c:v>
                </c:pt>
                <c:pt idx="1675">
                  <c:v>40393</c:v>
                </c:pt>
                <c:pt idx="1676">
                  <c:v>40394</c:v>
                </c:pt>
                <c:pt idx="1677">
                  <c:v>40395</c:v>
                </c:pt>
                <c:pt idx="1678">
                  <c:v>40396</c:v>
                </c:pt>
                <c:pt idx="1679">
                  <c:v>40397</c:v>
                </c:pt>
                <c:pt idx="1680">
                  <c:v>40398</c:v>
                </c:pt>
                <c:pt idx="1681">
                  <c:v>40399</c:v>
                </c:pt>
                <c:pt idx="1682">
                  <c:v>40400</c:v>
                </c:pt>
                <c:pt idx="1683">
                  <c:v>40401</c:v>
                </c:pt>
                <c:pt idx="1684">
                  <c:v>40402</c:v>
                </c:pt>
                <c:pt idx="1685">
                  <c:v>40403</c:v>
                </c:pt>
                <c:pt idx="1686">
                  <c:v>40404</c:v>
                </c:pt>
                <c:pt idx="1687">
                  <c:v>40405</c:v>
                </c:pt>
                <c:pt idx="1688">
                  <c:v>40406</c:v>
                </c:pt>
                <c:pt idx="1689">
                  <c:v>40407</c:v>
                </c:pt>
                <c:pt idx="1690">
                  <c:v>40408</c:v>
                </c:pt>
                <c:pt idx="1691">
                  <c:v>40409</c:v>
                </c:pt>
                <c:pt idx="1692">
                  <c:v>40410</c:v>
                </c:pt>
                <c:pt idx="1693">
                  <c:v>40411</c:v>
                </c:pt>
                <c:pt idx="1694">
                  <c:v>40412</c:v>
                </c:pt>
                <c:pt idx="1695">
                  <c:v>40413</c:v>
                </c:pt>
                <c:pt idx="1696">
                  <c:v>40414</c:v>
                </c:pt>
                <c:pt idx="1697">
                  <c:v>40415</c:v>
                </c:pt>
                <c:pt idx="1698">
                  <c:v>40416</c:v>
                </c:pt>
                <c:pt idx="1699">
                  <c:v>40417</c:v>
                </c:pt>
                <c:pt idx="1700">
                  <c:v>40418</c:v>
                </c:pt>
                <c:pt idx="1701">
                  <c:v>40419</c:v>
                </c:pt>
                <c:pt idx="1702">
                  <c:v>40420</c:v>
                </c:pt>
                <c:pt idx="1703">
                  <c:v>40421</c:v>
                </c:pt>
                <c:pt idx="1704">
                  <c:v>40422</c:v>
                </c:pt>
                <c:pt idx="1705">
                  <c:v>40423</c:v>
                </c:pt>
                <c:pt idx="1706">
                  <c:v>40424</c:v>
                </c:pt>
                <c:pt idx="1707">
                  <c:v>40425</c:v>
                </c:pt>
                <c:pt idx="1708">
                  <c:v>40426</c:v>
                </c:pt>
                <c:pt idx="1709">
                  <c:v>40427</c:v>
                </c:pt>
                <c:pt idx="1710">
                  <c:v>40428</c:v>
                </c:pt>
                <c:pt idx="1711">
                  <c:v>40429</c:v>
                </c:pt>
                <c:pt idx="1712">
                  <c:v>40430</c:v>
                </c:pt>
                <c:pt idx="1713">
                  <c:v>40431</c:v>
                </c:pt>
                <c:pt idx="1714">
                  <c:v>40432</c:v>
                </c:pt>
                <c:pt idx="1715">
                  <c:v>40433</c:v>
                </c:pt>
                <c:pt idx="1716">
                  <c:v>40434</c:v>
                </c:pt>
                <c:pt idx="1717">
                  <c:v>40435</c:v>
                </c:pt>
                <c:pt idx="1718">
                  <c:v>40436</c:v>
                </c:pt>
                <c:pt idx="1719">
                  <c:v>40437</c:v>
                </c:pt>
                <c:pt idx="1720">
                  <c:v>40438</c:v>
                </c:pt>
                <c:pt idx="1721">
                  <c:v>40439</c:v>
                </c:pt>
                <c:pt idx="1722">
                  <c:v>40440</c:v>
                </c:pt>
                <c:pt idx="1723">
                  <c:v>40441</c:v>
                </c:pt>
                <c:pt idx="1724">
                  <c:v>40442</c:v>
                </c:pt>
                <c:pt idx="1725">
                  <c:v>40443</c:v>
                </c:pt>
                <c:pt idx="1726">
                  <c:v>40444</c:v>
                </c:pt>
                <c:pt idx="1727">
                  <c:v>40445</c:v>
                </c:pt>
                <c:pt idx="1728">
                  <c:v>40446</c:v>
                </c:pt>
                <c:pt idx="1729">
                  <c:v>40447</c:v>
                </c:pt>
                <c:pt idx="1730">
                  <c:v>40448</c:v>
                </c:pt>
                <c:pt idx="1731">
                  <c:v>40449</c:v>
                </c:pt>
                <c:pt idx="1732">
                  <c:v>40450</c:v>
                </c:pt>
                <c:pt idx="1733">
                  <c:v>40451</c:v>
                </c:pt>
                <c:pt idx="1734">
                  <c:v>40452</c:v>
                </c:pt>
                <c:pt idx="1735">
                  <c:v>40453</c:v>
                </c:pt>
                <c:pt idx="1736">
                  <c:v>40454</c:v>
                </c:pt>
                <c:pt idx="1737">
                  <c:v>40455</c:v>
                </c:pt>
                <c:pt idx="1738">
                  <c:v>40456</c:v>
                </c:pt>
                <c:pt idx="1739">
                  <c:v>40457</c:v>
                </c:pt>
                <c:pt idx="1740">
                  <c:v>40458</c:v>
                </c:pt>
                <c:pt idx="1741">
                  <c:v>40459</c:v>
                </c:pt>
                <c:pt idx="1742">
                  <c:v>40460</c:v>
                </c:pt>
                <c:pt idx="1743">
                  <c:v>40461</c:v>
                </c:pt>
                <c:pt idx="1744">
                  <c:v>40462</c:v>
                </c:pt>
                <c:pt idx="1745">
                  <c:v>40463</c:v>
                </c:pt>
                <c:pt idx="1746">
                  <c:v>40464</c:v>
                </c:pt>
                <c:pt idx="1747">
                  <c:v>40465</c:v>
                </c:pt>
                <c:pt idx="1748">
                  <c:v>40466</c:v>
                </c:pt>
                <c:pt idx="1749">
                  <c:v>40467</c:v>
                </c:pt>
                <c:pt idx="1750">
                  <c:v>40468</c:v>
                </c:pt>
                <c:pt idx="1751">
                  <c:v>40469</c:v>
                </c:pt>
                <c:pt idx="1752">
                  <c:v>40470</c:v>
                </c:pt>
                <c:pt idx="1753">
                  <c:v>40471</c:v>
                </c:pt>
                <c:pt idx="1754">
                  <c:v>40472</c:v>
                </c:pt>
                <c:pt idx="1755">
                  <c:v>40473</c:v>
                </c:pt>
                <c:pt idx="1756">
                  <c:v>40474</c:v>
                </c:pt>
                <c:pt idx="1757">
                  <c:v>40475</c:v>
                </c:pt>
                <c:pt idx="1758">
                  <c:v>40476</c:v>
                </c:pt>
                <c:pt idx="1759">
                  <c:v>40477</c:v>
                </c:pt>
                <c:pt idx="1760">
                  <c:v>40478</c:v>
                </c:pt>
                <c:pt idx="1761">
                  <c:v>40479</c:v>
                </c:pt>
                <c:pt idx="1762">
                  <c:v>40480</c:v>
                </c:pt>
                <c:pt idx="1763">
                  <c:v>40481</c:v>
                </c:pt>
                <c:pt idx="1764">
                  <c:v>40482</c:v>
                </c:pt>
                <c:pt idx="1765">
                  <c:v>40483</c:v>
                </c:pt>
                <c:pt idx="1766">
                  <c:v>40484</c:v>
                </c:pt>
                <c:pt idx="1767">
                  <c:v>40485</c:v>
                </c:pt>
                <c:pt idx="1768">
                  <c:v>40486</c:v>
                </c:pt>
                <c:pt idx="1769">
                  <c:v>40487</c:v>
                </c:pt>
                <c:pt idx="1770">
                  <c:v>40488</c:v>
                </c:pt>
                <c:pt idx="1771">
                  <c:v>40489</c:v>
                </c:pt>
                <c:pt idx="1772">
                  <c:v>40490</c:v>
                </c:pt>
                <c:pt idx="1773">
                  <c:v>40491</c:v>
                </c:pt>
                <c:pt idx="1774">
                  <c:v>40492</c:v>
                </c:pt>
                <c:pt idx="1775">
                  <c:v>40493</c:v>
                </c:pt>
                <c:pt idx="1776">
                  <c:v>40494</c:v>
                </c:pt>
                <c:pt idx="1777">
                  <c:v>40495</c:v>
                </c:pt>
                <c:pt idx="1778">
                  <c:v>40496</c:v>
                </c:pt>
                <c:pt idx="1779">
                  <c:v>40497</c:v>
                </c:pt>
                <c:pt idx="1780">
                  <c:v>40498</c:v>
                </c:pt>
                <c:pt idx="1781">
                  <c:v>40499</c:v>
                </c:pt>
                <c:pt idx="1782">
                  <c:v>40500</c:v>
                </c:pt>
                <c:pt idx="1783">
                  <c:v>40501</c:v>
                </c:pt>
                <c:pt idx="1784">
                  <c:v>40502</c:v>
                </c:pt>
                <c:pt idx="1785">
                  <c:v>40503</c:v>
                </c:pt>
                <c:pt idx="1786">
                  <c:v>40504</c:v>
                </c:pt>
                <c:pt idx="1787">
                  <c:v>40505</c:v>
                </c:pt>
                <c:pt idx="1788">
                  <c:v>40506</c:v>
                </c:pt>
                <c:pt idx="1789">
                  <c:v>40507</c:v>
                </c:pt>
                <c:pt idx="1790">
                  <c:v>40508</c:v>
                </c:pt>
                <c:pt idx="1791">
                  <c:v>40509</c:v>
                </c:pt>
                <c:pt idx="1792">
                  <c:v>40510</c:v>
                </c:pt>
                <c:pt idx="1793">
                  <c:v>40511</c:v>
                </c:pt>
                <c:pt idx="1794">
                  <c:v>40512</c:v>
                </c:pt>
                <c:pt idx="1795">
                  <c:v>40513</c:v>
                </c:pt>
                <c:pt idx="1796">
                  <c:v>40514</c:v>
                </c:pt>
                <c:pt idx="1797">
                  <c:v>40515</c:v>
                </c:pt>
                <c:pt idx="1798">
                  <c:v>40516</c:v>
                </c:pt>
                <c:pt idx="1799">
                  <c:v>40517</c:v>
                </c:pt>
                <c:pt idx="1800">
                  <c:v>40518</c:v>
                </c:pt>
                <c:pt idx="1801">
                  <c:v>40519</c:v>
                </c:pt>
                <c:pt idx="1802">
                  <c:v>40520</c:v>
                </c:pt>
                <c:pt idx="1803">
                  <c:v>40521</c:v>
                </c:pt>
                <c:pt idx="1804">
                  <c:v>40522</c:v>
                </c:pt>
                <c:pt idx="1805">
                  <c:v>40523</c:v>
                </c:pt>
                <c:pt idx="1806">
                  <c:v>40524</c:v>
                </c:pt>
                <c:pt idx="1807">
                  <c:v>40525</c:v>
                </c:pt>
                <c:pt idx="1808">
                  <c:v>40526</c:v>
                </c:pt>
                <c:pt idx="1809">
                  <c:v>40527</c:v>
                </c:pt>
                <c:pt idx="1810">
                  <c:v>40528</c:v>
                </c:pt>
                <c:pt idx="1811">
                  <c:v>40529</c:v>
                </c:pt>
                <c:pt idx="1812">
                  <c:v>40530</c:v>
                </c:pt>
                <c:pt idx="1813">
                  <c:v>40531</c:v>
                </c:pt>
                <c:pt idx="1814">
                  <c:v>40532</c:v>
                </c:pt>
                <c:pt idx="1815">
                  <c:v>40533</c:v>
                </c:pt>
                <c:pt idx="1816">
                  <c:v>40534</c:v>
                </c:pt>
                <c:pt idx="1817">
                  <c:v>40535</c:v>
                </c:pt>
                <c:pt idx="1818">
                  <c:v>40536</c:v>
                </c:pt>
                <c:pt idx="1819">
                  <c:v>40537</c:v>
                </c:pt>
                <c:pt idx="1820">
                  <c:v>40538</c:v>
                </c:pt>
                <c:pt idx="1821">
                  <c:v>40539</c:v>
                </c:pt>
                <c:pt idx="1822">
                  <c:v>40540</c:v>
                </c:pt>
                <c:pt idx="1823">
                  <c:v>40541</c:v>
                </c:pt>
                <c:pt idx="1824">
                  <c:v>40542</c:v>
                </c:pt>
                <c:pt idx="1825">
                  <c:v>40543</c:v>
                </c:pt>
                <c:pt idx="1826">
                  <c:v>40544</c:v>
                </c:pt>
                <c:pt idx="1827">
                  <c:v>40545</c:v>
                </c:pt>
                <c:pt idx="1828">
                  <c:v>40546</c:v>
                </c:pt>
                <c:pt idx="1829">
                  <c:v>40547</c:v>
                </c:pt>
                <c:pt idx="1830">
                  <c:v>40548</c:v>
                </c:pt>
                <c:pt idx="1831">
                  <c:v>40549</c:v>
                </c:pt>
                <c:pt idx="1832">
                  <c:v>40550</c:v>
                </c:pt>
                <c:pt idx="1833">
                  <c:v>40551</c:v>
                </c:pt>
                <c:pt idx="1834">
                  <c:v>40552</c:v>
                </c:pt>
                <c:pt idx="1835">
                  <c:v>40553</c:v>
                </c:pt>
                <c:pt idx="1836">
                  <c:v>40554</c:v>
                </c:pt>
                <c:pt idx="1837">
                  <c:v>40555</c:v>
                </c:pt>
                <c:pt idx="1838">
                  <c:v>40556</c:v>
                </c:pt>
                <c:pt idx="1839">
                  <c:v>40557</c:v>
                </c:pt>
                <c:pt idx="1840">
                  <c:v>40558</c:v>
                </c:pt>
                <c:pt idx="1841">
                  <c:v>40559</c:v>
                </c:pt>
                <c:pt idx="1842">
                  <c:v>40560</c:v>
                </c:pt>
                <c:pt idx="1843">
                  <c:v>40561</c:v>
                </c:pt>
                <c:pt idx="1844">
                  <c:v>40562</c:v>
                </c:pt>
                <c:pt idx="1845">
                  <c:v>40563</c:v>
                </c:pt>
                <c:pt idx="1846">
                  <c:v>40564</c:v>
                </c:pt>
                <c:pt idx="1847">
                  <c:v>40565</c:v>
                </c:pt>
                <c:pt idx="1848">
                  <c:v>40566</c:v>
                </c:pt>
                <c:pt idx="1849">
                  <c:v>40567</c:v>
                </c:pt>
                <c:pt idx="1850">
                  <c:v>40568</c:v>
                </c:pt>
                <c:pt idx="1851">
                  <c:v>40569</c:v>
                </c:pt>
                <c:pt idx="1852">
                  <c:v>40570</c:v>
                </c:pt>
                <c:pt idx="1853">
                  <c:v>40571</c:v>
                </c:pt>
                <c:pt idx="1854">
                  <c:v>40572</c:v>
                </c:pt>
                <c:pt idx="1855">
                  <c:v>40573</c:v>
                </c:pt>
                <c:pt idx="1856">
                  <c:v>40574</c:v>
                </c:pt>
                <c:pt idx="1857">
                  <c:v>40575</c:v>
                </c:pt>
                <c:pt idx="1858">
                  <c:v>40576</c:v>
                </c:pt>
                <c:pt idx="1859">
                  <c:v>40577</c:v>
                </c:pt>
                <c:pt idx="1860">
                  <c:v>40578</c:v>
                </c:pt>
                <c:pt idx="1861">
                  <c:v>40579</c:v>
                </c:pt>
                <c:pt idx="1862">
                  <c:v>40580</c:v>
                </c:pt>
                <c:pt idx="1863">
                  <c:v>40581</c:v>
                </c:pt>
                <c:pt idx="1864">
                  <c:v>40582</c:v>
                </c:pt>
                <c:pt idx="1865">
                  <c:v>40583</c:v>
                </c:pt>
                <c:pt idx="1866">
                  <c:v>40584</c:v>
                </c:pt>
                <c:pt idx="1867">
                  <c:v>40585</c:v>
                </c:pt>
                <c:pt idx="1868">
                  <c:v>40586</c:v>
                </c:pt>
                <c:pt idx="1869">
                  <c:v>40587</c:v>
                </c:pt>
                <c:pt idx="1870">
                  <c:v>40588</c:v>
                </c:pt>
                <c:pt idx="1871">
                  <c:v>40589</c:v>
                </c:pt>
                <c:pt idx="1872">
                  <c:v>40590</c:v>
                </c:pt>
                <c:pt idx="1873">
                  <c:v>40591</c:v>
                </c:pt>
                <c:pt idx="1874">
                  <c:v>40592</c:v>
                </c:pt>
                <c:pt idx="1875">
                  <c:v>40593</c:v>
                </c:pt>
                <c:pt idx="1876">
                  <c:v>40594</c:v>
                </c:pt>
                <c:pt idx="1877">
                  <c:v>40595</c:v>
                </c:pt>
                <c:pt idx="1878">
                  <c:v>40596</c:v>
                </c:pt>
                <c:pt idx="1879">
                  <c:v>40597</c:v>
                </c:pt>
                <c:pt idx="1880">
                  <c:v>40598</c:v>
                </c:pt>
                <c:pt idx="1881">
                  <c:v>40599</c:v>
                </c:pt>
                <c:pt idx="1882">
                  <c:v>40600</c:v>
                </c:pt>
                <c:pt idx="1883">
                  <c:v>40601</c:v>
                </c:pt>
                <c:pt idx="1884">
                  <c:v>40602</c:v>
                </c:pt>
                <c:pt idx="1885">
                  <c:v>40603</c:v>
                </c:pt>
                <c:pt idx="1886">
                  <c:v>40604</c:v>
                </c:pt>
                <c:pt idx="1887">
                  <c:v>40605</c:v>
                </c:pt>
                <c:pt idx="1888">
                  <c:v>40606</c:v>
                </c:pt>
                <c:pt idx="1889">
                  <c:v>40607</c:v>
                </c:pt>
                <c:pt idx="1890">
                  <c:v>40608</c:v>
                </c:pt>
                <c:pt idx="1891">
                  <c:v>40609</c:v>
                </c:pt>
                <c:pt idx="1892">
                  <c:v>40610</c:v>
                </c:pt>
                <c:pt idx="1893">
                  <c:v>40611</c:v>
                </c:pt>
                <c:pt idx="1894">
                  <c:v>40612</c:v>
                </c:pt>
                <c:pt idx="1895">
                  <c:v>40613</c:v>
                </c:pt>
                <c:pt idx="1896">
                  <c:v>40614</c:v>
                </c:pt>
                <c:pt idx="1897">
                  <c:v>40615</c:v>
                </c:pt>
                <c:pt idx="1898">
                  <c:v>40616</c:v>
                </c:pt>
                <c:pt idx="1899">
                  <c:v>40617</c:v>
                </c:pt>
                <c:pt idx="1900">
                  <c:v>40618</c:v>
                </c:pt>
                <c:pt idx="1901">
                  <c:v>40619</c:v>
                </c:pt>
                <c:pt idx="1902">
                  <c:v>40620</c:v>
                </c:pt>
                <c:pt idx="1903">
                  <c:v>40621</c:v>
                </c:pt>
                <c:pt idx="1904">
                  <c:v>40622</c:v>
                </c:pt>
                <c:pt idx="1905">
                  <c:v>40623</c:v>
                </c:pt>
                <c:pt idx="1906">
                  <c:v>40624</c:v>
                </c:pt>
                <c:pt idx="1907">
                  <c:v>40625</c:v>
                </c:pt>
                <c:pt idx="1908">
                  <c:v>40626</c:v>
                </c:pt>
                <c:pt idx="1909">
                  <c:v>40627</c:v>
                </c:pt>
                <c:pt idx="1910">
                  <c:v>40628</c:v>
                </c:pt>
                <c:pt idx="1911">
                  <c:v>40629</c:v>
                </c:pt>
                <c:pt idx="1912">
                  <c:v>40630</c:v>
                </c:pt>
                <c:pt idx="1913">
                  <c:v>40631</c:v>
                </c:pt>
                <c:pt idx="1914">
                  <c:v>40632</c:v>
                </c:pt>
                <c:pt idx="1915">
                  <c:v>40633</c:v>
                </c:pt>
                <c:pt idx="1916">
                  <c:v>40634</c:v>
                </c:pt>
                <c:pt idx="1917">
                  <c:v>40635</c:v>
                </c:pt>
                <c:pt idx="1918">
                  <c:v>40636</c:v>
                </c:pt>
                <c:pt idx="1919">
                  <c:v>40637</c:v>
                </c:pt>
                <c:pt idx="1920">
                  <c:v>40638</c:v>
                </c:pt>
                <c:pt idx="1921">
                  <c:v>40639</c:v>
                </c:pt>
                <c:pt idx="1922">
                  <c:v>40640</c:v>
                </c:pt>
                <c:pt idx="1923">
                  <c:v>40641</c:v>
                </c:pt>
                <c:pt idx="1924">
                  <c:v>40642</c:v>
                </c:pt>
                <c:pt idx="1925">
                  <c:v>40643</c:v>
                </c:pt>
                <c:pt idx="1926">
                  <c:v>40644</c:v>
                </c:pt>
                <c:pt idx="1927">
                  <c:v>40645</c:v>
                </c:pt>
                <c:pt idx="1928">
                  <c:v>40646</c:v>
                </c:pt>
                <c:pt idx="1929">
                  <c:v>40647</c:v>
                </c:pt>
                <c:pt idx="1930">
                  <c:v>40648</c:v>
                </c:pt>
                <c:pt idx="1931">
                  <c:v>40649</c:v>
                </c:pt>
                <c:pt idx="1932">
                  <c:v>40650</c:v>
                </c:pt>
                <c:pt idx="1933">
                  <c:v>40651</c:v>
                </c:pt>
                <c:pt idx="1934">
                  <c:v>40652</c:v>
                </c:pt>
                <c:pt idx="1935">
                  <c:v>40653</c:v>
                </c:pt>
                <c:pt idx="1936">
                  <c:v>40654</c:v>
                </c:pt>
                <c:pt idx="1937">
                  <c:v>40655</c:v>
                </c:pt>
                <c:pt idx="1938">
                  <c:v>40656</c:v>
                </c:pt>
                <c:pt idx="1939">
                  <c:v>40657</c:v>
                </c:pt>
                <c:pt idx="1940">
                  <c:v>40658</c:v>
                </c:pt>
                <c:pt idx="1941">
                  <c:v>40659</c:v>
                </c:pt>
                <c:pt idx="1942">
                  <c:v>40660</c:v>
                </c:pt>
                <c:pt idx="1943">
                  <c:v>40661</c:v>
                </c:pt>
                <c:pt idx="1944">
                  <c:v>40662</c:v>
                </c:pt>
                <c:pt idx="1945">
                  <c:v>40663</c:v>
                </c:pt>
                <c:pt idx="1946">
                  <c:v>40664</c:v>
                </c:pt>
                <c:pt idx="1947">
                  <c:v>40665</c:v>
                </c:pt>
                <c:pt idx="1948">
                  <c:v>40666</c:v>
                </c:pt>
                <c:pt idx="1949">
                  <c:v>40667</c:v>
                </c:pt>
                <c:pt idx="1950">
                  <c:v>40668</c:v>
                </c:pt>
                <c:pt idx="1951">
                  <c:v>40669</c:v>
                </c:pt>
                <c:pt idx="1952">
                  <c:v>40670</c:v>
                </c:pt>
                <c:pt idx="1953">
                  <c:v>40671</c:v>
                </c:pt>
                <c:pt idx="1954">
                  <c:v>40672</c:v>
                </c:pt>
                <c:pt idx="1955">
                  <c:v>40673</c:v>
                </c:pt>
                <c:pt idx="1956">
                  <c:v>40674</c:v>
                </c:pt>
                <c:pt idx="1957">
                  <c:v>40675</c:v>
                </c:pt>
                <c:pt idx="1958">
                  <c:v>40676</c:v>
                </c:pt>
                <c:pt idx="1959">
                  <c:v>40677</c:v>
                </c:pt>
                <c:pt idx="1960">
                  <c:v>40678</c:v>
                </c:pt>
                <c:pt idx="1961">
                  <c:v>40679</c:v>
                </c:pt>
                <c:pt idx="1962">
                  <c:v>40680</c:v>
                </c:pt>
                <c:pt idx="1963">
                  <c:v>40681</c:v>
                </c:pt>
                <c:pt idx="1964">
                  <c:v>40682</c:v>
                </c:pt>
                <c:pt idx="1965">
                  <c:v>40683</c:v>
                </c:pt>
                <c:pt idx="1966">
                  <c:v>40684</c:v>
                </c:pt>
                <c:pt idx="1967">
                  <c:v>40685</c:v>
                </c:pt>
                <c:pt idx="1968">
                  <c:v>40686</c:v>
                </c:pt>
                <c:pt idx="1969">
                  <c:v>40687</c:v>
                </c:pt>
                <c:pt idx="1970">
                  <c:v>40688</c:v>
                </c:pt>
                <c:pt idx="1971">
                  <c:v>40689</c:v>
                </c:pt>
                <c:pt idx="1972">
                  <c:v>40690</c:v>
                </c:pt>
                <c:pt idx="1973">
                  <c:v>40691</c:v>
                </c:pt>
                <c:pt idx="1974">
                  <c:v>40692</c:v>
                </c:pt>
                <c:pt idx="1975">
                  <c:v>40693</c:v>
                </c:pt>
                <c:pt idx="1976">
                  <c:v>40694</c:v>
                </c:pt>
                <c:pt idx="1977">
                  <c:v>40695</c:v>
                </c:pt>
                <c:pt idx="1978">
                  <c:v>40696</c:v>
                </c:pt>
                <c:pt idx="1979">
                  <c:v>40697</c:v>
                </c:pt>
                <c:pt idx="1980">
                  <c:v>40698</c:v>
                </c:pt>
                <c:pt idx="1981">
                  <c:v>40699</c:v>
                </c:pt>
                <c:pt idx="1982">
                  <c:v>40700</c:v>
                </c:pt>
                <c:pt idx="1983">
                  <c:v>40701</c:v>
                </c:pt>
                <c:pt idx="1984">
                  <c:v>40702</c:v>
                </c:pt>
                <c:pt idx="1985">
                  <c:v>40703</c:v>
                </c:pt>
                <c:pt idx="1986">
                  <c:v>40704</c:v>
                </c:pt>
                <c:pt idx="1987">
                  <c:v>40705</c:v>
                </c:pt>
                <c:pt idx="1988">
                  <c:v>40706</c:v>
                </c:pt>
                <c:pt idx="1989">
                  <c:v>40707</c:v>
                </c:pt>
                <c:pt idx="1990">
                  <c:v>40708</c:v>
                </c:pt>
                <c:pt idx="1991">
                  <c:v>40709</c:v>
                </c:pt>
                <c:pt idx="1992">
                  <c:v>40710</c:v>
                </c:pt>
                <c:pt idx="1993">
                  <c:v>40711</c:v>
                </c:pt>
                <c:pt idx="1994">
                  <c:v>40712</c:v>
                </c:pt>
                <c:pt idx="1995">
                  <c:v>40713</c:v>
                </c:pt>
                <c:pt idx="1996">
                  <c:v>40714</c:v>
                </c:pt>
                <c:pt idx="1997">
                  <c:v>40715</c:v>
                </c:pt>
                <c:pt idx="1998">
                  <c:v>40716</c:v>
                </c:pt>
                <c:pt idx="1999">
                  <c:v>40717</c:v>
                </c:pt>
                <c:pt idx="2000">
                  <c:v>40718</c:v>
                </c:pt>
                <c:pt idx="2001">
                  <c:v>40719</c:v>
                </c:pt>
                <c:pt idx="2002">
                  <c:v>40720</c:v>
                </c:pt>
                <c:pt idx="2003">
                  <c:v>40721</c:v>
                </c:pt>
                <c:pt idx="2004">
                  <c:v>40722</c:v>
                </c:pt>
                <c:pt idx="2005">
                  <c:v>40723</c:v>
                </c:pt>
                <c:pt idx="2006">
                  <c:v>40724</c:v>
                </c:pt>
                <c:pt idx="2007">
                  <c:v>40725</c:v>
                </c:pt>
                <c:pt idx="2008">
                  <c:v>40726</c:v>
                </c:pt>
                <c:pt idx="2009">
                  <c:v>40727</c:v>
                </c:pt>
                <c:pt idx="2010">
                  <c:v>40728</c:v>
                </c:pt>
                <c:pt idx="2011">
                  <c:v>40729</c:v>
                </c:pt>
                <c:pt idx="2012">
                  <c:v>40730</c:v>
                </c:pt>
                <c:pt idx="2013">
                  <c:v>40731</c:v>
                </c:pt>
                <c:pt idx="2014">
                  <c:v>40732</c:v>
                </c:pt>
                <c:pt idx="2015">
                  <c:v>40733</c:v>
                </c:pt>
                <c:pt idx="2016">
                  <c:v>40734</c:v>
                </c:pt>
                <c:pt idx="2017">
                  <c:v>40735</c:v>
                </c:pt>
                <c:pt idx="2018">
                  <c:v>40736</c:v>
                </c:pt>
                <c:pt idx="2019">
                  <c:v>40737</c:v>
                </c:pt>
                <c:pt idx="2020">
                  <c:v>40738</c:v>
                </c:pt>
                <c:pt idx="2021">
                  <c:v>40739</c:v>
                </c:pt>
                <c:pt idx="2022">
                  <c:v>40740</c:v>
                </c:pt>
                <c:pt idx="2023">
                  <c:v>40741</c:v>
                </c:pt>
                <c:pt idx="2024">
                  <c:v>40742</c:v>
                </c:pt>
                <c:pt idx="2025">
                  <c:v>40743</c:v>
                </c:pt>
                <c:pt idx="2026">
                  <c:v>40744</c:v>
                </c:pt>
                <c:pt idx="2027">
                  <c:v>40745</c:v>
                </c:pt>
                <c:pt idx="2028">
                  <c:v>40746</c:v>
                </c:pt>
                <c:pt idx="2029">
                  <c:v>40747</c:v>
                </c:pt>
                <c:pt idx="2030">
                  <c:v>40748</c:v>
                </c:pt>
                <c:pt idx="2031">
                  <c:v>40749</c:v>
                </c:pt>
                <c:pt idx="2032">
                  <c:v>40750</c:v>
                </c:pt>
                <c:pt idx="2033">
                  <c:v>40751</c:v>
                </c:pt>
                <c:pt idx="2034">
                  <c:v>40752</c:v>
                </c:pt>
                <c:pt idx="2035">
                  <c:v>40753</c:v>
                </c:pt>
                <c:pt idx="2036">
                  <c:v>40754</c:v>
                </c:pt>
                <c:pt idx="2037">
                  <c:v>40755</c:v>
                </c:pt>
                <c:pt idx="2038">
                  <c:v>40756</c:v>
                </c:pt>
                <c:pt idx="2039">
                  <c:v>40757</c:v>
                </c:pt>
                <c:pt idx="2040">
                  <c:v>40758</c:v>
                </c:pt>
                <c:pt idx="2041">
                  <c:v>40759</c:v>
                </c:pt>
                <c:pt idx="2042">
                  <c:v>40760</c:v>
                </c:pt>
                <c:pt idx="2043">
                  <c:v>40761</c:v>
                </c:pt>
                <c:pt idx="2044">
                  <c:v>40762</c:v>
                </c:pt>
                <c:pt idx="2045">
                  <c:v>40763</c:v>
                </c:pt>
                <c:pt idx="2046">
                  <c:v>40764</c:v>
                </c:pt>
                <c:pt idx="2047">
                  <c:v>40765</c:v>
                </c:pt>
                <c:pt idx="2048">
                  <c:v>40766</c:v>
                </c:pt>
                <c:pt idx="2049">
                  <c:v>40767</c:v>
                </c:pt>
                <c:pt idx="2050">
                  <c:v>40768</c:v>
                </c:pt>
                <c:pt idx="2051">
                  <c:v>40769</c:v>
                </c:pt>
                <c:pt idx="2052">
                  <c:v>40770</c:v>
                </c:pt>
                <c:pt idx="2053">
                  <c:v>40771</c:v>
                </c:pt>
                <c:pt idx="2054">
                  <c:v>40772</c:v>
                </c:pt>
                <c:pt idx="2055">
                  <c:v>40773</c:v>
                </c:pt>
                <c:pt idx="2056">
                  <c:v>40774</c:v>
                </c:pt>
                <c:pt idx="2057">
                  <c:v>40775</c:v>
                </c:pt>
                <c:pt idx="2058">
                  <c:v>40776</c:v>
                </c:pt>
                <c:pt idx="2059">
                  <c:v>40777</c:v>
                </c:pt>
                <c:pt idx="2060">
                  <c:v>40778</c:v>
                </c:pt>
                <c:pt idx="2061">
                  <c:v>40779</c:v>
                </c:pt>
                <c:pt idx="2062">
                  <c:v>40780</c:v>
                </c:pt>
                <c:pt idx="2063">
                  <c:v>40781</c:v>
                </c:pt>
                <c:pt idx="2064">
                  <c:v>40782</c:v>
                </c:pt>
                <c:pt idx="2065">
                  <c:v>40783</c:v>
                </c:pt>
                <c:pt idx="2066">
                  <c:v>40784</c:v>
                </c:pt>
                <c:pt idx="2067">
                  <c:v>40785</c:v>
                </c:pt>
                <c:pt idx="2068">
                  <c:v>40786</c:v>
                </c:pt>
                <c:pt idx="2069">
                  <c:v>40787</c:v>
                </c:pt>
                <c:pt idx="2070">
                  <c:v>40788</c:v>
                </c:pt>
                <c:pt idx="2071">
                  <c:v>40789</c:v>
                </c:pt>
                <c:pt idx="2072">
                  <c:v>40790</c:v>
                </c:pt>
                <c:pt idx="2073">
                  <c:v>40791</c:v>
                </c:pt>
                <c:pt idx="2074">
                  <c:v>40792</c:v>
                </c:pt>
                <c:pt idx="2075">
                  <c:v>40793</c:v>
                </c:pt>
                <c:pt idx="2076">
                  <c:v>40794</c:v>
                </c:pt>
                <c:pt idx="2077">
                  <c:v>40795</c:v>
                </c:pt>
                <c:pt idx="2078">
                  <c:v>40796</c:v>
                </c:pt>
                <c:pt idx="2079">
                  <c:v>40797</c:v>
                </c:pt>
                <c:pt idx="2080">
                  <c:v>40798</c:v>
                </c:pt>
                <c:pt idx="2081">
                  <c:v>40799</c:v>
                </c:pt>
                <c:pt idx="2082">
                  <c:v>40800</c:v>
                </c:pt>
                <c:pt idx="2083">
                  <c:v>40801</c:v>
                </c:pt>
                <c:pt idx="2084">
                  <c:v>40802</c:v>
                </c:pt>
                <c:pt idx="2085">
                  <c:v>40803</c:v>
                </c:pt>
                <c:pt idx="2086">
                  <c:v>40804</c:v>
                </c:pt>
                <c:pt idx="2087">
                  <c:v>40805</c:v>
                </c:pt>
                <c:pt idx="2088">
                  <c:v>40806</c:v>
                </c:pt>
                <c:pt idx="2089">
                  <c:v>40807</c:v>
                </c:pt>
                <c:pt idx="2090">
                  <c:v>40808</c:v>
                </c:pt>
                <c:pt idx="2091">
                  <c:v>40809</c:v>
                </c:pt>
                <c:pt idx="2092">
                  <c:v>40810</c:v>
                </c:pt>
                <c:pt idx="2093">
                  <c:v>40811</c:v>
                </c:pt>
                <c:pt idx="2094">
                  <c:v>40812</c:v>
                </c:pt>
                <c:pt idx="2095">
                  <c:v>40813</c:v>
                </c:pt>
                <c:pt idx="2096">
                  <c:v>40814</c:v>
                </c:pt>
                <c:pt idx="2097">
                  <c:v>40815</c:v>
                </c:pt>
                <c:pt idx="2098">
                  <c:v>40816</c:v>
                </c:pt>
                <c:pt idx="2099">
                  <c:v>40817</c:v>
                </c:pt>
                <c:pt idx="2100">
                  <c:v>40818</c:v>
                </c:pt>
                <c:pt idx="2101">
                  <c:v>40819</c:v>
                </c:pt>
                <c:pt idx="2102">
                  <c:v>40820</c:v>
                </c:pt>
                <c:pt idx="2103">
                  <c:v>40821</c:v>
                </c:pt>
                <c:pt idx="2104">
                  <c:v>40822</c:v>
                </c:pt>
                <c:pt idx="2105">
                  <c:v>40823</c:v>
                </c:pt>
                <c:pt idx="2106">
                  <c:v>40824</c:v>
                </c:pt>
                <c:pt idx="2107">
                  <c:v>40825</c:v>
                </c:pt>
                <c:pt idx="2108">
                  <c:v>40826</c:v>
                </c:pt>
                <c:pt idx="2109">
                  <c:v>40827</c:v>
                </c:pt>
                <c:pt idx="2110">
                  <c:v>40828</c:v>
                </c:pt>
                <c:pt idx="2111">
                  <c:v>40829</c:v>
                </c:pt>
                <c:pt idx="2112">
                  <c:v>40830</c:v>
                </c:pt>
                <c:pt idx="2113">
                  <c:v>40831</c:v>
                </c:pt>
                <c:pt idx="2114">
                  <c:v>40832</c:v>
                </c:pt>
                <c:pt idx="2115">
                  <c:v>40833</c:v>
                </c:pt>
                <c:pt idx="2116">
                  <c:v>40834</c:v>
                </c:pt>
                <c:pt idx="2117">
                  <c:v>40835</c:v>
                </c:pt>
                <c:pt idx="2118">
                  <c:v>40836</c:v>
                </c:pt>
                <c:pt idx="2119">
                  <c:v>40837</c:v>
                </c:pt>
                <c:pt idx="2120">
                  <c:v>40838</c:v>
                </c:pt>
                <c:pt idx="2121">
                  <c:v>40839</c:v>
                </c:pt>
                <c:pt idx="2122">
                  <c:v>40840</c:v>
                </c:pt>
                <c:pt idx="2123">
                  <c:v>40841</c:v>
                </c:pt>
                <c:pt idx="2124">
                  <c:v>40842</c:v>
                </c:pt>
                <c:pt idx="2125">
                  <c:v>40843</c:v>
                </c:pt>
                <c:pt idx="2126">
                  <c:v>40844</c:v>
                </c:pt>
                <c:pt idx="2127">
                  <c:v>40845</c:v>
                </c:pt>
                <c:pt idx="2128">
                  <c:v>40846</c:v>
                </c:pt>
                <c:pt idx="2129">
                  <c:v>40847</c:v>
                </c:pt>
                <c:pt idx="2130">
                  <c:v>40848</c:v>
                </c:pt>
                <c:pt idx="2131">
                  <c:v>40849</c:v>
                </c:pt>
                <c:pt idx="2132">
                  <c:v>40850</c:v>
                </c:pt>
                <c:pt idx="2133">
                  <c:v>40851</c:v>
                </c:pt>
                <c:pt idx="2134">
                  <c:v>40852</c:v>
                </c:pt>
                <c:pt idx="2135">
                  <c:v>40853</c:v>
                </c:pt>
                <c:pt idx="2136">
                  <c:v>40854</c:v>
                </c:pt>
                <c:pt idx="2137">
                  <c:v>40855</c:v>
                </c:pt>
                <c:pt idx="2138">
                  <c:v>40856</c:v>
                </c:pt>
                <c:pt idx="2139">
                  <c:v>40857</c:v>
                </c:pt>
                <c:pt idx="2140">
                  <c:v>40858</c:v>
                </c:pt>
                <c:pt idx="2141">
                  <c:v>40859</c:v>
                </c:pt>
                <c:pt idx="2142">
                  <c:v>40860</c:v>
                </c:pt>
                <c:pt idx="2143">
                  <c:v>40861</c:v>
                </c:pt>
                <c:pt idx="2144">
                  <c:v>40862</c:v>
                </c:pt>
                <c:pt idx="2145">
                  <c:v>40863</c:v>
                </c:pt>
                <c:pt idx="2146">
                  <c:v>40864</c:v>
                </c:pt>
                <c:pt idx="2147">
                  <c:v>40865</c:v>
                </c:pt>
                <c:pt idx="2148">
                  <c:v>40866</c:v>
                </c:pt>
                <c:pt idx="2149">
                  <c:v>40867</c:v>
                </c:pt>
                <c:pt idx="2150">
                  <c:v>40868</c:v>
                </c:pt>
                <c:pt idx="2151">
                  <c:v>40869</c:v>
                </c:pt>
                <c:pt idx="2152">
                  <c:v>40870</c:v>
                </c:pt>
                <c:pt idx="2153">
                  <c:v>40871</c:v>
                </c:pt>
                <c:pt idx="2154">
                  <c:v>40872</c:v>
                </c:pt>
                <c:pt idx="2155">
                  <c:v>40873</c:v>
                </c:pt>
                <c:pt idx="2156">
                  <c:v>40874</c:v>
                </c:pt>
                <c:pt idx="2157">
                  <c:v>40875</c:v>
                </c:pt>
                <c:pt idx="2158">
                  <c:v>40876</c:v>
                </c:pt>
                <c:pt idx="2159">
                  <c:v>40877</c:v>
                </c:pt>
                <c:pt idx="2160">
                  <c:v>40878</c:v>
                </c:pt>
                <c:pt idx="2161">
                  <c:v>40879</c:v>
                </c:pt>
                <c:pt idx="2162">
                  <c:v>40880</c:v>
                </c:pt>
                <c:pt idx="2163">
                  <c:v>40881</c:v>
                </c:pt>
                <c:pt idx="2164">
                  <c:v>40882</c:v>
                </c:pt>
                <c:pt idx="2165">
                  <c:v>40883</c:v>
                </c:pt>
                <c:pt idx="2166">
                  <c:v>40884</c:v>
                </c:pt>
                <c:pt idx="2167">
                  <c:v>40885</c:v>
                </c:pt>
                <c:pt idx="2168">
                  <c:v>40886</c:v>
                </c:pt>
                <c:pt idx="2169">
                  <c:v>40887</c:v>
                </c:pt>
                <c:pt idx="2170">
                  <c:v>40888</c:v>
                </c:pt>
                <c:pt idx="2171">
                  <c:v>40889</c:v>
                </c:pt>
                <c:pt idx="2172">
                  <c:v>40890</c:v>
                </c:pt>
                <c:pt idx="2173">
                  <c:v>40891</c:v>
                </c:pt>
                <c:pt idx="2174">
                  <c:v>40892</c:v>
                </c:pt>
                <c:pt idx="2175">
                  <c:v>40893</c:v>
                </c:pt>
                <c:pt idx="2176">
                  <c:v>40894</c:v>
                </c:pt>
                <c:pt idx="2177">
                  <c:v>40895</c:v>
                </c:pt>
                <c:pt idx="2178">
                  <c:v>40896</c:v>
                </c:pt>
                <c:pt idx="2179">
                  <c:v>40897</c:v>
                </c:pt>
                <c:pt idx="2180">
                  <c:v>40898</c:v>
                </c:pt>
                <c:pt idx="2181">
                  <c:v>40899</c:v>
                </c:pt>
                <c:pt idx="2182">
                  <c:v>40900</c:v>
                </c:pt>
                <c:pt idx="2183">
                  <c:v>40901</c:v>
                </c:pt>
                <c:pt idx="2184">
                  <c:v>40902</c:v>
                </c:pt>
                <c:pt idx="2185">
                  <c:v>40903</c:v>
                </c:pt>
                <c:pt idx="2186">
                  <c:v>40904</c:v>
                </c:pt>
                <c:pt idx="2187">
                  <c:v>40905</c:v>
                </c:pt>
                <c:pt idx="2188">
                  <c:v>40906</c:v>
                </c:pt>
                <c:pt idx="2189">
                  <c:v>40907</c:v>
                </c:pt>
                <c:pt idx="2190">
                  <c:v>40908</c:v>
                </c:pt>
                <c:pt idx="2191">
                  <c:v>40909</c:v>
                </c:pt>
                <c:pt idx="2192">
                  <c:v>40910</c:v>
                </c:pt>
                <c:pt idx="2193">
                  <c:v>40911</c:v>
                </c:pt>
                <c:pt idx="2194">
                  <c:v>40912</c:v>
                </c:pt>
                <c:pt idx="2195">
                  <c:v>40913</c:v>
                </c:pt>
                <c:pt idx="2196">
                  <c:v>40914</c:v>
                </c:pt>
                <c:pt idx="2197">
                  <c:v>40915</c:v>
                </c:pt>
                <c:pt idx="2198">
                  <c:v>40916</c:v>
                </c:pt>
                <c:pt idx="2199">
                  <c:v>40917</c:v>
                </c:pt>
                <c:pt idx="2200">
                  <c:v>40918</c:v>
                </c:pt>
                <c:pt idx="2201">
                  <c:v>40919</c:v>
                </c:pt>
                <c:pt idx="2202">
                  <c:v>40920</c:v>
                </c:pt>
                <c:pt idx="2203">
                  <c:v>40921</c:v>
                </c:pt>
                <c:pt idx="2204">
                  <c:v>40922</c:v>
                </c:pt>
                <c:pt idx="2205">
                  <c:v>40923</c:v>
                </c:pt>
                <c:pt idx="2206">
                  <c:v>40924</c:v>
                </c:pt>
                <c:pt idx="2207">
                  <c:v>40925</c:v>
                </c:pt>
                <c:pt idx="2208">
                  <c:v>40926</c:v>
                </c:pt>
                <c:pt idx="2209">
                  <c:v>40927</c:v>
                </c:pt>
                <c:pt idx="2210">
                  <c:v>40928</c:v>
                </c:pt>
                <c:pt idx="2211">
                  <c:v>40929</c:v>
                </c:pt>
                <c:pt idx="2212">
                  <c:v>40930</c:v>
                </c:pt>
                <c:pt idx="2213">
                  <c:v>40931</c:v>
                </c:pt>
                <c:pt idx="2214">
                  <c:v>40932</c:v>
                </c:pt>
                <c:pt idx="2215">
                  <c:v>40933</c:v>
                </c:pt>
                <c:pt idx="2216">
                  <c:v>40934</c:v>
                </c:pt>
                <c:pt idx="2217">
                  <c:v>40935</c:v>
                </c:pt>
                <c:pt idx="2218">
                  <c:v>40936</c:v>
                </c:pt>
                <c:pt idx="2219">
                  <c:v>40937</c:v>
                </c:pt>
                <c:pt idx="2220">
                  <c:v>40938</c:v>
                </c:pt>
                <c:pt idx="2221">
                  <c:v>40939</c:v>
                </c:pt>
                <c:pt idx="2222">
                  <c:v>40940</c:v>
                </c:pt>
                <c:pt idx="2223">
                  <c:v>40941</c:v>
                </c:pt>
                <c:pt idx="2224">
                  <c:v>40942</c:v>
                </c:pt>
                <c:pt idx="2225">
                  <c:v>40943</c:v>
                </c:pt>
                <c:pt idx="2226">
                  <c:v>40944</c:v>
                </c:pt>
                <c:pt idx="2227">
                  <c:v>40945</c:v>
                </c:pt>
                <c:pt idx="2228">
                  <c:v>40946</c:v>
                </c:pt>
                <c:pt idx="2229">
                  <c:v>40947</c:v>
                </c:pt>
                <c:pt idx="2230">
                  <c:v>40948</c:v>
                </c:pt>
                <c:pt idx="2231">
                  <c:v>40949</c:v>
                </c:pt>
                <c:pt idx="2232">
                  <c:v>40950</c:v>
                </c:pt>
                <c:pt idx="2233">
                  <c:v>40951</c:v>
                </c:pt>
                <c:pt idx="2234">
                  <c:v>40952</c:v>
                </c:pt>
                <c:pt idx="2235">
                  <c:v>40953</c:v>
                </c:pt>
                <c:pt idx="2236">
                  <c:v>40954</c:v>
                </c:pt>
                <c:pt idx="2237">
                  <c:v>40955</c:v>
                </c:pt>
                <c:pt idx="2238">
                  <c:v>40956</c:v>
                </c:pt>
                <c:pt idx="2239">
                  <c:v>40957</c:v>
                </c:pt>
                <c:pt idx="2240">
                  <c:v>40958</c:v>
                </c:pt>
                <c:pt idx="2241">
                  <c:v>40959</c:v>
                </c:pt>
                <c:pt idx="2242">
                  <c:v>40960</c:v>
                </c:pt>
                <c:pt idx="2243">
                  <c:v>40961</c:v>
                </c:pt>
                <c:pt idx="2244">
                  <c:v>40962</c:v>
                </c:pt>
                <c:pt idx="2245">
                  <c:v>40963</c:v>
                </c:pt>
                <c:pt idx="2246">
                  <c:v>40964</c:v>
                </c:pt>
                <c:pt idx="2247">
                  <c:v>40965</c:v>
                </c:pt>
                <c:pt idx="2248">
                  <c:v>40966</c:v>
                </c:pt>
                <c:pt idx="2249">
                  <c:v>40967</c:v>
                </c:pt>
                <c:pt idx="2250">
                  <c:v>40968</c:v>
                </c:pt>
                <c:pt idx="2251">
                  <c:v>40969</c:v>
                </c:pt>
                <c:pt idx="2252">
                  <c:v>40970</c:v>
                </c:pt>
                <c:pt idx="2253">
                  <c:v>40971</c:v>
                </c:pt>
                <c:pt idx="2254">
                  <c:v>40972</c:v>
                </c:pt>
                <c:pt idx="2255">
                  <c:v>40973</c:v>
                </c:pt>
                <c:pt idx="2256">
                  <c:v>40974</c:v>
                </c:pt>
                <c:pt idx="2257">
                  <c:v>40975</c:v>
                </c:pt>
                <c:pt idx="2258">
                  <c:v>40976</c:v>
                </c:pt>
                <c:pt idx="2259">
                  <c:v>40977</c:v>
                </c:pt>
                <c:pt idx="2260">
                  <c:v>40978</c:v>
                </c:pt>
                <c:pt idx="2261">
                  <c:v>40979</c:v>
                </c:pt>
                <c:pt idx="2262">
                  <c:v>40980</c:v>
                </c:pt>
                <c:pt idx="2263">
                  <c:v>40981</c:v>
                </c:pt>
                <c:pt idx="2264">
                  <c:v>40982</c:v>
                </c:pt>
                <c:pt idx="2265">
                  <c:v>40983</c:v>
                </c:pt>
                <c:pt idx="2266">
                  <c:v>40984</c:v>
                </c:pt>
                <c:pt idx="2267">
                  <c:v>40985</c:v>
                </c:pt>
                <c:pt idx="2268">
                  <c:v>40986</c:v>
                </c:pt>
                <c:pt idx="2269">
                  <c:v>40987</c:v>
                </c:pt>
                <c:pt idx="2270">
                  <c:v>40988</c:v>
                </c:pt>
                <c:pt idx="2271">
                  <c:v>40989</c:v>
                </c:pt>
                <c:pt idx="2272">
                  <c:v>40990</c:v>
                </c:pt>
                <c:pt idx="2273">
                  <c:v>40991</c:v>
                </c:pt>
                <c:pt idx="2274">
                  <c:v>40992</c:v>
                </c:pt>
                <c:pt idx="2275">
                  <c:v>40993</c:v>
                </c:pt>
                <c:pt idx="2276">
                  <c:v>40994</c:v>
                </c:pt>
                <c:pt idx="2277">
                  <c:v>40995</c:v>
                </c:pt>
                <c:pt idx="2278">
                  <c:v>40996</c:v>
                </c:pt>
                <c:pt idx="2279">
                  <c:v>40997</c:v>
                </c:pt>
                <c:pt idx="2280">
                  <c:v>40998</c:v>
                </c:pt>
                <c:pt idx="2281">
                  <c:v>40999</c:v>
                </c:pt>
                <c:pt idx="2282">
                  <c:v>41000</c:v>
                </c:pt>
                <c:pt idx="2283">
                  <c:v>41001</c:v>
                </c:pt>
                <c:pt idx="2284">
                  <c:v>41002</c:v>
                </c:pt>
                <c:pt idx="2285">
                  <c:v>41003</c:v>
                </c:pt>
                <c:pt idx="2286">
                  <c:v>41004</c:v>
                </c:pt>
                <c:pt idx="2287">
                  <c:v>41005</c:v>
                </c:pt>
                <c:pt idx="2288">
                  <c:v>41006</c:v>
                </c:pt>
                <c:pt idx="2289">
                  <c:v>41007</c:v>
                </c:pt>
                <c:pt idx="2290">
                  <c:v>41008</c:v>
                </c:pt>
                <c:pt idx="2291">
                  <c:v>41009</c:v>
                </c:pt>
                <c:pt idx="2292">
                  <c:v>41010</c:v>
                </c:pt>
                <c:pt idx="2293">
                  <c:v>41011</c:v>
                </c:pt>
                <c:pt idx="2294">
                  <c:v>41012</c:v>
                </c:pt>
                <c:pt idx="2295">
                  <c:v>41013</c:v>
                </c:pt>
                <c:pt idx="2296">
                  <c:v>41014</c:v>
                </c:pt>
                <c:pt idx="2297">
                  <c:v>41015</c:v>
                </c:pt>
                <c:pt idx="2298">
                  <c:v>41016</c:v>
                </c:pt>
                <c:pt idx="2299">
                  <c:v>41017</c:v>
                </c:pt>
                <c:pt idx="2300">
                  <c:v>41018</c:v>
                </c:pt>
                <c:pt idx="2301">
                  <c:v>41019</c:v>
                </c:pt>
                <c:pt idx="2302">
                  <c:v>41020</c:v>
                </c:pt>
                <c:pt idx="2303">
                  <c:v>41021</c:v>
                </c:pt>
                <c:pt idx="2304">
                  <c:v>41022</c:v>
                </c:pt>
                <c:pt idx="2305">
                  <c:v>41023</c:v>
                </c:pt>
                <c:pt idx="2306">
                  <c:v>41024</c:v>
                </c:pt>
                <c:pt idx="2307">
                  <c:v>41025</c:v>
                </c:pt>
                <c:pt idx="2308">
                  <c:v>41026</c:v>
                </c:pt>
                <c:pt idx="2309">
                  <c:v>41027</c:v>
                </c:pt>
                <c:pt idx="2310">
                  <c:v>41028</c:v>
                </c:pt>
                <c:pt idx="2311">
                  <c:v>41029</c:v>
                </c:pt>
                <c:pt idx="2312">
                  <c:v>41030</c:v>
                </c:pt>
                <c:pt idx="2313">
                  <c:v>41031</c:v>
                </c:pt>
                <c:pt idx="2314">
                  <c:v>41032</c:v>
                </c:pt>
                <c:pt idx="2315">
                  <c:v>41033</c:v>
                </c:pt>
                <c:pt idx="2316">
                  <c:v>41034</c:v>
                </c:pt>
                <c:pt idx="2317">
                  <c:v>41035</c:v>
                </c:pt>
                <c:pt idx="2318">
                  <c:v>41036</c:v>
                </c:pt>
                <c:pt idx="2319">
                  <c:v>41037</c:v>
                </c:pt>
                <c:pt idx="2320">
                  <c:v>41038</c:v>
                </c:pt>
                <c:pt idx="2321">
                  <c:v>41039</c:v>
                </c:pt>
                <c:pt idx="2322">
                  <c:v>41040</c:v>
                </c:pt>
                <c:pt idx="2323">
                  <c:v>41041</c:v>
                </c:pt>
                <c:pt idx="2324">
                  <c:v>41042</c:v>
                </c:pt>
                <c:pt idx="2325">
                  <c:v>41043</c:v>
                </c:pt>
                <c:pt idx="2326">
                  <c:v>41044</c:v>
                </c:pt>
                <c:pt idx="2327">
                  <c:v>41045</c:v>
                </c:pt>
                <c:pt idx="2328">
                  <c:v>41046</c:v>
                </c:pt>
                <c:pt idx="2329">
                  <c:v>41047</c:v>
                </c:pt>
                <c:pt idx="2330">
                  <c:v>41048</c:v>
                </c:pt>
                <c:pt idx="2331">
                  <c:v>41049</c:v>
                </c:pt>
                <c:pt idx="2332">
                  <c:v>41050</c:v>
                </c:pt>
                <c:pt idx="2333">
                  <c:v>41051</c:v>
                </c:pt>
                <c:pt idx="2334">
                  <c:v>41052</c:v>
                </c:pt>
                <c:pt idx="2335">
                  <c:v>41053</c:v>
                </c:pt>
                <c:pt idx="2336">
                  <c:v>41054</c:v>
                </c:pt>
                <c:pt idx="2337">
                  <c:v>41055</c:v>
                </c:pt>
                <c:pt idx="2338">
                  <c:v>41056</c:v>
                </c:pt>
                <c:pt idx="2339">
                  <c:v>41057</c:v>
                </c:pt>
                <c:pt idx="2340">
                  <c:v>41058</c:v>
                </c:pt>
                <c:pt idx="2341">
                  <c:v>41059</c:v>
                </c:pt>
                <c:pt idx="2342">
                  <c:v>41060</c:v>
                </c:pt>
                <c:pt idx="2343">
                  <c:v>41061</c:v>
                </c:pt>
                <c:pt idx="2344">
                  <c:v>41062</c:v>
                </c:pt>
                <c:pt idx="2345">
                  <c:v>41063</c:v>
                </c:pt>
                <c:pt idx="2346">
                  <c:v>41064</c:v>
                </c:pt>
                <c:pt idx="2347">
                  <c:v>41065</c:v>
                </c:pt>
                <c:pt idx="2348">
                  <c:v>41066</c:v>
                </c:pt>
                <c:pt idx="2349">
                  <c:v>41067</c:v>
                </c:pt>
                <c:pt idx="2350">
                  <c:v>41068</c:v>
                </c:pt>
                <c:pt idx="2351">
                  <c:v>41069</c:v>
                </c:pt>
                <c:pt idx="2352">
                  <c:v>41070</c:v>
                </c:pt>
                <c:pt idx="2353">
                  <c:v>41071</c:v>
                </c:pt>
                <c:pt idx="2354">
                  <c:v>41072</c:v>
                </c:pt>
                <c:pt idx="2355">
                  <c:v>41073</c:v>
                </c:pt>
                <c:pt idx="2356">
                  <c:v>41074</c:v>
                </c:pt>
                <c:pt idx="2357">
                  <c:v>41075</c:v>
                </c:pt>
                <c:pt idx="2358">
                  <c:v>41076</c:v>
                </c:pt>
                <c:pt idx="2359">
                  <c:v>41077</c:v>
                </c:pt>
                <c:pt idx="2360">
                  <c:v>41078</c:v>
                </c:pt>
                <c:pt idx="2361">
                  <c:v>41079</c:v>
                </c:pt>
                <c:pt idx="2362">
                  <c:v>41080</c:v>
                </c:pt>
                <c:pt idx="2363">
                  <c:v>41081</c:v>
                </c:pt>
                <c:pt idx="2364">
                  <c:v>41082</c:v>
                </c:pt>
                <c:pt idx="2365">
                  <c:v>41083</c:v>
                </c:pt>
                <c:pt idx="2366">
                  <c:v>41084</c:v>
                </c:pt>
                <c:pt idx="2367">
                  <c:v>41085</c:v>
                </c:pt>
                <c:pt idx="2368">
                  <c:v>41086</c:v>
                </c:pt>
                <c:pt idx="2369">
                  <c:v>41087</c:v>
                </c:pt>
                <c:pt idx="2370">
                  <c:v>41088</c:v>
                </c:pt>
                <c:pt idx="2371">
                  <c:v>41089</c:v>
                </c:pt>
                <c:pt idx="2372">
                  <c:v>41090</c:v>
                </c:pt>
                <c:pt idx="2373">
                  <c:v>41091</c:v>
                </c:pt>
                <c:pt idx="2374">
                  <c:v>41092</c:v>
                </c:pt>
                <c:pt idx="2375">
                  <c:v>41093</c:v>
                </c:pt>
                <c:pt idx="2376">
                  <c:v>41094</c:v>
                </c:pt>
                <c:pt idx="2377">
                  <c:v>41095</c:v>
                </c:pt>
                <c:pt idx="2378">
                  <c:v>41096</c:v>
                </c:pt>
                <c:pt idx="2379">
                  <c:v>41097</c:v>
                </c:pt>
                <c:pt idx="2380">
                  <c:v>41098</c:v>
                </c:pt>
                <c:pt idx="2381">
                  <c:v>41099</c:v>
                </c:pt>
                <c:pt idx="2382">
                  <c:v>41100</c:v>
                </c:pt>
                <c:pt idx="2383">
                  <c:v>41101</c:v>
                </c:pt>
                <c:pt idx="2384">
                  <c:v>41102</c:v>
                </c:pt>
                <c:pt idx="2385">
                  <c:v>41103</c:v>
                </c:pt>
                <c:pt idx="2386">
                  <c:v>41104</c:v>
                </c:pt>
                <c:pt idx="2387">
                  <c:v>41105</c:v>
                </c:pt>
                <c:pt idx="2388">
                  <c:v>41106</c:v>
                </c:pt>
                <c:pt idx="2389">
                  <c:v>41107</c:v>
                </c:pt>
                <c:pt idx="2390">
                  <c:v>41108</c:v>
                </c:pt>
                <c:pt idx="2391">
                  <c:v>41109</c:v>
                </c:pt>
                <c:pt idx="2392">
                  <c:v>41110</c:v>
                </c:pt>
                <c:pt idx="2393">
                  <c:v>41111</c:v>
                </c:pt>
                <c:pt idx="2394">
                  <c:v>41112</c:v>
                </c:pt>
                <c:pt idx="2395">
                  <c:v>41113</c:v>
                </c:pt>
                <c:pt idx="2396">
                  <c:v>41114</c:v>
                </c:pt>
                <c:pt idx="2397">
                  <c:v>41115</c:v>
                </c:pt>
                <c:pt idx="2398">
                  <c:v>41116</c:v>
                </c:pt>
                <c:pt idx="2399">
                  <c:v>41117</c:v>
                </c:pt>
                <c:pt idx="2400">
                  <c:v>41118</c:v>
                </c:pt>
                <c:pt idx="2401">
                  <c:v>41119</c:v>
                </c:pt>
                <c:pt idx="2402">
                  <c:v>41120</c:v>
                </c:pt>
                <c:pt idx="2403">
                  <c:v>41121</c:v>
                </c:pt>
                <c:pt idx="2404">
                  <c:v>41122</c:v>
                </c:pt>
                <c:pt idx="2405">
                  <c:v>41123</c:v>
                </c:pt>
                <c:pt idx="2406">
                  <c:v>41124</c:v>
                </c:pt>
                <c:pt idx="2407">
                  <c:v>41125</c:v>
                </c:pt>
                <c:pt idx="2408">
                  <c:v>41126</c:v>
                </c:pt>
                <c:pt idx="2409">
                  <c:v>41127</c:v>
                </c:pt>
                <c:pt idx="2410">
                  <c:v>41128</c:v>
                </c:pt>
                <c:pt idx="2411">
                  <c:v>41129</c:v>
                </c:pt>
                <c:pt idx="2412">
                  <c:v>41130</c:v>
                </c:pt>
                <c:pt idx="2413">
                  <c:v>41131</c:v>
                </c:pt>
                <c:pt idx="2414">
                  <c:v>41132</c:v>
                </c:pt>
                <c:pt idx="2415">
                  <c:v>41133</c:v>
                </c:pt>
                <c:pt idx="2416">
                  <c:v>41134</c:v>
                </c:pt>
                <c:pt idx="2417">
                  <c:v>41135</c:v>
                </c:pt>
                <c:pt idx="2418">
                  <c:v>41136</c:v>
                </c:pt>
                <c:pt idx="2419">
                  <c:v>41137</c:v>
                </c:pt>
                <c:pt idx="2420">
                  <c:v>41138</c:v>
                </c:pt>
                <c:pt idx="2421">
                  <c:v>41139</c:v>
                </c:pt>
                <c:pt idx="2422">
                  <c:v>41140</c:v>
                </c:pt>
                <c:pt idx="2423">
                  <c:v>41141</c:v>
                </c:pt>
                <c:pt idx="2424">
                  <c:v>41142</c:v>
                </c:pt>
                <c:pt idx="2425">
                  <c:v>41143</c:v>
                </c:pt>
                <c:pt idx="2426">
                  <c:v>41144</c:v>
                </c:pt>
                <c:pt idx="2427">
                  <c:v>41145</c:v>
                </c:pt>
                <c:pt idx="2428">
                  <c:v>41146</c:v>
                </c:pt>
                <c:pt idx="2429">
                  <c:v>41147</c:v>
                </c:pt>
                <c:pt idx="2430">
                  <c:v>41148</c:v>
                </c:pt>
                <c:pt idx="2431">
                  <c:v>41149</c:v>
                </c:pt>
                <c:pt idx="2432">
                  <c:v>41150</c:v>
                </c:pt>
                <c:pt idx="2433">
                  <c:v>41151</c:v>
                </c:pt>
                <c:pt idx="2434">
                  <c:v>41152</c:v>
                </c:pt>
                <c:pt idx="2435">
                  <c:v>41153</c:v>
                </c:pt>
                <c:pt idx="2436">
                  <c:v>41154</c:v>
                </c:pt>
                <c:pt idx="2437">
                  <c:v>41155</c:v>
                </c:pt>
                <c:pt idx="2438">
                  <c:v>41156</c:v>
                </c:pt>
                <c:pt idx="2439">
                  <c:v>41157</c:v>
                </c:pt>
                <c:pt idx="2440">
                  <c:v>41158</c:v>
                </c:pt>
                <c:pt idx="2441">
                  <c:v>41159</c:v>
                </c:pt>
                <c:pt idx="2442">
                  <c:v>41160</c:v>
                </c:pt>
                <c:pt idx="2443">
                  <c:v>41161</c:v>
                </c:pt>
                <c:pt idx="2444">
                  <c:v>41162</c:v>
                </c:pt>
                <c:pt idx="2445">
                  <c:v>41163</c:v>
                </c:pt>
                <c:pt idx="2446">
                  <c:v>41164</c:v>
                </c:pt>
                <c:pt idx="2447">
                  <c:v>41165</c:v>
                </c:pt>
                <c:pt idx="2448">
                  <c:v>41166</c:v>
                </c:pt>
                <c:pt idx="2449">
                  <c:v>41167</c:v>
                </c:pt>
                <c:pt idx="2450">
                  <c:v>41168</c:v>
                </c:pt>
                <c:pt idx="2451">
                  <c:v>41169</c:v>
                </c:pt>
                <c:pt idx="2452">
                  <c:v>41170</c:v>
                </c:pt>
                <c:pt idx="2453">
                  <c:v>41171</c:v>
                </c:pt>
                <c:pt idx="2454">
                  <c:v>41172</c:v>
                </c:pt>
                <c:pt idx="2455">
                  <c:v>41173</c:v>
                </c:pt>
                <c:pt idx="2456">
                  <c:v>41174</c:v>
                </c:pt>
                <c:pt idx="2457">
                  <c:v>41175</c:v>
                </c:pt>
                <c:pt idx="2458">
                  <c:v>41176</c:v>
                </c:pt>
                <c:pt idx="2459">
                  <c:v>41177</c:v>
                </c:pt>
                <c:pt idx="2460">
                  <c:v>41178</c:v>
                </c:pt>
                <c:pt idx="2461">
                  <c:v>41179</c:v>
                </c:pt>
                <c:pt idx="2462">
                  <c:v>41180</c:v>
                </c:pt>
                <c:pt idx="2463">
                  <c:v>41181</c:v>
                </c:pt>
                <c:pt idx="2464">
                  <c:v>41182</c:v>
                </c:pt>
                <c:pt idx="2465">
                  <c:v>41183</c:v>
                </c:pt>
                <c:pt idx="2466">
                  <c:v>41184</c:v>
                </c:pt>
                <c:pt idx="2467">
                  <c:v>41185</c:v>
                </c:pt>
                <c:pt idx="2468">
                  <c:v>41186</c:v>
                </c:pt>
                <c:pt idx="2469">
                  <c:v>41187</c:v>
                </c:pt>
                <c:pt idx="2470">
                  <c:v>41188</c:v>
                </c:pt>
                <c:pt idx="2471">
                  <c:v>41189</c:v>
                </c:pt>
                <c:pt idx="2472">
                  <c:v>41190</c:v>
                </c:pt>
                <c:pt idx="2473">
                  <c:v>41191</c:v>
                </c:pt>
                <c:pt idx="2474">
                  <c:v>41192</c:v>
                </c:pt>
                <c:pt idx="2475">
                  <c:v>41193</c:v>
                </c:pt>
                <c:pt idx="2476">
                  <c:v>41194</c:v>
                </c:pt>
                <c:pt idx="2477">
                  <c:v>41195</c:v>
                </c:pt>
                <c:pt idx="2478">
                  <c:v>41196</c:v>
                </c:pt>
                <c:pt idx="2479">
                  <c:v>41197</c:v>
                </c:pt>
                <c:pt idx="2480">
                  <c:v>41198</c:v>
                </c:pt>
                <c:pt idx="2481">
                  <c:v>41199</c:v>
                </c:pt>
                <c:pt idx="2482">
                  <c:v>41200</c:v>
                </c:pt>
                <c:pt idx="2483">
                  <c:v>41201</c:v>
                </c:pt>
                <c:pt idx="2484">
                  <c:v>41202</c:v>
                </c:pt>
                <c:pt idx="2485">
                  <c:v>41203</c:v>
                </c:pt>
                <c:pt idx="2486">
                  <c:v>41204</c:v>
                </c:pt>
                <c:pt idx="2487">
                  <c:v>41205</c:v>
                </c:pt>
                <c:pt idx="2488">
                  <c:v>41206</c:v>
                </c:pt>
                <c:pt idx="2489">
                  <c:v>41207</c:v>
                </c:pt>
                <c:pt idx="2490">
                  <c:v>41208</c:v>
                </c:pt>
                <c:pt idx="2491">
                  <c:v>41209</c:v>
                </c:pt>
                <c:pt idx="2492">
                  <c:v>41210</c:v>
                </c:pt>
                <c:pt idx="2493">
                  <c:v>41211</c:v>
                </c:pt>
                <c:pt idx="2494">
                  <c:v>41212</c:v>
                </c:pt>
                <c:pt idx="2495">
                  <c:v>41213</c:v>
                </c:pt>
                <c:pt idx="2496">
                  <c:v>41214</c:v>
                </c:pt>
                <c:pt idx="2497">
                  <c:v>41215</c:v>
                </c:pt>
                <c:pt idx="2498">
                  <c:v>41216</c:v>
                </c:pt>
                <c:pt idx="2499">
                  <c:v>41217</c:v>
                </c:pt>
                <c:pt idx="2500">
                  <c:v>41218</c:v>
                </c:pt>
                <c:pt idx="2501">
                  <c:v>41219</c:v>
                </c:pt>
                <c:pt idx="2502">
                  <c:v>41220</c:v>
                </c:pt>
                <c:pt idx="2503">
                  <c:v>41221</c:v>
                </c:pt>
                <c:pt idx="2504">
                  <c:v>41222</c:v>
                </c:pt>
                <c:pt idx="2505">
                  <c:v>41223</c:v>
                </c:pt>
                <c:pt idx="2506">
                  <c:v>41224</c:v>
                </c:pt>
                <c:pt idx="2507">
                  <c:v>41225</c:v>
                </c:pt>
                <c:pt idx="2508">
                  <c:v>41226</c:v>
                </c:pt>
                <c:pt idx="2509">
                  <c:v>41227</c:v>
                </c:pt>
                <c:pt idx="2510">
                  <c:v>41228</c:v>
                </c:pt>
                <c:pt idx="2511">
                  <c:v>41229</c:v>
                </c:pt>
                <c:pt idx="2512">
                  <c:v>41230</c:v>
                </c:pt>
                <c:pt idx="2513">
                  <c:v>41231</c:v>
                </c:pt>
                <c:pt idx="2514">
                  <c:v>41232</c:v>
                </c:pt>
                <c:pt idx="2515">
                  <c:v>41233</c:v>
                </c:pt>
                <c:pt idx="2516">
                  <c:v>41234</c:v>
                </c:pt>
                <c:pt idx="2517">
                  <c:v>41235</c:v>
                </c:pt>
                <c:pt idx="2518">
                  <c:v>41236</c:v>
                </c:pt>
                <c:pt idx="2519">
                  <c:v>41237</c:v>
                </c:pt>
                <c:pt idx="2520">
                  <c:v>41238</c:v>
                </c:pt>
                <c:pt idx="2521">
                  <c:v>41239</c:v>
                </c:pt>
                <c:pt idx="2522">
                  <c:v>41240</c:v>
                </c:pt>
                <c:pt idx="2523">
                  <c:v>41241</c:v>
                </c:pt>
                <c:pt idx="2524">
                  <c:v>41242</c:v>
                </c:pt>
                <c:pt idx="2525">
                  <c:v>41243</c:v>
                </c:pt>
                <c:pt idx="2526">
                  <c:v>41244</c:v>
                </c:pt>
                <c:pt idx="2527">
                  <c:v>41245</c:v>
                </c:pt>
                <c:pt idx="2528">
                  <c:v>41246</c:v>
                </c:pt>
                <c:pt idx="2529">
                  <c:v>41247</c:v>
                </c:pt>
                <c:pt idx="2530">
                  <c:v>41248</c:v>
                </c:pt>
                <c:pt idx="2531">
                  <c:v>41249</c:v>
                </c:pt>
                <c:pt idx="2532">
                  <c:v>41250</c:v>
                </c:pt>
                <c:pt idx="2533">
                  <c:v>41251</c:v>
                </c:pt>
                <c:pt idx="2534">
                  <c:v>41252</c:v>
                </c:pt>
                <c:pt idx="2535">
                  <c:v>41253</c:v>
                </c:pt>
                <c:pt idx="2536">
                  <c:v>41254</c:v>
                </c:pt>
                <c:pt idx="2537">
                  <c:v>41255</c:v>
                </c:pt>
                <c:pt idx="2538">
                  <c:v>41256</c:v>
                </c:pt>
                <c:pt idx="2539">
                  <c:v>41257</c:v>
                </c:pt>
                <c:pt idx="2540">
                  <c:v>41258</c:v>
                </c:pt>
                <c:pt idx="2541">
                  <c:v>41259</c:v>
                </c:pt>
                <c:pt idx="2542">
                  <c:v>41260</c:v>
                </c:pt>
                <c:pt idx="2543">
                  <c:v>41261</c:v>
                </c:pt>
                <c:pt idx="2544">
                  <c:v>41262</c:v>
                </c:pt>
                <c:pt idx="2545">
                  <c:v>41263</c:v>
                </c:pt>
                <c:pt idx="2546">
                  <c:v>41264</c:v>
                </c:pt>
                <c:pt idx="2547">
                  <c:v>41265</c:v>
                </c:pt>
                <c:pt idx="2548">
                  <c:v>41266</c:v>
                </c:pt>
                <c:pt idx="2549">
                  <c:v>41267</c:v>
                </c:pt>
                <c:pt idx="2550">
                  <c:v>41268</c:v>
                </c:pt>
                <c:pt idx="2551">
                  <c:v>41269</c:v>
                </c:pt>
                <c:pt idx="2552">
                  <c:v>41270</c:v>
                </c:pt>
                <c:pt idx="2553">
                  <c:v>41271</c:v>
                </c:pt>
                <c:pt idx="2554">
                  <c:v>41272</c:v>
                </c:pt>
                <c:pt idx="2555">
                  <c:v>41273</c:v>
                </c:pt>
                <c:pt idx="2556">
                  <c:v>41274</c:v>
                </c:pt>
                <c:pt idx="2557">
                  <c:v>41275</c:v>
                </c:pt>
                <c:pt idx="2558">
                  <c:v>41276</c:v>
                </c:pt>
                <c:pt idx="2559">
                  <c:v>41277</c:v>
                </c:pt>
                <c:pt idx="2560">
                  <c:v>41278</c:v>
                </c:pt>
                <c:pt idx="2561">
                  <c:v>41279</c:v>
                </c:pt>
                <c:pt idx="2562">
                  <c:v>41280</c:v>
                </c:pt>
                <c:pt idx="2563">
                  <c:v>41281</c:v>
                </c:pt>
                <c:pt idx="2564">
                  <c:v>41282</c:v>
                </c:pt>
                <c:pt idx="2565">
                  <c:v>41283</c:v>
                </c:pt>
                <c:pt idx="2566">
                  <c:v>41284</c:v>
                </c:pt>
                <c:pt idx="2567">
                  <c:v>41285</c:v>
                </c:pt>
                <c:pt idx="2568">
                  <c:v>41286</c:v>
                </c:pt>
                <c:pt idx="2569">
                  <c:v>41287</c:v>
                </c:pt>
                <c:pt idx="2570">
                  <c:v>41288</c:v>
                </c:pt>
                <c:pt idx="2571">
                  <c:v>41289</c:v>
                </c:pt>
                <c:pt idx="2572">
                  <c:v>41290</c:v>
                </c:pt>
                <c:pt idx="2573">
                  <c:v>41291</c:v>
                </c:pt>
                <c:pt idx="2574">
                  <c:v>41292</c:v>
                </c:pt>
                <c:pt idx="2575">
                  <c:v>41293</c:v>
                </c:pt>
                <c:pt idx="2576">
                  <c:v>41294</c:v>
                </c:pt>
                <c:pt idx="2577">
                  <c:v>41295</c:v>
                </c:pt>
                <c:pt idx="2578">
                  <c:v>41296</c:v>
                </c:pt>
                <c:pt idx="2579">
                  <c:v>41297</c:v>
                </c:pt>
                <c:pt idx="2580">
                  <c:v>41298</c:v>
                </c:pt>
                <c:pt idx="2581">
                  <c:v>41299</c:v>
                </c:pt>
                <c:pt idx="2582">
                  <c:v>41300</c:v>
                </c:pt>
                <c:pt idx="2583">
                  <c:v>41301</c:v>
                </c:pt>
                <c:pt idx="2584">
                  <c:v>41302</c:v>
                </c:pt>
                <c:pt idx="2585">
                  <c:v>41303</c:v>
                </c:pt>
                <c:pt idx="2586">
                  <c:v>41304</c:v>
                </c:pt>
                <c:pt idx="2587">
                  <c:v>41305</c:v>
                </c:pt>
                <c:pt idx="2588">
                  <c:v>41306</c:v>
                </c:pt>
                <c:pt idx="2589">
                  <c:v>41307</c:v>
                </c:pt>
                <c:pt idx="2590">
                  <c:v>41308</c:v>
                </c:pt>
                <c:pt idx="2591">
                  <c:v>41309</c:v>
                </c:pt>
                <c:pt idx="2592">
                  <c:v>41310</c:v>
                </c:pt>
                <c:pt idx="2593">
                  <c:v>41311</c:v>
                </c:pt>
                <c:pt idx="2594">
                  <c:v>41312</c:v>
                </c:pt>
                <c:pt idx="2595">
                  <c:v>41313</c:v>
                </c:pt>
                <c:pt idx="2596">
                  <c:v>41314</c:v>
                </c:pt>
                <c:pt idx="2597">
                  <c:v>41315</c:v>
                </c:pt>
                <c:pt idx="2598">
                  <c:v>41316</c:v>
                </c:pt>
                <c:pt idx="2599">
                  <c:v>41317</c:v>
                </c:pt>
                <c:pt idx="2600">
                  <c:v>41318</c:v>
                </c:pt>
                <c:pt idx="2601">
                  <c:v>41319</c:v>
                </c:pt>
                <c:pt idx="2602">
                  <c:v>41320</c:v>
                </c:pt>
                <c:pt idx="2603">
                  <c:v>41321</c:v>
                </c:pt>
                <c:pt idx="2604">
                  <c:v>41322</c:v>
                </c:pt>
                <c:pt idx="2605">
                  <c:v>41323</c:v>
                </c:pt>
                <c:pt idx="2606">
                  <c:v>41324</c:v>
                </c:pt>
                <c:pt idx="2607">
                  <c:v>41325</c:v>
                </c:pt>
                <c:pt idx="2608">
                  <c:v>41326</c:v>
                </c:pt>
                <c:pt idx="2609">
                  <c:v>41327</c:v>
                </c:pt>
                <c:pt idx="2610">
                  <c:v>41328</c:v>
                </c:pt>
                <c:pt idx="2611">
                  <c:v>41329</c:v>
                </c:pt>
                <c:pt idx="2612">
                  <c:v>41330</c:v>
                </c:pt>
                <c:pt idx="2613">
                  <c:v>41331</c:v>
                </c:pt>
                <c:pt idx="2614">
                  <c:v>41332</c:v>
                </c:pt>
                <c:pt idx="2615">
                  <c:v>41333</c:v>
                </c:pt>
                <c:pt idx="2616">
                  <c:v>41334</c:v>
                </c:pt>
                <c:pt idx="2617">
                  <c:v>41335</c:v>
                </c:pt>
                <c:pt idx="2618">
                  <c:v>41336</c:v>
                </c:pt>
                <c:pt idx="2619">
                  <c:v>41337</c:v>
                </c:pt>
                <c:pt idx="2620">
                  <c:v>41338</c:v>
                </c:pt>
                <c:pt idx="2621">
                  <c:v>41339</c:v>
                </c:pt>
                <c:pt idx="2622">
                  <c:v>41340</c:v>
                </c:pt>
                <c:pt idx="2623">
                  <c:v>41341</c:v>
                </c:pt>
                <c:pt idx="2624">
                  <c:v>41342</c:v>
                </c:pt>
                <c:pt idx="2625">
                  <c:v>41343</c:v>
                </c:pt>
                <c:pt idx="2626">
                  <c:v>41344</c:v>
                </c:pt>
                <c:pt idx="2627">
                  <c:v>41345</c:v>
                </c:pt>
                <c:pt idx="2628">
                  <c:v>41346</c:v>
                </c:pt>
                <c:pt idx="2629">
                  <c:v>41347</c:v>
                </c:pt>
                <c:pt idx="2630">
                  <c:v>41348</c:v>
                </c:pt>
                <c:pt idx="2631">
                  <c:v>41349</c:v>
                </c:pt>
                <c:pt idx="2632">
                  <c:v>41350</c:v>
                </c:pt>
                <c:pt idx="2633">
                  <c:v>41351</c:v>
                </c:pt>
                <c:pt idx="2634">
                  <c:v>41352</c:v>
                </c:pt>
                <c:pt idx="2635">
                  <c:v>41353</c:v>
                </c:pt>
                <c:pt idx="2636">
                  <c:v>41354</c:v>
                </c:pt>
                <c:pt idx="2637">
                  <c:v>41355</c:v>
                </c:pt>
                <c:pt idx="2638">
                  <c:v>41356</c:v>
                </c:pt>
                <c:pt idx="2639">
                  <c:v>41357</c:v>
                </c:pt>
                <c:pt idx="2640">
                  <c:v>41358</c:v>
                </c:pt>
                <c:pt idx="2641">
                  <c:v>41359</c:v>
                </c:pt>
                <c:pt idx="2642">
                  <c:v>41360</c:v>
                </c:pt>
                <c:pt idx="2643">
                  <c:v>41361</c:v>
                </c:pt>
                <c:pt idx="2644">
                  <c:v>41362</c:v>
                </c:pt>
                <c:pt idx="2645">
                  <c:v>41363</c:v>
                </c:pt>
                <c:pt idx="2646">
                  <c:v>41364</c:v>
                </c:pt>
                <c:pt idx="2647">
                  <c:v>41365</c:v>
                </c:pt>
                <c:pt idx="2648">
                  <c:v>41366</c:v>
                </c:pt>
                <c:pt idx="2649">
                  <c:v>41367</c:v>
                </c:pt>
                <c:pt idx="2650">
                  <c:v>41368</c:v>
                </c:pt>
                <c:pt idx="2651">
                  <c:v>41369</c:v>
                </c:pt>
                <c:pt idx="2652">
                  <c:v>41370</c:v>
                </c:pt>
                <c:pt idx="2653">
                  <c:v>41371</c:v>
                </c:pt>
                <c:pt idx="2654">
                  <c:v>41372</c:v>
                </c:pt>
                <c:pt idx="2655">
                  <c:v>41373</c:v>
                </c:pt>
                <c:pt idx="2656">
                  <c:v>41374</c:v>
                </c:pt>
                <c:pt idx="2657">
                  <c:v>41375</c:v>
                </c:pt>
                <c:pt idx="2658">
                  <c:v>41376</c:v>
                </c:pt>
                <c:pt idx="2659">
                  <c:v>41377</c:v>
                </c:pt>
                <c:pt idx="2660">
                  <c:v>41378</c:v>
                </c:pt>
                <c:pt idx="2661">
                  <c:v>41379</c:v>
                </c:pt>
                <c:pt idx="2662">
                  <c:v>41380</c:v>
                </c:pt>
                <c:pt idx="2663">
                  <c:v>41381</c:v>
                </c:pt>
                <c:pt idx="2664">
                  <c:v>41382</c:v>
                </c:pt>
                <c:pt idx="2665">
                  <c:v>41383</c:v>
                </c:pt>
                <c:pt idx="2666">
                  <c:v>41384</c:v>
                </c:pt>
                <c:pt idx="2667">
                  <c:v>41385</c:v>
                </c:pt>
                <c:pt idx="2668">
                  <c:v>41386</c:v>
                </c:pt>
                <c:pt idx="2669">
                  <c:v>41387</c:v>
                </c:pt>
                <c:pt idx="2670">
                  <c:v>41388</c:v>
                </c:pt>
                <c:pt idx="2671">
                  <c:v>41389</c:v>
                </c:pt>
                <c:pt idx="2672">
                  <c:v>41390</c:v>
                </c:pt>
                <c:pt idx="2673">
                  <c:v>41391</c:v>
                </c:pt>
                <c:pt idx="2674">
                  <c:v>41392</c:v>
                </c:pt>
                <c:pt idx="2675">
                  <c:v>41393</c:v>
                </c:pt>
                <c:pt idx="2676">
                  <c:v>41394</c:v>
                </c:pt>
                <c:pt idx="2677">
                  <c:v>41395</c:v>
                </c:pt>
                <c:pt idx="2678">
                  <c:v>41396</c:v>
                </c:pt>
                <c:pt idx="2679">
                  <c:v>41397</c:v>
                </c:pt>
                <c:pt idx="2680">
                  <c:v>41398</c:v>
                </c:pt>
                <c:pt idx="2681">
                  <c:v>41399</c:v>
                </c:pt>
                <c:pt idx="2682">
                  <c:v>41400</c:v>
                </c:pt>
                <c:pt idx="2683">
                  <c:v>41401</c:v>
                </c:pt>
                <c:pt idx="2684">
                  <c:v>41402</c:v>
                </c:pt>
                <c:pt idx="2685">
                  <c:v>41403</c:v>
                </c:pt>
                <c:pt idx="2686">
                  <c:v>41404</c:v>
                </c:pt>
                <c:pt idx="2687">
                  <c:v>41405</c:v>
                </c:pt>
                <c:pt idx="2688">
                  <c:v>41406</c:v>
                </c:pt>
                <c:pt idx="2689">
                  <c:v>41407</c:v>
                </c:pt>
                <c:pt idx="2690">
                  <c:v>41408</c:v>
                </c:pt>
                <c:pt idx="2691">
                  <c:v>41409</c:v>
                </c:pt>
                <c:pt idx="2692">
                  <c:v>41410</c:v>
                </c:pt>
                <c:pt idx="2693">
                  <c:v>41411</c:v>
                </c:pt>
                <c:pt idx="2694">
                  <c:v>41412</c:v>
                </c:pt>
                <c:pt idx="2695">
                  <c:v>41413</c:v>
                </c:pt>
                <c:pt idx="2696">
                  <c:v>41414</c:v>
                </c:pt>
                <c:pt idx="2697">
                  <c:v>41415</c:v>
                </c:pt>
                <c:pt idx="2698">
                  <c:v>41416</c:v>
                </c:pt>
                <c:pt idx="2699">
                  <c:v>41417</c:v>
                </c:pt>
                <c:pt idx="2700">
                  <c:v>41418</c:v>
                </c:pt>
                <c:pt idx="2701">
                  <c:v>41419</c:v>
                </c:pt>
                <c:pt idx="2702">
                  <c:v>41420</c:v>
                </c:pt>
                <c:pt idx="2703">
                  <c:v>41421</c:v>
                </c:pt>
                <c:pt idx="2704">
                  <c:v>41422</c:v>
                </c:pt>
                <c:pt idx="2705">
                  <c:v>41423</c:v>
                </c:pt>
                <c:pt idx="2706">
                  <c:v>41424</c:v>
                </c:pt>
                <c:pt idx="2707">
                  <c:v>41425</c:v>
                </c:pt>
                <c:pt idx="2708">
                  <c:v>41426</c:v>
                </c:pt>
                <c:pt idx="2709">
                  <c:v>41427</c:v>
                </c:pt>
                <c:pt idx="2710">
                  <c:v>41428</c:v>
                </c:pt>
                <c:pt idx="2711">
                  <c:v>41429</c:v>
                </c:pt>
                <c:pt idx="2712">
                  <c:v>41430</c:v>
                </c:pt>
                <c:pt idx="2713">
                  <c:v>41431</c:v>
                </c:pt>
                <c:pt idx="2714">
                  <c:v>41432</c:v>
                </c:pt>
                <c:pt idx="2715">
                  <c:v>41433</c:v>
                </c:pt>
                <c:pt idx="2716">
                  <c:v>41434</c:v>
                </c:pt>
                <c:pt idx="2717">
                  <c:v>41435</c:v>
                </c:pt>
                <c:pt idx="2718">
                  <c:v>41436</c:v>
                </c:pt>
                <c:pt idx="2719">
                  <c:v>41437</c:v>
                </c:pt>
                <c:pt idx="2720">
                  <c:v>41438</c:v>
                </c:pt>
                <c:pt idx="2721">
                  <c:v>41439</c:v>
                </c:pt>
                <c:pt idx="2722">
                  <c:v>41440</c:v>
                </c:pt>
                <c:pt idx="2723">
                  <c:v>41441</c:v>
                </c:pt>
                <c:pt idx="2724">
                  <c:v>41442</c:v>
                </c:pt>
                <c:pt idx="2725">
                  <c:v>41443</c:v>
                </c:pt>
                <c:pt idx="2726">
                  <c:v>41444</c:v>
                </c:pt>
                <c:pt idx="2727">
                  <c:v>41445</c:v>
                </c:pt>
                <c:pt idx="2728">
                  <c:v>41446</c:v>
                </c:pt>
                <c:pt idx="2729">
                  <c:v>41447</c:v>
                </c:pt>
                <c:pt idx="2730">
                  <c:v>41448</c:v>
                </c:pt>
                <c:pt idx="2731">
                  <c:v>41449</c:v>
                </c:pt>
                <c:pt idx="2732">
                  <c:v>41450</c:v>
                </c:pt>
                <c:pt idx="2733">
                  <c:v>41451</c:v>
                </c:pt>
                <c:pt idx="2734">
                  <c:v>41452</c:v>
                </c:pt>
                <c:pt idx="2735">
                  <c:v>41453</c:v>
                </c:pt>
                <c:pt idx="2736">
                  <c:v>41454</c:v>
                </c:pt>
                <c:pt idx="2737">
                  <c:v>41455</c:v>
                </c:pt>
                <c:pt idx="2738">
                  <c:v>41456</c:v>
                </c:pt>
                <c:pt idx="2739">
                  <c:v>41457</c:v>
                </c:pt>
                <c:pt idx="2740">
                  <c:v>41458</c:v>
                </c:pt>
                <c:pt idx="2741">
                  <c:v>41459</c:v>
                </c:pt>
                <c:pt idx="2742">
                  <c:v>41460</c:v>
                </c:pt>
                <c:pt idx="2743">
                  <c:v>41461</c:v>
                </c:pt>
                <c:pt idx="2744">
                  <c:v>41462</c:v>
                </c:pt>
                <c:pt idx="2745">
                  <c:v>41463</c:v>
                </c:pt>
                <c:pt idx="2746">
                  <c:v>41464</c:v>
                </c:pt>
                <c:pt idx="2747">
                  <c:v>41465</c:v>
                </c:pt>
                <c:pt idx="2748">
                  <c:v>41466</c:v>
                </c:pt>
                <c:pt idx="2749">
                  <c:v>41467</c:v>
                </c:pt>
                <c:pt idx="2750">
                  <c:v>41468</c:v>
                </c:pt>
                <c:pt idx="2751">
                  <c:v>41469</c:v>
                </c:pt>
                <c:pt idx="2752">
                  <c:v>41470</c:v>
                </c:pt>
                <c:pt idx="2753">
                  <c:v>41471</c:v>
                </c:pt>
                <c:pt idx="2754">
                  <c:v>41472</c:v>
                </c:pt>
                <c:pt idx="2755">
                  <c:v>41473</c:v>
                </c:pt>
                <c:pt idx="2756">
                  <c:v>41474</c:v>
                </c:pt>
                <c:pt idx="2757">
                  <c:v>41475</c:v>
                </c:pt>
                <c:pt idx="2758">
                  <c:v>41476</c:v>
                </c:pt>
                <c:pt idx="2759">
                  <c:v>41477</c:v>
                </c:pt>
                <c:pt idx="2760">
                  <c:v>41478</c:v>
                </c:pt>
                <c:pt idx="2761">
                  <c:v>41479</c:v>
                </c:pt>
                <c:pt idx="2762">
                  <c:v>41480</c:v>
                </c:pt>
                <c:pt idx="2763">
                  <c:v>41481</c:v>
                </c:pt>
                <c:pt idx="2764">
                  <c:v>41482</c:v>
                </c:pt>
                <c:pt idx="2765">
                  <c:v>41483</c:v>
                </c:pt>
                <c:pt idx="2766">
                  <c:v>41484</c:v>
                </c:pt>
                <c:pt idx="2767">
                  <c:v>41485</c:v>
                </c:pt>
                <c:pt idx="2768">
                  <c:v>41486</c:v>
                </c:pt>
                <c:pt idx="2769">
                  <c:v>41487</c:v>
                </c:pt>
                <c:pt idx="2770">
                  <c:v>41488</c:v>
                </c:pt>
                <c:pt idx="2771">
                  <c:v>41489</c:v>
                </c:pt>
                <c:pt idx="2772">
                  <c:v>41490</c:v>
                </c:pt>
                <c:pt idx="2773">
                  <c:v>41491</c:v>
                </c:pt>
                <c:pt idx="2774">
                  <c:v>41492</c:v>
                </c:pt>
                <c:pt idx="2775">
                  <c:v>41493</c:v>
                </c:pt>
                <c:pt idx="2776">
                  <c:v>41494</c:v>
                </c:pt>
                <c:pt idx="2777">
                  <c:v>41495</c:v>
                </c:pt>
                <c:pt idx="2778">
                  <c:v>41496</c:v>
                </c:pt>
                <c:pt idx="2779">
                  <c:v>41497</c:v>
                </c:pt>
                <c:pt idx="2780">
                  <c:v>41498</c:v>
                </c:pt>
                <c:pt idx="2781">
                  <c:v>41499</c:v>
                </c:pt>
                <c:pt idx="2782">
                  <c:v>41500</c:v>
                </c:pt>
                <c:pt idx="2783">
                  <c:v>41501</c:v>
                </c:pt>
                <c:pt idx="2784">
                  <c:v>41502</c:v>
                </c:pt>
                <c:pt idx="2785">
                  <c:v>41503</c:v>
                </c:pt>
                <c:pt idx="2786">
                  <c:v>41504</c:v>
                </c:pt>
                <c:pt idx="2787">
                  <c:v>41505</c:v>
                </c:pt>
                <c:pt idx="2788">
                  <c:v>41506</c:v>
                </c:pt>
                <c:pt idx="2789">
                  <c:v>41507</c:v>
                </c:pt>
                <c:pt idx="2790">
                  <c:v>41508</c:v>
                </c:pt>
                <c:pt idx="2791">
                  <c:v>41509</c:v>
                </c:pt>
                <c:pt idx="2792">
                  <c:v>41510</c:v>
                </c:pt>
                <c:pt idx="2793">
                  <c:v>41511</c:v>
                </c:pt>
                <c:pt idx="2794">
                  <c:v>41512</c:v>
                </c:pt>
                <c:pt idx="2795">
                  <c:v>41513</c:v>
                </c:pt>
                <c:pt idx="2796">
                  <c:v>41514</c:v>
                </c:pt>
                <c:pt idx="2797">
                  <c:v>41515</c:v>
                </c:pt>
                <c:pt idx="2798">
                  <c:v>41516</c:v>
                </c:pt>
                <c:pt idx="2799">
                  <c:v>41517</c:v>
                </c:pt>
                <c:pt idx="2800">
                  <c:v>41518</c:v>
                </c:pt>
                <c:pt idx="2801">
                  <c:v>41519</c:v>
                </c:pt>
                <c:pt idx="2802">
                  <c:v>41520</c:v>
                </c:pt>
                <c:pt idx="2803">
                  <c:v>41521</c:v>
                </c:pt>
                <c:pt idx="2804">
                  <c:v>41522</c:v>
                </c:pt>
                <c:pt idx="2805">
                  <c:v>41523</c:v>
                </c:pt>
                <c:pt idx="2806">
                  <c:v>41524</c:v>
                </c:pt>
                <c:pt idx="2807">
                  <c:v>41525</c:v>
                </c:pt>
                <c:pt idx="2808">
                  <c:v>41526</c:v>
                </c:pt>
                <c:pt idx="2809">
                  <c:v>41527</c:v>
                </c:pt>
                <c:pt idx="2810">
                  <c:v>41528</c:v>
                </c:pt>
                <c:pt idx="2811">
                  <c:v>41529</c:v>
                </c:pt>
                <c:pt idx="2812">
                  <c:v>41530</c:v>
                </c:pt>
                <c:pt idx="2813">
                  <c:v>41531</c:v>
                </c:pt>
                <c:pt idx="2814">
                  <c:v>41532</c:v>
                </c:pt>
                <c:pt idx="2815">
                  <c:v>41533</c:v>
                </c:pt>
                <c:pt idx="2816">
                  <c:v>41534</c:v>
                </c:pt>
                <c:pt idx="2817">
                  <c:v>41535</c:v>
                </c:pt>
                <c:pt idx="2818">
                  <c:v>41536</c:v>
                </c:pt>
                <c:pt idx="2819">
                  <c:v>41537</c:v>
                </c:pt>
                <c:pt idx="2820">
                  <c:v>41538</c:v>
                </c:pt>
                <c:pt idx="2821">
                  <c:v>41539</c:v>
                </c:pt>
                <c:pt idx="2822">
                  <c:v>41540</c:v>
                </c:pt>
                <c:pt idx="2823">
                  <c:v>41541</c:v>
                </c:pt>
                <c:pt idx="2824">
                  <c:v>41542</c:v>
                </c:pt>
                <c:pt idx="2825">
                  <c:v>41543</c:v>
                </c:pt>
                <c:pt idx="2826">
                  <c:v>41544</c:v>
                </c:pt>
                <c:pt idx="2827">
                  <c:v>41545</c:v>
                </c:pt>
                <c:pt idx="2828">
                  <c:v>41546</c:v>
                </c:pt>
                <c:pt idx="2829">
                  <c:v>41547</c:v>
                </c:pt>
                <c:pt idx="2830">
                  <c:v>41548</c:v>
                </c:pt>
                <c:pt idx="2831">
                  <c:v>41549</c:v>
                </c:pt>
                <c:pt idx="2832">
                  <c:v>41550</c:v>
                </c:pt>
                <c:pt idx="2833">
                  <c:v>41551</c:v>
                </c:pt>
                <c:pt idx="2834">
                  <c:v>41552</c:v>
                </c:pt>
                <c:pt idx="2835">
                  <c:v>41553</c:v>
                </c:pt>
                <c:pt idx="2836">
                  <c:v>41554</c:v>
                </c:pt>
                <c:pt idx="2837">
                  <c:v>41555</c:v>
                </c:pt>
                <c:pt idx="2838">
                  <c:v>41556</c:v>
                </c:pt>
                <c:pt idx="2839">
                  <c:v>41557</c:v>
                </c:pt>
                <c:pt idx="2840">
                  <c:v>41558</c:v>
                </c:pt>
                <c:pt idx="2841">
                  <c:v>41559</c:v>
                </c:pt>
                <c:pt idx="2842">
                  <c:v>41560</c:v>
                </c:pt>
                <c:pt idx="2843">
                  <c:v>41561</c:v>
                </c:pt>
                <c:pt idx="2844">
                  <c:v>41562</c:v>
                </c:pt>
                <c:pt idx="2845">
                  <c:v>41563</c:v>
                </c:pt>
                <c:pt idx="2846">
                  <c:v>41564</c:v>
                </c:pt>
                <c:pt idx="2847">
                  <c:v>41565</c:v>
                </c:pt>
                <c:pt idx="2848">
                  <c:v>41566</c:v>
                </c:pt>
                <c:pt idx="2849">
                  <c:v>41567</c:v>
                </c:pt>
                <c:pt idx="2850">
                  <c:v>41568</c:v>
                </c:pt>
                <c:pt idx="2851">
                  <c:v>41569</c:v>
                </c:pt>
                <c:pt idx="2852">
                  <c:v>41570</c:v>
                </c:pt>
                <c:pt idx="2853">
                  <c:v>41571</c:v>
                </c:pt>
                <c:pt idx="2854">
                  <c:v>41572</c:v>
                </c:pt>
                <c:pt idx="2855">
                  <c:v>41573</c:v>
                </c:pt>
                <c:pt idx="2856">
                  <c:v>41574</c:v>
                </c:pt>
                <c:pt idx="2857">
                  <c:v>41575</c:v>
                </c:pt>
                <c:pt idx="2858">
                  <c:v>41576</c:v>
                </c:pt>
                <c:pt idx="2859">
                  <c:v>41577</c:v>
                </c:pt>
                <c:pt idx="2860">
                  <c:v>41578</c:v>
                </c:pt>
                <c:pt idx="2861">
                  <c:v>41579</c:v>
                </c:pt>
                <c:pt idx="2862">
                  <c:v>41580</c:v>
                </c:pt>
                <c:pt idx="2863">
                  <c:v>41581</c:v>
                </c:pt>
                <c:pt idx="2864">
                  <c:v>41582</c:v>
                </c:pt>
                <c:pt idx="2865">
                  <c:v>41583</c:v>
                </c:pt>
                <c:pt idx="2866">
                  <c:v>41584</c:v>
                </c:pt>
                <c:pt idx="2867">
                  <c:v>41585</c:v>
                </c:pt>
                <c:pt idx="2868">
                  <c:v>41586</c:v>
                </c:pt>
                <c:pt idx="2869">
                  <c:v>41587</c:v>
                </c:pt>
                <c:pt idx="2870">
                  <c:v>41588</c:v>
                </c:pt>
                <c:pt idx="2871">
                  <c:v>41589</c:v>
                </c:pt>
                <c:pt idx="2872">
                  <c:v>41590</c:v>
                </c:pt>
                <c:pt idx="2873">
                  <c:v>41591</c:v>
                </c:pt>
                <c:pt idx="2874">
                  <c:v>41592</c:v>
                </c:pt>
                <c:pt idx="2875">
                  <c:v>41593</c:v>
                </c:pt>
                <c:pt idx="2876">
                  <c:v>41594</c:v>
                </c:pt>
                <c:pt idx="2877">
                  <c:v>41595</c:v>
                </c:pt>
                <c:pt idx="2878">
                  <c:v>41596</c:v>
                </c:pt>
                <c:pt idx="2879">
                  <c:v>41597</c:v>
                </c:pt>
                <c:pt idx="2880">
                  <c:v>41598</c:v>
                </c:pt>
                <c:pt idx="2881">
                  <c:v>41599</c:v>
                </c:pt>
                <c:pt idx="2882">
                  <c:v>41600</c:v>
                </c:pt>
                <c:pt idx="2883">
                  <c:v>41601</c:v>
                </c:pt>
                <c:pt idx="2884">
                  <c:v>41602</c:v>
                </c:pt>
                <c:pt idx="2885">
                  <c:v>41603</c:v>
                </c:pt>
                <c:pt idx="2886">
                  <c:v>41604</c:v>
                </c:pt>
                <c:pt idx="2887">
                  <c:v>41605</c:v>
                </c:pt>
                <c:pt idx="2888">
                  <c:v>41606</c:v>
                </c:pt>
                <c:pt idx="2889">
                  <c:v>41607</c:v>
                </c:pt>
                <c:pt idx="2890">
                  <c:v>41608</c:v>
                </c:pt>
                <c:pt idx="2891">
                  <c:v>41609</c:v>
                </c:pt>
                <c:pt idx="2892">
                  <c:v>41610</c:v>
                </c:pt>
                <c:pt idx="2893">
                  <c:v>41611</c:v>
                </c:pt>
                <c:pt idx="2894">
                  <c:v>41612</c:v>
                </c:pt>
                <c:pt idx="2895">
                  <c:v>41613</c:v>
                </c:pt>
                <c:pt idx="2896">
                  <c:v>41614</c:v>
                </c:pt>
                <c:pt idx="2897">
                  <c:v>41615</c:v>
                </c:pt>
                <c:pt idx="2898">
                  <c:v>41616</c:v>
                </c:pt>
                <c:pt idx="2899">
                  <c:v>41617</c:v>
                </c:pt>
                <c:pt idx="2900">
                  <c:v>41618</c:v>
                </c:pt>
                <c:pt idx="2901">
                  <c:v>41619</c:v>
                </c:pt>
                <c:pt idx="2902">
                  <c:v>41620</c:v>
                </c:pt>
                <c:pt idx="2903">
                  <c:v>41621</c:v>
                </c:pt>
                <c:pt idx="2904">
                  <c:v>41622</c:v>
                </c:pt>
                <c:pt idx="2905">
                  <c:v>41623</c:v>
                </c:pt>
                <c:pt idx="2906">
                  <c:v>41624</c:v>
                </c:pt>
                <c:pt idx="2907">
                  <c:v>41625</c:v>
                </c:pt>
                <c:pt idx="2908">
                  <c:v>41626</c:v>
                </c:pt>
                <c:pt idx="2909">
                  <c:v>41627</c:v>
                </c:pt>
                <c:pt idx="2910">
                  <c:v>41628</c:v>
                </c:pt>
                <c:pt idx="2911">
                  <c:v>41629</c:v>
                </c:pt>
                <c:pt idx="2912">
                  <c:v>41630</c:v>
                </c:pt>
                <c:pt idx="2913">
                  <c:v>41631</c:v>
                </c:pt>
                <c:pt idx="2914">
                  <c:v>41632</c:v>
                </c:pt>
                <c:pt idx="2915">
                  <c:v>41633</c:v>
                </c:pt>
                <c:pt idx="2916">
                  <c:v>41634</c:v>
                </c:pt>
                <c:pt idx="2917">
                  <c:v>41635</c:v>
                </c:pt>
                <c:pt idx="2918">
                  <c:v>41636</c:v>
                </c:pt>
                <c:pt idx="2919">
                  <c:v>41637</c:v>
                </c:pt>
                <c:pt idx="2920">
                  <c:v>41638</c:v>
                </c:pt>
                <c:pt idx="2921">
                  <c:v>41639</c:v>
                </c:pt>
                <c:pt idx="2922">
                  <c:v>41640</c:v>
                </c:pt>
                <c:pt idx="2923">
                  <c:v>41641</c:v>
                </c:pt>
                <c:pt idx="2924">
                  <c:v>41642</c:v>
                </c:pt>
                <c:pt idx="2925">
                  <c:v>41643</c:v>
                </c:pt>
                <c:pt idx="2926">
                  <c:v>41644</c:v>
                </c:pt>
                <c:pt idx="2927">
                  <c:v>41645</c:v>
                </c:pt>
                <c:pt idx="2928">
                  <c:v>41646</c:v>
                </c:pt>
                <c:pt idx="2929">
                  <c:v>41647</c:v>
                </c:pt>
                <c:pt idx="2930">
                  <c:v>41648</c:v>
                </c:pt>
                <c:pt idx="2931">
                  <c:v>41649</c:v>
                </c:pt>
                <c:pt idx="2932">
                  <c:v>41650</c:v>
                </c:pt>
                <c:pt idx="2933">
                  <c:v>41651</c:v>
                </c:pt>
                <c:pt idx="2934">
                  <c:v>41652</c:v>
                </c:pt>
                <c:pt idx="2935">
                  <c:v>41653</c:v>
                </c:pt>
                <c:pt idx="2936">
                  <c:v>41654</c:v>
                </c:pt>
                <c:pt idx="2937">
                  <c:v>41655</c:v>
                </c:pt>
                <c:pt idx="2938">
                  <c:v>41656</c:v>
                </c:pt>
                <c:pt idx="2939">
                  <c:v>41657</c:v>
                </c:pt>
                <c:pt idx="2940">
                  <c:v>41658</c:v>
                </c:pt>
                <c:pt idx="2941">
                  <c:v>41659</c:v>
                </c:pt>
                <c:pt idx="2942">
                  <c:v>41660</c:v>
                </c:pt>
                <c:pt idx="2943">
                  <c:v>41661</c:v>
                </c:pt>
                <c:pt idx="2944">
                  <c:v>41662</c:v>
                </c:pt>
                <c:pt idx="2945">
                  <c:v>41663</c:v>
                </c:pt>
                <c:pt idx="2946">
                  <c:v>41664</c:v>
                </c:pt>
                <c:pt idx="2947">
                  <c:v>41665</c:v>
                </c:pt>
                <c:pt idx="2948">
                  <c:v>41666</c:v>
                </c:pt>
                <c:pt idx="2949">
                  <c:v>41667</c:v>
                </c:pt>
                <c:pt idx="2950">
                  <c:v>41668</c:v>
                </c:pt>
                <c:pt idx="2951">
                  <c:v>41669</c:v>
                </c:pt>
                <c:pt idx="2952">
                  <c:v>41670</c:v>
                </c:pt>
                <c:pt idx="2953">
                  <c:v>41671</c:v>
                </c:pt>
                <c:pt idx="2954">
                  <c:v>41672</c:v>
                </c:pt>
                <c:pt idx="2955">
                  <c:v>41673</c:v>
                </c:pt>
                <c:pt idx="2956">
                  <c:v>41674</c:v>
                </c:pt>
                <c:pt idx="2957">
                  <c:v>41675</c:v>
                </c:pt>
                <c:pt idx="2958">
                  <c:v>41676</c:v>
                </c:pt>
                <c:pt idx="2959">
                  <c:v>41677</c:v>
                </c:pt>
                <c:pt idx="2960">
                  <c:v>41678</c:v>
                </c:pt>
                <c:pt idx="2961">
                  <c:v>41679</c:v>
                </c:pt>
                <c:pt idx="2962">
                  <c:v>41680</c:v>
                </c:pt>
                <c:pt idx="2963">
                  <c:v>41681</c:v>
                </c:pt>
                <c:pt idx="2964">
                  <c:v>41682</c:v>
                </c:pt>
                <c:pt idx="2965">
                  <c:v>41683</c:v>
                </c:pt>
                <c:pt idx="2966">
                  <c:v>41684</c:v>
                </c:pt>
                <c:pt idx="2967">
                  <c:v>41685</c:v>
                </c:pt>
                <c:pt idx="2968">
                  <c:v>41686</c:v>
                </c:pt>
                <c:pt idx="2969">
                  <c:v>41687</c:v>
                </c:pt>
                <c:pt idx="2970">
                  <c:v>41688</c:v>
                </c:pt>
                <c:pt idx="2971">
                  <c:v>41689</c:v>
                </c:pt>
                <c:pt idx="2972">
                  <c:v>41690</c:v>
                </c:pt>
                <c:pt idx="2973">
                  <c:v>41691</c:v>
                </c:pt>
                <c:pt idx="2974">
                  <c:v>41692</c:v>
                </c:pt>
                <c:pt idx="2975">
                  <c:v>41693</c:v>
                </c:pt>
                <c:pt idx="2976">
                  <c:v>41694</c:v>
                </c:pt>
                <c:pt idx="2977">
                  <c:v>41695</c:v>
                </c:pt>
                <c:pt idx="2978">
                  <c:v>41696</c:v>
                </c:pt>
                <c:pt idx="2979">
                  <c:v>41697</c:v>
                </c:pt>
                <c:pt idx="2980">
                  <c:v>41698</c:v>
                </c:pt>
                <c:pt idx="2981">
                  <c:v>41699</c:v>
                </c:pt>
                <c:pt idx="2982">
                  <c:v>41700</c:v>
                </c:pt>
                <c:pt idx="2983">
                  <c:v>41701</c:v>
                </c:pt>
                <c:pt idx="2984">
                  <c:v>41702</c:v>
                </c:pt>
                <c:pt idx="2985">
                  <c:v>41703</c:v>
                </c:pt>
                <c:pt idx="2986">
                  <c:v>41704</c:v>
                </c:pt>
                <c:pt idx="2987">
                  <c:v>41705</c:v>
                </c:pt>
                <c:pt idx="2988">
                  <c:v>41706</c:v>
                </c:pt>
                <c:pt idx="2989">
                  <c:v>41707</c:v>
                </c:pt>
                <c:pt idx="2990">
                  <c:v>41708</c:v>
                </c:pt>
                <c:pt idx="2991">
                  <c:v>41709</c:v>
                </c:pt>
                <c:pt idx="2992">
                  <c:v>41710</c:v>
                </c:pt>
                <c:pt idx="2993">
                  <c:v>41711</c:v>
                </c:pt>
                <c:pt idx="2994">
                  <c:v>41712</c:v>
                </c:pt>
                <c:pt idx="2995">
                  <c:v>41713</c:v>
                </c:pt>
                <c:pt idx="2996">
                  <c:v>41714</c:v>
                </c:pt>
                <c:pt idx="2997">
                  <c:v>41715</c:v>
                </c:pt>
                <c:pt idx="2998">
                  <c:v>41716</c:v>
                </c:pt>
                <c:pt idx="2999">
                  <c:v>41717</c:v>
                </c:pt>
                <c:pt idx="3000">
                  <c:v>41718</c:v>
                </c:pt>
                <c:pt idx="3001">
                  <c:v>41719</c:v>
                </c:pt>
                <c:pt idx="3002">
                  <c:v>41720</c:v>
                </c:pt>
                <c:pt idx="3003">
                  <c:v>41721</c:v>
                </c:pt>
                <c:pt idx="3004">
                  <c:v>41722</c:v>
                </c:pt>
                <c:pt idx="3005">
                  <c:v>41723</c:v>
                </c:pt>
                <c:pt idx="3006">
                  <c:v>41724</c:v>
                </c:pt>
                <c:pt idx="3007">
                  <c:v>41725</c:v>
                </c:pt>
                <c:pt idx="3008">
                  <c:v>41726</c:v>
                </c:pt>
                <c:pt idx="3009">
                  <c:v>41727</c:v>
                </c:pt>
                <c:pt idx="3010">
                  <c:v>41728</c:v>
                </c:pt>
                <c:pt idx="3011">
                  <c:v>41729</c:v>
                </c:pt>
                <c:pt idx="3012">
                  <c:v>41730</c:v>
                </c:pt>
                <c:pt idx="3013">
                  <c:v>41731</c:v>
                </c:pt>
                <c:pt idx="3014">
                  <c:v>41732</c:v>
                </c:pt>
                <c:pt idx="3015">
                  <c:v>41733</c:v>
                </c:pt>
                <c:pt idx="3016">
                  <c:v>41734</c:v>
                </c:pt>
                <c:pt idx="3017">
                  <c:v>41735</c:v>
                </c:pt>
                <c:pt idx="3018">
                  <c:v>41736</c:v>
                </c:pt>
                <c:pt idx="3019">
                  <c:v>41737</c:v>
                </c:pt>
                <c:pt idx="3020">
                  <c:v>41738</c:v>
                </c:pt>
                <c:pt idx="3021">
                  <c:v>41739</c:v>
                </c:pt>
                <c:pt idx="3022">
                  <c:v>41740</c:v>
                </c:pt>
                <c:pt idx="3023">
                  <c:v>41741</c:v>
                </c:pt>
                <c:pt idx="3024">
                  <c:v>41742</c:v>
                </c:pt>
                <c:pt idx="3025">
                  <c:v>41743</c:v>
                </c:pt>
                <c:pt idx="3026">
                  <c:v>41744</c:v>
                </c:pt>
                <c:pt idx="3027">
                  <c:v>41745</c:v>
                </c:pt>
                <c:pt idx="3028">
                  <c:v>41746</c:v>
                </c:pt>
                <c:pt idx="3029">
                  <c:v>41747</c:v>
                </c:pt>
                <c:pt idx="3030">
                  <c:v>41748</c:v>
                </c:pt>
                <c:pt idx="3031">
                  <c:v>41749</c:v>
                </c:pt>
                <c:pt idx="3032">
                  <c:v>41750</c:v>
                </c:pt>
                <c:pt idx="3033">
                  <c:v>41751</c:v>
                </c:pt>
                <c:pt idx="3034">
                  <c:v>41752</c:v>
                </c:pt>
                <c:pt idx="3035">
                  <c:v>41753</c:v>
                </c:pt>
                <c:pt idx="3036">
                  <c:v>41754</c:v>
                </c:pt>
                <c:pt idx="3037">
                  <c:v>41755</c:v>
                </c:pt>
                <c:pt idx="3038">
                  <c:v>41756</c:v>
                </c:pt>
                <c:pt idx="3039">
                  <c:v>41757</c:v>
                </c:pt>
                <c:pt idx="3040">
                  <c:v>41758</c:v>
                </c:pt>
                <c:pt idx="3041">
                  <c:v>41759</c:v>
                </c:pt>
                <c:pt idx="3042">
                  <c:v>41760</c:v>
                </c:pt>
                <c:pt idx="3043">
                  <c:v>41761</c:v>
                </c:pt>
                <c:pt idx="3044">
                  <c:v>41762</c:v>
                </c:pt>
                <c:pt idx="3045">
                  <c:v>41763</c:v>
                </c:pt>
                <c:pt idx="3046">
                  <c:v>41764</c:v>
                </c:pt>
                <c:pt idx="3047">
                  <c:v>41765</c:v>
                </c:pt>
                <c:pt idx="3048">
                  <c:v>41766</c:v>
                </c:pt>
                <c:pt idx="3049">
                  <c:v>41767</c:v>
                </c:pt>
                <c:pt idx="3050">
                  <c:v>41768</c:v>
                </c:pt>
                <c:pt idx="3051">
                  <c:v>41769</c:v>
                </c:pt>
                <c:pt idx="3052">
                  <c:v>41770</c:v>
                </c:pt>
                <c:pt idx="3053">
                  <c:v>41771</c:v>
                </c:pt>
                <c:pt idx="3054">
                  <c:v>41772</c:v>
                </c:pt>
                <c:pt idx="3055">
                  <c:v>41773</c:v>
                </c:pt>
                <c:pt idx="3056">
                  <c:v>41774</c:v>
                </c:pt>
                <c:pt idx="3057">
                  <c:v>41775</c:v>
                </c:pt>
                <c:pt idx="3058">
                  <c:v>41776</c:v>
                </c:pt>
                <c:pt idx="3059">
                  <c:v>41777</c:v>
                </c:pt>
                <c:pt idx="3060">
                  <c:v>41778</c:v>
                </c:pt>
                <c:pt idx="3061">
                  <c:v>41779</c:v>
                </c:pt>
                <c:pt idx="3062">
                  <c:v>41780</c:v>
                </c:pt>
                <c:pt idx="3063">
                  <c:v>41781</c:v>
                </c:pt>
                <c:pt idx="3064">
                  <c:v>41782</c:v>
                </c:pt>
                <c:pt idx="3065">
                  <c:v>41783</c:v>
                </c:pt>
                <c:pt idx="3066">
                  <c:v>41784</c:v>
                </c:pt>
                <c:pt idx="3067">
                  <c:v>41785</c:v>
                </c:pt>
                <c:pt idx="3068">
                  <c:v>41786</c:v>
                </c:pt>
                <c:pt idx="3069">
                  <c:v>41787</c:v>
                </c:pt>
                <c:pt idx="3070">
                  <c:v>41788</c:v>
                </c:pt>
                <c:pt idx="3071">
                  <c:v>41789</c:v>
                </c:pt>
                <c:pt idx="3072">
                  <c:v>41790</c:v>
                </c:pt>
                <c:pt idx="3073">
                  <c:v>41791</c:v>
                </c:pt>
                <c:pt idx="3074">
                  <c:v>41792</c:v>
                </c:pt>
                <c:pt idx="3075">
                  <c:v>41793</c:v>
                </c:pt>
                <c:pt idx="3076">
                  <c:v>41794</c:v>
                </c:pt>
                <c:pt idx="3077">
                  <c:v>41795</c:v>
                </c:pt>
                <c:pt idx="3078">
                  <c:v>41796</c:v>
                </c:pt>
                <c:pt idx="3079">
                  <c:v>41797</c:v>
                </c:pt>
                <c:pt idx="3080">
                  <c:v>41798</c:v>
                </c:pt>
                <c:pt idx="3081">
                  <c:v>41799</c:v>
                </c:pt>
                <c:pt idx="3082">
                  <c:v>41800</c:v>
                </c:pt>
                <c:pt idx="3083">
                  <c:v>41801</c:v>
                </c:pt>
                <c:pt idx="3084">
                  <c:v>41802</c:v>
                </c:pt>
                <c:pt idx="3085">
                  <c:v>41803</c:v>
                </c:pt>
                <c:pt idx="3086">
                  <c:v>41804</c:v>
                </c:pt>
                <c:pt idx="3087">
                  <c:v>41805</c:v>
                </c:pt>
                <c:pt idx="3088">
                  <c:v>41806</c:v>
                </c:pt>
                <c:pt idx="3089">
                  <c:v>41807</c:v>
                </c:pt>
                <c:pt idx="3090">
                  <c:v>41808</c:v>
                </c:pt>
                <c:pt idx="3091">
                  <c:v>41809</c:v>
                </c:pt>
                <c:pt idx="3092">
                  <c:v>41810</c:v>
                </c:pt>
                <c:pt idx="3093">
                  <c:v>41811</c:v>
                </c:pt>
                <c:pt idx="3094">
                  <c:v>41812</c:v>
                </c:pt>
                <c:pt idx="3095">
                  <c:v>41813</c:v>
                </c:pt>
                <c:pt idx="3096">
                  <c:v>41814</c:v>
                </c:pt>
                <c:pt idx="3097">
                  <c:v>41815</c:v>
                </c:pt>
                <c:pt idx="3098">
                  <c:v>41816</c:v>
                </c:pt>
                <c:pt idx="3099">
                  <c:v>41817</c:v>
                </c:pt>
                <c:pt idx="3100">
                  <c:v>41818</c:v>
                </c:pt>
                <c:pt idx="3101">
                  <c:v>41819</c:v>
                </c:pt>
                <c:pt idx="3102">
                  <c:v>41820</c:v>
                </c:pt>
                <c:pt idx="3103">
                  <c:v>41821</c:v>
                </c:pt>
                <c:pt idx="3104">
                  <c:v>41822</c:v>
                </c:pt>
                <c:pt idx="3105">
                  <c:v>41823</c:v>
                </c:pt>
                <c:pt idx="3106">
                  <c:v>41824</c:v>
                </c:pt>
                <c:pt idx="3107">
                  <c:v>41825</c:v>
                </c:pt>
                <c:pt idx="3108">
                  <c:v>41826</c:v>
                </c:pt>
                <c:pt idx="3109">
                  <c:v>41827</c:v>
                </c:pt>
                <c:pt idx="3110">
                  <c:v>41828</c:v>
                </c:pt>
                <c:pt idx="3111">
                  <c:v>41829</c:v>
                </c:pt>
                <c:pt idx="3112">
                  <c:v>41830</c:v>
                </c:pt>
                <c:pt idx="3113">
                  <c:v>41831</c:v>
                </c:pt>
                <c:pt idx="3114">
                  <c:v>41832</c:v>
                </c:pt>
                <c:pt idx="3115">
                  <c:v>41833</c:v>
                </c:pt>
                <c:pt idx="3116">
                  <c:v>41834</c:v>
                </c:pt>
                <c:pt idx="3117">
                  <c:v>41835</c:v>
                </c:pt>
                <c:pt idx="3118">
                  <c:v>41836</c:v>
                </c:pt>
                <c:pt idx="3119">
                  <c:v>41837</c:v>
                </c:pt>
                <c:pt idx="3120">
                  <c:v>41838</c:v>
                </c:pt>
                <c:pt idx="3121">
                  <c:v>41839</c:v>
                </c:pt>
                <c:pt idx="3122">
                  <c:v>41840</c:v>
                </c:pt>
                <c:pt idx="3123">
                  <c:v>41841</c:v>
                </c:pt>
                <c:pt idx="3124">
                  <c:v>41842</c:v>
                </c:pt>
                <c:pt idx="3125">
                  <c:v>41843</c:v>
                </c:pt>
                <c:pt idx="3126">
                  <c:v>41844</c:v>
                </c:pt>
                <c:pt idx="3127">
                  <c:v>41845</c:v>
                </c:pt>
                <c:pt idx="3128">
                  <c:v>41846</c:v>
                </c:pt>
                <c:pt idx="3129">
                  <c:v>41847</c:v>
                </c:pt>
                <c:pt idx="3130">
                  <c:v>41848</c:v>
                </c:pt>
                <c:pt idx="3131">
                  <c:v>41849</c:v>
                </c:pt>
                <c:pt idx="3132">
                  <c:v>41850</c:v>
                </c:pt>
                <c:pt idx="3133">
                  <c:v>41851</c:v>
                </c:pt>
                <c:pt idx="3134">
                  <c:v>41852</c:v>
                </c:pt>
                <c:pt idx="3135">
                  <c:v>41853</c:v>
                </c:pt>
                <c:pt idx="3136">
                  <c:v>41854</c:v>
                </c:pt>
                <c:pt idx="3137">
                  <c:v>41855</c:v>
                </c:pt>
                <c:pt idx="3138">
                  <c:v>41856</c:v>
                </c:pt>
                <c:pt idx="3139">
                  <c:v>41857</c:v>
                </c:pt>
                <c:pt idx="3140">
                  <c:v>41858</c:v>
                </c:pt>
                <c:pt idx="3141">
                  <c:v>41859</c:v>
                </c:pt>
                <c:pt idx="3142">
                  <c:v>41860</c:v>
                </c:pt>
                <c:pt idx="3143">
                  <c:v>41861</c:v>
                </c:pt>
                <c:pt idx="3144">
                  <c:v>41862</c:v>
                </c:pt>
                <c:pt idx="3145">
                  <c:v>41863</c:v>
                </c:pt>
                <c:pt idx="3146">
                  <c:v>41864</c:v>
                </c:pt>
                <c:pt idx="3147">
                  <c:v>41865</c:v>
                </c:pt>
                <c:pt idx="3148">
                  <c:v>41866</c:v>
                </c:pt>
                <c:pt idx="3149">
                  <c:v>41867</c:v>
                </c:pt>
                <c:pt idx="3150">
                  <c:v>41868</c:v>
                </c:pt>
                <c:pt idx="3151">
                  <c:v>41869</c:v>
                </c:pt>
                <c:pt idx="3152">
                  <c:v>41870</c:v>
                </c:pt>
                <c:pt idx="3153">
                  <c:v>41871</c:v>
                </c:pt>
                <c:pt idx="3154">
                  <c:v>41872</c:v>
                </c:pt>
                <c:pt idx="3155">
                  <c:v>41873</c:v>
                </c:pt>
                <c:pt idx="3156">
                  <c:v>41874</c:v>
                </c:pt>
                <c:pt idx="3157">
                  <c:v>41875</c:v>
                </c:pt>
                <c:pt idx="3158">
                  <c:v>41876</c:v>
                </c:pt>
                <c:pt idx="3159">
                  <c:v>41877</c:v>
                </c:pt>
                <c:pt idx="3160">
                  <c:v>41878</c:v>
                </c:pt>
                <c:pt idx="3161">
                  <c:v>41879</c:v>
                </c:pt>
                <c:pt idx="3162">
                  <c:v>41880</c:v>
                </c:pt>
                <c:pt idx="3163">
                  <c:v>41881</c:v>
                </c:pt>
                <c:pt idx="3164">
                  <c:v>41882</c:v>
                </c:pt>
                <c:pt idx="3165">
                  <c:v>41883</c:v>
                </c:pt>
                <c:pt idx="3166">
                  <c:v>41884</c:v>
                </c:pt>
                <c:pt idx="3167">
                  <c:v>41885</c:v>
                </c:pt>
                <c:pt idx="3168">
                  <c:v>41886</c:v>
                </c:pt>
                <c:pt idx="3169">
                  <c:v>41887</c:v>
                </c:pt>
                <c:pt idx="3170">
                  <c:v>41888</c:v>
                </c:pt>
                <c:pt idx="3171">
                  <c:v>41889</c:v>
                </c:pt>
                <c:pt idx="3172">
                  <c:v>41890</c:v>
                </c:pt>
                <c:pt idx="3173">
                  <c:v>41891</c:v>
                </c:pt>
                <c:pt idx="3174">
                  <c:v>41892</c:v>
                </c:pt>
                <c:pt idx="3175">
                  <c:v>41893</c:v>
                </c:pt>
                <c:pt idx="3176">
                  <c:v>41894</c:v>
                </c:pt>
                <c:pt idx="3177">
                  <c:v>41895</c:v>
                </c:pt>
                <c:pt idx="3178">
                  <c:v>41896</c:v>
                </c:pt>
                <c:pt idx="3179">
                  <c:v>41897</c:v>
                </c:pt>
                <c:pt idx="3180">
                  <c:v>41898</c:v>
                </c:pt>
                <c:pt idx="3181">
                  <c:v>41899</c:v>
                </c:pt>
                <c:pt idx="3182">
                  <c:v>41900</c:v>
                </c:pt>
                <c:pt idx="3183">
                  <c:v>41901</c:v>
                </c:pt>
                <c:pt idx="3184">
                  <c:v>41902</c:v>
                </c:pt>
                <c:pt idx="3185">
                  <c:v>41903</c:v>
                </c:pt>
                <c:pt idx="3186">
                  <c:v>41904</c:v>
                </c:pt>
                <c:pt idx="3187">
                  <c:v>41905</c:v>
                </c:pt>
                <c:pt idx="3188">
                  <c:v>41906</c:v>
                </c:pt>
                <c:pt idx="3189">
                  <c:v>41907</c:v>
                </c:pt>
                <c:pt idx="3190">
                  <c:v>41908</c:v>
                </c:pt>
                <c:pt idx="3191">
                  <c:v>41909</c:v>
                </c:pt>
                <c:pt idx="3192">
                  <c:v>41910</c:v>
                </c:pt>
                <c:pt idx="3193">
                  <c:v>41911</c:v>
                </c:pt>
                <c:pt idx="3194">
                  <c:v>41912</c:v>
                </c:pt>
                <c:pt idx="3195">
                  <c:v>41913</c:v>
                </c:pt>
                <c:pt idx="3196">
                  <c:v>41914</c:v>
                </c:pt>
                <c:pt idx="3197">
                  <c:v>41915</c:v>
                </c:pt>
                <c:pt idx="3198">
                  <c:v>41916</c:v>
                </c:pt>
                <c:pt idx="3199">
                  <c:v>41917</c:v>
                </c:pt>
                <c:pt idx="3200">
                  <c:v>41918</c:v>
                </c:pt>
                <c:pt idx="3201">
                  <c:v>41919</c:v>
                </c:pt>
                <c:pt idx="3202">
                  <c:v>41920</c:v>
                </c:pt>
                <c:pt idx="3203">
                  <c:v>41921</c:v>
                </c:pt>
                <c:pt idx="3204">
                  <c:v>41922</c:v>
                </c:pt>
                <c:pt idx="3205">
                  <c:v>41923</c:v>
                </c:pt>
                <c:pt idx="3206">
                  <c:v>41924</c:v>
                </c:pt>
                <c:pt idx="3207">
                  <c:v>41925</c:v>
                </c:pt>
                <c:pt idx="3208">
                  <c:v>41926</c:v>
                </c:pt>
                <c:pt idx="3209">
                  <c:v>41927</c:v>
                </c:pt>
                <c:pt idx="3210">
                  <c:v>41928</c:v>
                </c:pt>
                <c:pt idx="3211">
                  <c:v>41929</c:v>
                </c:pt>
                <c:pt idx="3212">
                  <c:v>41930</c:v>
                </c:pt>
                <c:pt idx="3213">
                  <c:v>41931</c:v>
                </c:pt>
                <c:pt idx="3214">
                  <c:v>41932</c:v>
                </c:pt>
                <c:pt idx="3215">
                  <c:v>41933</c:v>
                </c:pt>
                <c:pt idx="3216">
                  <c:v>41934</c:v>
                </c:pt>
                <c:pt idx="3217">
                  <c:v>41935</c:v>
                </c:pt>
                <c:pt idx="3218">
                  <c:v>41936</c:v>
                </c:pt>
                <c:pt idx="3219">
                  <c:v>41937</c:v>
                </c:pt>
                <c:pt idx="3220">
                  <c:v>41938</c:v>
                </c:pt>
                <c:pt idx="3221">
                  <c:v>41939</c:v>
                </c:pt>
                <c:pt idx="3222">
                  <c:v>41940</c:v>
                </c:pt>
                <c:pt idx="3223">
                  <c:v>41941</c:v>
                </c:pt>
                <c:pt idx="3224">
                  <c:v>41942</c:v>
                </c:pt>
                <c:pt idx="3225">
                  <c:v>41943</c:v>
                </c:pt>
                <c:pt idx="3226">
                  <c:v>41944</c:v>
                </c:pt>
                <c:pt idx="3227">
                  <c:v>41945</c:v>
                </c:pt>
                <c:pt idx="3228">
                  <c:v>41946</c:v>
                </c:pt>
                <c:pt idx="3229">
                  <c:v>41947</c:v>
                </c:pt>
                <c:pt idx="3230">
                  <c:v>41948</c:v>
                </c:pt>
                <c:pt idx="3231">
                  <c:v>41949</c:v>
                </c:pt>
                <c:pt idx="3232">
                  <c:v>41950</c:v>
                </c:pt>
                <c:pt idx="3233">
                  <c:v>41951</c:v>
                </c:pt>
                <c:pt idx="3234">
                  <c:v>41952</c:v>
                </c:pt>
                <c:pt idx="3235">
                  <c:v>41953</c:v>
                </c:pt>
                <c:pt idx="3236">
                  <c:v>41954</c:v>
                </c:pt>
                <c:pt idx="3237">
                  <c:v>41955</c:v>
                </c:pt>
                <c:pt idx="3238">
                  <c:v>41956</c:v>
                </c:pt>
                <c:pt idx="3239">
                  <c:v>41957</c:v>
                </c:pt>
                <c:pt idx="3240">
                  <c:v>41958</c:v>
                </c:pt>
                <c:pt idx="3241">
                  <c:v>41959</c:v>
                </c:pt>
                <c:pt idx="3242">
                  <c:v>41960</c:v>
                </c:pt>
                <c:pt idx="3243">
                  <c:v>41961</c:v>
                </c:pt>
                <c:pt idx="3244">
                  <c:v>41962</c:v>
                </c:pt>
                <c:pt idx="3245">
                  <c:v>41963</c:v>
                </c:pt>
                <c:pt idx="3246">
                  <c:v>41964</c:v>
                </c:pt>
                <c:pt idx="3247">
                  <c:v>41965</c:v>
                </c:pt>
                <c:pt idx="3248">
                  <c:v>41966</c:v>
                </c:pt>
                <c:pt idx="3249">
                  <c:v>41967</c:v>
                </c:pt>
                <c:pt idx="3250">
                  <c:v>41968</c:v>
                </c:pt>
                <c:pt idx="3251">
                  <c:v>41969</c:v>
                </c:pt>
                <c:pt idx="3252">
                  <c:v>41970</c:v>
                </c:pt>
                <c:pt idx="3253">
                  <c:v>41971</c:v>
                </c:pt>
                <c:pt idx="3254">
                  <c:v>41972</c:v>
                </c:pt>
                <c:pt idx="3255">
                  <c:v>41973</c:v>
                </c:pt>
                <c:pt idx="3256">
                  <c:v>41974</c:v>
                </c:pt>
                <c:pt idx="3257">
                  <c:v>41975</c:v>
                </c:pt>
                <c:pt idx="3258">
                  <c:v>41976</c:v>
                </c:pt>
                <c:pt idx="3259">
                  <c:v>41977</c:v>
                </c:pt>
                <c:pt idx="3260">
                  <c:v>41978</c:v>
                </c:pt>
                <c:pt idx="3261">
                  <c:v>41979</c:v>
                </c:pt>
                <c:pt idx="3262">
                  <c:v>41980</c:v>
                </c:pt>
                <c:pt idx="3263">
                  <c:v>41981</c:v>
                </c:pt>
                <c:pt idx="3264">
                  <c:v>41982</c:v>
                </c:pt>
                <c:pt idx="3265">
                  <c:v>41983</c:v>
                </c:pt>
                <c:pt idx="3266">
                  <c:v>41984</c:v>
                </c:pt>
                <c:pt idx="3267">
                  <c:v>41985</c:v>
                </c:pt>
                <c:pt idx="3268">
                  <c:v>41986</c:v>
                </c:pt>
                <c:pt idx="3269">
                  <c:v>41987</c:v>
                </c:pt>
                <c:pt idx="3270">
                  <c:v>41988</c:v>
                </c:pt>
                <c:pt idx="3271">
                  <c:v>41989</c:v>
                </c:pt>
                <c:pt idx="3272">
                  <c:v>41990</c:v>
                </c:pt>
                <c:pt idx="3273">
                  <c:v>41991</c:v>
                </c:pt>
                <c:pt idx="3274">
                  <c:v>41992</c:v>
                </c:pt>
                <c:pt idx="3275">
                  <c:v>41993</c:v>
                </c:pt>
                <c:pt idx="3276">
                  <c:v>41994</c:v>
                </c:pt>
                <c:pt idx="3277">
                  <c:v>41995</c:v>
                </c:pt>
                <c:pt idx="3278">
                  <c:v>41996</c:v>
                </c:pt>
                <c:pt idx="3279">
                  <c:v>41997</c:v>
                </c:pt>
                <c:pt idx="3280">
                  <c:v>41998</c:v>
                </c:pt>
                <c:pt idx="3281">
                  <c:v>41999</c:v>
                </c:pt>
                <c:pt idx="3282">
                  <c:v>42000</c:v>
                </c:pt>
                <c:pt idx="3283">
                  <c:v>42001</c:v>
                </c:pt>
                <c:pt idx="3284">
                  <c:v>42002</c:v>
                </c:pt>
                <c:pt idx="3285">
                  <c:v>42003</c:v>
                </c:pt>
                <c:pt idx="3286">
                  <c:v>42004</c:v>
                </c:pt>
                <c:pt idx="3287">
                  <c:v>42005</c:v>
                </c:pt>
                <c:pt idx="3288">
                  <c:v>42006</c:v>
                </c:pt>
                <c:pt idx="3289">
                  <c:v>42007</c:v>
                </c:pt>
                <c:pt idx="3290">
                  <c:v>42008</c:v>
                </c:pt>
                <c:pt idx="3291">
                  <c:v>42009</c:v>
                </c:pt>
                <c:pt idx="3292">
                  <c:v>42010</c:v>
                </c:pt>
                <c:pt idx="3293">
                  <c:v>42011</c:v>
                </c:pt>
                <c:pt idx="3294">
                  <c:v>42012</c:v>
                </c:pt>
                <c:pt idx="3295">
                  <c:v>42013</c:v>
                </c:pt>
                <c:pt idx="3296">
                  <c:v>42014</c:v>
                </c:pt>
                <c:pt idx="3297">
                  <c:v>42015</c:v>
                </c:pt>
                <c:pt idx="3298">
                  <c:v>42016</c:v>
                </c:pt>
                <c:pt idx="3299">
                  <c:v>42017</c:v>
                </c:pt>
                <c:pt idx="3300">
                  <c:v>42018</c:v>
                </c:pt>
                <c:pt idx="3301">
                  <c:v>42019</c:v>
                </c:pt>
                <c:pt idx="3302">
                  <c:v>42020</c:v>
                </c:pt>
                <c:pt idx="3303">
                  <c:v>42021</c:v>
                </c:pt>
                <c:pt idx="3304">
                  <c:v>42022</c:v>
                </c:pt>
                <c:pt idx="3305">
                  <c:v>42023</c:v>
                </c:pt>
                <c:pt idx="3306">
                  <c:v>42024</c:v>
                </c:pt>
                <c:pt idx="3307">
                  <c:v>42025</c:v>
                </c:pt>
                <c:pt idx="3308">
                  <c:v>42026</c:v>
                </c:pt>
                <c:pt idx="3309">
                  <c:v>42027</c:v>
                </c:pt>
                <c:pt idx="3310">
                  <c:v>42028</c:v>
                </c:pt>
                <c:pt idx="3311">
                  <c:v>42029</c:v>
                </c:pt>
                <c:pt idx="3312">
                  <c:v>42030</c:v>
                </c:pt>
                <c:pt idx="3313">
                  <c:v>42031</c:v>
                </c:pt>
                <c:pt idx="3314">
                  <c:v>42032</c:v>
                </c:pt>
                <c:pt idx="3315">
                  <c:v>42033</c:v>
                </c:pt>
                <c:pt idx="3316">
                  <c:v>42034</c:v>
                </c:pt>
                <c:pt idx="3317">
                  <c:v>42035</c:v>
                </c:pt>
                <c:pt idx="3318">
                  <c:v>42036</c:v>
                </c:pt>
                <c:pt idx="3319">
                  <c:v>42037</c:v>
                </c:pt>
                <c:pt idx="3320">
                  <c:v>42038</c:v>
                </c:pt>
                <c:pt idx="3321">
                  <c:v>42039</c:v>
                </c:pt>
                <c:pt idx="3322">
                  <c:v>42040</c:v>
                </c:pt>
                <c:pt idx="3323">
                  <c:v>42041</c:v>
                </c:pt>
                <c:pt idx="3324">
                  <c:v>42042</c:v>
                </c:pt>
                <c:pt idx="3325">
                  <c:v>42043</c:v>
                </c:pt>
                <c:pt idx="3326">
                  <c:v>42044</c:v>
                </c:pt>
                <c:pt idx="3327">
                  <c:v>42045</c:v>
                </c:pt>
                <c:pt idx="3328">
                  <c:v>42046</c:v>
                </c:pt>
                <c:pt idx="3329">
                  <c:v>42047</c:v>
                </c:pt>
                <c:pt idx="3330">
                  <c:v>42048</c:v>
                </c:pt>
                <c:pt idx="3331">
                  <c:v>42049</c:v>
                </c:pt>
                <c:pt idx="3332">
                  <c:v>42050</c:v>
                </c:pt>
                <c:pt idx="3333">
                  <c:v>42051</c:v>
                </c:pt>
                <c:pt idx="3334">
                  <c:v>42052</c:v>
                </c:pt>
                <c:pt idx="3335">
                  <c:v>42053</c:v>
                </c:pt>
                <c:pt idx="3336">
                  <c:v>42054</c:v>
                </c:pt>
                <c:pt idx="3337">
                  <c:v>42055</c:v>
                </c:pt>
                <c:pt idx="3338">
                  <c:v>42056</c:v>
                </c:pt>
                <c:pt idx="3339">
                  <c:v>42057</c:v>
                </c:pt>
                <c:pt idx="3340">
                  <c:v>42058</c:v>
                </c:pt>
                <c:pt idx="3341">
                  <c:v>42059</c:v>
                </c:pt>
                <c:pt idx="3342">
                  <c:v>42060</c:v>
                </c:pt>
                <c:pt idx="3343">
                  <c:v>42061</c:v>
                </c:pt>
                <c:pt idx="3344">
                  <c:v>42062</c:v>
                </c:pt>
                <c:pt idx="3345">
                  <c:v>42063</c:v>
                </c:pt>
                <c:pt idx="3346">
                  <c:v>42064</c:v>
                </c:pt>
                <c:pt idx="3347">
                  <c:v>42065</c:v>
                </c:pt>
                <c:pt idx="3348">
                  <c:v>42066</c:v>
                </c:pt>
                <c:pt idx="3349">
                  <c:v>42067</c:v>
                </c:pt>
                <c:pt idx="3350">
                  <c:v>42068</c:v>
                </c:pt>
                <c:pt idx="3351">
                  <c:v>42069</c:v>
                </c:pt>
                <c:pt idx="3352">
                  <c:v>42070</c:v>
                </c:pt>
                <c:pt idx="3353">
                  <c:v>42071</c:v>
                </c:pt>
                <c:pt idx="3354">
                  <c:v>42072</c:v>
                </c:pt>
                <c:pt idx="3355">
                  <c:v>42073</c:v>
                </c:pt>
                <c:pt idx="3356">
                  <c:v>42074</c:v>
                </c:pt>
                <c:pt idx="3357">
                  <c:v>42075</c:v>
                </c:pt>
                <c:pt idx="3358">
                  <c:v>42076</c:v>
                </c:pt>
                <c:pt idx="3359">
                  <c:v>42077</c:v>
                </c:pt>
                <c:pt idx="3360">
                  <c:v>42078</c:v>
                </c:pt>
                <c:pt idx="3361">
                  <c:v>42079</c:v>
                </c:pt>
                <c:pt idx="3362">
                  <c:v>42080</c:v>
                </c:pt>
                <c:pt idx="3363">
                  <c:v>42081</c:v>
                </c:pt>
                <c:pt idx="3364">
                  <c:v>42082</c:v>
                </c:pt>
                <c:pt idx="3365">
                  <c:v>42083</c:v>
                </c:pt>
                <c:pt idx="3366">
                  <c:v>42084</c:v>
                </c:pt>
                <c:pt idx="3367">
                  <c:v>42085</c:v>
                </c:pt>
                <c:pt idx="3368">
                  <c:v>42086</c:v>
                </c:pt>
                <c:pt idx="3369">
                  <c:v>42087</c:v>
                </c:pt>
                <c:pt idx="3370">
                  <c:v>42088</c:v>
                </c:pt>
                <c:pt idx="3371">
                  <c:v>42089</c:v>
                </c:pt>
                <c:pt idx="3372">
                  <c:v>42090</c:v>
                </c:pt>
                <c:pt idx="3373">
                  <c:v>42091</c:v>
                </c:pt>
                <c:pt idx="3374">
                  <c:v>42092</c:v>
                </c:pt>
                <c:pt idx="3375">
                  <c:v>42093</c:v>
                </c:pt>
                <c:pt idx="3376">
                  <c:v>42094</c:v>
                </c:pt>
                <c:pt idx="3377">
                  <c:v>42095</c:v>
                </c:pt>
                <c:pt idx="3378">
                  <c:v>42096</c:v>
                </c:pt>
                <c:pt idx="3379">
                  <c:v>42097</c:v>
                </c:pt>
                <c:pt idx="3380">
                  <c:v>42098</c:v>
                </c:pt>
                <c:pt idx="3381">
                  <c:v>42099</c:v>
                </c:pt>
                <c:pt idx="3382">
                  <c:v>42100</c:v>
                </c:pt>
                <c:pt idx="3383">
                  <c:v>42101</c:v>
                </c:pt>
                <c:pt idx="3384">
                  <c:v>42102</c:v>
                </c:pt>
                <c:pt idx="3385">
                  <c:v>42103</c:v>
                </c:pt>
                <c:pt idx="3386">
                  <c:v>42104</c:v>
                </c:pt>
                <c:pt idx="3387">
                  <c:v>42105</c:v>
                </c:pt>
                <c:pt idx="3388">
                  <c:v>42106</c:v>
                </c:pt>
                <c:pt idx="3389">
                  <c:v>42107</c:v>
                </c:pt>
                <c:pt idx="3390">
                  <c:v>42108</c:v>
                </c:pt>
                <c:pt idx="3391">
                  <c:v>42109</c:v>
                </c:pt>
                <c:pt idx="3392">
                  <c:v>42110</c:v>
                </c:pt>
                <c:pt idx="3393">
                  <c:v>42111</c:v>
                </c:pt>
                <c:pt idx="3394">
                  <c:v>42112</c:v>
                </c:pt>
                <c:pt idx="3395">
                  <c:v>42113</c:v>
                </c:pt>
                <c:pt idx="3396">
                  <c:v>42114</c:v>
                </c:pt>
                <c:pt idx="3397">
                  <c:v>42115</c:v>
                </c:pt>
                <c:pt idx="3398">
                  <c:v>42116</c:v>
                </c:pt>
                <c:pt idx="3399">
                  <c:v>42117</c:v>
                </c:pt>
                <c:pt idx="3400">
                  <c:v>42118</c:v>
                </c:pt>
                <c:pt idx="3401">
                  <c:v>42119</c:v>
                </c:pt>
                <c:pt idx="3402">
                  <c:v>42120</c:v>
                </c:pt>
                <c:pt idx="3403">
                  <c:v>42121</c:v>
                </c:pt>
                <c:pt idx="3404">
                  <c:v>42122</c:v>
                </c:pt>
                <c:pt idx="3405">
                  <c:v>42123</c:v>
                </c:pt>
                <c:pt idx="3406">
                  <c:v>42124</c:v>
                </c:pt>
                <c:pt idx="3407">
                  <c:v>42125</c:v>
                </c:pt>
                <c:pt idx="3408">
                  <c:v>42126</c:v>
                </c:pt>
                <c:pt idx="3409">
                  <c:v>42127</c:v>
                </c:pt>
                <c:pt idx="3410">
                  <c:v>42128</c:v>
                </c:pt>
                <c:pt idx="3411">
                  <c:v>42129</c:v>
                </c:pt>
                <c:pt idx="3412">
                  <c:v>42130</c:v>
                </c:pt>
                <c:pt idx="3413">
                  <c:v>42131</c:v>
                </c:pt>
                <c:pt idx="3414">
                  <c:v>42132</c:v>
                </c:pt>
                <c:pt idx="3415">
                  <c:v>42133</c:v>
                </c:pt>
                <c:pt idx="3416">
                  <c:v>42134</c:v>
                </c:pt>
                <c:pt idx="3417">
                  <c:v>42135</c:v>
                </c:pt>
                <c:pt idx="3418">
                  <c:v>42136</c:v>
                </c:pt>
                <c:pt idx="3419">
                  <c:v>42137</c:v>
                </c:pt>
                <c:pt idx="3420">
                  <c:v>42138</c:v>
                </c:pt>
                <c:pt idx="3421">
                  <c:v>42139</c:v>
                </c:pt>
                <c:pt idx="3422">
                  <c:v>42140</c:v>
                </c:pt>
                <c:pt idx="3423">
                  <c:v>42141</c:v>
                </c:pt>
                <c:pt idx="3424">
                  <c:v>42142</c:v>
                </c:pt>
                <c:pt idx="3425">
                  <c:v>42143</c:v>
                </c:pt>
                <c:pt idx="3426">
                  <c:v>42144</c:v>
                </c:pt>
                <c:pt idx="3427">
                  <c:v>42145</c:v>
                </c:pt>
                <c:pt idx="3428">
                  <c:v>42146</c:v>
                </c:pt>
                <c:pt idx="3429">
                  <c:v>42147</c:v>
                </c:pt>
                <c:pt idx="3430">
                  <c:v>42148</c:v>
                </c:pt>
                <c:pt idx="3431">
                  <c:v>42149</c:v>
                </c:pt>
                <c:pt idx="3432">
                  <c:v>42150</c:v>
                </c:pt>
                <c:pt idx="3433">
                  <c:v>42151</c:v>
                </c:pt>
                <c:pt idx="3434">
                  <c:v>42152</c:v>
                </c:pt>
                <c:pt idx="3435">
                  <c:v>42153</c:v>
                </c:pt>
                <c:pt idx="3436">
                  <c:v>42154</c:v>
                </c:pt>
                <c:pt idx="3437">
                  <c:v>42155</c:v>
                </c:pt>
                <c:pt idx="3438">
                  <c:v>42156</c:v>
                </c:pt>
                <c:pt idx="3439">
                  <c:v>42157</c:v>
                </c:pt>
                <c:pt idx="3440">
                  <c:v>42158</c:v>
                </c:pt>
                <c:pt idx="3441">
                  <c:v>42159</c:v>
                </c:pt>
                <c:pt idx="3442">
                  <c:v>42160</c:v>
                </c:pt>
                <c:pt idx="3443">
                  <c:v>42161</c:v>
                </c:pt>
                <c:pt idx="3444">
                  <c:v>42162</c:v>
                </c:pt>
                <c:pt idx="3445">
                  <c:v>42163</c:v>
                </c:pt>
                <c:pt idx="3446">
                  <c:v>42164</c:v>
                </c:pt>
                <c:pt idx="3447">
                  <c:v>42165</c:v>
                </c:pt>
                <c:pt idx="3448">
                  <c:v>42166</c:v>
                </c:pt>
                <c:pt idx="3449">
                  <c:v>42167</c:v>
                </c:pt>
                <c:pt idx="3450">
                  <c:v>42168</c:v>
                </c:pt>
                <c:pt idx="3451">
                  <c:v>42169</c:v>
                </c:pt>
                <c:pt idx="3452">
                  <c:v>42170</c:v>
                </c:pt>
                <c:pt idx="3453">
                  <c:v>42171</c:v>
                </c:pt>
                <c:pt idx="3454">
                  <c:v>42172</c:v>
                </c:pt>
                <c:pt idx="3455">
                  <c:v>42173</c:v>
                </c:pt>
                <c:pt idx="3456">
                  <c:v>42174</c:v>
                </c:pt>
                <c:pt idx="3457">
                  <c:v>42175</c:v>
                </c:pt>
                <c:pt idx="3458">
                  <c:v>42176</c:v>
                </c:pt>
                <c:pt idx="3459">
                  <c:v>42177</c:v>
                </c:pt>
                <c:pt idx="3460">
                  <c:v>42178</c:v>
                </c:pt>
                <c:pt idx="3461">
                  <c:v>42179</c:v>
                </c:pt>
                <c:pt idx="3462">
                  <c:v>42180</c:v>
                </c:pt>
                <c:pt idx="3463">
                  <c:v>42181</c:v>
                </c:pt>
                <c:pt idx="3464">
                  <c:v>42182</c:v>
                </c:pt>
                <c:pt idx="3465">
                  <c:v>42183</c:v>
                </c:pt>
                <c:pt idx="3466">
                  <c:v>42184</c:v>
                </c:pt>
                <c:pt idx="3467">
                  <c:v>42185</c:v>
                </c:pt>
                <c:pt idx="3468">
                  <c:v>42186</c:v>
                </c:pt>
                <c:pt idx="3469">
                  <c:v>42187</c:v>
                </c:pt>
                <c:pt idx="3470">
                  <c:v>42188</c:v>
                </c:pt>
                <c:pt idx="3471">
                  <c:v>42189</c:v>
                </c:pt>
                <c:pt idx="3472">
                  <c:v>42190</c:v>
                </c:pt>
                <c:pt idx="3473">
                  <c:v>42191</c:v>
                </c:pt>
                <c:pt idx="3474">
                  <c:v>42192</c:v>
                </c:pt>
                <c:pt idx="3475">
                  <c:v>42193</c:v>
                </c:pt>
                <c:pt idx="3476">
                  <c:v>42194</c:v>
                </c:pt>
                <c:pt idx="3477">
                  <c:v>42195</c:v>
                </c:pt>
                <c:pt idx="3478">
                  <c:v>42196</c:v>
                </c:pt>
                <c:pt idx="3479">
                  <c:v>42197</c:v>
                </c:pt>
                <c:pt idx="3480">
                  <c:v>42198</c:v>
                </c:pt>
                <c:pt idx="3481">
                  <c:v>42199</c:v>
                </c:pt>
                <c:pt idx="3482">
                  <c:v>42200</c:v>
                </c:pt>
                <c:pt idx="3483">
                  <c:v>42201</c:v>
                </c:pt>
                <c:pt idx="3484">
                  <c:v>42202</c:v>
                </c:pt>
                <c:pt idx="3485">
                  <c:v>42203</c:v>
                </c:pt>
                <c:pt idx="3486">
                  <c:v>42204</c:v>
                </c:pt>
                <c:pt idx="3487">
                  <c:v>42205</c:v>
                </c:pt>
                <c:pt idx="3488">
                  <c:v>42206</c:v>
                </c:pt>
                <c:pt idx="3489">
                  <c:v>42207</c:v>
                </c:pt>
                <c:pt idx="3490">
                  <c:v>42208</c:v>
                </c:pt>
                <c:pt idx="3491">
                  <c:v>42209</c:v>
                </c:pt>
                <c:pt idx="3492">
                  <c:v>42210</c:v>
                </c:pt>
                <c:pt idx="3493">
                  <c:v>42211</c:v>
                </c:pt>
                <c:pt idx="3494">
                  <c:v>42212</c:v>
                </c:pt>
                <c:pt idx="3495">
                  <c:v>42213</c:v>
                </c:pt>
                <c:pt idx="3496">
                  <c:v>42214</c:v>
                </c:pt>
                <c:pt idx="3497">
                  <c:v>42215</c:v>
                </c:pt>
                <c:pt idx="3498">
                  <c:v>42216</c:v>
                </c:pt>
                <c:pt idx="3499">
                  <c:v>42217</c:v>
                </c:pt>
                <c:pt idx="3500">
                  <c:v>42218</c:v>
                </c:pt>
                <c:pt idx="3501">
                  <c:v>42219</c:v>
                </c:pt>
                <c:pt idx="3502">
                  <c:v>42220</c:v>
                </c:pt>
                <c:pt idx="3503">
                  <c:v>42221</c:v>
                </c:pt>
                <c:pt idx="3504">
                  <c:v>42222</c:v>
                </c:pt>
                <c:pt idx="3505">
                  <c:v>42223</c:v>
                </c:pt>
                <c:pt idx="3506">
                  <c:v>42224</c:v>
                </c:pt>
                <c:pt idx="3507">
                  <c:v>42225</c:v>
                </c:pt>
                <c:pt idx="3508">
                  <c:v>42226</c:v>
                </c:pt>
                <c:pt idx="3509">
                  <c:v>42227</c:v>
                </c:pt>
                <c:pt idx="3510">
                  <c:v>42228</c:v>
                </c:pt>
                <c:pt idx="3511">
                  <c:v>42229</c:v>
                </c:pt>
                <c:pt idx="3512">
                  <c:v>42230</c:v>
                </c:pt>
                <c:pt idx="3513">
                  <c:v>42231</c:v>
                </c:pt>
                <c:pt idx="3514">
                  <c:v>42232</c:v>
                </c:pt>
                <c:pt idx="3515">
                  <c:v>42233</c:v>
                </c:pt>
                <c:pt idx="3516">
                  <c:v>42234</c:v>
                </c:pt>
                <c:pt idx="3517">
                  <c:v>42235</c:v>
                </c:pt>
                <c:pt idx="3518">
                  <c:v>42236</c:v>
                </c:pt>
                <c:pt idx="3519">
                  <c:v>42237</c:v>
                </c:pt>
                <c:pt idx="3520">
                  <c:v>42238</c:v>
                </c:pt>
                <c:pt idx="3521">
                  <c:v>42239</c:v>
                </c:pt>
                <c:pt idx="3522">
                  <c:v>42240</c:v>
                </c:pt>
                <c:pt idx="3523">
                  <c:v>42241</c:v>
                </c:pt>
                <c:pt idx="3524">
                  <c:v>42242</c:v>
                </c:pt>
                <c:pt idx="3525">
                  <c:v>42243</c:v>
                </c:pt>
                <c:pt idx="3526">
                  <c:v>42244</c:v>
                </c:pt>
                <c:pt idx="3527">
                  <c:v>42245</c:v>
                </c:pt>
                <c:pt idx="3528">
                  <c:v>42246</c:v>
                </c:pt>
                <c:pt idx="3529">
                  <c:v>42247</c:v>
                </c:pt>
                <c:pt idx="3530">
                  <c:v>42248</c:v>
                </c:pt>
                <c:pt idx="3531">
                  <c:v>42249</c:v>
                </c:pt>
                <c:pt idx="3532">
                  <c:v>42250</c:v>
                </c:pt>
                <c:pt idx="3533">
                  <c:v>42251</c:v>
                </c:pt>
                <c:pt idx="3534">
                  <c:v>42252</c:v>
                </c:pt>
                <c:pt idx="3535">
                  <c:v>42253</c:v>
                </c:pt>
                <c:pt idx="3536">
                  <c:v>42254</c:v>
                </c:pt>
                <c:pt idx="3537">
                  <c:v>42255</c:v>
                </c:pt>
                <c:pt idx="3538">
                  <c:v>42256</c:v>
                </c:pt>
                <c:pt idx="3539">
                  <c:v>42257</c:v>
                </c:pt>
                <c:pt idx="3540">
                  <c:v>42258</c:v>
                </c:pt>
                <c:pt idx="3541">
                  <c:v>42259</c:v>
                </c:pt>
                <c:pt idx="3542">
                  <c:v>42260</c:v>
                </c:pt>
                <c:pt idx="3543">
                  <c:v>42261</c:v>
                </c:pt>
                <c:pt idx="3544">
                  <c:v>42262</c:v>
                </c:pt>
                <c:pt idx="3545">
                  <c:v>42263</c:v>
                </c:pt>
                <c:pt idx="3546">
                  <c:v>42264</c:v>
                </c:pt>
                <c:pt idx="3547">
                  <c:v>42265</c:v>
                </c:pt>
                <c:pt idx="3548">
                  <c:v>42266</c:v>
                </c:pt>
                <c:pt idx="3549">
                  <c:v>42267</c:v>
                </c:pt>
                <c:pt idx="3550">
                  <c:v>42268</c:v>
                </c:pt>
                <c:pt idx="3551">
                  <c:v>42269</c:v>
                </c:pt>
                <c:pt idx="3552">
                  <c:v>42270</c:v>
                </c:pt>
                <c:pt idx="3553">
                  <c:v>42271</c:v>
                </c:pt>
                <c:pt idx="3554">
                  <c:v>42272</c:v>
                </c:pt>
                <c:pt idx="3555">
                  <c:v>42273</c:v>
                </c:pt>
                <c:pt idx="3556">
                  <c:v>42274</c:v>
                </c:pt>
                <c:pt idx="3557">
                  <c:v>42275</c:v>
                </c:pt>
                <c:pt idx="3558">
                  <c:v>42276</c:v>
                </c:pt>
                <c:pt idx="3559">
                  <c:v>42277</c:v>
                </c:pt>
                <c:pt idx="3560">
                  <c:v>42278</c:v>
                </c:pt>
                <c:pt idx="3561">
                  <c:v>42279</c:v>
                </c:pt>
                <c:pt idx="3562">
                  <c:v>42280</c:v>
                </c:pt>
                <c:pt idx="3563">
                  <c:v>42281</c:v>
                </c:pt>
                <c:pt idx="3564">
                  <c:v>42282</c:v>
                </c:pt>
                <c:pt idx="3565">
                  <c:v>42283</c:v>
                </c:pt>
                <c:pt idx="3566">
                  <c:v>42284</c:v>
                </c:pt>
                <c:pt idx="3567">
                  <c:v>42285</c:v>
                </c:pt>
                <c:pt idx="3568">
                  <c:v>42286</c:v>
                </c:pt>
                <c:pt idx="3569">
                  <c:v>42287</c:v>
                </c:pt>
                <c:pt idx="3570">
                  <c:v>42288</c:v>
                </c:pt>
                <c:pt idx="3571">
                  <c:v>42289</c:v>
                </c:pt>
                <c:pt idx="3572">
                  <c:v>42290</c:v>
                </c:pt>
                <c:pt idx="3573">
                  <c:v>42291</c:v>
                </c:pt>
                <c:pt idx="3574">
                  <c:v>42292</c:v>
                </c:pt>
                <c:pt idx="3575">
                  <c:v>42293</c:v>
                </c:pt>
                <c:pt idx="3576">
                  <c:v>42294</c:v>
                </c:pt>
                <c:pt idx="3577">
                  <c:v>42295</c:v>
                </c:pt>
                <c:pt idx="3578">
                  <c:v>42296</c:v>
                </c:pt>
                <c:pt idx="3579">
                  <c:v>42297</c:v>
                </c:pt>
                <c:pt idx="3580">
                  <c:v>42298</c:v>
                </c:pt>
                <c:pt idx="3581">
                  <c:v>42299</c:v>
                </c:pt>
                <c:pt idx="3582">
                  <c:v>42300</c:v>
                </c:pt>
                <c:pt idx="3583">
                  <c:v>42301</c:v>
                </c:pt>
                <c:pt idx="3584">
                  <c:v>42302</c:v>
                </c:pt>
                <c:pt idx="3585">
                  <c:v>42303</c:v>
                </c:pt>
                <c:pt idx="3586">
                  <c:v>42304</c:v>
                </c:pt>
                <c:pt idx="3587">
                  <c:v>42305</c:v>
                </c:pt>
                <c:pt idx="3588">
                  <c:v>42306</c:v>
                </c:pt>
                <c:pt idx="3589">
                  <c:v>42307</c:v>
                </c:pt>
                <c:pt idx="3590">
                  <c:v>42308</c:v>
                </c:pt>
                <c:pt idx="3591">
                  <c:v>42309</c:v>
                </c:pt>
                <c:pt idx="3592">
                  <c:v>42310</c:v>
                </c:pt>
                <c:pt idx="3593">
                  <c:v>42311</c:v>
                </c:pt>
                <c:pt idx="3594">
                  <c:v>42312</c:v>
                </c:pt>
                <c:pt idx="3595">
                  <c:v>42313</c:v>
                </c:pt>
                <c:pt idx="3596">
                  <c:v>42314</c:v>
                </c:pt>
                <c:pt idx="3597">
                  <c:v>42315</c:v>
                </c:pt>
                <c:pt idx="3598">
                  <c:v>42316</c:v>
                </c:pt>
                <c:pt idx="3599">
                  <c:v>42317</c:v>
                </c:pt>
                <c:pt idx="3600">
                  <c:v>42318</c:v>
                </c:pt>
                <c:pt idx="3601">
                  <c:v>42319</c:v>
                </c:pt>
                <c:pt idx="3602">
                  <c:v>42320</c:v>
                </c:pt>
                <c:pt idx="3603">
                  <c:v>42321</c:v>
                </c:pt>
                <c:pt idx="3604">
                  <c:v>42322</c:v>
                </c:pt>
                <c:pt idx="3605">
                  <c:v>42323</c:v>
                </c:pt>
                <c:pt idx="3606">
                  <c:v>42324</c:v>
                </c:pt>
                <c:pt idx="3607">
                  <c:v>42325</c:v>
                </c:pt>
                <c:pt idx="3608">
                  <c:v>42326</c:v>
                </c:pt>
                <c:pt idx="3609">
                  <c:v>42327</c:v>
                </c:pt>
                <c:pt idx="3610">
                  <c:v>42328</c:v>
                </c:pt>
                <c:pt idx="3611">
                  <c:v>42329</c:v>
                </c:pt>
                <c:pt idx="3612">
                  <c:v>42330</c:v>
                </c:pt>
                <c:pt idx="3613">
                  <c:v>42331</c:v>
                </c:pt>
                <c:pt idx="3614">
                  <c:v>42332</c:v>
                </c:pt>
                <c:pt idx="3615">
                  <c:v>42333</c:v>
                </c:pt>
                <c:pt idx="3616">
                  <c:v>42334</c:v>
                </c:pt>
                <c:pt idx="3617">
                  <c:v>42335</c:v>
                </c:pt>
                <c:pt idx="3618">
                  <c:v>42336</c:v>
                </c:pt>
                <c:pt idx="3619">
                  <c:v>42337</c:v>
                </c:pt>
                <c:pt idx="3620">
                  <c:v>42338</c:v>
                </c:pt>
                <c:pt idx="3621">
                  <c:v>42339</c:v>
                </c:pt>
                <c:pt idx="3622">
                  <c:v>42340</c:v>
                </c:pt>
                <c:pt idx="3623">
                  <c:v>42341</c:v>
                </c:pt>
                <c:pt idx="3624">
                  <c:v>42342</c:v>
                </c:pt>
                <c:pt idx="3625">
                  <c:v>42343</c:v>
                </c:pt>
                <c:pt idx="3626">
                  <c:v>42344</c:v>
                </c:pt>
                <c:pt idx="3627">
                  <c:v>42345</c:v>
                </c:pt>
                <c:pt idx="3628">
                  <c:v>42346</c:v>
                </c:pt>
                <c:pt idx="3629">
                  <c:v>42347</c:v>
                </c:pt>
                <c:pt idx="3630">
                  <c:v>42348</c:v>
                </c:pt>
                <c:pt idx="3631">
                  <c:v>42349</c:v>
                </c:pt>
                <c:pt idx="3632">
                  <c:v>42350</c:v>
                </c:pt>
                <c:pt idx="3633">
                  <c:v>42351</c:v>
                </c:pt>
                <c:pt idx="3634">
                  <c:v>42352</c:v>
                </c:pt>
                <c:pt idx="3635">
                  <c:v>42353</c:v>
                </c:pt>
                <c:pt idx="3636">
                  <c:v>42354</c:v>
                </c:pt>
                <c:pt idx="3637">
                  <c:v>42355</c:v>
                </c:pt>
                <c:pt idx="3638">
                  <c:v>42356</c:v>
                </c:pt>
                <c:pt idx="3639">
                  <c:v>42357</c:v>
                </c:pt>
                <c:pt idx="3640">
                  <c:v>42358</c:v>
                </c:pt>
                <c:pt idx="3641">
                  <c:v>42359</c:v>
                </c:pt>
                <c:pt idx="3642">
                  <c:v>42360</c:v>
                </c:pt>
                <c:pt idx="3643">
                  <c:v>42361</c:v>
                </c:pt>
                <c:pt idx="3644">
                  <c:v>42362</c:v>
                </c:pt>
                <c:pt idx="3645">
                  <c:v>42363</c:v>
                </c:pt>
                <c:pt idx="3646">
                  <c:v>42364</c:v>
                </c:pt>
                <c:pt idx="3647">
                  <c:v>42365</c:v>
                </c:pt>
                <c:pt idx="3648">
                  <c:v>42366</c:v>
                </c:pt>
                <c:pt idx="3649">
                  <c:v>42367</c:v>
                </c:pt>
                <c:pt idx="3650">
                  <c:v>42368</c:v>
                </c:pt>
                <c:pt idx="3651">
                  <c:v>42369</c:v>
                </c:pt>
                <c:pt idx="3652">
                  <c:v>42370</c:v>
                </c:pt>
                <c:pt idx="3653">
                  <c:v>42371</c:v>
                </c:pt>
                <c:pt idx="3654">
                  <c:v>42372</c:v>
                </c:pt>
                <c:pt idx="3655">
                  <c:v>42373</c:v>
                </c:pt>
                <c:pt idx="3656">
                  <c:v>42374</c:v>
                </c:pt>
                <c:pt idx="3657">
                  <c:v>42375</c:v>
                </c:pt>
                <c:pt idx="3658">
                  <c:v>42376</c:v>
                </c:pt>
                <c:pt idx="3659">
                  <c:v>42377</c:v>
                </c:pt>
                <c:pt idx="3660">
                  <c:v>42378</c:v>
                </c:pt>
                <c:pt idx="3661">
                  <c:v>42379</c:v>
                </c:pt>
                <c:pt idx="3662">
                  <c:v>42380</c:v>
                </c:pt>
                <c:pt idx="3663">
                  <c:v>42381</c:v>
                </c:pt>
                <c:pt idx="3664">
                  <c:v>42382</c:v>
                </c:pt>
                <c:pt idx="3665">
                  <c:v>42383</c:v>
                </c:pt>
                <c:pt idx="3666">
                  <c:v>42384</c:v>
                </c:pt>
                <c:pt idx="3667">
                  <c:v>42385</c:v>
                </c:pt>
                <c:pt idx="3668">
                  <c:v>42386</c:v>
                </c:pt>
                <c:pt idx="3669">
                  <c:v>42387</c:v>
                </c:pt>
                <c:pt idx="3670">
                  <c:v>42388</c:v>
                </c:pt>
                <c:pt idx="3671">
                  <c:v>42389</c:v>
                </c:pt>
                <c:pt idx="3672">
                  <c:v>42390</c:v>
                </c:pt>
                <c:pt idx="3673">
                  <c:v>42391</c:v>
                </c:pt>
                <c:pt idx="3674">
                  <c:v>42392</c:v>
                </c:pt>
                <c:pt idx="3675">
                  <c:v>42393</c:v>
                </c:pt>
                <c:pt idx="3676">
                  <c:v>42394</c:v>
                </c:pt>
                <c:pt idx="3677">
                  <c:v>42395</c:v>
                </c:pt>
                <c:pt idx="3678">
                  <c:v>42396</c:v>
                </c:pt>
                <c:pt idx="3679">
                  <c:v>42397</c:v>
                </c:pt>
                <c:pt idx="3680">
                  <c:v>42398</c:v>
                </c:pt>
                <c:pt idx="3681">
                  <c:v>42399</c:v>
                </c:pt>
                <c:pt idx="3682">
                  <c:v>42400</c:v>
                </c:pt>
                <c:pt idx="3683">
                  <c:v>42401</c:v>
                </c:pt>
                <c:pt idx="3684">
                  <c:v>42402</c:v>
                </c:pt>
                <c:pt idx="3685">
                  <c:v>42403</c:v>
                </c:pt>
                <c:pt idx="3686">
                  <c:v>42404</c:v>
                </c:pt>
                <c:pt idx="3687">
                  <c:v>42405</c:v>
                </c:pt>
                <c:pt idx="3688">
                  <c:v>42406</c:v>
                </c:pt>
                <c:pt idx="3689">
                  <c:v>42407</c:v>
                </c:pt>
                <c:pt idx="3690">
                  <c:v>42408</c:v>
                </c:pt>
                <c:pt idx="3691">
                  <c:v>42409</c:v>
                </c:pt>
                <c:pt idx="3692">
                  <c:v>42410</c:v>
                </c:pt>
                <c:pt idx="3693">
                  <c:v>42411</c:v>
                </c:pt>
                <c:pt idx="3694">
                  <c:v>42412</c:v>
                </c:pt>
                <c:pt idx="3695">
                  <c:v>42413</c:v>
                </c:pt>
                <c:pt idx="3696">
                  <c:v>42414</c:v>
                </c:pt>
                <c:pt idx="3697">
                  <c:v>42415</c:v>
                </c:pt>
                <c:pt idx="3698">
                  <c:v>42416</c:v>
                </c:pt>
                <c:pt idx="3699">
                  <c:v>42417</c:v>
                </c:pt>
                <c:pt idx="3700">
                  <c:v>42418</c:v>
                </c:pt>
                <c:pt idx="3701">
                  <c:v>42419</c:v>
                </c:pt>
                <c:pt idx="3702">
                  <c:v>42420</c:v>
                </c:pt>
                <c:pt idx="3703">
                  <c:v>42421</c:v>
                </c:pt>
                <c:pt idx="3704">
                  <c:v>42422</c:v>
                </c:pt>
                <c:pt idx="3705">
                  <c:v>42423</c:v>
                </c:pt>
                <c:pt idx="3706">
                  <c:v>42424</c:v>
                </c:pt>
                <c:pt idx="3707">
                  <c:v>42425</c:v>
                </c:pt>
                <c:pt idx="3708">
                  <c:v>42426</c:v>
                </c:pt>
                <c:pt idx="3709">
                  <c:v>42427</c:v>
                </c:pt>
                <c:pt idx="3710">
                  <c:v>42428</c:v>
                </c:pt>
                <c:pt idx="3711">
                  <c:v>42429</c:v>
                </c:pt>
                <c:pt idx="3712">
                  <c:v>42430</c:v>
                </c:pt>
                <c:pt idx="3713">
                  <c:v>42431</c:v>
                </c:pt>
                <c:pt idx="3714">
                  <c:v>42432</c:v>
                </c:pt>
                <c:pt idx="3715">
                  <c:v>42433</c:v>
                </c:pt>
                <c:pt idx="3716">
                  <c:v>42434</c:v>
                </c:pt>
                <c:pt idx="3717">
                  <c:v>42435</c:v>
                </c:pt>
                <c:pt idx="3718">
                  <c:v>42436</c:v>
                </c:pt>
                <c:pt idx="3719">
                  <c:v>42437</c:v>
                </c:pt>
                <c:pt idx="3720">
                  <c:v>42438</c:v>
                </c:pt>
                <c:pt idx="3721">
                  <c:v>42439</c:v>
                </c:pt>
                <c:pt idx="3722">
                  <c:v>42440</c:v>
                </c:pt>
                <c:pt idx="3723">
                  <c:v>42441</c:v>
                </c:pt>
                <c:pt idx="3724">
                  <c:v>42442</c:v>
                </c:pt>
                <c:pt idx="3725">
                  <c:v>42443</c:v>
                </c:pt>
                <c:pt idx="3726">
                  <c:v>42444</c:v>
                </c:pt>
                <c:pt idx="3727">
                  <c:v>42445</c:v>
                </c:pt>
                <c:pt idx="3728">
                  <c:v>42446</c:v>
                </c:pt>
                <c:pt idx="3729">
                  <c:v>42447</c:v>
                </c:pt>
                <c:pt idx="3730">
                  <c:v>42448</c:v>
                </c:pt>
                <c:pt idx="3731">
                  <c:v>42449</c:v>
                </c:pt>
                <c:pt idx="3732">
                  <c:v>42450</c:v>
                </c:pt>
                <c:pt idx="3733">
                  <c:v>42451</c:v>
                </c:pt>
                <c:pt idx="3734">
                  <c:v>42452</c:v>
                </c:pt>
                <c:pt idx="3735">
                  <c:v>42453</c:v>
                </c:pt>
                <c:pt idx="3736">
                  <c:v>42454</c:v>
                </c:pt>
                <c:pt idx="3737">
                  <c:v>42455</c:v>
                </c:pt>
                <c:pt idx="3738">
                  <c:v>42456</c:v>
                </c:pt>
                <c:pt idx="3739">
                  <c:v>42457</c:v>
                </c:pt>
                <c:pt idx="3740">
                  <c:v>42458</c:v>
                </c:pt>
                <c:pt idx="3741">
                  <c:v>42459</c:v>
                </c:pt>
                <c:pt idx="3742">
                  <c:v>42460</c:v>
                </c:pt>
                <c:pt idx="3743">
                  <c:v>42461</c:v>
                </c:pt>
                <c:pt idx="3744">
                  <c:v>42462</c:v>
                </c:pt>
                <c:pt idx="3745">
                  <c:v>42463</c:v>
                </c:pt>
                <c:pt idx="3746">
                  <c:v>42464</c:v>
                </c:pt>
                <c:pt idx="3747">
                  <c:v>42465</c:v>
                </c:pt>
                <c:pt idx="3748">
                  <c:v>42466</c:v>
                </c:pt>
                <c:pt idx="3749">
                  <c:v>42467</c:v>
                </c:pt>
                <c:pt idx="3750">
                  <c:v>42468</c:v>
                </c:pt>
                <c:pt idx="3751">
                  <c:v>42469</c:v>
                </c:pt>
                <c:pt idx="3752">
                  <c:v>42470</c:v>
                </c:pt>
                <c:pt idx="3753">
                  <c:v>42471</c:v>
                </c:pt>
                <c:pt idx="3754">
                  <c:v>42472</c:v>
                </c:pt>
                <c:pt idx="3755">
                  <c:v>42473</c:v>
                </c:pt>
                <c:pt idx="3756">
                  <c:v>42474</c:v>
                </c:pt>
                <c:pt idx="3757">
                  <c:v>42475</c:v>
                </c:pt>
                <c:pt idx="3758">
                  <c:v>42476</c:v>
                </c:pt>
                <c:pt idx="3759">
                  <c:v>42477</c:v>
                </c:pt>
                <c:pt idx="3760">
                  <c:v>42478</c:v>
                </c:pt>
                <c:pt idx="3761">
                  <c:v>42479</c:v>
                </c:pt>
                <c:pt idx="3762">
                  <c:v>42480</c:v>
                </c:pt>
                <c:pt idx="3763">
                  <c:v>42481</c:v>
                </c:pt>
                <c:pt idx="3764">
                  <c:v>42482</c:v>
                </c:pt>
                <c:pt idx="3765">
                  <c:v>42483</c:v>
                </c:pt>
                <c:pt idx="3766">
                  <c:v>42484</c:v>
                </c:pt>
                <c:pt idx="3767">
                  <c:v>42485</c:v>
                </c:pt>
                <c:pt idx="3768">
                  <c:v>42486</c:v>
                </c:pt>
                <c:pt idx="3769">
                  <c:v>42487</c:v>
                </c:pt>
                <c:pt idx="3770">
                  <c:v>42488</c:v>
                </c:pt>
                <c:pt idx="3771">
                  <c:v>42489</c:v>
                </c:pt>
                <c:pt idx="3772">
                  <c:v>42490</c:v>
                </c:pt>
                <c:pt idx="3773">
                  <c:v>42491</c:v>
                </c:pt>
                <c:pt idx="3774">
                  <c:v>42492</c:v>
                </c:pt>
                <c:pt idx="3775">
                  <c:v>42493</c:v>
                </c:pt>
                <c:pt idx="3776">
                  <c:v>42494</c:v>
                </c:pt>
                <c:pt idx="3777">
                  <c:v>42495</c:v>
                </c:pt>
                <c:pt idx="3778">
                  <c:v>42496</c:v>
                </c:pt>
                <c:pt idx="3779">
                  <c:v>42497</c:v>
                </c:pt>
                <c:pt idx="3780">
                  <c:v>42498</c:v>
                </c:pt>
                <c:pt idx="3781">
                  <c:v>42499</c:v>
                </c:pt>
                <c:pt idx="3782">
                  <c:v>42500</c:v>
                </c:pt>
                <c:pt idx="3783">
                  <c:v>42501</c:v>
                </c:pt>
                <c:pt idx="3784">
                  <c:v>42502</c:v>
                </c:pt>
                <c:pt idx="3785">
                  <c:v>42503</c:v>
                </c:pt>
                <c:pt idx="3786">
                  <c:v>42504</c:v>
                </c:pt>
                <c:pt idx="3787">
                  <c:v>42505</c:v>
                </c:pt>
                <c:pt idx="3788">
                  <c:v>42506</c:v>
                </c:pt>
                <c:pt idx="3789">
                  <c:v>42507</c:v>
                </c:pt>
                <c:pt idx="3790">
                  <c:v>42508</c:v>
                </c:pt>
                <c:pt idx="3791">
                  <c:v>42509</c:v>
                </c:pt>
                <c:pt idx="3792">
                  <c:v>42510</c:v>
                </c:pt>
                <c:pt idx="3793">
                  <c:v>42511</c:v>
                </c:pt>
                <c:pt idx="3794">
                  <c:v>42512</c:v>
                </c:pt>
                <c:pt idx="3795">
                  <c:v>42513</c:v>
                </c:pt>
                <c:pt idx="3796">
                  <c:v>42514</c:v>
                </c:pt>
                <c:pt idx="3797">
                  <c:v>42515</c:v>
                </c:pt>
                <c:pt idx="3798">
                  <c:v>42516</c:v>
                </c:pt>
                <c:pt idx="3799">
                  <c:v>42517</c:v>
                </c:pt>
                <c:pt idx="3800">
                  <c:v>42518</c:v>
                </c:pt>
                <c:pt idx="3801">
                  <c:v>42519</c:v>
                </c:pt>
                <c:pt idx="3802">
                  <c:v>42520</c:v>
                </c:pt>
                <c:pt idx="3803">
                  <c:v>42521</c:v>
                </c:pt>
                <c:pt idx="3804">
                  <c:v>42522</c:v>
                </c:pt>
                <c:pt idx="3805">
                  <c:v>42523</c:v>
                </c:pt>
                <c:pt idx="3806">
                  <c:v>42524</c:v>
                </c:pt>
                <c:pt idx="3807">
                  <c:v>42525</c:v>
                </c:pt>
                <c:pt idx="3808">
                  <c:v>42526</c:v>
                </c:pt>
                <c:pt idx="3809">
                  <c:v>42527</c:v>
                </c:pt>
                <c:pt idx="3810">
                  <c:v>42528</c:v>
                </c:pt>
                <c:pt idx="3811">
                  <c:v>42529</c:v>
                </c:pt>
                <c:pt idx="3812">
                  <c:v>42530</c:v>
                </c:pt>
                <c:pt idx="3813">
                  <c:v>42531</c:v>
                </c:pt>
                <c:pt idx="3814">
                  <c:v>42532</c:v>
                </c:pt>
                <c:pt idx="3815">
                  <c:v>42533</c:v>
                </c:pt>
                <c:pt idx="3816">
                  <c:v>42534</c:v>
                </c:pt>
                <c:pt idx="3817">
                  <c:v>42535</c:v>
                </c:pt>
                <c:pt idx="3818">
                  <c:v>42536</c:v>
                </c:pt>
                <c:pt idx="3819">
                  <c:v>42537</c:v>
                </c:pt>
                <c:pt idx="3820">
                  <c:v>42538</c:v>
                </c:pt>
                <c:pt idx="3821">
                  <c:v>42539</c:v>
                </c:pt>
                <c:pt idx="3822">
                  <c:v>42540</c:v>
                </c:pt>
                <c:pt idx="3823">
                  <c:v>42541</c:v>
                </c:pt>
                <c:pt idx="3824">
                  <c:v>42542</c:v>
                </c:pt>
                <c:pt idx="3825">
                  <c:v>42543</c:v>
                </c:pt>
                <c:pt idx="3826">
                  <c:v>42544</c:v>
                </c:pt>
                <c:pt idx="3827">
                  <c:v>42545</c:v>
                </c:pt>
                <c:pt idx="3828">
                  <c:v>42546</c:v>
                </c:pt>
                <c:pt idx="3829">
                  <c:v>42547</c:v>
                </c:pt>
                <c:pt idx="3830">
                  <c:v>42548</c:v>
                </c:pt>
                <c:pt idx="3831">
                  <c:v>42549</c:v>
                </c:pt>
                <c:pt idx="3832">
                  <c:v>42550</c:v>
                </c:pt>
                <c:pt idx="3833">
                  <c:v>42551</c:v>
                </c:pt>
                <c:pt idx="3834">
                  <c:v>42552</c:v>
                </c:pt>
                <c:pt idx="3835">
                  <c:v>42553</c:v>
                </c:pt>
                <c:pt idx="3836">
                  <c:v>42554</c:v>
                </c:pt>
                <c:pt idx="3837">
                  <c:v>42555</c:v>
                </c:pt>
                <c:pt idx="3838">
                  <c:v>42556</c:v>
                </c:pt>
                <c:pt idx="3839">
                  <c:v>42557</c:v>
                </c:pt>
                <c:pt idx="3840">
                  <c:v>42558</c:v>
                </c:pt>
                <c:pt idx="3841">
                  <c:v>42559</c:v>
                </c:pt>
                <c:pt idx="3842">
                  <c:v>42560</c:v>
                </c:pt>
                <c:pt idx="3843">
                  <c:v>42561</c:v>
                </c:pt>
                <c:pt idx="3844">
                  <c:v>42562</c:v>
                </c:pt>
                <c:pt idx="3845">
                  <c:v>42563</c:v>
                </c:pt>
                <c:pt idx="3846">
                  <c:v>42564</c:v>
                </c:pt>
                <c:pt idx="3847">
                  <c:v>42565</c:v>
                </c:pt>
                <c:pt idx="3848">
                  <c:v>42566</c:v>
                </c:pt>
                <c:pt idx="3849">
                  <c:v>42567</c:v>
                </c:pt>
                <c:pt idx="3850">
                  <c:v>42568</c:v>
                </c:pt>
                <c:pt idx="3851">
                  <c:v>42569</c:v>
                </c:pt>
                <c:pt idx="3852">
                  <c:v>42570</c:v>
                </c:pt>
                <c:pt idx="3853">
                  <c:v>42571</c:v>
                </c:pt>
                <c:pt idx="3854">
                  <c:v>42572</c:v>
                </c:pt>
                <c:pt idx="3855">
                  <c:v>42573</c:v>
                </c:pt>
                <c:pt idx="3856">
                  <c:v>42574</c:v>
                </c:pt>
                <c:pt idx="3857">
                  <c:v>42575</c:v>
                </c:pt>
                <c:pt idx="3858">
                  <c:v>42576</c:v>
                </c:pt>
                <c:pt idx="3859">
                  <c:v>42577</c:v>
                </c:pt>
                <c:pt idx="3860">
                  <c:v>42578</c:v>
                </c:pt>
                <c:pt idx="3861">
                  <c:v>42579</c:v>
                </c:pt>
                <c:pt idx="3862">
                  <c:v>42580</c:v>
                </c:pt>
                <c:pt idx="3863">
                  <c:v>42581</c:v>
                </c:pt>
                <c:pt idx="3864">
                  <c:v>42582</c:v>
                </c:pt>
                <c:pt idx="3865">
                  <c:v>42583</c:v>
                </c:pt>
                <c:pt idx="3866">
                  <c:v>42584</c:v>
                </c:pt>
                <c:pt idx="3867">
                  <c:v>42585</c:v>
                </c:pt>
                <c:pt idx="3868">
                  <c:v>42586</c:v>
                </c:pt>
                <c:pt idx="3869">
                  <c:v>42587</c:v>
                </c:pt>
                <c:pt idx="3870">
                  <c:v>42588</c:v>
                </c:pt>
                <c:pt idx="3871">
                  <c:v>42589</c:v>
                </c:pt>
                <c:pt idx="3872">
                  <c:v>42590</c:v>
                </c:pt>
                <c:pt idx="3873">
                  <c:v>42591</c:v>
                </c:pt>
                <c:pt idx="3874">
                  <c:v>42592</c:v>
                </c:pt>
                <c:pt idx="3875">
                  <c:v>42593</c:v>
                </c:pt>
                <c:pt idx="3876">
                  <c:v>42594</c:v>
                </c:pt>
                <c:pt idx="3877">
                  <c:v>42595</c:v>
                </c:pt>
                <c:pt idx="3878">
                  <c:v>42596</c:v>
                </c:pt>
                <c:pt idx="3879">
                  <c:v>42597</c:v>
                </c:pt>
                <c:pt idx="3880">
                  <c:v>42598</c:v>
                </c:pt>
                <c:pt idx="3881">
                  <c:v>42599</c:v>
                </c:pt>
                <c:pt idx="3882">
                  <c:v>42600</c:v>
                </c:pt>
                <c:pt idx="3883">
                  <c:v>42601</c:v>
                </c:pt>
                <c:pt idx="3884">
                  <c:v>42602</c:v>
                </c:pt>
                <c:pt idx="3885">
                  <c:v>42603</c:v>
                </c:pt>
                <c:pt idx="3886">
                  <c:v>42604</c:v>
                </c:pt>
                <c:pt idx="3887">
                  <c:v>42605</c:v>
                </c:pt>
                <c:pt idx="3888">
                  <c:v>42606</c:v>
                </c:pt>
                <c:pt idx="3889">
                  <c:v>42607</c:v>
                </c:pt>
                <c:pt idx="3890">
                  <c:v>42608</c:v>
                </c:pt>
                <c:pt idx="3891">
                  <c:v>42609</c:v>
                </c:pt>
                <c:pt idx="3892">
                  <c:v>42610</c:v>
                </c:pt>
                <c:pt idx="3893">
                  <c:v>42611</c:v>
                </c:pt>
                <c:pt idx="3894">
                  <c:v>42612</c:v>
                </c:pt>
                <c:pt idx="3895">
                  <c:v>42613</c:v>
                </c:pt>
                <c:pt idx="3896">
                  <c:v>42614</c:v>
                </c:pt>
                <c:pt idx="3897">
                  <c:v>42615</c:v>
                </c:pt>
                <c:pt idx="3898">
                  <c:v>42616</c:v>
                </c:pt>
                <c:pt idx="3899">
                  <c:v>42617</c:v>
                </c:pt>
                <c:pt idx="3900">
                  <c:v>42618</c:v>
                </c:pt>
                <c:pt idx="3901">
                  <c:v>42619</c:v>
                </c:pt>
                <c:pt idx="3902">
                  <c:v>42620</c:v>
                </c:pt>
                <c:pt idx="3903">
                  <c:v>42621</c:v>
                </c:pt>
                <c:pt idx="3904">
                  <c:v>42622</c:v>
                </c:pt>
                <c:pt idx="3905">
                  <c:v>42623</c:v>
                </c:pt>
                <c:pt idx="3906">
                  <c:v>42624</c:v>
                </c:pt>
                <c:pt idx="3907">
                  <c:v>42625</c:v>
                </c:pt>
                <c:pt idx="3908">
                  <c:v>42626</c:v>
                </c:pt>
                <c:pt idx="3909">
                  <c:v>42627</c:v>
                </c:pt>
                <c:pt idx="3910">
                  <c:v>42628</c:v>
                </c:pt>
                <c:pt idx="3911">
                  <c:v>42629</c:v>
                </c:pt>
                <c:pt idx="3912">
                  <c:v>42630</c:v>
                </c:pt>
                <c:pt idx="3913">
                  <c:v>42631</c:v>
                </c:pt>
                <c:pt idx="3914">
                  <c:v>42632</c:v>
                </c:pt>
                <c:pt idx="3915">
                  <c:v>42633</c:v>
                </c:pt>
                <c:pt idx="3916">
                  <c:v>42634</c:v>
                </c:pt>
                <c:pt idx="3917">
                  <c:v>42635</c:v>
                </c:pt>
                <c:pt idx="3918">
                  <c:v>42636</c:v>
                </c:pt>
                <c:pt idx="3919">
                  <c:v>42637</c:v>
                </c:pt>
                <c:pt idx="3920">
                  <c:v>42638</c:v>
                </c:pt>
                <c:pt idx="3921">
                  <c:v>42639</c:v>
                </c:pt>
                <c:pt idx="3922">
                  <c:v>42640</c:v>
                </c:pt>
                <c:pt idx="3923">
                  <c:v>42641</c:v>
                </c:pt>
                <c:pt idx="3924">
                  <c:v>42642</c:v>
                </c:pt>
                <c:pt idx="3925">
                  <c:v>42643</c:v>
                </c:pt>
                <c:pt idx="3926">
                  <c:v>42644</c:v>
                </c:pt>
                <c:pt idx="3927">
                  <c:v>42645</c:v>
                </c:pt>
                <c:pt idx="3928">
                  <c:v>42646</c:v>
                </c:pt>
                <c:pt idx="3929">
                  <c:v>42647</c:v>
                </c:pt>
                <c:pt idx="3930">
                  <c:v>42648</c:v>
                </c:pt>
                <c:pt idx="3931">
                  <c:v>42649</c:v>
                </c:pt>
                <c:pt idx="3932">
                  <c:v>42650</c:v>
                </c:pt>
                <c:pt idx="3933">
                  <c:v>42651</c:v>
                </c:pt>
                <c:pt idx="3934">
                  <c:v>42652</c:v>
                </c:pt>
                <c:pt idx="3935">
                  <c:v>42653</c:v>
                </c:pt>
                <c:pt idx="3936">
                  <c:v>42654</c:v>
                </c:pt>
                <c:pt idx="3937">
                  <c:v>42655</c:v>
                </c:pt>
                <c:pt idx="3938">
                  <c:v>42656</c:v>
                </c:pt>
                <c:pt idx="3939">
                  <c:v>42657</c:v>
                </c:pt>
                <c:pt idx="3940">
                  <c:v>42658</c:v>
                </c:pt>
                <c:pt idx="3941">
                  <c:v>42659</c:v>
                </c:pt>
                <c:pt idx="3942">
                  <c:v>42660</c:v>
                </c:pt>
                <c:pt idx="3943">
                  <c:v>42661</c:v>
                </c:pt>
                <c:pt idx="3944">
                  <c:v>42662</c:v>
                </c:pt>
                <c:pt idx="3945">
                  <c:v>42663</c:v>
                </c:pt>
                <c:pt idx="3946">
                  <c:v>42664</c:v>
                </c:pt>
                <c:pt idx="3947">
                  <c:v>42665</c:v>
                </c:pt>
                <c:pt idx="3948">
                  <c:v>42666</c:v>
                </c:pt>
                <c:pt idx="3949">
                  <c:v>42667</c:v>
                </c:pt>
                <c:pt idx="3950">
                  <c:v>42668</c:v>
                </c:pt>
                <c:pt idx="3951">
                  <c:v>42669</c:v>
                </c:pt>
                <c:pt idx="3952">
                  <c:v>42670</c:v>
                </c:pt>
                <c:pt idx="3953">
                  <c:v>42671</c:v>
                </c:pt>
                <c:pt idx="3954">
                  <c:v>42672</c:v>
                </c:pt>
                <c:pt idx="3955">
                  <c:v>42673</c:v>
                </c:pt>
                <c:pt idx="3956">
                  <c:v>42674</c:v>
                </c:pt>
                <c:pt idx="3957">
                  <c:v>42675</c:v>
                </c:pt>
                <c:pt idx="3958">
                  <c:v>42676</c:v>
                </c:pt>
                <c:pt idx="3959">
                  <c:v>42677</c:v>
                </c:pt>
                <c:pt idx="3960">
                  <c:v>42678</c:v>
                </c:pt>
                <c:pt idx="3961">
                  <c:v>42679</c:v>
                </c:pt>
                <c:pt idx="3962">
                  <c:v>42680</c:v>
                </c:pt>
                <c:pt idx="3963">
                  <c:v>42681</c:v>
                </c:pt>
                <c:pt idx="3964">
                  <c:v>42682</c:v>
                </c:pt>
                <c:pt idx="3965">
                  <c:v>42683</c:v>
                </c:pt>
                <c:pt idx="3966">
                  <c:v>42684</c:v>
                </c:pt>
                <c:pt idx="3967">
                  <c:v>42685</c:v>
                </c:pt>
                <c:pt idx="3968">
                  <c:v>42686</c:v>
                </c:pt>
                <c:pt idx="3969">
                  <c:v>42687</c:v>
                </c:pt>
                <c:pt idx="3970">
                  <c:v>42688</c:v>
                </c:pt>
                <c:pt idx="3971">
                  <c:v>42689</c:v>
                </c:pt>
                <c:pt idx="3972">
                  <c:v>42690</c:v>
                </c:pt>
                <c:pt idx="3973">
                  <c:v>42691</c:v>
                </c:pt>
                <c:pt idx="3974">
                  <c:v>42692</c:v>
                </c:pt>
                <c:pt idx="3975">
                  <c:v>42693</c:v>
                </c:pt>
                <c:pt idx="3976">
                  <c:v>42694</c:v>
                </c:pt>
                <c:pt idx="3977">
                  <c:v>42695</c:v>
                </c:pt>
                <c:pt idx="3978">
                  <c:v>42696</c:v>
                </c:pt>
                <c:pt idx="3979">
                  <c:v>42697</c:v>
                </c:pt>
                <c:pt idx="3980">
                  <c:v>42698</c:v>
                </c:pt>
                <c:pt idx="3981">
                  <c:v>42699</c:v>
                </c:pt>
                <c:pt idx="3982">
                  <c:v>42700</c:v>
                </c:pt>
                <c:pt idx="3983">
                  <c:v>42701</c:v>
                </c:pt>
                <c:pt idx="3984">
                  <c:v>42702</c:v>
                </c:pt>
                <c:pt idx="3985">
                  <c:v>42703</c:v>
                </c:pt>
                <c:pt idx="3986">
                  <c:v>42704</c:v>
                </c:pt>
                <c:pt idx="3987">
                  <c:v>42705</c:v>
                </c:pt>
                <c:pt idx="3988">
                  <c:v>42706</c:v>
                </c:pt>
                <c:pt idx="3989">
                  <c:v>42707</c:v>
                </c:pt>
                <c:pt idx="3990">
                  <c:v>42708</c:v>
                </c:pt>
                <c:pt idx="3991">
                  <c:v>42709</c:v>
                </c:pt>
                <c:pt idx="3992">
                  <c:v>42710</c:v>
                </c:pt>
                <c:pt idx="3993">
                  <c:v>42711</c:v>
                </c:pt>
                <c:pt idx="3994">
                  <c:v>42712</c:v>
                </c:pt>
                <c:pt idx="3995">
                  <c:v>42713</c:v>
                </c:pt>
                <c:pt idx="3996">
                  <c:v>42714</c:v>
                </c:pt>
                <c:pt idx="3997">
                  <c:v>42715</c:v>
                </c:pt>
                <c:pt idx="3998">
                  <c:v>42716</c:v>
                </c:pt>
                <c:pt idx="3999">
                  <c:v>42717</c:v>
                </c:pt>
                <c:pt idx="4000">
                  <c:v>42718</c:v>
                </c:pt>
                <c:pt idx="4001">
                  <c:v>42719</c:v>
                </c:pt>
                <c:pt idx="4002">
                  <c:v>42720</c:v>
                </c:pt>
                <c:pt idx="4003">
                  <c:v>42721</c:v>
                </c:pt>
                <c:pt idx="4004">
                  <c:v>42722</c:v>
                </c:pt>
                <c:pt idx="4005">
                  <c:v>42723</c:v>
                </c:pt>
                <c:pt idx="4006">
                  <c:v>42724</c:v>
                </c:pt>
                <c:pt idx="4007">
                  <c:v>42725</c:v>
                </c:pt>
                <c:pt idx="4008">
                  <c:v>42726</c:v>
                </c:pt>
                <c:pt idx="4009">
                  <c:v>42727</c:v>
                </c:pt>
                <c:pt idx="4010">
                  <c:v>42728</c:v>
                </c:pt>
                <c:pt idx="4011">
                  <c:v>42729</c:v>
                </c:pt>
                <c:pt idx="4012">
                  <c:v>42730</c:v>
                </c:pt>
                <c:pt idx="4013">
                  <c:v>42731</c:v>
                </c:pt>
                <c:pt idx="4014">
                  <c:v>42732</c:v>
                </c:pt>
                <c:pt idx="4015">
                  <c:v>42733</c:v>
                </c:pt>
                <c:pt idx="4016">
                  <c:v>42734</c:v>
                </c:pt>
                <c:pt idx="4017">
                  <c:v>42735</c:v>
                </c:pt>
                <c:pt idx="4018">
                  <c:v>42736</c:v>
                </c:pt>
                <c:pt idx="4019">
                  <c:v>42737</c:v>
                </c:pt>
                <c:pt idx="4020">
                  <c:v>42738</c:v>
                </c:pt>
                <c:pt idx="4021">
                  <c:v>42739</c:v>
                </c:pt>
                <c:pt idx="4022">
                  <c:v>42740</c:v>
                </c:pt>
                <c:pt idx="4023">
                  <c:v>42741</c:v>
                </c:pt>
                <c:pt idx="4024">
                  <c:v>42742</c:v>
                </c:pt>
                <c:pt idx="4025">
                  <c:v>42743</c:v>
                </c:pt>
                <c:pt idx="4026">
                  <c:v>42744</c:v>
                </c:pt>
                <c:pt idx="4027">
                  <c:v>42745</c:v>
                </c:pt>
                <c:pt idx="4028">
                  <c:v>42746</c:v>
                </c:pt>
                <c:pt idx="4029">
                  <c:v>42747</c:v>
                </c:pt>
                <c:pt idx="4030">
                  <c:v>42748</c:v>
                </c:pt>
                <c:pt idx="4031">
                  <c:v>42749</c:v>
                </c:pt>
                <c:pt idx="4032">
                  <c:v>42750</c:v>
                </c:pt>
                <c:pt idx="4033">
                  <c:v>42751</c:v>
                </c:pt>
                <c:pt idx="4034">
                  <c:v>42752</c:v>
                </c:pt>
                <c:pt idx="4035">
                  <c:v>42753</c:v>
                </c:pt>
                <c:pt idx="4036">
                  <c:v>42754</c:v>
                </c:pt>
                <c:pt idx="4037">
                  <c:v>42755</c:v>
                </c:pt>
                <c:pt idx="4038">
                  <c:v>42756</c:v>
                </c:pt>
                <c:pt idx="4039">
                  <c:v>42757</c:v>
                </c:pt>
                <c:pt idx="4040">
                  <c:v>42758</c:v>
                </c:pt>
                <c:pt idx="4041">
                  <c:v>42759</c:v>
                </c:pt>
                <c:pt idx="4042">
                  <c:v>42760</c:v>
                </c:pt>
                <c:pt idx="4043">
                  <c:v>42761</c:v>
                </c:pt>
                <c:pt idx="4044">
                  <c:v>42762</c:v>
                </c:pt>
                <c:pt idx="4045">
                  <c:v>42763</c:v>
                </c:pt>
                <c:pt idx="4046">
                  <c:v>42764</c:v>
                </c:pt>
                <c:pt idx="4047">
                  <c:v>42765</c:v>
                </c:pt>
                <c:pt idx="4048">
                  <c:v>42766</c:v>
                </c:pt>
                <c:pt idx="4049">
                  <c:v>42767</c:v>
                </c:pt>
                <c:pt idx="4050">
                  <c:v>42768</c:v>
                </c:pt>
                <c:pt idx="4051">
                  <c:v>42769</c:v>
                </c:pt>
                <c:pt idx="4052">
                  <c:v>42770</c:v>
                </c:pt>
                <c:pt idx="4053">
                  <c:v>42771</c:v>
                </c:pt>
                <c:pt idx="4054">
                  <c:v>42772</c:v>
                </c:pt>
                <c:pt idx="4055">
                  <c:v>42773</c:v>
                </c:pt>
                <c:pt idx="4056">
                  <c:v>42774</c:v>
                </c:pt>
                <c:pt idx="4057">
                  <c:v>42775</c:v>
                </c:pt>
                <c:pt idx="4058">
                  <c:v>42776</c:v>
                </c:pt>
                <c:pt idx="4059">
                  <c:v>42777</c:v>
                </c:pt>
                <c:pt idx="4060">
                  <c:v>42778</c:v>
                </c:pt>
                <c:pt idx="4061">
                  <c:v>42779</c:v>
                </c:pt>
                <c:pt idx="4062">
                  <c:v>42780</c:v>
                </c:pt>
                <c:pt idx="4063">
                  <c:v>42781</c:v>
                </c:pt>
                <c:pt idx="4064">
                  <c:v>42782</c:v>
                </c:pt>
                <c:pt idx="4065">
                  <c:v>42783</c:v>
                </c:pt>
                <c:pt idx="4066">
                  <c:v>42784</c:v>
                </c:pt>
                <c:pt idx="4067">
                  <c:v>42785</c:v>
                </c:pt>
                <c:pt idx="4068">
                  <c:v>42786</c:v>
                </c:pt>
                <c:pt idx="4069">
                  <c:v>42787</c:v>
                </c:pt>
                <c:pt idx="4070">
                  <c:v>42788</c:v>
                </c:pt>
                <c:pt idx="4071">
                  <c:v>42789</c:v>
                </c:pt>
                <c:pt idx="4072">
                  <c:v>42790</c:v>
                </c:pt>
                <c:pt idx="4073">
                  <c:v>42791</c:v>
                </c:pt>
                <c:pt idx="4074">
                  <c:v>42792</c:v>
                </c:pt>
                <c:pt idx="4075">
                  <c:v>42793</c:v>
                </c:pt>
                <c:pt idx="4076">
                  <c:v>42794</c:v>
                </c:pt>
                <c:pt idx="4077">
                  <c:v>42795</c:v>
                </c:pt>
                <c:pt idx="4078">
                  <c:v>42796</c:v>
                </c:pt>
                <c:pt idx="4079">
                  <c:v>42797</c:v>
                </c:pt>
                <c:pt idx="4080">
                  <c:v>42798</c:v>
                </c:pt>
                <c:pt idx="4081">
                  <c:v>42799</c:v>
                </c:pt>
                <c:pt idx="4082">
                  <c:v>42800</c:v>
                </c:pt>
                <c:pt idx="4083">
                  <c:v>42801</c:v>
                </c:pt>
                <c:pt idx="4084">
                  <c:v>42802</c:v>
                </c:pt>
                <c:pt idx="4085">
                  <c:v>42803</c:v>
                </c:pt>
                <c:pt idx="4086">
                  <c:v>42804</c:v>
                </c:pt>
                <c:pt idx="4087">
                  <c:v>42805</c:v>
                </c:pt>
                <c:pt idx="4088">
                  <c:v>42806</c:v>
                </c:pt>
                <c:pt idx="4089">
                  <c:v>42807</c:v>
                </c:pt>
                <c:pt idx="4090">
                  <c:v>42808</c:v>
                </c:pt>
                <c:pt idx="4091">
                  <c:v>42809</c:v>
                </c:pt>
                <c:pt idx="4092">
                  <c:v>42810</c:v>
                </c:pt>
                <c:pt idx="4093">
                  <c:v>42811</c:v>
                </c:pt>
                <c:pt idx="4094">
                  <c:v>42812</c:v>
                </c:pt>
                <c:pt idx="4095">
                  <c:v>42813</c:v>
                </c:pt>
                <c:pt idx="4096">
                  <c:v>42814</c:v>
                </c:pt>
                <c:pt idx="4097">
                  <c:v>42815</c:v>
                </c:pt>
                <c:pt idx="4098">
                  <c:v>42816</c:v>
                </c:pt>
                <c:pt idx="4099">
                  <c:v>42817</c:v>
                </c:pt>
                <c:pt idx="4100">
                  <c:v>42818</c:v>
                </c:pt>
                <c:pt idx="4101">
                  <c:v>42819</c:v>
                </c:pt>
                <c:pt idx="4102">
                  <c:v>42820</c:v>
                </c:pt>
                <c:pt idx="4103">
                  <c:v>42821</c:v>
                </c:pt>
                <c:pt idx="4104">
                  <c:v>42822</c:v>
                </c:pt>
                <c:pt idx="4105">
                  <c:v>42823</c:v>
                </c:pt>
                <c:pt idx="4106">
                  <c:v>42824</c:v>
                </c:pt>
                <c:pt idx="4107">
                  <c:v>42825</c:v>
                </c:pt>
                <c:pt idx="4108">
                  <c:v>42826</c:v>
                </c:pt>
                <c:pt idx="4109">
                  <c:v>42827</c:v>
                </c:pt>
                <c:pt idx="4110">
                  <c:v>42828</c:v>
                </c:pt>
                <c:pt idx="4111">
                  <c:v>42829</c:v>
                </c:pt>
                <c:pt idx="4112">
                  <c:v>42830</c:v>
                </c:pt>
                <c:pt idx="4113">
                  <c:v>42831</c:v>
                </c:pt>
                <c:pt idx="4114">
                  <c:v>42832</c:v>
                </c:pt>
                <c:pt idx="4115">
                  <c:v>42833</c:v>
                </c:pt>
                <c:pt idx="4116">
                  <c:v>42834</c:v>
                </c:pt>
                <c:pt idx="4117">
                  <c:v>42835</c:v>
                </c:pt>
                <c:pt idx="4118">
                  <c:v>42836</c:v>
                </c:pt>
                <c:pt idx="4119">
                  <c:v>42837</c:v>
                </c:pt>
                <c:pt idx="4120">
                  <c:v>42838</c:v>
                </c:pt>
                <c:pt idx="4121">
                  <c:v>42839</c:v>
                </c:pt>
                <c:pt idx="4122">
                  <c:v>42840</c:v>
                </c:pt>
                <c:pt idx="4123">
                  <c:v>42841</c:v>
                </c:pt>
                <c:pt idx="4124">
                  <c:v>42842</c:v>
                </c:pt>
                <c:pt idx="4125">
                  <c:v>42843</c:v>
                </c:pt>
                <c:pt idx="4126">
                  <c:v>42844</c:v>
                </c:pt>
                <c:pt idx="4127">
                  <c:v>42845</c:v>
                </c:pt>
                <c:pt idx="4128">
                  <c:v>42846</c:v>
                </c:pt>
                <c:pt idx="4129">
                  <c:v>42847</c:v>
                </c:pt>
                <c:pt idx="4130">
                  <c:v>42848</c:v>
                </c:pt>
                <c:pt idx="4131">
                  <c:v>42849</c:v>
                </c:pt>
                <c:pt idx="4132">
                  <c:v>42850</c:v>
                </c:pt>
                <c:pt idx="4133">
                  <c:v>42851</c:v>
                </c:pt>
                <c:pt idx="4134">
                  <c:v>42852</c:v>
                </c:pt>
                <c:pt idx="4135">
                  <c:v>42853</c:v>
                </c:pt>
                <c:pt idx="4136">
                  <c:v>42854</c:v>
                </c:pt>
                <c:pt idx="4137">
                  <c:v>42855</c:v>
                </c:pt>
                <c:pt idx="4138">
                  <c:v>42856</c:v>
                </c:pt>
                <c:pt idx="4139">
                  <c:v>42857</c:v>
                </c:pt>
                <c:pt idx="4140">
                  <c:v>42858</c:v>
                </c:pt>
                <c:pt idx="4141">
                  <c:v>42859</c:v>
                </c:pt>
                <c:pt idx="4142">
                  <c:v>42860</c:v>
                </c:pt>
                <c:pt idx="4143">
                  <c:v>42861</c:v>
                </c:pt>
                <c:pt idx="4144">
                  <c:v>42862</c:v>
                </c:pt>
                <c:pt idx="4145">
                  <c:v>42863</c:v>
                </c:pt>
                <c:pt idx="4146">
                  <c:v>42864</c:v>
                </c:pt>
                <c:pt idx="4147">
                  <c:v>42865</c:v>
                </c:pt>
                <c:pt idx="4148">
                  <c:v>42866</c:v>
                </c:pt>
                <c:pt idx="4149">
                  <c:v>42867</c:v>
                </c:pt>
                <c:pt idx="4150">
                  <c:v>42868</c:v>
                </c:pt>
                <c:pt idx="4151">
                  <c:v>42869</c:v>
                </c:pt>
                <c:pt idx="4152">
                  <c:v>42870</c:v>
                </c:pt>
                <c:pt idx="4153">
                  <c:v>42871</c:v>
                </c:pt>
                <c:pt idx="4154">
                  <c:v>42872</c:v>
                </c:pt>
                <c:pt idx="4155">
                  <c:v>42873</c:v>
                </c:pt>
                <c:pt idx="4156">
                  <c:v>42874</c:v>
                </c:pt>
                <c:pt idx="4157">
                  <c:v>42875</c:v>
                </c:pt>
                <c:pt idx="4158">
                  <c:v>42876</c:v>
                </c:pt>
                <c:pt idx="4159">
                  <c:v>42877</c:v>
                </c:pt>
                <c:pt idx="4160">
                  <c:v>42878</c:v>
                </c:pt>
                <c:pt idx="4161">
                  <c:v>42879</c:v>
                </c:pt>
                <c:pt idx="4162">
                  <c:v>42880</c:v>
                </c:pt>
                <c:pt idx="4163">
                  <c:v>42881</c:v>
                </c:pt>
                <c:pt idx="4164">
                  <c:v>42882</c:v>
                </c:pt>
                <c:pt idx="4165">
                  <c:v>42883</c:v>
                </c:pt>
                <c:pt idx="4166">
                  <c:v>42884</c:v>
                </c:pt>
                <c:pt idx="4167">
                  <c:v>42885</c:v>
                </c:pt>
                <c:pt idx="4168">
                  <c:v>42886</c:v>
                </c:pt>
                <c:pt idx="4169">
                  <c:v>42887</c:v>
                </c:pt>
                <c:pt idx="4170">
                  <c:v>42888</c:v>
                </c:pt>
                <c:pt idx="4171">
                  <c:v>42889</c:v>
                </c:pt>
                <c:pt idx="4172">
                  <c:v>42890</c:v>
                </c:pt>
                <c:pt idx="4173">
                  <c:v>42891</c:v>
                </c:pt>
                <c:pt idx="4174">
                  <c:v>42892</c:v>
                </c:pt>
                <c:pt idx="4175">
                  <c:v>42893</c:v>
                </c:pt>
                <c:pt idx="4176">
                  <c:v>42894</c:v>
                </c:pt>
                <c:pt idx="4177">
                  <c:v>42895</c:v>
                </c:pt>
                <c:pt idx="4178">
                  <c:v>42896</c:v>
                </c:pt>
                <c:pt idx="4179">
                  <c:v>42897</c:v>
                </c:pt>
                <c:pt idx="4180">
                  <c:v>42898</c:v>
                </c:pt>
                <c:pt idx="4181">
                  <c:v>42899</c:v>
                </c:pt>
                <c:pt idx="4182">
                  <c:v>42900</c:v>
                </c:pt>
                <c:pt idx="4183">
                  <c:v>42901</c:v>
                </c:pt>
                <c:pt idx="4184">
                  <c:v>42902</c:v>
                </c:pt>
                <c:pt idx="4185">
                  <c:v>42903</c:v>
                </c:pt>
                <c:pt idx="4186">
                  <c:v>42904</c:v>
                </c:pt>
                <c:pt idx="4187">
                  <c:v>42905</c:v>
                </c:pt>
                <c:pt idx="4188">
                  <c:v>42906</c:v>
                </c:pt>
                <c:pt idx="4189">
                  <c:v>42907</c:v>
                </c:pt>
                <c:pt idx="4190">
                  <c:v>42908</c:v>
                </c:pt>
                <c:pt idx="4191">
                  <c:v>42909</c:v>
                </c:pt>
                <c:pt idx="4192">
                  <c:v>42910</c:v>
                </c:pt>
                <c:pt idx="4193">
                  <c:v>42911</c:v>
                </c:pt>
                <c:pt idx="4194">
                  <c:v>42912</c:v>
                </c:pt>
                <c:pt idx="4195">
                  <c:v>42913</c:v>
                </c:pt>
                <c:pt idx="4196">
                  <c:v>42914</c:v>
                </c:pt>
                <c:pt idx="4197">
                  <c:v>42915</c:v>
                </c:pt>
                <c:pt idx="4198">
                  <c:v>42916</c:v>
                </c:pt>
                <c:pt idx="4199">
                  <c:v>42917</c:v>
                </c:pt>
                <c:pt idx="4200">
                  <c:v>42918</c:v>
                </c:pt>
                <c:pt idx="4201">
                  <c:v>42919</c:v>
                </c:pt>
                <c:pt idx="4202">
                  <c:v>42920</c:v>
                </c:pt>
                <c:pt idx="4203">
                  <c:v>42921</c:v>
                </c:pt>
                <c:pt idx="4204">
                  <c:v>42922</c:v>
                </c:pt>
                <c:pt idx="4205">
                  <c:v>42923</c:v>
                </c:pt>
                <c:pt idx="4206">
                  <c:v>42924</c:v>
                </c:pt>
                <c:pt idx="4207">
                  <c:v>42925</c:v>
                </c:pt>
                <c:pt idx="4208">
                  <c:v>42926</c:v>
                </c:pt>
                <c:pt idx="4209">
                  <c:v>42927</c:v>
                </c:pt>
                <c:pt idx="4210">
                  <c:v>42928</c:v>
                </c:pt>
                <c:pt idx="4211">
                  <c:v>42929</c:v>
                </c:pt>
                <c:pt idx="4212">
                  <c:v>42930</c:v>
                </c:pt>
                <c:pt idx="4213">
                  <c:v>42931</c:v>
                </c:pt>
                <c:pt idx="4214">
                  <c:v>42932</c:v>
                </c:pt>
                <c:pt idx="4215">
                  <c:v>42933</c:v>
                </c:pt>
                <c:pt idx="4216">
                  <c:v>42934</c:v>
                </c:pt>
                <c:pt idx="4217">
                  <c:v>42935</c:v>
                </c:pt>
                <c:pt idx="4218">
                  <c:v>42936</c:v>
                </c:pt>
                <c:pt idx="4219">
                  <c:v>42937</c:v>
                </c:pt>
                <c:pt idx="4220">
                  <c:v>42938</c:v>
                </c:pt>
                <c:pt idx="4221">
                  <c:v>42939</c:v>
                </c:pt>
                <c:pt idx="4222">
                  <c:v>42940</c:v>
                </c:pt>
                <c:pt idx="4223">
                  <c:v>42941</c:v>
                </c:pt>
                <c:pt idx="4224">
                  <c:v>42942</c:v>
                </c:pt>
                <c:pt idx="4225">
                  <c:v>42943</c:v>
                </c:pt>
                <c:pt idx="4226">
                  <c:v>42944</c:v>
                </c:pt>
                <c:pt idx="4227">
                  <c:v>42945</c:v>
                </c:pt>
                <c:pt idx="4228">
                  <c:v>42946</c:v>
                </c:pt>
                <c:pt idx="4229">
                  <c:v>42947</c:v>
                </c:pt>
                <c:pt idx="4230">
                  <c:v>42948</c:v>
                </c:pt>
                <c:pt idx="4231">
                  <c:v>42949</c:v>
                </c:pt>
                <c:pt idx="4232">
                  <c:v>42950</c:v>
                </c:pt>
                <c:pt idx="4233">
                  <c:v>42951</c:v>
                </c:pt>
                <c:pt idx="4234">
                  <c:v>42952</c:v>
                </c:pt>
                <c:pt idx="4235">
                  <c:v>42953</c:v>
                </c:pt>
                <c:pt idx="4236">
                  <c:v>42954</c:v>
                </c:pt>
                <c:pt idx="4237">
                  <c:v>42955</c:v>
                </c:pt>
                <c:pt idx="4238">
                  <c:v>42956</c:v>
                </c:pt>
                <c:pt idx="4239">
                  <c:v>42957</c:v>
                </c:pt>
                <c:pt idx="4240">
                  <c:v>42958</c:v>
                </c:pt>
                <c:pt idx="4241">
                  <c:v>42959</c:v>
                </c:pt>
                <c:pt idx="4242">
                  <c:v>42960</c:v>
                </c:pt>
                <c:pt idx="4243">
                  <c:v>42961</c:v>
                </c:pt>
                <c:pt idx="4244">
                  <c:v>42962</c:v>
                </c:pt>
                <c:pt idx="4245">
                  <c:v>42963</c:v>
                </c:pt>
                <c:pt idx="4246">
                  <c:v>42964</c:v>
                </c:pt>
                <c:pt idx="4247">
                  <c:v>42965</c:v>
                </c:pt>
                <c:pt idx="4248">
                  <c:v>42966</c:v>
                </c:pt>
                <c:pt idx="4249">
                  <c:v>42967</c:v>
                </c:pt>
                <c:pt idx="4250">
                  <c:v>42968</c:v>
                </c:pt>
                <c:pt idx="4251">
                  <c:v>42969</c:v>
                </c:pt>
                <c:pt idx="4252">
                  <c:v>42970</c:v>
                </c:pt>
                <c:pt idx="4253">
                  <c:v>42971</c:v>
                </c:pt>
                <c:pt idx="4254">
                  <c:v>42972</c:v>
                </c:pt>
                <c:pt idx="4255">
                  <c:v>42973</c:v>
                </c:pt>
                <c:pt idx="4256">
                  <c:v>42974</c:v>
                </c:pt>
                <c:pt idx="4257">
                  <c:v>42975</c:v>
                </c:pt>
                <c:pt idx="4258">
                  <c:v>42976</c:v>
                </c:pt>
                <c:pt idx="4259">
                  <c:v>42977</c:v>
                </c:pt>
                <c:pt idx="4260">
                  <c:v>42978</c:v>
                </c:pt>
                <c:pt idx="4261">
                  <c:v>42979</c:v>
                </c:pt>
                <c:pt idx="4262">
                  <c:v>42980</c:v>
                </c:pt>
                <c:pt idx="4263">
                  <c:v>42981</c:v>
                </c:pt>
                <c:pt idx="4264">
                  <c:v>42982</c:v>
                </c:pt>
                <c:pt idx="4265">
                  <c:v>42983</c:v>
                </c:pt>
                <c:pt idx="4266">
                  <c:v>42984</c:v>
                </c:pt>
                <c:pt idx="4267">
                  <c:v>42985</c:v>
                </c:pt>
                <c:pt idx="4268">
                  <c:v>42986</c:v>
                </c:pt>
                <c:pt idx="4269">
                  <c:v>42987</c:v>
                </c:pt>
                <c:pt idx="4270">
                  <c:v>42988</c:v>
                </c:pt>
                <c:pt idx="4271">
                  <c:v>42989</c:v>
                </c:pt>
                <c:pt idx="4272">
                  <c:v>42990</c:v>
                </c:pt>
                <c:pt idx="4273">
                  <c:v>42991</c:v>
                </c:pt>
                <c:pt idx="4274">
                  <c:v>42992</c:v>
                </c:pt>
                <c:pt idx="4275">
                  <c:v>42993</c:v>
                </c:pt>
                <c:pt idx="4276">
                  <c:v>42994</c:v>
                </c:pt>
                <c:pt idx="4277">
                  <c:v>42995</c:v>
                </c:pt>
                <c:pt idx="4278">
                  <c:v>42996</c:v>
                </c:pt>
                <c:pt idx="4279">
                  <c:v>42997</c:v>
                </c:pt>
                <c:pt idx="4280">
                  <c:v>42998</c:v>
                </c:pt>
                <c:pt idx="4281">
                  <c:v>42999</c:v>
                </c:pt>
                <c:pt idx="4282">
                  <c:v>43000</c:v>
                </c:pt>
                <c:pt idx="4283">
                  <c:v>43001</c:v>
                </c:pt>
                <c:pt idx="4284">
                  <c:v>43002</c:v>
                </c:pt>
                <c:pt idx="4285">
                  <c:v>43003</c:v>
                </c:pt>
                <c:pt idx="4286">
                  <c:v>43004</c:v>
                </c:pt>
                <c:pt idx="4287">
                  <c:v>43005</c:v>
                </c:pt>
                <c:pt idx="4288">
                  <c:v>43006</c:v>
                </c:pt>
                <c:pt idx="4289">
                  <c:v>43007</c:v>
                </c:pt>
                <c:pt idx="4290">
                  <c:v>43008</c:v>
                </c:pt>
                <c:pt idx="4291">
                  <c:v>43009</c:v>
                </c:pt>
                <c:pt idx="4292">
                  <c:v>43010</c:v>
                </c:pt>
                <c:pt idx="4293">
                  <c:v>43011</c:v>
                </c:pt>
                <c:pt idx="4294">
                  <c:v>43012</c:v>
                </c:pt>
                <c:pt idx="4295">
                  <c:v>43013</c:v>
                </c:pt>
                <c:pt idx="4296">
                  <c:v>43014</c:v>
                </c:pt>
                <c:pt idx="4297">
                  <c:v>43015</c:v>
                </c:pt>
                <c:pt idx="4298">
                  <c:v>43016</c:v>
                </c:pt>
                <c:pt idx="4299">
                  <c:v>43017</c:v>
                </c:pt>
                <c:pt idx="4300">
                  <c:v>43018</c:v>
                </c:pt>
                <c:pt idx="4301">
                  <c:v>43019</c:v>
                </c:pt>
                <c:pt idx="4302">
                  <c:v>43020</c:v>
                </c:pt>
                <c:pt idx="4303">
                  <c:v>43021</c:v>
                </c:pt>
                <c:pt idx="4304">
                  <c:v>43022</c:v>
                </c:pt>
                <c:pt idx="4305">
                  <c:v>43023</c:v>
                </c:pt>
                <c:pt idx="4306">
                  <c:v>43024</c:v>
                </c:pt>
                <c:pt idx="4307">
                  <c:v>43025</c:v>
                </c:pt>
                <c:pt idx="4308">
                  <c:v>43026</c:v>
                </c:pt>
                <c:pt idx="4309">
                  <c:v>43027</c:v>
                </c:pt>
                <c:pt idx="4310">
                  <c:v>43028</c:v>
                </c:pt>
                <c:pt idx="4311">
                  <c:v>43029</c:v>
                </c:pt>
                <c:pt idx="4312">
                  <c:v>43030</c:v>
                </c:pt>
                <c:pt idx="4313">
                  <c:v>43031</c:v>
                </c:pt>
                <c:pt idx="4314">
                  <c:v>43032</c:v>
                </c:pt>
                <c:pt idx="4315">
                  <c:v>43033</c:v>
                </c:pt>
                <c:pt idx="4316">
                  <c:v>43034</c:v>
                </c:pt>
                <c:pt idx="4317">
                  <c:v>43035</c:v>
                </c:pt>
                <c:pt idx="4318">
                  <c:v>43036</c:v>
                </c:pt>
                <c:pt idx="4319">
                  <c:v>43037</c:v>
                </c:pt>
                <c:pt idx="4320">
                  <c:v>43038</c:v>
                </c:pt>
                <c:pt idx="4321">
                  <c:v>43039</c:v>
                </c:pt>
                <c:pt idx="4322">
                  <c:v>43040</c:v>
                </c:pt>
                <c:pt idx="4323">
                  <c:v>43041</c:v>
                </c:pt>
                <c:pt idx="4324">
                  <c:v>43042</c:v>
                </c:pt>
                <c:pt idx="4325">
                  <c:v>43043</c:v>
                </c:pt>
                <c:pt idx="4326">
                  <c:v>43044</c:v>
                </c:pt>
                <c:pt idx="4327">
                  <c:v>43045</c:v>
                </c:pt>
                <c:pt idx="4328">
                  <c:v>43046</c:v>
                </c:pt>
                <c:pt idx="4329">
                  <c:v>43047</c:v>
                </c:pt>
                <c:pt idx="4330">
                  <c:v>43048</c:v>
                </c:pt>
                <c:pt idx="4331">
                  <c:v>43049</c:v>
                </c:pt>
                <c:pt idx="4332">
                  <c:v>43050</c:v>
                </c:pt>
                <c:pt idx="4333">
                  <c:v>43051</c:v>
                </c:pt>
                <c:pt idx="4334">
                  <c:v>43052</c:v>
                </c:pt>
                <c:pt idx="4335">
                  <c:v>43053</c:v>
                </c:pt>
                <c:pt idx="4336">
                  <c:v>43054</c:v>
                </c:pt>
                <c:pt idx="4337">
                  <c:v>43055</c:v>
                </c:pt>
                <c:pt idx="4338">
                  <c:v>43056</c:v>
                </c:pt>
                <c:pt idx="4339">
                  <c:v>43057</c:v>
                </c:pt>
                <c:pt idx="4340">
                  <c:v>43058</c:v>
                </c:pt>
                <c:pt idx="4341">
                  <c:v>43059</c:v>
                </c:pt>
                <c:pt idx="4342">
                  <c:v>43060</c:v>
                </c:pt>
                <c:pt idx="4343">
                  <c:v>43061</c:v>
                </c:pt>
                <c:pt idx="4344">
                  <c:v>43062</c:v>
                </c:pt>
                <c:pt idx="4345">
                  <c:v>43063</c:v>
                </c:pt>
                <c:pt idx="4346">
                  <c:v>43064</c:v>
                </c:pt>
                <c:pt idx="4347">
                  <c:v>43065</c:v>
                </c:pt>
                <c:pt idx="4348">
                  <c:v>43066</c:v>
                </c:pt>
                <c:pt idx="4349">
                  <c:v>43067</c:v>
                </c:pt>
                <c:pt idx="4350">
                  <c:v>43068</c:v>
                </c:pt>
                <c:pt idx="4351">
                  <c:v>43069</c:v>
                </c:pt>
                <c:pt idx="4352">
                  <c:v>43070</c:v>
                </c:pt>
                <c:pt idx="4353">
                  <c:v>43071</c:v>
                </c:pt>
                <c:pt idx="4354">
                  <c:v>43072</c:v>
                </c:pt>
                <c:pt idx="4355">
                  <c:v>43073</c:v>
                </c:pt>
                <c:pt idx="4356">
                  <c:v>43074</c:v>
                </c:pt>
                <c:pt idx="4357">
                  <c:v>43075</c:v>
                </c:pt>
                <c:pt idx="4358">
                  <c:v>43076</c:v>
                </c:pt>
                <c:pt idx="4359">
                  <c:v>43077</c:v>
                </c:pt>
                <c:pt idx="4360">
                  <c:v>43078</c:v>
                </c:pt>
                <c:pt idx="4361">
                  <c:v>43079</c:v>
                </c:pt>
                <c:pt idx="4362">
                  <c:v>43080</c:v>
                </c:pt>
                <c:pt idx="4363">
                  <c:v>43081</c:v>
                </c:pt>
                <c:pt idx="4364">
                  <c:v>43082</c:v>
                </c:pt>
                <c:pt idx="4365">
                  <c:v>43083</c:v>
                </c:pt>
                <c:pt idx="4366">
                  <c:v>43084</c:v>
                </c:pt>
                <c:pt idx="4367">
                  <c:v>43085</c:v>
                </c:pt>
                <c:pt idx="4368">
                  <c:v>43086</c:v>
                </c:pt>
                <c:pt idx="4369">
                  <c:v>43087</c:v>
                </c:pt>
                <c:pt idx="4370">
                  <c:v>43088</c:v>
                </c:pt>
                <c:pt idx="4371">
                  <c:v>43089</c:v>
                </c:pt>
                <c:pt idx="4372">
                  <c:v>43090</c:v>
                </c:pt>
                <c:pt idx="4373">
                  <c:v>43091</c:v>
                </c:pt>
                <c:pt idx="4374">
                  <c:v>43092</c:v>
                </c:pt>
                <c:pt idx="4375">
                  <c:v>43093</c:v>
                </c:pt>
                <c:pt idx="4376">
                  <c:v>43094</c:v>
                </c:pt>
                <c:pt idx="4377">
                  <c:v>43095</c:v>
                </c:pt>
                <c:pt idx="4378">
                  <c:v>43096</c:v>
                </c:pt>
                <c:pt idx="4379">
                  <c:v>43097</c:v>
                </c:pt>
                <c:pt idx="4380">
                  <c:v>43098</c:v>
                </c:pt>
                <c:pt idx="4381">
                  <c:v>43099</c:v>
                </c:pt>
                <c:pt idx="4382">
                  <c:v>43100</c:v>
                </c:pt>
                <c:pt idx="4383">
                  <c:v>43101</c:v>
                </c:pt>
                <c:pt idx="4384">
                  <c:v>43102</c:v>
                </c:pt>
                <c:pt idx="4385">
                  <c:v>43103</c:v>
                </c:pt>
                <c:pt idx="4386">
                  <c:v>43104</c:v>
                </c:pt>
                <c:pt idx="4387">
                  <c:v>43105</c:v>
                </c:pt>
                <c:pt idx="4388">
                  <c:v>43106</c:v>
                </c:pt>
                <c:pt idx="4389">
                  <c:v>43107</c:v>
                </c:pt>
                <c:pt idx="4390">
                  <c:v>43108</c:v>
                </c:pt>
                <c:pt idx="4391">
                  <c:v>43109</c:v>
                </c:pt>
                <c:pt idx="4392">
                  <c:v>43110</c:v>
                </c:pt>
                <c:pt idx="4393">
                  <c:v>43111</c:v>
                </c:pt>
                <c:pt idx="4394">
                  <c:v>43112</c:v>
                </c:pt>
                <c:pt idx="4395">
                  <c:v>43113</c:v>
                </c:pt>
                <c:pt idx="4396">
                  <c:v>43114</c:v>
                </c:pt>
                <c:pt idx="4397">
                  <c:v>43115</c:v>
                </c:pt>
                <c:pt idx="4398">
                  <c:v>43116</c:v>
                </c:pt>
                <c:pt idx="4399">
                  <c:v>43117</c:v>
                </c:pt>
                <c:pt idx="4400">
                  <c:v>43118</c:v>
                </c:pt>
                <c:pt idx="4401">
                  <c:v>43119</c:v>
                </c:pt>
                <c:pt idx="4402">
                  <c:v>43120</c:v>
                </c:pt>
                <c:pt idx="4403">
                  <c:v>43121</c:v>
                </c:pt>
                <c:pt idx="4404">
                  <c:v>43122</c:v>
                </c:pt>
                <c:pt idx="4405">
                  <c:v>43123</c:v>
                </c:pt>
                <c:pt idx="4406">
                  <c:v>43124</c:v>
                </c:pt>
                <c:pt idx="4407">
                  <c:v>43125</c:v>
                </c:pt>
                <c:pt idx="4408">
                  <c:v>43126</c:v>
                </c:pt>
                <c:pt idx="4409">
                  <c:v>43127</c:v>
                </c:pt>
                <c:pt idx="4410">
                  <c:v>43128</c:v>
                </c:pt>
                <c:pt idx="4411">
                  <c:v>43129</c:v>
                </c:pt>
                <c:pt idx="4412">
                  <c:v>43130</c:v>
                </c:pt>
                <c:pt idx="4413">
                  <c:v>43131</c:v>
                </c:pt>
                <c:pt idx="4414">
                  <c:v>43132</c:v>
                </c:pt>
                <c:pt idx="4415">
                  <c:v>43133</c:v>
                </c:pt>
                <c:pt idx="4416">
                  <c:v>43134</c:v>
                </c:pt>
                <c:pt idx="4417">
                  <c:v>43135</c:v>
                </c:pt>
                <c:pt idx="4418">
                  <c:v>43136</c:v>
                </c:pt>
                <c:pt idx="4419">
                  <c:v>43137</c:v>
                </c:pt>
                <c:pt idx="4420">
                  <c:v>43138</c:v>
                </c:pt>
                <c:pt idx="4421">
                  <c:v>43139</c:v>
                </c:pt>
                <c:pt idx="4422">
                  <c:v>43140</c:v>
                </c:pt>
                <c:pt idx="4423">
                  <c:v>43141</c:v>
                </c:pt>
                <c:pt idx="4424">
                  <c:v>43142</c:v>
                </c:pt>
                <c:pt idx="4425">
                  <c:v>43143</c:v>
                </c:pt>
                <c:pt idx="4426">
                  <c:v>43144</c:v>
                </c:pt>
                <c:pt idx="4427">
                  <c:v>43145</c:v>
                </c:pt>
                <c:pt idx="4428">
                  <c:v>43146</c:v>
                </c:pt>
                <c:pt idx="4429">
                  <c:v>43147</c:v>
                </c:pt>
                <c:pt idx="4430">
                  <c:v>43148</c:v>
                </c:pt>
                <c:pt idx="4431">
                  <c:v>43149</c:v>
                </c:pt>
                <c:pt idx="4432">
                  <c:v>43150</c:v>
                </c:pt>
                <c:pt idx="4433">
                  <c:v>43151</c:v>
                </c:pt>
                <c:pt idx="4434">
                  <c:v>43152</c:v>
                </c:pt>
                <c:pt idx="4435">
                  <c:v>43153</c:v>
                </c:pt>
                <c:pt idx="4436">
                  <c:v>43154</c:v>
                </c:pt>
                <c:pt idx="4437">
                  <c:v>43155</c:v>
                </c:pt>
                <c:pt idx="4438">
                  <c:v>43156</c:v>
                </c:pt>
                <c:pt idx="4439">
                  <c:v>43157</c:v>
                </c:pt>
                <c:pt idx="4440">
                  <c:v>43158</c:v>
                </c:pt>
                <c:pt idx="4441">
                  <c:v>43159</c:v>
                </c:pt>
                <c:pt idx="4442">
                  <c:v>43160</c:v>
                </c:pt>
                <c:pt idx="4443">
                  <c:v>43161</c:v>
                </c:pt>
                <c:pt idx="4444">
                  <c:v>43162</c:v>
                </c:pt>
                <c:pt idx="4445">
                  <c:v>43163</c:v>
                </c:pt>
                <c:pt idx="4446">
                  <c:v>43164</c:v>
                </c:pt>
                <c:pt idx="4447">
                  <c:v>43165</c:v>
                </c:pt>
                <c:pt idx="4448">
                  <c:v>43166</c:v>
                </c:pt>
                <c:pt idx="4449">
                  <c:v>43167</c:v>
                </c:pt>
                <c:pt idx="4450">
                  <c:v>43168</c:v>
                </c:pt>
                <c:pt idx="4451">
                  <c:v>43169</c:v>
                </c:pt>
                <c:pt idx="4452">
                  <c:v>43170</c:v>
                </c:pt>
                <c:pt idx="4453">
                  <c:v>43171</c:v>
                </c:pt>
                <c:pt idx="4454">
                  <c:v>43172</c:v>
                </c:pt>
                <c:pt idx="4455">
                  <c:v>43173</c:v>
                </c:pt>
                <c:pt idx="4456">
                  <c:v>43174</c:v>
                </c:pt>
                <c:pt idx="4457">
                  <c:v>43175</c:v>
                </c:pt>
                <c:pt idx="4458">
                  <c:v>43176</c:v>
                </c:pt>
                <c:pt idx="4459">
                  <c:v>43177</c:v>
                </c:pt>
                <c:pt idx="4460">
                  <c:v>43178</c:v>
                </c:pt>
                <c:pt idx="4461">
                  <c:v>43179</c:v>
                </c:pt>
                <c:pt idx="4462">
                  <c:v>43180</c:v>
                </c:pt>
                <c:pt idx="4463">
                  <c:v>43181</c:v>
                </c:pt>
                <c:pt idx="4464">
                  <c:v>43182</c:v>
                </c:pt>
                <c:pt idx="4465">
                  <c:v>43183</c:v>
                </c:pt>
                <c:pt idx="4466">
                  <c:v>43184</c:v>
                </c:pt>
                <c:pt idx="4467">
                  <c:v>43185</c:v>
                </c:pt>
                <c:pt idx="4468">
                  <c:v>43186</c:v>
                </c:pt>
                <c:pt idx="4469">
                  <c:v>43187</c:v>
                </c:pt>
                <c:pt idx="4470">
                  <c:v>43188</c:v>
                </c:pt>
                <c:pt idx="4471">
                  <c:v>43189</c:v>
                </c:pt>
                <c:pt idx="4472">
                  <c:v>43190</c:v>
                </c:pt>
                <c:pt idx="4473">
                  <c:v>43191</c:v>
                </c:pt>
                <c:pt idx="4474">
                  <c:v>43192</c:v>
                </c:pt>
                <c:pt idx="4475">
                  <c:v>43193</c:v>
                </c:pt>
                <c:pt idx="4476">
                  <c:v>43194</c:v>
                </c:pt>
                <c:pt idx="4477">
                  <c:v>43195</c:v>
                </c:pt>
                <c:pt idx="4478">
                  <c:v>43196</c:v>
                </c:pt>
                <c:pt idx="4479">
                  <c:v>43197</c:v>
                </c:pt>
                <c:pt idx="4480">
                  <c:v>43198</c:v>
                </c:pt>
                <c:pt idx="4481">
                  <c:v>43199</c:v>
                </c:pt>
                <c:pt idx="4482">
                  <c:v>43200</c:v>
                </c:pt>
                <c:pt idx="4483">
                  <c:v>43201</c:v>
                </c:pt>
                <c:pt idx="4484">
                  <c:v>43202</c:v>
                </c:pt>
                <c:pt idx="4485">
                  <c:v>43203</c:v>
                </c:pt>
                <c:pt idx="4486">
                  <c:v>43204</c:v>
                </c:pt>
                <c:pt idx="4487">
                  <c:v>43205</c:v>
                </c:pt>
                <c:pt idx="4488">
                  <c:v>43206</c:v>
                </c:pt>
                <c:pt idx="4489">
                  <c:v>43207</c:v>
                </c:pt>
                <c:pt idx="4490">
                  <c:v>43208</c:v>
                </c:pt>
                <c:pt idx="4491">
                  <c:v>43209</c:v>
                </c:pt>
                <c:pt idx="4492">
                  <c:v>43210</c:v>
                </c:pt>
                <c:pt idx="4493">
                  <c:v>43211</c:v>
                </c:pt>
                <c:pt idx="4494">
                  <c:v>43212</c:v>
                </c:pt>
                <c:pt idx="4495">
                  <c:v>43213</c:v>
                </c:pt>
                <c:pt idx="4496">
                  <c:v>43214</c:v>
                </c:pt>
                <c:pt idx="4497">
                  <c:v>43215</c:v>
                </c:pt>
                <c:pt idx="4498">
                  <c:v>43216</c:v>
                </c:pt>
                <c:pt idx="4499">
                  <c:v>43217</c:v>
                </c:pt>
                <c:pt idx="4500">
                  <c:v>43218</c:v>
                </c:pt>
                <c:pt idx="4501">
                  <c:v>43219</c:v>
                </c:pt>
                <c:pt idx="4502">
                  <c:v>43220</c:v>
                </c:pt>
                <c:pt idx="4503">
                  <c:v>43221</c:v>
                </c:pt>
                <c:pt idx="4504">
                  <c:v>43222</c:v>
                </c:pt>
                <c:pt idx="4505">
                  <c:v>43223</c:v>
                </c:pt>
                <c:pt idx="4506">
                  <c:v>43224</c:v>
                </c:pt>
                <c:pt idx="4507">
                  <c:v>43225</c:v>
                </c:pt>
                <c:pt idx="4508">
                  <c:v>43226</c:v>
                </c:pt>
                <c:pt idx="4509">
                  <c:v>43227</c:v>
                </c:pt>
                <c:pt idx="4510">
                  <c:v>43228</c:v>
                </c:pt>
                <c:pt idx="4511">
                  <c:v>43229</c:v>
                </c:pt>
                <c:pt idx="4512">
                  <c:v>43230</c:v>
                </c:pt>
                <c:pt idx="4513">
                  <c:v>43231</c:v>
                </c:pt>
                <c:pt idx="4514">
                  <c:v>43232</c:v>
                </c:pt>
                <c:pt idx="4515">
                  <c:v>43233</c:v>
                </c:pt>
                <c:pt idx="4516">
                  <c:v>43234</c:v>
                </c:pt>
                <c:pt idx="4517">
                  <c:v>43235</c:v>
                </c:pt>
                <c:pt idx="4518">
                  <c:v>43236</c:v>
                </c:pt>
                <c:pt idx="4519">
                  <c:v>43237</c:v>
                </c:pt>
                <c:pt idx="4520">
                  <c:v>43238</c:v>
                </c:pt>
                <c:pt idx="4521">
                  <c:v>43239</c:v>
                </c:pt>
                <c:pt idx="4522">
                  <c:v>43240</c:v>
                </c:pt>
                <c:pt idx="4523">
                  <c:v>43241</c:v>
                </c:pt>
                <c:pt idx="4524">
                  <c:v>43242</c:v>
                </c:pt>
                <c:pt idx="4525">
                  <c:v>43243</c:v>
                </c:pt>
                <c:pt idx="4526">
                  <c:v>43244</c:v>
                </c:pt>
                <c:pt idx="4527">
                  <c:v>43245</c:v>
                </c:pt>
                <c:pt idx="4528">
                  <c:v>43246</c:v>
                </c:pt>
                <c:pt idx="4529">
                  <c:v>43247</c:v>
                </c:pt>
                <c:pt idx="4530">
                  <c:v>43248</c:v>
                </c:pt>
                <c:pt idx="4531">
                  <c:v>43249</c:v>
                </c:pt>
                <c:pt idx="4532">
                  <c:v>43250</c:v>
                </c:pt>
                <c:pt idx="4533">
                  <c:v>43251</c:v>
                </c:pt>
                <c:pt idx="4534">
                  <c:v>43252</c:v>
                </c:pt>
                <c:pt idx="4535">
                  <c:v>43253</c:v>
                </c:pt>
                <c:pt idx="4536">
                  <c:v>43254</c:v>
                </c:pt>
                <c:pt idx="4537">
                  <c:v>43255</c:v>
                </c:pt>
                <c:pt idx="4538">
                  <c:v>43256</c:v>
                </c:pt>
                <c:pt idx="4539">
                  <c:v>43257</c:v>
                </c:pt>
                <c:pt idx="4540">
                  <c:v>43258</c:v>
                </c:pt>
                <c:pt idx="4541">
                  <c:v>43259</c:v>
                </c:pt>
                <c:pt idx="4542">
                  <c:v>43260</c:v>
                </c:pt>
                <c:pt idx="4543">
                  <c:v>43261</c:v>
                </c:pt>
                <c:pt idx="4544">
                  <c:v>43262</c:v>
                </c:pt>
                <c:pt idx="4545">
                  <c:v>43263</c:v>
                </c:pt>
                <c:pt idx="4546">
                  <c:v>43264</c:v>
                </c:pt>
                <c:pt idx="4547">
                  <c:v>43265</c:v>
                </c:pt>
                <c:pt idx="4548">
                  <c:v>43266</c:v>
                </c:pt>
                <c:pt idx="4549">
                  <c:v>43267</c:v>
                </c:pt>
                <c:pt idx="4550">
                  <c:v>43268</c:v>
                </c:pt>
                <c:pt idx="4551">
                  <c:v>43269</c:v>
                </c:pt>
                <c:pt idx="4552">
                  <c:v>43270</c:v>
                </c:pt>
                <c:pt idx="4553">
                  <c:v>43271</c:v>
                </c:pt>
                <c:pt idx="4554">
                  <c:v>43272</c:v>
                </c:pt>
                <c:pt idx="4555">
                  <c:v>43273</c:v>
                </c:pt>
                <c:pt idx="4556">
                  <c:v>43274</c:v>
                </c:pt>
                <c:pt idx="4557">
                  <c:v>43275</c:v>
                </c:pt>
                <c:pt idx="4558">
                  <c:v>43276</c:v>
                </c:pt>
                <c:pt idx="4559">
                  <c:v>43277</c:v>
                </c:pt>
                <c:pt idx="4560">
                  <c:v>43278</c:v>
                </c:pt>
                <c:pt idx="4561">
                  <c:v>43279</c:v>
                </c:pt>
                <c:pt idx="4562">
                  <c:v>43280</c:v>
                </c:pt>
                <c:pt idx="4563">
                  <c:v>43281</c:v>
                </c:pt>
                <c:pt idx="4564">
                  <c:v>43282</c:v>
                </c:pt>
                <c:pt idx="4565">
                  <c:v>43283</c:v>
                </c:pt>
                <c:pt idx="4566">
                  <c:v>43284</c:v>
                </c:pt>
                <c:pt idx="4567">
                  <c:v>43285</c:v>
                </c:pt>
                <c:pt idx="4568">
                  <c:v>43286</c:v>
                </c:pt>
                <c:pt idx="4569">
                  <c:v>43287</c:v>
                </c:pt>
                <c:pt idx="4570">
                  <c:v>43288</c:v>
                </c:pt>
                <c:pt idx="4571">
                  <c:v>43289</c:v>
                </c:pt>
                <c:pt idx="4572">
                  <c:v>43290</c:v>
                </c:pt>
                <c:pt idx="4573">
                  <c:v>43291</c:v>
                </c:pt>
                <c:pt idx="4574">
                  <c:v>43292</c:v>
                </c:pt>
                <c:pt idx="4575">
                  <c:v>43293</c:v>
                </c:pt>
                <c:pt idx="4576">
                  <c:v>43294</c:v>
                </c:pt>
                <c:pt idx="4577">
                  <c:v>43295</c:v>
                </c:pt>
                <c:pt idx="4578">
                  <c:v>43296</c:v>
                </c:pt>
                <c:pt idx="4579">
                  <c:v>43297</c:v>
                </c:pt>
                <c:pt idx="4580">
                  <c:v>43298</c:v>
                </c:pt>
                <c:pt idx="4581">
                  <c:v>43299</c:v>
                </c:pt>
                <c:pt idx="4582">
                  <c:v>43300</c:v>
                </c:pt>
                <c:pt idx="4583">
                  <c:v>43301</c:v>
                </c:pt>
                <c:pt idx="4584">
                  <c:v>43302</c:v>
                </c:pt>
                <c:pt idx="4585">
                  <c:v>43303</c:v>
                </c:pt>
                <c:pt idx="4586">
                  <c:v>43304</c:v>
                </c:pt>
                <c:pt idx="4587">
                  <c:v>43305</c:v>
                </c:pt>
                <c:pt idx="4588">
                  <c:v>43306</c:v>
                </c:pt>
                <c:pt idx="4589">
                  <c:v>43307</c:v>
                </c:pt>
                <c:pt idx="4590">
                  <c:v>43308</c:v>
                </c:pt>
                <c:pt idx="4591">
                  <c:v>43309</c:v>
                </c:pt>
                <c:pt idx="4592">
                  <c:v>43310</c:v>
                </c:pt>
                <c:pt idx="4593">
                  <c:v>43311</c:v>
                </c:pt>
                <c:pt idx="4594">
                  <c:v>43312</c:v>
                </c:pt>
                <c:pt idx="4595">
                  <c:v>43313</c:v>
                </c:pt>
                <c:pt idx="4596">
                  <c:v>43314</c:v>
                </c:pt>
                <c:pt idx="4597">
                  <c:v>43315</c:v>
                </c:pt>
                <c:pt idx="4598">
                  <c:v>43316</c:v>
                </c:pt>
                <c:pt idx="4599">
                  <c:v>43317</c:v>
                </c:pt>
                <c:pt idx="4600">
                  <c:v>43318</c:v>
                </c:pt>
                <c:pt idx="4601">
                  <c:v>43319</c:v>
                </c:pt>
                <c:pt idx="4602">
                  <c:v>43320</c:v>
                </c:pt>
                <c:pt idx="4603">
                  <c:v>43321</c:v>
                </c:pt>
                <c:pt idx="4604">
                  <c:v>43322</c:v>
                </c:pt>
                <c:pt idx="4605">
                  <c:v>43323</c:v>
                </c:pt>
                <c:pt idx="4606">
                  <c:v>43324</c:v>
                </c:pt>
                <c:pt idx="4607">
                  <c:v>43325</c:v>
                </c:pt>
                <c:pt idx="4608">
                  <c:v>43326</c:v>
                </c:pt>
                <c:pt idx="4609">
                  <c:v>43327</c:v>
                </c:pt>
                <c:pt idx="4610">
                  <c:v>43328</c:v>
                </c:pt>
                <c:pt idx="4611">
                  <c:v>43329</c:v>
                </c:pt>
                <c:pt idx="4612">
                  <c:v>43330</c:v>
                </c:pt>
                <c:pt idx="4613">
                  <c:v>43331</c:v>
                </c:pt>
                <c:pt idx="4614">
                  <c:v>43332</c:v>
                </c:pt>
                <c:pt idx="4615">
                  <c:v>43333</c:v>
                </c:pt>
                <c:pt idx="4616">
                  <c:v>43334</c:v>
                </c:pt>
                <c:pt idx="4617">
                  <c:v>43335</c:v>
                </c:pt>
                <c:pt idx="4618">
                  <c:v>43336</c:v>
                </c:pt>
                <c:pt idx="4619">
                  <c:v>43337</c:v>
                </c:pt>
                <c:pt idx="4620">
                  <c:v>43338</c:v>
                </c:pt>
                <c:pt idx="4621">
                  <c:v>43339</c:v>
                </c:pt>
                <c:pt idx="4622">
                  <c:v>43340</c:v>
                </c:pt>
                <c:pt idx="4623">
                  <c:v>43341</c:v>
                </c:pt>
                <c:pt idx="4624">
                  <c:v>43342</c:v>
                </c:pt>
                <c:pt idx="4625">
                  <c:v>43343</c:v>
                </c:pt>
                <c:pt idx="4626">
                  <c:v>43344</c:v>
                </c:pt>
                <c:pt idx="4627">
                  <c:v>43345</c:v>
                </c:pt>
                <c:pt idx="4628">
                  <c:v>43346</c:v>
                </c:pt>
                <c:pt idx="4629">
                  <c:v>43347</c:v>
                </c:pt>
                <c:pt idx="4630">
                  <c:v>43348</c:v>
                </c:pt>
                <c:pt idx="4631">
                  <c:v>43349</c:v>
                </c:pt>
                <c:pt idx="4632">
                  <c:v>43350</c:v>
                </c:pt>
                <c:pt idx="4633">
                  <c:v>43351</c:v>
                </c:pt>
                <c:pt idx="4634">
                  <c:v>43352</c:v>
                </c:pt>
                <c:pt idx="4635">
                  <c:v>43353</c:v>
                </c:pt>
                <c:pt idx="4636">
                  <c:v>43354</c:v>
                </c:pt>
                <c:pt idx="4637">
                  <c:v>43355</c:v>
                </c:pt>
                <c:pt idx="4638">
                  <c:v>43356</c:v>
                </c:pt>
                <c:pt idx="4639">
                  <c:v>43357</c:v>
                </c:pt>
                <c:pt idx="4640">
                  <c:v>43358</c:v>
                </c:pt>
                <c:pt idx="4641">
                  <c:v>43359</c:v>
                </c:pt>
                <c:pt idx="4642">
                  <c:v>43360</c:v>
                </c:pt>
                <c:pt idx="4643">
                  <c:v>43361</c:v>
                </c:pt>
                <c:pt idx="4644">
                  <c:v>43362</c:v>
                </c:pt>
                <c:pt idx="4645">
                  <c:v>43363</c:v>
                </c:pt>
                <c:pt idx="4646">
                  <c:v>43364</c:v>
                </c:pt>
                <c:pt idx="4647">
                  <c:v>43365</c:v>
                </c:pt>
                <c:pt idx="4648">
                  <c:v>43366</c:v>
                </c:pt>
                <c:pt idx="4649">
                  <c:v>43367</c:v>
                </c:pt>
                <c:pt idx="4650">
                  <c:v>43368</c:v>
                </c:pt>
                <c:pt idx="4651">
                  <c:v>43369</c:v>
                </c:pt>
                <c:pt idx="4652">
                  <c:v>43370</c:v>
                </c:pt>
                <c:pt idx="4653">
                  <c:v>43371</c:v>
                </c:pt>
                <c:pt idx="4654">
                  <c:v>43372</c:v>
                </c:pt>
                <c:pt idx="4655">
                  <c:v>43373</c:v>
                </c:pt>
                <c:pt idx="4656">
                  <c:v>43374</c:v>
                </c:pt>
                <c:pt idx="4657">
                  <c:v>43375</c:v>
                </c:pt>
                <c:pt idx="4658">
                  <c:v>43376</c:v>
                </c:pt>
                <c:pt idx="4659">
                  <c:v>43377</c:v>
                </c:pt>
                <c:pt idx="4660">
                  <c:v>43378</c:v>
                </c:pt>
                <c:pt idx="4661">
                  <c:v>43379</c:v>
                </c:pt>
                <c:pt idx="4662">
                  <c:v>43380</c:v>
                </c:pt>
                <c:pt idx="4663">
                  <c:v>43381</c:v>
                </c:pt>
                <c:pt idx="4664">
                  <c:v>43382</c:v>
                </c:pt>
                <c:pt idx="4665">
                  <c:v>43383</c:v>
                </c:pt>
                <c:pt idx="4666">
                  <c:v>43384</c:v>
                </c:pt>
                <c:pt idx="4667">
                  <c:v>43385</c:v>
                </c:pt>
                <c:pt idx="4668">
                  <c:v>43386</c:v>
                </c:pt>
                <c:pt idx="4669">
                  <c:v>43387</c:v>
                </c:pt>
                <c:pt idx="4670">
                  <c:v>43388</c:v>
                </c:pt>
                <c:pt idx="4671">
                  <c:v>43389</c:v>
                </c:pt>
                <c:pt idx="4672">
                  <c:v>43390</c:v>
                </c:pt>
                <c:pt idx="4673">
                  <c:v>43391</c:v>
                </c:pt>
                <c:pt idx="4674">
                  <c:v>43392</c:v>
                </c:pt>
                <c:pt idx="4675">
                  <c:v>43393</c:v>
                </c:pt>
                <c:pt idx="4676">
                  <c:v>43394</c:v>
                </c:pt>
                <c:pt idx="4677">
                  <c:v>43395</c:v>
                </c:pt>
                <c:pt idx="4678">
                  <c:v>43396</c:v>
                </c:pt>
                <c:pt idx="4679">
                  <c:v>43397</c:v>
                </c:pt>
                <c:pt idx="4680">
                  <c:v>43398</c:v>
                </c:pt>
                <c:pt idx="4681">
                  <c:v>43399</c:v>
                </c:pt>
                <c:pt idx="4682">
                  <c:v>43400</c:v>
                </c:pt>
                <c:pt idx="4683">
                  <c:v>43401</c:v>
                </c:pt>
                <c:pt idx="4684">
                  <c:v>43402</c:v>
                </c:pt>
                <c:pt idx="4685">
                  <c:v>43403</c:v>
                </c:pt>
                <c:pt idx="4686">
                  <c:v>43404</c:v>
                </c:pt>
                <c:pt idx="4687">
                  <c:v>43405</c:v>
                </c:pt>
                <c:pt idx="4688">
                  <c:v>43406</c:v>
                </c:pt>
                <c:pt idx="4689">
                  <c:v>43407</c:v>
                </c:pt>
                <c:pt idx="4690">
                  <c:v>43408</c:v>
                </c:pt>
                <c:pt idx="4691">
                  <c:v>43409</c:v>
                </c:pt>
                <c:pt idx="4692">
                  <c:v>43410</c:v>
                </c:pt>
                <c:pt idx="4693">
                  <c:v>43411</c:v>
                </c:pt>
                <c:pt idx="4694">
                  <c:v>43412</c:v>
                </c:pt>
                <c:pt idx="4695">
                  <c:v>43413</c:v>
                </c:pt>
                <c:pt idx="4696">
                  <c:v>43414</c:v>
                </c:pt>
                <c:pt idx="4697">
                  <c:v>43415</c:v>
                </c:pt>
                <c:pt idx="4698">
                  <c:v>43416</c:v>
                </c:pt>
                <c:pt idx="4699">
                  <c:v>43417</c:v>
                </c:pt>
                <c:pt idx="4700">
                  <c:v>43418</c:v>
                </c:pt>
                <c:pt idx="4701">
                  <c:v>43419</c:v>
                </c:pt>
                <c:pt idx="4702">
                  <c:v>43420</c:v>
                </c:pt>
                <c:pt idx="4703">
                  <c:v>43421</c:v>
                </c:pt>
                <c:pt idx="4704">
                  <c:v>43422</c:v>
                </c:pt>
                <c:pt idx="4705">
                  <c:v>43423</c:v>
                </c:pt>
                <c:pt idx="4706">
                  <c:v>43424</c:v>
                </c:pt>
                <c:pt idx="4707">
                  <c:v>43425</c:v>
                </c:pt>
                <c:pt idx="4708">
                  <c:v>43426</c:v>
                </c:pt>
                <c:pt idx="4709">
                  <c:v>43427</c:v>
                </c:pt>
                <c:pt idx="4710">
                  <c:v>43428</c:v>
                </c:pt>
                <c:pt idx="4711">
                  <c:v>43429</c:v>
                </c:pt>
                <c:pt idx="4712">
                  <c:v>43430</c:v>
                </c:pt>
                <c:pt idx="4713">
                  <c:v>43431</c:v>
                </c:pt>
                <c:pt idx="4714">
                  <c:v>43432</c:v>
                </c:pt>
                <c:pt idx="4715">
                  <c:v>43433</c:v>
                </c:pt>
                <c:pt idx="4716">
                  <c:v>43434</c:v>
                </c:pt>
                <c:pt idx="4717">
                  <c:v>43435</c:v>
                </c:pt>
                <c:pt idx="4718">
                  <c:v>43436</c:v>
                </c:pt>
                <c:pt idx="4719">
                  <c:v>43437</c:v>
                </c:pt>
                <c:pt idx="4720">
                  <c:v>43438</c:v>
                </c:pt>
                <c:pt idx="4721">
                  <c:v>43439</c:v>
                </c:pt>
                <c:pt idx="4722">
                  <c:v>43440</c:v>
                </c:pt>
                <c:pt idx="4723">
                  <c:v>43441</c:v>
                </c:pt>
                <c:pt idx="4724">
                  <c:v>43442</c:v>
                </c:pt>
                <c:pt idx="4725">
                  <c:v>43443</c:v>
                </c:pt>
                <c:pt idx="4726">
                  <c:v>43444</c:v>
                </c:pt>
                <c:pt idx="4727">
                  <c:v>43445</c:v>
                </c:pt>
                <c:pt idx="4728">
                  <c:v>43446</c:v>
                </c:pt>
                <c:pt idx="4729">
                  <c:v>43447</c:v>
                </c:pt>
                <c:pt idx="4730">
                  <c:v>43448</c:v>
                </c:pt>
                <c:pt idx="4731">
                  <c:v>43449</c:v>
                </c:pt>
                <c:pt idx="4732">
                  <c:v>43450</c:v>
                </c:pt>
                <c:pt idx="4733">
                  <c:v>43451</c:v>
                </c:pt>
                <c:pt idx="4734">
                  <c:v>43452</c:v>
                </c:pt>
                <c:pt idx="4735">
                  <c:v>43453</c:v>
                </c:pt>
                <c:pt idx="4736">
                  <c:v>43454</c:v>
                </c:pt>
                <c:pt idx="4737">
                  <c:v>43455</c:v>
                </c:pt>
                <c:pt idx="4738">
                  <c:v>43456</c:v>
                </c:pt>
                <c:pt idx="4739">
                  <c:v>43457</c:v>
                </c:pt>
                <c:pt idx="4740">
                  <c:v>43458</c:v>
                </c:pt>
                <c:pt idx="4741">
                  <c:v>43459</c:v>
                </c:pt>
                <c:pt idx="4742">
                  <c:v>43460</c:v>
                </c:pt>
                <c:pt idx="4743">
                  <c:v>43461</c:v>
                </c:pt>
                <c:pt idx="4744">
                  <c:v>43462</c:v>
                </c:pt>
                <c:pt idx="4745">
                  <c:v>43463</c:v>
                </c:pt>
                <c:pt idx="4746">
                  <c:v>43464</c:v>
                </c:pt>
                <c:pt idx="4747">
                  <c:v>43465</c:v>
                </c:pt>
                <c:pt idx="4748">
                  <c:v>43466</c:v>
                </c:pt>
                <c:pt idx="4749">
                  <c:v>43467</c:v>
                </c:pt>
                <c:pt idx="4750">
                  <c:v>43468</c:v>
                </c:pt>
                <c:pt idx="4751">
                  <c:v>43469</c:v>
                </c:pt>
                <c:pt idx="4752">
                  <c:v>43470</c:v>
                </c:pt>
                <c:pt idx="4753">
                  <c:v>43471</c:v>
                </c:pt>
                <c:pt idx="4754">
                  <c:v>43472</c:v>
                </c:pt>
                <c:pt idx="4755">
                  <c:v>43473</c:v>
                </c:pt>
                <c:pt idx="4756">
                  <c:v>43474</c:v>
                </c:pt>
                <c:pt idx="4757">
                  <c:v>43475</c:v>
                </c:pt>
                <c:pt idx="4758">
                  <c:v>43476</c:v>
                </c:pt>
                <c:pt idx="4759">
                  <c:v>43477</c:v>
                </c:pt>
                <c:pt idx="4760">
                  <c:v>43478</c:v>
                </c:pt>
                <c:pt idx="4761">
                  <c:v>43479</c:v>
                </c:pt>
                <c:pt idx="4762">
                  <c:v>43480</c:v>
                </c:pt>
                <c:pt idx="4763">
                  <c:v>43481</c:v>
                </c:pt>
                <c:pt idx="4764">
                  <c:v>43482</c:v>
                </c:pt>
                <c:pt idx="4765">
                  <c:v>43483</c:v>
                </c:pt>
                <c:pt idx="4766">
                  <c:v>43484</c:v>
                </c:pt>
                <c:pt idx="4767">
                  <c:v>43485</c:v>
                </c:pt>
                <c:pt idx="4768">
                  <c:v>43486</c:v>
                </c:pt>
                <c:pt idx="4769">
                  <c:v>43487</c:v>
                </c:pt>
                <c:pt idx="4770">
                  <c:v>43488</c:v>
                </c:pt>
                <c:pt idx="4771">
                  <c:v>43489</c:v>
                </c:pt>
                <c:pt idx="4772">
                  <c:v>43490</c:v>
                </c:pt>
                <c:pt idx="4773">
                  <c:v>43491</c:v>
                </c:pt>
                <c:pt idx="4774">
                  <c:v>43492</c:v>
                </c:pt>
                <c:pt idx="4775">
                  <c:v>43493</c:v>
                </c:pt>
                <c:pt idx="4776">
                  <c:v>43494</c:v>
                </c:pt>
                <c:pt idx="4777">
                  <c:v>43495</c:v>
                </c:pt>
                <c:pt idx="4778">
                  <c:v>43496</c:v>
                </c:pt>
                <c:pt idx="4779">
                  <c:v>43497</c:v>
                </c:pt>
                <c:pt idx="4780">
                  <c:v>43498</c:v>
                </c:pt>
                <c:pt idx="4781">
                  <c:v>43499</c:v>
                </c:pt>
                <c:pt idx="4782">
                  <c:v>43500</c:v>
                </c:pt>
                <c:pt idx="4783">
                  <c:v>43501</c:v>
                </c:pt>
                <c:pt idx="4784">
                  <c:v>43502</c:v>
                </c:pt>
                <c:pt idx="4785">
                  <c:v>43503</c:v>
                </c:pt>
                <c:pt idx="4786">
                  <c:v>43504</c:v>
                </c:pt>
                <c:pt idx="4787">
                  <c:v>43505</c:v>
                </c:pt>
                <c:pt idx="4788">
                  <c:v>43506</c:v>
                </c:pt>
                <c:pt idx="4789">
                  <c:v>43507</c:v>
                </c:pt>
                <c:pt idx="4790">
                  <c:v>43508</c:v>
                </c:pt>
                <c:pt idx="4791">
                  <c:v>43509</c:v>
                </c:pt>
                <c:pt idx="4792">
                  <c:v>43510</c:v>
                </c:pt>
                <c:pt idx="4793">
                  <c:v>43511</c:v>
                </c:pt>
                <c:pt idx="4794">
                  <c:v>43512</c:v>
                </c:pt>
                <c:pt idx="4795">
                  <c:v>43513</c:v>
                </c:pt>
                <c:pt idx="4796">
                  <c:v>43514</c:v>
                </c:pt>
                <c:pt idx="4797">
                  <c:v>43515</c:v>
                </c:pt>
                <c:pt idx="4798">
                  <c:v>43516</c:v>
                </c:pt>
                <c:pt idx="4799">
                  <c:v>43517</c:v>
                </c:pt>
                <c:pt idx="4800">
                  <c:v>43518</c:v>
                </c:pt>
                <c:pt idx="4801">
                  <c:v>43519</c:v>
                </c:pt>
                <c:pt idx="4802">
                  <c:v>43520</c:v>
                </c:pt>
                <c:pt idx="4803">
                  <c:v>43521</c:v>
                </c:pt>
                <c:pt idx="4804">
                  <c:v>43522</c:v>
                </c:pt>
                <c:pt idx="4805">
                  <c:v>43523</c:v>
                </c:pt>
                <c:pt idx="4806">
                  <c:v>43524</c:v>
                </c:pt>
                <c:pt idx="4807">
                  <c:v>43525</c:v>
                </c:pt>
                <c:pt idx="4808">
                  <c:v>43526</c:v>
                </c:pt>
                <c:pt idx="4809">
                  <c:v>43527</c:v>
                </c:pt>
                <c:pt idx="4810">
                  <c:v>43528</c:v>
                </c:pt>
                <c:pt idx="4811">
                  <c:v>43529</c:v>
                </c:pt>
                <c:pt idx="4812">
                  <c:v>43530</c:v>
                </c:pt>
                <c:pt idx="4813">
                  <c:v>43531</c:v>
                </c:pt>
                <c:pt idx="4814">
                  <c:v>43532</c:v>
                </c:pt>
                <c:pt idx="4815">
                  <c:v>43533</c:v>
                </c:pt>
                <c:pt idx="4816">
                  <c:v>43534</c:v>
                </c:pt>
                <c:pt idx="4817">
                  <c:v>43535</c:v>
                </c:pt>
                <c:pt idx="4818">
                  <c:v>43536</c:v>
                </c:pt>
                <c:pt idx="4819">
                  <c:v>43537</c:v>
                </c:pt>
                <c:pt idx="4820">
                  <c:v>43538</c:v>
                </c:pt>
                <c:pt idx="4821">
                  <c:v>43539</c:v>
                </c:pt>
                <c:pt idx="4822">
                  <c:v>43540</c:v>
                </c:pt>
                <c:pt idx="4823">
                  <c:v>43541</c:v>
                </c:pt>
                <c:pt idx="4824">
                  <c:v>43542</c:v>
                </c:pt>
                <c:pt idx="4825">
                  <c:v>43543</c:v>
                </c:pt>
                <c:pt idx="4826">
                  <c:v>43544</c:v>
                </c:pt>
                <c:pt idx="4827">
                  <c:v>43545</c:v>
                </c:pt>
                <c:pt idx="4828">
                  <c:v>43546</c:v>
                </c:pt>
                <c:pt idx="4829">
                  <c:v>43547</c:v>
                </c:pt>
                <c:pt idx="4830">
                  <c:v>43548</c:v>
                </c:pt>
                <c:pt idx="4831">
                  <c:v>43549</c:v>
                </c:pt>
                <c:pt idx="4832">
                  <c:v>43550</c:v>
                </c:pt>
                <c:pt idx="4833">
                  <c:v>43551</c:v>
                </c:pt>
                <c:pt idx="4834">
                  <c:v>43552</c:v>
                </c:pt>
                <c:pt idx="4835">
                  <c:v>43553</c:v>
                </c:pt>
                <c:pt idx="4836">
                  <c:v>43554</c:v>
                </c:pt>
                <c:pt idx="4837">
                  <c:v>43555</c:v>
                </c:pt>
                <c:pt idx="4838">
                  <c:v>43556</c:v>
                </c:pt>
                <c:pt idx="4839">
                  <c:v>43557</c:v>
                </c:pt>
                <c:pt idx="4840">
                  <c:v>43558</c:v>
                </c:pt>
                <c:pt idx="4841">
                  <c:v>43559</c:v>
                </c:pt>
                <c:pt idx="4842">
                  <c:v>43560</c:v>
                </c:pt>
                <c:pt idx="4843">
                  <c:v>43561</c:v>
                </c:pt>
                <c:pt idx="4844">
                  <c:v>43562</c:v>
                </c:pt>
                <c:pt idx="4845">
                  <c:v>43563</c:v>
                </c:pt>
                <c:pt idx="4846">
                  <c:v>43564</c:v>
                </c:pt>
                <c:pt idx="4847">
                  <c:v>43565</c:v>
                </c:pt>
                <c:pt idx="4848">
                  <c:v>43566</c:v>
                </c:pt>
                <c:pt idx="4849">
                  <c:v>43567</c:v>
                </c:pt>
                <c:pt idx="4850">
                  <c:v>43568</c:v>
                </c:pt>
                <c:pt idx="4851">
                  <c:v>43569</c:v>
                </c:pt>
                <c:pt idx="4852">
                  <c:v>43570</c:v>
                </c:pt>
                <c:pt idx="4853">
                  <c:v>43571</c:v>
                </c:pt>
                <c:pt idx="4854">
                  <c:v>43572</c:v>
                </c:pt>
                <c:pt idx="4855">
                  <c:v>43573</c:v>
                </c:pt>
                <c:pt idx="4856">
                  <c:v>43574</c:v>
                </c:pt>
                <c:pt idx="4857">
                  <c:v>43575</c:v>
                </c:pt>
                <c:pt idx="4858">
                  <c:v>43576</c:v>
                </c:pt>
                <c:pt idx="4859">
                  <c:v>43577</c:v>
                </c:pt>
                <c:pt idx="4860">
                  <c:v>43578</c:v>
                </c:pt>
                <c:pt idx="4861">
                  <c:v>43579</c:v>
                </c:pt>
                <c:pt idx="4862">
                  <c:v>43580</c:v>
                </c:pt>
                <c:pt idx="4863">
                  <c:v>43581</c:v>
                </c:pt>
                <c:pt idx="4864">
                  <c:v>43582</c:v>
                </c:pt>
                <c:pt idx="4865">
                  <c:v>43583</c:v>
                </c:pt>
                <c:pt idx="4866">
                  <c:v>43584</c:v>
                </c:pt>
                <c:pt idx="4867">
                  <c:v>43585</c:v>
                </c:pt>
                <c:pt idx="4868">
                  <c:v>43586</c:v>
                </c:pt>
                <c:pt idx="4869">
                  <c:v>43587</c:v>
                </c:pt>
                <c:pt idx="4870">
                  <c:v>43588</c:v>
                </c:pt>
                <c:pt idx="4871">
                  <c:v>43589</c:v>
                </c:pt>
                <c:pt idx="4872">
                  <c:v>43590</c:v>
                </c:pt>
                <c:pt idx="4873">
                  <c:v>43591</c:v>
                </c:pt>
                <c:pt idx="4874">
                  <c:v>43592</c:v>
                </c:pt>
                <c:pt idx="4875">
                  <c:v>43593</c:v>
                </c:pt>
                <c:pt idx="4876">
                  <c:v>43594</c:v>
                </c:pt>
                <c:pt idx="4877">
                  <c:v>43595</c:v>
                </c:pt>
                <c:pt idx="4878">
                  <c:v>43596</c:v>
                </c:pt>
                <c:pt idx="4879">
                  <c:v>43597</c:v>
                </c:pt>
                <c:pt idx="4880">
                  <c:v>43598</c:v>
                </c:pt>
                <c:pt idx="4881">
                  <c:v>43599</c:v>
                </c:pt>
                <c:pt idx="4882">
                  <c:v>43600</c:v>
                </c:pt>
                <c:pt idx="4883">
                  <c:v>43601</c:v>
                </c:pt>
                <c:pt idx="4884">
                  <c:v>43602</c:v>
                </c:pt>
                <c:pt idx="4885">
                  <c:v>43603</c:v>
                </c:pt>
                <c:pt idx="4886">
                  <c:v>43604</c:v>
                </c:pt>
                <c:pt idx="4887">
                  <c:v>43605</c:v>
                </c:pt>
                <c:pt idx="4888">
                  <c:v>43606</c:v>
                </c:pt>
                <c:pt idx="4889">
                  <c:v>43607</c:v>
                </c:pt>
                <c:pt idx="4890">
                  <c:v>43608</c:v>
                </c:pt>
                <c:pt idx="4891">
                  <c:v>43609</c:v>
                </c:pt>
                <c:pt idx="4892">
                  <c:v>43610</c:v>
                </c:pt>
                <c:pt idx="4893">
                  <c:v>43611</c:v>
                </c:pt>
                <c:pt idx="4894">
                  <c:v>43612</c:v>
                </c:pt>
                <c:pt idx="4895">
                  <c:v>43613</c:v>
                </c:pt>
                <c:pt idx="4896">
                  <c:v>43614</c:v>
                </c:pt>
                <c:pt idx="4897">
                  <c:v>43615</c:v>
                </c:pt>
                <c:pt idx="4898">
                  <c:v>43616</c:v>
                </c:pt>
                <c:pt idx="4899">
                  <c:v>43617</c:v>
                </c:pt>
                <c:pt idx="4900">
                  <c:v>43618</c:v>
                </c:pt>
                <c:pt idx="4901">
                  <c:v>43619</c:v>
                </c:pt>
                <c:pt idx="4902">
                  <c:v>43620</c:v>
                </c:pt>
                <c:pt idx="4903">
                  <c:v>43621</c:v>
                </c:pt>
                <c:pt idx="4904">
                  <c:v>43622</c:v>
                </c:pt>
                <c:pt idx="4905">
                  <c:v>43623</c:v>
                </c:pt>
                <c:pt idx="4906">
                  <c:v>43624</c:v>
                </c:pt>
                <c:pt idx="4907">
                  <c:v>43625</c:v>
                </c:pt>
                <c:pt idx="4908">
                  <c:v>43626</c:v>
                </c:pt>
                <c:pt idx="4909">
                  <c:v>43627</c:v>
                </c:pt>
                <c:pt idx="4910">
                  <c:v>43628</c:v>
                </c:pt>
                <c:pt idx="4911">
                  <c:v>43629</c:v>
                </c:pt>
                <c:pt idx="4912">
                  <c:v>43630</c:v>
                </c:pt>
                <c:pt idx="4913">
                  <c:v>43631</c:v>
                </c:pt>
                <c:pt idx="4914">
                  <c:v>43632</c:v>
                </c:pt>
                <c:pt idx="4915">
                  <c:v>43633</c:v>
                </c:pt>
                <c:pt idx="4916">
                  <c:v>43634</c:v>
                </c:pt>
                <c:pt idx="4917">
                  <c:v>43635</c:v>
                </c:pt>
                <c:pt idx="4918">
                  <c:v>43636</c:v>
                </c:pt>
                <c:pt idx="4919">
                  <c:v>43637</c:v>
                </c:pt>
                <c:pt idx="4920">
                  <c:v>43638</c:v>
                </c:pt>
                <c:pt idx="4921">
                  <c:v>43639</c:v>
                </c:pt>
                <c:pt idx="4922">
                  <c:v>43640</c:v>
                </c:pt>
                <c:pt idx="4923">
                  <c:v>43641</c:v>
                </c:pt>
                <c:pt idx="4924">
                  <c:v>43642</c:v>
                </c:pt>
                <c:pt idx="4925">
                  <c:v>43643</c:v>
                </c:pt>
                <c:pt idx="4926">
                  <c:v>43644</c:v>
                </c:pt>
                <c:pt idx="4927">
                  <c:v>43645</c:v>
                </c:pt>
                <c:pt idx="4928">
                  <c:v>43646</c:v>
                </c:pt>
                <c:pt idx="4929">
                  <c:v>43647</c:v>
                </c:pt>
                <c:pt idx="4930">
                  <c:v>43648</c:v>
                </c:pt>
                <c:pt idx="4931">
                  <c:v>43649</c:v>
                </c:pt>
                <c:pt idx="4932">
                  <c:v>43650</c:v>
                </c:pt>
                <c:pt idx="4933">
                  <c:v>43651</c:v>
                </c:pt>
                <c:pt idx="4934">
                  <c:v>43652</c:v>
                </c:pt>
                <c:pt idx="4935">
                  <c:v>43653</c:v>
                </c:pt>
                <c:pt idx="4936">
                  <c:v>43654</c:v>
                </c:pt>
                <c:pt idx="4937">
                  <c:v>43655</c:v>
                </c:pt>
                <c:pt idx="4938">
                  <c:v>43656</c:v>
                </c:pt>
                <c:pt idx="4939">
                  <c:v>43657</c:v>
                </c:pt>
                <c:pt idx="4940">
                  <c:v>43658</c:v>
                </c:pt>
                <c:pt idx="4941">
                  <c:v>43659</c:v>
                </c:pt>
                <c:pt idx="4942">
                  <c:v>43660</c:v>
                </c:pt>
                <c:pt idx="4943">
                  <c:v>43661</c:v>
                </c:pt>
                <c:pt idx="4944">
                  <c:v>43662</c:v>
                </c:pt>
                <c:pt idx="4945">
                  <c:v>43663</c:v>
                </c:pt>
                <c:pt idx="4946">
                  <c:v>43664</c:v>
                </c:pt>
                <c:pt idx="4947">
                  <c:v>43665</c:v>
                </c:pt>
                <c:pt idx="4948">
                  <c:v>43666</c:v>
                </c:pt>
                <c:pt idx="4949">
                  <c:v>43667</c:v>
                </c:pt>
                <c:pt idx="4950">
                  <c:v>43668</c:v>
                </c:pt>
                <c:pt idx="4951">
                  <c:v>43669</c:v>
                </c:pt>
                <c:pt idx="4952">
                  <c:v>43670</c:v>
                </c:pt>
                <c:pt idx="4953">
                  <c:v>43671</c:v>
                </c:pt>
                <c:pt idx="4954">
                  <c:v>43672</c:v>
                </c:pt>
                <c:pt idx="4955">
                  <c:v>43673</c:v>
                </c:pt>
                <c:pt idx="4956">
                  <c:v>43674</c:v>
                </c:pt>
                <c:pt idx="4957">
                  <c:v>43675</c:v>
                </c:pt>
                <c:pt idx="4958">
                  <c:v>43676</c:v>
                </c:pt>
                <c:pt idx="4959">
                  <c:v>43677</c:v>
                </c:pt>
                <c:pt idx="4960">
                  <c:v>43678</c:v>
                </c:pt>
                <c:pt idx="4961">
                  <c:v>43679</c:v>
                </c:pt>
                <c:pt idx="4962">
                  <c:v>43680</c:v>
                </c:pt>
                <c:pt idx="4963">
                  <c:v>43681</c:v>
                </c:pt>
                <c:pt idx="4964">
                  <c:v>43682</c:v>
                </c:pt>
                <c:pt idx="4965">
                  <c:v>43683</c:v>
                </c:pt>
                <c:pt idx="4966">
                  <c:v>43684</c:v>
                </c:pt>
                <c:pt idx="4967">
                  <c:v>43685</c:v>
                </c:pt>
                <c:pt idx="4968">
                  <c:v>43686</c:v>
                </c:pt>
                <c:pt idx="4969">
                  <c:v>43687</c:v>
                </c:pt>
                <c:pt idx="4970">
                  <c:v>43688</c:v>
                </c:pt>
                <c:pt idx="4971">
                  <c:v>43689</c:v>
                </c:pt>
                <c:pt idx="4972">
                  <c:v>43690</c:v>
                </c:pt>
                <c:pt idx="4973">
                  <c:v>43691</c:v>
                </c:pt>
                <c:pt idx="4974">
                  <c:v>43692</c:v>
                </c:pt>
                <c:pt idx="4975">
                  <c:v>43693</c:v>
                </c:pt>
                <c:pt idx="4976">
                  <c:v>43694</c:v>
                </c:pt>
                <c:pt idx="4977">
                  <c:v>43695</c:v>
                </c:pt>
                <c:pt idx="4978">
                  <c:v>43696</c:v>
                </c:pt>
                <c:pt idx="4979">
                  <c:v>43697</c:v>
                </c:pt>
                <c:pt idx="4980">
                  <c:v>43698</c:v>
                </c:pt>
                <c:pt idx="4981">
                  <c:v>43699</c:v>
                </c:pt>
                <c:pt idx="4982">
                  <c:v>43700</c:v>
                </c:pt>
                <c:pt idx="4983">
                  <c:v>43701</c:v>
                </c:pt>
                <c:pt idx="4984">
                  <c:v>43702</c:v>
                </c:pt>
                <c:pt idx="4985">
                  <c:v>43703</c:v>
                </c:pt>
                <c:pt idx="4986">
                  <c:v>43704</c:v>
                </c:pt>
                <c:pt idx="4987">
                  <c:v>43705</c:v>
                </c:pt>
                <c:pt idx="4988">
                  <c:v>43706</c:v>
                </c:pt>
                <c:pt idx="4989">
                  <c:v>43707</c:v>
                </c:pt>
                <c:pt idx="4990">
                  <c:v>43708</c:v>
                </c:pt>
                <c:pt idx="4991">
                  <c:v>43709</c:v>
                </c:pt>
                <c:pt idx="4992">
                  <c:v>43710</c:v>
                </c:pt>
                <c:pt idx="4993">
                  <c:v>43711</c:v>
                </c:pt>
                <c:pt idx="4994">
                  <c:v>43712</c:v>
                </c:pt>
                <c:pt idx="4995">
                  <c:v>43713</c:v>
                </c:pt>
                <c:pt idx="4996">
                  <c:v>43714</c:v>
                </c:pt>
                <c:pt idx="4997">
                  <c:v>43715</c:v>
                </c:pt>
                <c:pt idx="4998">
                  <c:v>43716</c:v>
                </c:pt>
                <c:pt idx="4999">
                  <c:v>43717</c:v>
                </c:pt>
                <c:pt idx="5000">
                  <c:v>43718</c:v>
                </c:pt>
                <c:pt idx="5001">
                  <c:v>43719</c:v>
                </c:pt>
                <c:pt idx="5002">
                  <c:v>43720</c:v>
                </c:pt>
                <c:pt idx="5003">
                  <c:v>43721</c:v>
                </c:pt>
                <c:pt idx="5004">
                  <c:v>43722</c:v>
                </c:pt>
                <c:pt idx="5005">
                  <c:v>43723</c:v>
                </c:pt>
                <c:pt idx="5006">
                  <c:v>43724</c:v>
                </c:pt>
                <c:pt idx="5007">
                  <c:v>43725</c:v>
                </c:pt>
                <c:pt idx="5008">
                  <c:v>43726</c:v>
                </c:pt>
                <c:pt idx="5009">
                  <c:v>43727</c:v>
                </c:pt>
                <c:pt idx="5010">
                  <c:v>43728</c:v>
                </c:pt>
                <c:pt idx="5011">
                  <c:v>43729</c:v>
                </c:pt>
                <c:pt idx="5012">
                  <c:v>43730</c:v>
                </c:pt>
                <c:pt idx="5013">
                  <c:v>43731</c:v>
                </c:pt>
                <c:pt idx="5014">
                  <c:v>43732</c:v>
                </c:pt>
                <c:pt idx="5015">
                  <c:v>43733</c:v>
                </c:pt>
                <c:pt idx="5016">
                  <c:v>43734</c:v>
                </c:pt>
                <c:pt idx="5017">
                  <c:v>43735</c:v>
                </c:pt>
                <c:pt idx="5018">
                  <c:v>43736</c:v>
                </c:pt>
                <c:pt idx="5019">
                  <c:v>43737</c:v>
                </c:pt>
                <c:pt idx="5020">
                  <c:v>43738</c:v>
                </c:pt>
                <c:pt idx="5021">
                  <c:v>43739</c:v>
                </c:pt>
                <c:pt idx="5022">
                  <c:v>43740</c:v>
                </c:pt>
                <c:pt idx="5023">
                  <c:v>43741</c:v>
                </c:pt>
                <c:pt idx="5024">
                  <c:v>43742</c:v>
                </c:pt>
                <c:pt idx="5025">
                  <c:v>43743</c:v>
                </c:pt>
                <c:pt idx="5026">
                  <c:v>43744</c:v>
                </c:pt>
                <c:pt idx="5027">
                  <c:v>43745</c:v>
                </c:pt>
                <c:pt idx="5028">
                  <c:v>43746</c:v>
                </c:pt>
                <c:pt idx="5029">
                  <c:v>43747</c:v>
                </c:pt>
                <c:pt idx="5030">
                  <c:v>43748</c:v>
                </c:pt>
                <c:pt idx="5031">
                  <c:v>43749</c:v>
                </c:pt>
                <c:pt idx="5032">
                  <c:v>43750</c:v>
                </c:pt>
                <c:pt idx="5033">
                  <c:v>43751</c:v>
                </c:pt>
                <c:pt idx="5034">
                  <c:v>43752</c:v>
                </c:pt>
                <c:pt idx="5035">
                  <c:v>43753</c:v>
                </c:pt>
                <c:pt idx="5036">
                  <c:v>43754</c:v>
                </c:pt>
                <c:pt idx="5037">
                  <c:v>43755</c:v>
                </c:pt>
                <c:pt idx="5038">
                  <c:v>43756</c:v>
                </c:pt>
                <c:pt idx="5039">
                  <c:v>43757</c:v>
                </c:pt>
                <c:pt idx="5040">
                  <c:v>43758</c:v>
                </c:pt>
                <c:pt idx="5041">
                  <c:v>43759</c:v>
                </c:pt>
                <c:pt idx="5042">
                  <c:v>43760</c:v>
                </c:pt>
                <c:pt idx="5043">
                  <c:v>43761</c:v>
                </c:pt>
                <c:pt idx="5044">
                  <c:v>43762</c:v>
                </c:pt>
                <c:pt idx="5045">
                  <c:v>43763</c:v>
                </c:pt>
                <c:pt idx="5046">
                  <c:v>43764</c:v>
                </c:pt>
                <c:pt idx="5047">
                  <c:v>43765</c:v>
                </c:pt>
                <c:pt idx="5048">
                  <c:v>43766</c:v>
                </c:pt>
                <c:pt idx="5049">
                  <c:v>43767</c:v>
                </c:pt>
                <c:pt idx="5050">
                  <c:v>43768</c:v>
                </c:pt>
                <c:pt idx="5051">
                  <c:v>43769</c:v>
                </c:pt>
                <c:pt idx="5052">
                  <c:v>43770</c:v>
                </c:pt>
                <c:pt idx="5053">
                  <c:v>43771</c:v>
                </c:pt>
                <c:pt idx="5054">
                  <c:v>43772</c:v>
                </c:pt>
                <c:pt idx="5055">
                  <c:v>43773</c:v>
                </c:pt>
                <c:pt idx="5056">
                  <c:v>43774</c:v>
                </c:pt>
                <c:pt idx="5057">
                  <c:v>43775</c:v>
                </c:pt>
                <c:pt idx="5058">
                  <c:v>43776</c:v>
                </c:pt>
                <c:pt idx="5059">
                  <c:v>43777</c:v>
                </c:pt>
                <c:pt idx="5060">
                  <c:v>43778</c:v>
                </c:pt>
                <c:pt idx="5061">
                  <c:v>43779</c:v>
                </c:pt>
                <c:pt idx="5062">
                  <c:v>43780</c:v>
                </c:pt>
                <c:pt idx="5063">
                  <c:v>43781</c:v>
                </c:pt>
                <c:pt idx="5064">
                  <c:v>43782</c:v>
                </c:pt>
                <c:pt idx="5065">
                  <c:v>43783</c:v>
                </c:pt>
                <c:pt idx="5066">
                  <c:v>43784</c:v>
                </c:pt>
                <c:pt idx="5067">
                  <c:v>43785</c:v>
                </c:pt>
                <c:pt idx="5068">
                  <c:v>43786</c:v>
                </c:pt>
                <c:pt idx="5069">
                  <c:v>43787</c:v>
                </c:pt>
                <c:pt idx="5070">
                  <c:v>43788</c:v>
                </c:pt>
                <c:pt idx="5071">
                  <c:v>43789</c:v>
                </c:pt>
                <c:pt idx="5072">
                  <c:v>43790</c:v>
                </c:pt>
                <c:pt idx="5073">
                  <c:v>43791</c:v>
                </c:pt>
                <c:pt idx="5074">
                  <c:v>43792</c:v>
                </c:pt>
                <c:pt idx="5075">
                  <c:v>43793</c:v>
                </c:pt>
                <c:pt idx="5076">
                  <c:v>43794</c:v>
                </c:pt>
                <c:pt idx="5077">
                  <c:v>43795</c:v>
                </c:pt>
                <c:pt idx="5078">
                  <c:v>43796</c:v>
                </c:pt>
                <c:pt idx="5079">
                  <c:v>43797</c:v>
                </c:pt>
                <c:pt idx="5080">
                  <c:v>43798</c:v>
                </c:pt>
                <c:pt idx="5081">
                  <c:v>43799</c:v>
                </c:pt>
                <c:pt idx="5082">
                  <c:v>43800</c:v>
                </c:pt>
                <c:pt idx="5083">
                  <c:v>43801</c:v>
                </c:pt>
                <c:pt idx="5084">
                  <c:v>43802</c:v>
                </c:pt>
                <c:pt idx="5085">
                  <c:v>43803</c:v>
                </c:pt>
                <c:pt idx="5086">
                  <c:v>43804</c:v>
                </c:pt>
                <c:pt idx="5087">
                  <c:v>43805</c:v>
                </c:pt>
                <c:pt idx="5088">
                  <c:v>43806</c:v>
                </c:pt>
                <c:pt idx="5089">
                  <c:v>43807</c:v>
                </c:pt>
                <c:pt idx="5090">
                  <c:v>43808</c:v>
                </c:pt>
                <c:pt idx="5091">
                  <c:v>43809</c:v>
                </c:pt>
                <c:pt idx="5092">
                  <c:v>43810</c:v>
                </c:pt>
                <c:pt idx="5093">
                  <c:v>43811</c:v>
                </c:pt>
                <c:pt idx="5094">
                  <c:v>43812</c:v>
                </c:pt>
                <c:pt idx="5095">
                  <c:v>43813</c:v>
                </c:pt>
                <c:pt idx="5096">
                  <c:v>43814</c:v>
                </c:pt>
                <c:pt idx="5097">
                  <c:v>43815</c:v>
                </c:pt>
                <c:pt idx="5098">
                  <c:v>43816</c:v>
                </c:pt>
                <c:pt idx="5099">
                  <c:v>43817</c:v>
                </c:pt>
                <c:pt idx="5100">
                  <c:v>43818</c:v>
                </c:pt>
                <c:pt idx="5101">
                  <c:v>43819</c:v>
                </c:pt>
                <c:pt idx="5102">
                  <c:v>43820</c:v>
                </c:pt>
                <c:pt idx="5103">
                  <c:v>43821</c:v>
                </c:pt>
                <c:pt idx="5104">
                  <c:v>43822</c:v>
                </c:pt>
                <c:pt idx="5105">
                  <c:v>43823</c:v>
                </c:pt>
                <c:pt idx="5106">
                  <c:v>43824</c:v>
                </c:pt>
                <c:pt idx="5107">
                  <c:v>43825</c:v>
                </c:pt>
                <c:pt idx="5108">
                  <c:v>43826</c:v>
                </c:pt>
                <c:pt idx="5109">
                  <c:v>43827</c:v>
                </c:pt>
                <c:pt idx="5110">
                  <c:v>43828</c:v>
                </c:pt>
                <c:pt idx="5111">
                  <c:v>43829</c:v>
                </c:pt>
                <c:pt idx="5112">
                  <c:v>43830</c:v>
                </c:pt>
                <c:pt idx="5113">
                  <c:v>43831</c:v>
                </c:pt>
                <c:pt idx="5114">
                  <c:v>43832</c:v>
                </c:pt>
                <c:pt idx="5115">
                  <c:v>43833</c:v>
                </c:pt>
                <c:pt idx="5116">
                  <c:v>43834</c:v>
                </c:pt>
                <c:pt idx="5117">
                  <c:v>43835</c:v>
                </c:pt>
                <c:pt idx="5118">
                  <c:v>43836</c:v>
                </c:pt>
                <c:pt idx="5119">
                  <c:v>43837</c:v>
                </c:pt>
                <c:pt idx="5120">
                  <c:v>43838</c:v>
                </c:pt>
                <c:pt idx="5121">
                  <c:v>43839</c:v>
                </c:pt>
                <c:pt idx="5122">
                  <c:v>43840</c:v>
                </c:pt>
                <c:pt idx="5123">
                  <c:v>43841</c:v>
                </c:pt>
                <c:pt idx="5124">
                  <c:v>43842</c:v>
                </c:pt>
                <c:pt idx="5125">
                  <c:v>43843</c:v>
                </c:pt>
                <c:pt idx="5126">
                  <c:v>43844</c:v>
                </c:pt>
                <c:pt idx="5127">
                  <c:v>43845</c:v>
                </c:pt>
                <c:pt idx="5128">
                  <c:v>43846</c:v>
                </c:pt>
                <c:pt idx="5129">
                  <c:v>43847</c:v>
                </c:pt>
                <c:pt idx="5130">
                  <c:v>43848</c:v>
                </c:pt>
                <c:pt idx="5131">
                  <c:v>43849</c:v>
                </c:pt>
                <c:pt idx="5132">
                  <c:v>43850</c:v>
                </c:pt>
                <c:pt idx="5133">
                  <c:v>43851</c:v>
                </c:pt>
                <c:pt idx="5134">
                  <c:v>43852</c:v>
                </c:pt>
                <c:pt idx="5135">
                  <c:v>43853</c:v>
                </c:pt>
                <c:pt idx="5136">
                  <c:v>43854</c:v>
                </c:pt>
                <c:pt idx="5137">
                  <c:v>43855</c:v>
                </c:pt>
                <c:pt idx="5138">
                  <c:v>43856</c:v>
                </c:pt>
                <c:pt idx="5139">
                  <c:v>43857</c:v>
                </c:pt>
                <c:pt idx="5140">
                  <c:v>43858</c:v>
                </c:pt>
                <c:pt idx="5141">
                  <c:v>43859</c:v>
                </c:pt>
                <c:pt idx="5142">
                  <c:v>43860</c:v>
                </c:pt>
                <c:pt idx="5143">
                  <c:v>43861</c:v>
                </c:pt>
                <c:pt idx="5144">
                  <c:v>43862</c:v>
                </c:pt>
                <c:pt idx="5145">
                  <c:v>43863</c:v>
                </c:pt>
                <c:pt idx="5146">
                  <c:v>43864</c:v>
                </c:pt>
                <c:pt idx="5147">
                  <c:v>43865</c:v>
                </c:pt>
                <c:pt idx="5148">
                  <c:v>43866</c:v>
                </c:pt>
                <c:pt idx="5149">
                  <c:v>43867</c:v>
                </c:pt>
                <c:pt idx="5150">
                  <c:v>43868</c:v>
                </c:pt>
                <c:pt idx="5151">
                  <c:v>43869</c:v>
                </c:pt>
                <c:pt idx="5152">
                  <c:v>43870</c:v>
                </c:pt>
                <c:pt idx="5153">
                  <c:v>43871</c:v>
                </c:pt>
                <c:pt idx="5154">
                  <c:v>43872</c:v>
                </c:pt>
                <c:pt idx="5155">
                  <c:v>43873</c:v>
                </c:pt>
                <c:pt idx="5156">
                  <c:v>43874</c:v>
                </c:pt>
                <c:pt idx="5157">
                  <c:v>43875</c:v>
                </c:pt>
                <c:pt idx="5158">
                  <c:v>43876</c:v>
                </c:pt>
                <c:pt idx="5159">
                  <c:v>43877</c:v>
                </c:pt>
                <c:pt idx="5160">
                  <c:v>43878</c:v>
                </c:pt>
                <c:pt idx="5161">
                  <c:v>43879</c:v>
                </c:pt>
                <c:pt idx="5162">
                  <c:v>43880</c:v>
                </c:pt>
                <c:pt idx="5163">
                  <c:v>43881</c:v>
                </c:pt>
                <c:pt idx="5164">
                  <c:v>43882</c:v>
                </c:pt>
                <c:pt idx="5165">
                  <c:v>43883</c:v>
                </c:pt>
                <c:pt idx="5166">
                  <c:v>43884</c:v>
                </c:pt>
                <c:pt idx="5167">
                  <c:v>43885</c:v>
                </c:pt>
                <c:pt idx="5168">
                  <c:v>43886</c:v>
                </c:pt>
                <c:pt idx="5169">
                  <c:v>43887</c:v>
                </c:pt>
                <c:pt idx="5170">
                  <c:v>43888</c:v>
                </c:pt>
                <c:pt idx="5171">
                  <c:v>43889</c:v>
                </c:pt>
                <c:pt idx="5172">
                  <c:v>43890</c:v>
                </c:pt>
                <c:pt idx="5173">
                  <c:v>43891</c:v>
                </c:pt>
                <c:pt idx="5174">
                  <c:v>43892</c:v>
                </c:pt>
                <c:pt idx="5175">
                  <c:v>43893</c:v>
                </c:pt>
                <c:pt idx="5176">
                  <c:v>43894</c:v>
                </c:pt>
                <c:pt idx="5177">
                  <c:v>43895</c:v>
                </c:pt>
                <c:pt idx="5178">
                  <c:v>43896</c:v>
                </c:pt>
                <c:pt idx="5179">
                  <c:v>43897</c:v>
                </c:pt>
                <c:pt idx="5180">
                  <c:v>43898</c:v>
                </c:pt>
                <c:pt idx="5181">
                  <c:v>43899</c:v>
                </c:pt>
                <c:pt idx="5182">
                  <c:v>43900</c:v>
                </c:pt>
                <c:pt idx="5183">
                  <c:v>43901</c:v>
                </c:pt>
                <c:pt idx="5184">
                  <c:v>43902</c:v>
                </c:pt>
                <c:pt idx="5185">
                  <c:v>43903</c:v>
                </c:pt>
                <c:pt idx="5186">
                  <c:v>43904</c:v>
                </c:pt>
                <c:pt idx="5187">
                  <c:v>43905</c:v>
                </c:pt>
                <c:pt idx="5188">
                  <c:v>43906</c:v>
                </c:pt>
                <c:pt idx="5189">
                  <c:v>43907</c:v>
                </c:pt>
                <c:pt idx="5190">
                  <c:v>43908</c:v>
                </c:pt>
                <c:pt idx="5191">
                  <c:v>43909</c:v>
                </c:pt>
                <c:pt idx="5192">
                  <c:v>43910</c:v>
                </c:pt>
                <c:pt idx="5193">
                  <c:v>43911</c:v>
                </c:pt>
                <c:pt idx="5194">
                  <c:v>43912</c:v>
                </c:pt>
                <c:pt idx="5195">
                  <c:v>43913</c:v>
                </c:pt>
                <c:pt idx="5196">
                  <c:v>43914</c:v>
                </c:pt>
                <c:pt idx="5197">
                  <c:v>43915</c:v>
                </c:pt>
                <c:pt idx="5198">
                  <c:v>43916</c:v>
                </c:pt>
                <c:pt idx="5199">
                  <c:v>43917</c:v>
                </c:pt>
                <c:pt idx="5200">
                  <c:v>43918</c:v>
                </c:pt>
                <c:pt idx="5201">
                  <c:v>43919</c:v>
                </c:pt>
                <c:pt idx="5202">
                  <c:v>43920</c:v>
                </c:pt>
                <c:pt idx="5203">
                  <c:v>43921</c:v>
                </c:pt>
                <c:pt idx="5204">
                  <c:v>43922</c:v>
                </c:pt>
                <c:pt idx="5205">
                  <c:v>43923</c:v>
                </c:pt>
                <c:pt idx="5206">
                  <c:v>43924</c:v>
                </c:pt>
                <c:pt idx="5207">
                  <c:v>43925</c:v>
                </c:pt>
                <c:pt idx="5208">
                  <c:v>43926</c:v>
                </c:pt>
                <c:pt idx="5209">
                  <c:v>43927</c:v>
                </c:pt>
                <c:pt idx="5210">
                  <c:v>43928</c:v>
                </c:pt>
                <c:pt idx="5211">
                  <c:v>43929</c:v>
                </c:pt>
                <c:pt idx="5212">
                  <c:v>43930</c:v>
                </c:pt>
                <c:pt idx="5213">
                  <c:v>43931</c:v>
                </c:pt>
                <c:pt idx="5214">
                  <c:v>43932</c:v>
                </c:pt>
                <c:pt idx="5215">
                  <c:v>43933</c:v>
                </c:pt>
                <c:pt idx="5216">
                  <c:v>43934</c:v>
                </c:pt>
                <c:pt idx="5217">
                  <c:v>43935</c:v>
                </c:pt>
                <c:pt idx="5218">
                  <c:v>43936</c:v>
                </c:pt>
                <c:pt idx="5219">
                  <c:v>43937</c:v>
                </c:pt>
                <c:pt idx="5220">
                  <c:v>43938</c:v>
                </c:pt>
                <c:pt idx="5221">
                  <c:v>43939</c:v>
                </c:pt>
                <c:pt idx="5222">
                  <c:v>43940</c:v>
                </c:pt>
                <c:pt idx="5223">
                  <c:v>43941</c:v>
                </c:pt>
                <c:pt idx="5224">
                  <c:v>43942</c:v>
                </c:pt>
                <c:pt idx="5225">
                  <c:v>43943</c:v>
                </c:pt>
                <c:pt idx="5226">
                  <c:v>43944</c:v>
                </c:pt>
                <c:pt idx="5227">
                  <c:v>43945</c:v>
                </c:pt>
                <c:pt idx="5228">
                  <c:v>43946</c:v>
                </c:pt>
                <c:pt idx="5229">
                  <c:v>43947</c:v>
                </c:pt>
                <c:pt idx="5230">
                  <c:v>43948</c:v>
                </c:pt>
                <c:pt idx="5231">
                  <c:v>43949</c:v>
                </c:pt>
                <c:pt idx="5232">
                  <c:v>43950</c:v>
                </c:pt>
                <c:pt idx="5233">
                  <c:v>43951</c:v>
                </c:pt>
                <c:pt idx="5234">
                  <c:v>43952</c:v>
                </c:pt>
                <c:pt idx="5235">
                  <c:v>43953</c:v>
                </c:pt>
                <c:pt idx="5236">
                  <c:v>43954</c:v>
                </c:pt>
                <c:pt idx="5237">
                  <c:v>43955</c:v>
                </c:pt>
                <c:pt idx="5238">
                  <c:v>43956</c:v>
                </c:pt>
                <c:pt idx="5239">
                  <c:v>43957</c:v>
                </c:pt>
                <c:pt idx="5240">
                  <c:v>43958</c:v>
                </c:pt>
                <c:pt idx="5241">
                  <c:v>43959</c:v>
                </c:pt>
                <c:pt idx="5242">
                  <c:v>43960</c:v>
                </c:pt>
                <c:pt idx="5243">
                  <c:v>43961</c:v>
                </c:pt>
                <c:pt idx="5244">
                  <c:v>43962</c:v>
                </c:pt>
                <c:pt idx="5245">
                  <c:v>43963</c:v>
                </c:pt>
                <c:pt idx="5246">
                  <c:v>43964</c:v>
                </c:pt>
                <c:pt idx="5247">
                  <c:v>43965</c:v>
                </c:pt>
                <c:pt idx="5248">
                  <c:v>43966</c:v>
                </c:pt>
                <c:pt idx="5249">
                  <c:v>43967</c:v>
                </c:pt>
                <c:pt idx="5250">
                  <c:v>43968</c:v>
                </c:pt>
                <c:pt idx="5251">
                  <c:v>43969</c:v>
                </c:pt>
                <c:pt idx="5252">
                  <c:v>43970</c:v>
                </c:pt>
                <c:pt idx="5253">
                  <c:v>43971</c:v>
                </c:pt>
                <c:pt idx="5254">
                  <c:v>43972</c:v>
                </c:pt>
                <c:pt idx="5255">
                  <c:v>43973</c:v>
                </c:pt>
                <c:pt idx="5256">
                  <c:v>43974</c:v>
                </c:pt>
                <c:pt idx="5257">
                  <c:v>43975</c:v>
                </c:pt>
                <c:pt idx="5258">
                  <c:v>43976</c:v>
                </c:pt>
                <c:pt idx="5259">
                  <c:v>43977</c:v>
                </c:pt>
                <c:pt idx="5260">
                  <c:v>43978</c:v>
                </c:pt>
                <c:pt idx="5261">
                  <c:v>43979</c:v>
                </c:pt>
                <c:pt idx="5262">
                  <c:v>43980</c:v>
                </c:pt>
                <c:pt idx="5263">
                  <c:v>43981</c:v>
                </c:pt>
                <c:pt idx="5264">
                  <c:v>43982</c:v>
                </c:pt>
                <c:pt idx="5265">
                  <c:v>43983</c:v>
                </c:pt>
                <c:pt idx="5266">
                  <c:v>43984</c:v>
                </c:pt>
                <c:pt idx="5267">
                  <c:v>43985</c:v>
                </c:pt>
                <c:pt idx="5268">
                  <c:v>43986</c:v>
                </c:pt>
                <c:pt idx="5269">
                  <c:v>43987</c:v>
                </c:pt>
                <c:pt idx="5270">
                  <c:v>43988</c:v>
                </c:pt>
                <c:pt idx="5271">
                  <c:v>43989</c:v>
                </c:pt>
                <c:pt idx="5272">
                  <c:v>43990</c:v>
                </c:pt>
                <c:pt idx="5273">
                  <c:v>43991</c:v>
                </c:pt>
                <c:pt idx="5274">
                  <c:v>43992</c:v>
                </c:pt>
                <c:pt idx="5275">
                  <c:v>43993</c:v>
                </c:pt>
                <c:pt idx="5276">
                  <c:v>43994</c:v>
                </c:pt>
                <c:pt idx="5277">
                  <c:v>43995</c:v>
                </c:pt>
                <c:pt idx="5278">
                  <c:v>43996</c:v>
                </c:pt>
                <c:pt idx="5279">
                  <c:v>43997</c:v>
                </c:pt>
                <c:pt idx="5280">
                  <c:v>43998</c:v>
                </c:pt>
                <c:pt idx="5281">
                  <c:v>43999</c:v>
                </c:pt>
                <c:pt idx="5282">
                  <c:v>44000</c:v>
                </c:pt>
                <c:pt idx="5283">
                  <c:v>44001</c:v>
                </c:pt>
                <c:pt idx="5284">
                  <c:v>44002</c:v>
                </c:pt>
                <c:pt idx="5285">
                  <c:v>44003</c:v>
                </c:pt>
                <c:pt idx="5286">
                  <c:v>44004</c:v>
                </c:pt>
                <c:pt idx="5287">
                  <c:v>44005</c:v>
                </c:pt>
                <c:pt idx="5288">
                  <c:v>44006</c:v>
                </c:pt>
                <c:pt idx="5289">
                  <c:v>44007</c:v>
                </c:pt>
                <c:pt idx="5290">
                  <c:v>44008</c:v>
                </c:pt>
                <c:pt idx="5291">
                  <c:v>44009</c:v>
                </c:pt>
                <c:pt idx="5292">
                  <c:v>44010</c:v>
                </c:pt>
                <c:pt idx="5293">
                  <c:v>44011</c:v>
                </c:pt>
                <c:pt idx="5294">
                  <c:v>44012</c:v>
                </c:pt>
                <c:pt idx="5295">
                  <c:v>44013</c:v>
                </c:pt>
                <c:pt idx="5296">
                  <c:v>44014</c:v>
                </c:pt>
                <c:pt idx="5297">
                  <c:v>44015</c:v>
                </c:pt>
                <c:pt idx="5298">
                  <c:v>44016</c:v>
                </c:pt>
                <c:pt idx="5299">
                  <c:v>44017</c:v>
                </c:pt>
                <c:pt idx="5300">
                  <c:v>44018</c:v>
                </c:pt>
                <c:pt idx="5301">
                  <c:v>44019</c:v>
                </c:pt>
                <c:pt idx="5302">
                  <c:v>44020</c:v>
                </c:pt>
                <c:pt idx="5303">
                  <c:v>44021</c:v>
                </c:pt>
                <c:pt idx="5304">
                  <c:v>44022</c:v>
                </c:pt>
                <c:pt idx="5305">
                  <c:v>44023</c:v>
                </c:pt>
                <c:pt idx="5306">
                  <c:v>44024</c:v>
                </c:pt>
                <c:pt idx="5307">
                  <c:v>44025</c:v>
                </c:pt>
                <c:pt idx="5308">
                  <c:v>44026</c:v>
                </c:pt>
                <c:pt idx="5309">
                  <c:v>44027</c:v>
                </c:pt>
                <c:pt idx="5310">
                  <c:v>44028</c:v>
                </c:pt>
                <c:pt idx="5311">
                  <c:v>44029</c:v>
                </c:pt>
                <c:pt idx="5312">
                  <c:v>44030</c:v>
                </c:pt>
                <c:pt idx="5313">
                  <c:v>44031</c:v>
                </c:pt>
                <c:pt idx="5314">
                  <c:v>44032</c:v>
                </c:pt>
                <c:pt idx="5315">
                  <c:v>44033</c:v>
                </c:pt>
                <c:pt idx="5316">
                  <c:v>44034</c:v>
                </c:pt>
                <c:pt idx="5317">
                  <c:v>44035</c:v>
                </c:pt>
                <c:pt idx="5318">
                  <c:v>44036</c:v>
                </c:pt>
                <c:pt idx="5319">
                  <c:v>44037</c:v>
                </c:pt>
                <c:pt idx="5320">
                  <c:v>44038</c:v>
                </c:pt>
                <c:pt idx="5321">
                  <c:v>44039</c:v>
                </c:pt>
                <c:pt idx="5322">
                  <c:v>44040</c:v>
                </c:pt>
                <c:pt idx="5323">
                  <c:v>44041</c:v>
                </c:pt>
                <c:pt idx="5324">
                  <c:v>44042</c:v>
                </c:pt>
                <c:pt idx="5325">
                  <c:v>44043</c:v>
                </c:pt>
                <c:pt idx="5326">
                  <c:v>44044</c:v>
                </c:pt>
                <c:pt idx="5327">
                  <c:v>44045</c:v>
                </c:pt>
                <c:pt idx="5328">
                  <c:v>44046</c:v>
                </c:pt>
                <c:pt idx="5329">
                  <c:v>44047</c:v>
                </c:pt>
                <c:pt idx="5330">
                  <c:v>44048</c:v>
                </c:pt>
                <c:pt idx="5331">
                  <c:v>44049</c:v>
                </c:pt>
                <c:pt idx="5332">
                  <c:v>44050</c:v>
                </c:pt>
                <c:pt idx="5333">
                  <c:v>44051</c:v>
                </c:pt>
                <c:pt idx="5334">
                  <c:v>44052</c:v>
                </c:pt>
                <c:pt idx="5335">
                  <c:v>44053</c:v>
                </c:pt>
                <c:pt idx="5336">
                  <c:v>44054</c:v>
                </c:pt>
                <c:pt idx="5337">
                  <c:v>44055</c:v>
                </c:pt>
                <c:pt idx="5338">
                  <c:v>44056</c:v>
                </c:pt>
                <c:pt idx="5339">
                  <c:v>44057</c:v>
                </c:pt>
                <c:pt idx="5340">
                  <c:v>44058</c:v>
                </c:pt>
                <c:pt idx="5341">
                  <c:v>44059</c:v>
                </c:pt>
                <c:pt idx="5342">
                  <c:v>44060</c:v>
                </c:pt>
                <c:pt idx="5343">
                  <c:v>44061</c:v>
                </c:pt>
                <c:pt idx="5344">
                  <c:v>44062</c:v>
                </c:pt>
                <c:pt idx="5345">
                  <c:v>44063</c:v>
                </c:pt>
                <c:pt idx="5346">
                  <c:v>44064</c:v>
                </c:pt>
                <c:pt idx="5347">
                  <c:v>44065</c:v>
                </c:pt>
                <c:pt idx="5348">
                  <c:v>44066</c:v>
                </c:pt>
                <c:pt idx="5349">
                  <c:v>44067</c:v>
                </c:pt>
                <c:pt idx="5350">
                  <c:v>44068</c:v>
                </c:pt>
                <c:pt idx="5351">
                  <c:v>44069</c:v>
                </c:pt>
                <c:pt idx="5352">
                  <c:v>44070</c:v>
                </c:pt>
                <c:pt idx="5353">
                  <c:v>44071</c:v>
                </c:pt>
                <c:pt idx="5354">
                  <c:v>44072</c:v>
                </c:pt>
                <c:pt idx="5355">
                  <c:v>44073</c:v>
                </c:pt>
                <c:pt idx="5356">
                  <c:v>44074</c:v>
                </c:pt>
                <c:pt idx="5357">
                  <c:v>44075</c:v>
                </c:pt>
                <c:pt idx="5358">
                  <c:v>44076</c:v>
                </c:pt>
                <c:pt idx="5359">
                  <c:v>44077</c:v>
                </c:pt>
                <c:pt idx="5360">
                  <c:v>44078</c:v>
                </c:pt>
                <c:pt idx="5361">
                  <c:v>44079</c:v>
                </c:pt>
                <c:pt idx="5362">
                  <c:v>44080</c:v>
                </c:pt>
                <c:pt idx="5363">
                  <c:v>44081</c:v>
                </c:pt>
                <c:pt idx="5364">
                  <c:v>44082</c:v>
                </c:pt>
                <c:pt idx="5365">
                  <c:v>44083</c:v>
                </c:pt>
                <c:pt idx="5366">
                  <c:v>44084</c:v>
                </c:pt>
                <c:pt idx="5367">
                  <c:v>44085</c:v>
                </c:pt>
                <c:pt idx="5368">
                  <c:v>44086</c:v>
                </c:pt>
                <c:pt idx="5369">
                  <c:v>44087</c:v>
                </c:pt>
                <c:pt idx="5370">
                  <c:v>44088</c:v>
                </c:pt>
                <c:pt idx="5371">
                  <c:v>44089</c:v>
                </c:pt>
                <c:pt idx="5372">
                  <c:v>44090</c:v>
                </c:pt>
                <c:pt idx="5373">
                  <c:v>44091</c:v>
                </c:pt>
                <c:pt idx="5374">
                  <c:v>44092</c:v>
                </c:pt>
                <c:pt idx="5375">
                  <c:v>44093</c:v>
                </c:pt>
                <c:pt idx="5376">
                  <c:v>44094</c:v>
                </c:pt>
                <c:pt idx="5377">
                  <c:v>44095</c:v>
                </c:pt>
                <c:pt idx="5378">
                  <c:v>44096</c:v>
                </c:pt>
                <c:pt idx="5379">
                  <c:v>44097</c:v>
                </c:pt>
                <c:pt idx="5380">
                  <c:v>44098</c:v>
                </c:pt>
                <c:pt idx="5381">
                  <c:v>44099</c:v>
                </c:pt>
                <c:pt idx="5382">
                  <c:v>44100</c:v>
                </c:pt>
                <c:pt idx="5383">
                  <c:v>44101</c:v>
                </c:pt>
                <c:pt idx="5384">
                  <c:v>44102</c:v>
                </c:pt>
                <c:pt idx="5385">
                  <c:v>44103</c:v>
                </c:pt>
                <c:pt idx="5386">
                  <c:v>44104</c:v>
                </c:pt>
                <c:pt idx="5387">
                  <c:v>44105</c:v>
                </c:pt>
                <c:pt idx="5388">
                  <c:v>44106</c:v>
                </c:pt>
                <c:pt idx="5389">
                  <c:v>44107</c:v>
                </c:pt>
                <c:pt idx="5390">
                  <c:v>44108</c:v>
                </c:pt>
                <c:pt idx="5391">
                  <c:v>44109</c:v>
                </c:pt>
                <c:pt idx="5392">
                  <c:v>44110</c:v>
                </c:pt>
                <c:pt idx="5393">
                  <c:v>44111</c:v>
                </c:pt>
                <c:pt idx="5394">
                  <c:v>44112</c:v>
                </c:pt>
                <c:pt idx="5395">
                  <c:v>44113</c:v>
                </c:pt>
                <c:pt idx="5396">
                  <c:v>44114</c:v>
                </c:pt>
                <c:pt idx="5397">
                  <c:v>44115</c:v>
                </c:pt>
                <c:pt idx="5398">
                  <c:v>44116</c:v>
                </c:pt>
                <c:pt idx="5399">
                  <c:v>44117</c:v>
                </c:pt>
                <c:pt idx="5400">
                  <c:v>44118</c:v>
                </c:pt>
                <c:pt idx="5401">
                  <c:v>44119</c:v>
                </c:pt>
                <c:pt idx="5402">
                  <c:v>44120</c:v>
                </c:pt>
                <c:pt idx="5403">
                  <c:v>44121</c:v>
                </c:pt>
                <c:pt idx="5404">
                  <c:v>44122</c:v>
                </c:pt>
                <c:pt idx="5405">
                  <c:v>44123</c:v>
                </c:pt>
                <c:pt idx="5406">
                  <c:v>44124</c:v>
                </c:pt>
                <c:pt idx="5407">
                  <c:v>44125</c:v>
                </c:pt>
                <c:pt idx="5408">
                  <c:v>44126</c:v>
                </c:pt>
                <c:pt idx="5409">
                  <c:v>44127</c:v>
                </c:pt>
                <c:pt idx="5410">
                  <c:v>44128</c:v>
                </c:pt>
                <c:pt idx="5411">
                  <c:v>44129</c:v>
                </c:pt>
                <c:pt idx="5412">
                  <c:v>44130</c:v>
                </c:pt>
                <c:pt idx="5413">
                  <c:v>44131</c:v>
                </c:pt>
                <c:pt idx="5414">
                  <c:v>44132</c:v>
                </c:pt>
                <c:pt idx="5415">
                  <c:v>44133</c:v>
                </c:pt>
                <c:pt idx="5416">
                  <c:v>44134</c:v>
                </c:pt>
                <c:pt idx="5417">
                  <c:v>44135</c:v>
                </c:pt>
                <c:pt idx="5418">
                  <c:v>44136</c:v>
                </c:pt>
                <c:pt idx="5419">
                  <c:v>44137</c:v>
                </c:pt>
                <c:pt idx="5420">
                  <c:v>44138</c:v>
                </c:pt>
                <c:pt idx="5421">
                  <c:v>44139</c:v>
                </c:pt>
                <c:pt idx="5422">
                  <c:v>44140</c:v>
                </c:pt>
                <c:pt idx="5423">
                  <c:v>44141</c:v>
                </c:pt>
                <c:pt idx="5424">
                  <c:v>44142</c:v>
                </c:pt>
                <c:pt idx="5425">
                  <c:v>44143</c:v>
                </c:pt>
                <c:pt idx="5426">
                  <c:v>44144</c:v>
                </c:pt>
                <c:pt idx="5427">
                  <c:v>44145</c:v>
                </c:pt>
                <c:pt idx="5428">
                  <c:v>44146</c:v>
                </c:pt>
                <c:pt idx="5429">
                  <c:v>44147</c:v>
                </c:pt>
                <c:pt idx="5430">
                  <c:v>44148</c:v>
                </c:pt>
                <c:pt idx="5431">
                  <c:v>44149</c:v>
                </c:pt>
                <c:pt idx="5432">
                  <c:v>44150</c:v>
                </c:pt>
                <c:pt idx="5433">
                  <c:v>44151</c:v>
                </c:pt>
                <c:pt idx="5434">
                  <c:v>44152</c:v>
                </c:pt>
                <c:pt idx="5435">
                  <c:v>44153</c:v>
                </c:pt>
                <c:pt idx="5436">
                  <c:v>44154</c:v>
                </c:pt>
                <c:pt idx="5437">
                  <c:v>44155</c:v>
                </c:pt>
                <c:pt idx="5438">
                  <c:v>44156</c:v>
                </c:pt>
                <c:pt idx="5439">
                  <c:v>44157</c:v>
                </c:pt>
                <c:pt idx="5440">
                  <c:v>44158</c:v>
                </c:pt>
                <c:pt idx="5441">
                  <c:v>44159</c:v>
                </c:pt>
                <c:pt idx="5442">
                  <c:v>44160</c:v>
                </c:pt>
                <c:pt idx="5443">
                  <c:v>44161</c:v>
                </c:pt>
                <c:pt idx="5444">
                  <c:v>44162</c:v>
                </c:pt>
                <c:pt idx="5445">
                  <c:v>44163</c:v>
                </c:pt>
                <c:pt idx="5446">
                  <c:v>44164</c:v>
                </c:pt>
                <c:pt idx="5447">
                  <c:v>44165</c:v>
                </c:pt>
                <c:pt idx="5448">
                  <c:v>44166</c:v>
                </c:pt>
                <c:pt idx="5449">
                  <c:v>44167</c:v>
                </c:pt>
                <c:pt idx="5450">
                  <c:v>44168</c:v>
                </c:pt>
                <c:pt idx="5451">
                  <c:v>44169</c:v>
                </c:pt>
                <c:pt idx="5452">
                  <c:v>44170</c:v>
                </c:pt>
                <c:pt idx="5453">
                  <c:v>44171</c:v>
                </c:pt>
                <c:pt idx="5454">
                  <c:v>44172</c:v>
                </c:pt>
                <c:pt idx="5455">
                  <c:v>44173</c:v>
                </c:pt>
                <c:pt idx="5456">
                  <c:v>44174</c:v>
                </c:pt>
                <c:pt idx="5457">
                  <c:v>44175</c:v>
                </c:pt>
                <c:pt idx="5458">
                  <c:v>44176</c:v>
                </c:pt>
                <c:pt idx="5459">
                  <c:v>44177</c:v>
                </c:pt>
                <c:pt idx="5460">
                  <c:v>44178</c:v>
                </c:pt>
                <c:pt idx="5461">
                  <c:v>44179</c:v>
                </c:pt>
                <c:pt idx="5462">
                  <c:v>44180</c:v>
                </c:pt>
                <c:pt idx="5463">
                  <c:v>44181</c:v>
                </c:pt>
                <c:pt idx="5464">
                  <c:v>44182</c:v>
                </c:pt>
                <c:pt idx="5465">
                  <c:v>44183</c:v>
                </c:pt>
                <c:pt idx="5466">
                  <c:v>44184</c:v>
                </c:pt>
                <c:pt idx="5467">
                  <c:v>44185</c:v>
                </c:pt>
                <c:pt idx="5468">
                  <c:v>44186</c:v>
                </c:pt>
                <c:pt idx="5469">
                  <c:v>44187</c:v>
                </c:pt>
                <c:pt idx="5470">
                  <c:v>44188</c:v>
                </c:pt>
                <c:pt idx="5471">
                  <c:v>44189</c:v>
                </c:pt>
                <c:pt idx="5472">
                  <c:v>44190</c:v>
                </c:pt>
                <c:pt idx="5473">
                  <c:v>44191</c:v>
                </c:pt>
                <c:pt idx="5474">
                  <c:v>44192</c:v>
                </c:pt>
                <c:pt idx="5475">
                  <c:v>44193</c:v>
                </c:pt>
                <c:pt idx="5476">
                  <c:v>44194</c:v>
                </c:pt>
                <c:pt idx="5477">
                  <c:v>44195</c:v>
                </c:pt>
                <c:pt idx="5478">
                  <c:v>44196</c:v>
                </c:pt>
                <c:pt idx="5479">
                  <c:v>44197</c:v>
                </c:pt>
                <c:pt idx="5480">
                  <c:v>44198</c:v>
                </c:pt>
                <c:pt idx="5481">
                  <c:v>44199</c:v>
                </c:pt>
                <c:pt idx="5482">
                  <c:v>44200</c:v>
                </c:pt>
                <c:pt idx="5483">
                  <c:v>44201</c:v>
                </c:pt>
                <c:pt idx="5484">
                  <c:v>44202</c:v>
                </c:pt>
                <c:pt idx="5485">
                  <c:v>44203</c:v>
                </c:pt>
                <c:pt idx="5486">
                  <c:v>44204</c:v>
                </c:pt>
                <c:pt idx="5487">
                  <c:v>44205</c:v>
                </c:pt>
                <c:pt idx="5488">
                  <c:v>44206</c:v>
                </c:pt>
                <c:pt idx="5489">
                  <c:v>44207</c:v>
                </c:pt>
                <c:pt idx="5490">
                  <c:v>44208</c:v>
                </c:pt>
                <c:pt idx="5491">
                  <c:v>44209</c:v>
                </c:pt>
                <c:pt idx="5492">
                  <c:v>44210</c:v>
                </c:pt>
                <c:pt idx="5493">
                  <c:v>44211</c:v>
                </c:pt>
                <c:pt idx="5494">
                  <c:v>44212</c:v>
                </c:pt>
                <c:pt idx="5495">
                  <c:v>44213</c:v>
                </c:pt>
                <c:pt idx="5496">
                  <c:v>44214</c:v>
                </c:pt>
                <c:pt idx="5497">
                  <c:v>44215</c:v>
                </c:pt>
                <c:pt idx="5498">
                  <c:v>44216</c:v>
                </c:pt>
                <c:pt idx="5499">
                  <c:v>44217</c:v>
                </c:pt>
                <c:pt idx="5500">
                  <c:v>44218</c:v>
                </c:pt>
                <c:pt idx="5501">
                  <c:v>44219</c:v>
                </c:pt>
                <c:pt idx="5502">
                  <c:v>44220</c:v>
                </c:pt>
                <c:pt idx="5503">
                  <c:v>44221</c:v>
                </c:pt>
                <c:pt idx="5504">
                  <c:v>44222</c:v>
                </c:pt>
                <c:pt idx="5505">
                  <c:v>44223</c:v>
                </c:pt>
                <c:pt idx="5506">
                  <c:v>44224</c:v>
                </c:pt>
                <c:pt idx="5507">
                  <c:v>44225</c:v>
                </c:pt>
                <c:pt idx="5508">
                  <c:v>44226</c:v>
                </c:pt>
                <c:pt idx="5509">
                  <c:v>44227</c:v>
                </c:pt>
                <c:pt idx="5510">
                  <c:v>44228</c:v>
                </c:pt>
                <c:pt idx="5511">
                  <c:v>44229</c:v>
                </c:pt>
                <c:pt idx="5512">
                  <c:v>44230</c:v>
                </c:pt>
                <c:pt idx="5513">
                  <c:v>44231</c:v>
                </c:pt>
                <c:pt idx="5514">
                  <c:v>44232</c:v>
                </c:pt>
                <c:pt idx="5515">
                  <c:v>44233</c:v>
                </c:pt>
                <c:pt idx="5516">
                  <c:v>44234</c:v>
                </c:pt>
                <c:pt idx="5517">
                  <c:v>44235</c:v>
                </c:pt>
                <c:pt idx="5518">
                  <c:v>44236</c:v>
                </c:pt>
                <c:pt idx="5519">
                  <c:v>44237</c:v>
                </c:pt>
                <c:pt idx="5520">
                  <c:v>44238</c:v>
                </c:pt>
                <c:pt idx="5521">
                  <c:v>44239</c:v>
                </c:pt>
                <c:pt idx="5522">
                  <c:v>44240</c:v>
                </c:pt>
                <c:pt idx="5523">
                  <c:v>44241</c:v>
                </c:pt>
                <c:pt idx="5524">
                  <c:v>44242</c:v>
                </c:pt>
                <c:pt idx="5525">
                  <c:v>44243</c:v>
                </c:pt>
                <c:pt idx="5526">
                  <c:v>44244</c:v>
                </c:pt>
                <c:pt idx="5527">
                  <c:v>44245</c:v>
                </c:pt>
                <c:pt idx="5528">
                  <c:v>44246</c:v>
                </c:pt>
                <c:pt idx="5529">
                  <c:v>44247</c:v>
                </c:pt>
                <c:pt idx="5530">
                  <c:v>44248</c:v>
                </c:pt>
                <c:pt idx="5531">
                  <c:v>44249</c:v>
                </c:pt>
                <c:pt idx="5532">
                  <c:v>44250</c:v>
                </c:pt>
                <c:pt idx="5533">
                  <c:v>44251</c:v>
                </c:pt>
                <c:pt idx="5534">
                  <c:v>44252</c:v>
                </c:pt>
                <c:pt idx="5535">
                  <c:v>44253</c:v>
                </c:pt>
                <c:pt idx="5536">
                  <c:v>44254</c:v>
                </c:pt>
                <c:pt idx="5537">
                  <c:v>44255</c:v>
                </c:pt>
                <c:pt idx="5538">
                  <c:v>44256</c:v>
                </c:pt>
                <c:pt idx="5539">
                  <c:v>44257</c:v>
                </c:pt>
                <c:pt idx="5540">
                  <c:v>44258</c:v>
                </c:pt>
                <c:pt idx="5541">
                  <c:v>44259</c:v>
                </c:pt>
                <c:pt idx="5542">
                  <c:v>44260</c:v>
                </c:pt>
                <c:pt idx="5543">
                  <c:v>44261</c:v>
                </c:pt>
                <c:pt idx="5544">
                  <c:v>44262</c:v>
                </c:pt>
                <c:pt idx="5545">
                  <c:v>44263</c:v>
                </c:pt>
                <c:pt idx="5546">
                  <c:v>44264</c:v>
                </c:pt>
                <c:pt idx="5547">
                  <c:v>44265</c:v>
                </c:pt>
                <c:pt idx="5548">
                  <c:v>44266</c:v>
                </c:pt>
                <c:pt idx="5549">
                  <c:v>44267</c:v>
                </c:pt>
                <c:pt idx="5550">
                  <c:v>44268</c:v>
                </c:pt>
                <c:pt idx="5551">
                  <c:v>44269</c:v>
                </c:pt>
                <c:pt idx="5552">
                  <c:v>44270</c:v>
                </c:pt>
                <c:pt idx="5553">
                  <c:v>44271</c:v>
                </c:pt>
                <c:pt idx="5554">
                  <c:v>44272</c:v>
                </c:pt>
                <c:pt idx="5555">
                  <c:v>44273</c:v>
                </c:pt>
                <c:pt idx="5556">
                  <c:v>44274</c:v>
                </c:pt>
                <c:pt idx="5557">
                  <c:v>44275</c:v>
                </c:pt>
                <c:pt idx="5558">
                  <c:v>44276</c:v>
                </c:pt>
                <c:pt idx="5559">
                  <c:v>44277</c:v>
                </c:pt>
                <c:pt idx="5560">
                  <c:v>44278</c:v>
                </c:pt>
                <c:pt idx="5561">
                  <c:v>44279</c:v>
                </c:pt>
                <c:pt idx="5562">
                  <c:v>44280</c:v>
                </c:pt>
                <c:pt idx="5563">
                  <c:v>44281</c:v>
                </c:pt>
                <c:pt idx="5564">
                  <c:v>44282</c:v>
                </c:pt>
                <c:pt idx="5565">
                  <c:v>44283</c:v>
                </c:pt>
                <c:pt idx="5566">
                  <c:v>44284</c:v>
                </c:pt>
                <c:pt idx="5567">
                  <c:v>44285</c:v>
                </c:pt>
                <c:pt idx="5568">
                  <c:v>44286</c:v>
                </c:pt>
                <c:pt idx="5569">
                  <c:v>44287</c:v>
                </c:pt>
                <c:pt idx="5570">
                  <c:v>44288</c:v>
                </c:pt>
                <c:pt idx="5571">
                  <c:v>44289</c:v>
                </c:pt>
                <c:pt idx="5572">
                  <c:v>44290</c:v>
                </c:pt>
                <c:pt idx="5573">
                  <c:v>44291</c:v>
                </c:pt>
                <c:pt idx="5574">
                  <c:v>44292</c:v>
                </c:pt>
                <c:pt idx="5575">
                  <c:v>44293</c:v>
                </c:pt>
                <c:pt idx="5576">
                  <c:v>44294</c:v>
                </c:pt>
                <c:pt idx="5577">
                  <c:v>44295</c:v>
                </c:pt>
                <c:pt idx="5578">
                  <c:v>44296</c:v>
                </c:pt>
                <c:pt idx="5579">
                  <c:v>44297</c:v>
                </c:pt>
                <c:pt idx="5580">
                  <c:v>44298</c:v>
                </c:pt>
                <c:pt idx="5581">
                  <c:v>44299</c:v>
                </c:pt>
                <c:pt idx="5582">
                  <c:v>44300</c:v>
                </c:pt>
                <c:pt idx="5583">
                  <c:v>44301</c:v>
                </c:pt>
                <c:pt idx="5584">
                  <c:v>44302</c:v>
                </c:pt>
                <c:pt idx="5585">
                  <c:v>44303</c:v>
                </c:pt>
                <c:pt idx="5586">
                  <c:v>44304</c:v>
                </c:pt>
                <c:pt idx="5587">
                  <c:v>44305</c:v>
                </c:pt>
                <c:pt idx="5588">
                  <c:v>44306</c:v>
                </c:pt>
                <c:pt idx="5589">
                  <c:v>44307</c:v>
                </c:pt>
                <c:pt idx="5590">
                  <c:v>44308</c:v>
                </c:pt>
                <c:pt idx="5591">
                  <c:v>44309</c:v>
                </c:pt>
                <c:pt idx="5592">
                  <c:v>44310</c:v>
                </c:pt>
                <c:pt idx="5593">
                  <c:v>44311</c:v>
                </c:pt>
                <c:pt idx="5594">
                  <c:v>44312</c:v>
                </c:pt>
                <c:pt idx="5595">
                  <c:v>44313</c:v>
                </c:pt>
                <c:pt idx="5596">
                  <c:v>44314</c:v>
                </c:pt>
                <c:pt idx="5597">
                  <c:v>44315</c:v>
                </c:pt>
                <c:pt idx="5598">
                  <c:v>44316</c:v>
                </c:pt>
                <c:pt idx="5599">
                  <c:v>44317</c:v>
                </c:pt>
                <c:pt idx="5600">
                  <c:v>44318</c:v>
                </c:pt>
                <c:pt idx="5601">
                  <c:v>44319</c:v>
                </c:pt>
                <c:pt idx="5602">
                  <c:v>44320</c:v>
                </c:pt>
                <c:pt idx="5603">
                  <c:v>44321</c:v>
                </c:pt>
                <c:pt idx="5604">
                  <c:v>44322</c:v>
                </c:pt>
                <c:pt idx="5605">
                  <c:v>44323</c:v>
                </c:pt>
                <c:pt idx="5606">
                  <c:v>44324</c:v>
                </c:pt>
                <c:pt idx="5607">
                  <c:v>44325</c:v>
                </c:pt>
                <c:pt idx="5608">
                  <c:v>44326</c:v>
                </c:pt>
                <c:pt idx="5609">
                  <c:v>44327</c:v>
                </c:pt>
                <c:pt idx="5610">
                  <c:v>44328</c:v>
                </c:pt>
                <c:pt idx="5611">
                  <c:v>44329</c:v>
                </c:pt>
                <c:pt idx="5612">
                  <c:v>44330</c:v>
                </c:pt>
                <c:pt idx="5613">
                  <c:v>44331</c:v>
                </c:pt>
                <c:pt idx="5614">
                  <c:v>44332</c:v>
                </c:pt>
                <c:pt idx="5615">
                  <c:v>44333</c:v>
                </c:pt>
                <c:pt idx="5616">
                  <c:v>44334</c:v>
                </c:pt>
                <c:pt idx="5617">
                  <c:v>44335</c:v>
                </c:pt>
                <c:pt idx="5618">
                  <c:v>44336</c:v>
                </c:pt>
                <c:pt idx="5619">
                  <c:v>44337</c:v>
                </c:pt>
                <c:pt idx="5620">
                  <c:v>44338</c:v>
                </c:pt>
                <c:pt idx="5621">
                  <c:v>44339</c:v>
                </c:pt>
                <c:pt idx="5622">
                  <c:v>44340</c:v>
                </c:pt>
                <c:pt idx="5623">
                  <c:v>44341</c:v>
                </c:pt>
                <c:pt idx="5624">
                  <c:v>44342</c:v>
                </c:pt>
                <c:pt idx="5625">
                  <c:v>44343</c:v>
                </c:pt>
                <c:pt idx="5626">
                  <c:v>44344</c:v>
                </c:pt>
                <c:pt idx="5627">
                  <c:v>44345</c:v>
                </c:pt>
                <c:pt idx="5628">
                  <c:v>44346</c:v>
                </c:pt>
                <c:pt idx="5629">
                  <c:v>44347</c:v>
                </c:pt>
                <c:pt idx="5630">
                  <c:v>44348</c:v>
                </c:pt>
                <c:pt idx="5631">
                  <c:v>44349</c:v>
                </c:pt>
                <c:pt idx="5632">
                  <c:v>44350</c:v>
                </c:pt>
                <c:pt idx="5633">
                  <c:v>44351</c:v>
                </c:pt>
                <c:pt idx="5634">
                  <c:v>44352</c:v>
                </c:pt>
                <c:pt idx="5635">
                  <c:v>44353</c:v>
                </c:pt>
                <c:pt idx="5636">
                  <c:v>44354</c:v>
                </c:pt>
                <c:pt idx="5637">
                  <c:v>44355</c:v>
                </c:pt>
                <c:pt idx="5638">
                  <c:v>44356</c:v>
                </c:pt>
                <c:pt idx="5639">
                  <c:v>44357</c:v>
                </c:pt>
                <c:pt idx="5640">
                  <c:v>44358</c:v>
                </c:pt>
                <c:pt idx="5641">
                  <c:v>44359</c:v>
                </c:pt>
                <c:pt idx="5642">
                  <c:v>44360</c:v>
                </c:pt>
                <c:pt idx="5643">
                  <c:v>44361</c:v>
                </c:pt>
                <c:pt idx="5644">
                  <c:v>44362</c:v>
                </c:pt>
                <c:pt idx="5645">
                  <c:v>44363</c:v>
                </c:pt>
                <c:pt idx="5646">
                  <c:v>44364</c:v>
                </c:pt>
                <c:pt idx="5647">
                  <c:v>44365</c:v>
                </c:pt>
                <c:pt idx="5648">
                  <c:v>44366</c:v>
                </c:pt>
                <c:pt idx="5649">
                  <c:v>44367</c:v>
                </c:pt>
                <c:pt idx="5650">
                  <c:v>44368</c:v>
                </c:pt>
                <c:pt idx="5651">
                  <c:v>44369</c:v>
                </c:pt>
                <c:pt idx="5652">
                  <c:v>44370</c:v>
                </c:pt>
                <c:pt idx="5653">
                  <c:v>44371</c:v>
                </c:pt>
                <c:pt idx="5654">
                  <c:v>44372</c:v>
                </c:pt>
                <c:pt idx="5655">
                  <c:v>44373</c:v>
                </c:pt>
                <c:pt idx="5656">
                  <c:v>44374</c:v>
                </c:pt>
                <c:pt idx="5657">
                  <c:v>44375</c:v>
                </c:pt>
                <c:pt idx="5658">
                  <c:v>44376</c:v>
                </c:pt>
                <c:pt idx="5659">
                  <c:v>44377</c:v>
                </c:pt>
                <c:pt idx="5660">
                  <c:v>44378</c:v>
                </c:pt>
                <c:pt idx="5661">
                  <c:v>44379</c:v>
                </c:pt>
                <c:pt idx="5662">
                  <c:v>44380</c:v>
                </c:pt>
                <c:pt idx="5663">
                  <c:v>44381</c:v>
                </c:pt>
                <c:pt idx="5664">
                  <c:v>44382</c:v>
                </c:pt>
                <c:pt idx="5665">
                  <c:v>44383</c:v>
                </c:pt>
                <c:pt idx="5666">
                  <c:v>44384</c:v>
                </c:pt>
                <c:pt idx="5667">
                  <c:v>44385</c:v>
                </c:pt>
                <c:pt idx="5668">
                  <c:v>44386</c:v>
                </c:pt>
                <c:pt idx="5669">
                  <c:v>44387</c:v>
                </c:pt>
                <c:pt idx="5670">
                  <c:v>44388</c:v>
                </c:pt>
                <c:pt idx="5671">
                  <c:v>44389</c:v>
                </c:pt>
                <c:pt idx="5672">
                  <c:v>44390</c:v>
                </c:pt>
                <c:pt idx="5673">
                  <c:v>44391</c:v>
                </c:pt>
                <c:pt idx="5674">
                  <c:v>44392</c:v>
                </c:pt>
                <c:pt idx="5675">
                  <c:v>44393</c:v>
                </c:pt>
                <c:pt idx="5676">
                  <c:v>44394</c:v>
                </c:pt>
                <c:pt idx="5677">
                  <c:v>44395</c:v>
                </c:pt>
                <c:pt idx="5678">
                  <c:v>44396</c:v>
                </c:pt>
                <c:pt idx="5679">
                  <c:v>44397</c:v>
                </c:pt>
                <c:pt idx="5680">
                  <c:v>44398</c:v>
                </c:pt>
                <c:pt idx="5681">
                  <c:v>44399</c:v>
                </c:pt>
                <c:pt idx="5682">
                  <c:v>44400</c:v>
                </c:pt>
                <c:pt idx="5683">
                  <c:v>44401</c:v>
                </c:pt>
                <c:pt idx="5684">
                  <c:v>44402</c:v>
                </c:pt>
                <c:pt idx="5685">
                  <c:v>44403</c:v>
                </c:pt>
                <c:pt idx="5686">
                  <c:v>44404</c:v>
                </c:pt>
                <c:pt idx="5687">
                  <c:v>44405</c:v>
                </c:pt>
                <c:pt idx="5688">
                  <c:v>44406</c:v>
                </c:pt>
                <c:pt idx="5689">
                  <c:v>44407</c:v>
                </c:pt>
                <c:pt idx="5690">
                  <c:v>44408</c:v>
                </c:pt>
                <c:pt idx="5691">
                  <c:v>44409</c:v>
                </c:pt>
                <c:pt idx="5692">
                  <c:v>44410</c:v>
                </c:pt>
                <c:pt idx="5693">
                  <c:v>44411</c:v>
                </c:pt>
                <c:pt idx="5694">
                  <c:v>44412</c:v>
                </c:pt>
                <c:pt idx="5695">
                  <c:v>44413</c:v>
                </c:pt>
                <c:pt idx="5696">
                  <c:v>44414</c:v>
                </c:pt>
                <c:pt idx="5697">
                  <c:v>44415</c:v>
                </c:pt>
                <c:pt idx="5698">
                  <c:v>44416</c:v>
                </c:pt>
                <c:pt idx="5699">
                  <c:v>44417</c:v>
                </c:pt>
                <c:pt idx="5700">
                  <c:v>44418</c:v>
                </c:pt>
                <c:pt idx="5701">
                  <c:v>44419</c:v>
                </c:pt>
                <c:pt idx="5702">
                  <c:v>44420</c:v>
                </c:pt>
                <c:pt idx="5703">
                  <c:v>44421</c:v>
                </c:pt>
                <c:pt idx="5704">
                  <c:v>44422</c:v>
                </c:pt>
                <c:pt idx="5705">
                  <c:v>44423</c:v>
                </c:pt>
                <c:pt idx="5706">
                  <c:v>44424</c:v>
                </c:pt>
                <c:pt idx="5707">
                  <c:v>44425</c:v>
                </c:pt>
                <c:pt idx="5708">
                  <c:v>44426</c:v>
                </c:pt>
                <c:pt idx="5709">
                  <c:v>44427</c:v>
                </c:pt>
                <c:pt idx="5710">
                  <c:v>44428</c:v>
                </c:pt>
                <c:pt idx="5711">
                  <c:v>44429</c:v>
                </c:pt>
                <c:pt idx="5712">
                  <c:v>44430</c:v>
                </c:pt>
                <c:pt idx="5713">
                  <c:v>44431</c:v>
                </c:pt>
                <c:pt idx="5714">
                  <c:v>44432</c:v>
                </c:pt>
                <c:pt idx="5715">
                  <c:v>44433</c:v>
                </c:pt>
                <c:pt idx="5716">
                  <c:v>44434</c:v>
                </c:pt>
                <c:pt idx="5717">
                  <c:v>44435</c:v>
                </c:pt>
                <c:pt idx="5718">
                  <c:v>44436</c:v>
                </c:pt>
                <c:pt idx="5719">
                  <c:v>44437</c:v>
                </c:pt>
                <c:pt idx="5720">
                  <c:v>44438</c:v>
                </c:pt>
                <c:pt idx="5721">
                  <c:v>44439</c:v>
                </c:pt>
                <c:pt idx="5722">
                  <c:v>44440</c:v>
                </c:pt>
                <c:pt idx="5723">
                  <c:v>44441</c:v>
                </c:pt>
                <c:pt idx="5724">
                  <c:v>44442</c:v>
                </c:pt>
                <c:pt idx="5725">
                  <c:v>44443</c:v>
                </c:pt>
                <c:pt idx="5726">
                  <c:v>44444</c:v>
                </c:pt>
                <c:pt idx="5727">
                  <c:v>44445</c:v>
                </c:pt>
                <c:pt idx="5728">
                  <c:v>44446</c:v>
                </c:pt>
                <c:pt idx="5729">
                  <c:v>44447</c:v>
                </c:pt>
                <c:pt idx="5730">
                  <c:v>44448</c:v>
                </c:pt>
                <c:pt idx="5731">
                  <c:v>44449</c:v>
                </c:pt>
                <c:pt idx="5732">
                  <c:v>44450</c:v>
                </c:pt>
                <c:pt idx="5733">
                  <c:v>44451</c:v>
                </c:pt>
                <c:pt idx="5734">
                  <c:v>44452</c:v>
                </c:pt>
                <c:pt idx="5735">
                  <c:v>44453</c:v>
                </c:pt>
                <c:pt idx="5736">
                  <c:v>44454</c:v>
                </c:pt>
                <c:pt idx="5737">
                  <c:v>44455</c:v>
                </c:pt>
                <c:pt idx="5738">
                  <c:v>44456</c:v>
                </c:pt>
                <c:pt idx="5739">
                  <c:v>44457</c:v>
                </c:pt>
                <c:pt idx="5740">
                  <c:v>44458</c:v>
                </c:pt>
                <c:pt idx="5741">
                  <c:v>44459</c:v>
                </c:pt>
                <c:pt idx="5742">
                  <c:v>44460</c:v>
                </c:pt>
                <c:pt idx="5743">
                  <c:v>44461</c:v>
                </c:pt>
                <c:pt idx="5744">
                  <c:v>44462</c:v>
                </c:pt>
                <c:pt idx="5745">
                  <c:v>44463</c:v>
                </c:pt>
                <c:pt idx="5746">
                  <c:v>44464</c:v>
                </c:pt>
                <c:pt idx="5747">
                  <c:v>44465</c:v>
                </c:pt>
                <c:pt idx="5748">
                  <c:v>44466</c:v>
                </c:pt>
                <c:pt idx="5749">
                  <c:v>44467</c:v>
                </c:pt>
                <c:pt idx="5750">
                  <c:v>44468</c:v>
                </c:pt>
                <c:pt idx="5751">
                  <c:v>44469</c:v>
                </c:pt>
                <c:pt idx="5752">
                  <c:v>44470</c:v>
                </c:pt>
                <c:pt idx="5753">
                  <c:v>44471</c:v>
                </c:pt>
                <c:pt idx="5754">
                  <c:v>44472</c:v>
                </c:pt>
                <c:pt idx="5755">
                  <c:v>44473</c:v>
                </c:pt>
                <c:pt idx="5756">
                  <c:v>44474</c:v>
                </c:pt>
                <c:pt idx="5757">
                  <c:v>44475</c:v>
                </c:pt>
                <c:pt idx="5758">
                  <c:v>44476</c:v>
                </c:pt>
                <c:pt idx="5759">
                  <c:v>44477</c:v>
                </c:pt>
                <c:pt idx="5760">
                  <c:v>44478</c:v>
                </c:pt>
                <c:pt idx="5761">
                  <c:v>44479</c:v>
                </c:pt>
                <c:pt idx="5762">
                  <c:v>44480</c:v>
                </c:pt>
                <c:pt idx="5763">
                  <c:v>44481</c:v>
                </c:pt>
                <c:pt idx="5764">
                  <c:v>44482</c:v>
                </c:pt>
                <c:pt idx="5765">
                  <c:v>44483</c:v>
                </c:pt>
                <c:pt idx="5766">
                  <c:v>44484</c:v>
                </c:pt>
                <c:pt idx="5767">
                  <c:v>44485</c:v>
                </c:pt>
                <c:pt idx="5768">
                  <c:v>44486</c:v>
                </c:pt>
                <c:pt idx="5769">
                  <c:v>44487</c:v>
                </c:pt>
                <c:pt idx="5770">
                  <c:v>44488</c:v>
                </c:pt>
                <c:pt idx="5771">
                  <c:v>44489</c:v>
                </c:pt>
                <c:pt idx="5772">
                  <c:v>44490</c:v>
                </c:pt>
                <c:pt idx="5773">
                  <c:v>44491</c:v>
                </c:pt>
                <c:pt idx="5774">
                  <c:v>44492</c:v>
                </c:pt>
                <c:pt idx="5775">
                  <c:v>44493</c:v>
                </c:pt>
                <c:pt idx="5776">
                  <c:v>44494</c:v>
                </c:pt>
                <c:pt idx="5777">
                  <c:v>44495</c:v>
                </c:pt>
                <c:pt idx="5778">
                  <c:v>44496</c:v>
                </c:pt>
                <c:pt idx="5779">
                  <c:v>44497</c:v>
                </c:pt>
                <c:pt idx="5780">
                  <c:v>44498</c:v>
                </c:pt>
                <c:pt idx="5781">
                  <c:v>44499</c:v>
                </c:pt>
                <c:pt idx="5782">
                  <c:v>44500</c:v>
                </c:pt>
                <c:pt idx="5783">
                  <c:v>44501</c:v>
                </c:pt>
                <c:pt idx="5784">
                  <c:v>44502</c:v>
                </c:pt>
                <c:pt idx="5785">
                  <c:v>44503</c:v>
                </c:pt>
                <c:pt idx="5786">
                  <c:v>44504</c:v>
                </c:pt>
                <c:pt idx="5787">
                  <c:v>44505</c:v>
                </c:pt>
                <c:pt idx="5788">
                  <c:v>44506</c:v>
                </c:pt>
                <c:pt idx="5789">
                  <c:v>44507</c:v>
                </c:pt>
                <c:pt idx="5790">
                  <c:v>44508</c:v>
                </c:pt>
                <c:pt idx="5791">
                  <c:v>44509</c:v>
                </c:pt>
                <c:pt idx="5792">
                  <c:v>44510</c:v>
                </c:pt>
                <c:pt idx="5793">
                  <c:v>44511</c:v>
                </c:pt>
                <c:pt idx="5794">
                  <c:v>44512</c:v>
                </c:pt>
                <c:pt idx="5795">
                  <c:v>44513</c:v>
                </c:pt>
                <c:pt idx="5796">
                  <c:v>44514</c:v>
                </c:pt>
                <c:pt idx="5797">
                  <c:v>44515</c:v>
                </c:pt>
                <c:pt idx="5798">
                  <c:v>44516</c:v>
                </c:pt>
                <c:pt idx="5799">
                  <c:v>44517</c:v>
                </c:pt>
                <c:pt idx="5800">
                  <c:v>44518</c:v>
                </c:pt>
                <c:pt idx="5801">
                  <c:v>44519</c:v>
                </c:pt>
                <c:pt idx="5802">
                  <c:v>44520</c:v>
                </c:pt>
                <c:pt idx="5803">
                  <c:v>44521</c:v>
                </c:pt>
                <c:pt idx="5804">
                  <c:v>44522</c:v>
                </c:pt>
                <c:pt idx="5805">
                  <c:v>44523</c:v>
                </c:pt>
                <c:pt idx="5806">
                  <c:v>44524</c:v>
                </c:pt>
                <c:pt idx="5807">
                  <c:v>44525</c:v>
                </c:pt>
                <c:pt idx="5808">
                  <c:v>44526</c:v>
                </c:pt>
                <c:pt idx="5809">
                  <c:v>44527</c:v>
                </c:pt>
                <c:pt idx="5810">
                  <c:v>44528</c:v>
                </c:pt>
                <c:pt idx="5811">
                  <c:v>44529</c:v>
                </c:pt>
                <c:pt idx="5812">
                  <c:v>44530</c:v>
                </c:pt>
                <c:pt idx="5813">
                  <c:v>44531</c:v>
                </c:pt>
                <c:pt idx="5814">
                  <c:v>44532</c:v>
                </c:pt>
                <c:pt idx="5815">
                  <c:v>44533</c:v>
                </c:pt>
                <c:pt idx="5816">
                  <c:v>44534</c:v>
                </c:pt>
                <c:pt idx="5817">
                  <c:v>44535</c:v>
                </c:pt>
                <c:pt idx="5818">
                  <c:v>44536</c:v>
                </c:pt>
                <c:pt idx="5819">
                  <c:v>44537</c:v>
                </c:pt>
                <c:pt idx="5820">
                  <c:v>44538</c:v>
                </c:pt>
                <c:pt idx="5821">
                  <c:v>44539</c:v>
                </c:pt>
                <c:pt idx="5822">
                  <c:v>44540</c:v>
                </c:pt>
                <c:pt idx="5823">
                  <c:v>44541</c:v>
                </c:pt>
                <c:pt idx="5824">
                  <c:v>44542</c:v>
                </c:pt>
                <c:pt idx="5825">
                  <c:v>44543</c:v>
                </c:pt>
                <c:pt idx="5826">
                  <c:v>44544</c:v>
                </c:pt>
                <c:pt idx="5827">
                  <c:v>44545</c:v>
                </c:pt>
                <c:pt idx="5828">
                  <c:v>44546</c:v>
                </c:pt>
                <c:pt idx="5829">
                  <c:v>44547</c:v>
                </c:pt>
                <c:pt idx="5830">
                  <c:v>44548</c:v>
                </c:pt>
                <c:pt idx="5831">
                  <c:v>44549</c:v>
                </c:pt>
                <c:pt idx="5832">
                  <c:v>44550</c:v>
                </c:pt>
                <c:pt idx="5833">
                  <c:v>44551</c:v>
                </c:pt>
                <c:pt idx="5834">
                  <c:v>44552</c:v>
                </c:pt>
                <c:pt idx="5835">
                  <c:v>44553</c:v>
                </c:pt>
                <c:pt idx="5836">
                  <c:v>44554</c:v>
                </c:pt>
                <c:pt idx="5837">
                  <c:v>44555</c:v>
                </c:pt>
                <c:pt idx="5838">
                  <c:v>44556</c:v>
                </c:pt>
                <c:pt idx="5839">
                  <c:v>44557</c:v>
                </c:pt>
                <c:pt idx="5840">
                  <c:v>44558</c:v>
                </c:pt>
                <c:pt idx="5841">
                  <c:v>44559</c:v>
                </c:pt>
                <c:pt idx="5842">
                  <c:v>44560</c:v>
                </c:pt>
                <c:pt idx="5843">
                  <c:v>44561</c:v>
                </c:pt>
                <c:pt idx="5844">
                  <c:v>44562</c:v>
                </c:pt>
                <c:pt idx="5845">
                  <c:v>44563</c:v>
                </c:pt>
                <c:pt idx="5846">
                  <c:v>44564</c:v>
                </c:pt>
                <c:pt idx="5847">
                  <c:v>44565</c:v>
                </c:pt>
                <c:pt idx="5848">
                  <c:v>44566</c:v>
                </c:pt>
                <c:pt idx="5849">
                  <c:v>44567</c:v>
                </c:pt>
                <c:pt idx="5850">
                  <c:v>44568</c:v>
                </c:pt>
                <c:pt idx="5851">
                  <c:v>44569</c:v>
                </c:pt>
                <c:pt idx="5852">
                  <c:v>44570</c:v>
                </c:pt>
                <c:pt idx="5853">
                  <c:v>44571</c:v>
                </c:pt>
                <c:pt idx="5854">
                  <c:v>44572</c:v>
                </c:pt>
                <c:pt idx="5855">
                  <c:v>44573</c:v>
                </c:pt>
                <c:pt idx="5856">
                  <c:v>44574</c:v>
                </c:pt>
                <c:pt idx="5857">
                  <c:v>44575</c:v>
                </c:pt>
                <c:pt idx="5858">
                  <c:v>44576</c:v>
                </c:pt>
                <c:pt idx="5859">
                  <c:v>44577</c:v>
                </c:pt>
                <c:pt idx="5860">
                  <c:v>44578</c:v>
                </c:pt>
                <c:pt idx="5861">
                  <c:v>44579</c:v>
                </c:pt>
                <c:pt idx="5862">
                  <c:v>44580</c:v>
                </c:pt>
                <c:pt idx="5863">
                  <c:v>44581</c:v>
                </c:pt>
                <c:pt idx="5864">
                  <c:v>44582</c:v>
                </c:pt>
                <c:pt idx="5865">
                  <c:v>44583</c:v>
                </c:pt>
                <c:pt idx="5866">
                  <c:v>44584</c:v>
                </c:pt>
                <c:pt idx="5867">
                  <c:v>44585</c:v>
                </c:pt>
                <c:pt idx="5868">
                  <c:v>44586</c:v>
                </c:pt>
                <c:pt idx="5869">
                  <c:v>44587</c:v>
                </c:pt>
                <c:pt idx="5870">
                  <c:v>44588</c:v>
                </c:pt>
                <c:pt idx="5871">
                  <c:v>44589</c:v>
                </c:pt>
                <c:pt idx="5872">
                  <c:v>44590</c:v>
                </c:pt>
                <c:pt idx="5873">
                  <c:v>44591</c:v>
                </c:pt>
                <c:pt idx="5874">
                  <c:v>44592</c:v>
                </c:pt>
                <c:pt idx="5875">
                  <c:v>44593</c:v>
                </c:pt>
                <c:pt idx="5876">
                  <c:v>44594</c:v>
                </c:pt>
                <c:pt idx="5877">
                  <c:v>44595</c:v>
                </c:pt>
                <c:pt idx="5878">
                  <c:v>44596</c:v>
                </c:pt>
                <c:pt idx="5879">
                  <c:v>44597</c:v>
                </c:pt>
                <c:pt idx="5880">
                  <c:v>44598</c:v>
                </c:pt>
                <c:pt idx="5881">
                  <c:v>44599</c:v>
                </c:pt>
                <c:pt idx="5882">
                  <c:v>44600</c:v>
                </c:pt>
                <c:pt idx="5883">
                  <c:v>44601</c:v>
                </c:pt>
                <c:pt idx="5884">
                  <c:v>44602</c:v>
                </c:pt>
                <c:pt idx="5885">
                  <c:v>44603</c:v>
                </c:pt>
                <c:pt idx="5886">
                  <c:v>44604</c:v>
                </c:pt>
                <c:pt idx="5887">
                  <c:v>44605</c:v>
                </c:pt>
                <c:pt idx="5888">
                  <c:v>44606</c:v>
                </c:pt>
                <c:pt idx="5889">
                  <c:v>44607</c:v>
                </c:pt>
                <c:pt idx="5890">
                  <c:v>44608</c:v>
                </c:pt>
                <c:pt idx="5891">
                  <c:v>44609</c:v>
                </c:pt>
                <c:pt idx="5892">
                  <c:v>44610</c:v>
                </c:pt>
                <c:pt idx="5893">
                  <c:v>44611</c:v>
                </c:pt>
                <c:pt idx="5894">
                  <c:v>44612</c:v>
                </c:pt>
                <c:pt idx="5895">
                  <c:v>44613</c:v>
                </c:pt>
                <c:pt idx="5896">
                  <c:v>44614</c:v>
                </c:pt>
                <c:pt idx="5897">
                  <c:v>44615</c:v>
                </c:pt>
                <c:pt idx="5898">
                  <c:v>44616</c:v>
                </c:pt>
                <c:pt idx="5899">
                  <c:v>44617</c:v>
                </c:pt>
                <c:pt idx="5900">
                  <c:v>44618</c:v>
                </c:pt>
                <c:pt idx="5901">
                  <c:v>44619</c:v>
                </c:pt>
                <c:pt idx="5902">
                  <c:v>44620</c:v>
                </c:pt>
                <c:pt idx="5903">
                  <c:v>44621</c:v>
                </c:pt>
                <c:pt idx="5904">
                  <c:v>44622</c:v>
                </c:pt>
                <c:pt idx="5905">
                  <c:v>44623</c:v>
                </c:pt>
                <c:pt idx="5906">
                  <c:v>44624</c:v>
                </c:pt>
                <c:pt idx="5907">
                  <c:v>44625</c:v>
                </c:pt>
                <c:pt idx="5908">
                  <c:v>44626</c:v>
                </c:pt>
                <c:pt idx="5909">
                  <c:v>44627</c:v>
                </c:pt>
                <c:pt idx="5910">
                  <c:v>44628</c:v>
                </c:pt>
                <c:pt idx="5911">
                  <c:v>44629</c:v>
                </c:pt>
                <c:pt idx="5912">
                  <c:v>44630</c:v>
                </c:pt>
                <c:pt idx="5913">
                  <c:v>44631</c:v>
                </c:pt>
                <c:pt idx="5914">
                  <c:v>44632</c:v>
                </c:pt>
                <c:pt idx="5915">
                  <c:v>44633</c:v>
                </c:pt>
                <c:pt idx="5916">
                  <c:v>44634</c:v>
                </c:pt>
                <c:pt idx="5917">
                  <c:v>44635</c:v>
                </c:pt>
                <c:pt idx="5918">
                  <c:v>44636</c:v>
                </c:pt>
                <c:pt idx="5919">
                  <c:v>44637</c:v>
                </c:pt>
                <c:pt idx="5920">
                  <c:v>44638</c:v>
                </c:pt>
                <c:pt idx="5921">
                  <c:v>44639</c:v>
                </c:pt>
                <c:pt idx="5922">
                  <c:v>44640</c:v>
                </c:pt>
                <c:pt idx="5923">
                  <c:v>44641</c:v>
                </c:pt>
                <c:pt idx="5924">
                  <c:v>44642</c:v>
                </c:pt>
                <c:pt idx="5925">
                  <c:v>44643</c:v>
                </c:pt>
                <c:pt idx="5926">
                  <c:v>44644</c:v>
                </c:pt>
                <c:pt idx="5927">
                  <c:v>44645</c:v>
                </c:pt>
                <c:pt idx="5928">
                  <c:v>44646</c:v>
                </c:pt>
                <c:pt idx="5929">
                  <c:v>44647</c:v>
                </c:pt>
                <c:pt idx="5930">
                  <c:v>44648</c:v>
                </c:pt>
                <c:pt idx="5931">
                  <c:v>44649</c:v>
                </c:pt>
                <c:pt idx="5932">
                  <c:v>44650</c:v>
                </c:pt>
                <c:pt idx="5933">
                  <c:v>44651</c:v>
                </c:pt>
                <c:pt idx="5934">
                  <c:v>44652</c:v>
                </c:pt>
                <c:pt idx="5935">
                  <c:v>44653</c:v>
                </c:pt>
                <c:pt idx="5936">
                  <c:v>44654</c:v>
                </c:pt>
                <c:pt idx="5937">
                  <c:v>44655</c:v>
                </c:pt>
                <c:pt idx="5938">
                  <c:v>44656</c:v>
                </c:pt>
                <c:pt idx="5939">
                  <c:v>44657</c:v>
                </c:pt>
                <c:pt idx="5940">
                  <c:v>44658</c:v>
                </c:pt>
                <c:pt idx="5941">
                  <c:v>44659</c:v>
                </c:pt>
                <c:pt idx="5942">
                  <c:v>44660</c:v>
                </c:pt>
                <c:pt idx="5943">
                  <c:v>44661</c:v>
                </c:pt>
                <c:pt idx="5944">
                  <c:v>44662</c:v>
                </c:pt>
                <c:pt idx="5945">
                  <c:v>44663</c:v>
                </c:pt>
                <c:pt idx="5946">
                  <c:v>44664</c:v>
                </c:pt>
                <c:pt idx="5947">
                  <c:v>44665</c:v>
                </c:pt>
                <c:pt idx="5948">
                  <c:v>44666</c:v>
                </c:pt>
                <c:pt idx="5949">
                  <c:v>44667</c:v>
                </c:pt>
                <c:pt idx="5950">
                  <c:v>44668</c:v>
                </c:pt>
                <c:pt idx="5951">
                  <c:v>44669</c:v>
                </c:pt>
                <c:pt idx="5952">
                  <c:v>44670</c:v>
                </c:pt>
                <c:pt idx="5953">
                  <c:v>44671</c:v>
                </c:pt>
                <c:pt idx="5954">
                  <c:v>44672</c:v>
                </c:pt>
                <c:pt idx="5955">
                  <c:v>44673</c:v>
                </c:pt>
                <c:pt idx="5956">
                  <c:v>44674</c:v>
                </c:pt>
                <c:pt idx="5957">
                  <c:v>44675</c:v>
                </c:pt>
                <c:pt idx="5958">
                  <c:v>44676</c:v>
                </c:pt>
                <c:pt idx="5959">
                  <c:v>44677</c:v>
                </c:pt>
                <c:pt idx="5960">
                  <c:v>44678</c:v>
                </c:pt>
                <c:pt idx="5961">
                  <c:v>44679</c:v>
                </c:pt>
                <c:pt idx="5962">
                  <c:v>44680</c:v>
                </c:pt>
                <c:pt idx="5963">
                  <c:v>44681</c:v>
                </c:pt>
                <c:pt idx="5964">
                  <c:v>44682</c:v>
                </c:pt>
                <c:pt idx="5965">
                  <c:v>44683</c:v>
                </c:pt>
                <c:pt idx="5966">
                  <c:v>44684</c:v>
                </c:pt>
                <c:pt idx="5967">
                  <c:v>44685</c:v>
                </c:pt>
                <c:pt idx="5968">
                  <c:v>44686</c:v>
                </c:pt>
                <c:pt idx="5969">
                  <c:v>44687</c:v>
                </c:pt>
                <c:pt idx="5970">
                  <c:v>44688</c:v>
                </c:pt>
                <c:pt idx="5971">
                  <c:v>44689</c:v>
                </c:pt>
                <c:pt idx="5972">
                  <c:v>44690</c:v>
                </c:pt>
                <c:pt idx="5973">
                  <c:v>44691</c:v>
                </c:pt>
                <c:pt idx="5974">
                  <c:v>44692</c:v>
                </c:pt>
                <c:pt idx="5975">
                  <c:v>44693</c:v>
                </c:pt>
                <c:pt idx="5976">
                  <c:v>44694</c:v>
                </c:pt>
                <c:pt idx="5977">
                  <c:v>44695</c:v>
                </c:pt>
                <c:pt idx="5978">
                  <c:v>44696</c:v>
                </c:pt>
                <c:pt idx="5979">
                  <c:v>44697</c:v>
                </c:pt>
                <c:pt idx="5980">
                  <c:v>44698</c:v>
                </c:pt>
                <c:pt idx="5981">
                  <c:v>44699</c:v>
                </c:pt>
                <c:pt idx="5982">
                  <c:v>44700</c:v>
                </c:pt>
                <c:pt idx="5983">
                  <c:v>44701</c:v>
                </c:pt>
                <c:pt idx="5984">
                  <c:v>44702</c:v>
                </c:pt>
                <c:pt idx="5985">
                  <c:v>44703</c:v>
                </c:pt>
                <c:pt idx="5986">
                  <c:v>44704</c:v>
                </c:pt>
                <c:pt idx="5987">
                  <c:v>44705</c:v>
                </c:pt>
                <c:pt idx="5988">
                  <c:v>44706</c:v>
                </c:pt>
                <c:pt idx="5989">
                  <c:v>44707</c:v>
                </c:pt>
                <c:pt idx="5990">
                  <c:v>44708</c:v>
                </c:pt>
                <c:pt idx="5991">
                  <c:v>44709</c:v>
                </c:pt>
                <c:pt idx="5992">
                  <c:v>44710</c:v>
                </c:pt>
                <c:pt idx="5993">
                  <c:v>44711</c:v>
                </c:pt>
                <c:pt idx="5994">
                  <c:v>44712</c:v>
                </c:pt>
                <c:pt idx="5995">
                  <c:v>44713</c:v>
                </c:pt>
                <c:pt idx="5996">
                  <c:v>44714</c:v>
                </c:pt>
                <c:pt idx="5997">
                  <c:v>44715</c:v>
                </c:pt>
                <c:pt idx="5998">
                  <c:v>44716</c:v>
                </c:pt>
                <c:pt idx="5999">
                  <c:v>44717</c:v>
                </c:pt>
                <c:pt idx="6000">
                  <c:v>44718</c:v>
                </c:pt>
                <c:pt idx="6001">
                  <c:v>44719</c:v>
                </c:pt>
                <c:pt idx="6002">
                  <c:v>44720</c:v>
                </c:pt>
                <c:pt idx="6003">
                  <c:v>44721</c:v>
                </c:pt>
                <c:pt idx="6004">
                  <c:v>44722</c:v>
                </c:pt>
                <c:pt idx="6005">
                  <c:v>44723</c:v>
                </c:pt>
                <c:pt idx="6006">
                  <c:v>44724</c:v>
                </c:pt>
                <c:pt idx="6007">
                  <c:v>44725</c:v>
                </c:pt>
                <c:pt idx="6008">
                  <c:v>44726</c:v>
                </c:pt>
                <c:pt idx="6009">
                  <c:v>44727</c:v>
                </c:pt>
                <c:pt idx="6010">
                  <c:v>44728</c:v>
                </c:pt>
                <c:pt idx="6011">
                  <c:v>44729</c:v>
                </c:pt>
                <c:pt idx="6012">
                  <c:v>44730</c:v>
                </c:pt>
                <c:pt idx="6013">
                  <c:v>44731</c:v>
                </c:pt>
                <c:pt idx="6014">
                  <c:v>44732</c:v>
                </c:pt>
                <c:pt idx="6015">
                  <c:v>44733</c:v>
                </c:pt>
                <c:pt idx="6016">
                  <c:v>44734</c:v>
                </c:pt>
                <c:pt idx="6017">
                  <c:v>44735</c:v>
                </c:pt>
                <c:pt idx="6018">
                  <c:v>44736</c:v>
                </c:pt>
                <c:pt idx="6019">
                  <c:v>44737</c:v>
                </c:pt>
                <c:pt idx="6020">
                  <c:v>44738</c:v>
                </c:pt>
                <c:pt idx="6021">
                  <c:v>44739</c:v>
                </c:pt>
                <c:pt idx="6022">
                  <c:v>44740</c:v>
                </c:pt>
                <c:pt idx="6023">
                  <c:v>44741</c:v>
                </c:pt>
                <c:pt idx="6024">
                  <c:v>44742</c:v>
                </c:pt>
                <c:pt idx="6025">
                  <c:v>44743</c:v>
                </c:pt>
                <c:pt idx="6026">
                  <c:v>44744</c:v>
                </c:pt>
                <c:pt idx="6027">
                  <c:v>44745</c:v>
                </c:pt>
                <c:pt idx="6028">
                  <c:v>44746</c:v>
                </c:pt>
                <c:pt idx="6029">
                  <c:v>44747</c:v>
                </c:pt>
                <c:pt idx="6030">
                  <c:v>44748</c:v>
                </c:pt>
                <c:pt idx="6031">
                  <c:v>44749</c:v>
                </c:pt>
                <c:pt idx="6032">
                  <c:v>44750</c:v>
                </c:pt>
                <c:pt idx="6033">
                  <c:v>44751</c:v>
                </c:pt>
                <c:pt idx="6034">
                  <c:v>44752</c:v>
                </c:pt>
                <c:pt idx="6035">
                  <c:v>44753</c:v>
                </c:pt>
                <c:pt idx="6036">
                  <c:v>44754</c:v>
                </c:pt>
                <c:pt idx="6037">
                  <c:v>44755</c:v>
                </c:pt>
                <c:pt idx="6038">
                  <c:v>44756</c:v>
                </c:pt>
                <c:pt idx="6039">
                  <c:v>44757</c:v>
                </c:pt>
                <c:pt idx="6040">
                  <c:v>44758</c:v>
                </c:pt>
                <c:pt idx="6041">
                  <c:v>44759</c:v>
                </c:pt>
                <c:pt idx="6042">
                  <c:v>44760</c:v>
                </c:pt>
                <c:pt idx="6043">
                  <c:v>44761</c:v>
                </c:pt>
                <c:pt idx="6044">
                  <c:v>44762</c:v>
                </c:pt>
                <c:pt idx="6045">
                  <c:v>44763</c:v>
                </c:pt>
                <c:pt idx="6046">
                  <c:v>44764</c:v>
                </c:pt>
                <c:pt idx="6047">
                  <c:v>44765</c:v>
                </c:pt>
                <c:pt idx="6048">
                  <c:v>44766</c:v>
                </c:pt>
                <c:pt idx="6049">
                  <c:v>44767</c:v>
                </c:pt>
                <c:pt idx="6050">
                  <c:v>44768</c:v>
                </c:pt>
                <c:pt idx="6051">
                  <c:v>44769</c:v>
                </c:pt>
                <c:pt idx="6052">
                  <c:v>44770</c:v>
                </c:pt>
                <c:pt idx="6053">
                  <c:v>44771</c:v>
                </c:pt>
                <c:pt idx="6054">
                  <c:v>44772</c:v>
                </c:pt>
                <c:pt idx="6055">
                  <c:v>44773</c:v>
                </c:pt>
                <c:pt idx="6056">
                  <c:v>44774</c:v>
                </c:pt>
                <c:pt idx="6057">
                  <c:v>44775</c:v>
                </c:pt>
                <c:pt idx="6058">
                  <c:v>44776</c:v>
                </c:pt>
                <c:pt idx="6059">
                  <c:v>44777</c:v>
                </c:pt>
                <c:pt idx="6060">
                  <c:v>44778</c:v>
                </c:pt>
                <c:pt idx="6061">
                  <c:v>44779</c:v>
                </c:pt>
                <c:pt idx="6062">
                  <c:v>44780</c:v>
                </c:pt>
                <c:pt idx="6063">
                  <c:v>44781</c:v>
                </c:pt>
                <c:pt idx="6064">
                  <c:v>44782</c:v>
                </c:pt>
                <c:pt idx="6065">
                  <c:v>44783</c:v>
                </c:pt>
                <c:pt idx="6066">
                  <c:v>44784</c:v>
                </c:pt>
                <c:pt idx="6067">
                  <c:v>44785</c:v>
                </c:pt>
                <c:pt idx="6068">
                  <c:v>44786</c:v>
                </c:pt>
                <c:pt idx="6069">
                  <c:v>44787</c:v>
                </c:pt>
                <c:pt idx="6070">
                  <c:v>44788</c:v>
                </c:pt>
                <c:pt idx="6071">
                  <c:v>44789</c:v>
                </c:pt>
                <c:pt idx="6072">
                  <c:v>44790</c:v>
                </c:pt>
                <c:pt idx="6073">
                  <c:v>44791</c:v>
                </c:pt>
                <c:pt idx="6074">
                  <c:v>44792</c:v>
                </c:pt>
                <c:pt idx="6075">
                  <c:v>44793</c:v>
                </c:pt>
                <c:pt idx="6076">
                  <c:v>44794</c:v>
                </c:pt>
                <c:pt idx="6077">
                  <c:v>44795</c:v>
                </c:pt>
                <c:pt idx="6078">
                  <c:v>44796</c:v>
                </c:pt>
                <c:pt idx="6079">
                  <c:v>44797</c:v>
                </c:pt>
                <c:pt idx="6080">
                  <c:v>44798</c:v>
                </c:pt>
                <c:pt idx="6081">
                  <c:v>44799</c:v>
                </c:pt>
                <c:pt idx="6082">
                  <c:v>44800</c:v>
                </c:pt>
                <c:pt idx="6083">
                  <c:v>44801</c:v>
                </c:pt>
                <c:pt idx="6084">
                  <c:v>44802</c:v>
                </c:pt>
                <c:pt idx="6085">
                  <c:v>44803</c:v>
                </c:pt>
                <c:pt idx="6086">
                  <c:v>44804</c:v>
                </c:pt>
                <c:pt idx="6087">
                  <c:v>44805</c:v>
                </c:pt>
                <c:pt idx="6088">
                  <c:v>44806</c:v>
                </c:pt>
                <c:pt idx="6089">
                  <c:v>44807</c:v>
                </c:pt>
                <c:pt idx="6090">
                  <c:v>44808</c:v>
                </c:pt>
                <c:pt idx="6091">
                  <c:v>44809</c:v>
                </c:pt>
                <c:pt idx="6092">
                  <c:v>44810</c:v>
                </c:pt>
                <c:pt idx="6093">
                  <c:v>44811</c:v>
                </c:pt>
                <c:pt idx="6094">
                  <c:v>44812</c:v>
                </c:pt>
                <c:pt idx="6095">
                  <c:v>44813</c:v>
                </c:pt>
                <c:pt idx="6096">
                  <c:v>44814</c:v>
                </c:pt>
                <c:pt idx="6097">
                  <c:v>44815</c:v>
                </c:pt>
                <c:pt idx="6098">
                  <c:v>44816</c:v>
                </c:pt>
                <c:pt idx="6099">
                  <c:v>44817</c:v>
                </c:pt>
                <c:pt idx="6100">
                  <c:v>44818</c:v>
                </c:pt>
                <c:pt idx="6101">
                  <c:v>44819</c:v>
                </c:pt>
                <c:pt idx="6102">
                  <c:v>44820</c:v>
                </c:pt>
                <c:pt idx="6103">
                  <c:v>44821</c:v>
                </c:pt>
                <c:pt idx="6104">
                  <c:v>44822</c:v>
                </c:pt>
                <c:pt idx="6105">
                  <c:v>44823</c:v>
                </c:pt>
                <c:pt idx="6106">
                  <c:v>44824</c:v>
                </c:pt>
                <c:pt idx="6107">
                  <c:v>44825</c:v>
                </c:pt>
                <c:pt idx="6108">
                  <c:v>44826</c:v>
                </c:pt>
                <c:pt idx="6109">
                  <c:v>44827</c:v>
                </c:pt>
                <c:pt idx="6110">
                  <c:v>44828</c:v>
                </c:pt>
                <c:pt idx="6111">
                  <c:v>44829</c:v>
                </c:pt>
                <c:pt idx="6112">
                  <c:v>44830</c:v>
                </c:pt>
                <c:pt idx="6113">
                  <c:v>44831</c:v>
                </c:pt>
                <c:pt idx="6114">
                  <c:v>44832</c:v>
                </c:pt>
                <c:pt idx="6115">
                  <c:v>44833</c:v>
                </c:pt>
                <c:pt idx="6116">
                  <c:v>44834</c:v>
                </c:pt>
                <c:pt idx="6117">
                  <c:v>44835</c:v>
                </c:pt>
                <c:pt idx="6118">
                  <c:v>44836</c:v>
                </c:pt>
                <c:pt idx="6119">
                  <c:v>44837</c:v>
                </c:pt>
                <c:pt idx="6120">
                  <c:v>44838</c:v>
                </c:pt>
                <c:pt idx="6121">
                  <c:v>44839</c:v>
                </c:pt>
                <c:pt idx="6122">
                  <c:v>44840</c:v>
                </c:pt>
                <c:pt idx="6123">
                  <c:v>44841</c:v>
                </c:pt>
                <c:pt idx="6124">
                  <c:v>44842</c:v>
                </c:pt>
                <c:pt idx="6125">
                  <c:v>44843</c:v>
                </c:pt>
                <c:pt idx="6126">
                  <c:v>44844</c:v>
                </c:pt>
                <c:pt idx="6127">
                  <c:v>44845</c:v>
                </c:pt>
                <c:pt idx="6128">
                  <c:v>44846</c:v>
                </c:pt>
                <c:pt idx="6129">
                  <c:v>44847</c:v>
                </c:pt>
                <c:pt idx="6130">
                  <c:v>44848</c:v>
                </c:pt>
                <c:pt idx="6131">
                  <c:v>44849</c:v>
                </c:pt>
                <c:pt idx="6132">
                  <c:v>44850</c:v>
                </c:pt>
                <c:pt idx="6133">
                  <c:v>44851</c:v>
                </c:pt>
                <c:pt idx="6134">
                  <c:v>44852</c:v>
                </c:pt>
                <c:pt idx="6135">
                  <c:v>44853</c:v>
                </c:pt>
                <c:pt idx="6136">
                  <c:v>44854</c:v>
                </c:pt>
                <c:pt idx="6137">
                  <c:v>44855</c:v>
                </c:pt>
                <c:pt idx="6138">
                  <c:v>44856</c:v>
                </c:pt>
                <c:pt idx="6139">
                  <c:v>44857</c:v>
                </c:pt>
                <c:pt idx="6140">
                  <c:v>44858</c:v>
                </c:pt>
                <c:pt idx="6141">
                  <c:v>44859</c:v>
                </c:pt>
                <c:pt idx="6142">
                  <c:v>44860</c:v>
                </c:pt>
                <c:pt idx="6143">
                  <c:v>44861</c:v>
                </c:pt>
                <c:pt idx="6144">
                  <c:v>44862</c:v>
                </c:pt>
                <c:pt idx="6145">
                  <c:v>44863</c:v>
                </c:pt>
                <c:pt idx="6146">
                  <c:v>44864</c:v>
                </c:pt>
                <c:pt idx="6147">
                  <c:v>44865</c:v>
                </c:pt>
                <c:pt idx="6148">
                  <c:v>44866</c:v>
                </c:pt>
                <c:pt idx="6149">
                  <c:v>44867</c:v>
                </c:pt>
                <c:pt idx="6150">
                  <c:v>44868</c:v>
                </c:pt>
                <c:pt idx="6151">
                  <c:v>44869</c:v>
                </c:pt>
                <c:pt idx="6152">
                  <c:v>44870</c:v>
                </c:pt>
                <c:pt idx="6153">
                  <c:v>44871</c:v>
                </c:pt>
                <c:pt idx="6154">
                  <c:v>44872</c:v>
                </c:pt>
                <c:pt idx="6155">
                  <c:v>44873</c:v>
                </c:pt>
                <c:pt idx="6156">
                  <c:v>44874</c:v>
                </c:pt>
                <c:pt idx="6157">
                  <c:v>44875</c:v>
                </c:pt>
                <c:pt idx="6158">
                  <c:v>44876</c:v>
                </c:pt>
                <c:pt idx="6159">
                  <c:v>44877</c:v>
                </c:pt>
                <c:pt idx="6160">
                  <c:v>44878</c:v>
                </c:pt>
                <c:pt idx="6161">
                  <c:v>44879</c:v>
                </c:pt>
                <c:pt idx="6162">
                  <c:v>44880</c:v>
                </c:pt>
                <c:pt idx="6163">
                  <c:v>44881</c:v>
                </c:pt>
                <c:pt idx="6164">
                  <c:v>44882</c:v>
                </c:pt>
                <c:pt idx="6165">
                  <c:v>44883</c:v>
                </c:pt>
                <c:pt idx="6166">
                  <c:v>44884</c:v>
                </c:pt>
                <c:pt idx="6167">
                  <c:v>44885</c:v>
                </c:pt>
                <c:pt idx="6168">
                  <c:v>44886</c:v>
                </c:pt>
                <c:pt idx="6169">
                  <c:v>44887</c:v>
                </c:pt>
                <c:pt idx="6170">
                  <c:v>44888</c:v>
                </c:pt>
                <c:pt idx="6171">
                  <c:v>44889</c:v>
                </c:pt>
                <c:pt idx="6172">
                  <c:v>44890</c:v>
                </c:pt>
                <c:pt idx="6173">
                  <c:v>44891</c:v>
                </c:pt>
                <c:pt idx="6174">
                  <c:v>44892</c:v>
                </c:pt>
                <c:pt idx="6175">
                  <c:v>44893</c:v>
                </c:pt>
                <c:pt idx="6176">
                  <c:v>44894</c:v>
                </c:pt>
                <c:pt idx="6177">
                  <c:v>44895</c:v>
                </c:pt>
                <c:pt idx="6178">
                  <c:v>44896</c:v>
                </c:pt>
                <c:pt idx="6179">
                  <c:v>44897</c:v>
                </c:pt>
                <c:pt idx="6180">
                  <c:v>44898</c:v>
                </c:pt>
                <c:pt idx="6181">
                  <c:v>44899</c:v>
                </c:pt>
                <c:pt idx="6182">
                  <c:v>44900</c:v>
                </c:pt>
                <c:pt idx="6183">
                  <c:v>44901</c:v>
                </c:pt>
                <c:pt idx="6184">
                  <c:v>44902</c:v>
                </c:pt>
                <c:pt idx="6185">
                  <c:v>44903</c:v>
                </c:pt>
                <c:pt idx="6186">
                  <c:v>44904</c:v>
                </c:pt>
                <c:pt idx="6187">
                  <c:v>44905</c:v>
                </c:pt>
                <c:pt idx="6188">
                  <c:v>44906</c:v>
                </c:pt>
                <c:pt idx="6189">
                  <c:v>44907</c:v>
                </c:pt>
                <c:pt idx="6190">
                  <c:v>44908</c:v>
                </c:pt>
                <c:pt idx="6191">
                  <c:v>44909</c:v>
                </c:pt>
                <c:pt idx="6192">
                  <c:v>44910</c:v>
                </c:pt>
                <c:pt idx="6193">
                  <c:v>44911</c:v>
                </c:pt>
                <c:pt idx="6194">
                  <c:v>44912</c:v>
                </c:pt>
                <c:pt idx="6195">
                  <c:v>44913</c:v>
                </c:pt>
                <c:pt idx="6196">
                  <c:v>44914</c:v>
                </c:pt>
                <c:pt idx="6197">
                  <c:v>44915</c:v>
                </c:pt>
                <c:pt idx="6198">
                  <c:v>44916</c:v>
                </c:pt>
                <c:pt idx="6199">
                  <c:v>44917</c:v>
                </c:pt>
                <c:pt idx="6200">
                  <c:v>44918</c:v>
                </c:pt>
                <c:pt idx="6201">
                  <c:v>44919</c:v>
                </c:pt>
                <c:pt idx="6202">
                  <c:v>44920</c:v>
                </c:pt>
                <c:pt idx="6203">
                  <c:v>44921</c:v>
                </c:pt>
                <c:pt idx="6204">
                  <c:v>44922</c:v>
                </c:pt>
                <c:pt idx="6205">
                  <c:v>44923</c:v>
                </c:pt>
                <c:pt idx="6206">
                  <c:v>44924</c:v>
                </c:pt>
                <c:pt idx="6207">
                  <c:v>44925</c:v>
                </c:pt>
                <c:pt idx="6208">
                  <c:v>44926</c:v>
                </c:pt>
                <c:pt idx="6209">
                  <c:v>44927</c:v>
                </c:pt>
                <c:pt idx="6210">
                  <c:v>44928</c:v>
                </c:pt>
                <c:pt idx="6211">
                  <c:v>44929</c:v>
                </c:pt>
                <c:pt idx="6212">
                  <c:v>44930</c:v>
                </c:pt>
                <c:pt idx="6213">
                  <c:v>44931</c:v>
                </c:pt>
                <c:pt idx="6214">
                  <c:v>44932</c:v>
                </c:pt>
                <c:pt idx="6215">
                  <c:v>44933</c:v>
                </c:pt>
                <c:pt idx="6216">
                  <c:v>44934</c:v>
                </c:pt>
                <c:pt idx="6217">
                  <c:v>44935</c:v>
                </c:pt>
                <c:pt idx="6218">
                  <c:v>44936</c:v>
                </c:pt>
                <c:pt idx="6219">
                  <c:v>44937</c:v>
                </c:pt>
                <c:pt idx="6220">
                  <c:v>44938</c:v>
                </c:pt>
                <c:pt idx="6221">
                  <c:v>44939</c:v>
                </c:pt>
                <c:pt idx="6222">
                  <c:v>44940</c:v>
                </c:pt>
                <c:pt idx="6223">
                  <c:v>44941</c:v>
                </c:pt>
                <c:pt idx="6224">
                  <c:v>44942</c:v>
                </c:pt>
                <c:pt idx="6225">
                  <c:v>44943</c:v>
                </c:pt>
                <c:pt idx="6226">
                  <c:v>44944</c:v>
                </c:pt>
                <c:pt idx="6227">
                  <c:v>44945</c:v>
                </c:pt>
                <c:pt idx="6228">
                  <c:v>44946</c:v>
                </c:pt>
                <c:pt idx="6229">
                  <c:v>44947</c:v>
                </c:pt>
                <c:pt idx="6230">
                  <c:v>44948</c:v>
                </c:pt>
                <c:pt idx="6231">
                  <c:v>44949</c:v>
                </c:pt>
                <c:pt idx="6232">
                  <c:v>44950</c:v>
                </c:pt>
                <c:pt idx="6233">
                  <c:v>44951</c:v>
                </c:pt>
                <c:pt idx="6234">
                  <c:v>44952</c:v>
                </c:pt>
                <c:pt idx="6235">
                  <c:v>44953</c:v>
                </c:pt>
                <c:pt idx="6236">
                  <c:v>44954</c:v>
                </c:pt>
                <c:pt idx="6237">
                  <c:v>44955</c:v>
                </c:pt>
                <c:pt idx="6238">
                  <c:v>44956</c:v>
                </c:pt>
                <c:pt idx="6239">
                  <c:v>44957</c:v>
                </c:pt>
                <c:pt idx="6240">
                  <c:v>44958</c:v>
                </c:pt>
                <c:pt idx="6241">
                  <c:v>44959</c:v>
                </c:pt>
                <c:pt idx="6242">
                  <c:v>44960</c:v>
                </c:pt>
                <c:pt idx="6243">
                  <c:v>44961</c:v>
                </c:pt>
                <c:pt idx="6244">
                  <c:v>44962</c:v>
                </c:pt>
                <c:pt idx="6245">
                  <c:v>44963</c:v>
                </c:pt>
                <c:pt idx="6246">
                  <c:v>44964</c:v>
                </c:pt>
                <c:pt idx="6247">
                  <c:v>44965</c:v>
                </c:pt>
                <c:pt idx="6248">
                  <c:v>44966</c:v>
                </c:pt>
                <c:pt idx="6249">
                  <c:v>44967</c:v>
                </c:pt>
                <c:pt idx="6250">
                  <c:v>44968</c:v>
                </c:pt>
                <c:pt idx="6251">
                  <c:v>44969</c:v>
                </c:pt>
                <c:pt idx="6252">
                  <c:v>44970</c:v>
                </c:pt>
                <c:pt idx="6253">
                  <c:v>44971</c:v>
                </c:pt>
                <c:pt idx="6254">
                  <c:v>44972</c:v>
                </c:pt>
                <c:pt idx="6255">
                  <c:v>44973</c:v>
                </c:pt>
                <c:pt idx="6256">
                  <c:v>44974</c:v>
                </c:pt>
                <c:pt idx="6257">
                  <c:v>44975</c:v>
                </c:pt>
                <c:pt idx="6258">
                  <c:v>44976</c:v>
                </c:pt>
                <c:pt idx="6259">
                  <c:v>44977</c:v>
                </c:pt>
                <c:pt idx="6260">
                  <c:v>44978</c:v>
                </c:pt>
                <c:pt idx="6261">
                  <c:v>44979</c:v>
                </c:pt>
                <c:pt idx="6262">
                  <c:v>44980</c:v>
                </c:pt>
                <c:pt idx="6263">
                  <c:v>44981</c:v>
                </c:pt>
                <c:pt idx="6264">
                  <c:v>44982</c:v>
                </c:pt>
                <c:pt idx="6265">
                  <c:v>44983</c:v>
                </c:pt>
                <c:pt idx="6266">
                  <c:v>44984</c:v>
                </c:pt>
                <c:pt idx="6267">
                  <c:v>44985</c:v>
                </c:pt>
                <c:pt idx="6268">
                  <c:v>44986</c:v>
                </c:pt>
                <c:pt idx="6269">
                  <c:v>44987</c:v>
                </c:pt>
                <c:pt idx="6270">
                  <c:v>44988</c:v>
                </c:pt>
                <c:pt idx="6271">
                  <c:v>44989</c:v>
                </c:pt>
                <c:pt idx="6272">
                  <c:v>44990</c:v>
                </c:pt>
                <c:pt idx="6273">
                  <c:v>44991</c:v>
                </c:pt>
                <c:pt idx="6274">
                  <c:v>44992</c:v>
                </c:pt>
                <c:pt idx="6275">
                  <c:v>44993</c:v>
                </c:pt>
                <c:pt idx="6276">
                  <c:v>44994</c:v>
                </c:pt>
                <c:pt idx="6277">
                  <c:v>44995</c:v>
                </c:pt>
                <c:pt idx="6278">
                  <c:v>44996</c:v>
                </c:pt>
                <c:pt idx="6279">
                  <c:v>44997</c:v>
                </c:pt>
                <c:pt idx="6280">
                  <c:v>44998</c:v>
                </c:pt>
                <c:pt idx="6281">
                  <c:v>44999</c:v>
                </c:pt>
                <c:pt idx="6282">
                  <c:v>45000</c:v>
                </c:pt>
                <c:pt idx="6283">
                  <c:v>45001</c:v>
                </c:pt>
                <c:pt idx="6284">
                  <c:v>45002</c:v>
                </c:pt>
                <c:pt idx="6285">
                  <c:v>45003</c:v>
                </c:pt>
                <c:pt idx="6286">
                  <c:v>45004</c:v>
                </c:pt>
                <c:pt idx="6287">
                  <c:v>45005</c:v>
                </c:pt>
                <c:pt idx="6288">
                  <c:v>45006</c:v>
                </c:pt>
                <c:pt idx="6289">
                  <c:v>45007</c:v>
                </c:pt>
                <c:pt idx="6290">
                  <c:v>45008</c:v>
                </c:pt>
                <c:pt idx="6291">
                  <c:v>45009</c:v>
                </c:pt>
                <c:pt idx="6292">
                  <c:v>45010</c:v>
                </c:pt>
                <c:pt idx="6293">
                  <c:v>45011</c:v>
                </c:pt>
                <c:pt idx="6294">
                  <c:v>45012</c:v>
                </c:pt>
                <c:pt idx="6295">
                  <c:v>45013</c:v>
                </c:pt>
                <c:pt idx="6296">
                  <c:v>45014</c:v>
                </c:pt>
                <c:pt idx="6297">
                  <c:v>45015</c:v>
                </c:pt>
                <c:pt idx="6298">
                  <c:v>45016</c:v>
                </c:pt>
                <c:pt idx="6299">
                  <c:v>45017</c:v>
                </c:pt>
                <c:pt idx="6300">
                  <c:v>45018</c:v>
                </c:pt>
                <c:pt idx="6301">
                  <c:v>45019</c:v>
                </c:pt>
                <c:pt idx="6302">
                  <c:v>45020</c:v>
                </c:pt>
                <c:pt idx="6303">
                  <c:v>45021</c:v>
                </c:pt>
                <c:pt idx="6304">
                  <c:v>45022</c:v>
                </c:pt>
                <c:pt idx="6305">
                  <c:v>45023</c:v>
                </c:pt>
                <c:pt idx="6306">
                  <c:v>45024</c:v>
                </c:pt>
                <c:pt idx="6307">
                  <c:v>45025</c:v>
                </c:pt>
                <c:pt idx="6308">
                  <c:v>45026</c:v>
                </c:pt>
                <c:pt idx="6309">
                  <c:v>45027</c:v>
                </c:pt>
                <c:pt idx="6310">
                  <c:v>45028</c:v>
                </c:pt>
                <c:pt idx="6311">
                  <c:v>45029</c:v>
                </c:pt>
                <c:pt idx="6312">
                  <c:v>45030</c:v>
                </c:pt>
                <c:pt idx="6313">
                  <c:v>45031</c:v>
                </c:pt>
                <c:pt idx="6314">
                  <c:v>45032</c:v>
                </c:pt>
                <c:pt idx="6315">
                  <c:v>45033</c:v>
                </c:pt>
                <c:pt idx="6316">
                  <c:v>45034</c:v>
                </c:pt>
                <c:pt idx="6317">
                  <c:v>45035</c:v>
                </c:pt>
                <c:pt idx="6318">
                  <c:v>45036</c:v>
                </c:pt>
                <c:pt idx="6319">
                  <c:v>45037</c:v>
                </c:pt>
                <c:pt idx="6320">
                  <c:v>45038</c:v>
                </c:pt>
                <c:pt idx="6321">
                  <c:v>45039</c:v>
                </c:pt>
                <c:pt idx="6322">
                  <c:v>45040</c:v>
                </c:pt>
                <c:pt idx="6323">
                  <c:v>45041</c:v>
                </c:pt>
                <c:pt idx="6324">
                  <c:v>45042</c:v>
                </c:pt>
                <c:pt idx="6325">
                  <c:v>45043</c:v>
                </c:pt>
                <c:pt idx="6326">
                  <c:v>45044</c:v>
                </c:pt>
                <c:pt idx="6327">
                  <c:v>45045</c:v>
                </c:pt>
                <c:pt idx="6328">
                  <c:v>45046</c:v>
                </c:pt>
                <c:pt idx="6329">
                  <c:v>45047</c:v>
                </c:pt>
                <c:pt idx="6330">
                  <c:v>45048</c:v>
                </c:pt>
                <c:pt idx="6331">
                  <c:v>45049</c:v>
                </c:pt>
                <c:pt idx="6332">
                  <c:v>45050</c:v>
                </c:pt>
                <c:pt idx="6333">
                  <c:v>45051</c:v>
                </c:pt>
                <c:pt idx="6334">
                  <c:v>45052</c:v>
                </c:pt>
                <c:pt idx="6335">
                  <c:v>45053</c:v>
                </c:pt>
                <c:pt idx="6336">
                  <c:v>45054</c:v>
                </c:pt>
                <c:pt idx="6337">
                  <c:v>45055</c:v>
                </c:pt>
                <c:pt idx="6338">
                  <c:v>45056</c:v>
                </c:pt>
                <c:pt idx="6339">
                  <c:v>45057</c:v>
                </c:pt>
                <c:pt idx="6340">
                  <c:v>45058</c:v>
                </c:pt>
                <c:pt idx="6341">
                  <c:v>45059</c:v>
                </c:pt>
                <c:pt idx="6342">
                  <c:v>45060</c:v>
                </c:pt>
                <c:pt idx="6343">
                  <c:v>45061</c:v>
                </c:pt>
                <c:pt idx="6344">
                  <c:v>45062</c:v>
                </c:pt>
                <c:pt idx="6345">
                  <c:v>45063</c:v>
                </c:pt>
                <c:pt idx="6346">
                  <c:v>45064</c:v>
                </c:pt>
                <c:pt idx="6347">
                  <c:v>45065</c:v>
                </c:pt>
                <c:pt idx="6348">
                  <c:v>45066</c:v>
                </c:pt>
                <c:pt idx="6349">
                  <c:v>45067</c:v>
                </c:pt>
                <c:pt idx="6350">
                  <c:v>45068</c:v>
                </c:pt>
                <c:pt idx="6351">
                  <c:v>45069</c:v>
                </c:pt>
                <c:pt idx="6352">
                  <c:v>45070</c:v>
                </c:pt>
                <c:pt idx="6353">
                  <c:v>45071</c:v>
                </c:pt>
                <c:pt idx="6354">
                  <c:v>45072</c:v>
                </c:pt>
                <c:pt idx="6355">
                  <c:v>45073</c:v>
                </c:pt>
                <c:pt idx="6356">
                  <c:v>45074</c:v>
                </c:pt>
                <c:pt idx="6357">
                  <c:v>45075</c:v>
                </c:pt>
                <c:pt idx="6358">
                  <c:v>45076</c:v>
                </c:pt>
                <c:pt idx="6359">
                  <c:v>45077</c:v>
                </c:pt>
                <c:pt idx="6360">
                  <c:v>45078</c:v>
                </c:pt>
                <c:pt idx="6361">
                  <c:v>45079</c:v>
                </c:pt>
                <c:pt idx="6362">
                  <c:v>45080</c:v>
                </c:pt>
                <c:pt idx="6363">
                  <c:v>45081</c:v>
                </c:pt>
                <c:pt idx="6364">
                  <c:v>45082</c:v>
                </c:pt>
                <c:pt idx="6365">
                  <c:v>45083</c:v>
                </c:pt>
                <c:pt idx="6366">
                  <c:v>45084</c:v>
                </c:pt>
                <c:pt idx="6367">
                  <c:v>45085</c:v>
                </c:pt>
                <c:pt idx="6368">
                  <c:v>45086</c:v>
                </c:pt>
                <c:pt idx="6369">
                  <c:v>45087</c:v>
                </c:pt>
                <c:pt idx="6370">
                  <c:v>45088</c:v>
                </c:pt>
                <c:pt idx="6371">
                  <c:v>45089</c:v>
                </c:pt>
                <c:pt idx="6372">
                  <c:v>45090</c:v>
                </c:pt>
                <c:pt idx="6373">
                  <c:v>45091</c:v>
                </c:pt>
                <c:pt idx="6374">
                  <c:v>45092</c:v>
                </c:pt>
                <c:pt idx="6375">
                  <c:v>45093</c:v>
                </c:pt>
                <c:pt idx="6376">
                  <c:v>45094</c:v>
                </c:pt>
                <c:pt idx="6377">
                  <c:v>45095</c:v>
                </c:pt>
                <c:pt idx="6378">
                  <c:v>45096</c:v>
                </c:pt>
                <c:pt idx="6379">
                  <c:v>45097</c:v>
                </c:pt>
                <c:pt idx="6380">
                  <c:v>45098</c:v>
                </c:pt>
                <c:pt idx="6381">
                  <c:v>45099</c:v>
                </c:pt>
                <c:pt idx="6382">
                  <c:v>45100</c:v>
                </c:pt>
                <c:pt idx="6383">
                  <c:v>45101</c:v>
                </c:pt>
                <c:pt idx="6384">
                  <c:v>45102</c:v>
                </c:pt>
                <c:pt idx="6385">
                  <c:v>45103</c:v>
                </c:pt>
                <c:pt idx="6386">
                  <c:v>45104</c:v>
                </c:pt>
                <c:pt idx="6387">
                  <c:v>45105</c:v>
                </c:pt>
                <c:pt idx="6388">
                  <c:v>45106</c:v>
                </c:pt>
                <c:pt idx="6389">
                  <c:v>45107</c:v>
                </c:pt>
                <c:pt idx="6390">
                  <c:v>45108</c:v>
                </c:pt>
                <c:pt idx="6391">
                  <c:v>45109</c:v>
                </c:pt>
                <c:pt idx="6392">
                  <c:v>45110</c:v>
                </c:pt>
                <c:pt idx="6393">
                  <c:v>45111</c:v>
                </c:pt>
                <c:pt idx="6394">
                  <c:v>45112</c:v>
                </c:pt>
                <c:pt idx="6395">
                  <c:v>45113</c:v>
                </c:pt>
                <c:pt idx="6396">
                  <c:v>45114</c:v>
                </c:pt>
                <c:pt idx="6397">
                  <c:v>45115</c:v>
                </c:pt>
                <c:pt idx="6398">
                  <c:v>45116</c:v>
                </c:pt>
                <c:pt idx="6399">
                  <c:v>45117</c:v>
                </c:pt>
                <c:pt idx="6400">
                  <c:v>45118</c:v>
                </c:pt>
                <c:pt idx="6401">
                  <c:v>45119</c:v>
                </c:pt>
                <c:pt idx="6402">
                  <c:v>45120</c:v>
                </c:pt>
                <c:pt idx="6403">
                  <c:v>45121</c:v>
                </c:pt>
                <c:pt idx="6404">
                  <c:v>45122</c:v>
                </c:pt>
                <c:pt idx="6405">
                  <c:v>45123</c:v>
                </c:pt>
                <c:pt idx="6406">
                  <c:v>45124</c:v>
                </c:pt>
                <c:pt idx="6407">
                  <c:v>45125</c:v>
                </c:pt>
                <c:pt idx="6408">
                  <c:v>45126</c:v>
                </c:pt>
                <c:pt idx="6409">
                  <c:v>45127</c:v>
                </c:pt>
                <c:pt idx="6410">
                  <c:v>45128</c:v>
                </c:pt>
                <c:pt idx="6411">
                  <c:v>45129</c:v>
                </c:pt>
                <c:pt idx="6412">
                  <c:v>45130</c:v>
                </c:pt>
                <c:pt idx="6413">
                  <c:v>45131</c:v>
                </c:pt>
                <c:pt idx="6414">
                  <c:v>45132</c:v>
                </c:pt>
                <c:pt idx="6415">
                  <c:v>45133</c:v>
                </c:pt>
                <c:pt idx="6416">
                  <c:v>45134</c:v>
                </c:pt>
                <c:pt idx="6417">
                  <c:v>45135</c:v>
                </c:pt>
                <c:pt idx="6418">
                  <c:v>45136</c:v>
                </c:pt>
                <c:pt idx="6419">
                  <c:v>45137</c:v>
                </c:pt>
                <c:pt idx="6420">
                  <c:v>45138</c:v>
                </c:pt>
                <c:pt idx="6421">
                  <c:v>45139</c:v>
                </c:pt>
                <c:pt idx="6422">
                  <c:v>45140</c:v>
                </c:pt>
                <c:pt idx="6423">
                  <c:v>45141</c:v>
                </c:pt>
                <c:pt idx="6424">
                  <c:v>45142</c:v>
                </c:pt>
                <c:pt idx="6425">
                  <c:v>45143</c:v>
                </c:pt>
                <c:pt idx="6426">
                  <c:v>45144</c:v>
                </c:pt>
                <c:pt idx="6427">
                  <c:v>45145</c:v>
                </c:pt>
                <c:pt idx="6428">
                  <c:v>45146</c:v>
                </c:pt>
                <c:pt idx="6429">
                  <c:v>45147</c:v>
                </c:pt>
                <c:pt idx="6430">
                  <c:v>45148</c:v>
                </c:pt>
                <c:pt idx="6431">
                  <c:v>45149</c:v>
                </c:pt>
                <c:pt idx="6432">
                  <c:v>45150</c:v>
                </c:pt>
                <c:pt idx="6433">
                  <c:v>45151</c:v>
                </c:pt>
                <c:pt idx="6434">
                  <c:v>45152</c:v>
                </c:pt>
                <c:pt idx="6435">
                  <c:v>45153</c:v>
                </c:pt>
                <c:pt idx="6436">
                  <c:v>45154</c:v>
                </c:pt>
                <c:pt idx="6437">
                  <c:v>45155</c:v>
                </c:pt>
                <c:pt idx="6438">
                  <c:v>45156</c:v>
                </c:pt>
                <c:pt idx="6439">
                  <c:v>45157</c:v>
                </c:pt>
                <c:pt idx="6440">
                  <c:v>45158</c:v>
                </c:pt>
                <c:pt idx="6441">
                  <c:v>45159</c:v>
                </c:pt>
                <c:pt idx="6442">
                  <c:v>45160</c:v>
                </c:pt>
                <c:pt idx="6443">
                  <c:v>45161</c:v>
                </c:pt>
                <c:pt idx="6444">
                  <c:v>45162</c:v>
                </c:pt>
                <c:pt idx="6445">
                  <c:v>45163</c:v>
                </c:pt>
                <c:pt idx="6446">
                  <c:v>45164</c:v>
                </c:pt>
                <c:pt idx="6447">
                  <c:v>45165</c:v>
                </c:pt>
                <c:pt idx="6448">
                  <c:v>45166</c:v>
                </c:pt>
                <c:pt idx="6449">
                  <c:v>45167</c:v>
                </c:pt>
                <c:pt idx="6450">
                  <c:v>45168</c:v>
                </c:pt>
                <c:pt idx="6451">
                  <c:v>45169</c:v>
                </c:pt>
                <c:pt idx="6452">
                  <c:v>45170</c:v>
                </c:pt>
                <c:pt idx="6453">
                  <c:v>45171</c:v>
                </c:pt>
                <c:pt idx="6454">
                  <c:v>45172</c:v>
                </c:pt>
                <c:pt idx="6455">
                  <c:v>45173</c:v>
                </c:pt>
                <c:pt idx="6456">
                  <c:v>45174</c:v>
                </c:pt>
                <c:pt idx="6457">
                  <c:v>45175</c:v>
                </c:pt>
                <c:pt idx="6458">
                  <c:v>45176</c:v>
                </c:pt>
                <c:pt idx="6459">
                  <c:v>45177</c:v>
                </c:pt>
                <c:pt idx="6460">
                  <c:v>45178</c:v>
                </c:pt>
                <c:pt idx="6461">
                  <c:v>45179</c:v>
                </c:pt>
                <c:pt idx="6462">
                  <c:v>45180</c:v>
                </c:pt>
                <c:pt idx="6463">
                  <c:v>45181</c:v>
                </c:pt>
                <c:pt idx="6464">
                  <c:v>45182</c:v>
                </c:pt>
                <c:pt idx="6465">
                  <c:v>45183</c:v>
                </c:pt>
                <c:pt idx="6466">
                  <c:v>45184</c:v>
                </c:pt>
                <c:pt idx="6467">
                  <c:v>45185</c:v>
                </c:pt>
                <c:pt idx="6468">
                  <c:v>45186</c:v>
                </c:pt>
                <c:pt idx="6469">
                  <c:v>45187</c:v>
                </c:pt>
                <c:pt idx="6470">
                  <c:v>45188</c:v>
                </c:pt>
                <c:pt idx="6471">
                  <c:v>45189</c:v>
                </c:pt>
                <c:pt idx="6472">
                  <c:v>45190</c:v>
                </c:pt>
                <c:pt idx="6473">
                  <c:v>45191</c:v>
                </c:pt>
                <c:pt idx="6474">
                  <c:v>45192</c:v>
                </c:pt>
                <c:pt idx="6475">
                  <c:v>45193</c:v>
                </c:pt>
                <c:pt idx="6476">
                  <c:v>45194</c:v>
                </c:pt>
                <c:pt idx="6477">
                  <c:v>45195</c:v>
                </c:pt>
                <c:pt idx="6478">
                  <c:v>45196</c:v>
                </c:pt>
                <c:pt idx="6479">
                  <c:v>45197</c:v>
                </c:pt>
                <c:pt idx="6480">
                  <c:v>45198</c:v>
                </c:pt>
                <c:pt idx="6481">
                  <c:v>45199</c:v>
                </c:pt>
                <c:pt idx="6482">
                  <c:v>45200</c:v>
                </c:pt>
                <c:pt idx="6483">
                  <c:v>45201</c:v>
                </c:pt>
                <c:pt idx="6484">
                  <c:v>45202</c:v>
                </c:pt>
                <c:pt idx="6485">
                  <c:v>45203</c:v>
                </c:pt>
                <c:pt idx="6486">
                  <c:v>45204</c:v>
                </c:pt>
                <c:pt idx="6487">
                  <c:v>45205</c:v>
                </c:pt>
                <c:pt idx="6488">
                  <c:v>45206</c:v>
                </c:pt>
                <c:pt idx="6489">
                  <c:v>45207</c:v>
                </c:pt>
                <c:pt idx="6490">
                  <c:v>45208</c:v>
                </c:pt>
                <c:pt idx="6491">
                  <c:v>45209</c:v>
                </c:pt>
                <c:pt idx="6492">
                  <c:v>45210</c:v>
                </c:pt>
                <c:pt idx="6493">
                  <c:v>45211</c:v>
                </c:pt>
                <c:pt idx="6494">
                  <c:v>45212</c:v>
                </c:pt>
                <c:pt idx="6495">
                  <c:v>45213</c:v>
                </c:pt>
                <c:pt idx="6496">
                  <c:v>45214</c:v>
                </c:pt>
                <c:pt idx="6497">
                  <c:v>45215</c:v>
                </c:pt>
                <c:pt idx="6498">
                  <c:v>45216</c:v>
                </c:pt>
                <c:pt idx="6499">
                  <c:v>45217</c:v>
                </c:pt>
                <c:pt idx="6500">
                  <c:v>45218</c:v>
                </c:pt>
                <c:pt idx="6501">
                  <c:v>45219</c:v>
                </c:pt>
                <c:pt idx="6502">
                  <c:v>45220</c:v>
                </c:pt>
                <c:pt idx="6503">
                  <c:v>45221</c:v>
                </c:pt>
                <c:pt idx="6504">
                  <c:v>45222</c:v>
                </c:pt>
                <c:pt idx="6505">
                  <c:v>45223</c:v>
                </c:pt>
                <c:pt idx="6506">
                  <c:v>45224</c:v>
                </c:pt>
                <c:pt idx="6507">
                  <c:v>45225</c:v>
                </c:pt>
                <c:pt idx="6508">
                  <c:v>45226</c:v>
                </c:pt>
                <c:pt idx="6509">
                  <c:v>45227</c:v>
                </c:pt>
                <c:pt idx="6510">
                  <c:v>45228</c:v>
                </c:pt>
                <c:pt idx="6511">
                  <c:v>45229</c:v>
                </c:pt>
                <c:pt idx="6512">
                  <c:v>45230</c:v>
                </c:pt>
                <c:pt idx="6513">
                  <c:v>45231</c:v>
                </c:pt>
                <c:pt idx="6514">
                  <c:v>45232</c:v>
                </c:pt>
                <c:pt idx="6515">
                  <c:v>45233</c:v>
                </c:pt>
                <c:pt idx="6516">
                  <c:v>45234</c:v>
                </c:pt>
                <c:pt idx="6517">
                  <c:v>45235</c:v>
                </c:pt>
                <c:pt idx="6518">
                  <c:v>45236</c:v>
                </c:pt>
                <c:pt idx="6519">
                  <c:v>45237</c:v>
                </c:pt>
                <c:pt idx="6520">
                  <c:v>45238</c:v>
                </c:pt>
                <c:pt idx="6521">
                  <c:v>45239</c:v>
                </c:pt>
                <c:pt idx="6522">
                  <c:v>45240</c:v>
                </c:pt>
                <c:pt idx="6523">
                  <c:v>45241</c:v>
                </c:pt>
                <c:pt idx="6524">
                  <c:v>45242</c:v>
                </c:pt>
                <c:pt idx="6525">
                  <c:v>45243</c:v>
                </c:pt>
                <c:pt idx="6526">
                  <c:v>45244</c:v>
                </c:pt>
                <c:pt idx="6527">
                  <c:v>45245</c:v>
                </c:pt>
                <c:pt idx="6528">
                  <c:v>45246</c:v>
                </c:pt>
                <c:pt idx="6529">
                  <c:v>45247</c:v>
                </c:pt>
                <c:pt idx="6530">
                  <c:v>45248</c:v>
                </c:pt>
                <c:pt idx="6531">
                  <c:v>45249</c:v>
                </c:pt>
                <c:pt idx="6532">
                  <c:v>45250</c:v>
                </c:pt>
                <c:pt idx="6533">
                  <c:v>45251</c:v>
                </c:pt>
                <c:pt idx="6534">
                  <c:v>45252</c:v>
                </c:pt>
                <c:pt idx="6535">
                  <c:v>45253</c:v>
                </c:pt>
                <c:pt idx="6536">
                  <c:v>45254</c:v>
                </c:pt>
                <c:pt idx="6537">
                  <c:v>45255</c:v>
                </c:pt>
                <c:pt idx="6538">
                  <c:v>45256</c:v>
                </c:pt>
                <c:pt idx="6539">
                  <c:v>45257</c:v>
                </c:pt>
                <c:pt idx="6540">
                  <c:v>45258</c:v>
                </c:pt>
                <c:pt idx="6541">
                  <c:v>45259</c:v>
                </c:pt>
                <c:pt idx="6542">
                  <c:v>45260</c:v>
                </c:pt>
                <c:pt idx="6543">
                  <c:v>45261</c:v>
                </c:pt>
                <c:pt idx="6544">
                  <c:v>45262</c:v>
                </c:pt>
                <c:pt idx="6545">
                  <c:v>45263</c:v>
                </c:pt>
                <c:pt idx="6546">
                  <c:v>45264</c:v>
                </c:pt>
                <c:pt idx="6547">
                  <c:v>45265</c:v>
                </c:pt>
                <c:pt idx="6548">
                  <c:v>45266</c:v>
                </c:pt>
                <c:pt idx="6549">
                  <c:v>45267</c:v>
                </c:pt>
                <c:pt idx="6550">
                  <c:v>45268</c:v>
                </c:pt>
                <c:pt idx="6551">
                  <c:v>45269</c:v>
                </c:pt>
                <c:pt idx="6552">
                  <c:v>45270</c:v>
                </c:pt>
                <c:pt idx="6553">
                  <c:v>45271</c:v>
                </c:pt>
                <c:pt idx="6554">
                  <c:v>45272</c:v>
                </c:pt>
                <c:pt idx="6555">
                  <c:v>45273</c:v>
                </c:pt>
                <c:pt idx="6556">
                  <c:v>45274</c:v>
                </c:pt>
                <c:pt idx="6557">
                  <c:v>45275</c:v>
                </c:pt>
                <c:pt idx="6558">
                  <c:v>45276</c:v>
                </c:pt>
                <c:pt idx="6559">
                  <c:v>45277</c:v>
                </c:pt>
                <c:pt idx="6560">
                  <c:v>45278</c:v>
                </c:pt>
                <c:pt idx="6561">
                  <c:v>45279</c:v>
                </c:pt>
                <c:pt idx="6562">
                  <c:v>45280</c:v>
                </c:pt>
                <c:pt idx="6563">
                  <c:v>45281</c:v>
                </c:pt>
                <c:pt idx="6564">
                  <c:v>45282</c:v>
                </c:pt>
                <c:pt idx="6565">
                  <c:v>45283</c:v>
                </c:pt>
                <c:pt idx="6566">
                  <c:v>45284</c:v>
                </c:pt>
                <c:pt idx="6567">
                  <c:v>45285</c:v>
                </c:pt>
                <c:pt idx="6568">
                  <c:v>45286</c:v>
                </c:pt>
                <c:pt idx="6569">
                  <c:v>45287</c:v>
                </c:pt>
                <c:pt idx="6570">
                  <c:v>45288</c:v>
                </c:pt>
                <c:pt idx="6571">
                  <c:v>45289</c:v>
                </c:pt>
                <c:pt idx="6572">
                  <c:v>45290</c:v>
                </c:pt>
                <c:pt idx="6573">
                  <c:v>45291</c:v>
                </c:pt>
                <c:pt idx="6574">
                  <c:v>45292</c:v>
                </c:pt>
                <c:pt idx="6575">
                  <c:v>45293</c:v>
                </c:pt>
                <c:pt idx="6576">
                  <c:v>45294</c:v>
                </c:pt>
                <c:pt idx="6577">
                  <c:v>45295</c:v>
                </c:pt>
                <c:pt idx="6578">
                  <c:v>45296</c:v>
                </c:pt>
                <c:pt idx="6579">
                  <c:v>45297</c:v>
                </c:pt>
                <c:pt idx="6580">
                  <c:v>45298</c:v>
                </c:pt>
                <c:pt idx="6581">
                  <c:v>45299</c:v>
                </c:pt>
                <c:pt idx="6582">
                  <c:v>45300</c:v>
                </c:pt>
                <c:pt idx="6583">
                  <c:v>45301</c:v>
                </c:pt>
                <c:pt idx="6584">
                  <c:v>45302</c:v>
                </c:pt>
                <c:pt idx="6585">
                  <c:v>45303</c:v>
                </c:pt>
                <c:pt idx="6586">
                  <c:v>45304</c:v>
                </c:pt>
                <c:pt idx="6587">
                  <c:v>45305</c:v>
                </c:pt>
                <c:pt idx="6588">
                  <c:v>45306</c:v>
                </c:pt>
                <c:pt idx="6589">
                  <c:v>45307</c:v>
                </c:pt>
                <c:pt idx="6590">
                  <c:v>45308</c:v>
                </c:pt>
                <c:pt idx="6591">
                  <c:v>45309</c:v>
                </c:pt>
                <c:pt idx="6592">
                  <c:v>45310</c:v>
                </c:pt>
                <c:pt idx="6593">
                  <c:v>45311</c:v>
                </c:pt>
                <c:pt idx="6594">
                  <c:v>45312</c:v>
                </c:pt>
                <c:pt idx="6595">
                  <c:v>45313</c:v>
                </c:pt>
                <c:pt idx="6596">
                  <c:v>45314</c:v>
                </c:pt>
                <c:pt idx="6597">
                  <c:v>45315</c:v>
                </c:pt>
                <c:pt idx="6598">
                  <c:v>45316</c:v>
                </c:pt>
                <c:pt idx="6599">
                  <c:v>45317</c:v>
                </c:pt>
                <c:pt idx="6600">
                  <c:v>45318</c:v>
                </c:pt>
                <c:pt idx="6601">
                  <c:v>45319</c:v>
                </c:pt>
                <c:pt idx="6602">
                  <c:v>45320</c:v>
                </c:pt>
                <c:pt idx="6603">
                  <c:v>45321</c:v>
                </c:pt>
                <c:pt idx="6604">
                  <c:v>45322</c:v>
                </c:pt>
                <c:pt idx="6605">
                  <c:v>45323</c:v>
                </c:pt>
                <c:pt idx="6606">
                  <c:v>45324</c:v>
                </c:pt>
                <c:pt idx="6607">
                  <c:v>45325</c:v>
                </c:pt>
                <c:pt idx="6608">
                  <c:v>45326</c:v>
                </c:pt>
                <c:pt idx="6609">
                  <c:v>45327</c:v>
                </c:pt>
                <c:pt idx="6610">
                  <c:v>45328</c:v>
                </c:pt>
                <c:pt idx="6611">
                  <c:v>45329</c:v>
                </c:pt>
                <c:pt idx="6612">
                  <c:v>45330</c:v>
                </c:pt>
                <c:pt idx="6613">
                  <c:v>45331</c:v>
                </c:pt>
                <c:pt idx="6614">
                  <c:v>45332</c:v>
                </c:pt>
                <c:pt idx="6615">
                  <c:v>45333</c:v>
                </c:pt>
                <c:pt idx="6616">
                  <c:v>45334</c:v>
                </c:pt>
                <c:pt idx="6617">
                  <c:v>45335</c:v>
                </c:pt>
                <c:pt idx="6618">
                  <c:v>45336</c:v>
                </c:pt>
                <c:pt idx="6619">
                  <c:v>45337</c:v>
                </c:pt>
                <c:pt idx="6620">
                  <c:v>45338</c:v>
                </c:pt>
                <c:pt idx="6621">
                  <c:v>45339</c:v>
                </c:pt>
                <c:pt idx="6622">
                  <c:v>45340</c:v>
                </c:pt>
                <c:pt idx="6623">
                  <c:v>45341</c:v>
                </c:pt>
                <c:pt idx="6624">
                  <c:v>45342</c:v>
                </c:pt>
                <c:pt idx="6625">
                  <c:v>45343</c:v>
                </c:pt>
                <c:pt idx="6626">
                  <c:v>45344</c:v>
                </c:pt>
                <c:pt idx="6627">
                  <c:v>45345</c:v>
                </c:pt>
                <c:pt idx="6628">
                  <c:v>45346</c:v>
                </c:pt>
                <c:pt idx="6629">
                  <c:v>45347</c:v>
                </c:pt>
                <c:pt idx="6630">
                  <c:v>45348</c:v>
                </c:pt>
                <c:pt idx="6631">
                  <c:v>45349</c:v>
                </c:pt>
                <c:pt idx="6632">
                  <c:v>45350</c:v>
                </c:pt>
                <c:pt idx="6633">
                  <c:v>45351</c:v>
                </c:pt>
                <c:pt idx="6634">
                  <c:v>45352</c:v>
                </c:pt>
                <c:pt idx="6635">
                  <c:v>45353</c:v>
                </c:pt>
                <c:pt idx="6636">
                  <c:v>45354</c:v>
                </c:pt>
              </c:numCache>
            </c:numRef>
          </c:cat>
          <c:val>
            <c:numRef>
              <c:f>价差走势表!$BY$2:$BY$6638</c:f>
              <c:numCache>
                <c:formatCode>0_);[Red]\(0\)</c:formatCode>
                <c:ptCount val="6637"/>
                <c:pt idx="0">
                  <c:v>27710</c:v>
                </c:pt>
                <c:pt idx="1">
                  <c:v>27710</c:v>
                </c:pt>
                <c:pt idx="2">
                  <c:v>27710</c:v>
                </c:pt>
                <c:pt idx="3">
                  <c:v>27710</c:v>
                </c:pt>
                <c:pt idx="4">
                  <c:v>27710</c:v>
                </c:pt>
                <c:pt idx="5">
                  <c:v>27710</c:v>
                </c:pt>
                <c:pt idx="6">
                  <c:v>27710</c:v>
                </c:pt>
                <c:pt idx="7">
                  <c:v>27710</c:v>
                </c:pt>
                <c:pt idx="8">
                  <c:v>27710</c:v>
                </c:pt>
                <c:pt idx="9">
                  <c:v>27710</c:v>
                </c:pt>
                <c:pt idx="10">
                  <c:v>27710</c:v>
                </c:pt>
                <c:pt idx="11">
                  <c:v>27710</c:v>
                </c:pt>
                <c:pt idx="12">
                  <c:v>27710</c:v>
                </c:pt>
                <c:pt idx="13">
                  <c:v>27710</c:v>
                </c:pt>
                <c:pt idx="14">
                  <c:v>27710</c:v>
                </c:pt>
                <c:pt idx="15">
                  <c:v>27710</c:v>
                </c:pt>
                <c:pt idx="16">
                  <c:v>27710</c:v>
                </c:pt>
                <c:pt idx="17">
                  <c:v>25510</c:v>
                </c:pt>
                <c:pt idx="18">
                  <c:v>25510</c:v>
                </c:pt>
                <c:pt idx="19">
                  <c:v>25510</c:v>
                </c:pt>
                <c:pt idx="20">
                  <c:v>25510</c:v>
                </c:pt>
                <c:pt idx="21">
                  <c:v>25510</c:v>
                </c:pt>
                <c:pt idx="22">
                  <c:v>25510</c:v>
                </c:pt>
                <c:pt idx="23">
                  <c:v>25510</c:v>
                </c:pt>
                <c:pt idx="24">
                  <c:v>25510</c:v>
                </c:pt>
                <c:pt idx="25">
                  <c:v>25510</c:v>
                </c:pt>
                <c:pt idx="26">
                  <c:v>25510</c:v>
                </c:pt>
                <c:pt idx="27">
                  <c:v>25510</c:v>
                </c:pt>
                <c:pt idx="28">
                  <c:v>25510</c:v>
                </c:pt>
                <c:pt idx="29">
                  <c:v>25510</c:v>
                </c:pt>
                <c:pt idx="30">
                  <c:v>25510</c:v>
                </c:pt>
                <c:pt idx="31">
                  <c:v>25510</c:v>
                </c:pt>
                <c:pt idx="32">
                  <c:v>25510</c:v>
                </c:pt>
                <c:pt idx="33">
                  <c:v>25510</c:v>
                </c:pt>
                <c:pt idx="34">
                  <c:v>25510</c:v>
                </c:pt>
                <c:pt idx="35">
                  <c:v>25510</c:v>
                </c:pt>
                <c:pt idx="36">
                  <c:v>25510</c:v>
                </c:pt>
                <c:pt idx="37">
                  <c:v>25510</c:v>
                </c:pt>
                <c:pt idx="38">
                  <c:v>25510</c:v>
                </c:pt>
                <c:pt idx="39">
                  <c:v>25510</c:v>
                </c:pt>
                <c:pt idx="40">
                  <c:v>27010</c:v>
                </c:pt>
                <c:pt idx="41">
                  <c:v>27010</c:v>
                </c:pt>
                <c:pt idx="42">
                  <c:v>27010</c:v>
                </c:pt>
                <c:pt idx="43">
                  <c:v>27010</c:v>
                </c:pt>
                <c:pt idx="44">
                  <c:v>27310</c:v>
                </c:pt>
                <c:pt idx="45">
                  <c:v>27310</c:v>
                </c:pt>
                <c:pt idx="46">
                  <c:v>27310</c:v>
                </c:pt>
                <c:pt idx="47">
                  <c:v>27310</c:v>
                </c:pt>
                <c:pt idx="48">
                  <c:v>27310</c:v>
                </c:pt>
                <c:pt idx="49">
                  <c:v>27310</c:v>
                </c:pt>
                <c:pt idx="50">
                  <c:v>27310</c:v>
                </c:pt>
                <c:pt idx="51">
                  <c:v>27310</c:v>
                </c:pt>
                <c:pt idx="52">
                  <c:v>27310</c:v>
                </c:pt>
                <c:pt idx="53">
                  <c:v>27310</c:v>
                </c:pt>
                <c:pt idx="54">
                  <c:v>27310</c:v>
                </c:pt>
                <c:pt idx="55">
                  <c:v>27310</c:v>
                </c:pt>
                <c:pt idx="56">
                  <c:v>27310</c:v>
                </c:pt>
                <c:pt idx="57">
                  <c:v>27310</c:v>
                </c:pt>
                <c:pt idx="58">
                  <c:v>27310</c:v>
                </c:pt>
                <c:pt idx="59">
                  <c:v>27310</c:v>
                </c:pt>
                <c:pt idx="60">
                  <c:v>27510</c:v>
                </c:pt>
                <c:pt idx="61">
                  <c:v>27210</c:v>
                </c:pt>
                <c:pt idx="62">
                  <c:v>27210</c:v>
                </c:pt>
                <c:pt idx="63">
                  <c:v>27210</c:v>
                </c:pt>
                <c:pt idx="64">
                  <c:v>27210</c:v>
                </c:pt>
                <c:pt idx="65">
                  <c:v>27210</c:v>
                </c:pt>
                <c:pt idx="66">
                  <c:v>27210</c:v>
                </c:pt>
                <c:pt idx="67">
                  <c:v>27210</c:v>
                </c:pt>
                <c:pt idx="68">
                  <c:v>26510</c:v>
                </c:pt>
                <c:pt idx="69">
                  <c:v>26510</c:v>
                </c:pt>
                <c:pt idx="70">
                  <c:v>26510</c:v>
                </c:pt>
                <c:pt idx="71">
                  <c:v>26510</c:v>
                </c:pt>
                <c:pt idx="72">
                  <c:v>26510</c:v>
                </c:pt>
                <c:pt idx="73">
                  <c:v>26510</c:v>
                </c:pt>
                <c:pt idx="74">
                  <c:v>26510</c:v>
                </c:pt>
                <c:pt idx="75">
                  <c:v>26510</c:v>
                </c:pt>
                <c:pt idx="76">
                  <c:v>26510</c:v>
                </c:pt>
                <c:pt idx="77">
                  <c:v>26510</c:v>
                </c:pt>
                <c:pt idx="78">
                  <c:v>26510</c:v>
                </c:pt>
                <c:pt idx="79">
                  <c:v>26510</c:v>
                </c:pt>
                <c:pt idx="80">
                  <c:v>26510</c:v>
                </c:pt>
                <c:pt idx="81">
                  <c:v>26510</c:v>
                </c:pt>
                <c:pt idx="82">
                  <c:v>26510</c:v>
                </c:pt>
                <c:pt idx="83">
                  <c:v>26510</c:v>
                </c:pt>
                <c:pt idx="84">
                  <c:v>26510</c:v>
                </c:pt>
                <c:pt idx="85">
                  <c:v>26510</c:v>
                </c:pt>
                <c:pt idx="86">
                  <c:v>26510</c:v>
                </c:pt>
                <c:pt idx="87">
                  <c:v>26510</c:v>
                </c:pt>
                <c:pt idx="88">
                  <c:v>26510</c:v>
                </c:pt>
                <c:pt idx="89">
                  <c:v>26510</c:v>
                </c:pt>
                <c:pt idx="90">
                  <c:v>26510</c:v>
                </c:pt>
                <c:pt idx="91">
                  <c:v>26510</c:v>
                </c:pt>
                <c:pt idx="92">
                  <c:v>26010</c:v>
                </c:pt>
                <c:pt idx="93">
                  <c:v>26010</c:v>
                </c:pt>
                <c:pt idx="94">
                  <c:v>26010</c:v>
                </c:pt>
                <c:pt idx="95">
                  <c:v>26010</c:v>
                </c:pt>
                <c:pt idx="96">
                  <c:v>26010</c:v>
                </c:pt>
                <c:pt idx="97">
                  <c:v>26010</c:v>
                </c:pt>
                <c:pt idx="98">
                  <c:v>26010</c:v>
                </c:pt>
                <c:pt idx="99">
                  <c:v>26010</c:v>
                </c:pt>
                <c:pt idx="100">
                  <c:v>26010</c:v>
                </c:pt>
                <c:pt idx="101">
                  <c:v>26010</c:v>
                </c:pt>
                <c:pt idx="102">
                  <c:v>26010</c:v>
                </c:pt>
                <c:pt idx="103">
                  <c:v>26010</c:v>
                </c:pt>
                <c:pt idx="104">
                  <c:v>26010</c:v>
                </c:pt>
                <c:pt idx="105">
                  <c:v>26010</c:v>
                </c:pt>
                <c:pt idx="106">
                  <c:v>26010</c:v>
                </c:pt>
                <c:pt idx="107">
                  <c:v>26010</c:v>
                </c:pt>
                <c:pt idx="108">
                  <c:v>26010</c:v>
                </c:pt>
                <c:pt idx="109">
                  <c:v>26010</c:v>
                </c:pt>
                <c:pt idx="110">
                  <c:v>26010</c:v>
                </c:pt>
                <c:pt idx="111">
                  <c:v>26010</c:v>
                </c:pt>
                <c:pt idx="112">
                  <c:v>26010</c:v>
                </c:pt>
                <c:pt idx="113">
                  <c:v>26010</c:v>
                </c:pt>
                <c:pt idx="114">
                  <c:v>26010</c:v>
                </c:pt>
                <c:pt idx="115">
                  <c:v>26010</c:v>
                </c:pt>
                <c:pt idx="116">
                  <c:v>26010</c:v>
                </c:pt>
                <c:pt idx="117">
                  <c:v>26010</c:v>
                </c:pt>
                <c:pt idx="118">
                  <c:v>26010</c:v>
                </c:pt>
                <c:pt idx="119">
                  <c:v>26010</c:v>
                </c:pt>
                <c:pt idx="120">
                  <c:v>26010</c:v>
                </c:pt>
                <c:pt idx="121">
                  <c:v>26010</c:v>
                </c:pt>
                <c:pt idx="122">
                  <c:v>26010</c:v>
                </c:pt>
                <c:pt idx="123">
                  <c:v>26010</c:v>
                </c:pt>
                <c:pt idx="124">
                  <c:v>26010</c:v>
                </c:pt>
                <c:pt idx="125">
                  <c:v>26010</c:v>
                </c:pt>
                <c:pt idx="126">
                  <c:v>26010</c:v>
                </c:pt>
                <c:pt idx="127">
                  <c:v>26010</c:v>
                </c:pt>
                <c:pt idx="128">
                  <c:v>26010</c:v>
                </c:pt>
                <c:pt idx="129">
                  <c:v>26010</c:v>
                </c:pt>
                <c:pt idx="130">
                  <c:v>26010</c:v>
                </c:pt>
                <c:pt idx="131">
                  <c:v>26010</c:v>
                </c:pt>
                <c:pt idx="132">
                  <c:v>26010</c:v>
                </c:pt>
                <c:pt idx="133">
                  <c:v>26010</c:v>
                </c:pt>
                <c:pt idx="134">
                  <c:v>26010</c:v>
                </c:pt>
                <c:pt idx="135">
                  <c:v>26010</c:v>
                </c:pt>
                <c:pt idx="136">
                  <c:v>26010</c:v>
                </c:pt>
                <c:pt idx="137">
                  <c:v>26010</c:v>
                </c:pt>
                <c:pt idx="138">
                  <c:v>26010</c:v>
                </c:pt>
                <c:pt idx="139">
                  <c:v>26010</c:v>
                </c:pt>
                <c:pt idx="140">
                  <c:v>26010</c:v>
                </c:pt>
                <c:pt idx="141">
                  <c:v>26010</c:v>
                </c:pt>
                <c:pt idx="142">
                  <c:v>26010</c:v>
                </c:pt>
                <c:pt idx="143">
                  <c:v>26010</c:v>
                </c:pt>
                <c:pt idx="144">
                  <c:v>26010</c:v>
                </c:pt>
                <c:pt idx="145">
                  <c:v>26010</c:v>
                </c:pt>
                <c:pt idx="146">
                  <c:v>26010</c:v>
                </c:pt>
                <c:pt idx="147">
                  <c:v>26010</c:v>
                </c:pt>
                <c:pt idx="148">
                  <c:v>26010</c:v>
                </c:pt>
                <c:pt idx="149">
                  <c:v>26310</c:v>
                </c:pt>
                <c:pt idx="150">
                  <c:v>26310</c:v>
                </c:pt>
                <c:pt idx="151">
                  <c:v>26310</c:v>
                </c:pt>
                <c:pt idx="152">
                  <c:v>26310</c:v>
                </c:pt>
                <c:pt idx="153">
                  <c:v>26310</c:v>
                </c:pt>
                <c:pt idx="154">
                  <c:v>26310</c:v>
                </c:pt>
                <c:pt idx="155">
                  <c:v>26310</c:v>
                </c:pt>
                <c:pt idx="156">
                  <c:v>26310</c:v>
                </c:pt>
                <c:pt idx="157">
                  <c:v>26510</c:v>
                </c:pt>
                <c:pt idx="158">
                  <c:v>26510</c:v>
                </c:pt>
                <c:pt idx="159">
                  <c:v>26510</c:v>
                </c:pt>
                <c:pt idx="160">
                  <c:v>26510</c:v>
                </c:pt>
                <c:pt idx="161">
                  <c:v>26510</c:v>
                </c:pt>
                <c:pt idx="162">
                  <c:v>26510</c:v>
                </c:pt>
                <c:pt idx="163">
                  <c:v>26510</c:v>
                </c:pt>
                <c:pt idx="164">
                  <c:v>26510</c:v>
                </c:pt>
                <c:pt idx="165">
                  <c:v>26510</c:v>
                </c:pt>
                <c:pt idx="166">
                  <c:v>26510</c:v>
                </c:pt>
                <c:pt idx="167">
                  <c:v>26510</c:v>
                </c:pt>
                <c:pt idx="168">
                  <c:v>26510</c:v>
                </c:pt>
                <c:pt idx="169">
                  <c:v>26510</c:v>
                </c:pt>
                <c:pt idx="170">
                  <c:v>26510</c:v>
                </c:pt>
                <c:pt idx="171">
                  <c:v>26510</c:v>
                </c:pt>
                <c:pt idx="172">
                  <c:v>26510</c:v>
                </c:pt>
                <c:pt idx="173">
                  <c:v>26510</c:v>
                </c:pt>
                <c:pt idx="174">
                  <c:v>26510</c:v>
                </c:pt>
                <c:pt idx="175">
                  <c:v>26510</c:v>
                </c:pt>
                <c:pt idx="176">
                  <c:v>26510</c:v>
                </c:pt>
                <c:pt idx="177">
                  <c:v>26510</c:v>
                </c:pt>
                <c:pt idx="178">
                  <c:v>26510</c:v>
                </c:pt>
                <c:pt idx="179">
                  <c:v>26510</c:v>
                </c:pt>
                <c:pt idx="180">
                  <c:v>26510</c:v>
                </c:pt>
                <c:pt idx="181">
                  <c:v>26510</c:v>
                </c:pt>
                <c:pt idx="182">
                  <c:v>26510</c:v>
                </c:pt>
                <c:pt idx="183">
                  <c:v>26010</c:v>
                </c:pt>
                <c:pt idx="184">
                  <c:v>26010</c:v>
                </c:pt>
                <c:pt idx="185">
                  <c:v>26010</c:v>
                </c:pt>
                <c:pt idx="186">
                  <c:v>26010</c:v>
                </c:pt>
                <c:pt idx="187">
                  <c:v>26010</c:v>
                </c:pt>
                <c:pt idx="188">
                  <c:v>26010</c:v>
                </c:pt>
                <c:pt idx="189">
                  <c:v>26010</c:v>
                </c:pt>
                <c:pt idx="190">
                  <c:v>26010</c:v>
                </c:pt>
                <c:pt idx="191">
                  <c:v>26010</c:v>
                </c:pt>
                <c:pt idx="192">
                  <c:v>26010</c:v>
                </c:pt>
                <c:pt idx="193">
                  <c:v>26010</c:v>
                </c:pt>
                <c:pt idx="194">
                  <c:v>26010</c:v>
                </c:pt>
                <c:pt idx="195">
                  <c:v>26010</c:v>
                </c:pt>
                <c:pt idx="196">
                  <c:v>26010</c:v>
                </c:pt>
                <c:pt idx="197">
                  <c:v>26010</c:v>
                </c:pt>
                <c:pt idx="198">
                  <c:v>26010</c:v>
                </c:pt>
                <c:pt idx="199">
                  <c:v>26010</c:v>
                </c:pt>
                <c:pt idx="200">
                  <c:v>26010</c:v>
                </c:pt>
                <c:pt idx="201">
                  <c:v>26010</c:v>
                </c:pt>
                <c:pt idx="202">
                  <c:v>26010</c:v>
                </c:pt>
                <c:pt idx="203">
                  <c:v>26010</c:v>
                </c:pt>
                <c:pt idx="204">
                  <c:v>26010</c:v>
                </c:pt>
                <c:pt idx="205">
                  <c:v>26010</c:v>
                </c:pt>
                <c:pt idx="206">
                  <c:v>26010</c:v>
                </c:pt>
                <c:pt idx="207">
                  <c:v>26010</c:v>
                </c:pt>
                <c:pt idx="208">
                  <c:v>26010</c:v>
                </c:pt>
                <c:pt idx="209">
                  <c:v>26010</c:v>
                </c:pt>
                <c:pt idx="210">
                  <c:v>26010</c:v>
                </c:pt>
                <c:pt idx="211">
                  <c:v>26010</c:v>
                </c:pt>
                <c:pt idx="212">
                  <c:v>26010</c:v>
                </c:pt>
                <c:pt idx="213">
                  <c:v>26010</c:v>
                </c:pt>
                <c:pt idx="214">
                  <c:v>26010</c:v>
                </c:pt>
                <c:pt idx="215">
                  <c:v>26010</c:v>
                </c:pt>
                <c:pt idx="216">
                  <c:v>26010</c:v>
                </c:pt>
                <c:pt idx="217">
                  <c:v>26010</c:v>
                </c:pt>
                <c:pt idx="218">
                  <c:v>26010</c:v>
                </c:pt>
                <c:pt idx="219">
                  <c:v>26010</c:v>
                </c:pt>
                <c:pt idx="220">
                  <c:v>26010</c:v>
                </c:pt>
                <c:pt idx="221">
                  <c:v>26010</c:v>
                </c:pt>
                <c:pt idx="222">
                  <c:v>26010</c:v>
                </c:pt>
                <c:pt idx="223">
                  <c:v>26010</c:v>
                </c:pt>
                <c:pt idx="224">
                  <c:v>26010</c:v>
                </c:pt>
                <c:pt idx="225">
                  <c:v>26010</c:v>
                </c:pt>
                <c:pt idx="226">
                  <c:v>26010</c:v>
                </c:pt>
                <c:pt idx="227">
                  <c:v>26010</c:v>
                </c:pt>
                <c:pt idx="228">
                  <c:v>26010</c:v>
                </c:pt>
                <c:pt idx="229">
                  <c:v>26010</c:v>
                </c:pt>
                <c:pt idx="230">
                  <c:v>26010</c:v>
                </c:pt>
                <c:pt idx="231">
                  <c:v>26010</c:v>
                </c:pt>
                <c:pt idx="232">
                  <c:v>26010</c:v>
                </c:pt>
                <c:pt idx="233">
                  <c:v>26010</c:v>
                </c:pt>
                <c:pt idx="234">
                  <c:v>26010</c:v>
                </c:pt>
                <c:pt idx="235">
                  <c:v>26010</c:v>
                </c:pt>
                <c:pt idx="236">
                  <c:v>26010</c:v>
                </c:pt>
                <c:pt idx="237">
                  <c:v>26010</c:v>
                </c:pt>
                <c:pt idx="238">
                  <c:v>26010</c:v>
                </c:pt>
                <c:pt idx="239">
                  <c:v>26010</c:v>
                </c:pt>
                <c:pt idx="240">
                  <c:v>26010</c:v>
                </c:pt>
                <c:pt idx="241">
                  <c:v>26010</c:v>
                </c:pt>
                <c:pt idx="242">
                  <c:v>26010</c:v>
                </c:pt>
                <c:pt idx="243">
                  <c:v>26010</c:v>
                </c:pt>
                <c:pt idx="244">
                  <c:v>26010</c:v>
                </c:pt>
                <c:pt idx="245">
                  <c:v>26010</c:v>
                </c:pt>
                <c:pt idx="246">
                  <c:v>26010</c:v>
                </c:pt>
                <c:pt idx="247">
                  <c:v>26010</c:v>
                </c:pt>
                <c:pt idx="248">
                  <c:v>26010</c:v>
                </c:pt>
                <c:pt idx="249">
                  <c:v>26010</c:v>
                </c:pt>
                <c:pt idx="250">
                  <c:v>26010</c:v>
                </c:pt>
                <c:pt idx="251">
                  <c:v>26010</c:v>
                </c:pt>
                <c:pt idx="252">
                  <c:v>26010</c:v>
                </c:pt>
                <c:pt idx="253">
                  <c:v>26010</c:v>
                </c:pt>
                <c:pt idx="254">
                  <c:v>26010</c:v>
                </c:pt>
                <c:pt idx="255">
                  <c:v>26010</c:v>
                </c:pt>
                <c:pt idx="256">
                  <c:v>26010</c:v>
                </c:pt>
                <c:pt idx="257">
                  <c:v>26010</c:v>
                </c:pt>
                <c:pt idx="258">
                  <c:v>26010</c:v>
                </c:pt>
                <c:pt idx="259">
                  <c:v>26010</c:v>
                </c:pt>
                <c:pt idx="260">
                  <c:v>26010</c:v>
                </c:pt>
                <c:pt idx="261">
                  <c:v>26510</c:v>
                </c:pt>
                <c:pt idx="262">
                  <c:v>26510</c:v>
                </c:pt>
                <c:pt idx="263">
                  <c:v>26510</c:v>
                </c:pt>
                <c:pt idx="264">
                  <c:v>26510</c:v>
                </c:pt>
                <c:pt idx="265">
                  <c:v>26510</c:v>
                </c:pt>
                <c:pt idx="266">
                  <c:v>26510</c:v>
                </c:pt>
                <c:pt idx="267">
                  <c:v>26510</c:v>
                </c:pt>
                <c:pt idx="268">
                  <c:v>26510</c:v>
                </c:pt>
                <c:pt idx="269">
                  <c:v>26510</c:v>
                </c:pt>
                <c:pt idx="270">
                  <c:v>26510</c:v>
                </c:pt>
                <c:pt idx="271">
                  <c:v>26510</c:v>
                </c:pt>
                <c:pt idx="272">
                  <c:v>26510</c:v>
                </c:pt>
                <c:pt idx="273">
                  <c:v>26510</c:v>
                </c:pt>
                <c:pt idx="274">
                  <c:v>26510</c:v>
                </c:pt>
                <c:pt idx="275">
                  <c:v>26510</c:v>
                </c:pt>
                <c:pt idx="276">
                  <c:v>26510</c:v>
                </c:pt>
                <c:pt idx="277">
                  <c:v>26510</c:v>
                </c:pt>
                <c:pt idx="278">
                  <c:v>26510</c:v>
                </c:pt>
                <c:pt idx="279">
                  <c:v>26510</c:v>
                </c:pt>
                <c:pt idx="280">
                  <c:v>26510</c:v>
                </c:pt>
                <c:pt idx="281">
                  <c:v>26510</c:v>
                </c:pt>
                <c:pt idx="282">
                  <c:v>26510</c:v>
                </c:pt>
                <c:pt idx="283">
                  <c:v>27210</c:v>
                </c:pt>
                <c:pt idx="284">
                  <c:v>27210</c:v>
                </c:pt>
                <c:pt idx="285">
                  <c:v>27210</c:v>
                </c:pt>
                <c:pt idx="286">
                  <c:v>27210</c:v>
                </c:pt>
                <c:pt idx="287">
                  <c:v>27210</c:v>
                </c:pt>
                <c:pt idx="288">
                  <c:v>27210</c:v>
                </c:pt>
                <c:pt idx="289">
                  <c:v>27210</c:v>
                </c:pt>
                <c:pt idx="290">
                  <c:v>27210</c:v>
                </c:pt>
                <c:pt idx="291">
                  <c:v>27210</c:v>
                </c:pt>
                <c:pt idx="292">
                  <c:v>27210</c:v>
                </c:pt>
                <c:pt idx="293">
                  <c:v>27210</c:v>
                </c:pt>
                <c:pt idx="294">
                  <c:v>27210</c:v>
                </c:pt>
                <c:pt idx="295">
                  <c:v>28510</c:v>
                </c:pt>
                <c:pt idx="296">
                  <c:v>28510</c:v>
                </c:pt>
                <c:pt idx="297">
                  <c:v>28510</c:v>
                </c:pt>
                <c:pt idx="298">
                  <c:v>28510</c:v>
                </c:pt>
                <c:pt idx="299">
                  <c:v>28510</c:v>
                </c:pt>
                <c:pt idx="300">
                  <c:v>28510</c:v>
                </c:pt>
                <c:pt idx="301">
                  <c:v>28510</c:v>
                </c:pt>
                <c:pt idx="302">
                  <c:v>28510</c:v>
                </c:pt>
                <c:pt idx="303">
                  <c:v>28510</c:v>
                </c:pt>
                <c:pt idx="304">
                  <c:v>29010</c:v>
                </c:pt>
                <c:pt idx="305">
                  <c:v>29010</c:v>
                </c:pt>
                <c:pt idx="306">
                  <c:v>29010</c:v>
                </c:pt>
                <c:pt idx="307">
                  <c:v>29010</c:v>
                </c:pt>
                <c:pt idx="308">
                  <c:v>29010</c:v>
                </c:pt>
                <c:pt idx="309">
                  <c:v>29010</c:v>
                </c:pt>
                <c:pt idx="310">
                  <c:v>29010</c:v>
                </c:pt>
                <c:pt idx="311">
                  <c:v>29010</c:v>
                </c:pt>
                <c:pt idx="312">
                  <c:v>29010</c:v>
                </c:pt>
                <c:pt idx="313">
                  <c:v>29010</c:v>
                </c:pt>
                <c:pt idx="314">
                  <c:v>29010</c:v>
                </c:pt>
                <c:pt idx="315">
                  <c:v>29010</c:v>
                </c:pt>
                <c:pt idx="316">
                  <c:v>29510</c:v>
                </c:pt>
                <c:pt idx="317">
                  <c:v>29510</c:v>
                </c:pt>
                <c:pt idx="318">
                  <c:v>29510</c:v>
                </c:pt>
                <c:pt idx="319">
                  <c:v>29510</c:v>
                </c:pt>
                <c:pt idx="320">
                  <c:v>29510</c:v>
                </c:pt>
                <c:pt idx="321">
                  <c:v>29510</c:v>
                </c:pt>
                <c:pt idx="322">
                  <c:v>29510</c:v>
                </c:pt>
                <c:pt idx="323">
                  <c:v>29510</c:v>
                </c:pt>
                <c:pt idx="324">
                  <c:v>29510</c:v>
                </c:pt>
                <c:pt idx="325">
                  <c:v>29510</c:v>
                </c:pt>
                <c:pt idx="326">
                  <c:v>29510</c:v>
                </c:pt>
                <c:pt idx="327">
                  <c:v>29510</c:v>
                </c:pt>
                <c:pt idx="328">
                  <c:v>29510</c:v>
                </c:pt>
                <c:pt idx="329">
                  <c:v>29510</c:v>
                </c:pt>
                <c:pt idx="330">
                  <c:v>29510</c:v>
                </c:pt>
                <c:pt idx="331">
                  <c:v>29510</c:v>
                </c:pt>
                <c:pt idx="332">
                  <c:v>29510</c:v>
                </c:pt>
                <c:pt idx="333">
                  <c:v>29510</c:v>
                </c:pt>
                <c:pt idx="334">
                  <c:v>29510</c:v>
                </c:pt>
                <c:pt idx="335">
                  <c:v>29510</c:v>
                </c:pt>
                <c:pt idx="336">
                  <c:v>29510</c:v>
                </c:pt>
                <c:pt idx="337">
                  <c:v>29510</c:v>
                </c:pt>
                <c:pt idx="338">
                  <c:v>29510</c:v>
                </c:pt>
                <c:pt idx="339">
                  <c:v>29510</c:v>
                </c:pt>
                <c:pt idx="340">
                  <c:v>29510</c:v>
                </c:pt>
                <c:pt idx="341">
                  <c:v>29510</c:v>
                </c:pt>
                <c:pt idx="342">
                  <c:v>29510</c:v>
                </c:pt>
                <c:pt idx="343">
                  <c:v>29510</c:v>
                </c:pt>
                <c:pt idx="344">
                  <c:v>29510</c:v>
                </c:pt>
                <c:pt idx="345">
                  <c:v>29510</c:v>
                </c:pt>
                <c:pt idx="346">
                  <c:v>29510</c:v>
                </c:pt>
                <c:pt idx="347">
                  <c:v>29510</c:v>
                </c:pt>
                <c:pt idx="348">
                  <c:v>29510</c:v>
                </c:pt>
                <c:pt idx="349">
                  <c:v>29510</c:v>
                </c:pt>
                <c:pt idx="350">
                  <c:v>29510</c:v>
                </c:pt>
                <c:pt idx="351">
                  <c:v>29510</c:v>
                </c:pt>
                <c:pt idx="352">
                  <c:v>29510</c:v>
                </c:pt>
                <c:pt idx="353">
                  <c:v>29510</c:v>
                </c:pt>
                <c:pt idx="354">
                  <c:v>29510</c:v>
                </c:pt>
                <c:pt idx="355">
                  <c:v>29510</c:v>
                </c:pt>
                <c:pt idx="356">
                  <c:v>29510</c:v>
                </c:pt>
                <c:pt idx="357">
                  <c:v>29510</c:v>
                </c:pt>
                <c:pt idx="358">
                  <c:v>29510</c:v>
                </c:pt>
                <c:pt idx="359">
                  <c:v>29510</c:v>
                </c:pt>
                <c:pt idx="360">
                  <c:v>29510</c:v>
                </c:pt>
                <c:pt idx="361">
                  <c:v>29510</c:v>
                </c:pt>
                <c:pt idx="362">
                  <c:v>29510</c:v>
                </c:pt>
                <c:pt idx="363">
                  <c:v>29510</c:v>
                </c:pt>
                <c:pt idx="364">
                  <c:v>29510</c:v>
                </c:pt>
                <c:pt idx="365">
                  <c:v>29510</c:v>
                </c:pt>
                <c:pt idx="366">
                  <c:v>29510</c:v>
                </c:pt>
                <c:pt idx="367">
                  <c:v>29510</c:v>
                </c:pt>
                <c:pt idx="368">
                  <c:v>29510</c:v>
                </c:pt>
                <c:pt idx="369">
                  <c:v>27010</c:v>
                </c:pt>
                <c:pt idx="370">
                  <c:v>27010</c:v>
                </c:pt>
                <c:pt idx="371">
                  <c:v>27010</c:v>
                </c:pt>
                <c:pt idx="372">
                  <c:v>27010</c:v>
                </c:pt>
                <c:pt idx="373">
                  <c:v>27010</c:v>
                </c:pt>
                <c:pt idx="374">
                  <c:v>27010</c:v>
                </c:pt>
                <c:pt idx="375">
                  <c:v>27010</c:v>
                </c:pt>
                <c:pt idx="376">
                  <c:v>27010</c:v>
                </c:pt>
                <c:pt idx="377">
                  <c:v>27010</c:v>
                </c:pt>
                <c:pt idx="378">
                  <c:v>27010</c:v>
                </c:pt>
                <c:pt idx="379">
                  <c:v>27010</c:v>
                </c:pt>
                <c:pt idx="380">
                  <c:v>27010</c:v>
                </c:pt>
                <c:pt idx="381">
                  <c:v>27010</c:v>
                </c:pt>
                <c:pt idx="382">
                  <c:v>27010</c:v>
                </c:pt>
                <c:pt idx="383">
                  <c:v>27010</c:v>
                </c:pt>
                <c:pt idx="384">
                  <c:v>27010</c:v>
                </c:pt>
                <c:pt idx="385">
                  <c:v>27010</c:v>
                </c:pt>
                <c:pt idx="386">
                  <c:v>27010</c:v>
                </c:pt>
                <c:pt idx="387">
                  <c:v>27010</c:v>
                </c:pt>
                <c:pt idx="388">
                  <c:v>27010</c:v>
                </c:pt>
                <c:pt idx="389">
                  <c:v>27010</c:v>
                </c:pt>
                <c:pt idx="390">
                  <c:v>27010</c:v>
                </c:pt>
                <c:pt idx="391">
                  <c:v>27010</c:v>
                </c:pt>
                <c:pt idx="392">
                  <c:v>27010</c:v>
                </c:pt>
                <c:pt idx="393">
                  <c:v>27010</c:v>
                </c:pt>
                <c:pt idx="394">
                  <c:v>27010</c:v>
                </c:pt>
                <c:pt idx="395">
                  <c:v>27010</c:v>
                </c:pt>
                <c:pt idx="396">
                  <c:v>27010</c:v>
                </c:pt>
                <c:pt idx="397">
                  <c:v>27010</c:v>
                </c:pt>
                <c:pt idx="398">
                  <c:v>27010</c:v>
                </c:pt>
                <c:pt idx="399">
                  <c:v>27010</c:v>
                </c:pt>
                <c:pt idx="400">
                  <c:v>26100</c:v>
                </c:pt>
                <c:pt idx="401">
                  <c:v>26100</c:v>
                </c:pt>
                <c:pt idx="402">
                  <c:v>28500</c:v>
                </c:pt>
                <c:pt idx="403">
                  <c:v>28500</c:v>
                </c:pt>
                <c:pt idx="404">
                  <c:v>28500</c:v>
                </c:pt>
                <c:pt idx="405">
                  <c:v>28500</c:v>
                </c:pt>
                <c:pt idx="406">
                  <c:v>28500</c:v>
                </c:pt>
                <c:pt idx="407">
                  <c:v>28500</c:v>
                </c:pt>
                <c:pt idx="408">
                  <c:v>28500</c:v>
                </c:pt>
                <c:pt idx="409">
                  <c:v>28500</c:v>
                </c:pt>
                <c:pt idx="410">
                  <c:v>28500</c:v>
                </c:pt>
                <c:pt idx="411">
                  <c:v>28500</c:v>
                </c:pt>
                <c:pt idx="412">
                  <c:v>28500</c:v>
                </c:pt>
                <c:pt idx="413">
                  <c:v>28500</c:v>
                </c:pt>
                <c:pt idx="414">
                  <c:v>28500</c:v>
                </c:pt>
                <c:pt idx="415">
                  <c:v>28500</c:v>
                </c:pt>
                <c:pt idx="416">
                  <c:v>28500</c:v>
                </c:pt>
                <c:pt idx="417">
                  <c:v>28500</c:v>
                </c:pt>
                <c:pt idx="418">
                  <c:v>28500</c:v>
                </c:pt>
                <c:pt idx="419">
                  <c:v>28500</c:v>
                </c:pt>
                <c:pt idx="420">
                  <c:v>28500</c:v>
                </c:pt>
                <c:pt idx="421">
                  <c:v>28500</c:v>
                </c:pt>
                <c:pt idx="422">
                  <c:v>28500</c:v>
                </c:pt>
                <c:pt idx="423">
                  <c:v>28500</c:v>
                </c:pt>
                <c:pt idx="424">
                  <c:v>28500</c:v>
                </c:pt>
                <c:pt idx="425">
                  <c:v>28500</c:v>
                </c:pt>
                <c:pt idx="426">
                  <c:v>28500</c:v>
                </c:pt>
                <c:pt idx="427">
                  <c:v>28500</c:v>
                </c:pt>
                <c:pt idx="428">
                  <c:v>28500</c:v>
                </c:pt>
                <c:pt idx="429">
                  <c:v>28500</c:v>
                </c:pt>
                <c:pt idx="430">
                  <c:v>28500</c:v>
                </c:pt>
                <c:pt idx="431">
                  <c:v>28500</c:v>
                </c:pt>
                <c:pt idx="432">
                  <c:v>28500</c:v>
                </c:pt>
                <c:pt idx="433">
                  <c:v>28500</c:v>
                </c:pt>
                <c:pt idx="434">
                  <c:v>28500</c:v>
                </c:pt>
                <c:pt idx="435">
                  <c:v>28500</c:v>
                </c:pt>
                <c:pt idx="436">
                  <c:v>28500</c:v>
                </c:pt>
                <c:pt idx="437">
                  <c:v>29500</c:v>
                </c:pt>
                <c:pt idx="438">
                  <c:v>29500</c:v>
                </c:pt>
                <c:pt idx="439">
                  <c:v>29500</c:v>
                </c:pt>
                <c:pt idx="440">
                  <c:v>29500</c:v>
                </c:pt>
                <c:pt idx="441">
                  <c:v>29500</c:v>
                </c:pt>
                <c:pt idx="442">
                  <c:v>29500</c:v>
                </c:pt>
                <c:pt idx="443">
                  <c:v>29500</c:v>
                </c:pt>
                <c:pt idx="444">
                  <c:v>29500</c:v>
                </c:pt>
                <c:pt idx="445">
                  <c:v>29500</c:v>
                </c:pt>
                <c:pt idx="446">
                  <c:v>29500</c:v>
                </c:pt>
                <c:pt idx="447">
                  <c:v>29500</c:v>
                </c:pt>
                <c:pt idx="448">
                  <c:v>29500</c:v>
                </c:pt>
                <c:pt idx="449">
                  <c:v>29500</c:v>
                </c:pt>
                <c:pt idx="450">
                  <c:v>29500</c:v>
                </c:pt>
                <c:pt idx="451">
                  <c:v>29500</c:v>
                </c:pt>
                <c:pt idx="452">
                  <c:v>29500</c:v>
                </c:pt>
                <c:pt idx="453">
                  <c:v>29500</c:v>
                </c:pt>
                <c:pt idx="454">
                  <c:v>29500</c:v>
                </c:pt>
                <c:pt idx="455">
                  <c:v>29500</c:v>
                </c:pt>
                <c:pt idx="456">
                  <c:v>29500</c:v>
                </c:pt>
                <c:pt idx="457">
                  <c:v>29500</c:v>
                </c:pt>
                <c:pt idx="458">
                  <c:v>29500</c:v>
                </c:pt>
                <c:pt idx="459">
                  <c:v>29500</c:v>
                </c:pt>
                <c:pt idx="460">
                  <c:v>29500</c:v>
                </c:pt>
                <c:pt idx="461">
                  <c:v>29500</c:v>
                </c:pt>
                <c:pt idx="462">
                  <c:v>29500</c:v>
                </c:pt>
                <c:pt idx="463">
                  <c:v>29500</c:v>
                </c:pt>
                <c:pt idx="464">
                  <c:v>29000</c:v>
                </c:pt>
                <c:pt idx="465">
                  <c:v>29000</c:v>
                </c:pt>
                <c:pt idx="466">
                  <c:v>29000</c:v>
                </c:pt>
                <c:pt idx="467">
                  <c:v>29000</c:v>
                </c:pt>
                <c:pt idx="468">
                  <c:v>29000</c:v>
                </c:pt>
                <c:pt idx="469">
                  <c:v>29000</c:v>
                </c:pt>
                <c:pt idx="470">
                  <c:v>29000</c:v>
                </c:pt>
                <c:pt idx="471">
                  <c:v>29000</c:v>
                </c:pt>
                <c:pt idx="472">
                  <c:v>29000</c:v>
                </c:pt>
                <c:pt idx="473">
                  <c:v>29000</c:v>
                </c:pt>
                <c:pt idx="474">
                  <c:v>29000</c:v>
                </c:pt>
                <c:pt idx="475">
                  <c:v>29000</c:v>
                </c:pt>
                <c:pt idx="476">
                  <c:v>29000</c:v>
                </c:pt>
                <c:pt idx="477">
                  <c:v>29000</c:v>
                </c:pt>
                <c:pt idx="478">
                  <c:v>29000</c:v>
                </c:pt>
                <c:pt idx="479">
                  <c:v>29000</c:v>
                </c:pt>
                <c:pt idx="480">
                  <c:v>29000</c:v>
                </c:pt>
                <c:pt idx="481">
                  <c:v>29000</c:v>
                </c:pt>
                <c:pt idx="482">
                  <c:v>29000</c:v>
                </c:pt>
                <c:pt idx="483">
                  <c:v>29000</c:v>
                </c:pt>
                <c:pt idx="484">
                  <c:v>29000</c:v>
                </c:pt>
                <c:pt idx="485">
                  <c:v>29000</c:v>
                </c:pt>
                <c:pt idx="486">
                  <c:v>29000</c:v>
                </c:pt>
                <c:pt idx="487">
                  <c:v>29000</c:v>
                </c:pt>
                <c:pt idx="488">
                  <c:v>29000</c:v>
                </c:pt>
                <c:pt idx="489">
                  <c:v>29000</c:v>
                </c:pt>
                <c:pt idx="490">
                  <c:v>29000</c:v>
                </c:pt>
                <c:pt idx="491">
                  <c:v>29000</c:v>
                </c:pt>
                <c:pt idx="492">
                  <c:v>29000</c:v>
                </c:pt>
                <c:pt idx="493">
                  <c:v>29000</c:v>
                </c:pt>
                <c:pt idx="494">
                  <c:v>29000</c:v>
                </c:pt>
                <c:pt idx="495">
                  <c:v>29000</c:v>
                </c:pt>
                <c:pt idx="496">
                  <c:v>29000</c:v>
                </c:pt>
                <c:pt idx="497">
                  <c:v>29000</c:v>
                </c:pt>
                <c:pt idx="498">
                  <c:v>29000</c:v>
                </c:pt>
                <c:pt idx="499">
                  <c:v>29000</c:v>
                </c:pt>
                <c:pt idx="500">
                  <c:v>29000</c:v>
                </c:pt>
                <c:pt idx="501">
                  <c:v>29000</c:v>
                </c:pt>
                <c:pt idx="502">
                  <c:v>29000</c:v>
                </c:pt>
                <c:pt idx="503">
                  <c:v>29000</c:v>
                </c:pt>
                <c:pt idx="504">
                  <c:v>29000</c:v>
                </c:pt>
                <c:pt idx="505">
                  <c:v>29000</c:v>
                </c:pt>
                <c:pt idx="506">
                  <c:v>29000</c:v>
                </c:pt>
                <c:pt idx="507">
                  <c:v>29000</c:v>
                </c:pt>
                <c:pt idx="508">
                  <c:v>29000</c:v>
                </c:pt>
                <c:pt idx="509">
                  <c:v>29000</c:v>
                </c:pt>
                <c:pt idx="510">
                  <c:v>29000</c:v>
                </c:pt>
                <c:pt idx="511">
                  <c:v>29000</c:v>
                </c:pt>
                <c:pt idx="512">
                  <c:v>29000</c:v>
                </c:pt>
                <c:pt idx="513">
                  <c:v>29000</c:v>
                </c:pt>
                <c:pt idx="514">
                  <c:v>29000</c:v>
                </c:pt>
                <c:pt idx="515">
                  <c:v>29000</c:v>
                </c:pt>
                <c:pt idx="516">
                  <c:v>29000</c:v>
                </c:pt>
                <c:pt idx="517">
                  <c:v>29000</c:v>
                </c:pt>
                <c:pt idx="518">
                  <c:v>29000</c:v>
                </c:pt>
                <c:pt idx="519">
                  <c:v>29200</c:v>
                </c:pt>
                <c:pt idx="520">
                  <c:v>29200</c:v>
                </c:pt>
                <c:pt idx="521">
                  <c:v>29200</c:v>
                </c:pt>
                <c:pt idx="522">
                  <c:v>29200</c:v>
                </c:pt>
                <c:pt idx="523">
                  <c:v>29200</c:v>
                </c:pt>
                <c:pt idx="524">
                  <c:v>29200</c:v>
                </c:pt>
                <c:pt idx="525">
                  <c:v>29200</c:v>
                </c:pt>
                <c:pt idx="526">
                  <c:v>29200</c:v>
                </c:pt>
                <c:pt idx="527">
                  <c:v>29200</c:v>
                </c:pt>
                <c:pt idx="528">
                  <c:v>29200</c:v>
                </c:pt>
                <c:pt idx="529">
                  <c:v>29200</c:v>
                </c:pt>
                <c:pt idx="530">
                  <c:v>29200</c:v>
                </c:pt>
                <c:pt idx="531">
                  <c:v>29200</c:v>
                </c:pt>
                <c:pt idx="532">
                  <c:v>29200</c:v>
                </c:pt>
                <c:pt idx="533">
                  <c:v>29200</c:v>
                </c:pt>
                <c:pt idx="534">
                  <c:v>29200</c:v>
                </c:pt>
                <c:pt idx="535">
                  <c:v>29200</c:v>
                </c:pt>
                <c:pt idx="536">
                  <c:v>29200</c:v>
                </c:pt>
                <c:pt idx="537">
                  <c:v>29200</c:v>
                </c:pt>
                <c:pt idx="538">
                  <c:v>29200</c:v>
                </c:pt>
                <c:pt idx="539">
                  <c:v>29200</c:v>
                </c:pt>
                <c:pt idx="540">
                  <c:v>29200</c:v>
                </c:pt>
                <c:pt idx="541">
                  <c:v>29200</c:v>
                </c:pt>
                <c:pt idx="542">
                  <c:v>29200</c:v>
                </c:pt>
                <c:pt idx="543">
                  <c:v>29200</c:v>
                </c:pt>
                <c:pt idx="544">
                  <c:v>29200</c:v>
                </c:pt>
                <c:pt idx="545">
                  <c:v>29200</c:v>
                </c:pt>
                <c:pt idx="546">
                  <c:v>29200</c:v>
                </c:pt>
                <c:pt idx="547">
                  <c:v>29200</c:v>
                </c:pt>
                <c:pt idx="548">
                  <c:v>29200</c:v>
                </c:pt>
                <c:pt idx="549">
                  <c:v>29200</c:v>
                </c:pt>
                <c:pt idx="550">
                  <c:v>29200</c:v>
                </c:pt>
                <c:pt idx="551">
                  <c:v>29200</c:v>
                </c:pt>
                <c:pt idx="552">
                  <c:v>29200</c:v>
                </c:pt>
                <c:pt idx="553">
                  <c:v>29200</c:v>
                </c:pt>
                <c:pt idx="554">
                  <c:v>29200</c:v>
                </c:pt>
                <c:pt idx="555">
                  <c:v>29200</c:v>
                </c:pt>
                <c:pt idx="556">
                  <c:v>29200</c:v>
                </c:pt>
                <c:pt idx="557">
                  <c:v>29200</c:v>
                </c:pt>
                <c:pt idx="558">
                  <c:v>29200</c:v>
                </c:pt>
                <c:pt idx="559">
                  <c:v>29200</c:v>
                </c:pt>
                <c:pt idx="560">
                  <c:v>29200</c:v>
                </c:pt>
                <c:pt idx="561">
                  <c:v>29200</c:v>
                </c:pt>
                <c:pt idx="562">
                  <c:v>29200</c:v>
                </c:pt>
                <c:pt idx="563">
                  <c:v>29200</c:v>
                </c:pt>
                <c:pt idx="564">
                  <c:v>29200</c:v>
                </c:pt>
                <c:pt idx="565">
                  <c:v>29200</c:v>
                </c:pt>
                <c:pt idx="566">
                  <c:v>29200</c:v>
                </c:pt>
                <c:pt idx="567">
                  <c:v>29200</c:v>
                </c:pt>
                <c:pt idx="568">
                  <c:v>29200</c:v>
                </c:pt>
                <c:pt idx="569">
                  <c:v>29200</c:v>
                </c:pt>
                <c:pt idx="570">
                  <c:v>29200</c:v>
                </c:pt>
                <c:pt idx="571">
                  <c:v>29200</c:v>
                </c:pt>
                <c:pt idx="572">
                  <c:v>29200</c:v>
                </c:pt>
                <c:pt idx="573">
                  <c:v>29200</c:v>
                </c:pt>
                <c:pt idx="574">
                  <c:v>29200</c:v>
                </c:pt>
                <c:pt idx="575">
                  <c:v>29200</c:v>
                </c:pt>
                <c:pt idx="576">
                  <c:v>29200</c:v>
                </c:pt>
                <c:pt idx="577">
                  <c:v>29200</c:v>
                </c:pt>
                <c:pt idx="578">
                  <c:v>29200</c:v>
                </c:pt>
                <c:pt idx="579">
                  <c:v>29200</c:v>
                </c:pt>
                <c:pt idx="580">
                  <c:v>29200</c:v>
                </c:pt>
                <c:pt idx="581">
                  <c:v>29200</c:v>
                </c:pt>
                <c:pt idx="582">
                  <c:v>29200</c:v>
                </c:pt>
                <c:pt idx="583">
                  <c:v>29200</c:v>
                </c:pt>
                <c:pt idx="584">
                  <c:v>29200</c:v>
                </c:pt>
                <c:pt idx="585">
                  <c:v>29200</c:v>
                </c:pt>
                <c:pt idx="586">
                  <c:v>29200</c:v>
                </c:pt>
                <c:pt idx="587">
                  <c:v>29200</c:v>
                </c:pt>
                <c:pt idx="588">
                  <c:v>29200</c:v>
                </c:pt>
                <c:pt idx="589">
                  <c:v>29200</c:v>
                </c:pt>
                <c:pt idx="590">
                  <c:v>29200</c:v>
                </c:pt>
                <c:pt idx="591">
                  <c:v>29200</c:v>
                </c:pt>
                <c:pt idx="592">
                  <c:v>29200</c:v>
                </c:pt>
                <c:pt idx="593">
                  <c:v>29200</c:v>
                </c:pt>
                <c:pt idx="594">
                  <c:v>29200</c:v>
                </c:pt>
                <c:pt idx="595">
                  <c:v>29200</c:v>
                </c:pt>
                <c:pt idx="596">
                  <c:v>29200</c:v>
                </c:pt>
                <c:pt idx="597">
                  <c:v>29200</c:v>
                </c:pt>
                <c:pt idx="598">
                  <c:v>29200</c:v>
                </c:pt>
                <c:pt idx="599">
                  <c:v>29200</c:v>
                </c:pt>
                <c:pt idx="600">
                  <c:v>29200</c:v>
                </c:pt>
                <c:pt idx="601">
                  <c:v>29200</c:v>
                </c:pt>
                <c:pt idx="602">
                  <c:v>29200</c:v>
                </c:pt>
                <c:pt idx="603">
                  <c:v>29200</c:v>
                </c:pt>
                <c:pt idx="604">
                  <c:v>29200</c:v>
                </c:pt>
                <c:pt idx="605">
                  <c:v>29200</c:v>
                </c:pt>
                <c:pt idx="606">
                  <c:v>29200</c:v>
                </c:pt>
                <c:pt idx="607">
                  <c:v>29200</c:v>
                </c:pt>
                <c:pt idx="608">
                  <c:v>29200</c:v>
                </c:pt>
                <c:pt idx="609">
                  <c:v>29200</c:v>
                </c:pt>
                <c:pt idx="610">
                  <c:v>28500</c:v>
                </c:pt>
                <c:pt idx="611">
                  <c:v>28500</c:v>
                </c:pt>
                <c:pt idx="612">
                  <c:v>28500</c:v>
                </c:pt>
                <c:pt idx="613">
                  <c:v>28500</c:v>
                </c:pt>
                <c:pt idx="614">
                  <c:v>28500</c:v>
                </c:pt>
                <c:pt idx="615">
                  <c:v>28500</c:v>
                </c:pt>
                <c:pt idx="616">
                  <c:v>28500</c:v>
                </c:pt>
                <c:pt idx="617">
                  <c:v>27600</c:v>
                </c:pt>
                <c:pt idx="618">
                  <c:v>27600</c:v>
                </c:pt>
                <c:pt idx="619">
                  <c:v>27600</c:v>
                </c:pt>
                <c:pt idx="620">
                  <c:v>27600</c:v>
                </c:pt>
                <c:pt idx="621">
                  <c:v>27600</c:v>
                </c:pt>
                <c:pt idx="622">
                  <c:v>27600</c:v>
                </c:pt>
                <c:pt idx="623">
                  <c:v>27600</c:v>
                </c:pt>
                <c:pt idx="624">
                  <c:v>27000</c:v>
                </c:pt>
                <c:pt idx="625">
                  <c:v>27000</c:v>
                </c:pt>
                <c:pt idx="626">
                  <c:v>27000</c:v>
                </c:pt>
                <c:pt idx="627">
                  <c:v>27000</c:v>
                </c:pt>
                <c:pt idx="628">
                  <c:v>27000</c:v>
                </c:pt>
                <c:pt idx="629">
                  <c:v>27000</c:v>
                </c:pt>
                <c:pt idx="630">
                  <c:v>27000</c:v>
                </c:pt>
                <c:pt idx="631">
                  <c:v>26600</c:v>
                </c:pt>
                <c:pt idx="632">
                  <c:v>26600</c:v>
                </c:pt>
                <c:pt idx="633">
                  <c:v>26600</c:v>
                </c:pt>
                <c:pt idx="634">
                  <c:v>26600</c:v>
                </c:pt>
                <c:pt idx="635">
                  <c:v>26600</c:v>
                </c:pt>
                <c:pt idx="636">
                  <c:v>26600</c:v>
                </c:pt>
                <c:pt idx="637">
                  <c:v>26600</c:v>
                </c:pt>
                <c:pt idx="638">
                  <c:v>26600</c:v>
                </c:pt>
                <c:pt idx="639">
                  <c:v>26600</c:v>
                </c:pt>
                <c:pt idx="640">
                  <c:v>26600</c:v>
                </c:pt>
                <c:pt idx="641">
                  <c:v>26600</c:v>
                </c:pt>
                <c:pt idx="642">
                  <c:v>26600</c:v>
                </c:pt>
                <c:pt idx="643">
                  <c:v>26600</c:v>
                </c:pt>
                <c:pt idx="644">
                  <c:v>26600</c:v>
                </c:pt>
                <c:pt idx="645">
                  <c:v>26600</c:v>
                </c:pt>
                <c:pt idx="646">
                  <c:v>26600</c:v>
                </c:pt>
                <c:pt idx="647">
                  <c:v>26600</c:v>
                </c:pt>
                <c:pt idx="648">
                  <c:v>26600</c:v>
                </c:pt>
                <c:pt idx="649">
                  <c:v>26600</c:v>
                </c:pt>
                <c:pt idx="650">
                  <c:v>26600</c:v>
                </c:pt>
                <c:pt idx="651">
                  <c:v>26600</c:v>
                </c:pt>
                <c:pt idx="652">
                  <c:v>26600</c:v>
                </c:pt>
                <c:pt idx="653">
                  <c:v>26600</c:v>
                </c:pt>
                <c:pt idx="654">
                  <c:v>26600</c:v>
                </c:pt>
                <c:pt idx="655">
                  <c:v>26600</c:v>
                </c:pt>
                <c:pt idx="656">
                  <c:v>26600</c:v>
                </c:pt>
                <c:pt idx="657">
                  <c:v>26600</c:v>
                </c:pt>
                <c:pt idx="658">
                  <c:v>26600</c:v>
                </c:pt>
                <c:pt idx="659">
                  <c:v>26600</c:v>
                </c:pt>
                <c:pt idx="660">
                  <c:v>26600</c:v>
                </c:pt>
                <c:pt idx="661">
                  <c:v>26600</c:v>
                </c:pt>
                <c:pt idx="662">
                  <c:v>26600</c:v>
                </c:pt>
                <c:pt idx="663">
                  <c:v>26600</c:v>
                </c:pt>
                <c:pt idx="664">
                  <c:v>26600</c:v>
                </c:pt>
                <c:pt idx="665">
                  <c:v>26600</c:v>
                </c:pt>
                <c:pt idx="666">
                  <c:v>26600</c:v>
                </c:pt>
                <c:pt idx="667">
                  <c:v>23000</c:v>
                </c:pt>
                <c:pt idx="668">
                  <c:v>23000</c:v>
                </c:pt>
                <c:pt idx="669">
                  <c:v>23000</c:v>
                </c:pt>
                <c:pt idx="670">
                  <c:v>23000</c:v>
                </c:pt>
                <c:pt idx="671">
                  <c:v>23000</c:v>
                </c:pt>
                <c:pt idx="672">
                  <c:v>23000</c:v>
                </c:pt>
                <c:pt idx="673">
                  <c:v>23000</c:v>
                </c:pt>
                <c:pt idx="674">
                  <c:v>23000</c:v>
                </c:pt>
                <c:pt idx="675">
                  <c:v>23000</c:v>
                </c:pt>
                <c:pt idx="676">
                  <c:v>23000</c:v>
                </c:pt>
                <c:pt idx="677">
                  <c:v>23000</c:v>
                </c:pt>
                <c:pt idx="678">
                  <c:v>23000</c:v>
                </c:pt>
                <c:pt idx="679">
                  <c:v>23000</c:v>
                </c:pt>
                <c:pt idx="680">
                  <c:v>23000</c:v>
                </c:pt>
                <c:pt idx="681">
                  <c:v>23000</c:v>
                </c:pt>
                <c:pt idx="682">
                  <c:v>23000</c:v>
                </c:pt>
                <c:pt idx="683">
                  <c:v>23000</c:v>
                </c:pt>
                <c:pt idx="684">
                  <c:v>23000</c:v>
                </c:pt>
                <c:pt idx="685">
                  <c:v>23000</c:v>
                </c:pt>
                <c:pt idx="686">
                  <c:v>23000</c:v>
                </c:pt>
                <c:pt idx="687">
                  <c:v>23000</c:v>
                </c:pt>
                <c:pt idx="688">
                  <c:v>23000</c:v>
                </c:pt>
                <c:pt idx="689">
                  <c:v>23000</c:v>
                </c:pt>
                <c:pt idx="690">
                  <c:v>23000</c:v>
                </c:pt>
                <c:pt idx="691">
                  <c:v>22500</c:v>
                </c:pt>
                <c:pt idx="692">
                  <c:v>22500</c:v>
                </c:pt>
                <c:pt idx="693">
                  <c:v>22500</c:v>
                </c:pt>
                <c:pt idx="694">
                  <c:v>22500</c:v>
                </c:pt>
                <c:pt idx="695">
                  <c:v>22500</c:v>
                </c:pt>
                <c:pt idx="696">
                  <c:v>22500</c:v>
                </c:pt>
                <c:pt idx="697">
                  <c:v>22500</c:v>
                </c:pt>
                <c:pt idx="698">
                  <c:v>22500</c:v>
                </c:pt>
                <c:pt idx="699">
                  <c:v>22500</c:v>
                </c:pt>
                <c:pt idx="700">
                  <c:v>22500</c:v>
                </c:pt>
                <c:pt idx="701">
                  <c:v>22500</c:v>
                </c:pt>
                <c:pt idx="702">
                  <c:v>22500</c:v>
                </c:pt>
                <c:pt idx="703">
                  <c:v>22500</c:v>
                </c:pt>
                <c:pt idx="704">
                  <c:v>22500</c:v>
                </c:pt>
                <c:pt idx="705">
                  <c:v>22500</c:v>
                </c:pt>
                <c:pt idx="706">
                  <c:v>22500</c:v>
                </c:pt>
                <c:pt idx="707">
                  <c:v>22500</c:v>
                </c:pt>
                <c:pt idx="708">
                  <c:v>22500</c:v>
                </c:pt>
                <c:pt idx="709">
                  <c:v>22500</c:v>
                </c:pt>
                <c:pt idx="710">
                  <c:v>22500</c:v>
                </c:pt>
                <c:pt idx="711">
                  <c:v>22500</c:v>
                </c:pt>
                <c:pt idx="712">
                  <c:v>22500</c:v>
                </c:pt>
                <c:pt idx="713">
                  <c:v>22500</c:v>
                </c:pt>
                <c:pt idx="714">
                  <c:v>22500</c:v>
                </c:pt>
                <c:pt idx="715">
                  <c:v>22500</c:v>
                </c:pt>
                <c:pt idx="716">
                  <c:v>22500</c:v>
                </c:pt>
                <c:pt idx="717">
                  <c:v>22500</c:v>
                </c:pt>
                <c:pt idx="718">
                  <c:v>22500</c:v>
                </c:pt>
                <c:pt idx="719">
                  <c:v>22500</c:v>
                </c:pt>
                <c:pt idx="720">
                  <c:v>22500</c:v>
                </c:pt>
                <c:pt idx="721">
                  <c:v>22500</c:v>
                </c:pt>
                <c:pt idx="722">
                  <c:v>22500</c:v>
                </c:pt>
                <c:pt idx="723">
                  <c:v>22500</c:v>
                </c:pt>
                <c:pt idx="724">
                  <c:v>22500</c:v>
                </c:pt>
                <c:pt idx="725">
                  <c:v>22500</c:v>
                </c:pt>
                <c:pt idx="726">
                  <c:v>22500</c:v>
                </c:pt>
                <c:pt idx="727">
                  <c:v>22500</c:v>
                </c:pt>
                <c:pt idx="728">
                  <c:v>22500</c:v>
                </c:pt>
                <c:pt idx="729">
                  <c:v>22500</c:v>
                </c:pt>
                <c:pt idx="730">
                  <c:v>22500</c:v>
                </c:pt>
                <c:pt idx="731">
                  <c:v>22500</c:v>
                </c:pt>
                <c:pt idx="732">
                  <c:v>22500</c:v>
                </c:pt>
                <c:pt idx="733">
                  <c:v>22500</c:v>
                </c:pt>
                <c:pt idx="734">
                  <c:v>22500</c:v>
                </c:pt>
                <c:pt idx="735">
                  <c:v>22500</c:v>
                </c:pt>
                <c:pt idx="736">
                  <c:v>22500</c:v>
                </c:pt>
                <c:pt idx="737">
                  <c:v>22500</c:v>
                </c:pt>
                <c:pt idx="738">
                  <c:v>22500</c:v>
                </c:pt>
                <c:pt idx="739">
                  <c:v>22500</c:v>
                </c:pt>
                <c:pt idx="740">
                  <c:v>22500</c:v>
                </c:pt>
                <c:pt idx="741">
                  <c:v>22500</c:v>
                </c:pt>
                <c:pt idx="742">
                  <c:v>22500</c:v>
                </c:pt>
                <c:pt idx="743">
                  <c:v>22500</c:v>
                </c:pt>
                <c:pt idx="744">
                  <c:v>22500</c:v>
                </c:pt>
                <c:pt idx="745">
                  <c:v>22500</c:v>
                </c:pt>
                <c:pt idx="746">
                  <c:v>22500</c:v>
                </c:pt>
                <c:pt idx="747">
                  <c:v>22500</c:v>
                </c:pt>
                <c:pt idx="748">
                  <c:v>22500</c:v>
                </c:pt>
                <c:pt idx="749">
                  <c:v>22500</c:v>
                </c:pt>
                <c:pt idx="750">
                  <c:v>22500</c:v>
                </c:pt>
                <c:pt idx="751">
                  <c:v>22500</c:v>
                </c:pt>
                <c:pt idx="752">
                  <c:v>22500</c:v>
                </c:pt>
                <c:pt idx="753">
                  <c:v>22500</c:v>
                </c:pt>
                <c:pt idx="754">
                  <c:v>22500</c:v>
                </c:pt>
                <c:pt idx="755">
                  <c:v>22500</c:v>
                </c:pt>
                <c:pt idx="756">
                  <c:v>22500</c:v>
                </c:pt>
                <c:pt idx="757">
                  <c:v>22500</c:v>
                </c:pt>
                <c:pt idx="758">
                  <c:v>22500</c:v>
                </c:pt>
                <c:pt idx="759">
                  <c:v>22500</c:v>
                </c:pt>
                <c:pt idx="760">
                  <c:v>22500</c:v>
                </c:pt>
                <c:pt idx="761">
                  <c:v>22500</c:v>
                </c:pt>
                <c:pt idx="762">
                  <c:v>22500</c:v>
                </c:pt>
                <c:pt idx="763">
                  <c:v>22500</c:v>
                </c:pt>
                <c:pt idx="764">
                  <c:v>23000</c:v>
                </c:pt>
                <c:pt idx="765">
                  <c:v>23000</c:v>
                </c:pt>
                <c:pt idx="766">
                  <c:v>23000</c:v>
                </c:pt>
                <c:pt idx="767">
                  <c:v>23000</c:v>
                </c:pt>
                <c:pt idx="768">
                  <c:v>23000</c:v>
                </c:pt>
                <c:pt idx="769">
                  <c:v>23000</c:v>
                </c:pt>
                <c:pt idx="770">
                  <c:v>23000</c:v>
                </c:pt>
                <c:pt idx="771">
                  <c:v>23000</c:v>
                </c:pt>
                <c:pt idx="772">
                  <c:v>23000</c:v>
                </c:pt>
                <c:pt idx="773">
                  <c:v>23000</c:v>
                </c:pt>
                <c:pt idx="774">
                  <c:v>23000</c:v>
                </c:pt>
                <c:pt idx="775">
                  <c:v>23000</c:v>
                </c:pt>
                <c:pt idx="776">
                  <c:v>23000</c:v>
                </c:pt>
                <c:pt idx="777">
                  <c:v>23000</c:v>
                </c:pt>
                <c:pt idx="778">
                  <c:v>23000</c:v>
                </c:pt>
                <c:pt idx="779">
                  <c:v>23000</c:v>
                </c:pt>
                <c:pt idx="780">
                  <c:v>23000</c:v>
                </c:pt>
                <c:pt idx="781">
                  <c:v>23000</c:v>
                </c:pt>
                <c:pt idx="782">
                  <c:v>23000</c:v>
                </c:pt>
                <c:pt idx="783">
                  <c:v>23000</c:v>
                </c:pt>
                <c:pt idx="784">
                  <c:v>23000</c:v>
                </c:pt>
                <c:pt idx="785">
                  <c:v>23000</c:v>
                </c:pt>
                <c:pt idx="786">
                  <c:v>23000</c:v>
                </c:pt>
                <c:pt idx="787">
                  <c:v>23000</c:v>
                </c:pt>
                <c:pt idx="788">
                  <c:v>23000</c:v>
                </c:pt>
                <c:pt idx="789">
                  <c:v>23000</c:v>
                </c:pt>
                <c:pt idx="790">
                  <c:v>23000</c:v>
                </c:pt>
                <c:pt idx="791">
                  <c:v>23000</c:v>
                </c:pt>
                <c:pt idx="792">
                  <c:v>23000</c:v>
                </c:pt>
                <c:pt idx="793">
                  <c:v>24900</c:v>
                </c:pt>
                <c:pt idx="794">
                  <c:v>24900</c:v>
                </c:pt>
                <c:pt idx="795">
                  <c:v>24900</c:v>
                </c:pt>
                <c:pt idx="796">
                  <c:v>24900</c:v>
                </c:pt>
                <c:pt idx="797">
                  <c:v>24900</c:v>
                </c:pt>
                <c:pt idx="798">
                  <c:v>24900</c:v>
                </c:pt>
                <c:pt idx="799">
                  <c:v>24900</c:v>
                </c:pt>
                <c:pt idx="800">
                  <c:v>24900</c:v>
                </c:pt>
                <c:pt idx="801">
                  <c:v>24900</c:v>
                </c:pt>
                <c:pt idx="802">
                  <c:v>24900</c:v>
                </c:pt>
                <c:pt idx="803">
                  <c:v>24900</c:v>
                </c:pt>
                <c:pt idx="804">
                  <c:v>24900</c:v>
                </c:pt>
                <c:pt idx="805">
                  <c:v>24900</c:v>
                </c:pt>
                <c:pt idx="806">
                  <c:v>24900</c:v>
                </c:pt>
                <c:pt idx="807">
                  <c:v>24900</c:v>
                </c:pt>
                <c:pt idx="808">
                  <c:v>24900</c:v>
                </c:pt>
                <c:pt idx="809">
                  <c:v>24900</c:v>
                </c:pt>
                <c:pt idx="810">
                  <c:v>24900</c:v>
                </c:pt>
                <c:pt idx="811">
                  <c:v>24900</c:v>
                </c:pt>
                <c:pt idx="812">
                  <c:v>24900</c:v>
                </c:pt>
                <c:pt idx="813">
                  <c:v>24900</c:v>
                </c:pt>
                <c:pt idx="814">
                  <c:v>24900</c:v>
                </c:pt>
                <c:pt idx="815">
                  <c:v>24900</c:v>
                </c:pt>
                <c:pt idx="816">
                  <c:v>24900</c:v>
                </c:pt>
                <c:pt idx="817">
                  <c:v>24900</c:v>
                </c:pt>
                <c:pt idx="818">
                  <c:v>24900</c:v>
                </c:pt>
                <c:pt idx="819">
                  <c:v>24900</c:v>
                </c:pt>
                <c:pt idx="820">
                  <c:v>24900</c:v>
                </c:pt>
                <c:pt idx="821">
                  <c:v>25000</c:v>
                </c:pt>
                <c:pt idx="822">
                  <c:v>25000</c:v>
                </c:pt>
                <c:pt idx="823">
                  <c:v>25000</c:v>
                </c:pt>
                <c:pt idx="824">
                  <c:v>25000</c:v>
                </c:pt>
                <c:pt idx="825">
                  <c:v>25000</c:v>
                </c:pt>
                <c:pt idx="826">
                  <c:v>25000</c:v>
                </c:pt>
                <c:pt idx="827">
                  <c:v>25000</c:v>
                </c:pt>
                <c:pt idx="828">
                  <c:v>25000</c:v>
                </c:pt>
                <c:pt idx="829">
                  <c:v>25000</c:v>
                </c:pt>
                <c:pt idx="830">
                  <c:v>25000</c:v>
                </c:pt>
                <c:pt idx="831">
                  <c:v>25000</c:v>
                </c:pt>
                <c:pt idx="832">
                  <c:v>25000</c:v>
                </c:pt>
                <c:pt idx="833">
                  <c:v>25000</c:v>
                </c:pt>
                <c:pt idx="834">
                  <c:v>25000</c:v>
                </c:pt>
                <c:pt idx="835">
                  <c:v>25000</c:v>
                </c:pt>
                <c:pt idx="836">
                  <c:v>25000</c:v>
                </c:pt>
                <c:pt idx="837">
                  <c:v>25000</c:v>
                </c:pt>
                <c:pt idx="838">
                  <c:v>25000</c:v>
                </c:pt>
                <c:pt idx="839">
                  <c:v>25000</c:v>
                </c:pt>
                <c:pt idx="840">
                  <c:v>25000</c:v>
                </c:pt>
                <c:pt idx="841">
                  <c:v>25000</c:v>
                </c:pt>
                <c:pt idx="842">
                  <c:v>25000</c:v>
                </c:pt>
                <c:pt idx="843">
                  <c:v>25000</c:v>
                </c:pt>
                <c:pt idx="844">
                  <c:v>25000</c:v>
                </c:pt>
                <c:pt idx="845">
                  <c:v>25000</c:v>
                </c:pt>
                <c:pt idx="846">
                  <c:v>25000</c:v>
                </c:pt>
                <c:pt idx="847">
                  <c:v>25000</c:v>
                </c:pt>
                <c:pt idx="848">
                  <c:v>25000</c:v>
                </c:pt>
                <c:pt idx="849">
                  <c:v>25000</c:v>
                </c:pt>
                <c:pt idx="850">
                  <c:v>25000</c:v>
                </c:pt>
                <c:pt idx="851">
                  <c:v>25000</c:v>
                </c:pt>
                <c:pt idx="852">
                  <c:v>25000</c:v>
                </c:pt>
                <c:pt idx="853">
                  <c:v>25000</c:v>
                </c:pt>
                <c:pt idx="854">
                  <c:v>25000</c:v>
                </c:pt>
                <c:pt idx="855">
                  <c:v>25000</c:v>
                </c:pt>
                <c:pt idx="856">
                  <c:v>25000</c:v>
                </c:pt>
                <c:pt idx="857">
                  <c:v>25000</c:v>
                </c:pt>
                <c:pt idx="858">
                  <c:v>25000</c:v>
                </c:pt>
                <c:pt idx="859">
                  <c:v>25000</c:v>
                </c:pt>
                <c:pt idx="860">
                  <c:v>25000</c:v>
                </c:pt>
                <c:pt idx="861">
                  <c:v>25000</c:v>
                </c:pt>
                <c:pt idx="862">
                  <c:v>25000</c:v>
                </c:pt>
                <c:pt idx="863">
                  <c:v>25000</c:v>
                </c:pt>
                <c:pt idx="864">
                  <c:v>25000</c:v>
                </c:pt>
                <c:pt idx="865">
                  <c:v>25000</c:v>
                </c:pt>
                <c:pt idx="866">
                  <c:v>25000</c:v>
                </c:pt>
                <c:pt idx="867">
                  <c:v>25000</c:v>
                </c:pt>
                <c:pt idx="868">
                  <c:v>25000</c:v>
                </c:pt>
                <c:pt idx="869">
                  <c:v>25000</c:v>
                </c:pt>
                <c:pt idx="870">
                  <c:v>25000</c:v>
                </c:pt>
                <c:pt idx="871">
                  <c:v>25000</c:v>
                </c:pt>
                <c:pt idx="872">
                  <c:v>25000</c:v>
                </c:pt>
                <c:pt idx="873">
                  <c:v>25000</c:v>
                </c:pt>
                <c:pt idx="874">
                  <c:v>25000</c:v>
                </c:pt>
                <c:pt idx="875">
                  <c:v>25000</c:v>
                </c:pt>
                <c:pt idx="876">
                  <c:v>25000</c:v>
                </c:pt>
                <c:pt idx="877">
                  <c:v>25000</c:v>
                </c:pt>
                <c:pt idx="878">
                  <c:v>25000</c:v>
                </c:pt>
                <c:pt idx="879">
                  <c:v>25000</c:v>
                </c:pt>
                <c:pt idx="880">
                  <c:v>25000</c:v>
                </c:pt>
                <c:pt idx="881">
                  <c:v>25000</c:v>
                </c:pt>
                <c:pt idx="882">
                  <c:v>25000</c:v>
                </c:pt>
                <c:pt idx="883">
                  <c:v>25000</c:v>
                </c:pt>
                <c:pt idx="884">
                  <c:v>25000</c:v>
                </c:pt>
                <c:pt idx="885">
                  <c:v>25000</c:v>
                </c:pt>
                <c:pt idx="886">
                  <c:v>25000</c:v>
                </c:pt>
                <c:pt idx="887">
                  <c:v>25000</c:v>
                </c:pt>
                <c:pt idx="888">
                  <c:v>25000</c:v>
                </c:pt>
                <c:pt idx="889">
                  <c:v>25000</c:v>
                </c:pt>
                <c:pt idx="890">
                  <c:v>25000</c:v>
                </c:pt>
                <c:pt idx="891">
                  <c:v>25000</c:v>
                </c:pt>
                <c:pt idx="892">
                  <c:v>25000</c:v>
                </c:pt>
                <c:pt idx="893">
                  <c:v>25000</c:v>
                </c:pt>
                <c:pt idx="894">
                  <c:v>25000</c:v>
                </c:pt>
                <c:pt idx="895">
                  <c:v>25000</c:v>
                </c:pt>
                <c:pt idx="896">
                  <c:v>25000</c:v>
                </c:pt>
                <c:pt idx="897">
                  <c:v>25000</c:v>
                </c:pt>
                <c:pt idx="898">
                  <c:v>25000</c:v>
                </c:pt>
                <c:pt idx="899">
                  <c:v>25000</c:v>
                </c:pt>
                <c:pt idx="900">
                  <c:v>25000</c:v>
                </c:pt>
                <c:pt idx="901">
                  <c:v>25000</c:v>
                </c:pt>
                <c:pt idx="902">
                  <c:v>25000</c:v>
                </c:pt>
                <c:pt idx="903">
                  <c:v>25000</c:v>
                </c:pt>
                <c:pt idx="904">
                  <c:v>24300</c:v>
                </c:pt>
                <c:pt idx="905">
                  <c:v>24300</c:v>
                </c:pt>
                <c:pt idx="906">
                  <c:v>24300</c:v>
                </c:pt>
                <c:pt idx="907">
                  <c:v>24300</c:v>
                </c:pt>
                <c:pt idx="908">
                  <c:v>24300</c:v>
                </c:pt>
                <c:pt idx="909">
                  <c:v>24300</c:v>
                </c:pt>
                <c:pt idx="910">
                  <c:v>24300</c:v>
                </c:pt>
                <c:pt idx="911">
                  <c:v>24000</c:v>
                </c:pt>
                <c:pt idx="912">
                  <c:v>24000</c:v>
                </c:pt>
                <c:pt idx="913">
                  <c:v>24000</c:v>
                </c:pt>
                <c:pt idx="914">
                  <c:v>24000</c:v>
                </c:pt>
                <c:pt idx="915">
                  <c:v>24000</c:v>
                </c:pt>
                <c:pt idx="916">
                  <c:v>24000</c:v>
                </c:pt>
                <c:pt idx="917">
                  <c:v>24000</c:v>
                </c:pt>
                <c:pt idx="918">
                  <c:v>24000</c:v>
                </c:pt>
                <c:pt idx="919">
                  <c:v>24000</c:v>
                </c:pt>
                <c:pt idx="920">
                  <c:v>28000</c:v>
                </c:pt>
                <c:pt idx="921">
                  <c:v>28000</c:v>
                </c:pt>
                <c:pt idx="922">
                  <c:v>28000</c:v>
                </c:pt>
                <c:pt idx="923">
                  <c:v>28000</c:v>
                </c:pt>
                <c:pt idx="924">
                  <c:v>28000</c:v>
                </c:pt>
                <c:pt idx="925">
                  <c:v>30000</c:v>
                </c:pt>
                <c:pt idx="926">
                  <c:v>30000</c:v>
                </c:pt>
                <c:pt idx="927">
                  <c:v>30000</c:v>
                </c:pt>
                <c:pt idx="928">
                  <c:v>30000</c:v>
                </c:pt>
                <c:pt idx="929">
                  <c:v>30000</c:v>
                </c:pt>
                <c:pt idx="930">
                  <c:v>30000</c:v>
                </c:pt>
                <c:pt idx="931">
                  <c:v>30000</c:v>
                </c:pt>
                <c:pt idx="932">
                  <c:v>31000</c:v>
                </c:pt>
                <c:pt idx="933">
                  <c:v>31000</c:v>
                </c:pt>
                <c:pt idx="934">
                  <c:v>31000</c:v>
                </c:pt>
                <c:pt idx="935">
                  <c:v>31000</c:v>
                </c:pt>
                <c:pt idx="936">
                  <c:v>31000</c:v>
                </c:pt>
                <c:pt idx="937">
                  <c:v>31000</c:v>
                </c:pt>
                <c:pt idx="938">
                  <c:v>31000</c:v>
                </c:pt>
                <c:pt idx="939">
                  <c:v>31000</c:v>
                </c:pt>
                <c:pt idx="940">
                  <c:v>31000</c:v>
                </c:pt>
                <c:pt idx="941">
                  <c:v>31000</c:v>
                </c:pt>
                <c:pt idx="942">
                  <c:v>31000</c:v>
                </c:pt>
                <c:pt idx="943">
                  <c:v>31000</c:v>
                </c:pt>
                <c:pt idx="944">
                  <c:v>31000</c:v>
                </c:pt>
                <c:pt idx="945">
                  <c:v>31000</c:v>
                </c:pt>
                <c:pt idx="946">
                  <c:v>31000</c:v>
                </c:pt>
                <c:pt idx="947">
                  <c:v>31000</c:v>
                </c:pt>
                <c:pt idx="948">
                  <c:v>31000</c:v>
                </c:pt>
                <c:pt idx="949">
                  <c:v>31000</c:v>
                </c:pt>
                <c:pt idx="950">
                  <c:v>31000</c:v>
                </c:pt>
                <c:pt idx="951">
                  <c:v>31000</c:v>
                </c:pt>
                <c:pt idx="952">
                  <c:v>31000</c:v>
                </c:pt>
                <c:pt idx="953">
                  <c:v>31000</c:v>
                </c:pt>
                <c:pt idx="954">
                  <c:v>31000</c:v>
                </c:pt>
                <c:pt idx="955">
                  <c:v>31000</c:v>
                </c:pt>
                <c:pt idx="956">
                  <c:v>31000</c:v>
                </c:pt>
                <c:pt idx="957">
                  <c:v>31000</c:v>
                </c:pt>
                <c:pt idx="958">
                  <c:v>31000</c:v>
                </c:pt>
                <c:pt idx="959">
                  <c:v>31000</c:v>
                </c:pt>
                <c:pt idx="960">
                  <c:v>31100</c:v>
                </c:pt>
                <c:pt idx="961">
                  <c:v>31100</c:v>
                </c:pt>
                <c:pt idx="962">
                  <c:v>31100</c:v>
                </c:pt>
                <c:pt idx="963">
                  <c:v>31100</c:v>
                </c:pt>
                <c:pt idx="964">
                  <c:v>31100</c:v>
                </c:pt>
                <c:pt idx="965">
                  <c:v>31100</c:v>
                </c:pt>
                <c:pt idx="966">
                  <c:v>31100</c:v>
                </c:pt>
                <c:pt idx="967">
                  <c:v>31100</c:v>
                </c:pt>
                <c:pt idx="968">
                  <c:v>31100</c:v>
                </c:pt>
                <c:pt idx="969">
                  <c:v>31100</c:v>
                </c:pt>
                <c:pt idx="970">
                  <c:v>31100</c:v>
                </c:pt>
                <c:pt idx="971">
                  <c:v>31100</c:v>
                </c:pt>
                <c:pt idx="972">
                  <c:v>31100</c:v>
                </c:pt>
                <c:pt idx="973">
                  <c:v>31100</c:v>
                </c:pt>
                <c:pt idx="974">
                  <c:v>30000</c:v>
                </c:pt>
                <c:pt idx="975">
                  <c:v>30000</c:v>
                </c:pt>
                <c:pt idx="976">
                  <c:v>30000</c:v>
                </c:pt>
                <c:pt idx="977">
                  <c:v>30000</c:v>
                </c:pt>
                <c:pt idx="978">
                  <c:v>30000</c:v>
                </c:pt>
                <c:pt idx="979">
                  <c:v>30000</c:v>
                </c:pt>
                <c:pt idx="980">
                  <c:v>30000</c:v>
                </c:pt>
                <c:pt idx="981">
                  <c:v>28500</c:v>
                </c:pt>
                <c:pt idx="982">
                  <c:v>28500</c:v>
                </c:pt>
                <c:pt idx="983">
                  <c:v>28500</c:v>
                </c:pt>
                <c:pt idx="984">
                  <c:v>28500</c:v>
                </c:pt>
                <c:pt idx="985">
                  <c:v>28500</c:v>
                </c:pt>
                <c:pt idx="986">
                  <c:v>28500</c:v>
                </c:pt>
                <c:pt idx="987">
                  <c:v>28500</c:v>
                </c:pt>
                <c:pt idx="988">
                  <c:v>28500</c:v>
                </c:pt>
                <c:pt idx="989">
                  <c:v>28500</c:v>
                </c:pt>
                <c:pt idx="990">
                  <c:v>28500</c:v>
                </c:pt>
                <c:pt idx="991">
                  <c:v>28500</c:v>
                </c:pt>
                <c:pt idx="992">
                  <c:v>28500</c:v>
                </c:pt>
                <c:pt idx="993">
                  <c:v>28500</c:v>
                </c:pt>
                <c:pt idx="994">
                  <c:v>28500</c:v>
                </c:pt>
                <c:pt idx="995">
                  <c:v>28000</c:v>
                </c:pt>
                <c:pt idx="996">
                  <c:v>28000</c:v>
                </c:pt>
                <c:pt idx="997">
                  <c:v>28000</c:v>
                </c:pt>
                <c:pt idx="998">
                  <c:v>28000</c:v>
                </c:pt>
                <c:pt idx="999">
                  <c:v>28000</c:v>
                </c:pt>
                <c:pt idx="1000">
                  <c:v>28000</c:v>
                </c:pt>
                <c:pt idx="1001">
                  <c:v>28000</c:v>
                </c:pt>
                <c:pt idx="1002">
                  <c:v>28000</c:v>
                </c:pt>
                <c:pt idx="1003">
                  <c:v>28000</c:v>
                </c:pt>
                <c:pt idx="1004">
                  <c:v>28000</c:v>
                </c:pt>
                <c:pt idx="1005">
                  <c:v>28000</c:v>
                </c:pt>
                <c:pt idx="1006">
                  <c:v>28000</c:v>
                </c:pt>
                <c:pt idx="1007">
                  <c:v>28000</c:v>
                </c:pt>
                <c:pt idx="1008">
                  <c:v>28000</c:v>
                </c:pt>
                <c:pt idx="1009">
                  <c:v>28000</c:v>
                </c:pt>
                <c:pt idx="1010">
                  <c:v>28000</c:v>
                </c:pt>
                <c:pt idx="1011">
                  <c:v>28000</c:v>
                </c:pt>
                <c:pt idx="1012">
                  <c:v>28000</c:v>
                </c:pt>
                <c:pt idx="1013">
                  <c:v>28000</c:v>
                </c:pt>
                <c:pt idx="1014">
                  <c:v>28000</c:v>
                </c:pt>
                <c:pt idx="1015">
                  <c:v>28000</c:v>
                </c:pt>
                <c:pt idx="1016">
                  <c:v>28000</c:v>
                </c:pt>
                <c:pt idx="1017">
                  <c:v>28000</c:v>
                </c:pt>
                <c:pt idx="1018">
                  <c:v>28000</c:v>
                </c:pt>
                <c:pt idx="1019">
                  <c:v>28000</c:v>
                </c:pt>
                <c:pt idx="1020">
                  <c:v>28000</c:v>
                </c:pt>
                <c:pt idx="1021">
                  <c:v>28000</c:v>
                </c:pt>
                <c:pt idx="1022">
                  <c:v>28000</c:v>
                </c:pt>
                <c:pt idx="1023">
                  <c:v>28000</c:v>
                </c:pt>
                <c:pt idx="1024">
                  <c:v>28000</c:v>
                </c:pt>
                <c:pt idx="1025">
                  <c:v>28000</c:v>
                </c:pt>
                <c:pt idx="1026">
                  <c:v>28000</c:v>
                </c:pt>
                <c:pt idx="1027">
                  <c:v>28000</c:v>
                </c:pt>
                <c:pt idx="1028">
                  <c:v>28000</c:v>
                </c:pt>
                <c:pt idx="1029">
                  <c:v>28000</c:v>
                </c:pt>
                <c:pt idx="1030">
                  <c:v>27200</c:v>
                </c:pt>
                <c:pt idx="1031">
                  <c:v>27200</c:v>
                </c:pt>
                <c:pt idx="1032">
                  <c:v>27200</c:v>
                </c:pt>
                <c:pt idx="1033">
                  <c:v>27200</c:v>
                </c:pt>
                <c:pt idx="1034">
                  <c:v>27200</c:v>
                </c:pt>
                <c:pt idx="1035">
                  <c:v>27200</c:v>
                </c:pt>
                <c:pt idx="1036">
                  <c:v>27200</c:v>
                </c:pt>
                <c:pt idx="1037">
                  <c:v>25000</c:v>
                </c:pt>
                <c:pt idx="1038">
                  <c:v>23000</c:v>
                </c:pt>
                <c:pt idx="1039">
                  <c:v>21000</c:v>
                </c:pt>
                <c:pt idx="1040">
                  <c:v>19000</c:v>
                </c:pt>
                <c:pt idx="1041">
                  <c:v>19000</c:v>
                </c:pt>
                <c:pt idx="1042">
                  <c:v>19000</c:v>
                </c:pt>
                <c:pt idx="1043">
                  <c:v>19000</c:v>
                </c:pt>
                <c:pt idx="1044">
                  <c:v>19000</c:v>
                </c:pt>
                <c:pt idx="1045">
                  <c:v>19000</c:v>
                </c:pt>
                <c:pt idx="1046">
                  <c:v>19000</c:v>
                </c:pt>
                <c:pt idx="1047">
                  <c:v>19000</c:v>
                </c:pt>
                <c:pt idx="1048">
                  <c:v>19000</c:v>
                </c:pt>
                <c:pt idx="1049">
                  <c:v>19000</c:v>
                </c:pt>
                <c:pt idx="1050">
                  <c:v>19000</c:v>
                </c:pt>
                <c:pt idx="1051">
                  <c:v>19000</c:v>
                </c:pt>
                <c:pt idx="1052">
                  <c:v>19000</c:v>
                </c:pt>
                <c:pt idx="1053">
                  <c:v>19000</c:v>
                </c:pt>
                <c:pt idx="1054">
                  <c:v>19000</c:v>
                </c:pt>
                <c:pt idx="1055">
                  <c:v>19000</c:v>
                </c:pt>
                <c:pt idx="1056">
                  <c:v>19000</c:v>
                </c:pt>
                <c:pt idx="1057">
                  <c:v>19000</c:v>
                </c:pt>
                <c:pt idx="1058">
                  <c:v>18800</c:v>
                </c:pt>
                <c:pt idx="1059">
                  <c:v>18800</c:v>
                </c:pt>
                <c:pt idx="1060">
                  <c:v>18800</c:v>
                </c:pt>
                <c:pt idx="1061">
                  <c:v>18800</c:v>
                </c:pt>
                <c:pt idx="1062">
                  <c:v>18800</c:v>
                </c:pt>
                <c:pt idx="1063">
                  <c:v>18800</c:v>
                </c:pt>
                <c:pt idx="1064">
                  <c:v>18800</c:v>
                </c:pt>
                <c:pt idx="1065">
                  <c:v>18800</c:v>
                </c:pt>
                <c:pt idx="1066">
                  <c:v>18800</c:v>
                </c:pt>
                <c:pt idx="1067">
                  <c:v>18800</c:v>
                </c:pt>
                <c:pt idx="1068">
                  <c:v>18800</c:v>
                </c:pt>
                <c:pt idx="1069">
                  <c:v>18800</c:v>
                </c:pt>
                <c:pt idx="1070">
                  <c:v>18800</c:v>
                </c:pt>
                <c:pt idx="1071">
                  <c:v>18800</c:v>
                </c:pt>
                <c:pt idx="1072">
                  <c:v>18800</c:v>
                </c:pt>
                <c:pt idx="1073">
                  <c:v>18800</c:v>
                </c:pt>
                <c:pt idx="1074">
                  <c:v>18800</c:v>
                </c:pt>
                <c:pt idx="1075">
                  <c:v>18800</c:v>
                </c:pt>
                <c:pt idx="1076">
                  <c:v>18800</c:v>
                </c:pt>
                <c:pt idx="1077">
                  <c:v>18800</c:v>
                </c:pt>
                <c:pt idx="1078">
                  <c:v>18800</c:v>
                </c:pt>
                <c:pt idx="1079">
                  <c:v>18800</c:v>
                </c:pt>
                <c:pt idx="1080">
                  <c:v>18800</c:v>
                </c:pt>
                <c:pt idx="1081">
                  <c:v>18800</c:v>
                </c:pt>
                <c:pt idx="1082">
                  <c:v>18800</c:v>
                </c:pt>
                <c:pt idx="1083">
                  <c:v>18800</c:v>
                </c:pt>
                <c:pt idx="1084">
                  <c:v>18800</c:v>
                </c:pt>
                <c:pt idx="1085">
                  <c:v>18800</c:v>
                </c:pt>
                <c:pt idx="1086">
                  <c:v>18800</c:v>
                </c:pt>
                <c:pt idx="1087">
                  <c:v>19000</c:v>
                </c:pt>
                <c:pt idx="1088">
                  <c:v>19000</c:v>
                </c:pt>
                <c:pt idx="1089">
                  <c:v>19000</c:v>
                </c:pt>
                <c:pt idx="1090">
                  <c:v>19000</c:v>
                </c:pt>
                <c:pt idx="1091">
                  <c:v>19000</c:v>
                </c:pt>
                <c:pt idx="1092">
                  <c:v>19000</c:v>
                </c:pt>
                <c:pt idx="1093">
                  <c:v>19000</c:v>
                </c:pt>
                <c:pt idx="1094">
                  <c:v>19000</c:v>
                </c:pt>
                <c:pt idx="1095">
                  <c:v>19000</c:v>
                </c:pt>
                <c:pt idx="1096">
                  <c:v>19000</c:v>
                </c:pt>
                <c:pt idx="1097">
                  <c:v>19000</c:v>
                </c:pt>
                <c:pt idx="1098">
                  <c:v>19000</c:v>
                </c:pt>
                <c:pt idx="1099">
                  <c:v>19000</c:v>
                </c:pt>
                <c:pt idx="1100">
                  <c:v>19000</c:v>
                </c:pt>
                <c:pt idx="1101">
                  <c:v>19000</c:v>
                </c:pt>
                <c:pt idx="1102">
                  <c:v>19000</c:v>
                </c:pt>
                <c:pt idx="1103">
                  <c:v>19000</c:v>
                </c:pt>
                <c:pt idx="1104">
                  <c:v>19000</c:v>
                </c:pt>
                <c:pt idx="1105">
                  <c:v>19000</c:v>
                </c:pt>
                <c:pt idx="1106">
                  <c:v>19000</c:v>
                </c:pt>
                <c:pt idx="1107">
                  <c:v>18500</c:v>
                </c:pt>
                <c:pt idx="1108">
                  <c:v>18500</c:v>
                </c:pt>
                <c:pt idx="1109">
                  <c:v>18500</c:v>
                </c:pt>
                <c:pt idx="1110">
                  <c:v>18500</c:v>
                </c:pt>
                <c:pt idx="1111">
                  <c:v>18500</c:v>
                </c:pt>
                <c:pt idx="1112">
                  <c:v>18500</c:v>
                </c:pt>
                <c:pt idx="1113">
                  <c:v>18500</c:v>
                </c:pt>
                <c:pt idx="1114">
                  <c:v>18500</c:v>
                </c:pt>
                <c:pt idx="1115">
                  <c:v>18500</c:v>
                </c:pt>
                <c:pt idx="1116">
                  <c:v>18500</c:v>
                </c:pt>
                <c:pt idx="1117">
                  <c:v>18500</c:v>
                </c:pt>
                <c:pt idx="1118">
                  <c:v>18500</c:v>
                </c:pt>
                <c:pt idx="1119">
                  <c:v>18500</c:v>
                </c:pt>
                <c:pt idx="1120">
                  <c:v>18500</c:v>
                </c:pt>
                <c:pt idx="1121">
                  <c:v>18500</c:v>
                </c:pt>
                <c:pt idx="1122">
                  <c:v>18500</c:v>
                </c:pt>
                <c:pt idx="1123">
                  <c:v>18500</c:v>
                </c:pt>
                <c:pt idx="1124">
                  <c:v>18500</c:v>
                </c:pt>
                <c:pt idx="1125">
                  <c:v>18500</c:v>
                </c:pt>
                <c:pt idx="1126">
                  <c:v>18500</c:v>
                </c:pt>
                <c:pt idx="1127">
                  <c:v>18500</c:v>
                </c:pt>
                <c:pt idx="1128">
                  <c:v>18500</c:v>
                </c:pt>
                <c:pt idx="1129">
                  <c:v>18500</c:v>
                </c:pt>
                <c:pt idx="1130">
                  <c:v>18500</c:v>
                </c:pt>
                <c:pt idx="1131">
                  <c:v>18500</c:v>
                </c:pt>
                <c:pt idx="1132">
                  <c:v>18500</c:v>
                </c:pt>
                <c:pt idx="1133">
                  <c:v>18500</c:v>
                </c:pt>
                <c:pt idx="1134">
                  <c:v>18500</c:v>
                </c:pt>
                <c:pt idx="1135">
                  <c:v>18800</c:v>
                </c:pt>
                <c:pt idx="1136">
                  <c:v>18800</c:v>
                </c:pt>
                <c:pt idx="1137">
                  <c:v>18800</c:v>
                </c:pt>
                <c:pt idx="1138">
                  <c:v>18800</c:v>
                </c:pt>
                <c:pt idx="1139">
                  <c:v>18800</c:v>
                </c:pt>
                <c:pt idx="1140">
                  <c:v>18800</c:v>
                </c:pt>
                <c:pt idx="1141">
                  <c:v>18800</c:v>
                </c:pt>
                <c:pt idx="1142">
                  <c:v>18800</c:v>
                </c:pt>
                <c:pt idx="1143">
                  <c:v>18800</c:v>
                </c:pt>
                <c:pt idx="1144">
                  <c:v>18800</c:v>
                </c:pt>
                <c:pt idx="1145">
                  <c:v>18800</c:v>
                </c:pt>
                <c:pt idx="1146">
                  <c:v>18800</c:v>
                </c:pt>
                <c:pt idx="1147">
                  <c:v>19500</c:v>
                </c:pt>
                <c:pt idx="1148">
                  <c:v>19500</c:v>
                </c:pt>
                <c:pt idx="1149">
                  <c:v>20000</c:v>
                </c:pt>
                <c:pt idx="1150">
                  <c:v>20000</c:v>
                </c:pt>
                <c:pt idx="1151">
                  <c:v>20000</c:v>
                </c:pt>
                <c:pt idx="1152">
                  <c:v>20000</c:v>
                </c:pt>
                <c:pt idx="1153">
                  <c:v>20000</c:v>
                </c:pt>
                <c:pt idx="1154">
                  <c:v>20000</c:v>
                </c:pt>
                <c:pt idx="1155">
                  <c:v>20000</c:v>
                </c:pt>
                <c:pt idx="1156">
                  <c:v>20000</c:v>
                </c:pt>
                <c:pt idx="1157">
                  <c:v>20000</c:v>
                </c:pt>
                <c:pt idx="1158">
                  <c:v>20000</c:v>
                </c:pt>
                <c:pt idx="1159">
                  <c:v>20000</c:v>
                </c:pt>
                <c:pt idx="1160">
                  <c:v>20000</c:v>
                </c:pt>
                <c:pt idx="1161">
                  <c:v>20000</c:v>
                </c:pt>
                <c:pt idx="1162">
                  <c:v>20000</c:v>
                </c:pt>
                <c:pt idx="1163">
                  <c:v>20000</c:v>
                </c:pt>
                <c:pt idx="1164">
                  <c:v>20000</c:v>
                </c:pt>
                <c:pt idx="1165">
                  <c:v>20000</c:v>
                </c:pt>
                <c:pt idx="1166">
                  <c:v>20000</c:v>
                </c:pt>
                <c:pt idx="1167">
                  <c:v>20000</c:v>
                </c:pt>
                <c:pt idx="1168">
                  <c:v>20000</c:v>
                </c:pt>
                <c:pt idx="1169">
                  <c:v>20000</c:v>
                </c:pt>
                <c:pt idx="1170">
                  <c:v>20000</c:v>
                </c:pt>
                <c:pt idx="1171">
                  <c:v>20000</c:v>
                </c:pt>
                <c:pt idx="1172">
                  <c:v>20000</c:v>
                </c:pt>
                <c:pt idx="1173">
                  <c:v>20000</c:v>
                </c:pt>
                <c:pt idx="1174">
                  <c:v>20000</c:v>
                </c:pt>
                <c:pt idx="1175">
                  <c:v>20000</c:v>
                </c:pt>
                <c:pt idx="1176">
                  <c:v>20000</c:v>
                </c:pt>
                <c:pt idx="1177">
                  <c:v>20500</c:v>
                </c:pt>
                <c:pt idx="1178">
                  <c:v>20500</c:v>
                </c:pt>
                <c:pt idx="1179">
                  <c:v>20500</c:v>
                </c:pt>
                <c:pt idx="1180">
                  <c:v>20500</c:v>
                </c:pt>
                <c:pt idx="1181">
                  <c:v>20500</c:v>
                </c:pt>
                <c:pt idx="1182">
                  <c:v>20500</c:v>
                </c:pt>
                <c:pt idx="1183">
                  <c:v>20500</c:v>
                </c:pt>
                <c:pt idx="1184">
                  <c:v>20500</c:v>
                </c:pt>
                <c:pt idx="1185">
                  <c:v>20500</c:v>
                </c:pt>
                <c:pt idx="1186">
                  <c:v>20500</c:v>
                </c:pt>
                <c:pt idx="1187">
                  <c:v>20500</c:v>
                </c:pt>
                <c:pt idx="1188">
                  <c:v>20500</c:v>
                </c:pt>
                <c:pt idx="1189">
                  <c:v>20500</c:v>
                </c:pt>
                <c:pt idx="1190">
                  <c:v>20500</c:v>
                </c:pt>
                <c:pt idx="1191">
                  <c:v>20500</c:v>
                </c:pt>
                <c:pt idx="1192">
                  <c:v>20500</c:v>
                </c:pt>
                <c:pt idx="1193">
                  <c:v>20500</c:v>
                </c:pt>
                <c:pt idx="1194">
                  <c:v>20500</c:v>
                </c:pt>
                <c:pt idx="1195">
                  <c:v>20500</c:v>
                </c:pt>
                <c:pt idx="1196">
                  <c:v>20500</c:v>
                </c:pt>
                <c:pt idx="1197">
                  <c:v>20500</c:v>
                </c:pt>
                <c:pt idx="1198">
                  <c:v>20500</c:v>
                </c:pt>
                <c:pt idx="1199">
                  <c:v>20500</c:v>
                </c:pt>
                <c:pt idx="1200">
                  <c:v>20500</c:v>
                </c:pt>
                <c:pt idx="1201">
                  <c:v>20500</c:v>
                </c:pt>
                <c:pt idx="1202">
                  <c:v>20500</c:v>
                </c:pt>
                <c:pt idx="1203">
                  <c:v>20500</c:v>
                </c:pt>
                <c:pt idx="1204">
                  <c:v>20500</c:v>
                </c:pt>
                <c:pt idx="1205">
                  <c:v>20000</c:v>
                </c:pt>
                <c:pt idx="1206">
                  <c:v>20000</c:v>
                </c:pt>
                <c:pt idx="1207">
                  <c:v>20000</c:v>
                </c:pt>
                <c:pt idx="1208">
                  <c:v>20000</c:v>
                </c:pt>
                <c:pt idx="1209">
                  <c:v>20000</c:v>
                </c:pt>
                <c:pt idx="1210">
                  <c:v>20000</c:v>
                </c:pt>
                <c:pt idx="1211">
                  <c:v>20000</c:v>
                </c:pt>
                <c:pt idx="1212">
                  <c:v>20000</c:v>
                </c:pt>
                <c:pt idx="1213">
                  <c:v>20000</c:v>
                </c:pt>
                <c:pt idx="1214">
                  <c:v>20000</c:v>
                </c:pt>
                <c:pt idx="1215">
                  <c:v>20000</c:v>
                </c:pt>
                <c:pt idx="1216">
                  <c:v>20000</c:v>
                </c:pt>
                <c:pt idx="1217">
                  <c:v>20000</c:v>
                </c:pt>
                <c:pt idx="1218">
                  <c:v>20000</c:v>
                </c:pt>
                <c:pt idx="1219">
                  <c:v>20000</c:v>
                </c:pt>
                <c:pt idx="1220">
                  <c:v>20000</c:v>
                </c:pt>
                <c:pt idx="1221">
                  <c:v>20000</c:v>
                </c:pt>
                <c:pt idx="1222">
                  <c:v>20000</c:v>
                </c:pt>
                <c:pt idx="1223">
                  <c:v>20000</c:v>
                </c:pt>
                <c:pt idx="1224">
                  <c:v>20000</c:v>
                </c:pt>
                <c:pt idx="1225">
                  <c:v>20000</c:v>
                </c:pt>
                <c:pt idx="1226">
                  <c:v>20000</c:v>
                </c:pt>
                <c:pt idx="1227">
                  <c:v>20000</c:v>
                </c:pt>
                <c:pt idx="1228">
                  <c:v>20000</c:v>
                </c:pt>
                <c:pt idx="1229">
                  <c:v>20000</c:v>
                </c:pt>
                <c:pt idx="1230">
                  <c:v>20000</c:v>
                </c:pt>
                <c:pt idx="1231">
                  <c:v>20000</c:v>
                </c:pt>
                <c:pt idx="1232">
                  <c:v>20000</c:v>
                </c:pt>
                <c:pt idx="1233">
                  <c:v>20000</c:v>
                </c:pt>
                <c:pt idx="1234">
                  <c:v>20000</c:v>
                </c:pt>
                <c:pt idx="1235">
                  <c:v>20000</c:v>
                </c:pt>
                <c:pt idx="1236">
                  <c:v>20000</c:v>
                </c:pt>
                <c:pt idx="1237">
                  <c:v>20000</c:v>
                </c:pt>
                <c:pt idx="1238">
                  <c:v>20000</c:v>
                </c:pt>
                <c:pt idx="1239">
                  <c:v>20000</c:v>
                </c:pt>
                <c:pt idx="1240">
                  <c:v>19800</c:v>
                </c:pt>
                <c:pt idx="1241">
                  <c:v>19800</c:v>
                </c:pt>
                <c:pt idx="1242">
                  <c:v>19800</c:v>
                </c:pt>
                <c:pt idx="1243">
                  <c:v>19800</c:v>
                </c:pt>
                <c:pt idx="1244">
                  <c:v>19800</c:v>
                </c:pt>
                <c:pt idx="1245">
                  <c:v>19800</c:v>
                </c:pt>
                <c:pt idx="1246">
                  <c:v>19800</c:v>
                </c:pt>
                <c:pt idx="1247">
                  <c:v>19800</c:v>
                </c:pt>
                <c:pt idx="1248">
                  <c:v>19800</c:v>
                </c:pt>
                <c:pt idx="1249">
                  <c:v>19800</c:v>
                </c:pt>
                <c:pt idx="1250">
                  <c:v>19800</c:v>
                </c:pt>
                <c:pt idx="1251">
                  <c:v>19800</c:v>
                </c:pt>
                <c:pt idx="1252">
                  <c:v>19800</c:v>
                </c:pt>
                <c:pt idx="1253">
                  <c:v>19800</c:v>
                </c:pt>
                <c:pt idx="1254">
                  <c:v>19800</c:v>
                </c:pt>
                <c:pt idx="1255">
                  <c:v>19800</c:v>
                </c:pt>
                <c:pt idx="1256">
                  <c:v>19800</c:v>
                </c:pt>
                <c:pt idx="1257">
                  <c:v>19800</c:v>
                </c:pt>
                <c:pt idx="1258">
                  <c:v>19500</c:v>
                </c:pt>
                <c:pt idx="1259">
                  <c:v>19500</c:v>
                </c:pt>
                <c:pt idx="1260">
                  <c:v>19500</c:v>
                </c:pt>
                <c:pt idx="1261">
                  <c:v>19500</c:v>
                </c:pt>
                <c:pt idx="1262">
                  <c:v>19500</c:v>
                </c:pt>
                <c:pt idx="1263">
                  <c:v>19500</c:v>
                </c:pt>
                <c:pt idx="1264">
                  <c:v>19500</c:v>
                </c:pt>
                <c:pt idx="1265">
                  <c:v>19500</c:v>
                </c:pt>
                <c:pt idx="1266">
                  <c:v>19500</c:v>
                </c:pt>
                <c:pt idx="1267">
                  <c:v>19500</c:v>
                </c:pt>
                <c:pt idx="1268">
                  <c:v>19500</c:v>
                </c:pt>
                <c:pt idx="1269">
                  <c:v>19500</c:v>
                </c:pt>
                <c:pt idx="1270">
                  <c:v>19500</c:v>
                </c:pt>
                <c:pt idx="1271">
                  <c:v>19500</c:v>
                </c:pt>
                <c:pt idx="1272">
                  <c:v>19500</c:v>
                </c:pt>
                <c:pt idx="1273">
                  <c:v>19500</c:v>
                </c:pt>
                <c:pt idx="1274">
                  <c:v>19500</c:v>
                </c:pt>
                <c:pt idx="1275">
                  <c:v>19500</c:v>
                </c:pt>
                <c:pt idx="1276">
                  <c:v>19500</c:v>
                </c:pt>
                <c:pt idx="1277">
                  <c:v>19500</c:v>
                </c:pt>
                <c:pt idx="1278">
                  <c:v>19500</c:v>
                </c:pt>
                <c:pt idx="1279">
                  <c:v>19500</c:v>
                </c:pt>
                <c:pt idx="1280">
                  <c:v>19500</c:v>
                </c:pt>
                <c:pt idx="1281">
                  <c:v>19500</c:v>
                </c:pt>
                <c:pt idx="1282">
                  <c:v>19500</c:v>
                </c:pt>
                <c:pt idx="1283">
                  <c:v>19500</c:v>
                </c:pt>
                <c:pt idx="1284">
                  <c:v>19500</c:v>
                </c:pt>
                <c:pt idx="1285">
                  <c:v>19500</c:v>
                </c:pt>
                <c:pt idx="1286">
                  <c:v>19500</c:v>
                </c:pt>
                <c:pt idx="1287">
                  <c:v>19500</c:v>
                </c:pt>
                <c:pt idx="1288">
                  <c:v>19500</c:v>
                </c:pt>
                <c:pt idx="1289">
                  <c:v>19500</c:v>
                </c:pt>
                <c:pt idx="1290">
                  <c:v>19500</c:v>
                </c:pt>
                <c:pt idx="1291">
                  <c:v>19000</c:v>
                </c:pt>
                <c:pt idx="1292">
                  <c:v>19000</c:v>
                </c:pt>
                <c:pt idx="1293">
                  <c:v>19000</c:v>
                </c:pt>
                <c:pt idx="1294">
                  <c:v>19000</c:v>
                </c:pt>
                <c:pt idx="1295">
                  <c:v>19000</c:v>
                </c:pt>
                <c:pt idx="1296">
                  <c:v>19000</c:v>
                </c:pt>
                <c:pt idx="1297">
                  <c:v>19000</c:v>
                </c:pt>
                <c:pt idx="1298">
                  <c:v>19000</c:v>
                </c:pt>
                <c:pt idx="1299">
                  <c:v>19000</c:v>
                </c:pt>
                <c:pt idx="1300">
                  <c:v>19000</c:v>
                </c:pt>
                <c:pt idx="1301">
                  <c:v>19000</c:v>
                </c:pt>
                <c:pt idx="1302">
                  <c:v>19000</c:v>
                </c:pt>
                <c:pt idx="1303">
                  <c:v>19000</c:v>
                </c:pt>
                <c:pt idx="1304">
                  <c:v>19000</c:v>
                </c:pt>
                <c:pt idx="1305">
                  <c:v>19000</c:v>
                </c:pt>
                <c:pt idx="1306">
                  <c:v>19000</c:v>
                </c:pt>
                <c:pt idx="1307">
                  <c:v>19000</c:v>
                </c:pt>
                <c:pt idx="1308">
                  <c:v>19000</c:v>
                </c:pt>
                <c:pt idx="1309">
                  <c:v>19000</c:v>
                </c:pt>
                <c:pt idx="1310">
                  <c:v>19000</c:v>
                </c:pt>
                <c:pt idx="1311">
                  <c:v>19000</c:v>
                </c:pt>
                <c:pt idx="1312">
                  <c:v>19000</c:v>
                </c:pt>
                <c:pt idx="1313">
                  <c:v>19000</c:v>
                </c:pt>
                <c:pt idx="1314">
                  <c:v>19000</c:v>
                </c:pt>
                <c:pt idx="1315">
                  <c:v>19000</c:v>
                </c:pt>
                <c:pt idx="1316">
                  <c:v>19000</c:v>
                </c:pt>
                <c:pt idx="1317">
                  <c:v>18800</c:v>
                </c:pt>
                <c:pt idx="1318">
                  <c:v>18800</c:v>
                </c:pt>
                <c:pt idx="1319">
                  <c:v>18800</c:v>
                </c:pt>
                <c:pt idx="1320">
                  <c:v>18800</c:v>
                </c:pt>
                <c:pt idx="1321">
                  <c:v>18800</c:v>
                </c:pt>
                <c:pt idx="1322">
                  <c:v>18800</c:v>
                </c:pt>
                <c:pt idx="1323">
                  <c:v>18800</c:v>
                </c:pt>
                <c:pt idx="1324">
                  <c:v>18800</c:v>
                </c:pt>
                <c:pt idx="1325">
                  <c:v>18800</c:v>
                </c:pt>
                <c:pt idx="1326">
                  <c:v>18800</c:v>
                </c:pt>
                <c:pt idx="1327">
                  <c:v>18800</c:v>
                </c:pt>
                <c:pt idx="1328">
                  <c:v>18800</c:v>
                </c:pt>
                <c:pt idx="1329">
                  <c:v>18800</c:v>
                </c:pt>
                <c:pt idx="1330">
                  <c:v>18800</c:v>
                </c:pt>
                <c:pt idx="1331">
                  <c:v>18800</c:v>
                </c:pt>
                <c:pt idx="1332">
                  <c:v>18800</c:v>
                </c:pt>
                <c:pt idx="1333">
                  <c:v>18800</c:v>
                </c:pt>
                <c:pt idx="1334">
                  <c:v>18800</c:v>
                </c:pt>
                <c:pt idx="1335">
                  <c:v>18800</c:v>
                </c:pt>
                <c:pt idx="1336">
                  <c:v>18800</c:v>
                </c:pt>
                <c:pt idx="1337">
                  <c:v>18800</c:v>
                </c:pt>
                <c:pt idx="1338">
                  <c:v>18800</c:v>
                </c:pt>
                <c:pt idx="1339">
                  <c:v>18800</c:v>
                </c:pt>
                <c:pt idx="1340">
                  <c:v>18800</c:v>
                </c:pt>
                <c:pt idx="1341">
                  <c:v>18800</c:v>
                </c:pt>
                <c:pt idx="1342">
                  <c:v>18800</c:v>
                </c:pt>
                <c:pt idx="1343">
                  <c:v>18800</c:v>
                </c:pt>
                <c:pt idx="1344">
                  <c:v>18800</c:v>
                </c:pt>
                <c:pt idx="1345">
                  <c:v>18750</c:v>
                </c:pt>
                <c:pt idx="1346">
                  <c:v>18750</c:v>
                </c:pt>
                <c:pt idx="1347">
                  <c:v>18750</c:v>
                </c:pt>
                <c:pt idx="1348">
                  <c:v>18750</c:v>
                </c:pt>
                <c:pt idx="1349">
                  <c:v>18750</c:v>
                </c:pt>
                <c:pt idx="1350">
                  <c:v>18750</c:v>
                </c:pt>
                <c:pt idx="1351">
                  <c:v>18750</c:v>
                </c:pt>
                <c:pt idx="1352">
                  <c:v>20000</c:v>
                </c:pt>
                <c:pt idx="1353">
                  <c:v>20000</c:v>
                </c:pt>
                <c:pt idx="1354">
                  <c:v>20000</c:v>
                </c:pt>
                <c:pt idx="1355">
                  <c:v>20000</c:v>
                </c:pt>
                <c:pt idx="1356">
                  <c:v>21000</c:v>
                </c:pt>
                <c:pt idx="1357">
                  <c:v>21000</c:v>
                </c:pt>
                <c:pt idx="1358">
                  <c:v>21000</c:v>
                </c:pt>
                <c:pt idx="1359">
                  <c:v>22000</c:v>
                </c:pt>
                <c:pt idx="1360">
                  <c:v>22000</c:v>
                </c:pt>
                <c:pt idx="1361">
                  <c:v>22000</c:v>
                </c:pt>
                <c:pt idx="1362">
                  <c:v>22000</c:v>
                </c:pt>
                <c:pt idx="1363">
                  <c:v>22000</c:v>
                </c:pt>
                <c:pt idx="1364">
                  <c:v>22000</c:v>
                </c:pt>
                <c:pt idx="1365">
                  <c:v>22000</c:v>
                </c:pt>
                <c:pt idx="1366">
                  <c:v>22000</c:v>
                </c:pt>
                <c:pt idx="1367">
                  <c:v>22000</c:v>
                </c:pt>
                <c:pt idx="1368">
                  <c:v>22000</c:v>
                </c:pt>
                <c:pt idx="1369">
                  <c:v>22000</c:v>
                </c:pt>
                <c:pt idx="1370">
                  <c:v>22000</c:v>
                </c:pt>
                <c:pt idx="1371">
                  <c:v>22000</c:v>
                </c:pt>
                <c:pt idx="1372">
                  <c:v>22000</c:v>
                </c:pt>
                <c:pt idx="1373">
                  <c:v>22000</c:v>
                </c:pt>
                <c:pt idx="1374">
                  <c:v>22000</c:v>
                </c:pt>
                <c:pt idx="1375">
                  <c:v>22000</c:v>
                </c:pt>
                <c:pt idx="1376">
                  <c:v>22000</c:v>
                </c:pt>
                <c:pt idx="1377">
                  <c:v>22000</c:v>
                </c:pt>
                <c:pt idx="1378">
                  <c:v>22000</c:v>
                </c:pt>
                <c:pt idx="1379">
                  <c:v>22000</c:v>
                </c:pt>
                <c:pt idx="1380">
                  <c:v>23000</c:v>
                </c:pt>
                <c:pt idx="1381">
                  <c:v>23000</c:v>
                </c:pt>
                <c:pt idx="1382">
                  <c:v>23000</c:v>
                </c:pt>
                <c:pt idx="1383">
                  <c:v>23000</c:v>
                </c:pt>
                <c:pt idx="1384">
                  <c:v>23000</c:v>
                </c:pt>
                <c:pt idx="1385">
                  <c:v>25500</c:v>
                </c:pt>
                <c:pt idx="1386">
                  <c:v>25500</c:v>
                </c:pt>
                <c:pt idx="1387">
                  <c:v>25500</c:v>
                </c:pt>
                <c:pt idx="1388">
                  <c:v>25500</c:v>
                </c:pt>
                <c:pt idx="1389">
                  <c:v>25500</c:v>
                </c:pt>
                <c:pt idx="1390">
                  <c:v>25500</c:v>
                </c:pt>
                <c:pt idx="1391">
                  <c:v>25500</c:v>
                </c:pt>
                <c:pt idx="1392">
                  <c:v>25500</c:v>
                </c:pt>
                <c:pt idx="1393">
                  <c:v>25500</c:v>
                </c:pt>
                <c:pt idx="1394">
                  <c:v>25500</c:v>
                </c:pt>
                <c:pt idx="1395">
                  <c:v>25500</c:v>
                </c:pt>
                <c:pt idx="1396">
                  <c:v>25500</c:v>
                </c:pt>
                <c:pt idx="1397">
                  <c:v>25500</c:v>
                </c:pt>
                <c:pt idx="1398">
                  <c:v>25500</c:v>
                </c:pt>
                <c:pt idx="1399">
                  <c:v>25500</c:v>
                </c:pt>
                <c:pt idx="1400">
                  <c:v>25500</c:v>
                </c:pt>
                <c:pt idx="1401">
                  <c:v>25500</c:v>
                </c:pt>
                <c:pt idx="1402">
                  <c:v>25500</c:v>
                </c:pt>
                <c:pt idx="1403">
                  <c:v>25500</c:v>
                </c:pt>
                <c:pt idx="1404">
                  <c:v>25500</c:v>
                </c:pt>
                <c:pt idx="1405">
                  <c:v>25500</c:v>
                </c:pt>
                <c:pt idx="1406">
                  <c:v>25500</c:v>
                </c:pt>
                <c:pt idx="1407">
                  <c:v>25500</c:v>
                </c:pt>
                <c:pt idx="1408">
                  <c:v>25000</c:v>
                </c:pt>
                <c:pt idx="1409">
                  <c:v>25000</c:v>
                </c:pt>
                <c:pt idx="1410">
                  <c:v>24500</c:v>
                </c:pt>
                <c:pt idx="1411">
                  <c:v>24500</c:v>
                </c:pt>
                <c:pt idx="1412">
                  <c:v>23500</c:v>
                </c:pt>
                <c:pt idx="1413">
                  <c:v>23500</c:v>
                </c:pt>
                <c:pt idx="1414">
                  <c:v>23500</c:v>
                </c:pt>
                <c:pt idx="1415">
                  <c:v>23500</c:v>
                </c:pt>
                <c:pt idx="1416">
                  <c:v>23500</c:v>
                </c:pt>
                <c:pt idx="1417">
                  <c:v>23500</c:v>
                </c:pt>
                <c:pt idx="1418">
                  <c:v>23500</c:v>
                </c:pt>
                <c:pt idx="1419">
                  <c:v>22500</c:v>
                </c:pt>
                <c:pt idx="1420">
                  <c:v>22500</c:v>
                </c:pt>
                <c:pt idx="1421">
                  <c:v>22500</c:v>
                </c:pt>
                <c:pt idx="1422">
                  <c:v>22500</c:v>
                </c:pt>
                <c:pt idx="1423">
                  <c:v>22500</c:v>
                </c:pt>
                <c:pt idx="1424">
                  <c:v>22500</c:v>
                </c:pt>
                <c:pt idx="1425">
                  <c:v>22500</c:v>
                </c:pt>
                <c:pt idx="1426">
                  <c:v>22500</c:v>
                </c:pt>
                <c:pt idx="1427">
                  <c:v>22500</c:v>
                </c:pt>
                <c:pt idx="1428">
                  <c:v>22500</c:v>
                </c:pt>
                <c:pt idx="1429">
                  <c:v>22500</c:v>
                </c:pt>
                <c:pt idx="1430">
                  <c:v>22500</c:v>
                </c:pt>
                <c:pt idx="1431">
                  <c:v>22500</c:v>
                </c:pt>
                <c:pt idx="1432">
                  <c:v>22200</c:v>
                </c:pt>
                <c:pt idx="1433">
                  <c:v>22200</c:v>
                </c:pt>
                <c:pt idx="1434">
                  <c:v>22200</c:v>
                </c:pt>
                <c:pt idx="1435">
                  <c:v>22200</c:v>
                </c:pt>
                <c:pt idx="1436">
                  <c:v>22200</c:v>
                </c:pt>
                <c:pt idx="1437">
                  <c:v>22200</c:v>
                </c:pt>
                <c:pt idx="1438">
                  <c:v>22200</c:v>
                </c:pt>
                <c:pt idx="1439">
                  <c:v>22200</c:v>
                </c:pt>
                <c:pt idx="1440">
                  <c:v>22200</c:v>
                </c:pt>
                <c:pt idx="1441">
                  <c:v>22200</c:v>
                </c:pt>
                <c:pt idx="1442">
                  <c:v>22200</c:v>
                </c:pt>
                <c:pt idx="1443">
                  <c:v>22000</c:v>
                </c:pt>
                <c:pt idx="1444">
                  <c:v>22000</c:v>
                </c:pt>
                <c:pt idx="1445">
                  <c:v>22000</c:v>
                </c:pt>
                <c:pt idx="1446">
                  <c:v>22000</c:v>
                </c:pt>
                <c:pt idx="1447">
                  <c:v>22000</c:v>
                </c:pt>
                <c:pt idx="1448">
                  <c:v>22000</c:v>
                </c:pt>
                <c:pt idx="1449">
                  <c:v>22000</c:v>
                </c:pt>
                <c:pt idx="1450">
                  <c:v>20000</c:v>
                </c:pt>
                <c:pt idx="1451">
                  <c:v>19950</c:v>
                </c:pt>
                <c:pt idx="1452">
                  <c:v>19950</c:v>
                </c:pt>
                <c:pt idx="1453">
                  <c:v>19950</c:v>
                </c:pt>
                <c:pt idx="1454">
                  <c:v>19950</c:v>
                </c:pt>
                <c:pt idx="1455">
                  <c:v>19950</c:v>
                </c:pt>
                <c:pt idx="1456">
                  <c:v>19950</c:v>
                </c:pt>
                <c:pt idx="1457">
                  <c:v>19950</c:v>
                </c:pt>
                <c:pt idx="1458">
                  <c:v>19950</c:v>
                </c:pt>
                <c:pt idx="1459">
                  <c:v>19950</c:v>
                </c:pt>
                <c:pt idx="1460">
                  <c:v>19950</c:v>
                </c:pt>
                <c:pt idx="1461">
                  <c:v>19950</c:v>
                </c:pt>
                <c:pt idx="1462">
                  <c:v>19950</c:v>
                </c:pt>
                <c:pt idx="1463">
                  <c:v>19950</c:v>
                </c:pt>
                <c:pt idx="1464">
                  <c:v>19950</c:v>
                </c:pt>
                <c:pt idx="1465">
                  <c:v>19950</c:v>
                </c:pt>
                <c:pt idx="1466">
                  <c:v>19950</c:v>
                </c:pt>
                <c:pt idx="1467">
                  <c:v>19950</c:v>
                </c:pt>
                <c:pt idx="1468">
                  <c:v>19950</c:v>
                </c:pt>
                <c:pt idx="1469">
                  <c:v>19950</c:v>
                </c:pt>
                <c:pt idx="1470">
                  <c:v>19950</c:v>
                </c:pt>
                <c:pt idx="1471">
                  <c:v>19500</c:v>
                </c:pt>
                <c:pt idx="1472">
                  <c:v>19500</c:v>
                </c:pt>
                <c:pt idx="1473">
                  <c:v>20000</c:v>
                </c:pt>
                <c:pt idx="1474">
                  <c:v>20000</c:v>
                </c:pt>
                <c:pt idx="1475">
                  <c:v>20000</c:v>
                </c:pt>
                <c:pt idx="1476">
                  <c:v>20000</c:v>
                </c:pt>
                <c:pt idx="1477">
                  <c:v>20000</c:v>
                </c:pt>
                <c:pt idx="1478">
                  <c:v>20000</c:v>
                </c:pt>
                <c:pt idx="1479">
                  <c:v>20000</c:v>
                </c:pt>
                <c:pt idx="1480">
                  <c:v>20000</c:v>
                </c:pt>
                <c:pt idx="1481">
                  <c:v>20000</c:v>
                </c:pt>
                <c:pt idx="1482">
                  <c:v>20000</c:v>
                </c:pt>
                <c:pt idx="1483">
                  <c:v>20000</c:v>
                </c:pt>
                <c:pt idx="1484">
                  <c:v>20000</c:v>
                </c:pt>
                <c:pt idx="1485">
                  <c:v>20000</c:v>
                </c:pt>
                <c:pt idx="1486">
                  <c:v>20000</c:v>
                </c:pt>
                <c:pt idx="1487">
                  <c:v>20000</c:v>
                </c:pt>
                <c:pt idx="1488">
                  <c:v>20500</c:v>
                </c:pt>
                <c:pt idx="1489">
                  <c:v>20500</c:v>
                </c:pt>
                <c:pt idx="1490">
                  <c:v>20500</c:v>
                </c:pt>
                <c:pt idx="1491">
                  <c:v>20500</c:v>
                </c:pt>
                <c:pt idx="1492">
                  <c:v>20500</c:v>
                </c:pt>
                <c:pt idx="1493">
                  <c:v>20500</c:v>
                </c:pt>
                <c:pt idx="1494">
                  <c:v>20500</c:v>
                </c:pt>
                <c:pt idx="1495">
                  <c:v>20500</c:v>
                </c:pt>
                <c:pt idx="1496">
                  <c:v>20500</c:v>
                </c:pt>
                <c:pt idx="1497">
                  <c:v>20500</c:v>
                </c:pt>
                <c:pt idx="1498">
                  <c:v>20500</c:v>
                </c:pt>
                <c:pt idx="1499">
                  <c:v>20500</c:v>
                </c:pt>
                <c:pt idx="1500">
                  <c:v>20500</c:v>
                </c:pt>
                <c:pt idx="1501">
                  <c:v>20500</c:v>
                </c:pt>
                <c:pt idx="1502">
                  <c:v>20500</c:v>
                </c:pt>
                <c:pt idx="1503">
                  <c:v>20500</c:v>
                </c:pt>
                <c:pt idx="1504">
                  <c:v>20500</c:v>
                </c:pt>
                <c:pt idx="1505">
                  <c:v>20500</c:v>
                </c:pt>
                <c:pt idx="1506">
                  <c:v>20500</c:v>
                </c:pt>
                <c:pt idx="1507">
                  <c:v>20500</c:v>
                </c:pt>
                <c:pt idx="1508">
                  <c:v>20500</c:v>
                </c:pt>
                <c:pt idx="1509">
                  <c:v>20500</c:v>
                </c:pt>
                <c:pt idx="1510">
                  <c:v>20500</c:v>
                </c:pt>
                <c:pt idx="1511">
                  <c:v>20500</c:v>
                </c:pt>
                <c:pt idx="1512">
                  <c:v>20500</c:v>
                </c:pt>
                <c:pt idx="1513">
                  <c:v>21000</c:v>
                </c:pt>
                <c:pt idx="1514">
                  <c:v>21000</c:v>
                </c:pt>
                <c:pt idx="1515">
                  <c:v>21000</c:v>
                </c:pt>
                <c:pt idx="1516">
                  <c:v>21000</c:v>
                </c:pt>
                <c:pt idx="1517">
                  <c:v>21000</c:v>
                </c:pt>
                <c:pt idx="1518">
                  <c:v>21000</c:v>
                </c:pt>
                <c:pt idx="1519">
                  <c:v>21000</c:v>
                </c:pt>
                <c:pt idx="1520">
                  <c:v>21500</c:v>
                </c:pt>
                <c:pt idx="1521">
                  <c:v>21500</c:v>
                </c:pt>
                <c:pt idx="1522">
                  <c:v>21500</c:v>
                </c:pt>
                <c:pt idx="1523">
                  <c:v>21500</c:v>
                </c:pt>
                <c:pt idx="1524">
                  <c:v>21500</c:v>
                </c:pt>
                <c:pt idx="1525">
                  <c:v>21500</c:v>
                </c:pt>
                <c:pt idx="1526">
                  <c:v>21500</c:v>
                </c:pt>
                <c:pt idx="1527">
                  <c:v>21500</c:v>
                </c:pt>
                <c:pt idx="1528">
                  <c:v>21500</c:v>
                </c:pt>
                <c:pt idx="1529">
                  <c:v>22000</c:v>
                </c:pt>
                <c:pt idx="1530">
                  <c:v>22000</c:v>
                </c:pt>
                <c:pt idx="1531">
                  <c:v>22000</c:v>
                </c:pt>
                <c:pt idx="1532">
                  <c:v>22000</c:v>
                </c:pt>
                <c:pt idx="1533">
                  <c:v>22000</c:v>
                </c:pt>
                <c:pt idx="1534">
                  <c:v>22000</c:v>
                </c:pt>
                <c:pt idx="1535">
                  <c:v>22000</c:v>
                </c:pt>
                <c:pt idx="1536">
                  <c:v>22000</c:v>
                </c:pt>
                <c:pt idx="1537">
                  <c:v>22000</c:v>
                </c:pt>
                <c:pt idx="1538">
                  <c:v>22000</c:v>
                </c:pt>
                <c:pt idx="1539">
                  <c:v>22000</c:v>
                </c:pt>
                <c:pt idx="1540">
                  <c:v>22000</c:v>
                </c:pt>
                <c:pt idx="1541">
                  <c:v>22000</c:v>
                </c:pt>
                <c:pt idx="1542">
                  <c:v>22000</c:v>
                </c:pt>
                <c:pt idx="1543">
                  <c:v>22500</c:v>
                </c:pt>
                <c:pt idx="1544">
                  <c:v>22500</c:v>
                </c:pt>
                <c:pt idx="1545">
                  <c:v>22500</c:v>
                </c:pt>
                <c:pt idx="1546">
                  <c:v>22500</c:v>
                </c:pt>
                <c:pt idx="1547">
                  <c:v>22500</c:v>
                </c:pt>
                <c:pt idx="1548">
                  <c:v>23000</c:v>
                </c:pt>
                <c:pt idx="1549">
                  <c:v>23000</c:v>
                </c:pt>
                <c:pt idx="1550">
                  <c:v>23000</c:v>
                </c:pt>
                <c:pt idx="1551">
                  <c:v>23000</c:v>
                </c:pt>
                <c:pt idx="1552">
                  <c:v>23000</c:v>
                </c:pt>
                <c:pt idx="1553">
                  <c:v>23000</c:v>
                </c:pt>
                <c:pt idx="1554">
                  <c:v>23000</c:v>
                </c:pt>
                <c:pt idx="1555">
                  <c:v>23000</c:v>
                </c:pt>
                <c:pt idx="1556">
                  <c:v>23000</c:v>
                </c:pt>
                <c:pt idx="1557">
                  <c:v>23000</c:v>
                </c:pt>
                <c:pt idx="1558">
                  <c:v>23000</c:v>
                </c:pt>
                <c:pt idx="1559">
                  <c:v>23000</c:v>
                </c:pt>
                <c:pt idx="1560">
                  <c:v>23000</c:v>
                </c:pt>
                <c:pt idx="1561">
                  <c:v>23000</c:v>
                </c:pt>
                <c:pt idx="1562">
                  <c:v>23000</c:v>
                </c:pt>
                <c:pt idx="1563">
                  <c:v>23000</c:v>
                </c:pt>
                <c:pt idx="1564">
                  <c:v>23000</c:v>
                </c:pt>
                <c:pt idx="1565">
                  <c:v>23000</c:v>
                </c:pt>
                <c:pt idx="1566">
                  <c:v>23000</c:v>
                </c:pt>
                <c:pt idx="1567">
                  <c:v>23000</c:v>
                </c:pt>
                <c:pt idx="1568">
                  <c:v>23000</c:v>
                </c:pt>
                <c:pt idx="1569">
                  <c:v>23000</c:v>
                </c:pt>
                <c:pt idx="1570">
                  <c:v>23000</c:v>
                </c:pt>
                <c:pt idx="1571">
                  <c:v>23000</c:v>
                </c:pt>
                <c:pt idx="1572">
                  <c:v>23000</c:v>
                </c:pt>
                <c:pt idx="1573">
                  <c:v>23000</c:v>
                </c:pt>
                <c:pt idx="1574">
                  <c:v>23000</c:v>
                </c:pt>
                <c:pt idx="1575">
                  <c:v>23000</c:v>
                </c:pt>
                <c:pt idx="1576">
                  <c:v>23000</c:v>
                </c:pt>
                <c:pt idx="1577">
                  <c:v>23000</c:v>
                </c:pt>
                <c:pt idx="1578">
                  <c:v>23000</c:v>
                </c:pt>
                <c:pt idx="1579">
                  <c:v>23000</c:v>
                </c:pt>
                <c:pt idx="1580">
                  <c:v>23000</c:v>
                </c:pt>
                <c:pt idx="1581">
                  <c:v>23000</c:v>
                </c:pt>
                <c:pt idx="1582">
                  <c:v>23000</c:v>
                </c:pt>
                <c:pt idx="1583">
                  <c:v>23000</c:v>
                </c:pt>
                <c:pt idx="1584">
                  <c:v>23000</c:v>
                </c:pt>
                <c:pt idx="1585">
                  <c:v>22500</c:v>
                </c:pt>
                <c:pt idx="1586">
                  <c:v>22500</c:v>
                </c:pt>
                <c:pt idx="1587">
                  <c:v>22500</c:v>
                </c:pt>
                <c:pt idx="1588">
                  <c:v>22500</c:v>
                </c:pt>
                <c:pt idx="1589">
                  <c:v>22500</c:v>
                </c:pt>
                <c:pt idx="1590">
                  <c:v>22500</c:v>
                </c:pt>
                <c:pt idx="1591">
                  <c:v>22500</c:v>
                </c:pt>
                <c:pt idx="1592">
                  <c:v>22500</c:v>
                </c:pt>
                <c:pt idx="1593">
                  <c:v>22500</c:v>
                </c:pt>
                <c:pt idx="1594">
                  <c:v>22500</c:v>
                </c:pt>
                <c:pt idx="1595">
                  <c:v>22500</c:v>
                </c:pt>
                <c:pt idx="1596">
                  <c:v>22500</c:v>
                </c:pt>
                <c:pt idx="1597">
                  <c:v>22500</c:v>
                </c:pt>
                <c:pt idx="1598">
                  <c:v>22500</c:v>
                </c:pt>
                <c:pt idx="1599">
                  <c:v>22500</c:v>
                </c:pt>
                <c:pt idx="1600">
                  <c:v>22500</c:v>
                </c:pt>
                <c:pt idx="1601">
                  <c:v>22500</c:v>
                </c:pt>
                <c:pt idx="1602">
                  <c:v>22500</c:v>
                </c:pt>
                <c:pt idx="1603">
                  <c:v>22500</c:v>
                </c:pt>
                <c:pt idx="1604">
                  <c:v>22500</c:v>
                </c:pt>
                <c:pt idx="1605">
                  <c:v>22500</c:v>
                </c:pt>
                <c:pt idx="1606">
                  <c:v>22500</c:v>
                </c:pt>
                <c:pt idx="1607">
                  <c:v>22500</c:v>
                </c:pt>
                <c:pt idx="1608">
                  <c:v>22500</c:v>
                </c:pt>
                <c:pt idx="1609">
                  <c:v>22500</c:v>
                </c:pt>
                <c:pt idx="1610">
                  <c:v>22500</c:v>
                </c:pt>
                <c:pt idx="1611">
                  <c:v>22500</c:v>
                </c:pt>
                <c:pt idx="1612">
                  <c:v>22000</c:v>
                </c:pt>
                <c:pt idx="1613">
                  <c:v>22000</c:v>
                </c:pt>
                <c:pt idx="1614">
                  <c:v>21500</c:v>
                </c:pt>
                <c:pt idx="1615">
                  <c:v>21500</c:v>
                </c:pt>
                <c:pt idx="1616">
                  <c:v>21500</c:v>
                </c:pt>
                <c:pt idx="1617">
                  <c:v>21500</c:v>
                </c:pt>
                <c:pt idx="1618">
                  <c:v>21500</c:v>
                </c:pt>
                <c:pt idx="1619">
                  <c:v>21500</c:v>
                </c:pt>
                <c:pt idx="1620">
                  <c:v>21000</c:v>
                </c:pt>
                <c:pt idx="1621">
                  <c:v>21000</c:v>
                </c:pt>
                <c:pt idx="1622">
                  <c:v>21000</c:v>
                </c:pt>
                <c:pt idx="1623">
                  <c:v>21000</c:v>
                </c:pt>
                <c:pt idx="1624">
                  <c:v>21000</c:v>
                </c:pt>
                <c:pt idx="1625">
                  <c:v>21000</c:v>
                </c:pt>
                <c:pt idx="1626">
                  <c:v>21000</c:v>
                </c:pt>
                <c:pt idx="1627">
                  <c:v>21000</c:v>
                </c:pt>
                <c:pt idx="1628">
                  <c:v>21000</c:v>
                </c:pt>
                <c:pt idx="1629">
                  <c:v>21000</c:v>
                </c:pt>
                <c:pt idx="1630">
                  <c:v>21000</c:v>
                </c:pt>
                <c:pt idx="1631">
                  <c:v>21000</c:v>
                </c:pt>
                <c:pt idx="1632">
                  <c:v>21000</c:v>
                </c:pt>
                <c:pt idx="1633">
                  <c:v>21000</c:v>
                </c:pt>
                <c:pt idx="1634">
                  <c:v>20500</c:v>
                </c:pt>
                <c:pt idx="1635">
                  <c:v>20000</c:v>
                </c:pt>
                <c:pt idx="1636">
                  <c:v>20000</c:v>
                </c:pt>
                <c:pt idx="1637">
                  <c:v>20000</c:v>
                </c:pt>
                <c:pt idx="1638">
                  <c:v>20000</c:v>
                </c:pt>
                <c:pt idx="1639">
                  <c:v>20000</c:v>
                </c:pt>
                <c:pt idx="1640">
                  <c:v>20000</c:v>
                </c:pt>
                <c:pt idx="1641">
                  <c:v>20000</c:v>
                </c:pt>
                <c:pt idx="1642">
                  <c:v>20000</c:v>
                </c:pt>
                <c:pt idx="1643">
                  <c:v>20000</c:v>
                </c:pt>
                <c:pt idx="1644">
                  <c:v>20000</c:v>
                </c:pt>
                <c:pt idx="1645">
                  <c:v>20000</c:v>
                </c:pt>
                <c:pt idx="1646">
                  <c:v>20000</c:v>
                </c:pt>
                <c:pt idx="1647">
                  <c:v>20000</c:v>
                </c:pt>
                <c:pt idx="1648">
                  <c:v>20000</c:v>
                </c:pt>
                <c:pt idx="1649">
                  <c:v>20000</c:v>
                </c:pt>
                <c:pt idx="1650">
                  <c:v>20000</c:v>
                </c:pt>
                <c:pt idx="1651">
                  <c:v>20000</c:v>
                </c:pt>
                <c:pt idx="1652">
                  <c:v>20000</c:v>
                </c:pt>
                <c:pt idx="1653">
                  <c:v>19500</c:v>
                </c:pt>
                <c:pt idx="1654">
                  <c:v>19500</c:v>
                </c:pt>
                <c:pt idx="1655">
                  <c:v>19500</c:v>
                </c:pt>
                <c:pt idx="1656">
                  <c:v>19500</c:v>
                </c:pt>
                <c:pt idx="1657">
                  <c:v>19500</c:v>
                </c:pt>
                <c:pt idx="1658">
                  <c:v>19500</c:v>
                </c:pt>
                <c:pt idx="1659">
                  <c:v>19000</c:v>
                </c:pt>
                <c:pt idx="1660">
                  <c:v>19000</c:v>
                </c:pt>
                <c:pt idx="1661">
                  <c:v>19000</c:v>
                </c:pt>
                <c:pt idx="1662">
                  <c:v>19500</c:v>
                </c:pt>
                <c:pt idx="1663">
                  <c:v>19500</c:v>
                </c:pt>
                <c:pt idx="1664">
                  <c:v>19500</c:v>
                </c:pt>
                <c:pt idx="1665">
                  <c:v>19500</c:v>
                </c:pt>
                <c:pt idx="1666">
                  <c:v>19500</c:v>
                </c:pt>
                <c:pt idx="1667">
                  <c:v>19800</c:v>
                </c:pt>
                <c:pt idx="1668">
                  <c:v>19800</c:v>
                </c:pt>
                <c:pt idx="1669">
                  <c:v>19800</c:v>
                </c:pt>
                <c:pt idx="1670">
                  <c:v>19800</c:v>
                </c:pt>
                <c:pt idx="1671">
                  <c:v>19800</c:v>
                </c:pt>
                <c:pt idx="1672">
                  <c:v>19800</c:v>
                </c:pt>
                <c:pt idx="1673">
                  <c:v>19800</c:v>
                </c:pt>
                <c:pt idx="1674">
                  <c:v>19800</c:v>
                </c:pt>
                <c:pt idx="1675">
                  <c:v>20000</c:v>
                </c:pt>
                <c:pt idx="1676">
                  <c:v>20000</c:v>
                </c:pt>
                <c:pt idx="1677">
                  <c:v>20500</c:v>
                </c:pt>
                <c:pt idx="1678">
                  <c:v>20500</c:v>
                </c:pt>
                <c:pt idx="1679">
                  <c:v>20500</c:v>
                </c:pt>
                <c:pt idx="1680">
                  <c:v>20500</c:v>
                </c:pt>
                <c:pt idx="1681">
                  <c:v>20500</c:v>
                </c:pt>
                <c:pt idx="1682">
                  <c:v>20500</c:v>
                </c:pt>
                <c:pt idx="1683">
                  <c:v>20500</c:v>
                </c:pt>
                <c:pt idx="1684">
                  <c:v>20500</c:v>
                </c:pt>
                <c:pt idx="1685">
                  <c:v>20500</c:v>
                </c:pt>
                <c:pt idx="1686">
                  <c:v>20500</c:v>
                </c:pt>
                <c:pt idx="1687">
                  <c:v>20500</c:v>
                </c:pt>
                <c:pt idx="1688">
                  <c:v>20800</c:v>
                </c:pt>
                <c:pt idx="1689">
                  <c:v>20800</c:v>
                </c:pt>
                <c:pt idx="1690">
                  <c:v>21000</c:v>
                </c:pt>
                <c:pt idx="1691">
                  <c:v>21000</c:v>
                </c:pt>
                <c:pt idx="1692">
                  <c:v>21000</c:v>
                </c:pt>
                <c:pt idx="1693">
                  <c:v>21000</c:v>
                </c:pt>
                <c:pt idx="1694">
                  <c:v>21000</c:v>
                </c:pt>
                <c:pt idx="1695">
                  <c:v>21000</c:v>
                </c:pt>
                <c:pt idx="1696">
                  <c:v>21000</c:v>
                </c:pt>
                <c:pt idx="1697">
                  <c:v>21000</c:v>
                </c:pt>
                <c:pt idx="1698">
                  <c:v>21000</c:v>
                </c:pt>
                <c:pt idx="1699">
                  <c:v>21000</c:v>
                </c:pt>
                <c:pt idx="1700">
                  <c:v>21000</c:v>
                </c:pt>
                <c:pt idx="1701">
                  <c:v>21000</c:v>
                </c:pt>
                <c:pt idx="1702">
                  <c:v>21500</c:v>
                </c:pt>
                <c:pt idx="1703">
                  <c:v>21500</c:v>
                </c:pt>
                <c:pt idx="1704">
                  <c:v>21500</c:v>
                </c:pt>
                <c:pt idx="1705">
                  <c:v>21800</c:v>
                </c:pt>
                <c:pt idx="1706">
                  <c:v>21800</c:v>
                </c:pt>
                <c:pt idx="1707">
                  <c:v>21800</c:v>
                </c:pt>
                <c:pt idx="1708">
                  <c:v>21800</c:v>
                </c:pt>
                <c:pt idx="1709">
                  <c:v>21800</c:v>
                </c:pt>
                <c:pt idx="1710">
                  <c:v>21800</c:v>
                </c:pt>
                <c:pt idx="1711">
                  <c:v>20000</c:v>
                </c:pt>
                <c:pt idx="1712">
                  <c:v>20000</c:v>
                </c:pt>
                <c:pt idx="1713">
                  <c:v>20000</c:v>
                </c:pt>
                <c:pt idx="1714">
                  <c:v>22000</c:v>
                </c:pt>
                <c:pt idx="1715">
                  <c:v>22000</c:v>
                </c:pt>
                <c:pt idx="1716">
                  <c:v>22000</c:v>
                </c:pt>
                <c:pt idx="1717">
                  <c:v>22500</c:v>
                </c:pt>
                <c:pt idx="1718">
                  <c:v>22500</c:v>
                </c:pt>
                <c:pt idx="1719">
                  <c:v>22500</c:v>
                </c:pt>
                <c:pt idx="1720">
                  <c:v>22500</c:v>
                </c:pt>
                <c:pt idx="1721">
                  <c:v>22500</c:v>
                </c:pt>
                <c:pt idx="1722">
                  <c:v>22500</c:v>
                </c:pt>
                <c:pt idx="1723">
                  <c:v>22500</c:v>
                </c:pt>
                <c:pt idx="1724">
                  <c:v>22500</c:v>
                </c:pt>
                <c:pt idx="1725">
                  <c:v>22500</c:v>
                </c:pt>
                <c:pt idx="1726">
                  <c:v>22500</c:v>
                </c:pt>
                <c:pt idx="1727">
                  <c:v>22500</c:v>
                </c:pt>
                <c:pt idx="1728">
                  <c:v>22500</c:v>
                </c:pt>
                <c:pt idx="1729">
                  <c:v>22800</c:v>
                </c:pt>
                <c:pt idx="1730">
                  <c:v>23000</c:v>
                </c:pt>
                <c:pt idx="1731">
                  <c:v>23000</c:v>
                </c:pt>
                <c:pt idx="1732">
                  <c:v>23000</c:v>
                </c:pt>
                <c:pt idx="1733">
                  <c:v>23000</c:v>
                </c:pt>
                <c:pt idx="1734">
                  <c:v>23000</c:v>
                </c:pt>
                <c:pt idx="1735">
                  <c:v>23000</c:v>
                </c:pt>
                <c:pt idx="1736">
                  <c:v>23000</c:v>
                </c:pt>
                <c:pt idx="1737">
                  <c:v>23000</c:v>
                </c:pt>
                <c:pt idx="1738">
                  <c:v>23000</c:v>
                </c:pt>
                <c:pt idx="1739">
                  <c:v>23000</c:v>
                </c:pt>
                <c:pt idx="1740">
                  <c:v>23000</c:v>
                </c:pt>
                <c:pt idx="1741">
                  <c:v>23500</c:v>
                </c:pt>
                <c:pt idx="1742">
                  <c:v>23500</c:v>
                </c:pt>
                <c:pt idx="1743">
                  <c:v>23500</c:v>
                </c:pt>
                <c:pt idx="1744">
                  <c:v>23500</c:v>
                </c:pt>
                <c:pt idx="1745">
                  <c:v>23500</c:v>
                </c:pt>
                <c:pt idx="1746">
                  <c:v>23800</c:v>
                </c:pt>
                <c:pt idx="1747">
                  <c:v>23800</c:v>
                </c:pt>
                <c:pt idx="1748">
                  <c:v>23800</c:v>
                </c:pt>
                <c:pt idx="1749">
                  <c:v>23800</c:v>
                </c:pt>
                <c:pt idx="1750">
                  <c:v>23800</c:v>
                </c:pt>
                <c:pt idx="1751">
                  <c:v>23800</c:v>
                </c:pt>
                <c:pt idx="1752">
                  <c:v>23500</c:v>
                </c:pt>
                <c:pt idx="1753">
                  <c:v>23500</c:v>
                </c:pt>
                <c:pt idx="1754">
                  <c:v>23500</c:v>
                </c:pt>
                <c:pt idx="1755">
                  <c:v>23500</c:v>
                </c:pt>
                <c:pt idx="1756">
                  <c:v>23500</c:v>
                </c:pt>
                <c:pt idx="1757">
                  <c:v>23500</c:v>
                </c:pt>
                <c:pt idx="1758">
                  <c:v>23200</c:v>
                </c:pt>
                <c:pt idx="1759">
                  <c:v>23200</c:v>
                </c:pt>
                <c:pt idx="1760">
                  <c:v>23200</c:v>
                </c:pt>
                <c:pt idx="1761">
                  <c:v>23200</c:v>
                </c:pt>
                <c:pt idx="1762">
                  <c:v>23200</c:v>
                </c:pt>
                <c:pt idx="1763">
                  <c:v>23200</c:v>
                </c:pt>
                <c:pt idx="1764">
                  <c:v>23200</c:v>
                </c:pt>
                <c:pt idx="1765">
                  <c:v>23200</c:v>
                </c:pt>
                <c:pt idx="1766">
                  <c:v>23200</c:v>
                </c:pt>
                <c:pt idx="1767">
                  <c:v>23200</c:v>
                </c:pt>
                <c:pt idx="1768">
                  <c:v>23200</c:v>
                </c:pt>
                <c:pt idx="1769">
                  <c:v>23200</c:v>
                </c:pt>
                <c:pt idx="1770">
                  <c:v>23200</c:v>
                </c:pt>
                <c:pt idx="1771">
                  <c:v>23200</c:v>
                </c:pt>
                <c:pt idx="1772">
                  <c:v>23200</c:v>
                </c:pt>
                <c:pt idx="1773">
                  <c:v>23200</c:v>
                </c:pt>
                <c:pt idx="1774">
                  <c:v>23200</c:v>
                </c:pt>
                <c:pt idx="1775">
                  <c:v>23200</c:v>
                </c:pt>
                <c:pt idx="1776">
                  <c:v>23200</c:v>
                </c:pt>
                <c:pt idx="1777">
                  <c:v>23200</c:v>
                </c:pt>
                <c:pt idx="1778">
                  <c:v>23200</c:v>
                </c:pt>
                <c:pt idx="1779">
                  <c:v>23200</c:v>
                </c:pt>
                <c:pt idx="1780">
                  <c:v>23200</c:v>
                </c:pt>
                <c:pt idx="1781">
                  <c:v>23200</c:v>
                </c:pt>
                <c:pt idx="1782">
                  <c:v>23000</c:v>
                </c:pt>
                <c:pt idx="1783">
                  <c:v>23000</c:v>
                </c:pt>
                <c:pt idx="1784">
                  <c:v>23000</c:v>
                </c:pt>
                <c:pt idx="1785">
                  <c:v>23000</c:v>
                </c:pt>
                <c:pt idx="1786">
                  <c:v>22800</c:v>
                </c:pt>
                <c:pt idx="1787">
                  <c:v>22800</c:v>
                </c:pt>
                <c:pt idx="1788">
                  <c:v>22800</c:v>
                </c:pt>
                <c:pt idx="1789">
                  <c:v>22800</c:v>
                </c:pt>
                <c:pt idx="1790">
                  <c:v>22800</c:v>
                </c:pt>
                <c:pt idx="1791">
                  <c:v>22800</c:v>
                </c:pt>
                <c:pt idx="1792">
                  <c:v>22800</c:v>
                </c:pt>
                <c:pt idx="1793">
                  <c:v>22800</c:v>
                </c:pt>
                <c:pt idx="1794">
                  <c:v>22800</c:v>
                </c:pt>
                <c:pt idx="1795">
                  <c:v>22600</c:v>
                </c:pt>
                <c:pt idx="1796">
                  <c:v>22600</c:v>
                </c:pt>
                <c:pt idx="1797">
                  <c:v>22600</c:v>
                </c:pt>
                <c:pt idx="1798">
                  <c:v>22600</c:v>
                </c:pt>
                <c:pt idx="1799">
                  <c:v>22600</c:v>
                </c:pt>
                <c:pt idx="1800">
                  <c:v>22600</c:v>
                </c:pt>
                <c:pt idx="1801">
                  <c:v>22000</c:v>
                </c:pt>
                <c:pt idx="1802">
                  <c:v>22000</c:v>
                </c:pt>
                <c:pt idx="1803">
                  <c:v>22000</c:v>
                </c:pt>
                <c:pt idx="1804">
                  <c:v>22000</c:v>
                </c:pt>
                <c:pt idx="1805">
                  <c:v>22000</c:v>
                </c:pt>
                <c:pt idx="1806">
                  <c:v>22000</c:v>
                </c:pt>
                <c:pt idx="1807">
                  <c:v>22000</c:v>
                </c:pt>
                <c:pt idx="1808">
                  <c:v>22000</c:v>
                </c:pt>
                <c:pt idx="1809">
                  <c:v>22000</c:v>
                </c:pt>
                <c:pt idx="1810">
                  <c:v>22000</c:v>
                </c:pt>
                <c:pt idx="1811">
                  <c:v>22000</c:v>
                </c:pt>
                <c:pt idx="1812">
                  <c:v>22000</c:v>
                </c:pt>
                <c:pt idx="1813">
                  <c:v>22000</c:v>
                </c:pt>
                <c:pt idx="1814">
                  <c:v>22000</c:v>
                </c:pt>
                <c:pt idx="1815">
                  <c:v>22000</c:v>
                </c:pt>
                <c:pt idx="1816">
                  <c:v>21500</c:v>
                </c:pt>
                <c:pt idx="1817">
                  <c:v>21500</c:v>
                </c:pt>
                <c:pt idx="1818">
                  <c:v>21500</c:v>
                </c:pt>
                <c:pt idx="1819">
                  <c:v>21500</c:v>
                </c:pt>
                <c:pt idx="1820">
                  <c:v>21500</c:v>
                </c:pt>
                <c:pt idx="1821">
                  <c:v>21500</c:v>
                </c:pt>
                <c:pt idx="1822">
                  <c:v>21500</c:v>
                </c:pt>
                <c:pt idx="1823">
                  <c:v>21500</c:v>
                </c:pt>
                <c:pt idx="1824">
                  <c:v>21500</c:v>
                </c:pt>
                <c:pt idx="1825">
                  <c:v>21500</c:v>
                </c:pt>
                <c:pt idx="1826">
                  <c:v>21500</c:v>
                </c:pt>
                <c:pt idx="1827">
                  <c:v>21500</c:v>
                </c:pt>
                <c:pt idx="1828">
                  <c:v>21500</c:v>
                </c:pt>
                <c:pt idx="1829">
                  <c:v>21500</c:v>
                </c:pt>
                <c:pt idx="1830">
                  <c:v>21500</c:v>
                </c:pt>
                <c:pt idx="1831">
                  <c:v>21000</c:v>
                </c:pt>
                <c:pt idx="1832">
                  <c:v>20500</c:v>
                </c:pt>
                <c:pt idx="1833">
                  <c:v>20500</c:v>
                </c:pt>
                <c:pt idx="1834">
                  <c:v>20500</c:v>
                </c:pt>
                <c:pt idx="1835">
                  <c:v>20500</c:v>
                </c:pt>
                <c:pt idx="1836">
                  <c:v>20500</c:v>
                </c:pt>
                <c:pt idx="1837">
                  <c:v>20500</c:v>
                </c:pt>
                <c:pt idx="1838">
                  <c:v>20500</c:v>
                </c:pt>
                <c:pt idx="1839">
                  <c:v>20500</c:v>
                </c:pt>
                <c:pt idx="1840">
                  <c:v>20500</c:v>
                </c:pt>
                <c:pt idx="1841">
                  <c:v>20500</c:v>
                </c:pt>
                <c:pt idx="1842">
                  <c:v>20500</c:v>
                </c:pt>
                <c:pt idx="1843">
                  <c:v>20500</c:v>
                </c:pt>
                <c:pt idx="1844">
                  <c:v>20500</c:v>
                </c:pt>
                <c:pt idx="1845">
                  <c:v>20500</c:v>
                </c:pt>
                <c:pt idx="1846">
                  <c:v>20500</c:v>
                </c:pt>
                <c:pt idx="1847">
                  <c:v>20500</c:v>
                </c:pt>
                <c:pt idx="1848">
                  <c:v>20500</c:v>
                </c:pt>
                <c:pt idx="1849">
                  <c:v>20500</c:v>
                </c:pt>
                <c:pt idx="1850">
                  <c:v>20500</c:v>
                </c:pt>
                <c:pt idx="1851">
                  <c:v>20500</c:v>
                </c:pt>
                <c:pt idx="1852">
                  <c:v>20500</c:v>
                </c:pt>
                <c:pt idx="1853">
                  <c:v>20500</c:v>
                </c:pt>
                <c:pt idx="1854">
                  <c:v>20500</c:v>
                </c:pt>
                <c:pt idx="1855">
                  <c:v>20500</c:v>
                </c:pt>
                <c:pt idx="1856">
                  <c:v>20500</c:v>
                </c:pt>
                <c:pt idx="1857">
                  <c:v>20500</c:v>
                </c:pt>
                <c:pt idx="1858">
                  <c:v>20500</c:v>
                </c:pt>
                <c:pt idx="1859">
                  <c:v>20500</c:v>
                </c:pt>
                <c:pt idx="1860">
                  <c:v>20500</c:v>
                </c:pt>
                <c:pt idx="1861">
                  <c:v>20500</c:v>
                </c:pt>
                <c:pt idx="1862">
                  <c:v>20500</c:v>
                </c:pt>
                <c:pt idx="1863">
                  <c:v>20500</c:v>
                </c:pt>
                <c:pt idx="1864">
                  <c:v>20500</c:v>
                </c:pt>
                <c:pt idx="1865">
                  <c:v>20500</c:v>
                </c:pt>
                <c:pt idx="1866">
                  <c:v>21000</c:v>
                </c:pt>
                <c:pt idx="1867">
                  <c:v>21000</c:v>
                </c:pt>
                <c:pt idx="1868">
                  <c:v>21000</c:v>
                </c:pt>
                <c:pt idx="1869">
                  <c:v>21000</c:v>
                </c:pt>
                <c:pt idx="1870">
                  <c:v>21000</c:v>
                </c:pt>
                <c:pt idx="1871">
                  <c:v>21000</c:v>
                </c:pt>
                <c:pt idx="1872">
                  <c:v>21000</c:v>
                </c:pt>
                <c:pt idx="1873">
                  <c:v>21000</c:v>
                </c:pt>
                <c:pt idx="1874">
                  <c:v>21500</c:v>
                </c:pt>
                <c:pt idx="1875">
                  <c:v>21500</c:v>
                </c:pt>
                <c:pt idx="1876">
                  <c:v>21500</c:v>
                </c:pt>
                <c:pt idx="1877">
                  <c:v>21500</c:v>
                </c:pt>
                <c:pt idx="1878">
                  <c:v>21500</c:v>
                </c:pt>
                <c:pt idx="1879">
                  <c:v>21500</c:v>
                </c:pt>
                <c:pt idx="1880">
                  <c:v>21500</c:v>
                </c:pt>
                <c:pt idx="1881">
                  <c:v>21500</c:v>
                </c:pt>
                <c:pt idx="1882">
                  <c:v>21500</c:v>
                </c:pt>
                <c:pt idx="1883">
                  <c:v>21500</c:v>
                </c:pt>
                <c:pt idx="1884">
                  <c:v>21500</c:v>
                </c:pt>
                <c:pt idx="1885">
                  <c:v>21500</c:v>
                </c:pt>
                <c:pt idx="1886">
                  <c:v>21500</c:v>
                </c:pt>
                <c:pt idx="1887">
                  <c:v>21500</c:v>
                </c:pt>
                <c:pt idx="1888">
                  <c:v>22000</c:v>
                </c:pt>
                <c:pt idx="1889">
                  <c:v>22000</c:v>
                </c:pt>
                <c:pt idx="1890">
                  <c:v>22000</c:v>
                </c:pt>
                <c:pt idx="1891">
                  <c:v>22000</c:v>
                </c:pt>
                <c:pt idx="1892">
                  <c:v>22000</c:v>
                </c:pt>
                <c:pt idx="1893">
                  <c:v>22000</c:v>
                </c:pt>
                <c:pt idx="1894">
                  <c:v>22000</c:v>
                </c:pt>
                <c:pt idx="1895">
                  <c:v>22000</c:v>
                </c:pt>
                <c:pt idx="1896">
                  <c:v>22000</c:v>
                </c:pt>
                <c:pt idx="1897">
                  <c:v>22000</c:v>
                </c:pt>
                <c:pt idx="1898">
                  <c:v>22000</c:v>
                </c:pt>
                <c:pt idx="1899">
                  <c:v>22000</c:v>
                </c:pt>
                <c:pt idx="1900">
                  <c:v>22500</c:v>
                </c:pt>
                <c:pt idx="1901">
                  <c:v>22500</c:v>
                </c:pt>
                <c:pt idx="1902">
                  <c:v>22500</c:v>
                </c:pt>
                <c:pt idx="1903">
                  <c:v>22500</c:v>
                </c:pt>
                <c:pt idx="1904">
                  <c:v>22500</c:v>
                </c:pt>
                <c:pt idx="1905">
                  <c:v>22500</c:v>
                </c:pt>
                <c:pt idx="1906">
                  <c:v>22500</c:v>
                </c:pt>
                <c:pt idx="1907">
                  <c:v>22500</c:v>
                </c:pt>
                <c:pt idx="1908">
                  <c:v>22500</c:v>
                </c:pt>
                <c:pt idx="1909">
                  <c:v>22500</c:v>
                </c:pt>
                <c:pt idx="1910">
                  <c:v>22500</c:v>
                </c:pt>
                <c:pt idx="1911">
                  <c:v>22500</c:v>
                </c:pt>
                <c:pt idx="1912">
                  <c:v>22500</c:v>
                </c:pt>
                <c:pt idx="1913">
                  <c:v>22500</c:v>
                </c:pt>
                <c:pt idx="1914">
                  <c:v>22500</c:v>
                </c:pt>
                <c:pt idx="1915">
                  <c:v>22500</c:v>
                </c:pt>
                <c:pt idx="1916">
                  <c:v>23000</c:v>
                </c:pt>
                <c:pt idx="1917">
                  <c:v>23000</c:v>
                </c:pt>
                <c:pt idx="1918">
                  <c:v>23000</c:v>
                </c:pt>
                <c:pt idx="1919">
                  <c:v>23000</c:v>
                </c:pt>
                <c:pt idx="1920">
                  <c:v>23000</c:v>
                </c:pt>
                <c:pt idx="1921">
                  <c:v>23000</c:v>
                </c:pt>
                <c:pt idx="1922">
                  <c:v>23000</c:v>
                </c:pt>
                <c:pt idx="1923">
                  <c:v>23000</c:v>
                </c:pt>
                <c:pt idx="1924">
                  <c:v>23000</c:v>
                </c:pt>
                <c:pt idx="1925">
                  <c:v>23000</c:v>
                </c:pt>
                <c:pt idx="1926">
                  <c:v>23000</c:v>
                </c:pt>
                <c:pt idx="1927">
                  <c:v>23000</c:v>
                </c:pt>
                <c:pt idx="1928">
                  <c:v>23000</c:v>
                </c:pt>
                <c:pt idx="1929">
                  <c:v>23000</c:v>
                </c:pt>
                <c:pt idx="1930">
                  <c:v>23000</c:v>
                </c:pt>
                <c:pt idx="1931">
                  <c:v>23000</c:v>
                </c:pt>
                <c:pt idx="1932">
                  <c:v>23000</c:v>
                </c:pt>
                <c:pt idx="1933">
                  <c:v>22000</c:v>
                </c:pt>
                <c:pt idx="1934">
                  <c:v>22000</c:v>
                </c:pt>
                <c:pt idx="1935">
                  <c:v>22000</c:v>
                </c:pt>
                <c:pt idx="1936">
                  <c:v>21500</c:v>
                </c:pt>
                <c:pt idx="1937">
                  <c:v>21500</c:v>
                </c:pt>
                <c:pt idx="1938">
                  <c:v>21500</c:v>
                </c:pt>
                <c:pt idx="1939">
                  <c:v>21500</c:v>
                </c:pt>
                <c:pt idx="1940">
                  <c:v>21500</c:v>
                </c:pt>
                <c:pt idx="1941">
                  <c:v>21500</c:v>
                </c:pt>
                <c:pt idx="1942">
                  <c:v>21500</c:v>
                </c:pt>
                <c:pt idx="1943">
                  <c:v>21500</c:v>
                </c:pt>
                <c:pt idx="1944">
                  <c:v>21500</c:v>
                </c:pt>
                <c:pt idx="1945">
                  <c:v>21500</c:v>
                </c:pt>
                <c:pt idx="1946">
                  <c:v>21500</c:v>
                </c:pt>
                <c:pt idx="1947">
                  <c:v>21500</c:v>
                </c:pt>
                <c:pt idx="1948">
                  <c:v>21000</c:v>
                </c:pt>
                <c:pt idx="1949">
                  <c:v>21000</c:v>
                </c:pt>
                <c:pt idx="1950">
                  <c:v>21000</c:v>
                </c:pt>
                <c:pt idx="1951">
                  <c:v>21000</c:v>
                </c:pt>
                <c:pt idx="1952">
                  <c:v>21000</c:v>
                </c:pt>
                <c:pt idx="1953">
                  <c:v>21000</c:v>
                </c:pt>
                <c:pt idx="1954">
                  <c:v>21000</c:v>
                </c:pt>
                <c:pt idx="1955">
                  <c:v>21000</c:v>
                </c:pt>
                <c:pt idx="1956">
                  <c:v>21000</c:v>
                </c:pt>
                <c:pt idx="1957">
                  <c:v>20800</c:v>
                </c:pt>
                <c:pt idx="1958">
                  <c:v>20800</c:v>
                </c:pt>
                <c:pt idx="1959">
                  <c:v>20800</c:v>
                </c:pt>
                <c:pt idx="1960">
                  <c:v>20800</c:v>
                </c:pt>
                <c:pt idx="1961">
                  <c:v>20800</c:v>
                </c:pt>
                <c:pt idx="1962">
                  <c:v>20800</c:v>
                </c:pt>
                <c:pt idx="1963">
                  <c:v>20800</c:v>
                </c:pt>
                <c:pt idx="1964">
                  <c:v>20500</c:v>
                </c:pt>
                <c:pt idx="1965">
                  <c:v>20500</c:v>
                </c:pt>
                <c:pt idx="1966">
                  <c:v>20500</c:v>
                </c:pt>
                <c:pt idx="1967">
                  <c:v>20500</c:v>
                </c:pt>
                <c:pt idx="1968">
                  <c:v>20500</c:v>
                </c:pt>
                <c:pt idx="1969">
                  <c:v>20500</c:v>
                </c:pt>
                <c:pt idx="1970">
                  <c:v>20500</c:v>
                </c:pt>
                <c:pt idx="1971">
                  <c:v>20300</c:v>
                </c:pt>
                <c:pt idx="1972">
                  <c:v>20300</c:v>
                </c:pt>
                <c:pt idx="1973">
                  <c:v>20300</c:v>
                </c:pt>
                <c:pt idx="1974">
                  <c:v>20300</c:v>
                </c:pt>
                <c:pt idx="1975">
                  <c:v>20000</c:v>
                </c:pt>
                <c:pt idx="1976">
                  <c:v>20000</c:v>
                </c:pt>
                <c:pt idx="1977">
                  <c:v>19800</c:v>
                </c:pt>
                <c:pt idx="1978">
                  <c:v>19800</c:v>
                </c:pt>
                <c:pt idx="1979">
                  <c:v>19800</c:v>
                </c:pt>
                <c:pt idx="1980">
                  <c:v>19800</c:v>
                </c:pt>
                <c:pt idx="1981">
                  <c:v>19800</c:v>
                </c:pt>
                <c:pt idx="1982">
                  <c:v>19800</c:v>
                </c:pt>
                <c:pt idx="1983">
                  <c:v>19800</c:v>
                </c:pt>
                <c:pt idx="1984">
                  <c:v>19800</c:v>
                </c:pt>
                <c:pt idx="1985">
                  <c:v>19500</c:v>
                </c:pt>
                <c:pt idx="1986">
                  <c:v>19500</c:v>
                </c:pt>
                <c:pt idx="1987">
                  <c:v>19500</c:v>
                </c:pt>
                <c:pt idx="1988">
                  <c:v>19500</c:v>
                </c:pt>
                <c:pt idx="1989">
                  <c:v>19500</c:v>
                </c:pt>
                <c:pt idx="1990">
                  <c:v>19500</c:v>
                </c:pt>
                <c:pt idx="1991">
                  <c:v>19500</c:v>
                </c:pt>
                <c:pt idx="1992">
                  <c:v>19300</c:v>
                </c:pt>
                <c:pt idx="1993">
                  <c:v>19300</c:v>
                </c:pt>
                <c:pt idx="1994">
                  <c:v>19300</c:v>
                </c:pt>
                <c:pt idx="1995">
                  <c:v>19300</c:v>
                </c:pt>
                <c:pt idx="1996">
                  <c:v>19300</c:v>
                </c:pt>
                <c:pt idx="1997">
                  <c:v>19300</c:v>
                </c:pt>
                <c:pt idx="1998">
                  <c:v>19300</c:v>
                </c:pt>
                <c:pt idx="1999">
                  <c:v>19000</c:v>
                </c:pt>
                <c:pt idx="2000">
                  <c:v>19000</c:v>
                </c:pt>
                <c:pt idx="2001">
                  <c:v>19000</c:v>
                </c:pt>
                <c:pt idx="2002">
                  <c:v>19000</c:v>
                </c:pt>
                <c:pt idx="2003">
                  <c:v>19000</c:v>
                </c:pt>
                <c:pt idx="2004">
                  <c:v>19000</c:v>
                </c:pt>
                <c:pt idx="2005">
                  <c:v>19000</c:v>
                </c:pt>
                <c:pt idx="2006">
                  <c:v>19000</c:v>
                </c:pt>
                <c:pt idx="2007">
                  <c:v>19000</c:v>
                </c:pt>
                <c:pt idx="2008">
                  <c:v>19000</c:v>
                </c:pt>
                <c:pt idx="2009">
                  <c:v>19000</c:v>
                </c:pt>
                <c:pt idx="2010">
                  <c:v>19000</c:v>
                </c:pt>
                <c:pt idx="2011">
                  <c:v>19000</c:v>
                </c:pt>
                <c:pt idx="2012">
                  <c:v>19000</c:v>
                </c:pt>
                <c:pt idx="2013">
                  <c:v>19000</c:v>
                </c:pt>
                <c:pt idx="2014">
                  <c:v>19000</c:v>
                </c:pt>
                <c:pt idx="2015">
                  <c:v>19000</c:v>
                </c:pt>
                <c:pt idx="2016">
                  <c:v>19000</c:v>
                </c:pt>
                <c:pt idx="2017">
                  <c:v>19000</c:v>
                </c:pt>
                <c:pt idx="2018">
                  <c:v>19000</c:v>
                </c:pt>
                <c:pt idx="2019">
                  <c:v>19000</c:v>
                </c:pt>
                <c:pt idx="2020">
                  <c:v>19000</c:v>
                </c:pt>
                <c:pt idx="2021">
                  <c:v>19000</c:v>
                </c:pt>
                <c:pt idx="2022">
                  <c:v>19000</c:v>
                </c:pt>
                <c:pt idx="2023">
                  <c:v>19000</c:v>
                </c:pt>
                <c:pt idx="2024">
                  <c:v>19000</c:v>
                </c:pt>
                <c:pt idx="2025">
                  <c:v>19000</c:v>
                </c:pt>
                <c:pt idx="2026">
                  <c:v>19200</c:v>
                </c:pt>
                <c:pt idx="2027">
                  <c:v>19200</c:v>
                </c:pt>
                <c:pt idx="2028">
                  <c:v>19200</c:v>
                </c:pt>
                <c:pt idx="2029">
                  <c:v>19200</c:v>
                </c:pt>
                <c:pt idx="2030">
                  <c:v>19200</c:v>
                </c:pt>
                <c:pt idx="2031">
                  <c:v>19200</c:v>
                </c:pt>
                <c:pt idx="2032">
                  <c:v>19200</c:v>
                </c:pt>
                <c:pt idx="2033">
                  <c:v>19200</c:v>
                </c:pt>
                <c:pt idx="2034">
                  <c:v>19200</c:v>
                </c:pt>
                <c:pt idx="2035">
                  <c:v>19200</c:v>
                </c:pt>
                <c:pt idx="2036">
                  <c:v>19200</c:v>
                </c:pt>
                <c:pt idx="2037">
                  <c:v>19200</c:v>
                </c:pt>
                <c:pt idx="2038">
                  <c:v>19200</c:v>
                </c:pt>
                <c:pt idx="2039">
                  <c:v>19200</c:v>
                </c:pt>
                <c:pt idx="2040">
                  <c:v>19200</c:v>
                </c:pt>
                <c:pt idx="2041">
                  <c:v>19300</c:v>
                </c:pt>
                <c:pt idx="2042">
                  <c:v>19300</c:v>
                </c:pt>
                <c:pt idx="2043">
                  <c:v>19300</c:v>
                </c:pt>
                <c:pt idx="2044">
                  <c:v>19300</c:v>
                </c:pt>
                <c:pt idx="2045">
                  <c:v>19300</c:v>
                </c:pt>
                <c:pt idx="2046">
                  <c:v>19500</c:v>
                </c:pt>
                <c:pt idx="2047">
                  <c:v>19500</c:v>
                </c:pt>
                <c:pt idx="2048">
                  <c:v>19500</c:v>
                </c:pt>
                <c:pt idx="2049">
                  <c:v>19500</c:v>
                </c:pt>
                <c:pt idx="2050">
                  <c:v>19500</c:v>
                </c:pt>
                <c:pt idx="2051">
                  <c:v>19500</c:v>
                </c:pt>
                <c:pt idx="2052">
                  <c:v>19500</c:v>
                </c:pt>
                <c:pt idx="2053">
                  <c:v>19500</c:v>
                </c:pt>
                <c:pt idx="2054">
                  <c:v>19500</c:v>
                </c:pt>
                <c:pt idx="2055">
                  <c:v>19500</c:v>
                </c:pt>
                <c:pt idx="2056">
                  <c:v>19500</c:v>
                </c:pt>
                <c:pt idx="2057">
                  <c:v>19500</c:v>
                </c:pt>
                <c:pt idx="2058">
                  <c:v>19500</c:v>
                </c:pt>
                <c:pt idx="2059">
                  <c:v>19500</c:v>
                </c:pt>
                <c:pt idx="2060">
                  <c:v>19500</c:v>
                </c:pt>
                <c:pt idx="2061">
                  <c:v>19500</c:v>
                </c:pt>
                <c:pt idx="2062">
                  <c:v>19500</c:v>
                </c:pt>
                <c:pt idx="2063">
                  <c:v>19500</c:v>
                </c:pt>
                <c:pt idx="2064">
                  <c:v>19500</c:v>
                </c:pt>
                <c:pt idx="2065">
                  <c:v>19500</c:v>
                </c:pt>
                <c:pt idx="2066">
                  <c:v>19500</c:v>
                </c:pt>
                <c:pt idx="2067">
                  <c:v>19500</c:v>
                </c:pt>
                <c:pt idx="2068">
                  <c:v>19500</c:v>
                </c:pt>
                <c:pt idx="2069">
                  <c:v>19500</c:v>
                </c:pt>
                <c:pt idx="2070">
                  <c:v>19500</c:v>
                </c:pt>
                <c:pt idx="2071">
                  <c:v>19500</c:v>
                </c:pt>
                <c:pt idx="2072">
                  <c:v>19500</c:v>
                </c:pt>
                <c:pt idx="2073">
                  <c:v>19500</c:v>
                </c:pt>
                <c:pt idx="2074">
                  <c:v>19300</c:v>
                </c:pt>
                <c:pt idx="2075">
                  <c:v>19300</c:v>
                </c:pt>
                <c:pt idx="2076">
                  <c:v>19300</c:v>
                </c:pt>
                <c:pt idx="2077">
                  <c:v>19300</c:v>
                </c:pt>
                <c:pt idx="2078">
                  <c:v>19300</c:v>
                </c:pt>
                <c:pt idx="2079">
                  <c:v>19300</c:v>
                </c:pt>
                <c:pt idx="2080">
                  <c:v>19300</c:v>
                </c:pt>
                <c:pt idx="2081">
                  <c:v>19300</c:v>
                </c:pt>
                <c:pt idx="2082">
                  <c:v>19200</c:v>
                </c:pt>
                <c:pt idx="2083">
                  <c:v>19000</c:v>
                </c:pt>
                <c:pt idx="2084">
                  <c:v>19000</c:v>
                </c:pt>
                <c:pt idx="2085">
                  <c:v>19000</c:v>
                </c:pt>
                <c:pt idx="2086">
                  <c:v>19000</c:v>
                </c:pt>
                <c:pt idx="2087">
                  <c:v>19000</c:v>
                </c:pt>
                <c:pt idx="2088">
                  <c:v>18800</c:v>
                </c:pt>
                <c:pt idx="2089">
                  <c:v>18800</c:v>
                </c:pt>
                <c:pt idx="2090">
                  <c:v>18800</c:v>
                </c:pt>
                <c:pt idx="2091">
                  <c:v>18800</c:v>
                </c:pt>
                <c:pt idx="2092">
                  <c:v>18800</c:v>
                </c:pt>
                <c:pt idx="2093">
                  <c:v>18800</c:v>
                </c:pt>
                <c:pt idx="2094">
                  <c:v>18800</c:v>
                </c:pt>
                <c:pt idx="2095">
                  <c:v>18500</c:v>
                </c:pt>
                <c:pt idx="2096">
                  <c:v>18500</c:v>
                </c:pt>
                <c:pt idx="2097">
                  <c:v>18500</c:v>
                </c:pt>
                <c:pt idx="2098">
                  <c:v>18500</c:v>
                </c:pt>
                <c:pt idx="2099">
                  <c:v>18500</c:v>
                </c:pt>
                <c:pt idx="2100">
                  <c:v>18500</c:v>
                </c:pt>
                <c:pt idx="2101">
                  <c:v>18500</c:v>
                </c:pt>
                <c:pt idx="2102">
                  <c:v>18500</c:v>
                </c:pt>
                <c:pt idx="2103">
                  <c:v>18500</c:v>
                </c:pt>
                <c:pt idx="2104">
                  <c:v>18500</c:v>
                </c:pt>
                <c:pt idx="2105">
                  <c:v>18500</c:v>
                </c:pt>
                <c:pt idx="2106">
                  <c:v>18500</c:v>
                </c:pt>
                <c:pt idx="2107">
                  <c:v>18200</c:v>
                </c:pt>
                <c:pt idx="2108">
                  <c:v>18200</c:v>
                </c:pt>
                <c:pt idx="2109">
                  <c:v>18200</c:v>
                </c:pt>
                <c:pt idx="2110">
                  <c:v>18000</c:v>
                </c:pt>
                <c:pt idx="2111">
                  <c:v>17900</c:v>
                </c:pt>
                <c:pt idx="2112">
                  <c:v>17900</c:v>
                </c:pt>
                <c:pt idx="2113">
                  <c:v>17900</c:v>
                </c:pt>
                <c:pt idx="2114">
                  <c:v>17900</c:v>
                </c:pt>
                <c:pt idx="2115">
                  <c:v>17700</c:v>
                </c:pt>
                <c:pt idx="2116">
                  <c:v>17700</c:v>
                </c:pt>
                <c:pt idx="2117">
                  <c:v>17500</c:v>
                </c:pt>
                <c:pt idx="2118">
                  <c:v>17500</c:v>
                </c:pt>
                <c:pt idx="2119">
                  <c:v>17500</c:v>
                </c:pt>
                <c:pt idx="2120">
                  <c:v>17500</c:v>
                </c:pt>
                <c:pt idx="2121">
                  <c:v>17500</c:v>
                </c:pt>
                <c:pt idx="2122">
                  <c:v>17500</c:v>
                </c:pt>
                <c:pt idx="2123">
                  <c:v>17500</c:v>
                </c:pt>
                <c:pt idx="2124">
                  <c:v>17300</c:v>
                </c:pt>
                <c:pt idx="2125">
                  <c:v>17200</c:v>
                </c:pt>
                <c:pt idx="2126">
                  <c:v>17200</c:v>
                </c:pt>
                <c:pt idx="2127">
                  <c:v>17200</c:v>
                </c:pt>
                <c:pt idx="2128">
                  <c:v>17200</c:v>
                </c:pt>
                <c:pt idx="2129">
                  <c:v>17200</c:v>
                </c:pt>
                <c:pt idx="2130">
                  <c:v>17100</c:v>
                </c:pt>
                <c:pt idx="2131">
                  <c:v>17100</c:v>
                </c:pt>
                <c:pt idx="2132">
                  <c:v>17100</c:v>
                </c:pt>
                <c:pt idx="2133">
                  <c:v>17100</c:v>
                </c:pt>
                <c:pt idx="2134">
                  <c:v>17100</c:v>
                </c:pt>
                <c:pt idx="2135">
                  <c:v>17100</c:v>
                </c:pt>
                <c:pt idx="2136">
                  <c:v>17100</c:v>
                </c:pt>
                <c:pt idx="2137">
                  <c:v>16900</c:v>
                </c:pt>
                <c:pt idx="2138">
                  <c:v>16900</c:v>
                </c:pt>
                <c:pt idx="2139">
                  <c:v>16800</c:v>
                </c:pt>
                <c:pt idx="2140">
                  <c:v>16800</c:v>
                </c:pt>
                <c:pt idx="2141">
                  <c:v>16800</c:v>
                </c:pt>
                <c:pt idx="2142">
                  <c:v>16800</c:v>
                </c:pt>
                <c:pt idx="2143">
                  <c:v>16800</c:v>
                </c:pt>
                <c:pt idx="2144">
                  <c:v>16800</c:v>
                </c:pt>
                <c:pt idx="2145">
                  <c:v>16800</c:v>
                </c:pt>
                <c:pt idx="2146">
                  <c:v>16600</c:v>
                </c:pt>
                <c:pt idx="2147">
                  <c:v>16600</c:v>
                </c:pt>
                <c:pt idx="2148">
                  <c:v>16600</c:v>
                </c:pt>
                <c:pt idx="2149">
                  <c:v>16600</c:v>
                </c:pt>
                <c:pt idx="2150">
                  <c:v>16600</c:v>
                </c:pt>
                <c:pt idx="2151">
                  <c:v>16600</c:v>
                </c:pt>
                <c:pt idx="2152">
                  <c:v>16600</c:v>
                </c:pt>
                <c:pt idx="2153">
                  <c:v>16600</c:v>
                </c:pt>
                <c:pt idx="2154">
                  <c:v>16600</c:v>
                </c:pt>
                <c:pt idx="2155">
                  <c:v>16600</c:v>
                </c:pt>
                <c:pt idx="2156">
                  <c:v>16600</c:v>
                </c:pt>
                <c:pt idx="2157">
                  <c:v>16600</c:v>
                </c:pt>
                <c:pt idx="2158">
                  <c:v>16600</c:v>
                </c:pt>
                <c:pt idx="2159">
                  <c:v>16600</c:v>
                </c:pt>
                <c:pt idx="2160">
                  <c:v>16600</c:v>
                </c:pt>
                <c:pt idx="2161">
                  <c:v>16600</c:v>
                </c:pt>
                <c:pt idx="2162">
                  <c:v>16600</c:v>
                </c:pt>
                <c:pt idx="2163">
                  <c:v>16600</c:v>
                </c:pt>
                <c:pt idx="2164">
                  <c:v>16600</c:v>
                </c:pt>
                <c:pt idx="2165">
                  <c:v>16600</c:v>
                </c:pt>
                <c:pt idx="2166">
                  <c:v>16600</c:v>
                </c:pt>
                <c:pt idx="2167">
                  <c:v>16600</c:v>
                </c:pt>
                <c:pt idx="2168">
                  <c:v>16600</c:v>
                </c:pt>
                <c:pt idx="2169">
                  <c:v>16600</c:v>
                </c:pt>
                <c:pt idx="2170">
                  <c:v>16600</c:v>
                </c:pt>
                <c:pt idx="2171">
                  <c:v>16600</c:v>
                </c:pt>
                <c:pt idx="2172">
                  <c:v>16600</c:v>
                </c:pt>
                <c:pt idx="2173">
                  <c:v>16600</c:v>
                </c:pt>
                <c:pt idx="2174">
                  <c:v>16600</c:v>
                </c:pt>
                <c:pt idx="2175">
                  <c:v>16600</c:v>
                </c:pt>
                <c:pt idx="2176">
                  <c:v>16600</c:v>
                </c:pt>
                <c:pt idx="2177">
                  <c:v>16600</c:v>
                </c:pt>
                <c:pt idx="2178">
                  <c:v>16600</c:v>
                </c:pt>
                <c:pt idx="2179">
                  <c:v>16600</c:v>
                </c:pt>
                <c:pt idx="2180">
                  <c:v>16600</c:v>
                </c:pt>
                <c:pt idx="2181">
                  <c:v>16600</c:v>
                </c:pt>
                <c:pt idx="2182">
                  <c:v>16600</c:v>
                </c:pt>
                <c:pt idx="2183">
                  <c:v>16600</c:v>
                </c:pt>
                <c:pt idx="2184">
                  <c:v>16600</c:v>
                </c:pt>
                <c:pt idx="2185">
                  <c:v>16600</c:v>
                </c:pt>
                <c:pt idx="2186">
                  <c:v>16600</c:v>
                </c:pt>
                <c:pt idx="2187">
                  <c:v>16600</c:v>
                </c:pt>
                <c:pt idx="2188">
                  <c:v>16600</c:v>
                </c:pt>
                <c:pt idx="2189">
                  <c:v>16600</c:v>
                </c:pt>
                <c:pt idx="2190">
                  <c:v>16600</c:v>
                </c:pt>
                <c:pt idx="2191">
                  <c:v>16600</c:v>
                </c:pt>
                <c:pt idx="2192">
                  <c:v>16600</c:v>
                </c:pt>
                <c:pt idx="2193">
                  <c:v>16600</c:v>
                </c:pt>
                <c:pt idx="2194">
                  <c:v>16600</c:v>
                </c:pt>
                <c:pt idx="2195">
                  <c:v>16600</c:v>
                </c:pt>
                <c:pt idx="2196">
                  <c:v>16600</c:v>
                </c:pt>
                <c:pt idx="2197">
                  <c:v>16600</c:v>
                </c:pt>
                <c:pt idx="2198">
                  <c:v>16600</c:v>
                </c:pt>
                <c:pt idx="2199">
                  <c:v>16600</c:v>
                </c:pt>
                <c:pt idx="2200">
                  <c:v>16600</c:v>
                </c:pt>
                <c:pt idx="2201">
                  <c:v>16600</c:v>
                </c:pt>
                <c:pt idx="2202">
                  <c:v>16600</c:v>
                </c:pt>
                <c:pt idx="2203">
                  <c:v>16600</c:v>
                </c:pt>
                <c:pt idx="2204">
                  <c:v>16600</c:v>
                </c:pt>
                <c:pt idx="2205">
                  <c:v>16600</c:v>
                </c:pt>
                <c:pt idx="2206">
                  <c:v>16600</c:v>
                </c:pt>
                <c:pt idx="2207">
                  <c:v>16600</c:v>
                </c:pt>
                <c:pt idx="2208">
                  <c:v>16600</c:v>
                </c:pt>
                <c:pt idx="2209">
                  <c:v>16600</c:v>
                </c:pt>
                <c:pt idx="2210">
                  <c:v>16600</c:v>
                </c:pt>
                <c:pt idx="2211">
                  <c:v>16600</c:v>
                </c:pt>
                <c:pt idx="2212">
                  <c:v>16600</c:v>
                </c:pt>
                <c:pt idx="2213">
                  <c:v>16600</c:v>
                </c:pt>
                <c:pt idx="2214">
                  <c:v>16600</c:v>
                </c:pt>
                <c:pt idx="2215">
                  <c:v>16600</c:v>
                </c:pt>
                <c:pt idx="2216">
                  <c:v>16600</c:v>
                </c:pt>
                <c:pt idx="2217">
                  <c:v>16600</c:v>
                </c:pt>
                <c:pt idx="2218">
                  <c:v>16600</c:v>
                </c:pt>
                <c:pt idx="2219">
                  <c:v>16600</c:v>
                </c:pt>
                <c:pt idx="2220">
                  <c:v>16600</c:v>
                </c:pt>
                <c:pt idx="2221">
                  <c:v>16600</c:v>
                </c:pt>
                <c:pt idx="2222">
                  <c:v>16600</c:v>
                </c:pt>
                <c:pt idx="2223">
                  <c:v>16600</c:v>
                </c:pt>
                <c:pt idx="2224">
                  <c:v>16600</c:v>
                </c:pt>
                <c:pt idx="2225">
                  <c:v>16600</c:v>
                </c:pt>
                <c:pt idx="2226">
                  <c:v>16600</c:v>
                </c:pt>
                <c:pt idx="2227">
                  <c:v>16600</c:v>
                </c:pt>
                <c:pt idx="2228">
                  <c:v>16600</c:v>
                </c:pt>
                <c:pt idx="2229">
                  <c:v>16600</c:v>
                </c:pt>
                <c:pt idx="2230">
                  <c:v>16600</c:v>
                </c:pt>
                <c:pt idx="2231">
                  <c:v>16600</c:v>
                </c:pt>
                <c:pt idx="2232">
                  <c:v>16600</c:v>
                </c:pt>
                <c:pt idx="2233">
                  <c:v>16600</c:v>
                </c:pt>
                <c:pt idx="2234">
                  <c:v>16600</c:v>
                </c:pt>
                <c:pt idx="2235">
                  <c:v>16600</c:v>
                </c:pt>
                <c:pt idx="2236">
                  <c:v>16600</c:v>
                </c:pt>
                <c:pt idx="2237">
                  <c:v>16600</c:v>
                </c:pt>
                <c:pt idx="2238">
                  <c:v>16600</c:v>
                </c:pt>
                <c:pt idx="2239">
                  <c:v>16600</c:v>
                </c:pt>
                <c:pt idx="2240">
                  <c:v>16600</c:v>
                </c:pt>
                <c:pt idx="2241">
                  <c:v>16600</c:v>
                </c:pt>
                <c:pt idx="2242">
                  <c:v>16600</c:v>
                </c:pt>
                <c:pt idx="2243">
                  <c:v>16600</c:v>
                </c:pt>
                <c:pt idx="2244">
                  <c:v>16600</c:v>
                </c:pt>
                <c:pt idx="2245">
                  <c:v>16600</c:v>
                </c:pt>
                <c:pt idx="2246">
                  <c:v>16600</c:v>
                </c:pt>
                <c:pt idx="2247">
                  <c:v>16600</c:v>
                </c:pt>
                <c:pt idx="2248">
                  <c:v>16600</c:v>
                </c:pt>
                <c:pt idx="2249">
                  <c:v>16600</c:v>
                </c:pt>
                <c:pt idx="2250">
                  <c:v>16600</c:v>
                </c:pt>
                <c:pt idx="2251">
                  <c:v>16600</c:v>
                </c:pt>
                <c:pt idx="2252">
                  <c:v>16600</c:v>
                </c:pt>
                <c:pt idx="2253">
                  <c:v>16600</c:v>
                </c:pt>
                <c:pt idx="2254">
                  <c:v>16600</c:v>
                </c:pt>
                <c:pt idx="2255">
                  <c:v>16700</c:v>
                </c:pt>
                <c:pt idx="2256">
                  <c:v>16700</c:v>
                </c:pt>
                <c:pt idx="2257">
                  <c:v>16700</c:v>
                </c:pt>
                <c:pt idx="2258">
                  <c:v>16700</c:v>
                </c:pt>
                <c:pt idx="2259">
                  <c:v>16700</c:v>
                </c:pt>
                <c:pt idx="2260">
                  <c:v>16700</c:v>
                </c:pt>
                <c:pt idx="2261">
                  <c:v>16700</c:v>
                </c:pt>
                <c:pt idx="2262">
                  <c:v>16700</c:v>
                </c:pt>
                <c:pt idx="2263">
                  <c:v>16700</c:v>
                </c:pt>
                <c:pt idx="2264">
                  <c:v>16700</c:v>
                </c:pt>
                <c:pt idx="2265">
                  <c:v>16700</c:v>
                </c:pt>
                <c:pt idx="2266">
                  <c:v>16700</c:v>
                </c:pt>
                <c:pt idx="2267">
                  <c:v>16700</c:v>
                </c:pt>
                <c:pt idx="2268">
                  <c:v>16700</c:v>
                </c:pt>
                <c:pt idx="2269">
                  <c:v>16700</c:v>
                </c:pt>
                <c:pt idx="2270">
                  <c:v>16700</c:v>
                </c:pt>
                <c:pt idx="2271">
                  <c:v>16800</c:v>
                </c:pt>
                <c:pt idx="2272">
                  <c:v>16800</c:v>
                </c:pt>
                <c:pt idx="2273">
                  <c:v>16800</c:v>
                </c:pt>
                <c:pt idx="2274">
                  <c:v>16800</c:v>
                </c:pt>
                <c:pt idx="2275">
                  <c:v>16800</c:v>
                </c:pt>
                <c:pt idx="2276">
                  <c:v>16800</c:v>
                </c:pt>
                <c:pt idx="2277">
                  <c:v>16800</c:v>
                </c:pt>
                <c:pt idx="2278">
                  <c:v>16500</c:v>
                </c:pt>
                <c:pt idx="2279">
                  <c:v>16500</c:v>
                </c:pt>
                <c:pt idx="2280">
                  <c:v>16500</c:v>
                </c:pt>
                <c:pt idx="2281">
                  <c:v>16500</c:v>
                </c:pt>
                <c:pt idx="2282">
                  <c:v>16500</c:v>
                </c:pt>
                <c:pt idx="2283">
                  <c:v>16500</c:v>
                </c:pt>
                <c:pt idx="2284">
                  <c:v>16500</c:v>
                </c:pt>
                <c:pt idx="2285">
                  <c:v>16500</c:v>
                </c:pt>
                <c:pt idx="2286">
                  <c:v>16500</c:v>
                </c:pt>
                <c:pt idx="2287">
                  <c:v>16500</c:v>
                </c:pt>
                <c:pt idx="2288">
                  <c:v>16500</c:v>
                </c:pt>
                <c:pt idx="2289">
                  <c:v>16500</c:v>
                </c:pt>
                <c:pt idx="2290">
                  <c:v>16500</c:v>
                </c:pt>
                <c:pt idx="2291">
                  <c:v>16500</c:v>
                </c:pt>
                <c:pt idx="2292">
                  <c:v>16500</c:v>
                </c:pt>
                <c:pt idx="2293">
                  <c:v>16500</c:v>
                </c:pt>
                <c:pt idx="2294">
                  <c:v>16500</c:v>
                </c:pt>
                <c:pt idx="2295">
                  <c:v>16500</c:v>
                </c:pt>
                <c:pt idx="2296">
                  <c:v>16500</c:v>
                </c:pt>
                <c:pt idx="2297">
                  <c:v>16500</c:v>
                </c:pt>
                <c:pt idx="2298">
                  <c:v>16500</c:v>
                </c:pt>
                <c:pt idx="2299">
                  <c:v>16400</c:v>
                </c:pt>
                <c:pt idx="2300">
                  <c:v>16400</c:v>
                </c:pt>
                <c:pt idx="2301">
                  <c:v>16400</c:v>
                </c:pt>
                <c:pt idx="2302">
                  <c:v>16400</c:v>
                </c:pt>
                <c:pt idx="2303">
                  <c:v>16400</c:v>
                </c:pt>
                <c:pt idx="2304">
                  <c:v>16400</c:v>
                </c:pt>
                <c:pt idx="2305">
                  <c:v>16400</c:v>
                </c:pt>
                <c:pt idx="2306">
                  <c:v>16400</c:v>
                </c:pt>
                <c:pt idx="2307">
                  <c:v>16400</c:v>
                </c:pt>
                <c:pt idx="2308">
                  <c:v>16400</c:v>
                </c:pt>
                <c:pt idx="2309">
                  <c:v>16400</c:v>
                </c:pt>
                <c:pt idx="2310">
                  <c:v>16400</c:v>
                </c:pt>
                <c:pt idx="2311">
                  <c:v>16400</c:v>
                </c:pt>
                <c:pt idx="2312">
                  <c:v>16400</c:v>
                </c:pt>
                <c:pt idx="2313">
                  <c:v>16400</c:v>
                </c:pt>
                <c:pt idx="2314">
                  <c:v>16400</c:v>
                </c:pt>
                <c:pt idx="2315">
                  <c:v>16400</c:v>
                </c:pt>
                <c:pt idx="2316">
                  <c:v>16400</c:v>
                </c:pt>
                <c:pt idx="2317">
                  <c:v>16400</c:v>
                </c:pt>
                <c:pt idx="2318">
                  <c:v>16400</c:v>
                </c:pt>
                <c:pt idx="2319">
                  <c:v>16400</c:v>
                </c:pt>
                <c:pt idx="2320">
                  <c:v>16000</c:v>
                </c:pt>
                <c:pt idx="2321">
                  <c:v>16000</c:v>
                </c:pt>
                <c:pt idx="2322">
                  <c:v>16000</c:v>
                </c:pt>
                <c:pt idx="2323">
                  <c:v>16000</c:v>
                </c:pt>
                <c:pt idx="2324">
                  <c:v>16000</c:v>
                </c:pt>
                <c:pt idx="2325">
                  <c:v>16000</c:v>
                </c:pt>
                <c:pt idx="2326">
                  <c:v>16000</c:v>
                </c:pt>
                <c:pt idx="2327">
                  <c:v>16000</c:v>
                </c:pt>
                <c:pt idx="2328">
                  <c:v>16000</c:v>
                </c:pt>
                <c:pt idx="2329">
                  <c:v>16000</c:v>
                </c:pt>
                <c:pt idx="2330">
                  <c:v>16000</c:v>
                </c:pt>
                <c:pt idx="2331">
                  <c:v>16000</c:v>
                </c:pt>
                <c:pt idx="2332">
                  <c:v>16000</c:v>
                </c:pt>
                <c:pt idx="2333">
                  <c:v>16000</c:v>
                </c:pt>
                <c:pt idx="2334">
                  <c:v>16000</c:v>
                </c:pt>
                <c:pt idx="2335">
                  <c:v>16000</c:v>
                </c:pt>
                <c:pt idx="2336">
                  <c:v>16000</c:v>
                </c:pt>
                <c:pt idx="2337">
                  <c:v>16000</c:v>
                </c:pt>
                <c:pt idx="2338">
                  <c:v>16000</c:v>
                </c:pt>
                <c:pt idx="2339">
                  <c:v>16000</c:v>
                </c:pt>
                <c:pt idx="2340">
                  <c:v>16000</c:v>
                </c:pt>
                <c:pt idx="2341">
                  <c:v>16000</c:v>
                </c:pt>
                <c:pt idx="2342">
                  <c:v>16000</c:v>
                </c:pt>
                <c:pt idx="2343">
                  <c:v>16000</c:v>
                </c:pt>
                <c:pt idx="2344">
                  <c:v>16000</c:v>
                </c:pt>
                <c:pt idx="2345">
                  <c:v>16000</c:v>
                </c:pt>
                <c:pt idx="2346">
                  <c:v>16000</c:v>
                </c:pt>
                <c:pt idx="2347">
                  <c:v>16000</c:v>
                </c:pt>
                <c:pt idx="2348">
                  <c:v>16000</c:v>
                </c:pt>
                <c:pt idx="2349">
                  <c:v>16000</c:v>
                </c:pt>
                <c:pt idx="2350">
                  <c:v>16000</c:v>
                </c:pt>
                <c:pt idx="2351">
                  <c:v>16000</c:v>
                </c:pt>
                <c:pt idx="2352">
                  <c:v>16000</c:v>
                </c:pt>
                <c:pt idx="2353">
                  <c:v>16000</c:v>
                </c:pt>
                <c:pt idx="2354">
                  <c:v>16000</c:v>
                </c:pt>
                <c:pt idx="2355">
                  <c:v>16000</c:v>
                </c:pt>
                <c:pt idx="2356">
                  <c:v>16000</c:v>
                </c:pt>
                <c:pt idx="2357">
                  <c:v>16000</c:v>
                </c:pt>
                <c:pt idx="2358">
                  <c:v>16000</c:v>
                </c:pt>
                <c:pt idx="2359">
                  <c:v>16000</c:v>
                </c:pt>
                <c:pt idx="2360">
                  <c:v>16000</c:v>
                </c:pt>
                <c:pt idx="2361">
                  <c:v>16000</c:v>
                </c:pt>
                <c:pt idx="2362">
                  <c:v>16000</c:v>
                </c:pt>
                <c:pt idx="2363">
                  <c:v>16000</c:v>
                </c:pt>
                <c:pt idx="2364">
                  <c:v>16000</c:v>
                </c:pt>
                <c:pt idx="2365">
                  <c:v>16000</c:v>
                </c:pt>
                <c:pt idx="2366">
                  <c:v>16000</c:v>
                </c:pt>
                <c:pt idx="2367">
                  <c:v>16000</c:v>
                </c:pt>
                <c:pt idx="2368">
                  <c:v>16000</c:v>
                </c:pt>
                <c:pt idx="2369">
                  <c:v>16000</c:v>
                </c:pt>
                <c:pt idx="2370">
                  <c:v>16000</c:v>
                </c:pt>
                <c:pt idx="2371">
                  <c:v>16000</c:v>
                </c:pt>
                <c:pt idx="2372">
                  <c:v>16000</c:v>
                </c:pt>
                <c:pt idx="2373">
                  <c:v>16000</c:v>
                </c:pt>
                <c:pt idx="2374">
                  <c:v>16000</c:v>
                </c:pt>
                <c:pt idx="2375">
                  <c:v>16000</c:v>
                </c:pt>
                <c:pt idx="2376">
                  <c:v>16000</c:v>
                </c:pt>
                <c:pt idx="2377">
                  <c:v>16000</c:v>
                </c:pt>
                <c:pt idx="2378">
                  <c:v>16000</c:v>
                </c:pt>
                <c:pt idx="2379">
                  <c:v>16000</c:v>
                </c:pt>
                <c:pt idx="2380">
                  <c:v>16000</c:v>
                </c:pt>
                <c:pt idx="2381">
                  <c:v>16000</c:v>
                </c:pt>
                <c:pt idx="2382">
                  <c:v>16000</c:v>
                </c:pt>
                <c:pt idx="2383">
                  <c:v>16000</c:v>
                </c:pt>
                <c:pt idx="2384">
                  <c:v>16000</c:v>
                </c:pt>
                <c:pt idx="2385">
                  <c:v>16000</c:v>
                </c:pt>
                <c:pt idx="2386">
                  <c:v>16000</c:v>
                </c:pt>
                <c:pt idx="2387">
                  <c:v>16000</c:v>
                </c:pt>
                <c:pt idx="2388">
                  <c:v>16000</c:v>
                </c:pt>
                <c:pt idx="2389">
                  <c:v>16000</c:v>
                </c:pt>
                <c:pt idx="2390">
                  <c:v>16000</c:v>
                </c:pt>
                <c:pt idx="2391">
                  <c:v>16000</c:v>
                </c:pt>
                <c:pt idx="2392">
                  <c:v>16000</c:v>
                </c:pt>
                <c:pt idx="2393">
                  <c:v>16000</c:v>
                </c:pt>
                <c:pt idx="2394">
                  <c:v>16000</c:v>
                </c:pt>
                <c:pt idx="2395">
                  <c:v>16000</c:v>
                </c:pt>
                <c:pt idx="2396">
                  <c:v>16000</c:v>
                </c:pt>
                <c:pt idx="2397">
                  <c:v>16000</c:v>
                </c:pt>
                <c:pt idx="2398">
                  <c:v>16000</c:v>
                </c:pt>
                <c:pt idx="2399">
                  <c:v>16000</c:v>
                </c:pt>
                <c:pt idx="2400">
                  <c:v>16000</c:v>
                </c:pt>
                <c:pt idx="2401">
                  <c:v>16000</c:v>
                </c:pt>
                <c:pt idx="2402">
                  <c:v>16000</c:v>
                </c:pt>
                <c:pt idx="2403">
                  <c:v>16000</c:v>
                </c:pt>
                <c:pt idx="2404">
                  <c:v>16000</c:v>
                </c:pt>
                <c:pt idx="2405">
                  <c:v>16000</c:v>
                </c:pt>
                <c:pt idx="2406">
                  <c:v>16000</c:v>
                </c:pt>
                <c:pt idx="2407">
                  <c:v>16000</c:v>
                </c:pt>
                <c:pt idx="2408">
                  <c:v>16000</c:v>
                </c:pt>
                <c:pt idx="2409">
                  <c:v>16000</c:v>
                </c:pt>
                <c:pt idx="2410">
                  <c:v>16000</c:v>
                </c:pt>
                <c:pt idx="2411">
                  <c:v>16000</c:v>
                </c:pt>
                <c:pt idx="2412">
                  <c:v>16000</c:v>
                </c:pt>
                <c:pt idx="2413">
                  <c:v>16000</c:v>
                </c:pt>
                <c:pt idx="2414">
                  <c:v>16000</c:v>
                </c:pt>
                <c:pt idx="2415">
                  <c:v>16000</c:v>
                </c:pt>
                <c:pt idx="2416">
                  <c:v>16000</c:v>
                </c:pt>
                <c:pt idx="2417">
                  <c:v>16000</c:v>
                </c:pt>
                <c:pt idx="2418">
                  <c:v>16000</c:v>
                </c:pt>
                <c:pt idx="2419">
                  <c:v>16000</c:v>
                </c:pt>
                <c:pt idx="2420">
                  <c:v>16000</c:v>
                </c:pt>
                <c:pt idx="2421">
                  <c:v>16000</c:v>
                </c:pt>
                <c:pt idx="2422">
                  <c:v>16000</c:v>
                </c:pt>
                <c:pt idx="2423">
                  <c:v>16000</c:v>
                </c:pt>
                <c:pt idx="2424">
                  <c:v>16000</c:v>
                </c:pt>
                <c:pt idx="2425">
                  <c:v>16200</c:v>
                </c:pt>
                <c:pt idx="2426">
                  <c:v>16200</c:v>
                </c:pt>
                <c:pt idx="2427">
                  <c:v>16200</c:v>
                </c:pt>
                <c:pt idx="2428">
                  <c:v>16200</c:v>
                </c:pt>
                <c:pt idx="2429">
                  <c:v>16200</c:v>
                </c:pt>
                <c:pt idx="2430">
                  <c:v>16200</c:v>
                </c:pt>
                <c:pt idx="2431">
                  <c:v>16300</c:v>
                </c:pt>
                <c:pt idx="2432">
                  <c:v>16300</c:v>
                </c:pt>
                <c:pt idx="2433">
                  <c:v>16300</c:v>
                </c:pt>
                <c:pt idx="2434">
                  <c:v>16300</c:v>
                </c:pt>
                <c:pt idx="2435">
                  <c:v>16300</c:v>
                </c:pt>
                <c:pt idx="2436">
                  <c:v>16300</c:v>
                </c:pt>
                <c:pt idx="2437">
                  <c:v>16300</c:v>
                </c:pt>
                <c:pt idx="2438">
                  <c:v>16300</c:v>
                </c:pt>
                <c:pt idx="2439">
                  <c:v>16400</c:v>
                </c:pt>
                <c:pt idx="2440">
                  <c:v>16400</c:v>
                </c:pt>
                <c:pt idx="2441">
                  <c:v>16400</c:v>
                </c:pt>
                <c:pt idx="2442">
                  <c:v>16400</c:v>
                </c:pt>
                <c:pt idx="2443">
                  <c:v>16400</c:v>
                </c:pt>
                <c:pt idx="2444">
                  <c:v>16400</c:v>
                </c:pt>
                <c:pt idx="2445">
                  <c:v>16600</c:v>
                </c:pt>
                <c:pt idx="2446">
                  <c:v>16600</c:v>
                </c:pt>
                <c:pt idx="2447">
                  <c:v>16600</c:v>
                </c:pt>
                <c:pt idx="2448">
                  <c:v>16600</c:v>
                </c:pt>
                <c:pt idx="2449">
                  <c:v>16600</c:v>
                </c:pt>
                <c:pt idx="2450">
                  <c:v>16600</c:v>
                </c:pt>
                <c:pt idx="2451">
                  <c:v>16600</c:v>
                </c:pt>
                <c:pt idx="2452">
                  <c:v>16700</c:v>
                </c:pt>
                <c:pt idx="2453">
                  <c:v>16700</c:v>
                </c:pt>
                <c:pt idx="2454">
                  <c:v>16700</c:v>
                </c:pt>
                <c:pt idx="2455">
                  <c:v>16700</c:v>
                </c:pt>
                <c:pt idx="2456">
                  <c:v>16700</c:v>
                </c:pt>
                <c:pt idx="2457">
                  <c:v>16700</c:v>
                </c:pt>
                <c:pt idx="2458">
                  <c:v>16700</c:v>
                </c:pt>
                <c:pt idx="2459">
                  <c:v>16700</c:v>
                </c:pt>
                <c:pt idx="2460">
                  <c:v>16700</c:v>
                </c:pt>
                <c:pt idx="2461">
                  <c:v>16700</c:v>
                </c:pt>
                <c:pt idx="2462">
                  <c:v>16700</c:v>
                </c:pt>
                <c:pt idx="2463">
                  <c:v>16700</c:v>
                </c:pt>
                <c:pt idx="2464">
                  <c:v>16700</c:v>
                </c:pt>
                <c:pt idx="2465">
                  <c:v>16700</c:v>
                </c:pt>
                <c:pt idx="2466">
                  <c:v>16700</c:v>
                </c:pt>
                <c:pt idx="2467">
                  <c:v>16700</c:v>
                </c:pt>
                <c:pt idx="2468">
                  <c:v>16700</c:v>
                </c:pt>
                <c:pt idx="2469">
                  <c:v>16700</c:v>
                </c:pt>
                <c:pt idx="2470">
                  <c:v>16700</c:v>
                </c:pt>
                <c:pt idx="2471">
                  <c:v>16700</c:v>
                </c:pt>
                <c:pt idx="2472">
                  <c:v>17000</c:v>
                </c:pt>
                <c:pt idx="2473">
                  <c:v>17300</c:v>
                </c:pt>
                <c:pt idx="2474">
                  <c:v>17500</c:v>
                </c:pt>
                <c:pt idx="2475">
                  <c:v>17500</c:v>
                </c:pt>
                <c:pt idx="2476">
                  <c:v>17500</c:v>
                </c:pt>
                <c:pt idx="2477">
                  <c:v>17500</c:v>
                </c:pt>
                <c:pt idx="2478">
                  <c:v>17500</c:v>
                </c:pt>
                <c:pt idx="2479">
                  <c:v>17500</c:v>
                </c:pt>
                <c:pt idx="2480">
                  <c:v>17500</c:v>
                </c:pt>
                <c:pt idx="2481">
                  <c:v>17500</c:v>
                </c:pt>
                <c:pt idx="2482">
                  <c:v>17500</c:v>
                </c:pt>
                <c:pt idx="2483">
                  <c:v>17500</c:v>
                </c:pt>
                <c:pt idx="2484">
                  <c:v>17500</c:v>
                </c:pt>
                <c:pt idx="2485">
                  <c:v>17500</c:v>
                </c:pt>
                <c:pt idx="2486">
                  <c:v>17500</c:v>
                </c:pt>
                <c:pt idx="2487">
                  <c:v>17500</c:v>
                </c:pt>
                <c:pt idx="2488">
                  <c:v>17700</c:v>
                </c:pt>
                <c:pt idx="2489">
                  <c:v>17700</c:v>
                </c:pt>
                <c:pt idx="2490">
                  <c:v>17700</c:v>
                </c:pt>
                <c:pt idx="2491">
                  <c:v>17700</c:v>
                </c:pt>
                <c:pt idx="2492">
                  <c:v>17700</c:v>
                </c:pt>
                <c:pt idx="2493">
                  <c:v>17700</c:v>
                </c:pt>
                <c:pt idx="2494">
                  <c:v>17700</c:v>
                </c:pt>
                <c:pt idx="2495">
                  <c:v>17700</c:v>
                </c:pt>
                <c:pt idx="2496">
                  <c:v>17700</c:v>
                </c:pt>
                <c:pt idx="2497">
                  <c:v>17700</c:v>
                </c:pt>
                <c:pt idx="2498">
                  <c:v>17700</c:v>
                </c:pt>
                <c:pt idx="2499">
                  <c:v>17700</c:v>
                </c:pt>
                <c:pt idx="2500">
                  <c:v>17700</c:v>
                </c:pt>
                <c:pt idx="2501">
                  <c:v>17700</c:v>
                </c:pt>
                <c:pt idx="2502">
                  <c:v>17700</c:v>
                </c:pt>
                <c:pt idx="2503">
                  <c:v>17700</c:v>
                </c:pt>
                <c:pt idx="2504">
                  <c:v>17700</c:v>
                </c:pt>
                <c:pt idx="2505">
                  <c:v>17700</c:v>
                </c:pt>
                <c:pt idx="2506">
                  <c:v>17700</c:v>
                </c:pt>
                <c:pt idx="2507">
                  <c:v>17700</c:v>
                </c:pt>
                <c:pt idx="2508">
                  <c:v>17700</c:v>
                </c:pt>
                <c:pt idx="2509">
                  <c:v>17700</c:v>
                </c:pt>
                <c:pt idx="2510">
                  <c:v>17700</c:v>
                </c:pt>
                <c:pt idx="2511">
                  <c:v>17700</c:v>
                </c:pt>
                <c:pt idx="2512">
                  <c:v>17700</c:v>
                </c:pt>
                <c:pt idx="2513">
                  <c:v>17700</c:v>
                </c:pt>
                <c:pt idx="2514">
                  <c:v>17700</c:v>
                </c:pt>
                <c:pt idx="2515">
                  <c:v>17700</c:v>
                </c:pt>
                <c:pt idx="2516">
                  <c:v>17700</c:v>
                </c:pt>
                <c:pt idx="2517">
                  <c:v>17600</c:v>
                </c:pt>
                <c:pt idx="2518">
                  <c:v>17600</c:v>
                </c:pt>
                <c:pt idx="2519">
                  <c:v>17600</c:v>
                </c:pt>
                <c:pt idx="2520">
                  <c:v>17600</c:v>
                </c:pt>
                <c:pt idx="2521">
                  <c:v>17600</c:v>
                </c:pt>
                <c:pt idx="2522">
                  <c:v>17600</c:v>
                </c:pt>
                <c:pt idx="2523">
                  <c:v>17600</c:v>
                </c:pt>
                <c:pt idx="2524">
                  <c:v>17600</c:v>
                </c:pt>
                <c:pt idx="2525">
                  <c:v>17600</c:v>
                </c:pt>
                <c:pt idx="2526">
                  <c:v>17600</c:v>
                </c:pt>
                <c:pt idx="2527">
                  <c:v>17600</c:v>
                </c:pt>
                <c:pt idx="2528">
                  <c:v>17600</c:v>
                </c:pt>
                <c:pt idx="2529">
                  <c:v>17600</c:v>
                </c:pt>
                <c:pt idx="2530">
                  <c:v>17500</c:v>
                </c:pt>
                <c:pt idx="2531">
                  <c:v>17500</c:v>
                </c:pt>
                <c:pt idx="2532">
                  <c:v>17500</c:v>
                </c:pt>
                <c:pt idx="2533">
                  <c:v>17500</c:v>
                </c:pt>
                <c:pt idx="2534">
                  <c:v>17500</c:v>
                </c:pt>
                <c:pt idx="2535">
                  <c:v>17500</c:v>
                </c:pt>
                <c:pt idx="2536">
                  <c:v>17500</c:v>
                </c:pt>
                <c:pt idx="2537">
                  <c:v>17500</c:v>
                </c:pt>
                <c:pt idx="2538">
                  <c:v>17500</c:v>
                </c:pt>
                <c:pt idx="2539">
                  <c:v>17500</c:v>
                </c:pt>
                <c:pt idx="2540">
                  <c:v>17500</c:v>
                </c:pt>
                <c:pt idx="2541">
                  <c:v>17500</c:v>
                </c:pt>
                <c:pt idx="2542">
                  <c:v>17500</c:v>
                </c:pt>
                <c:pt idx="2543">
                  <c:v>17500</c:v>
                </c:pt>
                <c:pt idx="2544">
                  <c:v>17500</c:v>
                </c:pt>
                <c:pt idx="2545">
                  <c:v>17400</c:v>
                </c:pt>
                <c:pt idx="2546">
                  <c:v>17400</c:v>
                </c:pt>
                <c:pt idx="2547">
                  <c:v>17400</c:v>
                </c:pt>
                <c:pt idx="2548">
                  <c:v>17400</c:v>
                </c:pt>
                <c:pt idx="2549">
                  <c:v>17400</c:v>
                </c:pt>
                <c:pt idx="2550">
                  <c:v>17400</c:v>
                </c:pt>
                <c:pt idx="2551">
                  <c:v>17400</c:v>
                </c:pt>
                <c:pt idx="2552">
                  <c:v>17400</c:v>
                </c:pt>
                <c:pt idx="2553">
                  <c:v>17400</c:v>
                </c:pt>
                <c:pt idx="2554">
                  <c:v>17400</c:v>
                </c:pt>
                <c:pt idx="2555">
                  <c:v>17400</c:v>
                </c:pt>
                <c:pt idx="2556">
                  <c:v>17400</c:v>
                </c:pt>
                <c:pt idx="2557">
                  <c:v>17400</c:v>
                </c:pt>
                <c:pt idx="2558">
                  <c:v>17400</c:v>
                </c:pt>
                <c:pt idx="2559">
                  <c:v>17400</c:v>
                </c:pt>
                <c:pt idx="2560">
                  <c:v>17400</c:v>
                </c:pt>
                <c:pt idx="2561">
                  <c:v>17300</c:v>
                </c:pt>
                <c:pt idx="2562">
                  <c:v>17300</c:v>
                </c:pt>
                <c:pt idx="2563">
                  <c:v>17300</c:v>
                </c:pt>
                <c:pt idx="2564">
                  <c:v>17300</c:v>
                </c:pt>
                <c:pt idx="2565">
                  <c:v>17300</c:v>
                </c:pt>
                <c:pt idx="2566">
                  <c:v>17300</c:v>
                </c:pt>
                <c:pt idx="2567">
                  <c:v>17300</c:v>
                </c:pt>
                <c:pt idx="2568">
                  <c:v>17300</c:v>
                </c:pt>
                <c:pt idx="2569">
                  <c:v>17300</c:v>
                </c:pt>
                <c:pt idx="2570">
                  <c:v>17300</c:v>
                </c:pt>
                <c:pt idx="2571">
                  <c:v>17300</c:v>
                </c:pt>
                <c:pt idx="2572">
                  <c:v>17300</c:v>
                </c:pt>
                <c:pt idx="2573">
                  <c:v>17100</c:v>
                </c:pt>
                <c:pt idx="2574">
                  <c:v>17100</c:v>
                </c:pt>
                <c:pt idx="2575">
                  <c:v>17100</c:v>
                </c:pt>
                <c:pt idx="2576">
                  <c:v>17100</c:v>
                </c:pt>
                <c:pt idx="2577">
                  <c:v>17100</c:v>
                </c:pt>
                <c:pt idx="2578">
                  <c:v>17100</c:v>
                </c:pt>
                <c:pt idx="2579">
                  <c:v>17100</c:v>
                </c:pt>
                <c:pt idx="2580">
                  <c:v>17100</c:v>
                </c:pt>
                <c:pt idx="2581">
                  <c:v>17100</c:v>
                </c:pt>
                <c:pt idx="2582">
                  <c:v>17100</c:v>
                </c:pt>
                <c:pt idx="2583">
                  <c:v>17100</c:v>
                </c:pt>
                <c:pt idx="2584">
                  <c:v>17100</c:v>
                </c:pt>
                <c:pt idx="2585">
                  <c:v>17000</c:v>
                </c:pt>
                <c:pt idx="2586">
                  <c:v>17000</c:v>
                </c:pt>
                <c:pt idx="2587">
                  <c:v>17000</c:v>
                </c:pt>
                <c:pt idx="2588">
                  <c:v>17000</c:v>
                </c:pt>
                <c:pt idx="2589">
                  <c:v>17000</c:v>
                </c:pt>
                <c:pt idx="2590">
                  <c:v>17000</c:v>
                </c:pt>
                <c:pt idx="2591">
                  <c:v>17000</c:v>
                </c:pt>
                <c:pt idx="2592">
                  <c:v>17000</c:v>
                </c:pt>
                <c:pt idx="2593">
                  <c:v>17000</c:v>
                </c:pt>
                <c:pt idx="2594">
                  <c:v>17000</c:v>
                </c:pt>
                <c:pt idx="2595">
                  <c:v>17000</c:v>
                </c:pt>
                <c:pt idx="2596">
                  <c:v>17000</c:v>
                </c:pt>
                <c:pt idx="2597">
                  <c:v>17000</c:v>
                </c:pt>
                <c:pt idx="2598">
                  <c:v>17000</c:v>
                </c:pt>
                <c:pt idx="2599">
                  <c:v>17000</c:v>
                </c:pt>
                <c:pt idx="2600">
                  <c:v>17000</c:v>
                </c:pt>
                <c:pt idx="2601">
                  <c:v>17000</c:v>
                </c:pt>
                <c:pt idx="2602">
                  <c:v>17000</c:v>
                </c:pt>
                <c:pt idx="2603">
                  <c:v>17000</c:v>
                </c:pt>
                <c:pt idx="2604">
                  <c:v>17000</c:v>
                </c:pt>
                <c:pt idx="2605">
                  <c:v>17000</c:v>
                </c:pt>
                <c:pt idx="2606">
                  <c:v>17000</c:v>
                </c:pt>
                <c:pt idx="2607">
                  <c:v>17000</c:v>
                </c:pt>
                <c:pt idx="2608">
                  <c:v>17000</c:v>
                </c:pt>
                <c:pt idx="2609">
                  <c:v>17000</c:v>
                </c:pt>
                <c:pt idx="2610">
                  <c:v>17000</c:v>
                </c:pt>
                <c:pt idx="2611">
                  <c:v>17000</c:v>
                </c:pt>
                <c:pt idx="2612">
                  <c:v>17000</c:v>
                </c:pt>
                <c:pt idx="2613">
                  <c:v>17000</c:v>
                </c:pt>
                <c:pt idx="2614">
                  <c:v>17000</c:v>
                </c:pt>
                <c:pt idx="2615">
                  <c:v>17000</c:v>
                </c:pt>
                <c:pt idx="2616">
                  <c:v>17000</c:v>
                </c:pt>
                <c:pt idx="2617">
                  <c:v>17000</c:v>
                </c:pt>
                <c:pt idx="2618">
                  <c:v>17000</c:v>
                </c:pt>
                <c:pt idx="2619">
                  <c:v>17000</c:v>
                </c:pt>
                <c:pt idx="2620">
                  <c:v>17000</c:v>
                </c:pt>
                <c:pt idx="2621">
                  <c:v>17000</c:v>
                </c:pt>
                <c:pt idx="2622">
                  <c:v>17000</c:v>
                </c:pt>
                <c:pt idx="2623">
                  <c:v>17000</c:v>
                </c:pt>
                <c:pt idx="2624">
                  <c:v>17000</c:v>
                </c:pt>
                <c:pt idx="2625">
                  <c:v>17000</c:v>
                </c:pt>
                <c:pt idx="2626">
                  <c:v>17000</c:v>
                </c:pt>
                <c:pt idx="2627">
                  <c:v>17000</c:v>
                </c:pt>
                <c:pt idx="2628">
                  <c:v>17000</c:v>
                </c:pt>
                <c:pt idx="2629">
                  <c:v>17000</c:v>
                </c:pt>
                <c:pt idx="2630">
                  <c:v>17000</c:v>
                </c:pt>
                <c:pt idx="2631">
                  <c:v>17000</c:v>
                </c:pt>
                <c:pt idx="2632">
                  <c:v>17000</c:v>
                </c:pt>
                <c:pt idx="2633">
                  <c:v>17000</c:v>
                </c:pt>
                <c:pt idx="2634">
                  <c:v>17000</c:v>
                </c:pt>
                <c:pt idx="2635">
                  <c:v>17000</c:v>
                </c:pt>
                <c:pt idx="2636">
                  <c:v>17000</c:v>
                </c:pt>
                <c:pt idx="2637">
                  <c:v>17000</c:v>
                </c:pt>
                <c:pt idx="2638">
                  <c:v>17000</c:v>
                </c:pt>
                <c:pt idx="2639">
                  <c:v>17000</c:v>
                </c:pt>
                <c:pt idx="2640">
                  <c:v>17000</c:v>
                </c:pt>
                <c:pt idx="2641">
                  <c:v>17000</c:v>
                </c:pt>
                <c:pt idx="2642">
                  <c:v>16800</c:v>
                </c:pt>
                <c:pt idx="2643">
                  <c:v>16800</c:v>
                </c:pt>
                <c:pt idx="2644">
                  <c:v>16800</c:v>
                </c:pt>
                <c:pt idx="2645">
                  <c:v>16800</c:v>
                </c:pt>
                <c:pt idx="2646">
                  <c:v>16800</c:v>
                </c:pt>
                <c:pt idx="2647">
                  <c:v>16800</c:v>
                </c:pt>
                <c:pt idx="2648">
                  <c:v>16800</c:v>
                </c:pt>
                <c:pt idx="2649">
                  <c:v>16800</c:v>
                </c:pt>
                <c:pt idx="2650">
                  <c:v>16800</c:v>
                </c:pt>
                <c:pt idx="2651">
                  <c:v>16800</c:v>
                </c:pt>
                <c:pt idx="2652">
                  <c:v>16800</c:v>
                </c:pt>
                <c:pt idx="2653">
                  <c:v>16800</c:v>
                </c:pt>
                <c:pt idx="2654">
                  <c:v>16800</c:v>
                </c:pt>
                <c:pt idx="2655">
                  <c:v>16800</c:v>
                </c:pt>
                <c:pt idx="2656">
                  <c:v>16800</c:v>
                </c:pt>
                <c:pt idx="2657">
                  <c:v>16800</c:v>
                </c:pt>
                <c:pt idx="2658">
                  <c:v>16800</c:v>
                </c:pt>
                <c:pt idx="2659">
                  <c:v>16800</c:v>
                </c:pt>
                <c:pt idx="2660">
                  <c:v>16800</c:v>
                </c:pt>
                <c:pt idx="2661">
                  <c:v>16800</c:v>
                </c:pt>
                <c:pt idx="2662">
                  <c:v>16800</c:v>
                </c:pt>
                <c:pt idx="2663">
                  <c:v>16800</c:v>
                </c:pt>
                <c:pt idx="2664">
                  <c:v>16800</c:v>
                </c:pt>
                <c:pt idx="2665">
                  <c:v>16800</c:v>
                </c:pt>
                <c:pt idx="2666">
                  <c:v>16800</c:v>
                </c:pt>
                <c:pt idx="2667">
                  <c:v>16800</c:v>
                </c:pt>
                <c:pt idx="2668">
                  <c:v>16800</c:v>
                </c:pt>
                <c:pt idx="2669">
                  <c:v>16800</c:v>
                </c:pt>
                <c:pt idx="2670">
                  <c:v>16800</c:v>
                </c:pt>
                <c:pt idx="2671">
                  <c:v>16800</c:v>
                </c:pt>
                <c:pt idx="2672">
                  <c:v>16800</c:v>
                </c:pt>
                <c:pt idx="2673">
                  <c:v>16800</c:v>
                </c:pt>
                <c:pt idx="2674">
                  <c:v>16800</c:v>
                </c:pt>
                <c:pt idx="2675">
                  <c:v>16800</c:v>
                </c:pt>
                <c:pt idx="2676">
                  <c:v>16800</c:v>
                </c:pt>
                <c:pt idx="2677">
                  <c:v>16800</c:v>
                </c:pt>
                <c:pt idx="2678">
                  <c:v>16800</c:v>
                </c:pt>
                <c:pt idx="2679">
                  <c:v>16800</c:v>
                </c:pt>
                <c:pt idx="2680">
                  <c:v>16800</c:v>
                </c:pt>
                <c:pt idx="2681">
                  <c:v>16800</c:v>
                </c:pt>
                <c:pt idx="2682">
                  <c:v>16800</c:v>
                </c:pt>
                <c:pt idx="2683">
                  <c:v>16800</c:v>
                </c:pt>
                <c:pt idx="2684">
                  <c:v>16800</c:v>
                </c:pt>
                <c:pt idx="2685">
                  <c:v>16800</c:v>
                </c:pt>
                <c:pt idx="2686">
                  <c:v>16800</c:v>
                </c:pt>
                <c:pt idx="2687">
                  <c:v>16800</c:v>
                </c:pt>
                <c:pt idx="2688">
                  <c:v>16800</c:v>
                </c:pt>
                <c:pt idx="2689">
                  <c:v>16800</c:v>
                </c:pt>
                <c:pt idx="2690">
                  <c:v>16800</c:v>
                </c:pt>
                <c:pt idx="2691">
                  <c:v>16800</c:v>
                </c:pt>
                <c:pt idx="2692">
                  <c:v>16800</c:v>
                </c:pt>
                <c:pt idx="2693">
                  <c:v>16800</c:v>
                </c:pt>
                <c:pt idx="2694">
                  <c:v>16800</c:v>
                </c:pt>
                <c:pt idx="2695">
                  <c:v>16800</c:v>
                </c:pt>
                <c:pt idx="2696">
                  <c:v>16800</c:v>
                </c:pt>
                <c:pt idx="2697">
                  <c:v>16800</c:v>
                </c:pt>
                <c:pt idx="2698">
                  <c:v>16800</c:v>
                </c:pt>
                <c:pt idx="2699">
                  <c:v>16800</c:v>
                </c:pt>
                <c:pt idx="2700">
                  <c:v>16800</c:v>
                </c:pt>
                <c:pt idx="2701">
                  <c:v>16800</c:v>
                </c:pt>
                <c:pt idx="2702">
                  <c:v>16800</c:v>
                </c:pt>
                <c:pt idx="2703">
                  <c:v>16800</c:v>
                </c:pt>
                <c:pt idx="2704">
                  <c:v>16800</c:v>
                </c:pt>
                <c:pt idx="2705">
                  <c:v>16800</c:v>
                </c:pt>
                <c:pt idx="2706">
                  <c:v>16800</c:v>
                </c:pt>
                <c:pt idx="2707">
                  <c:v>16800</c:v>
                </c:pt>
                <c:pt idx="2708">
                  <c:v>16800</c:v>
                </c:pt>
                <c:pt idx="2709">
                  <c:v>16800</c:v>
                </c:pt>
                <c:pt idx="2710">
                  <c:v>16800</c:v>
                </c:pt>
                <c:pt idx="2711">
                  <c:v>16800</c:v>
                </c:pt>
                <c:pt idx="2712">
                  <c:v>16900</c:v>
                </c:pt>
                <c:pt idx="2713">
                  <c:v>16900</c:v>
                </c:pt>
                <c:pt idx="2714">
                  <c:v>16900</c:v>
                </c:pt>
                <c:pt idx="2715">
                  <c:v>16900</c:v>
                </c:pt>
                <c:pt idx="2716">
                  <c:v>16900</c:v>
                </c:pt>
                <c:pt idx="2717">
                  <c:v>16900</c:v>
                </c:pt>
                <c:pt idx="2718">
                  <c:v>16900</c:v>
                </c:pt>
                <c:pt idx="2719">
                  <c:v>16900</c:v>
                </c:pt>
                <c:pt idx="2720">
                  <c:v>16900</c:v>
                </c:pt>
                <c:pt idx="2721">
                  <c:v>16900</c:v>
                </c:pt>
                <c:pt idx="2722">
                  <c:v>16900</c:v>
                </c:pt>
                <c:pt idx="2723">
                  <c:v>16900</c:v>
                </c:pt>
                <c:pt idx="2724">
                  <c:v>16900</c:v>
                </c:pt>
                <c:pt idx="2725">
                  <c:v>16900</c:v>
                </c:pt>
                <c:pt idx="2726">
                  <c:v>16900</c:v>
                </c:pt>
                <c:pt idx="2727">
                  <c:v>16900</c:v>
                </c:pt>
                <c:pt idx="2728">
                  <c:v>16900</c:v>
                </c:pt>
                <c:pt idx="2729">
                  <c:v>16900</c:v>
                </c:pt>
                <c:pt idx="2730">
                  <c:v>16900</c:v>
                </c:pt>
                <c:pt idx="2731">
                  <c:v>16900</c:v>
                </c:pt>
                <c:pt idx="2732">
                  <c:v>17000</c:v>
                </c:pt>
                <c:pt idx="2733">
                  <c:v>17000</c:v>
                </c:pt>
                <c:pt idx="2734">
                  <c:v>17000</c:v>
                </c:pt>
                <c:pt idx="2735">
                  <c:v>17000</c:v>
                </c:pt>
                <c:pt idx="2736">
                  <c:v>17000</c:v>
                </c:pt>
                <c:pt idx="2737">
                  <c:v>17000</c:v>
                </c:pt>
                <c:pt idx="2738">
                  <c:v>17000</c:v>
                </c:pt>
                <c:pt idx="2739">
                  <c:v>17000</c:v>
                </c:pt>
                <c:pt idx="2740">
                  <c:v>17200</c:v>
                </c:pt>
                <c:pt idx="2741">
                  <c:v>17200</c:v>
                </c:pt>
                <c:pt idx="2742">
                  <c:v>17200</c:v>
                </c:pt>
                <c:pt idx="2743">
                  <c:v>17200</c:v>
                </c:pt>
                <c:pt idx="2744">
                  <c:v>17200</c:v>
                </c:pt>
                <c:pt idx="2745">
                  <c:v>17200</c:v>
                </c:pt>
                <c:pt idx="2746">
                  <c:v>17200</c:v>
                </c:pt>
                <c:pt idx="2747">
                  <c:v>17200</c:v>
                </c:pt>
                <c:pt idx="2748">
                  <c:v>17200</c:v>
                </c:pt>
                <c:pt idx="2749">
                  <c:v>17200</c:v>
                </c:pt>
                <c:pt idx="2750">
                  <c:v>17200</c:v>
                </c:pt>
                <c:pt idx="2751">
                  <c:v>17200</c:v>
                </c:pt>
                <c:pt idx="2752">
                  <c:v>17200</c:v>
                </c:pt>
                <c:pt idx="2753">
                  <c:v>17200</c:v>
                </c:pt>
                <c:pt idx="2754">
                  <c:v>17200</c:v>
                </c:pt>
                <c:pt idx="2755">
                  <c:v>17200</c:v>
                </c:pt>
                <c:pt idx="2756">
                  <c:v>17200</c:v>
                </c:pt>
                <c:pt idx="2757">
                  <c:v>17200</c:v>
                </c:pt>
                <c:pt idx="2758">
                  <c:v>17200</c:v>
                </c:pt>
                <c:pt idx="2759">
                  <c:v>17200</c:v>
                </c:pt>
                <c:pt idx="2760">
                  <c:v>17200</c:v>
                </c:pt>
                <c:pt idx="2761">
                  <c:v>17250</c:v>
                </c:pt>
                <c:pt idx="2762">
                  <c:v>17250</c:v>
                </c:pt>
                <c:pt idx="2763">
                  <c:v>17250</c:v>
                </c:pt>
                <c:pt idx="2764">
                  <c:v>17250</c:v>
                </c:pt>
                <c:pt idx="2765">
                  <c:v>17250</c:v>
                </c:pt>
                <c:pt idx="2766">
                  <c:v>17250</c:v>
                </c:pt>
                <c:pt idx="2767">
                  <c:v>17250</c:v>
                </c:pt>
                <c:pt idx="2768">
                  <c:v>17250</c:v>
                </c:pt>
                <c:pt idx="2769">
                  <c:v>17250</c:v>
                </c:pt>
                <c:pt idx="2770">
                  <c:v>17250</c:v>
                </c:pt>
                <c:pt idx="2771">
                  <c:v>17250</c:v>
                </c:pt>
                <c:pt idx="2772">
                  <c:v>17250</c:v>
                </c:pt>
                <c:pt idx="2773">
                  <c:v>17250</c:v>
                </c:pt>
                <c:pt idx="2774">
                  <c:v>17250</c:v>
                </c:pt>
                <c:pt idx="2775">
                  <c:v>17250</c:v>
                </c:pt>
                <c:pt idx="2776">
                  <c:v>17250</c:v>
                </c:pt>
                <c:pt idx="2777">
                  <c:v>17250</c:v>
                </c:pt>
                <c:pt idx="2778">
                  <c:v>17250</c:v>
                </c:pt>
                <c:pt idx="2779">
                  <c:v>17250</c:v>
                </c:pt>
                <c:pt idx="2780">
                  <c:v>17250</c:v>
                </c:pt>
                <c:pt idx="2781">
                  <c:v>17250</c:v>
                </c:pt>
                <c:pt idx="2782">
                  <c:v>17400</c:v>
                </c:pt>
                <c:pt idx="2783">
                  <c:v>17400</c:v>
                </c:pt>
                <c:pt idx="2784">
                  <c:v>17400</c:v>
                </c:pt>
                <c:pt idx="2785">
                  <c:v>17400</c:v>
                </c:pt>
                <c:pt idx="2786">
                  <c:v>17400</c:v>
                </c:pt>
                <c:pt idx="2787">
                  <c:v>17400</c:v>
                </c:pt>
                <c:pt idx="2788">
                  <c:v>17400</c:v>
                </c:pt>
                <c:pt idx="2789">
                  <c:v>17500</c:v>
                </c:pt>
                <c:pt idx="2790">
                  <c:v>17500</c:v>
                </c:pt>
                <c:pt idx="2791">
                  <c:v>17500</c:v>
                </c:pt>
                <c:pt idx="2792">
                  <c:v>17500</c:v>
                </c:pt>
                <c:pt idx="2793">
                  <c:v>17500</c:v>
                </c:pt>
                <c:pt idx="2794">
                  <c:v>17500</c:v>
                </c:pt>
                <c:pt idx="2795">
                  <c:v>17500</c:v>
                </c:pt>
                <c:pt idx="2796">
                  <c:v>17500</c:v>
                </c:pt>
                <c:pt idx="2797">
                  <c:v>17500</c:v>
                </c:pt>
                <c:pt idx="2798">
                  <c:v>17500</c:v>
                </c:pt>
                <c:pt idx="2799">
                  <c:v>17500</c:v>
                </c:pt>
                <c:pt idx="2800">
                  <c:v>17500</c:v>
                </c:pt>
                <c:pt idx="2801">
                  <c:v>17500</c:v>
                </c:pt>
                <c:pt idx="2802">
                  <c:v>17500</c:v>
                </c:pt>
                <c:pt idx="2803">
                  <c:v>17500</c:v>
                </c:pt>
                <c:pt idx="2804">
                  <c:v>17500</c:v>
                </c:pt>
                <c:pt idx="2805">
                  <c:v>17500</c:v>
                </c:pt>
                <c:pt idx="2806">
                  <c:v>17500</c:v>
                </c:pt>
                <c:pt idx="2807">
                  <c:v>17500</c:v>
                </c:pt>
                <c:pt idx="2808">
                  <c:v>17500</c:v>
                </c:pt>
                <c:pt idx="2809">
                  <c:v>17500</c:v>
                </c:pt>
                <c:pt idx="2810">
                  <c:v>17500</c:v>
                </c:pt>
                <c:pt idx="2811">
                  <c:v>17500</c:v>
                </c:pt>
                <c:pt idx="2812">
                  <c:v>17500</c:v>
                </c:pt>
                <c:pt idx="2813">
                  <c:v>17500</c:v>
                </c:pt>
                <c:pt idx="2814">
                  <c:v>17500</c:v>
                </c:pt>
                <c:pt idx="2815">
                  <c:v>17500</c:v>
                </c:pt>
                <c:pt idx="2816">
                  <c:v>17500</c:v>
                </c:pt>
                <c:pt idx="2817">
                  <c:v>17500</c:v>
                </c:pt>
                <c:pt idx="2818">
                  <c:v>17500</c:v>
                </c:pt>
                <c:pt idx="2819">
                  <c:v>17500</c:v>
                </c:pt>
                <c:pt idx="2820">
                  <c:v>17500</c:v>
                </c:pt>
                <c:pt idx="2821">
                  <c:v>17500</c:v>
                </c:pt>
                <c:pt idx="2822">
                  <c:v>17600</c:v>
                </c:pt>
                <c:pt idx="2823">
                  <c:v>17600</c:v>
                </c:pt>
                <c:pt idx="2824">
                  <c:v>17600</c:v>
                </c:pt>
                <c:pt idx="2825">
                  <c:v>17600</c:v>
                </c:pt>
                <c:pt idx="2826">
                  <c:v>17600</c:v>
                </c:pt>
                <c:pt idx="2827">
                  <c:v>17600</c:v>
                </c:pt>
                <c:pt idx="2828">
                  <c:v>17600</c:v>
                </c:pt>
                <c:pt idx="2829">
                  <c:v>17600</c:v>
                </c:pt>
                <c:pt idx="2830">
                  <c:v>17600</c:v>
                </c:pt>
                <c:pt idx="2831">
                  <c:v>17600</c:v>
                </c:pt>
                <c:pt idx="2832">
                  <c:v>17600</c:v>
                </c:pt>
                <c:pt idx="2833">
                  <c:v>17600</c:v>
                </c:pt>
                <c:pt idx="2834">
                  <c:v>17600</c:v>
                </c:pt>
                <c:pt idx="2835">
                  <c:v>17600</c:v>
                </c:pt>
                <c:pt idx="2836">
                  <c:v>17600</c:v>
                </c:pt>
                <c:pt idx="2837">
                  <c:v>17600</c:v>
                </c:pt>
                <c:pt idx="2838">
                  <c:v>17600</c:v>
                </c:pt>
                <c:pt idx="2839">
                  <c:v>17550</c:v>
                </c:pt>
                <c:pt idx="2840">
                  <c:v>17550</c:v>
                </c:pt>
                <c:pt idx="2841">
                  <c:v>17550</c:v>
                </c:pt>
                <c:pt idx="2842">
                  <c:v>17550</c:v>
                </c:pt>
                <c:pt idx="2843">
                  <c:v>17550</c:v>
                </c:pt>
                <c:pt idx="2844">
                  <c:v>17550</c:v>
                </c:pt>
                <c:pt idx="2845">
                  <c:v>17550</c:v>
                </c:pt>
                <c:pt idx="2846">
                  <c:v>17550</c:v>
                </c:pt>
                <c:pt idx="2847">
                  <c:v>17550</c:v>
                </c:pt>
                <c:pt idx="2848">
                  <c:v>17550</c:v>
                </c:pt>
                <c:pt idx="2849">
                  <c:v>17550</c:v>
                </c:pt>
                <c:pt idx="2850">
                  <c:v>17500</c:v>
                </c:pt>
                <c:pt idx="2851">
                  <c:v>17500</c:v>
                </c:pt>
                <c:pt idx="2852">
                  <c:v>17500</c:v>
                </c:pt>
                <c:pt idx="2853">
                  <c:v>17500</c:v>
                </c:pt>
                <c:pt idx="2854">
                  <c:v>17500</c:v>
                </c:pt>
                <c:pt idx="2855">
                  <c:v>17500</c:v>
                </c:pt>
                <c:pt idx="2856">
                  <c:v>17500</c:v>
                </c:pt>
                <c:pt idx="2857">
                  <c:v>17500</c:v>
                </c:pt>
                <c:pt idx="2858">
                  <c:v>17500</c:v>
                </c:pt>
                <c:pt idx="2859">
                  <c:v>17500</c:v>
                </c:pt>
                <c:pt idx="2860">
                  <c:v>17500</c:v>
                </c:pt>
                <c:pt idx="2861">
                  <c:v>17500</c:v>
                </c:pt>
                <c:pt idx="2862">
                  <c:v>17500</c:v>
                </c:pt>
                <c:pt idx="2863">
                  <c:v>17500</c:v>
                </c:pt>
                <c:pt idx="2864">
                  <c:v>17300</c:v>
                </c:pt>
                <c:pt idx="2865">
                  <c:v>17300</c:v>
                </c:pt>
                <c:pt idx="2866">
                  <c:v>17300</c:v>
                </c:pt>
                <c:pt idx="2867">
                  <c:v>17300</c:v>
                </c:pt>
                <c:pt idx="2868">
                  <c:v>17300</c:v>
                </c:pt>
                <c:pt idx="2869">
                  <c:v>17300</c:v>
                </c:pt>
                <c:pt idx="2870">
                  <c:v>17300</c:v>
                </c:pt>
                <c:pt idx="2871">
                  <c:v>17300</c:v>
                </c:pt>
                <c:pt idx="2872">
                  <c:v>17300</c:v>
                </c:pt>
                <c:pt idx="2873">
                  <c:v>17300</c:v>
                </c:pt>
                <c:pt idx="2874">
                  <c:v>17300</c:v>
                </c:pt>
                <c:pt idx="2875">
                  <c:v>17300</c:v>
                </c:pt>
                <c:pt idx="2876">
                  <c:v>17300</c:v>
                </c:pt>
                <c:pt idx="2877">
                  <c:v>17300</c:v>
                </c:pt>
                <c:pt idx="2878">
                  <c:v>17300</c:v>
                </c:pt>
                <c:pt idx="2879">
                  <c:v>17300</c:v>
                </c:pt>
                <c:pt idx="2880">
                  <c:v>17300</c:v>
                </c:pt>
                <c:pt idx="2881">
                  <c:v>17300</c:v>
                </c:pt>
                <c:pt idx="2882">
                  <c:v>17300</c:v>
                </c:pt>
                <c:pt idx="2883">
                  <c:v>17300</c:v>
                </c:pt>
                <c:pt idx="2884">
                  <c:v>17300</c:v>
                </c:pt>
                <c:pt idx="2885">
                  <c:v>17300</c:v>
                </c:pt>
                <c:pt idx="2886">
                  <c:v>17300</c:v>
                </c:pt>
                <c:pt idx="2887">
                  <c:v>17300</c:v>
                </c:pt>
                <c:pt idx="2888">
                  <c:v>17300</c:v>
                </c:pt>
                <c:pt idx="2889">
                  <c:v>17300</c:v>
                </c:pt>
                <c:pt idx="2890">
                  <c:v>17300</c:v>
                </c:pt>
                <c:pt idx="2891">
                  <c:v>17300</c:v>
                </c:pt>
                <c:pt idx="2892">
                  <c:v>17200</c:v>
                </c:pt>
                <c:pt idx="2893">
                  <c:v>17200</c:v>
                </c:pt>
                <c:pt idx="2894">
                  <c:v>17000</c:v>
                </c:pt>
                <c:pt idx="2895">
                  <c:v>17000</c:v>
                </c:pt>
                <c:pt idx="2896">
                  <c:v>17000</c:v>
                </c:pt>
                <c:pt idx="2897">
                  <c:v>17000</c:v>
                </c:pt>
                <c:pt idx="2898">
                  <c:v>17000</c:v>
                </c:pt>
                <c:pt idx="2899">
                  <c:v>17000</c:v>
                </c:pt>
                <c:pt idx="2900">
                  <c:v>17000</c:v>
                </c:pt>
                <c:pt idx="2901">
                  <c:v>17000</c:v>
                </c:pt>
                <c:pt idx="2902">
                  <c:v>17000</c:v>
                </c:pt>
                <c:pt idx="2903">
                  <c:v>17000</c:v>
                </c:pt>
                <c:pt idx="2904">
                  <c:v>17000</c:v>
                </c:pt>
                <c:pt idx="2905">
                  <c:v>17000</c:v>
                </c:pt>
                <c:pt idx="2906">
                  <c:v>17000</c:v>
                </c:pt>
                <c:pt idx="2907">
                  <c:v>17000</c:v>
                </c:pt>
                <c:pt idx="2908">
                  <c:v>16800</c:v>
                </c:pt>
                <c:pt idx="2909">
                  <c:v>16800</c:v>
                </c:pt>
                <c:pt idx="2910">
                  <c:v>16800</c:v>
                </c:pt>
                <c:pt idx="2911">
                  <c:v>16800</c:v>
                </c:pt>
                <c:pt idx="2912">
                  <c:v>16800</c:v>
                </c:pt>
                <c:pt idx="2913">
                  <c:v>16800</c:v>
                </c:pt>
                <c:pt idx="2914">
                  <c:v>16800</c:v>
                </c:pt>
                <c:pt idx="2915">
                  <c:v>16800</c:v>
                </c:pt>
                <c:pt idx="2916">
                  <c:v>16800</c:v>
                </c:pt>
                <c:pt idx="2917">
                  <c:v>16800</c:v>
                </c:pt>
                <c:pt idx="2918">
                  <c:v>16800</c:v>
                </c:pt>
                <c:pt idx="2919">
                  <c:v>16800</c:v>
                </c:pt>
                <c:pt idx="2920">
                  <c:v>16800</c:v>
                </c:pt>
                <c:pt idx="2921">
                  <c:v>16800</c:v>
                </c:pt>
                <c:pt idx="2922">
                  <c:v>16800</c:v>
                </c:pt>
                <c:pt idx="2923">
                  <c:v>16800</c:v>
                </c:pt>
                <c:pt idx="2924">
                  <c:v>16800</c:v>
                </c:pt>
                <c:pt idx="2925">
                  <c:v>16800</c:v>
                </c:pt>
                <c:pt idx="2926">
                  <c:v>16800</c:v>
                </c:pt>
                <c:pt idx="2927">
                  <c:v>16700</c:v>
                </c:pt>
                <c:pt idx="2928">
                  <c:v>16700</c:v>
                </c:pt>
                <c:pt idx="2929">
                  <c:v>16700</c:v>
                </c:pt>
                <c:pt idx="2930">
                  <c:v>16700</c:v>
                </c:pt>
                <c:pt idx="2931">
                  <c:v>16700</c:v>
                </c:pt>
                <c:pt idx="2932">
                  <c:v>16700</c:v>
                </c:pt>
                <c:pt idx="2933">
                  <c:v>16700</c:v>
                </c:pt>
                <c:pt idx="2934">
                  <c:v>16700</c:v>
                </c:pt>
                <c:pt idx="2935">
                  <c:v>16700</c:v>
                </c:pt>
                <c:pt idx="2936">
                  <c:v>16700</c:v>
                </c:pt>
                <c:pt idx="2937">
                  <c:v>16600</c:v>
                </c:pt>
                <c:pt idx="2938">
                  <c:v>16600</c:v>
                </c:pt>
                <c:pt idx="2939">
                  <c:v>16600</c:v>
                </c:pt>
                <c:pt idx="2940">
                  <c:v>16600</c:v>
                </c:pt>
                <c:pt idx="2941">
                  <c:v>16600</c:v>
                </c:pt>
                <c:pt idx="2942">
                  <c:v>16600</c:v>
                </c:pt>
                <c:pt idx="2943">
                  <c:v>16600</c:v>
                </c:pt>
                <c:pt idx="2944">
                  <c:v>16600</c:v>
                </c:pt>
                <c:pt idx="2945">
                  <c:v>16600</c:v>
                </c:pt>
                <c:pt idx="2946">
                  <c:v>16600</c:v>
                </c:pt>
                <c:pt idx="2947">
                  <c:v>16600</c:v>
                </c:pt>
                <c:pt idx="2948">
                  <c:v>16600</c:v>
                </c:pt>
                <c:pt idx="2949">
                  <c:v>16600</c:v>
                </c:pt>
                <c:pt idx="2950">
                  <c:v>16600</c:v>
                </c:pt>
                <c:pt idx="2951">
                  <c:v>16600</c:v>
                </c:pt>
                <c:pt idx="2952">
                  <c:v>16600</c:v>
                </c:pt>
                <c:pt idx="2953">
                  <c:v>16600</c:v>
                </c:pt>
                <c:pt idx="2954">
                  <c:v>16600</c:v>
                </c:pt>
                <c:pt idx="2955">
                  <c:v>16600</c:v>
                </c:pt>
                <c:pt idx="2956">
                  <c:v>16600</c:v>
                </c:pt>
                <c:pt idx="2957">
                  <c:v>16600</c:v>
                </c:pt>
                <c:pt idx="2958">
                  <c:v>16600</c:v>
                </c:pt>
                <c:pt idx="2959">
                  <c:v>16600</c:v>
                </c:pt>
                <c:pt idx="2960">
                  <c:v>16600</c:v>
                </c:pt>
                <c:pt idx="2961">
                  <c:v>16600</c:v>
                </c:pt>
                <c:pt idx="2962">
                  <c:v>16600</c:v>
                </c:pt>
                <c:pt idx="2963">
                  <c:v>16600</c:v>
                </c:pt>
                <c:pt idx="2964">
                  <c:v>16600</c:v>
                </c:pt>
                <c:pt idx="2965">
                  <c:v>16600</c:v>
                </c:pt>
                <c:pt idx="2966">
                  <c:v>16600</c:v>
                </c:pt>
                <c:pt idx="2967">
                  <c:v>16600</c:v>
                </c:pt>
                <c:pt idx="2968">
                  <c:v>16600</c:v>
                </c:pt>
                <c:pt idx="2969">
                  <c:v>16600</c:v>
                </c:pt>
                <c:pt idx="2970">
                  <c:v>16600</c:v>
                </c:pt>
                <c:pt idx="2971">
                  <c:v>16600</c:v>
                </c:pt>
                <c:pt idx="2972">
                  <c:v>16600</c:v>
                </c:pt>
                <c:pt idx="2973">
                  <c:v>16600</c:v>
                </c:pt>
                <c:pt idx="2974">
                  <c:v>16600</c:v>
                </c:pt>
                <c:pt idx="2975">
                  <c:v>16600</c:v>
                </c:pt>
                <c:pt idx="2976">
                  <c:v>16600</c:v>
                </c:pt>
                <c:pt idx="2977">
                  <c:v>16600</c:v>
                </c:pt>
                <c:pt idx="2978">
                  <c:v>16600</c:v>
                </c:pt>
                <c:pt idx="2979">
                  <c:v>16600</c:v>
                </c:pt>
                <c:pt idx="2980">
                  <c:v>16600</c:v>
                </c:pt>
                <c:pt idx="2981">
                  <c:v>16600</c:v>
                </c:pt>
                <c:pt idx="2982">
                  <c:v>16600</c:v>
                </c:pt>
                <c:pt idx="2983">
                  <c:v>16600</c:v>
                </c:pt>
                <c:pt idx="2984">
                  <c:v>16600</c:v>
                </c:pt>
                <c:pt idx="2985">
                  <c:v>16600</c:v>
                </c:pt>
                <c:pt idx="2986">
                  <c:v>16500</c:v>
                </c:pt>
                <c:pt idx="2987">
                  <c:v>16500</c:v>
                </c:pt>
                <c:pt idx="2988">
                  <c:v>16500</c:v>
                </c:pt>
                <c:pt idx="2989">
                  <c:v>16500</c:v>
                </c:pt>
                <c:pt idx="2990">
                  <c:v>16500</c:v>
                </c:pt>
                <c:pt idx="2991">
                  <c:v>16500</c:v>
                </c:pt>
                <c:pt idx="2992">
                  <c:v>16400</c:v>
                </c:pt>
                <c:pt idx="2993">
                  <c:v>16400</c:v>
                </c:pt>
                <c:pt idx="2994">
                  <c:v>16400</c:v>
                </c:pt>
                <c:pt idx="2995">
                  <c:v>16400</c:v>
                </c:pt>
                <c:pt idx="2996">
                  <c:v>16400</c:v>
                </c:pt>
                <c:pt idx="2997">
                  <c:v>16400</c:v>
                </c:pt>
                <c:pt idx="2998">
                  <c:v>16400</c:v>
                </c:pt>
                <c:pt idx="2999">
                  <c:v>16400</c:v>
                </c:pt>
                <c:pt idx="3000">
                  <c:v>16200</c:v>
                </c:pt>
                <c:pt idx="3001">
                  <c:v>16200</c:v>
                </c:pt>
                <c:pt idx="3002">
                  <c:v>16200</c:v>
                </c:pt>
                <c:pt idx="3003">
                  <c:v>16200</c:v>
                </c:pt>
                <c:pt idx="3004">
                  <c:v>16200</c:v>
                </c:pt>
                <c:pt idx="3005">
                  <c:v>16200</c:v>
                </c:pt>
                <c:pt idx="3006">
                  <c:v>16200</c:v>
                </c:pt>
                <c:pt idx="3007">
                  <c:v>16200</c:v>
                </c:pt>
                <c:pt idx="3008">
                  <c:v>16200</c:v>
                </c:pt>
                <c:pt idx="3009">
                  <c:v>16200</c:v>
                </c:pt>
                <c:pt idx="3010">
                  <c:v>16200</c:v>
                </c:pt>
                <c:pt idx="3011">
                  <c:v>16200</c:v>
                </c:pt>
                <c:pt idx="3012">
                  <c:v>16200</c:v>
                </c:pt>
                <c:pt idx="3013">
                  <c:v>16200</c:v>
                </c:pt>
                <c:pt idx="3014">
                  <c:v>16100</c:v>
                </c:pt>
                <c:pt idx="3015">
                  <c:v>16100</c:v>
                </c:pt>
                <c:pt idx="3016">
                  <c:v>16100</c:v>
                </c:pt>
                <c:pt idx="3017">
                  <c:v>16100</c:v>
                </c:pt>
                <c:pt idx="3018">
                  <c:v>16100</c:v>
                </c:pt>
                <c:pt idx="3019">
                  <c:v>16100</c:v>
                </c:pt>
                <c:pt idx="3020">
                  <c:v>16100</c:v>
                </c:pt>
                <c:pt idx="3021">
                  <c:v>16000</c:v>
                </c:pt>
                <c:pt idx="3022">
                  <c:v>16000</c:v>
                </c:pt>
                <c:pt idx="3023">
                  <c:v>16000</c:v>
                </c:pt>
                <c:pt idx="3024">
                  <c:v>16000</c:v>
                </c:pt>
                <c:pt idx="3025">
                  <c:v>16000</c:v>
                </c:pt>
                <c:pt idx="3026">
                  <c:v>16000</c:v>
                </c:pt>
                <c:pt idx="3027">
                  <c:v>16000</c:v>
                </c:pt>
                <c:pt idx="3028">
                  <c:v>16000</c:v>
                </c:pt>
                <c:pt idx="3029">
                  <c:v>16000</c:v>
                </c:pt>
                <c:pt idx="3030">
                  <c:v>16000</c:v>
                </c:pt>
                <c:pt idx="3031">
                  <c:v>16000</c:v>
                </c:pt>
                <c:pt idx="3032">
                  <c:v>15800</c:v>
                </c:pt>
                <c:pt idx="3033">
                  <c:v>15800</c:v>
                </c:pt>
                <c:pt idx="3034">
                  <c:v>15800</c:v>
                </c:pt>
                <c:pt idx="3035">
                  <c:v>15800</c:v>
                </c:pt>
                <c:pt idx="3036">
                  <c:v>15800</c:v>
                </c:pt>
                <c:pt idx="3037">
                  <c:v>15800</c:v>
                </c:pt>
                <c:pt idx="3038">
                  <c:v>15800</c:v>
                </c:pt>
                <c:pt idx="3039">
                  <c:v>15800</c:v>
                </c:pt>
                <c:pt idx="3040">
                  <c:v>15800</c:v>
                </c:pt>
                <c:pt idx="3041">
                  <c:v>15800</c:v>
                </c:pt>
                <c:pt idx="3042">
                  <c:v>15800</c:v>
                </c:pt>
                <c:pt idx="3043">
                  <c:v>15800</c:v>
                </c:pt>
                <c:pt idx="3044">
                  <c:v>15800</c:v>
                </c:pt>
                <c:pt idx="3045">
                  <c:v>15800</c:v>
                </c:pt>
                <c:pt idx="3046">
                  <c:v>15800</c:v>
                </c:pt>
                <c:pt idx="3047">
                  <c:v>15800</c:v>
                </c:pt>
                <c:pt idx="3048">
                  <c:v>15800</c:v>
                </c:pt>
                <c:pt idx="3049">
                  <c:v>15800</c:v>
                </c:pt>
                <c:pt idx="3050">
                  <c:v>15800</c:v>
                </c:pt>
                <c:pt idx="3051">
                  <c:v>15800</c:v>
                </c:pt>
                <c:pt idx="3052">
                  <c:v>15800</c:v>
                </c:pt>
                <c:pt idx="3053">
                  <c:v>15800</c:v>
                </c:pt>
                <c:pt idx="3054">
                  <c:v>15800</c:v>
                </c:pt>
                <c:pt idx="3055">
                  <c:v>15800</c:v>
                </c:pt>
                <c:pt idx="3056">
                  <c:v>15800</c:v>
                </c:pt>
                <c:pt idx="3057">
                  <c:v>15800</c:v>
                </c:pt>
                <c:pt idx="3058">
                  <c:v>15800</c:v>
                </c:pt>
                <c:pt idx="3059">
                  <c:v>15800</c:v>
                </c:pt>
                <c:pt idx="3060">
                  <c:v>15800</c:v>
                </c:pt>
                <c:pt idx="3061">
                  <c:v>15800</c:v>
                </c:pt>
                <c:pt idx="3062">
                  <c:v>15800</c:v>
                </c:pt>
                <c:pt idx="3063">
                  <c:v>15800</c:v>
                </c:pt>
                <c:pt idx="3064">
                  <c:v>15800</c:v>
                </c:pt>
                <c:pt idx="3065">
                  <c:v>15800</c:v>
                </c:pt>
                <c:pt idx="3066">
                  <c:v>15800</c:v>
                </c:pt>
                <c:pt idx="3067">
                  <c:v>15800</c:v>
                </c:pt>
                <c:pt idx="3068">
                  <c:v>15800</c:v>
                </c:pt>
                <c:pt idx="3069">
                  <c:v>15800</c:v>
                </c:pt>
                <c:pt idx="3070">
                  <c:v>15800</c:v>
                </c:pt>
                <c:pt idx="3071">
                  <c:v>15800</c:v>
                </c:pt>
                <c:pt idx="3072">
                  <c:v>15800</c:v>
                </c:pt>
                <c:pt idx="3073">
                  <c:v>15800</c:v>
                </c:pt>
                <c:pt idx="3074">
                  <c:v>15800</c:v>
                </c:pt>
                <c:pt idx="3075">
                  <c:v>15800</c:v>
                </c:pt>
                <c:pt idx="3076">
                  <c:v>15900</c:v>
                </c:pt>
                <c:pt idx="3077">
                  <c:v>15900</c:v>
                </c:pt>
                <c:pt idx="3078">
                  <c:v>15900</c:v>
                </c:pt>
                <c:pt idx="3079">
                  <c:v>15900</c:v>
                </c:pt>
                <c:pt idx="3080">
                  <c:v>15900</c:v>
                </c:pt>
                <c:pt idx="3081">
                  <c:v>15900</c:v>
                </c:pt>
                <c:pt idx="3082">
                  <c:v>15900</c:v>
                </c:pt>
                <c:pt idx="3083">
                  <c:v>15900</c:v>
                </c:pt>
                <c:pt idx="3084">
                  <c:v>15900</c:v>
                </c:pt>
                <c:pt idx="3085">
                  <c:v>15900</c:v>
                </c:pt>
                <c:pt idx="3086">
                  <c:v>15900</c:v>
                </c:pt>
                <c:pt idx="3087">
                  <c:v>15900</c:v>
                </c:pt>
                <c:pt idx="3088">
                  <c:v>15900</c:v>
                </c:pt>
                <c:pt idx="3089">
                  <c:v>15900</c:v>
                </c:pt>
                <c:pt idx="3090">
                  <c:v>15900</c:v>
                </c:pt>
                <c:pt idx="3091">
                  <c:v>15900</c:v>
                </c:pt>
                <c:pt idx="3092">
                  <c:v>15900</c:v>
                </c:pt>
                <c:pt idx="3093">
                  <c:v>15900</c:v>
                </c:pt>
                <c:pt idx="3094">
                  <c:v>15900</c:v>
                </c:pt>
                <c:pt idx="3095">
                  <c:v>15900</c:v>
                </c:pt>
                <c:pt idx="3096">
                  <c:v>15900</c:v>
                </c:pt>
                <c:pt idx="3097">
                  <c:v>15900</c:v>
                </c:pt>
                <c:pt idx="3098">
                  <c:v>16000</c:v>
                </c:pt>
                <c:pt idx="3099">
                  <c:v>16000</c:v>
                </c:pt>
                <c:pt idx="3100">
                  <c:v>16000</c:v>
                </c:pt>
                <c:pt idx="3101">
                  <c:v>16000</c:v>
                </c:pt>
                <c:pt idx="3102">
                  <c:v>16000</c:v>
                </c:pt>
                <c:pt idx="3103">
                  <c:v>16000</c:v>
                </c:pt>
                <c:pt idx="3104">
                  <c:v>16000</c:v>
                </c:pt>
                <c:pt idx="3105">
                  <c:v>16200</c:v>
                </c:pt>
                <c:pt idx="3106">
                  <c:v>16200</c:v>
                </c:pt>
                <c:pt idx="3107">
                  <c:v>16200</c:v>
                </c:pt>
                <c:pt idx="3108">
                  <c:v>16200</c:v>
                </c:pt>
                <c:pt idx="3109">
                  <c:v>16200</c:v>
                </c:pt>
                <c:pt idx="3110">
                  <c:v>16200</c:v>
                </c:pt>
                <c:pt idx="3111">
                  <c:v>16200</c:v>
                </c:pt>
                <c:pt idx="3112">
                  <c:v>16200</c:v>
                </c:pt>
                <c:pt idx="3113">
                  <c:v>16200</c:v>
                </c:pt>
                <c:pt idx="3114">
                  <c:v>16200</c:v>
                </c:pt>
                <c:pt idx="3115">
                  <c:v>16200</c:v>
                </c:pt>
                <c:pt idx="3116">
                  <c:v>16200</c:v>
                </c:pt>
                <c:pt idx="3117">
                  <c:v>16200</c:v>
                </c:pt>
                <c:pt idx="3118">
                  <c:v>16200</c:v>
                </c:pt>
                <c:pt idx="3119">
                  <c:v>16200</c:v>
                </c:pt>
                <c:pt idx="3120">
                  <c:v>16200</c:v>
                </c:pt>
                <c:pt idx="3121">
                  <c:v>16200</c:v>
                </c:pt>
                <c:pt idx="3122">
                  <c:v>16200</c:v>
                </c:pt>
                <c:pt idx="3123">
                  <c:v>16400</c:v>
                </c:pt>
                <c:pt idx="3124">
                  <c:v>16400</c:v>
                </c:pt>
                <c:pt idx="3125">
                  <c:v>16400</c:v>
                </c:pt>
                <c:pt idx="3126">
                  <c:v>16800</c:v>
                </c:pt>
                <c:pt idx="3127">
                  <c:v>16800</c:v>
                </c:pt>
                <c:pt idx="3128">
                  <c:v>16800</c:v>
                </c:pt>
                <c:pt idx="3129">
                  <c:v>16800</c:v>
                </c:pt>
                <c:pt idx="3130">
                  <c:v>16800</c:v>
                </c:pt>
                <c:pt idx="3131">
                  <c:v>16800</c:v>
                </c:pt>
                <c:pt idx="3132">
                  <c:v>16800</c:v>
                </c:pt>
                <c:pt idx="3133">
                  <c:v>16800</c:v>
                </c:pt>
                <c:pt idx="3134">
                  <c:v>16800</c:v>
                </c:pt>
                <c:pt idx="3135">
                  <c:v>16800</c:v>
                </c:pt>
                <c:pt idx="3136">
                  <c:v>16800</c:v>
                </c:pt>
                <c:pt idx="3137">
                  <c:v>16800</c:v>
                </c:pt>
                <c:pt idx="3138">
                  <c:v>16800</c:v>
                </c:pt>
                <c:pt idx="3139">
                  <c:v>16800</c:v>
                </c:pt>
                <c:pt idx="3140">
                  <c:v>16800</c:v>
                </c:pt>
                <c:pt idx="3141">
                  <c:v>16800</c:v>
                </c:pt>
                <c:pt idx="3142">
                  <c:v>16800</c:v>
                </c:pt>
                <c:pt idx="3143">
                  <c:v>16800</c:v>
                </c:pt>
                <c:pt idx="3144">
                  <c:v>16900</c:v>
                </c:pt>
                <c:pt idx="3145">
                  <c:v>16900</c:v>
                </c:pt>
                <c:pt idx="3146">
                  <c:v>16900</c:v>
                </c:pt>
                <c:pt idx="3147">
                  <c:v>16900</c:v>
                </c:pt>
                <c:pt idx="3148">
                  <c:v>16900</c:v>
                </c:pt>
                <c:pt idx="3149">
                  <c:v>16900</c:v>
                </c:pt>
                <c:pt idx="3150">
                  <c:v>16900</c:v>
                </c:pt>
                <c:pt idx="3151">
                  <c:v>16900</c:v>
                </c:pt>
                <c:pt idx="3152">
                  <c:v>16900</c:v>
                </c:pt>
                <c:pt idx="3153">
                  <c:v>16900</c:v>
                </c:pt>
                <c:pt idx="3154">
                  <c:v>16900</c:v>
                </c:pt>
                <c:pt idx="3155">
                  <c:v>16900</c:v>
                </c:pt>
                <c:pt idx="3156">
                  <c:v>16900</c:v>
                </c:pt>
                <c:pt idx="3157">
                  <c:v>16900</c:v>
                </c:pt>
                <c:pt idx="3158">
                  <c:v>16900</c:v>
                </c:pt>
                <c:pt idx="3159">
                  <c:v>17000</c:v>
                </c:pt>
                <c:pt idx="3160">
                  <c:v>17000</c:v>
                </c:pt>
                <c:pt idx="3161">
                  <c:v>17000</c:v>
                </c:pt>
                <c:pt idx="3162">
                  <c:v>17000</c:v>
                </c:pt>
                <c:pt idx="3163">
                  <c:v>17000</c:v>
                </c:pt>
                <c:pt idx="3164">
                  <c:v>17000</c:v>
                </c:pt>
                <c:pt idx="3165">
                  <c:v>17000</c:v>
                </c:pt>
                <c:pt idx="3166">
                  <c:v>17000</c:v>
                </c:pt>
                <c:pt idx="3167">
                  <c:v>17000</c:v>
                </c:pt>
                <c:pt idx="3168">
                  <c:v>17000</c:v>
                </c:pt>
                <c:pt idx="3169">
                  <c:v>17000</c:v>
                </c:pt>
                <c:pt idx="3170">
                  <c:v>17000</c:v>
                </c:pt>
                <c:pt idx="3171">
                  <c:v>17000</c:v>
                </c:pt>
                <c:pt idx="3172">
                  <c:v>17000</c:v>
                </c:pt>
                <c:pt idx="3173">
                  <c:v>17000</c:v>
                </c:pt>
                <c:pt idx="3174">
                  <c:v>17000</c:v>
                </c:pt>
                <c:pt idx="3175">
                  <c:v>17000</c:v>
                </c:pt>
                <c:pt idx="3176">
                  <c:v>17000</c:v>
                </c:pt>
                <c:pt idx="3177">
                  <c:v>17000</c:v>
                </c:pt>
                <c:pt idx="3178">
                  <c:v>17000</c:v>
                </c:pt>
                <c:pt idx="3179">
                  <c:v>17000</c:v>
                </c:pt>
                <c:pt idx="3180">
                  <c:v>17000</c:v>
                </c:pt>
                <c:pt idx="3181">
                  <c:v>17000</c:v>
                </c:pt>
                <c:pt idx="3182">
                  <c:v>17000</c:v>
                </c:pt>
                <c:pt idx="3183">
                  <c:v>17000</c:v>
                </c:pt>
                <c:pt idx="3184">
                  <c:v>17000</c:v>
                </c:pt>
                <c:pt idx="3185">
                  <c:v>17000</c:v>
                </c:pt>
                <c:pt idx="3186">
                  <c:v>17000</c:v>
                </c:pt>
                <c:pt idx="3187">
                  <c:v>17000</c:v>
                </c:pt>
                <c:pt idx="3188">
                  <c:v>17000</c:v>
                </c:pt>
                <c:pt idx="3189">
                  <c:v>17000</c:v>
                </c:pt>
                <c:pt idx="3190">
                  <c:v>17000</c:v>
                </c:pt>
                <c:pt idx="3191">
                  <c:v>17000</c:v>
                </c:pt>
                <c:pt idx="3192">
                  <c:v>17000</c:v>
                </c:pt>
                <c:pt idx="3193">
                  <c:v>17000</c:v>
                </c:pt>
                <c:pt idx="3194">
                  <c:v>17000</c:v>
                </c:pt>
                <c:pt idx="3195">
                  <c:v>17000</c:v>
                </c:pt>
                <c:pt idx="3196">
                  <c:v>17000</c:v>
                </c:pt>
                <c:pt idx="3197">
                  <c:v>17000</c:v>
                </c:pt>
                <c:pt idx="3198">
                  <c:v>17000</c:v>
                </c:pt>
                <c:pt idx="3199">
                  <c:v>17000</c:v>
                </c:pt>
                <c:pt idx="3200">
                  <c:v>17000</c:v>
                </c:pt>
                <c:pt idx="3201">
                  <c:v>17000</c:v>
                </c:pt>
                <c:pt idx="3202">
                  <c:v>17000</c:v>
                </c:pt>
                <c:pt idx="3203">
                  <c:v>17000</c:v>
                </c:pt>
                <c:pt idx="3204">
                  <c:v>17000</c:v>
                </c:pt>
                <c:pt idx="3205">
                  <c:v>17000</c:v>
                </c:pt>
                <c:pt idx="3206">
                  <c:v>17000</c:v>
                </c:pt>
                <c:pt idx="3207">
                  <c:v>17000</c:v>
                </c:pt>
                <c:pt idx="3208">
                  <c:v>17000</c:v>
                </c:pt>
                <c:pt idx="3209">
                  <c:v>17000</c:v>
                </c:pt>
                <c:pt idx="3210">
                  <c:v>17000</c:v>
                </c:pt>
                <c:pt idx="3211">
                  <c:v>17000</c:v>
                </c:pt>
                <c:pt idx="3212">
                  <c:v>17000</c:v>
                </c:pt>
                <c:pt idx="3213">
                  <c:v>17000</c:v>
                </c:pt>
                <c:pt idx="3214">
                  <c:v>17000</c:v>
                </c:pt>
                <c:pt idx="3215">
                  <c:v>17000</c:v>
                </c:pt>
                <c:pt idx="3216">
                  <c:v>17000</c:v>
                </c:pt>
                <c:pt idx="3217">
                  <c:v>17000</c:v>
                </c:pt>
                <c:pt idx="3218">
                  <c:v>17000</c:v>
                </c:pt>
                <c:pt idx="3219">
                  <c:v>17000</c:v>
                </c:pt>
                <c:pt idx="3220">
                  <c:v>17000</c:v>
                </c:pt>
                <c:pt idx="3221">
                  <c:v>17000</c:v>
                </c:pt>
                <c:pt idx="3222">
                  <c:v>17000</c:v>
                </c:pt>
                <c:pt idx="3223">
                  <c:v>17000</c:v>
                </c:pt>
                <c:pt idx="3224">
                  <c:v>17000</c:v>
                </c:pt>
                <c:pt idx="3225">
                  <c:v>17000</c:v>
                </c:pt>
                <c:pt idx="3226">
                  <c:v>17000</c:v>
                </c:pt>
                <c:pt idx="3227">
                  <c:v>17000</c:v>
                </c:pt>
                <c:pt idx="3228">
                  <c:v>17000</c:v>
                </c:pt>
                <c:pt idx="3229">
                  <c:v>17000</c:v>
                </c:pt>
                <c:pt idx="3230">
                  <c:v>17000</c:v>
                </c:pt>
                <c:pt idx="3231">
                  <c:v>17000</c:v>
                </c:pt>
                <c:pt idx="3232">
                  <c:v>17000</c:v>
                </c:pt>
                <c:pt idx="3233">
                  <c:v>17000</c:v>
                </c:pt>
                <c:pt idx="3234">
                  <c:v>17000</c:v>
                </c:pt>
                <c:pt idx="3235">
                  <c:v>17000</c:v>
                </c:pt>
                <c:pt idx="3236">
                  <c:v>17000</c:v>
                </c:pt>
                <c:pt idx="3237">
                  <c:v>17000</c:v>
                </c:pt>
                <c:pt idx="3238">
                  <c:v>17000</c:v>
                </c:pt>
                <c:pt idx="3239">
                  <c:v>17000</c:v>
                </c:pt>
                <c:pt idx="3240">
                  <c:v>17000</c:v>
                </c:pt>
                <c:pt idx="3241">
                  <c:v>17000</c:v>
                </c:pt>
                <c:pt idx="3242">
                  <c:v>17000</c:v>
                </c:pt>
                <c:pt idx="3243">
                  <c:v>17000</c:v>
                </c:pt>
                <c:pt idx="3244">
                  <c:v>17000</c:v>
                </c:pt>
                <c:pt idx="3245">
                  <c:v>17000</c:v>
                </c:pt>
                <c:pt idx="3246">
                  <c:v>17000</c:v>
                </c:pt>
                <c:pt idx="3247">
                  <c:v>17000</c:v>
                </c:pt>
                <c:pt idx="3248">
                  <c:v>17000</c:v>
                </c:pt>
                <c:pt idx="3249">
                  <c:v>17000</c:v>
                </c:pt>
                <c:pt idx="3250">
                  <c:v>17000</c:v>
                </c:pt>
                <c:pt idx="3251">
                  <c:v>17000</c:v>
                </c:pt>
                <c:pt idx="3252">
                  <c:v>17000</c:v>
                </c:pt>
                <c:pt idx="3253">
                  <c:v>17000</c:v>
                </c:pt>
                <c:pt idx="3254">
                  <c:v>17000</c:v>
                </c:pt>
                <c:pt idx="3255">
                  <c:v>17000</c:v>
                </c:pt>
                <c:pt idx="3256">
                  <c:v>17000</c:v>
                </c:pt>
                <c:pt idx="3257">
                  <c:v>17000</c:v>
                </c:pt>
                <c:pt idx="3258">
                  <c:v>16850</c:v>
                </c:pt>
                <c:pt idx="3259">
                  <c:v>16850</c:v>
                </c:pt>
                <c:pt idx="3260">
                  <c:v>16850</c:v>
                </c:pt>
                <c:pt idx="3261">
                  <c:v>16850</c:v>
                </c:pt>
                <c:pt idx="3262">
                  <c:v>16850</c:v>
                </c:pt>
                <c:pt idx="3263">
                  <c:v>16850</c:v>
                </c:pt>
                <c:pt idx="3264">
                  <c:v>16850</c:v>
                </c:pt>
                <c:pt idx="3265">
                  <c:v>16800</c:v>
                </c:pt>
                <c:pt idx="3266">
                  <c:v>16800</c:v>
                </c:pt>
                <c:pt idx="3267">
                  <c:v>16800</c:v>
                </c:pt>
                <c:pt idx="3268">
                  <c:v>16800</c:v>
                </c:pt>
                <c:pt idx="3269">
                  <c:v>16800</c:v>
                </c:pt>
                <c:pt idx="3270">
                  <c:v>16800</c:v>
                </c:pt>
                <c:pt idx="3271">
                  <c:v>16800</c:v>
                </c:pt>
                <c:pt idx="3272">
                  <c:v>16800</c:v>
                </c:pt>
                <c:pt idx="3273">
                  <c:v>16800</c:v>
                </c:pt>
                <c:pt idx="3274">
                  <c:v>16800</c:v>
                </c:pt>
                <c:pt idx="3275">
                  <c:v>16800</c:v>
                </c:pt>
                <c:pt idx="3276">
                  <c:v>16800</c:v>
                </c:pt>
                <c:pt idx="3277">
                  <c:v>16800</c:v>
                </c:pt>
                <c:pt idx="3278">
                  <c:v>16800</c:v>
                </c:pt>
                <c:pt idx="3279">
                  <c:v>16800</c:v>
                </c:pt>
                <c:pt idx="3280">
                  <c:v>16800</c:v>
                </c:pt>
                <c:pt idx="3281">
                  <c:v>16800</c:v>
                </c:pt>
                <c:pt idx="3282">
                  <c:v>16800</c:v>
                </c:pt>
                <c:pt idx="3283">
                  <c:v>16800</c:v>
                </c:pt>
                <c:pt idx="3284">
                  <c:v>16700</c:v>
                </c:pt>
                <c:pt idx="3285">
                  <c:v>16600</c:v>
                </c:pt>
                <c:pt idx="3286">
                  <c:v>16600</c:v>
                </c:pt>
                <c:pt idx="3287">
                  <c:v>16600</c:v>
                </c:pt>
                <c:pt idx="3288">
                  <c:v>16600</c:v>
                </c:pt>
                <c:pt idx="3289">
                  <c:v>16600</c:v>
                </c:pt>
                <c:pt idx="3290">
                  <c:v>16600</c:v>
                </c:pt>
                <c:pt idx="3291">
                  <c:v>16600</c:v>
                </c:pt>
                <c:pt idx="3292">
                  <c:v>16600</c:v>
                </c:pt>
                <c:pt idx="3293">
                  <c:v>16400</c:v>
                </c:pt>
                <c:pt idx="3294">
                  <c:v>16400</c:v>
                </c:pt>
                <c:pt idx="3295">
                  <c:v>16400</c:v>
                </c:pt>
                <c:pt idx="3296">
                  <c:v>16400</c:v>
                </c:pt>
                <c:pt idx="3297">
                  <c:v>16400</c:v>
                </c:pt>
                <c:pt idx="3298">
                  <c:v>16400</c:v>
                </c:pt>
                <c:pt idx="3299">
                  <c:v>16400</c:v>
                </c:pt>
                <c:pt idx="3300">
                  <c:v>16400</c:v>
                </c:pt>
                <c:pt idx="3301">
                  <c:v>16400</c:v>
                </c:pt>
                <c:pt idx="3302">
                  <c:v>16400</c:v>
                </c:pt>
                <c:pt idx="3303">
                  <c:v>16400</c:v>
                </c:pt>
                <c:pt idx="3304">
                  <c:v>16400</c:v>
                </c:pt>
                <c:pt idx="3305">
                  <c:v>16300</c:v>
                </c:pt>
                <c:pt idx="3306">
                  <c:v>16300</c:v>
                </c:pt>
                <c:pt idx="3307">
                  <c:v>16300</c:v>
                </c:pt>
                <c:pt idx="3308">
                  <c:v>16300</c:v>
                </c:pt>
                <c:pt idx="3309">
                  <c:v>16300</c:v>
                </c:pt>
                <c:pt idx="3310">
                  <c:v>16300</c:v>
                </c:pt>
                <c:pt idx="3311">
                  <c:v>16300</c:v>
                </c:pt>
                <c:pt idx="3312">
                  <c:v>16300</c:v>
                </c:pt>
                <c:pt idx="3313">
                  <c:v>16300</c:v>
                </c:pt>
                <c:pt idx="3314">
                  <c:v>16300</c:v>
                </c:pt>
                <c:pt idx="3315">
                  <c:v>16300</c:v>
                </c:pt>
                <c:pt idx="3316">
                  <c:v>16300</c:v>
                </c:pt>
                <c:pt idx="3317">
                  <c:v>16300</c:v>
                </c:pt>
                <c:pt idx="3318">
                  <c:v>16300</c:v>
                </c:pt>
                <c:pt idx="3319">
                  <c:v>16200</c:v>
                </c:pt>
                <c:pt idx="3320">
                  <c:v>16200</c:v>
                </c:pt>
                <c:pt idx="3321">
                  <c:v>16200</c:v>
                </c:pt>
                <c:pt idx="3322">
                  <c:v>16200</c:v>
                </c:pt>
                <c:pt idx="3323">
                  <c:v>16200</c:v>
                </c:pt>
                <c:pt idx="3324">
                  <c:v>16200</c:v>
                </c:pt>
                <c:pt idx="3325">
                  <c:v>16200</c:v>
                </c:pt>
                <c:pt idx="3326">
                  <c:v>16200</c:v>
                </c:pt>
                <c:pt idx="3327">
                  <c:v>16200</c:v>
                </c:pt>
                <c:pt idx="3328">
                  <c:v>16200</c:v>
                </c:pt>
                <c:pt idx="3329">
                  <c:v>16200</c:v>
                </c:pt>
                <c:pt idx="3330">
                  <c:v>16200</c:v>
                </c:pt>
                <c:pt idx="3331">
                  <c:v>16200</c:v>
                </c:pt>
                <c:pt idx="3332">
                  <c:v>16200</c:v>
                </c:pt>
                <c:pt idx="3333">
                  <c:v>16200</c:v>
                </c:pt>
                <c:pt idx="3334">
                  <c:v>16200</c:v>
                </c:pt>
                <c:pt idx="3335">
                  <c:v>16200</c:v>
                </c:pt>
                <c:pt idx="3336">
                  <c:v>16200</c:v>
                </c:pt>
                <c:pt idx="3337">
                  <c:v>16200</c:v>
                </c:pt>
                <c:pt idx="3338">
                  <c:v>16200</c:v>
                </c:pt>
                <c:pt idx="3339">
                  <c:v>16200</c:v>
                </c:pt>
                <c:pt idx="3340">
                  <c:v>16200</c:v>
                </c:pt>
                <c:pt idx="3341">
                  <c:v>16200</c:v>
                </c:pt>
                <c:pt idx="3342">
                  <c:v>16200</c:v>
                </c:pt>
                <c:pt idx="3343">
                  <c:v>16200</c:v>
                </c:pt>
                <c:pt idx="3344">
                  <c:v>16200</c:v>
                </c:pt>
                <c:pt idx="3345">
                  <c:v>16200</c:v>
                </c:pt>
                <c:pt idx="3346">
                  <c:v>16200</c:v>
                </c:pt>
                <c:pt idx="3347">
                  <c:v>16200</c:v>
                </c:pt>
                <c:pt idx="3348">
                  <c:v>16200</c:v>
                </c:pt>
                <c:pt idx="3349">
                  <c:v>16200</c:v>
                </c:pt>
                <c:pt idx="3350">
                  <c:v>16200</c:v>
                </c:pt>
                <c:pt idx="3351">
                  <c:v>16200</c:v>
                </c:pt>
                <c:pt idx="3352">
                  <c:v>16200</c:v>
                </c:pt>
                <c:pt idx="3353">
                  <c:v>16200</c:v>
                </c:pt>
                <c:pt idx="3354">
                  <c:v>16200</c:v>
                </c:pt>
                <c:pt idx="3355">
                  <c:v>16200</c:v>
                </c:pt>
                <c:pt idx="3356">
                  <c:v>16200</c:v>
                </c:pt>
                <c:pt idx="3357">
                  <c:v>16200</c:v>
                </c:pt>
                <c:pt idx="3358">
                  <c:v>16200</c:v>
                </c:pt>
                <c:pt idx="3359">
                  <c:v>16200</c:v>
                </c:pt>
                <c:pt idx="3360">
                  <c:v>16200</c:v>
                </c:pt>
                <c:pt idx="3361">
                  <c:v>16200</c:v>
                </c:pt>
                <c:pt idx="3362">
                  <c:v>16200</c:v>
                </c:pt>
                <c:pt idx="3363">
                  <c:v>16200</c:v>
                </c:pt>
                <c:pt idx="3364">
                  <c:v>16200</c:v>
                </c:pt>
                <c:pt idx="3365">
                  <c:v>16200</c:v>
                </c:pt>
                <c:pt idx="3366">
                  <c:v>16200</c:v>
                </c:pt>
                <c:pt idx="3367">
                  <c:v>16200</c:v>
                </c:pt>
                <c:pt idx="3368">
                  <c:v>16200</c:v>
                </c:pt>
                <c:pt idx="3369">
                  <c:v>16200</c:v>
                </c:pt>
                <c:pt idx="3370">
                  <c:v>16000</c:v>
                </c:pt>
                <c:pt idx="3371">
                  <c:v>16000</c:v>
                </c:pt>
                <c:pt idx="3372">
                  <c:v>16000</c:v>
                </c:pt>
                <c:pt idx="3373">
                  <c:v>16000</c:v>
                </c:pt>
                <c:pt idx="3374">
                  <c:v>16000</c:v>
                </c:pt>
                <c:pt idx="3375">
                  <c:v>16000</c:v>
                </c:pt>
                <c:pt idx="3376">
                  <c:v>16000</c:v>
                </c:pt>
                <c:pt idx="3377">
                  <c:v>16000</c:v>
                </c:pt>
                <c:pt idx="3378">
                  <c:v>15900</c:v>
                </c:pt>
                <c:pt idx="3379">
                  <c:v>15900</c:v>
                </c:pt>
                <c:pt idx="3380">
                  <c:v>15900</c:v>
                </c:pt>
                <c:pt idx="3381">
                  <c:v>15900</c:v>
                </c:pt>
                <c:pt idx="3382">
                  <c:v>15900</c:v>
                </c:pt>
                <c:pt idx="3383">
                  <c:v>15900</c:v>
                </c:pt>
                <c:pt idx="3384">
                  <c:v>15800</c:v>
                </c:pt>
                <c:pt idx="3385">
                  <c:v>15800</c:v>
                </c:pt>
                <c:pt idx="3386">
                  <c:v>15600</c:v>
                </c:pt>
                <c:pt idx="3387">
                  <c:v>15600</c:v>
                </c:pt>
                <c:pt idx="3388">
                  <c:v>15600</c:v>
                </c:pt>
                <c:pt idx="3389">
                  <c:v>15600</c:v>
                </c:pt>
                <c:pt idx="3390">
                  <c:v>15600</c:v>
                </c:pt>
                <c:pt idx="3391">
                  <c:v>15600</c:v>
                </c:pt>
                <c:pt idx="3392">
                  <c:v>15600</c:v>
                </c:pt>
                <c:pt idx="3393">
                  <c:v>15600</c:v>
                </c:pt>
                <c:pt idx="3394">
                  <c:v>15600</c:v>
                </c:pt>
                <c:pt idx="3395">
                  <c:v>15600</c:v>
                </c:pt>
                <c:pt idx="3396">
                  <c:v>15600</c:v>
                </c:pt>
                <c:pt idx="3397">
                  <c:v>15600</c:v>
                </c:pt>
                <c:pt idx="3398">
                  <c:v>15600</c:v>
                </c:pt>
                <c:pt idx="3399">
                  <c:v>15600</c:v>
                </c:pt>
                <c:pt idx="3400">
                  <c:v>15600</c:v>
                </c:pt>
                <c:pt idx="3401">
                  <c:v>15600</c:v>
                </c:pt>
                <c:pt idx="3402">
                  <c:v>15600</c:v>
                </c:pt>
                <c:pt idx="3403">
                  <c:v>15650</c:v>
                </c:pt>
                <c:pt idx="3404">
                  <c:v>15650</c:v>
                </c:pt>
                <c:pt idx="3405">
                  <c:v>15650</c:v>
                </c:pt>
                <c:pt idx="3406">
                  <c:v>15650</c:v>
                </c:pt>
                <c:pt idx="3407">
                  <c:v>15650</c:v>
                </c:pt>
                <c:pt idx="3408">
                  <c:v>15650</c:v>
                </c:pt>
                <c:pt idx="3409">
                  <c:v>15650</c:v>
                </c:pt>
                <c:pt idx="3410">
                  <c:v>15650</c:v>
                </c:pt>
                <c:pt idx="3411">
                  <c:v>15500</c:v>
                </c:pt>
                <c:pt idx="3412">
                  <c:v>15500</c:v>
                </c:pt>
                <c:pt idx="3413">
                  <c:v>15500</c:v>
                </c:pt>
                <c:pt idx="3414">
                  <c:v>15500</c:v>
                </c:pt>
                <c:pt idx="3415">
                  <c:v>15500</c:v>
                </c:pt>
                <c:pt idx="3416">
                  <c:v>15500</c:v>
                </c:pt>
                <c:pt idx="3417">
                  <c:v>15500</c:v>
                </c:pt>
                <c:pt idx="3418">
                  <c:v>15500</c:v>
                </c:pt>
                <c:pt idx="3419">
                  <c:v>15500</c:v>
                </c:pt>
                <c:pt idx="3420">
                  <c:v>15500</c:v>
                </c:pt>
                <c:pt idx="3421">
                  <c:v>15500</c:v>
                </c:pt>
                <c:pt idx="3422">
                  <c:v>15500</c:v>
                </c:pt>
                <c:pt idx="3423">
                  <c:v>15500</c:v>
                </c:pt>
                <c:pt idx="3424">
                  <c:v>15500</c:v>
                </c:pt>
                <c:pt idx="3425">
                  <c:v>15400</c:v>
                </c:pt>
                <c:pt idx="3426">
                  <c:v>15400</c:v>
                </c:pt>
                <c:pt idx="3427">
                  <c:v>15400</c:v>
                </c:pt>
                <c:pt idx="3428">
                  <c:v>15400</c:v>
                </c:pt>
                <c:pt idx="3429">
                  <c:v>15400</c:v>
                </c:pt>
                <c:pt idx="3430">
                  <c:v>15400</c:v>
                </c:pt>
                <c:pt idx="3431">
                  <c:v>15400</c:v>
                </c:pt>
                <c:pt idx="3432">
                  <c:v>15400</c:v>
                </c:pt>
                <c:pt idx="3433">
                  <c:v>15400</c:v>
                </c:pt>
                <c:pt idx="3434">
                  <c:v>15400</c:v>
                </c:pt>
                <c:pt idx="3435">
                  <c:v>15400</c:v>
                </c:pt>
                <c:pt idx="3436">
                  <c:v>15400</c:v>
                </c:pt>
                <c:pt idx="3437">
                  <c:v>15400</c:v>
                </c:pt>
                <c:pt idx="3438">
                  <c:v>15400</c:v>
                </c:pt>
                <c:pt idx="3439">
                  <c:v>15400</c:v>
                </c:pt>
                <c:pt idx="3440">
                  <c:v>15400</c:v>
                </c:pt>
                <c:pt idx="3441">
                  <c:v>15400</c:v>
                </c:pt>
                <c:pt idx="3442">
                  <c:v>15400</c:v>
                </c:pt>
                <c:pt idx="3443">
                  <c:v>15400</c:v>
                </c:pt>
                <c:pt idx="3444">
                  <c:v>15400</c:v>
                </c:pt>
                <c:pt idx="3445">
                  <c:v>15400</c:v>
                </c:pt>
                <c:pt idx="3446">
                  <c:v>15400</c:v>
                </c:pt>
                <c:pt idx="3447">
                  <c:v>15400</c:v>
                </c:pt>
                <c:pt idx="3448">
                  <c:v>15400</c:v>
                </c:pt>
                <c:pt idx="3449">
                  <c:v>15400</c:v>
                </c:pt>
                <c:pt idx="3450">
                  <c:v>15400</c:v>
                </c:pt>
                <c:pt idx="3451">
                  <c:v>15400</c:v>
                </c:pt>
                <c:pt idx="3452">
                  <c:v>15400</c:v>
                </c:pt>
                <c:pt idx="3453">
                  <c:v>15200</c:v>
                </c:pt>
                <c:pt idx="3454">
                  <c:v>15200</c:v>
                </c:pt>
                <c:pt idx="3455">
                  <c:v>15200</c:v>
                </c:pt>
                <c:pt idx="3456">
                  <c:v>15200</c:v>
                </c:pt>
                <c:pt idx="3457">
                  <c:v>15200</c:v>
                </c:pt>
                <c:pt idx="3458">
                  <c:v>15200</c:v>
                </c:pt>
                <c:pt idx="3459">
                  <c:v>15200</c:v>
                </c:pt>
                <c:pt idx="3460">
                  <c:v>15200</c:v>
                </c:pt>
                <c:pt idx="3461">
                  <c:v>15200</c:v>
                </c:pt>
                <c:pt idx="3462">
                  <c:v>15200</c:v>
                </c:pt>
                <c:pt idx="3463">
                  <c:v>15200</c:v>
                </c:pt>
                <c:pt idx="3464">
                  <c:v>15200</c:v>
                </c:pt>
                <c:pt idx="3465">
                  <c:v>15200</c:v>
                </c:pt>
                <c:pt idx="3466">
                  <c:v>15200</c:v>
                </c:pt>
                <c:pt idx="3467">
                  <c:v>15200</c:v>
                </c:pt>
                <c:pt idx="3468">
                  <c:v>15200</c:v>
                </c:pt>
                <c:pt idx="3469">
                  <c:v>15200</c:v>
                </c:pt>
                <c:pt idx="3470">
                  <c:v>15200</c:v>
                </c:pt>
                <c:pt idx="3471">
                  <c:v>15200</c:v>
                </c:pt>
                <c:pt idx="3472">
                  <c:v>15200</c:v>
                </c:pt>
                <c:pt idx="3473">
                  <c:v>15000</c:v>
                </c:pt>
                <c:pt idx="3474">
                  <c:v>15000</c:v>
                </c:pt>
                <c:pt idx="3475">
                  <c:v>15000</c:v>
                </c:pt>
                <c:pt idx="3476">
                  <c:v>15000</c:v>
                </c:pt>
                <c:pt idx="3477">
                  <c:v>15000</c:v>
                </c:pt>
                <c:pt idx="3478">
                  <c:v>15000</c:v>
                </c:pt>
                <c:pt idx="3479">
                  <c:v>15000</c:v>
                </c:pt>
                <c:pt idx="3480">
                  <c:v>15000</c:v>
                </c:pt>
                <c:pt idx="3481">
                  <c:v>15000</c:v>
                </c:pt>
                <c:pt idx="3482">
                  <c:v>15000</c:v>
                </c:pt>
                <c:pt idx="3483">
                  <c:v>15000</c:v>
                </c:pt>
                <c:pt idx="3484">
                  <c:v>15000</c:v>
                </c:pt>
                <c:pt idx="3485">
                  <c:v>15000</c:v>
                </c:pt>
                <c:pt idx="3486">
                  <c:v>15000</c:v>
                </c:pt>
                <c:pt idx="3487">
                  <c:v>15000</c:v>
                </c:pt>
                <c:pt idx="3488">
                  <c:v>15000</c:v>
                </c:pt>
                <c:pt idx="3489">
                  <c:v>14800</c:v>
                </c:pt>
                <c:pt idx="3490">
                  <c:v>14800</c:v>
                </c:pt>
                <c:pt idx="3491">
                  <c:v>14800</c:v>
                </c:pt>
                <c:pt idx="3492">
                  <c:v>14800</c:v>
                </c:pt>
                <c:pt idx="3493">
                  <c:v>14800</c:v>
                </c:pt>
                <c:pt idx="3494">
                  <c:v>14800</c:v>
                </c:pt>
                <c:pt idx="3495">
                  <c:v>14800</c:v>
                </c:pt>
                <c:pt idx="3496">
                  <c:v>14600</c:v>
                </c:pt>
                <c:pt idx="3497">
                  <c:v>14600</c:v>
                </c:pt>
                <c:pt idx="3498">
                  <c:v>14600</c:v>
                </c:pt>
                <c:pt idx="3499">
                  <c:v>14600</c:v>
                </c:pt>
                <c:pt idx="3500">
                  <c:v>14600</c:v>
                </c:pt>
                <c:pt idx="3501">
                  <c:v>14600</c:v>
                </c:pt>
                <c:pt idx="3502">
                  <c:v>14600</c:v>
                </c:pt>
                <c:pt idx="3503">
                  <c:v>14600</c:v>
                </c:pt>
                <c:pt idx="3504">
                  <c:v>14500</c:v>
                </c:pt>
                <c:pt idx="3505">
                  <c:v>14500</c:v>
                </c:pt>
                <c:pt idx="3506">
                  <c:v>14500</c:v>
                </c:pt>
                <c:pt idx="3507">
                  <c:v>14500</c:v>
                </c:pt>
                <c:pt idx="3508">
                  <c:v>14500</c:v>
                </c:pt>
                <c:pt idx="3509">
                  <c:v>14500</c:v>
                </c:pt>
                <c:pt idx="3510">
                  <c:v>14300</c:v>
                </c:pt>
                <c:pt idx="3511">
                  <c:v>14100</c:v>
                </c:pt>
                <c:pt idx="3512">
                  <c:v>14100</c:v>
                </c:pt>
                <c:pt idx="3513">
                  <c:v>14100</c:v>
                </c:pt>
                <c:pt idx="3514">
                  <c:v>14100</c:v>
                </c:pt>
                <c:pt idx="3515">
                  <c:v>14100</c:v>
                </c:pt>
                <c:pt idx="3516">
                  <c:v>14100</c:v>
                </c:pt>
                <c:pt idx="3517">
                  <c:v>14100</c:v>
                </c:pt>
                <c:pt idx="3518">
                  <c:v>14100</c:v>
                </c:pt>
                <c:pt idx="3519">
                  <c:v>14100</c:v>
                </c:pt>
                <c:pt idx="3520">
                  <c:v>14100</c:v>
                </c:pt>
                <c:pt idx="3521">
                  <c:v>14100</c:v>
                </c:pt>
                <c:pt idx="3522">
                  <c:v>14100</c:v>
                </c:pt>
                <c:pt idx="3523">
                  <c:v>14100</c:v>
                </c:pt>
                <c:pt idx="3524">
                  <c:v>14100</c:v>
                </c:pt>
                <c:pt idx="3525">
                  <c:v>14100</c:v>
                </c:pt>
                <c:pt idx="3526">
                  <c:v>14100</c:v>
                </c:pt>
                <c:pt idx="3527">
                  <c:v>14100</c:v>
                </c:pt>
                <c:pt idx="3528">
                  <c:v>14100</c:v>
                </c:pt>
                <c:pt idx="3529">
                  <c:v>14100</c:v>
                </c:pt>
                <c:pt idx="3530">
                  <c:v>14100</c:v>
                </c:pt>
                <c:pt idx="3531">
                  <c:v>14100</c:v>
                </c:pt>
                <c:pt idx="3532">
                  <c:v>14100</c:v>
                </c:pt>
                <c:pt idx="3533">
                  <c:v>14100</c:v>
                </c:pt>
                <c:pt idx="3534">
                  <c:v>14100</c:v>
                </c:pt>
                <c:pt idx="3535">
                  <c:v>14100</c:v>
                </c:pt>
                <c:pt idx="3536">
                  <c:v>14100</c:v>
                </c:pt>
                <c:pt idx="3537">
                  <c:v>14100</c:v>
                </c:pt>
                <c:pt idx="3538">
                  <c:v>14100</c:v>
                </c:pt>
                <c:pt idx="3539">
                  <c:v>14100</c:v>
                </c:pt>
                <c:pt idx="3540">
                  <c:v>14100</c:v>
                </c:pt>
                <c:pt idx="3541">
                  <c:v>14100</c:v>
                </c:pt>
                <c:pt idx="3542">
                  <c:v>14100</c:v>
                </c:pt>
                <c:pt idx="3543">
                  <c:v>14100</c:v>
                </c:pt>
                <c:pt idx="3544">
                  <c:v>14100</c:v>
                </c:pt>
                <c:pt idx="3545">
                  <c:v>14100</c:v>
                </c:pt>
                <c:pt idx="3546">
                  <c:v>14300</c:v>
                </c:pt>
                <c:pt idx="3547">
                  <c:v>14300</c:v>
                </c:pt>
                <c:pt idx="3548">
                  <c:v>14300</c:v>
                </c:pt>
                <c:pt idx="3549">
                  <c:v>14300</c:v>
                </c:pt>
                <c:pt idx="3550">
                  <c:v>14300</c:v>
                </c:pt>
                <c:pt idx="3551">
                  <c:v>14300</c:v>
                </c:pt>
                <c:pt idx="3552">
                  <c:v>14500</c:v>
                </c:pt>
                <c:pt idx="3553">
                  <c:v>14500</c:v>
                </c:pt>
                <c:pt idx="3554">
                  <c:v>14500</c:v>
                </c:pt>
                <c:pt idx="3555">
                  <c:v>14500</c:v>
                </c:pt>
                <c:pt idx="3556">
                  <c:v>14500</c:v>
                </c:pt>
                <c:pt idx="3557">
                  <c:v>14500</c:v>
                </c:pt>
                <c:pt idx="3558">
                  <c:v>14500</c:v>
                </c:pt>
                <c:pt idx="3559">
                  <c:v>14500</c:v>
                </c:pt>
                <c:pt idx="3560">
                  <c:v>14500</c:v>
                </c:pt>
                <c:pt idx="3561">
                  <c:v>14500</c:v>
                </c:pt>
                <c:pt idx="3562">
                  <c:v>14500</c:v>
                </c:pt>
                <c:pt idx="3563">
                  <c:v>14500</c:v>
                </c:pt>
                <c:pt idx="3564">
                  <c:v>14500</c:v>
                </c:pt>
                <c:pt idx="3565">
                  <c:v>14500</c:v>
                </c:pt>
                <c:pt idx="3566">
                  <c:v>14500</c:v>
                </c:pt>
                <c:pt idx="3567">
                  <c:v>14500</c:v>
                </c:pt>
                <c:pt idx="3568">
                  <c:v>14500</c:v>
                </c:pt>
                <c:pt idx="3569">
                  <c:v>14500</c:v>
                </c:pt>
                <c:pt idx="3570">
                  <c:v>14500</c:v>
                </c:pt>
                <c:pt idx="3571">
                  <c:v>14500</c:v>
                </c:pt>
                <c:pt idx="3572">
                  <c:v>14500</c:v>
                </c:pt>
                <c:pt idx="3573">
                  <c:v>14500</c:v>
                </c:pt>
                <c:pt idx="3574">
                  <c:v>15000</c:v>
                </c:pt>
                <c:pt idx="3575">
                  <c:v>15000</c:v>
                </c:pt>
                <c:pt idx="3576">
                  <c:v>15000</c:v>
                </c:pt>
                <c:pt idx="3577">
                  <c:v>15000</c:v>
                </c:pt>
                <c:pt idx="3578">
                  <c:v>15000</c:v>
                </c:pt>
                <c:pt idx="3579">
                  <c:v>15000</c:v>
                </c:pt>
                <c:pt idx="3580">
                  <c:v>15000</c:v>
                </c:pt>
                <c:pt idx="3581">
                  <c:v>14800</c:v>
                </c:pt>
                <c:pt idx="3582">
                  <c:v>14800</c:v>
                </c:pt>
                <c:pt idx="3583">
                  <c:v>14800</c:v>
                </c:pt>
                <c:pt idx="3584">
                  <c:v>14800</c:v>
                </c:pt>
                <c:pt idx="3585">
                  <c:v>14800</c:v>
                </c:pt>
                <c:pt idx="3586">
                  <c:v>14800</c:v>
                </c:pt>
                <c:pt idx="3587">
                  <c:v>14800</c:v>
                </c:pt>
                <c:pt idx="3588">
                  <c:v>14800</c:v>
                </c:pt>
                <c:pt idx="3589">
                  <c:v>14800</c:v>
                </c:pt>
                <c:pt idx="3590">
                  <c:v>14800</c:v>
                </c:pt>
                <c:pt idx="3591">
                  <c:v>14800</c:v>
                </c:pt>
                <c:pt idx="3592">
                  <c:v>14800</c:v>
                </c:pt>
                <c:pt idx="3593">
                  <c:v>14800</c:v>
                </c:pt>
                <c:pt idx="3594">
                  <c:v>14800</c:v>
                </c:pt>
                <c:pt idx="3595">
                  <c:v>14800</c:v>
                </c:pt>
                <c:pt idx="3596">
                  <c:v>14800</c:v>
                </c:pt>
                <c:pt idx="3597">
                  <c:v>14800</c:v>
                </c:pt>
                <c:pt idx="3598">
                  <c:v>14800</c:v>
                </c:pt>
                <c:pt idx="3599">
                  <c:v>14800</c:v>
                </c:pt>
                <c:pt idx="3600">
                  <c:v>14800</c:v>
                </c:pt>
                <c:pt idx="3601">
                  <c:v>14800</c:v>
                </c:pt>
                <c:pt idx="3602">
                  <c:v>15100</c:v>
                </c:pt>
                <c:pt idx="3603">
                  <c:v>15100</c:v>
                </c:pt>
                <c:pt idx="3604">
                  <c:v>15100</c:v>
                </c:pt>
                <c:pt idx="3605">
                  <c:v>15100</c:v>
                </c:pt>
                <c:pt idx="3606">
                  <c:v>15100</c:v>
                </c:pt>
                <c:pt idx="3607">
                  <c:v>15100</c:v>
                </c:pt>
                <c:pt idx="3608">
                  <c:v>15100</c:v>
                </c:pt>
                <c:pt idx="3609">
                  <c:v>14800</c:v>
                </c:pt>
                <c:pt idx="3610">
                  <c:v>14800</c:v>
                </c:pt>
                <c:pt idx="3611">
                  <c:v>14800</c:v>
                </c:pt>
                <c:pt idx="3612">
                  <c:v>14800</c:v>
                </c:pt>
                <c:pt idx="3613">
                  <c:v>14800</c:v>
                </c:pt>
                <c:pt idx="3614">
                  <c:v>14800</c:v>
                </c:pt>
                <c:pt idx="3615">
                  <c:v>14800</c:v>
                </c:pt>
                <c:pt idx="3616">
                  <c:v>14500</c:v>
                </c:pt>
                <c:pt idx="3617">
                  <c:v>14500</c:v>
                </c:pt>
                <c:pt idx="3618">
                  <c:v>14500</c:v>
                </c:pt>
                <c:pt idx="3619">
                  <c:v>14500</c:v>
                </c:pt>
                <c:pt idx="3620">
                  <c:v>14500</c:v>
                </c:pt>
                <c:pt idx="3621">
                  <c:v>14500</c:v>
                </c:pt>
                <c:pt idx="3622">
                  <c:v>14500</c:v>
                </c:pt>
                <c:pt idx="3623">
                  <c:v>14500</c:v>
                </c:pt>
                <c:pt idx="3624">
                  <c:v>14500</c:v>
                </c:pt>
                <c:pt idx="3625">
                  <c:v>14500</c:v>
                </c:pt>
                <c:pt idx="3626">
                  <c:v>14500</c:v>
                </c:pt>
                <c:pt idx="3627">
                  <c:v>14500</c:v>
                </c:pt>
                <c:pt idx="3628">
                  <c:v>14500</c:v>
                </c:pt>
                <c:pt idx="3629">
                  <c:v>14500</c:v>
                </c:pt>
                <c:pt idx="3630">
                  <c:v>14500</c:v>
                </c:pt>
                <c:pt idx="3631">
                  <c:v>14300</c:v>
                </c:pt>
                <c:pt idx="3632">
                  <c:v>14300</c:v>
                </c:pt>
                <c:pt idx="3633">
                  <c:v>14300</c:v>
                </c:pt>
                <c:pt idx="3634">
                  <c:v>14300</c:v>
                </c:pt>
                <c:pt idx="3635">
                  <c:v>14300</c:v>
                </c:pt>
                <c:pt idx="3636">
                  <c:v>14300</c:v>
                </c:pt>
                <c:pt idx="3637">
                  <c:v>14300</c:v>
                </c:pt>
                <c:pt idx="3638">
                  <c:v>14300</c:v>
                </c:pt>
                <c:pt idx="3639">
                  <c:v>14300</c:v>
                </c:pt>
                <c:pt idx="3640">
                  <c:v>14300</c:v>
                </c:pt>
                <c:pt idx="3641">
                  <c:v>14300</c:v>
                </c:pt>
                <c:pt idx="3642">
                  <c:v>14300</c:v>
                </c:pt>
                <c:pt idx="3643">
                  <c:v>14300</c:v>
                </c:pt>
                <c:pt idx="3644">
                  <c:v>14300</c:v>
                </c:pt>
                <c:pt idx="3645">
                  <c:v>14300</c:v>
                </c:pt>
                <c:pt idx="3646">
                  <c:v>14300</c:v>
                </c:pt>
                <c:pt idx="3647">
                  <c:v>14300</c:v>
                </c:pt>
                <c:pt idx="3648">
                  <c:v>14300</c:v>
                </c:pt>
                <c:pt idx="3649">
                  <c:v>14300</c:v>
                </c:pt>
                <c:pt idx="3650">
                  <c:v>14100</c:v>
                </c:pt>
                <c:pt idx="3651">
                  <c:v>14100</c:v>
                </c:pt>
                <c:pt idx="3652">
                  <c:v>14100</c:v>
                </c:pt>
                <c:pt idx="3653">
                  <c:v>14100</c:v>
                </c:pt>
                <c:pt idx="3654">
                  <c:v>14100</c:v>
                </c:pt>
                <c:pt idx="3655">
                  <c:v>14100</c:v>
                </c:pt>
                <c:pt idx="3656">
                  <c:v>14100</c:v>
                </c:pt>
                <c:pt idx="3657">
                  <c:v>14100</c:v>
                </c:pt>
                <c:pt idx="3658">
                  <c:v>14100</c:v>
                </c:pt>
                <c:pt idx="3659">
                  <c:v>14100</c:v>
                </c:pt>
                <c:pt idx="3660">
                  <c:v>14100</c:v>
                </c:pt>
                <c:pt idx="3661">
                  <c:v>14100</c:v>
                </c:pt>
                <c:pt idx="3662">
                  <c:v>14100</c:v>
                </c:pt>
                <c:pt idx="3663">
                  <c:v>14100</c:v>
                </c:pt>
                <c:pt idx="3664">
                  <c:v>13800</c:v>
                </c:pt>
                <c:pt idx="3665">
                  <c:v>13800</c:v>
                </c:pt>
                <c:pt idx="3666">
                  <c:v>13800</c:v>
                </c:pt>
                <c:pt idx="3667">
                  <c:v>13800</c:v>
                </c:pt>
                <c:pt idx="3668">
                  <c:v>13800</c:v>
                </c:pt>
                <c:pt idx="3669">
                  <c:v>13800</c:v>
                </c:pt>
                <c:pt idx="3670">
                  <c:v>13800</c:v>
                </c:pt>
                <c:pt idx="3671">
                  <c:v>13800</c:v>
                </c:pt>
                <c:pt idx="3672">
                  <c:v>13800</c:v>
                </c:pt>
                <c:pt idx="3673">
                  <c:v>13800</c:v>
                </c:pt>
                <c:pt idx="3674">
                  <c:v>13800</c:v>
                </c:pt>
                <c:pt idx="3675">
                  <c:v>13800</c:v>
                </c:pt>
                <c:pt idx="3676">
                  <c:v>13800</c:v>
                </c:pt>
                <c:pt idx="3677">
                  <c:v>13800</c:v>
                </c:pt>
                <c:pt idx="3678">
                  <c:v>13800</c:v>
                </c:pt>
                <c:pt idx="3679">
                  <c:v>13800</c:v>
                </c:pt>
                <c:pt idx="3680">
                  <c:v>13800</c:v>
                </c:pt>
                <c:pt idx="3681">
                  <c:v>13800</c:v>
                </c:pt>
                <c:pt idx="3682">
                  <c:v>13800</c:v>
                </c:pt>
                <c:pt idx="3683">
                  <c:v>13500</c:v>
                </c:pt>
                <c:pt idx="3684">
                  <c:v>13500</c:v>
                </c:pt>
                <c:pt idx="3685">
                  <c:v>13500</c:v>
                </c:pt>
                <c:pt idx="3686">
                  <c:v>13500</c:v>
                </c:pt>
                <c:pt idx="3687">
                  <c:v>13500</c:v>
                </c:pt>
                <c:pt idx="3688">
                  <c:v>13500</c:v>
                </c:pt>
                <c:pt idx="3689">
                  <c:v>13500</c:v>
                </c:pt>
                <c:pt idx="3690">
                  <c:v>13500</c:v>
                </c:pt>
                <c:pt idx="3691">
                  <c:v>13500</c:v>
                </c:pt>
                <c:pt idx="3692">
                  <c:v>13500</c:v>
                </c:pt>
                <c:pt idx="3693">
                  <c:v>13500</c:v>
                </c:pt>
                <c:pt idx="3694">
                  <c:v>13500</c:v>
                </c:pt>
                <c:pt idx="3695">
                  <c:v>13500</c:v>
                </c:pt>
                <c:pt idx="3696">
                  <c:v>13500</c:v>
                </c:pt>
                <c:pt idx="3697">
                  <c:v>13500</c:v>
                </c:pt>
                <c:pt idx="3698">
                  <c:v>13500</c:v>
                </c:pt>
                <c:pt idx="3699">
                  <c:v>13500</c:v>
                </c:pt>
                <c:pt idx="3700">
                  <c:v>13500</c:v>
                </c:pt>
                <c:pt idx="3701">
                  <c:v>13500</c:v>
                </c:pt>
                <c:pt idx="3702">
                  <c:v>13500</c:v>
                </c:pt>
                <c:pt idx="3703">
                  <c:v>13500</c:v>
                </c:pt>
                <c:pt idx="3704">
                  <c:v>13500</c:v>
                </c:pt>
                <c:pt idx="3705">
                  <c:v>13500</c:v>
                </c:pt>
                <c:pt idx="3706">
                  <c:v>13500</c:v>
                </c:pt>
                <c:pt idx="3707">
                  <c:v>13500</c:v>
                </c:pt>
                <c:pt idx="3708">
                  <c:v>13500</c:v>
                </c:pt>
                <c:pt idx="3709">
                  <c:v>13500</c:v>
                </c:pt>
                <c:pt idx="3710">
                  <c:v>13500</c:v>
                </c:pt>
                <c:pt idx="3711">
                  <c:v>13500</c:v>
                </c:pt>
                <c:pt idx="3712">
                  <c:v>13500</c:v>
                </c:pt>
                <c:pt idx="3713">
                  <c:v>13800</c:v>
                </c:pt>
                <c:pt idx="3714">
                  <c:v>13800</c:v>
                </c:pt>
                <c:pt idx="3715">
                  <c:v>13800</c:v>
                </c:pt>
                <c:pt idx="3716">
                  <c:v>13800</c:v>
                </c:pt>
                <c:pt idx="3717">
                  <c:v>13800</c:v>
                </c:pt>
                <c:pt idx="3718">
                  <c:v>13800</c:v>
                </c:pt>
                <c:pt idx="3719">
                  <c:v>13800</c:v>
                </c:pt>
                <c:pt idx="3720">
                  <c:v>13800</c:v>
                </c:pt>
                <c:pt idx="3721">
                  <c:v>13800</c:v>
                </c:pt>
                <c:pt idx="3722">
                  <c:v>13800</c:v>
                </c:pt>
                <c:pt idx="3723">
                  <c:v>13800</c:v>
                </c:pt>
                <c:pt idx="3724">
                  <c:v>13800</c:v>
                </c:pt>
                <c:pt idx="3725">
                  <c:v>13800</c:v>
                </c:pt>
                <c:pt idx="3726">
                  <c:v>13800</c:v>
                </c:pt>
                <c:pt idx="3727">
                  <c:v>13800</c:v>
                </c:pt>
                <c:pt idx="3728">
                  <c:v>13800</c:v>
                </c:pt>
                <c:pt idx="3729">
                  <c:v>13800</c:v>
                </c:pt>
                <c:pt idx="3730">
                  <c:v>13800</c:v>
                </c:pt>
                <c:pt idx="3731">
                  <c:v>13800</c:v>
                </c:pt>
                <c:pt idx="3732">
                  <c:v>13800</c:v>
                </c:pt>
                <c:pt idx="3733">
                  <c:v>13800</c:v>
                </c:pt>
                <c:pt idx="3734">
                  <c:v>13800</c:v>
                </c:pt>
                <c:pt idx="3735">
                  <c:v>13800</c:v>
                </c:pt>
                <c:pt idx="3736">
                  <c:v>13800</c:v>
                </c:pt>
                <c:pt idx="3737">
                  <c:v>13800</c:v>
                </c:pt>
                <c:pt idx="3738">
                  <c:v>13800</c:v>
                </c:pt>
                <c:pt idx="3739">
                  <c:v>13800</c:v>
                </c:pt>
                <c:pt idx="3740">
                  <c:v>13800</c:v>
                </c:pt>
                <c:pt idx="3741">
                  <c:v>13800</c:v>
                </c:pt>
                <c:pt idx="3742">
                  <c:v>13800</c:v>
                </c:pt>
                <c:pt idx="3743">
                  <c:v>13800</c:v>
                </c:pt>
                <c:pt idx="3744">
                  <c:v>13800</c:v>
                </c:pt>
                <c:pt idx="3745">
                  <c:v>13800</c:v>
                </c:pt>
                <c:pt idx="3746">
                  <c:v>13800</c:v>
                </c:pt>
                <c:pt idx="3747">
                  <c:v>13800</c:v>
                </c:pt>
                <c:pt idx="3748">
                  <c:v>13800</c:v>
                </c:pt>
                <c:pt idx="3749">
                  <c:v>13800</c:v>
                </c:pt>
                <c:pt idx="3750">
                  <c:v>13900</c:v>
                </c:pt>
                <c:pt idx="3751">
                  <c:v>13900</c:v>
                </c:pt>
                <c:pt idx="3752">
                  <c:v>13900</c:v>
                </c:pt>
                <c:pt idx="3753">
                  <c:v>13900</c:v>
                </c:pt>
                <c:pt idx="3754">
                  <c:v>13900</c:v>
                </c:pt>
                <c:pt idx="3755">
                  <c:v>13900</c:v>
                </c:pt>
                <c:pt idx="3756">
                  <c:v>13900</c:v>
                </c:pt>
                <c:pt idx="3757">
                  <c:v>13900</c:v>
                </c:pt>
                <c:pt idx="3758">
                  <c:v>13900</c:v>
                </c:pt>
                <c:pt idx="3759">
                  <c:v>13900</c:v>
                </c:pt>
                <c:pt idx="3760">
                  <c:v>13900</c:v>
                </c:pt>
                <c:pt idx="3761">
                  <c:v>13900</c:v>
                </c:pt>
                <c:pt idx="3762">
                  <c:v>13900</c:v>
                </c:pt>
                <c:pt idx="3763">
                  <c:v>13700</c:v>
                </c:pt>
                <c:pt idx="3764">
                  <c:v>13700</c:v>
                </c:pt>
                <c:pt idx="3765">
                  <c:v>13700</c:v>
                </c:pt>
                <c:pt idx="3766">
                  <c:v>13700</c:v>
                </c:pt>
                <c:pt idx="3767">
                  <c:v>13700</c:v>
                </c:pt>
                <c:pt idx="3768">
                  <c:v>13700</c:v>
                </c:pt>
                <c:pt idx="3769">
                  <c:v>13700</c:v>
                </c:pt>
                <c:pt idx="3770">
                  <c:v>13700</c:v>
                </c:pt>
                <c:pt idx="3771">
                  <c:v>13700</c:v>
                </c:pt>
                <c:pt idx="3772">
                  <c:v>13700</c:v>
                </c:pt>
                <c:pt idx="3773">
                  <c:v>13700</c:v>
                </c:pt>
                <c:pt idx="3774">
                  <c:v>13700</c:v>
                </c:pt>
                <c:pt idx="3775">
                  <c:v>13700</c:v>
                </c:pt>
                <c:pt idx="3776">
                  <c:v>13700</c:v>
                </c:pt>
                <c:pt idx="3777">
                  <c:v>13600</c:v>
                </c:pt>
                <c:pt idx="3778">
                  <c:v>13600</c:v>
                </c:pt>
                <c:pt idx="3779">
                  <c:v>13600</c:v>
                </c:pt>
                <c:pt idx="3780">
                  <c:v>13600</c:v>
                </c:pt>
                <c:pt idx="3781">
                  <c:v>13600</c:v>
                </c:pt>
                <c:pt idx="3782">
                  <c:v>13600</c:v>
                </c:pt>
                <c:pt idx="3783">
                  <c:v>13600</c:v>
                </c:pt>
                <c:pt idx="3784">
                  <c:v>13600</c:v>
                </c:pt>
                <c:pt idx="3785">
                  <c:v>13600</c:v>
                </c:pt>
                <c:pt idx="3786">
                  <c:v>13600</c:v>
                </c:pt>
                <c:pt idx="3787">
                  <c:v>13600</c:v>
                </c:pt>
                <c:pt idx="3788">
                  <c:v>13600</c:v>
                </c:pt>
                <c:pt idx="3789">
                  <c:v>13600</c:v>
                </c:pt>
                <c:pt idx="3790">
                  <c:v>13600</c:v>
                </c:pt>
                <c:pt idx="3791">
                  <c:v>13600</c:v>
                </c:pt>
                <c:pt idx="3792">
                  <c:v>13600</c:v>
                </c:pt>
                <c:pt idx="3793">
                  <c:v>13600</c:v>
                </c:pt>
                <c:pt idx="3794">
                  <c:v>13600</c:v>
                </c:pt>
                <c:pt idx="3795">
                  <c:v>13600</c:v>
                </c:pt>
                <c:pt idx="3796">
                  <c:v>13600</c:v>
                </c:pt>
                <c:pt idx="3797">
                  <c:v>13600</c:v>
                </c:pt>
                <c:pt idx="3798">
                  <c:v>13600</c:v>
                </c:pt>
                <c:pt idx="3799">
                  <c:v>13600</c:v>
                </c:pt>
                <c:pt idx="3800">
                  <c:v>13600</c:v>
                </c:pt>
                <c:pt idx="3801">
                  <c:v>13600</c:v>
                </c:pt>
                <c:pt idx="3802">
                  <c:v>13600</c:v>
                </c:pt>
                <c:pt idx="3803">
                  <c:v>13600</c:v>
                </c:pt>
                <c:pt idx="3804">
                  <c:v>13600</c:v>
                </c:pt>
                <c:pt idx="3805">
                  <c:v>13300</c:v>
                </c:pt>
                <c:pt idx="3806">
                  <c:v>13300</c:v>
                </c:pt>
                <c:pt idx="3807">
                  <c:v>13300</c:v>
                </c:pt>
                <c:pt idx="3808">
                  <c:v>13300</c:v>
                </c:pt>
                <c:pt idx="3809">
                  <c:v>13000</c:v>
                </c:pt>
                <c:pt idx="3810">
                  <c:v>13000</c:v>
                </c:pt>
                <c:pt idx="3811">
                  <c:v>13000</c:v>
                </c:pt>
                <c:pt idx="3812">
                  <c:v>13000</c:v>
                </c:pt>
                <c:pt idx="3813">
                  <c:v>13000</c:v>
                </c:pt>
                <c:pt idx="3814">
                  <c:v>13000</c:v>
                </c:pt>
                <c:pt idx="3815">
                  <c:v>13000</c:v>
                </c:pt>
                <c:pt idx="3816">
                  <c:v>13000</c:v>
                </c:pt>
                <c:pt idx="3817">
                  <c:v>13000</c:v>
                </c:pt>
                <c:pt idx="3818">
                  <c:v>13000</c:v>
                </c:pt>
                <c:pt idx="3819">
                  <c:v>13000</c:v>
                </c:pt>
                <c:pt idx="3820">
                  <c:v>13000</c:v>
                </c:pt>
                <c:pt idx="3821">
                  <c:v>13000</c:v>
                </c:pt>
                <c:pt idx="3822">
                  <c:v>13000</c:v>
                </c:pt>
                <c:pt idx="3823">
                  <c:v>13000</c:v>
                </c:pt>
                <c:pt idx="3824">
                  <c:v>13000</c:v>
                </c:pt>
                <c:pt idx="3825">
                  <c:v>13000</c:v>
                </c:pt>
                <c:pt idx="3826">
                  <c:v>13000</c:v>
                </c:pt>
                <c:pt idx="3827">
                  <c:v>13000</c:v>
                </c:pt>
                <c:pt idx="3828">
                  <c:v>13000</c:v>
                </c:pt>
                <c:pt idx="3829">
                  <c:v>13000</c:v>
                </c:pt>
                <c:pt idx="3830">
                  <c:v>13000</c:v>
                </c:pt>
                <c:pt idx="3831">
                  <c:v>13000</c:v>
                </c:pt>
                <c:pt idx="3832">
                  <c:v>12800</c:v>
                </c:pt>
                <c:pt idx="3833">
                  <c:v>12800</c:v>
                </c:pt>
                <c:pt idx="3834">
                  <c:v>12800</c:v>
                </c:pt>
                <c:pt idx="3835">
                  <c:v>12800</c:v>
                </c:pt>
                <c:pt idx="3836">
                  <c:v>12800</c:v>
                </c:pt>
                <c:pt idx="3837">
                  <c:v>12600</c:v>
                </c:pt>
                <c:pt idx="3838">
                  <c:v>12600</c:v>
                </c:pt>
                <c:pt idx="3839">
                  <c:v>12600</c:v>
                </c:pt>
                <c:pt idx="3840">
                  <c:v>12600</c:v>
                </c:pt>
                <c:pt idx="3841">
                  <c:v>12600</c:v>
                </c:pt>
                <c:pt idx="3842">
                  <c:v>12600</c:v>
                </c:pt>
                <c:pt idx="3843">
                  <c:v>12600</c:v>
                </c:pt>
                <c:pt idx="3844">
                  <c:v>12500</c:v>
                </c:pt>
                <c:pt idx="3845">
                  <c:v>12500</c:v>
                </c:pt>
                <c:pt idx="3846">
                  <c:v>12500</c:v>
                </c:pt>
                <c:pt idx="3847">
                  <c:v>12500</c:v>
                </c:pt>
                <c:pt idx="3848">
                  <c:v>12500</c:v>
                </c:pt>
                <c:pt idx="3849">
                  <c:v>12500</c:v>
                </c:pt>
                <c:pt idx="3850">
                  <c:v>12500</c:v>
                </c:pt>
                <c:pt idx="3851">
                  <c:v>12500</c:v>
                </c:pt>
                <c:pt idx="3852">
                  <c:v>12500</c:v>
                </c:pt>
                <c:pt idx="3853">
                  <c:v>12500</c:v>
                </c:pt>
                <c:pt idx="3854">
                  <c:v>12500</c:v>
                </c:pt>
                <c:pt idx="3855">
                  <c:v>12500</c:v>
                </c:pt>
                <c:pt idx="3856">
                  <c:v>12500</c:v>
                </c:pt>
                <c:pt idx="3857">
                  <c:v>12500</c:v>
                </c:pt>
                <c:pt idx="3858">
                  <c:v>12500</c:v>
                </c:pt>
                <c:pt idx="3859">
                  <c:v>12500</c:v>
                </c:pt>
                <c:pt idx="3860">
                  <c:v>12700</c:v>
                </c:pt>
                <c:pt idx="3861">
                  <c:v>13600</c:v>
                </c:pt>
                <c:pt idx="3862">
                  <c:v>13600</c:v>
                </c:pt>
                <c:pt idx="3863">
                  <c:v>13600</c:v>
                </c:pt>
                <c:pt idx="3864">
                  <c:v>13600</c:v>
                </c:pt>
                <c:pt idx="3865">
                  <c:v>13600</c:v>
                </c:pt>
                <c:pt idx="3866">
                  <c:v>13600</c:v>
                </c:pt>
                <c:pt idx="3867">
                  <c:v>13600</c:v>
                </c:pt>
                <c:pt idx="3868">
                  <c:v>13600</c:v>
                </c:pt>
                <c:pt idx="3869">
                  <c:v>13600</c:v>
                </c:pt>
                <c:pt idx="3870">
                  <c:v>13600</c:v>
                </c:pt>
                <c:pt idx="3871">
                  <c:v>13600</c:v>
                </c:pt>
                <c:pt idx="3872">
                  <c:v>13600</c:v>
                </c:pt>
                <c:pt idx="3873">
                  <c:v>13600</c:v>
                </c:pt>
                <c:pt idx="3874">
                  <c:v>13600</c:v>
                </c:pt>
                <c:pt idx="3875">
                  <c:v>13600</c:v>
                </c:pt>
                <c:pt idx="3876">
                  <c:v>13600</c:v>
                </c:pt>
                <c:pt idx="3877">
                  <c:v>13600</c:v>
                </c:pt>
                <c:pt idx="3878">
                  <c:v>13600</c:v>
                </c:pt>
                <c:pt idx="3879">
                  <c:v>13600</c:v>
                </c:pt>
                <c:pt idx="3880">
                  <c:v>13800</c:v>
                </c:pt>
                <c:pt idx="3881">
                  <c:v>13800</c:v>
                </c:pt>
                <c:pt idx="3882">
                  <c:v>13800</c:v>
                </c:pt>
                <c:pt idx="3883">
                  <c:v>13800</c:v>
                </c:pt>
                <c:pt idx="3884">
                  <c:v>13800</c:v>
                </c:pt>
                <c:pt idx="3885">
                  <c:v>13800</c:v>
                </c:pt>
                <c:pt idx="3886">
                  <c:v>13800</c:v>
                </c:pt>
                <c:pt idx="3887">
                  <c:v>13800</c:v>
                </c:pt>
                <c:pt idx="3888">
                  <c:v>13800</c:v>
                </c:pt>
                <c:pt idx="3889">
                  <c:v>14500</c:v>
                </c:pt>
                <c:pt idx="3890">
                  <c:v>14500</c:v>
                </c:pt>
                <c:pt idx="3891">
                  <c:v>14500</c:v>
                </c:pt>
                <c:pt idx="3892">
                  <c:v>14500</c:v>
                </c:pt>
                <c:pt idx="3893">
                  <c:v>14500</c:v>
                </c:pt>
                <c:pt idx="3894">
                  <c:v>14500</c:v>
                </c:pt>
                <c:pt idx="3895">
                  <c:v>14500</c:v>
                </c:pt>
                <c:pt idx="3896">
                  <c:v>14500</c:v>
                </c:pt>
                <c:pt idx="3897">
                  <c:v>14500</c:v>
                </c:pt>
                <c:pt idx="3898">
                  <c:v>14500</c:v>
                </c:pt>
                <c:pt idx="3899">
                  <c:v>14500</c:v>
                </c:pt>
                <c:pt idx="3900">
                  <c:v>14500</c:v>
                </c:pt>
                <c:pt idx="3901">
                  <c:v>14500</c:v>
                </c:pt>
                <c:pt idx="3902">
                  <c:v>14500</c:v>
                </c:pt>
                <c:pt idx="3903">
                  <c:v>14500</c:v>
                </c:pt>
                <c:pt idx="3904">
                  <c:v>14500</c:v>
                </c:pt>
                <c:pt idx="3905">
                  <c:v>14500</c:v>
                </c:pt>
                <c:pt idx="3906">
                  <c:v>14500</c:v>
                </c:pt>
                <c:pt idx="3907">
                  <c:v>14500</c:v>
                </c:pt>
                <c:pt idx="3908">
                  <c:v>14500</c:v>
                </c:pt>
                <c:pt idx="3909">
                  <c:v>14500</c:v>
                </c:pt>
                <c:pt idx="3910">
                  <c:v>14500</c:v>
                </c:pt>
                <c:pt idx="3911">
                  <c:v>14500</c:v>
                </c:pt>
                <c:pt idx="3912">
                  <c:v>14500</c:v>
                </c:pt>
                <c:pt idx="3913">
                  <c:v>14500</c:v>
                </c:pt>
                <c:pt idx="3914">
                  <c:v>14500</c:v>
                </c:pt>
                <c:pt idx="3915">
                  <c:v>14500</c:v>
                </c:pt>
                <c:pt idx="3916">
                  <c:v>14700</c:v>
                </c:pt>
                <c:pt idx="3917">
                  <c:v>14700</c:v>
                </c:pt>
                <c:pt idx="3918">
                  <c:v>14700</c:v>
                </c:pt>
                <c:pt idx="3919">
                  <c:v>14700</c:v>
                </c:pt>
                <c:pt idx="3920">
                  <c:v>14700</c:v>
                </c:pt>
                <c:pt idx="3921">
                  <c:v>14700</c:v>
                </c:pt>
                <c:pt idx="3922">
                  <c:v>14700</c:v>
                </c:pt>
                <c:pt idx="3923">
                  <c:v>14700</c:v>
                </c:pt>
                <c:pt idx="3924">
                  <c:v>14700</c:v>
                </c:pt>
                <c:pt idx="3925">
                  <c:v>14700</c:v>
                </c:pt>
                <c:pt idx="3926">
                  <c:v>14700</c:v>
                </c:pt>
                <c:pt idx="3927">
                  <c:v>14700</c:v>
                </c:pt>
                <c:pt idx="3928">
                  <c:v>14700</c:v>
                </c:pt>
                <c:pt idx="3929">
                  <c:v>14700</c:v>
                </c:pt>
                <c:pt idx="3930">
                  <c:v>14700</c:v>
                </c:pt>
                <c:pt idx="3931">
                  <c:v>14700</c:v>
                </c:pt>
                <c:pt idx="3932">
                  <c:v>14700</c:v>
                </c:pt>
                <c:pt idx="3933">
                  <c:v>14700</c:v>
                </c:pt>
                <c:pt idx="3934">
                  <c:v>14700</c:v>
                </c:pt>
                <c:pt idx="3935">
                  <c:v>14700</c:v>
                </c:pt>
                <c:pt idx="3936">
                  <c:v>14700</c:v>
                </c:pt>
                <c:pt idx="3937">
                  <c:v>14700</c:v>
                </c:pt>
                <c:pt idx="3938">
                  <c:v>14800</c:v>
                </c:pt>
                <c:pt idx="3939">
                  <c:v>14800</c:v>
                </c:pt>
                <c:pt idx="3940">
                  <c:v>14800</c:v>
                </c:pt>
                <c:pt idx="3941">
                  <c:v>14800</c:v>
                </c:pt>
                <c:pt idx="3942">
                  <c:v>14800</c:v>
                </c:pt>
                <c:pt idx="3943">
                  <c:v>14800</c:v>
                </c:pt>
                <c:pt idx="3944">
                  <c:v>14800</c:v>
                </c:pt>
                <c:pt idx="3945">
                  <c:v>14800</c:v>
                </c:pt>
                <c:pt idx="3946">
                  <c:v>14800</c:v>
                </c:pt>
                <c:pt idx="3947">
                  <c:v>14800</c:v>
                </c:pt>
                <c:pt idx="3948">
                  <c:v>14800</c:v>
                </c:pt>
                <c:pt idx="3949">
                  <c:v>14800</c:v>
                </c:pt>
                <c:pt idx="3950">
                  <c:v>14800</c:v>
                </c:pt>
                <c:pt idx="3951">
                  <c:v>14800</c:v>
                </c:pt>
                <c:pt idx="3952">
                  <c:v>15000</c:v>
                </c:pt>
                <c:pt idx="3953">
                  <c:v>15000</c:v>
                </c:pt>
                <c:pt idx="3954">
                  <c:v>15000</c:v>
                </c:pt>
                <c:pt idx="3955">
                  <c:v>15000</c:v>
                </c:pt>
                <c:pt idx="3956">
                  <c:v>15000</c:v>
                </c:pt>
                <c:pt idx="3957">
                  <c:v>15000</c:v>
                </c:pt>
                <c:pt idx="3958">
                  <c:v>15000</c:v>
                </c:pt>
                <c:pt idx="3959">
                  <c:v>15000</c:v>
                </c:pt>
                <c:pt idx="3960">
                  <c:v>15000</c:v>
                </c:pt>
                <c:pt idx="3961">
                  <c:v>15000</c:v>
                </c:pt>
                <c:pt idx="3962">
                  <c:v>15000</c:v>
                </c:pt>
                <c:pt idx="3963">
                  <c:v>15000</c:v>
                </c:pt>
                <c:pt idx="3964">
                  <c:v>15000</c:v>
                </c:pt>
                <c:pt idx="3965">
                  <c:v>15000</c:v>
                </c:pt>
                <c:pt idx="3966">
                  <c:v>15000</c:v>
                </c:pt>
                <c:pt idx="3967">
                  <c:v>15000</c:v>
                </c:pt>
                <c:pt idx="3968">
                  <c:v>15000</c:v>
                </c:pt>
                <c:pt idx="3969">
                  <c:v>15000</c:v>
                </c:pt>
                <c:pt idx="3970">
                  <c:v>15700</c:v>
                </c:pt>
                <c:pt idx="3971">
                  <c:v>16000</c:v>
                </c:pt>
                <c:pt idx="3972">
                  <c:v>16000</c:v>
                </c:pt>
                <c:pt idx="3973">
                  <c:v>16000</c:v>
                </c:pt>
                <c:pt idx="3974">
                  <c:v>16000</c:v>
                </c:pt>
                <c:pt idx="3975">
                  <c:v>16000</c:v>
                </c:pt>
                <c:pt idx="3976">
                  <c:v>16000</c:v>
                </c:pt>
                <c:pt idx="3977">
                  <c:v>16000</c:v>
                </c:pt>
                <c:pt idx="3978">
                  <c:v>16800</c:v>
                </c:pt>
                <c:pt idx="3979">
                  <c:v>16800</c:v>
                </c:pt>
                <c:pt idx="3980">
                  <c:v>16800</c:v>
                </c:pt>
                <c:pt idx="3981">
                  <c:v>16800</c:v>
                </c:pt>
                <c:pt idx="3982">
                  <c:v>16800</c:v>
                </c:pt>
                <c:pt idx="3983">
                  <c:v>16800</c:v>
                </c:pt>
                <c:pt idx="3984">
                  <c:v>17000</c:v>
                </c:pt>
                <c:pt idx="3985">
                  <c:v>17000</c:v>
                </c:pt>
                <c:pt idx="3986">
                  <c:v>17000</c:v>
                </c:pt>
                <c:pt idx="3987">
                  <c:v>17000</c:v>
                </c:pt>
                <c:pt idx="3988">
                  <c:v>17000</c:v>
                </c:pt>
                <c:pt idx="3989">
                  <c:v>17000</c:v>
                </c:pt>
                <c:pt idx="3990">
                  <c:v>17000</c:v>
                </c:pt>
                <c:pt idx="3991">
                  <c:v>17000</c:v>
                </c:pt>
                <c:pt idx="3992">
                  <c:v>17000</c:v>
                </c:pt>
                <c:pt idx="3993">
                  <c:v>17500</c:v>
                </c:pt>
                <c:pt idx="3994">
                  <c:v>17500</c:v>
                </c:pt>
                <c:pt idx="3995">
                  <c:v>17500</c:v>
                </c:pt>
                <c:pt idx="3996">
                  <c:v>17500</c:v>
                </c:pt>
                <c:pt idx="3997">
                  <c:v>17500</c:v>
                </c:pt>
                <c:pt idx="3998">
                  <c:v>17500</c:v>
                </c:pt>
                <c:pt idx="3999">
                  <c:v>17500</c:v>
                </c:pt>
                <c:pt idx="4000">
                  <c:v>18000</c:v>
                </c:pt>
                <c:pt idx="4001">
                  <c:v>18000</c:v>
                </c:pt>
                <c:pt idx="4002">
                  <c:v>18000</c:v>
                </c:pt>
                <c:pt idx="4003">
                  <c:v>18000</c:v>
                </c:pt>
                <c:pt idx="4004">
                  <c:v>18000</c:v>
                </c:pt>
                <c:pt idx="4005">
                  <c:v>18000</c:v>
                </c:pt>
                <c:pt idx="4006">
                  <c:v>18000</c:v>
                </c:pt>
                <c:pt idx="4007">
                  <c:v>18000</c:v>
                </c:pt>
                <c:pt idx="4008">
                  <c:v>18000</c:v>
                </c:pt>
                <c:pt idx="4009">
                  <c:v>18000</c:v>
                </c:pt>
                <c:pt idx="4010">
                  <c:v>18000</c:v>
                </c:pt>
                <c:pt idx="4011">
                  <c:v>18000</c:v>
                </c:pt>
                <c:pt idx="4012">
                  <c:v>18000</c:v>
                </c:pt>
                <c:pt idx="4013">
                  <c:v>18000</c:v>
                </c:pt>
                <c:pt idx="4014">
                  <c:v>18000</c:v>
                </c:pt>
                <c:pt idx="4015">
                  <c:v>18000</c:v>
                </c:pt>
                <c:pt idx="4016">
                  <c:v>18000</c:v>
                </c:pt>
                <c:pt idx="4017">
                  <c:v>18000</c:v>
                </c:pt>
                <c:pt idx="4018">
                  <c:v>18000</c:v>
                </c:pt>
                <c:pt idx="4019">
                  <c:v>18000</c:v>
                </c:pt>
                <c:pt idx="4020">
                  <c:v>18000</c:v>
                </c:pt>
                <c:pt idx="4021">
                  <c:v>18000</c:v>
                </c:pt>
                <c:pt idx="4022">
                  <c:v>18200</c:v>
                </c:pt>
                <c:pt idx="4023">
                  <c:v>18200</c:v>
                </c:pt>
                <c:pt idx="4024">
                  <c:v>18200</c:v>
                </c:pt>
                <c:pt idx="4025">
                  <c:v>18200</c:v>
                </c:pt>
                <c:pt idx="4026">
                  <c:v>18200</c:v>
                </c:pt>
                <c:pt idx="4027">
                  <c:v>18500</c:v>
                </c:pt>
                <c:pt idx="4028">
                  <c:v>18500</c:v>
                </c:pt>
                <c:pt idx="4029">
                  <c:v>18500</c:v>
                </c:pt>
                <c:pt idx="4030">
                  <c:v>18500</c:v>
                </c:pt>
                <c:pt idx="4031">
                  <c:v>18500</c:v>
                </c:pt>
                <c:pt idx="4032">
                  <c:v>18500</c:v>
                </c:pt>
                <c:pt idx="4033">
                  <c:v>18500</c:v>
                </c:pt>
                <c:pt idx="4034">
                  <c:v>18500</c:v>
                </c:pt>
                <c:pt idx="4035">
                  <c:v>18500</c:v>
                </c:pt>
                <c:pt idx="4036">
                  <c:v>18500</c:v>
                </c:pt>
                <c:pt idx="4037">
                  <c:v>18500</c:v>
                </c:pt>
                <c:pt idx="4038">
                  <c:v>18500</c:v>
                </c:pt>
                <c:pt idx="4039">
                  <c:v>18500</c:v>
                </c:pt>
                <c:pt idx="4040">
                  <c:v>18500</c:v>
                </c:pt>
                <c:pt idx="4041">
                  <c:v>18500</c:v>
                </c:pt>
                <c:pt idx="4042">
                  <c:v>18500</c:v>
                </c:pt>
                <c:pt idx="4043">
                  <c:v>18500</c:v>
                </c:pt>
                <c:pt idx="4044">
                  <c:v>18500</c:v>
                </c:pt>
                <c:pt idx="4045">
                  <c:v>18500</c:v>
                </c:pt>
                <c:pt idx="4046">
                  <c:v>18500</c:v>
                </c:pt>
                <c:pt idx="4047">
                  <c:v>18500</c:v>
                </c:pt>
                <c:pt idx="4048">
                  <c:v>18500</c:v>
                </c:pt>
                <c:pt idx="4049">
                  <c:v>18500</c:v>
                </c:pt>
                <c:pt idx="4050">
                  <c:v>18500</c:v>
                </c:pt>
                <c:pt idx="4051">
                  <c:v>18500</c:v>
                </c:pt>
                <c:pt idx="4052">
                  <c:v>18500</c:v>
                </c:pt>
                <c:pt idx="4053">
                  <c:v>18500</c:v>
                </c:pt>
                <c:pt idx="4054">
                  <c:v>18500</c:v>
                </c:pt>
                <c:pt idx="4055">
                  <c:v>18500</c:v>
                </c:pt>
                <c:pt idx="4056">
                  <c:v>18500</c:v>
                </c:pt>
                <c:pt idx="4057">
                  <c:v>18500</c:v>
                </c:pt>
                <c:pt idx="4058">
                  <c:v>19500</c:v>
                </c:pt>
                <c:pt idx="4059">
                  <c:v>19500</c:v>
                </c:pt>
                <c:pt idx="4060">
                  <c:v>19500</c:v>
                </c:pt>
                <c:pt idx="4061">
                  <c:v>19500</c:v>
                </c:pt>
                <c:pt idx="4062">
                  <c:v>19500</c:v>
                </c:pt>
                <c:pt idx="4063">
                  <c:v>19500</c:v>
                </c:pt>
                <c:pt idx="4064">
                  <c:v>19500</c:v>
                </c:pt>
                <c:pt idx="4065">
                  <c:v>19500</c:v>
                </c:pt>
                <c:pt idx="4066">
                  <c:v>19500</c:v>
                </c:pt>
                <c:pt idx="4067">
                  <c:v>19500</c:v>
                </c:pt>
                <c:pt idx="4068">
                  <c:v>19500</c:v>
                </c:pt>
                <c:pt idx="4069">
                  <c:v>19500</c:v>
                </c:pt>
                <c:pt idx="4070">
                  <c:v>19500</c:v>
                </c:pt>
                <c:pt idx="4071">
                  <c:v>19800</c:v>
                </c:pt>
                <c:pt idx="4072">
                  <c:v>19800</c:v>
                </c:pt>
                <c:pt idx="4073">
                  <c:v>19800</c:v>
                </c:pt>
                <c:pt idx="4074">
                  <c:v>19800</c:v>
                </c:pt>
                <c:pt idx="4075">
                  <c:v>19800</c:v>
                </c:pt>
                <c:pt idx="4076">
                  <c:v>19800</c:v>
                </c:pt>
                <c:pt idx="4077">
                  <c:v>20000</c:v>
                </c:pt>
                <c:pt idx="4078">
                  <c:v>20000</c:v>
                </c:pt>
                <c:pt idx="4079">
                  <c:v>20000</c:v>
                </c:pt>
                <c:pt idx="4080">
                  <c:v>20000</c:v>
                </c:pt>
                <c:pt idx="4081">
                  <c:v>20000</c:v>
                </c:pt>
                <c:pt idx="4082">
                  <c:v>20000</c:v>
                </c:pt>
                <c:pt idx="4083">
                  <c:v>21000</c:v>
                </c:pt>
                <c:pt idx="4084">
                  <c:v>21000</c:v>
                </c:pt>
                <c:pt idx="4085">
                  <c:v>21000</c:v>
                </c:pt>
                <c:pt idx="4086">
                  <c:v>21000</c:v>
                </c:pt>
                <c:pt idx="4087">
                  <c:v>21000</c:v>
                </c:pt>
                <c:pt idx="4088">
                  <c:v>21000</c:v>
                </c:pt>
                <c:pt idx="4089">
                  <c:v>21000</c:v>
                </c:pt>
                <c:pt idx="4090">
                  <c:v>21000</c:v>
                </c:pt>
                <c:pt idx="4091">
                  <c:v>21000</c:v>
                </c:pt>
                <c:pt idx="4092">
                  <c:v>21000</c:v>
                </c:pt>
                <c:pt idx="4093">
                  <c:v>21000</c:v>
                </c:pt>
                <c:pt idx="4094">
                  <c:v>21000</c:v>
                </c:pt>
                <c:pt idx="4095">
                  <c:v>21000</c:v>
                </c:pt>
                <c:pt idx="4096">
                  <c:v>21500</c:v>
                </c:pt>
                <c:pt idx="4097">
                  <c:v>21500</c:v>
                </c:pt>
                <c:pt idx="4098">
                  <c:v>21500</c:v>
                </c:pt>
                <c:pt idx="4099">
                  <c:v>21500</c:v>
                </c:pt>
                <c:pt idx="4100">
                  <c:v>21500</c:v>
                </c:pt>
                <c:pt idx="4101">
                  <c:v>21500</c:v>
                </c:pt>
                <c:pt idx="4102">
                  <c:v>21500</c:v>
                </c:pt>
                <c:pt idx="4103">
                  <c:v>21500</c:v>
                </c:pt>
                <c:pt idx="4104">
                  <c:v>21500</c:v>
                </c:pt>
                <c:pt idx="4105">
                  <c:v>21500</c:v>
                </c:pt>
                <c:pt idx="4106">
                  <c:v>21500</c:v>
                </c:pt>
                <c:pt idx="4107">
                  <c:v>21500</c:v>
                </c:pt>
                <c:pt idx="4108">
                  <c:v>21500</c:v>
                </c:pt>
                <c:pt idx="4109">
                  <c:v>21500</c:v>
                </c:pt>
                <c:pt idx="4110">
                  <c:v>21500</c:v>
                </c:pt>
                <c:pt idx="4111">
                  <c:v>21500</c:v>
                </c:pt>
                <c:pt idx="4112">
                  <c:v>21500</c:v>
                </c:pt>
                <c:pt idx="4113">
                  <c:v>21500</c:v>
                </c:pt>
                <c:pt idx="4114">
                  <c:v>21500</c:v>
                </c:pt>
                <c:pt idx="4115">
                  <c:v>21500</c:v>
                </c:pt>
                <c:pt idx="4116">
                  <c:v>21500</c:v>
                </c:pt>
                <c:pt idx="4117">
                  <c:v>21500</c:v>
                </c:pt>
                <c:pt idx="4118">
                  <c:v>21500</c:v>
                </c:pt>
                <c:pt idx="4119">
                  <c:v>21500</c:v>
                </c:pt>
                <c:pt idx="4120">
                  <c:v>21500</c:v>
                </c:pt>
                <c:pt idx="4121">
                  <c:v>21500</c:v>
                </c:pt>
                <c:pt idx="4122">
                  <c:v>21500</c:v>
                </c:pt>
                <c:pt idx="4123">
                  <c:v>21500</c:v>
                </c:pt>
                <c:pt idx="4124">
                  <c:v>21500</c:v>
                </c:pt>
                <c:pt idx="4125">
                  <c:v>21500</c:v>
                </c:pt>
                <c:pt idx="4126">
                  <c:v>21500</c:v>
                </c:pt>
                <c:pt idx="4127">
                  <c:v>21500</c:v>
                </c:pt>
                <c:pt idx="4128">
                  <c:v>21500</c:v>
                </c:pt>
                <c:pt idx="4129">
                  <c:v>21500</c:v>
                </c:pt>
                <c:pt idx="4130">
                  <c:v>21500</c:v>
                </c:pt>
                <c:pt idx="4131">
                  <c:v>21500</c:v>
                </c:pt>
                <c:pt idx="4132">
                  <c:v>21500</c:v>
                </c:pt>
                <c:pt idx="4133">
                  <c:v>21300</c:v>
                </c:pt>
                <c:pt idx="4134">
                  <c:v>21300</c:v>
                </c:pt>
                <c:pt idx="4135">
                  <c:v>21300</c:v>
                </c:pt>
                <c:pt idx="4136">
                  <c:v>21300</c:v>
                </c:pt>
                <c:pt idx="4137">
                  <c:v>21300</c:v>
                </c:pt>
                <c:pt idx="4138">
                  <c:v>21300</c:v>
                </c:pt>
                <c:pt idx="4139">
                  <c:v>21300</c:v>
                </c:pt>
                <c:pt idx="4140">
                  <c:v>21300</c:v>
                </c:pt>
                <c:pt idx="4141">
                  <c:v>21300</c:v>
                </c:pt>
                <c:pt idx="4142">
                  <c:v>21300</c:v>
                </c:pt>
                <c:pt idx="4143">
                  <c:v>21300</c:v>
                </c:pt>
                <c:pt idx="4144">
                  <c:v>21300</c:v>
                </c:pt>
                <c:pt idx="4145">
                  <c:v>21300</c:v>
                </c:pt>
                <c:pt idx="4146">
                  <c:v>21300</c:v>
                </c:pt>
                <c:pt idx="4147">
                  <c:v>21300</c:v>
                </c:pt>
                <c:pt idx="4148">
                  <c:v>21300</c:v>
                </c:pt>
                <c:pt idx="4149">
                  <c:v>21300</c:v>
                </c:pt>
                <c:pt idx="4150">
                  <c:v>21300</c:v>
                </c:pt>
                <c:pt idx="4151">
                  <c:v>21300</c:v>
                </c:pt>
                <c:pt idx="4152">
                  <c:v>21300</c:v>
                </c:pt>
                <c:pt idx="4153">
                  <c:v>21300</c:v>
                </c:pt>
                <c:pt idx="4154">
                  <c:v>21300</c:v>
                </c:pt>
                <c:pt idx="4155">
                  <c:v>21300</c:v>
                </c:pt>
                <c:pt idx="4156">
                  <c:v>21300</c:v>
                </c:pt>
                <c:pt idx="4157">
                  <c:v>21300</c:v>
                </c:pt>
                <c:pt idx="4158">
                  <c:v>21300</c:v>
                </c:pt>
                <c:pt idx="4159">
                  <c:v>21300</c:v>
                </c:pt>
                <c:pt idx="4160">
                  <c:v>21300</c:v>
                </c:pt>
                <c:pt idx="4161">
                  <c:v>21300</c:v>
                </c:pt>
                <c:pt idx="4162">
                  <c:v>21300</c:v>
                </c:pt>
                <c:pt idx="4163">
                  <c:v>21300</c:v>
                </c:pt>
                <c:pt idx="4164">
                  <c:v>21300</c:v>
                </c:pt>
                <c:pt idx="4165">
                  <c:v>21300</c:v>
                </c:pt>
                <c:pt idx="4166">
                  <c:v>21300</c:v>
                </c:pt>
                <c:pt idx="4167">
                  <c:v>21300</c:v>
                </c:pt>
                <c:pt idx="4168">
                  <c:v>21300</c:v>
                </c:pt>
                <c:pt idx="4169">
                  <c:v>21300</c:v>
                </c:pt>
                <c:pt idx="4170">
                  <c:v>21300</c:v>
                </c:pt>
                <c:pt idx="4171">
                  <c:v>21300</c:v>
                </c:pt>
                <c:pt idx="4172">
                  <c:v>21300</c:v>
                </c:pt>
                <c:pt idx="4173">
                  <c:v>21200</c:v>
                </c:pt>
                <c:pt idx="4174">
                  <c:v>21200</c:v>
                </c:pt>
                <c:pt idx="4175">
                  <c:v>21200</c:v>
                </c:pt>
                <c:pt idx="4176">
                  <c:v>21200</c:v>
                </c:pt>
                <c:pt idx="4177">
                  <c:v>21200</c:v>
                </c:pt>
                <c:pt idx="4178">
                  <c:v>21200</c:v>
                </c:pt>
                <c:pt idx="4179">
                  <c:v>21200</c:v>
                </c:pt>
                <c:pt idx="4180">
                  <c:v>20900</c:v>
                </c:pt>
                <c:pt idx="4181">
                  <c:v>20900</c:v>
                </c:pt>
                <c:pt idx="4182">
                  <c:v>20900</c:v>
                </c:pt>
                <c:pt idx="4183">
                  <c:v>20900</c:v>
                </c:pt>
                <c:pt idx="4184">
                  <c:v>20900</c:v>
                </c:pt>
                <c:pt idx="4185">
                  <c:v>20900</c:v>
                </c:pt>
                <c:pt idx="4186">
                  <c:v>20900</c:v>
                </c:pt>
                <c:pt idx="4187">
                  <c:v>20800</c:v>
                </c:pt>
                <c:pt idx="4188">
                  <c:v>20800</c:v>
                </c:pt>
                <c:pt idx="4189">
                  <c:v>20800</c:v>
                </c:pt>
                <c:pt idx="4190">
                  <c:v>20800</c:v>
                </c:pt>
                <c:pt idx="4191">
                  <c:v>20800</c:v>
                </c:pt>
                <c:pt idx="4192">
                  <c:v>20800</c:v>
                </c:pt>
                <c:pt idx="4193">
                  <c:v>20800</c:v>
                </c:pt>
                <c:pt idx="4194">
                  <c:v>20500</c:v>
                </c:pt>
                <c:pt idx="4195">
                  <c:v>20500</c:v>
                </c:pt>
                <c:pt idx="4196">
                  <c:v>20500</c:v>
                </c:pt>
                <c:pt idx="4197">
                  <c:v>20500</c:v>
                </c:pt>
                <c:pt idx="4198">
                  <c:v>20500</c:v>
                </c:pt>
                <c:pt idx="4199">
                  <c:v>20500</c:v>
                </c:pt>
                <c:pt idx="4200">
                  <c:v>20500</c:v>
                </c:pt>
                <c:pt idx="4201">
                  <c:v>20500</c:v>
                </c:pt>
                <c:pt idx="4202">
                  <c:v>20500</c:v>
                </c:pt>
                <c:pt idx="4203">
                  <c:v>20500</c:v>
                </c:pt>
                <c:pt idx="4204">
                  <c:v>20000</c:v>
                </c:pt>
                <c:pt idx="4205">
                  <c:v>20000</c:v>
                </c:pt>
                <c:pt idx="4206">
                  <c:v>20000</c:v>
                </c:pt>
                <c:pt idx="4207">
                  <c:v>20000</c:v>
                </c:pt>
                <c:pt idx="4208">
                  <c:v>19500</c:v>
                </c:pt>
                <c:pt idx="4209">
                  <c:v>19500</c:v>
                </c:pt>
                <c:pt idx="4210">
                  <c:v>19500</c:v>
                </c:pt>
                <c:pt idx="4211">
                  <c:v>19500</c:v>
                </c:pt>
                <c:pt idx="4212">
                  <c:v>19500</c:v>
                </c:pt>
                <c:pt idx="4213">
                  <c:v>19500</c:v>
                </c:pt>
                <c:pt idx="4214">
                  <c:v>19500</c:v>
                </c:pt>
                <c:pt idx="4215">
                  <c:v>19500</c:v>
                </c:pt>
                <c:pt idx="4216">
                  <c:v>19500</c:v>
                </c:pt>
                <c:pt idx="4217">
                  <c:v>19500</c:v>
                </c:pt>
                <c:pt idx="4218">
                  <c:v>19500</c:v>
                </c:pt>
                <c:pt idx="4219">
                  <c:v>18500</c:v>
                </c:pt>
                <c:pt idx="4220">
                  <c:v>18500</c:v>
                </c:pt>
                <c:pt idx="4221">
                  <c:v>18500</c:v>
                </c:pt>
                <c:pt idx="4222">
                  <c:v>18500</c:v>
                </c:pt>
                <c:pt idx="4223">
                  <c:v>18500</c:v>
                </c:pt>
                <c:pt idx="4224">
                  <c:v>18500</c:v>
                </c:pt>
                <c:pt idx="4225">
                  <c:v>18500</c:v>
                </c:pt>
                <c:pt idx="4226">
                  <c:v>18500</c:v>
                </c:pt>
                <c:pt idx="4227">
                  <c:v>18500</c:v>
                </c:pt>
                <c:pt idx="4228">
                  <c:v>18500</c:v>
                </c:pt>
                <c:pt idx="4229">
                  <c:v>18500</c:v>
                </c:pt>
                <c:pt idx="4230">
                  <c:v>19500</c:v>
                </c:pt>
                <c:pt idx="4231">
                  <c:v>19500</c:v>
                </c:pt>
                <c:pt idx="4232">
                  <c:v>19500</c:v>
                </c:pt>
                <c:pt idx="4233">
                  <c:v>19500</c:v>
                </c:pt>
                <c:pt idx="4234">
                  <c:v>19500</c:v>
                </c:pt>
                <c:pt idx="4235">
                  <c:v>19500</c:v>
                </c:pt>
                <c:pt idx="4236">
                  <c:v>20000</c:v>
                </c:pt>
                <c:pt idx="4237">
                  <c:v>20000</c:v>
                </c:pt>
                <c:pt idx="4238">
                  <c:v>20000</c:v>
                </c:pt>
                <c:pt idx="4239">
                  <c:v>20000</c:v>
                </c:pt>
                <c:pt idx="4240">
                  <c:v>20000</c:v>
                </c:pt>
                <c:pt idx="4241">
                  <c:v>20000</c:v>
                </c:pt>
                <c:pt idx="4242">
                  <c:v>20000</c:v>
                </c:pt>
                <c:pt idx="4243">
                  <c:v>20500</c:v>
                </c:pt>
                <c:pt idx="4244">
                  <c:v>20500</c:v>
                </c:pt>
                <c:pt idx="4245">
                  <c:v>22000</c:v>
                </c:pt>
                <c:pt idx="4246">
                  <c:v>22000</c:v>
                </c:pt>
                <c:pt idx="4247">
                  <c:v>22000</c:v>
                </c:pt>
                <c:pt idx="4248">
                  <c:v>22000</c:v>
                </c:pt>
                <c:pt idx="4249">
                  <c:v>22000</c:v>
                </c:pt>
                <c:pt idx="4250">
                  <c:v>22500</c:v>
                </c:pt>
                <c:pt idx="4251">
                  <c:v>22500</c:v>
                </c:pt>
                <c:pt idx="4252">
                  <c:v>22500</c:v>
                </c:pt>
                <c:pt idx="4253">
                  <c:v>22500</c:v>
                </c:pt>
                <c:pt idx="4254">
                  <c:v>22500</c:v>
                </c:pt>
                <c:pt idx="4255">
                  <c:v>22500</c:v>
                </c:pt>
                <c:pt idx="4256">
                  <c:v>22500</c:v>
                </c:pt>
                <c:pt idx="4257">
                  <c:v>23500</c:v>
                </c:pt>
                <c:pt idx="4258">
                  <c:v>23500</c:v>
                </c:pt>
                <c:pt idx="4259">
                  <c:v>23500</c:v>
                </c:pt>
                <c:pt idx="4260">
                  <c:v>24000</c:v>
                </c:pt>
                <c:pt idx="4261">
                  <c:v>24000</c:v>
                </c:pt>
                <c:pt idx="4262">
                  <c:v>24000</c:v>
                </c:pt>
                <c:pt idx="4263">
                  <c:v>24000</c:v>
                </c:pt>
                <c:pt idx="4264">
                  <c:v>24000</c:v>
                </c:pt>
                <c:pt idx="4265">
                  <c:v>24500</c:v>
                </c:pt>
                <c:pt idx="4266">
                  <c:v>24500</c:v>
                </c:pt>
                <c:pt idx="4267">
                  <c:v>25000</c:v>
                </c:pt>
                <c:pt idx="4268">
                  <c:v>25000</c:v>
                </c:pt>
                <c:pt idx="4269">
                  <c:v>25000</c:v>
                </c:pt>
                <c:pt idx="4270">
                  <c:v>25000</c:v>
                </c:pt>
                <c:pt idx="4271">
                  <c:v>26500</c:v>
                </c:pt>
                <c:pt idx="4272">
                  <c:v>27000</c:v>
                </c:pt>
                <c:pt idx="4273">
                  <c:v>28500</c:v>
                </c:pt>
                <c:pt idx="4274">
                  <c:v>28500</c:v>
                </c:pt>
                <c:pt idx="4275">
                  <c:v>28500</c:v>
                </c:pt>
                <c:pt idx="4276">
                  <c:v>28500</c:v>
                </c:pt>
                <c:pt idx="4277">
                  <c:v>28500</c:v>
                </c:pt>
                <c:pt idx="4278">
                  <c:v>29500</c:v>
                </c:pt>
                <c:pt idx="4279">
                  <c:v>30000</c:v>
                </c:pt>
                <c:pt idx="4280">
                  <c:v>30000</c:v>
                </c:pt>
                <c:pt idx="4281">
                  <c:v>30000</c:v>
                </c:pt>
                <c:pt idx="4282">
                  <c:v>30000</c:v>
                </c:pt>
                <c:pt idx="4283">
                  <c:v>30000</c:v>
                </c:pt>
                <c:pt idx="4284">
                  <c:v>30000</c:v>
                </c:pt>
                <c:pt idx="4285">
                  <c:v>30000</c:v>
                </c:pt>
                <c:pt idx="4286">
                  <c:v>30000</c:v>
                </c:pt>
                <c:pt idx="4287">
                  <c:v>30000</c:v>
                </c:pt>
                <c:pt idx="4288">
                  <c:v>30000</c:v>
                </c:pt>
                <c:pt idx="4289">
                  <c:v>30000</c:v>
                </c:pt>
                <c:pt idx="4290">
                  <c:v>30000</c:v>
                </c:pt>
                <c:pt idx="4291">
                  <c:v>30000</c:v>
                </c:pt>
                <c:pt idx="4292">
                  <c:v>30000</c:v>
                </c:pt>
                <c:pt idx="4293">
                  <c:v>30000</c:v>
                </c:pt>
                <c:pt idx="4294">
                  <c:v>30000</c:v>
                </c:pt>
                <c:pt idx="4295">
                  <c:v>30000</c:v>
                </c:pt>
                <c:pt idx="4296">
                  <c:v>30000</c:v>
                </c:pt>
                <c:pt idx="4297">
                  <c:v>30000</c:v>
                </c:pt>
                <c:pt idx="4298">
                  <c:v>30000</c:v>
                </c:pt>
                <c:pt idx="4299">
                  <c:v>30000</c:v>
                </c:pt>
                <c:pt idx="4300">
                  <c:v>30000</c:v>
                </c:pt>
                <c:pt idx="4301">
                  <c:v>30000</c:v>
                </c:pt>
                <c:pt idx="4302">
                  <c:v>30000</c:v>
                </c:pt>
                <c:pt idx="4303">
                  <c:v>30000</c:v>
                </c:pt>
                <c:pt idx="4304">
                  <c:v>30000</c:v>
                </c:pt>
                <c:pt idx="4305">
                  <c:v>30000</c:v>
                </c:pt>
                <c:pt idx="4306">
                  <c:v>30000</c:v>
                </c:pt>
                <c:pt idx="4307">
                  <c:v>30000</c:v>
                </c:pt>
                <c:pt idx="4308">
                  <c:v>30000</c:v>
                </c:pt>
                <c:pt idx="4309">
                  <c:v>30000</c:v>
                </c:pt>
                <c:pt idx="4310">
                  <c:v>30000</c:v>
                </c:pt>
                <c:pt idx="4311">
                  <c:v>30000</c:v>
                </c:pt>
                <c:pt idx="4312">
                  <c:v>30000</c:v>
                </c:pt>
                <c:pt idx="4313">
                  <c:v>30000</c:v>
                </c:pt>
                <c:pt idx="4314">
                  <c:v>30000</c:v>
                </c:pt>
                <c:pt idx="4315">
                  <c:v>30000</c:v>
                </c:pt>
                <c:pt idx="4316">
                  <c:v>30000</c:v>
                </c:pt>
                <c:pt idx="4317">
                  <c:v>30000</c:v>
                </c:pt>
                <c:pt idx="4318">
                  <c:v>30000</c:v>
                </c:pt>
                <c:pt idx="4319">
                  <c:v>30000</c:v>
                </c:pt>
                <c:pt idx="4320">
                  <c:v>30000</c:v>
                </c:pt>
                <c:pt idx="4321">
                  <c:v>30000</c:v>
                </c:pt>
                <c:pt idx="4322">
                  <c:v>30000</c:v>
                </c:pt>
                <c:pt idx="4323">
                  <c:v>30000</c:v>
                </c:pt>
                <c:pt idx="4324">
                  <c:v>30000</c:v>
                </c:pt>
                <c:pt idx="4325">
                  <c:v>30000</c:v>
                </c:pt>
                <c:pt idx="4326">
                  <c:v>30000</c:v>
                </c:pt>
                <c:pt idx="4327">
                  <c:v>29500</c:v>
                </c:pt>
                <c:pt idx="4328">
                  <c:v>29500</c:v>
                </c:pt>
                <c:pt idx="4329">
                  <c:v>29500</c:v>
                </c:pt>
                <c:pt idx="4330">
                  <c:v>29500</c:v>
                </c:pt>
                <c:pt idx="4331">
                  <c:v>29500</c:v>
                </c:pt>
                <c:pt idx="4332">
                  <c:v>29500</c:v>
                </c:pt>
                <c:pt idx="4333">
                  <c:v>29500</c:v>
                </c:pt>
                <c:pt idx="4334">
                  <c:v>29500</c:v>
                </c:pt>
                <c:pt idx="4335">
                  <c:v>29500</c:v>
                </c:pt>
                <c:pt idx="4336">
                  <c:v>29500</c:v>
                </c:pt>
                <c:pt idx="4337">
                  <c:v>29500</c:v>
                </c:pt>
                <c:pt idx="4338">
                  <c:v>29500</c:v>
                </c:pt>
                <c:pt idx="4339">
                  <c:v>29500</c:v>
                </c:pt>
                <c:pt idx="4340">
                  <c:v>29500</c:v>
                </c:pt>
                <c:pt idx="4341">
                  <c:v>29500</c:v>
                </c:pt>
                <c:pt idx="4342">
                  <c:v>29500</c:v>
                </c:pt>
                <c:pt idx="4343">
                  <c:v>29500</c:v>
                </c:pt>
                <c:pt idx="4344">
                  <c:v>29000</c:v>
                </c:pt>
                <c:pt idx="4345">
                  <c:v>29000</c:v>
                </c:pt>
                <c:pt idx="4346">
                  <c:v>29000</c:v>
                </c:pt>
                <c:pt idx="4347">
                  <c:v>29000</c:v>
                </c:pt>
                <c:pt idx="4348">
                  <c:v>29000</c:v>
                </c:pt>
                <c:pt idx="4349">
                  <c:v>29000</c:v>
                </c:pt>
                <c:pt idx="4350">
                  <c:v>28500</c:v>
                </c:pt>
                <c:pt idx="4351">
                  <c:v>28500</c:v>
                </c:pt>
                <c:pt idx="4352">
                  <c:v>28500</c:v>
                </c:pt>
                <c:pt idx="4353">
                  <c:v>28500</c:v>
                </c:pt>
                <c:pt idx="4354">
                  <c:v>28500</c:v>
                </c:pt>
                <c:pt idx="4355">
                  <c:v>28500</c:v>
                </c:pt>
                <c:pt idx="4356">
                  <c:v>28500</c:v>
                </c:pt>
                <c:pt idx="4357">
                  <c:v>28000</c:v>
                </c:pt>
                <c:pt idx="4358">
                  <c:v>28000</c:v>
                </c:pt>
                <c:pt idx="4359">
                  <c:v>27800</c:v>
                </c:pt>
                <c:pt idx="4360">
                  <c:v>27800</c:v>
                </c:pt>
                <c:pt idx="4361">
                  <c:v>27800</c:v>
                </c:pt>
                <c:pt idx="4362">
                  <c:v>27800</c:v>
                </c:pt>
                <c:pt idx="4363">
                  <c:v>27800</c:v>
                </c:pt>
                <c:pt idx="4364">
                  <c:v>27800</c:v>
                </c:pt>
                <c:pt idx="4365">
                  <c:v>28000</c:v>
                </c:pt>
                <c:pt idx="4366">
                  <c:v>28000</c:v>
                </c:pt>
                <c:pt idx="4367">
                  <c:v>28000</c:v>
                </c:pt>
                <c:pt idx="4368">
                  <c:v>28000</c:v>
                </c:pt>
                <c:pt idx="4369">
                  <c:v>28000</c:v>
                </c:pt>
                <c:pt idx="4370">
                  <c:v>28000</c:v>
                </c:pt>
                <c:pt idx="4371">
                  <c:v>28000</c:v>
                </c:pt>
                <c:pt idx="4372">
                  <c:v>28000</c:v>
                </c:pt>
                <c:pt idx="4373">
                  <c:v>28000</c:v>
                </c:pt>
                <c:pt idx="4374">
                  <c:v>28000</c:v>
                </c:pt>
                <c:pt idx="4375">
                  <c:v>28000</c:v>
                </c:pt>
                <c:pt idx="4376">
                  <c:v>28000</c:v>
                </c:pt>
                <c:pt idx="4377">
                  <c:v>28000</c:v>
                </c:pt>
                <c:pt idx="4378">
                  <c:v>28000</c:v>
                </c:pt>
                <c:pt idx="4379">
                  <c:v>28000</c:v>
                </c:pt>
                <c:pt idx="4380">
                  <c:v>28000</c:v>
                </c:pt>
                <c:pt idx="4381">
                  <c:v>28000</c:v>
                </c:pt>
                <c:pt idx="4382">
                  <c:v>28000</c:v>
                </c:pt>
                <c:pt idx="4383">
                  <c:v>28000</c:v>
                </c:pt>
                <c:pt idx="4384">
                  <c:v>28000</c:v>
                </c:pt>
                <c:pt idx="4385">
                  <c:v>28000</c:v>
                </c:pt>
                <c:pt idx="4386">
                  <c:v>28500</c:v>
                </c:pt>
                <c:pt idx="4387">
                  <c:v>28500</c:v>
                </c:pt>
                <c:pt idx="4388">
                  <c:v>28500</c:v>
                </c:pt>
                <c:pt idx="4389">
                  <c:v>28500</c:v>
                </c:pt>
                <c:pt idx="4390">
                  <c:v>28500</c:v>
                </c:pt>
                <c:pt idx="4391">
                  <c:v>29000</c:v>
                </c:pt>
                <c:pt idx="4392">
                  <c:v>29000</c:v>
                </c:pt>
                <c:pt idx="4393">
                  <c:v>29000</c:v>
                </c:pt>
                <c:pt idx="4394">
                  <c:v>29000</c:v>
                </c:pt>
                <c:pt idx="4395">
                  <c:v>29000</c:v>
                </c:pt>
                <c:pt idx="4396">
                  <c:v>29000</c:v>
                </c:pt>
                <c:pt idx="4397">
                  <c:v>29000</c:v>
                </c:pt>
                <c:pt idx="4398">
                  <c:v>29000</c:v>
                </c:pt>
                <c:pt idx="4399">
                  <c:v>29000</c:v>
                </c:pt>
                <c:pt idx="4400">
                  <c:v>29000</c:v>
                </c:pt>
                <c:pt idx="4401">
                  <c:v>29000</c:v>
                </c:pt>
                <c:pt idx="4402">
                  <c:v>29000</c:v>
                </c:pt>
                <c:pt idx="4403">
                  <c:v>29000</c:v>
                </c:pt>
                <c:pt idx="4404">
                  <c:v>29000</c:v>
                </c:pt>
                <c:pt idx="4405">
                  <c:v>29000</c:v>
                </c:pt>
                <c:pt idx="4406">
                  <c:v>29000</c:v>
                </c:pt>
                <c:pt idx="4407">
                  <c:v>29000</c:v>
                </c:pt>
                <c:pt idx="4408">
                  <c:v>29000</c:v>
                </c:pt>
                <c:pt idx="4409">
                  <c:v>29000</c:v>
                </c:pt>
                <c:pt idx="4410">
                  <c:v>29000</c:v>
                </c:pt>
                <c:pt idx="4411">
                  <c:v>29000</c:v>
                </c:pt>
                <c:pt idx="4412">
                  <c:v>29000</c:v>
                </c:pt>
                <c:pt idx="4413">
                  <c:v>29000</c:v>
                </c:pt>
                <c:pt idx="4414">
                  <c:v>29000</c:v>
                </c:pt>
                <c:pt idx="4415">
                  <c:v>29000</c:v>
                </c:pt>
                <c:pt idx="4416">
                  <c:v>29000</c:v>
                </c:pt>
                <c:pt idx="4417">
                  <c:v>29000</c:v>
                </c:pt>
                <c:pt idx="4418">
                  <c:v>29000</c:v>
                </c:pt>
                <c:pt idx="4419">
                  <c:v>29000</c:v>
                </c:pt>
                <c:pt idx="4420">
                  <c:v>29000</c:v>
                </c:pt>
                <c:pt idx="4421">
                  <c:v>29000</c:v>
                </c:pt>
                <c:pt idx="4422">
                  <c:v>29000</c:v>
                </c:pt>
                <c:pt idx="4423">
                  <c:v>29000</c:v>
                </c:pt>
                <c:pt idx="4424">
                  <c:v>29000</c:v>
                </c:pt>
                <c:pt idx="4425">
                  <c:v>29000</c:v>
                </c:pt>
                <c:pt idx="4426">
                  <c:v>29000</c:v>
                </c:pt>
                <c:pt idx="4427">
                  <c:v>29000</c:v>
                </c:pt>
                <c:pt idx="4428">
                  <c:v>29000</c:v>
                </c:pt>
                <c:pt idx="4429">
                  <c:v>29000</c:v>
                </c:pt>
                <c:pt idx="4430">
                  <c:v>29000</c:v>
                </c:pt>
                <c:pt idx="4431">
                  <c:v>29000</c:v>
                </c:pt>
                <c:pt idx="4432">
                  <c:v>29000</c:v>
                </c:pt>
                <c:pt idx="4433">
                  <c:v>29000</c:v>
                </c:pt>
                <c:pt idx="4434">
                  <c:v>29000</c:v>
                </c:pt>
                <c:pt idx="4435">
                  <c:v>29000</c:v>
                </c:pt>
                <c:pt idx="4436">
                  <c:v>29000</c:v>
                </c:pt>
                <c:pt idx="4437">
                  <c:v>29000</c:v>
                </c:pt>
                <c:pt idx="4438">
                  <c:v>29000</c:v>
                </c:pt>
                <c:pt idx="4439">
                  <c:v>29000</c:v>
                </c:pt>
                <c:pt idx="4440">
                  <c:v>29500</c:v>
                </c:pt>
                <c:pt idx="4441">
                  <c:v>29500</c:v>
                </c:pt>
                <c:pt idx="4442">
                  <c:v>29500</c:v>
                </c:pt>
                <c:pt idx="4443">
                  <c:v>29500</c:v>
                </c:pt>
                <c:pt idx="4444">
                  <c:v>29500</c:v>
                </c:pt>
                <c:pt idx="4445">
                  <c:v>29500</c:v>
                </c:pt>
                <c:pt idx="4446">
                  <c:v>29500</c:v>
                </c:pt>
                <c:pt idx="4447">
                  <c:v>29500</c:v>
                </c:pt>
                <c:pt idx="4448">
                  <c:v>29500</c:v>
                </c:pt>
                <c:pt idx="4449">
                  <c:v>29500</c:v>
                </c:pt>
                <c:pt idx="4450">
                  <c:v>29500</c:v>
                </c:pt>
                <c:pt idx="4451">
                  <c:v>29500</c:v>
                </c:pt>
                <c:pt idx="4452">
                  <c:v>29500</c:v>
                </c:pt>
                <c:pt idx="4453">
                  <c:v>30000</c:v>
                </c:pt>
                <c:pt idx="4454">
                  <c:v>30000</c:v>
                </c:pt>
                <c:pt idx="4455">
                  <c:v>30000</c:v>
                </c:pt>
                <c:pt idx="4456">
                  <c:v>30000</c:v>
                </c:pt>
                <c:pt idx="4457">
                  <c:v>30000</c:v>
                </c:pt>
                <c:pt idx="4458">
                  <c:v>30000</c:v>
                </c:pt>
                <c:pt idx="4459">
                  <c:v>30000</c:v>
                </c:pt>
                <c:pt idx="4460">
                  <c:v>30000</c:v>
                </c:pt>
                <c:pt idx="4461">
                  <c:v>30000</c:v>
                </c:pt>
                <c:pt idx="4462">
                  <c:v>30000</c:v>
                </c:pt>
                <c:pt idx="4463">
                  <c:v>30000</c:v>
                </c:pt>
                <c:pt idx="4464">
                  <c:v>30000</c:v>
                </c:pt>
                <c:pt idx="4465">
                  <c:v>30000</c:v>
                </c:pt>
                <c:pt idx="4466">
                  <c:v>30000</c:v>
                </c:pt>
                <c:pt idx="4467">
                  <c:v>30000</c:v>
                </c:pt>
                <c:pt idx="4468">
                  <c:v>30000</c:v>
                </c:pt>
                <c:pt idx="4469">
                  <c:v>30500</c:v>
                </c:pt>
                <c:pt idx="4470">
                  <c:v>30500</c:v>
                </c:pt>
                <c:pt idx="4471">
                  <c:v>30500</c:v>
                </c:pt>
                <c:pt idx="4472">
                  <c:v>30500</c:v>
                </c:pt>
                <c:pt idx="4473">
                  <c:v>30500</c:v>
                </c:pt>
                <c:pt idx="4474">
                  <c:v>30500</c:v>
                </c:pt>
                <c:pt idx="4475">
                  <c:v>30500</c:v>
                </c:pt>
                <c:pt idx="4476">
                  <c:v>30500</c:v>
                </c:pt>
                <c:pt idx="4477">
                  <c:v>30500</c:v>
                </c:pt>
                <c:pt idx="4478">
                  <c:v>30500</c:v>
                </c:pt>
                <c:pt idx="4479">
                  <c:v>30500</c:v>
                </c:pt>
                <c:pt idx="4480">
                  <c:v>30500</c:v>
                </c:pt>
                <c:pt idx="4481">
                  <c:v>31000</c:v>
                </c:pt>
                <c:pt idx="4482">
                  <c:v>31000</c:v>
                </c:pt>
                <c:pt idx="4483">
                  <c:v>31000</c:v>
                </c:pt>
                <c:pt idx="4484">
                  <c:v>31000</c:v>
                </c:pt>
                <c:pt idx="4485">
                  <c:v>31000</c:v>
                </c:pt>
                <c:pt idx="4486">
                  <c:v>31000</c:v>
                </c:pt>
                <c:pt idx="4487">
                  <c:v>31000</c:v>
                </c:pt>
                <c:pt idx="4488">
                  <c:v>31000</c:v>
                </c:pt>
                <c:pt idx="4489">
                  <c:v>31000</c:v>
                </c:pt>
                <c:pt idx="4490">
                  <c:v>31000</c:v>
                </c:pt>
                <c:pt idx="4491">
                  <c:v>31000</c:v>
                </c:pt>
                <c:pt idx="4492">
                  <c:v>31000</c:v>
                </c:pt>
                <c:pt idx="4493">
                  <c:v>31000</c:v>
                </c:pt>
                <c:pt idx="4494">
                  <c:v>31000</c:v>
                </c:pt>
                <c:pt idx="4495">
                  <c:v>31000</c:v>
                </c:pt>
                <c:pt idx="4496">
                  <c:v>31000</c:v>
                </c:pt>
                <c:pt idx="4497">
                  <c:v>31500</c:v>
                </c:pt>
                <c:pt idx="4498">
                  <c:v>31500</c:v>
                </c:pt>
                <c:pt idx="4499">
                  <c:v>32000</c:v>
                </c:pt>
                <c:pt idx="4500">
                  <c:v>32000</c:v>
                </c:pt>
                <c:pt idx="4501">
                  <c:v>32000</c:v>
                </c:pt>
                <c:pt idx="4502">
                  <c:v>32000</c:v>
                </c:pt>
                <c:pt idx="4503">
                  <c:v>32000</c:v>
                </c:pt>
                <c:pt idx="4504">
                  <c:v>32500</c:v>
                </c:pt>
                <c:pt idx="4505">
                  <c:v>33000</c:v>
                </c:pt>
                <c:pt idx="4506">
                  <c:v>33000</c:v>
                </c:pt>
                <c:pt idx="4507">
                  <c:v>33000</c:v>
                </c:pt>
                <c:pt idx="4508">
                  <c:v>33000</c:v>
                </c:pt>
                <c:pt idx="4509">
                  <c:v>33000</c:v>
                </c:pt>
                <c:pt idx="4510">
                  <c:v>33000</c:v>
                </c:pt>
                <c:pt idx="4511">
                  <c:v>33000</c:v>
                </c:pt>
                <c:pt idx="4512">
                  <c:v>33000</c:v>
                </c:pt>
                <c:pt idx="4513">
                  <c:v>33500</c:v>
                </c:pt>
                <c:pt idx="4514">
                  <c:v>33500</c:v>
                </c:pt>
                <c:pt idx="4515">
                  <c:v>33500</c:v>
                </c:pt>
                <c:pt idx="4516">
                  <c:v>34000</c:v>
                </c:pt>
                <c:pt idx="4517">
                  <c:v>34000</c:v>
                </c:pt>
                <c:pt idx="4518">
                  <c:v>34000</c:v>
                </c:pt>
                <c:pt idx="4519">
                  <c:v>34500</c:v>
                </c:pt>
                <c:pt idx="4520">
                  <c:v>34500</c:v>
                </c:pt>
                <c:pt idx="4521">
                  <c:v>34500</c:v>
                </c:pt>
                <c:pt idx="4522">
                  <c:v>34500</c:v>
                </c:pt>
                <c:pt idx="4523">
                  <c:v>34500</c:v>
                </c:pt>
                <c:pt idx="4524">
                  <c:v>34500</c:v>
                </c:pt>
                <c:pt idx="4525">
                  <c:v>34500</c:v>
                </c:pt>
                <c:pt idx="4526">
                  <c:v>34500</c:v>
                </c:pt>
                <c:pt idx="4527">
                  <c:v>34500</c:v>
                </c:pt>
                <c:pt idx="4528">
                  <c:v>34500</c:v>
                </c:pt>
                <c:pt idx="4529">
                  <c:v>34500</c:v>
                </c:pt>
                <c:pt idx="4530">
                  <c:v>34500</c:v>
                </c:pt>
                <c:pt idx="4531">
                  <c:v>34500</c:v>
                </c:pt>
                <c:pt idx="4532">
                  <c:v>34500</c:v>
                </c:pt>
                <c:pt idx="4533">
                  <c:v>34500</c:v>
                </c:pt>
                <c:pt idx="4534">
                  <c:v>34500</c:v>
                </c:pt>
                <c:pt idx="4535">
                  <c:v>34500</c:v>
                </c:pt>
                <c:pt idx="4536">
                  <c:v>34500</c:v>
                </c:pt>
                <c:pt idx="4537">
                  <c:v>34500</c:v>
                </c:pt>
                <c:pt idx="4538">
                  <c:v>34500</c:v>
                </c:pt>
                <c:pt idx="4539">
                  <c:v>34500</c:v>
                </c:pt>
                <c:pt idx="4540">
                  <c:v>34500</c:v>
                </c:pt>
                <c:pt idx="4541">
                  <c:v>34500</c:v>
                </c:pt>
                <c:pt idx="4542">
                  <c:v>34500</c:v>
                </c:pt>
                <c:pt idx="4543">
                  <c:v>34500</c:v>
                </c:pt>
                <c:pt idx="4544">
                  <c:v>34500</c:v>
                </c:pt>
                <c:pt idx="4545">
                  <c:v>34500</c:v>
                </c:pt>
                <c:pt idx="4546">
                  <c:v>34500</c:v>
                </c:pt>
                <c:pt idx="4547">
                  <c:v>34500</c:v>
                </c:pt>
                <c:pt idx="4548">
                  <c:v>34500</c:v>
                </c:pt>
                <c:pt idx="4549">
                  <c:v>34500</c:v>
                </c:pt>
                <c:pt idx="4550">
                  <c:v>34500</c:v>
                </c:pt>
                <c:pt idx="4551">
                  <c:v>34500</c:v>
                </c:pt>
                <c:pt idx="4552">
                  <c:v>34500</c:v>
                </c:pt>
                <c:pt idx="4553">
                  <c:v>34500</c:v>
                </c:pt>
                <c:pt idx="4554">
                  <c:v>34500</c:v>
                </c:pt>
                <c:pt idx="4555">
                  <c:v>34500</c:v>
                </c:pt>
                <c:pt idx="4556">
                  <c:v>34500</c:v>
                </c:pt>
                <c:pt idx="4557">
                  <c:v>34500</c:v>
                </c:pt>
                <c:pt idx="4558">
                  <c:v>34500</c:v>
                </c:pt>
                <c:pt idx="4559">
                  <c:v>34500</c:v>
                </c:pt>
                <c:pt idx="4560">
                  <c:v>34500</c:v>
                </c:pt>
                <c:pt idx="4561">
                  <c:v>34500</c:v>
                </c:pt>
                <c:pt idx="4562">
                  <c:v>34500</c:v>
                </c:pt>
                <c:pt idx="4563">
                  <c:v>34500</c:v>
                </c:pt>
                <c:pt idx="4564">
                  <c:v>34500</c:v>
                </c:pt>
                <c:pt idx="4565">
                  <c:v>34500</c:v>
                </c:pt>
                <c:pt idx="4566">
                  <c:v>34500</c:v>
                </c:pt>
                <c:pt idx="4567">
                  <c:v>34500</c:v>
                </c:pt>
                <c:pt idx="4568">
                  <c:v>34500</c:v>
                </c:pt>
                <c:pt idx="4569">
                  <c:v>34500</c:v>
                </c:pt>
                <c:pt idx="4570">
                  <c:v>34500</c:v>
                </c:pt>
                <c:pt idx="4571">
                  <c:v>34500</c:v>
                </c:pt>
                <c:pt idx="4572">
                  <c:v>34500</c:v>
                </c:pt>
                <c:pt idx="4573">
                  <c:v>34500</c:v>
                </c:pt>
                <c:pt idx="4574">
                  <c:v>34500</c:v>
                </c:pt>
                <c:pt idx="4575">
                  <c:v>34500</c:v>
                </c:pt>
                <c:pt idx="4576">
                  <c:v>34500</c:v>
                </c:pt>
                <c:pt idx="4577">
                  <c:v>34500</c:v>
                </c:pt>
                <c:pt idx="4578">
                  <c:v>34500</c:v>
                </c:pt>
                <c:pt idx="4579">
                  <c:v>34500</c:v>
                </c:pt>
                <c:pt idx="4580">
                  <c:v>34500</c:v>
                </c:pt>
                <c:pt idx="4581">
                  <c:v>34500</c:v>
                </c:pt>
                <c:pt idx="4582">
                  <c:v>34500</c:v>
                </c:pt>
                <c:pt idx="4583">
                  <c:v>34500</c:v>
                </c:pt>
                <c:pt idx="4584">
                  <c:v>34500</c:v>
                </c:pt>
                <c:pt idx="4585">
                  <c:v>34500</c:v>
                </c:pt>
                <c:pt idx="4586">
                  <c:v>34500</c:v>
                </c:pt>
                <c:pt idx="4587">
                  <c:v>34500</c:v>
                </c:pt>
                <c:pt idx="4588">
                  <c:v>34500</c:v>
                </c:pt>
                <c:pt idx="4589">
                  <c:v>34500</c:v>
                </c:pt>
                <c:pt idx="4590">
                  <c:v>34500</c:v>
                </c:pt>
                <c:pt idx="4591">
                  <c:v>34500</c:v>
                </c:pt>
                <c:pt idx="4592">
                  <c:v>34500</c:v>
                </c:pt>
                <c:pt idx="4593">
                  <c:v>34500</c:v>
                </c:pt>
                <c:pt idx="4594">
                  <c:v>34500</c:v>
                </c:pt>
                <c:pt idx="4595">
                  <c:v>34500</c:v>
                </c:pt>
                <c:pt idx="4596">
                  <c:v>34500</c:v>
                </c:pt>
                <c:pt idx="4597">
                  <c:v>34500</c:v>
                </c:pt>
                <c:pt idx="4598">
                  <c:v>34500</c:v>
                </c:pt>
                <c:pt idx="4599">
                  <c:v>34500</c:v>
                </c:pt>
                <c:pt idx="4600">
                  <c:v>34500</c:v>
                </c:pt>
                <c:pt idx="4601">
                  <c:v>34500</c:v>
                </c:pt>
                <c:pt idx="4602">
                  <c:v>34500</c:v>
                </c:pt>
                <c:pt idx="4603">
                  <c:v>34300</c:v>
                </c:pt>
                <c:pt idx="4604">
                  <c:v>34300</c:v>
                </c:pt>
                <c:pt idx="4605">
                  <c:v>34300</c:v>
                </c:pt>
                <c:pt idx="4606">
                  <c:v>34300</c:v>
                </c:pt>
                <c:pt idx="4607">
                  <c:v>34300</c:v>
                </c:pt>
                <c:pt idx="4608">
                  <c:v>34300</c:v>
                </c:pt>
                <c:pt idx="4609">
                  <c:v>34300</c:v>
                </c:pt>
                <c:pt idx="4610">
                  <c:v>34000</c:v>
                </c:pt>
                <c:pt idx="4611">
                  <c:v>34000</c:v>
                </c:pt>
                <c:pt idx="4612">
                  <c:v>34000</c:v>
                </c:pt>
                <c:pt idx="4613">
                  <c:v>34000</c:v>
                </c:pt>
                <c:pt idx="4614">
                  <c:v>34000</c:v>
                </c:pt>
                <c:pt idx="4615">
                  <c:v>34000</c:v>
                </c:pt>
                <c:pt idx="4616">
                  <c:v>34000</c:v>
                </c:pt>
                <c:pt idx="4617">
                  <c:v>34000</c:v>
                </c:pt>
                <c:pt idx="4618">
                  <c:v>34000</c:v>
                </c:pt>
                <c:pt idx="4619">
                  <c:v>34000</c:v>
                </c:pt>
                <c:pt idx="4620">
                  <c:v>34000</c:v>
                </c:pt>
                <c:pt idx="4621">
                  <c:v>33500</c:v>
                </c:pt>
                <c:pt idx="4622">
                  <c:v>33500</c:v>
                </c:pt>
                <c:pt idx="4623">
                  <c:v>33500</c:v>
                </c:pt>
                <c:pt idx="4624">
                  <c:v>33500</c:v>
                </c:pt>
                <c:pt idx="4625">
                  <c:v>33500</c:v>
                </c:pt>
                <c:pt idx="4626">
                  <c:v>33500</c:v>
                </c:pt>
                <c:pt idx="4627">
                  <c:v>33500</c:v>
                </c:pt>
                <c:pt idx="4628">
                  <c:v>33500</c:v>
                </c:pt>
                <c:pt idx="4629">
                  <c:v>32500</c:v>
                </c:pt>
                <c:pt idx="4630">
                  <c:v>32500</c:v>
                </c:pt>
                <c:pt idx="4631">
                  <c:v>32000</c:v>
                </c:pt>
                <c:pt idx="4632">
                  <c:v>32000</c:v>
                </c:pt>
                <c:pt idx="4633">
                  <c:v>32000</c:v>
                </c:pt>
                <c:pt idx="4634">
                  <c:v>32000</c:v>
                </c:pt>
                <c:pt idx="4635">
                  <c:v>32000</c:v>
                </c:pt>
                <c:pt idx="4636">
                  <c:v>32000</c:v>
                </c:pt>
                <c:pt idx="4637">
                  <c:v>31000</c:v>
                </c:pt>
                <c:pt idx="4638">
                  <c:v>31000</c:v>
                </c:pt>
                <c:pt idx="4639">
                  <c:v>31000</c:v>
                </c:pt>
                <c:pt idx="4640">
                  <c:v>31000</c:v>
                </c:pt>
                <c:pt idx="4641">
                  <c:v>31000</c:v>
                </c:pt>
                <c:pt idx="4642">
                  <c:v>31000</c:v>
                </c:pt>
                <c:pt idx="4643">
                  <c:v>30000</c:v>
                </c:pt>
                <c:pt idx="4644">
                  <c:v>30000</c:v>
                </c:pt>
                <c:pt idx="4645">
                  <c:v>30300</c:v>
                </c:pt>
                <c:pt idx="4646">
                  <c:v>30300</c:v>
                </c:pt>
                <c:pt idx="4647">
                  <c:v>30300</c:v>
                </c:pt>
                <c:pt idx="4648">
                  <c:v>30300</c:v>
                </c:pt>
                <c:pt idx="4649">
                  <c:v>30300</c:v>
                </c:pt>
                <c:pt idx="4650">
                  <c:v>30300</c:v>
                </c:pt>
                <c:pt idx="4651">
                  <c:v>30300</c:v>
                </c:pt>
                <c:pt idx="4652">
                  <c:v>30300</c:v>
                </c:pt>
                <c:pt idx="4653">
                  <c:v>30300</c:v>
                </c:pt>
                <c:pt idx="4654">
                  <c:v>30300</c:v>
                </c:pt>
                <c:pt idx="4655">
                  <c:v>30300</c:v>
                </c:pt>
                <c:pt idx="4656">
                  <c:v>30300</c:v>
                </c:pt>
                <c:pt idx="4657">
                  <c:v>30300</c:v>
                </c:pt>
                <c:pt idx="4658">
                  <c:v>30300</c:v>
                </c:pt>
                <c:pt idx="4659">
                  <c:v>30300</c:v>
                </c:pt>
                <c:pt idx="4660">
                  <c:v>30300</c:v>
                </c:pt>
                <c:pt idx="4661">
                  <c:v>30300</c:v>
                </c:pt>
                <c:pt idx="4662">
                  <c:v>30300</c:v>
                </c:pt>
                <c:pt idx="4663">
                  <c:v>30300</c:v>
                </c:pt>
                <c:pt idx="4664">
                  <c:v>30000</c:v>
                </c:pt>
                <c:pt idx="4665">
                  <c:v>29500</c:v>
                </c:pt>
                <c:pt idx="4666">
                  <c:v>29300</c:v>
                </c:pt>
                <c:pt idx="4667">
                  <c:v>28500</c:v>
                </c:pt>
                <c:pt idx="4668">
                  <c:v>28500</c:v>
                </c:pt>
                <c:pt idx="4669">
                  <c:v>28500</c:v>
                </c:pt>
                <c:pt idx="4670">
                  <c:v>28000</c:v>
                </c:pt>
                <c:pt idx="4671">
                  <c:v>28000</c:v>
                </c:pt>
                <c:pt idx="4672">
                  <c:v>28000</c:v>
                </c:pt>
                <c:pt idx="4673">
                  <c:v>28000</c:v>
                </c:pt>
                <c:pt idx="4674">
                  <c:v>28000</c:v>
                </c:pt>
                <c:pt idx="4675">
                  <c:v>28000</c:v>
                </c:pt>
                <c:pt idx="4676">
                  <c:v>28000</c:v>
                </c:pt>
                <c:pt idx="4677">
                  <c:v>27000</c:v>
                </c:pt>
                <c:pt idx="4678">
                  <c:v>25000</c:v>
                </c:pt>
                <c:pt idx="4679">
                  <c:v>23000</c:v>
                </c:pt>
                <c:pt idx="4680">
                  <c:v>21000</c:v>
                </c:pt>
                <c:pt idx="4681">
                  <c:v>21000</c:v>
                </c:pt>
                <c:pt idx="4682">
                  <c:v>21000</c:v>
                </c:pt>
                <c:pt idx="4683">
                  <c:v>21000</c:v>
                </c:pt>
                <c:pt idx="4684">
                  <c:v>20000</c:v>
                </c:pt>
                <c:pt idx="4685">
                  <c:v>20000</c:v>
                </c:pt>
                <c:pt idx="4686">
                  <c:v>20000</c:v>
                </c:pt>
                <c:pt idx="4687">
                  <c:v>20000</c:v>
                </c:pt>
                <c:pt idx="4688">
                  <c:v>20000</c:v>
                </c:pt>
                <c:pt idx="4689">
                  <c:v>20000</c:v>
                </c:pt>
                <c:pt idx="4690">
                  <c:v>20000</c:v>
                </c:pt>
                <c:pt idx="4691">
                  <c:v>20000</c:v>
                </c:pt>
                <c:pt idx="4692">
                  <c:v>20000</c:v>
                </c:pt>
                <c:pt idx="4693">
                  <c:v>20000</c:v>
                </c:pt>
                <c:pt idx="4694">
                  <c:v>20000</c:v>
                </c:pt>
                <c:pt idx="4695">
                  <c:v>20000</c:v>
                </c:pt>
                <c:pt idx="4696">
                  <c:v>20000</c:v>
                </c:pt>
                <c:pt idx="4697">
                  <c:v>20000</c:v>
                </c:pt>
                <c:pt idx="4698">
                  <c:v>20000</c:v>
                </c:pt>
                <c:pt idx="4699">
                  <c:v>20000</c:v>
                </c:pt>
                <c:pt idx="4700">
                  <c:v>20000</c:v>
                </c:pt>
                <c:pt idx="4701">
                  <c:v>20000</c:v>
                </c:pt>
                <c:pt idx="4702">
                  <c:v>20000</c:v>
                </c:pt>
                <c:pt idx="4703">
                  <c:v>20000</c:v>
                </c:pt>
                <c:pt idx="4704">
                  <c:v>20000</c:v>
                </c:pt>
                <c:pt idx="4705">
                  <c:v>19500</c:v>
                </c:pt>
                <c:pt idx="4706">
                  <c:v>19500</c:v>
                </c:pt>
                <c:pt idx="4707">
                  <c:v>19500</c:v>
                </c:pt>
                <c:pt idx="4708">
                  <c:v>19500</c:v>
                </c:pt>
                <c:pt idx="4709">
                  <c:v>19500</c:v>
                </c:pt>
                <c:pt idx="4710">
                  <c:v>19500</c:v>
                </c:pt>
                <c:pt idx="4711">
                  <c:v>19500</c:v>
                </c:pt>
                <c:pt idx="4712">
                  <c:v>19500</c:v>
                </c:pt>
                <c:pt idx="4713">
                  <c:v>19500</c:v>
                </c:pt>
                <c:pt idx="4714">
                  <c:v>19500</c:v>
                </c:pt>
                <c:pt idx="4715">
                  <c:v>19500</c:v>
                </c:pt>
                <c:pt idx="4716">
                  <c:v>19500</c:v>
                </c:pt>
                <c:pt idx="4717">
                  <c:v>19500</c:v>
                </c:pt>
                <c:pt idx="4718">
                  <c:v>19500</c:v>
                </c:pt>
                <c:pt idx="4719">
                  <c:v>19500</c:v>
                </c:pt>
                <c:pt idx="4720">
                  <c:v>19500</c:v>
                </c:pt>
                <c:pt idx="4721">
                  <c:v>19500</c:v>
                </c:pt>
                <c:pt idx="4722">
                  <c:v>19500</c:v>
                </c:pt>
                <c:pt idx="4723">
                  <c:v>19500</c:v>
                </c:pt>
                <c:pt idx="4724">
                  <c:v>19500</c:v>
                </c:pt>
                <c:pt idx="4725">
                  <c:v>19500</c:v>
                </c:pt>
                <c:pt idx="4726">
                  <c:v>19500</c:v>
                </c:pt>
                <c:pt idx="4727">
                  <c:v>19500</c:v>
                </c:pt>
                <c:pt idx="4728">
                  <c:v>19500</c:v>
                </c:pt>
                <c:pt idx="4729">
                  <c:v>19500</c:v>
                </c:pt>
                <c:pt idx="4730">
                  <c:v>19500</c:v>
                </c:pt>
                <c:pt idx="4731">
                  <c:v>19500</c:v>
                </c:pt>
                <c:pt idx="4732">
                  <c:v>19500</c:v>
                </c:pt>
                <c:pt idx="4733">
                  <c:v>19500</c:v>
                </c:pt>
                <c:pt idx="4734">
                  <c:v>19500</c:v>
                </c:pt>
                <c:pt idx="4735">
                  <c:v>19500</c:v>
                </c:pt>
                <c:pt idx="4736">
                  <c:v>19500</c:v>
                </c:pt>
                <c:pt idx="4737">
                  <c:v>19500</c:v>
                </c:pt>
                <c:pt idx="4738">
                  <c:v>19500</c:v>
                </c:pt>
                <c:pt idx="4739">
                  <c:v>19500</c:v>
                </c:pt>
                <c:pt idx="4740">
                  <c:v>19500</c:v>
                </c:pt>
                <c:pt idx="4741">
                  <c:v>19000</c:v>
                </c:pt>
                <c:pt idx="4742">
                  <c:v>19000</c:v>
                </c:pt>
                <c:pt idx="4743">
                  <c:v>19000</c:v>
                </c:pt>
                <c:pt idx="4744">
                  <c:v>18500</c:v>
                </c:pt>
                <c:pt idx="4745">
                  <c:v>18500</c:v>
                </c:pt>
                <c:pt idx="4746">
                  <c:v>18500</c:v>
                </c:pt>
                <c:pt idx="4747">
                  <c:v>18500</c:v>
                </c:pt>
                <c:pt idx="4748">
                  <c:v>18500</c:v>
                </c:pt>
                <c:pt idx="4749">
                  <c:v>18500</c:v>
                </c:pt>
                <c:pt idx="4750">
                  <c:v>18500</c:v>
                </c:pt>
                <c:pt idx="4751">
                  <c:v>18500</c:v>
                </c:pt>
                <c:pt idx="4752">
                  <c:v>18500</c:v>
                </c:pt>
                <c:pt idx="4753">
                  <c:v>18500</c:v>
                </c:pt>
                <c:pt idx="4754">
                  <c:v>18500</c:v>
                </c:pt>
                <c:pt idx="4755">
                  <c:v>18500</c:v>
                </c:pt>
                <c:pt idx="4756">
                  <c:v>18500</c:v>
                </c:pt>
                <c:pt idx="4757">
                  <c:v>18300</c:v>
                </c:pt>
                <c:pt idx="4758">
                  <c:v>18000</c:v>
                </c:pt>
                <c:pt idx="4759">
                  <c:v>18000</c:v>
                </c:pt>
                <c:pt idx="4760">
                  <c:v>18000</c:v>
                </c:pt>
                <c:pt idx="4761">
                  <c:v>18000</c:v>
                </c:pt>
                <c:pt idx="4762">
                  <c:v>18000</c:v>
                </c:pt>
                <c:pt idx="4763">
                  <c:v>18000</c:v>
                </c:pt>
                <c:pt idx="4764">
                  <c:v>18000</c:v>
                </c:pt>
                <c:pt idx="4765">
                  <c:v>18000</c:v>
                </c:pt>
                <c:pt idx="4766">
                  <c:v>18000</c:v>
                </c:pt>
                <c:pt idx="4767">
                  <c:v>18000</c:v>
                </c:pt>
                <c:pt idx="4768">
                  <c:v>18000</c:v>
                </c:pt>
                <c:pt idx="4769">
                  <c:v>18000</c:v>
                </c:pt>
                <c:pt idx="4770">
                  <c:v>18000</c:v>
                </c:pt>
                <c:pt idx="4771">
                  <c:v>18000</c:v>
                </c:pt>
                <c:pt idx="4772">
                  <c:v>18000</c:v>
                </c:pt>
                <c:pt idx="4773">
                  <c:v>18000</c:v>
                </c:pt>
                <c:pt idx="4774">
                  <c:v>18000</c:v>
                </c:pt>
                <c:pt idx="4775">
                  <c:v>18000</c:v>
                </c:pt>
                <c:pt idx="4776">
                  <c:v>18000</c:v>
                </c:pt>
                <c:pt idx="4777">
                  <c:v>18000</c:v>
                </c:pt>
                <c:pt idx="4778">
                  <c:v>18000</c:v>
                </c:pt>
                <c:pt idx="4779">
                  <c:v>18000</c:v>
                </c:pt>
                <c:pt idx="4780">
                  <c:v>18000</c:v>
                </c:pt>
                <c:pt idx="4781">
                  <c:v>18000</c:v>
                </c:pt>
                <c:pt idx="4782">
                  <c:v>18000</c:v>
                </c:pt>
                <c:pt idx="4783">
                  <c:v>18000</c:v>
                </c:pt>
                <c:pt idx="4784">
                  <c:v>18000</c:v>
                </c:pt>
                <c:pt idx="4785">
                  <c:v>18000</c:v>
                </c:pt>
                <c:pt idx="4786">
                  <c:v>18000</c:v>
                </c:pt>
                <c:pt idx="4787">
                  <c:v>18000</c:v>
                </c:pt>
                <c:pt idx="4788">
                  <c:v>18000</c:v>
                </c:pt>
                <c:pt idx="4789">
                  <c:v>18000</c:v>
                </c:pt>
                <c:pt idx="4790">
                  <c:v>18000</c:v>
                </c:pt>
                <c:pt idx="4791">
                  <c:v>18000</c:v>
                </c:pt>
                <c:pt idx="4792">
                  <c:v>18000</c:v>
                </c:pt>
                <c:pt idx="4793">
                  <c:v>18000</c:v>
                </c:pt>
                <c:pt idx="4794">
                  <c:v>18000</c:v>
                </c:pt>
                <c:pt idx="4795">
                  <c:v>18000</c:v>
                </c:pt>
                <c:pt idx="4796">
                  <c:v>18300</c:v>
                </c:pt>
                <c:pt idx="4797">
                  <c:v>18500</c:v>
                </c:pt>
                <c:pt idx="4798">
                  <c:v>18500</c:v>
                </c:pt>
                <c:pt idx="4799">
                  <c:v>18500</c:v>
                </c:pt>
                <c:pt idx="4800">
                  <c:v>18500</c:v>
                </c:pt>
                <c:pt idx="4801">
                  <c:v>18500</c:v>
                </c:pt>
                <c:pt idx="4802">
                  <c:v>18500</c:v>
                </c:pt>
                <c:pt idx="4803">
                  <c:v>18500</c:v>
                </c:pt>
                <c:pt idx="4804">
                  <c:v>18500</c:v>
                </c:pt>
                <c:pt idx="4805">
                  <c:v>18800</c:v>
                </c:pt>
                <c:pt idx="4806">
                  <c:v>18800</c:v>
                </c:pt>
                <c:pt idx="4807">
                  <c:v>18800</c:v>
                </c:pt>
                <c:pt idx="4808">
                  <c:v>18800</c:v>
                </c:pt>
                <c:pt idx="4809">
                  <c:v>18800</c:v>
                </c:pt>
                <c:pt idx="4810">
                  <c:v>18800</c:v>
                </c:pt>
                <c:pt idx="4811">
                  <c:v>19500</c:v>
                </c:pt>
                <c:pt idx="4812">
                  <c:v>19500</c:v>
                </c:pt>
                <c:pt idx="4813">
                  <c:v>19500</c:v>
                </c:pt>
                <c:pt idx="4814">
                  <c:v>19500</c:v>
                </c:pt>
                <c:pt idx="4815">
                  <c:v>19500</c:v>
                </c:pt>
                <c:pt idx="4816">
                  <c:v>19500</c:v>
                </c:pt>
                <c:pt idx="4817">
                  <c:v>20000</c:v>
                </c:pt>
                <c:pt idx="4818">
                  <c:v>20000</c:v>
                </c:pt>
                <c:pt idx="4819">
                  <c:v>20000</c:v>
                </c:pt>
                <c:pt idx="4820">
                  <c:v>20000</c:v>
                </c:pt>
                <c:pt idx="4821">
                  <c:v>20000</c:v>
                </c:pt>
                <c:pt idx="4822">
                  <c:v>20000</c:v>
                </c:pt>
                <c:pt idx="4823">
                  <c:v>20000</c:v>
                </c:pt>
                <c:pt idx="4824">
                  <c:v>20000</c:v>
                </c:pt>
                <c:pt idx="4825">
                  <c:v>20000</c:v>
                </c:pt>
                <c:pt idx="4826">
                  <c:v>20300</c:v>
                </c:pt>
                <c:pt idx="4827">
                  <c:v>20300</c:v>
                </c:pt>
                <c:pt idx="4828">
                  <c:v>20300</c:v>
                </c:pt>
                <c:pt idx="4829">
                  <c:v>20300</c:v>
                </c:pt>
                <c:pt idx="4830">
                  <c:v>20300</c:v>
                </c:pt>
                <c:pt idx="4831">
                  <c:v>20300</c:v>
                </c:pt>
                <c:pt idx="4832">
                  <c:v>20300</c:v>
                </c:pt>
                <c:pt idx="4833">
                  <c:v>21000</c:v>
                </c:pt>
                <c:pt idx="4834">
                  <c:v>21000</c:v>
                </c:pt>
                <c:pt idx="4835">
                  <c:v>21000</c:v>
                </c:pt>
                <c:pt idx="4836">
                  <c:v>21000</c:v>
                </c:pt>
                <c:pt idx="4837">
                  <c:v>21000</c:v>
                </c:pt>
                <c:pt idx="4838">
                  <c:v>21000</c:v>
                </c:pt>
                <c:pt idx="4839">
                  <c:v>21000</c:v>
                </c:pt>
                <c:pt idx="4840">
                  <c:v>21000</c:v>
                </c:pt>
                <c:pt idx="4841">
                  <c:v>21000</c:v>
                </c:pt>
                <c:pt idx="4842">
                  <c:v>21000</c:v>
                </c:pt>
                <c:pt idx="4843">
                  <c:v>21000</c:v>
                </c:pt>
                <c:pt idx="4844">
                  <c:v>21000</c:v>
                </c:pt>
                <c:pt idx="4845">
                  <c:v>21000</c:v>
                </c:pt>
                <c:pt idx="4846">
                  <c:v>21000</c:v>
                </c:pt>
                <c:pt idx="4847">
                  <c:v>21300</c:v>
                </c:pt>
                <c:pt idx="4848">
                  <c:v>21300</c:v>
                </c:pt>
                <c:pt idx="4849">
                  <c:v>21300</c:v>
                </c:pt>
                <c:pt idx="4850">
                  <c:v>21300</c:v>
                </c:pt>
                <c:pt idx="4851">
                  <c:v>21300</c:v>
                </c:pt>
                <c:pt idx="4852">
                  <c:v>21300</c:v>
                </c:pt>
                <c:pt idx="4853">
                  <c:v>21300</c:v>
                </c:pt>
                <c:pt idx="4854">
                  <c:v>21300</c:v>
                </c:pt>
                <c:pt idx="4855">
                  <c:v>21300</c:v>
                </c:pt>
                <c:pt idx="4856">
                  <c:v>21300</c:v>
                </c:pt>
                <c:pt idx="4857">
                  <c:v>21300</c:v>
                </c:pt>
                <c:pt idx="4858">
                  <c:v>21300</c:v>
                </c:pt>
                <c:pt idx="4859">
                  <c:v>21300</c:v>
                </c:pt>
                <c:pt idx="4860">
                  <c:v>21300</c:v>
                </c:pt>
                <c:pt idx="4861">
                  <c:v>21300</c:v>
                </c:pt>
                <c:pt idx="4862">
                  <c:v>21300</c:v>
                </c:pt>
                <c:pt idx="4863">
                  <c:v>21300</c:v>
                </c:pt>
                <c:pt idx="4864">
                  <c:v>21300</c:v>
                </c:pt>
                <c:pt idx="4865">
                  <c:v>21000</c:v>
                </c:pt>
                <c:pt idx="4866">
                  <c:v>21000</c:v>
                </c:pt>
                <c:pt idx="4867">
                  <c:v>21000</c:v>
                </c:pt>
                <c:pt idx="4868">
                  <c:v>21000</c:v>
                </c:pt>
                <c:pt idx="4869">
                  <c:v>21000</c:v>
                </c:pt>
                <c:pt idx="4870">
                  <c:v>21000</c:v>
                </c:pt>
                <c:pt idx="4871">
                  <c:v>21000</c:v>
                </c:pt>
                <c:pt idx="4872">
                  <c:v>21000</c:v>
                </c:pt>
                <c:pt idx="4873">
                  <c:v>21000</c:v>
                </c:pt>
                <c:pt idx="4874">
                  <c:v>21000</c:v>
                </c:pt>
                <c:pt idx="4875">
                  <c:v>21000</c:v>
                </c:pt>
                <c:pt idx="4876">
                  <c:v>21000</c:v>
                </c:pt>
                <c:pt idx="4877">
                  <c:v>20500</c:v>
                </c:pt>
                <c:pt idx="4878">
                  <c:v>20500</c:v>
                </c:pt>
                <c:pt idx="4879">
                  <c:v>20500</c:v>
                </c:pt>
                <c:pt idx="4880">
                  <c:v>20500</c:v>
                </c:pt>
                <c:pt idx="4881">
                  <c:v>20500</c:v>
                </c:pt>
                <c:pt idx="4882">
                  <c:v>20500</c:v>
                </c:pt>
                <c:pt idx="4883">
                  <c:v>20500</c:v>
                </c:pt>
                <c:pt idx="4884">
                  <c:v>20500</c:v>
                </c:pt>
                <c:pt idx="4885">
                  <c:v>20500</c:v>
                </c:pt>
                <c:pt idx="4886">
                  <c:v>20500</c:v>
                </c:pt>
                <c:pt idx="4887">
                  <c:v>20500</c:v>
                </c:pt>
                <c:pt idx="4888">
                  <c:v>20000</c:v>
                </c:pt>
                <c:pt idx="4889">
                  <c:v>20000</c:v>
                </c:pt>
                <c:pt idx="4890">
                  <c:v>19500</c:v>
                </c:pt>
                <c:pt idx="4891">
                  <c:v>19500</c:v>
                </c:pt>
                <c:pt idx="4892">
                  <c:v>19500</c:v>
                </c:pt>
                <c:pt idx="4893">
                  <c:v>19500</c:v>
                </c:pt>
                <c:pt idx="4894">
                  <c:v>18000</c:v>
                </c:pt>
                <c:pt idx="4895">
                  <c:v>18000</c:v>
                </c:pt>
                <c:pt idx="4896">
                  <c:v>18000</c:v>
                </c:pt>
                <c:pt idx="4897">
                  <c:v>18000</c:v>
                </c:pt>
                <c:pt idx="4898">
                  <c:v>18000</c:v>
                </c:pt>
                <c:pt idx="4899">
                  <c:v>18000</c:v>
                </c:pt>
                <c:pt idx="4900">
                  <c:v>18000</c:v>
                </c:pt>
                <c:pt idx="4901">
                  <c:v>17500</c:v>
                </c:pt>
                <c:pt idx="4902">
                  <c:v>17200</c:v>
                </c:pt>
                <c:pt idx="4903">
                  <c:v>17200</c:v>
                </c:pt>
                <c:pt idx="4904">
                  <c:v>17000</c:v>
                </c:pt>
                <c:pt idx="4905">
                  <c:v>17000</c:v>
                </c:pt>
                <c:pt idx="4906">
                  <c:v>17000</c:v>
                </c:pt>
                <c:pt idx="4907">
                  <c:v>17000</c:v>
                </c:pt>
                <c:pt idx="4908">
                  <c:v>16500</c:v>
                </c:pt>
                <c:pt idx="4909">
                  <c:v>16500</c:v>
                </c:pt>
                <c:pt idx="4910">
                  <c:v>16200</c:v>
                </c:pt>
                <c:pt idx="4911">
                  <c:v>16200</c:v>
                </c:pt>
                <c:pt idx="4912">
                  <c:v>16200</c:v>
                </c:pt>
                <c:pt idx="4913">
                  <c:v>16200</c:v>
                </c:pt>
                <c:pt idx="4914">
                  <c:v>16200</c:v>
                </c:pt>
                <c:pt idx="4915">
                  <c:v>16200</c:v>
                </c:pt>
                <c:pt idx="4916">
                  <c:v>16000</c:v>
                </c:pt>
                <c:pt idx="4917">
                  <c:v>16200</c:v>
                </c:pt>
                <c:pt idx="4918">
                  <c:v>16200</c:v>
                </c:pt>
                <c:pt idx="4919">
                  <c:v>16200</c:v>
                </c:pt>
                <c:pt idx="4920">
                  <c:v>16200</c:v>
                </c:pt>
                <c:pt idx="4921">
                  <c:v>16200</c:v>
                </c:pt>
                <c:pt idx="4922">
                  <c:v>16200</c:v>
                </c:pt>
                <c:pt idx="4923">
                  <c:v>16500</c:v>
                </c:pt>
                <c:pt idx="4924">
                  <c:v>16500</c:v>
                </c:pt>
                <c:pt idx="4925">
                  <c:v>16500</c:v>
                </c:pt>
                <c:pt idx="4926">
                  <c:v>16500</c:v>
                </c:pt>
                <c:pt idx="4927">
                  <c:v>16500</c:v>
                </c:pt>
                <c:pt idx="4928">
                  <c:v>16500</c:v>
                </c:pt>
                <c:pt idx="4929">
                  <c:v>16500</c:v>
                </c:pt>
                <c:pt idx="4930">
                  <c:v>16500</c:v>
                </c:pt>
                <c:pt idx="4931">
                  <c:v>16500</c:v>
                </c:pt>
                <c:pt idx="4932">
                  <c:v>16800</c:v>
                </c:pt>
                <c:pt idx="4933">
                  <c:v>16800</c:v>
                </c:pt>
                <c:pt idx="4934">
                  <c:v>16800</c:v>
                </c:pt>
                <c:pt idx="4935">
                  <c:v>16800</c:v>
                </c:pt>
                <c:pt idx="4936">
                  <c:v>17000</c:v>
                </c:pt>
                <c:pt idx="4937">
                  <c:v>17000</c:v>
                </c:pt>
                <c:pt idx="4938">
                  <c:v>17000</c:v>
                </c:pt>
                <c:pt idx="4939">
                  <c:v>17000</c:v>
                </c:pt>
                <c:pt idx="4940">
                  <c:v>17500</c:v>
                </c:pt>
                <c:pt idx="4941">
                  <c:v>17500</c:v>
                </c:pt>
                <c:pt idx="4942">
                  <c:v>17500</c:v>
                </c:pt>
                <c:pt idx="4943">
                  <c:v>17500</c:v>
                </c:pt>
                <c:pt idx="4944">
                  <c:v>17500</c:v>
                </c:pt>
                <c:pt idx="4945">
                  <c:v>18000</c:v>
                </c:pt>
                <c:pt idx="4946">
                  <c:v>18000</c:v>
                </c:pt>
                <c:pt idx="4947">
                  <c:v>18000</c:v>
                </c:pt>
                <c:pt idx="4948">
                  <c:v>18000</c:v>
                </c:pt>
                <c:pt idx="4949">
                  <c:v>18000</c:v>
                </c:pt>
                <c:pt idx="4950">
                  <c:v>18500</c:v>
                </c:pt>
                <c:pt idx="4951">
                  <c:v>18500</c:v>
                </c:pt>
                <c:pt idx="4952">
                  <c:v>18500</c:v>
                </c:pt>
                <c:pt idx="4953">
                  <c:v>18500</c:v>
                </c:pt>
                <c:pt idx="4954">
                  <c:v>18500</c:v>
                </c:pt>
                <c:pt idx="4955">
                  <c:v>18500</c:v>
                </c:pt>
                <c:pt idx="4956">
                  <c:v>18500</c:v>
                </c:pt>
                <c:pt idx="4957">
                  <c:v>19000</c:v>
                </c:pt>
                <c:pt idx="4958">
                  <c:v>19500</c:v>
                </c:pt>
                <c:pt idx="4959">
                  <c:v>19500</c:v>
                </c:pt>
                <c:pt idx="4960">
                  <c:v>20500</c:v>
                </c:pt>
                <c:pt idx="4961">
                  <c:v>20500</c:v>
                </c:pt>
                <c:pt idx="4962">
                  <c:v>20500</c:v>
                </c:pt>
                <c:pt idx="4963">
                  <c:v>20500</c:v>
                </c:pt>
                <c:pt idx="4964">
                  <c:v>20500</c:v>
                </c:pt>
                <c:pt idx="4965">
                  <c:v>20500</c:v>
                </c:pt>
                <c:pt idx="4966">
                  <c:v>20500</c:v>
                </c:pt>
                <c:pt idx="4967">
                  <c:v>21000</c:v>
                </c:pt>
                <c:pt idx="4968">
                  <c:v>21000</c:v>
                </c:pt>
                <c:pt idx="4969">
                  <c:v>21000</c:v>
                </c:pt>
                <c:pt idx="4970">
                  <c:v>21000</c:v>
                </c:pt>
                <c:pt idx="4971">
                  <c:v>21000</c:v>
                </c:pt>
                <c:pt idx="4972">
                  <c:v>21000</c:v>
                </c:pt>
                <c:pt idx="4973">
                  <c:v>21000</c:v>
                </c:pt>
                <c:pt idx="4974">
                  <c:v>21000</c:v>
                </c:pt>
                <c:pt idx="4975">
                  <c:v>21000</c:v>
                </c:pt>
                <c:pt idx="4976">
                  <c:v>21000</c:v>
                </c:pt>
                <c:pt idx="4977">
                  <c:v>21000</c:v>
                </c:pt>
                <c:pt idx="4978">
                  <c:v>21000</c:v>
                </c:pt>
                <c:pt idx="4979">
                  <c:v>21000</c:v>
                </c:pt>
                <c:pt idx="4980">
                  <c:v>21000</c:v>
                </c:pt>
                <c:pt idx="4981">
                  <c:v>21000</c:v>
                </c:pt>
                <c:pt idx="4982">
                  <c:v>21000</c:v>
                </c:pt>
                <c:pt idx="4983">
                  <c:v>21000</c:v>
                </c:pt>
                <c:pt idx="4984">
                  <c:v>21000</c:v>
                </c:pt>
                <c:pt idx="4985">
                  <c:v>21000</c:v>
                </c:pt>
                <c:pt idx="4986">
                  <c:v>21000</c:v>
                </c:pt>
                <c:pt idx="4987">
                  <c:v>21300</c:v>
                </c:pt>
                <c:pt idx="4988">
                  <c:v>21300</c:v>
                </c:pt>
                <c:pt idx="4989">
                  <c:v>21300</c:v>
                </c:pt>
                <c:pt idx="4990">
                  <c:v>21300</c:v>
                </c:pt>
                <c:pt idx="4991">
                  <c:v>21300</c:v>
                </c:pt>
                <c:pt idx="4992">
                  <c:v>21300</c:v>
                </c:pt>
                <c:pt idx="4993">
                  <c:v>21300</c:v>
                </c:pt>
                <c:pt idx="4994">
                  <c:v>21300</c:v>
                </c:pt>
                <c:pt idx="4995">
                  <c:v>21000</c:v>
                </c:pt>
                <c:pt idx="4996">
                  <c:v>21000</c:v>
                </c:pt>
                <c:pt idx="4997">
                  <c:v>21000</c:v>
                </c:pt>
                <c:pt idx="4998">
                  <c:v>21000</c:v>
                </c:pt>
                <c:pt idx="4999">
                  <c:v>21000</c:v>
                </c:pt>
                <c:pt idx="5000">
                  <c:v>21000</c:v>
                </c:pt>
                <c:pt idx="5001">
                  <c:v>21000</c:v>
                </c:pt>
                <c:pt idx="5002">
                  <c:v>21000</c:v>
                </c:pt>
                <c:pt idx="5003">
                  <c:v>21000</c:v>
                </c:pt>
                <c:pt idx="5004">
                  <c:v>21000</c:v>
                </c:pt>
                <c:pt idx="5005">
                  <c:v>21000</c:v>
                </c:pt>
                <c:pt idx="5006">
                  <c:v>21000</c:v>
                </c:pt>
                <c:pt idx="5007">
                  <c:v>21000</c:v>
                </c:pt>
                <c:pt idx="5008">
                  <c:v>20700</c:v>
                </c:pt>
                <c:pt idx="5009">
                  <c:v>20700</c:v>
                </c:pt>
                <c:pt idx="5010">
                  <c:v>20500</c:v>
                </c:pt>
                <c:pt idx="5011">
                  <c:v>20500</c:v>
                </c:pt>
                <c:pt idx="5012">
                  <c:v>20500</c:v>
                </c:pt>
                <c:pt idx="5013">
                  <c:v>20000</c:v>
                </c:pt>
                <c:pt idx="5014">
                  <c:v>20000</c:v>
                </c:pt>
                <c:pt idx="5015">
                  <c:v>20000</c:v>
                </c:pt>
                <c:pt idx="5016">
                  <c:v>19500</c:v>
                </c:pt>
                <c:pt idx="5017">
                  <c:v>19000</c:v>
                </c:pt>
                <c:pt idx="5018">
                  <c:v>19000</c:v>
                </c:pt>
                <c:pt idx="5019">
                  <c:v>19000</c:v>
                </c:pt>
                <c:pt idx="5020">
                  <c:v>17500</c:v>
                </c:pt>
                <c:pt idx="5021">
                  <c:v>17500</c:v>
                </c:pt>
                <c:pt idx="5022">
                  <c:v>17500</c:v>
                </c:pt>
                <c:pt idx="5023">
                  <c:v>17500</c:v>
                </c:pt>
                <c:pt idx="5024">
                  <c:v>17500</c:v>
                </c:pt>
                <c:pt idx="5025">
                  <c:v>17500</c:v>
                </c:pt>
                <c:pt idx="5026">
                  <c:v>17500</c:v>
                </c:pt>
                <c:pt idx="5027">
                  <c:v>17500</c:v>
                </c:pt>
                <c:pt idx="5028">
                  <c:v>17000</c:v>
                </c:pt>
                <c:pt idx="5029">
                  <c:v>17000</c:v>
                </c:pt>
                <c:pt idx="5030">
                  <c:v>17000</c:v>
                </c:pt>
                <c:pt idx="5031">
                  <c:v>17000</c:v>
                </c:pt>
                <c:pt idx="5032">
                  <c:v>17000</c:v>
                </c:pt>
                <c:pt idx="5033">
                  <c:v>17000</c:v>
                </c:pt>
                <c:pt idx="5034">
                  <c:v>17000</c:v>
                </c:pt>
                <c:pt idx="5035">
                  <c:v>17500</c:v>
                </c:pt>
                <c:pt idx="5036">
                  <c:v>17500</c:v>
                </c:pt>
                <c:pt idx="5037">
                  <c:v>17500</c:v>
                </c:pt>
                <c:pt idx="5038">
                  <c:v>17500</c:v>
                </c:pt>
                <c:pt idx="5039">
                  <c:v>17500</c:v>
                </c:pt>
                <c:pt idx="5040">
                  <c:v>17500</c:v>
                </c:pt>
                <c:pt idx="5041">
                  <c:v>17500</c:v>
                </c:pt>
                <c:pt idx="5042">
                  <c:v>17500</c:v>
                </c:pt>
                <c:pt idx="5043">
                  <c:v>17500</c:v>
                </c:pt>
                <c:pt idx="5044">
                  <c:v>17000</c:v>
                </c:pt>
                <c:pt idx="5045">
                  <c:v>17000</c:v>
                </c:pt>
                <c:pt idx="5046">
                  <c:v>17000</c:v>
                </c:pt>
                <c:pt idx="5047">
                  <c:v>17000</c:v>
                </c:pt>
                <c:pt idx="5048">
                  <c:v>17000</c:v>
                </c:pt>
                <c:pt idx="5049">
                  <c:v>17000</c:v>
                </c:pt>
                <c:pt idx="5050">
                  <c:v>17000</c:v>
                </c:pt>
                <c:pt idx="5051">
                  <c:v>17000</c:v>
                </c:pt>
                <c:pt idx="5052">
                  <c:v>17000</c:v>
                </c:pt>
                <c:pt idx="5053">
                  <c:v>17000</c:v>
                </c:pt>
                <c:pt idx="5054">
                  <c:v>17000</c:v>
                </c:pt>
                <c:pt idx="5055">
                  <c:v>17000</c:v>
                </c:pt>
                <c:pt idx="5056">
                  <c:v>17000</c:v>
                </c:pt>
                <c:pt idx="5057">
                  <c:v>17000</c:v>
                </c:pt>
                <c:pt idx="5058">
                  <c:v>17000</c:v>
                </c:pt>
                <c:pt idx="5059">
                  <c:v>17000</c:v>
                </c:pt>
                <c:pt idx="5060">
                  <c:v>17000</c:v>
                </c:pt>
                <c:pt idx="5061">
                  <c:v>17000</c:v>
                </c:pt>
                <c:pt idx="5062">
                  <c:v>17000</c:v>
                </c:pt>
                <c:pt idx="5063">
                  <c:v>17000</c:v>
                </c:pt>
                <c:pt idx="5064">
                  <c:v>17000</c:v>
                </c:pt>
                <c:pt idx="5065">
                  <c:v>17000</c:v>
                </c:pt>
                <c:pt idx="5066">
                  <c:v>17000</c:v>
                </c:pt>
                <c:pt idx="5067">
                  <c:v>17000</c:v>
                </c:pt>
                <c:pt idx="5068">
                  <c:v>17000</c:v>
                </c:pt>
                <c:pt idx="5069">
                  <c:v>17000</c:v>
                </c:pt>
                <c:pt idx="5070">
                  <c:v>17000</c:v>
                </c:pt>
                <c:pt idx="5071">
                  <c:v>17000</c:v>
                </c:pt>
                <c:pt idx="5072">
                  <c:v>17000</c:v>
                </c:pt>
                <c:pt idx="5073">
                  <c:v>17000</c:v>
                </c:pt>
                <c:pt idx="5074">
                  <c:v>17000</c:v>
                </c:pt>
                <c:pt idx="5075">
                  <c:v>17000</c:v>
                </c:pt>
                <c:pt idx="5076">
                  <c:v>17000</c:v>
                </c:pt>
                <c:pt idx="5077">
                  <c:v>17000</c:v>
                </c:pt>
                <c:pt idx="5078">
                  <c:v>17000</c:v>
                </c:pt>
                <c:pt idx="5079">
                  <c:v>17000</c:v>
                </c:pt>
                <c:pt idx="5080">
                  <c:v>17000</c:v>
                </c:pt>
                <c:pt idx="5081">
                  <c:v>17000</c:v>
                </c:pt>
                <c:pt idx="5082">
                  <c:v>17000</c:v>
                </c:pt>
                <c:pt idx="5083">
                  <c:v>17000</c:v>
                </c:pt>
                <c:pt idx="5084">
                  <c:v>17000</c:v>
                </c:pt>
                <c:pt idx="5085">
                  <c:v>17000</c:v>
                </c:pt>
                <c:pt idx="5086">
                  <c:v>17200</c:v>
                </c:pt>
                <c:pt idx="5087">
                  <c:v>17500</c:v>
                </c:pt>
                <c:pt idx="5088">
                  <c:v>17500</c:v>
                </c:pt>
                <c:pt idx="5089">
                  <c:v>17500</c:v>
                </c:pt>
                <c:pt idx="5090">
                  <c:v>17500</c:v>
                </c:pt>
                <c:pt idx="5091">
                  <c:v>18000</c:v>
                </c:pt>
                <c:pt idx="5092">
                  <c:v>18000</c:v>
                </c:pt>
                <c:pt idx="5093">
                  <c:v>18500</c:v>
                </c:pt>
                <c:pt idx="5094">
                  <c:v>18500</c:v>
                </c:pt>
                <c:pt idx="5095">
                  <c:v>18500</c:v>
                </c:pt>
                <c:pt idx="5096">
                  <c:v>18500</c:v>
                </c:pt>
                <c:pt idx="5097">
                  <c:v>18500</c:v>
                </c:pt>
                <c:pt idx="5098">
                  <c:v>18500</c:v>
                </c:pt>
                <c:pt idx="5099">
                  <c:v>18500</c:v>
                </c:pt>
                <c:pt idx="5100">
                  <c:v>18500</c:v>
                </c:pt>
                <c:pt idx="5101">
                  <c:v>18500</c:v>
                </c:pt>
                <c:pt idx="5102">
                  <c:v>18500</c:v>
                </c:pt>
                <c:pt idx="5103">
                  <c:v>18500</c:v>
                </c:pt>
                <c:pt idx="5104">
                  <c:v>18500</c:v>
                </c:pt>
                <c:pt idx="5105">
                  <c:v>18500</c:v>
                </c:pt>
                <c:pt idx="5106">
                  <c:v>18500</c:v>
                </c:pt>
                <c:pt idx="5107">
                  <c:v>18500</c:v>
                </c:pt>
                <c:pt idx="5108">
                  <c:v>18500</c:v>
                </c:pt>
                <c:pt idx="5109">
                  <c:v>18500</c:v>
                </c:pt>
                <c:pt idx="5110">
                  <c:v>18500</c:v>
                </c:pt>
                <c:pt idx="5111">
                  <c:v>18500</c:v>
                </c:pt>
                <c:pt idx="5112">
                  <c:v>18500</c:v>
                </c:pt>
                <c:pt idx="5113">
                  <c:v>18500</c:v>
                </c:pt>
                <c:pt idx="5114">
                  <c:v>18500</c:v>
                </c:pt>
                <c:pt idx="5115">
                  <c:v>18500</c:v>
                </c:pt>
                <c:pt idx="5116">
                  <c:v>18500</c:v>
                </c:pt>
                <c:pt idx="5117">
                  <c:v>18500</c:v>
                </c:pt>
                <c:pt idx="5118">
                  <c:v>18500</c:v>
                </c:pt>
                <c:pt idx="5119">
                  <c:v>18500</c:v>
                </c:pt>
                <c:pt idx="5120">
                  <c:v>18500</c:v>
                </c:pt>
                <c:pt idx="5121">
                  <c:v>18500</c:v>
                </c:pt>
                <c:pt idx="5122">
                  <c:v>18500</c:v>
                </c:pt>
                <c:pt idx="5123">
                  <c:v>18500</c:v>
                </c:pt>
                <c:pt idx="5124">
                  <c:v>18500</c:v>
                </c:pt>
                <c:pt idx="5125">
                  <c:v>18500</c:v>
                </c:pt>
                <c:pt idx="5126">
                  <c:v>18500</c:v>
                </c:pt>
                <c:pt idx="5127">
                  <c:v>18500</c:v>
                </c:pt>
                <c:pt idx="5128">
                  <c:v>18500</c:v>
                </c:pt>
                <c:pt idx="5129">
                  <c:v>18500</c:v>
                </c:pt>
                <c:pt idx="5130">
                  <c:v>18500</c:v>
                </c:pt>
                <c:pt idx="5131">
                  <c:v>18500</c:v>
                </c:pt>
                <c:pt idx="5132">
                  <c:v>18500</c:v>
                </c:pt>
                <c:pt idx="5133">
                  <c:v>18500</c:v>
                </c:pt>
                <c:pt idx="5134">
                  <c:v>18500</c:v>
                </c:pt>
                <c:pt idx="5135">
                  <c:v>18500</c:v>
                </c:pt>
                <c:pt idx="5136">
                  <c:v>18500</c:v>
                </c:pt>
                <c:pt idx="5137">
                  <c:v>18500</c:v>
                </c:pt>
                <c:pt idx="5138">
                  <c:v>18500</c:v>
                </c:pt>
                <c:pt idx="5139">
                  <c:v>18500</c:v>
                </c:pt>
                <c:pt idx="5140">
                  <c:v>18500</c:v>
                </c:pt>
                <c:pt idx="5141">
                  <c:v>18500</c:v>
                </c:pt>
                <c:pt idx="5142">
                  <c:v>18500</c:v>
                </c:pt>
                <c:pt idx="5143">
                  <c:v>18500</c:v>
                </c:pt>
                <c:pt idx="5144">
                  <c:v>18500</c:v>
                </c:pt>
                <c:pt idx="5145">
                  <c:v>18500</c:v>
                </c:pt>
                <c:pt idx="5146">
                  <c:v>18500</c:v>
                </c:pt>
                <c:pt idx="5147">
                  <c:v>18500</c:v>
                </c:pt>
                <c:pt idx="5148">
                  <c:v>18500</c:v>
                </c:pt>
                <c:pt idx="5149">
                  <c:v>18500</c:v>
                </c:pt>
                <c:pt idx="5150">
                  <c:v>18500</c:v>
                </c:pt>
                <c:pt idx="5151">
                  <c:v>18500</c:v>
                </c:pt>
                <c:pt idx="5152">
                  <c:v>18500</c:v>
                </c:pt>
                <c:pt idx="5153">
                  <c:v>18500</c:v>
                </c:pt>
                <c:pt idx="5154">
                  <c:v>18500</c:v>
                </c:pt>
                <c:pt idx="5155">
                  <c:v>18500</c:v>
                </c:pt>
                <c:pt idx="5156">
                  <c:v>18500</c:v>
                </c:pt>
                <c:pt idx="5157">
                  <c:v>18500</c:v>
                </c:pt>
                <c:pt idx="5158">
                  <c:v>18500</c:v>
                </c:pt>
                <c:pt idx="5159">
                  <c:v>18500</c:v>
                </c:pt>
                <c:pt idx="5160">
                  <c:v>18500</c:v>
                </c:pt>
                <c:pt idx="5161">
                  <c:v>18500</c:v>
                </c:pt>
                <c:pt idx="5162">
                  <c:v>18500</c:v>
                </c:pt>
                <c:pt idx="5163">
                  <c:v>18500</c:v>
                </c:pt>
                <c:pt idx="5164">
                  <c:v>18500</c:v>
                </c:pt>
                <c:pt idx="5165">
                  <c:v>18500</c:v>
                </c:pt>
                <c:pt idx="5166">
                  <c:v>18500</c:v>
                </c:pt>
                <c:pt idx="5167">
                  <c:v>18500</c:v>
                </c:pt>
                <c:pt idx="5168">
                  <c:v>18500</c:v>
                </c:pt>
                <c:pt idx="5169">
                  <c:v>18500</c:v>
                </c:pt>
                <c:pt idx="5170">
                  <c:v>18200</c:v>
                </c:pt>
                <c:pt idx="5171">
                  <c:v>18200</c:v>
                </c:pt>
                <c:pt idx="5172">
                  <c:v>18200</c:v>
                </c:pt>
                <c:pt idx="5173">
                  <c:v>18200</c:v>
                </c:pt>
                <c:pt idx="5174">
                  <c:v>18200</c:v>
                </c:pt>
                <c:pt idx="5175">
                  <c:v>18200</c:v>
                </c:pt>
                <c:pt idx="5176">
                  <c:v>18200</c:v>
                </c:pt>
                <c:pt idx="5177">
                  <c:v>18200</c:v>
                </c:pt>
                <c:pt idx="5178">
                  <c:v>18000</c:v>
                </c:pt>
                <c:pt idx="5179">
                  <c:v>18000</c:v>
                </c:pt>
                <c:pt idx="5180">
                  <c:v>18000</c:v>
                </c:pt>
                <c:pt idx="5181">
                  <c:v>18000</c:v>
                </c:pt>
                <c:pt idx="5182">
                  <c:v>18000</c:v>
                </c:pt>
                <c:pt idx="5183">
                  <c:v>18000</c:v>
                </c:pt>
                <c:pt idx="5184">
                  <c:v>18000</c:v>
                </c:pt>
                <c:pt idx="5185">
                  <c:v>17500</c:v>
                </c:pt>
                <c:pt idx="5186">
                  <c:v>17500</c:v>
                </c:pt>
                <c:pt idx="5187">
                  <c:v>17500</c:v>
                </c:pt>
                <c:pt idx="5188">
                  <c:v>17500</c:v>
                </c:pt>
                <c:pt idx="5189">
                  <c:v>17500</c:v>
                </c:pt>
                <c:pt idx="5190">
                  <c:v>17500</c:v>
                </c:pt>
                <c:pt idx="5191">
                  <c:v>16500</c:v>
                </c:pt>
                <c:pt idx="5192">
                  <c:v>16500</c:v>
                </c:pt>
                <c:pt idx="5193">
                  <c:v>16500</c:v>
                </c:pt>
                <c:pt idx="5194">
                  <c:v>16500</c:v>
                </c:pt>
                <c:pt idx="5195">
                  <c:v>15500</c:v>
                </c:pt>
                <c:pt idx="5196">
                  <c:v>15500</c:v>
                </c:pt>
                <c:pt idx="5197">
                  <c:v>15500</c:v>
                </c:pt>
                <c:pt idx="5198">
                  <c:v>15000</c:v>
                </c:pt>
                <c:pt idx="5199">
                  <c:v>15000</c:v>
                </c:pt>
                <c:pt idx="5200">
                  <c:v>15000</c:v>
                </c:pt>
                <c:pt idx="5201">
                  <c:v>15000</c:v>
                </c:pt>
                <c:pt idx="5202">
                  <c:v>14500</c:v>
                </c:pt>
                <c:pt idx="5203">
                  <c:v>14500</c:v>
                </c:pt>
                <c:pt idx="5204">
                  <c:v>14500</c:v>
                </c:pt>
                <c:pt idx="5205">
                  <c:v>15300</c:v>
                </c:pt>
                <c:pt idx="5206">
                  <c:v>15300</c:v>
                </c:pt>
                <c:pt idx="5207">
                  <c:v>15300</c:v>
                </c:pt>
                <c:pt idx="5208">
                  <c:v>15300</c:v>
                </c:pt>
                <c:pt idx="5209">
                  <c:v>15300</c:v>
                </c:pt>
                <c:pt idx="5210">
                  <c:v>15300</c:v>
                </c:pt>
                <c:pt idx="5211">
                  <c:v>15300</c:v>
                </c:pt>
                <c:pt idx="5212">
                  <c:v>15000</c:v>
                </c:pt>
                <c:pt idx="5213">
                  <c:v>15000</c:v>
                </c:pt>
                <c:pt idx="5214">
                  <c:v>15000</c:v>
                </c:pt>
                <c:pt idx="5215">
                  <c:v>15000</c:v>
                </c:pt>
                <c:pt idx="5216">
                  <c:v>15000</c:v>
                </c:pt>
                <c:pt idx="5217">
                  <c:v>15000</c:v>
                </c:pt>
                <c:pt idx="5218">
                  <c:v>15000</c:v>
                </c:pt>
                <c:pt idx="5219">
                  <c:v>14700</c:v>
                </c:pt>
                <c:pt idx="5220">
                  <c:v>14700</c:v>
                </c:pt>
                <c:pt idx="5221">
                  <c:v>14700</c:v>
                </c:pt>
                <c:pt idx="5222">
                  <c:v>14700</c:v>
                </c:pt>
                <c:pt idx="5223">
                  <c:v>14700</c:v>
                </c:pt>
                <c:pt idx="5224">
                  <c:v>14700</c:v>
                </c:pt>
                <c:pt idx="5225">
                  <c:v>14700</c:v>
                </c:pt>
                <c:pt idx="5226">
                  <c:v>14500</c:v>
                </c:pt>
                <c:pt idx="5227">
                  <c:v>14500</c:v>
                </c:pt>
                <c:pt idx="5228">
                  <c:v>14500</c:v>
                </c:pt>
                <c:pt idx="5229">
                  <c:v>15000</c:v>
                </c:pt>
                <c:pt idx="5230">
                  <c:v>15000</c:v>
                </c:pt>
                <c:pt idx="5231">
                  <c:v>15000</c:v>
                </c:pt>
                <c:pt idx="5232">
                  <c:v>15000</c:v>
                </c:pt>
                <c:pt idx="5233">
                  <c:v>15000</c:v>
                </c:pt>
                <c:pt idx="5234">
                  <c:v>15000</c:v>
                </c:pt>
                <c:pt idx="5235">
                  <c:v>15000</c:v>
                </c:pt>
                <c:pt idx="5236">
                  <c:v>15000</c:v>
                </c:pt>
                <c:pt idx="5237">
                  <c:v>15000</c:v>
                </c:pt>
                <c:pt idx="5238">
                  <c:v>15000</c:v>
                </c:pt>
                <c:pt idx="5239">
                  <c:v>15000</c:v>
                </c:pt>
                <c:pt idx="5240">
                  <c:v>14500</c:v>
                </c:pt>
                <c:pt idx="5241">
                  <c:v>14500</c:v>
                </c:pt>
                <c:pt idx="5242">
                  <c:v>14500</c:v>
                </c:pt>
                <c:pt idx="5243">
                  <c:v>14500</c:v>
                </c:pt>
                <c:pt idx="5244">
                  <c:v>14500</c:v>
                </c:pt>
                <c:pt idx="5245">
                  <c:v>14500</c:v>
                </c:pt>
                <c:pt idx="5246">
                  <c:v>14500</c:v>
                </c:pt>
                <c:pt idx="5247">
                  <c:v>14500</c:v>
                </c:pt>
                <c:pt idx="5248">
                  <c:v>14500</c:v>
                </c:pt>
                <c:pt idx="5249">
                  <c:v>14500</c:v>
                </c:pt>
                <c:pt idx="5250">
                  <c:v>14500</c:v>
                </c:pt>
                <c:pt idx="5251">
                  <c:v>14500</c:v>
                </c:pt>
                <c:pt idx="5252">
                  <c:v>14500</c:v>
                </c:pt>
                <c:pt idx="5253">
                  <c:v>14700</c:v>
                </c:pt>
                <c:pt idx="5254">
                  <c:v>14700</c:v>
                </c:pt>
                <c:pt idx="5255">
                  <c:v>14700</c:v>
                </c:pt>
                <c:pt idx="5256">
                  <c:v>14700</c:v>
                </c:pt>
                <c:pt idx="5257">
                  <c:v>14700</c:v>
                </c:pt>
                <c:pt idx="5258">
                  <c:v>14700</c:v>
                </c:pt>
                <c:pt idx="5259">
                  <c:v>14700</c:v>
                </c:pt>
                <c:pt idx="5260">
                  <c:v>15000</c:v>
                </c:pt>
                <c:pt idx="5261">
                  <c:v>15000</c:v>
                </c:pt>
                <c:pt idx="5262">
                  <c:v>15000</c:v>
                </c:pt>
                <c:pt idx="5263">
                  <c:v>15000</c:v>
                </c:pt>
                <c:pt idx="5264">
                  <c:v>15000</c:v>
                </c:pt>
                <c:pt idx="5265">
                  <c:v>15700</c:v>
                </c:pt>
                <c:pt idx="5266">
                  <c:v>15700</c:v>
                </c:pt>
                <c:pt idx="5267">
                  <c:v>15700</c:v>
                </c:pt>
                <c:pt idx="5268">
                  <c:v>16000</c:v>
                </c:pt>
                <c:pt idx="5269">
                  <c:v>16000</c:v>
                </c:pt>
                <c:pt idx="5270">
                  <c:v>16000</c:v>
                </c:pt>
                <c:pt idx="5271">
                  <c:v>16000</c:v>
                </c:pt>
                <c:pt idx="5272">
                  <c:v>16500</c:v>
                </c:pt>
                <c:pt idx="5273">
                  <c:v>16500</c:v>
                </c:pt>
                <c:pt idx="5274">
                  <c:v>16500</c:v>
                </c:pt>
                <c:pt idx="5275">
                  <c:v>17000</c:v>
                </c:pt>
                <c:pt idx="5276">
                  <c:v>17000</c:v>
                </c:pt>
                <c:pt idx="5277">
                  <c:v>17000</c:v>
                </c:pt>
                <c:pt idx="5278">
                  <c:v>17000</c:v>
                </c:pt>
                <c:pt idx="5279">
                  <c:v>17000</c:v>
                </c:pt>
                <c:pt idx="5280">
                  <c:v>17000</c:v>
                </c:pt>
                <c:pt idx="5281">
                  <c:v>17500</c:v>
                </c:pt>
                <c:pt idx="5282">
                  <c:v>17500</c:v>
                </c:pt>
                <c:pt idx="5283">
                  <c:v>17500</c:v>
                </c:pt>
                <c:pt idx="5284">
                  <c:v>17500</c:v>
                </c:pt>
                <c:pt idx="5285">
                  <c:v>17500</c:v>
                </c:pt>
                <c:pt idx="5286">
                  <c:v>17500</c:v>
                </c:pt>
                <c:pt idx="5287">
                  <c:v>17500</c:v>
                </c:pt>
                <c:pt idx="5288">
                  <c:v>17500</c:v>
                </c:pt>
                <c:pt idx="5289">
                  <c:v>17500</c:v>
                </c:pt>
                <c:pt idx="5290">
                  <c:v>17500</c:v>
                </c:pt>
                <c:pt idx="5291">
                  <c:v>17500</c:v>
                </c:pt>
                <c:pt idx="5292">
                  <c:v>17500</c:v>
                </c:pt>
                <c:pt idx="5293">
                  <c:v>17500</c:v>
                </c:pt>
                <c:pt idx="5294">
                  <c:v>17500</c:v>
                </c:pt>
                <c:pt idx="5295">
                  <c:v>17500</c:v>
                </c:pt>
                <c:pt idx="5296">
                  <c:v>17500</c:v>
                </c:pt>
                <c:pt idx="5297">
                  <c:v>17500</c:v>
                </c:pt>
                <c:pt idx="5298">
                  <c:v>17500</c:v>
                </c:pt>
                <c:pt idx="5299">
                  <c:v>17500</c:v>
                </c:pt>
                <c:pt idx="5300">
                  <c:v>17500</c:v>
                </c:pt>
                <c:pt idx="5301">
                  <c:v>17500</c:v>
                </c:pt>
                <c:pt idx="5302">
                  <c:v>17500</c:v>
                </c:pt>
                <c:pt idx="5303">
                  <c:v>17000</c:v>
                </c:pt>
                <c:pt idx="5304">
                  <c:v>17000</c:v>
                </c:pt>
                <c:pt idx="5305">
                  <c:v>17000</c:v>
                </c:pt>
                <c:pt idx="5306">
                  <c:v>17000</c:v>
                </c:pt>
                <c:pt idx="5307">
                  <c:v>17000</c:v>
                </c:pt>
                <c:pt idx="5308">
                  <c:v>17000</c:v>
                </c:pt>
                <c:pt idx="5309">
                  <c:v>16500</c:v>
                </c:pt>
                <c:pt idx="5310">
                  <c:v>16500</c:v>
                </c:pt>
                <c:pt idx="5311">
                  <c:v>16500</c:v>
                </c:pt>
                <c:pt idx="5312">
                  <c:v>16500</c:v>
                </c:pt>
                <c:pt idx="5313">
                  <c:v>16500</c:v>
                </c:pt>
                <c:pt idx="5314">
                  <c:v>16000</c:v>
                </c:pt>
                <c:pt idx="5315">
                  <c:v>16000</c:v>
                </c:pt>
                <c:pt idx="5316">
                  <c:v>16000</c:v>
                </c:pt>
                <c:pt idx="5317">
                  <c:v>15500</c:v>
                </c:pt>
                <c:pt idx="5318">
                  <c:v>15500</c:v>
                </c:pt>
                <c:pt idx="5319">
                  <c:v>15500</c:v>
                </c:pt>
                <c:pt idx="5320">
                  <c:v>15500</c:v>
                </c:pt>
                <c:pt idx="5321">
                  <c:v>15800</c:v>
                </c:pt>
                <c:pt idx="5322">
                  <c:v>15800</c:v>
                </c:pt>
                <c:pt idx="5323">
                  <c:v>16000</c:v>
                </c:pt>
                <c:pt idx="5324">
                  <c:v>16000</c:v>
                </c:pt>
                <c:pt idx="5325">
                  <c:v>16000</c:v>
                </c:pt>
                <c:pt idx="5326">
                  <c:v>16000</c:v>
                </c:pt>
                <c:pt idx="5327">
                  <c:v>16000</c:v>
                </c:pt>
                <c:pt idx="5328">
                  <c:v>16000</c:v>
                </c:pt>
                <c:pt idx="5329">
                  <c:v>16500</c:v>
                </c:pt>
                <c:pt idx="5330">
                  <c:v>16500</c:v>
                </c:pt>
                <c:pt idx="5331">
                  <c:v>16500</c:v>
                </c:pt>
                <c:pt idx="5332">
                  <c:v>16500</c:v>
                </c:pt>
                <c:pt idx="5333">
                  <c:v>16500</c:v>
                </c:pt>
                <c:pt idx="5334">
                  <c:v>16500</c:v>
                </c:pt>
                <c:pt idx="5335">
                  <c:v>16500</c:v>
                </c:pt>
                <c:pt idx="5336">
                  <c:v>16500</c:v>
                </c:pt>
                <c:pt idx="5337">
                  <c:v>16500</c:v>
                </c:pt>
                <c:pt idx="5338">
                  <c:v>16500</c:v>
                </c:pt>
                <c:pt idx="5339">
                  <c:v>16500</c:v>
                </c:pt>
                <c:pt idx="5340">
                  <c:v>16500</c:v>
                </c:pt>
                <c:pt idx="5341">
                  <c:v>16500</c:v>
                </c:pt>
                <c:pt idx="5342">
                  <c:v>16500</c:v>
                </c:pt>
                <c:pt idx="5343">
                  <c:v>16500</c:v>
                </c:pt>
                <c:pt idx="5344">
                  <c:v>16500</c:v>
                </c:pt>
                <c:pt idx="5345">
                  <c:v>16500</c:v>
                </c:pt>
                <c:pt idx="5346">
                  <c:v>16500</c:v>
                </c:pt>
                <c:pt idx="5347">
                  <c:v>16500</c:v>
                </c:pt>
                <c:pt idx="5348">
                  <c:v>16500</c:v>
                </c:pt>
                <c:pt idx="5349">
                  <c:v>16500</c:v>
                </c:pt>
                <c:pt idx="5350">
                  <c:v>16500</c:v>
                </c:pt>
                <c:pt idx="5351">
                  <c:v>16500</c:v>
                </c:pt>
                <c:pt idx="5352">
                  <c:v>16500</c:v>
                </c:pt>
                <c:pt idx="5353">
                  <c:v>16500</c:v>
                </c:pt>
                <c:pt idx="5354">
                  <c:v>16500</c:v>
                </c:pt>
                <c:pt idx="5355">
                  <c:v>16500</c:v>
                </c:pt>
                <c:pt idx="5356">
                  <c:v>16500</c:v>
                </c:pt>
                <c:pt idx="5357">
                  <c:v>16800</c:v>
                </c:pt>
                <c:pt idx="5358">
                  <c:v>17000</c:v>
                </c:pt>
                <c:pt idx="5359">
                  <c:v>17000</c:v>
                </c:pt>
                <c:pt idx="5360">
                  <c:v>17000</c:v>
                </c:pt>
                <c:pt idx="5361">
                  <c:v>17000</c:v>
                </c:pt>
                <c:pt idx="5362">
                  <c:v>17000</c:v>
                </c:pt>
                <c:pt idx="5363">
                  <c:v>17000</c:v>
                </c:pt>
                <c:pt idx="5364">
                  <c:v>17000</c:v>
                </c:pt>
                <c:pt idx="5365">
                  <c:v>17000</c:v>
                </c:pt>
                <c:pt idx="5366">
                  <c:v>17000</c:v>
                </c:pt>
                <c:pt idx="5367">
                  <c:v>17000</c:v>
                </c:pt>
                <c:pt idx="5368">
                  <c:v>17000</c:v>
                </c:pt>
                <c:pt idx="5369">
                  <c:v>17000</c:v>
                </c:pt>
                <c:pt idx="5370">
                  <c:v>17000</c:v>
                </c:pt>
                <c:pt idx="5371">
                  <c:v>17000</c:v>
                </c:pt>
                <c:pt idx="5372">
                  <c:v>17200</c:v>
                </c:pt>
                <c:pt idx="5373">
                  <c:v>17200</c:v>
                </c:pt>
                <c:pt idx="5374">
                  <c:v>17200</c:v>
                </c:pt>
                <c:pt idx="5375">
                  <c:v>17200</c:v>
                </c:pt>
                <c:pt idx="5376">
                  <c:v>17200</c:v>
                </c:pt>
                <c:pt idx="5377">
                  <c:v>17200</c:v>
                </c:pt>
                <c:pt idx="5378">
                  <c:v>17200</c:v>
                </c:pt>
                <c:pt idx="5379">
                  <c:v>17600</c:v>
                </c:pt>
                <c:pt idx="5380">
                  <c:v>17600</c:v>
                </c:pt>
                <c:pt idx="5381">
                  <c:v>17600</c:v>
                </c:pt>
                <c:pt idx="5382">
                  <c:v>17600</c:v>
                </c:pt>
                <c:pt idx="5383">
                  <c:v>17600</c:v>
                </c:pt>
                <c:pt idx="5384">
                  <c:v>17600</c:v>
                </c:pt>
                <c:pt idx="5385">
                  <c:v>17600</c:v>
                </c:pt>
                <c:pt idx="5386">
                  <c:v>17600</c:v>
                </c:pt>
                <c:pt idx="5387">
                  <c:v>17600</c:v>
                </c:pt>
                <c:pt idx="5388">
                  <c:v>17600</c:v>
                </c:pt>
                <c:pt idx="5389">
                  <c:v>17600</c:v>
                </c:pt>
                <c:pt idx="5390">
                  <c:v>17600</c:v>
                </c:pt>
                <c:pt idx="5391">
                  <c:v>17600</c:v>
                </c:pt>
                <c:pt idx="5392">
                  <c:v>17600</c:v>
                </c:pt>
                <c:pt idx="5393">
                  <c:v>17600</c:v>
                </c:pt>
                <c:pt idx="5394">
                  <c:v>17600</c:v>
                </c:pt>
                <c:pt idx="5395">
                  <c:v>17600</c:v>
                </c:pt>
                <c:pt idx="5396">
                  <c:v>17800</c:v>
                </c:pt>
                <c:pt idx="5397">
                  <c:v>17800</c:v>
                </c:pt>
                <c:pt idx="5398">
                  <c:v>17800</c:v>
                </c:pt>
                <c:pt idx="5399">
                  <c:v>17800</c:v>
                </c:pt>
                <c:pt idx="5400">
                  <c:v>17800</c:v>
                </c:pt>
                <c:pt idx="5401">
                  <c:v>17800</c:v>
                </c:pt>
                <c:pt idx="5402">
                  <c:v>18000</c:v>
                </c:pt>
                <c:pt idx="5403">
                  <c:v>18000</c:v>
                </c:pt>
                <c:pt idx="5404">
                  <c:v>18000</c:v>
                </c:pt>
                <c:pt idx="5405">
                  <c:v>18800</c:v>
                </c:pt>
                <c:pt idx="5406">
                  <c:v>18800</c:v>
                </c:pt>
                <c:pt idx="5407">
                  <c:v>18800</c:v>
                </c:pt>
                <c:pt idx="5408">
                  <c:v>19000</c:v>
                </c:pt>
                <c:pt idx="5409">
                  <c:v>19000</c:v>
                </c:pt>
                <c:pt idx="5410">
                  <c:v>19000</c:v>
                </c:pt>
                <c:pt idx="5411">
                  <c:v>19000</c:v>
                </c:pt>
                <c:pt idx="5412">
                  <c:v>19000</c:v>
                </c:pt>
                <c:pt idx="5413">
                  <c:v>19000</c:v>
                </c:pt>
                <c:pt idx="5414">
                  <c:v>20000</c:v>
                </c:pt>
                <c:pt idx="5415">
                  <c:v>20000</c:v>
                </c:pt>
                <c:pt idx="5416">
                  <c:v>20000</c:v>
                </c:pt>
                <c:pt idx="5417">
                  <c:v>20500</c:v>
                </c:pt>
                <c:pt idx="5418">
                  <c:v>20500</c:v>
                </c:pt>
                <c:pt idx="5419">
                  <c:v>20500</c:v>
                </c:pt>
                <c:pt idx="5420">
                  <c:v>20500</c:v>
                </c:pt>
                <c:pt idx="5421">
                  <c:v>20500</c:v>
                </c:pt>
                <c:pt idx="5422">
                  <c:v>23000</c:v>
                </c:pt>
                <c:pt idx="5423">
                  <c:v>23000</c:v>
                </c:pt>
                <c:pt idx="5424">
                  <c:v>23000</c:v>
                </c:pt>
                <c:pt idx="5425">
                  <c:v>23000</c:v>
                </c:pt>
                <c:pt idx="5426">
                  <c:v>23000</c:v>
                </c:pt>
                <c:pt idx="5427">
                  <c:v>23000</c:v>
                </c:pt>
                <c:pt idx="5428">
                  <c:v>23000</c:v>
                </c:pt>
                <c:pt idx="5429">
                  <c:v>24000</c:v>
                </c:pt>
                <c:pt idx="5430">
                  <c:v>24000</c:v>
                </c:pt>
                <c:pt idx="5431">
                  <c:v>24000</c:v>
                </c:pt>
                <c:pt idx="5432">
                  <c:v>24000</c:v>
                </c:pt>
                <c:pt idx="5433">
                  <c:v>24000</c:v>
                </c:pt>
                <c:pt idx="5434">
                  <c:v>26000</c:v>
                </c:pt>
                <c:pt idx="5435">
                  <c:v>29000</c:v>
                </c:pt>
                <c:pt idx="5436">
                  <c:v>29000</c:v>
                </c:pt>
                <c:pt idx="5437">
                  <c:v>29000</c:v>
                </c:pt>
                <c:pt idx="5438">
                  <c:v>29000</c:v>
                </c:pt>
                <c:pt idx="5439">
                  <c:v>29000</c:v>
                </c:pt>
                <c:pt idx="5440">
                  <c:v>30000</c:v>
                </c:pt>
                <c:pt idx="5441">
                  <c:v>30000</c:v>
                </c:pt>
                <c:pt idx="5442">
                  <c:v>33000</c:v>
                </c:pt>
                <c:pt idx="5443">
                  <c:v>33000</c:v>
                </c:pt>
                <c:pt idx="5444">
                  <c:v>33000</c:v>
                </c:pt>
                <c:pt idx="5445">
                  <c:v>33000</c:v>
                </c:pt>
                <c:pt idx="5446">
                  <c:v>33000</c:v>
                </c:pt>
                <c:pt idx="5447">
                  <c:v>33000</c:v>
                </c:pt>
                <c:pt idx="5448">
                  <c:v>33000</c:v>
                </c:pt>
                <c:pt idx="5449">
                  <c:v>33000</c:v>
                </c:pt>
                <c:pt idx="5450">
                  <c:v>33000</c:v>
                </c:pt>
                <c:pt idx="5451">
                  <c:v>33000</c:v>
                </c:pt>
                <c:pt idx="5452">
                  <c:v>33000</c:v>
                </c:pt>
                <c:pt idx="5453">
                  <c:v>33000</c:v>
                </c:pt>
                <c:pt idx="5454">
                  <c:v>33000</c:v>
                </c:pt>
                <c:pt idx="5455">
                  <c:v>33000</c:v>
                </c:pt>
                <c:pt idx="5456">
                  <c:v>33000</c:v>
                </c:pt>
                <c:pt idx="5457">
                  <c:v>33000</c:v>
                </c:pt>
                <c:pt idx="5458">
                  <c:v>33000</c:v>
                </c:pt>
                <c:pt idx="5459">
                  <c:v>33000</c:v>
                </c:pt>
                <c:pt idx="5460">
                  <c:v>33000</c:v>
                </c:pt>
                <c:pt idx="5461">
                  <c:v>33000</c:v>
                </c:pt>
                <c:pt idx="5462">
                  <c:v>33000</c:v>
                </c:pt>
                <c:pt idx="5463">
                  <c:v>33000</c:v>
                </c:pt>
                <c:pt idx="5464">
                  <c:v>28000</c:v>
                </c:pt>
                <c:pt idx="5465">
                  <c:v>28000</c:v>
                </c:pt>
                <c:pt idx="5466">
                  <c:v>28000</c:v>
                </c:pt>
                <c:pt idx="5467">
                  <c:v>28000</c:v>
                </c:pt>
                <c:pt idx="5468">
                  <c:v>28000</c:v>
                </c:pt>
                <c:pt idx="5469">
                  <c:v>28000</c:v>
                </c:pt>
                <c:pt idx="5470">
                  <c:v>28000</c:v>
                </c:pt>
                <c:pt idx="5471">
                  <c:v>23000</c:v>
                </c:pt>
                <c:pt idx="5472">
                  <c:v>23000</c:v>
                </c:pt>
                <c:pt idx="5473">
                  <c:v>23000</c:v>
                </c:pt>
                <c:pt idx="5474">
                  <c:v>23000</c:v>
                </c:pt>
                <c:pt idx="5475">
                  <c:v>22000</c:v>
                </c:pt>
                <c:pt idx="5476">
                  <c:v>22000</c:v>
                </c:pt>
                <c:pt idx="5477">
                  <c:v>22000</c:v>
                </c:pt>
                <c:pt idx="5478">
                  <c:v>22000</c:v>
                </c:pt>
                <c:pt idx="5479">
                  <c:v>22000</c:v>
                </c:pt>
                <c:pt idx="5480">
                  <c:v>22000</c:v>
                </c:pt>
                <c:pt idx="5481">
                  <c:v>22000</c:v>
                </c:pt>
                <c:pt idx="5482">
                  <c:v>22000</c:v>
                </c:pt>
                <c:pt idx="5483">
                  <c:v>22000</c:v>
                </c:pt>
                <c:pt idx="5484">
                  <c:v>22000</c:v>
                </c:pt>
                <c:pt idx="5485">
                  <c:v>21000</c:v>
                </c:pt>
                <c:pt idx="5486">
                  <c:v>21000</c:v>
                </c:pt>
                <c:pt idx="5487">
                  <c:v>21000</c:v>
                </c:pt>
                <c:pt idx="5488">
                  <c:v>21000</c:v>
                </c:pt>
                <c:pt idx="5489">
                  <c:v>21000</c:v>
                </c:pt>
                <c:pt idx="5490">
                  <c:v>20500</c:v>
                </c:pt>
                <c:pt idx="5491">
                  <c:v>20500</c:v>
                </c:pt>
                <c:pt idx="5492">
                  <c:v>20500</c:v>
                </c:pt>
                <c:pt idx="5493">
                  <c:v>20500</c:v>
                </c:pt>
                <c:pt idx="5494">
                  <c:v>20500</c:v>
                </c:pt>
                <c:pt idx="5495">
                  <c:v>20500</c:v>
                </c:pt>
                <c:pt idx="5496">
                  <c:v>20500</c:v>
                </c:pt>
                <c:pt idx="5497">
                  <c:v>20500</c:v>
                </c:pt>
                <c:pt idx="5498">
                  <c:v>20500</c:v>
                </c:pt>
                <c:pt idx="5499">
                  <c:v>20500</c:v>
                </c:pt>
                <c:pt idx="5500">
                  <c:v>20500</c:v>
                </c:pt>
                <c:pt idx="5501">
                  <c:v>20500</c:v>
                </c:pt>
                <c:pt idx="5502">
                  <c:v>20500</c:v>
                </c:pt>
                <c:pt idx="5503">
                  <c:v>21000</c:v>
                </c:pt>
                <c:pt idx="5504">
                  <c:v>21000</c:v>
                </c:pt>
                <c:pt idx="5505">
                  <c:v>21000</c:v>
                </c:pt>
                <c:pt idx="5506">
                  <c:v>21000</c:v>
                </c:pt>
                <c:pt idx="5507">
                  <c:v>21000</c:v>
                </c:pt>
                <c:pt idx="5508">
                  <c:v>21000</c:v>
                </c:pt>
                <c:pt idx="5509">
                  <c:v>21000</c:v>
                </c:pt>
                <c:pt idx="5510">
                  <c:v>21000</c:v>
                </c:pt>
                <c:pt idx="5511">
                  <c:v>21000</c:v>
                </c:pt>
                <c:pt idx="5512">
                  <c:v>21000</c:v>
                </c:pt>
                <c:pt idx="5513">
                  <c:v>21000</c:v>
                </c:pt>
                <c:pt idx="5514">
                  <c:v>21000</c:v>
                </c:pt>
                <c:pt idx="5515">
                  <c:v>21000</c:v>
                </c:pt>
                <c:pt idx="5516">
                  <c:v>21000</c:v>
                </c:pt>
                <c:pt idx="5517">
                  <c:v>21000</c:v>
                </c:pt>
                <c:pt idx="5518">
                  <c:v>21000</c:v>
                </c:pt>
                <c:pt idx="5519">
                  <c:v>21000</c:v>
                </c:pt>
                <c:pt idx="5520">
                  <c:v>21000</c:v>
                </c:pt>
                <c:pt idx="5521">
                  <c:v>21000</c:v>
                </c:pt>
                <c:pt idx="5522">
                  <c:v>21000</c:v>
                </c:pt>
                <c:pt idx="5523">
                  <c:v>21000</c:v>
                </c:pt>
                <c:pt idx="5524">
                  <c:v>21000</c:v>
                </c:pt>
                <c:pt idx="5525">
                  <c:v>21000</c:v>
                </c:pt>
                <c:pt idx="5526">
                  <c:v>21000</c:v>
                </c:pt>
                <c:pt idx="5527">
                  <c:v>21000</c:v>
                </c:pt>
                <c:pt idx="5528">
                  <c:v>21000</c:v>
                </c:pt>
                <c:pt idx="5529">
                  <c:v>21000</c:v>
                </c:pt>
                <c:pt idx="5530">
                  <c:v>21000</c:v>
                </c:pt>
                <c:pt idx="5531">
                  <c:v>22000</c:v>
                </c:pt>
                <c:pt idx="5532">
                  <c:v>22000</c:v>
                </c:pt>
                <c:pt idx="5533">
                  <c:v>23000</c:v>
                </c:pt>
                <c:pt idx="5534">
                  <c:v>23000</c:v>
                </c:pt>
                <c:pt idx="5535">
                  <c:v>23000</c:v>
                </c:pt>
                <c:pt idx="5536">
                  <c:v>23000</c:v>
                </c:pt>
                <c:pt idx="5537">
                  <c:v>23000</c:v>
                </c:pt>
                <c:pt idx="5538">
                  <c:v>23000</c:v>
                </c:pt>
                <c:pt idx="5539">
                  <c:v>23000</c:v>
                </c:pt>
                <c:pt idx="5540">
                  <c:v>24500</c:v>
                </c:pt>
                <c:pt idx="5541">
                  <c:v>24500</c:v>
                </c:pt>
                <c:pt idx="5542">
                  <c:v>24500</c:v>
                </c:pt>
                <c:pt idx="5543">
                  <c:v>24500</c:v>
                </c:pt>
                <c:pt idx="5544">
                  <c:v>24500</c:v>
                </c:pt>
                <c:pt idx="5545">
                  <c:v>24500</c:v>
                </c:pt>
                <c:pt idx="5546">
                  <c:v>24500</c:v>
                </c:pt>
                <c:pt idx="5547">
                  <c:v>24500</c:v>
                </c:pt>
                <c:pt idx="5548">
                  <c:v>26500</c:v>
                </c:pt>
                <c:pt idx="5549">
                  <c:v>26500</c:v>
                </c:pt>
                <c:pt idx="5550">
                  <c:v>26500</c:v>
                </c:pt>
                <c:pt idx="5551">
                  <c:v>26500</c:v>
                </c:pt>
                <c:pt idx="5552">
                  <c:v>26500</c:v>
                </c:pt>
                <c:pt idx="5553">
                  <c:v>26500</c:v>
                </c:pt>
                <c:pt idx="5554">
                  <c:v>26500</c:v>
                </c:pt>
                <c:pt idx="5555">
                  <c:v>29000</c:v>
                </c:pt>
                <c:pt idx="5556">
                  <c:v>29000</c:v>
                </c:pt>
                <c:pt idx="5557">
                  <c:v>29000</c:v>
                </c:pt>
                <c:pt idx="5558">
                  <c:v>29000</c:v>
                </c:pt>
                <c:pt idx="5559">
                  <c:v>29000</c:v>
                </c:pt>
                <c:pt idx="5560">
                  <c:v>29000</c:v>
                </c:pt>
                <c:pt idx="5561">
                  <c:v>29000</c:v>
                </c:pt>
                <c:pt idx="5562">
                  <c:v>29000</c:v>
                </c:pt>
                <c:pt idx="5563">
                  <c:v>29000</c:v>
                </c:pt>
                <c:pt idx="5564">
                  <c:v>29000</c:v>
                </c:pt>
                <c:pt idx="5565">
                  <c:v>29000</c:v>
                </c:pt>
                <c:pt idx="5566">
                  <c:v>29000</c:v>
                </c:pt>
                <c:pt idx="5567">
                  <c:v>29000</c:v>
                </c:pt>
                <c:pt idx="5568">
                  <c:v>29000</c:v>
                </c:pt>
                <c:pt idx="5569">
                  <c:v>29000</c:v>
                </c:pt>
                <c:pt idx="5570">
                  <c:v>29000</c:v>
                </c:pt>
                <c:pt idx="5571">
                  <c:v>29000</c:v>
                </c:pt>
                <c:pt idx="5572">
                  <c:v>29000</c:v>
                </c:pt>
                <c:pt idx="5573">
                  <c:v>29000</c:v>
                </c:pt>
                <c:pt idx="5574">
                  <c:v>29000</c:v>
                </c:pt>
                <c:pt idx="5575">
                  <c:v>29000</c:v>
                </c:pt>
                <c:pt idx="5576">
                  <c:v>29000</c:v>
                </c:pt>
                <c:pt idx="5577">
                  <c:v>29000</c:v>
                </c:pt>
                <c:pt idx="5578">
                  <c:v>29000</c:v>
                </c:pt>
                <c:pt idx="5579">
                  <c:v>29000</c:v>
                </c:pt>
                <c:pt idx="5580">
                  <c:v>29000</c:v>
                </c:pt>
                <c:pt idx="5581">
                  <c:v>29000</c:v>
                </c:pt>
                <c:pt idx="5582">
                  <c:v>29000</c:v>
                </c:pt>
                <c:pt idx="5583">
                  <c:v>29000</c:v>
                </c:pt>
                <c:pt idx="5584">
                  <c:v>29000</c:v>
                </c:pt>
                <c:pt idx="5585">
                  <c:v>29000</c:v>
                </c:pt>
                <c:pt idx="5586">
                  <c:v>29000</c:v>
                </c:pt>
                <c:pt idx="5587">
                  <c:v>29000</c:v>
                </c:pt>
                <c:pt idx="5588">
                  <c:v>29000</c:v>
                </c:pt>
                <c:pt idx="5589">
                  <c:v>29000</c:v>
                </c:pt>
                <c:pt idx="5590">
                  <c:v>29000</c:v>
                </c:pt>
                <c:pt idx="5591">
                  <c:v>29000</c:v>
                </c:pt>
                <c:pt idx="5592">
                  <c:v>29000</c:v>
                </c:pt>
                <c:pt idx="5593">
                  <c:v>29000</c:v>
                </c:pt>
                <c:pt idx="5594">
                  <c:v>28500</c:v>
                </c:pt>
                <c:pt idx="5595">
                  <c:v>28500</c:v>
                </c:pt>
                <c:pt idx="5596">
                  <c:v>28500</c:v>
                </c:pt>
                <c:pt idx="5597">
                  <c:v>28000</c:v>
                </c:pt>
                <c:pt idx="5598">
                  <c:v>28000</c:v>
                </c:pt>
                <c:pt idx="5599">
                  <c:v>28000</c:v>
                </c:pt>
                <c:pt idx="5600">
                  <c:v>28000</c:v>
                </c:pt>
                <c:pt idx="5601">
                  <c:v>28000</c:v>
                </c:pt>
                <c:pt idx="5602">
                  <c:v>28000</c:v>
                </c:pt>
                <c:pt idx="5603">
                  <c:v>28000</c:v>
                </c:pt>
                <c:pt idx="5604">
                  <c:v>28000</c:v>
                </c:pt>
                <c:pt idx="5605">
                  <c:v>28000</c:v>
                </c:pt>
                <c:pt idx="5606">
                  <c:v>28000</c:v>
                </c:pt>
                <c:pt idx="5607">
                  <c:v>28000</c:v>
                </c:pt>
                <c:pt idx="5608">
                  <c:v>26000</c:v>
                </c:pt>
                <c:pt idx="5609">
                  <c:v>26000</c:v>
                </c:pt>
                <c:pt idx="5610">
                  <c:v>26000</c:v>
                </c:pt>
                <c:pt idx="5611">
                  <c:v>26000</c:v>
                </c:pt>
                <c:pt idx="5612">
                  <c:v>26000</c:v>
                </c:pt>
                <c:pt idx="5613">
                  <c:v>26000</c:v>
                </c:pt>
                <c:pt idx="5614">
                  <c:v>26000</c:v>
                </c:pt>
                <c:pt idx="5615">
                  <c:v>26000</c:v>
                </c:pt>
                <c:pt idx="5616">
                  <c:v>26500</c:v>
                </c:pt>
                <c:pt idx="5617">
                  <c:v>26500</c:v>
                </c:pt>
                <c:pt idx="5618">
                  <c:v>26500</c:v>
                </c:pt>
                <c:pt idx="5619">
                  <c:v>26500</c:v>
                </c:pt>
                <c:pt idx="5620">
                  <c:v>26500</c:v>
                </c:pt>
                <c:pt idx="5621">
                  <c:v>26500</c:v>
                </c:pt>
                <c:pt idx="5622">
                  <c:v>26500</c:v>
                </c:pt>
                <c:pt idx="5623">
                  <c:v>26500</c:v>
                </c:pt>
                <c:pt idx="5624">
                  <c:v>26500</c:v>
                </c:pt>
                <c:pt idx="5625">
                  <c:v>26500</c:v>
                </c:pt>
                <c:pt idx="5626">
                  <c:v>26500</c:v>
                </c:pt>
                <c:pt idx="5627">
                  <c:v>26500</c:v>
                </c:pt>
                <c:pt idx="5628">
                  <c:v>26500</c:v>
                </c:pt>
                <c:pt idx="5629">
                  <c:v>26500</c:v>
                </c:pt>
                <c:pt idx="5630">
                  <c:v>26500</c:v>
                </c:pt>
                <c:pt idx="5631">
                  <c:v>26500</c:v>
                </c:pt>
                <c:pt idx="5632">
                  <c:v>27000</c:v>
                </c:pt>
                <c:pt idx="5633">
                  <c:v>27000</c:v>
                </c:pt>
                <c:pt idx="5634">
                  <c:v>27000</c:v>
                </c:pt>
                <c:pt idx="5635">
                  <c:v>27000</c:v>
                </c:pt>
                <c:pt idx="5636">
                  <c:v>27000</c:v>
                </c:pt>
                <c:pt idx="5637">
                  <c:v>27000</c:v>
                </c:pt>
                <c:pt idx="5638">
                  <c:v>27000</c:v>
                </c:pt>
                <c:pt idx="5639">
                  <c:v>27500</c:v>
                </c:pt>
                <c:pt idx="5640">
                  <c:v>28000</c:v>
                </c:pt>
                <c:pt idx="5641">
                  <c:v>28000</c:v>
                </c:pt>
                <c:pt idx="5642">
                  <c:v>28000</c:v>
                </c:pt>
                <c:pt idx="5643">
                  <c:v>28000</c:v>
                </c:pt>
                <c:pt idx="5644">
                  <c:v>28000</c:v>
                </c:pt>
                <c:pt idx="5645">
                  <c:v>30500</c:v>
                </c:pt>
                <c:pt idx="5646">
                  <c:v>30500</c:v>
                </c:pt>
                <c:pt idx="5647">
                  <c:v>30500</c:v>
                </c:pt>
                <c:pt idx="5648">
                  <c:v>30500</c:v>
                </c:pt>
                <c:pt idx="5649">
                  <c:v>30500</c:v>
                </c:pt>
                <c:pt idx="5650">
                  <c:v>30500</c:v>
                </c:pt>
                <c:pt idx="5651">
                  <c:v>30500</c:v>
                </c:pt>
                <c:pt idx="5652">
                  <c:v>30500</c:v>
                </c:pt>
                <c:pt idx="5653">
                  <c:v>30500</c:v>
                </c:pt>
                <c:pt idx="5654">
                  <c:v>30500</c:v>
                </c:pt>
                <c:pt idx="5655">
                  <c:v>30500</c:v>
                </c:pt>
                <c:pt idx="5656">
                  <c:v>30500</c:v>
                </c:pt>
                <c:pt idx="5657">
                  <c:v>30500</c:v>
                </c:pt>
                <c:pt idx="5658">
                  <c:v>30500</c:v>
                </c:pt>
                <c:pt idx="5659">
                  <c:v>30500</c:v>
                </c:pt>
                <c:pt idx="5660">
                  <c:v>30500</c:v>
                </c:pt>
                <c:pt idx="5661">
                  <c:v>30500</c:v>
                </c:pt>
                <c:pt idx="5662">
                  <c:v>30500</c:v>
                </c:pt>
                <c:pt idx="5663">
                  <c:v>30500</c:v>
                </c:pt>
                <c:pt idx="5664">
                  <c:v>30500</c:v>
                </c:pt>
                <c:pt idx="5665">
                  <c:v>30500</c:v>
                </c:pt>
                <c:pt idx="5666">
                  <c:v>30500</c:v>
                </c:pt>
                <c:pt idx="5667">
                  <c:v>30500</c:v>
                </c:pt>
                <c:pt idx="5668">
                  <c:v>30500</c:v>
                </c:pt>
                <c:pt idx="5669">
                  <c:v>30500</c:v>
                </c:pt>
                <c:pt idx="5670">
                  <c:v>30500</c:v>
                </c:pt>
                <c:pt idx="5671">
                  <c:v>30500</c:v>
                </c:pt>
                <c:pt idx="5672">
                  <c:v>30500</c:v>
                </c:pt>
                <c:pt idx="5673">
                  <c:v>30500</c:v>
                </c:pt>
                <c:pt idx="5674">
                  <c:v>30500</c:v>
                </c:pt>
                <c:pt idx="5675">
                  <c:v>30500</c:v>
                </c:pt>
                <c:pt idx="5676">
                  <c:v>30500</c:v>
                </c:pt>
                <c:pt idx="5677">
                  <c:v>30500</c:v>
                </c:pt>
                <c:pt idx="5678">
                  <c:v>30500</c:v>
                </c:pt>
                <c:pt idx="5679">
                  <c:v>30500</c:v>
                </c:pt>
                <c:pt idx="5680">
                  <c:v>30500</c:v>
                </c:pt>
                <c:pt idx="5681">
                  <c:v>30500</c:v>
                </c:pt>
                <c:pt idx="5682">
                  <c:v>30500</c:v>
                </c:pt>
                <c:pt idx="5683">
                  <c:v>30500</c:v>
                </c:pt>
                <c:pt idx="5684">
                  <c:v>30500</c:v>
                </c:pt>
                <c:pt idx="5685">
                  <c:v>30500</c:v>
                </c:pt>
                <c:pt idx="5686">
                  <c:v>30500</c:v>
                </c:pt>
                <c:pt idx="5687">
                  <c:v>30500</c:v>
                </c:pt>
                <c:pt idx="5688">
                  <c:v>30500</c:v>
                </c:pt>
                <c:pt idx="5689">
                  <c:v>30500</c:v>
                </c:pt>
                <c:pt idx="5690">
                  <c:v>30500</c:v>
                </c:pt>
                <c:pt idx="5691">
                  <c:v>30500</c:v>
                </c:pt>
                <c:pt idx="5692">
                  <c:v>30500</c:v>
                </c:pt>
                <c:pt idx="5693">
                  <c:v>30500</c:v>
                </c:pt>
                <c:pt idx="5694">
                  <c:v>30500</c:v>
                </c:pt>
                <c:pt idx="5695">
                  <c:v>30500</c:v>
                </c:pt>
                <c:pt idx="5696">
                  <c:v>30500</c:v>
                </c:pt>
                <c:pt idx="5697">
                  <c:v>30500</c:v>
                </c:pt>
                <c:pt idx="5698">
                  <c:v>30500</c:v>
                </c:pt>
                <c:pt idx="5699">
                  <c:v>30500</c:v>
                </c:pt>
                <c:pt idx="5700">
                  <c:v>30700</c:v>
                </c:pt>
                <c:pt idx="5701">
                  <c:v>30700</c:v>
                </c:pt>
                <c:pt idx="5702">
                  <c:v>30700</c:v>
                </c:pt>
                <c:pt idx="5703">
                  <c:v>30700</c:v>
                </c:pt>
                <c:pt idx="5704">
                  <c:v>30700</c:v>
                </c:pt>
                <c:pt idx="5705">
                  <c:v>30700</c:v>
                </c:pt>
                <c:pt idx="5706">
                  <c:v>31500</c:v>
                </c:pt>
                <c:pt idx="5707">
                  <c:v>31500</c:v>
                </c:pt>
                <c:pt idx="5708">
                  <c:v>31500</c:v>
                </c:pt>
                <c:pt idx="5709">
                  <c:v>33000</c:v>
                </c:pt>
                <c:pt idx="5710">
                  <c:v>33000</c:v>
                </c:pt>
                <c:pt idx="5711">
                  <c:v>33000</c:v>
                </c:pt>
                <c:pt idx="5712">
                  <c:v>33000</c:v>
                </c:pt>
                <c:pt idx="5713">
                  <c:v>33000</c:v>
                </c:pt>
                <c:pt idx="5714">
                  <c:v>35000</c:v>
                </c:pt>
                <c:pt idx="5715">
                  <c:v>36000</c:v>
                </c:pt>
                <c:pt idx="5716">
                  <c:v>36000</c:v>
                </c:pt>
                <c:pt idx="5717">
                  <c:v>36000</c:v>
                </c:pt>
                <c:pt idx="5718">
                  <c:v>36000</c:v>
                </c:pt>
                <c:pt idx="5719">
                  <c:v>36000</c:v>
                </c:pt>
                <c:pt idx="5720">
                  <c:v>36000</c:v>
                </c:pt>
                <c:pt idx="5721">
                  <c:v>36000</c:v>
                </c:pt>
                <c:pt idx="5722">
                  <c:v>37000</c:v>
                </c:pt>
                <c:pt idx="5723">
                  <c:v>37000</c:v>
                </c:pt>
                <c:pt idx="5724">
                  <c:v>37000</c:v>
                </c:pt>
                <c:pt idx="5725">
                  <c:v>37000</c:v>
                </c:pt>
                <c:pt idx="5726">
                  <c:v>37000</c:v>
                </c:pt>
                <c:pt idx="5727">
                  <c:v>37000</c:v>
                </c:pt>
                <c:pt idx="5728">
                  <c:v>37000</c:v>
                </c:pt>
                <c:pt idx="5729">
                  <c:v>37700</c:v>
                </c:pt>
                <c:pt idx="5730">
                  <c:v>37700</c:v>
                </c:pt>
                <c:pt idx="5731">
                  <c:v>37700</c:v>
                </c:pt>
                <c:pt idx="5732">
                  <c:v>37700</c:v>
                </c:pt>
                <c:pt idx="5733">
                  <c:v>37700</c:v>
                </c:pt>
                <c:pt idx="5734">
                  <c:v>37700</c:v>
                </c:pt>
                <c:pt idx="5735">
                  <c:v>38000</c:v>
                </c:pt>
                <c:pt idx="5736">
                  <c:v>38000</c:v>
                </c:pt>
                <c:pt idx="5737">
                  <c:v>38000</c:v>
                </c:pt>
                <c:pt idx="5738">
                  <c:v>38000</c:v>
                </c:pt>
                <c:pt idx="5739">
                  <c:v>38000</c:v>
                </c:pt>
                <c:pt idx="5740">
                  <c:v>38000</c:v>
                </c:pt>
                <c:pt idx="5741">
                  <c:v>38000</c:v>
                </c:pt>
                <c:pt idx="5742">
                  <c:v>38000</c:v>
                </c:pt>
                <c:pt idx="5743">
                  <c:v>43500</c:v>
                </c:pt>
                <c:pt idx="5744">
                  <c:v>43500</c:v>
                </c:pt>
                <c:pt idx="5745">
                  <c:v>43500</c:v>
                </c:pt>
                <c:pt idx="5746">
                  <c:v>43500</c:v>
                </c:pt>
                <c:pt idx="5747">
                  <c:v>60000</c:v>
                </c:pt>
                <c:pt idx="5748">
                  <c:v>60000</c:v>
                </c:pt>
                <c:pt idx="5749">
                  <c:v>60000</c:v>
                </c:pt>
                <c:pt idx="5750">
                  <c:v>60000</c:v>
                </c:pt>
                <c:pt idx="5751">
                  <c:v>60000</c:v>
                </c:pt>
                <c:pt idx="5752">
                  <c:v>60000</c:v>
                </c:pt>
                <c:pt idx="5753">
                  <c:v>60000</c:v>
                </c:pt>
                <c:pt idx="5754">
                  <c:v>60000</c:v>
                </c:pt>
                <c:pt idx="5755">
                  <c:v>60000</c:v>
                </c:pt>
                <c:pt idx="5756">
                  <c:v>60000</c:v>
                </c:pt>
                <c:pt idx="5757">
                  <c:v>60000</c:v>
                </c:pt>
                <c:pt idx="5758">
                  <c:v>60000</c:v>
                </c:pt>
                <c:pt idx="5759">
                  <c:v>60000</c:v>
                </c:pt>
                <c:pt idx="5760">
                  <c:v>60000</c:v>
                </c:pt>
                <c:pt idx="5761">
                  <c:v>60000</c:v>
                </c:pt>
                <c:pt idx="5762">
                  <c:v>60000</c:v>
                </c:pt>
                <c:pt idx="5763">
                  <c:v>60000</c:v>
                </c:pt>
                <c:pt idx="5764">
                  <c:v>60000</c:v>
                </c:pt>
                <c:pt idx="5765">
                  <c:v>60000</c:v>
                </c:pt>
                <c:pt idx="5766">
                  <c:v>60000</c:v>
                </c:pt>
                <c:pt idx="5767">
                  <c:v>60000</c:v>
                </c:pt>
                <c:pt idx="5768">
                  <c:v>60000</c:v>
                </c:pt>
                <c:pt idx="5769">
                  <c:v>60000</c:v>
                </c:pt>
                <c:pt idx="5770">
                  <c:v>60000</c:v>
                </c:pt>
                <c:pt idx="5771">
                  <c:v>60000</c:v>
                </c:pt>
                <c:pt idx="5772">
                  <c:v>60000</c:v>
                </c:pt>
                <c:pt idx="5773">
                  <c:v>60000</c:v>
                </c:pt>
                <c:pt idx="5774">
                  <c:v>60000</c:v>
                </c:pt>
                <c:pt idx="5775">
                  <c:v>60000</c:v>
                </c:pt>
                <c:pt idx="5776">
                  <c:v>57000</c:v>
                </c:pt>
                <c:pt idx="5777">
                  <c:v>57000</c:v>
                </c:pt>
                <c:pt idx="5778">
                  <c:v>54000</c:v>
                </c:pt>
                <c:pt idx="5779">
                  <c:v>54000</c:v>
                </c:pt>
                <c:pt idx="5780">
                  <c:v>54000</c:v>
                </c:pt>
                <c:pt idx="5781">
                  <c:v>54000</c:v>
                </c:pt>
                <c:pt idx="5782">
                  <c:v>54000</c:v>
                </c:pt>
                <c:pt idx="5783">
                  <c:v>54000</c:v>
                </c:pt>
                <c:pt idx="5784">
                  <c:v>43000</c:v>
                </c:pt>
                <c:pt idx="5785">
                  <c:v>43000</c:v>
                </c:pt>
                <c:pt idx="5786">
                  <c:v>43000</c:v>
                </c:pt>
                <c:pt idx="5787">
                  <c:v>34000</c:v>
                </c:pt>
                <c:pt idx="5788">
                  <c:v>34000</c:v>
                </c:pt>
                <c:pt idx="5789">
                  <c:v>34000</c:v>
                </c:pt>
                <c:pt idx="5790">
                  <c:v>31000</c:v>
                </c:pt>
                <c:pt idx="5791">
                  <c:v>31000</c:v>
                </c:pt>
                <c:pt idx="5792">
                  <c:v>31000</c:v>
                </c:pt>
                <c:pt idx="5793">
                  <c:v>31000</c:v>
                </c:pt>
                <c:pt idx="5794">
                  <c:v>31000</c:v>
                </c:pt>
                <c:pt idx="5795">
                  <c:v>31000</c:v>
                </c:pt>
                <c:pt idx="5796">
                  <c:v>31000</c:v>
                </c:pt>
                <c:pt idx="5797">
                  <c:v>31000</c:v>
                </c:pt>
                <c:pt idx="5798">
                  <c:v>31000</c:v>
                </c:pt>
                <c:pt idx="5799">
                  <c:v>31000</c:v>
                </c:pt>
                <c:pt idx="5800">
                  <c:v>31000</c:v>
                </c:pt>
                <c:pt idx="5801">
                  <c:v>31500</c:v>
                </c:pt>
                <c:pt idx="5802">
                  <c:v>31500</c:v>
                </c:pt>
                <c:pt idx="5803">
                  <c:v>31500</c:v>
                </c:pt>
                <c:pt idx="5804">
                  <c:v>31500</c:v>
                </c:pt>
                <c:pt idx="5805">
                  <c:v>31500</c:v>
                </c:pt>
                <c:pt idx="5806">
                  <c:v>31500</c:v>
                </c:pt>
                <c:pt idx="5807">
                  <c:v>31500</c:v>
                </c:pt>
                <c:pt idx="5808">
                  <c:v>31500</c:v>
                </c:pt>
                <c:pt idx="5809">
                  <c:v>31500</c:v>
                </c:pt>
                <c:pt idx="5810">
                  <c:v>31500</c:v>
                </c:pt>
                <c:pt idx="5811">
                  <c:v>31500</c:v>
                </c:pt>
                <c:pt idx="5812">
                  <c:v>31000</c:v>
                </c:pt>
                <c:pt idx="5813">
                  <c:v>31000</c:v>
                </c:pt>
                <c:pt idx="5814">
                  <c:v>31000</c:v>
                </c:pt>
                <c:pt idx="5815">
                  <c:v>31000</c:v>
                </c:pt>
                <c:pt idx="5816">
                  <c:v>31000</c:v>
                </c:pt>
                <c:pt idx="5817">
                  <c:v>31000</c:v>
                </c:pt>
                <c:pt idx="5818">
                  <c:v>30000</c:v>
                </c:pt>
                <c:pt idx="5819">
                  <c:v>30000</c:v>
                </c:pt>
                <c:pt idx="5820">
                  <c:v>26500</c:v>
                </c:pt>
                <c:pt idx="5821">
                  <c:v>26500</c:v>
                </c:pt>
                <c:pt idx="5822">
                  <c:v>26500</c:v>
                </c:pt>
                <c:pt idx="5823">
                  <c:v>26500</c:v>
                </c:pt>
                <c:pt idx="5824">
                  <c:v>26500</c:v>
                </c:pt>
                <c:pt idx="5825">
                  <c:v>26500</c:v>
                </c:pt>
                <c:pt idx="5826">
                  <c:v>26500</c:v>
                </c:pt>
                <c:pt idx="5827">
                  <c:v>23500</c:v>
                </c:pt>
                <c:pt idx="5828">
                  <c:v>23500</c:v>
                </c:pt>
                <c:pt idx="5829">
                  <c:v>23500</c:v>
                </c:pt>
                <c:pt idx="5830">
                  <c:v>23500</c:v>
                </c:pt>
                <c:pt idx="5831">
                  <c:v>23500</c:v>
                </c:pt>
                <c:pt idx="5832">
                  <c:v>23500</c:v>
                </c:pt>
                <c:pt idx="5833">
                  <c:v>24500</c:v>
                </c:pt>
                <c:pt idx="5834">
                  <c:v>24500</c:v>
                </c:pt>
                <c:pt idx="5835">
                  <c:v>24500</c:v>
                </c:pt>
                <c:pt idx="5836">
                  <c:v>24500</c:v>
                </c:pt>
                <c:pt idx="5837">
                  <c:v>24500</c:v>
                </c:pt>
                <c:pt idx="5838">
                  <c:v>24500</c:v>
                </c:pt>
                <c:pt idx="5839">
                  <c:v>24500</c:v>
                </c:pt>
                <c:pt idx="5840">
                  <c:v>25000</c:v>
                </c:pt>
                <c:pt idx="5841">
                  <c:v>25800</c:v>
                </c:pt>
                <c:pt idx="5842">
                  <c:v>25800</c:v>
                </c:pt>
                <c:pt idx="5843">
                  <c:v>25800</c:v>
                </c:pt>
                <c:pt idx="5844">
                  <c:v>25800</c:v>
                </c:pt>
                <c:pt idx="5845">
                  <c:v>25800</c:v>
                </c:pt>
                <c:pt idx="5846">
                  <c:v>25800</c:v>
                </c:pt>
                <c:pt idx="5847">
                  <c:v>26500</c:v>
                </c:pt>
                <c:pt idx="5848">
                  <c:v>27000</c:v>
                </c:pt>
                <c:pt idx="5849">
                  <c:v>27000</c:v>
                </c:pt>
                <c:pt idx="5850">
                  <c:v>27000</c:v>
                </c:pt>
                <c:pt idx="5851">
                  <c:v>27000</c:v>
                </c:pt>
                <c:pt idx="5852">
                  <c:v>27000</c:v>
                </c:pt>
                <c:pt idx="5853">
                  <c:v>28500</c:v>
                </c:pt>
                <c:pt idx="5854">
                  <c:v>28500</c:v>
                </c:pt>
                <c:pt idx="5855">
                  <c:v>30000</c:v>
                </c:pt>
                <c:pt idx="5856">
                  <c:v>30000</c:v>
                </c:pt>
                <c:pt idx="5857">
                  <c:v>30000</c:v>
                </c:pt>
                <c:pt idx="5858">
                  <c:v>30000</c:v>
                </c:pt>
                <c:pt idx="5859">
                  <c:v>30000</c:v>
                </c:pt>
                <c:pt idx="5860">
                  <c:v>31599</c:v>
                </c:pt>
                <c:pt idx="5861">
                  <c:v>31500</c:v>
                </c:pt>
                <c:pt idx="5862">
                  <c:v>31500</c:v>
                </c:pt>
                <c:pt idx="5863">
                  <c:v>31500</c:v>
                </c:pt>
                <c:pt idx="5864">
                  <c:v>31500</c:v>
                </c:pt>
                <c:pt idx="5865">
                  <c:v>31500</c:v>
                </c:pt>
                <c:pt idx="5866">
                  <c:v>31500</c:v>
                </c:pt>
                <c:pt idx="5867">
                  <c:v>31500</c:v>
                </c:pt>
                <c:pt idx="5868">
                  <c:v>31500</c:v>
                </c:pt>
                <c:pt idx="5869">
                  <c:v>31500</c:v>
                </c:pt>
                <c:pt idx="5870">
                  <c:v>31500</c:v>
                </c:pt>
                <c:pt idx="5871">
                  <c:v>31500</c:v>
                </c:pt>
                <c:pt idx="5872">
                  <c:v>31500</c:v>
                </c:pt>
                <c:pt idx="5873">
                  <c:v>31500</c:v>
                </c:pt>
                <c:pt idx="5874">
                  <c:v>31500</c:v>
                </c:pt>
                <c:pt idx="5875">
                  <c:v>31500</c:v>
                </c:pt>
                <c:pt idx="5876">
                  <c:v>31500</c:v>
                </c:pt>
                <c:pt idx="5877">
                  <c:v>31500</c:v>
                </c:pt>
                <c:pt idx="5878">
                  <c:v>31500</c:v>
                </c:pt>
                <c:pt idx="5879">
                  <c:v>31500</c:v>
                </c:pt>
                <c:pt idx="5880">
                  <c:v>31500</c:v>
                </c:pt>
                <c:pt idx="5881">
                  <c:v>31500</c:v>
                </c:pt>
                <c:pt idx="5882">
                  <c:v>31500</c:v>
                </c:pt>
                <c:pt idx="5883">
                  <c:v>31500</c:v>
                </c:pt>
                <c:pt idx="5884">
                  <c:v>31500</c:v>
                </c:pt>
                <c:pt idx="5885">
                  <c:v>31500</c:v>
                </c:pt>
                <c:pt idx="5886">
                  <c:v>31500</c:v>
                </c:pt>
                <c:pt idx="5887">
                  <c:v>31500</c:v>
                </c:pt>
                <c:pt idx="5888">
                  <c:v>31800</c:v>
                </c:pt>
                <c:pt idx="5889">
                  <c:v>31800</c:v>
                </c:pt>
                <c:pt idx="5890">
                  <c:v>32500</c:v>
                </c:pt>
                <c:pt idx="5891">
                  <c:v>32500</c:v>
                </c:pt>
                <c:pt idx="5892">
                  <c:v>32500</c:v>
                </c:pt>
                <c:pt idx="5893">
                  <c:v>32500</c:v>
                </c:pt>
                <c:pt idx="5894">
                  <c:v>32500</c:v>
                </c:pt>
                <c:pt idx="5895">
                  <c:v>32800</c:v>
                </c:pt>
                <c:pt idx="5896">
                  <c:v>33500</c:v>
                </c:pt>
                <c:pt idx="5897">
                  <c:v>34000</c:v>
                </c:pt>
                <c:pt idx="5898">
                  <c:v>35000</c:v>
                </c:pt>
                <c:pt idx="5899">
                  <c:v>35000</c:v>
                </c:pt>
                <c:pt idx="5900">
                  <c:v>35000</c:v>
                </c:pt>
                <c:pt idx="5901">
                  <c:v>35000</c:v>
                </c:pt>
                <c:pt idx="5902">
                  <c:v>35000</c:v>
                </c:pt>
                <c:pt idx="5903">
                  <c:v>35500</c:v>
                </c:pt>
                <c:pt idx="5904">
                  <c:v>37500</c:v>
                </c:pt>
                <c:pt idx="5905">
                  <c:v>37500</c:v>
                </c:pt>
                <c:pt idx="5906">
                  <c:v>37500</c:v>
                </c:pt>
                <c:pt idx="5907">
                  <c:v>37500</c:v>
                </c:pt>
                <c:pt idx="5908">
                  <c:v>37500</c:v>
                </c:pt>
                <c:pt idx="5909">
                  <c:v>38500</c:v>
                </c:pt>
                <c:pt idx="5910">
                  <c:v>39000</c:v>
                </c:pt>
                <c:pt idx="5911">
                  <c:v>39000</c:v>
                </c:pt>
                <c:pt idx="5912">
                  <c:v>39000</c:v>
                </c:pt>
                <c:pt idx="5913">
                  <c:v>39000</c:v>
                </c:pt>
                <c:pt idx="5914">
                  <c:v>39000</c:v>
                </c:pt>
                <c:pt idx="5915">
                  <c:v>39000</c:v>
                </c:pt>
                <c:pt idx="5916">
                  <c:v>38000</c:v>
                </c:pt>
                <c:pt idx="5917">
                  <c:v>38000</c:v>
                </c:pt>
                <c:pt idx="5918">
                  <c:v>38000</c:v>
                </c:pt>
                <c:pt idx="5919">
                  <c:v>38000</c:v>
                </c:pt>
                <c:pt idx="5920">
                  <c:v>38000</c:v>
                </c:pt>
                <c:pt idx="5921">
                  <c:v>38000</c:v>
                </c:pt>
                <c:pt idx="5922">
                  <c:v>38000</c:v>
                </c:pt>
                <c:pt idx="5923">
                  <c:v>37000</c:v>
                </c:pt>
                <c:pt idx="5924">
                  <c:v>36000</c:v>
                </c:pt>
                <c:pt idx="5925">
                  <c:v>36000</c:v>
                </c:pt>
                <c:pt idx="5926">
                  <c:v>33000</c:v>
                </c:pt>
                <c:pt idx="5927">
                  <c:v>32000</c:v>
                </c:pt>
                <c:pt idx="5928">
                  <c:v>32000</c:v>
                </c:pt>
                <c:pt idx="5929">
                  <c:v>32000</c:v>
                </c:pt>
                <c:pt idx="5930">
                  <c:v>32000</c:v>
                </c:pt>
                <c:pt idx="5931">
                  <c:v>30000</c:v>
                </c:pt>
                <c:pt idx="5932">
                  <c:v>28000</c:v>
                </c:pt>
                <c:pt idx="5933">
                  <c:v>27500</c:v>
                </c:pt>
                <c:pt idx="5934">
                  <c:v>27500</c:v>
                </c:pt>
                <c:pt idx="5935">
                  <c:v>27500</c:v>
                </c:pt>
                <c:pt idx="5936">
                  <c:v>27500</c:v>
                </c:pt>
                <c:pt idx="5937">
                  <c:v>27500</c:v>
                </c:pt>
                <c:pt idx="5938">
                  <c:v>27500</c:v>
                </c:pt>
                <c:pt idx="5939">
                  <c:v>27500</c:v>
                </c:pt>
                <c:pt idx="5940">
                  <c:v>27500</c:v>
                </c:pt>
                <c:pt idx="5941">
                  <c:v>27500</c:v>
                </c:pt>
                <c:pt idx="5942">
                  <c:v>27500</c:v>
                </c:pt>
                <c:pt idx="5943">
                  <c:v>27500</c:v>
                </c:pt>
                <c:pt idx="5944">
                  <c:v>28000</c:v>
                </c:pt>
                <c:pt idx="5945">
                  <c:v>28000</c:v>
                </c:pt>
                <c:pt idx="5946">
                  <c:v>28000</c:v>
                </c:pt>
                <c:pt idx="5947">
                  <c:v>28000</c:v>
                </c:pt>
                <c:pt idx="5948">
                  <c:v>28000</c:v>
                </c:pt>
                <c:pt idx="5949">
                  <c:v>28000</c:v>
                </c:pt>
                <c:pt idx="5950">
                  <c:v>28000</c:v>
                </c:pt>
                <c:pt idx="5951">
                  <c:v>28000</c:v>
                </c:pt>
                <c:pt idx="5952">
                  <c:v>28000</c:v>
                </c:pt>
                <c:pt idx="5953">
                  <c:v>28000</c:v>
                </c:pt>
                <c:pt idx="5954">
                  <c:v>28000</c:v>
                </c:pt>
                <c:pt idx="5955">
                  <c:v>28000</c:v>
                </c:pt>
                <c:pt idx="5956">
                  <c:v>28000</c:v>
                </c:pt>
                <c:pt idx="5957">
                  <c:v>28000</c:v>
                </c:pt>
                <c:pt idx="5958">
                  <c:v>28000</c:v>
                </c:pt>
                <c:pt idx="5959">
                  <c:v>27500</c:v>
                </c:pt>
                <c:pt idx="5960">
                  <c:v>27500</c:v>
                </c:pt>
                <c:pt idx="5961">
                  <c:v>27500</c:v>
                </c:pt>
                <c:pt idx="5962">
                  <c:v>27500</c:v>
                </c:pt>
                <c:pt idx="5963">
                  <c:v>27500</c:v>
                </c:pt>
                <c:pt idx="5964">
                  <c:v>27500</c:v>
                </c:pt>
                <c:pt idx="5965">
                  <c:v>27500</c:v>
                </c:pt>
                <c:pt idx="5966">
                  <c:v>27500</c:v>
                </c:pt>
                <c:pt idx="5967">
                  <c:v>27500</c:v>
                </c:pt>
                <c:pt idx="5968">
                  <c:v>27000</c:v>
                </c:pt>
                <c:pt idx="5969">
                  <c:v>26500</c:v>
                </c:pt>
                <c:pt idx="5970">
                  <c:v>26500</c:v>
                </c:pt>
                <c:pt idx="5971">
                  <c:v>26500</c:v>
                </c:pt>
                <c:pt idx="5972">
                  <c:v>26500</c:v>
                </c:pt>
                <c:pt idx="5973">
                  <c:v>26500</c:v>
                </c:pt>
                <c:pt idx="5974">
                  <c:v>26500</c:v>
                </c:pt>
                <c:pt idx="5975">
                  <c:v>26500</c:v>
                </c:pt>
                <c:pt idx="5976">
                  <c:v>26500</c:v>
                </c:pt>
                <c:pt idx="5977">
                  <c:v>26500</c:v>
                </c:pt>
                <c:pt idx="5978">
                  <c:v>26500</c:v>
                </c:pt>
                <c:pt idx="5979">
                  <c:v>26500</c:v>
                </c:pt>
                <c:pt idx="5980">
                  <c:v>26300</c:v>
                </c:pt>
                <c:pt idx="5981">
                  <c:v>26000</c:v>
                </c:pt>
                <c:pt idx="5982">
                  <c:v>26000</c:v>
                </c:pt>
                <c:pt idx="5983">
                  <c:v>25500</c:v>
                </c:pt>
                <c:pt idx="5984">
                  <c:v>25500</c:v>
                </c:pt>
                <c:pt idx="5985">
                  <c:v>25500</c:v>
                </c:pt>
                <c:pt idx="5986">
                  <c:v>25500</c:v>
                </c:pt>
                <c:pt idx="5987">
                  <c:v>24500</c:v>
                </c:pt>
                <c:pt idx="5988">
                  <c:v>24500</c:v>
                </c:pt>
                <c:pt idx="5989">
                  <c:v>24000</c:v>
                </c:pt>
                <c:pt idx="5990">
                  <c:v>24000</c:v>
                </c:pt>
                <c:pt idx="5991">
                  <c:v>24000</c:v>
                </c:pt>
                <c:pt idx="5992">
                  <c:v>24000</c:v>
                </c:pt>
                <c:pt idx="5993">
                  <c:v>23200</c:v>
                </c:pt>
                <c:pt idx="5994">
                  <c:v>22000</c:v>
                </c:pt>
                <c:pt idx="5995">
                  <c:v>22000</c:v>
                </c:pt>
                <c:pt idx="5996">
                  <c:v>22000</c:v>
                </c:pt>
                <c:pt idx="5997">
                  <c:v>22000</c:v>
                </c:pt>
                <c:pt idx="5998">
                  <c:v>22000</c:v>
                </c:pt>
                <c:pt idx="5999">
                  <c:v>22000</c:v>
                </c:pt>
                <c:pt idx="6000">
                  <c:v>21000</c:v>
                </c:pt>
                <c:pt idx="6001">
                  <c:v>20500</c:v>
                </c:pt>
                <c:pt idx="6002">
                  <c:v>21500</c:v>
                </c:pt>
                <c:pt idx="6003">
                  <c:v>22500</c:v>
                </c:pt>
                <c:pt idx="6004">
                  <c:v>22500</c:v>
                </c:pt>
                <c:pt idx="6005">
                  <c:v>22500</c:v>
                </c:pt>
                <c:pt idx="6006">
                  <c:v>22500</c:v>
                </c:pt>
                <c:pt idx="6007">
                  <c:v>22500</c:v>
                </c:pt>
                <c:pt idx="6008">
                  <c:v>22500</c:v>
                </c:pt>
                <c:pt idx="6009">
                  <c:v>22500</c:v>
                </c:pt>
                <c:pt idx="6010">
                  <c:v>22500</c:v>
                </c:pt>
                <c:pt idx="6011">
                  <c:v>21500</c:v>
                </c:pt>
                <c:pt idx="6012">
                  <c:v>21500</c:v>
                </c:pt>
                <c:pt idx="6013">
                  <c:v>21500</c:v>
                </c:pt>
                <c:pt idx="6014">
                  <c:v>21500</c:v>
                </c:pt>
                <c:pt idx="6015">
                  <c:v>20800</c:v>
                </c:pt>
                <c:pt idx="6016">
                  <c:v>20800</c:v>
                </c:pt>
                <c:pt idx="6017">
                  <c:v>20800</c:v>
                </c:pt>
                <c:pt idx="6018">
                  <c:v>20800</c:v>
                </c:pt>
                <c:pt idx="6019">
                  <c:v>20800</c:v>
                </c:pt>
                <c:pt idx="6020">
                  <c:v>20800</c:v>
                </c:pt>
                <c:pt idx="6021">
                  <c:v>20800</c:v>
                </c:pt>
                <c:pt idx="6022">
                  <c:v>20000</c:v>
                </c:pt>
                <c:pt idx="6023">
                  <c:v>20000</c:v>
                </c:pt>
                <c:pt idx="6024">
                  <c:v>20000</c:v>
                </c:pt>
                <c:pt idx="6025">
                  <c:v>19000</c:v>
                </c:pt>
                <c:pt idx="6026">
                  <c:v>19000</c:v>
                </c:pt>
                <c:pt idx="6027">
                  <c:v>19000</c:v>
                </c:pt>
                <c:pt idx="6028">
                  <c:v>19500</c:v>
                </c:pt>
                <c:pt idx="6029">
                  <c:v>20000</c:v>
                </c:pt>
                <c:pt idx="6030">
                  <c:v>20500</c:v>
                </c:pt>
                <c:pt idx="6031">
                  <c:v>20500</c:v>
                </c:pt>
                <c:pt idx="6032">
                  <c:v>20500</c:v>
                </c:pt>
                <c:pt idx="6033">
                  <c:v>20500</c:v>
                </c:pt>
                <c:pt idx="6034">
                  <c:v>20500</c:v>
                </c:pt>
                <c:pt idx="6035">
                  <c:v>20500</c:v>
                </c:pt>
                <c:pt idx="6036">
                  <c:v>21000</c:v>
                </c:pt>
                <c:pt idx="6037">
                  <c:v>21000</c:v>
                </c:pt>
                <c:pt idx="6038">
                  <c:v>21000</c:v>
                </c:pt>
                <c:pt idx="6039">
                  <c:v>21000</c:v>
                </c:pt>
                <c:pt idx="6040">
                  <c:v>21000</c:v>
                </c:pt>
                <c:pt idx="6041">
                  <c:v>21000</c:v>
                </c:pt>
                <c:pt idx="6042">
                  <c:v>21000</c:v>
                </c:pt>
                <c:pt idx="6043">
                  <c:v>21000</c:v>
                </c:pt>
                <c:pt idx="6044">
                  <c:v>21000</c:v>
                </c:pt>
                <c:pt idx="6045">
                  <c:v>20500</c:v>
                </c:pt>
                <c:pt idx="6046">
                  <c:v>20500</c:v>
                </c:pt>
                <c:pt idx="6047">
                  <c:v>20500</c:v>
                </c:pt>
                <c:pt idx="6048">
                  <c:v>20500</c:v>
                </c:pt>
                <c:pt idx="6049">
                  <c:v>20500</c:v>
                </c:pt>
                <c:pt idx="6050">
                  <c:v>20500</c:v>
                </c:pt>
                <c:pt idx="6051">
                  <c:v>20500</c:v>
                </c:pt>
                <c:pt idx="6052">
                  <c:v>20000</c:v>
                </c:pt>
                <c:pt idx="6053">
                  <c:v>20000</c:v>
                </c:pt>
                <c:pt idx="6054">
                  <c:v>20000</c:v>
                </c:pt>
                <c:pt idx="6055">
                  <c:v>20000</c:v>
                </c:pt>
                <c:pt idx="6056">
                  <c:v>19500</c:v>
                </c:pt>
                <c:pt idx="6057">
                  <c:v>19500</c:v>
                </c:pt>
                <c:pt idx="6058">
                  <c:v>19500</c:v>
                </c:pt>
                <c:pt idx="6059">
                  <c:v>19500</c:v>
                </c:pt>
                <c:pt idx="6060">
                  <c:v>19000</c:v>
                </c:pt>
                <c:pt idx="6061">
                  <c:v>19000</c:v>
                </c:pt>
                <c:pt idx="6062">
                  <c:v>19000</c:v>
                </c:pt>
                <c:pt idx="6063">
                  <c:v>19000</c:v>
                </c:pt>
                <c:pt idx="6064">
                  <c:v>19000</c:v>
                </c:pt>
                <c:pt idx="6065">
                  <c:v>19000</c:v>
                </c:pt>
                <c:pt idx="6066">
                  <c:v>19000</c:v>
                </c:pt>
                <c:pt idx="6067">
                  <c:v>19000</c:v>
                </c:pt>
                <c:pt idx="6068">
                  <c:v>19000</c:v>
                </c:pt>
                <c:pt idx="6069">
                  <c:v>19000</c:v>
                </c:pt>
                <c:pt idx="6070">
                  <c:v>19300</c:v>
                </c:pt>
                <c:pt idx="6071">
                  <c:v>20000</c:v>
                </c:pt>
                <c:pt idx="6072">
                  <c:v>20500</c:v>
                </c:pt>
                <c:pt idx="6073">
                  <c:v>21000</c:v>
                </c:pt>
                <c:pt idx="6074">
                  <c:v>21000</c:v>
                </c:pt>
                <c:pt idx="6075">
                  <c:v>21000</c:v>
                </c:pt>
                <c:pt idx="6076">
                  <c:v>21000</c:v>
                </c:pt>
                <c:pt idx="6077">
                  <c:v>21000</c:v>
                </c:pt>
                <c:pt idx="6078">
                  <c:v>21500</c:v>
                </c:pt>
                <c:pt idx="6079">
                  <c:v>21500</c:v>
                </c:pt>
                <c:pt idx="6080">
                  <c:v>21500</c:v>
                </c:pt>
                <c:pt idx="6081">
                  <c:v>20500</c:v>
                </c:pt>
                <c:pt idx="6082">
                  <c:v>20500</c:v>
                </c:pt>
                <c:pt idx="6083">
                  <c:v>20500</c:v>
                </c:pt>
                <c:pt idx="6084">
                  <c:v>19800</c:v>
                </c:pt>
                <c:pt idx="6085">
                  <c:v>19800</c:v>
                </c:pt>
                <c:pt idx="6086">
                  <c:v>19800</c:v>
                </c:pt>
                <c:pt idx="6087">
                  <c:v>19800</c:v>
                </c:pt>
                <c:pt idx="6088">
                  <c:v>19800</c:v>
                </c:pt>
                <c:pt idx="6089">
                  <c:v>19800</c:v>
                </c:pt>
                <c:pt idx="6090">
                  <c:v>19800</c:v>
                </c:pt>
                <c:pt idx="6091">
                  <c:v>19800</c:v>
                </c:pt>
                <c:pt idx="6092">
                  <c:v>19800</c:v>
                </c:pt>
                <c:pt idx="6093">
                  <c:v>19800</c:v>
                </c:pt>
                <c:pt idx="6094">
                  <c:v>19800</c:v>
                </c:pt>
                <c:pt idx="6095">
                  <c:v>19800</c:v>
                </c:pt>
                <c:pt idx="6096">
                  <c:v>19800</c:v>
                </c:pt>
                <c:pt idx="6097">
                  <c:v>19800</c:v>
                </c:pt>
                <c:pt idx="6098">
                  <c:v>19800</c:v>
                </c:pt>
                <c:pt idx="6099">
                  <c:v>19800</c:v>
                </c:pt>
                <c:pt idx="6100">
                  <c:v>19500</c:v>
                </c:pt>
                <c:pt idx="6101">
                  <c:v>19500</c:v>
                </c:pt>
                <c:pt idx="6102">
                  <c:v>19500</c:v>
                </c:pt>
                <c:pt idx="6103">
                  <c:v>19500</c:v>
                </c:pt>
                <c:pt idx="6104">
                  <c:v>19500</c:v>
                </c:pt>
                <c:pt idx="6105">
                  <c:v>19500</c:v>
                </c:pt>
                <c:pt idx="6106">
                  <c:v>19500</c:v>
                </c:pt>
                <c:pt idx="6107">
                  <c:v>19500</c:v>
                </c:pt>
                <c:pt idx="6108">
                  <c:v>19200</c:v>
                </c:pt>
                <c:pt idx="6109">
                  <c:v>19000</c:v>
                </c:pt>
                <c:pt idx="6110">
                  <c:v>19000</c:v>
                </c:pt>
                <c:pt idx="6111">
                  <c:v>19000</c:v>
                </c:pt>
                <c:pt idx="6112">
                  <c:v>18800</c:v>
                </c:pt>
                <c:pt idx="6113">
                  <c:v>18800</c:v>
                </c:pt>
                <c:pt idx="6114">
                  <c:v>18500</c:v>
                </c:pt>
                <c:pt idx="6115">
                  <c:v>18500</c:v>
                </c:pt>
                <c:pt idx="6116">
                  <c:v>18500</c:v>
                </c:pt>
                <c:pt idx="6117">
                  <c:v>18500</c:v>
                </c:pt>
                <c:pt idx="6118">
                  <c:v>18500</c:v>
                </c:pt>
                <c:pt idx="6119">
                  <c:v>18500</c:v>
                </c:pt>
                <c:pt idx="6120">
                  <c:v>18500</c:v>
                </c:pt>
                <c:pt idx="6121">
                  <c:v>18500</c:v>
                </c:pt>
                <c:pt idx="6122">
                  <c:v>18500</c:v>
                </c:pt>
                <c:pt idx="6123">
                  <c:v>18500</c:v>
                </c:pt>
                <c:pt idx="6124">
                  <c:v>18500</c:v>
                </c:pt>
                <c:pt idx="6125">
                  <c:v>18000</c:v>
                </c:pt>
                <c:pt idx="6126">
                  <c:v>18000</c:v>
                </c:pt>
                <c:pt idx="6127">
                  <c:v>18000</c:v>
                </c:pt>
                <c:pt idx="6128">
                  <c:v>18000</c:v>
                </c:pt>
                <c:pt idx="6129">
                  <c:v>18000</c:v>
                </c:pt>
                <c:pt idx="6130">
                  <c:v>18000</c:v>
                </c:pt>
                <c:pt idx="6131">
                  <c:v>18000</c:v>
                </c:pt>
                <c:pt idx="6132">
                  <c:v>18000</c:v>
                </c:pt>
                <c:pt idx="6133">
                  <c:v>18000</c:v>
                </c:pt>
                <c:pt idx="6134">
                  <c:v>18000</c:v>
                </c:pt>
                <c:pt idx="6135">
                  <c:v>18000</c:v>
                </c:pt>
                <c:pt idx="6136">
                  <c:v>18000</c:v>
                </c:pt>
                <c:pt idx="6137">
                  <c:v>18000</c:v>
                </c:pt>
                <c:pt idx="6138">
                  <c:v>18000</c:v>
                </c:pt>
                <c:pt idx="6139">
                  <c:v>18000</c:v>
                </c:pt>
                <c:pt idx="6140">
                  <c:v>18000</c:v>
                </c:pt>
                <c:pt idx="6141">
                  <c:v>18000</c:v>
                </c:pt>
                <c:pt idx="6142">
                  <c:v>18000</c:v>
                </c:pt>
                <c:pt idx="6143">
                  <c:v>18000</c:v>
                </c:pt>
                <c:pt idx="6144">
                  <c:v>18000</c:v>
                </c:pt>
                <c:pt idx="6145">
                  <c:v>18000</c:v>
                </c:pt>
                <c:pt idx="6146">
                  <c:v>18000</c:v>
                </c:pt>
                <c:pt idx="6147">
                  <c:v>18000</c:v>
                </c:pt>
                <c:pt idx="6148">
                  <c:v>18000</c:v>
                </c:pt>
                <c:pt idx="6149">
                  <c:v>18000</c:v>
                </c:pt>
                <c:pt idx="6150">
                  <c:v>18000</c:v>
                </c:pt>
                <c:pt idx="6151">
                  <c:v>18000</c:v>
                </c:pt>
                <c:pt idx="6152">
                  <c:v>18000</c:v>
                </c:pt>
                <c:pt idx="6153">
                  <c:v>18000</c:v>
                </c:pt>
                <c:pt idx="6154">
                  <c:v>18000</c:v>
                </c:pt>
                <c:pt idx="6155">
                  <c:v>18000</c:v>
                </c:pt>
                <c:pt idx="6156">
                  <c:v>17800</c:v>
                </c:pt>
                <c:pt idx="6157">
                  <c:v>17800</c:v>
                </c:pt>
                <c:pt idx="6158">
                  <c:v>17800</c:v>
                </c:pt>
                <c:pt idx="6159">
                  <c:v>17800</c:v>
                </c:pt>
                <c:pt idx="6160">
                  <c:v>17800</c:v>
                </c:pt>
                <c:pt idx="6161">
                  <c:v>17800</c:v>
                </c:pt>
                <c:pt idx="6162">
                  <c:v>17800</c:v>
                </c:pt>
                <c:pt idx="6163">
                  <c:v>17800</c:v>
                </c:pt>
                <c:pt idx="6164">
                  <c:v>17800</c:v>
                </c:pt>
                <c:pt idx="6165">
                  <c:v>17800</c:v>
                </c:pt>
                <c:pt idx="6166">
                  <c:v>17800</c:v>
                </c:pt>
                <c:pt idx="6167">
                  <c:v>17800</c:v>
                </c:pt>
                <c:pt idx="6168">
                  <c:v>17500</c:v>
                </c:pt>
                <c:pt idx="6169">
                  <c:v>17500</c:v>
                </c:pt>
                <c:pt idx="6170">
                  <c:v>17500</c:v>
                </c:pt>
                <c:pt idx="6171">
                  <c:v>17500</c:v>
                </c:pt>
                <c:pt idx="6172">
                  <c:v>17500</c:v>
                </c:pt>
                <c:pt idx="6173">
                  <c:v>17500</c:v>
                </c:pt>
                <c:pt idx="6174">
                  <c:v>17500</c:v>
                </c:pt>
                <c:pt idx="6175">
                  <c:v>17300</c:v>
                </c:pt>
                <c:pt idx="6176">
                  <c:v>17300</c:v>
                </c:pt>
                <c:pt idx="6177">
                  <c:v>17300</c:v>
                </c:pt>
                <c:pt idx="6178">
                  <c:v>17300</c:v>
                </c:pt>
                <c:pt idx="6179">
                  <c:v>17300</c:v>
                </c:pt>
                <c:pt idx="6180">
                  <c:v>17300</c:v>
                </c:pt>
                <c:pt idx="6181">
                  <c:v>17300</c:v>
                </c:pt>
                <c:pt idx="6182">
                  <c:v>17300</c:v>
                </c:pt>
                <c:pt idx="6183">
                  <c:v>17300</c:v>
                </c:pt>
                <c:pt idx="6184">
                  <c:v>17300</c:v>
                </c:pt>
                <c:pt idx="6185">
                  <c:v>17300</c:v>
                </c:pt>
                <c:pt idx="6186">
                  <c:v>17300</c:v>
                </c:pt>
                <c:pt idx="6187">
                  <c:v>17300</c:v>
                </c:pt>
                <c:pt idx="6188">
                  <c:v>17300</c:v>
                </c:pt>
                <c:pt idx="6189">
                  <c:v>17000</c:v>
                </c:pt>
                <c:pt idx="6190">
                  <c:v>17000</c:v>
                </c:pt>
                <c:pt idx="6191">
                  <c:v>17000</c:v>
                </c:pt>
                <c:pt idx="6192">
                  <c:v>17000</c:v>
                </c:pt>
                <c:pt idx="6193">
                  <c:v>17000</c:v>
                </c:pt>
                <c:pt idx="6194">
                  <c:v>17000</c:v>
                </c:pt>
                <c:pt idx="6195">
                  <c:v>17000</c:v>
                </c:pt>
                <c:pt idx="6196">
                  <c:v>17000</c:v>
                </c:pt>
                <c:pt idx="6197">
                  <c:v>17000</c:v>
                </c:pt>
                <c:pt idx="6198">
                  <c:v>17000</c:v>
                </c:pt>
                <c:pt idx="6199">
                  <c:v>17000</c:v>
                </c:pt>
                <c:pt idx="6200">
                  <c:v>17000</c:v>
                </c:pt>
                <c:pt idx="6201">
                  <c:v>17000</c:v>
                </c:pt>
                <c:pt idx="6202">
                  <c:v>17000</c:v>
                </c:pt>
                <c:pt idx="6203">
                  <c:v>16800</c:v>
                </c:pt>
                <c:pt idx="6204">
                  <c:v>16800</c:v>
                </c:pt>
                <c:pt idx="6205">
                  <c:v>16800</c:v>
                </c:pt>
                <c:pt idx="6206">
                  <c:v>16800</c:v>
                </c:pt>
                <c:pt idx="6207">
                  <c:v>16800</c:v>
                </c:pt>
                <c:pt idx="6208">
                  <c:v>16800</c:v>
                </c:pt>
                <c:pt idx="6209">
                  <c:v>16800</c:v>
                </c:pt>
                <c:pt idx="6210">
                  <c:v>16800</c:v>
                </c:pt>
                <c:pt idx="6211">
                  <c:v>16800</c:v>
                </c:pt>
                <c:pt idx="6212">
                  <c:v>16800</c:v>
                </c:pt>
                <c:pt idx="6213">
                  <c:v>16800</c:v>
                </c:pt>
                <c:pt idx="6214">
                  <c:v>16800</c:v>
                </c:pt>
                <c:pt idx="6215">
                  <c:v>16800</c:v>
                </c:pt>
                <c:pt idx="6216">
                  <c:v>16800</c:v>
                </c:pt>
                <c:pt idx="6217">
                  <c:v>16800</c:v>
                </c:pt>
                <c:pt idx="6218">
                  <c:v>16800</c:v>
                </c:pt>
                <c:pt idx="6219">
                  <c:v>16800</c:v>
                </c:pt>
                <c:pt idx="6220">
                  <c:v>16800</c:v>
                </c:pt>
                <c:pt idx="6221">
                  <c:v>16800</c:v>
                </c:pt>
                <c:pt idx="6222">
                  <c:v>16800</c:v>
                </c:pt>
                <c:pt idx="6223">
                  <c:v>16800</c:v>
                </c:pt>
                <c:pt idx="6224">
                  <c:v>16800</c:v>
                </c:pt>
                <c:pt idx="6225">
                  <c:v>16800</c:v>
                </c:pt>
                <c:pt idx="6226">
                  <c:v>16800</c:v>
                </c:pt>
                <c:pt idx="6227">
                  <c:v>16800</c:v>
                </c:pt>
                <c:pt idx="6228">
                  <c:v>16800</c:v>
                </c:pt>
                <c:pt idx="6229">
                  <c:v>16800</c:v>
                </c:pt>
                <c:pt idx="6230">
                  <c:v>16800</c:v>
                </c:pt>
                <c:pt idx="6231">
                  <c:v>16800</c:v>
                </c:pt>
                <c:pt idx="6232">
                  <c:v>16800</c:v>
                </c:pt>
                <c:pt idx="6233">
                  <c:v>16800</c:v>
                </c:pt>
                <c:pt idx="6234">
                  <c:v>16800</c:v>
                </c:pt>
                <c:pt idx="6235">
                  <c:v>16800</c:v>
                </c:pt>
                <c:pt idx="6236">
                  <c:v>16800</c:v>
                </c:pt>
                <c:pt idx="6237">
                  <c:v>16800</c:v>
                </c:pt>
                <c:pt idx="6238">
                  <c:v>16800</c:v>
                </c:pt>
                <c:pt idx="6239">
                  <c:v>16800</c:v>
                </c:pt>
                <c:pt idx="6240">
                  <c:v>16800</c:v>
                </c:pt>
                <c:pt idx="6241">
                  <c:v>17000</c:v>
                </c:pt>
                <c:pt idx="6242">
                  <c:v>17000</c:v>
                </c:pt>
                <c:pt idx="6243">
                  <c:v>17000</c:v>
                </c:pt>
                <c:pt idx="6244">
                  <c:v>17000</c:v>
                </c:pt>
                <c:pt idx="6245">
                  <c:v>17000</c:v>
                </c:pt>
                <c:pt idx="6246">
                  <c:v>17200</c:v>
                </c:pt>
                <c:pt idx="6247">
                  <c:v>17400</c:v>
                </c:pt>
                <c:pt idx="6248">
                  <c:v>17400</c:v>
                </c:pt>
                <c:pt idx="6249">
                  <c:v>17400</c:v>
                </c:pt>
                <c:pt idx="6250">
                  <c:v>17400</c:v>
                </c:pt>
                <c:pt idx="6251">
                  <c:v>17400</c:v>
                </c:pt>
                <c:pt idx="6252">
                  <c:v>17400</c:v>
                </c:pt>
                <c:pt idx="6253">
                  <c:v>17500</c:v>
                </c:pt>
                <c:pt idx="6254">
                  <c:v>17500</c:v>
                </c:pt>
                <c:pt idx="6255">
                  <c:v>17500</c:v>
                </c:pt>
                <c:pt idx="6256">
                  <c:v>17500</c:v>
                </c:pt>
                <c:pt idx="6257">
                  <c:v>17500</c:v>
                </c:pt>
                <c:pt idx="6258">
                  <c:v>17500</c:v>
                </c:pt>
                <c:pt idx="6259">
                  <c:v>17500</c:v>
                </c:pt>
                <c:pt idx="6260">
                  <c:v>17700</c:v>
                </c:pt>
                <c:pt idx="6261">
                  <c:v>17800</c:v>
                </c:pt>
                <c:pt idx="6262">
                  <c:v>17800</c:v>
                </c:pt>
                <c:pt idx="6263">
                  <c:v>17800</c:v>
                </c:pt>
                <c:pt idx="6264">
                  <c:v>17800</c:v>
                </c:pt>
                <c:pt idx="6265">
                  <c:v>17800</c:v>
                </c:pt>
                <c:pt idx="6266">
                  <c:v>17800</c:v>
                </c:pt>
                <c:pt idx="6267">
                  <c:v>17600</c:v>
                </c:pt>
                <c:pt idx="6268">
                  <c:v>17500</c:v>
                </c:pt>
                <c:pt idx="6269">
                  <c:v>17500</c:v>
                </c:pt>
                <c:pt idx="6270">
                  <c:v>17500</c:v>
                </c:pt>
                <c:pt idx="6271">
                  <c:v>17500</c:v>
                </c:pt>
                <c:pt idx="6272">
                  <c:v>17500</c:v>
                </c:pt>
                <c:pt idx="6273">
                  <c:v>17500</c:v>
                </c:pt>
                <c:pt idx="6274">
                  <c:v>17100</c:v>
                </c:pt>
                <c:pt idx="6275">
                  <c:v>17100</c:v>
                </c:pt>
                <c:pt idx="6276">
                  <c:v>17100</c:v>
                </c:pt>
                <c:pt idx="6277">
                  <c:v>17100</c:v>
                </c:pt>
                <c:pt idx="6278">
                  <c:v>17100</c:v>
                </c:pt>
                <c:pt idx="6279">
                  <c:v>17100</c:v>
                </c:pt>
                <c:pt idx="6280">
                  <c:v>17100</c:v>
                </c:pt>
                <c:pt idx="6281">
                  <c:v>17000</c:v>
                </c:pt>
                <c:pt idx="6282">
                  <c:v>16800</c:v>
                </c:pt>
                <c:pt idx="6283">
                  <c:v>16800</c:v>
                </c:pt>
                <c:pt idx="6284">
                  <c:v>16800</c:v>
                </c:pt>
                <c:pt idx="6285">
                  <c:v>16800</c:v>
                </c:pt>
                <c:pt idx="6286">
                  <c:v>16800</c:v>
                </c:pt>
                <c:pt idx="6287">
                  <c:v>16500</c:v>
                </c:pt>
                <c:pt idx="6288">
                  <c:v>16500</c:v>
                </c:pt>
                <c:pt idx="6289">
                  <c:v>16500</c:v>
                </c:pt>
                <c:pt idx="6290">
                  <c:v>16500</c:v>
                </c:pt>
                <c:pt idx="6291">
                  <c:v>16500</c:v>
                </c:pt>
                <c:pt idx="6292">
                  <c:v>16500</c:v>
                </c:pt>
                <c:pt idx="6293">
                  <c:v>16500</c:v>
                </c:pt>
                <c:pt idx="6294">
                  <c:v>16200</c:v>
                </c:pt>
                <c:pt idx="6295">
                  <c:v>16000</c:v>
                </c:pt>
                <c:pt idx="6296">
                  <c:v>16000</c:v>
                </c:pt>
                <c:pt idx="6297">
                  <c:v>16000</c:v>
                </c:pt>
                <c:pt idx="6298">
                  <c:v>16000</c:v>
                </c:pt>
                <c:pt idx="6299">
                  <c:v>16000</c:v>
                </c:pt>
                <c:pt idx="6300">
                  <c:v>16000</c:v>
                </c:pt>
                <c:pt idx="6301">
                  <c:v>16000</c:v>
                </c:pt>
                <c:pt idx="6302">
                  <c:v>15500</c:v>
                </c:pt>
                <c:pt idx="6303">
                  <c:v>15500</c:v>
                </c:pt>
                <c:pt idx="6304">
                  <c:v>15500</c:v>
                </c:pt>
                <c:pt idx="6305">
                  <c:v>15500</c:v>
                </c:pt>
                <c:pt idx="6306">
                  <c:v>15500</c:v>
                </c:pt>
                <c:pt idx="6307">
                  <c:v>15500</c:v>
                </c:pt>
                <c:pt idx="6308">
                  <c:v>15500</c:v>
                </c:pt>
                <c:pt idx="6309">
                  <c:v>15500</c:v>
                </c:pt>
                <c:pt idx="6310">
                  <c:v>15500</c:v>
                </c:pt>
                <c:pt idx="6311">
                  <c:v>15500</c:v>
                </c:pt>
                <c:pt idx="6312">
                  <c:v>15500</c:v>
                </c:pt>
                <c:pt idx="6313">
                  <c:v>15500</c:v>
                </c:pt>
                <c:pt idx="6314">
                  <c:v>15500</c:v>
                </c:pt>
                <c:pt idx="6315">
                  <c:v>15500</c:v>
                </c:pt>
                <c:pt idx="6316">
                  <c:v>15500</c:v>
                </c:pt>
                <c:pt idx="6317">
                  <c:v>15500</c:v>
                </c:pt>
                <c:pt idx="6318">
                  <c:v>15500</c:v>
                </c:pt>
                <c:pt idx="6319">
                  <c:v>15500</c:v>
                </c:pt>
                <c:pt idx="6320">
                  <c:v>15500</c:v>
                </c:pt>
                <c:pt idx="6321">
                  <c:v>15500</c:v>
                </c:pt>
                <c:pt idx="6322">
                  <c:v>15500</c:v>
                </c:pt>
                <c:pt idx="6323">
                  <c:v>15500</c:v>
                </c:pt>
                <c:pt idx="6324">
                  <c:v>15500</c:v>
                </c:pt>
                <c:pt idx="6325">
                  <c:v>15500</c:v>
                </c:pt>
                <c:pt idx="6326">
                  <c:v>15500</c:v>
                </c:pt>
                <c:pt idx="6327">
                  <c:v>15500</c:v>
                </c:pt>
                <c:pt idx="6328">
                  <c:v>15500</c:v>
                </c:pt>
                <c:pt idx="6329">
                  <c:v>15500</c:v>
                </c:pt>
                <c:pt idx="6330">
                  <c:v>15500</c:v>
                </c:pt>
                <c:pt idx="6331">
                  <c:v>15500</c:v>
                </c:pt>
                <c:pt idx="6332">
                  <c:v>15500</c:v>
                </c:pt>
                <c:pt idx="6333">
                  <c:v>15500</c:v>
                </c:pt>
                <c:pt idx="6334">
                  <c:v>15500</c:v>
                </c:pt>
                <c:pt idx="6335">
                  <c:v>15500</c:v>
                </c:pt>
                <c:pt idx="6336">
                  <c:v>15500</c:v>
                </c:pt>
                <c:pt idx="6337">
                  <c:v>14800</c:v>
                </c:pt>
                <c:pt idx="6338">
                  <c:v>14800</c:v>
                </c:pt>
                <c:pt idx="6339">
                  <c:v>14800</c:v>
                </c:pt>
                <c:pt idx="6340">
                  <c:v>14800</c:v>
                </c:pt>
                <c:pt idx="6341">
                  <c:v>14800</c:v>
                </c:pt>
                <c:pt idx="6342">
                  <c:v>14800</c:v>
                </c:pt>
                <c:pt idx="6343">
                  <c:v>14800</c:v>
                </c:pt>
                <c:pt idx="6344">
                  <c:v>14500</c:v>
                </c:pt>
                <c:pt idx="6345">
                  <c:v>14500</c:v>
                </c:pt>
                <c:pt idx="6346">
                  <c:v>14500</c:v>
                </c:pt>
                <c:pt idx="6347">
                  <c:v>14500</c:v>
                </c:pt>
                <c:pt idx="6348">
                  <c:v>14500</c:v>
                </c:pt>
                <c:pt idx="6349">
                  <c:v>14500</c:v>
                </c:pt>
                <c:pt idx="6350">
                  <c:v>14500</c:v>
                </c:pt>
                <c:pt idx="6351">
                  <c:v>14500</c:v>
                </c:pt>
                <c:pt idx="6352">
                  <c:v>14500</c:v>
                </c:pt>
                <c:pt idx="6353">
                  <c:v>14500</c:v>
                </c:pt>
                <c:pt idx="6354">
                  <c:v>14500</c:v>
                </c:pt>
                <c:pt idx="6355">
                  <c:v>14500</c:v>
                </c:pt>
                <c:pt idx="6356">
                  <c:v>14500</c:v>
                </c:pt>
                <c:pt idx="6357">
                  <c:v>14500</c:v>
                </c:pt>
                <c:pt idx="6358">
                  <c:v>14500</c:v>
                </c:pt>
                <c:pt idx="6359">
                  <c:v>14500</c:v>
                </c:pt>
                <c:pt idx="6360">
                  <c:v>14500</c:v>
                </c:pt>
                <c:pt idx="6361">
                  <c:v>14500</c:v>
                </c:pt>
                <c:pt idx="6362">
                  <c:v>14500</c:v>
                </c:pt>
                <c:pt idx="6363">
                  <c:v>14500</c:v>
                </c:pt>
                <c:pt idx="6364">
                  <c:v>14200</c:v>
                </c:pt>
                <c:pt idx="6365">
                  <c:v>14200</c:v>
                </c:pt>
                <c:pt idx="6366">
                  <c:v>14200</c:v>
                </c:pt>
                <c:pt idx="6367">
                  <c:v>14200</c:v>
                </c:pt>
                <c:pt idx="6368">
                  <c:v>14200</c:v>
                </c:pt>
                <c:pt idx="6369">
                  <c:v>14200</c:v>
                </c:pt>
                <c:pt idx="6370">
                  <c:v>14200</c:v>
                </c:pt>
                <c:pt idx="6371">
                  <c:v>14200</c:v>
                </c:pt>
                <c:pt idx="6372">
                  <c:v>14200</c:v>
                </c:pt>
                <c:pt idx="6373">
                  <c:v>14000</c:v>
                </c:pt>
                <c:pt idx="6374">
                  <c:v>14000</c:v>
                </c:pt>
                <c:pt idx="6375">
                  <c:v>14000</c:v>
                </c:pt>
                <c:pt idx="6376">
                  <c:v>14000</c:v>
                </c:pt>
                <c:pt idx="6377">
                  <c:v>14000</c:v>
                </c:pt>
                <c:pt idx="6378">
                  <c:v>14000</c:v>
                </c:pt>
                <c:pt idx="6379">
                  <c:v>14000</c:v>
                </c:pt>
                <c:pt idx="6380">
                  <c:v>14000</c:v>
                </c:pt>
                <c:pt idx="6381">
                  <c:v>14000</c:v>
                </c:pt>
                <c:pt idx="6382">
                  <c:v>14000</c:v>
                </c:pt>
                <c:pt idx="6383">
                  <c:v>14000</c:v>
                </c:pt>
                <c:pt idx="6384">
                  <c:v>14000</c:v>
                </c:pt>
                <c:pt idx="6385">
                  <c:v>14000</c:v>
                </c:pt>
                <c:pt idx="6386">
                  <c:v>14000</c:v>
                </c:pt>
                <c:pt idx="6387">
                  <c:v>14000</c:v>
                </c:pt>
                <c:pt idx="6388">
                  <c:v>14000</c:v>
                </c:pt>
                <c:pt idx="6389">
                  <c:v>14000</c:v>
                </c:pt>
                <c:pt idx="6390">
                  <c:v>14000</c:v>
                </c:pt>
                <c:pt idx="6391">
                  <c:v>14000</c:v>
                </c:pt>
                <c:pt idx="6392">
                  <c:v>14000</c:v>
                </c:pt>
                <c:pt idx="6393">
                  <c:v>14000</c:v>
                </c:pt>
                <c:pt idx="6394">
                  <c:v>14000</c:v>
                </c:pt>
                <c:pt idx="6395">
                  <c:v>13700</c:v>
                </c:pt>
                <c:pt idx="6396">
                  <c:v>13700</c:v>
                </c:pt>
                <c:pt idx="6397">
                  <c:v>13500</c:v>
                </c:pt>
                <c:pt idx="6398">
                  <c:v>13500</c:v>
                </c:pt>
                <c:pt idx="6399">
                  <c:v>13500</c:v>
                </c:pt>
                <c:pt idx="6400">
                  <c:v>13500</c:v>
                </c:pt>
                <c:pt idx="6401">
                  <c:v>13500</c:v>
                </c:pt>
                <c:pt idx="6402">
                  <c:v>13500</c:v>
                </c:pt>
                <c:pt idx="6403">
                  <c:v>13500</c:v>
                </c:pt>
                <c:pt idx="6404">
                  <c:v>13500</c:v>
                </c:pt>
                <c:pt idx="6405">
                  <c:v>13500</c:v>
                </c:pt>
                <c:pt idx="6406">
                  <c:v>13500</c:v>
                </c:pt>
                <c:pt idx="6407">
                  <c:v>13500</c:v>
                </c:pt>
                <c:pt idx="6408">
                  <c:v>13500</c:v>
                </c:pt>
                <c:pt idx="6409">
                  <c:v>13500</c:v>
                </c:pt>
                <c:pt idx="6410">
                  <c:v>13500</c:v>
                </c:pt>
                <c:pt idx="6411">
                  <c:v>13500</c:v>
                </c:pt>
                <c:pt idx="6412">
                  <c:v>13500</c:v>
                </c:pt>
                <c:pt idx="6413">
                  <c:v>13200</c:v>
                </c:pt>
                <c:pt idx="6414">
                  <c:v>13000</c:v>
                </c:pt>
                <c:pt idx="6415">
                  <c:v>13000</c:v>
                </c:pt>
                <c:pt idx="6416">
                  <c:v>13000</c:v>
                </c:pt>
                <c:pt idx="6417">
                  <c:v>13000</c:v>
                </c:pt>
                <c:pt idx="6418">
                  <c:v>13000</c:v>
                </c:pt>
                <c:pt idx="6419">
                  <c:v>13000</c:v>
                </c:pt>
                <c:pt idx="6420">
                  <c:v>13000</c:v>
                </c:pt>
                <c:pt idx="6421">
                  <c:v>13000</c:v>
                </c:pt>
                <c:pt idx="6422">
                  <c:v>13000</c:v>
                </c:pt>
                <c:pt idx="6423">
                  <c:v>12800</c:v>
                </c:pt>
                <c:pt idx="6424">
                  <c:v>12800</c:v>
                </c:pt>
                <c:pt idx="6425">
                  <c:v>12800</c:v>
                </c:pt>
                <c:pt idx="6426">
                  <c:v>12800</c:v>
                </c:pt>
                <c:pt idx="6427">
                  <c:v>13000</c:v>
                </c:pt>
                <c:pt idx="6428">
                  <c:v>13300</c:v>
                </c:pt>
                <c:pt idx="6429">
                  <c:v>13500</c:v>
                </c:pt>
                <c:pt idx="6430">
                  <c:v>13600</c:v>
                </c:pt>
                <c:pt idx="6431">
                  <c:v>13600</c:v>
                </c:pt>
                <c:pt idx="6432">
                  <c:v>13600</c:v>
                </c:pt>
                <c:pt idx="6433">
                  <c:v>13600</c:v>
                </c:pt>
                <c:pt idx="6434">
                  <c:v>13600</c:v>
                </c:pt>
                <c:pt idx="6435">
                  <c:v>13600</c:v>
                </c:pt>
                <c:pt idx="6436">
                  <c:v>13600</c:v>
                </c:pt>
                <c:pt idx="6437">
                  <c:v>13600</c:v>
                </c:pt>
                <c:pt idx="6438">
                  <c:v>13600</c:v>
                </c:pt>
                <c:pt idx="6439">
                  <c:v>13600</c:v>
                </c:pt>
                <c:pt idx="6440">
                  <c:v>13600</c:v>
                </c:pt>
                <c:pt idx="6441">
                  <c:v>13600</c:v>
                </c:pt>
                <c:pt idx="6442">
                  <c:v>13600</c:v>
                </c:pt>
                <c:pt idx="6443">
                  <c:v>13600</c:v>
                </c:pt>
                <c:pt idx="6444">
                  <c:v>13500</c:v>
                </c:pt>
                <c:pt idx="6445">
                  <c:v>13500</c:v>
                </c:pt>
                <c:pt idx="6446">
                  <c:v>13500</c:v>
                </c:pt>
                <c:pt idx="6447">
                  <c:v>13500</c:v>
                </c:pt>
                <c:pt idx="6448">
                  <c:v>13400</c:v>
                </c:pt>
                <c:pt idx="6449">
                  <c:v>13400</c:v>
                </c:pt>
                <c:pt idx="6450">
                  <c:v>13400</c:v>
                </c:pt>
                <c:pt idx="6451">
                  <c:v>13400</c:v>
                </c:pt>
                <c:pt idx="6452">
                  <c:v>13400</c:v>
                </c:pt>
                <c:pt idx="6453">
                  <c:v>13400</c:v>
                </c:pt>
                <c:pt idx="6454">
                  <c:v>13400</c:v>
                </c:pt>
                <c:pt idx="6455">
                  <c:v>13400</c:v>
                </c:pt>
                <c:pt idx="6456">
                  <c:v>13300</c:v>
                </c:pt>
                <c:pt idx="6457">
                  <c:v>13300</c:v>
                </c:pt>
                <c:pt idx="6458">
                  <c:v>13300</c:v>
                </c:pt>
                <c:pt idx="6459">
                  <c:v>13300</c:v>
                </c:pt>
                <c:pt idx="6460">
                  <c:v>13300</c:v>
                </c:pt>
                <c:pt idx="6461">
                  <c:v>13300</c:v>
                </c:pt>
                <c:pt idx="6462">
                  <c:v>13300</c:v>
                </c:pt>
                <c:pt idx="6463">
                  <c:v>13500</c:v>
                </c:pt>
                <c:pt idx="6464">
                  <c:v>14500</c:v>
                </c:pt>
                <c:pt idx="6465">
                  <c:v>14900</c:v>
                </c:pt>
                <c:pt idx="6466">
                  <c:v>14900</c:v>
                </c:pt>
                <c:pt idx="6467">
                  <c:v>14900</c:v>
                </c:pt>
                <c:pt idx="6468">
                  <c:v>14900</c:v>
                </c:pt>
                <c:pt idx="6469">
                  <c:v>14900</c:v>
                </c:pt>
                <c:pt idx="6470">
                  <c:v>14900</c:v>
                </c:pt>
                <c:pt idx="6471">
                  <c:v>14900</c:v>
                </c:pt>
                <c:pt idx="6472">
                  <c:v>14900</c:v>
                </c:pt>
                <c:pt idx="6473">
                  <c:v>14900</c:v>
                </c:pt>
                <c:pt idx="6474">
                  <c:v>14900</c:v>
                </c:pt>
                <c:pt idx="6475">
                  <c:v>14900</c:v>
                </c:pt>
                <c:pt idx="6476">
                  <c:v>14900</c:v>
                </c:pt>
                <c:pt idx="6477">
                  <c:v>14500</c:v>
                </c:pt>
                <c:pt idx="6478">
                  <c:v>14500</c:v>
                </c:pt>
                <c:pt idx="6479">
                  <c:v>14500</c:v>
                </c:pt>
                <c:pt idx="6480">
                  <c:v>14500</c:v>
                </c:pt>
                <c:pt idx="6481">
                  <c:v>14500</c:v>
                </c:pt>
                <c:pt idx="6482">
                  <c:v>14500</c:v>
                </c:pt>
                <c:pt idx="6483">
                  <c:v>14500</c:v>
                </c:pt>
                <c:pt idx="6484">
                  <c:v>14500</c:v>
                </c:pt>
                <c:pt idx="6485">
                  <c:v>14500</c:v>
                </c:pt>
                <c:pt idx="6486">
                  <c:v>14500</c:v>
                </c:pt>
                <c:pt idx="6487">
                  <c:v>14500</c:v>
                </c:pt>
                <c:pt idx="6488">
                  <c:v>14500</c:v>
                </c:pt>
                <c:pt idx="6489">
                  <c:v>14500</c:v>
                </c:pt>
                <c:pt idx="6490">
                  <c:v>14500</c:v>
                </c:pt>
                <c:pt idx="6491">
                  <c:v>14500</c:v>
                </c:pt>
                <c:pt idx="6492">
                  <c:v>14500</c:v>
                </c:pt>
                <c:pt idx="6493">
                  <c:v>14200</c:v>
                </c:pt>
                <c:pt idx="6494">
                  <c:v>14200</c:v>
                </c:pt>
                <c:pt idx="6495">
                  <c:v>14200</c:v>
                </c:pt>
                <c:pt idx="6496">
                  <c:v>14200</c:v>
                </c:pt>
                <c:pt idx="6497">
                  <c:v>14400</c:v>
                </c:pt>
                <c:pt idx="6498">
                  <c:v>14800</c:v>
                </c:pt>
                <c:pt idx="6499">
                  <c:v>14800</c:v>
                </c:pt>
                <c:pt idx="6500">
                  <c:v>14800</c:v>
                </c:pt>
                <c:pt idx="6501">
                  <c:v>14800</c:v>
                </c:pt>
                <c:pt idx="6502">
                  <c:v>14800</c:v>
                </c:pt>
                <c:pt idx="6503">
                  <c:v>14800</c:v>
                </c:pt>
                <c:pt idx="6504">
                  <c:v>14800</c:v>
                </c:pt>
                <c:pt idx="6505">
                  <c:v>14800</c:v>
                </c:pt>
                <c:pt idx="6506">
                  <c:v>14800</c:v>
                </c:pt>
                <c:pt idx="6507">
                  <c:v>14800</c:v>
                </c:pt>
                <c:pt idx="6508">
                  <c:v>14800</c:v>
                </c:pt>
                <c:pt idx="6509">
                  <c:v>14800</c:v>
                </c:pt>
                <c:pt idx="6510">
                  <c:v>14800</c:v>
                </c:pt>
                <c:pt idx="6511">
                  <c:v>14800</c:v>
                </c:pt>
                <c:pt idx="6512">
                  <c:v>14800</c:v>
                </c:pt>
                <c:pt idx="6513">
                  <c:v>14800</c:v>
                </c:pt>
                <c:pt idx="6514">
                  <c:v>14800</c:v>
                </c:pt>
                <c:pt idx="6515">
                  <c:v>14800</c:v>
                </c:pt>
                <c:pt idx="6516">
                  <c:v>14800</c:v>
                </c:pt>
                <c:pt idx="6517">
                  <c:v>14800</c:v>
                </c:pt>
                <c:pt idx="6518">
                  <c:v>14600</c:v>
                </c:pt>
                <c:pt idx="6519">
                  <c:v>14600</c:v>
                </c:pt>
                <c:pt idx="6520">
                  <c:v>14600</c:v>
                </c:pt>
                <c:pt idx="6521">
                  <c:v>14600</c:v>
                </c:pt>
                <c:pt idx="6522">
                  <c:v>14600</c:v>
                </c:pt>
                <c:pt idx="6523">
                  <c:v>14600</c:v>
                </c:pt>
                <c:pt idx="6524">
                  <c:v>14600</c:v>
                </c:pt>
                <c:pt idx="6525">
                  <c:v>14600</c:v>
                </c:pt>
                <c:pt idx="6526">
                  <c:v>14600</c:v>
                </c:pt>
                <c:pt idx="6527">
                  <c:v>14600</c:v>
                </c:pt>
                <c:pt idx="6528">
                  <c:v>14600</c:v>
                </c:pt>
                <c:pt idx="6529">
                  <c:v>14600</c:v>
                </c:pt>
                <c:pt idx="6530">
                  <c:v>14600</c:v>
                </c:pt>
                <c:pt idx="6531">
                  <c:v>14600</c:v>
                </c:pt>
                <c:pt idx="6532">
                  <c:v>14500</c:v>
                </c:pt>
                <c:pt idx="6533">
                  <c:v>14500</c:v>
                </c:pt>
                <c:pt idx="6534">
                  <c:v>14500</c:v>
                </c:pt>
                <c:pt idx="6535">
                  <c:v>14500</c:v>
                </c:pt>
                <c:pt idx="6536">
                  <c:v>14500</c:v>
                </c:pt>
                <c:pt idx="6537">
                  <c:v>14500</c:v>
                </c:pt>
                <c:pt idx="6538">
                  <c:v>14500</c:v>
                </c:pt>
                <c:pt idx="6539">
                  <c:v>14500</c:v>
                </c:pt>
                <c:pt idx="6540">
                  <c:v>14400</c:v>
                </c:pt>
                <c:pt idx="6541">
                  <c:v>14400</c:v>
                </c:pt>
                <c:pt idx="6542">
                  <c:v>14400</c:v>
                </c:pt>
                <c:pt idx="6543">
                  <c:v>14400</c:v>
                </c:pt>
                <c:pt idx="6544">
                  <c:v>14400</c:v>
                </c:pt>
                <c:pt idx="6545">
                  <c:v>14400</c:v>
                </c:pt>
                <c:pt idx="6546">
                  <c:v>14400</c:v>
                </c:pt>
                <c:pt idx="6547">
                  <c:v>14200</c:v>
                </c:pt>
                <c:pt idx="6548">
                  <c:v>14200</c:v>
                </c:pt>
                <c:pt idx="6549">
                  <c:v>14200</c:v>
                </c:pt>
                <c:pt idx="6550">
                  <c:v>14200</c:v>
                </c:pt>
                <c:pt idx="6551">
                  <c:v>14200</c:v>
                </c:pt>
                <c:pt idx="6552">
                  <c:v>14200</c:v>
                </c:pt>
                <c:pt idx="6553">
                  <c:v>14000</c:v>
                </c:pt>
                <c:pt idx="6554">
                  <c:v>14000</c:v>
                </c:pt>
                <c:pt idx="6555">
                  <c:v>14000</c:v>
                </c:pt>
                <c:pt idx="6556">
                  <c:v>14000</c:v>
                </c:pt>
                <c:pt idx="6557">
                  <c:v>14000</c:v>
                </c:pt>
                <c:pt idx="6558">
                  <c:v>14000</c:v>
                </c:pt>
                <c:pt idx="6559">
                  <c:v>14000</c:v>
                </c:pt>
                <c:pt idx="6560">
                  <c:v>14000</c:v>
                </c:pt>
                <c:pt idx="6561">
                  <c:v>14000</c:v>
                </c:pt>
                <c:pt idx="6562">
                  <c:v>13800</c:v>
                </c:pt>
                <c:pt idx="6563">
                  <c:v>13800</c:v>
                </c:pt>
                <c:pt idx="6564">
                  <c:v>13800</c:v>
                </c:pt>
                <c:pt idx="6565">
                  <c:v>13800</c:v>
                </c:pt>
                <c:pt idx="6566">
                  <c:v>13800</c:v>
                </c:pt>
                <c:pt idx="6567">
                  <c:v>13900</c:v>
                </c:pt>
                <c:pt idx="6568">
                  <c:v>13900</c:v>
                </c:pt>
                <c:pt idx="6569">
                  <c:v>13900</c:v>
                </c:pt>
                <c:pt idx="6570">
                  <c:v>13900</c:v>
                </c:pt>
                <c:pt idx="6571">
                  <c:v>14100</c:v>
                </c:pt>
                <c:pt idx="6572">
                  <c:v>14100</c:v>
                </c:pt>
                <c:pt idx="6573">
                  <c:v>14100</c:v>
                </c:pt>
                <c:pt idx="6574">
                  <c:v>14100</c:v>
                </c:pt>
                <c:pt idx="6575">
                  <c:v>14200</c:v>
                </c:pt>
                <c:pt idx="6576">
                  <c:v>14200</c:v>
                </c:pt>
                <c:pt idx="6577">
                  <c:v>14200</c:v>
                </c:pt>
                <c:pt idx="6578">
                  <c:v>14200</c:v>
                </c:pt>
                <c:pt idx="6579">
                  <c:v>14200</c:v>
                </c:pt>
                <c:pt idx="6580">
                  <c:v>14200</c:v>
                </c:pt>
                <c:pt idx="6581">
                  <c:v>14700</c:v>
                </c:pt>
                <c:pt idx="6582">
                  <c:v>14700</c:v>
                </c:pt>
                <c:pt idx="6583">
                  <c:v>14700</c:v>
                </c:pt>
                <c:pt idx="6584">
                  <c:v>14700</c:v>
                </c:pt>
                <c:pt idx="6585">
                  <c:v>14700</c:v>
                </c:pt>
                <c:pt idx="6586">
                  <c:v>14700</c:v>
                </c:pt>
                <c:pt idx="6587">
                  <c:v>14700</c:v>
                </c:pt>
                <c:pt idx="6588">
                  <c:v>14700</c:v>
                </c:pt>
                <c:pt idx="6589">
                  <c:v>14700</c:v>
                </c:pt>
                <c:pt idx="6590">
                  <c:v>14700</c:v>
                </c:pt>
                <c:pt idx="6591">
                  <c:v>14700</c:v>
                </c:pt>
                <c:pt idx="6592">
                  <c:v>14700</c:v>
                </c:pt>
                <c:pt idx="6593">
                  <c:v>14700</c:v>
                </c:pt>
                <c:pt idx="6594">
                  <c:v>14700</c:v>
                </c:pt>
                <c:pt idx="6595">
                  <c:v>15500</c:v>
                </c:pt>
                <c:pt idx="6596">
                  <c:v>15500</c:v>
                </c:pt>
                <c:pt idx="6597">
                  <c:v>15500</c:v>
                </c:pt>
                <c:pt idx="6598">
                  <c:v>15500</c:v>
                </c:pt>
                <c:pt idx="6599">
                  <c:v>15500</c:v>
                </c:pt>
                <c:pt idx="6600">
                  <c:v>15500</c:v>
                </c:pt>
                <c:pt idx="6601">
                  <c:v>15500</c:v>
                </c:pt>
                <c:pt idx="6602">
                  <c:v>15300</c:v>
                </c:pt>
                <c:pt idx="6603">
                  <c:v>15300</c:v>
                </c:pt>
                <c:pt idx="6604">
                  <c:v>15300</c:v>
                </c:pt>
                <c:pt idx="6605">
                  <c:v>15300</c:v>
                </c:pt>
                <c:pt idx="6606">
                  <c:v>15300</c:v>
                </c:pt>
                <c:pt idx="6607">
                  <c:v>15300</c:v>
                </c:pt>
                <c:pt idx="6608">
                  <c:v>15300</c:v>
                </c:pt>
                <c:pt idx="6609">
                  <c:v>15300</c:v>
                </c:pt>
                <c:pt idx="6610">
                  <c:v>15300</c:v>
                </c:pt>
                <c:pt idx="6611">
                  <c:v>15300</c:v>
                </c:pt>
                <c:pt idx="6612">
                  <c:v>15300</c:v>
                </c:pt>
                <c:pt idx="6613">
                  <c:v>15300</c:v>
                </c:pt>
                <c:pt idx="6614">
                  <c:v>15300</c:v>
                </c:pt>
                <c:pt idx="6615">
                  <c:v>15300</c:v>
                </c:pt>
                <c:pt idx="6616">
                  <c:v>15300</c:v>
                </c:pt>
                <c:pt idx="6617">
                  <c:v>15300</c:v>
                </c:pt>
                <c:pt idx="6618">
                  <c:v>15300</c:v>
                </c:pt>
                <c:pt idx="6619">
                  <c:v>15300</c:v>
                </c:pt>
                <c:pt idx="6620">
                  <c:v>15300</c:v>
                </c:pt>
                <c:pt idx="6621">
                  <c:v>15300</c:v>
                </c:pt>
                <c:pt idx="6622">
                  <c:v>15300</c:v>
                </c:pt>
                <c:pt idx="6623">
                  <c:v>15300</c:v>
                </c:pt>
                <c:pt idx="6624">
                  <c:v>15300</c:v>
                </c:pt>
                <c:pt idx="6625">
                  <c:v>15400</c:v>
                </c:pt>
                <c:pt idx="6626">
                  <c:v>15400</c:v>
                </c:pt>
                <c:pt idx="6627">
                  <c:v>15400</c:v>
                </c:pt>
                <c:pt idx="6628">
                  <c:v>15400</c:v>
                </c:pt>
                <c:pt idx="6629">
                  <c:v>15400</c:v>
                </c:pt>
                <c:pt idx="6630">
                  <c:v>15400</c:v>
                </c:pt>
                <c:pt idx="6631">
                  <c:v>15500</c:v>
                </c:pt>
                <c:pt idx="6632">
                  <c:v>15600</c:v>
                </c:pt>
                <c:pt idx="6633">
                  <c:v>16400</c:v>
                </c:pt>
                <c:pt idx="6634">
                  <c:v>16700</c:v>
                </c:pt>
                <c:pt idx="6635">
                  <c:v>16700</c:v>
                </c:pt>
                <c:pt idx="6636">
                  <c:v>16700</c:v>
                </c:pt>
              </c:numCache>
            </c:numRef>
          </c:val>
          <c:smooth val="1"/>
          <c:extLst xmlns:c16r2="http://schemas.microsoft.com/office/drawing/2015/06/chart">
            <c:ext xmlns:c16="http://schemas.microsoft.com/office/drawing/2014/chart" uri="{C3380CC4-5D6E-409C-BE32-E72D297353CC}">
              <c16:uniqueId val="{00000001-BDC8-4373-AEA8-A1791F5D70F0}"/>
            </c:ext>
          </c:extLst>
        </c:ser>
        <c:dLbls>
          <c:showLegendKey val="0"/>
          <c:showVal val="0"/>
          <c:showCatName val="0"/>
          <c:showSerName val="0"/>
          <c:showPercent val="0"/>
          <c:showBubbleSize val="0"/>
        </c:dLbls>
        <c:marker val="1"/>
        <c:smooth val="0"/>
        <c:axId val="631977504"/>
        <c:axId val="626896640"/>
      </c:lineChart>
      <c:dateAx>
        <c:axId val="631977504"/>
        <c:scaling>
          <c:orientation val="minMax"/>
        </c:scaling>
        <c:delete val="0"/>
        <c:axPos val="b"/>
        <c:numFmt formatCode="yy/m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26896640"/>
        <c:crosses val="autoZero"/>
        <c:auto val="1"/>
        <c:lblOffset val="100"/>
        <c:baseTimeUnit val="days"/>
        <c:majorUnit val="3"/>
        <c:majorTimeUnit val="years"/>
      </c:dateAx>
      <c:valAx>
        <c:axId val="626896640"/>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1977504"/>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1"/>
          <c:order val="1"/>
          <c:tx>
            <c:strRef>
              <c:f>'图3 分红派息'!$C$15</c:f>
              <c:strCache>
                <c:ptCount val="1"/>
                <c:pt idx="0">
                  <c:v>现金分红总额(亿元)</c:v>
                </c:pt>
              </c:strCache>
            </c:strRef>
          </c:tx>
          <c:spPr>
            <a:solidFill>
              <a:srgbClr val="E10000"/>
            </a:solidFill>
            <a:ln w="6350">
              <a:solidFill>
                <a:srgbClr val="FFFFFF"/>
              </a:solidFill>
              <a:prstDash val="solid"/>
            </a:ln>
            <a:effectLst/>
          </c:spPr>
          <c:invertIfNegative val="0"/>
          <c:cat>
            <c:numRef>
              <c:f>'图3 分红派息'!$A$19:$A$24</c:f>
              <c:numCache>
                <c:formatCode>General</c:formatCode>
                <c:ptCount val="6"/>
                <c:pt idx="0">
                  <c:v>2016</c:v>
                </c:pt>
                <c:pt idx="1">
                  <c:v>2017</c:v>
                </c:pt>
                <c:pt idx="2">
                  <c:v>2018</c:v>
                </c:pt>
                <c:pt idx="3">
                  <c:v>2019</c:v>
                </c:pt>
                <c:pt idx="4">
                  <c:v>2020</c:v>
                </c:pt>
                <c:pt idx="5">
                  <c:v>2021</c:v>
                </c:pt>
              </c:numCache>
              <c:extLst xmlns:c16r2="http://schemas.microsoft.com/office/drawing/2015/06/chart"/>
            </c:numRef>
          </c:cat>
          <c:val>
            <c:numRef>
              <c:f>'图3 分红派息'!$C$19:$C$24</c:f>
              <c:numCache>
                <c:formatCode>0.00_);[Red]\(0.00\)</c:formatCode>
                <c:ptCount val="6"/>
                <c:pt idx="0">
                  <c:v>0.51223699999999994</c:v>
                </c:pt>
                <c:pt idx="1">
                  <c:v>1.2119679999999999</c:v>
                </c:pt>
                <c:pt idx="2">
                  <c:v>1.4543620000000002</c:v>
                </c:pt>
                <c:pt idx="3">
                  <c:v>1.031393</c:v>
                </c:pt>
                <c:pt idx="4">
                  <c:v>2.7972320000000002</c:v>
                </c:pt>
                <c:pt idx="5">
                  <c:v>5.5586230000000008</c:v>
                </c:pt>
              </c:numCache>
              <c:extLst xmlns:c16r2="http://schemas.microsoft.com/office/drawing/2015/06/chart"/>
            </c:numRef>
          </c:val>
          <c:extLst xmlns:c16r2="http://schemas.microsoft.com/office/drawing/2015/06/chart">
            <c:ext xmlns:c16="http://schemas.microsoft.com/office/drawing/2014/chart" uri="{C3380CC4-5D6E-409C-BE32-E72D297353CC}">
              <c16:uniqueId val="{00000000-0360-44BA-958F-A31A3AA61F9E}"/>
            </c:ext>
          </c:extLst>
        </c:ser>
        <c:dLbls>
          <c:showLegendKey val="0"/>
          <c:showVal val="0"/>
          <c:showCatName val="0"/>
          <c:showSerName val="0"/>
          <c:showPercent val="0"/>
          <c:showBubbleSize val="0"/>
        </c:dLbls>
        <c:gapWidth val="219"/>
        <c:axId val="626899360"/>
        <c:axId val="529225104"/>
        <c:extLst xmlns:c16r2="http://schemas.microsoft.com/office/drawing/2015/06/chart">
          <c:ext xmlns:c15="http://schemas.microsoft.com/office/drawing/2012/chart" uri="{02D57815-91ED-43cb-92C2-25804820EDAC}">
            <c15:filteredBarSeries>
              <c15:ser>
                <c:idx val="0"/>
                <c:order val="0"/>
                <c:tx>
                  <c:strRef>
                    <c:extLst xmlns:c16r2="http://schemas.microsoft.com/office/drawing/2015/06/chart">
                      <c:ext uri="{02D57815-91ED-43cb-92C2-25804820EDAC}">
                        <c15:formulaRef>
                          <c15:sqref>'图3 分红派息'!$B$15</c15:sqref>
                        </c15:formulaRef>
                      </c:ext>
                    </c:extLst>
                    <c:strCache>
                      <c:ptCount val="1"/>
                      <c:pt idx="0">
                        <c:v>归母净利润(万元)</c:v>
                      </c:pt>
                    </c:strCache>
                  </c:strRef>
                </c:tx>
                <c:spPr>
                  <a:solidFill>
                    <a:schemeClr val="accent1"/>
                  </a:solidFill>
                  <a:ln>
                    <a:noFill/>
                  </a:ln>
                  <a:effectLst/>
                </c:spPr>
                <c:invertIfNegative val="0"/>
                <c:cat>
                  <c:numRef>
                    <c:extLst xmlns:c16r2="http://schemas.microsoft.com/office/drawing/2015/06/chart">
                      <c:ext uri="{02D57815-91ED-43cb-92C2-25804820EDAC}">
                        <c15:formulaRef>
                          <c15:sqref>'图3 分红派息'!$A$19:$A$24</c15:sqref>
                        </c15:formulaRef>
                      </c:ext>
                    </c:extLst>
                    <c:numCache>
                      <c:formatCode>General</c:formatCode>
                      <c:ptCount val="6"/>
                      <c:pt idx="0">
                        <c:v>2016</c:v>
                      </c:pt>
                      <c:pt idx="1">
                        <c:v>2017</c:v>
                      </c:pt>
                      <c:pt idx="2">
                        <c:v>2018</c:v>
                      </c:pt>
                      <c:pt idx="3">
                        <c:v>2019</c:v>
                      </c:pt>
                      <c:pt idx="4">
                        <c:v>2020</c:v>
                      </c:pt>
                      <c:pt idx="5">
                        <c:v>2021</c:v>
                      </c:pt>
                    </c:numCache>
                  </c:numRef>
                </c:cat>
                <c:val>
                  <c:numRef>
                    <c:extLst xmlns:c16r2="http://schemas.microsoft.com/office/drawing/2015/06/chart">
                      <c:ext uri="{02D57815-91ED-43cb-92C2-25804820EDAC}">
                        <c15:formulaRef>
                          <c15:sqref>'图3 分红派息'!$B$19:$B$24</c15:sqref>
                        </c15:formulaRef>
                      </c:ext>
                    </c:extLst>
                    <c:numCache>
                      <c:formatCode>0.00_);[Red]\(0.00\)</c:formatCode>
                      <c:ptCount val="6"/>
                      <c:pt idx="0">
                        <c:v>1.020176</c:v>
                      </c:pt>
                      <c:pt idx="1">
                        <c:v>3.209978</c:v>
                      </c:pt>
                      <c:pt idx="2">
                        <c:v>4.0226069999999998</c:v>
                      </c:pt>
                      <c:pt idx="3">
                        <c:v>2.99261</c:v>
                      </c:pt>
                      <c:pt idx="4">
                        <c:v>6.1832419999999999</c:v>
                      </c:pt>
                      <c:pt idx="5">
                        <c:v>42.370418999999998</c:v>
                      </c:pt>
                    </c:numCache>
                  </c:numRef>
                </c:val>
                <c:extLst xmlns:c16r2="http://schemas.microsoft.com/office/drawing/2015/06/chart">
                  <c:ext xmlns:c16="http://schemas.microsoft.com/office/drawing/2014/chart" uri="{C3380CC4-5D6E-409C-BE32-E72D297353CC}">
                    <c16:uniqueId val="{00000002-0360-44BA-958F-A31A3AA61F9E}"/>
                  </c:ext>
                </c:extLst>
              </c15:ser>
            </c15:filteredBarSeries>
          </c:ext>
        </c:extLst>
      </c:barChart>
      <c:lineChart>
        <c:grouping val="standard"/>
        <c:varyColors val="0"/>
        <c:ser>
          <c:idx val="2"/>
          <c:order val="2"/>
          <c:tx>
            <c:strRef>
              <c:f>'图3 分红派息'!$D$15</c:f>
              <c:strCache>
                <c:ptCount val="1"/>
                <c:pt idx="0">
                  <c:v>股利支付率(右)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'图3 分红派息'!$A$19:$A$24</c:f>
              <c:numCache>
                <c:formatCode>General</c:formatCode>
                <c:ptCount val="6"/>
                <c:pt idx="0">
                  <c:v>2016</c:v>
                </c:pt>
                <c:pt idx="1">
                  <c:v>2017</c:v>
                </c:pt>
                <c:pt idx="2">
                  <c:v>2018</c:v>
                </c:pt>
                <c:pt idx="3">
                  <c:v>2019</c:v>
                </c:pt>
                <c:pt idx="4">
                  <c:v>2020</c:v>
                </c:pt>
                <c:pt idx="5">
                  <c:v>2021</c:v>
                </c:pt>
              </c:numCache>
              <c:extLst xmlns:c16r2="http://schemas.microsoft.com/office/drawing/2015/06/chart"/>
            </c:numRef>
          </c:cat>
          <c:val>
            <c:numRef>
              <c:f>'图3 分红派息'!$D$19:$D$24</c:f>
              <c:numCache>
                <c:formatCode>0.00%</c:formatCode>
                <c:ptCount val="6"/>
                <c:pt idx="0">
                  <c:v>0.50210649927071405</c:v>
                </c:pt>
                <c:pt idx="1">
                  <c:v>0.37756271226780991</c:v>
                </c:pt>
                <c:pt idx="2">
                  <c:v>0.36154712603045741</c:v>
                </c:pt>
                <c:pt idx="3">
                  <c:v>0.34464664623856767</c:v>
                </c:pt>
                <c:pt idx="4">
                  <c:v>0.45238921588383574</c:v>
                </c:pt>
                <c:pt idx="5">
                  <c:v>0.13119112652626827</c:v>
                </c:pt>
              </c:numCache>
              <c:extLst xmlns:c16r2="http://schemas.microsoft.com/office/drawing/2015/06/chart"/>
            </c:numRef>
          </c:val>
          <c:smooth val="1"/>
          <c:extLst xmlns:c16r2="http://schemas.microsoft.com/office/drawing/2015/06/chart">
            <c:ext xmlns:c16="http://schemas.microsoft.com/office/drawing/2014/chart" uri="{C3380CC4-5D6E-409C-BE32-E72D297353CC}">
              <c16:uniqueId val="{00000001-0360-44BA-958F-A31A3AA61F9E}"/>
            </c:ext>
          </c:extLst>
        </c:ser>
        <c:dLbls>
          <c:showLegendKey val="0"/>
          <c:showVal val="0"/>
          <c:showCatName val="0"/>
          <c:showSerName val="0"/>
          <c:showPercent val="0"/>
          <c:showBubbleSize val="0"/>
        </c:dLbls>
        <c:marker val="1"/>
        <c:smooth val="0"/>
        <c:axId val="639627072"/>
        <c:axId val="639633056"/>
      </c:lineChart>
      <c:catAx>
        <c:axId val="62689936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en-US" altLang="zh-CN"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529225104"/>
        <c:crosses val="autoZero"/>
        <c:auto val="1"/>
        <c:lblAlgn val="ctr"/>
        <c:lblOffset val="100"/>
        <c:noMultiLvlLbl val="0"/>
      </c:catAx>
      <c:valAx>
        <c:axId val="52922510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26899360"/>
        <c:crosses val="autoZero"/>
        <c:crossBetween val="between"/>
      </c:valAx>
      <c:valAx>
        <c:axId val="639633056"/>
        <c:scaling>
          <c:orientation val="minMax"/>
          <c:min val="0"/>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9627072"/>
        <c:crosses val="max"/>
        <c:crossBetween val="between"/>
        <c:majorUnit val="0.2"/>
      </c:valAx>
      <c:catAx>
        <c:axId val="639627072"/>
        <c:scaling>
          <c:orientation val="minMax"/>
        </c:scaling>
        <c:delete val="1"/>
        <c:axPos val="b"/>
        <c:numFmt formatCode="General" sourceLinked="1"/>
        <c:majorTickMark val="out"/>
        <c:minorTickMark val="none"/>
        <c:tickLblPos val="nextTo"/>
        <c:crossAx val="639633056"/>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lang="en-US" altLang="zh-CN"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lang="en-US" altLang="zh-CN"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2913842221899144E-2"/>
          <c:y val="0.12392131899332098"/>
          <c:w val="0.83480692851319482"/>
          <c:h val="0.77276759631517999"/>
        </c:manualLayout>
      </c:layout>
      <c:barChart>
        <c:barDir val="col"/>
        <c:grouping val="clustered"/>
        <c:varyColors val="0"/>
        <c:ser>
          <c:idx val="0"/>
          <c:order val="0"/>
          <c:tx>
            <c:strRef>
              <c:f>模板!$J$4</c:f>
              <c:strCache>
                <c:ptCount val="1"/>
                <c:pt idx="0">
                  <c:v>营业总收入（亿元）</c:v>
                </c:pt>
              </c:strCache>
            </c:strRef>
          </c:tx>
          <c:spPr>
            <a:solidFill>
              <a:srgbClr val="E10000"/>
            </a:solidFill>
            <a:ln w="6350">
              <a:solidFill>
                <a:srgbClr val="FFFFFF"/>
              </a:solidFill>
              <a:prstDash val="solid"/>
            </a:ln>
          </c:spPr>
          <c:invertIfNegative val="0"/>
          <c:cat>
            <c:strRef>
              <c:f>模板!$I$9:$I$16</c:f>
              <c:strCache>
                <c:ptCount val="8"/>
                <c:pt idx="0">
                  <c:v>2016</c:v>
                </c:pt>
                <c:pt idx="1">
                  <c:v>2017</c:v>
                </c:pt>
                <c:pt idx="2">
                  <c:v>2018</c:v>
                </c:pt>
                <c:pt idx="3">
                  <c:v>2019</c:v>
                </c:pt>
                <c:pt idx="4">
                  <c:v>2020</c:v>
                </c:pt>
                <c:pt idx="5">
                  <c:v>2021</c:v>
                </c:pt>
                <c:pt idx="6">
                  <c:v>2022</c:v>
                </c:pt>
                <c:pt idx="7">
                  <c:v>2023Q3</c:v>
                </c:pt>
              </c:strCache>
            </c:strRef>
          </c:cat>
          <c:val>
            <c:numRef>
              <c:f>模板!$J$9:$J$16</c:f>
              <c:numCache>
                <c:formatCode>0.0_);[Red]\(0.0\)</c:formatCode>
                <c:ptCount val="8"/>
                <c:pt idx="0">
                  <c:v>82.763399244799999</c:v>
                </c:pt>
                <c:pt idx="1">
                  <c:v>90.324019343399996</c:v>
                </c:pt>
                <c:pt idx="2">
                  <c:v>100.3062168725</c:v>
                </c:pt>
                <c:pt idx="3">
                  <c:v>93.274984300599996</c:v>
                </c:pt>
                <c:pt idx="4">
                  <c:v>100.68533177440001</c:v>
                </c:pt>
                <c:pt idx="5">
                  <c:v>118.01526609219999</c:v>
                </c:pt>
                <c:pt idx="6">
                  <c:v>159.57732912290001</c:v>
                </c:pt>
                <c:pt idx="7">
                  <c:v>118.85355145370001</c:v>
                </c:pt>
              </c:numCache>
            </c:numRef>
          </c:val>
          <c:extLst xmlns:c16r2="http://schemas.microsoft.com/office/drawing/2015/06/chart">
            <c:ext xmlns:c16="http://schemas.microsoft.com/office/drawing/2014/chart" uri="{C3380CC4-5D6E-409C-BE32-E72D297353CC}">
              <c16:uniqueId val="{00000000-36EB-4B2E-9CB2-7D97EB5FB52A}"/>
            </c:ext>
          </c:extLst>
        </c:ser>
        <c:dLbls>
          <c:showLegendKey val="0"/>
          <c:showVal val="0"/>
          <c:showCatName val="0"/>
          <c:showSerName val="0"/>
          <c:showPercent val="0"/>
          <c:showBubbleSize val="0"/>
        </c:dLbls>
        <c:gapWidth val="150"/>
        <c:axId val="639628160"/>
        <c:axId val="639623264"/>
      </c:barChart>
      <c:lineChart>
        <c:grouping val="standard"/>
        <c:varyColors val="0"/>
        <c:ser>
          <c:idx val="1"/>
          <c:order val="1"/>
          <c:tx>
            <c:strRef>
              <c:f>模板!$K$4</c:f>
              <c:strCache>
                <c:ptCount val="1"/>
                <c:pt idx="0">
                  <c:v>同比（右）</c:v>
                </c:pt>
              </c:strCache>
            </c:strRef>
          </c:tx>
          <c:spPr>
            <a:ln w="12700">
              <a:solidFill>
                <a:srgbClr val="C8C8C8"/>
              </a:solidFill>
              <a:prstDash val="solid"/>
            </a:ln>
          </c:spPr>
          <c:marker>
            <c:symbol val="diamond"/>
            <c:size val="2"/>
            <c:spPr>
              <a:solidFill>
                <a:srgbClr val="C8C8C8"/>
              </a:solidFill>
              <a:ln w="12700">
                <a:solidFill>
                  <a:srgbClr val="C8C8C8"/>
                </a:solidFill>
                <a:prstDash val="solid"/>
              </a:ln>
            </c:spPr>
          </c:marker>
          <c:cat>
            <c:strRef>
              <c:f>模板!$I$9:$I$16</c:f>
              <c:strCache>
                <c:ptCount val="8"/>
                <c:pt idx="0">
                  <c:v>2016</c:v>
                </c:pt>
                <c:pt idx="1">
                  <c:v>2017</c:v>
                </c:pt>
                <c:pt idx="2">
                  <c:v>2018</c:v>
                </c:pt>
                <c:pt idx="3">
                  <c:v>2019</c:v>
                </c:pt>
                <c:pt idx="4">
                  <c:v>2020</c:v>
                </c:pt>
                <c:pt idx="5">
                  <c:v>2021</c:v>
                </c:pt>
                <c:pt idx="6">
                  <c:v>2022</c:v>
                </c:pt>
                <c:pt idx="7">
                  <c:v>2023Q3</c:v>
                </c:pt>
              </c:strCache>
            </c:strRef>
          </c:cat>
          <c:val>
            <c:numRef>
              <c:f>模板!$K$9:$K$16</c:f>
              <c:numCache>
                <c:formatCode>0.0%</c:formatCode>
                <c:ptCount val="8"/>
                <c:pt idx="0">
                  <c:v>-0.13959199999999999</c:v>
                </c:pt>
                <c:pt idx="1">
                  <c:v>9.1351999999999989E-2</c:v>
                </c:pt>
                <c:pt idx="2">
                  <c:v>0.110515</c:v>
                </c:pt>
                <c:pt idx="3">
                  <c:v>-7.0098000000000008E-2</c:v>
                </c:pt>
                <c:pt idx="4">
                  <c:v>7.9446000000000003E-2</c:v>
                </c:pt>
                <c:pt idx="5">
                  <c:v>0.17212</c:v>
                </c:pt>
                <c:pt idx="6">
                  <c:v>0.35217500000000002</c:v>
                </c:pt>
                <c:pt idx="7">
                  <c:v>-3.2208000000000001E-2</c:v>
                </c:pt>
              </c:numCache>
            </c:numRef>
          </c:val>
          <c:smooth val="1"/>
          <c:extLst xmlns:c16r2="http://schemas.microsoft.com/office/drawing/2015/06/chart">
            <c:ext xmlns:c16="http://schemas.microsoft.com/office/drawing/2014/chart" uri="{C3380CC4-5D6E-409C-BE32-E72D297353CC}">
              <c16:uniqueId val="{00000001-36EB-4B2E-9CB2-7D97EB5FB52A}"/>
            </c:ext>
          </c:extLst>
        </c:ser>
        <c:dLbls>
          <c:showLegendKey val="0"/>
          <c:showVal val="0"/>
          <c:showCatName val="0"/>
          <c:showSerName val="0"/>
          <c:showPercent val="0"/>
          <c:showBubbleSize val="0"/>
        </c:dLbls>
        <c:marker val="1"/>
        <c:smooth val="0"/>
        <c:axId val="639636864"/>
        <c:axId val="639631424"/>
      </c:lineChart>
      <c:catAx>
        <c:axId val="63962816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0" vert="horz"/>
          <a:lstStyle/>
          <a:p>
            <a:pPr>
              <a:defRPr/>
            </a:pPr>
            <a:endParaRPr lang="zh-CN"/>
          </a:p>
        </c:txPr>
        <c:crossAx val="639623264"/>
        <c:crosses val="autoZero"/>
        <c:auto val="1"/>
        <c:lblAlgn val="ctr"/>
        <c:lblOffset val="100"/>
        <c:tickLblSkip val="1"/>
        <c:noMultiLvlLbl val="0"/>
      </c:catAx>
      <c:valAx>
        <c:axId val="639623264"/>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vert="horz"/>
          <a:lstStyle/>
          <a:p>
            <a:pPr>
              <a:defRPr/>
            </a:pPr>
            <a:endParaRPr lang="zh-CN"/>
          </a:p>
        </c:txPr>
        <c:crossAx val="639628160"/>
        <c:crosses val="autoZero"/>
        <c:crossBetween val="between"/>
      </c:valAx>
      <c:valAx>
        <c:axId val="639631424"/>
        <c:scaling>
          <c:orientation val="minMax"/>
        </c:scaling>
        <c:delete val="0"/>
        <c:axPos val="r"/>
        <c:numFmt formatCode="0%" sourceLinked="0"/>
        <c:majorTickMark val="in"/>
        <c:minorTickMark val="none"/>
        <c:tickLblPos val="nextTo"/>
        <c:spPr>
          <a:noFill/>
          <a:ln w="6350">
            <a:solidFill>
              <a:srgbClr val="000000"/>
            </a:solidFill>
          </a:ln>
          <a:effectLst/>
        </c:spPr>
        <c:txPr>
          <a:bodyPr rot="-60000000" vert="horz"/>
          <a:lstStyle/>
          <a:p>
            <a:pPr>
              <a:defRPr/>
            </a:pPr>
            <a:endParaRPr lang="zh-CN"/>
          </a:p>
        </c:txPr>
        <c:crossAx val="639636864"/>
        <c:crosses val="max"/>
        <c:crossBetween val="between"/>
      </c:valAx>
      <c:catAx>
        <c:axId val="639636864"/>
        <c:scaling>
          <c:orientation val="minMax"/>
        </c:scaling>
        <c:delete val="1"/>
        <c:axPos val="b"/>
        <c:numFmt formatCode="General" sourceLinked="1"/>
        <c:majorTickMark val="none"/>
        <c:minorTickMark val="none"/>
        <c:tickLblPos val="none"/>
        <c:crossAx val="639631424"/>
        <c:crosses val="autoZero"/>
        <c:auto val="1"/>
        <c:lblAlgn val="ctr"/>
        <c:lblOffset val="100"/>
        <c:noMultiLvlLbl val="0"/>
      </c:catAx>
      <c:spPr>
        <a:noFill/>
        <a:ln w="25400">
          <a:noFill/>
        </a:ln>
        <a:effectLst/>
      </c:spPr>
    </c:plotArea>
    <c:legend>
      <c:legendPos val="t"/>
      <c:overlay val="1"/>
      <c:spPr>
        <a:noFill/>
        <a:ln w="25400">
          <a:noFill/>
        </a:ln>
        <a:effectLst/>
      </c:spPr>
      <c:txPr>
        <a:bodyPr rot="0" vert="horz"/>
        <a:lstStyle/>
        <a:p>
          <a:pPr>
            <a:defRPr/>
          </a:pPr>
          <a:endParaRPr lang="zh-CN"/>
        </a:p>
      </c:txPr>
    </c:legend>
    <c:plotVisOnly val="1"/>
    <c:dispBlanksAs val="gap"/>
    <c:showDLblsOverMax val="0"/>
  </c:chart>
  <c:spPr>
    <a:solidFill>
      <a:srgbClr val="FFFFFF"/>
    </a:solidFill>
    <a:ln w="25400">
      <a:noFill/>
    </a:ln>
    <a:effectLst/>
  </c:spPr>
  <c:txPr>
    <a:bodyPr/>
    <a:lstStyle/>
    <a:p>
      <a:pPr>
        <a:defRPr sz="1000" b="1">
          <a:latin typeface="微软雅黑" panose="020B0503020204020204" pitchFamily="34" charset="-122"/>
          <a:ea typeface="微软雅黑" panose="020B0503020204020204" pitchFamily="34" charset="-122"/>
          <a:cs typeface="华文细黑"/>
        </a:defRPr>
      </a:pPr>
      <a:endParaRPr lang="zh-CN"/>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8.3362711022840125E-2"/>
          <c:y val="0.11612248702596541"/>
          <c:w val="0.81605658206885046"/>
          <c:h val="0.79066361011701047"/>
        </c:manualLayout>
      </c:layout>
      <c:barChart>
        <c:barDir val="col"/>
        <c:grouping val="clustered"/>
        <c:varyColors val="0"/>
        <c:ser>
          <c:idx val="0"/>
          <c:order val="0"/>
          <c:tx>
            <c:strRef>
              <c:f>模板!$J$18</c:f>
              <c:strCache>
                <c:ptCount val="1"/>
                <c:pt idx="0">
                  <c:v>归属净利润（亿元）</c:v>
                </c:pt>
              </c:strCache>
            </c:strRef>
          </c:tx>
          <c:spPr>
            <a:solidFill>
              <a:srgbClr val="E10000"/>
            </a:solidFill>
            <a:ln w="6350">
              <a:solidFill>
                <a:srgbClr val="FFFFFF"/>
              </a:solidFill>
              <a:prstDash val="solid"/>
            </a:ln>
          </c:spPr>
          <c:invertIfNegative val="0"/>
          <c:cat>
            <c:strRef>
              <c:f>模板!$I$23:$I$30</c:f>
              <c:strCache>
                <c:ptCount val="8"/>
                <c:pt idx="0">
                  <c:v>2016</c:v>
                </c:pt>
                <c:pt idx="1">
                  <c:v>2017</c:v>
                </c:pt>
                <c:pt idx="2">
                  <c:v>2018</c:v>
                </c:pt>
                <c:pt idx="3">
                  <c:v>2019</c:v>
                </c:pt>
                <c:pt idx="4">
                  <c:v>2020</c:v>
                </c:pt>
                <c:pt idx="5">
                  <c:v>2021</c:v>
                </c:pt>
                <c:pt idx="6">
                  <c:v>2022</c:v>
                </c:pt>
                <c:pt idx="7">
                  <c:v>2023Q3</c:v>
                </c:pt>
              </c:strCache>
            </c:strRef>
          </c:cat>
          <c:val>
            <c:numRef>
              <c:f>模板!$J$23:$J$30</c:f>
              <c:numCache>
                <c:formatCode>0.0_);[Red]\(0.0\)</c:formatCode>
                <c:ptCount val="8"/>
                <c:pt idx="0">
                  <c:v>5.6308667136999997</c:v>
                </c:pt>
                <c:pt idx="1">
                  <c:v>6.8015070130999993</c:v>
                </c:pt>
                <c:pt idx="2">
                  <c:v>8.1884183198000002</c:v>
                </c:pt>
                <c:pt idx="3">
                  <c:v>6.5105389547000003</c:v>
                </c:pt>
                <c:pt idx="4">
                  <c:v>9.5476290491999993</c:v>
                </c:pt>
                <c:pt idx="5">
                  <c:v>12.0969280843</c:v>
                </c:pt>
                <c:pt idx="6">
                  <c:v>13.093532704799999</c:v>
                </c:pt>
                <c:pt idx="7">
                  <c:v>9.9025063220000007</c:v>
                </c:pt>
              </c:numCache>
            </c:numRef>
          </c:val>
          <c:extLst xmlns:c16r2="http://schemas.microsoft.com/office/drawing/2015/06/chart">
            <c:ext xmlns:c16="http://schemas.microsoft.com/office/drawing/2014/chart" uri="{C3380CC4-5D6E-409C-BE32-E72D297353CC}">
              <c16:uniqueId val="{00000000-4709-4918-A856-AEEC0E8CE36D}"/>
            </c:ext>
          </c:extLst>
        </c:ser>
        <c:dLbls>
          <c:showLegendKey val="0"/>
          <c:showVal val="0"/>
          <c:showCatName val="0"/>
          <c:showSerName val="0"/>
          <c:showPercent val="0"/>
          <c:showBubbleSize val="0"/>
        </c:dLbls>
        <c:gapWidth val="150"/>
        <c:axId val="639628704"/>
        <c:axId val="639633600"/>
      </c:barChart>
      <c:lineChart>
        <c:grouping val="standard"/>
        <c:varyColors val="0"/>
        <c:ser>
          <c:idx val="1"/>
          <c:order val="1"/>
          <c:tx>
            <c:strRef>
              <c:f>模板!$K$18</c:f>
              <c:strCache>
                <c:ptCount val="1"/>
                <c:pt idx="0">
                  <c:v>同比（右）</c:v>
                </c:pt>
              </c:strCache>
            </c:strRef>
          </c:tx>
          <c:spPr>
            <a:ln w="12700">
              <a:solidFill>
                <a:srgbClr val="C8C8C8"/>
              </a:solidFill>
              <a:prstDash val="solid"/>
            </a:ln>
          </c:spPr>
          <c:marker>
            <c:symbol val="diamond"/>
            <c:size val="2"/>
            <c:spPr>
              <a:solidFill>
                <a:srgbClr val="C8C8C8"/>
              </a:solidFill>
              <a:ln w="12700">
                <a:solidFill>
                  <a:srgbClr val="C8C8C8"/>
                </a:solidFill>
                <a:prstDash val="solid"/>
              </a:ln>
            </c:spPr>
          </c:marker>
          <c:cat>
            <c:strRef>
              <c:f>模板!$I$23:$I$30</c:f>
              <c:strCache>
                <c:ptCount val="8"/>
                <c:pt idx="0">
                  <c:v>2016</c:v>
                </c:pt>
                <c:pt idx="1">
                  <c:v>2017</c:v>
                </c:pt>
                <c:pt idx="2">
                  <c:v>2018</c:v>
                </c:pt>
                <c:pt idx="3">
                  <c:v>2019</c:v>
                </c:pt>
                <c:pt idx="4">
                  <c:v>2020</c:v>
                </c:pt>
                <c:pt idx="5">
                  <c:v>2021</c:v>
                </c:pt>
                <c:pt idx="6">
                  <c:v>2022</c:v>
                </c:pt>
                <c:pt idx="7">
                  <c:v>2023Q3</c:v>
                </c:pt>
              </c:strCache>
            </c:strRef>
          </c:cat>
          <c:val>
            <c:numRef>
              <c:f>模板!$K$23:$K$30</c:f>
              <c:numCache>
                <c:formatCode>0.0%</c:formatCode>
                <c:ptCount val="8"/>
                <c:pt idx="0">
                  <c:v>-0.24683700000000003</c:v>
                </c:pt>
                <c:pt idx="1">
                  <c:v>0.207897</c:v>
                </c:pt>
                <c:pt idx="2">
                  <c:v>0.20391200000000001</c:v>
                </c:pt>
                <c:pt idx="3">
                  <c:v>-0.20490900000000001</c:v>
                </c:pt>
                <c:pt idx="4">
                  <c:v>0.46648800000000001</c:v>
                </c:pt>
                <c:pt idx="5">
                  <c:v>0.28218900000000002</c:v>
                </c:pt>
                <c:pt idx="6">
                  <c:v>8.3584999999999993E-2</c:v>
                </c:pt>
                <c:pt idx="7">
                  <c:v>-0.175478</c:v>
                </c:pt>
              </c:numCache>
            </c:numRef>
          </c:val>
          <c:smooth val="1"/>
          <c:extLst xmlns:c16r2="http://schemas.microsoft.com/office/drawing/2015/06/chart">
            <c:ext xmlns:c16="http://schemas.microsoft.com/office/drawing/2014/chart" uri="{C3380CC4-5D6E-409C-BE32-E72D297353CC}">
              <c16:uniqueId val="{00000001-4709-4918-A856-AEEC0E8CE36D}"/>
            </c:ext>
          </c:extLst>
        </c:ser>
        <c:dLbls>
          <c:showLegendKey val="0"/>
          <c:showVal val="0"/>
          <c:showCatName val="0"/>
          <c:showSerName val="0"/>
          <c:showPercent val="0"/>
          <c:showBubbleSize val="0"/>
        </c:dLbls>
        <c:marker val="1"/>
        <c:smooth val="0"/>
        <c:axId val="639629248"/>
        <c:axId val="639634144"/>
      </c:lineChart>
      <c:catAx>
        <c:axId val="639628704"/>
        <c:scaling>
          <c:orientation val="minMax"/>
        </c:scaling>
        <c:delete val="0"/>
        <c:axPos val="b"/>
        <c:numFmt formatCode="General" sourceLinked="1"/>
        <c:majorTickMark val="in"/>
        <c:minorTickMark val="none"/>
        <c:tickLblPos val="low"/>
        <c:spPr>
          <a:noFill/>
          <a:ln w="6350" cap="flat" cmpd="sng" algn="ctr">
            <a:solidFill>
              <a:srgbClr val="000000"/>
            </a:solidFill>
            <a:round/>
          </a:ln>
          <a:effectLst/>
        </c:spPr>
        <c:txPr>
          <a:bodyPr rot="0" vert="horz"/>
          <a:lstStyle/>
          <a:p>
            <a:pPr>
              <a:defRPr/>
            </a:pPr>
            <a:endParaRPr lang="zh-CN"/>
          </a:p>
        </c:txPr>
        <c:crossAx val="639633600"/>
        <c:crosses val="autoZero"/>
        <c:auto val="1"/>
        <c:lblAlgn val="ctr"/>
        <c:lblOffset val="100"/>
        <c:tickLblSkip val="1"/>
        <c:noMultiLvlLbl val="0"/>
      </c:catAx>
      <c:valAx>
        <c:axId val="639633600"/>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vert="horz"/>
          <a:lstStyle/>
          <a:p>
            <a:pPr>
              <a:defRPr/>
            </a:pPr>
            <a:endParaRPr lang="zh-CN"/>
          </a:p>
        </c:txPr>
        <c:crossAx val="639628704"/>
        <c:crosses val="autoZero"/>
        <c:crossBetween val="between"/>
      </c:valAx>
      <c:valAx>
        <c:axId val="639634144"/>
        <c:scaling>
          <c:orientation val="minMax"/>
          <c:max val="6"/>
        </c:scaling>
        <c:delete val="0"/>
        <c:axPos val="r"/>
        <c:numFmt formatCode="0%" sourceLinked="0"/>
        <c:majorTickMark val="in"/>
        <c:minorTickMark val="none"/>
        <c:tickLblPos val="nextTo"/>
        <c:spPr>
          <a:noFill/>
          <a:ln w="6350">
            <a:solidFill>
              <a:srgbClr val="000000"/>
            </a:solidFill>
          </a:ln>
          <a:effectLst/>
        </c:spPr>
        <c:txPr>
          <a:bodyPr rot="-60000000" vert="horz"/>
          <a:lstStyle/>
          <a:p>
            <a:pPr>
              <a:defRPr/>
            </a:pPr>
            <a:endParaRPr lang="zh-CN"/>
          </a:p>
        </c:txPr>
        <c:crossAx val="639629248"/>
        <c:crosses val="max"/>
        <c:crossBetween val="between"/>
      </c:valAx>
      <c:catAx>
        <c:axId val="639629248"/>
        <c:scaling>
          <c:orientation val="minMax"/>
        </c:scaling>
        <c:delete val="1"/>
        <c:axPos val="b"/>
        <c:numFmt formatCode="General" sourceLinked="1"/>
        <c:majorTickMark val="none"/>
        <c:minorTickMark val="none"/>
        <c:tickLblPos val="none"/>
        <c:crossAx val="639634144"/>
        <c:crosses val="autoZero"/>
        <c:auto val="1"/>
        <c:lblAlgn val="ctr"/>
        <c:lblOffset val="100"/>
        <c:noMultiLvlLbl val="0"/>
      </c:catAx>
      <c:spPr>
        <a:noFill/>
        <a:ln w="25400">
          <a:noFill/>
        </a:ln>
        <a:effectLst/>
      </c:spPr>
    </c:plotArea>
    <c:legend>
      <c:legendPos val="t"/>
      <c:overlay val="1"/>
      <c:spPr>
        <a:noFill/>
        <a:ln w="25400">
          <a:noFill/>
        </a:ln>
        <a:effectLst/>
      </c:spPr>
      <c:txPr>
        <a:bodyPr rot="0" vert="horz"/>
        <a:lstStyle/>
        <a:p>
          <a:pPr>
            <a:defRPr/>
          </a:pPr>
          <a:endParaRPr lang="zh-CN"/>
        </a:p>
      </c:txPr>
    </c:legend>
    <c:plotVisOnly val="1"/>
    <c:dispBlanksAs val="gap"/>
    <c:showDLblsOverMax val="0"/>
  </c:chart>
  <c:spPr>
    <a:solidFill>
      <a:srgbClr val="FFFFFF"/>
    </a:solidFill>
    <a:ln w="25400">
      <a:noFill/>
    </a:ln>
    <a:effectLst/>
  </c:spPr>
  <c:txPr>
    <a:bodyPr/>
    <a:lstStyle/>
    <a:p>
      <a:pPr>
        <a:defRPr sz="1000" b="1">
          <a:solidFill>
            <a:schemeClr val="tx1"/>
          </a:solidFill>
          <a:latin typeface="微软雅黑" panose="020B0503020204020204" pitchFamily="34" charset="-122"/>
          <a:ea typeface="微软雅黑" panose="020B0503020204020204" pitchFamily="34" charset="-122"/>
          <a:cs typeface="华文细黑"/>
        </a:defRPr>
      </a:pPr>
      <a:endParaRPr lang="zh-CN"/>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Sheet1!$C$3</c:f>
              <c:strCache>
                <c:ptCount val="1"/>
                <c:pt idx="0">
                  <c:v>贸易产品</c:v>
                </c:pt>
              </c:strCache>
            </c:strRef>
          </c:tx>
          <c:spPr>
            <a:solidFill>
              <a:srgbClr val="E10000"/>
            </a:solidFill>
            <a:ln w="6350">
              <a:noFill/>
              <a:prstDash val="solid"/>
            </a:ln>
            <a:effectLst/>
          </c:spPr>
          <c:invertIfNegative val="0"/>
          <c:cat>
            <c:strRef>
              <c:f>Sheet1!$D$2:$K$2</c:f>
              <c:strCache>
                <c:ptCount val="8"/>
                <c:pt idx="0">
                  <c:v>2016</c:v>
                </c:pt>
                <c:pt idx="1">
                  <c:v>2017</c:v>
                </c:pt>
                <c:pt idx="2">
                  <c:v>2018</c:v>
                </c:pt>
                <c:pt idx="3">
                  <c:v>2019</c:v>
                </c:pt>
                <c:pt idx="4">
                  <c:v>2020</c:v>
                </c:pt>
                <c:pt idx="5">
                  <c:v>2021</c:v>
                </c:pt>
                <c:pt idx="6">
                  <c:v>2022</c:v>
                </c:pt>
                <c:pt idx="7">
                  <c:v>2023H1</c:v>
                </c:pt>
              </c:strCache>
            </c:strRef>
          </c:cat>
          <c:val>
            <c:numRef>
              <c:f>Sheet1!$D$3:$K$3</c:f>
              <c:numCache>
                <c:formatCode>###,##0.0</c:formatCode>
                <c:ptCount val="8"/>
                <c:pt idx="0">
                  <c:v>6205.4</c:v>
                </c:pt>
                <c:pt idx="1">
                  <c:v>6000.2</c:v>
                </c:pt>
                <c:pt idx="2">
                  <c:v>5881.6</c:v>
                </c:pt>
                <c:pt idx="3">
                  <c:v>6748.6</c:v>
                </c:pt>
                <c:pt idx="4">
                  <c:v>5576</c:v>
                </c:pt>
                <c:pt idx="5">
                  <c:v>1957.1</c:v>
                </c:pt>
                <c:pt idx="6">
                  <c:v>3278.6</c:v>
                </c:pt>
                <c:pt idx="7">
                  <c:v>4124.7</c:v>
                </c:pt>
              </c:numCache>
            </c:numRef>
          </c:val>
          <c:extLst xmlns:c16r2="http://schemas.microsoft.com/office/drawing/2015/06/chart">
            <c:ext xmlns:c16="http://schemas.microsoft.com/office/drawing/2014/chart" uri="{C3380CC4-5D6E-409C-BE32-E72D297353CC}">
              <c16:uniqueId val="{00000000-48E4-4E0F-A434-F566DE260E55}"/>
            </c:ext>
          </c:extLst>
        </c:ser>
        <c:ser>
          <c:idx val="1"/>
          <c:order val="1"/>
          <c:tx>
            <c:strRef>
              <c:f>Sheet1!$C$4</c:f>
              <c:strCache>
                <c:ptCount val="1"/>
                <c:pt idx="0">
                  <c:v>草甘膦及甘氨酸等</c:v>
                </c:pt>
              </c:strCache>
            </c:strRef>
          </c:tx>
          <c:spPr>
            <a:solidFill>
              <a:srgbClr val="C8C8C8"/>
            </a:solidFill>
            <a:ln w="6350">
              <a:noFill/>
              <a:prstDash val="solid"/>
            </a:ln>
            <a:effectLst/>
          </c:spPr>
          <c:invertIfNegative val="0"/>
          <c:cat>
            <c:strRef>
              <c:f>Sheet1!$D$2:$K$2</c:f>
              <c:strCache>
                <c:ptCount val="8"/>
                <c:pt idx="0">
                  <c:v>2016</c:v>
                </c:pt>
                <c:pt idx="1">
                  <c:v>2017</c:v>
                </c:pt>
                <c:pt idx="2">
                  <c:v>2018</c:v>
                </c:pt>
                <c:pt idx="3">
                  <c:v>2019</c:v>
                </c:pt>
                <c:pt idx="4">
                  <c:v>2020</c:v>
                </c:pt>
                <c:pt idx="5">
                  <c:v>2021</c:v>
                </c:pt>
                <c:pt idx="6">
                  <c:v>2022</c:v>
                </c:pt>
                <c:pt idx="7">
                  <c:v>2023H1</c:v>
                </c:pt>
              </c:strCache>
            </c:strRef>
          </c:cat>
          <c:val>
            <c:numRef>
              <c:f>Sheet1!$D$4:$K$4</c:f>
              <c:numCache>
                <c:formatCode>###,##0.0</c:formatCode>
                <c:ptCount val="8"/>
                <c:pt idx="0">
                  <c:v>1960.1</c:v>
                </c:pt>
                <c:pt idx="1">
                  <c:v>2499.1</c:v>
                </c:pt>
                <c:pt idx="2">
                  <c:v>3364.2</c:v>
                </c:pt>
                <c:pt idx="3">
                  <c:v>3613.7</c:v>
                </c:pt>
                <c:pt idx="4">
                  <c:v>4386.7</c:v>
                </c:pt>
                <c:pt idx="5">
                  <c:v>7548.3</c:v>
                </c:pt>
                <c:pt idx="6">
                  <c:v>8670.4</c:v>
                </c:pt>
                <c:pt idx="7">
                  <c:v>2311.8000000000002</c:v>
                </c:pt>
              </c:numCache>
            </c:numRef>
          </c:val>
          <c:extLst xmlns:c16r2="http://schemas.microsoft.com/office/drawing/2015/06/chart">
            <c:ext xmlns:c16="http://schemas.microsoft.com/office/drawing/2014/chart" uri="{C3380CC4-5D6E-409C-BE32-E72D297353CC}">
              <c16:uniqueId val="{00000001-48E4-4E0F-A434-F566DE260E55}"/>
            </c:ext>
          </c:extLst>
        </c:ser>
        <c:ser>
          <c:idx val="2"/>
          <c:order val="2"/>
          <c:tx>
            <c:strRef>
              <c:f>Sheet1!$C$5</c:f>
              <c:strCache>
                <c:ptCount val="1"/>
                <c:pt idx="0">
                  <c:v>肥料</c:v>
                </c:pt>
              </c:strCache>
            </c:strRef>
          </c:tx>
          <c:spPr>
            <a:solidFill>
              <a:srgbClr val="FA6400"/>
            </a:solidFill>
            <a:ln w="6350">
              <a:noFill/>
              <a:prstDash val="solid"/>
            </a:ln>
            <a:effectLst/>
          </c:spPr>
          <c:invertIfNegative val="0"/>
          <c:cat>
            <c:strRef>
              <c:f>Sheet1!$D$2:$K$2</c:f>
              <c:strCache>
                <c:ptCount val="8"/>
                <c:pt idx="0">
                  <c:v>2016</c:v>
                </c:pt>
                <c:pt idx="1">
                  <c:v>2017</c:v>
                </c:pt>
                <c:pt idx="2">
                  <c:v>2018</c:v>
                </c:pt>
                <c:pt idx="3">
                  <c:v>2019</c:v>
                </c:pt>
                <c:pt idx="4">
                  <c:v>2020</c:v>
                </c:pt>
                <c:pt idx="5">
                  <c:v>2021</c:v>
                </c:pt>
                <c:pt idx="6">
                  <c:v>2022</c:v>
                </c:pt>
                <c:pt idx="7">
                  <c:v>2023H1</c:v>
                </c:pt>
              </c:strCache>
            </c:strRef>
          </c:cat>
          <c:val>
            <c:numRef>
              <c:f>Sheet1!$D$5:$K$5</c:f>
              <c:numCache>
                <c:formatCode>###,##0.0</c:formatCode>
                <c:ptCount val="8"/>
                <c:pt idx="0">
                  <c:v>1357.1</c:v>
                </c:pt>
                <c:pt idx="1">
                  <c:v>1493.5</c:v>
                </c:pt>
                <c:pt idx="2">
                  <c:v>1738.1</c:v>
                </c:pt>
                <c:pt idx="3">
                  <c:v>1477.9</c:v>
                </c:pt>
                <c:pt idx="4">
                  <c:v>1585.8</c:v>
                </c:pt>
                <c:pt idx="5">
                  <c:v>2535.6</c:v>
                </c:pt>
                <c:pt idx="6">
                  <c:v>3448.3</c:v>
                </c:pt>
                <c:pt idx="7">
                  <c:v>1863.8</c:v>
                </c:pt>
              </c:numCache>
            </c:numRef>
          </c:val>
          <c:extLst xmlns:c16r2="http://schemas.microsoft.com/office/drawing/2015/06/chart">
            <c:ext xmlns:c16="http://schemas.microsoft.com/office/drawing/2014/chart" uri="{C3380CC4-5D6E-409C-BE32-E72D297353CC}">
              <c16:uniqueId val="{00000002-48E4-4E0F-A434-F566DE260E55}"/>
            </c:ext>
          </c:extLst>
        </c:ser>
        <c:ser>
          <c:idx val="3"/>
          <c:order val="3"/>
          <c:tx>
            <c:strRef>
              <c:f>Sheet1!$C$6</c:f>
              <c:strCache>
                <c:ptCount val="1"/>
                <c:pt idx="0">
                  <c:v>氯碱及有机硅等</c:v>
                </c:pt>
              </c:strCache>
            </c:strRef>
          </c:tx>
          <c:spPr>
            <a:solidFill>
              <a:srgbClr val="FFC000"/>
            </a:solidFill>
            <a:ln w="6350">
              <a:noFill/>
              <a:prstDash val="solid"/>
            </a:ln>
            <a:effectLst/>
          </c:spPr>
          <c:invertIfNegative val="0"/>
          <c:cat>
            <c:strRef>
              <c:f>Sheet1!$D$2:$K$2</c:f>
              <c:strCache>
                <c:ptCount val="8"/>
                <c:pt idx="0">
                  <c:v>2016</c:v>
                </c:pt>
                <c:pt idx="1">
                  <c:v>2017</c:v>
                </c:pt>
                <c:pt idx="2">
                  <c:v>2018</c:v>
                </c:pt>
                <c:pt idx="3">
                  <c:v>2019</c:v>
                </c:pt>
                <c:pt idx="4">
                  <c:v>2020</c:v>
                </c:pt>
                <c:pt idx="5">
                  <c:v>2021</c:v>
                </c:pt>
                <c:pt idx="6">
                  <c:v>2022</c:v>
                </c:pt>
                <c:pt idx="7">
                  <c:v>2023H1</c:v>
                </c:pt>
              </c:strCache>
            </c:strRef>
          </c:cat>
          <c:val>
            <c:numRef>
              <c:f>Sheet1!$D$6:$K$6</c:f>
              <c:numCache>
                <c:formatCode>###,##0.0</c:formatCode>
                <c:ptCount val="8"/>
                <c:pt idx="0">
                  <c:v>1238.2</c:v>
                </c:pt>
                <c:pt idx="1">
                  <c:v>1665.7</c:v>
                </c:pt>
                <c:pt idx="2">
                  <c:v>2390</c:v>
                </c:pt>
                <c:pt idx="3">
                  <c:v>1719.9</c:v>
                </c:pt>
                <c:pt idx="4">
                  <c:v>2231.8000000000002</c:v>
                </c:pt>
                <c:pt idx="5">
                  <c:v>5219.1000000000004</c:v>
                </c:pt>
                <c:pt idx="6">
                  <c:v>4133.3</c:v>
                </c:pt>
                <c:pt idx="7">
                  <c:v>1402.9</c:v>
                </c:pt>
              </c:numCache>
            </c:numRef>
          </c:val>
          <c:extLst xmlns:c16r2="http://schemas.microsoft.com/office/drawing/2015/06/chart">
            <c:ext xmlns:c16="http://schemas.microsoft.com/office/drawing/2014/chart" uri="{C3380CC4-5D6E-409C-BE32-E72D297353CC}">
              <c16:uniqueId val="{00000003-48E4-4E0F-A434-F566DE260E55}"/>
            </c:ext>
          </c:extLst>
        </c:ser>
        <c:ser>
          <c:idx val="4"/>
          <c:order val="4"/>
          <c:tx>
            <c:strRef>
              <c:f>Sheet1!$C$7</c:f>
              <c:strCache>
                <c:ptCount val="1"/>
                <c:pt idx="0">
                  <c:v>电子化学品</c:v>
                </c:pt>
              </c:strCache>
            </c:strRef>
          </c:tx>
          <c:spPr>
            <a:solidFill>
              <a:srgbClr val="DCB464"/>
            </a:solidFill>
            <a:ln w="6350">
              <a:noFill/>
              <a:prstDash val="solid"/>
            </a:ln>
            <a:effectLst/>
          </c:spPr>
          <c:invertIfNegative val="0"/>
          <c:cat>
            <c:strRef>
              <c:f>Sheet1!$D$2:$K$2</c:f>
              <c:strCache>
                <c:ptCount val="8"/>
                <c:pt idx="0">
                  <c:v>2016</c:v>
                </c:pt>
                <c:pt idx="1">
                  <c:v>2017</c:v>
                </c:pt>
                <c:pt idx="2">
                  <c:v>2018</c:v>
                </c:pt>
                <c:pt idx="3">
                  <c:v>2019</c:v>
                </c:pt>
                <c:pt idx="4">
                  <c:v>2020</c:v>
                </c:pt>
                <c:pt idx="5">
                  <c:v>2021</c:v>
                </c:pt>
                <c:pt idx="6">
                  <c:v>2022</c:v>
                </c:pt>
                <c:pt idx="7">
                  <c:v>2023H1</c:v>
                </c:pt>
              </c:strCache>
            </c:strRef>
          </c:cat>
          <c:val>
            <c:numRef>
              <c:f>Sheet1!$D$7:$K$7</c:f>
              <c:numCache>
                <c:formatCode>General</c:formatCode>
                <c:ptCount val="8"/>
                <c:pt idx="3" formatCode="###,##0.0">
                  <c:v>133.5</c:v>
                </c:pt>
                <c:pt idx="4" formatCode="###,##0.0">
                  <c:v>129.4</c:v>
                </c:pt>
                <c:pt idx="5" formatCode="###,##0.0">
                  <c:v>366.4</c:v>
                </c:pt>
                <c:pt idx="7" formatCode="###,##0.0">
                  <c:v>384.8</c:v>
                </c:pt>
              </c:numCache>
            </c:numRef>
          </c:val>
          <c:extLst xmlns:c16r2="http://schemas.microsoft.com/office/drawing/2015/06/chart">
            <c:ext xmlns:c16="http://schemas.microsoft.com/office/drawing/2014/chart" uri="{C3380CC4-5D6E-409C-BE32-E72D297353CC}">
              <c16:uniqueId val="{00000004-48E4-4E0F-A434-F566DE260E55}"/>
            </c:ext>
          </c:extLst>
        </c:ser>
        <c:ser>
          <c:idx val="5"/>
          <c:order val="5"/>
          <c:tx>
            <c:strRef>
              <c:f>Sheet1!$C$8</c:f>
              <c:strCache>
                <c:ptCount val="1"/>
                <c:pt idx="0">
                  <c:v>特种化学品</c:v>
                </c:pt>
              </c:strCache>
            </c:strRef>
          </c:tx>
          <c:spPr>
            <a:solidFill>
              <a:srgbClr val="B40014"/>
            </a:solidFill>
            <a:ln w="6350">
              <a:noFill/>
              <a:prstDash val="solid"/>
            </a:ln>
            <a:effectLst/>
          </c:spPr>
          <c:invertIfNegative val="0"/>
          <c:cat>
            <c:strRef>
              <c:f>Sheet1!$D$2:$K$2</c:f>
              <c:strCache>
                <c:ptCount val="8"/>
                <c:pt idx="0">
                  <c:v>2016</c:v>
                </c:pt>
                <c:pt idx="1">
                  <c:v>2017</c:v>
                </c:pt>
                <c:pt idx="2">
                  <c:v>2018</c:v>
                </c:pt>
                <c:pt idx="3">
                  <c:v>2019</c:v>
                </c:pt>
                <c:pt idx="4">
                  <c:v>2020</c:v>
                </c:pt>
                <c:pt idx="5">
                  <c:v>2021</c:v>
                </c:pt>
                <c:pt idx="6">
                  <c:v>2022</c:v>
                </c:pt>
                <c:pt idx="7">
                  <c:v>2023H1</c:v>
                </c:pt>
              </c:strCache>
            </c:strRef>
          </c:cat>
          <c:val>
            <c:numRef>
              <c:f>Sheet1!$D$8:$K$8</c:f>
              <c:numCache>
                <c:formatCode>General</c:formatCode>
                <c:ptCount val="8"/>
                <c:pt idx="6" formatCode="###,##0.0">
                  <c:v>3351.2</c:v>
                </c:pt>
              </c:numCache>
            </c:numRef>
          </c:val>
          <c:extLst xmlns:c16r2="http://schemas.microsoft.com/office/drawing/2015/06/chart">
            <c:ext xmlns:c16="http://schemas.microsoft.com/office/drawing/2014/chart" uri="{C3380CC4-5D6E-409C-BE32-E72D297353CC}">
              <c16:uniqueId val="{00000005-48E4-4E0F-A434-F566DE260E55}"/>
            </c:ext>
          </c:extLst>
        </c:ser>
        <c:ser>
          <c:idx val="6"/>
          <c:order val="6"/>
          <c:tx>
            <c:strRef>
              <c:f>Sheet1!$C$9</c:f>
              <c:strCache>
                <c:ptCount val="1"/>
                <c:pt idx="0">
                  <c:v>食品级添加剂</c:v>
                </c:pt>
              </c:strCache>
            </c:strRef>
          </c:tx>
          <c:spPr>
            <a:solidFill>
              <a:srgbClr val="FABE78"/>
            </a:solidFill>
            <a:ln w="6350">
              <a:noFill/>
              <a:prstDash val="solid"/>
            </a:ln>
            <a:effectLst/>
          </c:spPr>
          <c:invertIfNegative val="0"/>
          <c:cat>
            <c:strRef>
              <c:f>Sheet1!$D$2:$K$2</c:f>
              <c:strCache>
                <c:ptCount val="8"/>
                <c:pt idx="0">
                  <c:v>2016</c:v>
                </c:pt>
                <c:pt idx="1">
                  <c:v>2017</c:v>
                </c:pt>
                <c:pt idx="2">
                  <c:v>2018</c:v>
                </c:pt>
                <c:pt idx="3">
                  <c:v>2019</c:v>
                </c:pt>
                <c:pt idx="4">
                  <c:v>2020</c:v>
                </c:pt>
                <c:pt idx="5">
                  <c:v>2021</c:v>
                </c:pt>
                <c:pt idx="6">
                  <c:v>2022</c:v>
                </c:pt>
                <c:pt idx="7">
                  <c:v>2023H1</c:v>
                </c:pt>
              </c:strCache>
            </c:strRef>
          </c:cat>
          <c:val>
            <c:numRef>
              <c:f>Sheet1!$D$9:$K$9</c:f>
              <c:numCache>
                <c:formatCode>General</c:formatCode>
                <c:ptCount val="8"/>
                <c:pt idx="6" formatCode="###,##0.0">
                  <c:v>2407.4</c:v>
                </c:pt>
              </c:numCache>
            </c:numRef>
          </c:val>
          <c:extLst xmlns:c16r2="http://schemas.microsoft.com/office/drawing/2015/06/chart">
            <c:ext xmlns:c16="http://schemas.microsoft.com/office/drawing/2014/chart" uri="{C3380CC4-5D6E-409C-BE32-E72D297353CC}">
              <c16:uniqueId val="{00000006-48E4-4E0F-A434-F566DE260E55}"/>
            </c:ext>
          </c:extLst>
        </c:ser>
        <c:ser>
          <c:idx val="7"/>
          <c:order val="7"/>
          <c:tx>
            <c:strRef>
              <c:f>Sheet1!$C$10</c:f>
              <c:strCache>
                <c:ptCount val="1"/>
                <c:pt idx="0">
                  <c:v>功能湿电子化学品</c:v>
                </c:pt>
              </c:strCache>
            </c:strRef>
          </c:tx>
          <c:spPr>
            <a:solidFill>
              <a:srgbClr val="D74114"/>
            </a:solidFill>
            <a:ln w="6350">
              <a:noFill/>
              <a:prstDash val="solid"/>
            </a:ln>
            <a:effectLst/>
          </c:spPr>
          <c:invertIfNegative val="0"/>
          <c:cat>
            <c:strRef>
              <c:f>Sheet1!$D$2:$K$2</c:f>
              <c:strCache>
                <c:ptCount val="8"/>
                <c:pt idx="0">
                  <c:v>2016</c:v>
                </c:pt>
                <c:pt idx="1">
                  <c:v>2017</c:v>
                </c:pt>
                <c:pt idx="2">
                  <c:v>2018</c:v>
                </c:pt>
                <c:pt idx="3">
                  <c:v>2019</c:v>
                </c:pt>
                <c:pt idx="4">
                  <c:v>2020</c:v>
                </c:pt>
                <c:pt idx="5">
                  <c:v>2021</c:v>
                </c:pt>
                <c:pt idx="6">
                  <c:v>2022</c:v>
                </c:pt>
                <c:pt idx="7">
                  <c:v>2023H1</c:v>
                </c:pt>
              </c:strCache>
            </c:strRef>
          </c:cat>
          <c:val>
            <c:numRef>
              <c:f>Sheet1!$D$10:$K$10</c:f>
              <c:numCache>
                <c:formatCode>General</c:formatCode>
                <c:ptCount val="8"/>
                <c:pt idx="6" formatCode="###,##0.0">
                  <c:v>614.70000000000005</c:v>
                </c:pt>
              </c:numCache>
            </c:numRef>
          </c:val>
          <c:extLst xmlns:c16r2="http://schemas.microsoft.com/office/drawing/2015/06/chart">
            <c:ext xmlns:c16="http://schemas.microsoft.com/office/drawing/2014/chart" uri="{C3380CC4-5D6E-409C-BE32-E72D297353CC}">
              <c16:uniqueId val="{00000007-48E4-4E0F-A434-F566DE260E55}"/>
            </c:ext>
          </c:extLst>
        </c:ser>
        <c:ser>
          <c:idx val="8"/>
          <c:order val="8"/>
          <c:tx>
            <c:strRef>
              <c:f>Sheet1!$C$11</c:f>
              <c:strCache>
                <c:ptCount val="1"/>
                <c:pt idx="0">
                  <c:v>磷矿石、黄磷和下游产品及其他</c:v>
                </c:pt>
              </c:strCache>
            </c:strRef>
          </c:tx>
          <c:spPr>
            <a:solidFill>
              <a:srgbClr val="DC8C00"/>
            </a:solidFill>
            <a:ln w="6350">
              <a:noFill/>
              <a:prstDash val="solid"/>
            </a:ln>
            <a:effectLst/>
          </c:spPr>
          <c:invertIfNegative val="0"/>
          <c:cat>
            <c:strRef>
              <c:f>Sheet1!$D$2:$K$2</c:f>
              <c:strCache>
                <c:ptCount val="8"/>
                <c:pt idx="0">
                  <c:v>2016</c:v>
                </c:pt>
                <c:pt idx="1">
                  <c:v>2017</c:v>
                </c:pt>
                <c:pt idx="2">
                  <c:v>2018</c:v>
                </c:pt>
                <c:pt idx="3">
                  <c:v>2019</c:v>
                </c:pt>
                <c:pt idx="4">
                  <c:v>2020</c:v>
                </c:pt>
                <c:pt idx="5">
                  <c:v>2021</c:v>
                </c:pt>
                <c:pt idx="6">
                  <c:v>2022</c:v>
                </c:pt>
                <c:pt idx="7">
                  <c:v>2023H1</c:v>
                </c:pt>
              </c:strCache>
            </c:strRef>
          </c:cat>
          <c:val>
            <c:numRef>
              <c:f>Sheet1!$D$11:$K$11</c:f>
              <c:numCache>
                <c:formatCode>###,##0.0</c:formatCode>
                <c:ptCount val="8"/>
                <c:pt idx="0">
                  <c:v>3502.6</c:v>
                </c:pt>
                <c:pt idx="1">
                  <c:v>3699</c:v>
                </c:pt>
                <c:pt idx="2">
                  <c:v>3402.7</c:v>
                </c:pt>
                <c:pt idx="3">
                  <c:v>3248</c:v>
                </c:pt>
                <c:pt idx="4">
                  <c:v>3492.6</c:v>
                </c:pt>
                <c:pt idx="5">
                  <c:v>5123.7</c:v>
                </c:pt>
                <c:pt idx="6">
                  <c:v>2119</c:v>
                </c:pt>
                <c:pt idx="7">
                  <c:v>3116.5</c:v>
                </c:pt>
              </c:numCache>
            </c:numRef>
          </c:val>
          <c:extLst xmlns:c16r2="http://schemas.microsoft.com/office/drawing/2015/06/chart">
            <c:ext xmlns:c16="http://schemas.microsoft.com/office/drawing/2014/chart" uri="{C3380CC4-5D6E-409C-BE32-E72D297353CC}">
              <c16:uniqueId val="{00000008-48E4-4E0F-A434-F566DE260E55}"/>
            </c:ext>
          </c:extLst>
        </c:ser>
        <c:dLbls>
          <c:showLegendKey val="0"/>
          <c:showVal val="0"/>
          <c:showCatName val="0"/>
          <c:showSerName val="0"/>
          <c:showPercent val="0"/>
          <c:showBubbleSize val="0"/>
        </c:dLbls>
        <c:gapWidth val="150"/>
        <c:overlap val="100"/>
        <c:axId val="639634688"/>
        <c:axId val="639627616"/>
      </c:barChart>
      <c:catAx>
        <c:axId val="639634688"/>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9627616"/>
        <c:crosses val="autoZero"/>
        <c:auto val="1"/>
        <c:lblAlgn val="ctr"/>
        <c:lblOffset val="100"/>
        <c:noMultiLvlLbl val="0"/>
      </c:catAx>
      <c:valAx>
        <c:axId val="639627616"/>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9634688"/>
        <c:crosses val="autoZero"/>
        <c:crossBetween val="between"/>
      </c:valAx>
      <c:spPr>
        <a:noFill/>
        <a:ln>
          <a:noFill/>
        </a:ln>
        <a:effectLst/>
      </c:spPr>
    </c:plotArea>
    <c:legend>
      <c:legendPos val="t"/>
      <c:layout>
        <c:manualLayout>
          <c:xMode val="edge"/>
          <c:yMode val="edge"/>
          <c:x val="2.4667122628365887E-2"/>
          <c:y val="2.357301292184711E-2"/>
          <c:w val="0.95323920257365047"/>
          <c:h val="0.34301053979724733"/>
        </c:manualLayout>
      </c:layout>
      <c:overlay val="0"/>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Sheet1!$C$34</c:f>
              <c:strCache>
                <c:ptCount val="1"/>
                <c:pt idx="0">
                  <c:v>草甘膦及甘氨酸等</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dLbls>
            <c:dLbl>
              <c:idx val="7"/>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8474-4540-AE5D-B0DC9643C3A8}"/>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Sheet1!$D$33:$K$33</c:f>
              <c:strCache>
                <c:ptCount val="8"/>
                <c:pt idx="0">
                  <c:v>2016</c:v>
                </c:pt>
                <c:pt idx="1">
                  <c:v>2017</c:v>
                </c:pt>
                <c:pt idx="2">
                  <c:v>2018</c:v>
                </c:pt>
                <c:pt idx="3">
                  <c:v>2019</c:v>
                </c:pt>
                <c:pt idx="4">
                  <c:v>2020</c:v>
                </c:pt>
                <c:pt idx="5">
                  <c:v>2021</c:v>
                </c:pt>
                <c:pt idx="6">
                  <c:v>2022</c:v>
                </c:pt>
                <c:pt idx="7">
                  <c:v>2023H1</c:v>
                </c:pt>
              </c:strCache>
            </c:strRef>
          </c:cat>
          <c:val>
            <c:numRef>
              <c:f>Sheet1!$D$34:$K$34</c:f>
              <c:numCache>
                <c:formatCode>0.0%</c:formatCode>
                <c:ptCount val="8"/>
                <c:pt idx="0">
                  <c:v>0.20329999999999998</c:v>
                </c:pt>
                <c:pt idx="1">
                  <c:v>0.22989999999999999</c:v>
                </c:pt>
                <c:pt idx="2">
                  <c:v>0.15629999999999999</c:v>
                </c:pt>
                <c:pt idx="3">
                  <c:v>0.1757</c:v>
                </c:pt>
                <c:pt idx="4">
                  <c:v>0.1663</c:v>
                </c:pt>
                <c:pt idx="5">
                  <c:v>0.39829999999999999</c:v>
                </c:pt>
                <c:pt idx="6">
                  <c:v>0.58090000000000008</c:v>
                </c:pt>
                <c:pt idx="7">
                  <c:v>0.14249999999999999</c:v>
                </c:pt>
              </c:numCache>
            </c:numRef>
          </c:val>
          <c:smooth val="1"/>
          <c:extLst xmlns:c16r2="http://schemas.microsoft.com/office/drawing/2015/06/chart">
            <c:ext xmlns:c16="http://schemas.microsoft.com/office/drawing/2014/chart" uri="{C3380CC4-5D6E-409C-BE32-E72D297353CC}">
              <c16:uniqueId val="{00000001-8474-4540-AE5D-B0DC9643C3A8}"/>
            </c:ext>
          </c:extLst>
        </c:ser>
        <c:ser>
          <c:idx val="1"/>
          <c:order val="1"/>
          <c:tx>
            <c:strRef>
              <c:f>Sheet1!$C$35</c:f>
              <c:strCache>
                <c:ptCount val="1"/>
                <c:pt idx="0">
                  <c:v>肥料</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dLbls>
            <c:dLbl>
              <c:idx val="7"/>
              <c:layout>
                <c:manualLayout>
                  <c:x val="6.6879804352874698E-3"/>
                  <c:y val="-2.7528145903508428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2-8474-4540-AE5D-B0DC9643C3A8}"/>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Sheet1!$D$33:$K$33</c:f>
              <c:strCache>
                <c:ptCount val="8"/>
                <c:pt idx="0">
                  <c:v>2016</c:v>
                </c:pt>
                <c:pt idx="1">
                  <c:v>2017</c:v>
                </c:pt>
                <c:pt idx="2">
                  <c:v>2018</c:v>
                </c:pt>
                <c:pt idx="3">
                  <c:v>2019</c:v>
                </c:pt>
                <c:pt idx="4">
                  <c:v>2020</c:v>
                </c:pt>
                <c:pt idx="5">
                  <c:v>2021</c:v>
                </c:pt>
                <c:pt idx="6">
                  <c:v>2022</c:v>
                </c:pt>
                <c:pt idx="7">
                  <c:v>2023H1</c:v>
                </c:pt>
              </c:strCache>
            </c:strRef>
          </c:cat>
          <c:val>
            <c:numRef>
              <c:f>Sheet1!$D$35:$K$35</c:f>
              <c:numCache>
                <c:formatCode>0.0%</c:formatCode>
                <c:ptCount val="8"/>
                <c:pt idx="0">
                  <c:v>3.2500000000000001E-2</c:v>
                </c:pt>
                <c:pt idx="1">
                  <c:v>8.2799999999999999E-2</c:v>
                </c:pt>
                <c:pt idx="2">
                  <c:v>0.1038</c:v>
                </c:pt>
                <c:pt idx="3">
                  <c:v>2.9100000000000001E-2</c:v>
                </c:pt>
                <c:pt idx="4">
                  <c:v>3.4300000000000004E-2</c:v>
                </c:pt>
                <c:pt idx="5">
                  <c:v>0.16109999999999999</c:v>
                </c:pt>
                <c:pt idx="6">
                  <c:v>0.19089999999999999</c:v>
                </c:pt>
                <c:pt idx="7">
                  <c:v>2.5699999999999997E-2</c:v>
                </c:pt>
              </c:numCache>
            </c:numRef>
          </c:val>
          <c:smooth val="1"/>
          <c:extLst xmlns:c16r2="http://schemas.microsoft.com/office/drawing/2015/06/chart">
            <c:ext xmlns:c16="http://schemas.microsoft.com/office/drawing/2014/chart" uri="{C3380CC4-5D6E-409C-BE32-E72D297353CC}">
              <c16:uniqueId val="{00000003-8474-4540-AE5D-B0DC9643C3A8}"/>
            </c:ext>
          </c:extLst>
        </c:ser>
        <c:ser>
          <c:idx val="2"/>
          <c:order val="2"/>
          <c:tx>
            <c:strRef>
              <c:f>Sheet1!$C$36</c:f>
              <c:strCache>
                <c:ptCount val="1"/>
                <c:pt idx="0">
                  <c:v>氯碱及有机硅等</c:v>
                </c:pt>
              </c:strCache>
            </c:strRef>
          </c:tx>
          <c:spPr>
            <a:ln w="12700" cap="rnd">
              <a:solidFill>
                <a:srgbClr val="FA6400"/>
              </a:solidFill>
              <a:prstDash val="solid"/>
              <a:round/>
            </a:ln>
            <a:effectLst/>
          </c:spPr>
          <c:marker>
            <c:symbol val="diamond"/>
            <c:size val="2"/>
            <c:spPr>
              <a:solidFill>
                <a:srgbClr val="FA6400"/>
              </a:solidFill>
              <a:ln w="12700">
                <a:solidFill>
                  <a:srgbClr val="FA6400"/>
                </a:solidFill>
                <a:prstDash val="solid"/>
              </a:ln>
              <a:effectLst/>
            </c:spPr>
          </c:marker>
          <c:cat>
            <c:strRef>
              <c:f>Sheet1!$D$33:$K$33</c:f>
              <c:strCache>
                <c:ptCount val="8"/>
                <c:pt idx="0">
                  <c:v>2016</c:v>
                </c:pt>
                <c:pt idx="1">
                  <c:v>2017</c:v>
                </c:pt>
                <c:pt idx="2">
                  <c:v>2018</c:v>
                </c:pt>
                <c:pt idx="3">
                  <c:v>2019</c:v>
                </c:pt>
                <c:pt idx="4">
                  <c:v>2020</c:v>
                </c:pt>
                <c:pt idx="5">
                  <c:v>2021</c:v>
                </c:pt>
                <c:pt idx="6">
                  <c:v>2022</c:v>
                </c:pt>
                <c:pt idx="7">
                  <c:v>2023H1</c:v>
                </c:pt>
              </c:strCache>
            </c:strRef>
          </c:cat>
          <c:val>
            <c:numRef>
              <c:f>Sheet1!$D$36:$K$36</c:f>
              <c:numCache>
                <c:formatCode>0.0%</c:formatCode>
                <c:ptCount val="8"/>
                <c:pt idx="0">
                  <c:v>0.10580000000000001</c:v>
                </c:pt>
                <c:pt idx="1">
                  <c:v>0.35670000000000002</c:v>
                </c:pt>
                <c:pt idx="2">
                  <c:v>0.39280000000000004</c:v>
                </c:pt>
                <c:pt idx="3">
                  <c:v>0.2213</c:v>
                </c:pt>
                <c:pt idx="4">
                  <c:v>0.26150000000000001</c:v>
                </c:pt>
                <c:pt idx="5">
                  <c:v>0.33689999999999998</c:v>
                </c:pt>
                <c:pt idx="6">
                  <c:v>0.17499999999999999</c:v>
                </c:pt>
                <c:pt idx="7">
                  <c:v>4.0000000000000001E-3</c:v>
                </c:pt>
              </c:numCache>
            </c:numRef>
          </c:val>
          <c:smooth val="1"/>
          <c:extLst xmlns:c16r2="http://schemas.microsoft.com/office/drawing/2015/06/chart">
            <c:ext xmlns:c16="http://schemas.microsoft.com/office/drawing/2014/chart" uri="{C3380CC4-5D6E-409C-BE32-E72D297353CC}">
              <c16:uniqueId val="{00000004-8474-4540-AE5D-B0DC9643C3A8}"/>
            </c:ext>
          </c:extLst>
        </c:ser>
        <c:ser>
          <c:idx val="3"/>
          <c:order val="3"/>
          <c:tx>
            <c:strRef>
              <c:f>Sheet1!$C$37</c:f>
              <c:strCache>
                <c:ptCount val="1"/>
                <c:pt idx="0">
                  <c:v>电子化学品</c:v>
                </c:pt>
              </c:strCache>
            </c:strRef>
          </c:tx>
          <c:spPr>
            <a:ln w="12700" cap="rnd">
              <a:solidFill>
                <a:srgbClr val="FFC000"/>
              </a:solidFill>
              <a:prstDash val="solid"/>
              <a:round/>
            </a:ln>
            <a:effectLst/>
          </c:spPr>
          <c:marker>
            <c:symbol val="diamond"/>
            <c:size val="2"/>
            <c:spPr>
              <a:solidFill>
                <a:srgbClr val="FFC000"/>
              </a:solidFill>
              <a:ln w="12700">
                <a:solidFill>
                  <a:srgbClr val="FFC000"/>
                </a:solidFill>
                <a:prstDash val="solid"/>
              </a:ln>
              <a:effectLst/>
            </c:spPr>
          </c:marker>
          <c:dLbls>
            <c:dLbl>
              <c:idx val="7"/>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5-8474-4540-AE5D-B0DC9643C3A8}"/>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Sheet1!$D$33:$K$33</c:f>
              <c:strCache>
                <c:ptCount val="8"/>
                <c:pt idx="0">
                  <c:v>2016</c:v>
                </c:pt>
                <c:pt idx="1">
                  <c:v>2017</c:v>
                </c:pt>
                <c:pt idx="2">
                  <c:v>2018</c:v>
                </c:pt>
                <c:pt idx="3">
                  <c:v>2019</c:v>
                </c:pt>
                <c:pt idx="4">
                  <c:v>2020</c:v>
                </c:pt>
                <c:pt idx="5">
                  <c:v>2021</c:v>
                </c:pt>
                <c:pt idx="6">
                  <c:v>2022</c:v>
                </c:pt>
                <c:pt idx="7">
                  <c:v>2023H1</c:v>
                </c:pt>
              </c:strCache>
            </c:strRef>
          </c:cat>
          <c:val>
            <c:numRef>
              <c:f>Sheet1!$D$37:$K$37</c:f>
              <c:numCache>
                <c:formatCode>0.0%</c:formatCode>
                <c:ptCount val="8"/>
                <c:pt idx="0">
                  <c:v>0</c:v>
                </c:pt>
                <c:pt idx="1">
                  <c:v>0</c:v>
                </c:pt>
                <c:pt idx="2">
                  <c:v>0</c:v>
                </c:pt>
                <c:pt idx="3">
                  <c:v>0.25469999999999998</c:v>
                </c:pt>
                <c:pt idx="4">
                  <c:v>0.15869999999999998</c:v>
                </c:pt>
                <c:pt idx="5">
                  <c:v>0.46689999999999998</c:v>
                </c:pt>
                <c:pt idx="6">
                  <c:v>0</c:v>
                </c:pt>
                <c:pt idx="7">
                  <c:v>0.37209999999999999</c:v>
                </c:pt>
              </c:numCache>
            </c:numRef>
          </c:val>
          <c:smooth val="1"/>
          <c:extLst xmlns:c16r2="http://schemas.microsoft.com/office/drawing/2015/06/chart">
            <c:ext xmlns:c16="http://schemas.microsoft.com/office/drawing/2014/chart" uri="{C3380CC4-5D6E-409C-BE32-E72D297353CC}">
              <c16:uniqueId val="{00000006-8474-4540-AE5D-B0DC9643C3A8}"/>
            </c:ext>
          </c:extLst>
        </c:ser>
        <c:ser>
          <c:idx val="4"/>
          <c:order val="4"/>
          <c:tx>
            <c:strRef>
              <c:f>Sheet1!$C$38</c:f>
              <c:strCache>
                <c:ptCount val="1"/>
                <c:pt idx="0">
                  <c:v>特种化学品</c:v>
                </c:pt>
              </c:strCache>
            </c:strRef>
          </c:tx>
          <c:spPr>
            <a:ln w="12700" cap="rnd">
              <a:solidFill>
                <a:srgbClr val="DCB464"/>
              </a:solidFill>
              <a:prstDash val="solid"/>
              <a:round/>
            </a:ln>
            <a:effectLst/>
          </c:spPr>
          <c:marker>
            <c:symbol val="diamond"/>
            <c:size val="2"/>
            <c:spPr>
              <a:solidFill>
                <a:srgbClr val="DCB464"/>
              </a:solidFill>
              <a:ln w="12700">
                <a:solidFill>
                  <a:srgbClr val="DCB464"/>
                </a:solidFill>
                <a:prstDash val="solid"/>
              </a:ln>
              <a:effectLst/>
            </c:spPr>
          </c:marker>
          <c:dLbls>
            <c:dLbl>
              <c:idx val="7"/>
              <c:layout>
                <c:manualLayout>
                  <c:x val="-4.4586536235251438E-3"/>
                  <c:y val="1.1797776815789328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7-8474-4540-AE5D-B0DC9643C3A8}"/>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Sheet1!$D$33:$K$33</c:f>
              <c:strCache>
                <c:ptCount val="8"/>
                <c:pt idx="0">
                  <c:v>2016</c:v>
                </c:pt>
                <c:pt idx="1">
                  <c:v>2017</c:v>
                </c:pt>
                <c:pt idx="2">
                  <c:v>2018</c:v>
                </c:pt>
                <c:pt idx="3">
                  <c:v>2019</c:v>
                </c:pt>
                <c:pt idx="4">
                  <c:v>2020</c:v>
                </c:pt>
                <c:pt idx="5">
                  <c:v>2021</c:v>
                </c:pt>
                <c:pt idx="6">
                  <c:v>2022</c:v>
                </c:pt>
                <c:pt idx="7">
                  <c:v>2023H1</c:v>
                </c:pt>
              </c:strCache>
            </c:strRef>
          </c:cat>
          <c:val>
            <c:numRef>
              <c:f>Sheet1!$D$38:$K$38</c:f>
              <c:numCache>
                <c:formatCode>0.0%</c:formatCode>
                <c:ptCount val="8"/>
                <c:pt idx="0">
                  <c:v>0</c:v>
                </c:pt>
                <c:pt idx="1">
                  <c:v>0</c:v>
                </c:pt>
                <c:pt idx="2">
                  <c:v>0</c:v>
                </c:pt>
                <c:pt idx="3">
                  <c:v>0</c:v>
                </c:pt>
                <c:pt idx="4">
                  <c:v>0</c:v>
                </c:pt>
                <c:pt idx="5">
                  <c:v>0</c:v>
                </c:pt>
                <c:pt idx="6">
                  <c:v>0.53420000000000001</c:v>
                </c:pt>
                <c:pt idx="7">
                  <c:v>0</c:v>
                </c:pt>
              </c:numCache>
            </c:numRef>
          </c:val>
          <c:smooth val="1"/>
          <c:extLst xmlns:c16r2="http://schemas.microsoft.com/office/drawing/2015/06/chart">
            <c:ext xmlns:c16="http://schemas.microsoft.com/office/drawing/2014/chart" uri="{C3380CC4-5D6E-409C-BE32-E72D297353CC}">
              <c16:uniqueId val="{00000008-8474-4540-AE5D-B0DC9643C3A8}"/>
            </c:ext>
          </c:extLst>
        </c:ser>
        <c:ser>
          <c:idx val="5"/>
          <c:order val="5"/>
          <c:tx>
            <c:strRef>
              <c:f>Sheet1!$C$39</c:f>
              <c:strCache>
                <c:ptCount val="1"/>
                <c:pt idx="0">
                  <c:v>食品级添加剂</c:v>
                </c:pt>
              </c:strCache>
            </c:strRef>
          </c:tx>
          <c:spPr>
            <a:ln w="12700" cap="rnd">
              <a:solidFill>
                <a:srgbClr val="B40014"/>
              </a:solidFill>
              <a:prstDash val="solid"/>
              <a:round/>
            </a:ln>
            <a:effectLst/>
          </c:spPr>
          <c:marker>
            <c:symbol val="diamond"/>
            <c:size val="2"/>
            <c:spPr>
              <a:solidFill>
                <a:srgbClr val="B40014"/>
              </a:solidFill>
              <a:ln w="12700">
                <a:solidFill>
                  <a:srgbClr val="B40014"/>
                </a:solidFill>
                <a:prstDash val="solid"/>
              </a:ln>
              <a:effectLst/>
            </c:spPr>
          </c:marker>
          <c:cat>
            <c:strRef>
              <c:f>Sheet1!$D$33:$K$33</c:f>
              <c:strCache>
                <c:ptCount val="8"/>
                <c:pt idx="0">
                  <c:v>2016</c:v>
                </c:pt>
                <c:pt idx="1">
                  <c:v>2017</c:v>
                </c:pt>
                <c:pt idx="2">
                  <c:v>2018</c:v>
                </c:pt>
                <c:pt idx="3">
                  <c:v>2019</c:v>
                </c:pt>
                <c:pt idx="4">
                  <c:v>2020</c:v>
                </c:pt>
                <c:pt idx="5">
                  <c:v>2021</c:v>
                </c:pt>
                <c:pt idx="6">
                  <c:v>2022</c:v>
                </c:pt>
                <c:pt idx="7">
                  <c:v>2023H1</c:v>
                </c:pt>
              </c:strCache>
            </c:strRef>
          </c:cat>
          <c:val>
            <c:numRef>
              <c:f>Sheet1!$D$39:$K$39</c:f>
              <c:numCache>
                <c:formatCode>0.0%</c:formatCode>
                <c:ptCount val="8"/>
                <c:pt idx="0">
                  <c:v>0</c:v>
                </c:pt>
                <c:pt idx="1">
                  <c:v>0</c:v>
                </c:pt>
                <c:pt idx="2">
                  <c:v>0</c:v>
                </c:pt>
                <c:pt idx="3">
                  <c:v>0</c:v>
                </c:pt>
                <c:pt idx="4">
                  <c:v>0</c:v>
                </c:pt>
                <c:pt idx="5">
                  <c:v>0</c:v>
                </c:pt>
                <c:pt idx="6">
                  <c:v>0.1338</c:v>
                </c:pt>
                <c:pt idx="7">
                  <c:v>0</c:v>
                </c:pt>
              </c:numCache>
            </c:numRef>
          </c:val>
          <c:smooth val="1"/>
          <c:extLst xmlns:c16r2="http://schemas.microsoft.com/office/drawing/2015/06/chart">
            <c:ext xmlns:c16="http://schemas.microsoft.com/office/drawing/2014/chart" uri="{C3380CC4-5D6E-409C-BE32-E72D297353CC}">
              <c16:uniqueId val="{00000009-8474-4540-AE5D-B0DC9643C3A8}"/>
            </c:ext>
          </c:extLst>
        </c:ser>
        <c:ser>
          <c:idx val="6"/>
          <c:order val="6"/>
          <c:tx>
            <c:strRef>
              <c:f>Sheet1!$C$40</c:f>
              <c:strCache>
                <c:ptCount val="1"/>
                <c:pt idx="0">
                  <c:v>功能湿电子化学品</c:v>
                </c:pt>
              </c:strCache>
            </c:strRef>
          </c:tx>
          <c:spPr>
            <a:ln w="12700" cap="rnd">
              <a:solidFill>
                <a:srgbClr val="FABE78"/>
              </a:solidFill>
              <a:prstDash val="solid"/>
              <a:round/>
            </a:ln>
            <a:effectLst/>
          </c:spPr>
          <c:marker>
            <c:symbol val="diamond"/>
            <c:size val="2"/>
            <c:spPr>
              <a:solidFill>
                <a:srgbClr val="FABE78"/>
              </a:solidFill>
              <a:ln w="12700">
                <a:solidFill>
                  <a:srgbClr val="FABE78"/>
                </a:solidFill>
                <a:prstDash val="solid"/>
              </a:ln>
              <a:effectLst/>
            </c:spPr>
          </c:marker>
          <c:cat>
            <c:strRef>
              <c:f>Sheet1!$D$33:$K$33</c:f>
              <c:strCache>
                <c:ptCount val="8"/>
                <c:pt idx="0">
                  <c:v>2016</c:v>
                </c:pt>
                <c:pt idx="1">
                  <c:v>2017</c:v>
                </c:pt>
                <c:pt idx="2">
                  <c:v>2018</c:v>
                </c:pt>
                <c:pt idx="3">
                  <c:v>2019</c:v>
                </c:pt>
                <c:pt idx="4">
                  <c:v>2020</c:v>
                </c:pt>
                <c:pt idx="5">
                  <c:v>2021</c:v>
                </c:pt>
                <c:pt idx="6">
                  <c:v>2022</c:v>
                </c:pt>
                <c:pt idx="7">
                  <c:v>2023H1</c:v>
                </c:pt>
              </c:strCache>
            </c:strRef>
          </c:cat>
          <c:val>
            <c:numRef>
              <c:f>Sheet1!$D$40:$K$40</c:f>
              <c:numCache>
                <c:formatCode>0.0%</c:formatCode>
                <c:ptCount val="8"/>
                <c:pt idx="0">
                  <c:v>0</c:v>
                </c:pt>
                <c:pt idx="1">
                  <c:v>0</c:v>
                </c:pt>
                <c:pt idx="2">
                  <c:v>0</c:v>
                </c:pt>
                <c:pt idx="3">
                  <c:v>0</c:v>
                </c:pt>
                <c:pt idx="4">
                  <c:v>0</c:v>
                </c:pt>
                <c:pt idx="5">
                  <c:v>0</c:v>
                </c:pt>
                <c:pt idx="6">
                  <c:v>0.38590000000000002</c:v>
                </c:pt>
                <c:pt idx="7">
                  <c:v>0</c:v>
                </c:pt>
              </c:numCache>
            </c:numRef>
          </c:val>
          <c:smooth val="1"/>
          <c:extLst xmlns:c16r2="http://schemas.microsoft.com/office/drawing/2015/06/chart">
            <c:ext xmlns:c16="http://schemas.microsoft.com/office/drawing/2014/chart" uri="{C3380CC4-5D6E-409C-BE32-E72D297353CC}">
              <c16:uniqueId val="{0000000A-8474-4540-AE5D-B0DC9643C3A8}"/>
            </c:ext>
          </c:extLst>
        </c:ser>
        <c:ser>
          <c:idx val="7"/>
          <c:order val="7"/>
          <c:tx>
            <c:strRef>
              <c:f>Sheet1!$C$41</c:f>
              <c:strCache>
                <c:ptCount val="1"/>
                <c:pt idx="0">
                  <c:v>磷矿石、黄磷和下游产品及其他</c:v>
                </c:pt>
              </c:strCache>
            </c:strRef>
          </c:tx>
          <c:spPr>
            <a:ln w="12700" cap="rnd">
              <a:solidFill>
                <a:srgbClr val="D74114"/>
              </a:solidFill>
              <a:prstDash val="solid"/>
              <a:round/>
            </a:ln>
            <a:effectLst/>
          </c:spPr>
          <c:marker>
            <c:symbol val="diamond"/>
            <c:size val="2"/>
            <c:spPr>
              <a:solidFill>
                <a:srgbClr val="D74114"/>
              </a:solidFill>
              <a:ln w="12700">
                <a:solidFill>
                  <a:srgbClr val="D74114"/>
                </a:solidFill>
                <a:prstDash val="solid"/>
              </a:ln>
              <a:effectLst/>
            </c:spPr>
          </c:marker>
          <c:dLbls>
            <c:dLbl>
              <c:idx val="7"/>
              <c:layout>
                <c:manualLayout>
                  <c:x val="-1.634820776370046E-16"/>
                  <c:y val="4.719110726315731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B-8474-4540-AE5D-B0DC9643C3A8}"/>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Sheet1!$D$33:$K$33</c:f>
              <c:strCache>
                <c:ptCount val="8"/>
                <c:pt idx="0">
                  <c:v>2016</c:v>
                </c:pt>
                <c:pt idx="1">
                  <c:v>2017</c:v>
                </c:pt>
                <c:pt idx="2">
                  <c:v>2018</c:v>
                </c:pt>
                <c:pt idx="3">
                  <c:v>2019</c:v>
                </c:pt>
                <c:pt idx="4">
                  <c:v>2020</c:v>
                </c:pt>
                <c:pt idx="5">
                  <c:v>2021</c:v>
                </c:pt>
                <c:pt idx="6">
                  <c:v>2022</c:v>
                </c:pt>
                <c:pt idx="7">
                  <c:v>2023H1</c:v>
                </c:pt>
              </c:strCache>
            </c:strRef>
          </c:cat>
          <c:val>
            <c:numRef>
              <c:f>Sheet1!$D$41:$K$41</c:f>
              <c:numCache>
                <c:formatCode>0.0%</c:formatCode>
                <c:ptCount val="8"/>
                <c:pt idx="0">
                  <c:v>0.31420000000000003</c:v>
                </c:pt>
                <c:pt idx="1">
                  <c:v>0.28889999999999999</c:v>
                </c:pt>
                <c:pt idx="2">
                  <c:v>0.30329999999999996</c:v>
                </c:pt>
                <c:pt idx="3">
                  <c:v>0.24989999999999998</c:v>
                </c:pt>
                <c:pt idx="4">
                  <c:v>0.20920000000000002</c:v>
                </c:pt>
                <c:pt idx="5">
                  <c:v>0.41509999999999997</c:v>
                </c:pt>
                <c:pt idx="6">
                  <c:v>0.50990000000000002</c:v>
                </c:pt>
                <c:pt idx="7">
                  <c:v>0.34039999999999998</c:v>
                </c:pt>
              </c:numCache>
            </c:numRef>
          </c:val>
          <c:smooth val="1"/>
          <c:extLst xmlns:c16r2="http://schemas.microsoft.com/office/drawing/2015/06/chart">
            <c:ext xmlns:c16="http://schemas.microsoft.com/office/drawing/2014/chart" uri="{C3380CC4-5D6E-409C-BE32-E72D297353CC}">
              <c16:uniqueId val="{0000000C-8474-4540-AE5D-B0DC9643C3A8}"/>
            </c:ext>
          </c:extLst>
        </c:ser>
        <c:dLbls>
          <c:showLegendKey val="0"/>
          <c:showVal val="0"/>
          <c:showCatName val="0"/>
          <c:showSerName val="0"/>
          <c:showPercent val="0"/>
          <c:showBubbleSize val="0"/>
        </c:dLbls>
        <c:marker val="1"/>
        <c:smooth val="0"/>
        <c:axId val="639637952"/>
        <c:axId val="639635232"/>
      </c:lineChart>
      <c:catAx>
        <c:axId val="639637952"/>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9635232"/>
        <c:crosses val="autoZero"/>
        <c:auto val="1"/>
        <c:lblAlgn val="ctr"/>
        <c:lblOffset val="100"/>
        <c:noMultiLvlLbl val="0"/>
      </c:catAx>
      <c:valAx>
        <c:axId val="63963523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639637952"/>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8.7521431226771557E-2"/>
          <c:y val="0.1568774305992118"/>
          <c:w val="0.87832851443487348"/>
          <c:h val="0.74942716981786495"/>
        </c:manualLayout>
      </c:layout>
      <c:lineChart>
        <c:grouping val="standard"/>
        <c:varyColors val="0"/>
        <c:ser>
          <c:idx val="0"/>
          <c:order val="0"/>
          <c:tx>
            <c:strRef>
              <c:f>模板!$J$76</c:f>
              <c:strCache>
                <c:ptCount val="1"/>
                <c:pt idx="0">
                  <c:v>销售费用率</c:v>
                </c:pt>
              </c:strCache>
            </c:strRef>
          </c:tx>
          <c:spPr>
            <a:ln w="12700">
              <a:solidFill>
                <a:srgbClr val="E10000"/>
              </a:solidFill>
              <a:prstDash val="solid"/>
            </a:ln>
          </c:spPr>
          <c:marker>
            <c:symbol val="diamond"/>
            <c:size val="2"/>
            <c:spPr>
              <a:solidFill>
                <a:srgbClr val="E10000"/>
              </a:solidFill>
              <a:ln w="12700">
                <a:solidFill>
                  <a:srgbClr val="E10000"/>
                </a:solidFill>
                <a:prstDash val="solid"/>
              </a:ln>
            </c:spPr>
          </c:marker>
          <c:cat>
            <c:strRef>
              <c:f>模板!$I$81:$I$88</c:f>
              <c:strCache>
                <c:ptCount val="8"/>
                <c:pt idx="0">
                  <c:v>2016</c:v>
                </c:pt>
                <c:pt idx="1">
                  <c:v>2017</c:v>
                </c:pt>
                <c:pt idx="2">
                  <c:v>2018</c:v>
                </c:pt>
                <c:pt idx="3">
                  <c:v>2019</c:v>
                </c:pt>
                <c:pt idx="4">
                  <c:v>2020</c:v>
                </c:pt>
                <c:pt idx="5">
                  <c:v>2021</c:v>
                </c:pt>
                <c:pt idx="6">
                  <c:v>2022</c:v>
                </c:pt>
                <c:pt idx="7">
                  <c:v>2023Q3</c:v>
                </c:pt>
              </c:strCache>
            </c:strRef>
          </c:cat>
          <c:val>
            <c:numRef>
              <c:f>模板!$J$81:$J$88</c:f>
              <c:numCache>
                <c:formatCode>0.0%</c:formatCode>
                <c:ptCount val="8"/>
                <c:pt idx="0">
                  <c:v>4.0197999999999998E-2</c:v>
                </c:pt>
                <c:pt idx="1">
                  <c:v>5.6205999999999999E-2</c:v>
                </c:pt>
                <c:pt idx="2">
                  <c:v>5.4962999999999998E-2</c:v>
                </c:pt>
                <c:pt idx="3">
                  <c:v>5.6036999999999997E-2</c:v>
                </c:pt>
                <c:pt idx="4">
                  <c:v>2.6314000000000001E-2</c:v>
                </c:pt>
                <c:pt idx="5">
                  <c:v>2.3200999999999999E-2</c:v>
                </c:pt>
                <c:pt idx="6">
                  <c:v>1.7440999999999998E-2</c:v>
                </c:pt>
                <c:pt idx="7">
                  <c:v>2.9129000000000002E-2</c:v>
                </c:pt>
              </c:numCache>
            </c:numRef>
          </c:val>
          <c:smooth val="1"/>
          <c:extLst xmlns:c16r2="http://schemas.microsoft.com/office/drawing/2015/06/chart">
            <c:ext xmlns:c16="http://schemas.microsoft.com/office/drawing/2014/chart" uri="{C3380CC4-5D6E-409C-BE32-E72D297353CC}">
              <c16:uniqueId val="{00000000-317D-462C-AAB8-34AB86E30E5F}"/>
            </c:ext>
          </c:extLst>
        </c:ser>
        <c:ser>
          <c:idx val="1"/>
          <c:order val="1"/>
          <c:tx>
            <c:strRef>
              <c:f>模板!$K$76</c:f>
              <c:strCache>
                <c:ptCount val="1"/>
                <c:pt idx="0">
                  <c:v>管理费用率</c:v>
                </c:pt>
              </c:strCache>
            </c:strRef>
          </c:tx>
          <c:spPr>
            <a:ln w="12700">
              <a:solidFill>
                <a:srgbClr val="C8C8C8"/>
              </a:solidFill>
              <a:prstDash val="solid"/>
            </a:ln>
          </c:spPr>
          <c:marker>
            <c:symbol val="diamond"/>
            <c:size val="2"/>
            <c:spPr>
              <a:solidFill>
                <a:srgbClr val="C8C8C8"/>
              </a:solidFill>
              <a:ln w="12700">
                <a:solidFill>
                  <a:srgbClr val="C8C8C8"/>
                </a:solidFill>
                <a:prstDash val="solid"/>
              </a:ln>
            </c:spPr>
          </c:marker>
          <c:cat>
            <c:strRef>
              <c:f>模板!$I$81:$I$88</c:f>
              <c:strCache>
                <c:ptCount val="8"/>
                <c:pt idx="0">
                  <c:v>2016</c:v>
                </c:pt>
                <c:pt idx="1">
                  <c:v>2017</c:v>
                </c:pt>
                <c:pt idx="2">
                  <c:v>2018</c:v>
                </c:pt>
                <c:pt idx="3">
                  <c:v>2019</c:v>
                </c:pt>
                <c:pt idx="4">
                  <c:v>2020</c:v>
                </c:pt>
                <c:pt idx="5">
                  <c:v>2021</c:v>
                </c:pt>
                <c:pt idx="6">
                  <c:v>2022</c:v>
                </c:pt>
                <c:pt idx="7">
                  <c:v>2023Q3</c:v>
                </c:pt>
              </c:strCache>
            </c:strRef>
          </c:cat>
          <c:val>
            <c:numRef>
              <c:f>模板!$K$81:$K$88</c:f>
              <c:numCache>
                <c:formatCode>0.0%</c:formatCode>
                <c:ptCount val="8"/>
                <c:pt idx="0">
                  <c:v>2.9462000000000002E-2</c:v>
                </c:pt>
                <c:pt idx="1">
                  <c:v>3.4130000000000001E-2</c:v>
                </c:pt>
                <c:pt idx="2">
                  <c:v>2.9302880317666848E-2</c:v>
                </c:pt>
                <c:pt idx="3">
                  <c:v>3.0958889977364741E-2</c:v>
                </c:pt>
                <c:pt idx="4">
                  <c:v>3.5177080192182755E-2</c:v>
                </c:pt>
                <c:pt idx="5">
                  <c:v>3.1349977366262521E-2</c:v>
                </c:pt>
                <c:pt idx="6">
                  <c:v>1.6226218180999591E-2</c:v>
                </c:pt>
                <c:pt idx="7">
                  <c:v>1.0494460464217079E-2</c:v>
                </c:pt>
              </c:numCache>
            </c:numRef>
          </c:val>
          <c:smooth val="1"/>
          <c:extLst xmlns:c16r2="http://schemas.microsoft.com/office/drawing/2015/06/chart">
            <c:ext xmlns:c16="http://schemas.microsoft.com/office/drawing/2014/chart" uri="{C3380CC4-5D6E-409C-BE32-E72D297353CC}">
              <c16:uniqueId val="{00000001-317D-462C-AAB8-34AB86E30E5F}"/>
            </c:ext>
          </c:extLst>
        </c:ser>
        <c:ser>
          <c:idx val="2"/>
          <c:order val="2"/>
          <c:tx>
            <c:strRef>
              <c:f>模板!$L$76</c:f>
              <c:strCache>
                <c:ptCount val="1"/>
                <c:pt idx="0">
                  <c:v>财务费用率</c:v>
                </c:pt>
              </c:strCache>
            </c:strRef>
          </c:tx>
          <c:spPr>
            <a:ln w="12700">
              <a:solidFill>
                <a:srgbClr val="FA6400"/>
              </a:solidFill>
              <a:prstDash val="solid"/>
            </a:ln>
          </c:spPr>
          <c:marker>
            <c:symbol val="diamond"/>
            <c:size val="2"/>
            <c:spPr>
              <a:solidFill>
                <a:srgbClr val="FA6400"/>
              </a:solidFill>
              <a:ln w="12700">
                <a:solidFill>
                  <a:srgbClr val="FA6400"/>
                </a:solidFill>
                <a:prstDash val="solid"/>
              </a:ln>
            </c:spPr>
          </c:marker>
          <c:cat>
            <c:strRef>
              <c:f>模板!$I$81:$I$88</c:f>
              <c:strCache>
                <c:ptCount val="8"/>
                <c:pt idx="0">
                  <c:v>2016</c:v>
                </c:pt>
                <c:pt idx="1">
                  <c:v>2017</c:v>
                </c:pt>
                <c:pt idx="2">
                  <c:v>2018</c:v>
                </c:pt>
                <c:pt idx="3">
                  <c:v>2019</c:v>
                </c:pt>
                <c:pt idx="4">
                  <c:v>2020</c:v>
                </c:pt>
                <c:pt idx="5">
                  <c:v>2021</c:v>
                </c:pt>
                <c:pt idx="6">
                  <c:v>2022</c:v>
                </c:pt>
                <c:pt idx="7">
                  <c:v>2023Q3</c:v>
                </c:pt>
              </c:strCache>
            </c:strRef>
          </c:cat>
          <c:val>
            <c:numRef>
              <c:f>模板!$L$81:$L$88</c:f>
              <c:numCache>
                <c:formatCode>0.0%</c:formatCode>
                <c:ptCount val="8"/>
                <c:pt idx="0">
                  <c:v>-1.155E-3</c:v>
                </c:pt>
                <c:pt idx="1">
                  <c:v>9.9999999999999995E-7</c:v>
                </c:pt>
                <c:pt idx="2">
                  <c:v>-2.3630000000000001E-3</c:v>
                </c:pt>
                <c:pt idx="3">
                  <c:v>-2.2520000000000001E-3</c:v>
                </c:pt>
                <c:pt idx="4">
                  <c:v>-3.2079999999999999E-3</c:v>
                </c:pt>
                <c:pt idx="5">
                  <c:v>-4.3499999999999995E-4</c:v>
                </c:pt>
                <c:pt idx="6">
                  <c:v>1.2830000000000001E-3</c:v>
                </c:pt>
                <c:pt idx="7">
                  <c:v>1.663E-3</c:v>
                </c:pt>
              </c:numCache>
            </c:numRef>
          </c:val>
          <c:smooth val="1"/>
          <c:extLst xmlns:c16r2="http://schemas.microsoft.com/office/drawing/2015/06/chart">
            <c:ext xmlns:c16="http://schemas.microsoft.com/office/drawing/2014/chart" uri="{C3380CC4-5D6E-409C-BE32-E72D297353CC}">
              <c16:uniqueId val="{00000002-317D-462C-AAB8-34AB86E30E5F}"/>
            </c:ext>
          </c:extLst>
        </c:ser>
        <c:dLbls>
          <c:showLegendKey val="0"/>
          <c:showVal val="0"/>
          <c:showCatName val="0"/>
          <c:showSerName val="0"/>
          <c:showPercent val="0"/>
          <c:showBubbleSize val="0"/>
        </c:dLbls>
        <c:marker val="1"/>
        <c:smooth val="0"/>
        <c:axId val="639630880"/>
        <c:axId val="639629792"/>
      </c:lineChart>
      <c:catAx>
        <c:axId val="639630880"/>
        <c:scaling>
          <c:orientation val="minMax"/>
        </c:scaling>
        <c:delete val="0"/>
        <c:axPos val="b"/>
        <c:numFmt formatCode="General" sourceLinked="0"/>
        <c:majorTickMark val="in"/>
        <c:minorTickMark val="none"/>
        <c:tickLblPos val="nextTo"/>
        <c:spPr>
          <a:ln w="6350">
            <a:solidFill>
              <a:srgbClr val="000000"/>
            </a:solidFill>
          </a:ln>
        </c:spPr>
        <c:txPr>
          <a:bodyPr rot="0" vert="horz"/>
          <a:lstStyle/>
          <a:p>
            <a:pPr>
              <a:defRPr/>
            </a:pPr>
            <a:endParaRPr lang="zh-CN"/>
          </a:p>
        </c:txPr>
        <c:crossAx val="639629792"/>
        <c:crosses val="autoZero"/>
        <c:auto val="1"/>
        <c:lblAlgn val="ctr"/>
        <c:lblOffset val="100"/>
        <c:noMultiLvlLbl val="0"/>
      </c:catAx>
      <c:valAx>
        <c:axId val="639629792"/>
        <c:scaling>
          <c:orientation val="minMax"/>
        </c:scaling>
        <c:delete val="0"/>
        <c:axPos val="l"/>
        <c:numFmt formatCode="0%" sourceLinked="0"/>
        <c:majorTickMark val="in"/>
        <c:minorTickMark val="none"/>
        <c:tickLblPos val="nextTo"/>
        <c:spPr>
          <a:ln w="6350">
            <a:solidFill>
              <a:srgbClr val="000000"/>
            </a:solidFill>
          </a:ln>
        </c:spPr>
        <c:crossAx val="639630880"/>
        <c:crosses val="autoZero"/>
        <c:crossBetween val="between"/>
      </c:valAx>
      <c:spPr>
        <a:noFill/>
        <a:ln w="25400">
          <a:noFill/>
        </a:ln>
      </c:spPr>
    </c:plotArea>
    <c:legend>
      <c:legendPos val="t"/>
      <c:layout>
        <c:manualLayout>
          <c:xMode val="edge"/>
          <c:yMode val="edge"/>
          <c:x val="9.5923717671298217E-2"/>
          <c:y val="4.208235882114169E-2"/>
          <c:w val="0.84031751167494595"/>
          <c:h val="0.15745097985072359"/>
        </c:manualLayout>
      </c:layout>
      <c:overlay val="0"/>
      <c:spPr>
        <a:noFill/>
        <a:ln w="25400">
          <a:noFill/>
        </a:ln>
        <a:effectLst/>
      </c:spPr>
    </c:legend>
    <c:plotVisOnly val="1"/>
    <c:dispBlanksAs val="gap"/>
    <c:showDLblsOverMax val="0"/>
  </c:chart>
  <c:spPr>
    <a:solidFill>
      <a:srgbClr val="FFFFFF"/>
    </a:solidFill>
    <a:ln w="25400">
      <a:noFill/>
    </a:ln>
  </c:spPr>
  <c:txPr>
    <a:bodyPr/>
    <a:lstStyle/>
    <a:p>
      <a:pPr>
        <a:defRPr sz="1000" b="1">
          <a:solidFill>
            <a:schemeClr val="tx1"/>
          </a:solidFill>
          <a:latin typeface="微软雅黑" panose="020B0503020204020204" pitchFamily="34" charset="-122"/>
          <a:ea typeface="微软雅黑" panose="020B0503020204020204" pitchFamily="34" charset="-122"/>
          <a:cs typeface="华文细黑"/>
        </a:defRPr>
      </a:pPr>
      <a:endParaRPr lang="zh-CN"/>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8.6417756339016188E-2"/>
          <c:y val="0.12859544963296698"/>
          <c:w val="0.90157023164897176"/>
          <c:h val="0.7748385195166112"/>
        </c:manualLayout>
      </c:layout>
      <c:lineChart>
        <c:grouping val="standard"/>
        <c:varyColors val="0"/>
        <c:ser>
          <c:idx val="0"/>
          <c:order val="0"/>
          <c:tx>
            <c:strRef>
              <c:f>模板!$J$120</c:f>
              <c:strCache>
                <c:ptCount val="1"/>
                <c:pt idx="0">
                  <c:v>资产负债率</c:v>
                </c:pt>
              </c:strCache>
            </c:strRef>
          </c:tx>
          <c:spPr>
            <a:ln w="12700">
              <a:solidFill>
                <a:srgbClr val="E10000"/>
              </a:solidFill>
              <a:prstDash val="solid"/>
            </a:ln>
          </c:spPr>
          <c:marker>
            <c:symbol val="diamond"/>
            <c:size val="2"/>
            <c:spPr>
              <a:solidFill>
                <a:srgbClr val="E10000"/>
              </a:solidFill>
              <a:ln w="12700">
                <a:solidFill>
                  <a:srgbClr val="E10000"/>
                </a:solidFill>
                <a:prstDash val="solid"/>
              </a:ln>
            </c:spPr>
          </c:marker>
          <c:cat>
            <c:strRef>
              <c:f>模板!$I$125:$I$132</c:f>
              <c:strCache>
                <c:ptCount val="8"/>
                <c:pt idx="0">
                  <c:v>2016</c:v>
                </c:pt>
                <c:pt idx="1">
                  <c:v>2017</c:v>
                </c:pt>
                <c:pt idx="2">
                  <c:v>2018</c:v>
                </c:pt>
                <c:pt idx="3">
                  <c:v>2019</c:v>
                </c:pt>
                <c:pt idx="4">
                  <c:v>2020</c:v>
                </c:pt>
                <c:pt idx="5">
                  <c:v>2021</c:v>
                </c:pt>
                <c:pt idx="6">
                  <c:v>2022</c:v>
                </c:pt>
                <c:pt idx="7">
                  <c:v>2023Q3</c:v>
                </c:pt>
              </c:strCache>
            </c:strRef>
          </c:cat>
          <c:val>
            <c:numRef>
              <c:f>模板!$J$125:$J$132</c:f>
              <c:numCache>
                <c:formatCode>0.0%</c:formatCode>
                <c:ptCount val="8"/>
                <c:pt idx="0">
                  <c:v>0.32319699999999996</c:v>
                </c:pt>
                <c:pt idx="1">
                  <c:v>0.33260699999999999</c:v>
                </c:pt>
                <c:pt idx="2">
                  <c:v>0.29149700000000001</c:v>
                </c:pt>
                <c:pt idx="3">
                  <c:v>0.31106499999999998</c:v>
                </c:pt>
                <c:pt idx="4">
                  <c:v>0.371361</c:v>
                </c:pt>
                <c:pt idx="5">
                  <c:v>0.37423699999999999</c:v>
                </c:pt>
                <c:pt idx="6">
                  <c:v>0.46466299999999999</c:v>
                </c:pt>
                <c:pt idx="7">
                  <c:v>0.39848300000000003</c:v>
                </c:pt>
              </c:numCache>
            </c:numRef>
          </c:val>
          <c:smooth val="1"/>
          <c:extLst xmlns:c16r2="http://schemas.microsoft.com/office/drawing/2015/06/chart">
            <c:ext xmlns:c16="http://schemas.microsoft.com/office/drawing/2014/chart" uri="{C3380CC4-5D6E-409C-BE32-E72D297353CC}">
              <c16:uniqueId val="{00000000-0866-4C4C-BF39-62DD383F387D}"/>
            </c:ext>
          </c:extLst>
        </c:ser>
        <c:dLbls>
          <c:showLegendKey val="0"/>
          <c:showVal val="0"/>
          <c:showCatName val="0"/>
          <c:showSerName val="0"/>
          <c:showPercent val="0"/>
          <c:showBubbleSize val="0"/>
        </c:dLbls>
        <c:marker val="1"/>
        <c:smooth val="0"/>
        <c:axId val="639637408"/>
        <c:axId val="639625440"/>
      </c:lineChart>
      <c:catAx>
        <c:axId val="639637408"/>
        <c:scaling>
          <c:orientation val="minMax"/>
        </c:scaling>
        <c:delete val="0"/>
        <c:axPos val="b"/>
        <c:numFmt formatCode="General" sourceLinked="0"/>
        <c:majorTickMark val="in"/>
        <c:minorTickMark val="none"/>
        <c:tickLblPos val="nextTo"/>
        <c:spPr>
          <a:ln w="6350">
            <a:solidFill>
              <a:srgbClr val="000000"/>
            </a:solidFill>
          </a:ln>
        </c:spPr>
        <c:txPr>
          <a:bodyPr rot="0" vert="horz"/>
          <a:lstStyle/>
          <a:p>
            <a:pPr>
              <a:defRPr/>
            </a:pPr>
            <a:endParaRPr lang="zh-CN"/>
          </a:p>
        </c:txPr>
        <c:crossAx val="639625440"/>
        <c:crosses val="autoZero"/>
        <c:auto val="1"/>
        <c:lblAlgn val="ctr"/>
        <c:lblOffset val="100"/>
        <c:noMultiLvlLbl val="0"/>
      </c:catAx>
      <c:valAx>
        <c:axId val="639625440"/>
        <c:scaling>
          <c:orientation val="minMax"/>
        </c:scaling>
        <c:delete val="0"/>
        <c:axPos val="l"/>
        <c:numFmt formatCode="0%" sourceLinked="0"/>
        <c:majorTickMark val="in"/>
        <c:minorTickMark val="none"/>
        <c:tickLblPos val="nextTo"/>
        <c:spPr>
          <a:ln w="6350">
            <a:solidFill>
              <a:srgbClr val="000000"/>
            </a:solidFill>
          </a:ln>
        </c:spPr>
        <c:crossAx val="639637408"/>
        <c:crosses val="autoZero"/>
        <c:crossBetween val="between"/>
      </c:valAx>
      <c:spPr>
        <a:noFill/>
        <a:ln w="25400">
          <a:noFill/>
        </a:ln>
      </c:spPr>
    </c:plotArea>
    <c:legend>
      <c:legendPos val="t"/>
      <c:overlay val="0"/>
      <c:spPr>
        <a:noFill/>
        <a:ln w="25400">
          <a:noFill/>
        </a:ln>
        <a:effectLst/>
      </c:spPr>
    </c:legend>
    <c:plotVisOnly val="1"/>
    <c:dispBlanksAs val="gap"/>
    <c:showDLblsOverMax val="0"/>
  </c:chart>
  <c:spPr>
    <a:solidFill>
      <a:srgbClr val="FFFFFF"/>
    </a:solidFill>
    <a:ln w="25400">
      <a:noFill/>
    </a:ln>
  </c:spPr>
  <c:txPr>
    <a:bodyPr/>
    <a:lstStyle/>
    <a:p>
      <a:pPr>
        <a:defRPr sz="1000" b="1">
          <a:solidFill>
            <a:schemeClr val="tx1"/>
          </a:solidFill>
          <a:latin typeface="微软雅黑" panose="020B0503020204020204" pitchFamily="34" charset="-122"/>
          <a:ea typeface="微软雅黑" panose="020B0503020204020204" pitchFamily="34" charset="-122"/>
          <a:cs typeface="华文细黑"/>
        </a:defRPr>
      </a:pPr>
      <a:endParaRPr lang="zh-CN"/>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0637940665342602"/>
          <c:y val="0.14577175179305796"/>
          <c:w val="0.8240916708043694"/>
          <c:h val="0.76038247490178956"/>
        </c:manualLayout>
      </c:layout>
      <c:barChart>
        <c:barDir val="col"/>
        <c:grouping val="clustered"/>
        <c:varyColors val="0"/>
        <c:ser>
          <c:idx val="0"/>
          <c:order val="0"/>
          <c:tx>
            <c:strRef>
              <c:f>模板!$J$150</c:f>
              <c:strCache>
                <c:ptCount val="1"/>
                <c:pt idx="0">
                  <c:v>研发支出（百万元）</c:v>
                </c:pt>
              </c:strCache>
            </c:strRef>
          </c:tx>
          <c:spPr>
            <a:solidFill>
              <a:srgbClr val="E10000"/>
            </a:solidFill>
            <a:ln w="6350">
              <a:solidFill>
                <a:srgbClr val="FFFFFF"/>
              </a:solidFill>
              <a:prstDash val="solid"/>
            </a:ln>
          </c:spPr>
          <c:invertIfNegative val="0"/>
          <c:cat>
            <c:strRef>
              <c:f>模板!$I$154:$I$161</c:f>
              <c:strCache>
                <c:ptCount val="8"/>
                <c:pt idx="0">
                  <c:v>2016</c:v>
                </c:pt>
                <c:pt idx="1">
                  <c:v>2017</c:v>
                </c:pt>
                <c:pt idx="2">
                  <c:v>2018</c:v>
                </c:pt>
                <c:pt idx="3">
                  <c:v>2019</c:v>
                </c:pt>
                <c:pt idx="4">
                  <c:v>2020</c:v>
                </c:pt>
                <c:pt idx="5">
                  <c:v>2021</c:v>
                </c:pt>
                <c:pt idx="6">
                  <c:v>2022</c:v>
                </c:pt>
                <c:pt idx="7">
                  <c:v>2023Q3</c:v>
                </c:pt>
              </c:strCache>
            </c:strRef>
          </c:cat>
          <c:val>
            <c:numRef>
              <c:f>模板!$J$154:$J$161</c:f>
              <c:numCache>
                <c:formatCode>0.0_);[Red]\(0.0\)</c:formatCode>
                <c:ptCount val="8"/>
                <c:pt idx="0">
                  <c:v>100.10397504000001</c:v>
                </c:pt>
                <c:pt idx="1">
                  <c:v>99.204089490000001</c:v>
                </c:pt>
                <c:pt idx="2">
                  <c:v>111.89904912</c:v>
                </c:pt>
                <c:pt idx="3">
                  <c:v>125.22991245999999</c:v>
                </c:pt>
                <c:pt idx="4">
                  <c:v>168.86195297</c:v>
                </c:pt>
                <c:pt idx="5">
                  <c:v>209.40713803</c:v>
                </c:pt>
                <c:pt idx="6">
                  <c:v>341.13204008999998</c:v>
                </c:pt>
                <c:pt idx="7">
                  <c:v>63.010680200000003</c:v>
                </c:pt>
              </c:numCache>
            </c:numRef>
          </c:val>
          <c:extLst xmlns:c16r2="http://schemas.microsoft.com/office/drawing/2015/06/chart">
            <c:ext xmlns:c16="http://schemas.microsoft.com/office/drawing/2014/chart" uri="{C3380CC4-5D6E-409C-BE32-E72D297353CC}">
              <c16:uniqueId val="{00000000-89CC-41D1-AC83-1098DE39FDE4}"/>
            </c:ext>
          </c:extLst>
        </c:ser>
        <c:dLbls>
          <c:showLegendKey val="0"/>
          <c:showVal val="0"/>
          <c:showCatName val="0"/>
          <c:showSerName val="0"/>
          <c:showPercent val="0"/>
          <c:showBubbleSize val="0"/>
        </c:dLbls>
        <c:gapWidth val="150"/>
        <c:axId val="639625984"/>
        <c:axId val="639630336"/>
      </c:barChart>
      <c:lineChart>
        <c:grouping val="standard"/>
        <c:varyColors val="0"/>
        <c:ser>
          <c:idx val="1"/>
          <c:order val="1"/>
          <c:tx>
            <c:strRef>
              <c:f>模板!$K$150</c:f>
              <c:strCache>
                <c:ptCount val="1"/>
                <c:pt idx="0">
                  <c:v>收入占比（右）</c:v>
                </c:pt>
              </c:strCache>
            </c:strRef>
          </c:tx>
          <c:spPr>
            <a:ln w="12700">
              <a:solidFill>
                <a:srgbClr val="C8C8C8"/>
              </a:solidFill>
              <a:prstDash val="solid"/>
            </a:ln>
          </c:spPr>
          <c:marker>
            <c:symbol val="diamond"/>
            <c:size val="2"/>
            <c:spPr>
              <a:solidFill>
                <a:srgbClr val="C8C8C8"/>
              </a:solidFill>
              <a:ln w="12700">
                <a:solidFill>
                  <a:srgbClr val="C8C8C8"/>
                </a:solidFill>
                <a:prstDash val="solid"/>
              </a:ln>
            </c:spPr>
          </c:marker>
          <c:cat>
            <c:strRef>
              <c:f>模板!$I$154:$I$161</c:f>
              <c:strCache>
                <c:ptCount val="8"/>
                <c:pt idx="0">
                  <c:v>2016</c:v>
                </c:pt>
                <c:pt idx="1">
                  <c:v>2017</c:v>
                </c:pt>
                <c:pt idx="2">
                  <c:v>2018</c:v>
                </c:pt>
                <c:pt idx="3">
                  <c:v>2019</c:v>
                </c:pt>
                <c:pt idx="4">
                  <c:v>2020</c:v>
                </c:pt>
                <c:pt idx="5">
                  <c:v>2021</c:v>
                </c:pt>
                <c:pt idx="6">
                  <c:v>2022</c:v>
                </c:pt>
                <c:pt idx="7">
                  <c:v>2023Q3</c:v>
                </c:pt>
              </c:strCache>
            </c:strRef>
          </c:cat>
          <c:val>
            <c:numRef>
              <c:f>模板!$K$154:$K$161</c:f>
              <c:numCache>
                <c:formatCode>0.0%</c:formatCode>
                <c:ptCount val="8"/>
                <c:pt idx="0">
                  <c:v>1.2095198596653764E-2</c:v>
                </c:pt>
                <c:pt idx="1">
                  <c:v>1.0983134963562589E-2</c:v>
                </c:pt>
                <c:pt idx="2">
                  <c:v>1.1155744141186757E-2</c:v>
                </c:pt>
                <c:pt idx="3">
                  <c:v>1.3425884056588842E-2</c:v>
                </c:pt>
                <c:pt idx="4">
                  <c:v>1.6771256546917829E-2</c:v>
                </c:pt>
                <c:pt idx="5">
                  <c:v>1.7744072014073135E-2</c:v>
                </c:pt>
                <c:pt idx="6">
                  <c:v>2.137722456974285E-2</c:v>
                </c:pt>
                <c:pt idx="7">
                  <c:v>5.301539535782919E-3</c:v>
                </c:pt>
              </c:numCache>
            </c:numRef>
          </c:val>
          <c:smooth val="1"/>
          <c:extLst xmlns:c16r2="http://schemas.microsoft.com/office/drawing/2015/06/chart">
            <c:ext xmlns:c16="http://schemas.microsoft.com/office/drawing/2014/chart" uri="{C3380CC4-5D6E-409C-BE32-E72D297353CC}">
              <c16:uniqueId val="{00000001-89CC-41D1-AC83-1098DE39FDE4}"/>
            </c:ext>
          </c:extLst>
        </c:ser>
        <c:dLbls>
          <c:showLegendKey val="0"/>
          <c:showVal val="0"/>
          <c:showCatName val="0"/>
          <c:showSerName val="0"/>
          <c:showPercent val="0"/>
          <c:showBubbleSize val="0"/>
        </c:dLbls>
        <c:marker val="1"/>
        <c:smooth val="0"/>
        <c:axId val="639632512"/>
        <c:axId val="639631968"/>
      </c:lineChart>
      <c:catAx>
        <c:axId val="639625984"/>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0" vert="horz"/>
          <a:lstStyle/>
          <a:p>
            <a:pPr>
              <a:defRPr/>
            </a:pPr>
            <a:endParaRPr lang="zh-CN"/>
          </a:p>
        </c:txPr>
        <c:crossAx val="639630336"/>
        <c:crosses val="autoZero"/>
        <c:auto val="1"/>
        <c:lblAlgn val="ctr"/>
        <c:lblOffset val="100"/>
        <c:tickLblSkip val="1"/>
        <c:noMultiLvlLbl val="0"/>
      </c:catAx>
      <c:valAx>
        <c:axId val="639630336"/>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vert="horz"/>
          <a:lstStyle/>
          <a:p>
            <a:pPr>
              <a:defRPr/>
            </a:pPr>
            <a:endParaRPr lang="zh-CN"/>
          </a:p>
        </c:txPr>
        <c:crossAx val="639625984"/>
        <c:crosses val="autoZero"/>
        <c:crossBetween val="between"/>
      </c:valAx>
      <c:valAx>
        <c:axId val="639631968"/>
        <c:scaling>
          <c:orientation val="minMax"/>
        </c:scaling>
        <c:delete val="0"/>
        <c:axPos val="r"/>
        <c:numFmt formatCode="0%" sourceLinked="0"/>
        <c:majorTickMark val="in"/>
        <c:minorTickMark val="none"/>
        <c:tickLblPos val="nextTo"/>
        <c:spPr>
          <a:noFill/>
          <a:ln w="6350">
            <a:solidFill>
              <a:srgbClr val="000000"/>
            </a:solidFill>
          </a:ln>
          <a:effectLst/>
        </c:spPr>
        <c:txPr>
          <a:bodyPr rot="-60000000" vert="horz"/>
          <a:lstStyle/>
          <a:p>
            <a:pPr>
              <a:defRPr/>
            </a:pPr>
            <a:endParaRPr lang="zh-CN"/>
          </a:p>
        </c:txPr>
        <c:crossAx val="639632512"/>
        <c:crosses val="max"/>
        <c:crossBetween val="between"/>
      </c:valAx>
      <c:catAx>
        <c:axId val="639632512"/>
        <c:scaling>
          <c:orientation val="minMax"/>
        </c:scaling>
        <c:delete val="1"/>
        <c:axPos val="b"/>
        <c:numFmt formatCode="General" sourceLinked="1"/>
        <c:majorTickMark val="none"/>
        <c:minorTickMark val="none"/>
        <c:tickLblPos val="none"/>
        <c:crossAx val="639631968"/>
        <c:crosses val="autoZero"/>
        <c:auto val="1"/>
        <c:lblAlgn val="ctr"/>
        <c:lblOffset val="100"/>
        <c:noMultiLvlLbl val="0"/>
      </c:catAx>
      <c:spPr>
        <a:noFill/>
        <a:ln w="25400">
          <a:noFill/>
        </a:ln>
        <a:effectLst/>
      </c:spPr>
    </c:plotArea>
    <c:legend>
      <c:legendPos val="t"/>
      <c:overlay val="1"/>
      <c:spPr>
        <a:noFill/>
        <a:ln w="25400">
          <a:noFill/>
        </a:ln>
        <a:effectLst/>
      </c:spPr>
      <c:txPr>
        <a:bodyPr rot="0" vert="horz"/>
        <a:lstStyle/>
        <a:p>
          <a:pPr>
            <a:defRPr/>
          </a:pPr>
          <a:endParaRPr lang="zh-CN"/>
        </a:p>
      </c:txPr>
    </c:legend>
    <c:plotVisOnly val="1"/>
    <c:dispBlanksAs val="gap"/>
    <c:showDLblsOverMax val="0"/>
  </c:chart>
  <c:spPr>
    <a:solidFill>
      <a:sysClr val="window" lastClr="FFFFFF"/>
    </a:solidFill>
    <a:ln w="25400">
      <a:noFill/>
    </a:ln>
    <a:effectLst/>
  </c:spPr>
  <c:txPr>
    <a:bodyPr/>
    <a:lstStyle/>
    <a:p>
      <a:pPr>
        <a:defRPr sz="1000" b="1">
          <a:latin typeface="微软雅黑" panose="020B0503020204020204" pitchFamily="34" charset="-122"/>
          <a:ea typeface="微软雅黑" panose="020B0503020204020204" pitchFamily="34" charset="-122"/>
          <a:cs typeface="华文细黑"/>
        </a:defRPr>
      </a:pPr>
      <a:endParaRPr lang="zh-CN"/>
    </a:p>
  </c:tx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rgbClr val="E10000"/>
            </a:solidFill>
            <a:ln w="6350">
              <a:solidFill>
                <a:srgbClr val="FFFFFF"/>
              </a:solidFill>
              <a:prstDash val="solid"/>
            </a:ln>
            <a:effectLst/>
          </c:spPr>
          <c:invertIfNegative val="0"/>
          <c:cat>
            <c:strRef>
              <c:f>磷矿石基础信息!$H$15:$H$21</c:f>
              <c:strCache>
                <c:ptCount val="7"/>
                <c:pt idx="0">
                  <c:v>约旦</c:v>
                </c:pt>
                <c:pt idx="1">
                  <c:v>巴西</c:v>
                </c:pt>
                <c:pt idx="2">
                  <c:v>摩洛哥</c:v>
                </c:pt>
                <c:pt idx="3">
                  <c:v>全球平均</c:v>
                </c:pt>
                <c:pt idx="4">
                  <c:v>美国</c:v>
                </c:pt>
                <c:pt idx="5">
                  <c:v>中国</c:v>
                </c:pt>
                <c:pt idx="6">
                  <c:v>俄罗斯</c:v>
                </c:pt>
              </c:strCache>
            </c:strRef>
          </c:cat>
          <c:val>
            <c:numRef>
              <c:f>磷矿石基础信息!$I$15:$I$21</c:f>
              <c:numCache>
                <c:formatCode>General</c:formatCode>
                <c:ptCount val="7"/>
                <c:pt idx="0">
                  <c:v>0.38</c:v>
                </c:pt>
                <c:pt idx="1">
                  <c:v>0.34</c:v>
                </c:pt>
                <c:pt idx="2">
                  <c:v>0.32</c:v>
                </c:pt>
                <c:pt idx="3">
                  <c:v>0.3</c:v>
                </c:pt>
                <c:pt idx="4">
                  <c:v>0.28000000000000003</c:v>
                </c:pt>
                <c:pt idx="5">
                  <c:v>0.2</c:v>
                </c:pt>
                <c:pt idx="6" formatCode="0%">
                  <c:v>0.15</c:v>
                </c:pt>
              </c:numCache>
            </c:numRef>
          </c:val>
          <c:extLst xmlns:c16r2="http://schemas.microsoft.com/office/drawing/2015/06/chart">
            <c:ext xmlns:c16="http://schemas.microsoft.com/office/drawing/2014/chart" uri="{C3380CC4-5D6E-409C-BE32-E72D297353CC}">
              <c16:uniqueId val="{00000000-A592-4BBE-9FA1-FE4170A8EAAE}"/>
            </c:ext>
          </c:extLst>
        </c:ser>
        <c:dLbls>
          <c:showLegendKey val="0"/>
          <c:showVal val="0"/>
          <c:showCatName val="0"/>
          <c:showSerName val="0"/>
          <c:showPercent val="0"/>
          <c:showBubbleSize val="0"/>
        </c:dLbls>
        <c:gapWidth val="219"/>
        <c:overlap val="-27"/>
        <c:axId val="639635776"/>
        <c:axId val="639624896"/>
      </c:barChart>
      <c:catAx>
        <c:axId val="63963577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zh-CN" sz="700" b="0" i="0" u="none" strike="noStrike" kern="1200" baseline="0">
                <a:solidFill>
                  <a:srgbClr val="000000"/>
                </a:solidFill>
                <a:latin typeface="Arial" panose="020B0604020202020204"/>
                <a:ea typeface="Arial" panose="020B0604020202020204"/>
                <a:cs typeface="Arial" panose="020B0604020202020204"/>
              </a:defRPr>
            </a:pPr>
            <a:endParaRPr lang="zh-CN"/>
          </a:p>
        </c:txPr>
        <c:crossAx val="639624896"/>
        <c:crosses val="autoZero"/>
        <c:auto val="1"/>
        <c:lblAlgn val="ctr"/>
        <c:lblOffset val="100"/>
        <c:noMultiLvlLbl val="0"/>
      </c:catAx>
      <c:valAx>
        <c:axId val="639624896"/>
        <c:scaling>
          <c:orientation val="minMax"/>
        </c:scaling>
        <c:delete val="0"/>
        <c:axPos val="l"/>
        <c:majorGridlines>
          <c:spPr>
            <a:ln w="9525" cap="flat" cmpd="sng" algn="ctr">
              <a:noFill/>
              <a:round/>
            </a:ln>
            <a:effectLst/>
          </c:spPr>
        </c:majorGridlines>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700" b="0" i="0" u="none" strike="noStrike" kern="1200" baseline="0">
                <a:solidFill>
                  <a:srgbClr val="000000"/>
                </a:solidFill>
                <a:latin typeface="Arial" panose="020B0604020202020204"/>
                <a:ea typeface="Arial" panose="020B0604020202020204"/>
                <a:cs typeface="Arial" panose="020B0604020202020204"/>
              </a:defRPr>
            </a:pPr>
            <a:endParaRPr lang="zh-CN"/>
          </a:p>
        </c:txPr>
        <c:crossAx val="639635776"/>
        <c:crosses val="autoZero"/>
        <c:crossBetween val="between"/>
      </c:valAx>
      <c:spPr>
        <a:noFill/>
        <a:ln>
          <a:noFill/>
        </a:ln>
        <a:effectLst/>
      </c:spPr>
    </c:plotArea>
    <c:plotVisOnly val="1"/>
    <c:dispBlanksAs val="gap"/>
    <c:showDLblsOverMax val="0"/>
  </c:chart>
  <c:spPr>
    <a:solidFill>
      <a:sysClr val="window" lastClr="FFFFFF">
        <a:alpha val="0"/>
      </a:sysClr>
    </a:solidFill>
    <a:ln w="9525" cap="flat" cmpd="sng" algn="ctr">
      <a:noFill/>
      <a:round/>
    </a:ln>
    <a:effectLst/>
  </c:spPr>
  <c:txPr>
    <a:bodyPr/>
    <a:lstStyle/>
    <a:p>
      <a:pPr>
        <a:defRPr lang="zh-CN"/>
      </a:pPr>
      <a:endParaRPr lang="zh-CN"/>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4CDF-4482-B7BD-AF974DD2A8F4}"/>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4CDF-4482-B7BD-AF974DD2A8F4}"/>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4CDF-4482-B7BD-AF974DD2A8F4}"/>
              </c:ext>
            </c:extLst>
          </c:dPt>
          <c:dLbls>
            <c:spPr>
              <a:noFill/>
              <a:ln>
                <a:noFill/>
              </a:ln>
              <a:effectLst/>
            </c:spPr>
            <c:txPr>
              <a:bodyPr rot="0" spcFirstLastPara="1" vertOverflow="ellipsis" vert="horz" wrap="square" lIns="38100" tIns="19050" rIns="38100" bIns="19050" anchor="ctr" anchorCtr="1">
                <a:spAutoFit/>
              </a:bodyPr>
              <a:lstStyle/>
              <a:p>
                <a:pPr>
                  <a:defRPr lang="zh-CN" sz="1100" b="1" i="0" u="none" strike="noStrike" kern="1200" baseline="0">
                    <a:solidFill>
                      <a:schemeClr val="bg1"/>
                    </a:solidFill>
                    <a:latin typeface="微软雅黑" panose="020B0503020204020204" pitchFamily="34" charset="-122"/>
                    <a:ea typeface="微软雅黑" panose="020B0503020204020204" pitchFamily="34" charset="-122"/>
                    <a:cs typeface="+mn-cs"/>
                  </a:defRPr>
                </a:pPr>
                <a:endParaRPr lang="zh-CN"/>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val>
            <c:numRef>
              <c:f>Sheet1!$G$9:$G$11</c:f>
              <c:numCache>
                <c:formatCode>0%</c:formatCode>
                <c:ptCount val="3"/>
                <c:pt idx="0">
                  <c:v>0.7</c:v>
                </c:pt>
                <c:pt idx="1">
                  <c:v>7.0000000000000007E-2</c:v>
                </c:pt>
                <c:pt idx="2">
                  <c:v>0.23</c:v>
                </c:pt>
              </c:numCache>
            </c:numRef>
          </c:val>
          <c:extLst xmlns:c16r2="http://schemas.microsoft.com/office/drawing/2015/06/chart">
            <c:ext xmlns:c16="http://schemas.microsoft.com/office/drawing/2014/chart" uri="{C3380CC4-5D6E-409C-BE32-E72D297353CC}">
              <c16:uniqueId val="{00000006-4CDF-4482-B7BD-AF974DD2A8F4}"/>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solidFill>
      <a:sysClr val="window" lastClr="FFFFFF">
        <a:alpha val="0"/>
      </a:sysClr>
    </a:solidFill>
    <a:ln w="9525" cap="flat" cmpd="sng" algn="ctr">
      <a:noFill/>
      <a:round/>
    </a:ln>
    <a:effectLst/>
  </c:spPr>
  <c:txPr>
    <a:bodyPr/>
    <a:lstStyle/>
    <a:p>
      <a:pPr>
        <a:defRPr lang="zh-CN"/>
      </a:pPr>
      <a:endParaRPr lang="zh-CN"/>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100362532071799"/>
          <c:y val="0.197461111111111"/>
          <c:w val="0.390151558716614"/>
          <c:h val="0.73813333333333297"/>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7A82-4076-87AD-1BAC66476612}"/>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7A82-4076-87AD-1BAC66476612}"/>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7A82-4076-87AD-1BAC66476612}"/>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7A82-4076-87AD-1BAC66476612}"/>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7A82-4076-87AD-1BAC66476612}"/>
              </c:ext>
            </c:extLst>
          </c:dPt>
          <c:dLbls>
            <c:dLbl>
              <c:idx val="2"/>
              <c:delete val="1"/>
              <c:extLst xmlns:c16r2="http://schemas.microsoft.com/office/drawing/2015/06/chart">
                <c:ext xmlns:c16="http://schemas.microsoft.com/office/drawing/2014/chart" uri="{C3380CC4-5D6E-409C-BE32-E72D297353CC}">
                  <c16:uniqueId val="{00000005-7A82-4076-87AD-1BAC66476612}"/>
                </c:ext>
                <c:ext xmlns:c15="http://schemas.microsoft.com/office/drawing/2012/chart" uri="{CE6537A1-D6FC-4f65-9D91-7224C49458BB}"/>
              </c:extLst>
            </c:dLbl>
            <c:dLbl>
              <c:idx val="3"/>
              <c:delete val="1"/>
              <c:extLst xmlns:c16r2="http://schemas.microsoft.com/office/drawing/2015/06/chart">
                <c:ext xmlns:c16="http://schemas.microsoft.com/office/drawing/2014/chart" uri="{C3380CC4-5D6E-409C-BE32-E72D297353CC}">
                  <c16:uniqueId val="{00000007-7A82-4076-87AD-1BAC66476612}"/>
                </c:ext>
                <c:ext xmlns:c15="http://schemas.microsoft.com/office/drawing/2012/chart" uri="{CE6537A1-D6FC-4f65-9D91-7224C49458BB}"/>
              </c:extLst>
            </c:dLbl>
            <c:dLbl>
              <c:idx val="4"/>
              <c:delete val="1"/>
              <c:extLst xmlns:c16r2="http://schemas.microsoft.com/office/drawing/2015/06/chart">
                <c:ext xmlns:c16="http://schemas.microsoft.com/office/drawing/2014/chart" uri="{C3380CC4-5D6E-409C-BE32-E72D297353CC}">
                  <c16:uniqueId val="{00000009-7A82-4076-87AD-1BAC66476612}"/>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lang="zh-CN" sz="1000" b="0" i="0" u="none" strike="noStrike" kern="1200" baseline="0">
                    <a:solidFill>
                      <a:schemeClr val="tx1">
                        <a:lumMod val="75000"/>
                        <a:lumOff val="25000"/>
                      </a:schemeClr>
                    </a:solidFill>
                    <a:latin typeface="微软雅黑" panose="020B0503020204020204" pitchFamily="34" charset="-122"/>
                    <a:ea typeface="微软雅黑" panose="020B0503020204020204" pitchFamily="34" charset="-122"/>
                    <a:cs typeface="+mn-cs"/>
                  </a:defRPr>
                </a:pPr>
                <a:endParaRPr lang="zh-CN"/>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磷肥长期增长率!$AH$42:$AH$46</c:f>
              <c:strCache>
                <c:ptCount val="5"/>
                <c:pt idx="0">
                  <c:v>MAP </c:v>
                </c:pt>
                <c:pt idx="1">
                  <c:v>DAP</c:v>
                </c:pt>
                <c:pt idx="2">
                  <c:v>TSP</c:v>
                </c:pt>
                <c:pt idx="3">
                  <c:v>NPK</c:v>
                </c:pt>
                <c:pt idx="4">
                  <c:v>其他</c:v>
                </c:pt>
              </c:strCache>
            </c:strRef>
          </c:cat>
          <c:val>
            <c:numRef>
              <c:f>磷肥长期增长率!$AI$42:$AI$46</c:f>
              <c:numCache>
                <c:formatCode>0%</c:formatCode>
                <c:ptCount val="5"/>
                <c:pt idx="0">
                  <c:v>0.41</c:v>
                </c:pt>
                <c:pt idx="1">
                  <c:v>0.44</c:v>
                </c:pt>
                <c:pt idx="2">
                  <c:v>0.03</c:v>
                </c:pt>
                <c:pt idx="3">
                  <c:v>7.0000000000000007E-2</c:v>
                </c:pt>
                <c:pt idx="4">
                  <c:v>0.05</c:v>
                </c:pt>
              </c:numCache>
            </c:numRef>
          </c:val>
          <c:extLst xmlns:c16r2="http://schemas.microsoft.com/office/drawing/2015/06/chart">
            <c:ext xmlns:c16="http://schemas.microsoft.com/office/drawing/2014/chart" uri="{C3380CC4-5D6E-409C-BE32-E72D297353CC}">
              <c16:uniqueId val="{0000000A-7A82-4076-87AD-1BAC66476612}"/>
            </c:ext>
          </c:extLst>
        </c:ser>
        <c:dLbls>
          <c:showLegendKey val="0"/>
          <c:showVal val="1"/>
          <c:showCatName val="0"/>
          <c:showSerName val="0"/>
          <c:showPercent val="0"/>
          <c:showBubbleSize val="0"/>
          <c:showLeaderLines val="1"/>
        </c:dLbls>
        <c:firstSliceAng val="0"/>
      </c:pieChart>
      <c:spPr>
        <a:noFill/>
        <a:ln w="25400">
          <a:noFill/>
        </a:ln>
        <a:effectLst/>
      </c:spPr>
    </c:plotArea>
    <c:legend>
      <c:legendPos val="r"/>
      <c:layout>
        <c:manualLayout>
          <c:xMode val="edge"/>
          <c:yMode val="edge"/>
          <c:x val="0.62964932393825102"/>
          <c:y val="0.239513888888889"/>
          <c:w val="0.22644661063712904"/>
          <c:h val="0.57976851851851896"/>
        </c:manualLayout>
      </c:layout>
      <c:overlay val="0"/>
      <c:spPr>
        <a:noFill/>
        <a:ln>
          <a:noFill/>
        </a:ln>
        <a:effectLst/>
      </c:spPr>
      <c:txPr>
        <a:bodyPr rot="0" spcFirstLastPara="1" vertOverflow="ellipsis" vert="horz" wrap="square" anchor="ctr" anchorCtr="1"/>
        <a:lstStyle/>
        <a:p>
          <a:pPr>
            <a:defRPr lang="zh-CN" sz="11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alpha val="0"/>
      </a:sysClr>
    </a:solidFill>
    <a:ln w="9525" cap="flat" cmpd="sng" algn="ctr">
      <a:noFill/>
      <a:round/>
    </a:ln>
    <a:effectLst/>
  </c:spPr>
  <c:txPr>
    <a:bodyPr/>
    <a:lstStyle/>
    <a:p>
      <a:pPr>
        <a:defRPr lang="zh-CN" sz="100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334694716049709"/>
          <c:y val="9.1088169018459023E-2"/>
          <c:w val="0.47935334561123383"/>
          <c:h val="0.90891171936005344"/>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DB2D-4F01-8045-7D0805BCD370}"/>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DB2D-4F01-8045-7D0805BCD370}"/>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DB2D-4F01-8045-7D0805BCD370}"/>
              </c:ext>
            </c:extLst>
          </c:dPt>
          <c:dPt>
            <c:idx val="3"/>
            <c:bubble3D val="0"/>
            <c:spPr>
              <a:solidFill>
                <a:schemeClr val="accent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DB2D-4F01-8045-7D0805BCD370}"/>
              </c:ext>
            </c:extLst>
          </c:dPt>
          <c:dPt>
            <c:idx val="4"/>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DB2D-4F01-8045-7D0805BCD370}"/>
              </c:ext>
            </c:extLst>
          </c:dPt>
          <c:dLbls>
            <c:delete val="1"/>
          </c:dLbls>
          <c:cat>
            <c:strRef>
              <c:f>磷化工产业链与需求结构!$M$21:$M$25</c:f>
              <c:strCache>
                <c:ptCount val="5"/>
                <c:pt idx="0">
                  <c:v>磷肥</c:v>
                </c:pt>
                <c:pt idx="1">
                  <c:v>饲料级磷酸盐</c:v>
                </c:pt>
                <c:pt idx="2">
                  <c:v>黄磷</c:v>
                </c:pt>
                <c:pt idx="3">
                  <c:v>湿法磷酸</c:v>
                </c:pt>
                <c:pt idx="4">
                  <c:v>其他磷化物</c:v>
                </c:pt>
              </c:strCache>
            </c:strRef>
          </c:cat>
          <c:val>
            <c:numRef>
              <c:f>磷化工产业链与需求结构!$N$21:$N$25</c:f>
              <c:numCache>
                <c:formatCode>0%</c:formatCode>
                <c:ptCount val="5"/>
                <c:pt idx="0">
                  <c:v>0.58099999999999996</c:v>
                </c:pt>
                <c:pt idx="1">
                  <c:v>0.11799999999999999</c:v>
                </c:pt>
                <c:pt idx="2">
                  <c:v>9.5000000000000001E-2</c:v>
                </c:pt>
                <c:pt idx="3">
                  <c:v>0.114</c:v>
                </c:pt>
                <c:pt idx="4">
                  <c:v>9.1999999999999998E-2</c:v>
                </c:pt>
              </c:numCache>
            </c:numRef>
          </c:val>
          <c:extLst xmlns:c16r2="http://schemas.microsoft.com/office/drawing/2015/06/chart">
            <c:ext xmlns:c16="http://schemas.microsoft.com/office/drawing/2014/chart" uri="{C3380CC4-5D6E-409C-BE32-E72D297353CC}">
              <c16:uniqueId val="{0000000A-DB2D-4F01-8045-7D0805BCD370}"/>
            </c:ext>
          </c:extLst>
        </c:ser>
        <c:dLbls>
          <c:showLegendKey val="0"/>
          <c:showVal val="1"/>
          <c:showCatName val="0"/>
          <c:showSerName val="0"/>
          <c:showPercent val="0"/>
          <c:showBubbleSize val="0"/>
          <c:showLeaderLines val="1"/>
        </c:dLbls>
        <c:firstSliceAng val="0"/>
      </c:pieChart>
      <c:spPr>
        <a:noFill/>
        <a:ln w="25400">
          <a:noFill/>
        </a:ln>
        <a:effectLst/>
      </c:spPr>
    </c:plotArea>
    <c:legend>
      <c:legendPos val="l"/>
      <c:layout>
        <c:manualLayout>
          <c:xMode val="edge"/>
          <c:yMode val="edge"/>
          <c:x val="7.3198078818028048E-2"/>
          <c:y val="0.29197319207580635"/>
          <c:w val="0.22238609681125207"/>
          <c:h val="0.51517970236689714"/>
        </c:manualLayout>
      </c:layout>
      <c:overlay val="0"/>
      <c:spPr>
        <a:noFill/>
        <a:ln w="25400">
          <a:noFill/>
        </a:ln>
        <a:effectLst/>
      </c:spPr>
      <c:txPr>
        <a:bodyPr rot="0" spcFirstLastPara="1" vertOverflow="ellipsis" vert="horz" wrap="square" anchor="ctr" anchorCtr="1"/>
        <a:lstStyle/>
        <a:p>
          <a:pPr>
            <a:defRPr lang="zh-CN" altLang="en-US" sz="1100" b="1"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rgbClr val="FFFFFF"/>
    </a:solidFill>
    <a:ln w="25400" cap="flat" cmpd="sng" algn="ctr">
      <a:noFill/>
      <a:round/>
    </a:ln>
    <a:effectLst/>
  </c:spPr>
  <c:txPr>
    <a:bodyPr/>
    <a:lstStyle/>
    <a:p>
      <a:pPr>
        <a:defRPr lang="zh-CN" sz="800">
          <a:latin typeface="华文细黑" panose="02010600040101010101" charset="-122"/>
          <a:ea typeface="华文细黑" panose="02010600040101010101" charset="-122"/>
          <a:cs typeface="华文细黑" panose="02010600040101010101" charset="-122"/>
        </a:defRPr>
      </a:pPr>
      <a:endParaRPr lang="zh-CN"/>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2590598290598292E-2"/>
          <c:y val="0.15734583333333335"/>
          <c:w val="0.80894358974358971"/>
          <c:h val="0.72664907407407409"/>
        </c:manualLayout>
      </c:layout>
      <c:lineChart>
        <c:grouping val="standard"/>
        <c:varyColors val="0"/>
        <c:ser>
          <c:idx val="1"/>
          <c:order val="1"/>
          <c:tx>
            <c:strRef>
              <c:f>全球人口与人均耕地面积!$J$4</c:f>
              <c:strCache>
                <c:ptCount val="1"/>
                <c:pt idx="0">
                  <c:v>世界人口总数（亿）-左</c:v>
                </c:pt>
              </c:strCache>
            </c:strRef>
          </c:tx>
          <c:spPr>
            <a:ln w="19050" cap="rnd">
              <a:solidFill>
                <a:srgbClr val="C8C8C8"/>
              </a:solidFill>
              <a:prstDash val="solid"/>
              <a:round/>
            </a:ln>
            <a:effectLst/>
          </c:spPr>
          <c:marker>
            <c:symbol val="none"/>
          </c:marker>
          <c:cat>
            <c:numRef>
              <c:f>全球人口与人均耕地面积!$H$5:$H$37</c:f>
              <c:numCache>
                <c:formatCode>yyyy/m/d</c:formatCode>
                <c:ptCount val="33"/>
                <c:pt idx="0">
                  <c:v>33238</c:v>
                </c:pt>
                <c:pt idx="1">
                  <c:v>33603</c:v>
                </c:pt>
                <c:pt idx="2">
                  <c:v>33969</c:v>
                </c:pt>
                <c:pt idx="3">
                  <c:v>34334</c:v>
                </c:pt>
                <c:pt idx="4">
                  <c:v>34699</c:v>
                </c:pt>
                <c:pt idx="5">
                  <c:v>35064</c:v>
                </c:pt>
                <c:pt idx="6">
                  <c:v>35430</c:v>
                </c:pt>
                <c:pt idx="7">
                  <c:v>35795</c:v>
                </c:pt>
                <c:pt idx="8">
                  <c:v>36160</c:v>
                </c:pt>
                <c:pt idx="9">
                  <c:v>36525</c:v>
                </c:pt>
                <c:pt idx="10">
                  <c:v>36891</c:v>
                </c:pt>
                <c:pt idx="11">
                  <c:v>37256</c:v>
                </c:pt>
                <c:pt idx="12">
                  <c:v>37621</c:v>
                </c:pt>
                <c:pt idx="13">
                  <c:v>37986</c:v>
                </c:pt>
                <c:pt idx="14">
                  <c:v>38352</c:v>
                </c:pt>
                <c:pt idx="15">
                  <c:v>38717</c:v>
                </c:pt>
                <c:pt idx="16">
                  <c:v>39082</c:v>
                </c:pt>
                <c:pt idx="17">
                  <c:v>39447</c:v>
                </c:pt>
                <c:pt idx="18">
                  <c:v>39813</c:v>
                </c:pt>
                <c:pt idx="19">
                  <c:v>40178</c:v>
                </c:pt>
                <c:pt idx="20">
                  <c:v>40543</c:v>
                </c:pt>
                <c:pt idx="21">
                  <c:v>40908</c:v>
                </c:pt>
                <c:pt idx="22">
                  <c:v>41274</c:v>
                </c:pt>
                <c:pt idx="23">
                  <c:v>41639</c:v>
                </c:pt>
                <c:pt idx="24">
                  <c:v>42004</c:v>
                </c:pt>
                <c:pt idx="25">
                  <c:v>42369</c:v>
                </c:pt>
                <c:pt idx="26">
                  <c:v>42735</c:v>
                </c:pt>
                <c:pt idx="27">
                  <c:v>43100</c:v>
                </c:pt>
                <c:pt idx="28">
                  <c:v>43465</c:v>
                </c:pt>
                <c:pt idx="29">
                  <c:v>43830</c:v>
                </c:pt>
                <c:pt idx="30">
                  <c:v>44196</c:v>
                </c:pt>
                <c:pt idx="31">
                  <c:v>47686</c:v>
                </c:pt>
                <c:pt idx="32">
                  <c:v>55011</c:v>
                </c:pt>
              </c:numCache>
            </c:numRef>
          </c:cat>
          <c:val>
            <c:numRef>
              <c:f>全球人口与人均耕地面积!$J$5:$J$37</c:f>
              <c:numCache>
                <c:formatCode>###,###,###,##0.0000</c:formatCode>
                <c:ptCount val="33"/>
                <c:pt idx="0">
                  <c:v>52.800460960000002</c:v>
                </c:pt>
                <c:pt idx="1">
                  <c:v>53.681394679999997</c:v>
                </c:pt>
                <c:pt idx="2">
                  <c:v>54.525764469999999</c:v>
                </c:pt>
                <c:pt idx="3">
                  <c:v>55.378855520000002</c:v>
                </c:pt>
                <c:pt idx="4">
                  <c:v>56.220857879999997</c:v>
                </c:pt>
                <c:pt idx="5">
                  <c:v>57.067538999999996</c:v>
                </c:pt>
                <c:pt idx="6">
                  <c:v>57.896556089999997</c:v>
                </c:pt>
                <c:pt idx="7">
                  <c:v>58.722866830000001</c:v>
                </c:pt>
                <c:pt idx="8">
                  <c:v>59.540059059999997</c:v>
                </c:pt>
                <c:pt idx="9">
                  <c:v>60.3449162</c:v>
                </c:pt>
                <c:pt idx="10">
                  <c:v>61.143325169999997</c:v>
                </c:pt>
                <c:pt idx="11">
                  <c:v>61.936716939999997</c:v>
                </c:pt>
                <c:pt idx="12">
                  <c:v>62.727530090000002</c:v>
                </c:pt>
                <c:pt idx="13">
                  <c:v>63.518823849999997</c:v>
                </c:pt>
                <c:pt idx="14">
                  <c:v>64.315517209999996</c:v>
                </c:pt>
                <c:pt idx="15">
                  <c:v>65.117482730000006</c:v>
                </c:pt>
                <c:pt idx="16">
                  <c:v>65.927345590000002</c:v>
                </c:pt>
                <c:pt idx="17">
                  <c:v>66.742036970000001</c:v>
                </c:pt>
                <c:pt idx="18">
                  <c:v>67.570208249999993</c:v>
                </c:pt>
                <c:pt idx="19">
                  <c:v>68.395742330000004</c:v>
                </c:pt>
                <c:pt idx="20">
                  <c:v>69.218770710000001</c:v>
                </c:pt>
                <c:pt idx="21">
                  <c:v>70.028809140000007</c:v>
                </c:pt>
                <c:pt idx="22">
                  <c:v>70.857904379999994</c:v>
                </c:pt>
                <c:pt idx="23">
                  <c:v>71.696751969999994</c:v>
                </c:pt>
                <c:pt idx="24">
                  <c:v>72.54292848</c:v>
                </c:pt>
                <c:pt idx="25">
                  <c:v>73.390766540000001</c:v>
                </c:pt>
                <c:pt idx="26">
                  <c:v>74.244847410000006</c:v>
                </c:pt>
                <c:pt idx="27">
                  <c:v>75.094102280000001</c:v>
                </c:pt>
                <c:pt idx="28">
                  <c:v>75.924756149999993</c:v>
                </c:pt>
                <c:pt idx="29">
                  <c:v>76.733453909999994</c:v>
                </c:pt>
                <c:pt idx="30">
                  <c:v>77.528405469999996</c:v>
                </c:pt>
                <c:pt idx="31">
                  <c:v>85</c:v>
                </c:pt>
                <c:pt idx="32">
                  <c:v>97</c:v>
                </c:pt>
              </c:numCache>
            </c:numRef>
          </c:val>
          <c:smooth val="1"/>
          <c:extLst xmlns:c16r2="http://schemas.microsoft.com/office/drawing/2015/06/chart">
            <c:ext xmlns:c16="http://schemas.microsoft.com/office/drawing/2014/chart" uri="{C3380CC4-5D6E-409C-BE32-E72D297353CC}">
              <c16:uniqueId val="{00000000-6FE0-4F70-B9E1-C7B248BADA58}"/>
            </c:ext>
          </c:extLst>
        </c:ser>
        <c:dLbls>
          <c:showLegendKey val="0"/>
          <c:showVal val="0"/>
          <c:showCatName val="0"/>
          <c:showSerName val="0"/>
          <c:showPercent val="0"/>
          <c:showBubbleSize val="0"/>
        </c:dLbls>
        <c:marker val="1"/>
        <c:smooth val="0"/>
        <c:axId val="639636320"/>
        <c:axId val="639624352"/>
      </c:lineChart>
      <c:lineChart>
        <c:grouping val="standard"/>
        <c:varyColors val="0"/>
        <c:ser>
          <c:idx val="0"/>
          <c:order val="0"/>
          <c:tx>
            <c:strRef>
              <c:f>全球人口与人均耕地面积!$I$4</c:f>
              <c:strCache>
                <c:ptCount val="1"/>
                <c:pt idx="0">
                  <c:v>人均耕地面积（公顷）</c:v>
                </c:pt>
              </c:strCache>
            </c:strRef>
          </c:tx>
          <c:spPr>
            <a:ln w="19050" cap="rnd">
              <a:solidFill>
                <a:srgbClr val="E10000"/>
              </a:solidFill>
              <a:prstDash val="solid"/>
              <a:round/>
            </a:ln>
            <a:effectLst/>
          </c:spPr>
          <c:marker>
            <c:symbol val="none"/>
          </c:marker>
          <c:cat>
            <c:numRef>
              <c:f>全球人口与人均耕地面积!$H$5:$H$37</c:f>
              <c:numCache>
                <c:formatCode>yyyy/m/d</c:formatCode>
                <c:ptCount val="33"/>
                <c:pt idx="0">
                  <c:v>33238</c:v>
                </c:pt>
                <c:pt idx="1">
                  <c:v>33603</c:v>
                </c:pt>
                <c:pt idx="2">
                  <c:v>33969</c:v>
                </c:pt>
                <c:pt idx="3">
                  <c:v>34334</c:v>
                </c:pt>
                <c:pt idx="4">
                  <c:v>34699</c:v>
                </c:pt>
                <c:pt idx="5">
                  <c:v>35064</c:v>
                </c:pt>
                <c:pt idx="6">
                  <c:v>35430</c:v>
                </c:pt>
                <c:pt idx="7">
                  <c:v>35795</c:v>
                </c:pt>
                <c:pt idx="8">
                  <c:v>36160</c:v>
                </c:pt>
                <c:pt idx="9">
                  <c:v>36525</c:v>
                </c:pt>
                <c:pt idx="10">
                  <c:v>36891</c:v>
                </c:pt>
                <c:pt idx="11">
                  <c:v>37256</c:v>
                </c:pt>
                <c:pt idx="12">
                  <c:v>37621</c:v>
                </c:pt>
                <c:pt idx="13">
                  <c:v>37986</c:v>
                </c:pt>
                <c:pt idx="14">
                  <c:v>38352</c:v>
                </c:pt>
                <c:pt idx="15">
                  <c:v>38717</c:v>
                </c:pt>
                <c:pt idx="16">
                  <c:v>39082</c:v>
                </c:pt>
                <c:pt idx="17">
                  <c:v>39447</c:v>
                </c:pt>
                <c:pt idx="18">
                  <c:v>39813</c:v>
                </c:pt>
                <c:pt idx="19">
                  <c:v>40178</c:v>
                </c:pt>
                <c:pt idx="20">
                  <c:v>40543</c:v>
                </c:pt>
                <c:pt idx="21">
                  <c:v>40908</c:v>
                </c:pt>
                <c:pt idx="22">
                  <c:v>41274</c:v>
                </c:pt>
                <c:pt idx="23">
                  <c:v>41639</c:v>
                </c:pt>
                <c:pt idx="24">
                  <c:v>42004</c:v>
                </c:pt>
                <c:pt idx="25">
                  <c:v>42369</c:v>
                </c:pt>
                <c:pt idx="26">
                  <c:v>42735</c:v>
                </c:pt>
                <c:pt idx="27">
                  <c:v>43100</c:v>
                </c:pt>
                <c:pt idx="28">
                  <c:v>43465</c:v>
                </c:pt>
                <c:pt idx="29">
                  <c:v>43830</c:v>
                </c:pt>
                <c:pt idx="30">
                  <c:v>44196</c:v>
                </c:pt>
                <c:pt idx="31">
                  <c:v>47686</c:v>
                </c:pt>
                <c:pt idx="32">
                  <c:v>55011</c:v>
                </c:pt>
              </c:numCache>
            </c:numRef>
          </c:cat>
          <c:val>
            <c:numRef>
              <c:f>全球人口与人均耕地面积!$I$5:$I$37</c:f>
              <c:numCache>
                <c:formatCode>###,###,###,##0.0000</c:formatCode>
                <c:ptCount val="33"/>
                <c:pt idx="0">
                  <c:v>0.22776299999999999</c:v>
                </c:pt>
                <c:pt idx="1">
                  <c:v>0.22437199999999999</c:v>
                </c:pt>
                <c:pt idx="2">
                  <c:v>0.249613</c:v>
                </c:pt>
                <c:pt idx="3">
                  <c:v>0.245146</c:v>
                </c:pt>
                <c:pt idx="4">
                  <c:v>0.24070900000000001</c:v>
                </c:pt>
                <c:pt idx="5">
                  <c:v>0.23680799999999999</c:v>
                </c:pt>
                <c:pt idx="6">
                  <c:v>0.233179</c:v>
                </c:pt>
                <c:pt idx="7">
                  <c:v>0.230494</c:v>
                </c:pt>
                <c:pt idx="8">
                  <c:v>0.22719300000000001</c:v>
                </c:pt>
                <c:pt idx="9">
                  <c:v>0.22444</c:v>
                </c:pt>
                <c:pt idx="10">
                  <c:v>0.22082599999999999</c:v>
                </c:pt>
                <c:pt idx="11">
                  <c:v>0.217613</c:v>
                </c:pt>
                <c:pt idx="12">
                  <c:v>0.214362</c:v>
                </c:pt>
                <c:pt idx="13">
                  <c:v>0.21229999999999999</c:v>
                </c:pt>
                <c:pt idx="14">
                  <c:v>0.21030499999999999</c:v>
                </c:pt>
                <c:pt idx="15">
                  <c:v>0.207959</c:v>
                </c:pt>
                <c:pt idx="16">
                  <c:v>0.20490800000000001</c:v>
                </c:pt>
                <c:pt idx="17">
                  <c:v>0.20214599999999999</c:v>
                </c:pt>
                <c:pt idx="18">
                  <c:v>0.19977900000000001</c:v>
                </c:pt>
                <c:pt idx="19">
                  <c:v>0.19742499999999999</c:v>
                </c:pt>
                <c:pt idx="20">
                  <c:v>0.195156</c:v>
                </c:pt>
                <c:pt idx="21">
                  <c:v>0.19606599999999999</c:v>
                </c:pt>
                <c:pt idx="22">
                  <c:v>0.19491700000000001</c:v>
                </c:pt>
                <c:pt idx="23">
                  <c:v>0.19284599999999999</c:v>
                </c:pt>
                <c:pt idx="24">
                  <c:v>0.19073100000000001</c:v>
                </c:pt>
                <c:pt idx="25">
                  <c:v>0.188885</c:v>
                </c:pt>
                <c:pt idx="26">
                  <c:v>0.18723899999999999</c:v>
                </c:pt>
                <c:pt idx="27">
                  <c:v>0.186365</c:v>
                </c:pt>
                <c:pt idx="28">
                  <c:v>0.184228</c:v>
                </c:pt>
                <c:pt idx="29">
                  <c:v>0.18210000000000001</c:v>
                </c:pt>
                <c:pt idx="30">
                  <c:v>0.18010000000000001</c:v>
                </c:pt>
                <c:pt idx="31">
                  <c:v>0.17</c:v>
                </c:pt>
                <c:pt idx="32">
                  <c:v>0.15</c:v>
                </c:pt>
              </c:numCache>
            </c:numRef>
          </c:val>
          <c:smooth val="1"/>
          <c:extLst xmlns:c16r2="http://schemas.microsoft.com/office/drawing/2015/06/chart">
            <c:ext xmlns:c16="http://schemas.microsoft.com/office/drawing/2014/chart" uri="{C3380CC4-5D6E-409C-BE32-E72D297353CC}">
              <c16:uniqueId val="{00000001-6FE0-4F70-B9E1-C7B248BADA58}"/>
            </c:ext>
          </c:extLst>
        </c:ser>
        <c:dLbls>
          <c:showLegendKey val="0"/>
          <c:showVal val="0"/>
          <c:showCatName val="0"/>
          <c:showSerName val="0"/>
          <c:showPercent val="0"/>
          <c:showBubbleSize val="0"/>
        </c:dLbls>
        <c:marker val="1"/>
        <c:smooth val="0"/>
        <c:axId val="639638496"/>
        <c:axId val="639623808"/>
      </c:lineChart>
      <c:dateAx>
        <c:axId val="639636320"/>
        <c:scaling>
          <c:orientation val="minMax"/>
        </c:scaling>
        <c:delete val="0"/>
        <c:axPos val="b"/>
        <c:numFmt formatCode="yyyy" sourceLinked="0"/>
        <c:majorTickMark val="in"/>
        <c:minorTickMark val="none"/>
        <c:tickLblPos val="nextTo"/>
        <c:spPr>
          <a:noFill/>
          <a:ln w="6350" cap="flat" cmpd="sng" algn="ctr">
            <a:solidFill>
              <a:srgbClr val="000000"/>
            </a:solidFill>
            <a:round/>
          </a:ln>
          <a:effectLst/>
        </c:spPr>
        <c:txPr>
          <a:bodyPr rot="0" spcFirstLastPara="1" vertOverflow="ellipsis"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639624352"/>
        <c:crosses val="autoZero"/>
        <c:auto val="1"/>
        <c:lblOffset val="100"/>
        <c:baseTimeUnit val="years"/>
      </c:dateAx>
      <c:valAx>
        <c:axId val="639624352"/>
        <c:scaling>
          <c:orientation val="minMax"/>
        </c:scaling>
        <c:delete val="0"/>
        <c:axPos val="l"/>
        <c:majorGridlines>
          <c:spPr>
            <a:ln w="9525" cap="flat" cmpd="sng" algn="ctr">
              <a:noFill/>
              <a:round/>
            </a:ln>
            <a:effec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639636320"/>
        <c:crosses val="autoZero"/>
        <c:crossBetween val="between"/>
      </c:valAx>
      <c:dateAx>
        <c:axId val="639638496"/>
        <c:scaling>
          <c:orientation val="minMax"/>
        </c:scaling>
        <c:delete val="1"/>
        <c:axPos val="b"/>
        <c:numFmt formatCode="yyyy/m/d" sourceLinked="1"/>
        <c:majorTickMark val="out"/>
        <c:minorTickMark val="none"/>
        <c:tickLblPos val="nextTo"/>
        <c:crossAx val="639623808"/>
        <c:crosses val="autoZero"/>
        <c:auto val="1"/>
        <c:lblOffset val="100"/>
        <c:baseTimeUnit val="years"/>
      </c:dateAx>
      <c:valAx>
        <c:axId val="639623808"/>
        <c:scaling>
          <c:orientation val="minMax"/>
        </c:scaling>
        <c:delete val="0"/>
        <c:axPos val="r"/>
        <c:numFmt formatCode="#,##0.00_);[Red]\(#,##0.0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639638496"/>
        <c:crosses val="max"/>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alpha val="0"/>
      </a:sysClr>
    </a:solidFill>
    <a:ln w="9525" cap="flat" cmpd="sng" algn="ctr">
      <a:noFill/>
      <a:round/>
    </a:ln>
    <a:effectLst/>
  </c:spPr>
  <c:txPr>
    <a:bodyPr/>
    <a:lstStyle/>
    <a:p>
      <a:pPr>
        <a:defRPr lang="zh-CN" sz="80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9400690939437542E-2"/>
          <c:y val="8.0222232346160063E-2"/>
          <c:w val="0.82128770836486753"/>
          <c:h val="0.71365000000000001"/>
        </c:manualLayout>
      </c:layout>
      <c:barChart>
        <c:barDir val="col"/>
        <c:grouping val="clustered"/>
        <c:varyColors val="0"/>
        <c:ser>
          <c:idx val="0"/>
          <c:order val="0"/>
          <c:tx>
            <c:strRef>
              <c:f>全球磷肥消费量!$J$49</c:f>
              <c:strCache>
                <c:ptCount val="1"/>
                <c:pt idx="0">
                  <c:v>全球磷肥消费量（万吨）</c:v>
                </c:pt>
              </c:strCache>
            </c:strRef>
          </c:tx>
          <c:spPr>
            <a:solidFill>
              <a:srgbClr val="E10000"/>
            </a:solidFill>
            <a:ln w="6350">
              <a:noFill/>
              <a:prstDash val="solid"/>
            </a:ln>
            <a:effectLst/>
          </c:spPr>
          <c:invertIfNegative val="0"/>
          <c:cat>
            <c:strRef>
              <c:f>全球磷肥消费量!$I$50:$I$65</c:f>
              <c:strCache>
                <c:ptCount val="16"/>
                <c:pt idx="0">
                  <c:v>2010</c:v>
                </c:pt>
                <c:pt idx="1">
                  <c:v>2011</c:v>
                </c:pt>
                <c:pt idx="2">
                  <c:v>2012</c:v>
                </c:pt>
                <c:pt idx="3">
                  <c:v>2013</c:v>
                </c:pt>
                <c:pt idx="4">
                  <c:v>2014</c:v>
                </c:pt>
                <c:pt idx="5">
                  <c:v>2015</c:v>
                </c:pt>
                <c:pt idx="6">
                  <c:v>2016</c:v>
                </c:pt>
                <c:pt idx="7">
                  <c:v>2017</c:v>
                </c:pt>
                <c:pt idx="8">
                  <c:v>2018</c:v>
                </c:pt>
                <c:pt idx="9">
                  <c:v>2019</c:v>
                </c:pt>
                <c:pt idx="10">
                  <c:v>2020</c:v>
                </c:pt>
                <c:pt idx="11">
                  <c:v>2021E</c:v>
                </c:pt>
                <c:pt idx="12">
                  <c:v>2022E</c:v>
                </c:pt>
                <c:pt idx="13">
                  <c:v>2023E</c:v>
                </c:pt>
                <c:pt idx="14">
                  <c:v>2024E</c:v>
                </c:pt>
                <c:pt idx="15">
                  <c:v>2025E</c:v>
                </c:pt>
              </c:strCache>
            </c:strRef>
          </c:cat>
          <c:val>
            <c:numRef>
              <c:f>全球磷肥消费量!$J$50:$J$65</c:f>
              <c:numCache>
                <c:formatCode>0.0</c:formatCode>
                <c:ptCount val="16"/>
                <c:pt idx="0">
                  <c:v>4184.62</c:v>
                </c:pt>
                <c:pt idx="1">
                  <c:v>4273.43</c:v>
                </c:pt>
                <c:pt idx="2">
                  <c:v>4368.04</c:v>
                </c:pt>
                <c:pt idx="3">
                  <c:v>4365</c:v>
                </c:pt>
                <c:pt idx="4">
                  <c:v>4484.6000000000004</c:v>
                </c:pt>
                <c:pt idx="5">
                  <c:v>4526.59</c:v>
                </c:pt>
                <c:pt idx="6">
                  <c:v>4508.7</c:v>
                </c:pt>
                <c:pt idx="7">
                  <c:v>4642.84</c:v>
                </c:pt>
                <c:pt idx="8">
                  <c:v>4541.18</c:v>
                </c:pt>
                <c:pt idx="9">
                  <c:v>4634.33</c:v>
                </c:pt>
                <c:pt idx="10">
                  <c:v>4960</c:v>
                </c:pt>
                <c:pt idx="11">
                  <c:v>5000</c:v>
                </c:pt>
                <c:pt idx="12">
                  <c:v>5061.3611721451971</c:v>
                </c:pt>
                <c:pt idx="13">
                  <c:v>5123.4753829798001</c:v>
                </c:pt>
                <c:pt idx="14">
                  <c:v>5186.3518739711408</c:v>
                </c:pt>
                <c:pt idx="15">
                  <c:v>5250</c:v>
                </c:pt>
              </c:numCache>
            </c:numRef>
          </c:val>
          <c:extLst xmlns:c16r2="http://schemas.microsoft.com/office/drawing/2015/06/chart">
            <c:ext xmlns:c16="http://schemas.microsoft.com/office/drawing/2014/chart" uri="{C3380CC4-5D6E-409C-BE32-E72D297353CC}">
              <c16:uniqueId val="{00000000-4EF1-443A-A9C0-FE02B612791A}"/>
            </c:ext>
          </c:extLst>
        </c:ser>
        <c:dLbls>
          <c:showLegendKey val="0"/>
          <c:showVal val="0"/>
          <c:showCatName val="0"/>
          <c:showSerName val="0"/>
          <c:showPercent val="0"/>
          <c:showBubbleSize val="0"/>
        </c:dLbls>
        <c:gapWidth val="219"/>
        <c:overlap val="-27"/>
        <c:axId val="639626528"/>
        <c:axId val="532117888"/>
      </c:barChart>
      <c:lineChart>
        <c:grouping val="standard"/>
        <c:varyColors val="0"/>
        <c:ser>
          <c:idx val="1"/>
          <c:order val="1"/>
          <c:tx>
            <c:strRef>
              <c:f>全球磷肥消费量!$K$49</c:f>
              <c:strCache>
                <c:ptCount val="1"/>
                <c:pt idx="0">
                  <c:v>同比增速（右）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全球磷肥消费量!$I$50:$I$65</c:f>
              <c:strCache>
                <c:ptCount val="16"/>
                <c:pt idx="0">
                  <c:v>2010</c:v>
                </c:pt>
                <c:pt idx="1">
                  <c:v>2011</c:v>
                </c:pt>
                <c:pt idx="2">
                  <c:v>2012</c:v>
                </c:pt>
                <c:pt idx="3">
                  <c:v>2013</c:v>
                </c:pt>
                <c:pt idx="4">
                  <c:v>2014</c:v>
                </c:pt>
                <c:pt idx="5">
                  <c:v>2015</c:v>
                </c:pt>
                <c:pt idx="6">
                  <c:v>2016</c:v>
                </c:pt>
                <c:pt idx="7">
                  <c:v>2017</c:v>
                </c:pt>
                <c:pt idx="8">
                  <c:v>2018</c:v>
                </c:pt>
                <c:pt idx="9">
                  <c:v>2019</c:v>
                </c:pt>
                <c:pt idx="10">
                  <c:v>2020</c:v>
                </c:pt>
                <c:pt idx="11">
                  <c:v>2021E</c:v>
                </c:pt>
                <c:pt idx="12">
                  <c:v>2022E</c:v>
                </c:pt>
                <c:pt idx="13">
                  <c:v>2023E</c:v>
                </c:pt>
                <c:pt idx="14">
                  <c:v>2024E</c:v>
                </c:pt>
                <c:pt idx="15">
                  <c:v>2025E</c:v>
                </c:pt>
              </c:strCache>
            </c:strRef>
          </c:cat>
          <c:val>
            <c:numRef>
              <c:f>全球磷肥消费量!$K$50:$K$65</c:f>
              <c:numCache>
                <c:formatCode>0.0%</c:formatCode>
                <c:ptCount val="16"/>
                <c:pt idx="0">
                  <c:v>8.7999999999999995E-2</c:v>
                </c:pt>
                <c:pt idx="1">
                  <c:v>2.1222954533506089E-2</c:v>
                </c:pt>
                <c:pt idx="2">
                  <c:v>2.2139124777988517E-2</c:v>
                </c:pt>
                <c:pt idx="3">
                  <c:v>-6.9596432267104991E-4</c:v>
                </c:pt>
                <c:pt idx="4">
                  <c:v>2.7399770904925624E-2</c:v>
                </c:pt>
                <c:pt idx="5">
                  <c:v>9.3631539044729539E-3</c:v>
                </c:pt>
                <c:pt idx="6">
                  <c:v>-3.9522024305272963E-3</c:v>
                </c:pt>
                <c:pt idx="7">
                  <c:v>2.9751369574378517E-2</c:v>
                </c:pt>
                <c:pt idx="8">
                  <c:v>-2.1896080847067734E-2</c:v>
                </c:pt>
                <c:pt idx="9">
                  <c:v>2.0512289757287583E-2</c:v>
                </c:pt>
                <c:pt idx="10">
                  <c:v>7.0273372850012894E-2</c:v>
                </c:pt>
                <c:pt idx="11">
                  <c:v>8.0645161290322509E-3</c:v>
                </c:pt>
                <c:pt idx="12">
                  <c:v>1.2272234429039353E-2</c:v>
                </c:pt>
                <c:pt idx="13">
                  <c:v>1.2272234429039353E-2</c:v>
                </c:pt>
                <c:pt idx="14">
                  <c:v>1.2272234429039353E-2</c:v>
                </c:pt>
                <c:pt idx="15">
                  <c:v>1.2272234429038908E-2</c:v>
                </c:pt>
              </c:numCache>
            </c:numRef>
          </c:val>
          <c:smooth val="1"/>
          <c:extLst xmlns:c16r2="http://schemas.microsoft.com/office/drawing/2015/06/chart">
            <c:ext xmlns:c16="http://schemas.microsoft.com/office/drawing/2014/chart" uri="{C3380CC4-5D6E-409C-BE32-E72D297353CC}">
              <c16:uniqueId val="{00000001-4EF1-443A-A9C0-FE02B612791A}"/>
            </c:ext>
          </c:extLst>
        </c:ser>
        <c:dLbls>
          <c:showLegendKey val="0"/>
          <c:showVal val="0"/>
          <c:showCatName val="0"/>
          <c:showSerName val="0"/>
          <c:showPercent val="0"/>
          <c:showBubbleSize val="0"/>
        </c:dLbls>
        <c:marker val="1"/>
        <c:smooth val="0"/>
        <c:axId val="532126592"/>
        <c:axId val="532116800"/>
      </c:lineChart>
      <c:catAx>
        <c:axId val="639626528"/>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5400000" spcFirstLastPara="1" vertOverflow="ellipsis"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532117888"/>
        <c:crosses val="autoZero"/>
        <c:auto val="1"/>
        <c:lblAlgn val="ctr"/>
        <c:lblOffset val="100"/>
        <c:noMultiLvlLbl val="0"/>
      </c:catAx>
      <c:valAx>
        <c:axId val="532117888"/>
        <c:scaling>
          <c:orientation val="minMax"/>
        </c:scaling>
        <c:delete val="0"/>
        <c:axPos val="l"/>
        <c:majorGridlines>
          <c:spPr>
            <a:ln w="9525" cap="flat" cmpd="sng" algn="ctr">
              <a:noFill/>
              <a:round/>
            </a:ln>
            <a:effec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639626528"/>
        <c:crosses val="autoZero"/>
        <c:crossBetween val="between"/>
      </c:valAx>
      <c:catAx>
        <c:axId val="532126592"/>
        <c:scaling>
          <c:orientation val="minMax"/>
        </c:scaling>
        <c:delete val="1"/>
        <c:axPos val="b"/>
        <c:numFmt formatCode="General" sourceLinked="1"/>
        <c:majorTickMark val="out"/>
        <c:minorTickMark val="none"/>
        <c:tickLblPos val="nextTo"/>
        <c:crossAx val="532116800"/>
        <c:crosses val="autoZero"/>
        <c:auto val="1"/>
        <c:lblAlgn val="ctr"/>
        <c:lblOffset val="100"/>
        <c:noMultiLvlLbl val="0"/>
      </c:catAx>
      <c:valAx>
        <c:axId val="532116800"/>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532126592"/>
        <c:crosses val="max"/>
        <c:crossBetween val="between"/>
      </c:valAx>
      <c:spPr>
        <a:noFill/>
        <a:ln>
          <a:noFill/>
        </a:ln>
        <a:effectLst/>
      </c:spPr>
    </c:plotArea>
    <c:legend>
      <c:legendPos val="t"/>
      <c:layout>
        <c:manualLayout>
          <c:xMode val="edge"/>
          <c:yMode val="edge"/>
          <c:x val="0.11553517649576442"/>
          <c:y val="1.1344765641260645E-2"/>
          <c:w val="0.76892964700847122"/>
          <c:h val="8.5894615166790381E-2"/>
        </c:manualLayout>
      </c:layout>
      <c:overlay val="0"/>
      <c:spPr>
        <a:noFill/>
        <a:ln>
          <a:noFill/>
        </a:ln>
        <a:effectLst/>
      </c:spPr>
      <c:txPr>
        <a:bodyPr rot="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558061821219696E-2"/>
          <c:y val="0.15415555555555599"/>
          <c:w val="0.86534398496240605"/>
          <c:h val="0.74598290598290595"/>
        </c:manualLayout>
      </c:layout>
      <c:lineChart>
        <c:grouping val="standard"/>
        <c:varyColors val="0"/>
        <c:ser>
          <c:idx val="2"/>
          <c:order val="2"/>
          <c:tx>
            <c:strRef>
              <c:f>全球粮价!$L$11</c:f>
              <c:strCache>
                <c:ptCount val="1"/>
                <c:pt idx="0">
                  <c:v>国际大豆（美元/吨）</c:v>
                </c:pt>
              </c:strCache>
            </c:strRef>
          </c:tx>
          <c:spPr>
            <a:ln w="12700" cap="rnd" cmpd="sng" algn="ctr">
              <a:solidFill>
                <a:srgbClr val="FA6400"/>
              </a:solidFill>
              <a:prstDash val="solid"/>
              <a:round/>
            </a:ln>
          </c:spPr>
          <c:marker>
            <c:symbol val="diamond"/>
            <c:size val="2"/>
            <c:spPr>
              <a:solidFill>
                <a:srgbClr val="FA6400"/>
              </a:solidFill>
              <a:ln w="12700" cap="flat" cmpd="sng" algn="ctr">
                <a:noFill/>
                <a:prstDash val="solid"/>
                <a:round/>
              </a:ln>
            </c:spPr>
          </c:marker>
          <c:cat>
            <c:numRef>
              <c:f>全球粮价!$A$12:$A$5003</c:f>
              <c:numCache>
                <c:formatCode>yyyy\-mm\-dd;@</c:formatCode>
                <c:ptCount val="4992"/>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40209</c:v>
                </c:pt>
                <c:pt idx="21">
                  <c:v>40210</c:v>
                </c:pt>
                <c:pt idx="22">
                  <c:v>40211</c:v>
                </c:pt>
                <c:pt idx="23">
                  <c:v>40212</c:v>
                </c:pt>
                <c:pt idx="24">
                  <c:v>40213</c:v>
                </c:pt>
                <c:pt idx="25">
                  <c:v>40214</c:v>
                </c:pt>
                <c:pt idx="26">
                  <c:v>40217</c:v>
                </c:pt>
                <c:pt idx="27">
                  <c:v>40218</c:v>
                </c:pt>
                <c:pt idx="28">
                  <c:v>40219</c:v>
                </c:pt>
                <c:pt idx="29">
                  <c:v>40220</c:v>
                </c:pt>
                <c:pt idx="30">
                  <c:v>40221</c:v>
                </c:pt>
                <c:pt idx="31">
                  <c:v>40229</c:v>
                </c:pt>
                <c:pt idx="32">
                  <c:v>40230</c:v>
                </c:pt>
                <c:pt idx="33">
                  <c:v>40231</c:v>
                </c:pt>
                <c:pt idx="34">
                  <c:v>40232</c:v>
                </c:pt>
                <c:pt idx="35">
                  <c:v>40233</c:v>
                </c:pt>
                <c:pt idx="36">
                  <c:v>40234</c:v>
                </c:pt>
                <c:pt idx="37">
                  <c:v>40235</c:v>
                </c:pt>
                <c:pt idx="38">
                  <c:v>40237</c:v>
                </c:pt>
                <c:pt idx="39">
                  <c:v>40238</c:v>
                </c:pt>
                <c:pt idx="40">
                  <c:v>40239</c:v>
                </c:pt>
                <c:pt idx="41">
                  <c:v>40240</c:v>
                </c:pt>
                <c:pt idx="42">
                  <c:v>40241</c:v>
                </c:pt>
                <c:pt idx="43">
                  <c:v>40242</c:v>
                </c:pt>
                <c:pt idx="44">
                  <c:v>40245</c:v>
                </c:pt>
                <c:pt idx="45">
                  <c:v>40246</c:v>
                </c:pt>
                <c:pt idx="46">
                  <c:v>40247</c:v>
                </c:pt>
                <c:pt idx="47">
                  <c:v>40248</c:v>
                </c:pt>
                <c:pt idx="48">
                  <c:v>40249</c:v>
                </c:pt>
                <c:pt idx="49">
                  <c:v>40252</c:v>
                </c:pt>
                <c:pt idx="50">
                  <c:v>40253</c:v>
                </c:pt>
                <c:pt idx="51">
                  <c:v>40254</c:v>
                </c:pt>
                <c:pt idx="52">
                  <c:v>40255</c:v>
                </c:pt>
                <c:pt idx="53">
                  <c:v>40256</c:v>
                </c:pt>
                <c:pt idx="54">
                  <c:v>40259</c:v>
                </c:pt>
                <c:pt idx="55">
                  <c:v>40260</c:v>
                </c:pt>
                <c:pt idx="56">
                  <c:v>40261</c:v>
                </c:pt>
                <c:pt idx="57">
                  <c:v>40262</c:v>
                </c:pt>
                <c:pt idx="58">
                  <c:v>40263</c:v>
                </c:pt>
                <c:pt idx="59">
                  <c:v>40266</c:v>
                </c:pt>
                <c:pt idx="60">
                  <c:v>40267</c:v>
                </c:pt>
                <c:pt idx="61">
                  <c:v>40268</c:v>
                </c:pt>
                <c:pt idx="62">
                  <c:v>40269</c:v>
                </c:pt>
                <c:pt idx="63">
                  <c:v>40270</c:v>
                </c:pt>
                <c:pt idx="64">
                  <c:v>40274</c:v>
                </c:pt>
                <c:pt idx="65">
                  <c:v>40275</c:v>
                </c:pt>
                <c:pt idx="66">
                  <c:v>40277</c:v>
                </c:pt>
                <c:pt idx="67">
                  <c:v>40280</c:v>
                </c:pt>
                <c:pt idx="68">
                  <c:v>40281</c:v>
                </c:pt>
                <c:pt idx="69">
                  <c:v>40282</c:v>
                </c:pt>
                <c:pt idx="70">
                  <c:v>40283</c:v>
                </c:pt>
                <c:pt idx="71">
                  <c:v>40284</c:v>
                </c:pt>
                <c:pt idx="72">
                  <c:v>40287</c:v>
                </c:pt>
                <c:pt idx="73">
                  <c:v>40288</c:v>
                </c:pt>
                <c:pt idx="74">
                  <c:v>40289</c:v>
                </c:pt>
                <c:pt idx="75">
                  <c:v>40290</c:v>
                </c:pt>
                <c:pt idx="76">
                  <c:v>40291</c:v>
                </c:pt>
                <c:pt idx="77">
                  <c:v>40294</c:v>
                </c:pt>
                <c:pt idx="78">
                  <c:v>40295</c:v>
                </c:pt>
                <c:pt idx="79">
                  <c:v>40296</c:v>
                </c:pt>
                <c:pt idx="80">
                  <c:v>40297</c:v>
                </c:pt>
                <c:pt idx="81">
                  <c:v>40298</c:v>
                </c:pt>
                <c:pt idx="82">
                  <c:v>40303</c:v>
                </c:pt>
                <c:pt idx="83">
                  <c:v>40304</c:v>
                </c:pt>
                <c:pt idx="84">
                  <c:v>40305</c:v>
                </c:pt>
                <c:pt idx="85">
                  <c:v>40308</c:v>
                </c:pt>
                <c:pt idx="86">
                  <c:v>40309</c:v>
                </c:pt>
                <c:pt idx="87">
                  <c:v>40310</c:v>
                </c:pt>
                <c:pt idx="88">
                  <c:v>40311</c:v>
                </c:pt>
                <c:pt idx="89">
                  <c:v>40312</c:v>
                </c:pt>
                <c:pt idx="90">
                  <c:v>40315</c:v>
                </c:pt>
                <c:pt idx="91">
                  <c:v>40316</c:v>
                </c:pt>
                <c:pt idx="92">
                  <c:v>40317</c:v>
                </c:pt>
                <c:pt idx="93">
                  <c:v>40318</c:v>
                </c:pt>
                <c:pt idx="94">
                  <c:v>40319</c:v>
                </c:pt>
                <c:pt idx="95">
                  <c:v>40322</c:v>
                </c:pt>
                <c:pt idx="96">
                  <c:v>40323</c:v>
                </c:pt>
                <c:pt idx="97">
                  <c:v>40324</c:v>
                </c:pt>
                <c:pt idx="98">
                  <c:v>40325</c:v>
                </c:pt>
                <c:pt idx="99">
                  <c:v>40326</c:v>
                </c:pt>
                <c:pt idx="100">
                  <c:v>40329</c:v>
                </c:pt>
                <c:pt idx="101">
                  <c:v>40330</c:v>
                </c:pt>
                <c:pt idx="102">
                  <c:v>40331</c:v>
                </c:pt>
                <c:pt idx="103">
                  <c:v>40332</c:v>
                </c:pt>
                <c:pt idx="104">
                  <c:v>40333</c:v>
                </c:pt>
                <c:pt idx="105">
                  <c:v>40336</c:v>
                </c:pt>
                <c:pt idx="106">
                  <c:v>40337</c:v>
                </c:pt>
                <c:pt idx="107">
                  <c:v>40338</c:v>
                </c:pt>
                <c:pt idx="108">
                  <c:v>40339</c:v>
                </c:pt>
                <c:pt idx="109">
                  <c:v>40340</c:v>
                </c:pt>
                <c:pt idx="110">
                  <c:v>40341</c:v>
                </c:pt>
                <c:pt idx="111">
                  <c:v>40342</c:v>
                </c:pt>
                <c:pt idx="112">
                  <c:v>40343</c:v>
                </c:pt>
                <c:pt idx="113">
                  <c:v>40344</c:v>
                </c:pt>
                <c:pt idx="114">
                  <c:v>40345</c:v>
                </c:pt>
                <c:pt idx="115">
                  <c:v>40346</c:v>
                </c:pt>
                <c:pt idx="116">
                  <c:v>40347</c:v>
                </c:pt>
                <c:pt idx="117">
                  <c:v>40350</c:v>
                </c:pt>
                <c:pt idx="118">
                  <c:v>40351</c:v>
                </c:pt>
                <c:pt idx="119">
                  <c:v>40352</c:v>
                </c:pt>
                <c:pt idx="120">
                  <c:v>40353</c:v>
                </c:pt>
                <c:pt idx="121">
                  <c:v>40354</c:v>
                </c:pt>
                <c:pt idx="122">
                  <c:v>40357</c:v>
                </c:pt>
                <c:pt idx="123">
                  <c:v>40358</c:v>
                </c:pt>
                <c:pt idx="124">
                  <c:v>40359</c:v>
                </c:pt>
                <c:pt idx="125">
                  <c:v>40360</c:v>
                </c:pt>
                <c:pt idx="126">
                  <c:v>40361</c:v>
                </c:pt>
                <c:pt idx="127">
                  <c:v>40364</c:v>
                </c:pt>
                <c:pt idx="128">
                  <c:v>40365</c:v>
                </c:pt>
                <c:pt idx="129">
                  <c:v>40366</c:v>
                </c:pt>
                <c:pt idx="130">
                  <c:v>40367</c:v>
                </c:pt>
                <c:pt idx="131">
                  <c:v>40368</c:v>
                </c:pt>
                <c:pt idx="132">
                  <c:v>40371</c:v>
                </c:pt>
                <c:pt idx="133">
                  <c:v>40372</c:v>
                </c:pt>
                <c:pt idx="134">
                  <c:v>40373</c:v>
                </c:pt>
                <c:pt idx="135">
                  <c:v>40374</c:v>
                </c:pt>
                <c:pt idx="136">
                  <c:v>40375</c:v>
                </c:pt>
                <c:pt idx="137">
                  <c:v>40378</c:v>
                </c:pt>
                <c:pt idx="138">
                  <c:v>40379</c:v>
                </c:pt>
                <c:pt idx="139">
                  <c:v>40380</c:v>
                </c:pt>
                <c:pt idx="140">
                  <c:v>40381</c:v>
                </c:pt>
                <c:pt idx="141">
                  <c:v>40382</c:v>
                </c:pt>
                <c:pt idx="142">
                  <c:v>40385</c:v>
                </c:pt>
                <c:pt idx="143">
                  <c:v>40386</c:v>
                </c:pt>
                <c:pt idx="144">
                  <c:v>40387</c:v>
                </c:pt>
                <c:pt idx="145">
                  <c:v>40388</c:v>
                </c:pt>
                <c:pt idx="146">
                  <c:v>40389</c:v>
                </c:pt>
                <c:pt idx="147">
                  <c:v>40390</c:v>
                </c:pt>
                <c:pt idx="148">
                  <c:v>40392</c:v>
                </c:pt>
                <c:pt idx="149">
                  <c:v>40393</c:v>
                </c:pt>
                <c:pt idx="150">
                  <c:v>40394</c:v>
                </c:pt>
                <c:pt idx="151">
                  <c:v>40395</c:v>
                </c:pt>
                <c:pt idx="152">
                  <c:v>40396</c:v>
                </c:pt>
                <c:pt idx="153">
                  <c:v>40399</c:v>
                </c:pt>
                <c:pt idx="154">
                  <c:v>40400</c:v>
                </c:pt>
                <c:pt idx="155">
                  <c:v>40401</c:v>
                </c:pt>
                <c:pt idx="156">
                  <c:v>40402</c:v>
                </c:pt>
                <c:pt idx="157">
                  <c:v>40403</c:v>
                </c:pt>
                <c:pt idx="158">
                  <c:v>40406</c:v>
                </c:pt>
                <c:pt idx="159">
                  <c:v>40407</c:v>
                </c:pt>
                <c:pt idx="160">
                  <c:v>40408</c:v>
                </c:pt>
                <c:pt idx="161">
                  <c:v>40409</c:v>
                </c:pt>
                <c:pt idx="162">
                  <c:v>40410</c:v>
                </c:pt>
                <c:pt idx="163">
                  <c:v>40413</c:v>
                </c:pt>
                <c:pt idx="164">
                  <c:v>40414</c:v>
                </c:pt>
                <c:pt idx="165">
                  <c:v>40415</c:v>
                </c:pt>
                <c:pt idx="166">
                  <c:v>40416</c:v>
                </c:pt>
                <c:pt idx="167">
                  <c:v>40417</c:v>
                </c:pt>
                <c:pt idx="168">
                  <c:v>40420</c:v>
                </c:pt>
                <c:pt idx="169">
                  <c:v>40421</c:v>
                </c:pt>
                <c:pt idx="170">
                  <c:v>40422</c:v>
                </c:pt>
                <c:pt idx="171">
                  <c:v>40423</c:v>
                </c:pt>
                <c:pt idx="172">
                  <c:v>40424</c:v>
                </c:pt>
                <c:pt idx="173">
                  <c:v>40427</c:v>
                </c:pt>
                <c:pt idx="174">
                  <c:v>40428</c:v>
                </c:pt>
                <c:pt idx="175">
                  <c:v>40429</c:v>
                </c:pt>
                <c:pt idx="176">
                  <c:v>40430</c:v>
                </c:pt>
                <c:pt idx="177">
                  <c:v>40431</c:v>
                </c:pt>
                <c:pt idx="178">
                  <c:v>40434</c:v>
                </c:pt>
                <c:pt idx="179">
                  <c:v>40435</c:v>
                </c:pt>
                <c:pt idx="180">
                  <c:v>40436</c:v>
                </c:pt>
                <c:pt idx="181">
                  <c:v>40437</c:v>
                </c:pt>
                <c:pt idx="182">
                  <c:v>40438</c:v>
                </c:pt>
                <c:pt idx="183">
                  <c:v>40440</c:v>
                </c:pt>
                <c:pt idx="184">
                  <c:v>40441</c:v>
                </c:pt>
                <c:pt idx="185">
                  <c:v>40442</c:v>
                </c:pt>
                <c:pt idx="186">
                  <c:v>40446</c:v>
                </c:pt>
                <c:pt idx="187">
                  <c:v>40447</c:v>
                </c:pt>
                <c:pt idx="188">
                  <c:v>40448</c:v>
                </c:pt>
                <c:pt idx="189">
                  <c:v>40449</c:v>
                </c:pt>
                <c:pt idx="190">
                  <c:v>40450</c:v>
                </c:pt>
                <c:pt idx="191">
                  <c:v>40451</c:v>
                </c:pt>
                <c:pt idx="192">
                  <c:v>40452</c:v>
                </c:pt>
                <c:pt idx="193">
                  <c:v>40455</c:v>
                </c:pt>
                <c:pt idx="194">
                  <c:v>40456</c:v>
                </c:pt>
                <c:pt idx="195">
                  <c:v>40457</c:v>
                </c:pt>
                <c:pt idx="196">
                  <c:v>40458</c:v>
                </c:pt>
                <c:pt idx="197">
                  <c:v>40459</c:v>
                </c:pt>
                <c:pt idx="198">
                  <c:v>40460</c:v>
                </c:pt>
                <c:pt idx="199">
                  <c:v>40462</c:v>
                </c:pt>
                <c:pt idx="200">
                  <c:v>40463</c:v>
                </c:pt>
                <c:pt idx="201">
                  <c:v>40464</c:v>
                </c:pt>
                <c:pt idx="202">
                  <c:v>40465</c:v>
                </c:pt>
                <c:pt idx="203">
                  <c:v>40466</c:v>
                </c:pt>
                <c:pt idx="204">
                  <c:v>40469</c:v>
                </c:pt>
                <c:pt idx="205">
                  <c:v>40470</c:v>
                </c:pt>
                <c:pt idx="206">
                  <c:v>40471</c:v>
                </c:pt>
                <c:pt idx="207">
                  <c:v>40472</c:v>
                </c:pt>
                <c:pt idx="208">
                  <c:v>40473</c:v>
                </c:pt>
                <c:pt idx="209">
                  <c:v>40476</c:v>
                </c:pt>
                <c:pt idx="210">
                  <c:v>40477</c:v>
                </c:pt>
                <c:pt idx="211">
                  <c:v>40478</c:v>
                </c:pt>
                <c:pt idx="212">
                  <c:v>40479</c:v>
                </c:pt>
                <c:pt idx="213">
                  <c:v>40480</c:v>
                </c:pt>
                <c:pt idx="214">
                  <c:v>40482</c:v>
                </c:pt>
                <c:pt idx="215">
                  <c:v>40483</c:v>
                </c:pt>
                <c:pt idx="216">
                  <c:v>40484</c:v>
                </c:pt>
                <c:pt idx="217">
                  <c:v>40485</c:v>
                </c:pt>
                <c:pt idx="218">
                  <c:v>40486</c:v>
                </c:pt>
                <c:pt idx="219">
                  <c:v>40487</c:v>
                </c:pt>
                <c:pt idx="220">
                  <c:v>40490</c:v>
                </c:pt>
                <c:pt idx="221">
                  <c:v>40491</c:v>
                </c:pt>
                <c:pt idx="222">
                  <c:v>40492</c:v>
                </c:pt>
                <c:pt idx="223">
                  <c:v>40493</c:v>
                </c:pt>
                <c:pt idx="224">
                  <c:v>40494</c:v>
                </c:pt>
                <c:pt idx="225">
                  <c:v>40497</c:v>
                </c:pt>
                <c:pt idx="226">
                  <c:v>40498</c:v>
                </c:pt>
                <c:pt idx="227">
                  <c:v>40499</c:v>
                </c:pt>
                <c:pt idx="228">
                  <c:v>40500</c:v>
                </c:pt>
                <c:pt idx="229">
                  <c:v>40501</c:v>
                </c:pt>
                <c:pt idx="230">
                  <c:v>40504</c:v>
                </c:pt>
                <c:pt idx="231">
                  <c:v>40505</c:v>
                </c:pt>
                <c:pt idx="232">
                  <c:v>40506</c:v>
                </c:pt>
                <c:pt idx="233">
                  <c:v>40507</c:v>
                </c:pt>
                <c:pt idx="234">
                  <c:v>40508</c:v>
                </c:pt>
                <c:pt idx="235">
                  <c:v>40511</c:v>
                </c:pt>
                <c:pt idx="236">
                  <c:v>40512</c:v>
                </c:pt>
                <c:pt idx="237">
                  <c:v>40513</c:v>
                </c:pt>
                <c:pt idx="238">
                  <c:v>40514</c:v>
                </c:pt>
                <c:pt idx="239">
                  <c:v>40515</c:v>
                </c:pt>
                <c:pt idx="240">
                  <c:v>40518</c:v>
                </c:pt>
                <c:pt idx="241">
                  <c:v>40519</c:v>
                </c:pt>
                <c:pt idx="242">
                  <c:v>40520</c:v>
                </c:pt>
                <c:pt idx="243">
                  <c:v>40521</c:v>
                </c:pt>
                <c:pt idx="244">
                  <c:v>40522</c:v>
                </c:pt>
                <c:pt idx="245">
                  <c:v>40525</c:v>
                </c:pt>
                <c:pt idx="246">
                  <c:v>40526</c:v>
                </c:pt>
                <c:pt idx="247">
                  <c:v>40527</c:v>
                </c:pt>
                <c:pt idx="248">
                  <c:v>40528</c:v>
                </c:pt>
                <c:pt idx="249">
                  <c:v>40529</c:v>
                </c:pt>
                <c:pt idx="250">
                  <c:v>40532</c:v>
                </c:pt>
                <c:pt idx="251">
                  <c:v>40533</c:v>
                </c:pt>
                <c:pt idx="252">
                  <c:v>40534</c:v>
                </c:pt>
                <c:pt idx="253">
                  <c:v>40535</c:v>
                </c:pt>
                <c:pt idx="254">
                  <c:v>40536</c:v>
                </c:pt>
                <c:pt idx="255">
                  <c:v>40539</c:v>
                </c:pt>
                <c:pt idx="256">
                  <c:v>40540</c:v>
                </c:pt>
                <c:pt idx="257">
                  <c:v>40541</c:v>
                </c:pt>
                <c:pt idx="258">
                  <c:v>40542</c:v>
                </c:pt>
                <c:pt idx="259">
                  <c:v>40543</c:v>
                </c:pt>
                <c:pt idx="260">
                  <c:v>40546</c:v>
                </c:pt>
                <c:pt idx="261">
                  <c:v>40547</c:v>
                </c:pt>
                <c:pt idx="262">
                  <c:v>40548</c:v>
                </c:pt>
                <c:pt idx="263">
                  <c:v>40549</c:v>
                </c:pt>
                <c:pt idx="264">
                  <c:v>40550</c:v>
                </c:pt>
                <c:pt idx="265">
                  <c:v>40553</c:v>
                </c:pt>
                <c:pt idx="266">
                  <c:v>40554</c:v>
                </c:pt>
                <c:pt idx="267">
                  <c:v>40555</c:v>
                </c:pt>
                <c:pt idx="268">
                  <c:v>40556</c:v>
                </c:pt>
                <c:pt idx="269">
                  <c:v>40557</c:v>
                </c:pt>
                <c:pt idx="270">
                  <c:v>40560</c:v>
                </c:pt>
                <c:pt idx="271">
                  <c:v>40561</c:v>
                </c:pt>
                <c:pt idx="272">
                  <c:v>40562</c:v>
                </c:pt>
                <c:pt idx="273">
                  <c:v>40563</c:v>
                </c:pt>
                <c:pt idx="274">
                  <c:v>40564</c:v>
                </c:pt>
                <c:pt idx="275">
                  <c:v>40567</c:v>
                </c:pt>
                <c:pt idx="276">
                  <c:v>40568</c:v>
                </c:pt>
                <c:pt idx="277">
                  <c:v>40569</c:v>
                </c:pt>
                <c:pt idx="278">
                  <c:v>40570</c:v>
                </c:pt>
                <c:pt idx="279">
                  <c:v>40571</c:v>
                </c:pt>
                <c:pt idx="280">
                  <c:v>40573</c:v>
                </c:pt>
                <c:pt idx="281">
                  <c:v>40574</c:v>
                </c:pt>
                <c:pt idx="282">
                  <c:v>40575</c:v>
                </c:pt>
                <c:pt idx="283">
                  <c:v>40576</c:v>
                </c:pt>
                <c:pt idx="284">
                  <c:v>40577</c:v>
                </c:pt>
                <c:pt idx="285">
                  <c:v>40578</c:v>
                </c:pt>
                <c:pt idx="286">
                  <c:v>40581</c:v>
                </c:pt>
                <c:pt idx="287">
                  <c:v>40582</c:v>
                </c:pt>
                <c:pt idx="288">
                  <c:v>40583</c:v>
                </c:pt>
                <c:pt idx="289">
                  <c:v>40584</c:v>
                </c:pt>
                <c:pt idx="290">
                  <c:v>40585</c:v>
                </c:pt>
                <c:pt idx="291">
                  <c:v>40586</c:v>
                </c:pt>
                <c:pt idx="292">
                  <c:v>40588</c:v>
                </c:pt>
                <c:pt idx="293">
                  <c:v>40589</c:v>
                </c:pt>
                <c:pt idx="294">
                  <c:v>40590</c:v>
                </c:pt>
                <c:pt idx="295">
                  <c:v>40591</c:v>
                </c:pt>
                <c:pt idx="296">
                  <c:v>40592</c:v>
                </c:pt>
                <c:pt idx="297">
                  <c:v>40595</c:v>
                </c:pt>
                <c:pt idx="298">
                  <c:v>40596</c:v>
                </c:pt>
                <c:pt idx="299">
                  <c:v>40597</c:v>
                </c:pt>
                <c:pt idx="300">
                  <c:v>40598</c:v>
                </c:pt>
                <c:pt idx="301">
                  <c:v>40599</c:v>
                </c:pt>
                <c:pt idx="302">
                  <c:v>40602</c:v>
                </c:pt>
                <c:pt idx="303">
                  <c:v>40603</c:v>
                </c:pt>
                <c:pt idx="304">
                  <c:v>40604</c:v>
                </c:pt>
                <c:pt idx="305">
                  <c:v>40605</c:v>
                </c:pt>
                <c:pt idx="306">
                  <c:v>40606</c:v>
                </c:pt>
                <c:pt idx="307">
                  <c:v>40609</c:v>
                </c:pt>
                <c:pt idx="308">
                  <c:v>40610</c:v>
                </c:pt>
                <c:pt idx="309">
                  <c:v>40611</c:v>
                </c:pt>
                <c:pt idx="310">
                  <c:v>40612</c:v>
                </c:pt>
                <c:pt idx="311">
                  <c:v>40613</c:v>
                </c:pt>
                <c:pt idx="312">
                  <c:v>40616</c:v>
                </c:pt>
                <c:pt idx="313">
                  <c:v>40617</c:v>
                </c:pt>
                <c:pt idx="314">
                  <c:v>40618</c:v>
                </c:pt>
                <c:pt idx="315">
                  <c:v>40619</c:v>
                </c:pt>
                <c:pt idx="316">
                  <c:v>40620</c:v>
                </c:pt>
                <c:pt idx="317">
                  <c:v>40623</c:v>
                </c:pt>
                <c:pt idx="318">
                  <c:v>40624</c:v>
                </c:pt>
                <c:pt idx="319">
                  <c:v>40625</c:v>
                </c:pt>
                <c:pt idx="320">
                  <c:v>40626</c:v>
                </c:pt>
                <c:pt idx="321">
                  <c:v>40627</c:v>
                </c:pt>
                <c:pt idx="322">
                  <c:v>40630</c:v>
                </c:pt>
                <c:pt idx="323">
                  <c:v>40631</c:v>
                </c:pt>
                <c:pt idx="324">
                  <c:v>40632</c:v>
                </c:pt>
                <c:pt idx="325">
                  <c:v>40633</c:v>
                </c:pt>
                <c:pt idx="326">
                  <c:v>40634</c:v>
                </c:pt>
                <c:pt idx="327">
                  <c:v>40635</c:v>
                </c:pt>
                <c:pt idx="328">
                  <c:v>40637</c:v>
                </c:pt>
                <c:pt idx="329">
                  <c:v>40638</c:v>
                </c:pt>
                <c:pt idx="330">
                  <c:v>40639</c:v>
                </c:pt>
                <c:pt idx="331">
                  <c:v>40640</c:v>
                </c:pt>
                <c:pt idx="332">
                  <c:v>40641</c:v>
                </c:pt>
                <c:pt idx="333">
                  <c:v>40644</c:v>
                </c:pt>
                <c:pt idx="334">
                  <c:v>40645</c:v>
                </c:pt>
                <c:pt idx="335">
                  <c:v>40646</c:v>
                </c:pt>
                <c:pt idx="336">
                  <c:v>40647</c:v>
                </c:pt>
                <c:pt idx="337">
                  <c:v>40648</c:v>
                </c:pt>
                <c:pt idx="338">
                  <c:v>40651</c:v>
                </c:pt>
                <c:pt idx="339">
                  <c:v>40652</c:v>
                </c:pt>
                <c:pt idx="340">
                  <c:v>40653</c:v>
                </c:pt>
                <c:pt idx="341">
                  <c:v>40654</c:v>
                </c:pt>
                <c:pt idx="342">
                  <c:v>40655</c:v>
                </c:pt>
                <c:pt idx="343">
                  <c:v>40658</c:v>
                </c:pt>
                <c:pt idx="344">
                  <c:v>40659</c:v>
                </c:pt>
                <c:pt idx="345">
                  <c:v>40660</c:v>
                </c:pt>
                <c:pt idx="346">
                  <c:v>40661</c:v>
                </c:pt>
                <c:pt idx="347">
                  <c:v>40662</c:v>
                </c:pt>
                <c:pt idx="348">
                  <c:v>40663</c:v>
                </c:pt>
                <c:pt idx="349">
                  <c:v>40665</c:v>
                </c:pt>
                <c:pt idx="350">
                  <c:v>40666</c:v>
                </c:pt>
                <c:pt idx="351">
                  <c:v>40667</c:v>
                </c:pt>
                <c:pt idx="352">
                  <c:v>40668</c:v>
                </c:pt>
                <c:pt idx="353">
                  <c:v>40669</c:v>
                </c:pt>
                <c:pt idx="354">
                  <c:v>40672</c:v>
                </c:pt>
                <c:pt idx="355">
                  <c:v>40673</c:v>
                </c:pt>
                <c:pt idx="356">
                  <c:v>40674</c:v>
                </c:pt>
                <c:pt idx="357">
                  <c:v>40675</c:v>
                </c:pt>
                <c:pt idx="358">
                  <c:v>40676</c:v>
                </c:pt>
                <c:pt idx="359">
                  <c:v>40679</c:v>
                </c:pt>
                <c:pt idx="360">
                  <c:v>40680</c:v>
                </c:pt>
                <c:pt idx="361">
                  <c:v>40681</c:v>
                </c:pt>
                <c:pt idx="362">
                  <c:v>40682</c:v>
                </c:pt>
                <c:pt idx="363">
                  <c:v>40683</c:v>
                </c:pt>
                <c:pt idx="364">
                  <c:v>40686</c:v>
                </c:pt>
                <c:pt idx="365">
                  <c:v>40687</c:v>
                </c:pt>
                <c:pt idx="366">
                  <c:v>40688</c:v>
                </c:pt>
                <c:pt idx="367">
                  <c:v>40689</c:v>
                </c:pt>
                <c:pt idx="368">
                  <c:v>40690</c:v>
                </c:pt>
                <c:pt idx="369">
                  <c:v>40693</c:v>
                </c:pt>
                <c:pt idx="370">
                  <c:v>40694</c:v>
                </c:pt>
                <c:pt idx="371">
                  <c:v>40695</c:v>
                </c:pt>
                <c:pt idx="372">
                  <c:v>40696</c:v>
                </c:pt>
                <c:pt idx="373">
                  <c:v>40697</c:v>
                </c:pt>
                <c:pt idx="374">
                  <c:v>40700</c:v>
                </c:pt>
                <c:pt idx="375">
                  <c:v>40701</c:v>
                </c:pt>
                <c:pt idx="376">
                  <c:v>40702</c:v>
                </c:pt>
                <c:pt idx="377">
                  <c:v>40703</c:v>
                </c:pt>
                <c:pt idx="378">
                  <c:v>40704</c:v>
                </c:pt>
                <c:pt idx="379">
                  <c:v>40707</c:v>
                </c:pt>
                <c:pt idx="380">
                  <c:v>40708</c:v>
                </c:pt>
                <c:pt idx="381">
                  <c:v>40709</c:v>
                </c:pt>
                <c:pt idx="382">
                  <c:v>40710</c:v>
                </c:pt>
                <c:pt idx="383">
                  <c:v>40711</c:v>
                </c:pt>
                <c:pt idx="384">
                  <c:v>40714</c:v>
                </c:pt>
                <c:pt idx="385">
                  <c:v>40715</c:v>
                </c:pt>
                <c:pt idx="386">
                  <c:v>40716</c:v>
                </c:pt>
                <c:pt idx="387">
                  <c:v>40717</c:v>
                </c:pt>
                <c:pt idx="388">
                  <c:v>40718</c:v>
                </c:pt>
                <c:pt idx="389">
                  <c:v>40721</c:v>
                </c:pt>
                <c:pt idx="390">
                  <c:v>40722</c:v>
                </c:pt>
                <c:pt idx="391">
                  <c:v>40723</c:v>
                </c:pt>
                <c:pt idx="392">
                  <c:v>40724</c:v>
                </c:pt>
                <c:pt idx="393">
                  <c:v>40725</c:v>
                </c:pt>
                <c:pt idx="394">
                  <c:v>40728</c:v>
                </c:pt>
                <c:pt idx="395">
                  <c:v>40729</c:v>
                </c:pt>
                <c:pt idx="396">
                  <c:v>40730</c:v>
                </c:pt>
                <c:pt idx="397">
                  <c:v>40731</c:v>
                </c:pt>
                <c:pt idx="398">
                  <c:v>40732</c:v>
                </c:pt>
                <c:pt idx="399">
                  <c:v>40735</c:v>
                </c:pt>
                <c:pt idx="400">
                  <c:v>40736</c:v>
                </c:pt>
                <c:pt idx="401">
                  <c:v>40737</c:v>
                </c:pt>
                <c:pt idx="402">
                  <c:v>40738</c:v>
                </c:pt>
                <c:pt idx="403">
                  <c:v>40739</c:v>
                </c:pt>
                <c:pt idx="404">
                  <c:v>40742</c:v>
                </c:pt>
                <c:pt idx="405">
                  <c:v>40743</c:v>
                </c:pt>
                <c:pt idx="406">
                  <c:v>40744</c:v>
                </c:pt>
                <c:pt idx="407">
                  <c:v>40745</c:v>
                </c:pt>
                <c:pt idx="408">
                  <c:v>40746</c:v>
                </c:pt>
                <c:pt idx="409">
                  <c:v>40749</c:v>
                </c:pt>
                <c:pt idx="410">
                  <c:v>40750</c:v>
                </c:pt>
                <c:pt idx="411">
                  <c:v>40751</c:v>
                </c:pt>
                <c:pt idx="412">
                  <c:v>40752</c:v>
                </c:pt>
                <c:pt idx="413">
                  <c:v>40753</c:v>
                </c:pt>
                <c:pt idx="414">
                  <c:v>40755</c:v>
                </c:pt>
                <c:pt idx="415">
                  <c:v>40756</c:v>
                </c:pt>
                <c:pt idx="416">
                  <c:v>40757</c:v>
                </c:pt>
                <c:pt idx="417">
                  <c:v>40758</c:v>
                </c:pt>
                <c:pt idx="418">
                  <c:v>40759</c:v>
                </c:pt>
                <c:pt idx="419">
                  <c:v>40760</c:v>
                </c:pt>
                <c:pt idx="420">
                  <c:v>40763</c:v>
                </c:pt>
                <c:pt idx="421">
                  <c:v>40764</c:v>
                </c:pt>
                <c:pt idx="422">
                  <c:v>40765</c:v>
                </c:pt>
                <c:pt idx="423">
                  <c:v>40766</c:v>
                </c:pt>
                <c:pt idx="424">
                  <c:v>40767</c:v>
                </c:pt>
                <c:pt idx="425">
                  <c:v>40770</c:v>
                </c:pt>
                <c:pt idx="426">
                  <c:v>40771</c:v>
                </c:pt>
                <c:pt idx="427">
                  <c:v>40772</c:v>
                </c:pt>
                <c:pt idx="428">
                  <c:v>40773</c:v>
                </c:pt>
                <c:pt idx="429">
                  <c:v>40774</c:v>
                </c:pt>
                <c:pt idx="430">
                  <c:v>40777</c:v>
                </c:pt>
                <c:pt idx="431">
                  <c:v>40778</c:v>
                </c:pt>
                <c:pt idx="432">
                  <c:v>40779</c:v>
                </c:pt>
                <c:pt idx="433">
                  <c:v>40780</c:v>
                </c:pt>
                <c:pt idx="434">
                  <c:v>40781</c:v>
                </c:pt>
                <c:pt idx="435">
                  <c:v>40784</c:v>
                </c:pt>
                <c:pt idx="436">
                  <c:v>40785</c:v>
                </c:pt>
                <c:pt idx="437">
                  <c:v>40786</c:v>
                </c:pt>
                <c:pt idx="438">
                  <c:v>40787</c:v>
                </c:pt>
                <c:pt idx="439">
                  <c:v>40788</c:v>
                </c:pt>
                <c:pt idx="440">
                  <c:v>40791</c:v>
                </c:pt>
                <c:pt idx="441">
                  <c:v>40792</c:v>
                </c:pt>
                <c:pt idx="442">
                  <c:v>40793</c:v>
                </c:pt>
                <c:pt idx="443">
                  <c:v>40794</c:v>
                </c:pt>
                <c:pt idx="444">
                  <c:v>40795</c:v>
                </c:pt>
                <c:pt idx="445">
                  <c:v>40798</c:v>
                </c:pt>
                <c:pt idx="446">
                  <c:v>40799</c:v>
                </c:pt>
                <c:pt idx="447">
                  <c:v>40800</c:v>
                </c:pt>
                <c:pt idx="448">
                  <c:v>40801</c:v>
                </c:pt>
                <c:pt idx="449">
                  <c:v>40802</c:v>
                </c:pt>
                <c:pt idx="450">
                  <c:v>40805</c:v>
                </c:pt>
                <c:pt idx="451">
                  <c:v>40806</c:v>
                </c:pt>
                <c:pt idx="452">
                  <c:v>40807</c:v>
                </c:pt>
                <c:pt idx="453">
                  <c:v>40808</c:v>
                </c:pt>
                <c:pt idx="454">
                  <c:v>40809</c:v>
                </c:pt>
                <c:pt idx="455">
                  <c:v>40812</c:v>
                </c:pt>
                <c:pt idx="456">
                  <c:v>40813</c:v>
                </c:pt>
                <c:pt idx="457">
                  <c:v>40814</c:v>
                </c:pt>
                <c:pt idx="458">
                  <c:v>40815</c:v>
                </c:pt>
                <c:pt idx="459">
                  <c:v>40816</c:v>
                </c:pt>
                <c:pt idx="460">
                  <c:v>40819</c:v>
                </c:pt>
                <c:pt idx="461">
                  <c:v>40820</c:v>
                </c:pt>
                <c:pt idx="462">
                  <c:v>40821</c:v>
                </c:pt>
                <c:pt idx="463">
                  <c:v>40822</c:v>
                </c:pt>
                <c:pt idx="464">
                  <c:v>40823</c:v>
                </c:pt>
                <c:pt idx="465">
                  <c:v>40824</c:v>
                </c:pt>
                <c:pt idx="466">
                  <c:v>40825</c:v>
                </c:pt>
                <c:pt idx="467">
                  <c:v>40826</c:v>
                </c:pt>
                <c:pt idx="468">
                  <c:v>40827</c:v>
                </c:pt>
                <c:pt idx="469">
                  <c:v>40828</c:v>
                </c:pt>
                <c:pt idx="470">
                  <c:v>40829</c:v>
                </c:pt>
                <c:pt idx="471">
                  <c:v>40830</c:v>
                </c:pt>
                <c:pt idx="472">
                  <c:v>40833</c:v>
                </c:pt>
                <c:pt idx="473">
                  <c:v>40834</c:v>
                </c:pt>
                <c:pt idx="474">
                  <c:v>40835</c:v>
                </c:pt>
                <c:pt idx="475">
                  <c:v>40836</c:v>
                </c:pt>
                <c:pt idx="476">
                  <c:v>40837</c:v>
                </c:pt>
                <c:pt idx="477">
                  <c:v>40840</c:v>
                </c:pt>
                <c:pt idx="478">
                  <c:v>40841</c:v>
                </c:pt>
                <c:pt idx="479">
                  <c:v>40842</c:v>
                </c:pt>
                <c:pt idx="480">
                  <c:v>40843</c:v>
                </c:pt>
                <c:pt idx="481">
                  <c:v>40844</c:v>
                </c:pt>
                <c:pt idx="482">
                  <c:v>40847</c:v>
                </c:pt>
                <c:pt idx="483">
                  <c:v>40848</c:v>
                </c:pt>
                <c:pt idx="484">
                  <c:v>40849</c:v>
                </c:pt>
                <c:pt idx="485">
                  <c:v>40850</c:v>
                </c:pt>
                <c:pt idx="486">
                  <c:v>40851</c:v>
                </c:pt>
                <c:pt idx="487">
                  <c:v>40854</c:v>
                </c:pt>
                <c:pt idx="488">
                  <c:v>40855</c:v>
                </c:pt>
                <c:pt idx="489">
                  <c:v>40856</c:v>
                </c:pt>
                <c:pt idx="490">
                  <c:v>40857</c:v>
                </c:pt>
                <c:pt idx="491">
                  <c:v>40858</c:v>
                </c:pt>
                <c:pt idx="492">
                  <c:v>40861</c:v>
                </c:pt>
                <c:pt idx="493">
                  <c:v>40862</c:v>
                </c:pt>
                <c:pt idx="494">
                  <c:v>40863</c:v>
                </c:pt>
                <c:pt idx="495">
                  <c:v>40864</c:v>
                </c:pt>
                <c:pt idx="496">
                  <c:v>40865</c:v>
                </c:pt>
                <c:pt idx="497">
                  <c:v>40868</c:v>
                </c:pt>
                <c:pt idx="498">
                  <c:v>40869</c:v>
                </c:pt>
                <c:pt idx="499">
                  <c:v>40870</c:v>
                </c:pt>
                <c:pt idx="500">
                  <c:v>40871</c:v>
                </c:pt>
                <c:pt idx="501">
                  <c:v>40872</c:v>
                </c:pt>
                <c:pt idx="502">
                  <c:v>40875</c:v>
                </c:pt>
                <c:pt idx="503">
                  <c:v>40876</c:v>
                </c:pt>
                <c:pt idx="504">
                  <c:v>40877</c:v>
                </c:pt>
                <c:pt idx="505">
                  <c:v>40878</c:v>
                </c:pt>
                <c:pt idx="506">
                  <c:v>40879</c:v>
                </c:pt>
                <c:pt idx="507">
                  <c:v>40882</c:v>
                </c:pt>
                <c:pt idx="508">
                  <c:v>40883</c:v>
                </c:pt>
                <c:pt idx="509">
                  <c:v>40884</c:v>
                </c:pt>
                <c:pt idx="510">
                  <c:v>40885</c:v>
                </c:pt>
                <c:pt idx="511">
                  <c:v>40886</c:v>
                </c:pt>
                <c:pt idx="512">
                  <c:v>40889</c:v>
                </c:pt>
                <c:pt idx="513">
                  <c:v>40890</c:v>
                </c:pt>
                <c:pt idx="514">
                  <c:v>40891</c:v>
                </c:pt>
                <c:pt idx="515">
                  <c:v>40892</c:v>
                </c:pt>
                <c:pt idx="516">
                  <c:v>40893</c:v>
                </c:pt>
                <c:pt idx="517">
                  <c:v>40896</c:v>
                </c:pt>
                <c:pt idx="518">
                  <c:v>40897</c:v>
                </c:pt>
                <c:pt idx="519">
                  <c:v>40898</c:v>
                </c:pt>
                <c:pt idx="520">
                  <c:v>40899</c:v>
                </c:pt>
                <c:pt idx="521">
                  <c:v>40900</c:v>
                </c:pt>
                <c:pt idx="522">
                  <c:v>40903</c:v>
                </c:pt>
                <c:pt idx="523">
                  <c:v>40904</c:v>
                </c:pt>
                <c:pt idx="524">
                  <c:v>40905</c:v>
                </c:pt>
                <c:pt idx="525">
                  <c:v>40906</c:v>
                </c:pt>
                <c:pt idx="526">
                  <c:v>40907</c:v>
                </c:pt>
                <c:pt idx="527">
                  <c:v>40908</c:v>
                </c:pt>
                <c:pt idx="528">
                  <c:v>40911</c:v>
                </c:pt>
                <c:pt idx="529">
                  <c:v>40912</c:v>
                </c:pt>
                <c:pt idx="530">
                  <c:v>40913</c:v>
                </c:pt>
                <c:pt idx="531">
                  <c:v>40914</c:v>
                </c:pt>
                <c:pt idx="532">
                  <c:v>40917</c:v>
                </c:pt>
                <c:pt idx="533">
                  <c:v>40918</c:v>
                </c:pt>
                <c:pt idx="534">
                  <c:v>40919</c:v>
                </c:pt>
                <c:pt idx="535">
                  <c:v>40920</c:v>
                </c:pt>
                <c:pt idx="536">
                  <c:v>40921</c:v>
                </c:pt>
                <c:pt idx="537">
                  <c:v>40924</c:v>
                </c:pt>
                <c:pt idx="538">
                  <c:v>40925</c:v>
                </c:pt>
                <c:pt idx="539">
                  <c:v>40926</c:v>
                </c:pt>
                <c:pt idx="540">
                  <c:v>40927</c:v>
                </c:pt>
                <c:pt idx="541">
                  <c:v>40928</c:v>
                </c:pt>
                <c:pt idx="542">
                  <c:v>40929</c:v>
                </c:pt>
                <c:pt idx="543">
                  <c:v>40931</c:v>
                </c:pt>
                <c:pt idx="544">
                  <c:v>40932</c:v>
                </c:pt>
                <c:pt idx="545">
                  <c:v>40933</c:v>
                </c:pt>
                <c:pt idx="546">
                  <c:v>40934</c:v>
                </c:pt>
                <c:pt idx="547">
                  <c:v>40935</c:v>
                </c:pt>
                <c:pt idx="548">
                  <c:v>40937</c:v>
                </c:pt>
                <c:pt idx="549">
                  <c:v>40938</c:v>
                </c:pt>
                <c:pt idx="550">
                  <c:v>40939</c:v>
                </c:pt>
                <c:pt idx="551">
                  <c:v>40940</c:v>
                </c:pt>
                <c:pt idx="552">
                  <c:v>40941</c:v>
                </c:pt>
                <c:pt idx="553">
                  <c:v>40942</c:v>
                </c:pt>
                <c:pt idx="554">
                  <c:v>40945</c:v>
                </c:pt>
                <c:pt idx="555">
                  <c:v>40946</c:v>
                </c:pt>
                <c:pt idx="556">
                  <c:v>40947</c:v>
                </c:pt>
                <c:pt idx="557">
                  <c:v>40948</c:v>
                </c:pt>
                <c:pt idx="558">
                  <c:v>40949</c:v>
                </c:pt>
                <c:pt idx="559">
                  <c:v>40952</c:v>
                </c:pt>
                <c:pt idx="560">
                  <c:v>40953</c:v>
                </c:pt>
                <c:pt idx="561">
                  <c:v>40954</c:v>
                </c:pt>
                <c:pt idx="562">
                  <c:v>40955</c:v>
                </c:pt>
                <c:pt idx="563">
                  <c:v>40956</c:v>
                </c:pt>
                <c:pt idx="564">
                  <c:v>40959</c:v>
                </c:pt>
                <c:pt idx="565">
                  <c:v>40960</c:v>
                </c:pt>
                <c:pt idx="566">
                  <c:v>40961</c:v>
                </c:pt>
                <c:pt idx="567">
                  <c:v>40962</c:v>
                </c:pt>
                <c:pt idx="568">
                  <c:v>40963</c:v>
                </c:pt>
                <c:pt idx="569">
                  <c:v>40966</c:v>
                </c:pt>
                <c:pt idx="570">
                  <c:v>40967</c:v>
                </c:pt>
                <c:pt idx="571">
                  <c:v>40968</c:v>
                </c:pt>
                <c:pt idx="572">
                  <c:v>40969</c:v>
                </c:pt>
                <c:pt idx="573">
                  <c:v>40970</c:v>
                </c:pt>
                <c:pt idx="574">
                  <c:v>40973</c:v>
                </c:pt>
                <c:pt idx="575">
                  <c:v>40974</c:v>
                </c:pt>
                <c:pt idx="576">
                  <c:v>40975</c:v>
                </c:pt>
                <c:pt idx="577">
                  <c:v>40976</c:v>
                </c:pt>
                <c:pt idx="578">
                  <c:v>40977</c:v>
                </c:pt>
                <c:pt idx="579">
                  <c:v>40980</c:v>
                </c:pt>
                <c:pt idx="580">
                  <c:v>40981</c:v>
                </c:pt>
                <c:pt idx="581">
                  <c:v>40982</c:v>
                </c:pt>
                <c:pt idx="582">
                  <c:v>40983</c:v>
                </c:pt>
                <c:pt idx="583">
                  <c:v>40984</c:v>
                </c:pt>
                <c:pt idx="584">
                  <c:v>40987</c:v>
                </c:pt>
                <c:pt idx="585">
                  <c:v>40988</c:v>
                </c:pt>
                <c:pt idx="586">
                  <c:v>40989</c:v>
                </c:pt>
                <c:pt idx="587">
                  <c:v>40990</c:v>
                </c:pt>
                <c:pt idx="588">
                  <c:v>40991</c:v>
                </c:pt>
                <c:pt idx="589">
                  <c:v>40994</c:v>
                </c:pt>
                <c:pt idx="590">
                  <c:v>40995</c:v>
                </c:pt>
                <c:pt idx="591">
                  <c:v>40996</c:v>
                </c:pt>
                <c:pt idx="592">
                  <c:v>40997</c:v>
                </c:pt>
                <c:pt idx="593">
                  <c:v>40998</c:v>
                </c:pt>
                <c:pt idx="594">
                  <c:v>40999</c:v>
                </c:pt>
                <c:pt idx="595">
                  <c:v>41000</c:v>
                </c:pt>
                <c:pt idx="596">
                  <c:v>41001</c:v>
                </c:pt>
                <c:pt idx="597">
                  <c:v>41002</c:v>
                </c:pt>
                <c:pt idx="598">
                  <c:v>41003</c:v>
                </c:pt>
                <c:pt idx="599">
                  <c:v>41004</c:v>
                </c:pt>
                <c:pt idx="600">
                  <c:v>41005</c:v>
                </c:pt>
                <c:pt idx="601">
                  <c:v>41008</c:v>
                </c:pt>
                <c:pt idx="602">
                  <c:v>41009</c:v>
                </c:pt>
                <c:pt idx="603">
                  <c:v>41010</c:v>
                </c:pt>
                <c:pt idx="604">
                  <c:v>41011</c:v>
                </c:pt>
                <c:pt idx="605">
                  <c:v>41012</c:v>
                </c:pt>
                <c:pt idx="606">
                  <c:v>41015</c:v>
                </c:pt>
                <c:pt idx="607">
                  <c:v>41016</c:v>
                </c:pt>
                <c:pt idx="608">
                  <c:v>41017</c:v>
                </c:pt>
                <c:pt idx="609">
                  <c:v>41018</c:v>
                </c:pt>
                <c:pt idx="610">
                  <c:v>41019</c:v>
                </c:pt>
                <c:pt idx="611">
                  <c:v>41022</c:v>
                </c:pt>
                <c:pt idx="612">
                  <c:v>41023</c:v>
                </c:pt>
                <c:pt idx="613">
                  <c:v>41024</c:v>
                </c:pt>
                <c:pt idx="614">
                  <c:v>41025</c:v>
                </c:pt>
                <c:pt idx="615">
                  <c:v>41026</c:v>
                </c:pt>
                <c:pt idx="616">
                  <c:v>41027</c:v>
                </c:pt>
                <c:pt idx="617">
                  <c:v>41029</c:v>
                </c:pt>
                <c:pt idx="618">
                  <c:v>41030</c:v>
                </c:pt>
                <c:pt idx="619">
                  <c:v>41031</c:v>
                </c:pt>
                <c:pt idx="620">
                  <c:v>41032</c:v>
                </c:pt>
                <c:pt idx="621">
                  <c:v>41033</c:v>
                </c:pt>
                <c:pt idx="622">
                  <c:v>41036</c:v>
                </c:pt>
                <c:pt idx="623">
                  <c:v>41037</c:v>
                </c:pt>
                <c:pt idx="624">
                  <c:v>41038</c:v>
                </c:pt>
                <c:pt idx="625">
                  <c:v>41039</c:v>
                </c:pt>
                <c:pt idx="626">
                  <c:v>41040</c:v>
                </c:pt>
                <c:pt idx="627">
                  <c:v>41043</c:v>
                </c:pt>
                <c:pt idx="628">
                  <c:v>41044</c:v>
                </c:pt>
                <c:pt idx="629">
                  <c:v>41045</c:v>
                </c:pt>
                <c:pt idx="630">
                  <c:v>41046</c:v>
                </c:pt>
                <c:pt idx="631">
                  <c:v>41047</c:v>
                </c:pt>
                <c:pt idx="632">
                  <c:v>41050</c:v>
                </c:pt>
                <c:pt idx="633">
                  <c:v>41051</c:v>
                </c:pt>
                <c:pt idx="634">
                  <c:v>41052</c:v>
                </c:pt>
                <c:pt idx="635">
                  <c:v>41053</c:v>
                </c:pt>
                <c:pt idx="636">
                  <c:v>41054</c:v>
                </c:pt>
                <c:pt idx="637">
                  <c:v>41057</c:v>
                </c:pt>
                <c:pt idx="638">
                  <c:v>41058</c:v>
                </c:pt>
                <c:pt idx="639">
                  <c:v>41059</c:v>
                </c:pt>
                <c:pt idx="640">
                  <c:v>41060</c:v>
                </c:pt>
                <c:pt idx="641">
                  <c:v>41061</c:v>
                </c:pt>
                <c:pt idx="642">
                  <c:v>41064</c:v>
                </c:pt>
                <c:pt idx="643">
                  <c:v>41065</c:v>
                </c:pt>
                <c:pt idx="644">
                  <c:v>41066</c:v>
                </c:pt>
                <c:pt idx="645">
                  <c:v>41067</c:v>
                </c:pt>
                <c:pt idx="646">
                  <c:v>41068</c:v>
                </c:pt>
                <c:pt idx="647">
                  <c:v>41071</c:v>
                </c:pt>
                <c:pt idx="648">
                  <c:v>41072</c:v>
                </c:pt>
                <c:pt idx="649">
                  <c:v>41073</c:v>
                </c:pt>
                <c:pt idx="650">
                  <c:v>41074</c:v>
                </c:pt>
                <c:pt idx="651">
                  <c:v>41075</c:v>
                </c:pt>
                <c:pt idx="652">
                  <c:v>41078</c:v>
                </c:pt>
                <c:pt idx="653">
                  <c:v>41079</c:v>
                </c:pt>
                <c:pt idx="654">
                  <c:v>41080</c:v>
                </c:pt>
                <c:pt idx="655">
                  <c:v>41081</c:v>
                </c:pt>
                <c:pt idx="656">
                  <c:v>41082</c:v>
                </c:pt>
                <c:pt idx="657">
                  <c:v>41085</c:v>
                </c:pt>
                <c:pt idx="658">
                  <c:v>41086</c:v>
                </c:pt>
                <c:pt idx="659">
                  <c:v>41087</c:v>
                </c:pt>
                <c:pt idx="660">
                  <c:v>41088</c:v>
                </c:pt>
                <c:pt idx="661">
                  <c:v>41089</c:v>
                </c:pt>
                <c:pt idx="662">
                  <c:v>41090</c:v>
                </c:pt>
                <c:pt idx="663">
                  <c:v>41092</c:v>
                </c:pt>
                <c:pt idx="664">
                  <c:v>41093</c:v>
                </c:pt>
                <c:pt idx="665">
                  <c:v>41094</c:v>
                </c:pt>
                <c:pt idx="666">
                  <c:v>41095</c:v>
                </c:pt>
                <c:pt idx="667">
                  <c:v>41096</c:v>
                </c:pt>
                <c:pt idx="668">
                  <c:v>41099</c:v>
                </c:pt>
                <c:pt idx="669">
                  <c:v>41100</c:v>
                </c:pt>
                <c:pt idx="670">
                  <c:v>41101</c:v>
                </c:pt>
                <c:pt idx="671">
                  <c:v>41102</c:v>
                </c:pt>
                <c:pt idx="672">
                  <c:v>41103</c:v>
                </c:pt>
                <c:pt idx="673">
                  <c:v>41106</c:v>
                </c:pt>
                <c:pt idx="674">
                  <c:v>41107</c:v>
                </c:pt>
                <c:pt idx="675">
                  <c:v>41108</c:v>
                </c:pt>
                <c:pt idx="676">
                  <c:v>41109</c:v>
                </c:pt>
                <c:pt idx="677">
                  <c:v>41110</c:v>
                </c:pt>
                <c:pt idx="678">
                  <c:v>41113</c:v>
                </c:pt>
                <c:pt idx="679">
                  <c:v>41114</c:v>
                </c:pt>
                <c:pt idx="680">
                  <c:v>41115</c:v>
                </c:pt>
                <c:pt idx="681">
                  <c:v>41116</c:v>
                </c:pt>
                <c:pt idx="682">
                  <c:v>41117</c:v>
                </c:pt>
                <c:pt idx="683">
                  <c:v>41120</c:v>
                </c:pt>
                <c:pt idx="684">
                  <c:v>41121</c:v>
                </c:pt>
                <c:pt idx="685">
                  <c:v>41122</c:v>
                </c:pt>
                <c:pt idx="686">
                  <c:v>41123</c:v>
                </c:pt>
                <c:pt idx="687">
                  <c:v>41124</c:v>
                </c:pt>
                <c:pt idx="688">
                  <c:v>41127</c:v>
                </c:pt>
                <c:pt idx="689">
                  <c:v>41128</c:v>
                </c:pt>
                <c:pt idx="690">
                  <c:v>41129</c:v>
                </c:pt>
                <c:pt idx="691">
                  <c:v>41130</c:v>
                </c:pt>
                <c:pt idx="692">
                  <c:v>41131</c:v>
                </c:pt>
                <c:pt idx="693">
                  <c:v>41134</c:v>
                </c:pt>
                <c:pt idx="694">
                  <c:v>41135</c:v>
                </c:pt>
                <c:pt idx="695">
                  <c:v>41136</c:v>
                </c:pt>
                <c:pt idx="696">
                  <c:v>41137</c:v>
                </c:pt>
                <c:pt idx="697">
                  <c:v>41138</c:v>
                </c:pt>
                <c:pt idx="698">
                  <c:v>41141</c:v>
                </c:pt>
                <c:pt idx="699">
                  <c:v>41142</c:v>
                </c:pt>
                <c:pt idx="700">
                  <c:v>41143</c:v>
                </c:pt>
                <c:pt idx="701">
                  <c:v>41144</c:v>
                </c:pt>
                <c:pt idx="702">
                  <c:v>41145</c:v>
                </c:pt>
                <c:pt idx="703">
                  <c:v>41148</c:v>
                </c:pt>
                <c:pt idx="704">
                  <c:v>41149</c:v>
                </c:pt>
                <c:pt idx="705">
                  <c:v>41150</c:v>
                </c:pt>
                <c:pt idx="706">
                  <c:v>41151</c:v>
                </c:pt>
                <c:pt idx="707">
                  <c:v>41152</c:v>
                </c:pt>
                <c:pt idx="708">
                  <c:v>41155</c:v>
                </c:pt>
                <c:pt idx="709">
                  <c:v>41156</c:v>
                </c:pt>
                <c:pt idx="710">
                  <c:v>41157</c:v>
                </c:pt>
                <c:pt idx="711">
                  <c:v>41158</c:v>
                </c:pt>
                <c:pt idx="712">
                  <c:v>41159</c:v>
                </c:pt>
                <c:pt idx="713">
                  <c:v>41162</c:v>
                </c:pt>
                <c:pt idx="714">
                  <c:v>41163</c:v>
                </c:pt>
                <c:pt idx="715">
                  <c:v>41164</c:v>
                </c:pt>
                <c:pt idx="716">
                  <c:v>41165</c:v>
                </c:pt>
                <c:pt idx="717">
                  <c:v>41166</c:v>
                </c:pt>
                <c:pt idx="718">
                  <c:v>41169</c:v>
                </c:pt>
                <c:pt idx="719">
                  <c:v>41170</c:v>
                </c:pt>
                <c:pt idx="720">
                  <c:v>41171</c:v>
                </c:pt>
                <c:pt idx="721">
                  <c:v>41172</c:v>
                </c:pt>
                <c:pt idx="722">
                  <c:v>41173</c:v>
                </c:pt>
                <c:pt idx="723">
                  <c:v>41176</c:v>
                </c:pt>
                <c:pt idx="724">
                  <c:v>41177</c:v>
                </c:pt>
                <c:pt idx="725">
                  <c:v>41178</c:v>
                </c:pt>
                <c:pt idx="726">
                  <c:v>41179</c:v>
                </c:pt>
                <c:pt idx="727">
                  <c:v>41180</c:v>
                </c:pt>
                <c:pt idx="728">
                  <c:v>41181</c:v>
                </c:pt>
                <c:pt idx="729">
                  <c:v>41182</c:v>
                </c:pt>
                <c:pt idx="730">
                  <c:v>41183</c:v>
                </c:pt>
                <c:pt idx="731">
                  <c:v>41184</c:v>
                </c:pt>
                <c:pt idx="732">
                  <c:v>41185</c:v>
                </c:pt>
                <c:pt idx="733">
                  <c:v>41186</c:v>
                </c:pt>
                <c:pt idx="734">
                  <c:v>41187</c:v>
                </c:pt>
                <c:pt idx="735">
                  <c:v>41190</c:v>
                </c:pt>
                <c:pt idx="736">
                  <c:v>41191</c:v>
                </c:pt>
                <c:pt idx="737">
                  <c:v>41192</c:v>
                </c:pt>
                <c:pt idx="738">
                  <c:v>41193</c:v>
                </c:pt>
                <c:pt idx="739">
                  <c:v>41194</c:v>
                </c:pt>
                <c:pt idx="740">
                  <c:v>41197</c:v>
                </c:pt>
                <c:pt idx="741">
                  <c:v>41198</c:v>
                </c:pt>
                <c:pt idx="742">
                  <c:v>41199</c:v>
                </c:pt>
                <c:pt idx="743">
                  <c:v>41200</c:v>
                </c:pt>
                <c:pt idx="744">
                  <c:v>41201</c:v>
                </c:pt>
                <c:pt idx="745">
                  <c:v>41204</c:v>
                </c:pt>
                <c:pt idx="746">
                  <c:v>41205</c:v>
                </c:pt>
                <c:pt idx="747">
                  <c:v>41206</c:v>
                </c:pt>
                <c:pt idx="748">
                  <c:v>41207</c:v>
                </c:pt>
                <c:pt idx="749">
                  <c:v>41208</c:v>
                </c:pt>
                <c:pt idx="750">
                  <c:v>41211</c:v>
                </c:pt>
                <c:pt idx="751">
                  <c:v>41212</c:v>
                </c:pt>
                <c:pt idx="752">
                  <c:v>41213</c:v>
                </c:pt>
                <c:pt idx="753">
                  <c:v>41214</c:v>
                </c:pt>
                <c:pt idx="754">
                  <c:v>41215</c:v>
                </c:pt>
                <c:pt idx="755">
                  <c:v>41218</c:v>
                </c:pt>
                <c:pt idx="756">
                  <c:v>41219</c:v>
                </c:pt>
                <c:pt idx="757">
                  <c:v>41220</c:v>
                </c:pt>
                <c:pt idx="758">
                  <c:v>41221</c:v>
                </c:pt>
                <c:pt idx="759">
                  <c:v>41222</c:v>
                </c:pt>
                <c:pt idx="760">
                  <c:v>41225</c:v>
                </c:pt>
                <c:pt idx="761">
                  <c:v>41226</c:v>
                </c:pt>
                <c:pt idx="762">
                  <c:v>41227</c:v>
                </c:pt>
                <c:pt idx="763">
                  <c:v>41228</c:v>
                </c:pt>
                <c:pt idx="764">
                  <c:v>41229</c:v>
                </c:pt>
                <c:pt idx="765">
                  <c:v>41232</c:v>
                </c:pt>
                <c:pt idx="766">
                  <c:v>41233</c:v>
                </c:pt>
                <c:pt idx="767">
                  <c:v>41234</c:v>
                </c:pt>
                <c:pt idx="768">
                  <c:v>41235</c:v>
                </c:pt>
                <c:pt idx="769">
                  <c:v>41236</c:v>
                </c:pt>
                <c:pt idx="770">
                  <c:v>41239</c:v>
                </c:pt>
                <c:pt idx="771">
                  <c:v>41240</c:v>
                </c:pt>
                <c:pt idx="772">
                  <c:v>41241</c:v>
                </c:pt>
                <c:pt idx="773">
                  <c:v>41242</c:v>
                </c:pt>
                <c:pt idx="774">
                  <c:v>41243</c:v>
                </c:pt>
                <c:pt idx="775">
                  <c:v>41246</c:v>
                </c:pt>
                <c:pt idx="776">
                  <c:v>41247</c:v>
                </c:pt>
                <c:pt idx="777">
                  <c:v>41248</c:v>
                </c:pt>
                <c:pt idx="778">
                  <c:v>41249</c:v>
                </c:pt>
                <c:pt idx="779">
                  <c:v>41250</c:v>
                </c:pt>
                <c:pt idx="780">
                  <c:v>41253</c:v>
                </c:pt>
                <c:pt idx="781">
                  <c:v>41254</c:v>
                </c:pt>
                <c:pt idx="782">
                  <c:v>41255</c:v>
                </c:pt>
                <c:pt idx="783">
                  <c:v>41256</c:v>
                </c:pt>
                <c:pt idx="784">
                  <c:v>41257</c:v>
                </c:pt>
                <c:pt idx="785">
                  <c:v>41260</c:v>
                </c:pt>
                <c:pt idx="786">
                  <c:v>41261</c:v>
                </c:pt>
                <c:pt idx="787">
                  <c:v>41262</c:v>
                </c:pt>
                <c:pt idx="788">
                  <c:v>41263</c:v>
                </c:pt>
                <c:pt idx="789">
                  <c:v>41264</c:v>
                </c:pt>
                <c:pt idx="790">
                  <c:v>41267</c:v>
                </c:pt>
                <c:pt idx="791">
                  <c:v>41268</c:v>
                </c:pt>
                <c:pt idx="792">
                  <c:v>41269</c:v>
                </c:pt>
                <c:pt idx="793">
                  <c:v>41270</c:v>
                </c:pt>
                <c:pt idx="794">
                  <c:v>41271</c:v>
                </c:pt>
                <c:pt idx="795">
                  <c:v>41274</c:v>
                </c:pt>
                <c:pt idx="796">
                  <c:v>41276</c:v>
                </c:pt>
                <c:pt idx="797">
                  <c:v>41277</c:v>
                </c:pt>
                <c:pt idx="798">
                  <c:v>41278</c:v>
                </c:pt>
                <c:pt idx="799">
                  <c:v>41279</c:v>
                </c:pt>
                <c:pt idx="800">
                  <c:v>41280</c:v>
                </c:pt>
                <c:pt idx="801">
                  <c:v>41281</c:v>
                </c:pt>
                <c:pt idx="802">
                  <c:v>41282</c:v>
                </c:pt>
                <c:pt idx="803">
                  <c:v>41283</c:v>
                </c:pt>
                <c:pt idx="804">
                  <c:v>41284</c:v>
                </c:pt>
                <c:pt idx="805">
                  <c:v>41285</c:v>
                </c:pt>
                <c:pt idx="806">
                  <c:v>41288</c:v>
                </c:pt>
                <c:pt idx="807">
                  <c:v>41289</c:v>
                </c:pt>
                <c:pt idx="808">
                  <c:v>41290</c:v>
                </c:pt>
                <c:pt idx="809">
                  <c:v>41291</c:v>
                </c:pt>
                <c:pt idx="810">
                  <c:v>41292</c:v>
                </c:pt>
                <c:pt idx="811">
                  <c:v>41295</c:v>
                </c:pt>
                <c:pt idx="812">
                  <c:v>41296</c:v>
                </c:pt>
                <c:pt idx="813">
                  <c:v>41297</c:v>
                </c:pt>
                <c:pt idx="814">
                  <c:v>41298</c:v>
                </c:pt>
                <c:pt idx="815">
                  <c:v>41299</c:v>
                </c:pt>
                <c:pt idx="816">
                  <c:v>41302</c:v>
                </c:pt>
                <c:pt idx="817">
                  <c:v>41303</c:v>
                </c:pt>
                <c:pt idx="818">
                  <c:v>41304</c:v>
                </c:pt>
                <c:pt idx="819">
                  <c:v>41305</c:v>
                </c:pt>
                <c:pt idx="820">
                  <c:v>41306</c:v>
                </c:pt>
                <c:pt idx="821">
                  <c:v>41309</c:v>
                </c:pt>
                <c:pt idx="822">
                  <c:v>41310</c:v>
                </c:pt>
                <c:pt idx="823">
                  <c:v>41311</c:v>
                </c:pt>
                <c:pt idx="824">
                  <c:v>41312</c:v>
                </c:pt>
                <c:pt idx="825">
                  <c:v>41313</c:v>
                </c:pt>
                <c:pt idx="826">
                  <c:v>41316</c:v>
                </c:pt>
                <c:pt idx="827">
                  <c:v>41317</c:v>
                </c:pt>
                <c:pt idx="828">
                  <c:v>41318</c:v>
                </c:pt>
                <c:pt idx="829">
                  <c:v>41319</c:v>
                </c:pt>
                <c:pt idx="830">
                  <c:v>41320</c:v>
                </c:pt>
                <c:pt idx="831">
                  <c:v>41321</c:v>
                </c:pt>
                <c:pt idx="832">
                  <c:v>41322</c:v>
                </c:pt>
                <c:pt idx="833">
                  <c:v>41323</c:v>
                </c:pt>
                <c:pt idx="834">
                  <c:v>41324</c:v>
                </c:pt>
                <c:pt idx="835">
                  <c:v>41325</c:v>
                </c:pt>
                <c:pt idx="836">
                  <c:v>41326</c:v>
                </c:pt>
                <c:pt idx="837">
                  <c:v>41327</c:v>
                </c:pt>
                <c:pt idx="838">
                  <c:v>41330</c:v>
                </c:pt>
                <c:pt idx="839">
                  <c:v>41331</c:v>
                </c:pt>
                <c:pt idx="840">
                  <c:v>41332</c:v>
                </c:pt>
                <c:pt idx="841">
                  <c:v>41333</c:v>
                </c:pt>
                <c:pt idx="842">
                  <c:v>41334</c:v>
                </c:pt>
                <c:pt idx="843">
                  <c:v>41337</c:v>
                </c:pt>
                <c:pt idx="844">
                  <c:v>41338</c:v>
                </c:pt>
                <c:pt idx="845">
                  <c:v>41339</c:v>
                </c:pt>
                <c:pt idx="846">
                  <c:v>41340</c:v>
                </c:pt>
                <c:pt idx="847">
                  <c:v>41341</c:v>
                </c:pt>
                <c:pt idx="848">
                  <c:v>41344</c:v>
                </c:pt>
                <c:pt idx="849">
                  <c:v>41345</c:v>
                </c:pt>
                <c:pt idx="850">
                  <c:v>41346</c:v>
                </c:pt>
                <c:pt idx="851">
                  <c:v>41347</c:v>
                </c:pt>
                <c:pt idx="852">
                  <c:v>41348</c:v>
                </c:pt>
                <c:pt idx="853">
                  <c:v>41351</c:v>
                </c:pt>
                <c:pt idx="854">
                  <c:v>41352</c:v>
                </c:pt>
                <c:pt idx="855">
                  <c:v>41353</c:v>
                </c:pt>
                <c:pt idx="856">
                  <c:v>41354</c:v>
                </c:pt>
                <c:pt idx="857">
                  <c:v>41355</c:v>
                </c:pt>
                <c:pt idx="858">
                  <c:v>41358</c:v>
                </c:pt>
                <c:pt idx="859">
                  <c:v>41359</c:v>
                </c:pt>
                <c:pt idx="860">
                  <c:v>41360</c:v>
                </c:pt>
                <c:pt idx="861">
                  <c:v>41361</c:v>
                </c:pt>
                <c:pt idx="862">
                  <c:v>41362</c:v>
                </c:pt>
                <c:pt idx="863">
                  <c:v>41364</c:v>
                </c:pt>
                <c:pt idx="864">
                  <c:v>41365</c:v>
                </c:pt>
                <c:pt idx="865">
                  <c:v>41366</c:v>
                </c:pt>
                <c:pt idx="866">
                  <c:v>41367</c:v>
                </c:pt>
                <c:pt idx="867">
                  <c:v>41368</c:v>
                </c:pt>
                <c:pt idx="868">
                  <c:v>41369</c:v>
                </c:pt>
                <c:pt idx="869">
                  <c:v>41370</c:v>
                </c:pt>
                <c:pt idx="870">
                  <c:v>41371</c:v>
                </c:pt>
                <c:pt idx="871">
                  <c:v>41372</c:v>
                </c:pt>
                <c:pt idx="872">
                  <c:v>41373</c:v>
                </c:pt>
                <c:pt idx="873">
                  <c:v>41374</c:v>
                </c:pt>
                <c:pt idx="874">
                  <c:v>41375</c:v>
                </c:pt>
                <c:pt idx="875">
                  <c:v>41376</c:v>
                </c:pt>
                <c:pt idx="876">
                  <c:v>41379</c:v>
                </c:pt>
                <c:pt idx="877">
                  <c:v>41380</c:v>
                </c:pt>
                <c:pt idx="878">
                  <c:v>41381</c:v>
                </c:pt>
                <c:pt idx="879">
                  <c:v>41382</c:v>
                </c:pt>
                <c:pt idx="880">
                  <c:v>41383</c:v>
                </c:pt>
                <c:pt idx="881">
                  <c:v>41386</c:v>
                </c:pt>
                <c:pt idx="882">
                  <c:v>41387</c:v>
                </c:pt>
                <c:pt idx="883">
                  <c:v>41388</c:v>
                </c:pt>
                <c:pt idx="884">
                  <c:v>41389</c:v>
                </c:pt>
                <c:pt idx="885">
                  <c:v>41390</c:v>
                </c:pt>
                <c:pt idx="886">
                  <c:v>41391</c:v>
                </c:pt>
                <c:pt idx="887">
                  <c:v>41392</c:v>
                </c:pt>
                <c:pt idx="888">
                  <c:v>41393</c:v>
                </c:pt>
                <c:pt idx="889">
                  <c:v>41394</c:v>
                </c:pt>
                <c:pt idx="890">
                  <c:v>41395</c:v>
                </c:pt>
                <c:pt idx="891">
                  <c:v>41396</c:v>
                </c:pt>
                <c:pt idx="892">
                  <c:v>41397</c:v>
                </c:pt>
                <c:pt idx="893">
                  <c:v>41400</c:v>
                </c:pt>
                <c:pt idx="894">
                  <c:v>41401</c:v>
                </c:pt>
                <c:pt idx="895">
                  <c:v>41402</c:v>
                </c:pt>
                <c:pt idx="896">
                  <c:v>41403</c:v>
                </c:pt>
                <c:pt idx="897">
                  <c:v>41404</c:v>
                </c:pt>
                <c:pt idx="898">
                  <c:v>41407</c:v>
                </c:pt>
                <c:pt idx="899">
                  <c:v>41408</c:v>
                </c:pt>
                <c:pt idx="900">
                  <c:v>41409</c:v>
                </c:pt>
                <c:pt idx="901">
                  <c:v>41410</c:v>
                </c:pt>
                <c:pt idx="902">
                  <c:v>41411</c:v>
                </c:pt>
                <c:pt idx="903">
                  <c:v>41414</c:v>
                </c:pt>
                <c:pt idx="904">
                  <c:v>41415</c:v>
                </c:pt>
                <c:pt idx="905">
                  <c:v>41416</c:v>
                </c:pt>
                <c:pt idx="906">
                  <c:v>41417</c:v>
                </c:pt>
                <c:pt idx="907">
                  <c:v>41418</c:v>
                </c:pt>
                <c:pt idx="908">
                  <c:v>41421</c:v>
                </c:pt>
                <c:pt idx="909">
                  <c:v>41422</c:v>
                </c:pt>
                <c:pt idx="910">
                  <c:v>41423</c:v>
                </c:pt>
                <c:pt idx="911">
                  <c:v>41424</c:v>
                </c:pt>
                <c:pt idx="912">
                  <c:v>41425</c:v>
                </c:pt>
                <c:pt idx="913">
                  <c:v>41428</c:v>
                </c:pt>
                <c:pt idx="914">
                  <c:v>41429</c:v>
                </c:pt>
                <c:pt idx="915">
                  <c:v>41430</c:v>
                </c:pt>
                <c:pt idx="916">
                  <c:v>41431</c:v>
                </c:pt>
                <c:pt idx="917">
                  <c:v>41432</c:v>
                </c:pt>
                <c:pt idx="918">
                  <c:v>41433</c:v>
                </c:pt>
                <c:pt idx="919">
                  <c:v>41434</c:v>
                </c:pt>
                <c:pt idx="920">
                  <c:v>41435</c:v>
                </c:pt>
                <c:pt idx="921">
                  <c:v>41436</c:v>
                </c:pt>
                <c:pt idx="922">
                  <c:v>41437</c:v>
                </c:pt>
                <c:pt idx="923">
                  <c:v>41438</c:v>
                </c:pt>
                <c:pt idx="924">
                  <c:v>41439</c:v>
                </c:pt>
                <c:pt idx="925">
                  <c:v>41442</c:v>
                </c:pt>
                <c:pt idx="926">
                  <c:v>41443</c:v>
                </c:pt>
                <c:pt idx="927">
                  <c:v>41444</c:v>
                </c:pt>
                <c:pt idx="928">
                  <c:v>41445</c:v>
                </c:pt>
                <c:pt idx="929">
                  <c:v>41446</c:v>
                </c:pt>
                <c:pt idx="930">
                  <c:v>41449</c:v>
                </c:pt>
                <c:pt idx="931">
                  <c:v>41450</c:v>
                </c:pt>
                <c:pt idx="932">
                  <c:v>41451</c:v>
                </c:pt>
                <c:pt idx="933">
                  <c:v>41452</c:v>
                </c:pt>
                <c:pt idx="934">
                  <c:v>41453</c:v>
                </c:pt>
                <c:pt idx="935">
                  <c:v>41455</c:v>
                </c:pt>
                <c:pt idx="936">
                  <c:v>41456</c:v>
                </c:pt>
                <c:pt idx="937">
                  <c:v>41457</c:v>
                </c:pt>
                <c:pt idx="938">
                  <c:v>41458</c:v>
                </c:pt>
                <c:pt idx="939">
                  <c:v>41459</c:v>
                </c:pt>
                <c:pt idx="940">
                  <c:v>41460</c:v>
                </c:pt>
                <c:pt idx="941">
                  <c:v>41463</c:v>
                </c:pt>
                <c:pt idx="942">
                  <c:v>41464</c:v>
                </c:pt>
                <c:pt idx="943">
                  <c:v>41465</c:v>
                </c:pt>
                <c:pt idx="944">
                  <c:v>41466</c:v>
                </c:pt>
                <c:pt idx="945">
                  <c:v>41467</c:v>
                </c:pt>
                <c:pt idx="946">
                  <c:v>41470</c:v>
                </c:pt>
                <c:pt idx="947">
                  <c:v>41471</c:v>
                </c:pt>
                <c:pt idx="948">
                  <c:v>41472</c:v>
                </c:pt>
                <c:pt idx="949">
                  <c:v>41473</c:v>
                </c:pt>
                <c:pt idx="950">
                  <c:v>41474</c:v>
                </c:pt>
                <c:pt idx="951">
                  <c:v>41477</c:v>
                </c:pt>
                <c:pt idx="952">
                  <c:v>41478</c:v>
                </c:pt>
                <c:pt idx="953">
                  <c:v>41479</c:v>
                </c:pt>
                <c:pt idx="954">
                  <c:v>41480</c:v>
                </c:pt>
                <c:pt idx="955">
                  <c:v>41481</c:v>
                </c:pt>
                <c:pt idx="956">
                  <c:v>41484</c:v>
                </c:pt>
                <c:pt idx="957">
                  <c:v>41485</c:v>
                </c:pt>
                <c:pt idx="958">
                  <c:v>41486</c:v>
                </c:pt>
                <c:pt idx="959">
                  <c:v>41487</c:v>
                </c:pt>
                <c:pt idx="960">
                  <c:v>41488</c:v>
                </c:pt>
                <c:pt idx="961">
                  <c:v>41491</c:v>
                </c:pt>
                <c:pt idx="962">
                  <c:v>41492</c:v>
                </c:pt>
                <c:pt idx="963">
                  <c:v>41493</c:v>
                </c:pt>
                <c:pt idx="964">
                  <c:v>41494</c:v>
                </c:pt>
                <c:pt idx="965">
                  <c:v>41495</c:v>
                </c:pt>
                <c:pt idx="966">
                  <c:v>41498</c:v>
                </c:pt>
                <c:pt idx="967">
                  <c:v>41499</c:v>
                </c:pt>
                <c:pt idx="968">
                  <c:v>41500</c:v>
                </c:pt>
                <c:pt idx="969">
                  <c:v>41501</c:v>
                </c:pt>
                <c:pt idx="970">
                  <c:v>41502</c:v>
                </c:pt>
                <c:pt idx="971">
                  <c:v>41505</c:v>
                </c:pt>
                <c:pt idx="972">
                  <c:v>41506</c:v>
                </c:pt>
                <c:pt idx="973">
                  <c:v>41507</c:v>
                </c:pt>
                <c:pt idx="974">
                  <c:v>41508</c:v>
                </c:pt>
                <c:pt idx="975">
                  <c:v>41509</c:v>
                </c:pt>
                <c:pt idx="976">
                  <c:v>41512</c:v>
                </c:pt>
                <c:pt idx="977">
                  <c:v>41513</c:v>
                </c:pt>
                <c:pt idx="978">
                  <c:v>41514</c:v>
                </c:pt>
                <c:pt idx="979">
                  <c:v>41515</c:v>
                </c:pt>
                <c:pt idx="980">
                  <c:v>41516</c:v>
                </c:pt>
                <c:pt idx="981">
                  <c:v>41517</c:v>
                </c:pt>
                <c:pt idx="982">
                  <c:v>41519</c:v>
                </c:pt>
                <c:pt idx="983">
                  <c:v>41520</c:v>
                </c:pt>
                <c:pt idx="984">
                  <c:v>41521</c:v>
                </c:pt>
                <c:pt idx="985">
                  <c:v>41522</c:v>
                </c:pt>
                <c:pt idx="986">
                  <c:v>41523</c:v>
                </c:pt>
                <c:pt idx="987">
                  <c:v>41526</c:v>
                </c:pt>
                <c:pt idx="988">
                  <c:v>41527</c:v>
                </c:pt>
                <c:pt idx="989">
                  <c:v>41528</c:v>
                </c:pt>
                <c:pt idx="990">
                  <c:v>41529</c:v>
                </c:pt>
                <c:pt idx="991">
                  <c:v>41530</c:v>
                </c:pt>
                <c:pt idx="992">
                  <c:v>41533</c:v>
                </c:pt>
                <c:pt idx="993">
                  <c:v>41534</c:v>
                </c:pt>
                <c:pt idx="994">
                  <c:v>41535</c:v>
                </c:pt>
                <c:pt idx="995">
                  <c:v>41536</c:v>
                </c:pt>
                <c:pt idx="996">
                  <c:v>41537</c:v>
                </c:pt>
                <c:pt idx="997">
                  <c:v>41539</c:v>
                </c:pt>
                <c:pt idx="998">
                  <c:v>41540</c:v>
                </c:pt>
                <c:pt idx="999">
                  <c:v>41541</c:v>
                </c:pt>
                <c:pt idx="1000">
                  <c:v>41542</c:v>
                </c:pt>
                <c:pt idx="1001">
                  <c:v>41543</c:v>
                </c:pt>
                <c:pt idx="1002">
                  <c:v>41544</c:v>
                </c:pt>
                <c:pt idx="1003">
                  <c:v>41545</c:v>
                </c:pt>
                <c:pt idx="1004">
                  <c:v>41546</c:v>
                </c:pt>
                <c:pt idx="1005">
                  <c:v>41547</c:v>
                </c:pt>
                <c:pt idx="1006">
                  <c:v>41548</c:v>
                </c:pt>
                <c:pt idx="1007">
                  <c:v>41549</c:v>
                </c:pt>
                <c:pt idx="1008">
                  <c:v>41550</c:v>
                </c:pt>
                <c:pt idx="1009">
                  <c:v>41551</c:v>
                </c:pt>
                <c:pt idx="1010">
                  <c:v>41554</c:v>
                </c:pt>
                <c:pt idx="1011">
                  <c:v>41555</c:v>
                </c:pt>
                <c:pt idx="1012">
                  <c:v>41556</c:v>
                </c:pt>
                <c:pt idx="1013">
                  <c:v>41557</c:v>
                </c:pt>
                <c:pt idx="1014">
                  <c:v>41558</c:v>
                </c:pt>
                <c:pt idx="1015">
                  <c:v>41559</c:v>
                </c:pt>
                <c:pt idx="1016">
                  <c:v>41561</c:v>
                </c:pt>
                <c:pt idx="1017">
                  <c:v>41562</c:v>
                </c:pt>
                <c:pt idx="1018">
                  <c:v>41563</c:v>
                </c:pt>
                <c:pt idx="1019">
                  <c:v>41564</c:v>
                </c:pt>
                <c:pt idx="1020">
                  <c:v>41565</c:v>
                </c:pt>
                <c:pt idx="1021">
                  <c:v>41568</c:v>
                </c:pt>
                <c:pt idx="1022">
                  <c:v>41569</c:v>
                </c:pt>
                <c:pt idx="1023">
                  <c:v>41570</c:v>
                </c:pt>
                <c:pt idx="1024">
                  <c:v>41571</c:v>
                </c:pt>
                <c:pt idx="1025">
                  <c:v>41572</c:v>
                </c:pt>
                <c:pt idx="1026">
                  <c:v>41575</c:v>
                </c:pt>
                <c:pt idx="1027">
                  <c:v>41576</c:v>
                </c:pt>
                <c:pt idx="1028">
                  <c:v>41577</c:v>
                </c:pt>
                <c:pt idx="1029">
                  <c:v>41578</c:v>
                </c:pt>
                <c:pt idx="1030">
                  <c:v>41579</c:v>
                </c:pt>
                <c:pt idx="1031">
                  <c:v>41582</c:v>
                </c:pt>
                <c:pt idx="1032">
                  <c:v>41583</c:v>
                </c:pt>
                <c:pt idx="1033">
                  <c:v>41584</c:v>
                </c:pt>
                <c:pt idx="1034">
                  <c:v>41585</c:v>
                </c:pt>
                <c:pt idx="1035">
                  <c:v>41586</c:v>
                </c:pt>
                <c:pt idx="1036">
                  <c:v>41589</c:v>
                </c:pt>
                <c:pt idx="1037">
                  <c:v>41590</c:v>
                </c:pt>
                <c:pt idx="1038">
                  <c:v>41591</c:v>
                </c:pt>
                <c:pt idx="1039">
                  <c:v>41592</c:v>
                </c:pt>
                <c:pt idx="1040">
                  <c:v>41593</c:v>
                </c:pt>
                <c:pt idx="1041">
                  <c:v>41596</c:v>
                </c:pt>
                <c:pt idx="1042">
                  <c:v>41597</c:v>
                </c:pt>
                <c:pt idx="1043">
                  <c:v>41598</c:v>
                </c:pt>
                <c:pt idx="1044">
                  <c:v>41599</c:v>
                </c:pt>
                <c:pt idx="1045">
                  <c:v>41600</c:v>
                </c:pt>
                <c:pt idx="1046">
                  <c:v>41603</c:v>
                </c:pt>
                <c:pt idx="1047">
                  <c:v>41604</c:v>
                </c:pt>
                <c:pt idx="1048">
                  <c:v>41605</c:v>
                </c:pt>
                <c:pt idx="1049">
                  <c:v>41606</c:v>
                </c:pt>
                <c:pt idx="1050">
                  <c:v>41607</c:v>
                </c:pt>
                <c:pt idx="1051">
                  <c:v>41608</c:v>
                </c:pt>
                <c:pt idx="1052">
                  <c:v>41610</c:v>
                </c:pt>
                <c:pt idx="1053">
                  <c:v>41611</c:v>
                </c:pt>
                <c:pt idx="1054">
                  <c:v>41612</c:v>
                </c:pt>
                <c:pt idx="1055">
                  <c:v>41613</c:v>
                </c:pt>
                <c:pt idx="1056">
                  <c:v>41614</c:v>
                </c:pt>
                <c:pt idx="1057">
                  <c:v>41617</c:v>
                </c:pt>
                <c:pt idx="1058">
                  <c:v>41618</c:v>
                </c:pt>
                <c:pt idx="1059">
                  <c:v>41619</c:v>
                </c:pt>
                <c:pt idx="1060">
                  <c:v>41620</c:v>
                </c:pt>
                <c:pt idx="1061">
                  <c:v>41621</c:v>
                </c:pt>
                <c:pt idx="1062">
                  <c:v>41624</c:v>
                </c:pt>
                <c:pt idx="1063">
                  <c:v>41625</c:v>
                </c:pt>
                <c:pt idx="1064">
                  <c:v>41626</c:v>
                </c:pt>
                <c:pt idx="1065">
                  <c:v>41627</c:v>
                </c:pt>
                <c:pt idx="1066">
                  <c:v>41628</c:v>
                </c:pt>
                <c:pt idx="1067">
                  <c:v>41631</c:v>
                </c:pt>
                <c:pt idx="1068">
                  <c:v>41632</c:v>
                </c:pt>
                <c:pt idx="1069">
                  <c:v>41633</c:v>
                </c:pt>
                <c:pt idx="1070">
                  <c:v>41634</c:v>
                </c:pt>
                <c:pt idx="1071">
                  <c:v>41635</c:v>
                </c:pt>
                <c:pt idx="1072">
                  <c:v>41638</c:v>
                </c:pt>
                <c:pt idx="1073">
                  <c:v>41639</c:v>
                </c:pt>
                <c:pt idx="1074">
                  <c:v>41641</c:v>
                </c:pt>
                <c:pt idx="1075">
                  <c:v>41642</c:v>
                </c:pt>
                <c:pt idx="1076">
                  <c:v>41645</c:v>
                </c:pt>
                <c:pt idx="1077">
                  <c:v>41646</c:v>
                </c:pt>
                <c:pt idx="1078">
                  <c:v>41647</c:v>
                </c:pt>
                <c:pt idx="1079">
                  <c:v>41648</c:v>
                </c:pt>
                <c:pt idx="1080">
                  <c:v>41649</c:v>
                </c:pt>
                <c:pt idx="1081">
                  <c:v>41652</c:v>
                </c:pt>
                <c:pt idx="1082">
                  <c:v>41653</c:v>
                </c:pt>
                <c:pt idx="1083">
                  <c:v>41654</c:v>
                </c:pt>
                <c:pt idx="1084">
                  <c:v>41655</c:v>
                </c:pt>
                <c:pt idx="1085">
                  <c:v>41656</c:v>
                </c:pt>
                <c:pt idx="1086">
                  <c:v>41659</c:v>
                </c:pt>
                <c:pt idx="1087">
                  <c:v>41660</c:v>
                </c:pt>
                <c:pt idx="1088">
                  <c:v>41661</c:v>
                </c:pt>
                <c:pt idx="1089">
                  <c:v>41662</c:v>
                </c:pt>
                <c:pt idx="1090">
                  <c:v>41663</c:v>
                </c:pt>
                <c:pt idx="1091">
                  <c:v>41665</c:v>
                </c:pt>
                <c:pt idx="1092">
                  <c:v>41666</c:v>
                </c:pt>
                <c:pt idx="1093">
                  <c:v>41667</c:v>
                </c:pt>
                <c:pt idx="1094">
                  <c:v>41668</c:v>
                </c:pt>
                <c:pt idx="1095">
                  <c:v>41669</c:v>
                </c:pt>
                <c:pt idx="1096">
                  <c:v>41670</c:v>
                </c:pt>
                <c:pt idx="1097">
                  <c:v>41674</c:v>
                </c:pt>
                <c:pt idx="1098">
                  <c:v>41675</c:v>
                </c:pt>
                <c:pt idx="1099">
                  <c:v>41676</c:v>
                </c:pt>
                <c:pt idx="1100">
                  <c:v>41677</c:v>
                </c:pt>
                <c:pt idx="1101">
                  <c:v>41678</c:v>
                </c:pt>
                <c:pt idx="1102">
                  <c:v>41680</c:v>
                </c:pt>
                <c:pt idx="1103">
                  <c:v>41681</c:v>
                </c:pt>
                <c:pt idx="1104">
                  <c:v>41682</c:v>
                </c:pt>
                <c:pt idx="1105">
                  <c:v>41683</c:v>
                </c:pt>
                <c:pt idx="1106">
                  <c:v>41684</c:v>
                </c:pt>
                <c:pt idx="1107">
                  <c:v>41687</c:v>
                </c:pt>
                <c:pt idx="1108">
                  <c:v>41688</c:v>
                </c:pt>
                <c:pt idx="1109">
                  <c:v>41689</c:v>
                </c:pt>
                <c:pt idx="1110">
                  <c:v>41690</c:v>
                </c:pt>
                <c:pt idx="1111">
                  <c:v>41691</c:v>
                </c:pt>
                <c:pt idx="1112">
                  <c:v>41694</c:v>
                </c:pt>
                <c:pt idx="1113">
                  <c:v>41695</c:v>
                </c:pt>
                <c:pt idx="1114">
                  <c:v>41696</c:v>
                </c:pt>
                <c:pt idx="1115">
                  <c:v>41697</c:v>
                </c:pt>
                <c:pt idx="1116">
                  <c:v>41698</c:v>
                </c:pt>
                <c:pt idx="1117">
                  <c:v>41701</c:v>
                </c:pt>
                <c:pt idx="1118">
                  <c:v>41702</c:v>
                </c:pt>
                <c:pt idx="1119">
                  <c:v>41703</c:v>
                </c:pt>
                <c:pt idx="1120">
                  <c:v>41704</c:v>
                </c:pt>
                <c:pt idx="1121">
                  <c:v>41705</c:v>
                </c:pt>
                <c:pt idx="1122">
                  <c:v>41708</c:v>
                </c:pt>
                <c:pt idx="1123">
                  <c:v>41709</c:v>
                </c:pt>
                <c:pt idx="1124">
                  <c:v>41710</c:v>
                </c:pt>
                <c:pt idx="1125">
                  <c:v>41711</c:v>
                </c:pt>
                <c:pt idx="1126">
                  <c:v>41712</c:v>
                </c:pt>
                <c:pt idx="1127">
                  <c:v>41715</c:v>
                </c:pt>
                <c:pt idx="1128">
                  <c:v>41716</c:v>
                </c:pt>
                <c:pt idx="1129">
                  <c:v>41717</c:v>
                </c:pt>
                <c:pt idx="1130">
                  <c:v>41718</c:v>
                </c:pt>
                <c:pt idx="1131">
                  <c:v>41719</c:v>
                </c:pt>
                <c:pt idx="1132">
                  <c:v>41722</c:v>
                </c:pt>
                <c:pt idx="1133">
                  <c:v>41723</c:v>
                </c:pt>
                <c:pt idx="1134">
                  <c:v>41724</c:v>
                </c:pt>
                <c:pt idx="1135">
                  <c:v>41725</c:v>
                </c:pt>
                <c:pt idx="1136">
                  <c:v>41726</c:v>
                </c:pt>
                <c:pt idx="1137">
                  <c:v>41729</c:v>
                </c:pt>
                <c:pt idx="1138">
                  <c:v>41730</c:v>
                </c:pt>
                <c:pt idx="1139">
                  <c:v>41731</c:v>
                </c:pt>
                <c:pt idx="1140">
                  <c:v>41732</c:v>
                </c:pt>
                <c:pt idx="1141">
                  <c:v>41733</c:v>
                </c:pt>
                <c:pt idx="1142">
                  <c:v>41736</c:v>
                </c:pt>
                <c:pt idx="1143">
                  <c:v>41737</c:v>
                </c:pt>
                <c:pt idx="1144">
                  <c:v>41738</c:v>
                </c:pt>
                <c:pt idx="1145">
                  <c:v>41739</c:v>
                </c:pt>
                <c:pt idx="1146">
                  <c:v>41740</c:v>
                </c:pt>
                <c:pt idx="1147">
                  <c:v>41743</c:v>
                </c:pt>
                <c:pt idx="1148">
                  <c:v>41744</c:v>
                </c:pt>
                <c:pt idx="1149">
                  <c:v>41745</c:v>
                </c:pt>
                <c:pt idx="1150">
                  <c:v>41746</c:v>
                </c:pt>
                <c:pt idx="1151">
                  <c:v>41747</c:v>
                </c:pt>
                <c:pt idx="1152">
                  <c:v>41749</c:v>
                </c:pt>
                <c:pt idx="1153">
                  <c:v>41750</c:v>
                </c:pt>
                <c:pt idx="1154">
                  <c:v>41751</c:v>
                </c:pt>
                <c:pt idx="1155">
                  <c:v>41752</c:v>
                </c:pt>
                <c:pt idx="1156">
                  <c:v>41753</c:v>
                </c:pt>
                <c:pt idx="1157">
                  <c:v>41754</c:v>
                </c:pt>
                <c:pt idx="1158">
                  <c:v>41757</c:v>
                </c:pt>
                <c:pt idx="1159">
                  <c:v>41758</c:v>
                </c:pt>
                <c:pt idx="1160">
                  <c:v>41759</c:v>
                </c:pt>
                <c:pt idx="1161">
                  <c:v>41760</c:v>
                </c:pt>
                <c:pt idx="1162">
                  <c:v>41761</c:v>
                </c:pt>
                <c:pt idx="1163">
                  <c:v>41763</c:v>
                </c:pt>
                <c:pt idx="1164">
                  <c:v>41764</c:v>
                </c:pt>
                <c:pt idx="1165">
                  <c:v>41765</c:v>
                </c:pt>
                <c:pt idx="1166">
                  <c:v>41766</c:v>
                </c:pt>
                <c:pt idx="1167">
                  <c:v>41767</c:v>
                </c:pt>
                <c:pt idx="1168">
                  <c:v>41768</c:v>
                </c:pt>
                <c:pt idx="1169">
                  <c:v>41769</c:v>
                </c:pt>
                <c:pt idx="1170">
                  <c:v>41771</c:v>
                </c:pt>
                <c:pt idx="1171">
                  <c:v>41772</c:v>
                </c:pt>
                <c:pt idx="1172">
                  <c:v>41773</c:v>
                </c:pt>
                <c:pt idx="1173">
                  <c:v>41774</c:v>
                </c:pt>
                <c:pt idx="1174">
                  <c:v>41775</c:v>
                </c:pt>
                <c:pt idx="1175">
                  <c:v>41778</c:v>
                </c:pt>
                <c:pt idx="1176">
                  <c:v>41779</c:v>
                </c:pt>
                <c:pt idx="1177">
                  <c:v>41780</c:v>
                </c:pt>
                <c:pt idx="1178">
                  <c:v>41781</c:v>
                </c:pt>
                <c:pt idx="1179">
                  <c:v>41782</c:v>
                </c:pt>
                <c:pt idx="1180">
                  <c:v>41785</c:v>
                </c:pt>
                <c:pt idx="1181">
                  <c:v>41786</c:v>
                </c:pt>
                <c:pt idx="1182">
                  <c:v>41787</c:v>
                </c:pt>
                <c:pt idx="1183">
                  <c:v>41788</c:v>
                </c:pt>
                <c:pt idx="1184">
                  <c:v>41789</c:v>
                </c:pt>
                <c:pt idx="1185">
                  <c:v>41790</c:v>
                </c:pt>
                <c:pt idx="1186">
                  <c:v>41792</c:v>
                </c:pt>
                <c:pt idx="1187">
                  <c:v>41793</c:v>
                </c:pt>
                <c:pt idx="1188">
                  <c:v>41794</c:v>
                </c:pt>
                <c:pt idx="1189">
                  <c:v>41795</c:v>
                </c:pt>
                <c:pt idx="1190">
                  <c:v>41796</c:v>
                </c:pt>
                <c:pt idx="1191">
                  <c:v>41799</c:v>
                </c:pt>
                <c:pt idx="1192">
                  <c:v>41800</c:v>
                </c:pt>
                <c:pt idx="1193">
                  <c:v>41801</c:v>
                </c:pt>
                <c:pt idx="1194">
                  <c:v>41802</c:v>
                </c:pt>
                <c:pt idx="1195">
                  <c:v>41803</c:v>
                </c:pt>
                <c:pt idx="1196">
                  <c:v>41806</c:v>
                </c:pt>
                <c:pt idx="1197">
                  <c:v>41807</c:v>
                </c:pt>
                <c:pt idx="1198">
                  <c:v>41808</c:v>
                </c:pt>
                <c:pt idx="1199">
                  <c:v>41809</c:v>
                </c:pt>
                <c:pt idx="1200">
                  <c:v>41810</c:v>
                </c:pt>
                <c:pt idx="1201">
                  <c:v>41813</c:v>
                </c:pt>
                <c:pt idx="1202">
                  <c:v>41814</c:v>
                </c:pt>
                <c:pt idx="1203">
                  <c:v>41815</c:v>
                </c:pt>
                <c:pt idx="1204">
                  <c:v>41816</c:v>
                </c:pt>
                <c:pt idx="1205">
                  <c:v>41817</c:v>
                </c:pt>
                <c:pt idx="1206">
                  <c:v>41820</c:v>
                </c:pt>
                <c:pt idx="1207">
                  <c:v>41821</c:v>
                </c:pt>
                <c:pt idx="1208">
                  <c:v>41822</c:v>
                </c:pt>
                <c:pt idx="1209">
                  <c:v>41823</c:v>
                </c:pt>
                <c:pt idx="1210">
                  <c:v>41824</c:v>
                </c:pt>
                <c:pt idx="1211">
                  <c:v>41827</c:v>
                </c:pt>
                <c:pt idx="1212">
                  <c:v>41828</c:v>
                </c:pt>
                <c:pt idx="1213">
                  <c:v>41829</c:v>
                </c:pt>
                <c:pt idx="1214">
                  <c:v>41830</c:v>
                </c:pt>
                <c:pt idx="1215">
                  <c:v>41831</c:v>
                </c:pt>
                <c:pt idx="1216">
                  <c:v>41834</c:v>
                </c:pt>
                <c:pt idx="1217">
                  <c:v>41835</c:v>
                </c:pt>
                <c:pt idx="1218">
                  <c:v>41836</c:v>
                </c:pt>
                <c:pt idx="1219">
                  <c:v>41837</c:v>
                </c:pt>
                <c:pt idx="1220">
                  <c:v>41838</c:v>
                </c:pt>
                <c:pt idx="1221">
                  <c:v>41840</c:v>
                </c:pt>
                <c:pt idx="1222">
                  <c:v>41841</c:v>
                </c:pt>
                <c:pt idx="1223">
                  <c:v>41842</c:v>
                </c:pt>
                <c:pt idx="1224">
                  <c:v>41843</c:v>
                </c:pt>
                <c:pt idx="1225">
                  <c:v>41844</c:v>
                </c:pt>
                <c:pt idx="1226">
                  <c:v>41845</c:v>
                </c:pt>
                <c:pt idx="1227">
                  <c:v>41848</c:v>
                </c:pt>
                <c:pt idx="1228">
                  <c:v>41849</c:v>
                </c:pt>
                <c:pt idx="1229">
                  <c:v>41850</c:v>
                </c:pt>
                <c:pt idx="1230">
                  <c:v>41851</c:v>
                </c:pt>
                <c:pt idx="1231">
                  <c:v>41852</c:v>
                </c:pt>
                <c:pt idx="1232">
                  <c:v>41855</c:v>
                </c:pt>
                <c:pt idx="1233">
                  <c:v>41856</c:v>
                </c:pt>
                <c:pt idx="1234">
                  <c:v>41857</c:v>
                </c:pt>
                <c:pt idx="1235">
                  <c:v>41858</c:v>
                </c:pt>
                <c:pt idx="1236">
                  <c:v>41859</c:v>
                </c:pt>
                <c:pt idx="1237">
                  <c:v>41861</c:v>
                </c:pt>
                <c:pt idx="1238">
                  <c:v>41862</c:v>
                </c:pt>
                <c:pt idx="1239">
                  <c:v>41863</c:v>
                </c:pt>
                <c:pt idx="1240">
                  <c:v>41864</c:v>
                </c:pt>
                <c:pt idx="1241">
                  <c:v>41865</c:v>
                </c:pt>
                <c:pt idx="1242">
                  <c:v>41866</c:v>
                </c:pt>
                <c:pt idx="1243">
                  <c:v>41869</c:v>
                </c:pt>
                <c:pt idx="1244">
                  <c:v>41870</c:v>
                </c:pt>
                <c:pt idx="1245">
                  <c:v>41871</c:v>
                </c:pt>
                <c:pt idx="1246">
                  <c:v>41872</c:v>
                </c:pt>
                <c:pt idx="1247">
                  <c:v>41873</c:v>
                </c:pt>
                <c:pt idx="1248">
                  <c:v>41876</c:v>
                </c:pt>
                <c:pt idx="1249">
                  <c:v>41877</c:v>
                </c:pt>
                <c:pt idx="1250">
                  <c:v>41878</c:v>
                </c:pt>
                <c:pt idx="1251">
                  <c:v>41879</c:v>
                </c:pt>
                <c:pt idx="1252">
                  <c:v>41880</c:v>
                </c:pt>
                <c:pt idx="1253">
                  <c:v>41882</c:v>
                </c:pt>
                <c:pt idx="1254">
                  <c:v>41883</c:v>
                </c:pt>
                <c:pt idx="1255">
                  <c:v>41884</c:v>
                </c:pt>
                <c:pt idx="1256">
                  <c:v>41885</c:v>
                </c:pt>
                <c:pt idx="1257">
                  <c:v>41886</c:v>
                </c:pt>
                <c:pt idx="1258">
                  <c:v>41887</c:v>
                </c:pt>
                <c:pt idx="1259">
                  <c:v>41890</c:v>
                </c:pt>
                <c:pt idx="1260">
                  <c:v>41891</c:v>
                </c:pt>
                <c:pt idx="1261">
                  <c:v>41892</c:v>
                </c:pt>
                <c:pt idx="1262">
                  <c:v>41893</c:v>
                </c:pt>
                <c:pt idx="1263">
                  <c:v>41894</c:v>
                </c:pt>
                <c:pt idx="1264">
                  <c:v>41897</c:v>
                </c:pt>
                <c:pt idx="1265">
                  <c:v>41898</c:v>
                </c:pt>
                <c:pt idx="1266">
                  <c:v>41899</c:v>
                </c:pt>
                <c:pt idx="1267">
                  <c:v>41900</c:v>
                </c:pt>
                <c:pt idx="1268">
                  <c:v>41901</c:v>
                </c:pt>
                <c:pt idx="1269">
                  <c:v>41902</c:v>
                </c:pt>
                <c:pt idx="1270">
                  <c:v>41904</c:v>
                </c:pt>
                <c:pt idx="1271">
                  <c:v>41905</c:v>
                </c:pt>
                <c:pt idx="1272">
                  <c:v>41906</c:v>
                </c:pt>
                <c:pt idx="1273">
                  <c:v>41907</c:v>
                </c:pt>
                <c:pt idx="1274">
                  <c:v>41908</c:v>
                </c:pt>
                <c:pt idx="1275">
                  <c:v>41910</c:v>
                </c:pt>
                <c:pt idx="1276">
                  <c:v>41911</c:v>
                </c:pt>
                <c:pt idx="1277">
                  <c:v>41912</c:v>
                </c:pt>
                <c:pt idx="1278">
                  <c:v>41913</c:v>
                </c:pt>
                <c:pt idx="1279">
                  <c:v>41914</c:v>
                </c:pt>
                <c:pt idx="1280">
                  <c:v>41915</c:v>
                </c:pt>
                <c:pt idx="1281">
                  <c:v>41918</c:v>
                </c:pt>
                <c:pt idx="1282">
                  <c:v>41919</c:v>
                </c:pt>
                <c:pt idx="1283">
                  <c:v>41920</c:v>
                </c:pt>
                <c:pt idx="1284">
                  <c:v>41921</c:v>
                </c:pt>
                <c:pt idx="1285">
                  <c:v>41922</c:v>
                </c:pt>
                <c:pt idx="1286">
                  <c:v>41923</c:v>
                </c:pt>
                <c:pt idx="1287">
                  <c:v>41925</c:v>
                </c:pt>
                <c:pt idx="1288">
                  <c:v>41926</c:v>
                </c:pt>
                <c:pt idx="1289">
                  <c:v>41927</c:v>
                </c:pt>
                <c:pt idx="1290">
                  <c:v>41928</c:v>
                </c:pt>
                <c:pt idx="1291">
                  <c:v>41929</c:v>
                </c:pt>
                <c:pt idx="1292">
                  <c:v>41932</c:v>
                </c:pt>
                <c:pt idx="1293">
                  <c:v>41933</c:v>
                </c:pt>
                <c:pt idx="1294">
                  <c:v>41934</c:v>
                </c:pt>
                <c:pt idx="1295">
                  <c:v>41935</c:v>
                </c:pt>
                <c:pt idx="1296">
                  <c:v>41936</c:v>
                </c:pt>
                <c:pt idx="1297">
                  <c:v>41939</c:v>
                </c:pt>
                <c:pt idx="1298">
                  <c:v>41940</c:v>
                </c:pt>
                <c:pt idx="1299">
                  <c:v>41941</c:v>
                </c:pt>
                <c:pt idx="1300">
                  <c:v>41942</c:v>
                </c:pt>
                <c:pt idx="1301">
                  <c:v>41943</c:v>
                </c:pt>
                <c:pt idx="1302">
                  <c:v>41946</c:v>
                </c:pt>
                <c:pt idx="1303">
                  <c:v>41947</c:v>
                </c:pt>
                <c:pt idx="1304">
                  <c:v>41948</c:v>
                </c:pt>
                <c:pt idx="1305">
                  <c:v>41949</c:v>
                </c:pt>
                <c:pt idx="1306">
                  <c:v>41950</c:v>
                </c:pt>
                <c:pt idx="1307">
                  <c:v>41953</c:v>
                </c:pt>
                <c:pt idx="1308">
                  <c:v>41954</c:v>
                </c:pt>
                <c:pt idx="1309">
                  <c:v>41955</c:v>
                </c:pt>
                <c:pt idx="1310">
                  <c:v>41956</c:v>
                </c:pt>
                <c:pt idx="1311">
                  <c:v>41957</c:v>
                </c:pt>
                <c:pt idx="1312">
                  <c:v>41960</c:v>
                </c:pt>
                <c:pt idx="1313">
                  <c:v>41961</c:v>
                </c:pt>
                <c:pt idx="1314">
                  <c:v>41962</c:v>
                </c:pt>
                <c:pt idx="1315">
                  <c:v>41963</c:v>
                </c:pt>
                <c:pt idx="1316">
                  <c:v>41964</c:v>
                </c:pt>
                <c:pt idx="1317">
                  <c:v>41967</c:v>
                </c:pt>
                <c:pt idx="1318">
                  <c:v>41968</c:v>
                </c:pt>
                <c:pt idx="1319">
                  <c:v>41969</c:v>
                </c:pt>
                <c:pt idx="1320">
                  <c:v>41970</c:v>
                </c:pt>
                <c:pt idx="1321">
                  <c:v>41971</c:v>
                </c:pt>
                <c:pt idx="1322">
                  <c:v>41973</c:v>
                </c:pt>
                <c:pt idx="1323">
                  <c:v>41974</c:v>
                </c:pt>
                <c:pt idx="1324">
                  <c:v>41975</c:v>
                </c:pt>
                <c:pt idx="1325">
                  <c:v>41976</c:v>
                </c:pt>
                <c:pt idx="1326">
                  <c:v>41977</c:v>
                </c:pt>
                <c:pt idx="1327">
                  <c:v>41978</c:v>
                </c:pt>
                <c:pt idx="1328">
                  <c:v>41981</c:v>
                </c:pt>
                <c:pt idx="1329">
                  <c:v>41982</c:v>
                </c:pt>
                <c:pt idx="1330">
                  <c:v>41983</c:v>
                </c:pt>
                <c:pt idx="1331">
                  <c:v>41984</c:v>
                </c:pt>
                <c:pt idx="1332">
                  <c:v>41985</c:v>
                </c:pt>
                <c:pt idx="1333">
                  <c:v>41988</c:v>
                </c:pt>
                <c:pt idx="1334">
                  <c:v>41989</c:v>
                </c:pt>
                <c:pt idx="1335">
                  <c:v>41990</c:v>
                </c:pt>
                <c:pt idx="1336">
                  <c:v>41991</c:v>
                </c:pt>
                <c:pt idx="1337">
                  <c:v>41992</c:v>
                </c:pt>
                <c:pt idx="1338">
                  <c:v>41993</c:v>
                </c:pt>
                <c:pt idx="1339">
                  <c:v>41995</c:v>
                </c:pt>
                <c:pt idx="1340">
                  <c:v>41996</c:v>
                </c:pt>
                <c:pt idx="1341">
                  <c:v>41997</c:v>
                </c:pt>
                <c:pt idx="1342">
                  <c:v>41998</c:v>
                </c:pt>
                <c:pt idx="1343">
                  <c:v>41999</c:v>
                </c:pt>
                <c:pt idx="1344">
                  <c:v>42002</c:v>
                </c:pt>
                <c:pt idx="1345">
                  <c:v>42003</c:v>
                </c:pt>
                <c:pt idx="1346">
                  <c:v>42004</c:v>
                </c:pt>
                <c:pt idx="1347">
                  <c:v>42006</c:v>
                </c:pt>
                <c:pt idx="1348">
                  <c:v>42008</c:v>
                </c:pt>
                <c:pt idx="1349">
                  <c:v>42009</c:v>
                </c:pt>
                <c:pt idx="1350">
                  <c:v>42010</c:v>
                </c:pt>
                <c:pt idx="1351">
                  <c:v>42011</c:v>
                </c:pt>
                <c:pt idx="1352">
                  <c:v>42012</c:v>
                </c:pt>
                <c:pt idx="1353">
                  <c:v>42013</c:v>
                </c:pt>
                <c:pt idx="1354">
                  <c:v>42014</c:v>
                </c:pt>
                <c:pt idx="1355">
                  <c:v>42016</c:v>
                </c:pt>
                <c:pt idx="1356">
                  <c:v>42017</c:v>
                </c:pt>
                <c:pt idx="1357">
                  <c:v>42018</c:v>
                </c:pt>
                <c:pt idx="1358">
                  <c:v>42019</c:v>
                </c:pt>
                <c:pt idx="1359">
                  <c:v>42020</c:v>
                </c:pt>
                <c:pt idx="1360">
                  <c:v>42023</c:v>
                </c:pt>
                <c:pt idx="1361">
                  <c:v>42024</c:v>
                </c:pt>
                <c:pt idx="1362">
                  <c:v>42025</c:v>
                </c:pt>
                <c:pt idx="1363">
                  <c:v>42026</c:v>
                </c:pt>
                <c:pt idx="1364">
                  <c:v>42027</c:v>
                </c:pt>
                <c:pt idx="1365">
                  <c:v>42030</c:v>
                </c:pt>
                <c:pt idx="1366">
                  <c:v>42031</c:v>
                </c:pt>
                <c:pt idx="1367">
                  <c:v>42032</c:v>
                </c:pt>
                <c:pt idx="1368">
                  <c:v>42033</c:v>
                </c:pt>
                <c:pt idx="1369">
                  <c:v>42034</c:v>
                </c:pt>
                <c:pt idx="1370">
                  <c:v>42035</c:v>
                </c:pt>
                <c:pt idx="1371">
                  <c:v>42037</c:v>
                </c:pt>
                <c:pt idx="1372">
                  <c:v>42038</c:v>
                </c:pt>
                <c:pt idx="1373">
                  <c:v>42039</c:v>
                </c:pt>
                <c:pt idx="1374">
                  <c:v>42040</c:v>
                </c:pt>
                <c:pt idx="1375">
                  <c:v>42041</c:v>
                </c:pt>
                <c:pt idx="1376">
                  <c:v>42044</c:v>
                </c:pt>
                <c:pt idx="1377">
                  <c:v>42045</c:v>
                </c:pt>
                <c:pt idx="1378">
                  <c:v>42046</c:v>
                </c:pt>
                <c:pt idx="1379">
                  <c:v>42047</c:v>
                </c:pt>
                <c:pt idx="1380">
                  <c:v>42048</c:v>
                </c:pt>
                <c:pt idx="1381">
                  <c:v>42050</c:v>
                </c:pt>
                <c:pt idx="1382">
                  <c:v>42051</c:v>
                </c:pt>
                <c:pt idx="1383">
                  <c:v>42052</c:v>
                </c:pt>
                <c:pt idx="1384">
                  <c:v>42053</c:v>
                </c:pt>
                <c:pt idx="1385">
                  <c:v>42054</c:v>
                </c:pt>
                <c:pt idx="1386">
                  <c:v>42055</c:v>
                </c:pt>
                <c:pt idx="1387">
                  <c:v>42058</c:v>
                </c:pt>
                <c:pt idx="1388">
                  <c:v>42059</c:v>
                </c:pt>
                <c:pt idx="1389">
                  <c:v>42060</c:v>
                </c:pt>
                <c:pt idx="1390">
                  <c:v>42061</c:v>
                </c:pt>
                <c:pt idx="1391">
                  <c:v>42062</c:v>
                </c:pt>
                <c:pt idx="1392">
                  <c:v>42063</c:v>
                </c:pt>
                <c:pt idx="1393">
                  <c:v>42065</c:v>
                </c:pt>
                <c:pt idx="1394">
                  <c:v>42066</c:v>
                </c:pt>
                <c:pt idx="1395">
                  <c:v>42067</c:v>
                </c:pt>
                <c:pt idx="1396">
                  <c:v>42068</c:v>
                </c:pt>
                <c:pt idx="1397">
                  <c:v>42069</c:v>
                </c:pt>
                <c:pt idx="1398">
                  <c:v>42072</c:v>
                </c:pt>
                <c:pt idx="1399">
                  <c:v>42073</c:v>
                </c:pt>
                <c:pt idx="1400">
                  <c:v>42074</c:v>
                </c:pt>
                <c:pt idx="1401">
                  <c:v>42075</c:v>
                </c:pt>
                <c:pt idx="1402">
                  <c:v>42076</c:v>
                </c:pt>
                <c:pt idx="1403">
                  <c:v>42079</c:v>
                </c:pt>
                <c:pt idx="1404">
                  <c:v>42080</c:v>
                </c:pt>
                <c:pt idx="1405">
                  <c:v>42081</c:v>
                </c:pt>
                <c:pt idx="1406">
                  <c:v>42082</c:v>
                </c:pt>
                <c:pt idx="1407">
                  <c:v>42083</c:v>
                </c:pt>
                <c:pt idx="1408">
                  <c:v>42086</c:v>
                </c:pt>
                <c:pt idx="1409">
                  <c:v>42087</c:v>
                </c:pt>
                <c:pt idx="1410">
                  <c:v>42088</c:v>
                </c:pt>
                <c:pt idx="1411">
                  <c:v>42089</c:v>
                </c:pt>
                <c:pt idx="1412">
                  <c:v>42090</c:v>
                </c:pt>
                <c:pt idx="1413">
                  <c:v>42093</c:v>
                </c:pt>
                <c:pt idx="1414">
                  <c:v>42094</c:v>
                </c:pt>
                <c:pt idx="1415">
                  <c:v>42095</c:v>
                </c:pt>
                <c:pt idx="1416">
                  <c:v>42096</c:v>
                </c:pt>
                <c:pt idx="1417">
                  <c:v>42097</c:v>
                </c:pt>
                <c:pt idx="1418">
                  <c:v>42100</c:v>
                </c:pt>
                <c:pt idx="1419">
                  <c:v>42101</c:v>
                </c:pt>
                <c:pt idx="1420">
                  <c:v>42102</c:v>
                </c:pt>
                <c:pt idx="1421">
                  <c:v>42103</c:v>
                </c:pt>
                <c:pt idx="1422">
                  <c:v>42104</c:v>
                </c:pt>
                <c:pt idx="1423">
                  <c:v>42107</c:v>
                </c:pt>
                <c:pt idx="1424">
                  <c:v>42108</c:v>
                </c:pt>
                <c:pt idx="1425">
                  <c:v>42109</c:v>
                </c:pt>
                <c:pt idx="1426">
                  <c:v>42110</c:v>
                </c:pt>
                <c:pt idx="1427">
                  <c:v>42111</c:v>
                </c:pt>
                <c:pt idx="1428">
                  <c:v>42114</c:v>
                </c:pt>
                <c:pt idx="1429">
                  <c:v>42115</c:v>
                </c:pt>
                <c:pt idx="1430">
                  <c:v>42116</c:v>
                </c:pt>
                <c:pt idx="1431">
                  <c:v>42117</c:v>
                </c:pt>
                <c:pt idx="1432">
                  <c:v>42118</c:v>
                </c:pt>
                <c:pt idx="1433">
                  <c:v>42121</c:v>
                </c:pt>
                <c:pt idx="1434">
                  <c:v>42122</c:v>
                </c:pt>
                <c:pt idx="1435">
                  <c:v>42123</c:v>
                </c:pt>
                <c:pt idx="1436">
                  <c:v>42124</c:v>
                </c:pt>
                <c:pt idx="1437">
                  <c:v>42128</c:v>
                </c:pt>
                <c:pt idx="1438">
                  <c:v>42129</c:v>
                </c:pt>
                <c:pt idx="1439">
                  <c:v>42130</c:v>
                </c:pt>
                <c:pt idx="1440">
                  <c:v>42131</c:v>
                </c:pt>
                <c:pt idx="1441">
                  <c:v>42132</c:v>
                </c:pt>
                <c:pt idx="1442">
                  <c:v>42134</c:v>
                </c:pt>
                <c:pt idx="1443">
                  <c:v>42135</c:v>
                </c:pt>
                <c:pt idx="1444">
                  <c:v>42136</c:v>
                </c:pt>
                <c:pt idx="1445">
                  <c:v>42137</c:v>
                </c:pt>
                <c:pt idx="1446">
                  <c:v>42138</c:v>
                </c:pt>
                <c:pt idx="1447">
                  <c:v>42139</c:v>
                </c:pt>
                <c:pt idx="1448">
                  <c:v>42142</c:v>
                </c:pt>
                <c:pt idx="1449">
                  <c:v>42143</c:v>
                </c:pt>
                <c:pt idx="1450">
                  <c:v>42144</c:v>
                </c:pt>
                <c:pt idx="1451">
                  <c:v>42145</c:v>
                </c:pt>
                <c:pt idx="1452">
                  <c:v>42146</c:v>
                </c:pt>
                <c:pt idx="1453">
                  <c:v>42149</c:v>
                </c:pt>
                <c:pt idx="1454">
                  <c:v>42150</c:v>
                </c:pt>
                <c:pt idx="1455">
                  <c:v>42151</c:v>
                </c:pt>
                <c:pt idx="1456">
                  <c:v>42152</c:v>
                </c:pt>
                <c:pt idx="1457">
                  <c:v>42153</c:v>
                </c:pt>
                <c:pt idx="1458">
                  <c:v>42155</c:v>
                </c:pt>
                <c:pt idx="1459">
                  <c:v>42156</c:v>
                </c:pt>
                <c:pt idx="1460">
                  <c:v>42157</c:v>
                </c:pt>
                <c:pt idx="1461">
                  <c:v>42158</c:v>
                </c:pt>
                <c:pt idx="1462">
                  <c:v>42159</c:v>
                </c:pt>
                <c:pt idx="1463">
                  <c:v>42160</c:v>
                </c:pt>
                <c:pt idx="1464">
                  <c:v>42163</c:v>
                </c:pt>
                <c:pt idx="1465">
                  <c:v>42164</c:v>
                </c:pt>
                <c:pt idx="1466">
                  <c:v>42165</c:v>
                </c:pt>
                <c:pt idx="1467">
                  <c:v>42166</c:v>
                </c:pt>
                <c:pt idx="1468">
                  <c:v>42167</c:v>
                </c:pt>
                <c:pt idx="1469">
                  <c:v>42170</c:v>
                </c:pt>
                <c:pt idx="1470">
                  <c:v>42171</c:v>
                </c:pt>
                <c:pt idx="1471">
                  <c:v>42172</c:v>
                </c:pt>
                <c:pt idx="1472">
                  <c:v>42173</c:v>
                </c:pt>
                <c:pt idx="1473">
                  <c:v>42174</c:v>
                </c:pt>
                <c:pt idx="1474">
                  <c:v>42175</c:v>
                </c:pt>
                <c:pt idx="1475">
                  <c:v>42178</c:v>
                </c:pt>
                <c:pt idx="1476">
                  <c:v>42179</c:v>
                </c:pt>
                <c:pt idx="1477">
                  <c:v>42180</c:v>
                </c:pt>
                <c:pt idx="1478">
                  <c:v>42181</c:v>
                </c:pt>
                <c:pt idx="1479">
                  <c:v>42184</c:v>
                </c:pt>
                <c:pt idx="1480">
                  <c:v>42185</c:v>
                </c:pt>
                <c:pt idx="1481">
                  <c:v>42186</c:v>
                </c:pt>
                <c:pt idx="1482">
                  <c:v>42187</c:v>
                </c:pt>
                <c:pt idx="1483">
                  <c:v>42188</c:v>
                </c:pt>
                <c:pt idx="1484">
                  <c:v>42191</c:v>
                </c:pt>
                <c:pt idx="1485">
                  <c:v>42192</c:v>
                </c:pt>
                <c:pt idx="1486">
                  <c:v>42193</c:v>
                </c:pt>
                <c:pt idx="1487">
                  <c:v>42194</c:v>
                </c:pt>
                <c:pt idx="1488">
                  <c:v>42195</c:v>
                </c:pt>
                <c:pt idx="1489">
                  <c:v>42198</c:v>
                </c:pt>
                <c:pt idx="1490">
                  <c:v>42199</c:v>
                </c:pt>
                <c:pt idx="1491">
                  <c:v>42200</c:v>
                </c:pt>
                <c:pt idx="1492">
                  <c:v>42201</c:v>
                </c:pt>
                <c:pt idx="1493">
                  <c:v>42202</c:v>
                </c:pt>
                <c:pt idx="1494">
                  <c:v>42205</c:v>
                </c:pt>
                <c:pt idx="1495">
                  <c:v>42206</c:v>
                </c:pt>
                <c:pt idx="1496">
                  <c:v>42207</c:v>
                </c:pt>
                <c:pt idx="1497">
                  <c:v>42208</c:v>
                </c:pt>
                <c:pt idx="1498">
                  <c:v>42209</c:v>
                </c:pt>
                <c:pt idx="1499">
                  <c:v>42212</c:v>
                </c:pt>
                <c:pt idx="1500">
                  <c:v>42213</c:v>
                </c:pt>
                <c:pt idx="1501">
                  <c:v>42214</c:v>
                </c:pt>
                <c:pt idx="1502">
                  <c:v>42215</c:v>
                </c:pt>
                <c:pt idx="1503">
                  <c:v>42216</c:v>
                </c:pt>
                <c:pt idx="1504">
                  <c:v>42219</c:v>
                </c:pt>
                <c:pt idx="1505">
                  <c:v>42220</c:v>
                </c:pt>
                <c:pt idx="1506">
                  <c:v>42221</c:v>
                </c:pt>
                <c:pt idx="1507">
                  <c:v>42222</c:v>
                </c:pt>
                <c:pt idx="1508">
                  <c:v>42223</c:v>
                </c:pt>
                <c:pt idx="1509">
                  <c:v>42226</c:v>
                </c:pt>
                <c:pt idx="1510">
                  <c:v>42227</c:v>
                </c:pt>
                <c:pt idx="1511">
                  <c:v>42228</c:v>
                </c:pt>
                <c:pt idx="1512">
                  <c:v>42229</c:v>
                </c:pt>
                <c:pt idx="1513">
                  <c:v>42230</c:v>
                </c:pt>
                <c:pt idx="1514">
                  <c:v>42233</c:v>
                </c:pt>
                <c:pt idx="1515">
                  <c:v>42234</c:v>
                </c:pt>
                <c:pt idx="1516">
                  <c:v>42235</c:v>
                </c:pt>
                <c:pt idx="1517">
                  <c:v>42236</c:v>
                </c:pt>
                <c:pt idx="1518">
                  <c:v>42237</c:v>
                </c:pt>
                <c:pt idx="1519">
                  <c:v>42240</c:v>
                </c:pt>
                <c:pt idx="1520">
                  <c:v>42241</c:v>
                </c:pt>
                <c:pt idx="1521">
                  <c:v>42242</c:v>
                </c:pt>
                <c:pt idx="1522">
                  <c:v>42243</c:v>
                </c:pt>
                <c:pt idx="1523">
                  <c:v>42244</c:v>
                </c:pt>
                <c:pt idx="1524">
                  <c:v>42247</c:v>
                </c:pt>
                <c:pt idx="1525">
                  <c:v>42248</c:v>
                </c:pt>
                <c:pt idx="1526">
                  <c:v>42249</c:v>
                </c:pt>
                <c:pt idx="1527">
                  <c:v>42251</c:v>
                </c:pt>
                <c:pt idx="1528">
                  <c:v>42253</c:v>
                </c:pt>
                <c:pt idx="1529">
                  <c:v>42254</c:v>
                </c:pt>
                <c:pt idx="1530">
                  <c:v>42255</c:v>
                </c:pt>
                <c:pt idx="1531">
                  <c:v>42256</c:v>
                </c:pt>
                <c:pt idx="1532">
                  <c:v>42257</c:v>
                </c:pt>
                <c:pt idx="1533">
                  <c:v>42258</c:v>
                </c:pt>
                <c:pt idx="1534">
                  <c:v>42261</c:v>
                </c:pt>
                <c:pt idx="1535">
                  <c:v>42262</c:v>
                </c:pt>
                <c:pt idx="1536">
                  <c:v>42263</c:v>
                </c:pt>
                <c:pt idx="1537">
                  <c:v>42264</c:v>
                </c:pt>
                <c:pt idx="1538">
                  <c:v>42265</c:v>
                </c:pt>
                <c:pt idx="1539">
                  <c:v>42267</c:v>
                </c:pt>
                <c:pt idx="1540">
                  <c:v>42268</c:v>
                </c:pt>
                <c:pt idx="1541">
                  <c:v>42269</c:v>
                </c:pt>
                <c:pt idx="1542">
                  <c:v>42270</c:v>
                </c:pt>
                <c:pt idx="1543">
                  <c:v>42271</c:v>
                </c:pt>
                <c:pt idx="1544">
                  <c:v>42272</c:v>
                </c:pt>
                <c:pt idx="1545">
                  <c:v>42275</c:v>
                </c:pt>
                <c:pt idx="1546">
                  <c:v>42276</c:v>
                </c:pt>
                <c:pt idx="1547">
                  <c:v>42277</c:v>
                </c:pt>
                <c:pt idx="1548">
                  <c:v>42278</c:v>
                </c:pt>
                <c:pt idx="1549">
                  <c:v>42279</c:v>
                </c:pt>
                <c:pt idx="1550">
                  <c:v>42282</c:v>
                </c:pt>
                <c:pt idx="1551">
                  <c:v>42283</c:v>
                </c:pt>
                <c:pt idx="1552">
                  <c:v>42284</c:v>
                </c:pt>
                <c:pt idx="1553">
                  <c:v>42285</c:v>
                </c:pt>
                <c:pt idx="1554">
                  <c:v>42286</c:v>
                </c:pt>
                <c:pt idx="1555">
                  <c:v>42287</c:v>
                </c:pt>
                <c:pt idx="1556">
                  <c:v>42289</c:v>
                </c:pt>
                <c:pt idx="1557">
                  <c:v>42290</c:v>
                </c:pt>
                <c:pt idx="1558">
                  <c:v>42291</c:v>
                </c:pt>
                <c:pt idx="1559">
                  <c:v>42292</c:v>
                </c:pt>
                <c:pt idx="1560">
                  <c:v>42293</c:v>
                </c:pt>
                <c:pt idx="1561">
                  <c:v>42296</c:v>
                </c:pt>
                <c:pt idx="1562">
                  <c:v>42297</c:v>
                </c:pt>
                <c:pt idx="1563">
                  <c:v>42298</c:v>
                </c:pt>
                <c:pt idx="1564">
                  <c:v>42299</c:v>
                </c:pt>
                <c:pt idx="1565">
                  <c:v>42300</c:v>
                </c:pt>
                <c:pt idx="1566">
                  <c:v>42303</c:v>
                </c:pt>
                <c:pt idx="1567">
                  <c:v>42304</c:v>
                </c:pt>
                <c:pt idx="1568">
                  <c:v>42305</c:v>
                </c:pt>
                <c:pt idx="1569">
                  <c:v>42306</c:v>
                </c:pt>
                <c:pt idx="1570">
                  <c:v>42307</c:v>
                </c:pt>
                <c:pt idx="1571">
                  <c:v>42308</c:v>
                </c:pt>
                <c:pt idx="1572">
                  <c:v>42310</c:v>
                </c:pt>
                <c:pt idx="1573">
                  <c:v>42311</c:v>
                </c:pt>
                <c:pt idx="1574">
                  <c:v>42312</c:v>
                </c:pt>
                <c:pt idx="1575">
                  <c:v>42313</c:v>
                </c:pt>
                <c:pt idx="1576">
                  <c:v>42314</c:v>
                </c:pt>
                <c:pt idx="1577">
                  <c:v>42317</c:v>
                </c:pt>
                <c:pt idx="1578">
                  <c:v>42318</c:v>
                </c:pt>
                <c:pt idx="1579">
                  <c:v>42319</c:v>
                </c:pt>
                <c:pt idx="1580">
                  <c:v>42320</c:v>
                </c:pt>
                <c:pt idx="1581">
                  <c:v>42321</c:v>
                </c:pt>
                <c:pt idx="1582">
                  <c:v>42324</c:v>
                </c:pt>
                <c:pt idx="1583">
                  <c:v>42325</c:v>
                </c:pt>
                <c:pt idx="1584">
                  <c:v>42326</c:v>
                </c:pt>
                <c:pt idx="1585">
                  <c:v>42327</c:v>
                </c:pt>
                <c:pt idx="1586">
                  <c:v>42328</c:v>
                </c:pt>
                <c:pt idx="1587">
                  <c:v>42331</c:v>
                </c:pt>
                <c:pt idx="1588">
                  <c:v>42332</c:v>
                </c:pt>
                <c:pt idx="1589">
                  <c:v>42333</c:v>
                </c:pt>
                <c:pt idx="1590">
                  <c:v>42334</c:v>
                </c:pt>
                <c:pt idx="1591">
                  <c:v>42335</c:v>
                </c:pt>
                <c:pt idx="1592">
                  <c:v>42338</c:v>
                </c:pt>
                <c:pt idx="1593">
                  <c:v>42339</c:v>
                </c:pt>
                <c:pt idx="1594">
                  <c:v>42340</c:v>
                </c:pt>
                <c:pt idx="1595">
                  <c:v>42341</c:v>
                </c:pt>
                <c:pt idx="1596">
                  <c:v>42342</c:v>
                </c:pt>
                <c:pt idx="1597">
                  <c:v>42345</c:v>
                </c:pt>
                <c:pt idx="1598">
                  <c:v>42346</c:v>
                </c:pt>
                <c:pt idx="1599">
                  <c:v>42347</c:v>
                </c:pt>
                <c:pt idx="1600">
                  <c:v>42348</c:v>
                </c:pt>
                <c:pt idx="1601">
                  <c:v>42349</c:v>
                </c:pt>
                <c:pt idx="1602">
                  <c:v>42352</c:v>
                </c:pt>
                <c:pt idx="1603">
                  <c:v>42353</c:v>
                </c:pt>
                <c:pt idx="1604">
                  <c:v>42354</c:v>
                </c:pt>
                <c:pt idx="1605">
                  <c:v>42355</c:v>
                </c:pt>
                <c:pt idx="1606">
                  <c:v>42356</c:v>
                </c:pt>
                <c:pt idx="1607">
                  <c:v>42358</c:v>
                </c:pt>
                <c:pt idx="1608">
                  <c:v>42359</c:v>
                </c:pt>
                <c:pt idx="1609">
                  <c:v>42360</c:v>
                </c:pt>
                <c:pt idx="1610">
                  <c:v>42361</c:v>
                </c:pt>
                <c:pt idx="1611">
                  <c:v>42362</c:v>
                </c:pt>
                <c:pt idx="1612">
                  <c:v>42363</c:v>
                </c:pt>
                <c:pt idx="1613">
                  <c:v>42366</c:v>
                </c:pt>
                <c:pt idx="1614">
                  <c:v>42367</c:v>
                </c:pt>
                <c:pt idx="1615">
                  <c:v>42368</c:v>
                </c:pt>
                <c:pt idx="1616">
                  <c:v>42369</c:v>
                </c:pt>
                <c:pt idx="1617">
                  <c:v>42373</c:v>
                </c:pt>
                <c:pt idx="1618">
                  <c:v>42374</c:v>
                </c:pt>
                <c:pt idx="1619">
                  <c:v>42375</c:v>
                </c:pt>
                <c:pt idx="1620">
                  <c:v>42376</c:v>
                </c:pt>
                <c:pt idx="1621">
                  <c:v>42377</c:v>
                </c:pt>
                <c:pt idx="1622">
                  <c:v>42379</c:v>
                </c:pt>
                <c:pt idx="1623">
                  <c:v>42380</c:v>
                </c:pt>
                <c:pt idx="1624">
                  <c:v>42381</c:v>
                </c:pt>
                <c:pt idx="1625">
                  <c:v>42382</c:v>
                </c:pt>
                <c:pt idx="1626">
                  <c:v>42383</c:v>
                </c:pt>
                <c:pt idx="1627">
                  <c:v>42384</c:v>
                </c:pt>
                <c:pt idx="1628">
                  <c:v>42387</c:v>
                </c:pt>
                <c:pt idx="1629">
                  <c:v>42388</c:v>
                </c:pt>
                <c:pt idx="1630">
                  <c:v>42389</c:v>
                </c:pt>
                <c:pt idx="1631">
                  <c:v>42390</c:v>
                </c:pt>
                <c:pt idx="1632">
                  <c:v>42391</c:v>
                </c:pt>
                <c:pt idx="1633">
                  <c:v>42394</c:v>
                </c:pt>
                <c:pt idx="1634">
                  <c:v>42395</c:v>
                </c:pt>
                <c:pt idx="1635">
                  <c:v>42396</c:v>
                </c:pt>
                <c:pt idx="1636">
                  <c:v>42397</c:v>
                </c:pt>
                <c:pt idx="1637">
                  <c:v>42398</c:v>
                </c:pt>
                <c:pt idx="1638">
                  <c:v>42400</c:v>
                </c:pt>
                <c:pt idx="1639">
                  <c:v>42401</c:v>
                </c:pt>
                <c:pt idx="1640">
                  <c:v>42402</c:v>
                </c:pt>
                <c:pt idx="1641">
                  <c:v>42403</c:v>
                </c:pt>
                <c:pt idx="1642">
                  <c:v>42404</c:v>
                </c:pt>
                <c:pt idx="1643">
                  <c:v>42405</c:v>
                </c:pt>
                <c:pt idx="1644">
                  <c:v>42406</c:v>
                </c:pt>
                <c:pt idx="1645">
                  <c:v>42408</c:v>
                </c:pt>
                <c:pt idx="1646">
                  <c:v>42409</c:v>
                </c:pt>
                <c:pt idx="1647">
                  <c:v>42410</c:v>
                </c:pt>
                <c:pt idx="1648">
                  <c:v>42411</c:v>
                </c:pt>
                <c:pt idx="1649">
                  <c:v>42412</c:v>
                </c:pt>
                <c:pt idx="1650">
                  <c:v>42414</c:v>
                </c:pt>
                <c:pt idx="1651">
                  <c:v>42415</c:v>
                </c:pt>
                <c:pt idx="1652">
                  <c:v>42416</c:v>
                </c:pt>
                <c:pt idx="1653">
                  <c:v>42417</c:v>
                </c:pt>
                <c:pt idx="1654">
                  <c:v>42418</c:v>
                </c:pt>
                <c:pt idx="1655">
                  <c:v>42419</c:v>
                </c:pt>
                <c:pt idx="1656">
                  <c:v>42420</c:v>
                </c:pt>
                <c:pt idx="1657">
                  <c:v>42422</c:v>
                </c:pt>
                <c:pt idx="1658">
                  <c:v>42423</c:v>
                </c:pt>
                <c:pt idx="1659">
                  <c:v>42424</c:v>
                </c:pt>
                <c:pt idx="1660">
                  <c:v>42425</c:v>
                </c:pt>
                <c:pt idx="1661">
                  <c:v>42426</c:v>
                </c:pt>
                <c:pt idx="1662">
                  <c:v>42429</c:v>
                </c:pt>
                <c:pt idx="1663">
                  <c:v>42430</c:v>
                </c:pt>
                <c:pt idx="1664">
                  <c:v>42431</c:v>
                </c:pt>
                <c:pt idx="1665">
                  <c:v>42432</c:v>
                </c:pt>
                <c:pt idx="1666">
                  <c:v>42433</c:v>
                </c:pt>
                <c:pt idx="1667">
                  <c:v>42436</c:v>
                </c:pt>
                <c:pt idx="1668">
                  <c:v>42437</c:v>
                </c:pt>
                <c:pt idx="1669">
                  <c:v>42438</c:v>
                </c:pt>
                <c:pt idx="1670">
                  <c:v>42439</c:v>
                </c:pt>
                <c:pt idx="1671">
                  <c:v>42440</c:v>
                </c:pt>
                <c:pt idx="1672">
                  <c:v>42443</c:v>
                </c:pt>
                <c:pt idx="1673">
                  <c:v>42444</c:v>
                </c:pt>
                <c:pt idx="1674">
                  <c:v>42445</c:v>
                </c:pt>
                <c:pt idx="1675">
                  <c:v>42446</c:v>
                </c:pt>
                <c:pt idx="1676">
                  <c:v>42447</c:v>
                </c:pt>
                <c:pt idx="1677">
                  <c:v>42449</c:v>
                </c:pt>
                <c:pt idx="1678">
                  <c:v>42450</c:v>
                </c:pt>
                <c:pt idx="1679">
                  <c:v>42451</c:v>
                </c:pt>
                <c:pt idx="1680">
                  <c:v>42452</c:v>
                </c:pt>
                <c:pt idx="1681">
                  <c:v>42453</c:v>
                </c:pt>
                <c:pt idx="1682">
                  <c:v>42454</c:v>
                </c:pt>
                <c:pt idx="1683">
                  <c:v>42457</c:v>
                </c:pt>
                <c:pt idx="1684">
                  <c:v>42458</c:v>
                </c:pt>
                <c:pt idx="1685">
                  <c:v>42459</c:v>
                </c:pt>
                <c:pt idx="1686">
                  <c:v>42460</c:v>
                </c:pt>
                <c:pt idx="1687">
                  <c:v>42461</c:v>
                </c:pt>
                <c:pt idx="1688">
                  <c:v>42464</c:v>
                </c:pt>
                <c:pt idx="1689">
                  <c:v>42465</c:v>
                </c:pt>
                <c:pt idx="1690">
                  <c:v>42466</c:v>
                </c:pt>
                <c:pt idx="1691">
                  <c:v>42467</c:v>
                </c:pt>
                <c:pt idx="1692">
                  <c:v>42468</c:v>
                </c:pt>
                <c:pt idx="1693">
                  <c:v>42470</c:v>
                </c:pt>
                <c:pt idx="1694">
                  <c:v>42471</c:v>
                </c:pt>
                <c:pt idx="1695">
                  <c:v>42472</c:v>
                </c:pt>
                <c:pt idx="1696">
                  <c:v>42473</c:v>
                </c:pt>
                <c:pt idx="1697">
                  <c:v>42474</c:v>
                </c:pt>
                <c:pt idx="1698">
                  <c:v>42475</c:v>
                </c:pt>
                <c:pt idx="1699">
                  <c:v>42478</c:v>
                </c:pt>
                <c:pt idx="1700">
                  <c:v>42479</c:v>
                </c:pt>
                <c:pt idx="1701">
                  <c:v>42480</c:v>
                </c:pt>
                <c:pt idx="1702">
                  <c:v>42481</c:v>
                </c:pt>
                <c:pt idx="1703">
                  <c:v>42482</c:v>
                </c:pt>
                <c:pt idx="1704">
                  <c:v>42485</c:v>
                </c:pt>
                <c:pt idx="1705">
                  <c:v>42486</c:v>
                </c:pt>
                <c:pt idx="1706">
                  <c:v>42487</c:v>
                </c:pt>
                <c:pt idx="1707">
                  <c:v>42488</c:v>
                </c:pt>
                <c:pt idx="1708">
                  <c:v>42489</c:v>
                </c:pt>
                <c:pt idx="1709">
                  <c:v>42490</c:v>
                </c:pt>
                <c:pt idx="1710">
                  <c:v>42492</c:v>
                </c:pt>
                <c:pt idx="1711">
                  <c:v>42493</c:v>
                </c:pt>
                <c:pt idx="1712">
                  <c:v>42494</c:v>
                </c:pt>
                <c:pt idx="1713">
                  <c:v>42495</c:v>
                </c:pt>
                <c:pt idx="1714">
                  <c:v>42496</c:v>
                </c:pt>
                <c:pt idx="1715">
                  <c:v>42499</c:v>
                </c:pt>
                <c:pt idx="1716">
                  <c:v>42500</c:v>
                </c:pt>
                <c:pt idx="1717">
                  <c:v>42501</c:v>
                </c:pt>
                <c:pt idx="1718">
                  <c:v>42502</c:v>
                </c:pt>
                <c:pt idx="1719">
                  <c:v>42503</c:v>
                </c:pt>
                <c:pt idx="1720">
                  <c:v>42506</c:v>
                </c:pt>
                <c:pt idx="1721">
                  <c:v>42507</c:v>
                </c:pt>
                <c:pt idx="1722">
                  <c:v>42508</c:v>
                </c:pt>
                <c:pt idx="1723">
                  <c:v>42509</c:v>
                </c:pt>
                <c:pt idx="1724">
                  <c:v>42510</c:v>
                </c:pt>
                <c:pt idx="1725">
                  <c:v>42513</c:v>
                </c:pt>
                <c:pt idx="1726">
                  <c:v>42514</c:v>
                </c:pt>
                <c:pt idx="1727">
                  <c:v>42515</c:v>
                </c:pt>
                <c:pt idx="1728">
                  <c:v>42516</c:v>
                </c:pt>
                <c:pt idx="1729">
                  <c:v>42517</c:v>
                </c:pt>
                <c:pt idx="1730">
                  <c:v>42520</c:v>
                </c:pt>
                <c:pt idx="1731">
                  <c:v>42521</c:v>
                </c:pt>
                <c:pt idx="1732">
                  <c:v>42522</c:v>
                </c:pt>
                <c:pt idx="1733">
                  <c:v>42523</c:v>
                </c:pt>
                <c:pt idx="1734">
                  <c:v>42524</c:v>
                </c:pt>
                <c:pt idx="1735">
                  <c:v>42527</c:v>
                </c:pt>
                <c:pt idx="1736">
                  <c:v>42528</c:v>
                </c:pt>
                <c:pt idx="1737">
                  <c:v>42529</c:v>
                </c:pt>
                <c:pt idx="1738">
                  <c:v>42530</c:v>
                </c:pt>
                <c:pt idx="1739">
                  <c:v>42531</c:v>
                </c:pt>
                <c:pt idx="1740">
                  <c:v>42533</c:v>
                </c:pt>
                <c:pt idx="1741">
                  <c:v>42534</c:v>
                </c:pt>
                <c:pt idx="1742">
                  <c:v>42535</c:v>
                </c:pt>
                <c:pt idx="1743">
                  <c:v>42536</c:v>
                </c:pt>
                <c:pt idx="1744">
                  <c:v>42537</c:v>
                </c:pt>
                <c:pt idx="1745">
                  <c:v>42538</c:v>
                </c:pt>
                <c:pt idx="1746">
                  <c:v>42541</c:v>
                </c:pt>
                <c:pt idx="1747">
                  <c:v>42542</c:v>
                </c:pt>
                <c:pt idx="1748">
                  <c:v>42543</c:v>
                </c:pt>
                <c:pt idx="1749">
                  <c:v>42544</c:v>
                </c:pt>
                <c:pt idx="1750">
                  <c:v>42545</c:v>
                </c:pt>
                <c:pt idx="1751">
                  <c:v>42548</c:v>
                </c:pt>
                <c:pt idx="1752">
                  <c:v>42549</c:v>
                </c:pt>
                <c:pt idx="1753">
                  <c:v>42550</c:v>
                </c:pt>
                <c:pt idx="1754">
                  <c:v>42551</c:v>
                </c:pt>
                <c:pt idx="1755">
                  <c:v>42552</c:v>
                </c:pt>
                <c:pt idx="1756">
                  <c:v>42555</c:v>
                </c:pt>
                <c:pt idx="1757">
                  <c:v>42556</c:v>
                </c:pt>
                <c:pt idx="1758">
                  <c:v>42557</c:v>
                </c:pt>
                <c:pt idx="1759">
                  <c:v>42558</c:v>
                </c:pt>
                <c:pt idx="1760">
                  <c:v>42559</c:v>
                </c:pt>
                <c:pt idx="1761">
                  <c:v>42561</c:v>
                </c:pt>
                <c:pt idx="1762">
                  <c:v>42562</c:v>
                </c:pt>
                <c:pt idx="1763">
                  <c:v>42563</c:v>
                </c:pt>
                <c:pt idx="1764">
                  <c:v>42564</c:v>
                </c:pt>
                <c:pt idx="1765">
                  <c:v>42565</c:v>
                </c:pt>
                <c:pt idx="1766">
                  <c:v>42566</c:v>
                </c:pt>
                <c:pt idx="1767">
                  <c:v>42569</c:v>
                </c:pt>
                <c:pt idx="1768">
                  <c:v>42570</c:v>
                </c:pt>
                <c:pt idx="1769">
                  <c:v>42571</c:v>
                </c:pt>
                <c:pt idx="1770">
                  <c:v>42572</c:v>
                </c:pt>
                <c:pt idx="1771">
                  <c:v>42573</c:v>
                </c:pt>
                <c:pt idx="1772">
                  <c:v>42576</c:v>
                </c:pt>
                <c:pt idx="1773">
                  <c:v>42577</c:v>
                </c:pt>
                <c:pt idx="1774">
                  <c:v>42578</c:v>
                </c:pt>
                <c:pt idx="1775">
                  <c:v>42579</c:v>
                </c:pt>
                <c:pt idx="1776">
                  <c:v>42580</c:v>
                </c:pt>
                <c:pt idx="1777">
                  <c:v>42582</c:v>
                </c:pt>
                <c:pt idx="1778">
                  <c:v>42583</c:v>
                </c:pt>
                <c:pt idx="1779">
                  <c:v>42584</c:v>
                </c:pt>
                <c:pt idx="1780">
                  <c:v>42585</c:v>
                </c:pt>
                <c:pt idx="1781">
                  <c:v>42586</c:v>
                </c:pt>
                <c:pt idx="1782">
                  <c:v>42587</c:v>
                </c:pt>
                <c:pt idx="1783">
                  <c:v>42590</c:v>
                </c:pt>
                <c:pt idx="1784">
                  <c:v>42591</c:v>
                </c:pt>
                <c:pt idx="1785">
                  <c:v>42592</c:v>
                </c:pt>
                <c:pt idx="1786">
                  <c:v>42593</c:v>
                </c:pt>
                <c:pt idx="1787">
                  <c:v>42594</c:v>
                </c:pt>
                <c:pt idx="1788">
                  <c:v>42597</c:v>
                </c:pt>
                <c:pt idx="1789">
                  <c:v>42598</c:v>
                </c:pt>
                <c:pt idx="1790">
                  <c:v>42599</c:v>
                </c:pt>
                <c:pt idx="1791">
                  <c:v>42600</c:v>
                </c:pt>
                <c:pt idx="1792">
                  <c:v>42601</c:v>
                </c:pt>
                <c:pt idx="1793">
                  <c:v>42602</c:v>
                </c:pt>
                <c:pt idx="1794">
                  <c:v>42604</c:v>
                </c:pt>
                <c:pt idx="1795">
                  <c:v>42605</c:v>
                </c:pt>
                <c:pt idx="1796">
                  <c:v>42606</c:v>
                </c:pt>
                <c:pt idx="1797">
                  <c:v>42607</c:v>
                </c:pt>
                <c:pt idx="1798">
                  <c:v>42608</c:v>
                </c:pt>
                <c:pt idx="1799">
                  <c:v>42611</c:v>
                </c:pt>
                <c:pt idx="1800">
                  <c:v>42612</c:v>
                </c:pt>
                <c:pt idx="1801">
                  <c:v>42613</c:v>
                </c:pt>
                <c:pt idx="1802">
                  <c:v>42614</c:v>
                </c:pt>
                <c:pt idx="1803">
                  <c:v>42615</c:v>
                </c:pt>
                <c:pt idx="1804">
                  <c:v>42618</c:v>
                </c:pt>
                <c:pt idx="1805">
                  <c:v>42619</c:v>
                </c:pt>
                <c:pt idx="1806">
                  <c:v>42620</c:v>
                </c:pt>
                <c:pt idx="1807">
                  <c:v>42621</c:v>
                </c:pt>
                <c:pt idx="1808">
                  <c:v>42622</c:v>
                </c:pt>
                <c:pt idx="1809">
                  <c:v>42623</c:v>
                </c:pt>
                <c:pt idx="1810">
                  <c:v>42625</c:v>
                </c:pt>
                <c:pt idx="1811">
                  <c:v>42626</c:v>
                </c:pt>
                <c:pt idx="1812">
                  <c:v>42627</c:v>
                </c:pt>
                <c:pt idx="1813">
                  <c:v>42628</c:v>
                </c:pt>
                <c:pt idx="1814">
                  <c:v>42629</c:v>
                </c:pt>
                <c:pt idx="1815">
                  <c:v>42631</c:v>
                </c:pt>
                <c:pt idx="1816">
                  <c:v>42632</c:v>
                </c:pt>
                <c:pt idx="1817">
                  <c:v>42633</c:v>
                </c:pt>
                <c:pt idx="1818">
                  <c:v>42634</c:v>
                </c:pt>
                <c:pt idx="1819">
                  <c:v>42635</c:v>
                </c:pt>
                <c:pt idx="1820">
                  <c:v>42636</c:v>
                </c:pt>
                <c:pt idx="1821">
                  <c:v>42639</c:v>
                </c:pt>
                <c:pt idx="1822">
                  <c:v>42640</c:v>
                </c:pt>
                <c:pt idx="1823">
                  <c:v>42641</c:v>
                </c:pt>
                <c:pt idx="1824">
                  <c:v>42642</c:v>
                </c:pt>
                <c:pt idx="1825">
                  <c:v>42643</c:v>
                </c:pt>
                <c:pt idx="1826">
                  <c:v>42646</c:v>
                </c:pt>
                <c:pt idx="1827">
                  <c:v>42647</c:v>
                </c:pt>
                <c:pt idx="1828">
                  <c:v>42648</c:v>
                </c:pt>
                <c:pt idx="1829">
                  <c:v>42649</c:v>
                </c:pt>
                <c:pt idx="1830">
                  <c:v>42650</c:v>
                </c:pt>
                <c:pt idx="1831">
                  <c:v>42651</c:v>
                </c:pt>
                <c:pt idx="1832">
                  <c:v>42652</c:v>
                </c:pt>
                <c:pt idx="1833">
                  <c:v>42653</c:v>
                </c:pt>
                <c:pt idx="1834">
                  <c:v>42654</c:v>
                </c:pt>
                <c:pt idx="1835">
                  <c:v>42655</c:v>
                </c:pt>
                <c:pt idx="1836">
                  <c:v>42656</c:v>
                </c:pt>
                <c:pt idx="1837">
                  <c:v>42657</c:v>
                </c:pt>
                <c:pt idx="1838">
                  <c:v>42660</c:v>
                </c:pt>
                <c:pt idx="1839">
                  <c:v>42661</c:v>
                </c:pt>
                <c:pt idx="1840">
                  <c:v>42662</c:v>
                </c:pt>
                <c:pt idx="1841">
                  <c:v>42663</c:v>
                </c:pt>
                <c:pt idx="1842">
                  <c:v>42664</c:v>
                </c:pt>
                <c:pt idx="1843">
                  <c:v>42667</c:v>
                </c:pt>
                <c:pt idx="1844">
                  <c:v>42668</c:v>
                </c:pt>
                <c:pt idx="1845">
                  <c:v>42669</c:v>
                </c:pt>
                <c:pt idx="1846">
                  <c:v>42670</c:v>
                </c:pt>
                <c:pt idx="1847">
                  <c:v>42671</c:v>
                </c:pt>
                <c:pt idx="1848">
                  <c:v>42674</c:v>
                </c:pt>
                <c:pt idx="1849">
                  <c:v>42675</c:v>
                </c:pt>
                <c:pt idx="1850">
                  <c:v>42676</c:v>
                </c:pt>
                <c:pt idx="1851">
                  <c:v>42677</c:v>
                </c:pt>
                <c:pt idx="1852">
                  <c:v>42678</c:v>
                </c:pt>
                <c:pt idx="1853">
                  <c:v>42681</c:v>
                </c:pt>
                <c:pt idx="1854">
                  <c:v>42682</c:v>
                </c:pt>
                <c:pt idx="1855">
                  <c:v>42683</c:v>
                </c:pt>
                <c:pt idx="1856">
                  <c:v>42684</c:v>
                </c:pt>
                <c:pt idx="1857">
                  <c:v>42685</c:v>
                </c:pt>
                <c:pt idx="1858">
                  <c:v>42688</c:v>
                </c:pt>
                <c:pt idx="1859">
                  <c:v>42689</c:v>
                </c:pt>
                <c:pt idx="1860">
                  <c:v>42690</c:v>
                </c:pt>
                <c:pt idx="1861">
                  <c:v>42691</c:v>
                </c:pt>
                <c:pt idx="1862">
                  <c:v>42692</c:v>
                </c:pt>
                <c:pt idx="1863">
                  <c:v>42694</c:v>
                </c:pt>
                <c:pt idx="1864">
                  <c:v>42695</c:v>
                </c:pt>
                <c:pt idx="1865">
                  <c:v>42696</c:v>
                </c:pt>
                <c:pt idx="1866">
                  <c:v>42697</c:v>
                </c:pt>
                <c:pt idx="1867">
                  <c:v>42698</c:v>
                </c:pt>
                <c:pt idx="1868">
                  <c:v>42699</c:v>
                </c:pt>
                <c:pt idx="1869">
                  <c:v>42702</c:v>
                </c:pt>
                <c:pt idx="1870">
                  <c:v>42703</c:v>
                </c:pt>
                <c:pt idx="1871">
                  <c:v>42704</c:v>
                </c:pt>
                <c:pt idx="1872">
                  <c:v>42705</c:v>
                </c:pt>
                <c:pt idx="1873">
                  <c:v>42706</c:v>
                </c:pt>
                <c:pt idx="1874">
                  <c:v>42709</c:v>
                </c:pt>
                <c:pt idx="1875">
                  <c:v>42710</c:v>
                </c:pt>
                <c:pt idx="1876">
                  <c:v>42711</c:v>
                </c:pt>
                <c:pt idx="1877">
                  <c:v>42712</c:v>
                </c:pt>
                <c:pt idx="1878">
                  <c:v>42713</c:v>
                </c:pt>
                <c:pt idx="1879">
                  <c:v>42714</c:v>
                </c:pt>
                <c:pt idx="1880">
                  <c:v>42716</c:v>
                </c:pt>
                <c:pt idx="1881">
                  <c:v>42717</c:v>
                </c:pt>
                <c:pt idx="1882">
                  <c:v>42718</c:v>
                </c:pt>
                <c:pt idx="1883">
                  <c:v>42719</c:v>
                </c:pt>
                <c:pt idx="1884">
                  <c:v>42720</c:v>
                </c:pt>
                <c:pt idx="1885">
                  <c:v>42723</c:v>
                </c:pt>
                <c:pt idx="1886">
                  <c:v>42724</c:v>
                </c:pt>
                <c:pt idx="1887">
                  <c:v>42725</c:v>
                </c:pt>
                <c:pt idx="1888">
                  <c:v>42726</c:v>
                </c:pt>
                <c:pt idx="1889">
                  <c:v>42727</c:v>
                </c:pt>
                <c:pt idx="1890">
                  <c:v>42730</c:v>
                </c:pt>
                <c:pt idx="1891">
                  <c:v>42731</c:v>
                </c:pt>
                <c:pt idx="1892">
                  <c:v>42732</c:v>
                </c:pt>
                <c:pt idx="1893">
                  <c:v>42733</c:v>
                </c:pt>
                <c:pt idx="1894">
                  <c:v>42734</c:v>
                </c:pt>
                <c:pt idx="1895">
                  <c:v>42735</c:v>
                </c:pt>
                <c:pt idx="1896">
                  <c:v>42737</c:v>
                </c:pt>
                <c:pt idx="1897">
                  <c:v>42738</c:v>
                </c:pt>
                <c:pt idx="1898">
                  <c:v>42739</c:v>
                </c:pt>
                <c:pt idx="1899">
                  <c:v>42740</c:v>
                </c:pt>
                <c:pt idx="1900">
                  <c:v>42741</c:v>
                </c:pt>
                <c:pt idx="1901">
                  <c:v>42744</c:v>
                </c:pt>
                <c:pt idx="1902">
                  <c:v>42745</c:v>
                </c:pt>
                <c:pt idx="1903">
                  <c:v>42746</c:v>
                </c:pt>
                <c:pt idx="1904">
                  <c:v>42747</c:v>
                </c:pt>
                <c:pt idx="1905">
                  <c:v>42748</c:v>
                </c:pt>
                <c:pt idx="1906">
                  <c:v>42751</c:v>
                </c:pt>
                <c:pt idx="1907">
                  <c:v>42752</c:v>
                </c:pt>
                <c:pt idx="1908">
                  <c:v>42753</c:v>
                </c:pt>
                <c:pt idx="1909">
                  <c:v>42754</c:v>
                </c:pt>
                <c:pt idx="1910">
                  <c:v>42755</c:v>
                </c:pt>
                <c:pt idx="1911">
                  <c:v>42757</c:v>
                </c:pt>
                <c:pt idx="1912">
                  <c:v>42758</c:v>
                </c:pt>
                <c:pt idx="1913">
                  <c:v>42759</c:v>
                </c:pt>
                <c:pt idx="1914">
                  <c:v>42760</c:v>
                </c:pt>
                <c:pt idx="1915">
                  <c:v>42761</c:v>
                </c:pt>
                <c:pt idx="1916">
                  <c:v>42762</c:v>
                </c:pt>
                <c:pt idx="1917">
                  <c:v>42765</c:v>
                </c:pt>
                <c:pt idx="1918">
                  <c:v>42766</c:v>
                </c:pt>
                <c:pt idx="1919">
                  <c:v>42767</c:v>
                </c:pt>
                <c:pt idx="1920">
                  <c:v>42768</c:v>
                </c:pt>
                <c:pt idx="1921">
                  <c:v>42769</c:v>
                </c:pt>
                <c:pt idx="1922">
                  <c:v>42770</c:v>
                </c:pt>
                <c:pt idx="1923">
                  <c:v>42771</c:v>
                </c:pt>
                <c:pt idx="1924">
                  <c:v>42772</c:v>
                </c:pt>
                <c:pt idx="1925">
                  <c:v>42773</c:v>
                </c:pt>
                <c:pt idx="1926">
                  <c:v>42774</c:v>
                </c:pt>
                <c:pt idx="1927">
                  <c:v>42775</c:v>
                </c:pt>
                <c:pt idx="1928">
                  <c:v>42776</c:v>
                </c:pt>
                <c:pt idx="1929">
                  <c:v>42779</c:v>
                </c:pt>
                <c:pt idx="1930">
                  <c:v>42780</c:v>
                </c:pt>
                <c:pt idx="1931">
                  <c:v>42781</c:v>
                </c:pt>
                <c:pt idx="1932">
                  <c:v>42782</c:v>
                </c:pt>
                <c:pt idx="1933">
                  <c:v>42783</c:v>
                </c:pt>
                <c:pt idx="1934">
                  <c:v>42786</c:v>
                </c:pt>
                <c:pt idx="1935">
                  <c:v>42787</c:v>
                </c:pt>
                <c:pt idx="1936">
                  <c:v>42788</c:v>
                </c:pt>
                <c:pt idx="1937">
                  <c:v>42789</c:v>
                </c:pt>
                <c:pt idx="1938">
                  <c:v>42790</c:v>
                </c:pt>
                <c:pt idx="1939">
                  <c:v>42793</c:v>
                </c:pt>
                <c:pt idx="1940">
                  <c:v>42794</c:v>
                </c:pt>
                <c:pt idx="1941">
                  <c:v>42795</c:v>
                </c:pt>
                <c:pt idx="1942">
                  <c:v>42796</c:v>
                </c:pt>
                <c:pt idx="1943">
                  <c:v>42797</c:v>
                </c:pt>
                <c:pt idx="1944">
                  <c:v>42800</c:v>
                </c:pt>
                <c:pt idx="1945">
                  <c:v>42801</c:v>
                </c:pt>
                <c:pt idx="1946">
                  <c:v>42802</c:v>
                </c:pt>
                <c:pt idx="1947">
                  <c:v>42803</c:v>
                </c:pt>
                <c:pt idx="1948">
                  <c:v>42804</c:v>
                </c:pt>
                <c:pt idx="1949">
                  <c:v>42807</c:v>
                </c:pt>
                <c:pt idx="1950">
                  <c:v>42808</c:v>
                </c:pt>
                <c:pt idx="1951">
                  <c:v>42809</c:v>
                </c:pt>
                <c:pt idx="1952">
                  <c:v>42810</c:v>
                </c:pt>
                <c:pt idx="1953">
                  <c:v>42811</c:v>
                </c:pt>
                <c:pt idx="1954">
                  <c:v>42814</c:v>
                </c:pt>
                <c:pt idx="1955">
                  <c:v>42815</c:v>
                </c:pt>
                <c:pt idx="1956">
                  <c:v>42816</c:v>
                </c:pt>
                <c:pt idx="1957">
                  <c:v>42817</c:v>
                </c:pt>
                <c:pt idx="1958">
                  <c:v>42818</c:v>
                </c:pt>
                <c:pt idx="1959">
                  <c:v>42821</c:v>
                </c:pt>
                <c:pt idx="1960">
                  <c:v>42822</c:v>
                </c:pt>
                <c:pt idx="1961">
                  <c:v>42823</c:v>
                </c:pt>
                <c:pt idx="1962">
                  <c:v>42824</c:v>
                </c:pt>
                <c:pt idx="1963">
                  <c:v>42825</c:v>
                </c:pt>
                <c:pt idx="1964">
                  <c:v>42826</c:v>
                </c:pt>
                <c:pt idx="1965">
                  <c:v>42828</c:v>
                </c:pt>
                <c:pt idx="1966">
                  <c:v>42829</c:v>
                </c:pt>
                <c:pt idx="1967">
                  <c:v>42830</c:v>
                </c:pt>
                <c:pt idx="1968">
                  <c:v>42831</c:v>
                </c:pt>
                <c:pt idx="1969">
                  <c:v>42832</c:v>
                </c:pt>
                <c:pt idx="1970">
                  <c:v>42835</c:v>
                </c:pt>
                <c:pt idx="1971">
                  <c:v>42836</c:v>
                </c:pt>
                <c:pt idx="1972">
                  <c:v>42837</c:v>
                </c:pt>
                <c:pt idx="1973">
                  <c:v>42838</c:v>
                </c:pt>
                <c:pt idx="1974">
                  <c:v>42839</c:v>
                </c:pt>
                <c:pt idx="1975">
                  <c:v>42842</c:v>
                </c:pt>
                <c:pt idx="1976">
                  <c:v>42843</c:v>
                </c:pt>
                <c:pt idx="1977">
                  <c:v>42844</c:v>
                </c:pt>
                <c:pt idx="1978">
                  <c:v>42845</c:v>
                </c:pt>
                <c:pt idx="1979">
                  <c:v>42846</c:v>
                </c:pt>
                <c:pt idx="1980">
                  <c:v>42849</c:v>
                </c:pt>
                <c:pt idx="1981">
                  <c:v>42850</c:v>
                </c:pt>
                <c:pt idx="1982">
                  <c:v>42851</c:v>
                </c:pt>
                <c:pt idx="1983">
                  <c:v>42852</c:v>
                </c:pt>
                <c:pt idx="1984">
                  <c:v>42853</c:v>
                </c:pt>
                <c:pt idx="1985">
                  <c:v>42855</c:v>
                </c:pt>
                <c:pt idx="1986">
                  <c:v>42856</c:v>
                </c:pt>
                <c:pt idx="1987">
                  <c:v>42857</c:v>
                </c:pt>
                <c:pt idx="1988">
                  <c:v>42858</c:v>
                </c:pt>
                <c:pt idx="1989">
                  <c:v>42859</c:v>
                </c:pt>
                <c:pt idx="1990">
                  <c:v>42860</c:v>
                </c:pt>
                <c:pt idx="1991">
                  <c:v>42863</c:v>
                </c:pt>
                <c:pt idx="1992">
                  <c:v>42864</c:v>
                </c:pt>
                <c:pt idx="1993">
                  <c:v>42865</c:v>
                </c:pt>
                <c:pt idx="1994">
                  <c:v>42866</c:v>
                </c:pt>
                <c:pt idx="1995">
                  <c:v>42867</c:v>
                </c:pt>
                <c:pt idx="1996">
                  <c:v>42870</c:v>
                </c:pt>
                <c:pt idx="1997">
                  <c:v>42871</c:v>
                </c:pt>
                <c:pt idx="1998">
                  <c:v>42872</c:v>
                </c:pt>
                <c:pt idx="1999">
                  <c:v>42873</c:v>
                </c:pt>
                <c:pt idx="2000">
                  <c:v>42874</c:v>
                </c:pt>
                <c:pt idx="2001">
                  <c:v>42875</c:v>
                </c:pt>
                <c:pt idx="2002">
                  <c:v>42877</c:v>
                </c:pt>
                <c:pt idx="2003">
                  <c:v>42878</c:v>
                </c:pt>
                <c:pt idx="2004">
                  <c:v>42879</c:v>
                </c:pt>
                <c:pt idx="2005">
                  <c:v>42880</c:v>
                </c:pt>
                <c:pt idx="2006">
                  <c:v>42881</c:v>
                </c:pt>
                <c:pt idx="2007">
                  <c:v>42882</c:v>
                </c:pt>
                <c:pt idx="2008">
                  <c:v>42884</c:v>
                </c:pt>
                <c:pt idx="2009">
                  <c:v>42885</c:v>
                </c:pt>
                <c:pt idx="2010">
                  <c:v>42886</c:v>
                </c:pt>
                <c:pt idx="2011">
                  <c:v>42887</c:v>
                </c:pt>
                <c:pt idx="2012">
                  <c:v>42888</c:v>
                </c:pt>
                <c:pt idx="2013">
                  <c:v>42891</c:v>
                </c:pt>
                <c:pt idx="2014">
                  <c:v>42892</c:v>
                </c:pt>
                <c:pt idx="2015">
                  <c:v>42893</c:v>
                </c:pt>
                <c:pt idx="2016">
                  <c:v>42894</c:v>
                </c:pt>
                <c:pt idx="2017">
                  <c:v>42895</c:v>
                </c:pt>
                <c:pt idx="2018">
                  <c:v>42896</c:v>
                </c:pt>
                <c:pt idx="2019">
                  <c:v>42898</c:v>
                </c:pt>
                <c:pt idx="2020">
                  <c:v>42899</c:v>
                </c:pt>
                <c:pt idx="2021">
                  <c:v>42900</c:v>
                </c:pt>
                <c:pt idx="2022">
                  <c:v>42901</c:v>
                </c:pt>
                <c:pt idx="2023">
                  <c:v>42902</c:v>
                </c:pt>
                <c:pt idx="2024">
                  <c:v>42905</c:v>
                </c:pt>
                <c:pt idx="2025">
                  <c:v>42906</c:v>
                </c:pt>
                <c:pt idx="2026">
                  <c:v>42907</c:v>
                </c:pt>
                <c:pt idx="2027">
                  <c:v>42908</c:v>
                </c:pt>
                <c:pt idx="2028">
                  <c:v>42909</c:v>
                </c:pt>
                <c:pt idx="2029">
                  <c:v>42912</c:v>
                </c:pt>
                <c:pt idx="2030">
                  <c:v>42913</c:v>
                </c:pt>
                <c:pt idx="2031">
                  <c:v>42914</c:v>
                </c:pt>
                <c:pt idx="2032">
                  <c:v>42915</c:v>
                </c:pt>
                <c:pt idx="2033">
                  <c:v>42916</c:v>
                </c:pt>
                <c:pt idx="2034">
                  <c:v>42919</c:v>
                </c:pt>
                <c:pt idx="2035">
                  <c:v>42920</c:v>
                </c:pt>
                <c:pt idx="2036">
                  <c:v>42921</c:v>
                </c:pt>
                <c:pt idx="2037">
                  <c:v>42922</c:v>
                </c:pt>
                <c:pt idx="2038">
                  <c:v>42923</c:v>
                </c:pt>
                <c:pt idx="2039">
                  <c:v>42926</c:v>
                </c:pt>
                <c:pt idx="2040">
                  <c:v>42927</c:v>
                </c:pt>
                <c:pt idx="2041">
                  <c:v>42928</c:v>
                </c:pt>
                <c:pt idx="2042">
                  <c:v>42929</c:v>
                </c:pt>
                <c:pt idx="2043">
                  <c:v>42930</c:v>
                </c:pt>
                <c:pt idx="2044">
                  <c:v>42933</c:v>
                </c:pt>
                <c:pt idx="2045">
                  <c:v>42934</c:v>
                </c:pt>
                <c:pt idx="2046">
                  <c:v>42935</c:v>
                </c:pt>
                <c:pt idx="2047">
                  <c:v>42936</c:v>
                </c:pt>
                <c:pt idx="2048">
                  <c:v>42937</c:v>
                </c:pt>
                <c:pt idx="2049">
                  <c:v>42940</c:v>
                </c:pt>
                <c:pt idx="2050">
                  <c:v>42941</c:v>
                </c:pt>
                <c:pt idx="2051">
                  <c:v>42942</c:v>
                </c:pt>
                <c:pt idx="2052">
                  <c:v>42943</c:v>
                </c:pt>
                <c:pt idx="2053">
                  <c:v>42944</c:v>
                </c:pt>
                <c:pt idx="2054">
                  <c:v>42947</c:v>
                </c:pt>
                <c:pt idx="2055">
                  <c:v>42948</c:v>
                </c:pt>
                <c:pt idx="2056">
                  <c:v>42949</c:v>
                </c:pt>
                <c:pt idx="2057">
                  <c:v>42950</c:v>
                </c:pt>
                <c:pt idx="2058">
                  <c:v>42951</c:v>
                </c:pt>
                <c:pt idx="2059">
                  <c:v>42954</c:v>
                </c:pt>
                <c:pt idx="2060">
                  <c:v>42955</c:v>
                </c:pt>
                <c:pt idx="2061">
                  <c:v>42956</c:v>
                </c:pt>
                <c:pt idx="2062">
                  <c:v>42957</c:v>
                </c:pt>
                <c:pt idx="2063">
                  <c:v>42958</c:v>
                </c:pt>
                <c:pt idx="2064">
                  <c:v>42961</c:v>
                </c:pt>
                <c:pt idx="2065">
                  <c:v>42962</c:v>
                </c:pt>
                <c:pt idx="2066">
                  <c:v>42963</c:v>
                </c:pt>
                <c:pt idx="2067">
                  <c:v>42964</c:v>
                </c:pt>
                <c:pt idx="2068">
                  <c:v>42965</c:v>
                </c:pt>
                <c:pt idx="2069">
                  <c:v>42967</c:v>
                </c:pt>
                <c:pt idx="2070">
                  <c:v>42968</c:v>
                </c:pt>
                <c:pt idx="2071">
                  <c:v>42969</c:v>
                </c:pt>
                <c:pt idx="2072">
                  <c:v>42970</c:v>
                </c:pt>
                <c:pt idx="2073">
                  <c:v>42971</c:v>
                </c:pt>
                <c:pt idx="2074">
                  <c:v>42972</c:v>
                </c:pt>
                <c:pt idx="2075">
                  <c:v>42975</c:v>
                </c:pt>
                <c:pt idx="2076">
                  <c:v>42976</c:v>
                </c:pt>
                <c:pt idx="2077">
                  <c:v>42977</c:v>
                </c:pt>
                <c:pt idx="2078">
                  <c:v>42978</c:v>
                </c:pt>
                <c:pt idx="2079">
                  <c:v>42979</c:v>
                </c:pt>
                <c:pt idx="2080">
                  <c:v>42982</c:v>
                </c:pt>
                <c:pt idx="2081">
                  <c:v>42983</c:v>
                </c:pt>
                <c:pt idx="2082">
                  <c:v>42984</c:v>
                </c:pt>
                <c:pt idx="2083">
                  <c:v>42985</c:v>
                </c:pt>
                <c:pt idx="2084">
                  <c:v>42986</c:v>
                </c:pt>
                <c:pt idx="2085">
                  <c:v>42988</c:v>
                </c:pt>
                <c:pt idx="2086">
                  <c:v>42989</c:v>
                </c:pt>
                <c:pt idx="2087">
                  <c:v>42990</c:v>
                </c:pt>
                <c:pt idx="2088">
                  <c:v>42991</c:v>
                </c:pt>
                <c:pt idx="2089">
                  <c:v>42992</c:v>
                </c:pt>
                <c:pt idx="2090">
                  <c:v>42993</c:v>
                </c:pt>
                <c:pt idx="2091">
                  <c:v>42996</c:v>
                </c:pt>
                <c:pt idx="2092">
                  <c:v>42997</c:v>
                </c:pt>
                <c:pt idx="2093">
                  <c:v>42998</c:v>
                </c:pt>
                <c:pt idx="2094">
                  <c:v>42999</c:v>
                </c:pt>
                <c:pt idx="2095">
                  <c:v>43000</c:v>
                </c:pt>
                <c:pt idx="2096">
                  <c:v>43003</c:v>
                </c:pt>
                <c:pt idx="2097">
                  <c:v>43004</c:v>
                </c:pt>
                <c:pt idx="2098">
                  <c:v>43005</c:v>
                </c:pt>
                <c:pt idx="2099">
                  <c:v>43006</c:v>
                </c:pt>
                <c:pt idx="2100">
                  <c:v>43007</c:v>
                </c:pt>
                <c:pt idx="2101">
                  <c:v>43008</c:v>
                </c:pt>
                <c:pt idx="2102">
                  <c:v>43010</c:v>
                </c:pt>
                <c:pt idx="2103">
                  <c:v>43011</c:v>
                </c:pt>
                <c:pt idx="2104">
                  <c:v>43012</c:v>
                </c:pt>
                <c:pt idx="2105">
                  <c:v>43013</c:v>
                </c:pt>
                <c:pt idx="2106">
                  <c:v>43014</c:v>
                </c:pt>
                <c:pt idx="2107">
                  <c:v>43017</c:v>
                </c:pt>
                <c:pt idx="2108">
                  <c:v>43018</c:v>
                </c:pt>
                <c:pt idx="2109">
                  <c:v>43019</c:v>
                </c:pt>
                <c:pt idx="2110">
                  <c:v>43020</c:v>
                </c:pt>
                <c:pt idx="2111">
                  <c:v>43021</c:v>
                </c:pt>
                <c:pt idx="2112">
                  <c:v>43024</c:v>
                </c:pt>
                <c:pt idx="2113">
                  <c:v>43025</c:v>
                </c:pt>
                <c:pt idx="2114">
                  <c:v>43026</c:v>
                </c:pt>
                <c:pt idx="2115">
                  <c:v>43027</c:v>
                </c:pt>
                <c:pt idx="2116">
                  <c:v>43028</c:v>
                </c:pt>
                <c:pt idx="2117">
                  <c:v>43031</c:v>
                </c:pt>
                <c:pt idx="2118">
                  <c:v>43032</c:v>
                </c:pt>
                <c:pt idx="2119">
                  <c:v>43033</c:v>
                </c:pt>
                <c:pt idx="2120">
                  <c:v>43034</c:v>
                </c:pt>
                <c:pt idx="2121">
                  <c:v>43035</c:v>
                </c:pt>
                <c:pt idx="2122">
                  <c:v>43038</c:v>
                </c:pt>
                <c:pt idx="2123">
                  <c:v>43039</c:v>
                </c:pt>
                <c:pt idx="2124">
                  <c:v>43040</c:v>
                </c:pt>
                <c:pt idx="2125">
                  <c:v>43041</c:v>
                </c:pt>
                <c:pt idx="2126">
                  <c:v>43042</c:v>
                </c:pt>
                <c:pt idx="2127">
                  <c:v>43045</c:v>
                </c:pt>
                <c:pt idx="2128">
                  <c:v>43046</c:v>
                </c:pt>
                <c:pt idx="2129">
                  <c:v>43047</c:v>
                </c:pt>
                <c:pt idx="2130">
                  <c:v>43048</c:v>
                </c:pt>
                <c:pt idx="2131">
                  <c:v>43049</c:v>
                </c:pt>
                <c:pt idx="2132">
                  <c:v>43052</c:v>
                </c:pt>
                <c:pt idx="2133">
                  <c:v>43053</c:v>
                </c:pt>
                <c:pt idx="2134">
                  <c:v>43054</c:v>
                </c:pt>
                <c:pt idx="2135">
                  <c:v>43055</c:v>
                </c:pt>
                <c:pt idx="2136">
                  <c:v>43056</c:v>
                </c:pt>
                <c:pt idx="2137">
                  <c:v>43059</c:v>
                </c:pt>
                <c:pt idx="2138">
                  <c:v>43060</c:v>
                </c:pt>
                <c:pt idx="2139">
                  <c:v>43061</c:v>
                </c:pt>
                <c:pt idx="2140">
                  <c:v>43062</c:v>
                </c:pt>
                <c:pt idx="2141">
                  <c:v>43063</c:v>
                </c:pt>
                <c:pt idx="2142">
                  <c:v>43066</c:v>
                </c:pt>
                <c:pt idx="2143">
                  <c:v>43067</c:v>
                </c:pt>
                <c:pt idx="2144">
                  <c:v>43068</c:v>
                </c:pt>
                <c:pt idx="2145">
                  <c:v>43069</c:v>
                </c:pt>
                <c:pt idx="2146">
                  <c:v>43070</c:v>
                </c:pt>
                <c:pt idx="2147">
                  <c:v>43073</c:v>
                </c:pt>
                <c:pt idx="2148">
                  <c:v>43074</c:v>
                </c:pt>
                <c:pt idx="2149">
                  <c:v>43075</c:v>
                </c:pt>
                <c:pt idx="2150">
                  <c:v>43076</c:v>
                </c:pt>
                <c:pt idx="2151">
                  <c:v>43077</c:v>
                </c:pt>
                <c:pt idx="2152">
                  <c:v>43079</c:v>
                </c:pt>
                <c:pt idx="2153">
                  <c:v>43080</c:v>
                </c:pt>
                <c:pt idx="2154">
                  <c:v>43081</c:v>
                </c:pt>
                <c:pt idx="2155">
                  <c:v>43082</c:v>
                </c:pt>
                <c:pt idx="2156">
                  <c:v>43083</c:v>
                </c:pt>
                <c:pt idx="2157">
                  <c:v>43084</c:v>
                </c:pt>
                <c:pt idx="2158">
                  <c:v>43087</c:v>
                </c:pt>
                <c:pt idx="2159">
                  <c:v>43088</c:v>
                </c:pt>
                <c:pt idx="2160">
                  <c:v>43089</c:v>
                </c:pt>
                <c:pt idx="2161">
                  <c:v>43090</c:v>
                </c:pt>
                <c:pt idx="2162">
                  <c:v>43091</c:v>
                </c:pt>
                <c:pt idx="2163">
                  <c:v>43094</c:v>
                </c:pt>
                <c:pt idx="2164">
                  <c:v>43095</c:v>
                </c:pt>
                <c:pt idx="2165">
                  <c:v>43096</c:v>
                </c:pt>
                <c:pt idx="2166">
                  <c:v>43097</c:v>
                </c:pt>
                <c:pt idx="2167">
                  <c:v>43098</c:v>
                </c:pt>
                <c:pt idx="2168">
                  <c:v>43100</c:v>
                </c:pt>
                <c:pt idx="2169">
                  <c:v>43102</c:v>
                </c:pt>
                <c:pt idx="2170">
                  <c:v>43103</c:v>
                </c:pt>
                <c:pt idx="2171">
                  <c:v>43104</c:v>
                </c:pt>
                <c:pt idx="2172">
                  <c:v>43105</c:v>
                </c:pt>
                <c:pt idx="2173">
                  <c:v>43108</c:v>
                </c:pt>
                <c:pt idx="2174">
                  <c:v>43109</c:v>
                </c:pt>
                <c:pt idx="2175">
                  <c:v>43110</c:v>
                </c:pt>
                <c:pt idx="2176">
                  <c:v>43111</c:v>
                </c:pt>
                <c:pt idx="2177">
                  <c:v>43112</c:v>
                </c:pt>
                <c:pt idx="2178">
                  <c:v>43115</c:v>
                </c:pt>
                <c:pt idx="2179">
                  <c:v>43116</c:v>
                </c:pt>
                <c:pt idx="2180">
                  <c:v>43117</c:v>
                </c:pt>
                <c:pt idx="2181">
                  <c:v>43118</c:v>
                </c:pt>
                <c:pt idx="2182">
                  <c:v>43119</c:v>
                </c:pt>
                <c:pt idx="2183">
                  <c:v>43120</c:v>
                </c:pt>
                <c:pt idx="2184">
                  <c:v>43122</c:v>
                </c:pt>
                <c:pt idx="2185">
                  <c:v>43123</c:v>
                </c:pt>
                <c:pt idx="2186">
                  <c:v>43124</c:v>
                </c:pt>
                <c:pt idx="2187">
                  <c:v>43125</c:v>
                </c:pt>
                <c:pt idx="2188">
                  <c:v>43126</c:v>
                </c:pt>
                <c:pt idx="2189">
                  <c:v>43129</c:v>
                </c:pt>
                <c:pt idx="2190">
                  <c:v>43130</c:v>
                </c:pt>
                <c:pt idx="2191">
                  <c:v>43131</c:v>
                </c:pt>
                <c:pt idx="2192">
                  <c:v>43132</c:v>
                </c:pt>
                <c:pt idx="2193">
                  <c:v>43133</c:v>
                </c:pt>
                <c:pt idx="2194">
                  <c:v>43136</c:v>
                </c:pt>
                <c:pt idx="2195">
                  <c:v>43137</c:v>
                </c:pt>
                <c:pt idx="2196">
                  <c:v>43138</c:v>
                </c:pt>
                <c:pt idx="2197">
                  <c:v>43139</c:v>
                </c:pt>
                <c:pt idx="2198">
                  <c:v>43140</c:v>
                </c:pt>
                <c:pt idx="2199">
                  <c:v>43141</c:v>
                </c:pt>
                <c:pt idx="2200">
                  <c:v>43142</c:v>
                </c:pt>
                <c:pt idx="2201">
                  <c:v>43143</c:v>
                </c:pt>
                <c:pt idx="2202">
                  <c:v>43144</c:v>
                </c:pt>
                <c:pt idx="2203">
                  <c:v>43145</c:v>
                </c:pt>
                <c:pt idx="2204">
                  <c:v>43146</c:v>
                </c:pt>
                <c:pt idx="2205">
                  <c:v>43147</c:v>
                </c:pt>
                <c:pt idx="2206">
                  <c:v>43150</c:v>
                </c:pt>
                <c:pt idx="2207">
                  <c:v>43151</c:v>
                </c:pt>
                <c:pt idx="2208">
                  <c:v>43152</c:v>
                </c:pt>
                <c:pt idx="2209">
                  <c:v>43153</c:v>
                </c:pt>
                <c:pt idx="2210">
                  <c:v>43154</c:v>
                </c:pt>
                <c:pt idx="2211">
                  <c:v>43155</c:v>
                </c:pt>
                <c:pt idx="2212">
                  <c:v>43157</c:v>
                </c:pt>
                <c:pt idx="2213">
                  <c:v>43158</c:v>
                </c:pt>
                <c:pt idx="2214">
                  <c:v>43159</c:v>
                </c:pt>
                <c:pt idx="2215">
                  <c:v>43160</c:v>
                </c:pt>
                <c:pt idx="2216">
                  <c:v>43161</c:v>
                </c:pt>
                <c:pt idx="2217">
                  <c:v>43164</c:v>
                </c:pt>
                <c:pt idx="2218">
                  <c:v>43165</c:v>
                </c:pt>
                <c:pt idx="2219">
                  <c:v>43166</c:v>
                </c:pt>
                <c:pt idx="2220">
                  <c:v>43167</c:v>
                </c:pt>
                <c:pt idx="2221">
                  <c:v>43168</c:v>
                </c:pt>
                <c:pt idx="2222">
                  <c:v>43169</c:v>
                </c:pt>
                <c:pt idx="2223">
                  <c:v>43171</c:v>
                </c:pt>
                <c:pt idx="2224">
                  <c:v>43172</c:v>
                </c:pt>
                <c:pt idx="2225">
                  <c:v>43173</c:v>
                </c:pt>
                <c:pt idx="2226">
                  <c:v>43174</c:v>
                </c:pt>
                <c:pt idx="2227">
                  <c:v>43175</c:v>
                </c:pt>
                <c:pt idx="2228">
                  <c:v>43178</c:v>
                </c:pt>
                <c:pt idx="2229">
                  <c:v>43179</c:v>
                </c:pt>
                <c:pt idx="2230">
                  <c:v>43180</c:v>
                </c:pt>
                <c:pt idx="2231">
                  <c:v>43181</c:v>
                </c:pt>
                <c:pt idx="2232">
                  <c:v>43182</c:v>
                </c:pt>
                <c:pt idx="2233">
                  <c:v>43185</c:v>
                </c:pt>
                <c:pt idx="2234">
                  <c:v>43186</c:v>
                </c:pt>
                <c:pt idx="2235">
                  <c:v>43187</c:v>
                </c:pt>
                <c:pt idx="2236">
                  <c:v>43188</c:v>
                </c:pt>
                <c:pt idx="2237">
                  <c:v>43189</c:v>
                </c:pt>
                <c:pt idx="2238">
                  <c:v>43190</c:v>
                </c:pt>
                <c:pt idx="2239">
                  <c:v>43192</c:v>
                </c:pt>
                <c:pt idx="2240">
                  <c:v>43193</c:v>
                </c:pt>
                <c:pt idx="2241">
                  <c:v>43194</c:v>
                </c:pt>
                <c:pt idx="2242">
                  <c:v>43196</c:v>
                </c:pt>
                <c:pt idx="2243">
                  <c:v>43198</c:v>
                </c:pt>
                <c:pt idx="2244">
                  <c:v>43199</c:v>
                </c:pt>
                <c:pt idx="2245">
                  <c:v>43200</c:v>
                </c:pt>
                <c:pt idx="2246">
                  <c:v>43201</c:v>
                </c:pt>
                <c:pt idx="2247">
                  <c:v>43202</c:v>
                </c:pt>
                <c:pt idx="2248">
                  <c:v>43203</c:v>
                </c:pt>
                <c:pt idx="2249">
                  <c:v>43206</c:v>
                </c:pt>
                <c:pt idx="2250">
                  <c:v>43207</c:v>
                </c:pt>
                <c:pt idx="2251">
                  <c:v>43208</c:v>
                </c:pt>
                <c:pt idx="2252">
                  <c:v>43209</c:v>
                </c:pt>
                <c:pt idx="2253">
                  <c:v>43210</c:v>
                </c:pt>
                <c:pt idx="2254">
                  <c:v>43213</c:v>
                </c:pt>
                <c:pt idx="2255">
                  <c:v>43214</c:v>
                </c:pt>
                <c:pt idx="2256">
                  <c:v>43215</c:v>
                </c:pt>
                <c:pt idx="2257">
                  <c:v>43216</c:v>
                </c:pt>
                <c:pt idx="2258">
                  <c:v>43217</c:v>
                </c:pt>
                <c:pt idx="2259">
                  <c:v>43218</c:v>
                </c:pt>
                <c:pt idx="2260">
                  <c:v>43220</c:v>
                </c:pt>
                <c:pt idx="2261">
                  <c:v>43221</c:v>
                </c:pt>
                <c:pt idx="2262">
                  <c:v>43222</c:v>
                </c:pt>
                <c:pt idx="2263">
                  <c:v>43223</c:v>
                </c:pt>
                <c:pt idx="2264">
                  <c:v>43224</c:v>
                </c:pt>
                <c:pt idx="2265">
                  <c:v>43227</c:v>
                </c:pt>
                <c:pt idx="2266">
                  <c:v>43228</c:v>
                </c:pt>
                <c:pt idx="2267">
                  <c:v>43229</c:v>
                </c:pt>
                <c:pt idx="2268">
                  <c:v>43230</c:v>
                </c:pt>
                <c:pt idx="2269">
                  <c:v>43231</c:v>
                </c:pt>
                <c:pt idx="2270">
                  <c:v>43234</c:v>
                </c:pt>
                <c:pt idx="2271">
                  <c:v>43235</c:v>
                </c:pt>
                <c:pt idx="2272">
                  <c:v>43236</c:v>
                </c:pt>
                <c:pt idx="2273">
                  <c:v>43237</c:v>
                </c:pt>
                <c:pt idx="2274">
                  <c:v>43238</c:v>
                </c:pt>
                <c:pt idx="2275">
                  <c:v>43240</c:v>
                </c:pt>
                <c:pt idx="2276">
                  <c:v>43241</c:v>
                </c:pt>
                <c:pt idx="2277">
                  <c:v>43242</c:v>
                </c:pt>
                <c:pt idx="2278">
                  <c:v>43243</c:v>
                </c:pt>
                <c:pt idx="2279">
                  <c:v>43244</c:v>
                </c:pt>
                <c:pt idx="2280">
                  <c:v>43245</c:v>
                </c:pt>
                <c:pt idx="2281">
                  <c:v>43248</c:v>
                </c:pt>
                <c:pt idx="2282">
                  <c:v>43249</c:v>
                </c:pt>
                <c:pt idx="2283">
                  <c:v>43250</c:v>
                </c:pt>
                <c:pt idx="2284">
                  <c:v>43251</c:v>
                </c:pt>
                <c:pt idx="2285">
                  <c:v>43252</c:v>
                </c:pt>
                <c:pt idx="2286">
                  <c:v>43255</c:v>
                </c:pt>
                <c:pt idx="2287">
                  <c:v>43256</c:v>
                </c:pt>
                <c:pt idx="2288">
                  <c:v>43257</c:v>
                </c:pt>
                <c:pt idx="2289">
                  <c:v>43258</c:v>
                </c:pt>
                <c:pt idx="2290">
                  <c:v>43259</c:v>
                </c:pt>
                <c:pt idx="2291">
                  <c:v>43261</c:v>
                </c:pt>
                <c:pt idx="2292">
                  <c:v>43262</c:v>
                </c:pt>
                <c:pt idx="2293">
                  <c:v>43263</c:v>
                </c:pt>
                <c:pt idx="2294">
                  <c:v>43264</c:v>
                </c:pt>
                <c:pt idx="2295">
                  <c:v>43265</c:v>
                </c:pt>
                <c:pt idx="2296">
                  <c:v>43266</c:v>
                </c:pt>
                <c:pt idx="2297">
                  <c:v>43269</c:v>
                </c:pt>
                <c:pt idx="2298">
                  <c:v>43270</c:v>
                </c:pt>
                <c:pt idx="2299">
                  <c:v>43271</c:v>
                </c:pt>
                <c:pt idx="2300">
                  <c:v>43272</c:v>
                </c:pt>
                <c:pt idx="2301">
                  <c:v>43273</c:v>
                </c:pt>
                <c:pt idx="2302">
                  <c:v>43276</c:v>
                </c:pt>
                <c:pt idx="2303">
                  <c:v>43277</c:v>
                </c:pt>
                <c:pt idx="2304">
                  <c:v>43278</c:v>
                </c:pt>
                <c:pt idx="2305">
                  <c:v>43279</c:v>
                </c:pt>
                <c:pt idx="2306">
                  <c:v>43280</c:v>
                </c:pt>
                <c:pt idx="2307">
                  <c:v>43281</c:v>
                </c:pt>
                <c:pt idx="2308">
                  <c:v>43283</c:v>
                </c:pt>
                <c:pt idx="2309">
                  <c:v>43284</c:v>
                </c:pt>
                <c:pt idx="2310">
                  <c:v>43285</c:v>
                </c:pt>
                <c:pt idx="2311">
                  <c:v>43286</c:v>
                </c:pt>
                <c:pt idx="2312">
                  <c:v>43287</c:v>
                </c:pt>
                <c:pt idx="2313">
                  <c:v>43290</c:v>
                </c:pt>
                <c:pt idx="2314">
                  <c:v>43291</c:v>
                </c:pt>
                <c:pt idx="2315">
                  <c:v>43292</c:v>
                </c:pt>
                <c:pt idx="2316">
                  <c:v>43293</c:v>
                </c:pt>
                <c:pt idx="2317">
                  <c:v>43294</c:v>
                </c:pt>
                <c:pt idx="2318">
                  <c:v>43297</c:v>
                </c:pt>
                <c:pt idx="2319">
                  <c:v>43298</c:v>
                </c:pt>
                <c:pt idx="2320">
                  <c:v>43299</c:v>
                </c:pt>
                <c:pt idx="2321">
                  <c:v>43300</c:v>
                </c:pt>
                <c:pt idx="2322">
                  <c:v>43301</c:v>
                </c:pt>
                <c:pt idx="2323">
                  <c:v>43304</c:v>
                </c:pt>
                <c:pt idx="2324">
                  <c:v>43305</c:v>
                </c:pt>
                <c:pt idx="2325">
                  <c:v>43306</c:v>
                </c:pt>
                <c:pt idx="2326">
                  <c:v>43307</c:v>
                </c:pt>
                <c:pt idx="2327">
                  <c:v>43308</c:v>
                </c:pt>
                <c:pt idx="2328">
                  <c:v>43311</c:v>
                </c:pt>
                <c:pt idx="2329">
                  <c:v>43312</c:v>
                </c:pt>
                <c:pt idx="2330">
                  <c:v>43313</c:v>
                </c:pt>
                <c:pt idx="2331">
                  <c:v>43314</c:v>
                </c:pt>
                <c:pt idx="2332">
                  <c:v>43315</c:v>
                </c:pt>
                <c:pt idx="2333">
                  <c:v>43318</c:v>
                </c:pt>
                <c:pt idx="2334">
                  <c:v>43319</c:v>
                </c:pt>
                <c:pt idx="2335">
                  <c:v>43320</c:v>
                </c:pt>
                <c:pt idx="2336">
                  <c:v>43321</c:v>
                </c:pt>
                <c:pt idx="2337">
                  <c:v>43322</c:v>
                </c:pt>
                <c:pt idx="2338">
                  <c:v>43325</c:v>
                </c:pt>
                <c:pt idx="2339">
                  <c:v>43326</c:v>
                </c:pt>
                <c:pt idx="2340">
                  <c:v>43327</c:v>
                </c:pt>
                <c:pt idx="2341">
                  <c:v>43328</c:v>
                </c:pt>
                <c:pt idx="2342">
                  <c:v>43329</c:v>
                </c:pt>
                <c:pt idx="2343">
                  <c:v>43332</c:v>
                </c:pt>
                <c:pt idx="2344">
                  <c:v>43333</c:v>
                </c:pt>
                <c:pt idx="2345">
                  <c:v>43334</c:v>
                </c:pt>
                <c:pt idx="2346">
                  <c:v>43335</c:v>
                </c:pt>
                <c:pt idx="2347">
                  <c:v>43336</c:v>
                </c:pt>
                <c:pt idx="2348">
                  <c:v>43339</c:v>
                </c:pt>
                <c:pt idx="2349">
                  <c:v>43340</c:v>
                </c:pt>
                <c:pt idx="2350">
                  <c:v>43341</c:v>
                </c:pt>
                <c:pt idx="2351">
                  <c:v>43342</c:v>
                </c:pt>
                <c:pt idx="2352">
                  <c:v>43343</c:v>
                </c:pt>
                <c:pt idx="2353">
                  <c:v>43346</c:v>
                </c:pt>
                <c:pt idx="2354">
                  <c:v>43347</c:v>
                </c:pt>
                <c:pt idx="2355">
                  <c:v>43348</c:v>
                </c:pt>
                <c:pt idx="2356">
                  <c:v>43349</c:v>
                </c:pt>
                <c:pt idx="2357">
                  <c:v>43350</c:v>
                </c:pt>
                <c:pt idx="2358">
                  <c:v>43353</c:v>
                </c:pt>
                <c:pt idx="2359">
                  <c:v>43354</c:v>
                </c:pt>
                <c:pt idx="2360">
                  <c:v>43355</c:v>
                </c:pt>
                <c:pt idx="2361">
                  <c:v>43356</c:v>
                </c:pt>
                <c:pt idx="2362">
                  <c:v>43357</c:v>
                </c:pt>
                <c:pt idx="2363">
                  <c:v>43360</c:v>
                </c:pt>
                <c:pt idx="2364">
                  <c:v>43361</c:v>
                </c:pt>
                <c:pt idx="2365">
                  <c:v>43362</c:v>
                </c:pt>
                <c:pt idx="2366">
                  <c:v>43363</c:v>
                </c:pt>
                <c:pt idx="2367">
                  <c:v>43364</c:v>
                </c:pt>
                <c:pt idx="2368">
                  <c:v>43367</c:v>
                </c:pt>
                <c:pt idx="2369">
                  <c:v>43368</c:v>
                </c:pt>
                <c:pt idx="2370">
                  <c:v>43369</c:v>
                </c:pt>
                <c:pt idx="2371">
                  <c:v>43370</c:v>
                </c:pt>
                <c:pt idx="2372">
                  <c:v>43371</c:v>
                </c:pt>
                <c:pt idx="2373">
                  <c:v>43372</c:v>
                </c:pt>
                <c:pt idx="2374">
                  <c:v>43373</c:v>
                </c:pt>
                <c:pt idx="2375">
                  <c:v>43374</c:v>
                </c:pt>
                <c:pt idx="2376">
                  <c:v>43375</c:v>
                </c:pt>
                <c:pt idx="2377">
                  <c:v>43376</c:v>
                </c:pt>
                <c:pt idx="2378">
                  <c:v>43377</c:v>
                </c:pt>
                <c:pt idx="2379">
                  <c:v>43378</c:v>
                </c:pt>
                <c:pt idx="2380">
                  <c:v>43381</c:v>
                </c:pt>
                <c:pt idx="2381">
                  <c:v>43382</c:v>
                </c:pt>
                <c:pt idx="2382">
                  <c:v>43383</c:v>
                </c:pt>
                <c:pt idx="2383">
                  <c:v>43384</c:v>
                </c:pt>
                <c:pt idx="2384">
                  <c:v>43385</c:v>
                </c:pt>
                <c:pt idx="2385">
                  <c:v>43388</c:v>
                </c:pt>
                <c:pt idx="2386">
                  <c:v>43389</c:v>
                </c:pt>
                <c:pt idx="2387">
                  <c:v>43390</c:v>
                </c:pt>
                <c:pt idx="2388">
                  <c:v>43391</c:v>
                </c:pt>
                <c:pt idx="2389">
                  <c:v>43392</c:v>
                </c:pt>
                <c:pt idx="2390">
                  <c:v>43393</c:v>
                </c:pt>
                <c:pt idx="2391">
                  <c:v>43395</c:v>
                </c:pt>
                <c:pt idx="2392">
                  <c:v>43396</c:v>
                </c:pt>
                <c:pt idx="2393">
                  <c:v>43397</c:v>
                </c:pt>
                <c:pt idx="2394">
                  <c:v>43398</c:v>
                </c:pt>
                <c:pt idx="2395">
                  <c:v>43399</c:v>
                </c:pt>
                <c:pt idx="2396">
                  <c:v>43402</c:v>
                </c:pt>
                <c:pt idx="2397">
                  <c:v>43403</c:v>
                </c:pt>
                <c:pt idx="2398">
                  <c:v>43404</c:v>
                </c:pt>
                <c:pt idx="2399">
                  <c:v>43405</c:v>
                </c:pt>
                <c:pt idx="2400">
                  <c:v>43406</c:v>
                </c:pt>
                <c:pt idx="2401">
                  <c:v>43409</c:v>
                </c:pt>
                <c:pt idx="2402">
                  <c:v>43410</c:v>
                </c:pt>
                <c:pt idx="2403">
                  <c:v>43411</c:v>
                </c:pt>
                <c:pt idx="2404">
                  <c:v>43412</c:v>
                </c:pt>
                <c:pt idx="2405">
                  <c:v>43413</c:v>
                </c:pt>
                <c:pt idx="2406">
                  <c:v>43414</c:v>
                </c:pt>
                <c:pt idx="2407">
                  <c:v>43416</c:v>
                </c:pt>
                <c:pt idx="2408">
                  <c:v>43417</c:v>
                </c:pt>
                <c:pt idx="2409">
                  <c:v>43418</c:v>
                </c:pt>
                <c:pt idx="2410">
                  <c:v>43419</c:v>
                </c:pt>
                <c:pt idx="2411">
                  <c:v>43420</c:v>
                </c:pt>
                <c:pt idx="2412">
                  <c:v>43423</c:v>
                </c:pt>
                <c:pt idx="2413">
                  <c:v>43424</c:v>
                </c:pt>
                <c:pt idx="2414">
                  <c:v>43425</c:v>
                </c:pt>
                <c:pt idx="2415">
                  <c:v>43426</c:v>
                </c:pt>
                <c:pt idx="2416">
                  <c:v>43427</c:v>
                </c:pt>
                <c:pt idx="2417">
                  <c:v>43430</c:v>
                </c:pt>
                <c:pt idx="2418">
                  <c:v>43431</c:v>
                </c:pt>
                <c:pt idx="2419">
                  <c:v>43432</c:v>
                </c:pt>
                <c:pt idx="2420">
                  <c:v>43433</c:v>
                </c:pt>
                <c:pt idx="2421">
                  <c:v>43434</c:v>
                </c:pt>
                <c:pt idx="2422">
                  <c:v>43437</c:v>
                </c:pt>
                <c:pt idx="2423">
                  <c:v>43438</c:v>
                </c:pt>
                <c:pt idx="2424">
                  <c:v>43439</c:v>
                </c:pt>
                <c:pt idx="2425">
                  <c:v>43440</c:v>
                </c:pt>
                <c:pt idx="2426">
                  <c:v>43441</c:v>
                </c:pt>
                <c:pt idx="2427">
                  <c:v>43444</c:v>
                </c:pt>
                <c:pt idx="2428">
                  <c:v>43445</c:v>
                </c:pt>
                <c:pt idx="2429">
                  <c:v>43446</c:v>
                </c:pt>
                <c:pt idx="2430">
                  <c:v>43447</c:v>
                </c:pt>
                <c:pt idx="2431">
                  <c:v>43448</c:v>
                </c:pt>
                <c:pt idx="2432">
                  <c:v>43451</c:v>
                </c:pt>
                <c:pt idx="2433">
                  <c:v>43452</c:v>
                </c:pt>
                <c:pt idx="2434">
                  <c:v>43453</c:v>
                </c:pt>
                <c:pt idx="2435">
                  <c:v>43454</c:v>
                </c:pt>
                <c:pt idx="2436">
                  <c:v>43455</c:v>
                </c:pt>
                <c:pt idx="2437">
                  <c:v>43458</c:v>
                </c:pt>
                <c:pt idx="2438">
                  <c:v>43459</c:v>
                </c:pt>
                <c:pt idx="2439">
                  <c:v>43460</c:v>
                </c:pt>
                <c:pt idx="2440">
                  <c:v>43461</c:v>
                </c:pt>
                <c:pt idx="2441">
                  <c:v>43462</c:v>
                </c:pt>
                <c:pt idx="2442">
                  <c:v>43463</c:v>
                </c:pt>
                <c:pt idx="2443">
                  <c:v>43465</c:v>
                </c:pt>
                <c:pt idx="2444">
                  <c:v>43467</c:v>
                </c:pt>
                <c:pt idx="2445">
                  <c:v>43468</c:v>
                </c:pt>
                <c:pt idx="2446">
                  <c:v>43469</c:v>
                </c:pt>
                <c:pt idx="2447">
                  <c:v>43472</c:v>
                </c:pt>
                <c:pt idx="2448">
                  <c:v>43473</c:v>
                </c:pt>
                <c:pt idx="2449">
                  <c:v>43474</c:v>
                </c:pt>
                <c:pt idx="2450">
                  <c:v>43475</c:v>
                </c:pt>
                <c:pt idx="2451">
                  <c:v>43476</c:v>
                </c:pt>
                <c:pt idx="2452">
                  <c:v>43479</c:v>
                </c:pt>
                <c:pt idx="2453">
                  <c:v>43480</c:v>
                </c:pt>
                <c:pt idx="2454">
                  <c:v>43481</c:v>
                </c:pt>
                <c:pt idx="2455">
                  <c:v>43482</c:v>
                </c:pt>
                <c:pt idx="2456">
                  <c:v>43483</c:v>
                </c:pt>
                <c:pt idx="2457">
                  <c:v>43485</c:v>
                </c:pt>
                <c:pt idx="2458">
                  <c:v>43486</c:v>
                </c:pt>
                <c:pt idx="2459">
                  <c:v>43487</c:v>
                </c:pt>
                <c:pt idx="2460">
                  <c:v>43488</c:v>
                </c:pt>
                <c:pt idx="2461">
                  <c:v>43489</c:v>
                </c:pt>
                <c:pt idx="2462">
                  <c:v>43490</c:v>
                </c:pt>
                <c:pt idx="2463">
                  <c:v>43493</c:v>
                </c:pt>
                <c:pt idx="2464">
                  <c:v>43494</c:v>
                </c:pt>
                <c:pt idx="2465">
                  <c:v>43495</c:v>
                </c:pt>
                <c:pt idx="2466">
                  <c:v>43496</c:v>
                </c:pt>
                <c:pt idx="2467">
                  <c:v>43497</c:v>
                </c:pt>
                <c:pt idx="2468">
                  <c:v>43498</c:v>
                </c:pt>
                <c:pt idx="2469">
                  <c:v>43499</c:v>
                </c:pt>
                <c:pt idx="2470">
                  <c:v>43500</c:v>
                </c:pt>
                <c:pt idx="2471">
                  <c:v>43501</c:v>
                </c:pt>
                <c:pt idx="2472">
                  <c:v>43502</c:v>
                </c:pt>
                <c:pt idx="2473">
                  <c:v>43503</c:v>
                </c:pt>
                <c:pt idx="2474">
                  <c:v>43504</c:v>
                </c:pt>
                <c:pt idx="2475">
                  <c:v>43507</c:v>
                </c:pt>
                <c:pt idx="2476">
                  <c:v>43508</c:v>
                </c:pt>
                <c:pt idx="2477">
                  <c:v>43509</c:v>
                </c:pt>
                <c:pt idx="2478">
                  <c:v>43510</c:v>
                </c:pt>
                <c:pt idx="2479">
                  <c:v>43511</c:v>
                </c:pt>
                <c:pt idx="2480">
                  <c:v>43514</c:v>
                </c:pt>
                <c:pt idx="2481">
                  <c:v>43515</c:v>
                </c:pt>
                <c:pt idx="2482">
                  <c:v>43516</c:v>
                </c:pt>
                <c:pt idx="2483">
                  <c:v>43517</c:v>
                </c:pt>
                <c:pt idx="2484">
                  <c:v>43518</c:v>
                </c:pt>
                <c:pt idx="2485">
                  <c:v>43521</c:v>
                </c:pt>
                <c:pt idx="2486">
                  <c:v>43522</c:v>
                </c:pt>
                <c:pt idx="2487">
                  <c:v>43523</c:v>
                </c:pt>
                <c:pt idx="2488">
                  <c:v>43524</c:v>
                </c:pt>
                <c:pt idx="2489">
                  <c:v>43525</c:v>
                </c:pt>
                <c:pt idx="2490">
                  <c:v>43528</c:v>
                </c:pt>
                <c:pt idx="2491">
                  <c:v>43529</c:v>
                </c:pt>
                <c:pt idx="2492">
                  <c:v>43530</c:v>
                </c:pt>
                <c:pt idx="2493">
                  <c:v>43531</c:v>
                </c:pt>
                <c:pt idx="2494">
                  <c:v>43532</c:v>
                </c:pt>
                <c:pt idx="2495">
                  <c:v>43534</c:v>
                </c:pt>
                <c:pt idx="2496">
                  <c:v>43535</c:v>
                </c:pt>
                <c:pt idx="2497">
                  <c:v>43536</c:v>
                </c:pt>
                <c:pt idx="2498">
                  <c:v>43537</c:v>
                </c:pt>
                <c:pt idx="2499">
                  <c:v>43538</c:v>
                </c:pt>
                <c:pt idx="2500">
                  <c:v>43539</c:v>
                </c:pt>
                <c:pt idx="2501">
                  <c:v>43542</c:v>
                </c:pt>
                <c:pt idx="2502">
                  <c:v>43543</c:v>
                </c:pt>
                <c:pt idx="2503">
                  <c:v>43544</c:v>
                </c:pt>
                <c:pt idx="2504">
                  <c:v>43545</c:v>
                </c:pt>
                <c:pt idx="2505">
                  <c:v>43546</c:v>
                </c:pt>
                <c:pt idx="2506">
                  <c:v>43549</c:v>
                </c:pt>
                <c:pt idx="2507">
                  <c:v>43550</c:v>
                </c:pt>
                <c:pt idx="2508">
                  <c:v>43551</c:v>
                </c:pt>
                <c:pt idx="2509">
                  <c:v>43552</c:v>
                </c:pt>
                <c:pt idx="2510">
                  <c:v>43553</c:v>
                </c:pt>
                <c:pt idx="2511">
                  <c:v>43555</c:v>
                </c:pt>
                <c:pt idx="2512">
                  <c:v>43556</c:v>
                </c:pt>
                <c:pt idx="2513">
                  <c:v>43557</c:v>
                </c:pt>
                <c:pt idx="2514">
                  <c:v>43558</c:v>
                </c:pt>
                <c:pt idx="2515">
                  <c:v>43559</c:v>
                </c:pt>
                <c:pt idx="2516">
                  <c:v>43560</c:v>
                </c:pt>
                <c:pt idx="2517">
                  <c:v>43563</c:v>
                </c:pt>
                <c:pt idx="2518">
                  <c:v>43564</c:v>
                </c:pt>
                <c:pt idx="2519">
                  <c:v>43565</c:v>
                </c:pt>
                <c:pt idx="2520">
                  <c:v>43566</c:v>
                </c:pt>
                <c:pt idx="2521">
                  <c:v>43567</c:v>
                </c:pt>
                <c:pt idx="2522">
                  <c:v>43570</c:v>
                </c:pt>
                <c:pt idx="2523">
                  <c:v>43571</c:v>
                </c:pt>
                <c:pt idx="2524">
                  <c:v>43572</c:v>
                </c:pt>
                <c:pt idx="2525">
                  <c:v>43573</c:v>
                </c:pt>
                <c:pt idx="2526">
                  <c:v>43574</c:v>
                </c:pt>
                <c:pt idx="2527">
                  <c:v>43575</c:v>
                </c:pt>
                <c:pt idx="2528">
                  <c:v>43577</c:v>
                </c:pt>
                <c:pt idx="2529">
                  <c:v>43578</c:v>
                </c:pt>
                <c:pt idx="2530">
                  <c:v>43579</c:v>
                </c:pt>
                <c:pt idx="2531">
                  <c:v>43580</c:v>
                </c:pt>
                <c:pt idx="2532">
                  <c:v>43581</c:v>
                </c:pt>
                <c:pt idx="2533">
                  <c:v>43583</c:v>
                </c:pt>
                <c:pt idx="2534">
                  <c:v>43584</c:v>
                </c:pt>
                <c:pt idx="2535">
                  <c:v>43585</c:v>
                </c:pt>
                <c:pt idx="2536">
                  <c:v>43586</c:v>
                </c:pt>
                <c:pt idx="2537">
                  <c:v>43587</c:v>
                </c:pt>
                <c:pt idx="2538">
                  <c:v>43588</c:v>
                </c:pt>
                <c:pt idx="2539">
                  <c:v>43590</c:v>
                </c:pt>
                <c:pt idx="2540">
                  <c:v>43591</c:v>
                </c:pt>
                <c:pt idx="2541">
                  <c:v>43592</c:v>
                </c:pt>
                <c:pt idx="2542">
                  <c:v>43593</c:v>
                </c:pt>
                <c:pt idx="2543">
                  <c:v>43594</c:v>
                </c:pt>
                <c:pt idx="2544">
                  <c:v>43595</c:v>
                </c:pt>
                <c:pt idx="2545">
                  <c:v>43598</c:v>
                </c:pt>
                <c:pt idx="2546">
                  <c:v>43599</c:v>
                </c:pt>
                <c:pt idx="2547">
                  <c:v>43600</c:v>
                </c:pt>
                <c:pt idx="2548">
                  <c:v>43601</c:v>
                </c:pt>
                <c:pt idx="2549">
                  <c:v>43602</c:v>
                </c:pt>
                <c:pt idx="2550">
                  <c:v>43605</c:v>
                </c:pt>
                <c:pt idx="2551">
                  <c:v>43606</c:v>
                </c:pt>
                <c:pt idx="2552">
                  <c:v>43607</c:v>
                </c:pt>
                <c:pt idx="2553">
                  <c:v>43608</c:v>
                </c:pt>
                <c:pt idx="2554">
                  <c:v>43609</c:v>
                </c:pt>
                <c:pt idx="2555">
                  <c:v>43612</c:v>
                </c:pt>
                <c:pt idx="2556">
                  <c:v>43613</c:v>
                </c:pt>
                <c:pt idx="2557">
                  <c:v>43614</c:v>
                </c:pt>
                <c:pt idx="2558">
                  <c:v>43615</c:v>
                </c:pt>
                <c:pt idx="2559">
                  <c:v>43616</c:v>
                </c:pt>
                <c:pt idx="2560">
                  <c:v>43619</c:v>
                </c:pt>
                <c:pt idx="2561">
                  <c:v>43620</c:v>
                </c:pt>
                <c:pt idx="2562">
                  <c:v>43621</c:v>
                </c:pt>
                <c:pt idx="2563">
                  <c:v>43622</c:v>
                </c:pt>
                <c:pt idx="2564">
                  <c:v>43623</c:v>
                </c:pt>
                <c:pt idx="2565">
                  <c:v>43626</c:v>
                </c:pt>
                <c:pt idx="2566">
                  <c:v>43627</c:v>
                </c:pt>
                <c:pt idx="2567">
                  <c:v>43628</c:v>
                </c:pt>
                <c:pt idx="2568">
                  <c:v>43629</c:v>
                </c:pt>
                <c:pt idx="2569">
                  <c:v>43630</c:v>
                </c:pt>
                <c:pt idx="2570">
                  <c:v>43633</c:v>
                </c:pt>
                <c:pt idx="2571">
                  <c:v>43634</c:v>
                </c:pt>
                <c:pt idx="2572">
                  <c:v>43635</c:v>
                </c:pt>
                <c:pt idx="2573">
                  <c:v>43636</c:v>
                </c:pt>
                <c:pt idx="2574">
                  <c:v>43637</c:v>
                </c:pt>
                <c:pt idx="2575">
                  <c:v>43640</c:v>
                </c:pt>
                <c:pt idx="2576">
                  <c:v>43641</c:v>
                </c:pt>
                <c:pt idx="2577">
                  <c:v>43642</c:v>
                </c:pt>
                <c:pt idx="2578">
                  <c:v>43643</c:v>
                </c:pt>
                <c:pt idx="2579">
                  <c:v>43644</c:v>
                </c:pt>
                <c:pt idx="2580">
                  <c:v>43646</c:v>
                </c:pt>
                <c:pt idx="2581">
                  <c:v>43647</c:v>
                </c:pt>
                <c:pt idx="2582">
                  <c:v>43648</c:v>
                </c:pt>
                <c:pt idx="2583">
                  <c:v>43649</c:v>
                </c:pt>
                <c:pt idx="2584">
                  <c:v>43650</c:v>
                </c:pt>
                <c:pt idx="2585">
                  <c:v>43651</c:v>
                </c:pt>
                <c:pt idx="2586">
                  <c:v>43654</c:v>
                </c:pt>
                <c:pt idx="2587">
                  <c:v>43655</c:v>
                </c:pt>
                <c:pt idx="2588">
                  <c:v>43656</c:v>
                </c:pt>
                <c:pt idx="2589">
                  <c:v>43657</c:v>
                </c:pt>
                <c:pt idx="2590">
                  <c:v>43658</c:v>
                </c:pt>
                <c:pt idx="2591">
                  <c:v>43661</c:v>
                </c:pt>
                <c:pt idx="2592">
                  <c:v>43662</c:v>
                </c:pt>
                <c:pt idx="2593">
                  <c:v>43663</c:v>
                </c:pt>
                <c:pt idx="2594">
                  <c:v>43664</c:v>
                </c:pt>
                <c:pt idx="2595">
                  <c:v>43665</c:v>
                </c:pt>
                <c:pt idx="2596">
                  <c:v>43666</c:v>
                </c:pt>
                <c:pt idx="2597">
                  <c:v>43668</c:v>
                </c:pt>
                <c:pt idx="2598">
                  <c:v>43669</c:v>
                </c:pt>
                <c:pt idx="2599">
                  <c:v>43670</c:v>
                </c:pt>
                <c:pt idx="2600">
                  <c:v>43671</c:v>
                </c:pt>
                <c:pt idx="2601">
                  <c:v>43672</c:v>
                </c:pt>
                <c:pt idx="2602">
                  <c:v>43675</c:v>
                </c:pt>
                <c:pt idx="2603">
                  <c:v>43676</c:v>
                </c:pt>
                <c:pt idx="2604">
                  <c:v>43677</c:v>
                </c:pt>
                <c:pt idx="2605">
                  <c:v>43678</c:v>
                </c:pt>
                <c:pt idx="2606">
                  <c:v>43679</c:v>
                </c:pt>
                <c:pt idx="2607">
                  <c:v>43682</c:v>
                </c:pt>
                <c:pt idx="2608">
                  <c:v>43683</c:v>
                </c:pt>
                <c:pt idx="2609">
                  <c:v>43684</c:v>
                </c:pt>
                <c:pt idx="2610">
                  <c:v>43685</c:v>
                </c:pt>
                <c:pt idx="2611">
                  <c:v>43686</c:v>
                </c:pt>
                <c:pt idx="2612">
                  <c:v>43687</c:v>
                </c:pt>
                <c:pt idx="2613">
                  <c:v>43689</c:v>
                </c:pt>
                <c:pt idx="2614">
                  <c:v>43690</c:v>
                </c:pt>
                <c:pt idx="2615">
                  <c:v>43691</c:v>
                </c:pt>
                <c:pt idx="2616">
                  <c:v>43692</c:v>
                </c:pt>
                <c:pt idx="2617">
                  <c:v>43693</c:v>
                </c:pt>
                <c:pt idx="2618">
                  <c:v>43696</c:v>
                </c:pt>
                <c:pt idx="2619">
                  <c:v>43697</c:v>
                </c:pt>
                <c:pt idx="2620">
                  <c:v>43698</c:v>
                </c:pt>
                <c:pt idx="2621">
                  <c:v>43699</c:v>
                </c:pt>
                <c:pt idx="2622">
                  <c:v>43700</c:v>
                </c:pt>
                <c:pt idx="2623">
                  <c:v>43703</c:v>
                </c:pt>
                <c:pt idx="2624">
                  <c:v>43704</c:v>
                </c:pt>
                <c:pt idx="2625">
                  <c:v>43705</c:v>
                </c:pt>
                <c:pt idx="2626">
                  <c:v>43706</c:v>
                </c:pt>
                <c:pt idx="2627">
                  <c:v>43707</c:v>
                </c:pt>
                <c:pt idx="2628">
                  <c:v>43708</c:v>
                </c:pt>
                <c:pt idx="2629">
                  <c:v>43710</c:v>
                </c:pt>
                <c:pt idx="2630">
                  <c:v>43711</c:v>
                </c:pt>
                <c:pt idx="2631">
                  <c:v>43712</c:v>
                </c:pt>
                <c:pt idx="2632">
                  <c:v>43713</c:v>
                </c:pt>
                <c:pt idx="2633">
                  <c:v>43714</c:v>
                </c:pt>
                <c:pt idx="2634">
                  <c:v>43717</c:v>
                </c:pt>
                <c:pt idx="2635">
                  <c:v>43718</c:v>
                </c:pt>
                <c:pt idx="2636">
                  <c:v>43719</c:v>
                </c:pt>
                <c:pt idx="2637">
                  <c:v>43720</c:v>
                </c:pt>
                <c:pt idx="2638">
                  <c:v>43721</c:v>
                </c:pt>
                <c:pt idx="2639">
                  <c:v>43724</c:v>
                </c:pt>
                <c:pt idx="2640">
                  <c:v>43725</c:v>
                </c:pt>
                <c:pt idx="2641">
                  <c:v>43726</c:v>
                </c:pt>
                <c:pt idx="2642">
                  <c:v>43727</c:v>
                </c:pt>
                <c:pt idx="2643">
                  <c:v>43728</c:v>
                </c:pt>
                <c:pt idx="2644">
                  <c:v>43731</c:v>
                </c:pt>
                <c:pt idx="2645">
                  <c:v>43732</c:v>
                </c:pt>
                <c:pt idx="2646">
                  <c:v>43733</c:v>
                </c:pt>
                <c:pt idx="2647">
                  <c:v>43734</c:v>
                </c:pt>
                <c:pt idx="2648">
                  <c:v>43735</c:v>
                </c:pt>
                <c:pt idx="2649">
                  <c:v>43737</c:v>
                </c:pt>
                <c:pt idx="2650">
                  <c:v>43738</c:v>
                </c:pt>
                <c:pt idx="2651">
                  <c:v>43739</c:v>
                </c:pt>
                <c:pt idx="2652">
                  <c:v>43740</c:v>
                </c:pt>
                <c:pt idx="2653">
                  <c:v>43741</c:v>
                </c:pt>
                <c:pt idx="2654">
                  <c:v>43742</c:v>
                </c:pt>
                <c:pt idx="2655">
                  <c:v>43745</c:v>
                </c:pt>
                <c:pt idx="2656">
                  <c:v>43746</c:v>
                </c:pt>
                <c:pt idx="2657">
                  <c:v>43747</c:v>
                </c:pt>
                <c:pt idx="2658">
                  <c:v>43748</c:v>
                </c:pt>
                <c:pt idx="2659">
                  <c:v>43749</c:v>
                </c:pt>
                <c:pt idx="2660">
                  <c:v>43750</c:v>
                </c:pt>
                <c:pt idx="2661">
                  <c:v>43752</c:v>
                </c:pt>
                <c:pt idx="2662">
                  <c:v>43753</c:v>
                </c:pt>
                <c:pt idx="2663">
                  <c:v>43754</c:v>
                </c:pt>
                <c:pt idx="2664">
                  <c:v>43755</c:v>
                </c:pt>
                <c:pt idx="2665">
                  <c:v>43756</c:v>
                </c:pt>
                <c:pt idx="2666">
                  <c:v>43758</c:v>
                </c:pt>
                <c:pt idx="2667">
                  <c:v>43759</c:v>
                </c:pt>
                <c:pt idx="2668">
                  <c:v>43760</c:v>
                </c:pt>
                <c:pt idx="2669">
                  <c:v>43761</c:v>
                </c:pt>
                <c:pt idx="2670">
                  <c:v>43762</c:v>
                </c:pt>
                <c:pt idx="2671">
                  <c:v>43763</c:v>
                </c:pt>
                <c:pt idx="2672">
                  <c:v>43766</c:v>
                </c:pt>
                <c:pt idx="2673">
                  <c:v>43767</c:v>
                </c:pt>
                <c:pt idx="2674">
                  <c:v>43768</c:v>
                </c:pt>
                <c:pt idx="2675">
                  <c:v>43769</c:v>
                </c:pt>
                <c:pt idx="2676">
                  <c:v>43770</c:v>
                </c:pt>
                <c:pt idx="2677">
                  <c:v>43773</c:v>
                </c:pt>
                <c:pt idx="2678">
                  <c:v>43774</c:v>
                </c:pt>
                <c:pt idx="2679">
                  <c:v>43775</c:v>
                </c:pt>
                <c:pt idx="2680">
                  <c:v>43776</c:v>
                </c:pt>
                <c:pt idx="2681">
                  <c:v>43777</c:v>
                </c:pt>
                <c:pt idx="2682">
                  <c:v>43779</c:v>
                </c:pt>
                <c:pt idx="2683">
                  <c:v>43780</c:v>
                </c:pt>
                <c:pt idx="2684">
                  <c:v>43781</c:v>
                </c:pt>
                <c:pt idx="2685">
                  <c:v>43782</c:v>
                </c:pt>
                <c:pt idx="2686">
                  <c:v>43783</c:v>
                </c:pt>
                <c:pt idx="2687">
                  <c:v>43784</c:v>
                </c:pt>
                <c:pt idx="2688">
                  <c:v>43787</c:v>
                </c:pt>
                <c:pt idx="2689">
                  <c:v>43788</c:v>
                </c:pt>
                <c:pt idx="2690">
                  <c:v>43789</c:v>
                </c:pt>
                <c:pt idx="2691">
                  <c:v>43790</c:v>
                </c:pt>
                <c:pt idx="2692">
                  <c:v>43791</c:v>
                </c:pt>
                <c:pt idx="2693">
                  <c:v>43794</c:v>
                </c:pt>
                <c:pt idx="2694">
                  <c:v>43795</c:v>
                </c:pt>
                <c:pt idx="2695">
                  <c:v>43796</c:v>
                </c:pt>
                <c:pt idx="2696">
                  <c:v>43797</c:v>
                </c:pt>
                <c:pt idx="2697">
                  <c:v>43798</c:v>
                </c:pt>
                <c:pt idx="2698">
                  <c:v>43799</c:v>
                </c:pt>
                <c:pt idx="2699">
                  <c:v>43801</c:v>
                </c:pt>
                <c:pt idx="2700">
                  <c:v>43802</c:v>
                </c:pt>
                <c:pt idx="2701">
                  <c:v>43803</c:v>
                </c:pt>
                <c:pt idx="2702">
                  <c:v>43804</c:v>
                </c:pt>
                <c:pt idx="2703">
                  <c:v>43805</c:v>
                </c:pt>
                <c:pt idx="2704">
                  <c:v>43808</c:v>
                </c:pt>
                <c:pt idx="2705">
                  <c:v>43809</c:v>
                </c:pt>
                <c:pt idx="2706">
                  <c:v>43810</c:v>
                </c:pt>
                <c:pt idx="2707">
                  <c:v>43811</c:v>
                </c:pt>
                <c:pt idx="2708">
                  <c:v>43812</c:v>
                </c:pt>
                <c:pt idx="2709">
                  <c:v>43815</c:v>
                </c:pt>
                <c:pt idx="2710">
                  <c:v>43816</c:v>
                </c:pt>
                <c:pt idx="2711">
                  <c:v>43817</c:v>
                </c:pt>
                <c:pt idx="2712">
                  <c:v>43818</c:v>
                </c:pt>
                <c:pt idx="2713">
                  <c:v>43819</c:v>
                </c:pt>
                <c:pt idx="2714">
                  <c:v>43822</c:v>
                </c:pt>
                <c:pt idx="2715">
                  <c:v>43823</c:v>
                </c:pt>
                <c:pt idx="2716">
                  <c:v>43824</c:v>
                </c:pt>
                <c:pt idx="2717">
                  <c:v>43825</c:v>
                </c:pt>
                <c:pt idx="2718">
                  <c:v>43826</c:v>
                </c:pt>
                <c:pt idx="2719">
                  <c:v>43829</c:v>
                </c:pt>
                <c:pt idx="2720">
                  <c:v>43830</c:v>
                </c:pt>
                <c:pt idx="2721">
                  <c:v>43832</c:v>
                </c:pt>
                <c:pt idx="2722">
                  <c:v>43833</c:v>
                </c:pt>
                <c:pt idx="2723">
                  <c:v>43836</c:v>
                </c:pt>
                <c:pt idx="2724">
                  <c:v>43837</c:v>
                </c:pt>
                <c:pt idx="2725">
                  <c:v>43838</c:v>
                </c:pt>
                <c:pt idx="2726">
                  <c:v>43839</c:v>
                </c:pt>
                <c:pt idx="2727">
                  <c:v>43840</c:v>
                </c:pt>
                <c:pt idx="2728">
                  <c:v>43843</c:v>
                </c:pt>
                <c:pt idx="2729">
                  <c:v>43844</c:v>
                </c:pt>
                <c:pt idx="2730">
                  <c:v>43845</c:v>
                </c:pt>
                <c:pt idx="2731">
                  <c:v>43846</c:v>
                </c:pt>
                <c:pt idx="2732">
                  <c:v>43847</c:v>
                </c:pt>
                <c:pt idx="2733">
                  <c:v>43849</c:v>
                </c:pt>
                <c:pt idx="2734">
                  <c:v>43850</c:v>
                </c:pt>
                <c:pt idx="2735">
                  <c:v>43851</c:v>
                </c:pt>
                <c:pt idx="2736">
                  <c:v>43852</c:v>
                </c:pt>
                <c:pt idx="2737">
                  <c:v>43853</c:v>
                </c:pt>
                <c:pt idx="2738">
                  <c:v>43854</c:v>
                </c:pt>
                <c:pt idx="2739">
                  <c:v>43857</c:v>
                </c:pt>
                <c:pt idx="2740">
                  <c:v>43858</c:v>
                </c:pt>
                <c:pt idx="2741">
                  <c:v>43859</c:v>
                </c:pt>
                <c:pt idx="2742">
                  <c:v>43860</c:v>
                </c:pt>
                <c:pt idx="2743">
                  <c:v>43861</c:v>
                </c:pt>
                <c:pt idx="2744">
                  <c:v>43864</c:v>
                </c:pt>
                <c:pt idx="2745">
                  <c:v>43865</c:v>
                </c:pt>
                <c:pt idx="2746">
                  <c:v>43866</c:v>
                </c:pt>
                <c:pt idx="2747">
                  <c:v>43867</c:v>
                </c:pt>
                <c:pt idx="2748">
                  <c:v>43868</c:v>
                </c:pt>
                <c:pt idx="2749">
                  <c:v>43871</c:v>
                </c:pt>
                <c:pt idx="2750">
                  <c:v>43872</c:v>
                </c:pt>
                <c:pt idx="2751">
                  <c:v>43873</c:v>
                </c:pt>
                <c:pt idx="2752">
                  <c:v>43874</c:v>
                </c:pt>
                <c:pt idx="2753">
                  <c:v>43875</c:v>
                </c:pt>
                <c:pt idx="2754">
                  <c:v>43878</c:v>
                </c:pt>
                <c:pt idx="2755">
                  <c:v>43879</c:v>
                </c:pt>
                <c:pt idx="2756">
                  <c:v>43880</c:v>
                </c:pt>
                <c:pt idx="2757">
                  <c:v>43881</c:v>
                </c:pt>
                <c:pt idx="2758">
                  <c:v>43882</c:v>
                </c:pt>
                <c:pt idx="2759">
                  <c:v>43885</c:v>
                </c:pt>
                <c:pt idx="2760">
                  <c:v>43886</c:v>
                </c:pt>
                <c:pt idx="2761">
                  <c:v>43887</c:v>
                </c:pt>
                <c:pt idx="2762">
                  <c:v>43888</c:v>
                </c:pt>
                <c:pt idx="2763">
                  <c:v>43889</c:v>
                </c:pt>
                <c:pt idx="2764">
                  <c:v>43890</c:v>
                </c:pt>
                <c:pt idx="2765">
                  <c:v>43892</c:v>
                </c:pt>
                <c:pt idx="2766">
                  <c:v>43893</c:v>
                </c:pt>
                <c:pt idx="2767">
                  <c:v>43894</c:v>
                </c:pt>
                <c:pt idx="2768">
                  <c:v>43895</c:v>
                </c:pt>
                <c:pt idx="2769">
                  <c:v>43896</c:v>
                </c:pt>
                <c:pt idx="2770">
                  <c:v>43899</c:v>
                </c:pt>
                <c:pt idx="2771">
                  <c:v>43900</c:v>
                </c:pt>
                <c:pt idx="2772">
                  <c:v>43901</c:v>
                </c:pt>
                <c:pt idx="2773">
                  <c:v>43902</c:v>
                </c:pt>
                <c:pt idx="2774">
                  <c:v>43903</c:v>
                </c:pt>
                <c:pt idx="2775">
                  <c:v>43906</c:v>
                </c:pt>
                <c:pt idx="2776">
                  <c:v>43907</c:v>
                </c:pt>
                <c:pt idx="2777">
                  <c:v>43908</c:v>
                </c:pt>
                <c:pt idx="2778">
                  <c:v>43909</c:v>
                </c:pt>
                <c:pt idx="2779">
                  <c:v>43910</c:v>
                </c:pt>
                <c:pt idx="2780">
                  <c:v>43913</c:v>
                </c:pt>
                <c:pt idx="2781">
                  <c:v>43914</c:v>
                </c:pt>
                <c:pt idx="2782">
                  <c:v>43915</c:v>
                </c:pt>
                <c:pt idx="2783">
                  <c:v>43916</c:v>
                </c:pt>
                <c:pt idx="2784">
                  <c:v>43917</c:v>
                </c:pt>
                <c:pt idx="2785">
                  <c:v>43920</c:v>
                </c:pt>
                <c:pt idx="2786">
                  <c:v>43921</c:v>
                </c:pt>
                <c:pt idx="2787">
                  <c:v>43922</c:v>
                </c:pt>
                <c:pt idx="2788">
                  <c:v>43923</c:v>
                </c:pt>
                <c:pt idx="2789">
                  <c:v>43924</c:v>
                </c:pt>
                <c:pt idx="2790">
                  <c:v>43927</c:v>
                </c:pt>
                <c:pt idx="2791">
                  <c:v>43928</c:v>
                </c:pt>
                <c:pt idx="2792">
                  <c:v>43929</c:v>
                </c:pt>
                <c:pt idx="2793">
                  <c:v>43930</c:v>
                </c:pt>
                <c:pt idx="2794">
                  <c:v>43931</c:v>
                </c:pt>
                <c:pt idx="2795">
                  <c:v>43934</c:v>
                </c:pt>
                <c:pt idx="2796">
                  <c:v>43935</c:v>
                </c:pt>
                <c:pt idx="2797">
                  <c:v>43936</c:v>
                </c:pt>
                <c:pt idx="2798">
                  <c:v>43937</c:v>
                </c:pt>
                <c:pt idx="2799">
                  <c:v>43938</c:v>
                </c:pt>
                <c:pt idx="2800">
                  <c:v>43941</c:v>
                </c:pt>
                <c:pt idx="2801">
                  <c:v>43942</c:v>
                </c:pt>
                <c:pt idx="2802">
                  <c:v>43943</c:v>
                </c:pt>
                <c:pt idx="2803">
                  <c:v>43944</c:v>
                </c:pt>
                <c:pt idx="2804">
                  <c:v>43945</c:v>
                </c:pt>
                <c:pt idx="2805">
                  <c:v>43947</c:v>
                </c:pt>
                <c:pt idx="2806">
                  <c:v>43948</c:v>
                </c:pt>
                <c:pt idx="2807">
                  <c:v>43949</c:v>
                </c:pt>
                <c:pt idx="2808">
                  <c:v>43950</c:v>
                </c:pt>
                <c:pt idx="2809">
                  <c:v>43951</c:v>
                </c:pt>
                <c:pt idx="2810">
                  <c:v>43952</c:v>
                </c:pt>
                <c:pt idx="2811">
                  <c:v>43955</c:v>
                </c:pt>
                <c:pt idx="2812">
                  <c:v>43956</c:v>
                </c:pt>
                <c:pt idx="2813">
                  <c:v>43957</c:v>
                </c:pt>
                <c:pt idx="2814">
                  <c:v>43958</c:v>
                </c:pt>
                <c:pt idx="2815">
                  <c:v>43959</c:v>
                </c:pt>
                <c:pt idx="2816">
                  <c:v>43960</c:v>
                </c:pt>
                <c:pt idx="2817">
                  <c:v>43961</c:v>
                </c:pt>
                <c:pt idx="2818">
                  <c:v>43962</c:v>
                </c:pt>
                <c:pt idx="2819">
                  <c:v>43963</c:v>
                </c:pt>
                <c:pt idx="2820">
                  <c:v>43964</c:v>
                </c:pt>
                <c:pt idx="2821">
                  <c:v>43965</c:v>
                </c:pt>
                <c:pt idx="2822">
                  <c:v>43966</c:v>
                </c:pt>
                <c:pt idx="2823">
                  <c:v>43969</c:v>
                </c:pt>
                <c:pt idx="2824">
                  <c:v>43970</c:v>
                </c:pt>
                <c:pt idx="2825">
                  <c:v>43971</c:v>
                </c:pt>
                <c:pt idx="2826">
                  <c:v>43972</c:v>
                </c:pt>
                <c:pt idx="2827">
                  <c:v>43973</c:v>
                </c:pt>
                <c:pt idx="2828">
                  <c:v>43976</c:v>
                </c:pt>
                <c:pt idx="2829">
                  <c:v>43977</c:v>
                </c:pt>
                <c:pt idx="2830">
                  <c:v>43978</c:v>
                </c:pt>
                <c:pt idx="2831">
                  <c:v>43979</c:v>
                </c:pt>
                <c:pt idx="2832">
                  <c:v>43980</c:v>
                </c:pt>
                <c:pt idx="2833">
                  <c:v>43982</c:v>
                </c:pt>
                <c:pt idx="2834">
                  <c:v>43983</c:v>
                </c:pt>
                <c:pt idx="2835">
                  <c:v>43984</c:v>
                </c:pt>
                <c:pt idx="2836">
                  <c:v>43985</c:v>
                </c:pt>
                <c:pt idx="2837">
                  <c:v>43986</c:v>
                </c:pt>
                <c:pt idx="2838">
                  <c:v>43987</c:v>
                </c:pt>
                <c:pt idx="2839">
                  <c:v>43990</c:v>
                </c:pt>
                <c:pt idx="2840">
                  <c:v>43991</c:v>
                </c:pt>
                <c:pt idx="2841">
                  <c:v>43992</c:v>
                </c:pt>
                <c:pt idx="2842">
                  <c:v>43993</c:v>
                </c:pt>
                <c:pt idx="2843">
                  <c:v>43994</c:v>
                </c:pt>
                <c:pt idx="2844">
                  <c:v>43997</c:v>
                </c:pt>
                <c:pt idx="2845">
                  <c:v>43998</c:v>
                </c:pt>
                <c:pt idx="2846">
                  <c:v>43999</c:v>
                </c:pt>
                <c:pt idx="2847">
                  <c:v>44000</c:v>
                </c:pt>
                <c:pt idx="2848">
                  <c:v>44001</c:v>
                </c:pt>
                <c:pt idx="2849">
                  <c:v>44002</c:v>
                </c:pt>
                <c:pt idx="2850">
                  <c:v>44004</c:v>
                </c:pt>
                <c:pt idx="2851">
                  <c:v>44005</c:v>
                </c:pt>
                <c:pt idx="2852">
                  <c:v>44006</c:v>
                </c:pt>
                <c:pt idx="2853">
                  <c:v>44007</c:v>
                </c:pt>
                <c:pt idx="2854">
                  <c:v>44008</c:v>
                </c:pt>
                <c:pt idx="2855">
                  <c:v>44010</c:v>
                </c:pt>
                <c:pt idx="2856">
                  <c:v>44011</c:v>
                </c:pt>
                <c:pt idx="2857">
                  <c:v>44012</c:v>
                </c:pt>
                <c:pt idx="2858">
                  <c:v>44013</c:v>
                </c:pt>
                <c:pt idx="2859">
                  <c:v>44014</c:v>
                </c:pt>
                <c:pt idx="2860">
                  <c:v>44015</c:v>
                </c:pt>
                <c:pt idx="2861">
                  <c:v>44018</c:v>
                </c:pt>
                <c:pt idx="2862">
                  <c:v>44019</c:v>
                </c:pt>
                <c:pt idx="2863">
                  <c:v>44020</c:v>
                </c:pt>
                <c:pt idx="2864">
                  <c:v>44021</c:v>
                </c:pt>
                <c:pt idx="2865">
                  <c:v>44022</c:v>
                </c:pt>
                <c:pt idx="2866">
                  <c:v>44025</c:v>
                </c:pt>
                <c:pt idx="2867">
                  <c:v>44026</c:v>
                </c:pt>
                <c:pt idx="2868">
                  <c:v>44027</c:v>
                </c:pt>
                <c:pt idx="2869">
                  <c:v>44028</c:v>
                </c:pt>
                <c:pt idx="2870">
                  <c:v>44029</c:v>
                </c:pt>
                <c:pt idx="2871">
                  <c:v>44032</c:v>
                </c:pt>
                <c:pt idx="2872">
                  <c:v>44033</c:v>
                </c:pt>
                <c:pt idx="2873">
                  <c:v>44034</c:v>
                </c:pt>
                <c:pt idx="2874">
                  <c:v>44035</c:v>
                </c:pt>
                <c:pt idx="2875">
                  <c:v>44036</c:v>
                </c:pt>
                <c:pt idx="2876">
                  <c:v>44039</c:v>
                </c:pt>
                <c:pt idx="2877">
                  <c:v>44040</c:v>
                </c:pt>
                <c:pt idx="2878">
                  <c:v>44041</c:v>
                </c:pt>
                <c:pt idx="2879">
                  <c:v>44042</c:v>
                </c:pt>
                <c:pt idx="2880">
                  <c:v>44043</c:v>
                </c:pt>
                <c:pt idx="2881">
                  <c:v>44046</c:v>
                </c:pt>
                <c:pt idx="2882">
                  <c:v>44047</c:v>
                </c:pt>
                <c:pt idx="2883">
                  <c:v>44048</c:v>
                </c:pt>
                <c:pt idx="2884">
                  <c:v>44049</c:v>
                </c:pt>
                <c:pt idx="2885">
                  <c:v>44050</c:v>
                </c:pt>
                <c:pt idx="2886">
                  <c:v>44053</c:v>
                </c:pt>
                <c:pt idx="2887">
                  <c:v>44054</c:v>
                </c:pt>
                <c:pt idx="2888">
                  <c:v>44055</c:v>
                </c:pt>
                <c:pt idx="2889">
                  <c:v>44056</c:v>
                </c:pt>
                <c:pt idx="2890">
                  <c:v>44057</c:v>
                </c:pt>
                <c:pt idx="2891">
                  <c:v>44060</c:v>
                </c:pt>
                <c:pt idx="2892">
                  <c:v>44061</c:v>
                </c:pt>
                <c:pt idx="2893">
                  <c:v>44062</c:v>
                </c:pt>
                <c:pt idx="2894">
                  <c:v>44063</c:v>
                </c:pt>
                <c:pt idx="2895">
                  <c:v>44064</c:v>
                </c:pt>
                <c:pt idx="2896">
                  <c:v>44067</c:v>
                </c:pt>
                <c:pt idx="2897">
                  <c:v>44068</c:v>
                </c:pt>
                <c:pt idx="2898">
                  <c:v>44069</c:v>
                </c:pt>
                <c:pt idx="2899">
                  <c:v>44070</c:v>
                </c:pt>
                <c:pt idx="2900">
                  <c:v>44071</c:v>
                </c:pt>
                <c:pt idx="2901">
                  <c:v>44074</c:v>
                </c:pt>
                <c:pt idx="2902">
                  <c:v>44075</c:v>
                </c:pt>
                <c:pt idx="2903">
                  <c:v>44076</c:v>
                </c:pt>
                <c:pt idx="2904">
                  <c:v>44077</c:v>
                </c:pt>
                <c:pt idx="2905">
                  <c:v>44078</c:v>
                </c:pt>
                <c:pt idx="2906">
                  <c:v>44081</c:v>
                </c:pt>
                <c:pt idx="2907">
                  <c:v>44082</c:v>
                </c:pt>
                <c:pt idx="2908">
                  <c:v>44083</c:v>
                </c:pt>
                <c:pt idx="2909">
                  <c:v>44084</c:v>
                </c:pt>
                <c:pt idx="2910">
                  <c:v>44085</c:v>
                </c:pt>
                <c:pt idx="2911">
                  <c:v>44088</c:v>
                </c:pt>
                <c:pt idx="2912">
                  <c:v>44089</c:v>
                </c:pt>
                <c:pt idx="2913">
                  <c:v>44090</c:v>
                </c:pt>
                <c:pt idx="2914">
                  <c:v>44091</c:v>
                </c:pt>
                <c:pt idx="2915">
                  <c:v>44092</c:v>
                </c:pt>
                <c:pt idx="2916">
                  <c:v>44094</c:v>
                </c:pt>
                <c:pt idx="2917">
                  <c:v>44095</c:v>
                </c:pt>
                <c:pt idx="2918">
                  <c:v>44096</c:v>
                </c:pt>
                <c:pt idx="2919">
                  <c:v>44097</c:v>
                </c:pt>
                <c:pt idx="2920">
                  <c:v>44098</c:v>
                </c:pt>
                <c:pt idx="2921">
                  <c:v>44099</c:v>
                </c:pt>
                <c:pt idx="2922">
                  <c:v>44101</c:v>
                </c:pt>
                <c:pt idx="2923">
                  <c:v>44102</c:v>
                </c:pt>
                <c:pt idx="2924">
                  <c:v>44103</c:v>
                </c:pt>
                <c:pt idx="2925">
                  <c:v>44104</c:v>
                </c:pt>
                <c:pt idx="2926">
                  <c:v>44105</c:v>
                </c:pt>
                <c:pt idx="2927">
                  <c:v>44106</c:v>
                </c:pt>
                <c:pt idx="2928">
                  <c:v>44109</c:v>
                </c:pt>
                <c:pt idx="2929">
                  <c:v>44110</c:v>
                </c:pt>
                <c:pt idx="2930">
                  <c:v>44111</c:v>
                </c:pt>
                <c:pt idx="2931">
                  <c:v>44112</c:v>
                </c:pt>
                <c:pt idx="2932">
                  <c:v>44113</c:v>
                </c:pt>
                <c:pt idx="2933">
                  <c:v>44114</c:v>
                </c:pt>
                <c:pt idx="2934">
                  <c:v>44116</c:v>
                </c:pt>
                <c:pt idx="2935">
                  <c:v>44117</c:v>
                </c:pt>
                <c:pt idx="2936">
                  <c:v>44118</c:v>
                </c:pt>
                <c:pt idx="2937">
                  <c:v>44119</c:v>
                </c:pt>
                <c:pt idx="2938">
                  <c:v>44120</c:v>
                </c:pt>
                <c:pt idx="2939">
                  <c:v>44123</c:v>
                </c:pt>
                <c:pt idx="2940">
                  <c:v>44124</c:v>
                </c:pt>
                <c:pt idx="2941">
                  <c:v>44125</c:v>
                </c:pt>
                <c:pt idx="2942">
                  <c:v>44126</c:v>
                </c:pt>
                <c:pt idx="2943">
                  <c:v>44127</c:v>
                </c:pt>
                <c:pt idx="2944">
                  <c:v>44130</c:v>
                </c:pt>
                <c:pt idx="2945">
                  <c:v>44131</c:v>
                </c:pt>
                <c:pt idx="2946">
                  <c:v>44132</c:v>
                </c:pt>
                <c:pt idx="2947">
                  <c:v>44133</c:v>
                </c:pt>
                <c:pt idx="2948">
                  <c:v>44134</c:v>
                </c:pt>
                <c:pt idx="2949">
                  <c:v>44135</c:v>
                </c:pt>
                <c:pt idx="2950">
                  <c:v>44137</c:v>
                </c:pt>
                <c:pt idx="2951">
                  <c:v>44138</c:v>
                </c:pt>
                <c:pt idx="2952">
                  <c:v>44139</c:v>
                </c:pt>
                <c:pt idx="2953">
                  <c:v>44140</c:v>
                </c:pt>
                <c:pt idx="2954">
                  <c:v>44141</c:v>
                </c:pt>
                <c:pt idx="2955">
                  <c:v>44144</c:v>
                </c:pt>
                <c:pt idx="2956">
                  <c:v>44145</c:v>
                </c:pt>
                <c:pt idx="2957">
                  <c:v>44146</c:v>
                </c:pt>
                <c:pt idx="2958">
                  <c:v>44147</c:v>
                </c:pt>
                <c:pt idx="2959">
                  <c:v>44148</c:v>
                </c:pt>
                <c:pt idx="2960">
                  <c:v>44151</c:v>
                </c:pt>
                <c:pt idx="2961">
                  <c:v>44152</c:v>
                </c:pt>
                <c:pt idx="2962">
                  <c:v>44153</c:v>
                </c:pt>
                <c:pt idx="2963">
                  <c:v>44154</c:v>
                </c:pt>
                <c:pt idx="2964">
                  <c:v>44155</c:v>
                </c:pt>
                <c:pt idx="2965">
                  <c:v>44158</c:v>
                </c:pt>
                <c:pt idx="2966">
                  <c:v>44159</c:v>
                </c:pt>
                <c:pt idx="2967">
                  <c:v>44160</c:v>
                </c:pt>
                <c:pt idx="2968">
                  <c:v>44161</c:v>
                </c:pt>
                <c:pt idx="2969">
                  <c:v>44162</c:v>
                </c:pt>
                <c:pt idx="2970">
                  <c:v>44165</c:v>
                </c:pt>
                <c:pt idx="2971">
                  <c:v>44166</c:v>
                </c:pt>
                <c:pt idx="2972">
                  <c:v>44167</c:v>
                </c:pt>
                <c:pt idx="2973">
                  <c:v>44168</c:v>
                </c:pt>
                <c:pt idx="2974">
                  <c:v>44169</c:v>
                </c:pt>
                <c:pt idx="2975">
                  <c:v>44172</c:v>
                </c:pt>
                <c:pt idx="2976">
                  <c:v>44173</c:v>
                </c:pt>
                <c:pt idx="2977">
                  <c:v>44174</c:v>
                </c:pt>
                <c:pt idx="2978">
                  <c:v>44175</c:v>
                </c:pt>
                <c:pt idx="2979">
                  <c:v>44176</c:v>
                </c:pt>
                <c:pt idx="2980">
                  <c:v>44179</c:v>
                </c:pt>
                <c:pt idx="2981">
                  <c:v>44180</c:v>
                </c:pt>
                <c:pt idx="2982">
                  <c:v>44181</c:v>
                </c:pt>
                <c:pt idx="2983">
                  <c:v>44182</c:v>
                </c:pt>
                <c:pt idx="2984">
                  <c:v>44183</c:v>
                </c:pt>
                <c:pt idx="2985">
                  <c:v>44185</c:v>
                </c:pt>
                <c:pt idx="2986">
                  <c:v>44186</c:v>
                </c:pt>
                <c:pt idx="2987">
                  <c:v>44187</c:v>
                </c:pt>
                <c:pt idx="2988">
                  <c:v>44188</c:v>
                </c:pt>
                <c:pt idx="2989">
                  <c:v>44189</c:v>
                </c:pt>
                <c:pt idx="2990">
                  <c:v>44190</c:v>
                </c:pt>
                <c:pt idx="2991">
                  <c:v>44193</c:v>
                </c:pt>
                <c:pt idx="2992">
                  <c:v>44194</c:v>
                </c:pt>
                <c:pt idx="2993">
                  <c:v>44195</c:v>
                </c:pt>
                <c:pt idx="2994">
                  <c:v>44196</c:v>
                </c:pt>
                <c:pt idx="2995">
                  <c:v>44200</c:v>
                </c:pt>
                <c:pt idx="2996">
                  <c:v>44201</c:v>
                </c:pt>
                <c:pt idx="2997">
                  <c:v>44202</c:v>
                </c:pt>
                <c:pt idx="2998">
                  <c:v>44203</c:v>
                </c:pt>
                <c:pt idx="2999">
                  <c:v>44204</c:v>
                </c:pt>
                <c:pt idx="3000">
                  <c:v>44206</c:v>
                </c:pt>
                <c:pt idx="3001">
                  <c:v>44207</c:v>
                </c:pt>
                <c:pt idx="3002">
                  <c:v>44208</c:v>
                </c:pt>
                <c:pt idx="3003">
                  <c:v>44209</c:v>
                </c:pt>
                <c:pt idx="3004">
                  <c:v>44210</c:v>
                </c:pt>
                <c:pt idx="3005">
                  <c:v>44211</c:v>
                </c:pt>
                <c:pt idx="3006">
                  <c:v>44214</c:v>
                </c:pt>
                <c:pt idx="3007">
                  <c:v>44215</c:v>
                </c:pt>
                <c:pt idx="3008">
                  <c:v>44216</c:v>
                </c:pt>
                <c:pt idx="3009">
                  <c:v>44217</c:v>
                </c:pt>
                <c:pt idx="3010">
                  <c:v>44218</c:v>
                </c:pt>
                <c:pt idx="3011">
                  <c:v>44221</c:v>
                </c:pt>
                <c:pt idx="3012">
                  <c:v>44222</c:v>
                </c:pt>
                <c:pt idx="3013">
                  <c:v>44223</c:v>
                </c:pt>
                <c:pt idx="3014">
                  <c:v>44224</c:v>
                </c:pt>
                <c:pt idx="3015">
                  <c:v>44225</c:v>
                </c:pt>
                <c:pt idx="3016">
                  <c:v>44227</c:v>
                </c:pt>
                <c:pt idx="3017">
                  <c:v>44228</c:v>
                </c:pt>
                <c:pt idx="3018">
                  <c:v>44229</c:v>
                </c:pt>
                <c:pt idx="3019">
                  <c:v>44230</c:v>
                </c:pt>
                <c:pt idx="3020">
                  <c:v>44231</c:v>
                </c:pt>
                <c:pt idx="3021">
                  <c:v>44232</c:v>
                </c:pt>
                <c:pt idx="3022">
                  <c:v>44234</c:v>
                </c:pt>
                <c:pt idx="3023">
                  <c:v>44235</c:v>
                </c:pt>
                <c:pt idx="3024">
                  <c:v>44236</c:v>
                </c:pt>
                <c:pt idx="3025">
                  <c:v>44237</c:v>
                </c:pt>
                <c:pt idx="3026">
                  <c:v>44238</c:v>
                </c:pt>
                <c:pt idx="3027">
                  <c:v>44239</c:v>
                </c:pt>
                <c:pt idx="3028">
                  <c:v>44242</c:v>
                </c:pt>
                <c:pt idx="3029">
                  <c:v>44243</c:v>
                </c:pt>
                <c:pt idx="3030">
                  <c:v>44244</c:v>
                </c:pt>
                <c:pt idx="3031">
                  <c:v>44245</c:v>
                </c:pt>
                <c:pt idx="3032">
                  <c:v>44246</c:v>
                </c:pt>
                <c:pt idx="3033">
                  <c:v>44247</c:v>
                </c:pt>
                <c:pt idx="3034">
                  <c:v>44249</c:v>
                </c:pt>
                <c:pt idx="3035">
                  <c:v>44250</c:v>
                </c:pt>
                <c:pt idx="3036">
                  <c:v>44251</c:v>
                </c:pt>
                <c:pt idx="3037">
                  <c:v>44252</c:v>
                </c:pt>
                <c:pt idx="3038">
                  <c:v>44253</c:v>
                </c:pt>
                <c:pt idx="3039">
                  <c:v>44255</c:v>
                </c:pt>
                <c:pt idx="3040">
                  <c:v>44256</c:v>
                </c:pt>
                <c:pt idx="3041">
                  <c:v>44257</c:v>
                </c:pt>
                <c:pt idx="3042">
                  <c:v>44258</c:v>
                </c:pt>
                <c:pt idx="3043">
                  <c:v>44259</c:v>
                </c:pt>
                <c:pt idx="3044">
                  <c:v>44260</c:v>
                </c:pt>
                <c:pt idx="3045">
                  <c:v>44263</c:v>
                </c:pt>
                <c:pt idx="3046">
                  <c:v>44264</c:v>
                </c:pt>
                <c:pt idx="3047">
                  <c:v>44265</c:v>
                </c:pt>
                <c:pt idx="3048">
                  <c:v>44266</c:v>
                </c:pt>
                <c:pt idx="3049">
                  <c:v>44267</c:v>
                </c:pt>
                <c:pt idx="3050">
                  <c:v>44270</c:v>
                </c:pt>
                <c:pt idx="3051">
                  <c:v>44271</c:v>
                </c:pt>
                <c:pt idx="3052">
                  <c:v>44272</c:v>
                </c:pt>
                <c:pt idx="3053">
                  <c:v>44273</c:v>
                </c:pt>
                <c:pt idx="3054">
                  <c:v>44274</c:v>
                </c:pt>
                <c:pt idx="3055">
                  <c:v>44275</c:v>
                </c:pt>
                <c:pt idx="3056">
                  <c:v>44277</c:v>
                </c:pt>
                <c:pt idx="3057">
                  <c:v>44278</c:v>
                </c:pt>
                <c:pt idx="3058">
                  <c:v>44279</c:v>
                </c:pt>
                <c:pt idx="3059">
                  <c:v>44280</c:v>
                </c:pt>
                <c:pt idx="3060">
                  <c:v>44281</c:v>
                </c:pt>
                <c:pt idx="3061">
                  <c:v>44284</c:v>
                </c:pt>
                <c:pt idx="3062">
                  <c:v>44285</c:v>
                </c:pt>
                <c:pt idx="3063">
                  <c:v>44286</c:v>
                </c:pt>
                <c:pt idx="3064">
                  <c:v>44287</c:v>
                </c:pt>
                <c:pt idx="3065">
                  <c:v>44288</c:v>
                </c:pt>
                <c:pt idx="3066">
                  <c:v>44291</c:v>
                </c:pt>
                <c:pt idx="3067">
                  <c:v>44292</c:v>
                </c:pt>
                <c:pt idx="3068">
                  <c:v>44293</c:v>
                </c:pt>
                <c:pt idx="3069">
                  <c:v>44294</c:v>
                </c:pt>
                <c:pt idx="3070">
                  <c:v>44295</c:v>
                </c:pt>
                <c:pt idx="3071">
                  <c:v>44296</c:v>
                </c:pt>
                <c:pt idx="3072">
                  <c:v>44298</c:v>
                </c:pt>
                <c:pt idx="3073">
                  <c:v>44299</c:v>
                </c:pt>
                <c:pt idx="3074">
                  <c:v>44300</c:v>
                </c:pt>
                <c:pt idx="3075">
                  <c:v>44301</c:v>
                </c:pt>
                <c:pt idx="3076">
                  <c:v>44302</c:v>
                </c:pt>
                <c:pt idx="3077">
                  <c:v>44305</c:v>
                </c:pt>
                <c:pt idx="3078">
                  <c:v>44306</c:v>
                </c:pt>
                <c:pt idx="3079">
                  <c:v>44307</c:v>
                </c:pt>
                <c:pt idx="3080">
                  <c:v>44308</c:v>
                </c:pt>
                <c:pt idx="3081">
                  <c:v>44309</c:v>
                </c:pt>
                <c:pt idx="3082">
                  <c:v>44311</c:v>
                </c:pt>
                <c:pt idx="3083">
                  <c:v>44312</c:v>
                </c:pt>
                <c:pt idx="3084">
                  <c:v>44313</c:v>
                </c:pt>
                <c:pt idx="3085">
                  <c:v>44314</c:v>
                </c:pt>
                <c:pt idx="3086">
                  <c:v>44315</c:v>
                </c:pt>
                <c:pt idx="3087">
                  <c:v>44316</c:v>
                </c:pt>
                <c:pt idx="3088">
                  <c:v>44319</c:v>
                </c:pt>
                <c:pt idx="3089">
                  <c:v>44320</c:v>
                </c:pt>
                <c:pt idx="3090">
                  <c:v>44321</c:v>
                </c:pt>
                <c:pt idx="3091">
                  <c:v>44322</c:v>
                </c:pt>
                <c:pt idx="3092">
                  <c:v>44323</c:v>
                </c:pt>
                <c:pt idx="3093">
                  <c:v>44324</c:v>
                </c:pt>
                <c:pt idx="3094">
                  <c:v>44326</c:v>
                </c:pt>
                <c:pt idx="3095">
                  <c:v>44327</c:v>
                </c:pt>
                <c:pt idx="3096">
                  <c:v>44328</c:v>
                </c:pt>
                <c:pt idx="3097">
                  <c:v>44329</c:v>
                </c:pt>
                <c:pt idx="3098">
                  <c:v>44330</c:v>
                </c:pt>
                <c:pt idx="3099">
                  <c:v>44333</c:v>
                </c:pt>
                <c:pt idx="3100">
                  <c:v>44334</c:v>
                </c:pt>
                <c:pt idx="3101">
                  <c:v>44335</c:v>
                </c:pt>
                <c:pt idx="3102">
                  <c:v>44336</c:v>
                </c:pt>
                <c:pt idx="3103">
                  <c:v>44337</c:v>
                </c:pt>
                <c:pt idx="3104">
                  <c:v>44340</c:v>
                </c:pt>
                <c:pt idx="3105">
                  <c:v>44341</c:v>
                </c:pt>
                <c:pt idx="3106">
                  <c:v>44342</c:v>
                </c:pt>
                <c:pt idx="3107">
                  <c:v>44343</c:v>
                </c:pt>
                <c:pt idx="3108">
                  <c:v>44344</c:v>
                </c:pt>
                <c:pt idx="3109">
                  <c:v>44347</c:v>
                </c:pt>
                <c:pt idx="3110">
                  <c:v>44348</c:v>
                </c:pt>
                <c:pt idx="3111">
                  <c:v>44349</c:v>
                </c:pt>
                <c:pt idx="3112">
                  <c:v>44350</c:v>
                </c:pt>
                <c:pt idx="3113">
                  <c:v>44351</c:v>
                </c:pt>
                <c:pt idx="3114">
                  <c:v>44354</c:v>
                </c:pt>
                <c:pt idx="3115">
                  <c:v>44355</c:v>
                </c:pt>
                <c:pt idx="3116">
                  <c:v>44356</c:v>
                </c:pt>
                <c:pt idx="3117">
                  <c:v>44357</c:v>
                </c:pt>
                <c:pt idx="3118">
                  <c:v>44358</c:v>
                </c:pt>
                <c:pt idx="3119">
                  <c:v>44361</c:v>
                </c:pt>
                <c:pt idx="3120">
                  <c:v>44362</c:v>
                </c:pt>
                <c:pt idx="3121">
                  <c:v>44363</c:v>
                </c:pt>
                <c:pt idx="3122">
                  <c:v>44364</c:v>
                </c:pt>
                <c:pt idx="3123">
                  <c:v>44365</c:v>
                </c:pt>
                <c:pt idx="3124">
                  <c:v>44367</c:v>
                </c:pt>
                <c:pt idx="3125">
                  <c:v>44368</c:v>
                </c:pt>
                <c:pt idx="3126">
                  <c:v>44369</c:v>
                </c:pt>
                <c:pt idx="3127">
                  <c:v>44370</c:v>
                </c:pt>
                <c:pt idx="3128">
                  <c:v>44371</c:v>
                </c:pt>
                <c:pt idx="3129">
                  <c:v>44372</c:v>
                </c:pt>
                <c:pt idx="3130">
                  <c:v>44375</c:v>
                </c:pt>
                <c:pt idx="3131">
                  <c:v>44376</c:v>
                </c:pt>
                <c:pt idx="3132">
                  <c:v>44377</c:v>
                </c:pt>
                <c:pt idx="3133">
                  <c:v>44378</c:v>
                </c:pt>
                <c:pt idx="3134">
                  <c:v>44379</c:v>
                </c:pt>
                <c:pt idx="3135">
                  <c:v>44382</c:v>
                </c:pt>
                <c:pt idx="3136">
                  <c:v>44383</c:v>
                </c:pt>
                <c:pt idx="3137">
                  <c:v>44384</c:v>
                </c:pt>
                <c:pt idx="3138">
                  <c:v>44385</c:v>
                </c:pt>
                <c:pt idx="3139">
                  <c:v>44386</c:v>
                </c:pt>
                <c:pt idx="3140">
                  <c:v>44387</c:v>
                </c:pt>
                <c:pt idx="3141">
                  <c:v>44389</c:v>
                </c:pt>
                <c:pt idx="3142">
                  <c:v>44390</c:v>
                </c:pt>
                <c:pt idx="3143">
                  <c:v>44391</c:v>
                </c:pt>
                <c:pt idx="3144">
                  <c:v>44392</c:v>
                </c:pt>
                <c:pt idx="3145">
                  <c:v>44393</c:v>
                </c:pt>
                <c:pt idx="3146">
                  <c:v>44396</c:v>
                </c:pt>
                <c:pt idx="3147">
                  <c:v>44397</c:v>
                </c:pt>
                <c:pt idx="3148">
                  <c:v>44398</c:v>
                </c:pt>
                <c:pt idx="3149">
                  <c:v>44399</c:v>
                </c:pt>
                <c:pt idx="3150">
                  <c:v>44400</c:v>
                </c:pt>
                <c:pt idx="3151">
                  <c:v>44403</c:v>
                </c:pt>
                <c:pt idx="3152">
                  <c:v>44404</c:v>
                </c:pt>
                <c:pt idx="3153">
                  <c:v>44405</c:v>
                </c:pt>
                <c:pt idx="3154">
                  <c:v>44406</c:v>
                </c:pt>
                <c:pt idx="3155">
                  <c:v>44407</c:v>
                </c:pt>
                <c:pt idx="3156">
                  <c:v>44408</c:v>
                </c:pt>
                <c:pt idx="3157">
                  <c:v>44410</c:v>
                </c:pt>
                <c:pt idx="3158">
                  <c:v>44411</c:v>
                </c:pt>
                <c:pt idx="3159">
                  <c:v>44412</c:v>
                </c:pt>
                <c:pt idx="3160">
                  <c:v>44413</c:v>
                </c:pt>
                <c:pt idx="3161">
                  <c:v>44414</c:v>
                </c:pt>
                <c:pt idx="3162">
                  <c:v>44417</c:v>
                </c:pt>
                <c:pt idx="3163">
                  <c:v>44418</c:v>
                </c:pt>
                <c:pt idx="3164">
                  <c:v>44419</c:v>
                </c:pt>
                <c:pt idx="3165">
                  <c:v>44420</c:v>
                </c:pt>
                <c:pt idx="3166">
                  <c:v>44421</c:v>
                </c:pt>
                <c:pt idx="3167">
                  <c:v>44424</c:v>
                </c:pt>
                <c:pt idx="3168">
                  <c:v>44425</c:v>
                </c:pt>
                <c:pt idx="3169">
                  <c:v>44426</c:v>
                </c:pt>
                <c:pt idx="3170">
                  <c:v>44427</c:v>
                </c:pt>
                <c:pt idx="3171">
                  <c:v>44428</c:v>
                </c:pt>
                <c:pt idx="3172">
                  <c:v>44431</c:v>
                </c:pt>
                <c:pt idx="3173">
                  <c:v>44432</c:v>
                </c:pt>
                <c:pt idx="3174">
                  <c:v>44433</c:v>
                </c:pt>
                <c:pt idx="3175">
                  <c:v>44434</c:v>
                </c:pt>
                <c:pt idx="3176">
                  <c:v>44435</c:v>
                </c:pt>
                <c:pt idx="3177">
                  <c:v>44438</c:v>
                </c:pt>
                <c:pt idx="3178">
                  <c:v>44439</c:v>
                </c:pt>
                <c:pt idx="3179">
                  <c:v>44440</c:v>
                </c:pt>
                <c:pt idx="3180">
                  <c:v>44441</c:v>
                </c:pt>
                <c:pt idx="3181">
                  <c:v>44442</c:v>
                </c:pt>
                <c:pt idx="3182">
                  <c:v>44445</c:v>
                </c:pt>
                <c:pt idx="3183">
                  <c:v>44446</c:v>
                </c:pt>
                <c:pt idx="3184">
                  <c:v>44447</c:v>
                </c:pt>
                <c:pt idx="3185">
                  <c:v>44448</c:v>
                </c:pt>
                <c:pt idx="3186">
                  <c:v>44449</c:v>
                </c:pt>
                <c:pt idx="3187">
                  <c:v>44452</c:v>
                </c:pt>
                <c:pt idx="3188">
                  <c:v>44453</c:v>
                </c:pt>
                <c:pt idx="3189">
                  <c:v>44454</c:v>
                </c:pt>
                <c:pt idx="3190">
                  <c:v>44455</c:v>
                </c:pt>
                <c:pt idx="3191">
                  <c:v>44456</c:v>
                </c:pt>
                <c:pt idx="3192">
                  <c:v>44457</c:v>
                </c:pt>
                <c:pt idx="3193">
                  <c:v>44459</c:v>
                </c:pt>
                <c:pt idx="3194">
                  <c:v>44460</c:v>
                </c:pt>
                <c:pt idx="3195">
                  <c:v>44461</c:v>
                </c:pt>
                <c:pt idx="3196">
                  <c:v>44462</c:v>
                </c:pt>
                <c:pt idx="3197">
                  <c:v>44463</c:v>
                </c:pt>
                <c:pt idx="3198">
                  <c:v>44465</c:v>
                </c:pt>
                <c:pt idx="3199">
                  <c:v>44466</c:v>
                </c:pt>
                <c:pt idx="3200">
                  <c:v>44467</c:v>
                </c:pt>
                <c:pt idx="3201">
                  <c:v>44468</c:v>
                </c:pt>
                <c:pt idx="3202">
                  <c:v>44469</c:v>
                </c:pt>
                <c:pt idx="3203">
                  <c:v>44470</c:v>
                </c:pt>
                <c:pt idx="3204">
                  <c:v>44473</c:v>
                </c:pt>
                <c:pt idx="3205">
                  <c:v>44474</c:v>
                </c:pt>
                <c:pt idx="3206">
                  <c:v>44475</c:v>
                </c:pt>
                <c:pt idx="3207">
                  <c:v>44476</c:v>
                </c:pt>
                <c:pt idx="3208">
                  <c:v>44477</c:v>
                </c:pt>
                <c:pt idx="3209">
                  <c:v>44478</c:v>
                </c:pt>
                <c:pt idx="3210">
                  <c:v>44479</c:v>
                </c:pt>
                <c:pt idx="3211">
                  <c:v>44480</c:v>
                </c:pt>
                <c:pt idx="3212">
                  <c:v>44481</c:v>
                </c:pt>
                <c:pt idx="3213">
                  <c:v>44482</c:v>
                </c:pt>
                <c:pt idx="3214">
                  <c:v>44483</c:v>
                </c:pt>
                <c:pt idx="3215">
                  <c:v>44484</c:v>
                </c:pt>
                <c:pt idx="3216">
                  <c:v>44487</c:v>
                </c:pt>
                <c:pt idx="3217">
                  <c:v>44488</c:v>
                </c:pt>
                <c:pt idx="3218">
                  <c:v>44489</c:v>
                </c:pt>
                <c:pt idx="3219">
                  <c:v>44490</c:v>
                </c:pt>
                <c:pt idx="3220">
                  <c:v>44491</c:v>
                </c:pt>
                <c:pt idx="3221">
                  <c:v>44494</c:v>
                </c:pt>
                <c:pt idx="3222">
                  <c:v>44495</c:v>
                </c:pt>
                <c:pt idx="3223">
                  <c:v>44496</c:v>
                </c:pt>
                <c:pt idx="3224">
                  <c:v>44497</c:v>
                </c:pt>
                <c:pt idx="3225">
                  <c:v>44498</c:v>
                </c:pt>
                <c:pt idx="3226">
                  <c:v>44500</c:v>
                </c:pt>
                <c:pt idx="3227">
                  <c:v>44501</c:v>
                </c:pt>
                <c:pt idx="3228">
                  <c:v>44502</c:v>
                </c:pt>
                <c:pt idx="3229">
                  <c:v>44503</c:v>
                </c:pt>
                <c:pt idx="3230">
                  <c:v>44504</c:v>
                </c:pt>
                <c:pt idx="3231">
                  <c:v>44505</c:v>
                </c:pt>
                <c:pt idx="3232">
                  <c:v>44508</c:v>
                </c:pt>
                <c:pt idx="3233">
                  <c:v>44509</c:v>
                </c:pt>
                <c:pt idx="3234">
                  <c:v>44510</c:v>
                </c:pt>
                <c:pt idx="3235">
                  <c:v>44511</c:v>
                </c:pt>
                <c:pt idx="3236">
                  <c:v>44512</c:v>
                </c:pt>
                <c:pt idx="3237">
                  <c:v>44513</c:v>
                </c:pt>
                <c:pt idx="3238">
                  <c:v>44514</c:v>
                </c:pt>
                <c:pt idx="3239">
                  <c:v>44515</c:v>
                </c:pt>
                <c:pt idx="3240">
                  <c:v>44516</c:v>
                </c:pt>
                <c:pt idx="3241">
                  <c:v>44517</c:v>
                </c:pt>
                <c:pt idx="3242">
                  <c:v>44518</c:v>
                </c:pt>
                <c:pt idx="3243">
                  <c:v>44519</c:v>
                </c:pt>
                <c:pt idx="3244">
                  <c:v>44520</c:v>
                </c:pt>
                <c:pt idx="3245">
                  <c:v>44521</c:v>
                </c:pt>
                <c:pt idx="3246">
                  <c:v>44522</c:v>
                </c:pt>
                <c:pt idx="3247">
                  <c:v>44523</c:v>
                </c:pt>
                <c:pt idx="3248">
                  <c:v>44524</c:v>
                </c:pt>
                <c:pt idx="3249">
                  <c:v>44525</c:v>
                </c:pt>
                <c:pt idx="3250">
                  <c:v>44526</c:v>
                </c:pt>
                <c:pt idx="3251">
                  <c:v>44527</c:v>
                </c:pt>
                <c:pt idx="3252">
                  <c:v>44528</c:v>
                </c:pt>
                <c:pt idx="3253">
                  <c:v>44529</c:v>
                </c:pt>
                <c:pt idx="3254">
                  <c:v>44530</c:v>
                </c:pt>
                <c:pt idx="3255">
                  <c:v>44531</c:v>
                </c:pt>
                <c:pt idx="3256">
                  <c:v>44532</c:v>
                </c:pt>
                <c:pt idx="3257">
                  <c:v>44533</c:v>
                </c:pt>
                <c:pt idx="3258">
                  <c:v>44534</c:v>
                </c:pt>
                <c:pt idx="3259">
                  <c:v>44535</c:v>
                </c:pt>
                <c:pt idx="3260">
                  <c:v>44536</c:v>
                </c:pt>
                <c:pt idx="3261">
                  <c:v>44537</c:v>
                </c:pt>
                <c:pt idx="3262">
                  <c:v>44538</c:v>
                </c:pt>
                <c:pt idx="3263">
                  <c:v>44539</c:v>
                </c:pt>
                <c:pt idx="3264">
                  <c:v>44540</c:v>
                </c:pt>
                <c:pt idx="3265">
                  <c:v>44541</c:v>
                </c:pt>
                <c:pt idx="3266">
                  <c:v>44542</c:v>
                </c:pt>
                <c:pt idx="3267">
                  <c:v>44543</c:v>
                </c:pt>
                <c:pt idx="3268">
                  <c:v>44544</c:v>
                </c:pt>
                <c:pt idx="3269">
                  <c:v>44545</c:v>
                </c:pt>
                <c:pt idx="3270">
                  <c:v>44546</c:v>
                </c:pt>
                <c:pt idx="3271">
                  <c:v>44547</c:v>
                </c:pt>
                <c:pt idx="3272">
                  <c:v>44548</c:v>
                </c:pt>
                <c:pt idx="3273">
                  <c:v>44549</c:v>
                </c:pt>
                <c:pt idx="3274">
                  <c:v>44550</c:v>
                </c:pt>
                <c:pt idx="3275">
                  <c:v>44551</c:v>
                </c:pt>
                <c:pt idx="3276">
                  <c:v>44552</c:v>
                </c:pt>
                <c:pt idx="3277">
                  <c:v>44553</c:v>
                </c:pt>
                <c:pt idx="3278">
                  <c:v>44554</c:v>
                </c:pt>
                <c:pt idx="3279">
                  <c:v>44555</c:v>
                </c:pt>
                <c:pt idx="3280">
                  <c:v>44556</c:v>
                </c:pt>
                <c:pt idx="3281">
                  <c:v>44557</c:v>
                </c:pt>
                <c:pt idx="3282">
                  <c:v>44558</c:v>
                </c:pt>
                <c:pt idx="3283">
                  <c:v>44559</c:v>
                </c:pt>
                <c:pt idx="3284">
                  <c:v>44560</c:v>
                </c:pt>
                <c:pt idx="3285">
                  <c:v>44561</c:v>
                </c:pt>
                <c:pt idx="3286">
                  <c:v>44562</c:v>
                </c:pt>
                <c:pt idx="3287">
                  <c:v>44563</c:v>
                </c:pt>
                <c:pt idx="3288">
                  <c:v>44564</c:v>
                </c:pt>
                <c:pt idx="3289">
                  <c:v>44565</c:v>
                </c:pt>
                <c:pt idx="3290">
                  <c:v>44566</c:v>
                </c:pt>
                <c:pt idx="3291">
                  <c:v>44567</c:v>
                </c:pt>
                <c:pt idx="3292">
                  <c:v>44568</c:v>
                </c:pt>
                <c:pt idx="3293">
                  <c:v>44569</c:v>
                </c:pt>
                <c:pt idx="3294">
                  <c:v>44570</c:v>
                </c:pt>
                <c:pt idx="3295">
                  <c:v>44571</c:v>
                </c:pt>
                <c:pt idx="3296">
                  <c:v>44572</c:v>
                </c:pt>
                <c:pt idx="3297">
                  <c:v>44573</c:v>
                </c:pt>
                <c:pt idx="3298">
                  <c:v>44574</c:v>
                </c:pt>
                <c:pt idx="3299">
                  <c:v>44575</c:v>
                </c:pt>
                <c:pt idx="3300">
                  <c:v>44576</c:v>
                </c:pt>
                <c:pt idx="3301">
                  <c:v>44577</c:v>
                </c:pt>
                <c:pt idx="3302">
                  <c:v>44578</c:v>
                </c:pt>
                <c:pt idx="3303">
                  <c:v>44579</c:v>
                </c:pt>
                <c:pt idx="3304">
                  <c:v>44580</c:v>
                </c:pt>
                <c:pt idx="3305">
                  <c:v>44581</c:v>
                </c:pt>
                <c:pt idx="3306">
                  <c:v>44582</c:v>
                </c:pt>
                <c:pt idx="3307">
                  <c:v>44583</c:v>
                </c:pt>
                <c:pt idx="3308">
                  <c:v>44584</c:v>
                </c:pt>
                <c:pt idx="3309">
                  <c:v>44585</c:v>
                </c:pt>
                <c:pt idx="3310">
                  <c:v>44586</c:v>
                </c:pt>
                <c:pt idx="3311">
                  <c:v>44587</c:v>
                </c:pt>
                <c:pt idx="3312">
                  <c:v>44588</c:v>
                </c:pt>
                <c:pt idx="3313">
                  <c:v>44589</c:v>
                </c:pt>
                <c:pt idx="3314">
                  <c:v>44590</c:v>
                </c:pt>
                <c:pt idx="3315">
                  <c:v>44591</c:v>
                </c:pt>
                <c:pt idx="3316">
                  <c:v>44592</c:v>
                </c:pt>
                <c:pt idx="3317">
                  <c:v>44593</c:v>
                </c:pt>
                <c:pt idx="3318">
                  <c:v>44594</c:v>
                </c:pt>
                <c:pt idx="3319">
                  <c:v>44595</c:v>
                </c:pt>
                <c:pt idx="3320">
                  <c:v>44596</c:v>
                </c:pt>
                <c:pt idx="3321">
                  <c:v>44597</c:v>
                </c:pt>
                <c:pt idx="3322">
                  <c:v>44598</c:v>
                </c:pt>
                <c:pt idx="3323">
                  <c:v>44599</c:v>
                </c:pt>
                <c:pt idx="3324">
                  <c:v>44600</c:v>
                </c:pt>
                <c:pt idx="3325">
                  <c:v>44601</c:v>
                </c:pt>
                <c:pt idx="3326">
                  <c:v>44602</c:v>
                </c:pt>
                <c:pt idx="3327">
                  <c:v>44603</c:v>
                </c:pt>
                <c:pt idx="3328">
                  <c:v>44606</c:v>
                </c:pt>
                <c:pt idx="3329">
                  <c:v>44607</c:v>
                </c:pt>
                <c:pt idx="3330">
                  <c:v>44608</c:v>
                </c:pt>
                <c:pt idx="3331">
                  <c:v>44609</c:v>
                </c:pt>
                <c:pt idx="3332">
                  <c:v>44610</c:v>
                </c:pt>
                <c:pt idx="3333">
                  <c:v>44612</c:v>
                </c:pt>
                <c:pt idx="3334">
                  <c:v>44613</c:v>
                </c:pt>
                <c:pt idx="3335">
                  <c:v>44614</c:v>
                </c:pt>
                <c:pt idx="3336">
                  <c:v>44615</c:v>
                </c:pt>
                <c:pt idx="3337">
                  <c:v>44616</c:v>
                </c:pt>
                <c:pt idx="3338">
                  <c:v>44617</c:v>
                </c:pt>
                <c:pt idx="3339">
                  <c:v>44620</c:v>
                </c:pt>
                <c:pt idx="3340">
                  <c:v>44621</c:v>
                </c:pt>
                <c:pt idx="3341">
                  <c:v>44622</c:v>
                </c:pt>
                <c:pt idx="3342">
                  <c:v>44623</c:v>
                </c:pt>
                <c:pt idx="3343">
                  <c:v>44624</c:v>
                </c:pt>
                <c:pt idx="3344">
                  <c:v>44627</c:v>
                </c:pt>
                <c:pt idx="3345">
                  <c:v>44628</c:v>
                </c:pt>
                <c:pt idx="3346">
                  <c:v>44629</c:v>
                </c:pt>
                <c:pt idx="3347">
                  <c:v>44630</c:v>
                </c:pt>
                <c:pt idx="3348">
                  <c:v>44631</c:v>
                </c:pt>
                <c:pt idx="3349">
                  <c:v>44634</c:v>
                </c:pt>
                <c:pt idx="3350">
                  <c:v>44635</c:v>
                </c:pt>
                <c:pt idx="3351">
                  <c:v>44636</c:v>
                </c:pt>
                <c:pt idx="3352">
                  <c:v>44637</c:v>
                </c:pt>
                <c:pt idx="3353">
                  <c:v>44638</c:v>
                </c:pt>
                <c:pt idx="3354">
                  <c:v>44639</c:v>
                </c:pt>
                <c:pt idx="3355">
                  <c:v>44640</c:v>
                </c:pt>
                <c:pt idx="3356">
                  <c:v>44641</c:v>
                </c:pt>
                <c:pt idx="3357">
                  <c:v>44642</c:v>
                </c:pt>
                <c:pt idx="3358">
                  <c:v>44643</c:v>
                </c:pt>
                <c:pt idx="3359">
                  <c:v>44644</c:v>
                </c:pt>
                <c:pt idx="3360">
                  <c:v>44645</c:v>
                </c:pt>
                <c:pt idx="3361">
                  <c:v>44648</c:v>
                </c:pt>
                <c:pt idx="3362">
                  <c:v>44649</c:v>
                </c:pt>
                <c:pt idx="3363">
                  <c:v>44650</c:v>
                </c:pt>
                <c:pt idx="3364">
                  <c:v>44651</c:v>
                </c:pt>
                <c:pt idx="3365">
                  <c:v>44652</c:v>
                </c:pt>
                <c:pt idx="3366">
                  <c:v>44653</c:v>
                </c:pt>
                <c:pt idx="3367">
                  <c:v>44655</c:v>
                </c:pt>
                <c:pt idx="3368">
                  <c:v>44656</c:v>
                </c:pt>
                <c:pt idx="3369">
                  <c:v>44657</c:v>
                </c:pt>
                <c:pt idx="3370">
                  <c:v>44658</c:v>
                </c:pt>
                <c:pt idx="3371">
                  <c:v>44659</c:v>
                </c:pt>
                <c:pt idx="3372">
                  <c:v>44660</c:v>
                </c:pt>
                <c:pt idx="3373">
                  <c:v>44661</c:v>
                </c:pt>
                <c:pt idx="3374">
                  <c:v>44662</c:v>
                </c:pt>
                <c:pt idx="3375">
                  <c:v>44663</c:v>
                </c:pt>
                <c:pt idx="3376">
                  <c:v>44664</c:v>
                </c:pt>
                <c:pt idx="3377">
                  <c:v>44665</c:v>
                </c:pt>
                <c:pt idx="3378">
                  <c:v>44666</c:v>
                </c:pt>
                <c:pt idx="3379">
                  <c:v>44667</c:v>
                </c:pt>
                <c:pt idx="3380">
                  <c:v>44668</c:v>
                </c:pt>
                <c:pt idx="3381">
                  <c:v>44669</c:v>
                </c:pt>
                <c:pt idx="3382">
                  <c:v>44670</c:v>
                </c:pt>
                <c:pt idx="3383">
                  <c:v>44671</c:v>
                </c:pt>
                <c:pt idx="3384">
                  <c:v>44672</c:v>
                </c:pt>
                <c:pt idx="3385">
                  <c:v>44673</c:v>
                </c:pt>
                <c:pt idx="3386">
                  <c:v>44674</c:v>
                </c:pt>
                <c:pt idx="3387">
                  <c:v>44675</c:v>
                </c:pt>
                <c:pt idx="3388">
                  <c:v>44676</c:v>
                </c:pt>
                <c:pt idx="3389">
                  <c:v>44677</c:v>
                </c:pt>
                <c:pt idx="3390">
                  <c:v>44678</c:v>
                </c:pt>
                <c:pt idx="3391">
                  <c:v>44679</c:v>
                </c:pt>
                <c:pt idx="3392">
                  <c:v>44680</c:v>
                </c:pt>
                <c:pt idx="3393">
                  <c:v>44681</c:v>
                </c:pt>
                <c:pt idx="3394">
                  <c:v>44682</c:v>
                </c:pt>
                <c:pt idx="3395">
                  <c:v>44683</c:v>
                </c:pt>
                <c:pt idx="3396">
                  <c:v>44684</c:v>
                </c:pt>
                <c:pt idx="3397">
                  <c:v>44685</c:v>
                </c:pt>
                <c:pt idx="3398">
                  <c:v>44686</c:v>
                </c:pt>
                <c:pt idx="3399">
                  <c:v>44687</c:v>
                </c:pt>
                <c:pt idx="3400">
                  <c:v>44688</c:v>
                </c:pt>
                <c:pt idx="3401">
                  <c:v>44689</c:v>
                </c:pt>
                <c:pt idx="3402">
                  <c:v>44690</c:v>
                </c:pt>
                <c:pt idx="3403">
                  <c:v>44691</c:v>
                </c:pt>
                <c:pt idx="3404">
                  <c:v>44692</c:v>
                </c:pt>
                <c:pt idx="3405">
                  <c:v>44693</c:v>
                </c:pt>
                <c:pt idx="3406">
                  <c:v>44694</c:v>
                </c:pt>
                <c:pt idx="3407">
                  <c:v>44695</c:v>
                </c:pt>
                <c:pt idx="3408">
                  <c:v>44696</c:v>
                </c:pt>
                <c:pt idx="3409">
                  <c:v>44697</c:v>
                </c:pt>
                <c:pt idx="3410">
                  <c:v>44698</c:v>
                </c:pt>
                <c:pt idx="3411">
                  <c:v>44699</c:v>
                </c:pt>
                <c:pt idx="3412">
                  <c:v>44700</c:v>
                </c:pt>
                <c:pt idx="3413">
                  <c:v>44701</c:v>
                </c:pt>
                <c:pt idx="3414">
                  <c:v>44704</c:v>
                </c:pt>
                <c:pt idx="3415">
                  <c:v>44705</c:v>
                </c:pt>
                <c:pt idx="3416">
                  <c:v>44706</c:v>
                </c:pt>
                <c:pt idx="3417">
                  <c:v>44707</c:v>
                </c:pt>
                <c:pt idx="3418">
                  <c:v>44708</c:v>
                </c:pt>
                <c:pt idx="3419">
                  <c:v>44711</c:v>
                </c:pt>
                <c:pt idx="3420">
                  <c:v>44712</c:v>
                </c:pt>
                <c:pt idx="3421">
                  <c:v>44713</c:v>
                </c:pt>
                <c:pt idx="3422">
                  <c:v>44714</c:v>
                </c:pt>
                <c:pt idx="3423">
                  <c:v>44715</c:v>
                </c:pt>
                <c:pt idx="3424">
                  <c:v>44718</c:v>
                </c:pt>
                <c:pt idx="3425">
                  <c:v>44719</c:v>
                </c:pt>
                <c:pt idx="3426">
                  <c:v>44720</c:v>
                </c:pt>
                <c:pt idx="3427">
                  <c:v>44721</c:v>
                </c:pt>
                <c:pt idx="3428">
                  <c:v>44722</c:v>
                </c:pt>
                <c:pt idx="3429">
                  <c:v>44725</c:v>
                </c:pt>
                <c:pt idx="3430">
                  <c:v>44726</c:v>
                </c:pt>
                <c:pt idx="3431">
                  <c:v>44727</c:v>
                </c:pt>
                <c:pt idx="3432">
                  <c:v>44728</c:v>
                </c:pt>
                <c:pt idx="3433">
                  <c:v>44729</c:v>
                </c:pt>
                <c:pt idx="3434">
                  <c:v>44730</c:v>
                </c:pt>
                <c:pt idx="3435">
                  <c:v>44731</c:v>
                </c:pt>
                <c:pt idx="3436">
                  <c:v>44732</c:v>
                </c:pt>
                <c:pt idx="3437">
                  <c:v>44733</c:v>
                </c:pt>
                <c:pt idx="3438">
                  <c:v>44734</c:v>
                </c:pt>
                <c:pt idx="3439">
                  <c:v>44735</c:v>
                </c:pt>
                <c:pt idx="3440">
                  <c:v>44736</c:v>
                </c:pt>
                <c:pt idx="3441">
                  <c:v>44737</c:v>
                </c:pt>
                <c:pt idx="3442">
                  <c:v>44738</c:v>
                </c:pt>
                <c:pt idx="3443">
                  <c:v>44739</c:v>
                </c:pt>
                <c:pt idx="3444">
                  <c:v>44740</c:v>
                </c:pt>
                <c:pt idx="3445">
                  <c:v>44741</c:v>
                </c:pt>
                <c:pt idx="3446">
                  <c:v>44742</c:v>
                </c:pt>
                <c:pt idx="3447">
                  <c:v>44743</c:v>
                </c:pt>
                <c:pt idx="3448">
                  <c:v>44744</c:v>
                </c:pt>
                <c:pt idx="3449">
                  <c:v>44745</c:v>
                </c:pt>
                <c:pt idx="3450">
                  <c:v>44746</c:v>
                </c:pt>
                <c:pt idx="3451">
                  <c:v>44747</c:v>
                </c:pt>
                <c:pt idx="3452">
                  <c:v>44748</c:v>
                </c:pt>
                <c:pt idx="3453">
                  <c:v>44749</c:v>
                </c:pt>
                <c:pt idx="3454">
                  <c:v>44750</c:v>
                </c:pt>
                <c:pt idx="3455">
                  <c:v>44751</c:v>
                </c:pt>
                <c:pt idx="3456">
                  <c:v>44752</c:v>
                </c:pt>
                <c:pt idx="3457">
                  <c:v>44753</c:v>
                </c:pt>
                <c:pt idx="3458">
                  <c:v>44754</c:v>
                </c:pt>
                <c:pt idx="3459">
                  <c:v>44755</c:v>
                </c:pt>
                <c:pt idx="3460">
                  <c:v>44756</c:v>
                </c:pt>
                <c:pt idx="3461">
                  <c:v>44757</c:v>
                </c:pt>
                <c:pt idx="3462">
                  <c:v>44758</c:v>
                </c:pt>
                <c:pt idx="3463">
                  <c:v>44759</c:v>
                </c:pt>
                <c:pt idx="3464">
                  <c:v>44760</c:v>
                </c:pt>
                <c:pt idx="3465">
                  <c:v>44761</c:v>
                </c:pt>
                <c:pt idx="3466">
                  <c:v>44762</c:v>
                </c:pt>
                <c:pt idx="3467">
                  <c:v>44763</c:v>
                </c:pt>
                <c:pt idx="3468">
                  <c:v>44764</c:v>
                </c:pt>
                <c:pt idx="3469">
                  <c:v>44765</c:v>
                </c:pt>
                <c:pt idx="3470">
                  <c:v>44766</c:v>
                </c:pt>
                <c:pt idx="3471">
                  <c:v>44767</c:v>
                </c:pt>
                <c:pt idx="3472">
                  <c:v>44768</c:v>
                </c:pt>
                <c:pt idx="3473">
                  <c:v>44769</c:v>
                </c:pt>
                <c:pt idx="3474">
                  <c:v>44770</c:v>
                </c:pt>
                <c:pt idx="3475">
                  <c:v>44771</c:v>
                </c:pt>
                <c:pt idx="3476">
                  <c:v>44772</c:v>
                </c:pt>
                <c:pt idx="3477">
                  <c:v>44773</c:v>
                </c:pt>
                <c:pt idx="3478">
                  <c:v>44774</c:v>
                </c:pt>
                <c:pt idx="3479">
                  <c:v>44775</c:v>
                </c:pt>
                <c:pt idx="3480">
                  <c:v>44776</c:v>
                </c:pt>
                <c:pt idx="3481">
                  <c:v>44777</c:v>
                </c:pt>
                <c:pt idx="3482">
                  <c:v>44778</c:v>
                </c:pt>
                <c:pt idx="3483">
                  <c:v>44779</c:v>
                </c:pt>
                <c:pt idx="3484">
                  <c:v>44780</c:v>
                </c:pt>
                <c:pt idx="3485">
                  <c:v>44781</c:v>
                </c:pt>
                <c:pt idx="3486">
                  <c:v>44782</c:v>
                </c:pt>
                <c:pt idx="3487">
                  <c:v>44783</c:v>
                </c:pt>
                <c:pt idx="3488">
                  <c:v>44784</c:v>
                </c:pt>
                <c:pt idx="3489">
                  <c:v>44785</c:v>
                </c:pt>
                <c:pt idx="3490">
                  <c:v>44786</c:v>
                </c:pt>
                <c:pt idx="3491">
                  <c:v>44787</c:v>
                </c:pt>
                <c:pt idx="3492">
                  <c:v>44788</c:v>
                </c:pt>
                <c:pt idx="3493">
                  <c:v>44789</c:v>
                </c:pt>
                <c:pt idx="3494">
                  <c:v>44790</c:v>
                </c:pt>
                <c:pt idx="3495">
                  <c:v>44791</c:v>
                </c:pt>
                <c:pt idx="3496">
                  <c:v>44792</c:v>
                </c:pt>
                <c:pt idx="3497">
                  <c:v>44793</c:v>
                </c:pt>
                <c:pt idx="3498">
                  <c:v>44794</c:v>
                </c:pt>
                <c:pt idx="3499">
                  <c:v>44795</c:v>
                </c:pt>
                <c:pt idx="3500">
                  <c:v>44796</c:v>
                </c:pt>
                <c:pt idx="3501">
                  <c:v>44797</c:v>
                </c:pt>
                <c:pt idx="3502">
                  <c:v>44798</c:v>
                </c:pt>
                <c:pt idx="3503">
                  <c:v>44799</c:v>
                </c:pt>
                <c:pt idx="3504">
                  <c:v>44800</c:v>
                </c:pt>
                <c:pt idx="3505">
                  <c:v>44801</c:v>
                </c:pt>
                <c:pt idx="3506">
                  <c:v>44802</c:v>
                </c:pt>
                <c:pt idx="3507">
                  <c:v>44803</c:v>
                </c:pt>
                <c:pt idx="3508">
                  <c:v>44804</c:v>
                </c:pt>
                <c:pt idx="3509">
                  <c:v>44805</c:v>
                </c:pt>
                <c:pt idx="3510">
                  <c:v>44806</c:v>
                </c:pt>
                <c:pt idx="3511">
                  <c:v>44807</c:v>
                </c:pt>
                <c:pt idx="3512">
                  <c:v>44808</c:v>
                </c:pt>
                <c:pt idx="3513">
                  <c:v>44809</c:v>
                </c:pt>
                <c:pt idx="3514">
                  <c:v>44810</c:v>
                </c:pt>
                <c:pt idx="3515">
                  <c:v>44811</c:v>
                </c:pt>
                <c:pt idx="3516">
                  <c:v>44812</c:v>
                </c:pt>
                <c:pt idx="3517">
                  <c:v>44813</c:v>
                </c:pt>
                <c:pt idx="3518">
                  <c:v>44814</c:v>
                </c:pt>
                <c:pt idx="3519">
                  <c:v>44815</c:v>
                </c:pt>
                <c:pt idx="3520">
                  <c:v>44816</c:v>
                </c:pt>
                <c:pt idx="3521">
                  <c:v>44817</c:v>
                </c:pt>
                <c:pt idx="3522">
                  <c:v>44818</c:v>
                </c:pt>
                <c:pt idx="3523">
                  <c:v>44819</c:v>
                </c:pt>
                <c:pt idx="3524">
                  <c:v>44820</c:v>
                </c:pt>
                <c:pt idx="3525">
                  <c:v>44821</c:v>
                </c:pt>
                <c:pt idx="3526">
                  <c:v>44822</c:v>
                </c:pt>
                <c:pt idx="3527">
                  <c:v>44823</c:v>
                </c:pt>
                <c:pt idx="3528">
                  <c:v>44824</c:v>
                </c:pt>
                <c:pt idx="3529">
                  <c:v>44825</c:v>
                </c:pt>
                <c:pt idx="3530">
                  <c:v>44826</c:v>
                </c:pt>
                <c:pt idx="3531">
                  <c:v>44827</c:v>
                </c:pt>
                <c:pt idx="3532">
                  <c:v>44828</c:v>
                </c:pt>
                <c:pt idx="3533">
                  <c:v>44829</c:v>
                </c:pt>
                <c:pt idx="3534">
                  <c:v>44830</c:v>
                </c:pt>
                <c:pt idx="3535">
                  <c:v>44831</c:v>
                </c:pt>
                <c:pt idx="3536">
                  <c:v>44832</c:v>
                </c:pt>
                <c:pt idx="3537">
                  <c:v>44833</c:v>
                </c:pt>
                <c:pt idx="3538">
                  <c:v>44834</c:v>
                </c:pt>
                <c:pt idx="3539">
                  <c:v>44835</c:v>
                </c:pt>
                <c:pt idx="3540">
                  <c:v>44836</c:v>
                </c:pt>
                <c:pt idx="3541">
                  <c:v>44837</c:v>
                </c:pt>
                <c:pt idx="3542">
                  <c:v>44838</c:v>
                </c:pt>
                <c:pt idx="3543">
                  <c:v>44839</c:v>
                </c:pt>
                <c:pt idx="3544">
                  <c:v>44840</c:v>
                </c:pt>
                <c:pt idx="3545">
                  <c:v>44841</c:v>
                </c:pt>
                <c:pt idx="3546">
                  <c:v>44842</c:v>
                </c:pt>
                <c:pt idx="3547">
                  <c:v>44843</c:v>
                </c:pt>
                <c:pt idx="3548">
                  <c:v>44844</c:v>
                </c:pt>
                <c:pt idx="3549">
                  <c:v>44845</c:v>
                </c:pt>
                <c:pt idx="3550">
                  <c:v>44846</c:v>
                </c:pt>
                <c:pt idx="3551">
                  <c:v>44847</c:v>
                </c:pt>
                <c:pt idx="3552">
                  <c:v>44848</c:v>
                </c:pt>
                <c:pt idx="3553">
                  <c:v>44849</c:v>
                </c:pt>
                <c:pt idx="3554">
                  <c:v>44850</c:v>
                </c:pt>
                <c:pt idx="3555">
                  <c:v>44851</c:v>
                </c:pt>
                <c:pt idx="3556">
                  <c:v>44852</c:v>
                </c:pt>
                <c:pt idx="3557">
                  <c:v>44853</c:v>
                </c:pt>
                <c:pt idx="3558">
                  <c:v>44854</c:v>
                </c:pt>
                <c:pt idx="3559">
                  <c:v>44855</c:v>
                </c:pt>
                <c:pt idx="3560">
                  <c:v>44856</c:v>
                </c:pt>
                <c:pt idx="3561">
                  <c:v>44857</c:v>
                </c:pt>
                <c:pt idx="3562">
                  <c:v>44858</c:v>
                </c:pt>
                <c:pt idx="3563">
                  <c:v>44859</c:v>
                </c:pt>
                <c:pt idx="3564">
                  <c:v>44860</c:v>
                </c:pt>
                <c:pt idx="3565">
                  <c:v>44861</c:v>
                </c:pt>
                <c:pt idx="3566">
                  <c:v>44862</c:v>
                </c:pt>
                <c:pt idx="3567">
                  <c:v>44863</c:v>
                </c:pt>
                <c:pt idx="3568">
                  <c:v>44864</c:v>
                </c:pt>
                <c:pt idx="3569">
                  <c:v>44865</c:v>
                </c:pt>
                <c:pt idx="3570">
                  <c:v>44866</c:v>
                </c:pt>
                <c:pt idx="3571">
                  <c:v>44867</c:v>
                </c:pt>
                <c:pt idx="3572">
                  <c:v>44868</c:v>
                </c:pt>
                <c:pt idx="3573">
                  <c:v>44869</c:v>
                </c:pt>
                <c:pt idx="3574">
                  <c:v>44870</c:v>
                </c:pt>
                <c:pt idx="3575">
                  <c:v>44871</c:v>
                </c:pt>
                <c:pt idx="3576">
                  <c:v>44872</c:v>
                </c:pt>
                <c:pt idx="3577">
                  <c:v>44873</c:v>
                </c:pt>
                <c:pt idx="3578">
                  <c:v>44874</c:v>
                </c:pt>
                <c:pt idx="3579">
                  <c:v>44875</c:v>
                </c:pt>
                <c:pt idx="3580">
                  <c:v>44876</c:v>
                </c:pt>
                <c:pt idx="3581">
                  <c:v>44877</c:v>
                </c:pt>
                <c:pt idx="3582">
                  <c:v>44878</c:v>
                </c:pt>
                <c:pt idx="3583">
                  <c:v>44879</c:v>
                </c:pt>
                <c:pt idx="3584">
                  <c:v>44880</c:v>
                </c:pt>
                <c:pt idx="3585">
                  <c:v>44881</c:v>
                </c:pt>
                <c:pt idx="3586">
                  <c:v>44882</c:v>
                </c:pt>
                <c:pt idx="3587">
                  <c:v>44883</c:v>
                </c:pt>
                <c:pt idx="3588">
                  <c:v>44884</c:v>
                </c:pt>
                <c:pt idx="3589">
                  <c:v>44885</c:v>
                </c:pt>
                <c:pt idx="3590">
                  <c:v>44886</c:v>
                </c:pt>
                <c:pt idx="3591">
                  <c:v>44887</c:v>
                </c:pt>
                <c:pt idx="3592">
                  <c:v>44888</c:v>
                </c:pt>
                <c:pt idx="3593">
                  <c:v>44889</c:v>
                </c:pt>
                <c:pt idx="3594">
                  <c:v>44890</c:v>
                </c:pt>
                <c:pt idx="3595">
                  <c:v>44891</c:v>
                </c:pt>
                <c:pt idx="3596">
                  <c:v>44892</c:v>
                </c:pt>
                <c:pt idx="3597">
                  <c:v>44893</c:v>
                </c:pt>
                <c:pt idx="3598">
                  <c:v>44894</c:v>
                </c:pt>
                <c:pt idx="3599">
                  <c:v>44895</c:v>
                </c:pt>
                <c:pt idx="3600">
                  <c:v>44896</c:v>
                </c:pt>
                <c:pt idx="3601">
                  <c:v>44897</c:v>
                </c:pt>
                <c:pt idx="3602">
                  <c:v>44898</c:v>
                </c:pt>
                <c:pt idx="3603">
                  <c:v>44899</c:v>
                </c:pt>
                <c:pt idx="3604">
                  <c:v>44900</c:v>
                </c:pt>
                <c:pt idx="3605">
                  <c:v>44901</c:v>
                </c:pt>
                <c:pt idx="3606">
                  <c:v>44902</c:v>
                </c:pt>
                <c:pt idx="3607">
                  <c:v>44903</c:v>
                </c:pt>
                <c:pt idx="3608">
                  <c:v>44904</c:v>
                </c:pt>
                <c:pt idx="3609">
                  <c:v>44905</c:v>
                </c:pt>
                <c:pt idx="3610">
                  <c:v>44906</c:v>
                </c:pt>
                <c:pt idx="3611">
                  <c:v>44907</c:v>
                </c:pt>
                <c:pt idx="3612">
                  <c:v>44908</c:v>
                </c:pt>
                <c:pt idx="3613">
                  <c:v>44909</c:v>
                </c:pt>
                <c:pt idx="3614">
                  <c:v>44910</c:v>
                </c:pt>
                <c:pt idx="3615">
                  <c:v>44911</c:v>
                </c:pt>
                <c:pt idx="3616">
                  <c:v>44912</c:v>
                </c:pt>
                <c:pt idx="3617">
                  <c:v>44913</c:v>
                </c:pt>
                <c:pt idx="3618">
                  <c:v>44914</c:v>
                </c:pt>
                <c:pt idx="3619">
                  <c:v>44915</c:v>
                </c:pt>
                <c:pt idx="3620">
                  <c:v>44916</c:v>
                </c:pt>
                <c:pt idx="3621">
                  <c:v>44917</c:v>
                </c:pt>
                <c:pt idx="3622">
                  <c:v>44918</c:v>
                </c:pt>
                <c:pt idx="3623">
                  <c:v>44919</c:v>
                </c:pt>
                <c:pt idx="3624">
                  <c:v>44920</c:v>
                </c:pt>
                <c:pt idx="3625">
                  <c:v>44921</c:v>
                </c:pt>
                <c:pt idx="3626">
                  <c:v>44922</c:v>
                </c:pt>
                <c:pt idx="3627">
                  <c:v>44923</c:v>
                </c:pt>
                <c:pt idx="3628">
                  <c:v>44924</c:v>
                </c:pt>
                <c:pt idx="3629">
                  <c:v>44925</c:v>
                </c:pt>
                <c:pt idx="3630">
                  <c:v>44926</c:v>
                </c:pt>
                <c:pt idx="3631">
                  <c:v>44927</c:v>
                </c:pt>
                <c:pt idx="3632">
                  <c:v>44928</c:v>
                </c:pt>
                <c:pt idx="3633">
                  <c:v>44929</c:v>
                </c:pt>
                <c:pt idx="3634">
                  <c:v>44930</c:v>
                </c:pt>
                <c:pt idx="3635">
                  <c:v>44931</c:v>
                </c:pt>
                <c:pt idx="3636">
                  <c:v>44932</c:v>
                </c:pt>
                <c:pt idx="3637">
                  <c:v>44933</c:v>
                </c:pt>
                <c:pt idx="3638">
                  <c:v>44934</c:v>
                </c:pt>
                <c:pt idx="3639">
                  <c:v>44935</c:v>
                </c:pt>
                <c:pt idx="3640">
                  <c:v>44936</c:v>
                </c:pt>
                <c:pt idx="3641">
                  <c:v>44937</c:v>
                </c:pt>
                <c:pt idx="3642">
                  <c:v>44938</c:v>
                </c:pt>
                <c:pt idx="3643">
                  <c:v>44939</c:v>
                </c:pt>
                <c:pt idx="3644">
                  <c:v>44940</c:v>
                </c:pt>
                <c:pt idx="3645">
                  <c:v>44941</c:v>
                </c:pt>
                <c:pt idx="3646" formatCode="yyyy\-mm\-dd">
                  <c:v>44942</c:v>
                </c:pt>
                <c:pt idx="3647" formatCode="yyyy\-mm\-dd">
                  <c:v>44943</c:v>
                </c:pt>
                <c:pt idx="3648" formatCode="yyyy\-mm\-dd">
                  <c:v>44944</c:v>
                </c:pt>
                <c:pt idx="3649" formatCode="yyyy\-mm\-dd">
                  <c:v>44945</c:v>
                </c:pt>
                <c:pt idx="3650" formatCode="yyyy\-mm\-dd">
                  <c:v>44946</c:v>
                </c:pt>
                <c:pt idx="3651" formatCode="yyyy\-mm\-dd">
                  <c:v>44949</c:v>
                </c:pt>
                <c:pt idx="3652" formatCode="yyyy\-mm\-dd">
                  <c:v>44950</c:v>
                </c:pt>
                <c:pt idx="3653" formatCode="yyyy\-mm\-dd">
                  <c:v>44951</c:v>
                </c:pt>
                <c:pt idx="3654" formatCode="yyyy\-mm\-dd">
                  <c:v>44952</c:v>
                </c:pt>
                <c:pt idx="3655" formatCode="yyyy\-mm\-dd">
                  <c:v>44953</c:v>
                </c:pt>
                <c:pt idx="3656" formatCode="yyyy\-mm\-dd">
                  <c:v>44954</c:v>
                </c:pt>
                <c:pt idx="3657" formatCode="yyyy\-mm\-dd">
                  <c:v>44955</c:v>
                </c:pt>
                <c:pt idx="3658" formatCode="yyyy\-mm\-dd">
                  <c:v>44956</c:v>
                </c:pt>
                <c:pt idx="3659" formatCode="yyyy\-mm\-dd">
                  <c:v>44957</c:v>
                </c:pt>
                <c:pt idx="3660" formatCode="yyyy\-mm\-dd">
                  <c:v>44958</c:v>
                </c:pt>
                <c:pt idx="3661" formatCode="yyyy\-mm\-dd">
                  <c:v>44959</c:v>
                </c:pt>
                <c:pt idx="3662" formatCode="yyyy\-mm\-dd">
                  <c:v>44960</c:v>
                </c:pt>
                <c:pt idx="3663" formatCode="yyyy\-mm\-dd">
                  <c:v>44963</c:v>
                </c:pt>
                <c:pt idx="3664" formatCode="yyyy\-mm\-dd">
                  <c:v>44964</c:v>
                </c:pt>
                <c:pt idx="3665" formatCode="yyyy\-mm\-dd">
                  <c:v>44965</c:v>
                </c:pt>
                <c:pt idx="3666" formatCode="yyyy\-mm\-dd">
                  <c:v>44966</c:v>
                </c:pt>
                <c:pt idx="3667" formatCode="yyyy\-mm\-dd">
                  <c:v>44967</c:v>
                </c:pt>
                <c:pt idx="3668" formatCode="yyyy\-mm\-dd">
                  <c:v>44970</c:v>
                </c:pt>
                <c:pt idx="3669" formatCode="yyyy\-mm\-dd">
                  <c:v>44971</c:v>
                </c:pt>
                <c:pt idx="3670" formatCode="yyyy\-mm\-dd">
                  <c:v>44972</c:v>
                </c:pt>
                <c:pt idx="3671" formatCode="yyyy\-mm\-dd">
                  <c:v>44973</c:v>
                </c:pt>
                <c:pt idx="3672" formatCode="yyyy\-mm\-dd">
                  <c:v>44974</c:v>
                </c:pt>
                <c:pt idx="3673" formatCode="yyyy\-mm\-dd">
                  <c:v>44977</c:v>
                </c:pt>
                <c:pt idx="3674" formatCode="yyyy\-mm\-dd">
                  <c:v>44978</c:v>
                </c:pt>
                <c:pt idx="3675" formatCode="yyyy\-mm\-dd">
                  <c:v>44979</c:v>
                </c:pt>
                <c:pt idx="3676" formatCode="yyyy\-mm\-dd">
                  <c:v>44980</c:v>
                </c:pt>
                <c:pt idx="3677" formatCode="yyyy\-mm\-dd">
                  <c:v>44981</c:v>
                </c:pt>
                <c:pt idx="3678" formatCode="yyyy\-mm\-dd">
                  <c:v>44984</c:v>
                </c:pt>
                <c:pt idx="3679" formatCode="yyyy\-mm\-dd">
                  <c:v>44985</c:v>
                </c:pt>
                <c:pt idx="3680" formatCode="yyyy\-mm\-dd">
                  <c:v>44986</c:v>
                </c:pt>
                <c:pt idx="3681" formatCode="yyyy\-mm\-dd">
                  <c:v>44987</c:v>
                </c:pt>
                <c:pt idx="3682" formatCode="yyyy\-mm\-dd">
                  <c:v>44988</c:v>
                </c:pt>
                <c:pt idx="3683" formatCode="yyyy\-mm\-dd">
                  <c:v>44991</c:v>
                </c:pt>
                <c:pt idx="3684" formatCode="yyyy\-mm\-dd">
                  <c:v>44992</c:v>
                </c:pt>
                <c:pt idx="3685" formatCode="yyyy\-mm\-dd">
                  <c:v>44993</c:v>
                </c:pt>
                <c:pt idx="3686" formatCode="yyyy\-mm\-dd">
                  <c:v>44994</c:v>
                </c:pt>
                <c:pt idx="3687" formatCode="yyyy\-mm\-dd">
                  <c:v>44995</c:v>
                </c:pt>
                <c:pt idx="3688" formatCode="yyyy\-mm\-dd">
                  <c:v>44998</c:v>
                </c:pt>
                <c:pt idx="3689" formatCode="yyyy\-mm\-dd">
                  <c:v>44999</c:v>
                </c:pt>
                <c:pt idx="3690" formatCode="yyyy\-mm\-dd">
                  <c:v>45000</c:v>
                </c:pt>
                <c:pt idx="3691" formatCode="yyyy\-mm\-dd">
                  <c:v>45001</c:v>
                </c:pt>
                <c:pt idx="3692" formatCode="yyyy\-mm\-dd">
                  <c:v>45002</c:v>
                </c:pt>
                <c:pt idx="3693" formatCode="yyyy\-mm\-dd">
                  <c:v>45005</c:v>
                </c:pt>
                <c:pt idx="3694" formatCode="yyyy\-mm\-dd">
                  <c:v>45006</c:v>
                </c:pt>
                <c:pt idx="3695" formatCode="yyyy\-mm\-dd">
                  <c:v>45007</c:v>
                </c:pt>
                <c:pt idx="3696" formatCode="yyyy\-mm\-dd">
                  <c:v>45008</c:v>
                </c:pt>
                <c:pt idx="3697" formatCode="yyyy\-mm\-dd">
                  <c:v>45009</c:v>
                </c:pt>
                <c:pt idx="3698" formatCode="yyyy\-mm\-dd">
                  <c:v>45012</c:v>
                </c:pt>
                <c:pt idx="3699" formatCode="yyyy\-mm\-dd">
                  <c:v>45013</c:v>
                </c:pt>
                <c:pt idx="3700" formatCode="yyyy\-mm\-dd">
                  <c:v>45014</c:v>
                </c:pt>
                <c:pt idx="3701" formatCode="yyyy\-mm\-dd">
                  <c:v>45015</c:v>
                </c:pt>
                <c:pt idx="3702" formatCode="yyyy\-mm\-dd">
                  <c:v>45016</c:v>
                </c:pt>
                <c:pt idx="3703" formatCode="yyyy\-mm\-dd">
                  <c:v>45019</c:v>
                </c:pt>
                <c:pt idx="3704" formatCode="yyyy\-mm\-dd">
                  <c:v>45020</c:v>
                </c:pt>
                <c:pt idx="3705" formatCode="yyyy\-mm\-dd">
                  <c:v>45021</c:v>
                </c:pt>
                <c:pt idx="3706" formatCode="yyyy\-mm\-dd">
                  <c:v>45022</c:v>
                </c:pt>
                <c:pt idx="3707" formatCode="yyyy\-mm\-dd">
                  <c:v>45023</c:v>
                </c:pt>
                <c:pt idx="3708" formatCode="yyyy\-mm\-dd">
                  <c:v>45026</c:v>
                </c:pt>
                <c:pt idx="3709" formatCode="yyyy\-mm\-dd">
                  <c:v>45027</c:v>
                </c:pt>
                <c:pt idx="3710" formatCode="yyyy\-mm\-dd">
                  <c:v>45028</c:v>
                </c:pt>
                <c:pt idx="3711" formatCode="yyyy\-mm\-dd">
                  <c:v>45029</c:v>
                </c:pt>
                <c:pt idx="3712" formatCode="yyyy\-mm\-dd">
                  <c:v>45030</c:v>
                </c:pt>
                <c:pt idx="3713" formatCode="yyyy\-mm\-dd">
                  <c:v>45033</c:v>
                </c:pt>
                <c:pt idx="3714" formatCode="yyyy\-mm\-dd">
                  <c:v>45034</c:v>
                </c:pt>
                <c:pt idx="3715" formatCode="yyyy\-mm\-dd">
                  <c:v>45035</c:v>
                </c:pt>
                <c:pt idx="3716" formatCode="yyyy\-mm\-dd">
                  <c:v>45036</c:v>
                </c:pt>
                <c:pt idx="3717" formatCode="yyyy\-mm\-dd">
                  <c:v>45037</c:v>
                </c:pt>
                <c:pt idx="3718" formatCode="yyyy\-mm\-dd">
                  <c:v>45039</c:v>
                </c:pt>
                <c:pt idx="3719" formatCode="yyyy\-mm\-dd">
                  <c:v>45040</c:v>
                </c:pt>
                <c:pt idx="3720" formatCode="yyyy\-mm\-dd">
                  <c:v>45041</c:v>
                </c:pt>
                <c:pt idx="3721" formatCode="yyyy\-mm\-dd">
                  <c:v>45042</c:v>
                </c:pt>
                <c:pt idx="3722" formatCode="yyyy\-mm\-dd">
                  <c:v>45043</c:v>
                </c:pt>
                <c:pt idx="3723" formatCode="yyyy\-mm\-dd">
                  <c:v>45044</c:v>
                </c:pt>
                <c:pt idx="3724" formatCode="yyyy\-mm\-dd">
                  <c:v>45046</c:v>
                </c:pt>
                <c:pt idx="3725" formatCode="yyyy\-mm\-dd">
                  <c:v>45047</c:v>
                </c:pt>
                <c:pt idx="3726" formatCode="yyyy\-mm\-dd">
                  <c:v>45048</c:v>
                </c:pt>
                <c:pt idx="3727" formatCode="yyyy\-mm\-dd">
                  <c:v>45049</c:v>
                </c:pt>
                <c:pt idx="3728" formatCode="yyyy\-mm\-dd">
                  <c:v>45050</c:v>
                </c:pt>
                <c:pt idx="3729" formatCode="yyyy\-mm\-dd">
                  <c:v>45051</c:v>
                </c:pt>
                <c:pt idx="3730" formatCode="yyyy\-mm\-dd">
                  <c:v>45052</c:v>
                </c:pt>
                <c:pt idx="3731" formatCode="yyyy\-mm\-dd">
                  <c:v>45054</c:v>
                </c:pt>
                <c:pt idx="3732" formatCode="yyyy\-mm\-dd">
                  <c:v>45055</c:v>
                </c:pt>
                <c:pt idx="3733" formatCode="yyyy\-mm\-dd">
                  <c:v>45056</c:v>
                </c:pt>
                <c:pt idx="3734" formatCode="yyyy\-mm\-dd">
                  <c:v>45057</c:v>
                </c:pt>
                <c:pt idx="3735" formatCode="yyyy\-mm\-dd">
                  <c:v>45058</c:v>
                </c:pt>
                <c:pt idx="3736" formatCode="yyyy\-mm\-dd">
                  <c:v>45061</c:v>
                </c:pt>
                <c:pt idx="3737" formatCode="yyyy\-mm\-dd">
                  <c:v>45062</c:v>
                </c:pt>
                <c:pt idx="3738" formatCode="yyyy\-mm\-dd">
                  <c:v>45063</c:v>
                </c:pt>
                <c:pt idx="3739" formatCode="yyyy\-mm\-dd">
                  <c:v>45064</c:v>
                </c:pt>
                <c:pt idx="3740" formatCode="yyyy\-mm\-dd">
                  <c:v>45065</c:v>
                </c:pt>
                <c:pt idx="3741" formatCode="yyyy\-mm\-dd">
                  <c:v>45066</c:v>
                </c:pt>
                <c:pt idx="3742" formatCode="yyyy\-mm\-dd">
                  <c:v>45068</c:v>
                </c:pt>
                <c:pt idx="3743" formatCode="yyyy\-mm\-dd">
                  <c:v>45069</c:v>
                </c:pt>
                <c:pt idx="3744" formatCode="yyyy\-mm\-dd">
                  <c:v>45070</c:v>
                </c:pt>
                <c:pt idx="3745" formatCode="yyyy\-mm\-dd">
                  <c:v>45071</c:v>
                </c:pt>
                <c:pt idx="3746" formatCode="yyyy\-mm\-dd">
                  <c:v>45072</c:v>
                </c:pt>
                <c:pt idx="3747" formatCode="yyyy\-mm\-dd">
                  <c:v>45075</c:v>
                </c:pt>
                <c:pt idx="3748" formatCode="yyyy\-mm\-dd">
                  <c:v>45076</c:v>
                </c:pt>
                <c:pt idx="3749" formatCode="yyyy\-mm\-dd">
                  <c:v>45077</c:v>
                </c:pt>
                <c:pt idx="3750" formatCode="yyyy\-mm\-dd">
                  <c:v>45078</c:v>
                </c:pt>
                <c:pt idx="3751" formatCode="yyyy\-mm\-dd">
                  <c:v>45079</c:v>
                </c:pt>
                <c:pt idx="3752" formatCode="yyyy\-mm\-dd">
                  <c:v>45080</c:v>
                </c:pt>
                <c:pt idx="3753" formatCode="yyyy\-mm\-dd">
                  <c:v>45081</c:v>
                </c:pt>
                <c:pt idx="3754" formatCode="yyyy\-mm\-dd">
                  <c:v>45082</c:v>
                </c:pt>
                <c:pt idx="3755" formatCode="yyyy\-mm\-dd">
                  <c:v>45083</c:v>
                </c:pt>
                <c:pt idx="3756" formatCode="yyyy\-mm\-dd">
                  <c:v>45084</c:v>
                </c:pt>
                <c:pt idx="3757" formatCode="yyyy\-mm\-dd">
                  <c:v>45085</c:v>
                </c:pt>
                <c:pt idx="3758" formatCode="yyyy\-mm\-dd">
                  <c:v>45086</c:v>
                </c:pt>
                <c:pt idx="3759" formatCode="yyyy\-mm\-dd">
                  <c:v>45087</c:v>
                </c:pt>
                <c:pt idx="3760" formatCode="yyyy\-mm\-dd">
                  <c:v>45089</c:v>
                </c:pt>
                <c:pt idx="3761" formatCode="yyyy\-mm\-dd">
                  <c:v>45090</c:v>
                </c:pt>
                <c:pt idx="3762" formatCode="yyyy\-mm\-dd">
                  <c:v>45091</c:v>
                </c:pt>
                <c:pt idx="3763" formatCode="yyyy\-mm\-dd">
                  <c:v>45092</c:v>
                </c:pt>
                <c:pt idx="3764" formatCode="yyyy\-mm\-dd">
                  <c:v>45093</c:v>
                </c:pt>
                <c:pt idx="3765" formatCode="yyyy\-mm\-dd">
                  <c:v>45096</c:v>
                </c:pt>
                <c:pt idx="3766" formatCode="yyyy\-mm\-dd">
                  <c:v>45097</c:v>
                </c:pt>
                <c:pt idx="3767" formatCode="yyyy\-mm\-dd">
                  <c:v>45098</c:v>
                </c:pt>
                <c:pt idx="3768" formatCode="yyyy\-mm\-dd">
                  <c:v>45099</c:v>
                </c:pt>
                <c:pt idx="3769" formatCode="yyyy\-mm\-dd">
                  <c:v>45102</c:v>
                </c:pt>
                <c:pt idx="3770" formatCode="yyyy\-mm\-dd">
                  <c:v>45103</c:v>
                </c:pt>
                <c:pt idx="3771" formatCode="yyyy\-mm\-dd">
                  <c:v>45104</c:v>
                </c:pt>
                <c:pt idx="3772" formatCode="yyyy\-mm\-dd">
                  <c:v>45105</c:v>
                </c:pt>
                <c:pt idx="3773" formatCode="yyyy\-mm\-dd">
                  <c:v>45106</c:v>
                </c:pt>
                <c:pt idx="3774" formatCode="yyyy\-mm\-dd">
                  <c:v>45107</c:v>
                </c:pt>
                <c:pt idx="3775" formatCode="yyyy\-mm\-dd">
                  <c:v>45110</c:v>
                </c:pt>
                <c:pt idx="3776" formatCode="yyyy\-mm\-dd">
                  <c:v>45111</c:v>
                </c:pt>
                <c:pt idx="3777" formatCode="yyyy\-mm\-dd">
                  <c:v>45112</c:v>
                </c:pt>
                <c:pt idx="3778" formatCode="yyyy\-mm\-dd">
                  <c:v>45113</c:v>
                </c:pt>
                <c:pt idx="3779" formatCode="yyyy\-mm\-dd">
                  <c:v>45114</c:v>
                </c:pt>
                <c:pt idx="3780" formatCode="yyyy\-mm\-dd">
                  <c:v>45117</c:v>
                </c:pt>
                <c:pt idx="3781" formatCode="yyyy\-mm\-dd">
                  <c:v>45118</c:v>
                </c:pt>
                <c:pt idx="3782" formatCode="yyyy\-mm\-dd">
                  <c:v>45119</c:v>
                </c:pt>
                <c:pt idx="3783" formatCode="yyyy\-mm\-dd">
                  <c:v>45120</c:v>
                </c:pt>
                <c:pt idx="3784" formatCode="yyyy\-mm\-dd">
                  <c:v>45121</c:v>
                </c:pt>
                <c:pt idx="3785" formatCode="yyyy\-mm\-dd">
                  <c:v>45124</c:v>
                </c:pt>
                <c:pt idx="3786" formatCode="yyyy\-mm\-dd">
                  <c:v>45125</c:v>
                </c:pt>
                <c:pt idx="3787" formatCode="yyyy\-mm\-dd">
                  <c:v>45126</c:v>
                </c:pt>
                <c:pt idx="3788" formatCode="yyyy\-mm\-dd">
                  <c:v>45127</c:v>
                </c:pt>
                <c:pt idx="3789" formatCode="yyyy\-mm\-dd">
                  <c:v>45128</c:v>
                </c:pt>
                <c:pt idx="3790" formatCode="yyyy\-mm\-dd">
                  <c:v>45131</c:v>
                </c:pt>
                <c:pt idx="3791" formatCode="yyyy\-mm\-dd">
                  <c:v>45132</c:v>
                </c:pt>
                <c:pt idx="3792" formatCode="yyyy\-mm\-dd">
                  <c:v>45133</c:v>
                </c:pt>
                <c:pt idx="3793" formatCode="yyyy\-mm\-dd">
                  <c:v>45134</c:v>
                </c:pt>
                <c:pt idx="3794" formatCode="yyyy\-mm\-dd">
                  <c:v>45135</c:v>
                </c:pt>
                <c:pt idx="3795" formatCode="yyyy\-mm\-dd">
                  <c:v>45138</c:v>
                </c:pt>
                <c:pt idx="3796" formatCode="yyyy\-mm\-dd">
                  <c:v>45139</c:v>
                </c:pt>
                <c:pt idx="3797" formatCode="yyyy\-mm\-dd">
                  <c:v>45140</c:v>
                </c:pt>
                <c:pt idx="3798" formatCode="yyyy\-mm\-dd">
                  <c:v>45141</c:v>
                </c:pt>
                <c:pt idx="3799" formatCode="yyyy\-mm\-dd">
                  <c:v>45142</c:v>
                </c:pt>
                <c:pt idx="3800" formatCode="yyyy\-mm\-dd">
                  <c:v>45143</c:v>
                </c:pt>
                <c:pt idx="3801" formatCode="yyyy\-mm\-dd">
                  <c:v>45144</c:v>
                </c:pt>
                <c:pt idx="3802" formatCode="yyyy\-mm\-dd">
                  <c:v>45145</c:v>
                </c:pt>
                <c:pt idx="3803" formatCode="yyyy\-mm\-dd">
                  <c:v>45146</c:v>
                </c:pt>
                <c:pt idx="3804" formatCode="yyyy\-mm\-dd">
                  <c:v>45147</c:v>
                </c:pt>
                <c:pt idx="3805" formatCode="yyyy\-mm\-dd">
                  <c:v>45148</c:v>
                </c:pt>
                <c:pt idx="3806" formatCode="yyyy\-mm\-dd">
                  <c:v>45149</c:v>
                </c:pt>
                <c:pt idx="3807" formatCode="yyyy\-mm\-dd">
                  <c:v>45150</c:v>
                </c:pt>
                <c:pt idx="3808" formatCode="yyyy\-mm\-dd">
                  <c:v>45151</c:v>
                </c:pt>
                <c:pt idx="3809" formatCode="yyyy\-mm\-dd">
                  <c:v>45152</c:v>
                </c:pt>
                <c:pt idx="3810" formatCode="yyyy\-mm\-dd">
                  <c:v>45153</c:v>
                </c:pt>
                <c:pt idx="3811" formatCode="yyyy\-mm\-dd">
                  <c:v>45154</c:v>
                </c:pt>
                <c:pt idx="3812" formatCode="yyyy\-mm\-dd">
                  <c:v>45155</c:v>
                </c:pt>
                <c:pt idx="3813" formatCode="yyyy\-mm\-dd">
                  <c:v>45156</c:v>
                </c:pt>
                <c:pt idx="3814" formatCode="yyyy\-mm\-dd">
                  <c:v>45157</c:v>
                </c:pt>
                <c:pt idx="3815" formatCode="yyyy\-mm\-dd">
                  <c:v>45158</c:v>
                </c:pt>
                <c:pt idx="3816" formatCode="yyyy\-mm\-dd">
                  <c:v>45159</c:v>
                </c:pt>
                <c:pt idx="3817" formatCode="yyyy\-mm\-dd">
                  <c:v>45160</c:v>
                </c:pt>
                <c:pt idx="3818" formatCode="yyyy\-mm\-dd">
                  <c:v>45161</c:v>
                </c:pt>
                <c:pt idx="3819" formatCode="yyyy\-mm\-dd">
                  <c:v>45162</c:v>
                </c:pt>
                <c:pt idx="3820" formatCode="yyyy\-mm\-dd">
                  <c:v>45163</c:v>
                </c:pt>
                <c:pt idx="3821" formatCode="yyyy\-mm\-dd">
                  <c:v>45164</c:v>
                </c:pt>
                <c:pt idx="3822" formatCode="yyyy\-mm\-dd">
                  <c:v>45165</c:v>
                </c:pt>
                <c:pt idx="3823" formatCode="yyyy\-mm\-dd">
                  <c:v>45166</c:v>
                </c:pt>
                <c:pt idx="3824" formatCode="yyyy\-mm\-dd">
                  <c:v>45167</c:v>
                </c:pt>
                <c:pt idx="3825" formatCode="yyyy\-mm\-dd">
                  <c:v>45168</c:v>
                </c:pt>
                <c:pt idx="3826" formatCode="yyyy\-mm\-dd">
                  <c:v>45169</c:v>
                </c:pt>
                <c:pt idx="3827" formatCode="yyyy\-mm\-dd">
                  <c:v>45170</c:v>
                </c:pt>
                <c:pt idx="3828" formatCode="yyyy\-mm\-dd">
                  <c:v>45171</c:v>
                </c:pt>
                <c:pt idx="3829" formatCode="yyyy\-mm\-dd">
                  <c:v>45172</c:v>
                </c:pt>
                <c:pt idx="3830" formatCode="yyyy\-mm\-dd">
                  <c:v>45173</c:v>
                </c:pt>
                <c:pt idx="3831" formatCode="yyyy\-mm\-dd">
                  <c:v>45174</c:v>
                </c:pt>
                <c:pt idx="3832" formatCode="yyyy\-mm\-dd">
                  <c:v>45175</c:v>
                </c:pt>
                <c:pt idx="3833" formatCode="yyyy\-mm\-dd">
                  <c:v>45176</c:v>
                </c:pt>
                <c:pt idx="3834" formatCode="yyyy\-mm\-dd">
                  <c:v>45177</c:v>
                </c:pt>
                <c:pt idx="3835" formatCode="yyyy\-mm\-dd">
                  <c:v>45178</c:v>
                </c:pt>
                <c:pt idx="3836" formatCode="yyyy\-mm\-dd">
                  <c:v>45179</c:v>
                </c:pt>
                <c:pt idx="3837" formatCode="yyyy\-mm\-dd">
                  <c:v>45180</c:v>
                </c:pt>
                <c:pt idx="3838" formatCode="yyyy\-mm\-dd">
                  <c:v>45181</c:v>
                </c:pt>
                <c:pt idx="3839" formatCode="yyyy\-mm\-dd">
                  <c:v>45182</c:v>
                </c:pt>
                <c:pt idx="3840" formatCode="yyyy\-mm\-dd">
                  <c:v>45183</c:v>
                </c:pt>
                <c:pt idx="3841" formatCode="yyyy\-mm\-dd">
                  <c:v>45184</c:v>
                </c:pt>
                <c:pt idx="3842" formatCode="yyyy\-mm\-dd">
                  <c:v>45185</c:v>
                </c:pt>
                <c:pt idx="3843" formatCode="yyyy\-mm\-dd">
                  <c:v>45186</c:v>
                </c:pt>
                <c:pt idx="3844" formatCode="yyyy\-mm\-dd">
                  <c:v>45187</c:v>
                </c:pt>
                <c:pt idx="3845" formatCode="yyyy\-mm\-dd">
                  <c:v>45188</c:v>
                </c:pt>
                <c:pt idx="3846" formatCode="yyyy\-mm\-dd">
                  <c:v>45189</c:v>
                </c:pt>
                <c:pt idx="3847" formatCode="yyyy\-mm\-dd">
                  <c:v>45190</c:v>
                </c:pt>
                <c:pt idx="3848" formatCode="yyyy\-mm\-dd">
                  <c:v>45191</c:v>
                </c:pt>
                <c:pt idx="3849" formatCode="yyyy\-mm\-dd">
                  <c:v>45192</c:v>
                </c:pt>
                <c:pt idx="3850" formatCode="yyyy\-mm\-dd">
                  <c:v>45193</c:v>
                </c:pt>
                <c:pt idx="3851" formatCode="yyyy\-mm\-dd">
                  <c:v>45194</c:v>
                </c:pt>
                <c:pt idx="3852" formatCode="yyyy\-mm\-dd">
                  <c:v>45195</c:v>
                </c:pt>
                <c:pt idx="3853" formatCode="yyyy\-mm\-dd">
                  <c:v>45196</c:v>
                </c:pt>
                <c:pt idx="3854" formatCode="yyyy\-mm\-dd">
                  <c:v>45197</c:v>
                </c:pt>
                <c:pt idx="3855" formatCode="yyyy\-mm\-dd">
                  <c:v>45198</c:v>
                </c:pt>
                <c:pt idx="3856" formatCode="yyyy\-mm\-dd">
                  <c:v>45199</c:v>
                </c:pt>
                <c:pt idx="3857" formatCode="yyyy\-mm\-dd">
                  <c:v>45200</c:v>
                </c:pt>
                <c:pt idx="3858" formatCode="yyyy\-mm\-dd">
                  <c:v>45201</c:v>
                </c:pt>
                <c:pt idx="3859" formatCode="yyyy\-mm\-dd">
                  <c:v>45202</c:v>
                </c:pt>
                <c:pt idx="3860" formatCode="yyyy\-mm\-dd">
                  <c:v>45203</c:v>
                </c:pt>
                <c:pt idx="3861" formatCode="yyyy\-mm\-dd">
                  <c:v>45204</c:v>
                </c:pt>
                <c:pt idx="3862" formatCode="yyyy\-mm\-dd">
                  <c:v>45205</c:v>
                </c:pt>
                <c:pt idx="3863" formatCode="yyyy\-mm\-dd">
                  <c:v>45206</c:v>
                </c:pt>
                <c:pt idx="3864" formatCode="yyyy\-mm\-dd">
                  <c:v>45207</c:v>
                </c:pt>
                <c:pt idx="3865" formatCode="yyyy\-mm\-dd">
                  <c:v>45208</c:v>
                </c:pt>
                <c:pt idx="3866" formatCode="yyyy\-mm\-dd">
                  <c:v>45209</c:v>
                </c:pt>
                <c:pt idx="3867" formatCode="yyyy\-mm\-dd">
                  <c:v>45210</c:v>
                </c:pt>
                <c:pt idx="3868" formatCode="yyyy\-mm\-dd">
                  <c:v>45211</c:v>
                </c:pt>
                <c:pt idx="3869" formatCode="yyyy\-mm\-dd">
                  <c:v>45212</c:v>
                </c:pt>
                <c:pt idx="3870" formatCode="yyyy\-mm\-dd">
                  <c:v>45213</c:v>
                </c:pt>
                <c:pt idx="3871" formatCode="yyyy\-mm\-dd">
                  <c:v>45214</c:v>
                </c:pt>
                <c:pt idx="3872" formatCode="yyyy\-mm\-dd">
                  <c:v>45215</c:v>
                </c:pt>
                <c:pt idx="3873" formatCode="yyyy\-mm\-dd">
                  <c:v>45216</c:v>
                </c:pt>
                <c:pt idx="3874" formatCode="yyyy\-mm\-dd">
                  <c:v>45217</c:v>
                </c:pt>
                <c:pt idx="3875" formatCode="yyyy\-mm\-dd">
                  <c:v>45218</c:v>
                </c:pt>
                <c:pt idx="3876" formatCode="yyyy\-mm\-dd">
                  <c:v>45219</c:v>
                </c:pt>
                <c:pt idx="3877" formatCode="yyyy\-mm\-dd">
                  <c:v>45220</c:v>
                </c:pt>
                <c:pt idx="3878" formatCode="yyyy\-mm\-dd">
                  <c:v>45221</c:v>
                </c:pt>
                <c:pt idx="3879" formatCode="yyyy\-mm\-dd">
                  <c:v>45222</c:v>
                </c:pt>
                <c:pt idx="3880" formatCode="yyyy\-mm\-dd">
                  <c:v>45223</c:v>
                </c:pt>
                <c:pt idx="3881" formatCode="yyyy\-mm\-dd">
                  <c:v>45224</c:v>
                </c:pt>
                <c:pt idx="3882" formatCode="yyyy\-mm\-dd">
                  <c:v>45225</c:v>
                </c:pt>
                <c:pt idx="3883" formatCode="yyyy\-mm\-dd">
                  <c:v>45226</c:v>
                </c:pt>
                <c:pt idx="3884" formatCode="yyyy\-mm\-dd">
                  <c:v>45227</c:v>
                </c:pt>
                <c:pt idx="3885" formatCode="yyyy\-mm\-dd">
                  <c:v>45228</c:v>
                </c:pt>
                <c:pt idx="3886" formatCode="yyyy\-mm\-dd">
                  <c:v>45229</c:v>
                </c:pt>
                <c:pt idx="3887" formatCode="yyyy\-mm\-dd">
                  <c:v>45230</c:v>
                </c:pt>
                <c:pt idx="3888" formatCode="yyyy\-mm\-dd">
                  <c:v>45231</c:v>
                </c:pt>
                <c:pt idx="3889" formatCode="yyyy\-mm\-dd">
                  <c:v>45232</c:v>
                </c:pt>
                <c:pt idx="3890" formatCode="yyyy\-mm\-dd">
                  <c:v>45233</c:v>
                </c:pt>
                <c:pt idx="3891" formatCode="yyyy\-mm\-dd">
                  <c:v>45234</c:v>
                </c:pt>
                <c:pt idx="3892" formatCode="yyyy\-mm\-dd">
                  <c:v>45235</c:v>
                </c:pt>
                <c:pt idx="3893" formatCode="yyyy\-mm\-dd">
                  <c:v>45236</c:v>
                </c:pt>
                <c:pt idx="3894" formatCode="yyyy\-mm\-dd">
                  <c:v>45237</c:v>
                </c:pt>
                <c:pt idx="3895" formatCode="yyyy\-mm\-dd">
                  <c:v>45238</c:v>
                </c:pt>
                <c:pt idx="3896" formatCode="yyyy\-mm\-dd">
                  <c:v>45239</c:v>
                </c:pt>
                <c:pt idx="3897" formatCode="yyyy\-mm\-dd">
                  <c:v>45240</c:v>
                </c:pt>
                <c:pt idx="3898" formatCode="yyyy\-mm\-dd">
                  <c:v>45241</c:v>
                </c:pt>
                <c:pt idx="3899" formatCode="yyyy\-mm\-dd">
                  <c:v>45242</c:v>
                </c:pt>
                <c:pt idx="3900" formatCode="yyyy\-mm\-dd">
                  <c:v>45243</c:v>
                </c:pt>
                <c:pt idx="3901" formatCode="yyyy\-mm\-dd">
                  <c:v>45244</c:v>
                </c:pt>
                <c:pt idx="3902" formatCode="yyyy\-mm\-dd">
                  <c:v>45245</c:v>
                </c:pt>
                <c:pt idx="3903" formatCode="yyyy\-mm\-dd">
                  <c:v>45246</c:v>
                </c:pt>
                <c:pt idx="3904" formatCode="yyyy\-mm\-dd">
                  <c:v>45247</c:v>
                </c:pt>
                <c:pt idx="3905" formatCode="yyyy\-mm\-dd">
                  <c:v>45248</c:v>
                </c:pt>
                <c:pt idx="3906" formatCode="yyyy\-mm\-dd">
                  <c:v>45249</c:v>
                </c:pt>
                <c:pt idx="3907" formatCode="yyyy\-mm\-dd">
                  <c:v>45250</c:v>
                </c:pt>
                <c:pt idx="3908" formatCode="yyyy\-mm\-dd">
                  <c:v>45251</c:v>
                </c:pt>
                <c:pt idx="3909" formatCode="yyyy\-mm\-dd">
                  <c:v>45252</c:v>
                </c:pt>
                <c:pt idx="3910" formatCode="yyyy\-mm\-dd">
                  <c:v>45253</c:v>
                </c:pt>
                <c:pt idx="3911" formatCode="yyyy\-mm\-dd">
                  <c:v>45254</c:v>
                </c:pt>
                <c:pt idx="3912" formatCode="yyyy\-mm\-dd">
                  <c:v>45255</c:v>
                </c:pt>
                <c:pt idx="3913" formatCode="yyyy\-mm\-dd">
                  <c:v>45256</c:v>
                </c:pt>
                <c:pt idx="3914" formatCode="yyyy\-mm\-dd">
                  <c:v>45257</c:v>
                </c:pt>
                <c:pt idx="3915" formatCode="yyyy\-mm\-dd">
                  <c:v>45258</c:v>
                </c:pt>
                <c:pt idx="3916" formatCode="yyyy\-mm\-dd">
                  <c:v>45259</c:v>
                </c:pt>
                <c:pt idx="3917" formatCode="yyyy\-mm\-dd">
                  <c:v>45260</c:v>
                </c:pt>
                <c:pt idx="3918" formatCode="yyyy\-mm\-dd">
                  <c:v>45261</c:v>
                </c:pt>
                <c:pt idx="3919" formatCode="yyyy\-mm\-dd">
                  <c:v>45262</c:v>
                </c:pt>
                <c:pt idx="3920" formatCode="yyyy\-mm\-dd">
                  <c:v>45263</c:v>
                </c:pt>
                <c:pt idx="3921" formatCode="yyyy\-mm\-dd">
                  <c:v>45264</c:v>
                </c:pt>
                <c:pt idx="3922" formatCode="yyyy\-mm\-dd">
                  <c:v>45265</c:v>
                </c:pt>
                <c:pt idx="3923" formatCode="yyyy\-mm\-dd">
                  <c:v>45266</c:v>
                </c:pt>
                <c:pt idx="3924" formatCode="yyyy\-mm\-dd">
                  <c:v>45267</c:v>
                </c:pt>
                <c:pt idx="3925" formatCode="yyyy\-mm\-dd">
                  <c:v>45268</c:v>
                </c:pt>
                <c:pt idx="3926" formatCode="yyyy\-mm\-dd">
                  <c:v>45269</c:v>
                </c:pt>
                <c:pt idx="3927" formatCode="yyyy\-mm\-dd">
                  <c:v>45270</c:v>
                </c:pt>
                <c:pt idx="3928" formatCode="yyyy\-mm\-dd">
                  <c:v>45271</c:v>
                </c:pt>
                <c:pt idx="3929" formatCode="yyyy\-mm\-dd">
                  <c:v>45272</c:v>
                </c:pt>
                <c:pt idx="3930" formatCode="yyyy\-mm\-dd">
                  <c:v>45273</c:v>
                </c:pt>
                <c:pt idx="3931" formatCode="yyyy\-mm\-dd">
                  <c:v>45274</c:v>
                </c:pt>
                <c:pt idx="3932" formatCode="yyyy\-mm\-dd">
                  <c:v>45275</c:v>
                </c:pt>
                <c:pt idx="3933" formatCode="yyyy\-mm\-dd">
                  <c:v>45276</c:v>
                </c:pt>
                <c:pt idx="3934" formatCode="yyyy\-mm\-dd">
                  <c:v>45277</c:v>
                </c:pt>
                <c:pt idx="3935" formatCode="yyyy\-mm\-dd">
                  <c:v>45278</c:v>
                </c:pt>
                <c:pt idx="3936" formatCode="yyyy\-mm\-dd">
                  <c:v>45279</c:v>
                </c:pt>
                <c:pt idx="3937" formatCode="yyyy\-mm\-dd">
                  <c:v>45280</c:v>
                </c:pt>
                <c:pt idx="3938" formatCode="yyyy\-mm\-dd">
                  <c:v>45281</c:v>
                </c:pt>
                <c:pt idx="3939" formatCode="yyyy\-mm\-dd">
                  <c:v>45282</c:v>
                </c:pt>
                <c:pt idx="3940" formatCode="yyyy\-mm\-dd">
                  <c:v>45283</c:v>
                </c:pt>
                <c:pt idx="3941" formatCode="yyyy\-mm\-dd">
                  <c:v>45284</c:v>
                </c:pt>
                <c:pt idx="3942" formatCode="yyyy\-mm\-dd">
                  <c:v>45285</c:v>
                </c:pt>
                <c:pt idx="3943" formatCode="yyyy\-mm\-dd">
                  <c:v>45286</c:v>
                </c:pt>
                <c:pt idx="3944" formatCode="yyyy\-mm\-dd">
                  <c:v>45287</c:v>
                </c:pt>
                <c:pt idx="3945" formatCode="yyyy\-mm\-dd">
                  <c:v>45288</c:v>
                </c:pt>
                <c:pt idx="3946" formatCode="yyyy\-mm\-dd">
                  <c:v>45289</c:v>
                </c:pt>
                <c:pt idx="3947" formatCode="yyyy\-mm\-dd">
                  <c:v>45290</c:v>
                </c:pt>
                <c:pt idx="3948" formatCode="yyyy\-mm\-dd">
                  <c:v>45291</c:v>
                </c:pt>
                <c:pt idx="3949" formatCode="yyyy\-mm\-dd">
                  <c:v>45292</c:v>
                </c:pt>
                <c:pt idx="3950" formatCode="yyyy\-mm\-dd">
                  <c:v>45293</c:v>
                </c:pt>
                <c:pt idx="3951" formatCode="yyyy\-mm\-dd">
                  <c:v>45294</c:v>
                </c:pt>
                <c:pt idx="3952" formatCode="yyyy\-mm\-dd">
                  <c:v>45295</c:v>
                </c:pt>
                <c:pt idx="3953" formatCode="yyyy\-mm\-dd">
                  <c:v>45296</c:v>
                </c:pt>
                <c:pt idx="3954" formatCode="yyyy\-mm\-dd">
                  <c:v>45297</c:v>
                </c:pt>
                <c:pt idx="3955" formatCode="yyyy\-mm\-dd">
                  <c:v>45298</c:v>
                </c:pt>
                <c:pt idx="3956" formatCode="yyyy\-mm\-dd">
                  <c:v>45299</c:v>
                </c:pt>
                <c:pt idx="3957" formatCode="yyyy\-mm\-dd">
                  <c:v>45300</c:v>
                </c:pt>
                <c:pt idx="3958" formatCode="yyyy\-mm\-dd">
                  <c:v>45301</c:v>
                </c:pt>
                <c:pt idx="3959" formatCode="yyyy\-mm\-dd">
                  <c:v>45302</c:v>
                </c:pt>
                <c:pt idx="3960" formatCode="yyyy\-mm\-dd">
                  <c:v>45303</c:v>
                </c:pt>
                <c:pt idx="3961" formatCode="yyyy\-mm\-dd">
                  <c:v>45304</c:v>
                </c:pt>
                <c:pt idx="3962" formatCode="yyyy\-mm\-dd">
                  <c:v>45305</c:v>
                </c:pt>
                <c:pt idx="3963" formatCode="yyyy\-mm\-dd">
                  <c:v>45306</c:v>
                </c:pt>
                <c:pt idx="3964" formatCode="yyyy\-mm\-dd">
                  <c:v>45307</c:v>
                </c:pt>
                <c:pt idx="3965" formatCode="yyyy\-mm\-dd">
                  <c:v>45308</c:v>
                </c:pt>
                <c:pt idx="3966" formatCode="yyyy\-mm\-dd">
                  <c:v>45309</c:v>
                </c:pt>
                <c:pt idx="3967" formatCode="yyyy\-mm\-dd">
                  <c:v>45310</c:v>
                </c:pt>
                <c:pt idx="3968" formatCode="yyyy\-mm\-dd">
                  <c:v>45311</c:v>
                </c:pt>
                <c:pt idx="3969" formatCode="yyyy\-mm\-dd">
                  <c:v>45312</c:v>
                </c:pt>
                <c:pt idx="3970" formatCode="yyyy\-mm\-dd">
                  <c:v>45313</c:v>
                </c:pt>
                <c:pt idx="3971" formatCode="yyyy\-mm\-dd">
                  <c:v>45314</c:v>
                </c:pt>
                <c:pt idx="3972" formatCode="yyyy\-mm\-dd">
                  <c:v>45315</c:v>
                </c:pt>
                <c:pt idx="3973" formatCode="yyyy\-mm\-dd">
                  <c:v>45316</c:v>
                </c:pt>
                <c:pt idx="3974" formatCode="yyyy\-mm\-dd">
                  <c:v>45317</c:v>
                </c:pt>
                <c:pt idx="3975" formatCode="yyyy\-mm\-dd">
                  <c:v>45318</c:v>
                </c:pt>
                <c:pt idx="3976" formatCode="yyyy\-mm\-dd">
                  <c:v>45319</c:v>
                </c:pt>
                <c:pt idx="3977" formatCode="yyyy\-mm\-dd">
                  <c:v>45320</c:v>
                </c:pt>
                <c:pt idx="3978" formatCode="yyyy\-mm\-dd">
                  <c:v>45321</c:v>
                </c:pt>
                <c:pt idx="3979" formatCode="yyyy\-mm\-dd">
                  <c:v>45322</c:v>
                </c:pt>
                <c:pt idx="3980" formatCode="yyyy\-mm\-dd">
                  <c:v>45323</c:v>
                </c:pt>
                <c:pt idx="3981" formatCode="yyyy\-mm\-dd">
                  <c:v>45324</c:v>
                </c:pt>
                <c:pt idx="3982" formatCode="yyyy\-mm\-dd">
                  <c:v>45325</c:v>
                </c:pt>
                <c:pt idx="3983" formatCode="yyyy\-mm\-dd">
                  <c:v>45326</c:v>
                </c:pt>
                <c:pt idx="3984" formatCode="yyyy\-mm\-dd">
                  <c:v>45327</c:v>
                </c:pt>
                <c:pt idx="3985" formatCode="yyyy\-mm\-dd">
                  <c:v>45328</c:v>
                </c:pt>
                <c:pt idx="3986" formatCode="yyyy\-mm\-dd">
                  <c:v>45329</c:v>
                </c:pt>
                <c:pt idx="3987" formatCode="yyyy\-mm\-dd">
                  <c:v>45330</c:v>
                </c:pt>
                <c:pt idx="3988" formatCode="yyyy\-mm\-dd">
                  <c:v>45331</c:v>
                </c:pt>
                <c:pt idx="3989" formatCode="yyyy\-mm\-dd">
                  <c:v>45332</c:v>
                </c:pt>
                <c:pt idx="3990" formatCode="yyyy\-mm\-dd">
                  <c:v>45333</c:v>
                </c:pt>
                <c:pt idx="3991" formatCode="yyyy\-mm\-dd">
                  <c:v>45334</c:v>
                </c:pt>
                <c:pt idx="3992" formatCode="yyyy\-mm\-dd">
                  <c:v>45335</c:v>
                </c:pt>
                <c:pt idx="3993" formatCode="yyyy\-mm\-dd">
                  <c:v>45336</c:v>
                </c:pt>
                <c:pt idx="3994" formatCode="yyyy\-mm\-dd">
                  <c:v>45337</c:v>
                </c:pt>
                <c:pt idx="3995" formatCode="yyyy\-mm\-dd">
                  <c:v>45338</c:v>
                </c:pt>
                <c:pt idx="3996" formatCode="yyyy\-mm\-dd">
                  <c:v>45339</c:v>
                </c:pt>
                <c:pt idx="3997" formatCode="yyyy\-mm\-dd">
                  <c:v>45340</c:v>
                </c:pt>
                <c:pt idx="3998" formatCode="yyyy\-mm\-dd">
                  <c:v>45341</c:v>
                </c:pt>
                <c:pt idx="3999" formatCode="yyyy\-mm\-dd">
                  <c:v>45342</c:v>
                </c:pt>
                <c:pt idx="4000" formatCode="yyyy\-mm\-dd">
                  <c:v>45343</c:v>
                </c:pt>
                <c:pt idx="4001" formatCode="yyyy\-mm\-dd">
                  <c:v>45344</c:v>
                </c:pt>
                <c:pt idx="4002" formatCode="yyyy\-mm\-dd">
                  <c:v>45345</c:v>
                </c:pt>
                <c:pt idx="4003" formatCode="yyyy\-mm\-dd">
                  <c:v>45346</c:v>
                </c:pt>
                <c:pt idx="4004" formatCode="yyyy\-mm\-dd">
                  <c:v>45347</c:v>
                </c:pt>
                <c:pt idx="4005" formatCode="yyyy\-mm\-dd">
                  <c:v>45348</c:v>
                </c:pt>
                <c:pt idx="4006" formatCode="yyyy\-mm\-dd">
                  <c:v>45349</c:v>
                </c:pt>
                <c:pt idx="4007" formatCode="yyyy\-mm\-dd">
                  <c:v>45350</c:v>
                </c:pt>
                <c:pt idx="4008" formatCode="yyyy\-mm\-dd">
                  <c:v>45351</c:v>
                </c:pt>
                <c:pt idx="4009" formatCode="yyyy\-mm\-dd">
                  <c:v>45352</c:v>
                </c:pt>
              </c:numCache>
            </c:numRef>
          </c:cat>
          <c:val>
            <c:numRef>
              <c:f>全球粮价!$L$12:$L$5003</c:f>
              <c:numCache>
                <c:formatCode>General</c:formatCode>
                <c:ptCount val="4992"/>
                <c:pt idx="84" formatCode="###,###,###,##0.0000">
                  <c:v>357</c:v>
                </c:pt>
                <c:pt idx="85" formatCode="###,###,###,##0.0000">
                  <c:v>357</c:v>
                </c:pt>
                <c:pt idx="86" formatCode="###,###,###,##0.0000">
                  <c:v>357</c:v>
                </c:pt>
                <c:pt idx="87" formatCode="###,###,###,##0.0000">
                  <c:v>362</c:v>
                </c:pt>
                <c:pt idx="88" formatCode="###,###,###,##0.0000">
                  <c:v>362</c:v>
                </c:pt>
                <c:pt idx="89" formatCode="###,###,###,##0.0000">
                  <c:v>360</c:v>
                </c:pt>
                <c:pt idx="90" formatCode="###,###,###,##0.0000">
                  <c:v>356</c:v>
                </c:pt>
                <c:pt idx="91" formatCode="###,###,###,##0.0000">
                  <c:v>356</c:v>
                </c:pt>
                <c:pt idx="92" formatCode="###,###,###,##0.0000">
                  <c:v>354</c:v>
                </c:pt>
                <c:pt idx="93" formatCode="###,###,###,##0.0000">
                  <c:v>357</c:v>
                </c:pt>
                <c:pt idx="94" formatCode="###,###,###,##0.0000">
                  <c:v>356</c:v>
                </c:pt>
                <c:pt idx="95" formatCode="###,###,###,##0.0000">
                  <c:v>356</c:v>
                </c:pt>
                <c:pt idx="97" formatCode="###,###,###,##0.0000">
                  <c:v>356</c:v>
                </c:pt>
                <c:pt idx="98" formatCode="###,###,###,##0.0000">
                  <c:v>361</c:v>
                </c:pt>
                <c:pt idx="99" formatCode="###,###,###,##0.0000">
                  <c:v>361</c:v>
                </c:pt>
                <c:pt idx="100" formatCode="###,###,###,##0.0000">
                  <c:v>361</c:v>
                </c:pt>
                <c:pt idx="101" formatCode="###,###,###,##0.0000">
                  <c:v>358</c:v>
                </c:pt>
                <c:pt idx="108" formatCode="###,###,###,##0.0000">
                  <c:v>360</c:v>
                </c:pt>
                <c:pt idx="109" formatCode="###,###,###,##0.0000">
                  <c:v>365</c:v>
                </c:pt>
                <c:pt idx="112" formatCode="###,###,###,##0.0000">
                  <c:v>365</c:v>
                </c:pt>
                <c:pt idx="113" formatCode="###,###,###,##0.0000">
                  <c:v>367</c:v>
                </c:pt>
                <c:pt idx="114" formatCode="###,###,###,##0.0000">
                  <c:v>367</c:v>
                </c:pt>
                <c:pt idx="115" formatCode="###,###,###,##0.0000">
                  <c:v>370</c:v>
                </c:pt>
                <c:pt idx="116" formatCode="###,###,###,##0.0000">
                  <c:v>372</c:v>
                </c:pt>
                <c:pt idx="118" formatCode="###,###,###,##0.0000">
                  <c:v>372</c:v>
                </c:pt>
                <c:pt idx="119" formatCode="###,###,###,##0.0000">
                  <c:v>373</c:v>
                </c:pt>
                <c:pt idx="120" formatCode="###,###,###,##0.0000">
                  <c:v>373</c:v>
                </c:pt>
                <c:pt idx="121" formatCode="###,###,###,##0.0000">
                  <c:v>368</c:v>
                </c:pt>
                <c:pt idx="122" formatCode="###,###,###,##0.0000">
                  <c:v>368</c:v>
                </c:pt>
                <c:pt idx="123" formatCode="###,###,###,##0.0000">
                  <c:v>368</c:v>
                </c:pt>
                <c:pt idx="124" formatCode="###,###,###,##0.0000">
                  <c:v>368</c:v>
                </c:pt>
                <c:pt idx="125" formatCode="###,###,###,##0.0000">
                  <c:v>373</c:v>
                </c:pt>
                <c:pt idx="126" formatCode="###,###,###,##0.0000">
                  <c:v>374</c:v>
                </c:pt>
                <c:pt idx="127" formatCode="###,###,###,##0.0000">
                  <c:v>374</c:v>
                </c:pt>
                <c:pt idx="128" formatCode="###,###,###,##0.0000">
                  <c:v>376</c:v>
                </c:pt>
                <c:pt idx="129" formatCode="###,###,###,##0.0000">
                  <c:v>389</c:v>
                </c:pt>
                <c:pt idx="131" formatCode="###,###,###,##0.0000">
                  <c:v>396</c:v>
                </c:pt>
                <c:pt idx="132" formatCode="###,###,###,##0.0000">
                  <c:v>400</c:v>
                </c:pt>
                <c:pt idx="133" formatCode="###,###,###,##0.0000">
                  <c:v>400</c:v>
                </c:pt>
                <c:pt idx="134" formatCode="###,###,###,##0.0000">
                  <c:v>400</c:v>
                </c:pt>
                <c:pt idx="135" formatCode="###,###,###,##0.0000">
                  <c:v>400</c:v>
                </c:pt>
                <c:pt idx="136" formatCode="###,###,###,##0.0000">
                  <c:v>410</c:v>
                </c:pt>
                <c:pt idx="137" formatCode="###,###,###,##0.0000">
                  <c:v>410</c:v>
                </c:pt>
                <c:pt idx="138" formatCode="###,###,###,##0.0000">
                  <c:v>403</c:v>
                </c:pt>
                <c:pt idx="139" formatCode="###,###,###,##0.0000">
                  <c:v>403</c:v>
                </c:pt>
                <c:pt idx="140" formatCode="###,###,###,##0.0000">
                  <c:v>403</c:v>
                </c:pt>
                <c:pt idx="141" formatCode="###,###,###,##0.0000">
                  <c:v>405</c:v>
                </c:pt>
                <c:pt idx="142" formatCode="###,###,###,##0.0000">
                  <c:v>400</c:v>
                </c:pt>
                <c:pt idx="143" formatCode="###,###,###,##0.0000">
                  <c:v>404</c:v>
                </c:pt>
                <c:pt idx="144" formatCode="###,###,###,##0.0000">
                  <c:v>406</c:v>
                </c:pt>
                <c:pt idx="145" formatCode="###,###,###,##0.0000">
                  <c:v>406</c:v>
                </c:pt>
                <c:pt idx="146" formatCode="###,###,###,##0.0000">
                  <c:v>417</c:v>
                </c:pt>
                <c:pt idx="148" formatCode="###,###,###,##0.0000">
                  <c:v>417</c:v>
                </c:pt>
                <c:pt idx="149" formatCode="###,###,###,##0.0000">
                  <c:v>421</c:v>
                </c:pt>
                <c:pt idx="150" formatCode="###,###,###,##0.0000">
                  <c:v>425</c:v>
                </c:pt>
                <c:pt idx="151" formatCode="###,###,###,##0.0000">
                  <c:v>425</c:v>
                </c:pt>
                <c:pt idx="152" formatCode="###,###,###,##0.0000">
                  <c:v>428</c:v>
                </c:pt>
                <c:pt idx="153" formatCode="###,###,###,##0.0000">
                  <c:v>428</c:v>
                </c:pt>
                <c:pt idx="154" formatCode="###,###,###,##0.0000">
                  <c:v>429</c:v>
                </c:pt>
                <c:pt idx="155" formatCode="###,###,###,##0.0000">
                  <c:v>425</c:v>
                </c:pt>
                <c:pt idx="156" formatCode="###,###,###,##0.0000">
                  <c:v>425</c:v>
                </c:pt>
                <c:pt idx="157" formatCode="###,###,###,##0.0000">
                  <c:v>425</c:v>
                </c:pt>
                <c:pt idx="158" formatCode="###,###,###,##0.0000">
                  <c:v>425</c:v>
                </c:pt>
                <c:pt idx="159" formatCode="###,###,###,##0.0000">
                  <c:v>432</c:v>
                </c:pt>
                <c:pt idx="160" formatCode="###,###,###,##0.0000">
                  <c:v>428</c:v>
                </c:pt>
                <c:pt idx="161" formatCode="###,###,###,##0.0000">
                  <c:v>422</c:v>
                </c:pt>
                <c:pt idx="162" formatCode="###,###,###,##0.0000">
                  <c:v>422</c:v>
                </c:pt>
                <c:pt idx="163" formatCode="###,###,###,##0.0000">
                  <c:v>418</c:v>
                </c:pt>
                <c:pt idx="164" formatCode="###,###,###,##0.0000">
                  <c:v>419</c:v>
                </c:pt>
                <c:pt idx="165" formatCode="###,###,###,##0.0000">
                  <c:v>417</c:v>
                </c:pt>
                <c:pt idx="166" formatCode="###,###,###,##0.0000">
                  <c:v>416</c:v>
                </c:pt>
                <c:pt idx="167" formatCode="###,###,###,##0.0000">
                  <c:v>422</c:v>
                </c:pt>
                <c:pt idx="168" formatCode="###,###,###,##0.0000">
                  <c:v>425</c:v>
                </c:pt>
                <c:pt idx="169" formatCode="###,###,###,##0.0000">
                  <c:v>420</c:v>
                </c:pt>
                <c:pt idx="170" formatCode="###,###,###,##0.0000">
                  <c:v>420</c:v>
                </c:pt>
                <c:pt idx="171" formatCode="###,###,###,##0.0000">
                  <c:v>420</c:v>
                </c:pt>
                <c:pt idx="172" formatCode="###,###,###,##0.0000">
                  <c:v>429</c:v>
                </c:pt>
                <c:pt idx="173" formatCode="###,###,###,##0.0000">
                  <c:v>429</c:v>
                </c:pt>
                <c:pt idx="174" formatCode="###,###,###,##0.0000">
                  <c:v>433</c:v>
                </c:pt>
                <c:pt idx="175" formatCode="###,###,###,##0.0000">
                  <c:v>432</c:v>
                </c:pt>
                <c:pt idx="176" formatCode="###,###,###,##0.0000">
                  <c:v>432</c:v>
                </c:pt>
                <c:pt idx="177" formatCode="###,###,###,##0.0000">
                  <c:v>425</c:v>
                </c:pt>
                <c:pt idx="178" formatCode="###,###,###,##0.0000">
                  <c:v>426</c:v>
                </c:pt>
                <c:pt idx="179" formatCode="###,###,###,##0.0000">
                  <c:v>427</c:v>
                </c:pt>
                <c:pt idx="180" formatCode="###,###,###,##0.0000">
                  <c:v>429</c:v>
                </c:pt>
                <c:pt idx="182" formatCode="###,###,###,##0.0000">
                  <c:v>427</c:v>
                </c:pt>
                <c:pt idx="184" formatCode="###,###,###,##0.0000">
                  <c:v>446</c:v>
                </c:pt>
                <c:pt idx="189" formatCode="###,###,###,##0.0000">
                  <c:v>458</c:v>
                </c:pt>
                <c:pt idx="190" formatCode="###,###,###,##0.0000">
                  <c:v>448</c:v>
                </c:pt>
                <c:pt idx="191" formatCode="###,###,###,##0.0000">
                  <c:v>448</c:v>
                </c:pt>
                <c:pt idx="192" formatCode="###,###,###,##0.0000">
                  <c:v>448</c:v>
                </c:pt>
                <c:pt idx="193" formatCode="###,###,###,##0.0000">
                  <c:v>448</c:v>
                </c:pt>
                <c:pt idx="194" formatCode="###,###,###,##0.0000">
                  <c:v>437</c:v>
                </c:pt>
                <c:pt idx="195" formatCode="###,###,###,##0.0000">
                  <c:v>433</c:v>
                </c:pt>
                <c:pt idx="196" formatCode="###,###,###,##0.0000">
                  <c:v>433</c:v>
                </c:pt>
                <c:pt idx="199" formatCode="###,###,###,##0.0000">
                  <c:v>455</c:v>
                </c:pt>
                <c:pt idx="200" formatCode="###,###,###,##0.0000">
                  <c:v>466</c:v>
                </c:pt>
                <c:pt idx="201" formatCode="###,###,###,##0.0000">
                  <c:v>466</c:v>
                </c:pt>
                <c:pt idx="202" formatCode="###,###,###,##0.0000">
                  <c:v>480</c:v>
                </c:pt>
                <c:pt idx="203" formatCode="###,###,###,##0.0000">
                  <c:v>477</c:v>
                </c:pt>
                <c:pt idx="204" formatCode="###,###,###,##0.0000">
                  <c:v>476</c:v>
                </c:pt>
                <c:pt idx="205" formatCode="###,###,###,##0.0000">
                  <c:v>473</c:v>
                </c:pt>
                <c:pt idx="206" formatCode="###,###,###,##0.0000">
                  <c:v>473</c:v>
                </c:pt>
                <c:pt idx="207" formatCode="###,###,###,##0.0000">
                  <c:v>483</c:v>
                </c:pt>
                <c:pt idx="208" formatCode="###,###,###,##0.0000">
                  <c:v>478</c:v>
                </c:pt>
                <c:pt idx="209" formatCode="###,###,###,##0.0000">
                  <c:v>483</c:v>
                </c:pt>
                <c:pt idx="210" formatCode="###,###,###,##0.0000">
                  <c:v>485</c:v>
                </c:pt>
                <c:pt idx="211" formatCode="###,###,###,##0.0000">
                  <c:v>485</c:v>
                </c:pt>
                <c:pt idx="212" formatCode="###,###,###,##0.0000">
                  <c:v>488</c:v>
                </c:pt>
                <c:pt idx="213" formatCode="###,###,###,##0.0000">
                  <c:v>490</c:v>
                </c:pt>
                <c:pt idx="215" formatCode="###,###,###,##0.0000">
                  <c:v>490</c:v>
                </c:pt>
                <c:pt idx="216" formatCode="###,###,###,##0.0000">
                  <c:v>490</c:v>
                </c:pt>
                <c:pt idx="217" formatCode="###,###,###,##0.0000">
                  <c:v>490</c:v>
                </c:pt>
                <c:pt idx="218" formatCode="###,###,###,##0.0000">
                  <c:v>502</c:v>
                </c:pt>
                <c:pt idx="219" formatCode="###,###,###,##0.0000">
                  <c:v>505</c:v>
                </c:pt>
                <c:pt idx="220" formatCode="###,###,###,##0.0000">
                  <c:v>502</c:v>
                </c:pt>
                <c:pt idx="221" formatCode="###,###,###,##0.0000">
                  <c:v>517</c:v>
                </c:pt>
                <c:pt idx="222" formatCode="###,###,###,##0.0000">
                  <c:v>517</c:v>
                </c:pt>
                <c:pt idx="223" formatCode="###,###,###,##0.0000">
                  <c:v>517</c:v>
                </c:pt>
                <c:pt idx="224" formatCode="###,###,###,##0.0000">
                  <c:v>500</c:v>
                </c:pt>
                <c:pt idx="225" formatCode="###,###,###,##0.0000">
                  <c:v>504</c:v>
                </c:pt>
                <c:pt idx="226" formatCode="###,###,###,##0.0000">
                  <c:v>481</c:v>
                </c:pt>
                <c:pt idx="227" formatCode="###,###,###,##0.0000">
                  <c:v>476</c:v>
                </c:pt>
                <c:pt idx="228" formatCode="###,###,###,##0.0000">
                  <c:v>476</c:v>
                </c:pt>
                <c:pt idx="229" formatCode="###,###,###,##0.0000">
                  <c:v>473</c:v>
                </c:pt>
                <c:pt idx="240" formatCode="###,###,###,##0.0000">
                  <c:v>505</c:v>
                </c:pt>
                <c:pt idx="241" formatCode="###,###,###,##0.0000">
                  <c:v>504</c:v>
                </c:pt>
                <c:pt idx="242" formatCode="###,###,###,##0.0000">
                  <c:v>504</c:v>
                </c:pt>
                <c:pt idx="243" formatCode="###,###,###,##0.0000">
                  <c:v>504</c:v>
                </c:pt>
                <c:pt idx="244" formatCode="###,###,###,##0.0000">
                  <c:v>502</c:v>
                </c:pt>
                <c:pt idx="245" formatCode="###,###,###,##0.0000">
                  <c:v>502</c:v>
                </c:pt>
                <c:pt idx="246" formatCode="###,###,###,##0.0000">
                  <c:v>502</c:v>
                </c:pt>
                <c:pt idx="247" formatCode="###,###,###,##0.0000">
                  <c:v>507</c:v>
                </c:pt>
                <c:pt idx="248" formatCode="###,###,###,##0.0000">
                  <c:v>508</c:v>
                </c:pt>
                <c:pt idx="249" formatCode="###,###,###,##0.0000">
                  <c:v>508</c:v>
                </c:pt>
                <c:pt idx="250" formatCode="###,###,###,##0.0000">
                  <c:v>515</c:v>
                </c:pt>
                <c:pt idx="252" formatCode="###,###,###,##0.0000">
                  <c:v>520</c:v>
                </c:pt>
                <c:pt idx="253" formatCode="###,###,###,##0.0000">
                  <c:v>520</c:v>
                </c:pt>
                <c:pt idx="255" formatCode="###,###,###,##0.0000">
                  <c:v>520</c:v>
                </c:pt>
                <c:pt idx="256" formatCode="###,###,###,##0.0000">
                  <c:v>538</c:v>
                </c:pt>
                <c:pt idx="257" formatCode="###,###,###,##0.0000">
                  <c:v>538</c:v>
                </c:pt>
                <c:pt idx="258" formatCode="###,###,###,##0.0000">
                  <c:v>537</c:v>
                </c:pt>
                <c:pt idx="259" formatCode="###,###,###,##0.0000">
                  <c:v>537</c:v>
                </c:pt>
                <c:pt idx="260" formatCode="###,###,###,##0.0000">
                  <c:v>535</c:v>
                </c:pt>
                <c:pt idx="261" formatCode="###,###,###,##0.0000">
                  <c:v>535</c:v>
                </c:pt>
                <c:pt idx="262" formatCode="###,###,###,##0.0000">
                  <c:v>535</c:v>
                </c:pt>
                <c:pt idx="263" formatCode="###,###,###,##0.0000">
                  <c:v>540</c:v>
                </c:pt>
                <c:pt idx="264" formatCode="###,###,###,##0.0000">
                  <c:v>530</c:v>
                </c:pt>
                <c:pt idx="265" formatCode="###,###,###,##0.0000">
                  <c:v>539</c:v>
                </c:pt>
                <c:pt idx="266" formatCode="###,###,###,##0.0000">
                  <c:v>534</c:v>
                </c:pt>
                <c:pt idx="267" formatCode="###,###,###,##0.0000">
                  <c:v>534</c:v>
                </c:pt>
                <c:pt idx="268" formatCode="###,###,###,##0.0000">
                  <c:v>551</c:v>
                </c:pt>
                <c:pt idx="269" formatCode="###,###,###,##0.0000">
                  <c:v>554</c:v>
                </c:pt>
                <c:pt idx="270" formatCode="###,###,###,##0.0000">
                  <c:v>554</c:v>
                </c:pt>
                <c:pt idx="271" formatCode="###,###,###,##0.0000">
                  <c:v>554</c:v>
                </c:pt>
                <c:pt idx="272" formatCode="###,###,###,##0.0000">
                  <c:v>550</c:v>
                </c:pt>
                <c:pt idx="273" formatCode="###,###,###,##0.0000">
                  <c:v>550</c:v>
                </c:pt>
                <c:pt idx="274" formatCode="###,###,###,##0.0000">
                  <c:v>550</c:v>
                </c:pt>
                <c:pt idx="275" formatCode="###,###,###,##0.0000">
                  <c:v>550</c:v>
                </c:pt>
                <c:pt idx="276" formatCode="###,###,###,##0.0000">
                  <c:v>547</c:v>
                </c:pt>
                <c:pt idx="277" formatCode="###,###,###,##0.0000">
                  <c:v>541</c:v>
                </c:pt>
                <c:pt idx="278" formatCode="###,###,###,##0.0000">
                  <c:v>546</c:v>
                </c:pt>
                <c:pt idx="279" formatCode="###,###,###,##0.0000">
                  <c:v>545</c:v>
                </c:pt>
                <c:pt idx="281" formatCode="###,###,###,##0.0000">
                  <c:v>545</c:v>
                </c:pt>
                <c:pt idx="282" formatCode="###,###,###,##0.0000">
                  <c:v>545</c:v>
                </c:pt>
                <c:pt idx="283" formatCode="###,###,###,##0.0000">
                  <c:v>545</c:v>
                </c:pt>
                <c:pt idx="284" formatCode="###,###,###,##0.0000">
                  <c:v>545</c:v>
                </c:pt>
                <c:pt idx="285" formatCode="###,###,###,##0.0000">
                  <c:v>558</c:v>
                </c:pt>
                <c:pt idx="286" formatCode="###,###,###,##0.0000">
                  <c:v>558</c:v>
                </c:pt>
                <c:pt idx="287" formatCode="###,###,###,##0.0000">
                  <c:v>558</c:v>
                </c:pt>
                <c:pt idx="288" formatCode="###,###,###,##0.0000">
                  <c:v>558</c:v>
                </c:pt>
                <c:pt idx="289" formatCode="###,###,###,##0.0000">
                  <c:v>558</c:v>
                </c:pt>
                <c:pt idx="290" formatCode="###,###,###,##0.0000">
                  <c:v>558</c:v>
                </c:pt>
                <c:pt idx="292" formatCode="###,###,###,##0.0000">
                  <c:v>552</c:v>
                </c:pt>
                <c:pt idx="293" formatCode="###,###,###,##0.0000">
                  <c:v>534</c:v>
                </c:pt>
                <c:pt idx="294" formatCode="###,###,###,##0.0000">
                  <c:v>533</c:v>
                </c:pt>
                <c:pt idx="295" formatCode="###,###,###,##0.0000">
                  <c:v>533</c:v>
                </c:pt>
                <c:pt idx="296" formatCode="###,###,###,##0.0000">
                  <c:v>534</c:v>
                </c:pt>
                <c:pt idx="297" formatCode="###,###,###,##0.0000">
                  <c:v>534</c:v>
                </c:pt>
                <c:pt idx="298" formatCode="###,###,###,##0.0000">
                  <c:v>508</c:v>
                </c:pt>
                <c:pt idx="299" formatCode="###,###,###,##0.0000">
                  <c:v>516</c:v>
                </c:pt>
                <c:pt idx="300" formatCode="###,###,###,##0.0000">
                  <c:v>516</c:v>
                </c:pt>
                <c:pt idx="301" formatCode="###,###,###,##0.0000">
                  <c:v>516</c:v>
                </c:pt>
                <c:pt idx="302" formatCode="###,###,###,##0.0000">
                  <c:v>530</c:v>
                </c:pt>
                <c:pt idx="303" formatCode="###,###,###,##0.0000">
                  <c:v>528</c:v>
                </c:pt>
                <c:pt idx="304" formatCode="###,###,###,##0.0000">
                  <c:v>530</c:v>
                </c:pt>
                <c:pt idx="305" formatCode="###,###,###,##0.0000">
                  <c:v>530</c:v>
                </c:pt>
                <c:pt idx="306" formatCode="###,###,###,##0.0000">
                  <c:v>536</c:v>
                </c:pt>
                <c:pt idx="309" formatCode="###,###,###,##0.0000">
                  <c:v>513</c:v>
                </c:pt>
                <c:pt idx="310" formatCode="###,###,###,##0.0000">
                  <c:v>513</c:v>
                </c:pt>
                <c:pt idx="311" formatCode="###,###,###,##0.0000">
                  <c:v>505</c:v>
                </c:pt>
                <c:pt idx="312" formatCode="###,###,###,##0.0000">
                  <c:v>507</c:v>
                </c:pt>
                <c:pt idx="313" formatCode="###,###,###,##0.0000">
                  <c:v>485</c:v>
                </c:pt>
                <c:pt idx="314" formatCode="###,###,###,##0.0000">
                  <c:v>485</c:v>
                </c:pt>
                <c:pt idx="315" formatCode="###,###,###,##0.0000">
                  <c:v>486</c:v>
                </c:pt>
                <c:pt idx="316" formatCode="###,###,###,##0.0000">
                  <c:v>512</c:v>
                </c:pt>
                <c:pt idx="317" formatCode="###,###,###,##0.0000">
                  <c:v>514</c:v>
                </c:pt>
                <c:pt idx="318" formatCode="###,###,###,##0.0000">
                  <c:v>514</c:v>
                </c:pt>
                <c:pt idx="320" formatCode="###,###,###,##0.0000">
                  <c:v>512</c:v>
                </c:pt>
                <c:pt idx="321" formatCode="###,###,###,##0.0000">
                  <c:v>512</c:v>
                </c:pt>
                <c:pt idx="322" formatCode="###,###,###,##0.0000">
                  <c:v>509</c:v>
                </c:pt>
                <c:pt idx="323" formatCode="###,###,###,##0.0000">
                  <c:v>513</c:v>
                </c:pt>
                <c:pt idx="324" formatCode="###,###,###,##0.0000">
                  <c:v>514</c:v>
                </c:pt>
                <c:pt idx="325" formatCode="###,###,###,##0.0000">
                  <c:v>524</c:v>
                </c:pt>
                <c:pt idx="326" formatCode="###,###,###,##0.0000">
                  <c:v>519</c:v>
                </c:pt>
                <c:pt idx="328" formatCode="###,###,###,##0.0000">
                  <c:v>519</c:v>
                </c:pt>
                <c:pt idx="329" formatCode="###,###,###,##0.0000">
                  <c:v>512</c:v>
                </c:pt>
                <c:pt idx="330" formatCode="###,###,###,##0.0000">
                  <c:v>512</c:v>
                </c:pt>
                <c:pt idx="331" formatCode="###,###,###,##0.0000">
                  <c:v>508</c:v>
                </c:pt>
                <c:pt idx="332" formatCode="###,###,###,##0.0000">
                  <c:v>517</c:v>
                </c:pt>
                <c:pt idx="333" formatCode="###,###,###,##0.0000">
                  <c:v>509</c:v>
                </c:pt>
                <c:pt idx="334" formatCode="###,###,###,##0.0000">
                  <c:v>494</c:v>
                </c:pt>
                <c:pt idx="335" formatCode="###,###,###,##0.0000">
                  <c:v>494</c:v>
                </c:pt>
                <c:pt idx="336" formatCode="###,###,###,##0.0000">
                  <c:v>493</c:v>
                </c:pt>
                <c:pt idx="337" formatCode="###,###,###,##0.0000">
                  <c:v>493</c:v>
                </c:pt>
                <c:pt idx="338" formatCode="###,###,###,##0.0000">
                  <c:v>495</c:v>
                </c:pt>
                <c:pt idx="339" formatCode="###,###,###,##0.0000">
                  <c:v>500</c:v>
                </c:pt>
                <c:pt idx="340" formatCode="###,###,###,##0.0000">
                  <c:v>500</c:v>
                </c:pt>
                <c:pt idx="341" formatCode="###,###,###,##0.0000">
                  <c:v>500</c:v>
                </c:pt>
                <c:pt idx="343" formatCode="###,###,###,##0.0000">
                  <c:v>510</c:v>
                </c:pt>
                <c:pt idx="344" formatCode="###,###,###,##0.0000">
                  <c:v>508</c:v>
                </c:pt>
                <c:pt idx="346" formatCode="###,###,###,##0.0000">
                  <c:v>508</c:v>
                </c:pt>
                <c:pt idx="349" formatCode="###,###,###,##0.0000">
                  <c:v>512</c:v>
                </c:pt>
                <c:pt idx="350" formatCode="###,###,###,##0.0000">
                  <c:v>512</c:v>
                </c:pt>
                <c:pt idx="351" formatCode="###,###,###,##0.0000">
                  <c:v>502</c:v>
                </c:pt>
                <c:pt idx="352" formatCode="###,###,###,##0.0000">
                  <c:v>502</c:v>
                </c:pt>
                <c:pt idx="353" formatCode="###,###,###,##0.0000">
                  <c:v>493</c:v>
                </c:pt>
                <c:pt idx="354" formatCode="###,###,###,##0.0000">
                  <c:v>493</c:v>
                </c:pt>
                <c:pt idx="355" formatCode="###,###,###,##0.0000">
                  <c:v>495</c:v>
                </c:pt>
                <c:pt idx="356" formatCode="###,###,###,##0.0000">
                  <c:v>491</c:v>
                </c:pt>
                <c:pt idx="357" formatCode="###,###,###,##0.0000">
                  <c:v>496</c:v>
                </c:pt>
                <c:pt idx="358" formatCode="###,###,###,##0.0000">
                  <c:v>496</c:v>
                </c:pt>
                <c:pt idx="359" formatCode="###,###,###,##0.0000">
                  <c:v>490</c:v>
                </c:pt>
                <c:pt idx="360" formatCode="###,###,###,##0.0000">
                  <c:v>493</c:v>
                </c:pt>
                <c:pt idx="361" formatCode="###,###,###,##0.0000">
                  <c:v>493</c:v>
                </c:pt>
                <c:pt idx="362" formatCode="###,###,###,##0.0000">
                  <c:v>509</c:v>
                </c:pt>
                <c:pt idx="363" formatCode="###,###,###,##0.0000">
                  <c:v>509</c:v>
                </c:pt>
                <c:pt idx="364" formatCode="###,###,###,##0.0000">
                  <c:v>508</c:v>
                </c:pt>
                <c:pt idx="365" formatCode="###,###,###,##0.0000">
                  <c:v>508</c:v>
                </c:pt>
                <c:pt idx="367" formatCode="###,###,###,##0.0000">
                  <c:v>512</c:v>
                </c:pt>
                <c:pt idx="368" formatCode="###,###,###,##0.0000">
                  <c:v>512</c:v>
                </c:pt>
                <c:pt idx="369" formatCode="###,###,###,##0.0000">
                  <c:v>509</c:v>
                </c:pt>
                <c:pt idx="371" formatCode="###,###,###,##0.0000">
                  <c:v>512</c:v>
                </c:pt>
                <c:pt idx="372" formatCode="###,###,###,##0.0000">
                  <c:v>521</c:v>
                </c:pt>
                <c:pt idx="373" formatCode="###,###,###,##0.0000">
                  <c:v>524</c:v>
                </c:pt>
                <c:pt idx="374" formatCode="###,###,###,##0.0000">
                  <c:v>515</c:v>
                </c:pt>
                <c:pt idx="375" formatCode="###,###,###,##0.0000">
                  <c:v>517</c:v>
                </c:pt>
                <c:pt idx="376" formatCode="###,###,###,##0.0000">
                  <c:v>519</c:v>
                </c:pt>
                <c:pt idx="378" formatCode="###,###,###,##0.0000">
                  <c:v>519</c:v>
                </c:pt>
                <c:pt idx="379" formatCode="###,###,###,##0.0000">
                  <c:v>513</c:v>
                </c:pt>
                <c:pt idx="380" formatCode="###,###,###,##0.0000">
                  <c:v>507</c:v>
                </c:pt>
                <c:pt idx="381" formatCode="###,###,###,##0.0000">
                  <c:v>507</c:v>
                </c:pt>
                <c:pt idx="383" formatCode="###,###,###,##0.0000">
                  <c:v>502</c:v>
                </c:pt>
                <c:pt idx="385" formatCode="###,###,###,##0.0000">
                  <c:v>508</c:v>
                </c:pt>
                <c:pt idx="386" formatCode="###,###,###,##0.0000">
                  <c:v>505</c:v>
                </c:pt>
                <c:pt idx="388" formatCode="###,###,###,##0.0000">
                  <c:v>505</c:v>
                </c:pt>
                <c:pt idx="389" formatCode="###,###,###,##0.0000">
                  <c:v>502</c:v>
                </c:pt>
                <c:pt idx="390" formatCode="###,###,###,##0.0000">
                  <c:v>504</c:v>
                </c:pt>
                <c:pt idx="391" formatCode="###,###,###,##0.0000">
                  <c:v>510</c:v>
                </c:pt>
                <c:pt idx="392" formatCode="###,###,###,##0.0000">
                  <c:v>507</c:v>
                </c:pt>
                <c:pt idx="393" formatCode="###,###,###,##0.0000">
                  <c:v>507</c:v>
                </c:pt>
                <c:pt idx="394" formatCode="###,###,###,##0.0000">
                  <c:v>507</c:v>
                </c:pt>
                <c:pt idx="395" formatCode="###,###,###,##0.0000">
                  <c:v>507</c:v>
                </c:pt>
                <c:pt idx="396" formatCode="###,###,###,##0.0000">
                  <c:v>507</c:v>
                </c:pt>
                <c:pt idx="397" formatCode="###,###,###,##0.0000">
                  <c:v>509</c:v>
                </c:pt>
                <c:pt idx="398" formatCode="###,###,###,##0.0000">
                  <c:v>520</c:v>
                </c:pt>
                <c:pt idx="399" formatCode="###,###,###,##0.0000">
                  <c:v>520</c:v>
                </c:pt>
                <c:pt idx="400" formatCode="###,###,###,##0.0000">
                  <c:v>524</c:v>
                </c:pt>
                <c:pt idx="401" formatCode="###,###,###,##0.0000">
                  <c:v>530</c:v>
                </c:pt>
                <c:pt idx="402" formatCode="###,###,###,##0.0000">
                  <c:v>530</c:v>
                </c:pt>
                <c:pt idx="403" formatCode="###,###,###,##0.0000">
                  <c:v>530</c:v>
                </c:pt>
                <c:pt idx="404" formatCode="###,###,###,##0.0000">
                  <c:v>530</c:v>
                </c:pt>
                <c:pt idx="405" formatCode="###,###,###,##0.0000">
                  <c:v>530</c:v>
                </c:pt>
                <c:pt idx="406" formatCode="###,###,###,##0.0000">
                  <c:v>530</c:v>
                </c:pt>
                <c:pt idx="407" formatCode="###,###,###,##0.0000">
                  <c:v>532</c:v>
                </c:pt>
                <c:pt idx="408" formatCode="###,###,###,##0.0000">
                  <c:v>532</c:v>
                </c:pt>
                <c:pt idx="409" formatCode="###,###,###,##0.0000">
                  <c:v>525</c:v>
                </c:pt>
                <c:pt idx="410" formatCode="###,###,###,##0.0000">
                  <c:v>533</c:v>
                </c:pt>
                <c:pt idx="411" formatCode="###,###,###,##0.0000">
                  <c:v>530</c:v>
                </c:pt>
                <c:pt idx="412" formatCode="###,###,###,##0.0000">
                  <c:v>530</c:v>
                </c:pt>
                <c:pt idx="413" formatCode="###,###,###,##0.0000">
                  <c:v>520</c:v>
                </c:pt>
                <c:pt idx="415" formatCode="###,###,###,##0.0000">
                  <c:v>525</c:v>
                </c:pt>
                <c:pt idx="416" formatCode="###,###,###,##0.0000">
                  <c:v>532</c:v>
                </c:pt>
                <c:pt idx="417" formatCode="###,###,###,##0.0000">
                  <c:v>529</c:v>
                </c:pt>
                <c:pt idx="418" formatCode="###,###,###,##0.0000">
                  <c:v>520</c:v>
                </c:pt>
                <c:pt idx="419" formatCode="###,###,###,##0.0000">
                  <c:v>515</c:v>
                </c:pt>
                <c:pt idx="420" formatCode="###,###,###,##0.0000">
                  <c:v>508</c:v>
                </c:pt>
                <c:pt idx="421" formatCode="###,###,###,##0.0000">
                  <c:v>502</c:v>
                </c:pt>
                <c:pt idx="422" formatCode="###,###,###,##0.0000">
                  <c:v>501</c:v>
                </c:pt>
                <c:pt idx="423" formatCode="###,###,###,##0.0000">
                  <c:v>512</c:v>
                </c:pt>
                <c:pt idx="424" formatCode="###,###,###,##0.0000">
                  <c:v>514</c:v>
                </c:pt>
                <c:pt idx="425" formatCode="###,###,###,##0.0000">
                  <c:v>518</c:v>
                </c:pt>
                <c:pt idx="426" formatCode="###,###,###,##0.0000">
                  <c:v>518</c:v>
                </c:pt>
                <c:pt idx="427" formatCode="###,###,###,##0.0000">
                  <c:v>523</c:v>
                </c:pt>
                <c:pt idx="428" formatCode="###,###,###,##0.0000">
                  <c:v>523</c:v>
                </c:pt>
                <c:pt idx="429" formatCode="###,###,###,##0.0000">
                  <c:v>528</c:v>
                </c:pt>
                <c:pt idx="431" formatCode="###,###,###,##0.0000">
                  <c:v>536</c:v>
                </c:pt>
                <c:pt idx="432" formatCode="###,###,###,##0.0000">
                  <c:v>536</c:v>
                </c:pt>
                <c:pt idx="433" formatCode="###,###,###,##0.0000">
                  <c:v>536</c:v>
                </c:pt>
                <c:pt idx="434" formatCode="###,###,###,##0.0000">
                  <c:v>545</c:v>
                </c:pt>
                <c:pt idx="435" formatCode="###,###,###,##0.0000">
                  <c:v>552</c:v>
                </c:pt>
                <c:pt idx="436" formatCode="###,###,###,##0.0000">
                  <c:v>556</c:v>
                </c:pt>
                <c:pt idx="437" formatCode="###,###,###,##0.0000">
                  <c:v>556</c:v>
                </c:pt>
                <c:pt idx="438" formatCode="###,###,###,##0.0000">
                  <c:v>556</c:v>
                </c:pt>
                <c:pt idx="439" formatCode="###,###,###,##0.0000">
                  <c:v>550</c:v>
                </c:pt>
                <c:pt idx="440" formatCode="###,###,###,##0.0000">
                  <c:v>550</c:v>
                </c:pt>
                <c:pt idx="441" formatCode="###,###,###,##0.0000">
                  <c:v>542</c:v>
                </c:pt>
                <c:pt idx="442" formatCode="###,###,###,##0.0000">
                  <c:v>539</c:v>
                </c:pt>
                <c:pt idx="443" formatCode="###,###,###,##0.0000">
                  <c:v>539</c:v>
                </c:pt>
                <c:pt idx="444" formatCode="###,###,###,##0.0000">
                  <c:v>540</c:v>
                </c:pt>
                <c:pt idx="445" formatCode="###,###,###,##0.0000">
                  <c:v>531</c:v>
                </c:pt>
                <c:pt idx="446" formatCode="###,###,###,##0.0000">
                  <c:v>531</c:v>
                </c:pt>
                <c:pt idx="447" formatCode="###,###,###,##0.0000">
                  <c:v>525</c:v>
                </c:pt>
                <c:pt idx="448" formatCode="###,###,###,##0.0000">
                  <c:v>525</c:v>
                </c:pt>
                <c:pt idx="449" formatCode="###,###,###,##0.0000">
                  <c:v>516</c:v>
                </c:pt>
                <c:pt idx="450" formatCode="###,###,###,##0.0000">
                  <c:v>516</c:v>
                </c:pt>
                <c:pt idx="451" formatCode="###,###,###,##0.0000">
                  <c:v>510</c:v>
                </c:pt>
                <c:pt idx="452" formatCode="###,###,###,##0.0000">
                  <c:v>510</c:v>
                </c:pt>
                <c:pt idx="453" formatCode="###,###,###,##0.0000">
                  <c:v>510</c:v>
                </c:pt>
                <c:pt idx="454" formatCode="###,###,###,##0.0000">
                  <c:v>480</c:v>
                </c:pt>
                <c:pt idx="455" formatCode="###,###,###,##0.0000">
                  <c:v>478</c:v>
                </c:pt>
                <c:pt idx="456" formatCode="###,###,###,##0.0000">
                  <c:v>480</c:v>
                </c:pt>
                <c:pt idx="457" formatCode="###,###,###,##0.0000">
                  <c:v>470</c:v>
                </c:pt>
                <c:pt idx="458" formatCode="###,###,###,##0.0000">
                  <c:v>470</c:v>
                </c:pt>
                <c:pt idx="459" formatCode="###,###,###,##0.0000">
                  <c:v>455</c:v>
                </c:pt>
                <c:pt idx="460" formatCode="###,###,###,##0.0000">
                  <c:v>455</c:v>
                </c:pt>
                <c:pt idx="461" formatCode="###,###,###,##0.0000">
                  <c:v>448</c:v>
                </c:pt>
                <c:pt idx="462" formatCode="###,###,###,##0.0000">
                  <c:v>448</c:v>
                </c:pt>
                <c:pt idx="463" formatCode="###,###,###,##0.0000">
                  <c:v>450</c:v>
                </c:pt>
                <c:pt idx="464" formatCode="###,###,###,##0.0000">
                  <c:v>450</c:v>
                </c:pt>
                <c:pt idx="468" formatCode="###,###,###,##0.0000">
                  <c:v>450</c:v>
                </c:pt>
                <c:pt idx="469" formatCode="###,###,###,##0.0000">
                  <c:v>487</c:v>
                </c:pt>
                <c:pt idx="470" formatCode="###,###,###,##0.0000">
                  <c:v>489</c:v>
                </c:pt>
                <c:pt idx="471" formatCode="###,###,###,##0.0000">
                  <c:v>500</c:v>
                </c:pt>
                <c:pt idx="472" formatCode="###,###,###,##0.0000">
                  <c:v>492</c:v>
                </c:pt>
                <c:pt idx="473" formatCode="###,###,###,##0.0000">
                  <c:v>492</c:v>
                </c:pt>
                <c:pt idx="474" formatCode="###,###,###,##0.0000">
                  <c:v>483</c:v>
                </c:pt>
                <c:pt idx="475" formatCode="###,###,###,##0.0000">
                  <c:v>483</c:v>
                </c:pt>
                <c:pt idx="476" formatCode="###,###,###,##0.0000">
                  <c:v>477</c:v>
                </c:pt>
                <c:pt idx="477" formatCode="###,###,###,##0.0000">
                  <c:v>477</c:v>
                </c:pt>
                <c:pt idx="478" formatCode="###,###,###,##0.0000">
                  <c:v>477</c:v>
                </c:pt>
                <c:pt idx="479" formatCode="###,###,###,##0.0000">
                  <c:v>480</c:v>
                </c:pt>
                <c:pt idx="480" formatCode="###,###,###,##0.0000">
                  <c:v>475</c:v>
                </c:pt>
                <c:pt idx="481" formatCode="###,###,###,##0.0000">
                  <c:v>482</c:v>
                </c:pt>
                <c:pt idx="482" formatCode="###,###,###,##0.0000">
                  <c:v>482</c:v>
                </c:pt>
                <c:pt idx="483" formatCode="###,###,###,##0.0000">
                  <c:v>482</c:v>
                </c:pt>
                <c:pt idx="484" formatCode="###,###,###,##0.0000">
                  <c:v>482</c:v>
                </c:pt>
                <c:pt idx="485" formatCode="###,###,###,##0.0000">
                  <c:v>482</c:v>
                </c:pt>
                <c:pt idx="486" formatCode="###,###,###,##0.0000">
                  <c:v>482</c:v>
                </c:pt>
                <c:pt idx="487" formatCode="###,###,###,##0.0000">
                  <c:v>469</c:v>
                </c:pt>
                <c:pt idx="488" formatCode="###,###,###,##0.0000">
                  <c:v>469</c:v>
                </c:pt>
                <c:pt idx="489" formatCode="###,###,###,##0.0000">
                  <c:v>462</c:v>
                </c:pt>
                <c:pt idx="490" formatCode="###,###,###,##0.0000">
                  <c:v>462</c:v>
                </c:pt>
                <c:pt idx="491" formatCode="###,###,###,##0.0000">
                  <c:v>463</c:v>
                </c:pt>
                <c:pt idx="492" formatCode="###,###,###,##0.0000">
                  <c:v>463</c:v>
                </c:pt>
                <c:pt idx="493" formatCode="###,###,###,##0.0000">
                  <c:v>467</c:v>
                </c:pt>
                <c:pt idx="494" formatCode="###,###,###,##0.0000">
                  <c:v>462</c:v>
                </c:pt>
                <c:pt idx="495" formatCode="###,###,###,##0.0000">
                  <c:v>462</c:v>
                </c:pt>
                <c:pt idx="496" formatCode="###,###,###,##0.0000">
                  <c:v>455</c:v>
                </c:pt>
                <c:pt idx="497" formatCode="###,###,###,##0.0000">
                  <c:v>450</c:v>
                </c:pt>
                <c:pt idx="498" formatCode="###,###,###,##0.0000">
                  <c:v>452</c:v>
                </c:pt>
                <c:pt idx="499" formatCode="###,###,###,##0.0000">
                  <c:v>440</c:v>
                </c:pt>
                <c:pt idx="500" formatCode="###,###,###,##0.0000">
                  <c:v>440</c:v>
                </c:pt>
                <c:pt idx="501" formatCode="###,###,###,##0.0000">
                  <c:v>437</c:v>
                </c:pt>
                <c:pt idx="503" formatCode="###,###,###,##0.0000">
                  <c:v>445</c:v>
                </c:pt>
                <c:pt idx="504" formatCode="###,###,###,##0.0000">
                  <c:v>445</c:v>
                </c:pt>
                <c:pt idx="505" formatCode="###,###,###,##0.0000">
                  <c:v>445</c:v>
                </c:pt>
                <c:pt idx="506" formatCode="###,###,###,##0.0000">
                  <c:v>447</c:v>
                </c:pt>
                <c:pt idx="507" formatCode="###,###,###,##0.0000">
                  <c:v>447</c:v>
                </c:pt>
                <c:pt idx="508" formatCode="###,###,###,##0.0000">
                  <c:v>444</c:v>
                </c:pt>
                <c:pt idx="509" formatCode="###,###,###,##0.0000">
                  <c:v>445</c:v>
                </c:pt>
                <c:pt idx="512" formatCode="###,###,###,##0.0000">
                  <c:v>445</c:v>
                </c:pt>
                <c:pt idx="513" formatCode="###,###,###,##0.0000">
                  <c:v>445</c:v>
                </c:pt>
                <c:pt idx="514" formatCode="###,###,###,##0.0000">
                  <c:v>430</c:v>
                </c:pt>
                <c:pt idx="516" formatCode="###,###,###,##0.0000">
                  <c:v>440</c:v>
                </c:pt>
                <c:pt idx="517" formatCode="###,###,###,##0.0000">
                  <c:v>444</c:v>
                </c:pt>
                <c:pt idx="518" formatCode="###,###,###,##0.0000">
                  <c:v>446</c:v>
                </c:pt>
                <c:pt idx="519" formatCode="###,###,###,##0.0000">
                  <c:v>448</c:v>
                </c:pt>
                <c:pt idx="520" formatCode="###,###,###,##0.0000">
                  <c:v>448</c:v>
                </c:pt>
                <c:pt idx="521" formatCode="###,###,###,##0.0000">
                  <c:v>448</c:v>
                </c:pt>
                <c:pt idx="522" formatCode="###,###,###,##0.0000">
                  <c:v>448</c:v>
                </c:pt>
                <c:pt idx="523" formatCode="###,###,###,##0.0000">
                  <c:v>462</c:v>
                </c:pt>
                <c:pt idx="524" formatCode="###,###,###,##0.0000">
                  <c:v>462</c:v>
                </c:pt>
                <c:pt idx="525" formatCode="###,###,###,##0.0000">
                  <c:v>462</c:v>
                </c:pt>
                <c:pt idx="526" formatCode="###,###,###,##0.0000">
                  <c:v>462</c:v>
                </c:pt>
                <c:pt idx="528" formatCode="###,###,###,##0.0000">
                  <c:v>472</c:v>
                </c:pt>
                <c:pt idx="529" formatCode="###,###,###,##0.0000">
                  <c:v>473</c:v>
                </c:pt>
                <c:pt idx="530" formatCode="###,###,###,##0.0000">
                  <c:v>473</c:v>
                </c:pt>
                <c:pt idx="531" formatCode="###,###,###,##0.0000">
                  <c:v>462</c:v>
                </c:pt>
                <c:pt idx="532" formatCode="###,###,###,##0.0000">
                  <c:v>474</c:v>
                </c:pt>
                <c:pt idx="533" formatCode="###,###,###,##0.0000">
                  <c:v>474</c:v>
                </c:pt>
                <c:pt idx="534" formatCode="###,###,###,##0.0000">
                  <c:v>464</c:v>
                </c:pt>
                <c:pt idx="535" formatCode="###,###,###,##0.0000">
                  <c:v>464</c:v>
                </c:pt>
                <c:pt idx="536" formatCode="###,###,###,##0.0000">
                  <c:v>450</c:v>
                </c:pt>
                <c:pt idx="537" formatCode="###,###,###,##0.0000">
                  <c:v>450</c:v>
                </c:pt>
                <c:pt idx="538" formatCode="###,###,###,##0.0000">
                  <c:v>450</c:v>
                </c:pt>
                <c:pt idx="539" formatCode="###,###,###,##0.0000">
                  <c:v>450</c:v>
                </c:pt>
                <c:pt idx="540" formatCode="###,###,###,##0.0000">
                  <c:v>450</c:v>
                </c:pt>
                <c:pt idx="541" formatCode="###,###,###,##0.0000">
                  <c:v>450</c:v>
                </c:pt>
                <c:pt idx="543" formatCode="###,###,###,##0.0000">
                  <c:v>471</c:v>
                </c:pt>
                <c:pt idx="544" formatCode="###,###,###,##0.0000">
                  <c:v>471</c:v>
                </c:pt>
                <c:pt idx="545" formatCode="###,###,###,##0.0000">
                  <c:v>470</c:v>
                </c:pt>
                <c:pt idx="546" formatCode="###,###,###,##0.0000">
                  <c:v>473</c:v>
                </c:pt>
                <c:pt idx="547" formatCode="###,###,###,##0.0000">
                  <c:v>473</c:v>
                </c:pt>
                <c:pt idx="549" formatCode="###,###,###,##0.0000">
                  <c:v>459</c:v>
                </c:pt>
                <c:pt idx="550" formatCode="###,###,###,##0.0000">
                  <c:v>464</c:v>
                </c:pt>
                <c:pt idx="551" formatCode="###,###,###,##0.0000">
                  <c:v>470</c:v>
                </c:pt>
                <c:pt idx="552" formatCode="###,###,###,##0.0000">
                  <c:v>470</c:v>
                </c:pt>
                <c:pt idx="553" formatCode="###,###,###,##0.0000">
                  <c:v>476</c:v>
                </c:pt>
                <c:pt idx="554" formatCode="###,###,###,##0.0000">
                  <c:v>476</c:v>
                </c:pt>
                <c:pt idx="555" formatCode="###,###,###,##0.0000">
                  <c:v>473</c:v>
                </c:pt>
                <c:pt idx="556" formatCode="###,###,###,##0.0000">
                  <c:v>473</c:v>
                </c:pt>
                <c:pt idx="557" formatCode="###,###,###,##0.0000">
                  <c:v>473</c:v>
                </c:pt>
                <c:pt idx="558" formatCode="###,###,###,##0.0000">
                  <c:v>473</c:v>
                </c:pt>
                <c:pt idx="559" formatCode="###,###,###,##0.0000">
                  <c:v>472</c:v>
                </c:pt>
                <c:pt idx="560" formatCode="###,###,###,##0.0000">
                  <c:v>482</c:v>
                </c:pt>
                <c:pt idx="561" formatCode="###,###,###,##0.0000">
                  <c:v>482</c:v>
                </c:pt>
                <c:pt idx="562" formatCode="###,###,###,##0.0000">
                  <c:v>486</c:v>
                </c:pt>
                <c:pt idx="563" formatCode="###,###,###,##0.0000">
                  <c:v>488</c:v>
                </c:pt>
                <c:pt idx="566" formatCode="###,###,###,##0.0000">
                  <c:v>488</c:v>
                </c:pt>
                <c:pt idx="567" formatCode="###,###,###,##0.0000">
                  <c:v>488</c:v>
                </c:pt>
                <c:pt idx="568" formatCode="###,###,###,##0.0000">
                  <c:v>488</c:v>
                </c:pt>
                <c:pt idx="570" formatCode="###,###,###,##0.0000">
                  <c:v>500</c:v>
                </c:pt>
                <c:pt idx="571" formatCode="###,###,###,##0.0000">
                  <c:v>500</c:v>
                </c:pt>
                <c:pt idx="572" formatCode="###,###,###,##0.0000">
                  <c:v>500</c:v>
                </c:pt>
                <c:pt idx="573" formatCode="###,###,###,##0.0000">
                  <c:v>508</c:v>
                </c:pt>
                <c:pt idx="574" formatCode="###,###,###,##0.0000">
                  <c:v>508</c:v>
                </c:pt>
                <c:pt idx="575" formatCode="###,###,###,##0.0000">
                  <c:v>505</c:v>
                </c:pt>
                <c:pt idx="576" formatCode="###,###,###,##0.0000">
                  <c:v>506</c:v>
                </c:pt>
                <c:pt idx="577" formatCode="###,###,###,##0.0000">
                  <c:v>506</c:v>
                </c:pt>
                <c:pt idx="578" formatCode="###,###,###,##0.0000">
                  <c:v>510</c:v>
                </c:pt>
                <c:pt idx="579" formatCode="###,###,###,##0.0000">
                  <c:v>510</c:v>
                </c:pt>
                <c:pt idx="580" formatCode="###,###,###,##0.0000">
                  <c:v>508</c:v>
                </c:pt>
                <c:pt idx="581" formatCode="###,###,###,##0.0000">
                  <c:v>508</c:v>
                </c:pt>
                <c:pt idx="582" formatCode="###,###,###,##0.0000">
                  <c:v>520</c:v>
                </c:pt>
                <c:pt idx="583" formatCode="###,###,###,##0.0000">
                  <c:v>521</c:v>
                </c:pt>
                <c:pt idx="584" formatCode="###,###,###,##0.0000">
                  <c:v>519</c:v>
                </c:pt>
                <c:pt idx="585" formatCode="###,###,###,##0.0000">
                  <c:v>513</c:v>
                </c:pt>
                <c:pt idx="586" formatCode="###,###,###,##0.0000">
                  <c:v>514</c:v>
                </c:pt>
                <c:pt idx="588" formatCode="###,###,###,##0.0000">
                  <c:v>512</c:v>
                </c:pt>
                <c:pt idx="589" formatCode="###,###,###,##0.0000">
                  <c:v>512</c:v>
                </c:pt>
                <c:pt idx="590" formatCode="###,###,###,##0.0000">
                  <c:v>523</c:v>
                </c:pt>
                <c:pt idx="591" formatCode="###,###,###,##0.0000">
                  <c:v>523</c:v>
                </c:pt>
                <c:pt idx="592" formatCode="###,###,###,##0.0000">
                  <c:v>516</c:v>
                </c:pt>
                <c:pt idx="593" formatCode="###,###,###,##0.0000">
                  <c:v>516</c:v>
                </c:pt>
                <c:pt idx="597" formatCode="###,###,###,##0.0000">
                  <c:v>538</c:v>
                </c:pt>
                <c:pt idx="598" formatCode="###,###,###,##0.0000">
                  <c:v>538</c:v>
                </c:pt>
                <c:pt idx="601" formatCode="###,###,###,##0.0000">
                  <c:v>542</c:v>
                </c:pt>
                <c:pt idx="602" formatCode="###,###,###,##0.0000">
                  <c:v>542</c:v>
                </c:pt>
                <c:pt idx="603" formatCode="###,###,###,##0.0000">
                  <c:v>538</c:v>
                </c:pt>
                <c:pt idx="604" formatCode="###,###,###,##0.0000">
                  <c:v>538</c:v>
                </c:pt>
                <c:pt idx="605" formatCode="###,###,###,##0.0000">
                  <c:v>546</c:v>
                </c:pt>
                <c:pt idx="606" formatCode="###,###,###,##0.0000">
                  <c:v>540</c:v>
                </c:pt>
                <c:pt idx="607" formatCode="###,###,###,##0.0000">
                  <c:v>542</c:v>
                </c:pt>
                <c:pt idx="608" formatCode="###,###,###,##0.0000">
                  <c:v>540</c:v>
                </c:pt>
                <c:pt idx="609" formatCode="###,###,###,##0.0000">
                  <c:v>543</c:v>
                </c:pt>
                <c:pt idx="610" formatCode="###,###,###,##0.0000">
                  <c:v>553</c:v>
                </c:pt>
                <c:pt idx="611" formatCode="###,###,###,##0.0000">
                  <c:v>551</c:v>
                </c:pt>
                <c:pt idx="612" formatCode="###,###,###,##0.0000">
                  <c:v>551</c:v>
                </c:pt>
                <c:pt idx="613" formatCode="###,###,###,##0.0000">
                  <c:v>564</c:v>
                </c:pt>
                <c:pt idx="614" formatCode="###,###,###,##0.0000">
                  <c:v>566</c:v>
                </c:pt>
                <c:pt idx="615" formatCode="###,###,###,##0.0000">
                  <c:v>570</c:v>
                </c:pt>
                <c:pt idx="619" formatCode="###,###,###,##0.0000">
                  <c:v>570</c:v>
                </c:pt>
                <c:pt idx="620" formatCode="###,###,###,##0.0000">
                  <c:v>570</c:v>
                </c:pt>
                <c:pt idx="621" formatCode="###,###,###,##0.0000">
                  <c:v>565</c:v>
                </c:pt>
                <c:pt idx="622" formatCode="###,###,###,##0.0000">
                  <c:v>560</c:v>
                </c:pt>
                <c:pt idx="623" formatCode="###,###,###,##0.0000">
                  <c:v>550</c:v>
                </c:pt>
                <c:pt idx="624" formatCode="###,###,###,##0.0000">
                  <c:v>545</c:v>
                </c:pt>
                <c:pt idx="625" formatCode="###,###,###,##0.0000">
                  <c:v>554</c:v>
                </c:pt>
                <c:pt idx="626" formatCode="###,###,###,##0.0000">
                  <c:v>536</c:v>
                </c:pt>
                <c:pt idx="629" formatCode="###,###,###,##0.0000">
                  <c:v>539</c:v>
                </c:pt>
                <c:pt idx="630" formatCode="###,###,###,##0.0000">
                  <c:v>539</c:v>
                </c:pt>
                <c:pt idx="631" formatCode="###,###,###,##0.0000">
                  <c:v>536</c:v>
                </c:pt>
                <c:pt idx="632" formatCode="###,###,###,##0.0000">
                  <c:v>537</c:v>
                </c:pt>
                <c:pt idx="633" formatCode="###,###,###,##0.0000">
                  <c:v>527</c:v>
                </c:pt>
                <c:pt idx="634" formatCode="###,###,###,##0.0000">
                  <c:v>520</c:v>
                </c:pt>
                <c:pt idx="635" formatCode="###,###,###,##0.0000">
                  <c:v>525</c:v>
                </c:pt>
                <c:pt idx="637" formatCode="###,###,###,##0.0000">
                  <c:v>525</c:v>
                </c:pt>
                <c:pt idx="638" formatCode="###,###,###,##0.0000">
                  <c:v>527</c:v>
                </c:pt>
                <c:pt idx="639" formatCode="###,###,###,##0.0000">
                  <c:v>523</c:v>
                </c:pt>
                <c:pt idx="640" formatCode="###,###,###,##0.0000">
                  <c:v>513</c:v>
                </c:pt>
                <c:pt idx="641" formatCode="###,###,###,##0.0000">
                  <c:v>512</c:v>
                </c:pt>
                <c:pt idx="643" formatCode="###,###,###,##0.0000">
                  <c:v>513</c:v>
                </c:pt>
                <c:pt idx="644" formatCode="###,###,###,##0.0000">
                  <c:v>526</c:v>
                </c:pt>
                <c:pt idx="645" formatCode="###,###,###,##0.0000">
                  <c:v>541</c:v>
                </c:pt>
                <c:pt idx="646" formatCode="###,###,###,##0.0000">
                  <c:v>541</c:v>
                </c:pt>
                <c:pt idx="647" formatCode="###,###,###,##0.0000">
                  <c:v>541</c:v>
                </c:pt>
                <c:pt idx="648" formatCode="###,###,###,##0.0000">
                  <c:v>544</c:v>
                </c:pt>
                <c:pt idx="649" formatCode="###,###,###,##0.0000">
                  <c:v>534</c:v>
                </c:pt>
                <c:pt idx="650" formatCode="###,###,###,##0.0000">
                  <c:v>526</c:v>
                </c:pt>
                <c:pt idx="651" formatCode="###,###,###,##0.0000">
                  <c:v>522</c:v>
                </c:pt>
                <c:pt idx="652" formatCode="###,###,###,##0.0000">
                  <c:v>525</c:v>
                </c:pt>
                <c:pt idx="653" formatCode="###,###,###,##0.0000">
                  <c:v>525</c:v>
                </c:pt>
                <c:pt idx="655" formatCode="###,###,###,##0.0000">
                  <c:v>542</c:v>
                </c:pt>
                <c:pt idx="656" formatCode="###,###,###,##0.0000">
                  <c:v>542</c:v>
                </c:pt>
                <c:pt idx="657" formatCode="###,###,###,##0.0000">
                  <c:v>571</c:v>
                </c:pt>
                <c:pt idx="658" formatCode="###,###,###,##0.0000">
                  <c:v>565</c:v>
                </c:pt>
                <c:pt idx="659" formatCode="###,###,###,##0.0000">
                  <c:v>568</c:v>
                </c:pt>
                <c:pt idx="660" formatCode="###,###,###,##0.0000">
                  <c:v>565</c:v>
                </c:pt>
                <c:pt idx="661" formatCode="###,###,###,##0.0000">
                  <c:v>576</c:v>
                </c:pt>
                <c:pt idx="663" formatCode="###,###,###,##0.0000">
                  <c:v>581</c:v>
                </c:pt>
                <c:pt idx="664" formatCode="###,###,###,##0.0000">
                  <c:v>590</c:v>
                </c:pt>
                <c:pt idx="666" formatCode="###,###,###,##0.0000">
                  <c:v>620</c:v>
                </c:pt>
                <c:pt idx="667" formatCode="###,###,###,##0.0000">
                  <c:v>620</c:v>
                </c:pt>
                <c:pt idx="669" formatCode="###,###,###,##0.0000">
                  <c:v>633</c:v>
                </c:pt>
                <c:pt idx="671" formatCode="###,###,###,##0.0000">
                  <c:v>622</c:v>
                </c:pt>
                <c:pt idx="672" formatCode="###,###,###,##0.0000">
                  <c:v>622</c:v>
                </c:pt>
                <c:pt idx="673" formatCode="###,###,###,##0.0000">
                  <c:v>630</c:v>
                </c:pt>
                <c:pt idx="674" formatCode="###,###,###,##0.0000">
                  <c:v>627</c:v>
                </c:pt>
                <c:pt idx="675" formatCode="###,###,###,##0.0000">
                  <c:v>643</c:v>
                </c:pt>
                <c:pt idx="676" formatCode="###,###,###,##0.0000">
                  <c:v>663</c:v>
                </c:pt>
                <c:pt idx="677" formatCode="###,###,###,##0.0000">
                  <c:v>670</c:v>
                </c:pt>
                <c:pt idx="678" formatCode="###,###,###,##0.0000">
                  <c:v>648</c:v>
                </c:pt>
                <c:pt idx="679" formatCode="###,###,###,##0.0000">
                  <c:v>630</c:v>
                </c:pt>
                <c:pt idx="680" formatCode="###,###,###,##0.0000">
                  <c:v>646</c:v>
                </c:pt>
                <c:pt idx="681" formatCode="###,###,###,##0.0000">
                  <c:v>632</c:v>
                </c:pt>
                <c:pt idx="682" formatCode="###,###,###,##0.0000">
                  <c:v>643</c:v>
                </c:pt>
                <c:pt idx="683" formatCode="###,###,###,##0.0000">
                  <c:v>643</c:v>
                </c:pt>
                <c:pt idx="684" formatCode="###,###,###,##0.0000">
                  <c:v>643</c:v>
                </c:pt>
                <c:pt idx="685" formatCode="###,###,###,##0.0000">
                  <c:v>643</c:v>
                </c:pt>
                <c:pt idx="686" formatCode="###,###,###,##0.0000">
                  <c:v>643</c:v>
                </c:pt>
                <c:pt idx="687" formatCode="###,###,###,##0.0000">
                  <c:v>643</c:v>
                </c:pt>
                <c:pt idx="688" formatCode="###,###,###,##0.0000">
                  <c:v>620</c:v>
                </c:pt>
                <c:pt idx="689" formatCode="###,###,###,##0.0000">
                  <c:v>611</c:v>
                </c:pt>
                <c:pt idx="690" formatCode="###,###,###,##0.0000">
                  <c:v>611</c:v>
                </c:pt>
                <c:pt idx="691" formatCode="###,###,###,##0.0000">
                  <c:v>634</c:v>
                </c:pt>
                <c:pt idx="692" formatCode="###,###,###,##0.0000">
                  <c:v>634</c:v>
                </c:pt>
                <c:pt idx="693" formatCode="###,###,###,##0.0000">
                  <c:v>621</c:v>
                </c:pt>
                <c:pt idx="694" formatCode="###,###,###,##0.0000">
                  <c:v>620</c:v>
                </c:pt>
                <c:pt idx="695" formatCode="###,###,###,##0.0000">
                  <c:v>636</c:v>
                </c:pt>
                <c:pt idx="696" formatCode="###,###,###,##0.0000">
                  <c:v>636</c:v>
                </c:pt>
                <c:pt idx="697" formatCode="###,###,###,##0.0000">
                  <c:v>640</c:v>
                </c:pt>
                <c:pt idx="699" formatCode="###,###,###,##0.0000">
                  <c:v>670</c:v>
                </c:pt>
                <c:pt idx="700" formatCode="###,###,###,##0.0000">
                  <c:v>668</c:v>
                </c:pt>
                <c:pt idx="701" formatCode="###,###,###,##0.0000">
                  <c:v>665</c:v>
                </c:pt>
                <c:pt idx="702" formatCode="###,###,###,##0.0000">
                  <c:v>668</c:v>
                </c:pt>
                <c:pt idx="703" formatCode="###,###,###,##0.0000">
                  <c:v>665</c:v>
                </c:pt>
                <c:pt idx="704" formatCode="###,###,###,##0.0000">
                  <c:v>666</c:v>
                </c:pt>
                <c:pt idx="705" formatCode="###,###,###,##0.0000">
                  <c:v>675</c:v>
                </c:pt>
                <c:pt idx="706" formatCode="###,###,###,##0.0000">
                  <c:v>675</c:v>
                </c:pt>
                <c:pt idx="707" formatCode="###,###,###,##0.0000">
                  <c:v>683</c:v>
                </c:pt>
                <c:pt idx="708" formatCode="###,###,###,##0.0000">
                  <c:v>681</c:v>
                </c:pt>
                <c:pt idx="709" formatCode="###,###,###,##0.0000">
                  <c:v>681</c:v>
                </c:pt>
                <c:pt idx="710" formatCode="###,###,###,##0.0000">
                  <c:v>673</c:v>
                </c:pt>
                <c:pt idx="711" formatCode="###,###,###,##0.0000">
                  <c:v>673</c:v>
                </c:pt>
                <c:pt idx="712" formatCode="###,###,###,##0.0000">
                  <c:v>671</c:v>
                </c:pt>
                <c:pt idx="713" formatCode="###,###,###,##0.0000">
                  <c:v>665</c:v>
                </c:pt>
                <c:pt idx="714" formatCode="###,###,###,##0.0000">
                  <c:v>660</c:v>
                </c:pt>
                <c:pt idx="715" formatCode="###,###,###,##0.0000">
                  <c:v>675</c:v>
                </c:pt>
                <c:pt idx="716" formatCode="###,###,###,##0.0000">
                  <c:v>675</c:v>
                </c:pt>
                <c:pt idx="717" formatCode="###,###,###,##0.0000">
                  <c:v>675</c:v>
                </c:pt>
                <c:pt idx="718" formatCode="###,###,###,##0.0000">
                  <c:v>675</c:v>
                </c:pt>
                <c:pt idx="719" formatCode="###,###,###,##0.0000">
                  <c:v>638</c:v>
                </c:pt>
                <c:pt idx="720" formatCode="###,###,###,##0.0000">
                  <c:v>647</c:v>
                </c:pt>
                <c:pt idx="721" formatCode="###,###,###,##0.0000">
                  <c:v>647</c:v>
                </c:pt>
                <c:pt idx="722" formatCode="###,###,###,##0.0000">
                  <c:v>647</c:v>
                </c:pt>
                <c:pt idx="725" formatCode="###,###,###,##0.0000">
                  <c:v>613</c:v>
                </c:pt>
                <c:pt idx="726" formatCode="###,###,###,##0.0000">
                  <c:v>612</c:v>
                </c:pt>
                <c:pt idx="727" formatCode="###,###,###,##0.0000">
                  <c:v>623</c:v>
                </c:pt>
                <c:pt idx="730" formatCode="###,###,###,##0.0000">
                  <c:v>623</c:v>
                </c:pt>
                <c:pt idx="731" formatCode="###,###,###,##0.0000">
                  <c:v>597</c:v>
                </c:pt>
                <c:pt idx="732" formatCode="###,###,###,##0.0000">
                  <c:v>598</c:v>
                </c:pt>
                <c:pt idx="733" formatCode="###,###,###,##0.0000">
                  <c:v>598</c:v>
                </c:pt>
                <c:pt idx="734" formatCode="###,###,###,##0.0000">
                  <c:v>605</c:v>
                </c:pt>
                <c:pt idx="736" formatCode="###,###,###,##0.0000">
                  <c:v>605</c:v>
                </c:pt>
                <c:pt idx="737" formatCode="###,###,###,##0.0000">
                  <c:v>595</c:v>
                </c:pt>
                <c:pt idx="738" formatCode="###,###,###,##0.0000">
                  <c:v>595</c:v>
                </c:pt>
                <c:pt idx="739" formatCode="###,###,###,##0.0000">
                  <c:v>595</c:v>
                </c:pt>
                <c:pt idx="740" formatCode="###,###,###,##0.0000">
                  <c:v>583</c:v>
                </c:pt>
                <c:pt idx="741" formatCode="###,###,###,##0.0000">
                  <c:v>584</c:v>
                </c:pt>
                <c:pt idx="742" formatCode="###,###,###,##0.0000">
                  <c:v>590</c:v>
                </c:pt>
                <c:pt idx="743" formatCode="###,###,###,##0.0000">
                  <c:v>590</c:v>
                </c:pt>
                <c:pt idx="744" formatCode="###,###,###,##0.0000">
                  <c:v>599</c:v>
                </c:pt>
                <c:pt idx="745" formatCode="###,###,###,##0.0000">
                  <c:v>603</c:v>
                </c:pt>
                <c:pt idx="746" formatCode="###,###,###,##0.0000">
                  <c:v>606</c:v>
                </c:pt>
                <c:pt idx="747" formatCode="###,###,###,##0.0000">
                  <c:v>612</c:v>
                </c:pt>
                <c:pt idx="749" formatCode="###,###,###,##0.0000">
                  <c:v>600</c:v>
                </c:pt>
                <c:pt idx="750" formatCode="###,###,###,##0.0000">
                  <c:v>600</c:v>
                </c:pt>
                <c:pt idx="751" formatCode="###,###,###,##0.0000">
                  <c:v>589</c:v>
                </c:pt>
                <c:pt idx="752" formatCode="###,###,###,##0.0000">
                  <c:v>594</c:v>
                </c:pt>
                <c:pt idx="753" formatCode="###,###,###,##0.0000">
                  <c:v>594</c:v>
                </c:pt>
                <c:pt idx="754" formatCode="###,###,###,##0.0000">
                  <c:v>594</c:v>
                </c:pt>
                <c:pt idx="755" formatCode="###,###,###,##0.0000">
                  <c:v>578</c:v>
                </c:pt>
                <c:pt idx="756" formatCode="###,###,###,##0.0000">
                  <c:v>583</c:v>
                </c:pt>
                <c:pt idx="757" formatCode="###,###,###,##0.0000">
                  <c:v>583</c:v>
                </c:pt>
                <c:pt idx="758" formatCode="###,###,###,##0.0000">
                  <c:v>576</c:v>
                </c:pt>
                <c:pt idx="759" formatCode="###,###,###,##0.0000">
                  <c:v>559</c:v>
                </c:pt>
                <c:pt idx="760" formatCode="###,###,###,##0.0000">
                  <c:v>544</c:v>
                </c:pt>
                <c:pt idx="761" formatCode="###,###,###,##0.0000">
                  <c:v>550</c:v>
                </c:pt>
                <c:pt idx="762" formatCode="###,###,###,##0.0000">
                  <c:v>550</c:v>
                </c:pt>
                <c:pt idx="763" formatCode="###,###,###,##0.0000">
                  <c:v>547</c:v>
                </c:pt>
                <c:pt idx="764" formatCode="###,###,###,##0.0000">
                  <c:v>534</c:v>
                </c:pt>
                <c:pt idx="767" formatCode="###,###,###,##0.0000">
                  <c:v>544</c:v>
                </c:pt>
                <c:pt idx="768" formatCode="###,###,###,##0.0000">
                  <c:v>543</c:v>
                </c:pt>
                <c:pt idx="769" formatCode="###,###,###,##0.0000">
                  <c:v>543</c:v>
                </c:pt>
                <c:pt idx="771" formatCode="###,###,###,##0.0000">
                  <c:v>558</c:v>
                </c:pt>
                <c:pt idx="772" formatCode="###,###,###,##0.0000">
                  <c:v>558</c:v>
                </c:pt>
                <c:pt idx="773" formatCode="###,###,###,##0.0000">
                  <c:v>558</c:v>
                </c:pt>
                <c:pt idx="774" formatCode="###,###,###,##0.0000">
                  <c:v>554</c:v>
                </c:pt>
                <c:pt idx="775" formatCode="###,###,###,##0.0000">
                  <c:v>554</c:v>
                </c:pt>
                <c:pt idx="776" formatCode="###,###,###,##0.0000">
                  <c:v>560</c:v>
                </c:pt>
                <c:pt idx="777" formatCode="###,###,###,##0.0000">
                  <c:v>569</c:v>
                </c:pt>
                <c:pt idx="778" formatCode="###,###,###,##0.0000">
                  <c:v>569</c:v>
                </c:pt>
                <c:pt idx="780" formatCode="###,###,###,##0.0000">
                  <c:v>567</c:v>
                </c:pt>
                <c:pt idx="781" formatCode="###,###,###,##0.0000">
                  <c:v>567</c:v>
                </c:pt>
                <c:pt idx="783" formatCode="###,###,###,##0.0000">
                  <c:v>567</c:v>
                </c:pt>
                <c:pt idx="784" formatCode="###,###,###,##0.0000">
                  <c:v>567</c:v>
                </c:pt>
                <c:pt idx="785" formatCode="###,###,###,##0.0000">
                  <c:v>575</c:v>
                </c:pt>
                <c:pt idx="787" formatCode="###,###,###,##0.0000">
                  <c:v>554</c:v>
                </c:pt>
                <c:pt idx="788" formatCode="###,###,###,##0.0000">
                  <c:v>543</c:v>
                </c:pt>
                <c:pt idx="792" formatCode="###,###,###,##0.0000">
                  <c:v>530</c:v>
                </c:pt>
                <c:pt idx="793" formatCode="###,###,###,##0.0000">
                  <c:v>530</c:v>
                </c:pt>
                <c:pt idx="794" formatCode="###,###,###,##0.0000">
                  <c:v>524</c:v>
                </c:pt>
                <c:pt idx="795" formatCode="###,###,###,##0.0000">
                  <c:v>524</c:v>
                </c:pt>
                <c:pt idx="796" formatCode="###,###,###,##0.0000">
                  <c:v>524</c:v>
                </c:pt>
                <c:pt idx="797" formatCode="###,###,###,##0.0000">
                  <c:v>519</c:v>
                </c:pt>
                <c:pt idx="801" formatCode="###,###,###,##0.0000">
                  <c:v>516</c:v>
                </c:pt>
                <c:pt idx="802" formatCode="###,###,###,##0.0000">
                  <c:v>515</c:v>
                </c:pt>
                <c:pt idx="804" formatCode="###,###,###,##0.0000">
                  <c:v>520</c:v>
                </c:pt>
                <c:pt idx="805" formatCode="###,###,###,##0.0000">
                  <c:v>516</c:v>
                </c:pt>
                <c:pt idx="810" formatCode="###,###,###,##0.0000">
                  <c:v>535</c:v>
                </c:pt>
                <c:pt idx="811" formatCode="###,###,###,##0.0000">
                  <c:v>535</c:v>
                </c:pt>
                <c:pt idx="814" formatCode="###,###,###,##0.0000">
                  <c:v>535</c:v>
                </c:pt>
                <c:pt idx="815" formatCode="###,###,###,##0.0000">
                  <c:v>535</c:v>
                </c:pt>
                <c:pt idx="817" formatCode="###,###,###,##0.0000">
                  <c:v>539</c:v>
                </c:pt>
                <c:pt idx="818" formatCode="###,###,###,##0.0000">
                  <c:v>541</c:v>
                </c:pt>
                <c:pt idx="820" formatCode="###,###,###,##0.0000">
                  <c:v>550</c:v>
                </c:pt>
                <c:pt idx="821" formatCode="###,###,###,##0.0000">
                  <c:v>554</c:v>
                </c:pt>
                <c:pt idx="822" formatCode="###,###,###,##0.0000">
                  <c:v>558</c:v>
                </c:pt>
                <c:pt idx="823" formatCode="###,###,###,##0.0000">
                  <c:v>554</c:v>
                </c:pt>
                <c:pt idx="824" formatCode="###,###,###,##0.0000">
                  <c:v>555</c:v>
                </c:pt>
                <c:pt idx="825" formatCode="###,###,###,##0.0000">
                  <c:v>555</c:v>
                </c:pt>
                <c:pt idx="828" formatCode="###,###,###,##0.0000">
                  <c:v>543</c:v>
                </c:pt>
                <c:pt idx="829" formatCode="###,###,###,##0.0000">
                  <c:v>522</c:v>
                </c:pt>
                <c:pt idx="830" formatCode="###,###,###,##0.0000">
                  <c:v>522</c:v>
                </c:pt>
                <c:pt idx="833" formatCode="###,###,###,##0.0000">
                  <c:v>522</c:v>
                </c:pt>
                <c:pt idx="834" formatCode="###,###,###,##0.0000">
                  <c:v>542</c:v>
                </c:pt>
                <c:pt idx="836" formatCode="###,###,###,##0.0000">
                  <c:v>542</c:v>
                </c:pt>
                <c:pt idx="837" formatCode="###,###,###,##0.0000">
                  <c:v>535</c:v>
                </c:pt>
                <c:pt idx="838" formatCode="###,###,###,##0.0000">
                  <c:v>535</c:v>
                </c:pt>
                <c:pt idx="839" formatCode="###,###,###,##0.0000">
                  <c:v>535</c:v>
                </c:pt>
                <c:pt idx="840" formatCode="###,###,###,##0.0000">
                  <c:v>537</c:v>
                </c:pt>
                <c:pt idx="841" formatCode="###,###,###,##0.0000">
                  <c:v>537</c:v>
                </c:pt>
                <c:pt idx="842" formatCode="###,###,###,##0.0000">
                  <c:v>545</c:v>
                </c:pt>
                <c:pt idx="843" formatCode="###,###,###,##0.0000">
                  <c:v>557</c:v>
                </c:pt>
                <c:pt idx="844" formatCode="###,###,###,##0.0000">
                  <c:v>559</c:v>
                </c:pt>
                <c:pt idx="845" formatCode="###,###,###,##0.0000">
                  <c:v>559</c:v>
                </c:pt>
                <c:pt idx="846" formatCode="###,###,###,##0.0000">
                  <c:v>547</c:v>
                </c:pt>
                <c:pt idx="847" formatCode="###,###,###,##0.0000">
                  <c:v>550</c:v>
                </c:pt>
                <c:pt idx="848" formatCode="###,###,###,##0.0000">
                  <c:v>550</c:v>
                </c:pt>
                <c:pt idx="849" formatCode="###,###,###,##0.0000">
                  <c:v>552</c:v>
                </c:pt>
                <c:pt idx="850" formatCode="###,###,###,##0.0000">
                  <c:v>552</c:v>
                </c:pt>
                <c:pt idx="851" formatCode="###,###,###,##0.0000">
                  <c:v>538</c:v>
                </c:pt>
                <c:pt idx="852" formatCode="###,###,###,##0.0000">
                  <c:v>528</c:v>
                </c:pt>
                <c:pt idx="853" formatCode="###,###,###,##0.0000">
                  <c:v>525</c:v>
                </c:pt>
                <c:pt idx="854" formatCode="###,###,###,##0.0000">
                  <c:v>519</c:v>
                </c:pt>
                <c:pt idx="855" formatCode="###,###,###,##0.0000">
                  <c:v>523</c:v>
                </c:pt>
                <c:pt idx="856" formatCode="###,###,###,##0.0000">
                  <c:v>523</c:v>
                </c:pt>
                <c:pt idx="857" formatCode="###,###,###,##0.0000">
                  <c:v>535</c:v>
                </c:pt>
                <c:pt idx="858" formatCode="###,###,###,##0.0000">
                  <c:v>533</c:v>
                </c:pt>
                <c:pt idx="859" formatCode="###,###,###,##0.0000">
                  <c:v>536</c:v>
                </c:pt>
                <c:pt idx="860" formatCode="###,###,###,##0.0000">
                  <c:v>536</c:v>
                </c:pt>
                <c:pt idx="866" formatCode="###,###,###,##0.0000">
                  <c:v>520</c:v>
                </c:pt>
                <c:pt idx="867" formatCode="###,###,###,##0.0000">
                  <c:v>511</c:v>
                </c:pt>
                <c:pt idx="868" formatCode="###,###,###,##0.0000">
                  <c:v>508</c:v>
                </c:pt>
                <c:pt idx="871" formatCode="###,###,###,##0.0000">
                  <c:v>508</c:v>
                </c:pt>
                <c:pt idx="872" formatCode="###,###,###,##0.0000">
                  <c:v>516</c:v>
                </c:pt>
                <c:pt idx="873" formatCode="###,###,###,##0.0000">
                  <c:v>515</c:v>
                </c:pt>
                <c:pt idx="874" formatCode="###,###,###,##0.0000">
                  <c:v>515</c:v>
                </c:pt>
                <c:pt idx="875" formatCode="###,###,###,##0.0000">
                  <c:v>520</c:v>
                </c:pt>
                <c:pt idx="876" formatCode="###,###,###,##0.0000">
                  <c:v>511</c:v>
                </c:pt>
                <c:pt idx="877" formatCode="###,###,###,##0.0000">
                  <c:v>518</c:v>
                </c:pt>
                <c:pt idx="878" formatCode="###,###,###,##0.0000">
                  <c:v>518</c:v>
                </c:pt>
                <c:pt idx="879" formatCode="###,###,###,##0.0000">
                  <c:v>523</c:v>
                </c:pt>
                <c:pt idx="880" formatCode="###,###,###,##0.0000">
                  <c:v>523</c:v>
                </c:pt>
                <c:pt idx="881" formatCode="###,###,###,##0.0000">
                  <c:v>518</c:v>
                </c:pt>
                <c:pt idx="882" formatCode="###,###,###,##0.0000">
                  <c:v>516</c:v>
                </c:pt>
                <c:pt idx="883" formatCode="###,###,###,##0.0000">
                  <c:v>508</c:v>
                </c:pt>
                <c:pt idx="885" formatCode="###,###,###,##0.0000">
                  <c:v>537</c:v>
                </c:pt>
                <c:pt idx="888" formatCode="###,###,###,##0.0000">
                  <c:v>535</c:v>
                </c:pt>
                <c:pt idx="889" formatCode="###,###,###,##0.0000">
                  <c:v>535</c:v>
                </c:pt>
                <c:pt idx="891" formatCode="###,###,###,##0.0000">
                  <c:v>530</c:v>
                </c:pt>
                <c:pt idx="895" formatCode="###,###,###,##0.0000">
                  <c:v>525</c:v>
                </c:pt>
                <c:pt idx="896" formatCode="###,###,###,##0.0000">
                  <c:v>525</c:v>
                </c:pt>
                <c:pt idx="897" formatCode="###,###,###,##0.0000">
                  <c:v>525</c:v>
                </c:pt>
                <c:pt idx="898" formatCode="###,###,###,##0.0000">
                  <c:v>534</c:v>
                </c:pt>
                <c:pt idx="899" formatCode="###,###,###,##0.0000">
                  <c:v>532</c:v>
                </c:pt>
                <c:pt idx="900" formatCode="###,###,###,##0.0000">
                  <c:v>530</c:v>
                </c:pt>
                <c:pt idx="901" formatCode="###,###,###,##0.0000">
                  <c:v>536</c:v>
                </c:pt>
                <c:pt idx="902" formatCode="###,###,###,##0.0000">
                  <c:v>543</c:v>
                </c:pt>
                <c:pt idx="904" formatCode="###,###,###,##0.0000">
                  <c:v>551</c:v>
                </c:pt>
                <c:pt idx="907" formatCode="###,###,###,##0.0000">
                  <c:v>548</c:v>
                </c:pt>
                <c:pt idx="910" formatCode="###,###,###,##0.0000">
                  <c:v>558</c:v>
                </c:pt>
                <c:pt idx="911" formatCode="###,###,###,##0.0000">
                  <c:v>558</c:v>
                </c:pt>
                <c:pt idx="912" formatCode="###,###,###,##0.0000">
                  <c:v>556</c:v>
                </c:pt>
                <c:pt idx="913" formatCode="###,###,###,##0.0000">
                  <c:v>564</c:v>
                </c:pt>
                <c:pt idx="914" formatCode="###,###,###,##0.0000">
                  <c:v>558</c:v>
                </c:pt>
                <c:pt idx="920" formatCode="###,###,###,##0.0000">
                  <c:v>546</c:v>
                </c:pt>
                <c:pt idx="921" formatCode="###,###,###,##0.0000">
                  <c:v>558</c:v>
                </c:pt>
                <c:pt idx="922" formatCode="###,###,###,##0.0000">
                  <c:v>558</c:v>
                </c:pt>
                <c:pt idx="923" formatCode="###,###,###,##0.0000">
                  <c:v>547</c:v>
                </c:pt>
                <c:pt idx="925" formatCode="###,###,###,##0.0000">
                  <c:v>545</c:v>
                </c:pt>
                <c:pt idx="927" formatCode="###,###,###,##0.0000">
                  <c:v>543</c:v>
                </c:pt>
                <c:pt idx="931" formatCode="###,###,###,##0.0000">
                  <c:v>537</c:v>
                </c:pt>
                <c:pt idx="932" formatCode="###,###,###,##0.0000">
                  <c:v>535</c:v>
                </c:pt>
                <c:pt idx="933" formatCode="###,###,###,##0.0000">
                  <c:v>537</c:v>
                </c:pt>
                <c:pt idx="934" formatCode="###,###,###,##0.0000">
                  <c:v>536</c:v>
                </c:pt>
                <c:pt idx="936" formatCode="###,###,###,##0.0000">
                  <c:v>539</c:v>
                </c:pt>
                <c:pt idx="937" formatCode="###,###,###,##0.0000">
                  <c:v>537</c:v>
                </c:pt>
                <c:pt idx="938" formatCode="###,###,###,##0.0000">
                  <c:v>538</c:v>
                </c:pt>
                <c:pt idx="939" formatCode="###,###,###,##0.0000">
                  <c:v>538</c:v>
                </c:pt>
                <c:pt idx="940" formatCode="###,###,###,##0.0000">
                  <c:v>538</c:v>
                </c:pt>
                <c:pt idx="941" formatCode="###,###,###,##0.0000">
                  <c:v>541</c:v>
                </c:pt>
                <c:pt idx="943" formatCode="###,###,###,##0.0000">
                  <c:v>541</c:v>
                </c:pt>
                <c:pt idx="944" formatCode="###,###,###,##0.0000">
                  <c:v>549</c:v>
                </c:pt>
                <c:pt idx="945" formatCode="###,###,###,##0.0000">
                  <c:v>532</c:v>
                </c:pt>
                <c:pt idx="946" formatCode="###,###,###,##0.0000">
                  <c:v>541</c:v>
                </c:pt>
                <c:pt idx="947" formatCode="###,###,###,##0.0000">
                  <c:v>549</c:v>
                </c:pt>
                <c:pt idx="948" formatCode="###,###,###,##0.0000">
                  <c:v>548</c:v>
                </c:pt>
                <c:pt idx="949" formatCode="###,###,###,##0.0000">
                  <c:v>542</c:v>
                </c:pt>
                <c:pt idx="950" formatCode="###,###,###,##0.0000">
                  <c:v>547</c:v>
                </c:pt>
                <c:pt idx="951" formatCode="###,###,###,##0.0000">
                  <c:v>547</c:v>
                </c:pt>
                <c:pt idx="952" formatCode="###,###,###,##0.0000">
                  <c:v>547</c:v>
                </c:pt>
                <c:pt idx="953" formatCode="###,###,###,##0.0000">
                  <c:v>547</c:v>
                </c:pt>
                <c:pt idx="954" formatCode="###,###,###,##0.0000">
                  <c:v>547</c:v>
                </c:pt>
                <c:pt idx="955" formatCode="###,###,###,##0.0000">
                  <c:v>547</c:v>
                </c:pt>
                <c:pt idx="956" formatCode="###,###,###,##0.0000">
                  <c:v>507</c:v>
                </c:pt>
                <c:pt idx="957" formatCode="###,###,###,##0.0000">
                  <c:v>507</c:v>
                </c:pt>
                <c:pt idx="959" formatCode="###,###,###,##0.0000">
                  <c:v>497</c:v>
                </c:pt>
                <c:pt idx="960" formatCode="###,###,###,##0.0000">
                  <c:v>492</c:v>
                </c:pt>
                <c:pt idx="962" formatCode="###,###,###,##0.0000">
                  <c:v>492</c:v>
                </c:pt>
                <c:pt idx="963" formatCode="###,###,###,##0.0000">
                  <c:v>486</c:v>
                </c:pt>
                <c:pt idx="964" formatCode="###,###,###,##0.0000">
                  <c:v>486</c:v>
                </c:pt>
                <c:pt idx="965" formatCode="###,###,###,##0.0000">
                  <c:v>493</c:v>
                </c:pt>
                <c:pt idx="966" formatCode="###,###,###,##0.0000">
                  <c:v>510</c:v>
                </c:pt>
                <c:pt idx="967" formatCode="###,###,###,##0.0000">
                  <c:v>510</c:v>
                </c:pt>
                <c:pt idx="968" formatCode="###,###,###,##0.0000">
                  <c:v>514</c:v>
                </c:pt>
                <c:pt idx="969" formatCode="###,###,###,##0.0000">
                  <c:v>514</c:v>
                </c:pt>
                <c:pt idx="970" formatCode="###,###,###,##0.0000">
                  <c:v>524</c:v>
                </c:pt>
                <c:pt idx="972" formatCode="###,###,###,##0.0000">
                  <c:v>530</c:v>
                </c:pt>
                <c:pt idx="973" formatCode="###,###,###,##0.0000">
                  <c:v>538</c:v>
                </c:pt>
                <c:pt idx="974" formatCode="###,###,###,##0.0000">
                  <c:v>538</c:v>
                </c:pt>
                <c:pt idx="975" formatCode="###,###,###,##0.0000">
                  <c:v>546</c:v>
                </c:pt>
                <c:pt idx="976" formatCode="###,###,###,##0.0000">
                  <c:v>567</c:v>
                </c:pt>
                <c:pt idx="977" formatCode="###,###,###,##0.0000">
                  <c:v>567</c:v>
                </c:pt>
                <c:pt idx="978" formatCode="###,###,###,##0.0000">
                  <c:v>553</c:v>
                </c:pt>
                <c:pt idx="979" formatCode="###,###,###,##0.0000">
                  <c:v>549</c:v>
                </c:pt>
                <c:pt idx="980" formatCode="###,###,###,##0.0000">
                  <c:v>545</c:v>
                </c:pt>
                <c:pt idx="982" formatCode="###,###,###,##0.0000">
                  <c:v>545</c:v>
                </c:pt>
                <c:pt idx="983" formatCode="###,###,###,##0.0000">
                  <c:v>545</c:v>
                </c:pt>
                <c:pt idx="984" formatCode="###,###,###,##0.0000">
                  <c:v>537</c:v>
                </c:pt>
                <c:pt idx="985" formatCode="###,###,###,##0.0000">
                  <c:v>547</c:v>
                </c:pt>
                <c:pt idx="986" formatCode="###,###,###,##0.0000">
                  <c:v>547</c:v>
                </c:pt>
                <c:pt idx="987" formatCode="###,###,###,##0.0000">
                  <c:v>545</c:v>
                </c:pt>
                <c:pt idx="988" formatCode="###,###,###,##0.0000">
                  <c:v>545</c:v>
                </c:pt>
                <c:pt idx="989" formatCode="###,###,###,##0.0000">
                  <c:v>550</c:v>
                </c:pt>
                <c:pt idx="990" formatCode="###,###,###,##0.0000">
                  <c:v>563</c:v>
                </c:pt>
                <c:pt idx="991" formatCode="###,###,###,##0.0000">
                  <c:v>560</c:v>
                </c:pt>
                <c:pt idx="992" formatCode="###,###,###,##0.0000">
                  <c:v>550</c:v>
                </c:pt>
                <c:pt idx="993" formatCode="###,###,###,##0.0000">
                  <c:v>547</c:v>
                </c:pt>
                <c:pt idx="994" formatCode="###,###,###,##0.0000">
                  <c:v>547</c:v>
                </c:pt>
                <c:pt idx="995" formatCode="###,###,###,##0.0000">
                  <c:v>545</c:v>
                </c:pt>
                <c:pt idx="996" formatCode="###,###,###,##0.0000">
                  <c:v>544</c:v>
                </c:pt>
                <c:pt idx="998" formatCode="###,###,###,##0.0000">
                  <c:v>538</c:v>
                </c:pt>
                <c:pt idx="999" formatCode="###,###,###,##0.0000">
                  <c:v>536</c:v>
                </c:pt>
                <c:pt idx="1000" formatCode="###,###,###,##0.0000">
                  <c:v>536</c:v>
                </c:pt>
                <c:pt idx="1002" formatCode="###,###,###,##0.0000">
                  <c:v>532</c:v>
                </c:pt>
                <c:pt idx="1005" formatCode="###,###,###,##0.0000">
                  <c:v>526</c:v>
                </c:pt>
                <c:pt idx="1006" formatCode="###,###,###,##0.0000">
                  <c:v>522</c:v>
                </c:pt>
                <c:pt idx="1007" formatCode="###,###,###,##0.0000">
                  <c:v>527</c:v>
                </c:pt>
                <c:pt idx="1008" formatCode="###,###,###,##0.0000">
                  <c:v>527</c:v>
                </c:pt>
                <c:pt idx="1009" formatCode="###,###,###,##0.0000">
                  <c:v>535</c:v>
                </c:pt>
                <c:pt idx="1010" formatCode="###,###,###,##0.0000">
                  <c:v>535</c:v>
                </c:pt>
                <c:pt idx="1011" formatCode="###,###,###,##0.0000">
                  <c:v>535</c:v>
                </c:pt>
                <c:pt idx="1019" formatCode="###,###,###,##0.0000">
                  <c:v>530</c:v>
                </c:pt>
                <c:pt idx="1020" formatCode="###,###,###,##0.0000">
                  <c:v>530</c:v>
                </c:pt>
                <c:pt idx="1021" formatCode="###,###,###,##0.0000">
                  <c:v>530</c:v>
                </c:pt>
                <c:pt idx="1022" formatCode="###,###,###,##0.0000">
                  <c:v>534</c:v>
                </c:pt>
                <c:pt idx="1023" formatCode="###,###,###,##0.0000">
                  <c:v>540</c:v>
                </c:pt>
                <c:pt idx="1024" formatCode="###,###,###,##0.0000">
                  <c:v>538</c:v>
                </c:pt>
                <c:pt idx="1025" formatCode="###,###,###,##0.0000">
                  <c:v>535</c:v>
                </c:pt>
                <c:pt idx="1026" formatCode="###,###,###,##0.0000">
                  <c:v>535</c:v>
                </c:pt>
                <c:pt idx="1027" formatCode="###,###,###,##0.0000">
                  <c:v>528</c:v>
                </c:pt>
                <c:pt idx="1062" formatCode="###,###,###,##0.0000">
                  <c:v>550</c:v>
                </c:pt>
                <c:pt idx="1065" formatCode="###,###,###,##0.0000">
                  <c:v>549</c:v>
                </c:pt>
                <c:pt idx="1066" formatCode="###,###,###,##0.0000">
                  <c:v>550</c:v>
                </c:pt>
                <c:pt idx="1067" formatCode="###,###,###,##0.0000">
                  <c:v>550</c:v>
                </c:pt>
                <c:pt idx="1070" formatCode="###,###,###,##0.0000">
                  <c:v>550</c:v>
                </c:pt>
                <c:pt idx="1071" formatCode="###,###,###,##0.0000">
                  <c:v>550</c:v>
                </c:pt>
                <c:pt idx="1074" formatCode="###,###,###,##0.0000">
                  <c:v>544</c:v>
                </c:pt>
                <c:pt idx="1075" formatCode="###,###,###,##0.0000">
                  <c:v>544</c:v>
                </c:pt>
                <c:pt idx="1080" formatCode="###,###,###,##0.0000">
                  <c:v>516</c:v>
                </c:pt>
                <c:pt idx="1081" formatCode="###,###,###,##0.0000">
                  <c:v>517</c:v>
                </c:pt>
                <c:pt idx="1082" formatCode="###,###,###,##0.0000">
                  <c:v>523</c:v>
                </c:pt>
                <c:pt idx="1083" formatCode="###,###,###,##0.0000">
                  <c:v>528</c:v>
                </c:pt>
                <c:pt idx="1084" formatCode="###,###,###,##0.0000">
                  <c:v>528</c:v>
                </c:pt>
                <c:pt idx="1085" formatCode="###,###,###,##0.0000">
                  <c:v>532</c:v>
                </c:pt>
                <c:pt idx="1086" formatCode="###,###,###,##0.0000">
                  <c:v>532</c:v>
                </c:pt>
                <c:pt idx="1095" formatCode="###,###,###,##0.0000">
                  <c:v>514</c:v>
                </c:pt>
                <c:pt idx="1096" formatCode="###,###,###,##0.0000">
                  <c:v>514</c:v>
                </c:pt>
                <c:pt idx="1097" formatCode="###,###,###,##0.0000">
                  <c:v>523</c:v>
                </c:pt>
                <c:pt idx="1098" formatCode="###,###,###,##0.0000">
                  <c:v>530</c:v>
                </c:pt>
                <c:pt idx="1099" formatCode="###,###,###,##0.0000">
                  <c:v>531</c:v>
                </c:pt>
                <c:pt idx="1100" formatCode="###,###,###,##0.0000">
                  <c:v>531</c:v>
                </c:pt>
                <c:pt idx="1102" formatCode="###,###,###,##0.0000">
                  <c:v>537</c:v>
                </c:pt>
                <c:pt idx="1103" formatCode="###,###,###,##0.0000">
                  <c:v>535</c:v>
                </c:pt>
                <c:pt idx="1104" formatCode="###,###,###,##0.0000">
                  <c:v>534</c:v>
                </c:pt>
                <c:pt idx="1105" formatCode="###,###,###,##0.0000">
                  <c:v>534</c:v>
                </c:pt>
                <c:pt idx="1106" formatCode="###,###,###,##0.0000">
                  <c:v>549</c:v>
                </c:pt>
                <c:pt idx="1107" formatCode="###,###,###,##0.0000">
                  <c:v>549</c:v>
                </c:pt>
                <c:pt idx="1108" formatCode="###,###,###,##0.0000">
                  <c:v>549</c:v>
                </c:pt>
                <c:pt idx="1109" formatCode="###,###,###,##0.0000">
                  <c:v>546</c:v>
                </c:pt>
                <c:pt idx="1110" formatCode="###,###,###,##0.0000">
                  <c:v>546</c:v>
                </c:pt>
                <c:pt idx="1111" formatCode="###,###,###,##0.0000">
                  <c:v>547</c:v>
                </c:pt>
                <c:pt idx="1112" formatCode="###,###,###,##0.0000">
                  <c:v>551</c:v>
                </c:pt>
                <c:pt idx="1113" formatCode="###,###,###,##0.0000">
                  <c:v>562</c:v>
                </c:pt>
                <c:pt idx="1114" formatCode="###,###,###,##0.0000">
                  <c:v>565</c:v>
                </c:pt>
                <c:pt idx="1115" formatCode="###,###,###,##0.0000">
                  <c:v>565</c:v>
                </c:pt>
                <c:pt idx="1116" formatCode="###,###,###,##0.0000">
                  <c:v>560</c:v>
                </c:pt>
                <c:pt idx="1119" formatCode="###,###,###,##0.0000">
                  <c:v>560</c:v>
                </c:pt>
                <c:pt idx="1120" formatCode="###,###,###,##0.0000">
                  <c:v>570</c:v>
                </c:pt>
                <c:pt idx="1121" formatCode="###,###,###,##0.0000">
                  <c:v>583</c:v>
                </c:pt>
                <c:pt idx="1122" formatCode="###,###,###,##0.0000">
                  <c:v>583</c:v>
                </c:pt>
                <c:pt idx="1123" formatCode="###,###,###,##0.0000">
                  <c:v>583</c:v>
                </c:pt>
                <c:pt idx="1124" formatCode="###,###,###,##0.0000">
                  <c:v>583</c:v>
                </c:pt>
                <c:pt idx="1125" formatCode="###,###,###,##0.0000">
                  <c:v>583</c:v>
                </c:pt>
                <c:pt idx="1126" formatCode="###,###,###,##0.0000">
                  <c:v>561</c:v>
                </c:pt>
                <c:pt idx="1127" formatCode="###,###,###,##0.0000">
                  <c:v>561</c:v>
                </c:pt>
                <c:pt idx="1128" formatCode="###,###,###,##0.0000">
                  <c:v>561</c:v>
                </c:pt>
                <c:pt idx="1129" formatCode="###,###,###,##0.0000">
                  <c:v>524</c:v>
                </c:pt>
                <c:pt idx="1131" formatCode="###,###,###,##0.0000">
                  <c:v>525</c:v>
                </c:pt>
                <c:pt idx="1133" formatCode="###,###,###,##0.0000">
                  <c:v>515</c:v>
                </c:pt>
                <c:pt idx="1134" formatCode="###,###,###,##0.0000">
                  <c:v>511</c:v>
                </c:pt>
                <c:pt idx="1135" formatCode="###,###,###,##0.0000">
                  <c:v>511</c:v>
                </c:pt>
                <c:pt idx="1136" formatCode="###,###,###,##0.0000">
                  <c:v>511</c:v>
                </c:pt>
                <c:pt idx="1137" formatCode="###,###,###,##0.0000">
                  <c:v>510</c:v>
                </c:pt>
                <c:pt idx="1138" formatCode="###,###,###,##0.0000">
                  <c:v>517</c:v>
                </c:pt>
                <c:pt idx="1140" formatCode="###,###,###,##0.0000">
                  <c:v>517</c:v>
                </c:pt>
                <c:pt idx="1141" formatCode="###,###,###,##0.0000">
                  <c:v>527</c:v>
                </c:pt>
                <c:pt idx="1142" formatCode="###,###,###,##0.0000">
                  <c:v>525</c:v>
                </c:pt>
                <c:pt idx="1143" formatCode="###,###,###,##0.0000">
                  <c:v>529</c:v>
                </c:pt>
                <c:pt idx="1144" formatCode="###,###,###,##0.0000">
                  <c:v>533</c:v>
                </c:pt>
                <c:pt idx="1145" formatCode="###,###,###,##0.0000">
                  <c:v>533</c:v>
                </c:pt>
                <c:pt idx="1146" formatCode="###,###,###,##0.0000">
                  <c:v>532</c:v>
                </c:pt>
                <c:pt idx="1147" formatCode="###,###,###,##0.0000">
                  <c:v>532</c:v>
                </c:pt>
                <c:pt idx="1148" formatCode="###,###,###,##0.0000">
                  <c:v>524</c:v>
                </c:pt>
                <c:pt idx="1149" formatCode="###,###,###,##0.0000">
                  <c:v>537</c:v>
                </c:pt>
                <c:pt idx="1153" formatCode="###,###,###,##0.0000">
                  <c:v>537</c:v>
                </c:pt>
                <c:pt idx="1157" formatCode="###,###,###,##0.0000">
                  <c:v>521</c:v>
                </c:pt>
                <c:pt idx="1158" formatCode="###,###,###,##0.0000">
                  <c:v>527</c:v>
                </c:pt>
                <c:pt idx="1159" formatCode="###,###,###,##0.0000">
                  <c:v>527</c:v>
                </c:pt>
                <c:pt idx="1160" formatCode="###,###,###,##0.0000">
                  <c:v>527</c:v>
                </c:pt>
                <c:pt idx="1164" formatCode="###,###,###,##0.0000">
                  <c:v>528</c:v>
                </c:pt>
                <c:pt idx="1165" formatCode="###,###,###,##0.0000">
                  <c:v>514</c:v>
                </c:pt>
                <c:pt idx="1166" formatCode="###,###,###,##0.0000">
                  <c:v>511</c:v>
                </c:pt>
                <c:pt idx="1167" formatCode="###,###,###,##0.0000">
                  <c:v>511</c:v>
                </c:pt>
                <c:pt idx="1168" formatCode="###,###,###,##0.0000">
                  <c:v>511</c:v>
                </c:pt>
                <c:pt idx="1170" formatCode="###,###,###,##0.0000">
                  <c:v>511</c:v>
                </c:pt>
                <c:pt idx="1171" formatCode="###,###,###,##0.0000">
                  <c:v>520</c:v>
                </c:pt>
                <c:pt idx="1173" formatCode="###,###,###,##0.0000">
                  <c:v>530</c:v>
                </c:pt>
                <c:pt idx="1174" formatCode="###,###,###,##0.0000">
                  <c:v>523</c:v>
                </c:pt>
                <c:pt idx="1175" formatCode="###,###,###,##0.0000">
                  <c:v>523</c:v>
                </c:pt>
                <c:pt idx="1176" formatCode="###,###,###,##0.0000">
                  <c:v>536</c:v>
                </c:pt>
                <c:pt idx="1177" formatCode="###,###,###,##0.0000">
                  <c:v>536</c:v>
                </c:pt>
                <c:pt idx="1178" formatCode="###,###,###,##0.0000">
                  <c:v>536</c:v>
                </c:pt>
                <c:pt idx="1179" formatCode="###,###,###,##0.0000">
                  <c:v>536</c:v>
                </c:pt>
                <c:pt idx="1180" formatCode="###,###,###,##0.0000">
                  <c:v>546</c:v>
                </c:pt>
                <c:pt idx="1181" formatCode="###,###,###,##0.0000">
                  <c:v>546</c:v>
                </c:pt>
                <c:pt idx="1182" formatCode="###,###,###,##0.0000">
                  <c:v>534</c:v>
                </c:pt>
                <c:pt idx="1183" formatCode="###,###,###,##0.0000">
                  <c:v>534</c:v>
                </c:pt>
                <c:pt idx="1184" formatCode="###,###,###,##0.0000">
                  <c:v>534</c:v>
                </c:pt>
                <c:pt idx="1186" formatCode="###,###,###,##0.0000">
                  <c:v>536</c:v>
                </c:pt>
                <c:pt idx="1187" formatCode="###,###,###,##0.0000">
                  <c:v>537</c:v>
                </c:pt>
                <c:pt idx="1188" formatCode="###,###,###,##0.0000">
                  <c:v>530</c:v>
                </c:pt>
                <c:pt idx="1189" formatCode="###,###,###,##0.0000">
                  <c:v>529</c:v>
                </c:pt>
                <c:pt idx="1190" formatCode="###,###,###,##0.0000">
                  <c:v>529</c:v>
                </c:pt>
                <c:pt idx="1191" formatCode="###,###,###,##0.0000">
                  <c:v>519</c:v>
                </c:pt>
                <c:pt idx="1192" formatCode="###,###,###,##0.0000">
                  <c:v>519</c:v>
                </c:pt>
                <c:pt idx="1193" formatCode="###,###,###,##0.0000">
                  <c:v>518</c:v>
                </c:pt>
                <c:pt idx="1194" formatCode="###,###,###,##0.0000">
                  <c:v>508</c:v>
                </c:pt>
                <c:pt idx="1195" formatCode="###,###,###,##0.0000">
                  <c:v>500</c:v>
                </c:pt>
                <c:pt idx="1196" formatCode="###,###,###,##0.0000">
                  <c:v>504</c:v>
                </c:pt>
                <c:pt idx="1199" formatCode="###,###,###,##0.0000">
                  <c:v>501</c:v>
                </c:pt>
                <c:pt idx="1201" formatCode="###,###,###,##0.0000">
                  <c:v>501</c:v>
                </c:pt>
                <c:pt idx="1202" formatCode="###,###,###,##0.0000">
                  <c:v>511</c:v>
                </c:pt>
                <c:pt idx="1203" formatCode="###,###,###,##0.0000">
                  <c:v>509</c:v>
                </c:pt>
                <c:pt idx="1206" formatCode="###,###,###,##0.0000">
                  <c:v>519</c:v>
                </c:pt>
                <c:pt idx="1207" formatCode="###,###,###,##0.0000">
                  <c:v>504</c:v>
                </c:pt>
                <c:pt idx="1208" formatCode="###,###,###,##0.0000">
                  <c:v>501</c:v>
                </c:pt>
                <c:pt idx="1209" formatCode="###,###,###,##0.0000">
                  <c:v>501</c:v>
                </c:pt>
                <c:pt idx="1210" formatCode="###,###,###,##0.0000">
                  <c:v>496</c:v>
                </c:pt>
                <c:pt idx="1211" formatCode="###,###,###,##0.0000">
                  <c:v>496</c:v>
                </c:pt>
                <c:pt idx="1212" formatCode="###,###,###,##0.0000">
                  <c:v>496</c:v>
                </c:pt>
                <c:pt idx="1213" formatCode="###,###,###,##0.0000">
                  <c:v>496</c:v>
                </c:pt>
                <c:pt idx="1214" formatCode="###,###,###,##0.0000">
                  <c:v>480</c:v>
                </c:pt>
                <c:pt idx="1215" formatCode="###,###,###,##0.0000">
                  <c:v>467</c:v>
                </c:pt>
                <c:pt idx="1216" formatCode="###,###,###,##0.0000">
                  <c:v>467</c:v>
                </c:pt>
                <c:pt idx="1217" formatCode="###,###,###,##0.0000">
                  <c:v>467</c:v>
                </c:pt>
                <c:pt idx="1218" formatCode="###,###,###,##0.0000">
                  <c:v>464</c:v>
                </c:pt>
                <c:pt idx="1219" formatCode="###,###,###,##0.0000">
                  <c:v>462</c:v>
                </c:pt>
                <c:pt idx="1220" formatCode="###,###,###,##0.0000">
                  <c:v>467</c:v>
                </c:pt>
                <c:pt idx="1222" formatCode="###,###,###,##0.0000">
                  <c:v>467</c:v>
                </c:pt>
                <c:pt idx="1223" formatCode="###,###,###,##0.0000">
                  <c:v>474</c:v>
                </c:pt>
                <c:pt idx="1224" formatCode="###,###,###,##0.0000">
                  <c:v>474</c:v>
                </c:pt>
                <c:pt idx="1225" formatCode="###,###,###,##0.0000">
                  <c:v>482</c:v>
                </c:pt>
                <c:pt idx="1226" formatCode="###,###,###,##0.0000">
                  <c:v>488</c:v>
                </c:pt>
                <c:pt idx="1228" formatCode="###,###,###,##0.0000">
                  <c:v>495</c:v>
                </c:pt>
                <c:pt idx="1229" formatCode="###,###,###,##0.0000">
                  <c:v>495</c:v>
                </c:pt>
                <c:pt idx="1230" formatCode="###,###,###,##0.0000">
                  <c:v>495</c:v>
                </c:pt>
                <c:pt idx="1231" formatCode="###,###,###,##0.0000">
                  <c:v>495</c:v>
                </c:pt>
                <c:pt idx="1232" formatCode="###,###,###,##0.0000">
                  <c:v>495</c:v>
                </c:pt>
                <c:pt idx="1233" formatCode="###,###,###,##0.0000">
                  <c:v>495</c:v>
                </c:pt>
                <c:pt idx="1234" formatCode="###,###,###,##0.0000">
                  <c:v>495</c:v>
                </c:pt>
                <c:pt idx="1235" formatCode="###,###,###,##0.0000">
                  <c:v>495</c:v>
                </c:pt>
                <c:pt idx="1236" formatCode="###,###,###,##0.0000">
                  <c:v>495</c:v>
                </c:pt>
                <c:pt idx="1239" formatCode="###,###,###,##0.0000">
                  <c:v>495</c:v>
                </c:pt>
                <c:pt idx="1240" formatCode="###,###,###,##0.0000">
                  <c:v>495</c:v>
                </c:pt>
                <c:pt idx="1241" formatCode="###,###,###,##0.0000">
                  <c:v>495</c:v>
                </c:pt>
                <c:pt idx="1242" formatCode="###,###,###,##0.0000">
                  <c:v>495</c:v>
                </c:pt>
                <c:pt idx="1244" formatCode="###,###,###,##0.0000">
                  <c:v>495</c:v>
                </c:pt>
                <c:pt idx="1245" formatCode="###,###,###,##0.0000">
                  <c:v>495</c:v>
                </c:pt>
                <c:pt idx="1246" formatCode="###,###,###,##0.0000">
                  <c:v>495</c:v>
                </c:pt>
                <c:pt idx="1247" formatCode="###,###,###,##0.0000">
                  <c:v>495</c:v>
                </c:pt>
                <c:pt idx="1248" formatCode="###,###,###,##0.0000">
                  <c:v>495</c:v>
                </c:pt>
                <c:pt idx="1249" formatCode="###,###,###,##0.0000">
                  <c:v>495</c:v>
                </c:pt>
                <c:pt idx="1250" formatCode="###,###,###,##0.0000">
                  <c:v>495</c:v>
                </c:pt>
                <c:pt idx="1251" formatCode="###,###,###,##0.0000">
                  <c:v>495</c:v>
                </c:pt>
                <c:pt idx="1252" formatCode="###,###,###,##0.0000">
                  <c:v>495</c:v>
                </c:pt>
                <c:pt idx="1254" formatCode="###,###,###,##0.0000">
                  <c:v>495</c:v>
                </c:pt>
                <c:pt idx="1255" formatCode="###,###,###,##0.0000">
                  <c:v>463</c:v>
                </c:pt>
                <c:pt idx="1256" formatCode="###,###,###,##0.0000">
                  <c:v>463</c:v>
                </c:pt>
                <c:pt idx="1257" formatCode="###,###,###,##0.0000">
                  <c:v>461</c:v>
                </c:pt>
                <c:pt idx="1258" formatCode="###,###,###,##0.0000">
                  <c:v>461</c:v>
                </c:pt>
                <c:pt idx="1259" formatCode="###,###,###,##0.0000">
                  <c:v>464</c:v>
                </c:pt>
                <c:pt idx="1260" formatCode="###,###,###,##0.0000">
                  <c:v>457</c:v>
                </c:pt>
                <c:pt idx="1261" formatCode="###,###,###,##0.0000">
                  <c:v>451</c:v>
                </c:pt>
                <c:pt idx="1262" formatCode="###,###,###,##0.0000">
                  <c:v>451</c:v>
                </c:pt>
                <c:pt idx="1263" formatCode="###,###,###,##0.0000">
                  <c:v>451</c:v>
                </c:pt>
                <c:pt idx="1264" formatCode="###,###,###,##0.0000">
                  <c:v>451</c:v>
                </c:pt>
                <c:pt idx="1265" formatCode="###,###,###,##0.0000">
                  <c:v>451</c:v>
                </c:pt>
                <c:pt idx="1266" formatCode="###,###,###,##0.0000">
                  <c:v>437</c:v>
                </c:pt>
                <c:pt idx="1267" formatCode="###,###,###,##0.0000">
                  <c:v>440</c:v>
                </c:pt>
                <c:pt idx="1268" formatCode="###,###,###,##0.0000">
                  <c:v>430</c:v>
                </c:pt>
                <c:pt idx="1270" formatCode="###,###,###,##0.0000">
                  <c:v>430</c:v>
                </c:pt>
                <c:pt idx="1271" formatCode="###,###,###,##0.0000">
                  <c:v>427</c:v>
                </c:pt>
                <c:pt idx="1272" formatCode="###,###,###,##0.0000">
                  <c:v>427</c:v>
                </c:pt>
                <c:pt idx="1273" formatCode="###,###,###,##0.0000">
                  <c:v>415</c:v>
                </c:pt>
                <c:pt idx="1274" formatCode="###,###,###,##0.0000">
                  <c:v>415</c:v>
                </c:pt>
                <c:pt idx="1276" formatCode="###,###,###,##0.0000">
                  <c:v>410</c:v>
                </c:pt>
                <c:pt idx="1277" formatCode="###,###,###,##0.0000">
                  <c:v>415</c:v>
                </c:pt>
                <c:pt idx="1278" formatCode="###,###,###,##0.0000">
                  <c:v>415</c:v>
                </c:pt>
                <c:pt idx="1279" formatCode="###,###,###,##0.0000">
                  <c:v>405</c:v>
                </c:pt>
                <c:pt idx="1280" formatCode="###,###,###,##0.0000">
                  <c:v>410</c:v>
                </c:pt>
                <c:pt idx="1281" formatCode="###,###,###,##0.0000">
                  <c:v>410</c:v>
                </c:pt>
                <c:pt idx="1282" formatCode="###,###,###,##0.0000">
                  <c:v>420</c:v>
                </c:pt>
                <c:pt idx="1283" formatCode="###,###,###,##0.0000">
                  <c:v>415</c:v>
                </c:pt>
                <c:pt idx="1284" formatCode="###,###,###,##0.0000">
                  <c:v>415</c:v>
                </c:pt>
                <c:pt idx="1285" formatCode="###,###,###,##0.0000">
                  <c:v>415</c:v>
                </c:pt>
                <c:pt idx="1288" formatCode="###,###,###,##0.0000">
                  <c:v>412</c:v>
                </c:pt>
                <c:pt idx="1289" formatCode="###,###,###,##0.0000">
                  <c:v>412</c:v>
                </c:pt>
                <c:pt idx="1290" formatCode="###,###,###,##0.0000">
                  <c:v>412</c:v>
                </c:pt>
                <c:pt idx="1291" formatCode="###,###,###,##0.0000">
                  <c:v>422</c:v>
                </c:pt>
                <c:pt idx="1292" formatCode="###,###,###,##0.0000">
                  <c:v>422</c:v>
                </c:pt>
                <c:pt idx="1293" formatCode="###,###,###,##0.0000">
                  <c:v>437</c:v>
                </c:pt>
                <c:pt idx="1294" formatCode="###,###,###,##0.0000">
                  <c:v>437</c:v>
                </c:pt>
                <c:pt idx="1295" formatCode="###,###,###,##0.0000">
                  <c:v>435</c:v>
                </c:pt>
                <c:pt idx="1296" formatCode="###,###,###,##0.0000">
                  <c:v>440</c:v>
                </c:pt>
                <c:pt idx="1297" formatCode="###,###,###,##0.0000">
                  <c:v>452</c:v>
                </c:pt>
                <c:pt idx="1298" formatCode="###,###,###,##0.0000">
                  <c:v>452</c:v>
                </c:pt>
                <c:pt idx="1299" formatCode="###,###,###,##0.0000">
                  <c:v>452</c:v>
                </c:pt>
                <c:pt idx="1300" formatCode="###,###,###,##0.0000">
                  <c:v>466</c:v>
                </c:pt>
                <c:pt idx="1301" formatCode="###,###,###,##0.0000">
                  <c:v>459</c:v>
                </c:pt>
                <c:pt idx="1302" formatCode="###,###,###,##0.0000">
                  <c:v>462</c:v>
                </c:pt>
                <c:pt idx="1303" formatCode="###,###,###,##0.0000">
                  <c:v>462</c:v>
                </c:pt>
                <c:pt idx="1304" formatCode="###,###,###,##0.0000">
                  <c:v>448</c:v>
                </c:pt>
                <c:pt idx="1305" formatCode="###,###,###,##0.0000">
                  <c:v>452</c:v>
                </c:pt>
                <c:pt idx="1306" formatCode="###,###,###,##0.0000">
                  <c:v>459</c:v>
                </c:pt>
                <c:pt idx="1307" formatCode="###,###,###,##0.0000">
                  <c:v>459</c:v>
                </c:pt>
                <c:pt idx="1308" formatCode="###,###,###,##0.0000">
                  <c:v>455</c:v>
                </c:pt>
                <c:pt idx="1309" formatCode="###,###,###,##0.0000">
                  <c:v>469</c:v>
                </c:pt>
                <c:pt idx="1310" formatCode="###,###,###,##0.0000">
                  <c:v>469</c:v>
                </c:pt>
                <c:pt idx="1311" formatCode="###,###,###,##0.0000">
                  <c:v>463</c:v>
                </c:pt>
                <c:pt idx="1312" formatCode="###,###,###,##0.0000">
                  <c:v>463</c:v>
                </c:pt>
                <c:pt idx="1313" formatCode="###,###,###,##0.0000">
                  <c:v>458</c:v>
                </c:pt>
                <c:pt idx="1314" formatCode="###,###,###,##0.0000">
                  <c:v>453</c:v>
                </c:pt>
                <c:pt idx="1315" formatCode="###,###,###,##0.0000">
                  <c:v>452</c:v>
                </c:pt>
                <c:pt idx="1316" formatCode="###,###,###,##0.0000">
                  <c:v>452</c:v>
                </c:pt>
                <c:pt idx="1318" formatCode="###,###,###,##0.0000">
                  <c:v>452</c:v>
                </c:pt>
                <c:pt idx="1319" formatCode="###,###,###,##0.0000">
                  <c:v>463</c:v>
                </c:pt>
                <c:pt idx="1320" formatCode="###,###,###,##0.0000">
                  <c:v>462</c:v>
                </c:pt>
                <c:pt idx="1321" formatCode="###,###,###,##0.0000">
                  <c:v>462</c:v>
                </c:pt>
                <c:pt idx="1323" formatCode="###,###,###,##0.0000">
                  <c:v>452</c:v>
                </c:pt>
                <c:pt idx="1324" formatCode="###,###,###,##0.0000">
                  <c:v>452</c:v>
                </c:pt>
                <c:pt idx="1325" formatCode="###,###,###,##0.0000">
                  <c:v>443</c:v>
                </c:pt>
                <c:pt idx="1326" formatCode="###,###,###,##0.0000">
                  <c:v>444</c:v>
                </c:pt>
                <c:pt idx="1327" formatCode="###,###,###,##0.0000">
                  <c:v>458</c:v>
                </c:pt>
                <c:pt idx="1329" formatCode="###,###,###,##0.0000">
                  <c:v>458</c:v>
                </c:pt>
                <c:pt idx="1330" formatCode="###,###,###,##0.0000">
                  <c:v>458</c:v>
                </c:pt>
                <c:pt idx="1331" formatCode="###,###,###,##0.0000">
                  <c:v>458</c:v>
                </c:pt>
                <c:pt idx="1332" formatCode="###,###,###,##0.0000">
                  <c:v>458</c:v>
                </c:pt>
                <c:pt idx="1333" formatCode="###,###,###,##0.0000">
                  <c:v>458</c:v>
                </c:pt>
                <c:pt idx="1334" formatCode="###,###,###,##0.0000">
                  <c:v>459</c:v>
                </c:pt>
                <c:pt idx="1335" formatCode="###,###,###,##0.0000">
                  <c:v>453</c:v>
                </c:pt>
                <c:pt idx="1336" formatCode="###,###,###,##0.0000">
                  <c:v>453</c:v>
                </c:pt>
                <c:pt idx="1337" formatCode="###,###,###,##0.0000">
                  <c:v>458</c:v>
                </c:pt>
                <c:pt idx="1339" formatCode="###,###,###,##0.0000">
                  <c:v>459</c:v>
                </c:pt>
                <c:pt idx="1340" formatCode="###,###,###,##0.0000">
                  <c:v>459</c:v>
                </c:pt>
                <c:pt idx="1341" formatCode="###,###,###,##0.0000">
                  <c:v>459</c:v>
                </c:pt>
                <c:pt idx="1344" formatCode="###,###,###,##0.0000">
                  <c:v>459</c:v>
                </c:pt>
                <c:pt idx="1345" formatCode="###,###,###,##0.0000">
                  <c:v>459</c:v>
                </c:pt>
                <c:pt idx="1347" formatCode="###,###,###,##0.0000">
                  <c:v>459</c:v>
                </c:pt>
                <c:pt idx="1349" formatCode="###,###,###,##0.0000">
                  <c:v>459</c:v>
                </c:pt>
                <c:pt idx="1350" formatCode="###,###,###,##0.0000">
                  <c:v>465</c:v>
                </c:pt>
                <c:pt idx="1351" formatCode="###,###,###,##0.0000">
                  <c:v>465</c:v>
                </c:pt>
                <c:pt idx="1352" formatCode="###,###,###,##0.0000">
                  <c:v>465</c:v>
                </c:pt>
                <c:pt idx="1353" formatCode="###,###,###,##0.0000">
                  <c:v>465</c:v>
                </c:pt>
                <c:pt idx="1355" formatCode="###,###,###,##0.0000">
                  <c:v>465</c:v>
                </c:pt>
                <c:pt idx="1356" formatCode="###,###,###,##0.0000">
                  <c:v>447</c:v>
                </c:pt>
                <c:pt idx="1357" formatCode="###,###,###,##0.0000">
                  <c:v>447</c:v>
                </c:pt>
                <c:pt idx="1358" formatCode="###,###,###,##0.0000">
                  <c:v>441</c:v>
                </c:pt>
                <c:pt idx="1359" formatCode="###,###,###,##0.0000">
                  <c:v>441</c:v>
                </c:pt>
                <c:pt idx="1360" formatCode="###,###,###,##0.0000">
                  <c:v>441</c:v>
                </c:pt>
                <c:pt idx="1361" formatCode="###,###,###,##0.0000">
                  <c:v>441</c:v>
                </c:pt>
                <c:pt idx="1362" formatCode="###,###,###,##0.0000">
                  <c:v>441</c:v>
                </c:pt>
                <c:pt idx="1363" formatCode="###,###,###,##0.0000">
                  <c:v>439</c:v>
                </c:pt>
                <c:pt idx="1364" formatCode="###,###,###,##0.0000">
                  <c:v>435</c:v>
                </c:pt>
                <c:pt idx="1365" formatCode="###,###,###,##0.0000">
                  <c:v>435</c:v>
                </c:pt>
                <c:pt idx="1366" formatCode="###,###,###,##0.0000">
                  <c:v>439</c:v>
                </c:pt>
                <c:pt idx="1367" formatCode="###,###,###,##0.0000">
                  <c:v>439</c:v>
                </c:pt>
                <c:pt idx="1368" formatCode="###,###,###,##0.0000">
                  <c:v>434</c:v>
                </c:pt>
                <c:pt idx="1369" formatCode="###,###,###,##0.0000">
                  <c:v>434</c:v>
                </c:pt>
                <c:pt idx="1371" formatCode="###,###,###,##0.0000">
                  <c:v>434</c:v>
                </c:pt>
                <c:pt idx="1372" formatCode="###,###,###,##0.0000">
                  <c:v>434</c:v>
                </c:pt>
                <c:pt idx="1373" formatCode="###,###,###,##0.0000">
                  <c:v>434</c:v>
                </c:pt>
                <c:pt idx="1374" formatCode="###,###,###,##0.0000">
                  <c:v>434</c:v>
                </c:pt>
                <c:pt idx="1375" formatCode="###,###,###,##0.0000">
                  <c:v>434</c:v>
                </c:pt>
                <c:pt idx="1376" formatCode="###,###,###,##0.0000">
                  <c:v>434</c:v>
                </c:pt>
                <c:pt idx="1377" formatCode="###,###,###,##0.0000">
                  <c:v>434</c:v>
                </c:pt>
                <c:pt idx="1378" formatCode="###,###,###,##0.0000">
                  <c:v>434</c:v>
                </c:pt>
                <c:pt idx="1379" formatCode="###,###,###,##0.0000">
                  <c:v>434</c:v>
                </c:pt>
                <c:pt idx="1380" formatCode="###,###,###,##0.0000">
                  <c:v>434</c:v>
                </c:pt>
                <c:pt idx="1383" formatCode="###,###,###,##0.0000">
                  <c:v>434</c:v>
                </c:pt>
                <c:pt idx="1384" formatCode="###,###,###,##0.0000">
                  <c:v>434</c:v>
                </c:pt>
                <c:pt idx="1385" formatCode="###,###,###,##0.0000">
                  <c:v>443</c:v>
                </c:pt>
                <c:pt idx="1386" formatCode="###,###,###,##0.0000">
                  <c:v>447</c:v>
                </c:pt>
                <c:pt idx="1387" formatCode="###,###,###,##0.0000">
                  <c:v>444</c:v>
                </c:pt>
                <c:pt idx="1388" formatCode="###,###,###,##0.0000">
                  <c:v>444</c:v>
                </c:pt>
                <c:pt idx="1389" formatCode="###,###,###,##0.0000">
                  <c:v>444</c:v>
                </c:pt>
                <c:pt idx="1390" formatCode="###,###,###,##0.0000">
                  <c:v>444</c:v>
                </c:pt>
                <c:pt idx="1391" formatCode="###,###,###,##0.0000">
                  <c:v>456</c:v>
                </c:pt>
                <c:pt idx="1393" formatCode="###,###,###,##0.0000">
                  <c:v>456</c:v>
                </c:pt>
                <c:pt idx="1394" formatCode="###,###,###,##0.0000">
                  <c:v>449</c:v>
                </c:pt>
                <c:pt idx="1395" formatCode="###,###,###,##0.0000">
                  <c:v>448</c:v>
                </c:pt>
                <c:pt idx="1396" formatCode="###,###,###,##0.0000">
                  <c:v>448</c:v>
                </c:pt>
                <c:pt idx="1397" formatCode="###,###,###,##0.0000">
                  <c:v>448</c:v>
                </c:pt>
                <c:pt idx="1398" formatCode="###,###,###,##0.0000">
                  <c:v>438</c:v>
                </c:pt>
                <c:pt idx="1399" formatCode="###,###,###,##0.0000">
                  <c:v>440</c:v>
                </c:pt>
                <c:pt idx="1400" formatCode="###,###,###,##0.0000">
                  <c:v>437</c:v>
                </c:pt>
                <c:pt idx="1401" formatCode="###,###,###,##0.0000">
                  <c:v>441</c:v>
                </c:pt>
                <c:pt idx="1402" formatCode="###,###,###,##0.0000">
                  <c:v>439</c:v>
                </c:pt>
                <c:pt idx="1403" formatCode="###,###,###,##0.0000">
                  <c:v>439</c:v>
                </c:pt>
                <c:pt idx="1404" formatCode="###,###,###,##0.0000">
                  <c:v>370</c:v>
                </c:pt>
                <c:pt idx="1405" formatCode="###,###,###,##0.0000">
                  <c:v>365</c:v>
                </c:pt>
                <c:pt idx="1406" formatCode="###,###,###,##0.0000">
                  <c:v>365</c:v>
                </c:pt>
                <c:pt idx="1407" formatCode="###,###,###,##0.0000">
                  <c:v>369</c:v>
                </c:pt>
                <c:pt idx="1410" formatCode="###,###,###,##0.0000">
                  <c:v>369</c:v>
                </c:pt>
                <c:pt idx="1411" formatCode="###,###,###,##0.0000">
                  <c:v>372</c:v>
                </c:pt>
                <c:pt idx="1412" formatCode="###,###,###,##0.0000">
                  <c:v>370</c:v>
                </c:pt>
                <c:pt idx="1413" formatCode="###,###,###,##0.0000">
                  <c:v>368</c:v>
                </c:pt>
                <c:pt idx="1414" formatCode="###,###,###,##0.0000">
                  <c:v>368</c:v>
                </c:pt>
                <c:pt idx="1415" formatCode="###,###,###,##0.0000">
                  <c:v>369</c:v>
                </c:pt>
                <c:pt idx="1418" formatCode="###,###,###,##0.0000">
                  <c:v>369</c:v>
                </c:pt>
                <c:pt idx="1419" formatCode="###,###,###,##0.0000">
                  <c:v>372</c:v>
                </c:pt>
                <c:pt idx="1420" formatCode="###,###,###,##0.0000">
                  <c:v>368</c:v>
                </c:pt>
                <c:pt idx="1421" formatCode="###,###,###,##0.0000">
                  <c:v>368</c:v>
                </c:pt>
                <c:pt idx="1422" formatCode="###,###,###,##0.0000">
                  <c:v>360</c:v>
                </c:pt>
                <c:pt idx="1423" formatCode="###,###,###,##0.0000">
                  <c:v>360</c:v>
                </c:pt>
                <c:pt idx="1424" formatCode="###,###,###,##0.0000">
                  <c:v>364</c:v>
                </c:pt>
                <c:pt idx="1425" formatCode="###,###,###,##0.0000">
                  <c:v>364</c:v>
                </c:pt>
                <c:pt idx="1426" formatCode="###,###,###,##0.0000">
                  <c:v>364</c:v>
                </c:pt>
                <c:pt idx="1427" formatCode="###,###,###,##0.0000">
                  <c:v>364</c:v>
                </c:pt>
                <c:pt idx="1428" formatCode="###,###,###,##0.0000">
                  <c:v>371</c:v>
                </c:pt>
                <c:pt idx="1429" formatCode="###,###,###,##0.0000">
                  <c:v>371</c:v>
                </c:pt>
                <c:pt idx="1430" formatCode="###,###,###,##0.0000">
                  <c:v>371</c:v>
                </c:pt>
                <c:pt idx="1431" formatCode="###,###,###,##0.0000">
                  <c:v>367</c:v>
                </c:pt>
                <c:pt idx="1432" formatCode="###,###,###,##0.0000">
                  <c:v>367</c:v>
                </c:pt>
                <c:pt idx="1433" formatCode="###,###,###,##0.0000">
                  <c:v>368</c:v>
                </c:pt>
                <c:pt idx="1435" formatCode="###,###,###,##0.0000">
                  <c:v>368</c:v>
                </c:pt>
                <c:pt idx="1436" formatCode="###,###,###,##0.0000">
                  <c:v>368</c:v>
                </c:pt>
                <c:pt idx="1437" formatCode="###,###,###,##0.0000">
                  <c:v>372</c:v>
                </c:pt>
                <c:pt idx="1438" formatCode="###,###,###,##0.0000">
                  <c:v>368</c:v>
                </c:pt>
                <c:pt idx="1439" formatCode="###,###,###,##0.0000">
                  <c:v>372</c:v>
                </c:pt>
                <c:pt idx="1440" formatCode="###,###,###,##0.0000">
                  <c:v>372</c:v>
                </c:pt>
                <c:pt idx="1441" formatCode="###,###,###,##0.0000">
                  <c:v>369</c:v>
                </c:pt>
                <c:pt idx="1443" formatCode="###,###,###,##0.0000">
                  <c:v>369</c:v>
                </c:pt>
                <c:pt idx="1444" formatCode="###,###,###,##0.0000">
                  <c:v>369</c:v>
                </c:pt>
                <c:pt idx="1445" formatCode="###,###,###,##0.0000">
                  <c:v>369</c:v>
                </c:pt>
                <c:pt idx="1446" formatCode="###,###,###,##0.0000">
                  <c:v>369</c:v>
                </c:pt>
                <c:pt idx="1447" formatCode="###,###,###,##0.0000">
                  <c:v>369</c:v>
                </c:pt>
                <c:pt idx="1448" formatCode="###,###,###,##0.0000">
                  <c:v>369</c:v>
                </c:pt>
                <c:pt idx="1449" formatCode="###,###,###,##0.0000">
                  <c:v>369</c:v>
                </c:pt>
                <c:pt idx="1450" formatCode="###,###,###,##0.0000">
                  <c:v>369</c:v>
                </c:pt>
                <c:pt idx="1451" formatCode="###,###,###,##0.0000">
                  <c:v>369</c:v>
                </c:pt>
                <c:pt idx="1452" formatCode="###,###,###,##0.0000">
                  <c:v>369</c:v>
                </c:pt>
                <c:pt idx="1454" formatCode="###,###,###,##0.0000">
                  <c:v>369</c:v>
                </c:pt>
                <c:pt idx="1455" formatCode="###,###,###,##0.0000">
                  <c:v>369</c:v>
                </c:pt>
                <c:pt idx="1456" formatCode="###,###,###,##0.0000">
                  <c:v>351</c:v>
                </c:pt>
                <c:pt idx="1457" formatCode="###,###,###,##0.0000">
                  <c:v>352</c:v>
                </c:pt>
                <c:pt idx="1459" formatCode="###,###,###,##0.0000">
                  <c:v>352</c:v>
                </c:pt>
                <c:pt idx="1460" formatCode="###,###,###,##0.0000">
                  <c:v>352</c:v>
                </c:pt>
                <c:pt idx="1461" formatCode="###,###,###,##0.0000">
                  <c:v>352</c:v>
                </c:pt>
                <c:pt idx="1462" formatCode="###,###,###,##0.0000">
                  <c:v>358</c:v>
                </c:pt>
                <c:pt idx="1463" formatCode="###,###,###,##0.0000">
                  <c:v>358</c:v>
                </c:pt>
                <c:pt idx="1464" formatCode="###,###,###,##0.0000">
                  <c:v>355</c:v>
                </c:pt>
                <c:pt idx="1465" formatCode="###,###,###,##0.0000">
                  <c:v>358</c:v>
                </c:pt>
                <c:pt idx="1466" formatCode="###,###,###,##0.0000">
                  <c:v>360</c:v>
                </c:pt>
                <c:pt idx="1467" formatCode="###,###,###,##0.0000">
                  <c:v>359</c:v>
                </c:pt>
                <c:pt idx="1468" formatCode="###,###,###,##0.0000">
                  <c:v>359</c:v>
                </c:pt>
                <c:pt idx="1469" formatCode="###,###,###,##0.0000">
                  <c:v>355</c:v>
                </c:pt>
                <c:pt idx="1473" formatCode="###,###,###,##0.0000">
                  <c:v>370</c:v>
                </c:pt>
                <c:pt idx="1477" formatCode="###,###,###,##0.0000">
                  <c:v>369</c:v>
                </c:pt>
                <c:pt idx="1478" formatCode="###,###,###,##0.0000">
                  <c:v>376</c:v>
                </c:pt>
                <c:pt idx="1479" formatCode="###,###,###,##0.0000">
                  <c:v>376</c:v>
                </c:pt>
                <c:pt idx="1480" formatCode="###,###,###,##0.0000">
                  <c:v>376</c:v>
                </c:pt>
                <c:pt idx="1481" formatCode="###,###,###,##0.0000">
                  <c:v>403</c:v>
                </c:pt>
                <c:pt idx="1482" formatCode="###,###,###,##0.0000">
                  <c:v>397</c:v>
                </c:pt>
                <c:pt idx="1484" formatCode="###,###,###,##0.0000">
                  <c:v>387</c:v>
                </c:pt>
                <c:pt idx="1485" formatCode="###,###,###,##0.0000">
                  <c:v>374</c:v>
                </c:pt>
                <c:pt idx="1486" formatCode="###,###,###,##0.0000">
                  <c:v>374</c:v>
                </c:pt>
                <c:pt idx="1488" formatCode="###,###,###,##0.0000">
                  <c:v>382</c:v>
                </c:pt>
                <c:pt idx="1489" formatCode="###,###,###,##0.0000">
                  <c:v>382</c:v>
                </c:pt>
                <c:pt idx="1490" formatCode="###,###,###,##0.0000">
                  <c:v>384</c:v>
                </c:pt>
                <c:pt idx="1491" formatCode="###,###,###,##0.0000">
                  <c:v>383</c:v>
                </c:pt>
                <c:pt idx="1492" formatCode="###,###,###,##0.0000">
                  <c:v>383</c:v>
                </c:pt>
                <c:pt idx="1493" formatCode="###,###,###,##0.0000">
                  <c:v>378</c:v>
                </c:pt>
                <c:pt idx="1494" formatCode="###,###,###,##0.0000">
                  <c:v>376</c:v>
                </c:pt>
                <c:pt idx="1495" formatCode="###,###,###,##0.0000">
                  <c:v>371</c:v>
                </c:pt>
                <c:pt idx="1496" formatCode="###,###,###,##0.0000">
                  <c:v>374</c:v>
                </c:pt>
                <c:pt idx="1497" formatCode="###,###,###,##0.0000">
                  <c:v>372</c:v>
                </c:pt>
                <c:pt idx="1499" formatCode="###,###,###,##0.0000">
                  <c:v>367</c:v>
                </c:pt>
                <c:pt idx="1500" formatCode="###,###,###,##0.0000">
                  <c:v>357</c:v>
                </c:pt>
                <c:pt idx="1501" formatCode="###,###,###,##0.0000">
                  <c:v>360</c:v>
                </c:pt>
                <c:pt idx="1502" formatCode="###,###,###,##0.0000">
                  <c:v>364</c:v>
                </c:pt>
                <c:pt idx="1503" formatCode="###,###,###,##0.0000">
                  <c:v>364</c:v>
                </c:pt>
                <c:pt idx="1504" formatCode="###,###,###,##0.0000">
                  <c:v>364</c:v>
                </c:pt>
                <c:pt idx="1505" formatCode="###,###,###,##0.0000">
                  <c:v>361</c:v>
                </c:pt>
                <c:pt idx="1506" formatCode="###,###,###,##0.0000">
                  <c:v>371</c:v>
                </c:pt>
                <c:pt idx="1507" formatCode="###,###,###,##0.0000">
                  <c:v>368</c:v>
                </c:pt>
                <c:pt idx="1509" formatCode="###,###,###,##0.0000">
                  <c:v>388</c:v>
                </c:pt>
                <c:pt idx="1510" formatCode="###,###,###,##0.0000">
                  <c:v>388</c:v>
                </c:pt>
                <c:pt idx="1511" formatCode="###,###,###,##0.0000">
                  <c:v>377</c:v>
                </c:pt>
                <c:pt idx="1512" formatCode="###,###,###,##0.0000">
                  <c:v>377</c:v>
                </c:pt>
                <c:pt idx="1513" formatCode="###,###,###,##0.0000">
                  <c:v>377</c:v>
                </c:pt>
                <c:pt idx="1515" formatCode="###,###,###,##0.0000">
                  <c:v>367</c:v>
                </c:pt>
                <c:pt idx="1516" formatCode="###,###,###,##0.0000">
                  <c:v>360</c:v>
                </c:pt>
                <c:pt idx="1517" formatCode="###,###,###,##0.0000">
                  <c:v>356</c:v>
                </c:pt>
                <c:pt idx="1518" formatCode="###,###,###,##0.0000">
                  <c:v>362</c:v>
                </c:pt>
                <c:pt idx="1519" formatCode="###,###,###,##0.0000">
                  <c:v>353</c:v>
                </c:pt>
                <c:pt idx="1520" formatCode="###,###,###,##0.0000">
                  <c:v>353</c:v>
                </c:pt>
                <c:pt idx="1521" formatCode="###,###,###,##0.0000">
                  <c:v>350</c:v>
                </c:pt>
                <c:pt idx="1522" formatCode="###,###,###,##0.0000">
                  <c:v>345</c:v>
                </c:pt>
                <c:pt idx="1523" formatCode="###,###,###,##0.0000">
                  <c:v>351</c:v>
                </c:pt>
                <c:pt idx="1527" formatCode="###,###,###,##0.0000">
                  <c:v>352</c:v>
                </c:pt>
                <c:pt idx="1529" formatCode="###,###,###,##0.0000">
                  <c:v>352</c:v>
                </c:pt>
                <c:pt idx="1530" formatCode="###,###,###,##0.0000">
                  <c:v>352</c:v>
                </c:pt>
                <c:pt idx="1531" formatCode="###,###,###,##0.0000">
                  <c:v>353</c:v>
                </c:pt>
                <c:pt idx="1532" formatCode="###,###,###,##0.0000">
                  <c:v>350</c:v>
                </c:pt>
                <c:pt idx="1533" formatCode="###,###,###,##0.0000">
                  <c:v>350</c:v>
                </c:pt>
                <c:pt idx="1534" formatCode="###,###,###,##0.0000">
                  <c:v>351</c:v>
                </c:pt>
                <c:pt idx="1535" formatCode="###,###,###,##0.0000">
                  <c:v>358</c:v>
                </c:pt>
                <c:pt idx="1536" formatCode="###,###,###,##0.0000">
                  <c:v>358</c:v>
                </c:pt>
                <c:pt idx="1537" formatCode="###,###,###,##0.0000">
                  <c:v>354</c:v>
                </c:pt>
                <c:pt idx="1538" formatCode="###,###,###,##0.0000">
                  <c:v>354</c:v>
                </c:pt>
                <c:pt idx="1540" formatCode="###,###,###,##0.0000">
                  <c:v>350</c:v>
                </c:pt>
                <c:pt idx="1542" formatCode="###,###,###,##0.0000">
                  <c:v>348</c:v>
                </c:pt>
                <c:pt idx="1543" formatCode="###,###,###,##0.0000">
                  <c:v>349</c:v>
                </c:pt>
                <c:pt idx="1544" formatCode="###,###,###,##0.0000">
                  <c:v>349</c:v>
                </c:pt>
                <c:pt idx="1545" formatCode="###,###,###,##0.0000">
                  <c:v>349</c:v>
                </c:pt>
                <c:pt idx="1546" formatCode="###,###,###,##0.0000">
                  <c:v>349</c:v>
                </c:pt>
                <c:pt idx="1547" formatCode="###,###,###,##0.0000">
                  <c:v>355</c:v>
                </c:pt>
                <c:pt idx="1548" formatCode="###,###,###,##0.0000">
                  <c:v>357</c:v>
                </c:pt>
                <c:pt idx="1549" formatCode="###,###,###,##0.0000">
                  <c:v>349</c:v>
                </c:pt>
                <c:pt idx="1550" formatCode="###,###,###,##0.0000">
                  <c:v>349</c:v>
                </c:pt>
                <c:pt idx="1551" formatCode="###,###,###,##0.0000">
                  <c:v>358</c:v>
                </c:pt>
                <c:pt idx="1552" formatCode="###,###,###,##0.0000">
                  <c:v>358</c:v>
                </c:pt>
                <c:pt idx="1553" formatCode="###,###,###,##0.0000">
                  <c:v>355</c:v>
                </c:pt>
                <c:pt idx="1554" formatCode="###,###,###,##0.0000">
                  <c:v>355</c:v>
                </c:pt>
                <c:pt idx="1559" formatCode="###,###,###,##0.0000">
                  <c:v>362</c:v>
                </c:pt>
                <c:pt idx="1560" formatCode="###,###,###,##0.0000">
                  <c:v>359</c:v>
                </c:pt>
                <c:pt idx="1561" formatCode="###,###,###,##0.0000">
                  <c:v>359</c:v>
                </c:pt>
                <c:pt idx="1562" formatCode="###,###,###,##0.0000">
                  <c:v>357</c:v>
                </c:pt>
                <c:pt idx="1564" formatCode="###,###,###,##0.0000">
                  <c:v>362</c:v>
                </c:pt>
                <c:pt idx="1565" formatCode="###,###,###,##0.0000">
                  <c:v>360</c:v>
                </c:pt>
                <c:pt idx="1566" formatCode="###,###,###,##0.0000">
                  <c:v>358</c:v>
                </c:pt>
                <c:pt idx="1567" formatCode="###,###,###,##0.0000">
                  <c:v>355</c:v>
                </c:pt>
                <c:pt idx="1568" formatCode="###,###,###,##0.0000">
                  <c:v>355</c:v>
                </c:pt>
                <c:pt idx="1569" formatCode="###,###,###,##0.0000">
                  <c:v>353</c:v>
                </c:pt>
                <c:pt idx="1570" formatCode="###,###,###,##0.0000">
                  <c:v>354</c:v>
                </c:pt>
                <c:pt idx="1572" formatCode="###,###,###,##0.0000">
                  <c:v>352</c:v>
                </c:pt>
                <c:pt idx="1573" formatCode="###,###,###,##0.0000">
                  <c:v>352</c:v>
                </c:pt>
                <c:pt idx="1574" formatCode="###,###,###,##0.0000">
                  <c:v>352</c:v>
                </c:pt>
                <c:pt idx="1575" formatCode="###,###,###,##0.0000">
                  <c:v>353</c:v>
                </c:pt>
                <c:pt idx="1576" formatCode="###,###,###,##0.0000">
                  <c:v>348</c:v>
                </c:pt>
                <c:pt idx="1577" formatCode="###,###,###,##0.0000">
                  <c:v>348</c:v>
                </c:pt>
                <c:pt idx="1578" formatCode="###,###,###,##0.0000">
                  <c:v>350</c:v>
                </c:pt>
                <c:pt idx="1579" formatCode="###,###,###,##0.0000">
                  <c:v>347</c:v>
                </c:pt>
                <c:pt idx="1580" formatCode="###,###,###,##0.0000">
                  <c:v>349</c:v>
                </c:pt>
                <c:pt idx="1581" formatCode="###,###,###,##0.0000">
                  <c:v>349</c:v>
                </c:pt>
                <c:pt idx="1582" formatCode="###,###,###,##0.0000">
                  <c:v>349</c:v>
                </c:pt>
                <c:pt idx="1583" formatCode="###,###,###,##0.0000">
                  <c:v>346</c:v>
                </c:pt>
                <c:pt idx="1584" formatCode="###,###,###,##0.0000">
                  <c:v>347</c:v>
                </c:pt>
                <c:pt idx="1585" formatCode="###,###,###,##0.0000">
                  <c:v>345</c:v>
                </c:pt>
                <c:pt idx="1586" formatCode="###,###,###,##0.0000">
                  <c:v>345</c:v>
                </c:pt>
                <c:pt idx="1588" formatCode="###,###,###,##0.0000">
                  <c:v>345</c:v>
                </c:pt>
                <c:pt idx="1589" formatCode="###,###,###,##0.0000">
                  <c:v>345</c:v>
                </c:pt>
                <c:pt idx="1590" formatCode="###,###,###,##0.0000">
                  <c:v>351</c:v>
                </c:pt>
                <c:pt idx="1591" formatCode="###,###,###,##0.0000">
                  <c:v>351</c:v>
                </c:pt>
                <c:pt idx="1592" formatCode="###,###,###,##0.0000">
                  <c:v>351</c:v>
                </c:pt>
                <c:pt idx="1593" formatCode="###,###,###,##0.0000">
                  <c:v>353</c:v>
                </c:pt>
                <c:pt idx="1594" formatCode="###,###,###,##0.0000">
                  <c:v>356</c:v>
                </c:pt>
                <c:pt idx="1595" formatCode="###,###,###,##0.0000">
                  <c:v>357</c:v>
                </c:pt>
                <c:pt idx="1596" formatCode="###,###,###,##0.0000">
                  <c:v>359</c:v>
                </c:pt>
                <c:pt idx="1599" formatCode="###,###,###,##0.0000">
                  <c:v>359</c:v>
                </c:pt>
                <c:pt idx="1602" formatCode="###,###,###,##0.0000">
                  <c:v>349</c:v>
                </c:pt>
                <c:pt idx="1603" formatCode="###,###,###,##0.0000">
                  <c:v>351</c:v>
                </c:pt>
                <c:pt idx="1604" formatCode="###,###,###,##0.0000">
                  <c:v>346</c:v>
                </c:pt>
                <c:pt idx="1605" formatCode="###,###,###,##0.0000">
                  <c:v>346</c:v>
                </c:pt>
                <c:pt idx="1606" formatCode="###,###,###,##0.0000">
                  <c:v>352</c:v>
                </c:pt>
                <c:pt idx="1608" formatCode="###,###,###,##0.0000">
                  <c:v>357</c:v>
                </c:pt>
                <c:pt idx="1609" formatCode="###,###,###,##0.0000">
                  <c:v>352</c:v>
                </c:pt>
                <c:pt idx="1610" formatCode="###,###,###,##0.0000">
                  <c:v>346</c:v>
                </c:pt>
                <c:pt idx="1611" formatCode="###,###,###,##0.0000">
                  <c:v>346</c:v>
                </c:pt>
                <c:pt idx="1614" formatCode="###,###,###,##0.0000">
                  <c:v>346</c:v>
                </c:pt>
                <c:pt idx="1615" formatCode="###,###,###,##0.0000">
                  <c:v>346</c:v>
                </c:pt>
                <c:pt idx="1617" formatCode="###,###,###,##0.0000">
                  <c:v>338</c:v>
                </c:pt>
                <c:pt idx="1618" formatCode="###,###,###,##0.0000">
                  <c:v>334</c:v>
                </c:pt>
                <c:pt idx="1619" formatCode="###,###,###,##0.0000">
                  <c:v>335</c:v>
                </c:pt>
                <c:pt idx="1620" formatCode="###,###,###,##0.0000">
                  <c:v>338</c:v>
                </c:pt>
                <c:pt idx="1621" formatCode="###,###,###,##0.0000">
                  <c:v>337</c:v>
                </c:pt>
                <c:pt idx="1623" formatCode="###,###,###,##0.0000">
                  <c:v>337</c:v>
                </c:pt>
                <c:pt idx="1624" formatCode="###,###,###,##0.0000">
                  <c:v>338</c:v>
                </c:pt>
                <c:pt idx="1625" formatCode="###,###,###,##0.0000">
                  <c:v>338</c:v>
                </c:pt>
                <c:pt idx="1626" formatCode="###,###,###,##0.0000">
                  <c:v>340</c:v>
                </c:pt>
                <c:pt idx="1627" formatCode="###,###,###,##0.0000">
                  <c:v>340</c:v>
                </c:pt>
                <c:pt idx="1628" formatCode="###,###,###,##0.0000">
                  <c:v>340</c:v>
                </c:pt>
                <c:pt idx="1629" formatCode="###,###,###,##0.0000">
                  <c:v>441</c:v>
                </c:pt>
                <c:pt idx="1630" formatCode="###,###,###,##0.0000">
                  <c:v>441</c:v>
                </c:pt>
                <c:pt idx="1631" formatCode="###,###,###,##0.0000">
                  <c:v>441</c:v>
                </c:pt>
                <c:pt idx="1632" formatCode="###,###,###,##0.0000">
                  <c:v>441</c:v>
                </c:pt>
                <c:pt idx="1633" formatCode="###,###,###,##0.0000">
                  <c:v>441</c:v>
                </c:pt>
                <c:pt idx="1634" formatCode="###,###,###,##0.0000">
                  <c:v>441</c:v>
                </c:pt>
                <c:pt idx="1635" formatCode="###,###,###,##0.0000">
                  <c:v>344</c:v>
                </c:pt>
                <c:pt idx="1636" formatCode="###,###,###,##0.0000">
                  <c:v>344</c:v>
                </c:pt>
                <c:pt idx="1637" formatCode="###,###,###,##0.0000">
                  <c:v>344</c:v>
                </c:pt>
                <c:pt idx="1639" formatCode="###,###,###,##0.0000">
                  <c:v>344</c:v>
                </c:pt>
                <c:pt idx="1640" formatCode="###,###,###,##0.0000">
                  <c:v>344</c:v>
                </c:pt>
                <c:pt idx="1641" formatCode="###,###,###,##0.0000">
                  <c:v>344</c:v>
                </c:pt>
                <c:pt idx="1642" formatCode="###,###,###,##0.0000">
                  <c:v>344</c:v>
                </c:pt>
                <c:pt idx="1643" formatCode="###,###,###,##0.0000">
                  <c:v>344</c:v>
                </c:pt>
                <c:pt idx="1647" formatCode="###,###,###,##0.0000">
                  <c:v>344</c:v>
                </c:pt>
                <c:pt idx="1648" formatCode="###,###,###,##0.0000">
                  <c:v>344</c:v>
                </c:pt>
                <c:pt idx="1649" formatCode="###,###,###,##0.0000">
                  <c:v>344</c:v>
                </c:pt>
                <c:pt idx="1651" formatCode="###,###,###,##0.0000">
                  <c:v>344</c:v>
                </c:pt>
                <c:pt idx="1655" formatCode="###,###,###,##0.0000">
                  <c:v>344</c:v>
                </c:pt>
                <c:pt idx="1657" formatCode="###,###,###,##0.0000">
                  <c:v>344</c:v>
                </c:pt>
                <c:pt idx="1658" formatCode="###,###,###,##0.0000">
                  <c:v>344</c:v>
                </c:pt>
                <c:pt idx="1659" formatCode="###,###,###,##0.0000">
                  <c:v>344</c:v>
                </c:pt>
                <c:pt idx="1660" formatCode="###,###,###,##0.0000">
                  <c:v>344</c:v>
                </c:pt>
                <c:pt idx="1661" formatCode="###,###,###,##0.0000">
                  <c:v>344</c:v>
                </c:pt>
                <c:pt idx="1662" formatCode="###,###,###,##0.0000">
                  <c:v>344</c:v>
                </c:pt>
                <c:pt idx="1663" formatCode="###,###,###,##0.0000">
                  <c:v>344</c:v>
                </c:pt>
                <c:pt idx="1664" formatCode="###,###,###,##0.0000">
                  <c:v>320</c:v>
                </c:pt>
                <c:pt idx="1665" formatCode="###,###,###,##0.0000">
                  <c:v>320</c:v>
                </c:pt>
                <c:pt idx="1666" formatCode="###,###,###,##0.0000">
                  <c:v>320</c:v>
                </c:pt>
                <c:pt idx="1667" formatCode="###,###,###,##0.0000">
                  <c:v>323</c:v>
                </c:pt>
                <c:pt idx="1668" formatCode="###,###,###,##0.0000">
                  <c:v>323</c:v>
                </c:pt>
                <c:pt idx="1669" formatCode="###,###,###,##0.0000">
                  <c:v>323</c:v>
                </c:pt>
                <c:pt idx="1672" formatCode="###,###,###,##0.0000">
                  <c:v>334</c:v>
                </c:pt>
                <c:pt idx="1673" formatCode="###,###,###,##0.0000">
                  <c:v>335</c:v>
                </c:pt>
                <c:pt idx="1674" formatCode="###,###,###,##0.0000">
                  <c:v>335</c:v>
                </c:pt>
                <c:pt idx="1675" formatCode="###,###,###,##0.0000">
                  <c:v>335</c:v>
                </c:pt>
                <c:pt idx="1678" formatCode="###,###,###,##0.0000">
                  <c:v>336</c:v>
                </c:pt>
                <c:pt idx="1679" formatCode="###,###,###,##0.0000">
                  <c:v>337</c:v>
                </c:pt>
                <c:pt idx="1680" formatCode="###,###,###,##0.0000">
                  <c:v>338</c:v>
                </c:pt>
                <c:pt idx="1683" formatCode="###,###,###,##0.0000">
                  <c:v>338</c:v>
                </c:pt>
                <c:pt idx="1684" formatCode="###,###,###,##0.0000">
                  <c:v>338</c:v>
                </c:pt>
                <c:pt idx="1685" formatCode="###,###,###,##0.0000">
                  <c:v>342</c:v>
                </c:pt>
                <c:pt idx="1686" formatCode="###,###,###,##0.0000">
                  <c:v>340</c:v>
                </c:pt>
                <c:pt idx="1687" formatCode="###,###,###,##0.0000">
                  <c:v>340</c:v>
                </c:pt>
                <c:pt idx="1688" formatCode="###,###,###,##0.0000">
                  <c:v>341</c:v>
                </c:pt>
                <c:pt idx="1689" formatCode="###,###,###,##0.0000">
                  <c:v>337</c:v>
                </c:pt>
                <c:pt idx="1690" formatCode="###,###,###,##0.0000">
                  <c:v>337</c:v>
                </c:pt>
                <c:pt idx="1691" formatCode="###,###,###,##0.0000">
                  <c:v>337</c:v>
                </c:pt>
                <c:pt idx="1692" formatCode="###,###,###,##0.0000">
                  <c:v>342</c:v>
                </c:pt>
                <c:pt idx="1694" formatCode="###,###,###,##0.0000">
                  <c:v>342</c:v>
                </c:pt>
                <c:pt idx="1695" formatCode="###,###,###,##0.0000">
                  <c:v>345</c:v>
                </c:pt>
                <c:pt idx="1696" formatCode="###,###,###,##0.0000">
                  <c:v>349</c:v>
                </c:pt>
                <c:pt idx="1697" formatCode="###,###,###,##0.0000">
                  <c:v>356</c:v>
                </c:pt>
                <c:pt idx="1698" formatCode="###,###,###,##0.0000">
                  <c:v>354</c:v>
                </c:pt>
                <c:pt idx="1699" formatCode="###,###,###,##0.0000">
                  <c:v>355</c:v>
                </c:pt>
                <c:pt idx="1700" formatCode="###,###,###,##0.0000">
                  <c:v>356</c:v>
                </c:pt>
                <c:pt idx="1701" formatCode="###,###,###,##0.0000">
                  <c:v>377</c:v>
                </c:pt>
                <c:pt idx="1702" formatCode="###,###,###,##0.0000">
                  <c:v>380</c:v>
                </c:pt>
                <c:pt idx="1703" formatCode="###,###,###,##0.0000">
                  <c:v>380</c:v>
                </c:pt>
                <c:pt idx="1704" formatCode="###,###,###,##0.0000">
                  <c:v>375</c:v>
                </c:pt>
                <c:pt idx="1705" formatCode="###,###,###,##0.0000">
                  <c:v>379</c:v>
                </c:pt>
                <c:pt idx="1706" formatCode="###,###,###,##0.0000">
                  <c:v>383</c:v>
                </c:pt>
                <c:pt idx="1707" formatCode="###,###,###,##0.0000">
                  <c:v>383</c:v>
                </c:pt>
                <c:pt idx="1708" formatCode="###,###,###,##0.0000">
                  <c:v>383</c:v>
                </c:pt>
                <c:pt idx="1710" formatCode="###,###,###,##0.0000">
                  <c:v>383</c:v>
                </c:pt>
                <c:pt idx="1711" formatCode="###,###,###,##0.0000">
                  <c:v>392</c:v>
                </c:pt>
                <c:pt idx="1712" formatCode="###,###,###,##0.0000">
                  <c:v>388</c:v>
                </c:pt>
                <c:pt idx="1713" formatCode="###,###,###,##0.0000">
                  <c:v>388</c:v>
                </c:pt>
                <c:pt idx="1714" formatCode="###,###,###,##0.0000">
                  <c:v>381</c:v>
                </c:pt>
                <c:pt idx="1715" formatCode="###,###,###,##0.0000">
                  <c:v>389</c:v>
                </c:pt>
                <c:pt idx="1716" formatCode="###,###,###,##0.0000">
                  <c:v>386</c:v>
                </c:pt>
                <c:pt idx="1717" formatCode="###,###,###,##0.0000">
                  <c:v>386</c:v>
                </c:pt>
                <c:pt idx="1718" formatCode="###,###,###,##0.0000">
                  <c:v>403</c:v>
                </c:pt>
                <c:pt idx="1719" formatCode="###,###,###,##0.0000">
                  <c:v>403</c:v>
                </c:pt>
                <c:pt idx="1720" formatCode="###,###,###,##0.0000">
                  <c:v>403</c:v>
                </c:pt>
                <c:pt idx="1721" formatCode="###,###,###,##0.0000">
                  <c:v>403</c:v>
                </c:pt>
                <c:pt idx="1722" formatCode="###,###,###,##0.0000">
                  <c:v>403</c:v>
                </c:pt>
                <c:pt idx="1724" formatCode="###,###,###,##0.0000">
                  <c:v>403</c:v>
                </c:pt>
                <c:pt idx="1725" formatCode="###,###,###,##0.0000">
                  <c:v>403</c:v>
                </c:pt>
                <c:pt idx="1726" formatCode="###,###,###,##0.0000">
                  <c:v>403</c:v>
                </c:pt>
                <c:pt idx="1728" formatCode="###,###,###,##0.0000">
                  <c:v>403</c:v>
                </c:pt>
                <c:pt idx="1729" formatCode="###,###,###,##0.0000">
                  <c:v>403</c:v>
                </c:pt>
                <c:pt idx="1730" formatCode="###,###,###,##0.0000">
                  <c:v>403</c:v>
                </c:pt>
                <c:pt idx="1731" formatCode="###,###,###,##0.0000">
                  <c:v>403</c:v>
                </c:pt>
                <c:pt idx="1732" formatCode="###,###,###,##0.0000">
                  <c:v>403</c:v>
                </c:pt>
                <c:pt idx="1733" formatCode="###,###,###,##0.0000">
                  <c:v>403</c:v>
                </c:pt>
                <c:pt idx="1734" formatCode="###,###,###,##0.0000">
                  <c:v>403</c:v>
                </c:pt>
                <c:pt idx="1735" formatCode="###,###,###,##0.0000">
                  <c:v>403</c:v>
                </c:pt>
                <c:pt idx="1736" formatCode="###,###,###,##0.0000">
                  <c:v>403</c:v>
                </c:pt>
                <c:pt idx="1737" formatCode="###,###,###,##0.0000">
                  <c:v>403</c:v>
                </c:pt>
                <c:pt idx="1738" formatCode="###,###,###,##0.0000">
                  <c:v>403</c:v>
                </c:pt>
                <c:pt idx="1739" formatCode="###,###,###,##0.0000">
                  <c:v>403</c:v>
                </c:pt>
                <c:pt idx="1741" formatCode="###,###,###,##0.0000">
                  <c:v>403</c:v>
                </c:pt>
                <c:pt idx="1742" formatCode="###,###,###,##0.0000">
                  <c:v>403</c:v>
                </c:pt>
                <c:pt idx="1743" formatCode="###,###,###,##0.0000">
                  <c:v>450</c:v>
                </c:pt>
                <c:pt idx="1744" formatCode="###,###,###,##0.0000">
                  <c:v>448</c:v>
                </c:pt>
                <c:pt idx="1747" formatCode="###,###,###,##0.0000">
                  <c:v>440</c:v>
                </c:pt>
                <c:pt idx="1748" formatCode="###,###,###,##0.0000">
                  <c:v>440</c:v>
                </c:pt>
                <c:pt idx="1749" formatCode="###,###,###,##0.0000">
                  <c:v>440</c:v>
                </c:pt>
                <c:pt idx="1750" formatCode="###,###,###,##0.0000">
                  <c:v>439</c:v>
                </c:pt>
                <c:pt idx="1751" formatCode="###,###,###,##0.0000">
                  <c:v>431</c:v>
                </c:pt>
                <c:pt idx="1752" formatCode="###,###,###,##0.0000">
                  <c:v>431</c:v>
                </c:pt>
                <c:pt idx="1753" formatCode="###,###,###,##0.0000">
                  <c:v>439</c:v>
                </c:pt>
                <c:pt idx="1754" formatCode="###,###,###,##0.0000">
                  <c:v>441</c:v>
                </c:pt>
                <c:pt idx="1755" formatCode="###,###,###,##0.0000">
                  <c:v>454</c:v>
                </c:pt>
                <c:pt idx="1756" formatCode="###,###,###,##0.0000">
                  <c:v>454</c:v>
                </c:pt>
                <c:pt idx="1757" formatCode="###,###,###,##0.0000">
                  <c:v>440</c:v>
                </c:pt>
                <c:pt idx="1758" formatCode="###,###,###,##0.0000">
                  <c:v>440</c:v>
                </c:pt>
                <c:pt idx="1759" formatCode="###,###,###,##0.0000">
                  <c:v>423</c:v>
                </c:pt>
                <c:pt idx="1760" formatCode="###,###,###,##0.0000">
                  <c:v>423</c:v>
                </c:pt>
                <c:pt idx="1762" formatCode="###,###,###,##0.0000">
                  <c:v>423</c:v>
                </c:pt>
                <c:pt idx="1763" formatCode="###,###,###,##0.0000">
                  <c:v>423</c:v>
                </c:pt>
                <c:pt idx="1764" formatCode="###,###,###,##0.0000">
                  <c:v>423</c:v>
                </c:pt>
                <c:pt idx="1765" formatCode="###,###,###,##0.0000">
                  <c:v>423</c:v>
                </c:pt>
                <c:pt idx="1766" formatCode="###,###,###,##0.0000">
                  <c:v>423</c:v>
                </c:pt>
                <c:pt idx="1767" formatCode="###,###,###,##0.0000">
                  <c:v>430</c:v>
                </c:pt>
                <c:pt idx="1768" formatCode="###,###,###,##0.0000">
                  <c:v>430</c:v>
                </c:pt>
                <c:pt idx="1769" formatCode="###,###,###,##0.0000">
                  <c:v>420</c:v>
                </c:pt>
                <c:pt idx="1770" formatCode="###,###,###,##0.0000">
                  <c:v>415</c:v>
                </c:pt>
                <c:pt idx="1771" formatCode="###,###,###,##0.0000">
                  <c:v>414</c:v>
                </c:pt>
                <c:pt idx="1772" formatCode="###,###,###,##0.0000">
                  <c:v>412</c:v>
                </c:pt>
                <c:pt idx="1773" formatCode="###,###,###,##0.0000">
                  <c:v>407</c:v>
                </c:pt>
                <c:pt idx="1775" formatCode="###,###,###,##0.0000">
                  <c:v>414</c:v>
                </c:pt>
                <c:pt idx="1776" formatCode="###,###,###,##0.0000">
                  <c:v>414</c:v>
                </c:pt>
                <c:pt idx="1778" formatCode="###,###,###,##0.0000">
                  <c:v>422</c:v>
                </c:pt>
                <c:pt idx="1779" formatCode="###,###,###,##0.0000">
                  <c:v>410</c:v>
                </c:pt>
                <c:pt idx="1781" formatCode="###,###,###,##0.0000">
                  <c:v>405</c:v>
                </c:pt>
                <c:pt idx="1782" formatCode="###,###,###,##0.0000">
                  <c:v>405</c:v>
                </c:pt>
                <c:pt idx="1783" formatCode="###,###,###,##0.0000">
                  <c:v>405</c:v>
                </c:pt>
                <c:pt idx="1784" formatCode="###,###,###,##0.0000">
                  <c:v>409</c:v>
                </c:pt>
                <c:pt idx="1785" formatCode="###,###,###,##0.0000">
                  <c:v>409</c:v>
                </c:pt>
                <c:pt idx="1786" formatCode="###,###,###,##0.0000">
                  <c:v>409</c:v>
                </c:pt>
                <c:pt idx="1787" formatCode="###,###,###,##0.0000">
                  <c:v>409</c:v>
                </c:pt>
                <c:pt idx="1789" formatCode="###,###,###,##0.0000">
                  <c:v>405</c:v>
                </c:pt>
                <c:pt idx="1790" formatCode="###,###,###,##0.0000">
                  <c:v>412</c:v>
                </c:pt>
                <c:pt idx="1791" formatCode="###,###,###,##0.0000">
                  <c:v>416</c:v>
                </c:pt>
                <c:pt idx="1792" formatCode="###,###,###,##0.0000">
                  <c:v>422</c:v>
                </c:pt>
                <c:pt idx="1794" formatCode="###,###,###,##0.0000">
                  <c:v>422</c:v>
                </c:pt>
                <c:pt idx="1795" formatCode="###,###,###,##0.0000">
                  <c:v>422</c:v>
                </c:pt>
                <c:pt idx="1796" formatCode="###,###,###,##0.0000">
                  <c:v>420</c:v>
                </c:pt>
                <c:pt idx="1797" formatCode="###,###,###,##0.0000">
                  <c:v>420</c:v>
                </c:pt>
                <c:pt idx="1798" formatCode="###,###,###,##0.0000">
                  <c:v>405</c:v>
                </c:pt>
                <c:pt idx="1799" formatCode="###,###,###,##0.0000">
                  <c:v>402</c:v>
                </c:pt>
                <c:pt idx="1800" formatCode="###,###,###,##0.0000">
                  <c:v>400</c:v>
                </c:pt>
                <c:pt idx="1801" formatCode="###,###,###,##0.0000">
                  <c:v>395</c:v>
                </c:pt>
                <c:pt idx="1802" formatCode="###,###,###,##0.0000">
                  <c:v>387</c:v>
                </c:pt>
                <c:pt idx="1803" formatCode="###,###,###,##0.0000">
                  <c:v>396</c:v>
                </c:pt>
                <c:pt idx="1804" formatCode="###,###,###,##0.0000">
                  <c:v>396</c:v>
                </c:pt>
                <c:pt idx="1805" formatCode="###,###,###,##0.0000">
                  <c:v>396</c:v>
                </c:pt>
                <c:pt idx="1806" formatCode="###,###,###,##0.0000">
                  <c:v>396</c:v>
                </c:pt>
                <c:pt idx="1807" formatCode="###,###,###,##0.0000">
                  <c:v>402</c:v>
                </c:pt>
                <c:pt idx="1808" formatCode="###,###,###,##0.0000">
                  <c:v>402</c:v>
                </c:pt>
                <c:pt idx="1810" formatCode="###,###,###,##0.0000">
                  <c:v>402</c:v>
                </c:pt>
                <c:pt idx="1811" formatCode="###,###,###,##0.0000">
                  <c:v>397</c:v>
                </c:pt>
                <c:pt idx="1812" formatCode="###,###,###,##0.0000">
                  <c:v>393</c:v>
                </c:pt>
                <c:pt idx="1813" formatCode="###,###,###,##0.0000">
                  <c:v>391</c:v>
                </c:pt>
                <c:pt idx="1814" formatCode="###,###,###,##0.0000">
                  <c:v>393</c:v>
                </c:pt>
                <c:pt idx="1816" formatCode="###,###,###,##0.0000">
                  <c:v>398</c:v>
                </c:pt>
                <c:pt idx="1817" formatCode="###,###,###,##0.0000">
                  <c:v>406</c:v>
                </c:pt>
                <c:pt idx="1818" formatCode="###,###,###,##0.0000">
                  <c:v>406</c:v>
                </c:pt>
                <c:pt idx="1819" formatCode="###,###,###,##0.0000">
                  <c:v>399</c:v>
                </c:pt>
                <c:pt idx="1820" formatCode="###,###,###,##0.0000">
                  <c:v>399</c:v>
                </c:pt>
                <c:pt idx="1821" formatCode="###,###,###,##0.0000">
                  <c:v>393</c:v>
                </c:pt>
                <c:pt idx="1822" formatCode="###,###,###,##0.0000">
                  <c:v>391</c:v>
                </c:pt>
                <c:pt idx="1823" formatCode="###,###,###,##0.0000">
                  <c:v>393</c:v>
                </c:pt>
                <c:pt idx="1824" formatCode="###,###,###,##0.0000">
                  <c:v>393</c:v>
                </c:pt>
                <c:pt idx="1825" formatCode="###,###,###,##0.0000">
                  <c:v>390</c:v>
                </c:pt>
                <c:pt idx="1826" formatCode="###,###,###,##0.0000">
                  <c:v>385</c:v>
                </c:pt>
                <c:pt idx="1827" formatCode="###,###,###,##0.0000">
                  <c:v>392</c:v>
                </c:pt>
                <c:pt idx="1828" formatCode="###,###,###,##0.0000">
                  <c:v>389</c:v>
                </c:pt>
                <c:pt idx="1829" formatCode="###,###,###,##0.0000">
                  <c:v>386</c:v>
                </c:pt>
                <c:pt idx="1830" formatCode="###,###,###,##0.0000">
                  <c:v>385</c:v>
                </c:pt>
                <c:pt idx="1834" formatCode="###,###,###,##0.0000">
                  <c:v>385</c:v>
                </c:pt>
                <c:pt idx="1835" formatCode="###,###,###,##0.0000">
                  <c:v>382</c:v>
                </c:pt>
                <c:pt idx="1836" formatCode="###,###,###,##0.0000">
                  <c:v>382</c:v>
                </c:pt>
                <c:pt idx="1837" formatCode="###,###,###,##0.0000">
                  <c:v>381</c:v>
                </c:pt>
                <c:pt idx="1838" formatCode="###,###,###,##0.0000">
                  <c:v>381</c:v>
                </c:pt>
                <c:pt idx="1839" formatCode="###,###,###,##0.0000">
                  <c:v>385</c:v>
                </c:pt>
                <c:pt idx="1840" formatCode="###,###,###,##0.0000">
                  <c:v>383</c:v>
                </c:pt>
                <c:pt idx="1841" formatCode="###,###,###,##0.0000">
                  <c:v>383</c:v>
                </c:pt>
                <c:pt idx="1842" formatCode="###,###,###,##0.0000">
                  <c:v>385</c:v>
                </c:pt>
                <c:pt idx="1843" formatCode="###,###,###,##0.0000">
                  <c:v>385</c:v>
                </c:pt>
                <c:pt idx="1844" formatCode="###,###,###,##0.0000">
                  <c:v>385</c:v>
                </c:pt>
                <c:pt idx="1845" formatCode="###,###,###,##0.0000">
                  <c:v>394</c:v>
                </c:pt>
                <c:pt idx="1846" formatCode="###,###,###,##0.0000">
                  <c:v>394</c:v>
                </c:pt>
                <c:pt idx="1847" formatCode="###,###,###,##0.0000">
                  <c:v>390</c:v>
                </c:pt>
                <c:pt idx="1848" formatCode="###,###,###,##0.0000">
                  <c:v>389</c:v>
                </c:pt>
                <c:pt idx="1849" formatCode="###,###,###,##0.0000">
                  <c:v>382</c:v>
                </c:pt>
                <c:pt idx="1850" formatCode="###,###,###,##0.0000">
                  <c:v>379</c:v>
                </c:pt>
                <c:pt idx="1851" formatCode="###,###,###,##0.0000">
                  <c:v>379</c:v>
                </c:pt>
                <c:pt idx="1852" formatCode="###,###,###,##0.0000">
                  <c:v>379</c:v>
                </c:pt>
                <c:pt idx="1853" formatCode="###,###,###,##0.0000">
                  <c:v>379</c:v>
                </c:pt>
                <c:pt idx="1854" formatCode="###,###,###,##0.0000">
                  <c:v>379</c:v>
                </c:pt>
                <c:pt idx="1855" formatCode="###,###,###,##0.0000">
                  <c:v>379</c:v>
                </c:pt>
                <c:pt idx="1856" formatCode="###,###,###,##0.0000">
                  <c:v>379</c:v>
                </c:pt>
                <c:pt idx="1857" formatCode="###,###,###,##0.0000">
                  <c:v>374</c:v>
                </c:pt>
                <c:pt idx="1858" formatCode="###,###,###,##0.0000">
                  <c:v>374</c:v>
                </c:pt>
                <c:pt idx="1859" formatCode="###,###,###,##0.0000">
                  <c:v>374</c:v>
                </c:pt>
                <c:pt idx="1860" formatCode="###,###,###,##0.0000">
                  <c:v>378</c:v>
                </c:pt>
                <c:pt idx="1861" formatCode="###,###,###,##0.0000">
                  <c:v>378</c:v>
                </c:pt>
                <c:pt idx="1862" formatCode="###,###,###,##0.0000">
                  <c:v>379</c:v>
                </c:pt>
                <c:pt idx="1864" formatCode="###,###,###,##0.0000">
                  <c:v>379</c:v>
                </c:pt>
                <c:pt idx="1865" formatCode="###,###,###,##0.0000">
                  <c:v>380</c:v>
                </c:pt>
                <c:pt idx="1866" formatCode="###,###,###,##0.0000">
                  <c:v>391</c:v>
                </c:pt>
                <c:pt idx="1867" formatCode="###,###,###,##0.0000">
                  <c:v>391</c:v>
                </c:pt>
                <c:pt idx="1868" formatCode="###,###,###,##0.0000">
                  <c:v>391</c:v>
                </c:pt>
                <c:pt idx="1869" formatCode="###,###,###,##0.0000">
                  <c:v>395</c:v>
                </c:pt>
                <c:pt idx="1870" formatCode="###,###,###,##0.0000">
                  <c:v>395</c:v>
                </c:pt>
                <c:pt idx="1871" formatCode="###,###,###,##0.0000">
                  <c:v>397</c:v>
                </c:pt>
                <c:pt idx="1872" formatCode="###,###,###,##0.0000">
                  <c:v>398</c:v>
                </c:pt>
                <c:pt idx="1873" formatCode="###,###,###,##0.0000">
                  <c:v>398</c:v>
                </c:pt>
                <c:pt idx="1874" formatCode="###,###,###,##0.0000">
                  <c:v>395</c:v>
                </c:pt>
                <c:pt idx="1875" formatCode="###,###,###,##0.0000">
                  <c:v>392</c:v>
                </c:pt>
                <c:pt idx="1876" formatCode="###,###,###,##0.0000">
                  <c:v>394</c:v>
                </c:pt>
                <c:pt idx="1877" formatCode="###,###,###,##0.0000">
                  <c:v>394</c:v>
                </c:pt>
                <c:pt idx="1881" formatCode="###,###,###,##0.0000">
                  <c:v>394</c:v>
                </c:pt>
                <c:pt idx="1882" formatCode="###,###,###,##0.0000">
                  <c:v>394</c:v>
                </c:pt>
                <c:pt idx="1883" formatCode="###,###,###,##0.0000">
                  <c:v>394</c:v>
                </c:pt>
                <c:pt idx="1884" formatCode="###,###,###,##0.0000">
                  <c:v>394</c:v>
                </c:pt>
                <c:pt idx="1885" formatCode="###,###,###,##0.0000">
                  <c:v>382</c:v>
                </c:pt>
                <c:pt idx="1887" formatCode="###,###,###,##0.0000">
                  <c:v>385</c:v>
                </c:pt>
                <c:pt idx="1888" formatCode="###,###,###,##0.0000">
                  <c:v>385</c:v>
                </c:pt>
                <c:pt idx="1890" formatCode="###,###,###,##0.0000">
                  <c:v>380</c:v>
                </c:pt>
                <c:pt idx="1891" formatCode="###,###,###,##0.0000">
                  <c:v>380</c:v>
                </c:pt>
                <c:pt idx="1892" formatCode="###,###,###,##0.0000">
                  <c:v>380</c:v>
                </c:pt>
                <c:pt idx="1893" formatCode="###,###,###,##0.0000">
                  <c:v>382</c:v>
                </c:pt>
                <c:pt idx="1896" formatCode="###,###,###,##0.0000">
                  <c:v>379</c:v>
                </c:pt>
                <c:pt idx="1897" formatCode="###,###,###,##0.0000">
                  <c:v>379</c:v>
                </c:pt>
                <c:pt idx="1898" formatCode="###,###,###,##0.0000">
                  <c:v>380</c:v>
                </c:pt>
                <c:pt idx="1899" formatCode="###,###,###,##0.0000">
                  <c:v>380</c:v>
                </c:pt>
                <c:pt idx="1900" formatCode="###,###,###,##0.0000">
                  <c:v>375</c:v>
                </c:pt>
                <c:pt idx="1901" formatCode="###,###,###,##0.0000">
                  <c:v>375</c:v>
                </c:pt>
                <c:pt idx="1902" formatCode="###,###,###,##0.0000">
                  <c:v>375</c:v>
                </c:pt>
                <c:pt idx="1903" formatCode="###,###,###,##0.0000">
                  <c:v>375</c:v>
                </c:pt>
                <c:pt idx="1904" formatCode="###,###,###,##0.0000">
                  <c:v>375</c:v>
                </c:pt>
                <c:pt idx="1905" formatCode="###,###,###,##0.0000">
                  <c:v>375</c:v>
                </c:pt>
                <c:pt idx="1906" formatCode="###,###,###,##0.0000">
                  <c:v>375</c:v>
                </c:pt>
                <c:pt idx="1907" formatCode="###,###,###,##0.0000">
                  <c:v>375</c:v>
                </c:pt>
                <c:pt idx="1908" formatCode="###,###,###,##0.0000">
                  <c:v>373</c:v>
                </c:pt>
                <c:pt idx="1909" formatCode="###,###,###,##0.0000">
                  <c:v>404</c:v>
                </c:pt>
                <c:pt idx="1910" formatCode="###,###,###,##0.0000">
                  <c:v>405</c:v>
                </c:pt>
                <c:pt idx="1912" formatCode="###,###,###,##0.0000">
                  <c:v>405</c:v>
                </c:pt>
                <c:pt idx="1913" formatCode="###,###,###,##0.0000">
                  <c:v>405</c:v>
                </c:pt>
                <c:pt idx="1914" formatCode="###,###,###,##0.0000">
                  <c:v>406</c:v>
                </c:pt>
                <c:pt idx="1915" formatCode="###,###,###,##0.0000">
                  <c:v>404</c:v>
                </c:pt>
                <c:pt idx="1916" formatCode="###,###,###,##0.0000">
                  <c:v>398</c:v>
                </c:pt>
                <c:pt idx="1917" formatCode="###,###,###,##0.0000">
                  <c:v>398</c:v>
                </c:pt>
                <c:pt idx="1918" formatCode="###,###,###,##0.0000">
                  <c:v>398</c:v>
                </c:pt>
                <c:pt idx="1919" formatCode="###,###,###,##0.0000">
                  <c:v>398</c:v>
                </c:pt>
                <c:pt idx="1920" formatCode="###,###,###,##0.0000">
                  <c:v>398</c:v>
                </c:pt>
                <c:pt idx="1921" formatCode="###,###,###,##0.0000">
                  <c:v>398</c:v>
                </c:pt>
                <c:pt idx="1924" formatCode="###,###,###,##0.0000">
                  <c:v>388</c:v>
                </c:pt>
                <c:pt idx="1925" formatCode="###,###,###,##0.0000">
                  <c:v>391</c:v>
                </c:pt>
                <c:pt idx="1926" formatCode="###,###,###,##0.0000">
                  <c:v>396</c:v>
                </c:pt>
                <c:pt idx="1927" formatCode="###,###,###,##0.0000">
                  <c:v>393</c:v>
                </c:pt>
                <c:pt idx="1928" formatCode="###,###,###,##0.0000">
                  <c:v>397</c:v>
                </c:pt>
                <c:pt idx="1929" formatCode="###,###,###,##0.0000">
                  <c:v>397</c:v>
                </c:pt>
                <c:pt idx="1930" formatCode="###,###,###,##0.0000">
                  <c:v>396</c:v>
                </c:pt>
                <c:pt idx="1931" formatCode="###,###,###,##0.0000">
                  <c:v>396</c:v>
                </c:pt>
                <c:pt idx="1932" formatCode="###,###,###,##0.0000">
                  <c:v>394</c:v>
                </c:pt>
                <c:pt idx="1933" formatCode="###,###,###,##0.0000">
                  <c:v>397</c:v>
                </c:pt>
                <c:pt idx="1934" formatCode="###,###,###,##0.0000">
                  <c:v>394</c:v>
                </c:pt>
                <c:pt idx="1935" formatCode="###,###,###,##0.0000">
                  <c:v>391</c:v>
                </c:pt>
                <c:pt idx="1936" formatCode="###,###,###,##0.0000">
                  <c:v>391</c:v>
                </c:pt>
                <c:pt idx="1937" formatCode="###,###,###,##0.0000">
                  <c:v>391</c:v>
                </c:pt>
                <c:pt idx="1938" formatCode="###,###,###,##0.0000">
                  <c:v>391</c:v>
                </c:pt>
                <c:pt idx="1940" formatCode="###,###,###,##0.0000">
                  <c:v>388</c:v>
                </c:pt>
                <c:pt idx="1941" formatCode="###,###,###,##0.0000">
                  <c:v>388</c:v>
                </c:pt>
                <c:pt idx="1942" formatCode="###,###,###,##0.0000">
                  <c:v>388</c:v>
                </c:pt>
                <c:pt idx="1943" formatCode="###,###,###,##0.0000">
                  <c:v>394</c:v>
                </c:pt>
                <c:pt idx="1944" formatCode="###,###,###,##0.0000">
                  <c:v>392</c:v>
                </c:pt>
                <c:pt idx="1945" formatCode="###,###,###,##0.0000">
                  <c:v>392</c:v>
                </c:pt>
                <c:pt idx="1946" formatCode="###,###,###,##0.0000">
                  <c:v>392</c:v>
                </c:pt>
                <c:pt idx="1947" formatCode="###,###,###,##0.0000">
                  <c:v>389</c:v>
                </c:pt>
                <c:pt idx="1948" formatCode="###,###,###,##0.0000">
                  <c:v>387</c:v>
                </c:pt>
                <c:pt idx="1949" formatCode="###,###,###,##0.0000">
                  <c:v>384</c:v>
                </c:pt>
                <c:pt idx="1950" formatCode="###,###,###,##0.0000">
                  <c:v>382</c:v>
                </c:pt>
                <c:pt idx="1951" formatCode="###,###,###,##0.0000">
                  <c:v>380</c:v>
                </c:pt>
                <c:pt idx="1952" formatCode="###,###,###,##0.0000">
                  <c:v>377</c:v>
                </c:pt>
                <c:pt idx="1953" formatCode="###,###,###,##0.0000">
                  <c:v>375</c:v>
                </c:pt>
                <c:pt idx="1954" formatCode="###,###,###,##0.0000">
                  <c:v>372</c:v>
                </c:pt>
                <c:pt idx="1955" formatCode="###,###,###,##0.0000">
                  <c:v>372</c:v>
                </c:pt>
                <c:pt idx="1956" formatCode="###,###,###,##0.0000">
                  <c:v>370</c:v>
                </c:pt>
                <c:pt idx="1957" formatCode="###,###,###,##0.0000">
                  <c:v>388</c:v>
                </c:pt>
                <c:pt idx="1959" formatCode="###,###,###,##0.0000">
                  <c:v>368</c:v>
                </c:pt>
                <c:pt idx="1960" formatCode="###,###,###,##0.0000">
                  <c:v>360</c:v>
                </c:pt>
                <c:pt idx="1961" formatCode="###,###,###,##0.0000">
                  <c:v>379</c:v>
                </c:pt>
                <c:pt idx="1962" formatCode="###,###,###,##0.0000">
                  <c:v>376</c:v>
                </c:pt>
                <c:pt idx="1963" formatCode="###,###,###,##0.0000">
                  <c:v>372</c:v>
                </c:pt>
                <c:pt idx="1965" formatCode="###,###,###,##0.0000">
                  <c:v>370</c:v>
                </c:pt>
                <c:pt idx="1966" formatCode="###,###,###,##0.0000">
                  <c:v>370</c:v>
                </c:pt>
                <c:pt idx="1967" formatCode="###,###,###,##0.0000">
                  <c:v>372</c:v>
                </c:pt>
                <c:pt idx="1968" formatCode="###,###,###,##0.0000">
                  <c:v>372</c:v>
                </c:pt>
                <c:pt idx="1969" formatCode="###,###,###,##0.0000">
                  <c:v>372</c:v>
                </c:pt>
                <c:pt idx="1970" formatCode="###,###,###,##0.0000">
                  <c:v>372</c:v>
                </c:pt>
                <c:pt idx="1971" formatCode="###,###,###,##0.0000">
                  <c:v>371</c:v>
                </c:pt>
                <c:pt idx="1972" formatCode="###,###,###,##0.0000">
                  <c:v>371</c:v>
                </c:pt>
                <c:pt idx="1975" formatCode="###,###,###,##0.0000">
                  <c:v>371</c:v>
                </c:pt>
                <c:pt idx="1976" formatCode="###,###,###,##0.0000">
                  <c:v>371</c:v>
                </c:pt>
                <c:pt idx="1977" formatCode="###,###,###,##0.0000">
                  <c:v>371</c:v>
                </c:pt>
                <c:pt idx="1978" formatCode="###,###,###,##0.0000">
                  <c:v>371</c:v>
                </c:pt>
                <c:pt idx="1979" formatCode="###,###,###,##0.0000">
                  <c:v>371</c:v>
                </c:pt>
                <c:pt idx="1980" formatCode="###,###,###,##0.0000">
                  <c:v>371</c:v>
                </c:pt>
                <c:pt idx="1981" formatCode="###,###,###,##0.0000">
                  <c:v>371</c:v>
                </c:pt>
                <c:pt idx="1982" formatCode="###,###,###,##0.0000">
                  <c:v>371</c:v>
                </c:pt>
                <c:pt idx="1983" formatCode="###,###,###,##0.0000">
                  <c:v>371</c:v>
                </c:pt>
                <c:pt idx="1984" formatCode="###,###,###,##0.0000">
                  <c:v>371</c:v>
                </c:pt>
                <c:pt idx="1987" formatCode="###,###,###,##0.0000">
                  <c:v>371</c:v>
                </c:pt>
                <c:pt idx="1988" formatCode="###,###,###,##0.0000">
                  <c:v>371</c:v>
                </c:pt>
                <c:pt idx="1989" formatCode="###,###,###,##0.0000">
                  <c:v>371</c:v>
                </c:pt>
                <c:pt idx="1990" formatCode="###,###,###,##0.0000">
                  <c:v>371</c:v>
                </c:pt>
                <c:pt idx="1991" formatCode="###,###,###,##0.0000">
                  <c:v>371</c:v>
                </c:pt>
                <c:pt idx="1992" formatCode="###,###,###,##0.0000">
                  <c:v>371</c:v>
                </c:pt>
                <c:pt idx="1993" formatCode="###,###,###,##0.0000">
                  <c:v>371</c:v>
                </c:pt>
                <c:pt idx="1994" formatCode="###,###,###,##0.0000">
                  <c:v>371</c:v>
                </c:pt>
                <c:pt idx="1995" formatCode="###,###,###,##0.0000">
                  <c:v>371</c:v>
                </c:pt>
                <c:pt idx="1996" formatCode="###,###,###,##0.0000">
                  <c:v>371</c:v>
                </c:pt>
                <c:pt idx="1997" formatCode="###,###,###,##0.0000">
                  <c:v>371</c:v>
                </c:pt>
                <c:pt idx="1998" formatCode="###,###,###,##0.0000">
                  <c:v>364</c:v>
                </c:pt>
                <c:pt idx="1999" formatCode="###,###,###,##0.0000">
                  <c:v>368</c:v>
                </c:pt>
                <c:pt idx="2000" formatCode="###,###,###,##0.0000">
                  <c:v>368</c:v>
                </c:pt>
                <c:pt idx="2002" formatCode="###,###,###,##0.0000">
                  <c:v>358</c:v>
                </c:pt>
                <c:pt idx="2003" formatCode="###,###,###,##0.0000">
                  <c:v>364</c:v>
                </c:pt>
                <c:pt idx="2004" formatCode="###,###,###,##0.0000">
                  <c:v>364</c:v>
                </c:pt>
                <c:pt idx="2006" formatCode="###,###,###,##0.0000">
                  <c:v>362</c:v>
                </c:pt>
                <c:pt idx="2008" formatCode="###,###,###,##0.0000">
                  <c:v>357</c:v>
                </c:pt>
                <c:pt idx="2009" formatCode="###,###,###,##0.0000">
                  <c:v>357</c:v>
                </c:pt>
                <c:pt idx="2010" formatCode="###,###,###,##0.0000">
                  <c:v>350</c:v>
                </c:pt>
                <c:pt idx="2011" formatCode="###,###,###,##0.0000">
                  <c:v>350</c:v>
                </c:pt>
                <c:pt idx="2012" formatCode="###,###,###,##0.0000">
                  <c:v>350</c:v>
                </c:pt>
                <c:pt idx="2013" formatCode="###,###,###,##0.0000">
                  <c:v>352</c:v>
                </c:pt>
                <c:pt idx="2014" formatCode="###,###,###,##0.0000">
                  <c:v>352</c:v>
                </c:pt>
                <c:pt idx="2015" formatCode="###,###,###,##0.0000">
                  <c:v>352</c:v>
                </c:pt>
                <c:pt idx="2016" formatCode="###,###,###,##0.0000">
                  <c:v>354</c:v>
                </c:pt>
                <c:pt idx="2017" formatCode="###,###,###,##0.0000">
                  <c:v>360</c:v>
                </c:pt>
                <c:pt idx="2019" formatCode="###,###,###,##0.0000">
                  <c:v>361</c:v>
                </c:pt>
                <c:pt idx="2020" formatCode="###,###,###,##0.0000">
                  <c:v>357</c:v>
                </c:pt>
                <c:pt idx="2021" formatCode="###,###,###,##0.0000">
                  <c:v>357</c:v>
                </c:pt>
                <c:pt idx="2022" formatCode="###,###,###,##0.0000">
                  <c:v>358</c:v>
                </c:pt>
                <c:pt idx="2023" formatCode="###,###,###,##0.0000">
                  <c:v>360</c:v>
                </c:pt>
                <c:pt idx="2024" formatCode="###,###,###,##0.0000">
                  <c:v>360</c:v>
                </c:pt>
                <c:pt idx="2026" formatCode="###,###,###,##0.0000">
                  <c:v>355</c:v>
                </c:pt>
                <c:pt idx="2027" formatCode="###,###,###,##0.0000">
                  <c:v>350</c:v>
                </c:pt>
                <c:pt idx="2028" formatCode="###,###,###,##0.0000">
                  <c:v>350</c:v>
                </c:pt>
                <c:pt idx="2029" formatCode="###,###,###,##0.0000">
                  <c:v>348</c:v>
                </c:pt>
                <c:pt idx="2030" formatCode="###,###,###,##0.0000">
                  <c:v>348</c:v>
                </c:pt>
                <c:pt idx="2031" formatCode="###,###,###,##0.0000">
                  <c:v>348</c:v>
                </c:pt>
                <c:pt idx="2032" formatCode="###,###,###,##0.0000">
                  <c:v>349</c:v>
                </c:pt>
                <c:pt idx="2033" formatCode="###,###,###,##0.0000">
                  <c:v>360</c:v>
                </c:pt>
                <c:pt idx="2034" formatCode="###,###,###,##0.0000">
                  <c:v>370</c:v>
                </c:pt>
                <c:pt idx="2035" formatCode="###,###,###,##0.0000">
                  <c:v>370</c:v>
                </c:pt>
                <c:pt idx="2036" formatCode="###,###,###,##0.0000">
                  <c:v>372</c:v>
                </c:pt>
                <c:pt idx="2037" formatCode="###,###,###,##0.0000">
                  <c:v>373</c:v>
                </c:pt>
                <c:pt idx="2038" formatCode="###,###,###,##0.0000">
                  <c:v>378</c:v>
                </c:pt>
                <c:pt idx="2039" formatCode="###,###,###,##0.0000">
                  <c:v>378</c:v>
                </c:pt>
                <c:pt idx="2040" formatCode="###,###,###,##0.0000">
                  <c:v>387</c:v>
                </c:pt>
                <c:pt idx="2041" formatCode="###,###,###,##0.0000">
                  <c:v>387</c:v>
                </c:pt>
                <c:pt idx="2042" formatCode="###,###,###,##0.0000">
                  <c:v>387</c:v>
                </c:pt>
                <c:pt idx="2043" formatCode="###,###,###,##0.0000">
                  <c:v>387</c:v>
                </c:pt>
                <c:pt idx="2044" formatCode="###,###,###,##0.0000">
                  <c:v>387</c:v>
                </c:pt>
                <c:pt idx="2045" formatCode="###,###,###,##0.0000">
                  <c:v>387</c:v>
                </c:pt>
                <c:pt idx="2046" formatCode="###,###,###,##0.0000">
                  <c:v>387</c:v>
                </c:pt>
                <c:pt idx="2047" formatCode="###,###,###,##0.0000">
                  <c:v>387</c:v>
                </c:pt>
                <c:pt idx="2048" formatCode="###,###,###,##0.0000">
                  <c:v>387</c:v>
                </c:pt>
                <c:pt idx="2049" formatCode="###,###,###,##0.0000">
                  <c:v>387</c:v>
                </c:pt>
                <c:pt idx="2050" formatCode="###,###,###,##0.0000">
                  <c:v>377</c:v>
                </c:pt>
                <c:pt idx="2051" formatCode="###,###,###,##0.0000">
                  <c:v>379</c:v>
                </c:pt>
                <c:pt idx="2052" formatCode="###,###,###,##0.0000">
                  <c:v>383</c:v>
                </c:pt>
                <c:pt idx="2053" formatCode="###,###,###,##0.0000">
                  <c:v>385</c:v>
                </c:pt>
                <c:pt idx="2054" formatCode="###,###,###,##0.0000">
                  <c:v>383</c:v>
                </c:pt>
                <c:pt idx="2055" formatCode="###,###,###,##0.0000">
                  <c:v>383</c:v>
                </c:pt>
                <c:pt idx="2056" formatCode="###,###,###,##0.0000">
                  <c:v>383</c:v>
                </c:pt>
                <c:pt idx="2057" formatCode="###,###,###,##0.0000">
                  <c:v>383</c:v>
                </c:pt>
                <c:pt idx="2058" formatCode="###,###,###,##0.0000">
                  <c:v>383</c:v>
                </c:pt>
                <c:pt idx="2059" formatCode="###,###,###,##0.0000">
                  <c:v>367</c:v>
                </c:pt>
                <c:pt idx="2060" formatCode="###,###,###,##0.0000">
                  <c:v>383</c:v>
                </c:pt>
                <c:pt idx="2061" formatCode="###,###,###,##0.0000">
                  <c:v>394</c:v>
                </c:pt>
                <c:pt idx="2063" formatCode="###,###,###,##0.0000">
                  <c:v>389</c:v>
                </c:pt>
                <c:pt idx="2065" formatCode="###,###,###,##0.0000">
                  <c:v>367</c:v>
                </c:pt>
                <c:pt idx="2066" formatCode="###,###,###,##0.0000">
                  <c:v>363</c:v>
                </c:pt>
                <c:pt idx="2067" formatCode="###,###,###,##0.0000">
                  <c:v>361</c:v>
                </c:pt>
                <c:pt idx="2068" formatCode="###,###,###,##0.0000">
                  <c:v>364</c:v>
                </c:pt>
                <c:pt idx="2071" formatCode="###,###,###,##0.0000">
                  <c:v>364</c:v>
                </c:pt>
                <c:pt idx="2072" formatCode="###,###,###,##0.0000">
                  <c:v>364</c:v>
                </c:pt>
                <c:pt idx="2073" formatCode="###,###,###,##0.0000">
                  <c:v>370</c:v>
                </c:pt>
                <c:pt idx="2074" formatCode="###,###,###,##0.0000">
                  <c:v>370</c:v>
                </c:pt>
                <c:pt idx="2075" formatCode="###,###,###,##0.0000">
                  <c:v>370</c:v>
                </c:pt>
                <c:pt idx="2076" formatCode="###,###,###,##0.0000">
                  <c:v>372</c:v>
                </c:pt>
                <c:pt idx="2077" formatCode="###,###,###,##0.0000">
                  <c:v>370</c:v>
                </c:pt>
                <c:pt idx="2078" formatCode="###,###,###,##0.0000">
                  <c:v>368</c:v>
                </c:pt>
                <c:pt idx="2079" formatCode="###,###,###,##0.0000">
                  <c:v>372</c:v>
                </c:pt>
                <c:pt idx="2080" formatCode="###,###,###,##0.0000">
                  <c:v>374</c:v>
                </c:pt>
                <c:pt idx="2081" formatCode="###,###,###,##0.0000">
                  <c:v>372</c:v>
                </c:pt>
                <c:pt idx="2082" formatCode="###,###,###,##0.0000">
                  <c:v>380</c:v>
                </c:pt>
                <c:pt idx="2083" formatCode="###,###,###,##0.0000">
                  <c:v>380</c:v>
                </c:pt>
                <c:pt idx="2084" formatCode="###,###,###,##0.0000">
                  <c:v>380</c:v>
                </c:pt>
                <c:pt idx="2086" formatCode="###,###,###,##0.0000">
                  <c:v>380</c:v>
                </c:pt>
                <c:pt idx="2087" formatCode="###,###,###,##0.0000">
                  <c:v>380</c:v>
                </c:pt>
                <c:pt idx="2088" formatCode="###,###,###,##0.0000">
                  <c:v>380</c:v>
                </c:pt>
                <c:pt idx="2089" formatCode="###,###,###,##0.0000">
                  <c:v>380</c:v>
                </c:pt>
                <c:pt idx="2090" formatCode="###,###,###,##0.0000">
                  <c:v>380</c:v>
                </c:pt>
                <c:pt idx="2091" formatCode="###,###,###,##0.0000">
                  <c:v>380</c:v>
                </c:pt>
                <c:pt idx="2092" formatCode="###,###,###,##0.0000">
                  <c:v>378</c:v>
                </c:pt>
                <c:pt idx="2093" formatCode="###,###,###,##0.0000">
                  <c:v>380</c:v>
                </c:pt>
                <c:pt idx="2094" formatCode="###,###,###,##0.0000">
                  <c:v>380</c:v>
                </c:pt>
                <c:pt idx="2095" formatCode="###,###,###,##0.0000">
                  <c:v>328</c:v>
                </c:pt>
                <c:pt idx="2096" formatCode="###,###,###,##0.0000">
                  <c:v>328</c:v>
                </c:pt>
                <c:pt idx="2097" formatCode="###,###,###,##0.0000">
                  <c:v>328</c:v>
                </c:pt>
                <c:pt idx="2098" formatCode="###,###,###,##0.0000">
                  <c:v>323</c:v>
                </c:pt>
                <c:pt idx="2099" formatCode="###,###,###,##0.0000">
                  <c:v>326</c:v>
                </c:pt>
                <c:pt idx="2100" formatCode="###,###,###,##0.0000">
                  <c:v>328</c:v>
                </c:pt>
                <c:pt idx="2102" formatCode="###,###,###,##0.0000">
                  <c:v>327</c:v>
                </c:pt>
                <c:pt idx="2103" formatCode="###,###,###,##0.0000">
                  <c:v>325</c:v>
                </c:pt>
                <c:pt idx="2104" formatCode="###,###,###,##0.0000">
                  <c:v>324</c:v>
                </c:pt>
                <c:pt idx="2105" formatCode="###,###,###,##0.0000">
                  <c:v>321</c:v>
                </c:pt>
                <c:pt idx="2106" formatCode="###,###,###,##0.0000">
                  <c:v>321</c:v>
                </c:pt>
                <c:pt idx="2107" formatCode="###,###,###,##0.0000">
                  <c:v>321</c:v>
                </c:pt>
                <c:pt idx="2108" formatCode="###,###,###,##0.0000">
                  <c:v>320</c:v>
                </c:pt>
                <c:pt idx="2109" formatCode="###,###,###,##0.0000">
                  <c:v>376</c:v>
                </c:pt>
                <c:pt idx="2110" formatCode="###,###,###,##0.0000">
                  <c:v>385</c:v>
                </c:pt>
                <c:pt idx="2111" formatCode="###,###,###,##0.0000">
                  <c:v>385</c:v>
                </c:pt>
                <c:pt idx="2112" formatCode="###,###,###,##0.0000">
                  <c:v>385</c:v>
                </c:pt>
                <c:pt idx="2113" formatCode="###,###,###,##0.0000">
                  <c:v>385</c:v>
                </c:pt>
                <c:pt idx="2114" formatCode="###,###,###,##0.0000">
                  <c:v>385</c:v>
                </c:pt>
                <c:pt idx="2115" formatCode="###,###,###,##0.0000">
                  <c:v>385</c:v>
                </c:pt>
                <c:pt idx="2116" formatCode="###,###,###,##0.0000">
                  <c:v>385</c:v>
                </c:pt>
                <c:pt idx="2117" formatCode="###,###,###,##0.0000">
                  <c:v>385</c:v>
                </c:pt>
                <c:pt idx="2118" formatCode="###,###,###,##0.0000">
                  <c:v>385</c:v>
                </c:pt>
                <c:pt idx="2119" formatCode="###,###,###,##0.0000">
                  <c:v>385</c:v>
                </c:pt>
                <c:pt idx="2120" formatCode="###,###,###,##0.0000">
                  <c:v>385</c:v>
                </c:pt>
                <c:pt idx="2121" formatCode="###,###,###,##0.0000">
                  <c:v>385</c:v>
                </c:pt>
                <c:pt idx="2122" formatCode="###,###,###,##0.0000">
                  <c:v>385</c:v>
                </c:pt>
                <c:pt idx="2123" formatCode="###,###,###,##0.0000">
                  <c:v>355</c:v>
                </c:pt>
                <c:pt idx="2124" formatCode="###,###,###,##0.0000">
                  <c:v>355</c:v>
                </c:pt>
                <c:pt idx="2125" formatCode="###,###,###,##0.0000">
                  <c:v>355</c:v>
                </c:pt>
                <c:pt idx="2126" formatCode="###,###,###,##0.0000">
                  <c:v>355</c:v>
                </c:pt>
                <c:pt idx="2128" formatCode="###,###,###,##0.0000">
                  <c:v>355</c:v>
                </c:pt>
                <c:pt idx="2129" formatCode="###,###,###,##0.0000">
                  <c:v>355</c:v>
                </c:pt>
                <c:pt idx="2130" formatCode="###,###,###,##0.0000">
                  <c:v>355</c:v>
                </c:pt>
                <c:pt idx="2131" formatCode="###,###,###,##0.0000">
                  <c:v>355</c:v>
                </c:pt>
                <c:pt idx="2132" formatCode="###,###,###,##0.0000">
                  <c:v>366</c:v>
                </c:pt>
                <c:pt idx="2133" formatCode="###,###,###,##0.0000">
                  <c:v>363</c:v>
                </c:pt>
                <c:pt idx="2134" formatCode="###,###,###,##0.0000">
                  <c:v>361</c:v>
                </c:pt>
                <c:pt idx="2135" formatCode="###,###,###,##0.0000">
                  <c:v>366</c:v>
                </c:pt>
                <c:pt idx="2136" formatCode="###,###,###,##0.0000">
                  <c:v>366</c:v>
                </c:pt>
                <c:pt idx="2137" formatCode="###,###,###,##0.0000">
                  <c:v>373</c:v>
                </c:pt>
                <c:pt idx="2138" formatCode="###,###,###,##0.0000">
                  <c:v>373</c:v>
                </c:pt>
                <c:pt idx="2139" formatCode="###,###,###,##0.0000">
                  <c:v>372</c:v>
                </c:pt>
                <c:pt idx="2140" formatCode="###,###,###,##0.0000">
                  <c:v>375</c:v>
                </c:pt>
                <c:pt idx="2141" formatCode="###,###,###,##0.0000">
                  <c:v>375</c:v>
                </c:pt>
                <c:pt idx="2142" formatCode="###,###,###,##0.0000">
                  <c:v>374</c:v>
                </c:pt>
                <c:pt idx="2143" formatCode="###,###,###,##0.0000">
                  <c:v>375</c:v>
                </c:pt>
                <c:pt idx="2144" formatCode="###,###,###,##0.0000">
                  <c:v>374</c:v>
                </c:pt>
                <c:pt idx="2145" formatCode="###,###,###,##0.0000">
                  <c:v>375</c:v>
                </c:pt>
                <c:pt idx="2146" formatCode="###,###,###,##0.0000">
                  <c:v>373</c:v>
                </c:pt>
                <c:pt idx="2147" formatCode="###,###,###,##0.0000">
                  <c:v>375</c:v>
                </c:pt>
                <c:pt idx="2148" formatCode="###,###,###,##0.0000">
                  <c:v>377</c:v>
                </c:pt>
                <c:pt idx="2149" formatCode="###,###,###,##0.0000">
                  <c:v>381</c:v>
                </c:pt>
                <c:pt idx="2150" formatCode="###,###,###,##0.0000">
                  <c:v>389</c:v>
                </c:pt>
                <c:pt idx="2151" formatCode="###,###,###,##0.0000">
                  <c:v>375</c:v>
                </c:pt>
                <c:pt idx="2153" formatCode="###,###,###,##0.0000">
                  <c:v>372</c:v>
                </c:pt>
                <c:pt idx="2154" formatCode="###,###,###,##0.0000">
                  <c:v>370</c:v>
                </c:pt>
                <c:pt idx="2155" formatCode="###,###,###,##0.0000">
                  <c:v>371</c:v>
                </c:pt>
                <c:pt idx="2156" formatCode="###,###,###,##0.0000">
                  <c:v>371</c:v>
                </c:pt>
                <c:pt idx="2157" formatCode="###,###,###,##0.0000">
                  <c:v>371</c:v>
                </c:pt>
                <c:pt idx="2158" formatCode="###,###,###,##0.0000">
                  <c:v>373</c:v>
                </c:pt>
                <c:pt idx="2159" formatCode="###,###,###,##0.0000">
                  <c:v>373</c:v>
                </c:pt>
                <c:pt idx="2160" formatCode="###,###,###,##0.0000">
                  <c:v>371</c:v>
                </c:pt>
                <c:pt idx="2161" formatCode="###,###,###,##0.0000">
                  <c:v>371</c:v>
                </c:pt>
                <c:pt idx="2162" formatCode="###,###,###,##0.0000">
                  <c:v>371</c:v>
                </c:pt>
                <c:pt idx="2164" formatCode="###,###,###,##0.0000">
                  <c:v>372</c:v>
                </c:pt>
                <c:pt idx="2165" formatCode="###,###,###,##0.0000">
                  <c:v>372</c:v>
                </c:pt>
                <c:pt idx="2166" formatCode="###,###,###,##0.0000">
                  <c:v>372</c:v>
                </c:pt>
                <c:pt idx="2167" formatCode="###,###,###,##0.0000">
                  <c:v>372</c:v>
                </c:pt>
                <c:pt idx="2169" formatCode="###,###,###,##0.0000">
                  <c:v>372</c:v>
                </c:pt>
                <c:pt idx="2170" formatCode="###,###,###,##0.0000">
                  <c:v>372</c:v>
                </c:pt>
                <c:pt idx="2171" formatCode="###,###,###,##0.0000">
                  <c:v>372</c:v>
                </c:pt>
                <c:pt idx="2172" formatCode="###,###,###,##0.0000">
                  <c:v>372</c:v>
                </c:pt>
                <c:pt idx="2173" formatCode="###,###,###,##0.0000">
                  <c:v>372</c:v>
                </c:pt>
                <c:pt idx="2174" formatCode="###,###,###,##0.0000">
                  <c:v>372</c:v>
                </c:pt>
                <c:pt idx="2175" formatCode="###,###,###,##0.0000">
                  <c:v>372</c:v>
                </c:pt>
                <c:pt idx="2176" formatCode="###,###,###,##0.0000">
                  <c:v>375</c:v>
                </c:pt>
                <c:pt idx="2177" formatCode="###,###,###,##0.0000">
                  <c:v>375</c:v>
                </c:pt>
                <c:pt idx="2178" formatCode="###,###,###,##0.0000">
                  <c:v>378</c:v>
                </c:pt>
                <c:pt idx="2179" formatCode="###,###,###,##0.0000">
                  <c:v>378</c:v>
                </c:pt>
                <c:pt idx="2180" formatCode="###,###,###,##0.0000">
                  <c:v>372</c:v>
                </c:pt>
                <c:pt idx="2181" formatCode="###,###,###,##0.0000">
                  <c:v>372</c:v>
                </c:pt>
                <c:pt idx="2182" formatCode="###,###,###,##0.0000">
                  <c:v>365</c:v>
                </c:pt>
                <c:pt idx="2184" formatCode="###,###,###,##0.0000">
                  <c:v>365</c:v>
                </c:pt>
                <c:pt idx="2185" formatCode="###,###,###,##0.0000">
                  <c:v>365</c:v>
                </c:pt>
                <c:pt idx="2186" formatCode="###,###,###,##0.0000">
                  <c:v>365</c:v>
                </c:pt>
                <c:pt idx="2187" formatCode="###,###,###,##0.0000">
                  <c:v>373</c:v>
                </c:pt>
                <c:pt idx="2188" formatCode="###,###,###,##0.0000">
                  <c:v>373</c:v>
                </c:pt>
                <c:pt idx="2189" formatCode="###,###,###,##0.0000">
                  <c:v>373</c:v>
                </c:pt>
                <c:pt idx="2190" formatCode="###,###,###,##0.0000">
                  <c:v>373</c:v>
                </c:pt>
                <c:pt idx="2191" formatCode="###,###,###,##0.0000">
                  <c:v>369</c:v>
                </c:pt>
                <c:pt idx="2192" formatCode="###,###,###,##0.0000">
                  <c:v>366</c:v>
                </c:pt>
                <c:pt idx="2193" formatCode="###,###,###,##0.0000">
                  <c:v>366</c:v>
                </c:pt>
                <c:pt idx="2194" formatCode="###,###,###,##0.0000">
                  <c:v>366</c:v>
                </c:pt>
                <c:pt idx="2195" formatCode="###,###,###,##0.0000">
                  <c:v>366</c:v>
                </c:pt>
                <c:pt idx="2196" formatCode="###,###,###,##0.0000">
                  <c:v>372</c:v>
                </c:pt>
                <c:pt idx="2197" formatCode="###,###,###,##0.0000">
                  <c:v>372</c:v>
                </c:pt>
                <c:pt idx="2198" formatCode="###,###,###,##0.0000">
                  <c:v>372</c:v>
                </c:pt>
                <c:pt idx="2203" formatCode="###,###,###,##0.0000">
                  <c:v>372</c:v>
                </c:pt>
                <c:pt idx="2204" formatCode="###,###,###,##0.0000">
                  <c:v>384</c:v>
                </c:pt>
                <c:pt idx="2205" formatCode="###,###,###,##0.0000">
                  <c:v>387</c:v>
                </c:pt>
                <c:pt idx="2206" formatCode="###,###,###,##0.0000">
                  <c:v>387</c:v>
                </c:pt>
                <c:pt idx="2207" formatCode="###,###,###,##0.0000">
                  <c:v>387</c:v>
                </c:pt>
                <c:pt idx="2208" formatCode="###,###,###,##0.0000">
                  <c:v>389</c:v>
                </c:pt>
                <c:pt idx="2209" formatCode="###,###,###,##0.0000">
                  <c:v>392</c:v>
                </c:pt>
                <c:pt idx="2210" formatCode="###,###,###,##0.0000">
                  <c:v>391</c:v>
                </c:pt>
                <c:pt idx="2212" formatCode="###,###,###,##0.0000">
                  <c:v>394</c:v>
                </c:pt>
                <c:pt idx="2213" formatCode="###,###,###,##0.0000">
                  <c:v>394</c:v>
                </c:pt>
                <c:pt idx="2214" formatCode="###,###,###,##0.0000">
                  <c:v>395</c:v>
                </c:pt>
                <c:pt idx="2215" formatCode="###,###,###,##0.0000">
                  <c:v>397</c:v>
                </c:pt>
                <c:pt idx="2216" formatCode="###,###,###,##0.0000">
                  <c:v>402</c:v>
                </c:pt>
                <c:pt idx="2217" formatCode="###,###,###,##0.0000">
                  <c:v>402</c:v>
                </c:pt>
                <c:pt idx="2218" formatCode="###,###,###,##0.0000">
                  <c:v>402</c:v>
                </c:pt>
                <c:pt idx="2219" formatCode="###,###,###,##0.0000">
                  <c:v>410</c:v>
                </c:pt>
                <c:pt idx="2220" formatCode="###,###,###,##0.0000">
                  <c:v>407</c:v>
                </c:pt>
                <c:pt idx="2221" formatCode="###,###,###,##0.0000">
                  <c:v>407</c:v>
                </c:pt>
                <c:pt idx="2223" formatCode="###,###,###,##0.0000">
                  <c:v>407</c:v>
                </c:pt>
                <c:pt idx="2224" formatCode="###,###,###,##0.0000">
                  <c:v>407</c:v>
                </c:pt>
                <c:pt idx="2225" formatCode="###,###,###,##0.0000">
                  <c:v>407</c:v>
                </c:pt>
                <c:pt idx="2226" formatCode="###,###,###,##0.0000">
                  <c:v>397</c:v>
                </c:pt>
                <c:pt idx="2227" formatCode="###,###,###,##0.0000">
                  <c:v>403</c:v>
                </c:pt>
                <c:pt idx="2228" formatCode="###,###,###,##0.0000">
                  <c:v>403</c:v>
                </c:pt>
                <c:pt idx="2229" formatCode="###,###,###,##0.0000">
                  <c:v>403</c:v>
                </c:pt>
                <c:pt idx="2230" formatCode="###,###,###,##0.0000">
                  <c:v>403</c:v>
                </c:pt>
                <c:pt idx="2231" formatCode="###,###,###,##0.0000">
                  <c:v>403</c:v>
                </c:pt>
                <c:pt idx="2232" formatCode="###,###,###,##0.0000">
                  <c:v>403</c:v>
                </c:pt>
                <c:pt idx="2233" formatCode="###,###,###,##0.0000">
                  <c:v>403</c:v>
                </c:pt>
                <c:pt idx="2234" formatCode="###,###,###,##0.0000">
                  <c:v>371</c:v>
                </c:pt>
                <c:pt idx="2235" formatCode="###,###,###,##0.0000">
                  <c:v>371</c:v>
                </c:pt>
                <c:pt idx="2240" formatCode="###,###,###,##0.0000">
                  <c:v>371</c:v>
                </c:pt>
                <c:pt idx="2241" formatCode="###,###,###,##0.0000">
                  <c:v>371</c:v>
                </c:pt>
                <c:pt idx="2242" formatCode="###,###,###,##0.0000">
                  <c:v>425</c:v>
                </c:pt>
                <c:pt idx="2244" formatCode="###,###,###,##0.0000">
                  <c:v>430</c:v>
                </c:pt>
                <c:pt idx="2245" formatCode="###,###,###,##0.0000">
                  <c:v>430</c:v>
                </c:pt>
                <c:pt idx="2246" formatCode="###,###,###,##0.0000">
                  <c:v>430</c:v>
                </c:pt>
                <c:pt idx="2247" formatCode="###,###,###,##0.0000">
                  <c:v>429</c:v>
                </c:pt>
                <c:pt idx="2248" formatCode="###,###,###,##0.0000">
                  <c:v>429</c:v>
                </c:pt>
                <c:pt idx="2249" formatCode="###,###,###,##0.0000">
                  <c:v>425</c:v>
                </c:pt>
                <c:pt idx="2250" formatCode="###,###,###,##0.0000">
                  <c:v>425</c:v>
                </c:pt>
                <c:pt idx="2251" formatCode="###,###,###,##0.0000">
                  <c:v>402</c:v>
                </c:pt>
                <c:pt idx="2252" formatCode="###,###,###,##0.0000">
                  <c:v>402</c:v>
                </c:pt>
                <c:pt idx="2253" formatCode="###,###,###,##0.0000">
                  <c:v>422</c:v>
                </c:pt>
                <c:pt idx="2254" formatCode="###,###,###,##0.0000">
                  <c:v>422</c:v>
                </c:pt>
                <c:pt idx="2255" formatCode="###,###,###,##0.0000">
                  <c:v>425</c:v>
                </c:pt>
                <c:pt idx="2256" formatCode="###,###,###,##0.0000">
                  <c:v>420</c:v>
                </c:pt>
                <c:pt idx="2257" formatCode="###,###,###,##0.0000">
                  <c:v>420</c:v>
                </c:pt>
                <c:pt idx="2258" formatCode="###,###,###,##0.0000">
                  <c:v>420</c:v>
                </c:pt>
                <c:pt idx="2262" formatCode="###,###,###,##0.0000">
                  <c:v>420</c:v>
                </c:pt>
                <c:pt idx="2263" formatCode="###,###,###,##0.0000">
                  <c:v>420</c:v>
                </c:pt>
                <c:pt idx="2264" formatCode="###,###,###,##0.0000">
                  <c:v>420</c:v>
                </c:pt>
                <c:pt idx="2265" formatCode="###,###,###,##0.0000">
                  <c:v>420</c:v>
                </c:pt>
                <c:pt idx="2266" formatCode="###,###,###,##0.0000">
                  <c:v>420</c:v>
                </c:pt>
                <c:pt idx="2267" formatCode="###,###,###,##0.0000">
                  <c:v>420</c:v>
                </c:pt>
                <c:pt idx="2268" formatCode="###,###,###,##0.0000">
                  <c:v>420</c:v>
                </c:pt>
                <c:pt idx="2269" formatCode="###,###,###,##0.0000">
                  <c:v>420</c:v>
                </c:pt>
                <c:pt idx="2270" formatCode="###,###,###,##0.0000">
                  <c:v>415</c:v>
                </c:pt>
                <c:pt idx="2271" formatCode="###,###,###,##0.0000">
                  <c:v>415</c:v>
                </c:pt>
                <c:pt idx="2272" formatCode="###,###,###,##0.0000">
                  <c:v>415</c:v>
                </c:pt>
                <c:pt idx="2273" formatCode="###,###,###,##0.0000">
                  <c:v>415</c:v>
                </c:pt>
                <c:pt idx="2274" formatCode="###,###,###,##0.0000">
                  <c:v>407</c:v>
                </c:pt>
                <c:pt idx="2276" formatCode="###,###,###,##0.0000">
                  <c:v>407</c:v>
                </c:pt>
                <c:pt idx="2277" formatCode="###,###,###,##0.0000">
                  <c:v>415</c:v>
                </c:pt>
                <c:pt idx="2278" formatCode="###,###,###,##0.0000">
                  <c:v>412</c:v>
                </c:pt>
                <c:pt idx="2279" formatCode="###,###,###,##0.0000">
                  <c:v>415</c:v>
                </c:pt>
                <c:pt idx="2280" formatCode="###,###,###,##0.0000">
                  <c:v>414</c:v>
                </c:pt>
                <c:pt idx="2281" formatCode="###,###,###,##0.0000">
                  <c:v>414</c:v>
                </c:pt>
                <c:pt idx="2282" formatCode="###,###,###,##0.0000">
                  <c:v>414</c:v>
                </c:pt>
                <c:pt idx="2283" formatCode="###,###,###,##0.0000">
                  <c:v>414</c:v>
                </c:pt>
                <c:pt idx="2284" formatCode="###,###,###,##0.0000">
                  <c:v>414</c:v>
                </c:pt>
                <c:pt idx="2285" formatCode="###,###,###,##0.0000">
                  <c:v>414</c:v>
                </c:pt>
                <c:pt idx="2286" formatCode="###,###,###,##0.0000">
                  <c:v>412</c:v>
                </c:pt>
                <c:pt idx="2287" formatCode="###,###,###,##0.0000">
                  <c:v>406</c:v>
                </c:pt>
                <c:pt idx="2288" formatCode="###,###,###,##0.0000">
                  <c:v>406</c:v>
                </c:pt>
                <c:pt idx="2289" formatCode="###,###,###,##0.0000">
                  <c:v>407</c:v>
                </c:pt>
                <c:pt idx="2290" formatCode="###,###,###,##0.0000">
                  <c:v>408</c:v>
                </c:pt>
                <c:pt idx="2292" formatCode="###,###,###,##0.0000">
                  <c:v>410</c:v>
                </c:pt>
                <c:pt idx="2293" formatCode="###,###,###,##0.0000">
                  <c:v>412</c:v>
                </c:pt>
                <c:pt idx="2294" formatCode="###,###,###,##0.0000">
                  <c:v>415</c:v>
                </c:pt>
                <c:pt idx="2295" formatCode="###,###,###,##0.0000">
                  <c:v>411</c:v>
                </c:pt>
                <c:pt idx="2296" formatCode="###,###,###,##0.0000">
                  <c:v>411</c:v>
                </c:pt>
                <c:pt idx="2297" formatCode="###,###,###,##0.0000">
                  <c:v>403</c:v>
                </c:pt>
                <c:pt idx="2298" formatCode="###,###,###,##0.0000">
                  <c:v>398</c:v>
                </c:pt>
                <c:pt idx="2300" formatCode="###,###,###,##0.0000">
                  <c:v>398</c:v>
                </c:pt>
                <c:pt idx="2301" formatCode="###,###,###,##0.0000">
                  <c:v>395</c:v>
                </c:pt>
                <c:pt idx="2302" formatCode="###,###,###,##0.0000">
                  <c:v>395</c:v>
                </c:pt>
                <c:pt idx="2303" formatCode="###,###,###,##0.0000">
                  <c:v>389</c:v>
                </c:pt>
                <c:pt idx="2304" formatCode="###,###,###,##0.0000">
                  <c:v>389</c:v>
                </c:pt>
                <c:pt idx="2305" formatCode="###,###,###,##0.0000">
                  <c:v>386</c:v>
                </c:pt>
                <c:pt idx="2306" formatCode="###,###,###,##0.0000">
                  <c:v>384</c:v>
                </c:pt>
                <c:pt idx="2308" formatCode="###,###,###,##0.0000">
                  <c:v>387</c:v>
                </c:pt>
                <c:pt idx="2309" formatCode="###,###,###,##0.0000">
                  <c:v>388</c:v>
                </c:pt>
                <c:pt idx="2310" formatCode="###,###,###,##0.0000">
                  <c:v>388</c:v>
                </c:pt>
                <c:pt idx="2311" formatCode="###,###,###,##0.0000">
                  <c:v>388</c:v>
                </c:pt>
                <c:pt idx="2312" formatCode="###,###,###,##0.0000">
                  <c:v>389</c:v>
                </c:pt>
                <c:pt idx="2313" formatCode="###,###,###,##0.0000">
                  <c:v>389</c:v>
                </c:pt>
                <c:pt idx="2314" formatCode="###,###,###,##0.0000">
                  <c:v>381</c:v>
                </c:pt>
                <c:pt idx="2315" formatCode="###,###,###,##0.0000">
                  <c:v>380</c:v>
                </c:pt>
                <c:pt idx="2316" formatCode="###,###,###,##0.0000">
                  <c:v>391</c:v>
                </c:pt>
                <c:pt idx="2317" formatCode="###,###,###,##0.0000">
                  <c:v>390</c:v>
                </c:pt>
                <c:pt idx="2318" formatCode="###,###,###,##0.0000">
                  <c:v>377</c:v>
                </c:pt>
                <c:pt idx="2319" formatCode="###,###,###,##0.0000">
                  <c:v>383</c:v>
                </c:pt>
                <c:pt idx="2320" formatCode="###,###,###,##0.0000">
                  <c:v>376</c:v>
                </c:pt>
                <c:pt idx="2321" formatCode="###,###,###,##0.0000">
                  <c:v>385</c:v>
                </c:pt>
                <c:pt idx="2322" formatCode="###,###,###,##0.0000">
                  <c:v>385</c:v>
                </c:pt>
                <c:pt idx="2323" formatCode="###,###,###,##0.0000">
                  <c:v>385</c:v>
                </c:pt>
                <c:pt idx="2324" formatCode="###,###,###,##0.0000">
                  <c:v>385</c:v>
                </c:pt>
                <c:pt idx="2325" formatCode="###,###,###,##0.0000">
                  <c:v>385</c:v>
                </c:pt>
                <c:pt idx="2326" formatCode="###,###,###,##0.0000">
                  <c:v>385</c:v>
                </c:pt>
                <c:pt idx="2327" formatCode="###,###,###,##0.0000">
                  <c:v>385</c:v>
                </c:pt>
                <c:pt idx="2328" formatCode="###,###,###,##0.0000">
                  <c:v>388</c:v>
                </c:pt>
                <c:pt idx="2329" formatCode="###,###,###,##0.0000">
                  <c:v>388</c:v>
                </c:pt>
                <c:pt idx="2330" formatCode="###,###,###,##0.0000">
                  <c:v>395</c:v>
                </c:pt>
                <c:pt idx="2331" formatCode="###,###,###,##0.0000">
                  <c:v>392</c:v>
                </c:pt>
                <c:pt idx="2332" formatCode="###,###,###,##0.0000">
                  <c:v>394</c:v>
                </c:pt>
                <c:pt idx="2333" formatCode="###,###,###,##0.0000">
                  <c:v>394</c:v>
                </c:pt>
                <c:pt idx="2334" formatCode="###,###,###,##0.0000">
                  <c:v>391</c:v>
                </c:pt>
                <c:pt idx="2335" formatCode="###,###,###,##0.0000">
                  <c:v>395</c:v>
                </c:pt>
                <c:pt idx="2336" formatCode="###,###,###,##0.0000">
                  <c:v>396</c:v>
                </c:pt>
                <c:pt idx="2337" formatCode="###,###,###,##0.0000">
                  <c:v>396</c:v>
                </c:pt>
                <c:pt idx="2338" formatCode="###,###,###,##0.0000">
                  <c:v>390</c:v>
                </c:pt>
                <c:pt idx="2339" formatCode="###,###,###,##0.0000">
                  <c:v>394</c:v>
                </c:pt>
                <c:pt idx="2340" formatCode="###,###,###,##0.0000">
                  <c:v>398</c:v>
                </c:pt>
                <c:pt idx="2341" formatCode="###,###,###,##0.0000">
                  <c:v>395</c:v>
                </c:pt>
                <c:pt idx="2342" formatCode="###,###,###,##0.0000">
                  <c:v>394</c:v>
                </c:pt>
                <c:pt idx="2343" formatCode="###,###,###,##0.0000">
                  <c:v>392</c:v>
                </c:pt>
                <c:pt idx="2344" formatCode="###,###,###,##0.0000">
                  <c:v>396</c:v>
                </c:pt>
                <c:pt idx="2345" formatCode="###,###,###,##0.0000">
                  <c:v>396</c:v>
                </c:pt>
                <c:pt idx="2346" formatCode="###,###,###,##0.0000">
                  <c:v>395</c:v>
                </c:pt>
                <c:pt idx="2347" formatCode="###,###,###,##0.0000">
                  <c:v>393</c:v>
                </c:pt>
                <c:pt idx="2348" formatCode="###,###,###,##0.0000">
                  <c:v>393</c:v>
                </c:pt>
                <c:pt idx="2349" formatCode="###,###,###,##0.0000">
                  <c:v>391</c:v>
                </c:pt>
                <c:pt idx="2350" formatCode="###,###,###,##0.0000">
                  <c:v>385</c:v>
                </c:pt>
                <c:pt idx="2351" formatCode="###,###,###,##0.0000">
                  <c:v>387</c:v>
                </c:pt>
                <c:pt idx="2352" formatCode="###,###,###,##0.0000">
                  <c:v>387</c:v>
                </c:pt>
                <c:pt idx="2353" formatCode="###,###,###,##0.0000">
                  <c:v>371</c:v>
                </c:pt>
                <c:pt idx="2354" formatCode="###,###,###,##0.0000">
                  <c:v>371</c:v>
                </c:pt>
                <c:pt idx="2355" formatCode="###,###,###,##0.0000">
                  <c:v>371</c:v>
                </c:pt>
                <c:pt idx="2356" formatCode="###,###,###,##0.0000">
                  <c:v>369</c:v>
                </c:pt>
                <c:pt idx="2357" formatCode="###,###,###,##0.0000">
                  <c:v>372</c:v>
                </c:pt>
                <c:pt idx="2358" formatCode="###,###,###,##0.0000">
                  <c:v>381</c:v>
                </c:pt>
                <c:pt idx="2359" formatCode="###,###,###,##0.0000">
                  <c:v>379</c:v>
                </c:pt>
                <c:pt idx="2360" formatCode="###,###,###,##0.0000">
                  <c:v>382</c:v>
                </c:pt>
                <c:pt idx="2361" formatCode="###,###,###,##0.0000">
                  <c:v>379</c:v>
                </c:pt>
                <c:pt idx="2362" formatCode="###,###,###,##0.0000">
                  <c:v>379</c:v>
                </c:pt>
                <c:pt idx="2363" formatCode="###,###,###,##0.0000">
                  <c:v>377</c:v>
                </c:pt>
                <c:pt idx="2364" formatCode="###,###,###,##0.0000">
                  <c:v>374</c:v>
                </c:pt>
                <c:pt idx="2365" formatCode="###,###,###,##0.0000">
                  <c:v>380</c:v>
                </c:pt>
                <c:pt idx="2366" formatCode="###,###,###,##0.0000">
                  <c:v>387</c:v>
                </c:pt>
                <c:pt idx="2367" formatCode="###,###,###,##0.0000">
                  <c:v>386</c:v>
                </c:pt>
                <c:pt idx="2368" formatCode="###,###,###,##0.0000">
                  <c:v>385</c:v>
                </c:pt>
                <c:pt idx="2369" formatCode="###,###,###,##0.0000">
                  <c:v>386</c:v>
                </c:pt>
                <c:pt idx="2370" formatCode="###,###,###,##0.0000">
                  <c:v>388</c:v>
                </c:pt>
                <c:pt idx="2371" formatCode="###,###,###,##0.0000">
                  <c:v>390</c:v>
                </c:pt>
                <c:pt idx="2372" formatCode="###,###,###,##0.0000">
                  <c:v>390</c:v>
                </c:pt>
                <c:pt idx="2375" formatCode="###,###,###,##0.0000">
                  <c:v>395</c:v>
                </c:pt>
                <c:pt idx="2376" formatCode="###,###,###,##0.0000">
                  <c:v>398</c:v>
                </c:pt>
                <c:pt idx="2377" formatCode="###,###,###,##0.0000">
                  <c:v>400</c:v>
                </c:pt>
                <c:pt idx="2378" formatCode="###,###,###,##0.0000">
                  <c:v>398</c:v>
                </c:pt>
                <c:pt idx="2379" formatCode="###,###,###,##0.0000">
                  <c:v>401</c:v>
                </c:pt>
                <c:pt idx="2380" formatCode="###,###,###,##0.0000">
                  <c:v>401</c:v>
                </c:pt>
                <c:pt idx="2381" formatCode="###,###,###,##0.0000">
                  <c:v>400</c:v>
                </c:pt>
                <c:pt idx="2382" formatCode="###,###,###,##0.0000">
                  <c:v>396</c:v>
                </c:pt>
                <c:pt idx="2383" formatCode="###,###,###,##0.0000">
                  <c:v>397</c:v>
                </c:pt>
                <c:pt idx="2384" formatCode="###,###,###,##0.0000">
                  <c:v>398</c:v>
                </c:pt>
                <c:pt idx="2385" formatCode="###,###,###,##0.0000">
                  <c:v>399</c:v>
                </c:pt>
                <c:pt idx="2386" formatCode="###,###,###,##0.0000">
                  <c:v>404</c:v>
                </c:pt>
                <c:pt idx="2387" formatCode="###,###,###,##0.0000">
                  <c:v>405</c:v>
                </c:pt>
                <c:pt idx="2388" formatCode="###,###,###,##0.0000">
                  <c:v>396</c:v>
                </c:pt>
                <c:pt idx="2389" formatCode="###,###,###,##0.0000">
                  <c:v>394</c:v>
                </c:pt>
                <c:pt idx="2391" formatCode="###,###,###,##0.0000">
                  <c:v>394</c:v>
                </c:pt>
                <c:pt idx="2392" formatCode="###,###,###,##0.0000">
                  <c:v>394</c:v>
                </c:pt>
                <c:pt idx="2393" formatCode="###,###,###,##0.0000">
                  <c:v>394</c:v>
                </c:pt>
                <c:pt idx="2394" formatCode="###,###,###,##0.0000">
                  <c:v>380</c:v>
                </c:pt>
                <c:pt idx="2395" formatCode="###,###,###,##0.0000">
                  <c:v>380</c:v>
                </c:pt>
                <c:pt idx="2396" formatCode="###,###,###,##0.0000">
                  <c:v>375</c:v>
                </c:pt>
                <c:pt idx="2397" formatCode="###,###,###,##0.0000">
                  <c:v>373</c:v>
                </c:pt>
                <c:pt idx="2398" formatCode="###,###,###,##0.0000">
                  <c:v>376</c:v>
                </c:pt>
                <c:pt idx="2399" formatCode="###,###,###,##0.0000">
                  <c:v>385</c:v>
                </c:pt>
                <c:pt idx="2400" formatCode="###,###,###,##0.0000">
                  <c:v>386</c:v>
                </c:pt>
                <c:pt idx="2401" formatCode="###,###,###,##0.0000">
                  <c:v>386</c:v>
                </c:pt>
                <c:pt idx="2402" formatCode="###,###,###,##0.0000">
                  <c:v>383</c:v>
                </c:pt>
                <c:pt idx="2403" formatCode="###,###,###,##0.0000">
                  <c:v>380</c:v>
                </c:pt>
                <c:pt idx="2404" formatCode="###,###,###,##0.0000">
                  <c:v>375</c:v>
                </c:pt>
                <c:pt idx="2405" formatCode="###,###,###,##0.0000">
                  <c:v>372</c:v>
                </c:pt>
                <c:pt idx="2407" formatCode="###,###,###,##0.0000">
                  <c:v>372</c:v>
                </c:pt>
                <c:pt idx="2408" formatCode="###,###,###,##0.0000">
                  <c:v>370</c:v>
                </c:pt>
                <c:pt idx="2409" formatCode="###,###,###,##0.0000">
                  <c:v>368</c:v>
                </c:pt>
                <c:pt idx="2410" formatCode="###,###,###,##0.0000">
                  <c:v>369</c:v>
                </c:pt>
                <c:pt idx="2411" formatCode="###,###,###,##0.0000">
                  <c:v>369</c:v>
                </c:pt>
                <c:pt idx="2413" formatCode="###,###,###,##0.0000">
                  <c:v>364</c:v>
                </c:pt>
                <c:pt idx="2414" formatCode="###,###,###,##0.0000">
                  <c:v>360</c:v>
                </c:pt>
                <c:pt idx="2415" formatCode="###,###,###,##0.0000">
                  <c:v>359</c:v>
                </c:pt>
                <c:pt idx="2416" formatCode="###,###,###,##0.0000">
                  <c:v>359</c:v>
                </c:pt>
                <c:pt idx="2417" formatCode="###,###,###,##0.0000">
                  <c:v>352</c:v>
                </c:pt>
                <c:pt idx="2418" formatCode="###,###,###,##0.0000">
                  <c:v>352</c:v>
                </c:pt>
                <c:pt idx="2419" formatCode="###,###,###,##0.0000">
                  <c:v>357</c:v>
                </c:pt>
                <c:pt idx="2420" formatCode="###,###,###,##0.0000">
                  <c:v>357</c:v>
                </c:pt>
                <c:pt idx="2421" formatCode="###,###,###,##0.0000">
                  <c:v>357</c:v>
                </c:pt>
                <c:pt idx="2422" formatCode="###,###,###,##0.0000">
                  <c:v>357</c:v>
                </c:pt>
                <c:pt idx="2423" formatCode="###,###,###,##0.0000">
                  <c:v>357</c:v>
                </c:pt>
                <c:pt idx="2424" formatCode="###,###,###,##0.0000">
                  <c:v>357</c:v>
                </c:pt>
                <c:pt idx="2425" formatCode="###,###,###,##0.0000">
                  <c:v>357</c:v>
                </c:pt>
                <c:pt idx="2426" formatCode="###,###,###,##0.0000">
                  <c:v>357</c:v>
                </c:pt>
                <c:pt idx="2427" formatCode="###,###,###,##0.0000">
                  <c:v>360</c:v>
                </c:pt>
                <c:pt idx="2428" formatCode="###,###,###,##0.0000">
                  <c:v>362</c:v>
                </c:pt>
                <c:pt idx="2429" formatCode="###,###,###,##0.0000">
                  <c:v>363</c:v>
                </c:pt>
                <c:pt idx="2430" formatCode="###,###,###,##0.0000">
                  <c:v>359</c:v>
                </c:pt>
                <c:pt idx="2431" formatCode="###,###,###,##0.0000">
                  <c:v>360</c:v>
                </c:pt>
                <c:pt idx="2432" formatCode="###,###,###,##0.0000">
                  <c:v>362</c:v>
                </c:pt>
                <c:pt idx="2433" formatCode="###,###,###,##0.0000">
                  <c:v>362</c:v>
                </c:pt>
                <c:pt idx="2434" formatCode="###,###,###,##0.0000">
                  <c:v>359</c:v>
                </c:pt>
                <c:pt idx="2435" formatCode="###,###,###,##0.0000">
                  <c:v>357</c:v>
                </c:pt>
                <c:pt idx="2436" formatCode="###,###,###,##0.0000">
                  <c:v>354</c:v>
                </c:pt>
                <c:pt idx="2437" formatCode="###,###,###,##0.0000">
                  <c:v>354</c:v>
                </c:pt>
                <c:pt idx="2438" formatCode="###,###,###,##0.0000">
                  <c:v>354</c:v>
                </c:pt>
                <c:pt idx="2439" formatCode="###,###,###,##0.0000">
                  <c:v>349</c:v>
                </c:pt>
                <c:pt idx="2440" formatCode="###,###,###,##0.0000">
                  <c:v>349</c:v>
                </c:pt>
                <c:pt idx="2441" formatCode="###,###,###,##0.0000">
                  <c:v>346</c:v>
                </c:pt>
                <c:pt idx="2443" formatCode="###,###,###,##0.0000">
                  <c:v>346</c:v>
                </c:pt>
                <c:pt idx="2444" formatCode="###,###,###,##0.0000">
                  <c:v>373</c:v>
                </c:pt>
                <c:pt idx="2445" formatCode="###,###,###,##0.0000">
                  <c:v>345</c:v>
                </c:pt>
                <c:pt idx="2446" formatCode="###,###,###,##0.0000">
                  <c:v>347</c:v>
                </c:pt>
                <c:pt idx="2447" formatCode="###,###,###,##0.0000">
                  <c:v>350</c:v>
                </c:pt>
                <c:pt idx="2448" formatCode="###,###,###,##0.0000">
                  <c:v>350</c:v>
                </c:pt>
                <c:pt idx="2449" formatCode="###,###,###,##0.0000">
                  <c:v>352</c:v>
                </c:pt>
                <c:pt idx="2450" formatCode="###,###,###,##0.0000">
                  <c:v>346</c:v>
                </c:pt>
                <c:pt idx="2451" formatCode="###,###,###,##0.0000">
                  <c:v>347</c:v>
                </c:pt>
                <c:pt idx="2452" formatCode="###,###,###,##0.0000">
                  <c:v>345</c:v>
                </c:pt>
                <c:pt idx="2453" formatCode="###,###,###,##0.0000">
                  <c:v>344</c:v>
                </c:pt>
                <c:pt idx="2454" formatCode="###,###,###,##0.0000">
                  <c:v>342</c:v>
                </c:pt>
                <c:pt idx="2455" formatCode="###,###,###,##0.0000">
                  <c:v>345</c:v>
                </c:pt>
                <c:pt idx="2456" formatCode="###,###,###,##0.0000">
                  <c:v>348</c:v>
                </c:pt>
                <c:pt idx="2458" formatCode="###,###,###,##0.0000">
                  <c:v>348</c:v>
                </c:pt>
                <c:pt idx="2459" formatCode="###,###,###,##0.0000">
                  <c:v>345</c:v>
                </c:pt>
                <c:pt idx="2460" formatCode="###,###,###,##0.0000">
                  <c:v>346</c:v>
                </c:pt>
                <c:pt idx="2461" formatCode="###,###,###,##0.0000">
                  <c:v>346</c:v>
                </c:pt>
                <c:pt idx="2462" formatCode="###,###,###,##0.0000">
                  <c:v>348</c:v>
                </c:pt>
                <c:pt idx="2463" formatCode="###,###,###,##0.0000">
                  <c:v>350</c:v>
                </c:pt>
                <c:pt idx="2464" formatCode="###,###,###,##0.0000">
                  <c:v>350</c:v>
                </c:pt>
                <c:pt idx="2465" formatCode="###,###,###,##0.0000">
                  <c:v>350</c:v>
                </c:pt>
                <c:pt idx="2466" formatCode="###,###,###,##0.0000">
                  <c:v>348</c:v>
                </c:pt>
                <c:pt idx="2467" formatCode="###,###,###,##0.0000">
                  <c:v>349</c:v>
                </c:pt>
                <c:pt idx="2470" formatCode="###,###,###,##0.0000">
                  <c:v>349</c:v>
                </c:pt>
                <c:pt idx="2471" formatCode="###,###,###,##0.0000">
                  <c:v>350</c:v>
                </c:pt>
                <c:pt idx="2472" formatCode="###,###,###,##0.0000">
                  <c:v>351</c:v>
                </c:pt>
                <c:pt idx="2473" formatCode="###,###,###,##0.0000">
                  <c:v>348</c:v>
                </c:pt>
                <c:pt idx="2474" formatCode="###,###,###,##0.0000">
                  <c:v>349</c:v>
                </c:pt>
                <c:pt idx="2475" formatCode="###,###,###,##0.0000">
                  <c:v>345</c:v>
                </c:pt>
                <c:pt idx="2476" formatCode="###,###,###,##0.0000">
                  <c:v>349</c:v>
                </c:pt>
                <c:pt idx="2477" formatCode="###,###,###,##0.0000">
                  <c:v>349</c:v>
                </c:pt>
                <c:pt idx="2478" formatCode="###,###,###,##0.0000">
                  <c:v>345</c:v>
                </c:pt>
                <c:pt idx="2479" formatCode="###,###,###,##0.0000">
                  <c:v>346</c:v>
                </c:pt>
                <c:pt idx="2480" formatCode="###,###,###,##0.0000">
                  <c:v>346</c:v>
                </c:pt>
                <c:pt idx="2481" formatCode="###,###,###,##0.0000">
                  <c:v>343</c:v>
                </c:pt>
                <c:pt idx="2482" formatCode="###,###,###,##0.0000">
                  <c:v>344</c:v>
                </c:pt>
                <c:pt idx="2483" formatCode="###,###,###,##0.0000">
                  <c:v>347</c:v>
                </c:pt>
                <c:pt idx="2484" formatCode="###,###,###,##0.0000">
                  <c:v>347</c:v>
                </c:pt>
                <c:pt idx="2485" formatCode="###,###,###,##0.0000">
                  <c:v>347</c:v>
                </c:pt>
                <c:pt idx="2486" formatCode="###,###,###,##0.0000">
                  <c:v>344</c:v>
                </c:pt>
                <c:pt idx="2487" formatCode="###,###,###,##0.0000">
                  <c:v>344</c:v>
                </c:pt>
                <c:pt idx="2488" formatCode="###,###,###,##0.0000">
                  <c:v>341</c:v>
                </c:pt>
                <c:pt idx="2489" formatCode="###,###,###,##0.0000">
                  <c:v>341</c:v>
                </c:pt>
                <c:pt idx="2490" formatCode="###,###,###,##0.0000">
                  <c:v>341</c:v>
                </c:pt>
                <c:pt idx="2491" formatCode="###,###,###,##0.0000">
                  <c:v>341</c:v>
                </c:pt>
                <c:pt idx="2492" formatCode="###,###,###,##0.0000">
                  <c:v>338</c:v>
                </c:pt>
                <c:pt idx="2493" formatCode="###,###,###,##0.0000">
                  <c:v>338</c:v>
                </c:pt>
                <c:pt idx="2494" formatCode="###,###,###,##0.0000">
                  <c:v>336</c:v>
                </c:pt>
                <c:pt idx="2496" formatCode="###,###,###,##0.0000">
                  <c:v>334</c:v>
                </c:pt>
                <c:pt idx="2497" formatCode="###,###,###,##0.0000">
                  <c:v>334</c:v>
                </c:pt>
                <c:pt idx="2498" formatCode="###,###,###,##0.0000">
                  <c:v>336</c:v>
                </c:pt>
                <c:pt idx="2499" formatCode="###,###,###,##0.0000">
                  <c:v>336</c:v>
                </c:pt>
                <c:pt idx="2500" formatCode="###,###,###,##0.0000">
                  <c:v>336</c:v>
                </c:pt>
                <c:pt idx="2501" formatCode="###,###,###,##0.0000">
                  <c:v>335</c:v>
                </c:pt>
                <c:pt idx="2502" formatCode="###,###,###,##0.0000">
                  <c:v>335</c:v>
                </c:pt>
                <c:pt idx="2503" formatCode="###,###,###,##0.0000">
                  <c:v>335</c:v>
                </c:pt>
                <c:pt idx="2504" formatCode="###,###,###,##0.0000">
                  <c:v>337</c:v>
                </c:pt>
                <c:pt idx="2505" formatCode="###,###,###,##0.0000">
                  <c:v>337</c:v>
                </c:pt>
                <c:pt idx="2506" formatCode="###,###,###,##0.0000">
                  <c:v>337</c:v>
                </c:pt>
                <c:pt idx="2507" formatCode="###,###,###,##0.0000">
                  <c:v>334</c:v>
                </c:pt>
                <c:pt idx="2508" formatCode="###,###,###,##0.0000">
                  <c:v>330</c:v>
                </c:pt>
                <c:pt idx="2509" formatCode="###,###,###,##0.0000">
                  <c:v>330</c:v>
                </c:pt>
                <c:pt idx="2510" formatCode="###,###,###,##0.0000">
                  <c:v>330</c:v>
                </c:pt>
                <c:pt idx="2512" formatCode="###,###,###,##0.0000">
                  <c:v>327</c:v>
                </c:pt>
                <c:pt idx="2513" formatCode="###,###,###,##0.0000">
                  <c:v>327</c:v>
                </c:pt>
                <c:pt idx="2514" formatCode="###,###,###,##0.0000">
                  <c:v>327</c:v>
                </c:pt>
                <c:pt idx="2515" formatCode="###,###,###,##0.0000">
                  <c:v>330</c:v>
                </c:pt>
                <c:pt idx="2516" formatCode="###,###,###,##0.0000">
                  <c:v>326</c:v>
                </c:pt>
                <c:pt idx="2517" formatCode="###,###,###,##0.0000">
                  <c:v>326</c:v>
                </c:pt>
                <c:pt idx="2518" formatCode="###,###,###,##0.0000">
                  <c:v>324</c:v>
                </c:pt>
                <c:pt idx="2519" formatCode="###,###,###,##0.0000">
                  <c:v>323</c:v>
                </c:pt>
                <c:pt idx="2520" formatCode="###,###,###,##0.0000">
                  <c:v>320</c:v>
                </c:pt>
                <c:pt idx="2521" formatCode="###,###,###,##0.0000">
                  <c:v>320</c:v>
                </c:pt>
                <c:pt idx="2522" formatCode="###,###,###,##0.0000">
                  <c:v>322</c:v>
                </c:pt>
                <c:pt idx="2523" formatCode="###,###,###,##0.0000">
                  <c:v>320</c:v>
                </c:pt>
                <c:pt idx="2524" formatCode="###,###,###,##0.0000">
                  <c:v>317</c:v>
                </c:pt>
                <c:pt idx="2525" formatCode="###,###,###,##0.0000">
                  <c:v>317</c:v>
                </c:pt>
                <c:pt idx="2526" formatCode="###,###,###,##0.0000">
                  <c:v>317</c:v>
                </c:pt>
                <c:pt idx="2528" formatCode="###,###,###,##0.0000">
                  <c:v>316</c:v>
                </c:pt>
                <c:pt idx="2529" formatCode="###,###,###,##0.0000">
                  <c:v>311</c:v>
                </c:pt>
                <c:pt idx="2530" formatCode="###,###,###,##0.0000">
                  <c:v>309</c:v>
                </c:pt>
                <c:pt idx="2531" formatCode="###,###,###,##0.0000">
                  <c:v>310</c:v>
                </c:pt>
                <c:pt idx="2532" formatCode="###,###,###,##0.0000">
                  <c:v>309</c:v>
                </c:pt>
                <c:pt idx="2534" formatCode="###,###,###,##0.0000">
                  <c:v>306</c:v>
                </c:pt>
                <c:pt idx="2535" formatCode="###,###,###,##0.0000">
                  <c:v>304</c:v>
                </c:pt>
                <c:pt idx="2536" formatCode="###,###,###,##0.0000">
                  <c:v>304</c:v>
                </c:pt>
                <c:pt idx="2537" formatCode="###,###,###,##0.0000">
                  <c:v>301</c:v>
                </c:pt>
                <c:pt idx="2538" formatCode="###,###,###,##0.0000">
                  <c:v>299</c:v>
                </c:pt>
                <c:pt idx="2540" formatCode="###,###,###,##0.0000">
                  <c:v>299</c:v>
                </c:pt>
                <c:pt idx="2541" formatCode="###,###,###,##0.0000">
                  <c:v>302</c:v>
                </c:pt>
                <c:pt idx="2542" formatCode="###,###,###,##0.0000">
                  <c:v>302</c:v>
                </c:pt>
                <c:pt idx="2543" formatCode="###,###,###,##0.0000">
                  <c:v>303</c:v>
                </c:pt>
                <c:pt idx="2544" formatCode="###,###,###,##0.0000">
                  <c:v>304</c:v>
                </c:pt>
                <c:pt idx="2545" formatCode="###,###,###,##0.0000">
                  <c:v>307</c:v>
                </c:pt>
                <c:pt idx="2546" formatCode="###,###,###,##0.0000">
                  <c:v>318</c:v>
                </c:pt>
                <c:pt idx="2547" formatCode="###,###,###,##0.0000">
                  <c:v>321</c:v>
                </c:pt>
                <c:pt idx="2548" formatCode="###,###,###,##0.0000">
                  <c:v>321</c:v>
                </c:pt>
                <c:pt idx="2549" formatCode="###,###,###,##0.0000">
                  <c:v>316</c:v>
                </c:pt>
                <c:pt idx="2550" formatCode="###,###,###,##0.0000">
                  <c:v>324</c:v>
                </c:pt>
                <c:pt idx="2551" formatCode="###,###,###,##0.0000">
                  <c:v>321</c:v>
                </c:pt>
                <c:pt idx="2552" formatCode="###,###,###,##0.0000">
                  <c:v>334</c:v>
                </c:pt>
                <c:pt idx="2553" formatCode="###,###,###,##0.0000">
                  <c:v>326</c:v>
                </c:pt>
                <c:pt idx="2554" formatCode="###,###,###,##0.0000">
                  <c:v>332</c:v>
                </c:pt>
                <c:pt idx="2555" formatCode="###,###,###,##0.0000">
                  <c:v>332</c:v>
                </c:pt>
                <c:pt idx="2556" formatCode="###,###,###,##0.0000">
                  <c:v>342</c:v>
                </c:pt>
                <c:pt idx="2557" formatCode="###,###,###,##0.0000">
                  <c:v>348</c:v>
                </c:pt>
                <c:pt idx="2558" formatCode="###,###,###,##0.0000">
                  <c:v>351</c:v>
                </c:pt>
                <c:pt idx="2559" formatCode="###,###,###,##0.0000">
                  <c:v>347</c:v>
                </c:pt>
                <c:pt idx="2560" formatCode="###,###,###,##0.0000">
                  <c:v>347</c:v>
                </c:pt>
                <c:pt idx="2561" formatCode="###,###,###,##0.0000">
                  <c:v>347</c:v>
                </c:pt>
                <c:pt idx="2562" formatCode="###,###,###,##0.0000">
                  <c:v>343</c:v>
                </c:pt>
                <c:pt idx="2563" formatCode="###,###,###,##0.0000">
                  <c:v>342</c:v>
                </c:pt>
                <c:pt idx="2564" formatCode="###,###,###,##0.0000">
                  <c:v>340</c:v>
                </c:pt>
                <c:pt idx="2565" formatCode="###,###,###,##0.0000">
                  <c:v>340</c:v>
                </c:pt>
                <c:pt idx="2566" formatCode="###,###,###,##0.0000">
                  <c:v>339</c:v>
                </c:pt>
                <c:pt idx="2567" formatCode="###,###,###,##0.0000">
                  <c:v>345</c:v>
                </c:pt>
                <c:pt idx="2568" formatCode="###,###,###,##0.0000">
                  <c:v>347</c:v>
                </c:pt>
                <c:pt idx="2569" formatCode="###,###,###,##0.0000">
                  <c:v>351</c:v>
                </c:pt>
                <c:pt idx="2570" formatCode="###,###,###,##0.0000">
                  <c:v>351</c:v>
                </c:pt>
                <c:pt idx="2571" formatCode="###,###,###,##0.0000">
                  <c:v>355</c:v>
                </c:pt>
                <c:pt idx="2572" formatCode="###,###,###,##0.0000">
                  <c:v>349</c:v>
                </c:pt>
                <c:pt idx="2573" formatCode="###,###,###,##0.0000">
                  <c:v>349</c:v>
                </c:pt>
                <c:pt idx="2574" formatCode="###,###,###,##0.0000">
                  <c:v>349</c:v>
                </c:pt>
                <c:pt idx="2575" formatCode="###,###,###,##0.0000">
                  <c:v>351</c:v>
                </c:pt>
                <c:pt idx="2576" formatCode="###,###,###,##0.0000">
                  <c:v>349</c:v>
                </c:pt>
                <c:pt idx="2577" formatCode="###,###,###,##0.0000">
                  <c:v>346</c:v>
                </c:pt>
                <c:pt idx="2578" formatCode="###,###,###,##0.0000">
                  <c:v>346</c:v>
                </c:pt>
                <c:pt idx="2579" formatCode="###,###,###,##0.0000">
                  <c:v>350</c:v>
                </c:pt>
                <c:pt idx="2581" formatCode="###,###,###,##0.0000">
                  <c:v>345</c:v>
                </c:pt>
                <c:pt idx="2582" formatCode="###,###,###,##0.0000">
                  <c:v>341</c:v>
                </c:pt>
                <c:pt idx="2583" formatCode="###,###,###,##0.0000">
                  <c:v>344</c:v>
                </c:pt>
                <c:pt idx="2584" formatCode="###,###,###,##0.0000">
                  <c:v>344</c:v>
                </c:pt>
                <c:pt idx="2585" formatCode="###,###,###,##0.0000">
                  <c:v>339</c:v>
                </c:pt>
                <c:pt idx="2586" formatCode="###,###,###,##0.0000">
                  <c:v>339</c:v>
                </c:pt>
                <c:pt idx="2587" formatCode="###,###,###,##0.0000">
                  <c:v>339</c:v>
                </c:pt>
                <c:pt idx="2588" formatCode="###,###,###,##0.0000">
                  <c:v>344</c:v>
                </c:pt>
                <c:pt idx="2589" formatCode="###,###,###,##0.0000">
                  <c:v>345</c:v>
                </c:pt>
                <c:pt idx="2590" formatCode="###,###,###,##0.0000">
                  <c:v>339</c:v>
                </c:pt>
                <c:pt idx="2591" formatCode="###,###,###,##0.0000">
                  <c:v>346</c:v>
                </c:pt>
                <c:pt idx="2592" formatCode="###,###,###,##0.0000">
                  <c:v>341</c:v>
                </c:pt>
                <c:pt idx="2593" formatCode="###,###,###,##0.0000">
                  <c:v>338</c:v>
                </c:pt>
                <c:pt idx="2594" formatCode="###,###,###,##0.0000">
                  <c:v>338</c:v>
                </c:pt>
                <c:pt idx="2595" formatCode="###,###,###,##0.0000">
                  <c:v>345</c:v>
                </c:pt>
                <c:pt idx="2597" formatCode="###,###,###,##0.0000">
                  <c:v>341</c:v>
                </c:pt>
                <c:pt idx="2598" formatCode="###,###,###,##0.0000">
                  <c:v>340</c:v>
                </c:pt>
                <c:pt idx="2599" formatCode="###,###,###,##0.0000">
                  <c:v>340</c:v>
                </c:pt>
                <c:pt idx="2600" formatCode="###,###,###,##0.0000">
                  <c:v>339</c:v>
                </c:pt>
                <c:pt idx="2601" formatCode="###,###,###,##0.0000">
                  <c:v>339</c:v>
                </c:pt>
                <c:pt idx="2602" formatCode="###,###,###,##0.0000">
                  <c:v>339</c:v>
                </c:pt>
                <c:pt idx="2603" formatCode="###,###,###,##0.0000">
                  <c:v>337</c:v>
                </c:pt>
                <c:pt idx="2604" formatCode="###,###,###,##0.0000">
                  <c:v>332</c:v>
                </c:pt>
                <c:pt idx="2605" formatCode="###,###,###,##0.0000">
                  <c:v>329</c:v>
                </c:pt>
                <c:pt idx="2606" formatCode="###,###,###,##0.0000">
                  <c:v>332</c:v>
                </c:pt>
                <c:pt idx="2607" formatCode="###,###,###,##0.0000">
                  <c:v>341</c:v>
                </c:pt>
                <c:pt idx="2608" formatCode="###,###,###,##0.0000">
                  <c:v>341</c:v>
                </c:pt>
                <c:pt idx="2609" formatCode="###,###,###,##0.0000">
                  <c:v>341</c:v>
                </c:pt>
                <c:pt idx="2610" formatCode="###,###,###,##0.0000">
                  <c:v>350</c:v>
                </c:pt>
                <c:pt idx="2611" formatCode="###,###,###,##0.0000">
                  <c:v>353</c:v>
                </c:pt>
                <c:pt idx="2613" formatCode="###,###,###,##0.0000">
                  <c:v>349</c:v>
                </c:pt>
                <c:pt idx="2614" formatCode="###,###,###,##0.0000">
                  <c:v>353</c:v>
                </c:pt>
                <c:pt idx="2615" formatCode="###,###,###,##0.0000">
                  <c:v>353</c:v>
                </c:pt>
                <c:pt idx="2616" formatCode="###,###,###,##0.0000">
                  <c:v>347</c:v>
                </c:pt>
                <c:pt idx="2617" formatCode="###,###,###,##0.0000">
                  <c:v>347</c:v>
                </c:pt>
                <c:pt idx="2618" formatCode="###,###,###,##0.0000">
                  <c:v>349</c:v>
                </c:pt>
                <c:pt idx="2619" formatCode="###,###,###,##0.0000">
                  <c:v>350</c:v>
                </c:pt>
                <c:pt idx="2620" formatCode="###,###,###,##0.0000">
                  <c:v>350</c:v>
                </c:pt>
                <c:pt idx="2621" formatCode="###,###,###,##0.0000">
                  <c:v>353</c:v>
                </c:pt>
                <c:pt idx="2622" formatCode="###,###,###,##0.0000">
                  <c:v>350</c:v>
                </c:pt>
                <c:pt idx="2623" formatCode="###,###,###,##0.0000">
                  <c:v>353</c:v>
                </c:pt>
                <c:pt idx="2624" formatCode="###,###,###,##0.0000">
                  <c:v>350</c:v>
                </c:pt>
                <c:pt idx="2625" formatCode="###,###,###,##0.0000">
                  <c:v>350</c:v>
                </c:pt>
                <c:pt idx="2626" formatCode="###,###,###,##0.0000">
                  <c:v>350</c:v>
                </c:pt>
                <c:pt idx="2627" formatCode="###,###,###,##0.0000">
                  <c:v>350</c:v>
                </c:pt>
                <c:pt idx="2629" formatCode="###,###,###,##0.0000">
                  <c:v>350</c:v>
                </c:pt>
                <c:pt idx="2630" formatCode="###,###,###,##0.0000">
                  <c:v>350</c:v>
                </c:pt>
                <c:pt idx="2631" formatCode="###,###,###,##0.0000">
                  <c:v>353</c:v>
                </c:pt>
                <c:pt idx="2633" formatCode="###,###,###,##0.0000">
                  <c:v>342</c:v>
                </c:pt>
                <c:pt idx="2634" formatCode="###,###,###,##0.0000">
                  <c:v>342</c:v>
                </c:pt>
                <c:pt idx="2635" formatCode="###,###,###,##0.0000">
                  <c:v>348</c:v>
                </c:pt>
                <c:pt idx="2636" formatCode="###,###,###,##0.0000">
                  <c:v>348</c:v>
                </c:pt>
                <c:pt idx="2637" formatCode="###,###,###,##0.0000">
                  <c:v>356</c:v>
                </c:pt>
                <c:pt idx="2638" formatCode="###,###,###,##0.0000">
                  <c:v>353</c:v>
                </c:pt>
                <c:pt idx="2639" formatCode="###,###,###,##0.0000">
                  <c:v>352</c:v>
                </c:pt>
                <c:pt idx="2640" formatCode="###,###,###,##0.0000">
                  <c:v>349</c:v>
                </c:pt>
                <c:pt idx="2641" formatCode="###,###,###,##0.0000">
                  <c:v>351</c:v>
                </c:pt>
                <c:pt idx="2642" formatCode="###,###,###,##0.0000">
                  <c:v>346</c:v>
                </c:pt>
                <c:pt idx="2643" formatCode="###,###,###,##0.0000">
                  <c:v>345</c:v>
                </c:pt>
                <c:pt idx="2644" formatCode="###,###,###,##0.0000">
                  <c:v>347</c:v>
                </c:pt>
                <c:pt idx="2645" formatCode="###,###,###,##0.0000">
                  <c:v>347</c:v>
                </c:pt>
                <c:pt idx="2646" formatCode="###,###,###,##0.0000">
                  <c:v>345</c:v>
                </c:pt>
                <c:pt idx="2647" formatCode="###,###,###,##0.0000">
                  <c:v>345</c:v>
                </c:pt>
                <c:pt idx="2648" formatCode="###,###,###,##0.0000">
                  <c:v>345</c:v>
                </c:pt>
                <c:pt idx="2650" formatCode="###,###,###,##0.0000">
                  <c:v>353</c:v>
                </c:pt>
                <c:pt idx="2651" formatCode="###,###,###,##0.0000">
                  <c:v>354</c:v>
                </c:pt>
                <c:pt idx="2652" formatCode="###,###,###,##0.0000">
                  <c:v>353</c:v>
                </c:pt>
                <c:pt idx="2653" formatCode="###,###,###,##0.0000">
                  <c:v>354</c:v>
                </c:pt>
                <c:pt idx="2654" formatCode="###,###,###,##0.0000">
                  <c:v>353</c:v>
                </c:pt>
                <c:pt idx="2655" formatCode="###,###,###,##0.0000">
                  <c:v>352</c:v>
                </c:pt>
                <c:pt idx="2656" formatCode="###,###,###,##0.0000">
                  <c:v>352</c:v>
                </c:pt>
                <c:pt idx="2657" formatCode="###,###,###,##0.0000">
                  <c:v>354</c:v>
                </c:pt>
                <c:pt idx="2658" formatCode="###,###,###,##0.0000">
                  <c:v>352</c:v>
                </c:pt>
                <c:pt idx="2659" formatCode="###,###,###,##0.0000">
                  <c:v>357</c:v>
                </c:pt>
                <c:pt idx="2662" formatCode="###,###,###,##0.0000">
                  <c:v>357</c:v>
                </c:pt>
                <c:pt idx="2663" formatCode="###,###,###,##0.0000">
                  <c:v>352</c:v>
                </c:pt>
                <c:pt idx="2664" formatCode="###,###,###,##0.0000">
                  <c:v>353</c:v>
                </c:pt>
                <c:pt idx="2665" formatCode="###,###,###,##0.0000">
                  <c:v>353</c:v>
                </c:pt>
                <c:pt idx="2667" formatCode="###,###,###,##0.0000">
                  <c:v>353</c:v>
                </c:pt>
                <c:pt idx="2668" formatCode="###,###,###,##0.0000">
                  <c:v>355</c:v>
                </c:pt>
                <c:pt idx="2669" formatCode="###,###,###,##0.0000">
                  <c:v>355</c:v>
                </c:pt>
                <c:pt idx="2670" formatCode="###,###,###,##0.0000">
                  <c:v>356</c:v>
                </c:pt>
                <c:pt idx="2671" formatCode="###,###,###,##0.0000">
                  <c:v>356</c:v>
                </c:pt>
                <c:pt idx="2672" formatCode="###,###,###,##0.0000">
                  <c:v>356</c:v>
                </c:pt>
                <c:pt idx="2673" formatCode="###,###,###,##0.0000">
                  <c:v>355</c:v>
                </c:pt>
                <c:pt idx="2674" formatCode="###,###,###,##0.0000">
                  <c:v>351</c:v>
                </c:pt>
                <c:pt idx="2675" formatCode="###,###,###,##0.0000">
                  <c:v>354</c:v>
                </c:pt>
                <c:pt idx="2676" formatCode="###,###,###,##0.0000">
                  <c:v>356</c:v>
                </c:pt>
                <c:pt idx="2677" formatCode="###,###,###,##0.0000">
                  <c:v>358</c:v>
                </c:pt>
                <c:pt idx="2678" formatCode="###,###,###,##0.0000">
                  <c:v>357</c:v>
                </c:pt>
                <c:pt idx="2679" formatCode="###,###,###,##0.0000">
                  <c:v>355</c:v>
                </c:pt>
                <c:pt idx="2680" formatCode="###,###,###,##0.0000">
                  <c:v>357</c:v>
                </c:pt>
                <c:pt idx="2681" formatCode="###,###,###,##0.0000">
                  <c:v>355</c:v>
                </c:pt>
                <c:pt idx="2683" formatCode="###,###,###,##0.0000">
                  <c:v>352</c:v>
                </c:pt>
                <c:pt idx="2684" formatCode="###,###,###,##0.0000">
                  <c:v>352</c:v>
                </c:pt>
                <c:pt idx="2685" formatCode="###,###,###,##0.0000">
                  <c:v>352</c:v>
                </c:pt>
                <c:pt idx="2686" formatCode="###,###,###,##0.0000">
                  <c:v>352</c:v>
                </c:pt>
                <c:pt idx="2687" formatCode="###,###,###,##0.0000">
                  <c:v>355</c:v>
                </c:pt>
                <c:pt idx="2688" formatCode="###,###,###,##0.0000">
                  <c:v>355</c:v>
                </c:pt>
                <c:pt idx="2689" formatCode="###,###,###,##0.0000">
                  <c:v>353</c:v>
                </c:pt>
                <c:pt idx="2690" formatCode="###,###,###,##0.0000">
                  <c:v>352</c:v>
                </c:pt>
                <c:pt idx="2691" formatCode="###,###,###,##0.0000">
                  <c:v>354</c:v>
                </c:pt>
                <c:pt idx="2692" formatCode="###,###,###,##0.0000">
                  <c:v>353</c:v>
                </c:pt>
                <c:pt idx="2693" formatCode="###,###,###,##0.0000">
                  <c:v>353</c:v>
                </c:pt>
                <c:pt idx="2694" formatCode="###,###,###,##0.0000">
                  <c:v>351</c:v>
                </c:pt>
                <c:pt idx="2695" formatCode="###,###,###,##0.0000">
                  <c:v>350</c:v>
                </c:pt>
                <c:pt idx="2696" formatCode="###,###,###,##0.0000">
                  <c:v>350</c:v>
                </c:pt>
                <c:pt idx="2697" formatCode="###,###,###,##0.0000">
                  <c:v>394</c:v>
                </c:pt>
                <c:pt idx="2699" formatCode="###,###,###,##0.0000">
                  <c:v>394</c:v>
                </c:pt>
                <c:pt idx="2700" formatCode="###,###,###,##0.0000">
                  <c:v>348</c:v>
                </c:pt>
                <c:pt idx="2701" formatCode="###,###,###,##0.0000">
                  <c:v>348</c:v>
                </c:pt>
                <c:pt idx="2702" formatCode="###,###,###,##0.0000">
                  <c:v>354</c:v>
                </c:pt>
                <c:pt idx="2703" formatCode="###,###,###,##0.0000">
                  <c:v>356</c:v>
                </c:pt>
                <c:pt idx="2704" formatCode="###,###,###,##0.0000">
                  <c:v>359</c:v>
                </c:pt>
                <c:pt idx="2705" formatCode="###,###,###,##0.0000">
                  <c:v>359</c:v>
                </c:pt>
                <c:pt idx="2706" formatCode="###,###,###,##0.0000">
                  <c:v>359</c:v>
                </c:pt>
                <c:pt idx="2707" formatCode="###,###,###,##0.0000">
                  <c:v>361</c:v>
                </c:pt>
                <c:pt idx="2708" formatCode="###,###,###,##0.0000">
                  <c:v>365</c:v>
                </c:pt>
                <c:pt idx="2709" formatCode="###,###,###,##0.0000">
                  <c:v>365</c:v>
                </c:pt>
                <c:pt idx="2710" formatCode="###,###,###,##0.0000">
                  <c:v>372</c:v>
                </c:pt>
                <c:pt idx="2711" formatCode="###,###,###,##0.0000">
                  <c:v>372</c:v>
                </c:pt>
                <c:pt idx="2712" formatCode="###,###,###,##0.0000">
                  <c:v>370</c:v>
                </c:pt>
                <c:pt idx="2713" formatCode="###,###,###,##0.0000">
                  <c:v>370</c:v>
                </c:pt>
                <c:pt idx="2714" formatCode="###,###,###,##0.0000">
                  <c:v>371</c:v>
                </c:pt>
                <c:pt idx="2715" formatCode="###,###,###,##0.0000">
                  <c:v>371</c:v>
                </c:pt>
                <c:pt idx="2716" formatCode="###,###,###,##0.0000">
                  <c:v>371</c:v>
                </c:pt>
                <c:pt idx="2717" formatCode="###,###,###,##0.0000">
                  <c:v>371</c:v>
                </c:pt>
                <c:pt idx="2718" formatCode="###,###,###,##0.0000">
                  <c:v>369</c:v>
                </c:pt>
                <c:pt idx="2719" formatCode="###,###,###,##0.0000">
                  <c:v>373</c:v>
                </c:pt>
                <c:pt idx="2720" formatCode="###,###,###,##0.0000">
                  <c:v>373</c:v>
                </c:pt>
                <c:pt idx="2721" formatCode="###,###,###,##0.0000">
                  <c:v>373</c:v>
                </c:pt>
                <c:pt idx="2722" formatCode="###,###,###,##0.0000">
                  <c:v>370</c:v>
                </c:pt>
                <c:pt idx="2723" formatCode="###,###,###,##0.0000">
                  <c:v>371</c:v>
                </c:pt>
                <c:pt idx="2724" formatCode="###,###,###,##0.0000">
                  <c:v>371</c:v>
                </c:pt>
                <c:pt idx="2725" formatCode="###,###,###,##0.0000">
                  <c:v>371</c:v>
                </c:pt>
                <c:pt idx="2726" formatCode="###,###,###,##0.0000">
                  <c:v>370</c:v>
                </c:pt>
                <c:pt idx="2727" formatCode="###,###,###,##0.0000">
                  <c:v>371</c:v>
                </c:pt>
                <c:pt idx="2728" formatCode="###,###,###,##0.0000">
                  <c:v>370</c:v>
                </c:pt>
                <c:pt idx="2729" formatCode="###,###,###,##0.0000">
                  <c:v>370</c:v>
                </c:pt>
                <c:pt idx="2730" formatCode="###,###,###,##0.0000">
                  <c:v>365</c:v>
                </c:pt>
                <c:pt idx="2731" formatCode="###,###,###,##0.0000">
                  <c:v>362</c:v>
                </c:pt>
                <c:pt idx="2732" formatCode="###,###,###,##0.0000">
                  <c:v>362</c:v>
                </c:pt>
                <c:pt idx="2734" formatCode="###,###,###,##0.0000">
                  <c:v>362</c:v>
                </c:pt>
                <c:pt idx="2735" formatCode="###,###,###,##0.0000">
                  <c:v>362</c:v>
                </c:pt>
                <c:pt idx="2736" formatCode="###,###,###,##0.0000">
                  <c:v>358</c:v>
                </c:pt>
                <c:pt idx="2737" formatCode="###,###,###,##0.0000">
                  <c:v>356</c:v>
                </c:pt>
                <c:pt idx="2738" formatCode="###,###,###,##0.0000">
                  <c:v>353</c:v>
                </c:pt>
                <c:pt idx="2739" formatCode="###,###,###,##0.0000">
                  <c:v>351</c:v>
                </c:pt>
                <c:pt idx="2740" formatCode="###,###,###,##0.0000">
                  <c:v>350</c:v>
                </c:pt>
                <c:pt idx="2741" formatCode="###,###,###,##0.0000">
                  <c:v>349</c:v>
                </c:pt>
                <c:pt idx="2742" formatCode="###,###,###,##0.0000">
                  <c:v>344</c:v>
                </c:pt>
                <c:pt idx="2743" formatCode="###,###,###,##0.0000">
                  <c:v>344</c:v>
                </c:pt>
                <c:pt idx="2744" formatCode="###,###,###,##0.0000">
                  <c:v>344</c:v>
                </c:pt>
                <c:pt idx="2745" formatCode="###,###,###,##0.0000">
                  <c:v>345</c:v>
                </c:pt>
                <c:pt idx="2746" formatCode="###,###,###,##0.0000">
                  <c:v>345</c:v>
                </c:pt>
                <c:pt idx="2747" formatCode="###,###,###,##0.0000">
                  <c:v>346</c:v>
                </c:pt>
                <c:pt idx="2748" formatCode="###,###,###,##0.0000">
                  <c:v>346</c:v>
                </c:pt>
                <c:pt idx="2749" formatCode="###,###,###,##0.0000">
                  <c:v>347</c:v>
                </c:pt>
                <c:pt idx="2750" formatCode="###,###,###,##0.0000">
                  <c:v>347</c:v>
                </c:pt>
                <c:pt idx="2751" formatCode="###,###,###,##0.0000">
                  <c:v>348</c:v>
                </c:pt>
                <c:pt idx="2752" formatCode="###,###,###,##0.0000">
                  <c:v>348</c:v>
                </c:pt>
                <c:pt idx="2753" formatCode="###,###,###,##0.0000">
                  <c:v>347</c:v>
                </c:pt>
                <c:pt idx="2754" formatCode="###,###,###,##0.0000">
                  <c:v>347</c:v>
                </c:pt>
                <c:pt idx="2755" formatCode="###,###,###,##0.0000">
                  <c:v>349</c:v>
                </c:pt>
                <c:pt idx="2756" formatCode="###,###,###,##0.0000">
                  <c:v>352</c:v>
                </c:pt>
                <c:pt idx="2757" formatCode="###,###,###,##0.0000">
                  <c:v>350</c:v>
                </c:pt>
                <c:pt idx="2758" formatCode="###,###,###,##0.0000">
                  <c:v>349</c:v>
                </c:pt>
                <c:pt idx="2759" formatCode="###,###,###,##0.0000">
                  <c:v>349</c:v>
                </c:pt>
                <c:pt idx="2760" formatCode="###,###,###,##0.0000">
                  <c:v>349</c:v>
                </c:pt>
                <c:pt idx="2761" formatCode="###,###,###,##0.0000">
                  <c:v>346</c:v>
                </c:pt>
                <c:pt idx="2762" formatCode="###,###,###,##0.0000">
                  <c:v>346</c:v>
                </c:pt>
                <c:pt idx="2763" formatCode="###,###,###,##0.0000">
                  <c:v>342</c:v>
                </c:pt>
                <c:pt idx="2765" formatCode="###,###,###,##0.0000">
                  <c:v>337</c:v>
                </c:pt>
                <c:pt idx="2766" formatCode="###,###,###,##0.0000">
                  <c:v>335</c:v>
                </c:pt>
                <c:pt idx="2767" formatCode="###,###,###,##0.0000">
                  <c:v>336</c:v>
                </c:pt>
                <c:pt idx="2768" formatCode="###,###,###,##0.0000">
                  <c:v>332</c:v>
                </c:pt>
                <c:pt idx="2769" formatCode="###,###,###,##0.0000">
                  <c:v>300</c:v>
                </c:pt>
                <c:pt idx="2770" formatCode="###,###,###,##0.0000">
                  <c:v>320</c:v>
                </c:pt>
                <c:pt idx="2771" formatCode="###,###,###,##0.0000">
                  <c:v>320</c:v>
                </c:pt>
                <c:pt idx="2772" formatCode="###,###,###,##0.0000">
                  <c:v>323</c:v>
                </c:pt>
                <c:pt idx="2773" formatCode="###,###,###,##0.0000">
                  <c:v>322</c:v>
                </c:pt>
                <c:pt idx="2774" formatCode="###,###,###,##0.0000">
                  <c:v>315</c:v>
                </c:pt>
                <c:pt idx="2775" formatCode="###,###,###,##0.0000">
                  <c:v>305</c:v>
                </c:pt>
                <c:pt idx="2776" formatCode="###,###,###,##0.0000">
                  <c:v>308</c:v>
                </c:pt>
                <c:pt idx="2777" formatCode="###,###,###,##0.0000">
                  <c:v>309</c:v>
                </c:pt>
                <c:pt idx="2778" formatCode="###,###,###,##0.0000">
                  <c:v>322</c:v>
                </c:pt>
                <c:pt idx="2779" formatCode="###,###,###,##0.0000">
                  <c:v>318</c:v>
                </c:pt>
                <c:pt idx="2780" formatCode="###,###,###,##0.0000">
                  <c:v>318</c:v>
                </c:pt>
                <c:pt idx="2781" formatCode="###,###,###,##0.0000">
                  <c:v>318</c:v>
                </c:pt>
                <c:pt idx="2782" formatCode="###,###,###,##0.0000">
                  <c:v>325</c:v>
                </c:pt>
                <c:pt idx="2783" formatCode="###,###,###,##0.0000">
                  <c:v>336</c:v>
                </c:pt>
                <c:pt idx="2784" formatCode="###,###,###,##0.0000">
                  <c:v>337</c:v>
                </c:pt>
                <c:pt idx="2785" formatCode="###,###,###,##0.0000">
                  <c:v>337</c:v>
                </c:pt>
                <c:pt idx="2786" formatCode="###,###,###,##0.0000">
                  <c:v>337</c:v>
                </c:pt>
                <c:pt idx="2787" formatCode="###,###,###,##0.0000">
                  <c:v>337</c:v>
                </c:pt>
                <c:pt idx="2788" formatCode="###,###,###,##0.0000">
                  <c:v>329</c:v>
                </c:pt>
                <c:pt idx="2789" formatCode="###,###,###,##0.0000">
                  <c:v>329</c:v>
                </c:pt>
                <c:pt idx="2790" formatCode="###,###,###,##0.0000">
                  <c:v>330</c:v>
                </c:pt>
                <c:pt idx="2791" formatCode="###,###,###,##0.0000">
                  <c:v>330</c:v>
                </c:pt>
                <c:pt idx="2792" formatCode="###,###,###,##0.0000">
                  <c:v>330</c:v>
                </c:pt>
                <c:pt idx="2793" formatCode="###,###,###,##0.0000">
                  <c:v>330</c:v>
                </c:pt>
                <c:pt idx="2794" formatCode="###,###,###,##0.0000">
                  <c:v>330</c:v>
                </c:pt>
                <c:pt idx="2795" formatCode="###,###,###,##0.0000">
                  <c:v>330</c:v>
                </c:pt>
                <c:pt idx="2796" formatCode="###,###,###,##0.0000">
                  <c:v>329</c:v>
                </c:pt>
                <c:pt idx="2797" formatCode="###,###,###,##0.0000">
                  <c:v>327</c:v>
                </c:pt>
                <c:pt idx="2798" formatCode="###,###,###,##0.0000">
                  <c:v>325</c:v>
                </c:pt>
                <c:pt idx="2799" formatCode="###,###,###,##0.0000">
                  <c:v>325</c:v>
                </c:pt>
                <c:pt idx="2800" formatCode="###,###,###,##0.0000">
                  <c:v>322</c:v>
                </c:pt>
                <c:pt idx="2801" formatCode="###,###,###,##0.0000">
                  <c:v>323</c:v>
                </c:pt>
                <c:pt idx="2802" formatCode="###,###,###,##0.0000">
                  <c:v>324</c:v>
                </c:pt>
                <c:pt idx="2803" formatCode="###,###,###,##0.0000">
                  <c:v>324</c:v>
                </c:pt>
                <c:pt idx="2804" formatCode="###,###,###,##0.0000">
                  <c:v>324</c:v>
                </c:pt>
                <c:pt idx="2806" formatCode="###,###,###,##0.0000">
                  <c:v>321</c:v>
                </c:pt>
                <c:pt idx="2807" formatCode="###,###,###,##0.0000">
                  <c:v>317</c:v>
                </c:pt>
                <c:pt idx="2808" formatCode="###,###,###,##0.0000">
                  <c:v>321</c:v>
                </c:pt>
                <c:pt idx="2809" formatCode="###,###,###,##0.0000">
                  <c:v>328</c:v>
                </c:pt>
                <c:pt idx="2810" formatCode="###,###,###,##0.0000">
                  <c:v>328</c:v>
                </c:pt>
                <c:pt idx="2811" formatCode="###,###,###,##0.0000">
                  <c:v>324</c:v>
                </c:pt>
                <c:pt idx="2812" formatCode="###,###,###,##0.0000">
                  <c:v>324</c:v>
                </c:pt>
                <c:pt idx="2813" formatCode="###,###,###,##0.0000">
                  <c:v>324</c:v>
                </c:pt>
                <c:pt idx="2814" formatCode="###,###,###,##0.0000">
                  <c:v>329</c:v>
                </c:pt>
                <c:pt idx="2815" formatCode="###,###,###,##0.0000">
                  <c:v>330</c:v>
                </c:pt>
                <c:pt idx="2818" formatCode="###,###,###,##0.0000">
                  <c:v>330</c:v>
                </c:pt>
                <c:pt idx="2819" formatCode="###,###,###,##0.0000">
                  <c:v>330</c:v>
                </c:pt>
                <c:pt idx="2820" formatCode="###,###,###,##0.0000">
                  <c:v>326</c:v>
                </c:pt>
                <c:pt idx="2821" formatCode="###,###,###,##0.0000">
                  <c:v>326</c:v>
                </c:pt>
                <c:pt idx="2822" formatCode="###,###,###,##0.0000">
                  <c:v>325</c:v>
                </c:pt>
                <c:pt idx="2823" formatCode="###,###,###,##0.0000">
                  <c:v>325</c:v>
                </c:pt>
                <c:pt idx="2824" formatCode="###,###,###,##0.0000">
                  <c:v>330</c:v>
                </c:pt>
                <c:pt idx="2825" formatCode="###,###,###,##0.0000">
                  <c:v>330</c:v>
                </c:pt>
                <c:pt idx="2826" formatCode="###,###,###,##0.0000">
                  <c:v>327</c:v>
                </c:pt>
                <c:pt idx="2827" formatCode="###,###,###,##0.0000">
                  <c:v>327</c:v>
                </c:pt>
                <c:pt idx="2828" formatCode="###,###,###,##0.0000">
                  <c:v>327</c:v>
                </c:pt>
                <c:pt idx="2829" formatCode="###,###,###,##0.0000">
                  <c:v>333</c:v>
                </c:pt>
                <c:pt idx="2830" formatCode="###,###,###,##0.0000">
                  <c:v>335</c:v>
                </c:pt>
                <c:pt idx="2831" formatCode="###,###,###,##0.0000">
                  <c:v>335</c:v>
                </c:pt>
                <c:pt idx="2832" formatCode="###,###,###,##0.0000">
                  <c:v>335</c:v>
                </c:pt>
                <c:pt idx="2834" formatCode="###,###,###,##0.0000">
                  <c:v>335</c:v>
                </c:pt>
                <c:pt idx="2835" formatCode="###,###,###,##0.0000">
                  <c:v>338</c:v>
                </c:pt>
                <c:pt idx="2836" formatCode="###,###,###,##0.0000">
                  <c:v>342</c:v>
                </c:pt>
                <c:pt idx="2837" formatCode="###,###,###,##0.0000">
                  <c:v>343</c:v>
                </c:pt>
                <c:pt idx="2838" formatCode="###,###,###,##0.0000">
                  <c:v>344</c:v>
                </c:pt>
                <c:pt idx="2839" formatCode="###,###,###,##0.0000">
                  <c:v>344</c:v>
                </c:pt>
                <c:pt idx="2840" formatCode="###,###,###,##0.0000">
                  <c:v>347</c:v>
                </c:pt>
                <c:pt idx="2842" formatCode="###,###,###,##0.0000">
                  <c:v>345</c:v>
                </c:pt>
                <c:pt idx="2843" formatCode="###,###,###,##0.0000">
                  <c:v>346</c:v>
                </c:pt>
                <c:pt idx="2844" formatCode="###,###,###,##0.0000">
                  <c:v>346</c:v>
                </c:pt>
                <c:pt idx="2845" formatCode="###,###,###,##0.0000">
                  <c:v>347</c:v>
                </c:pt>
                <c:pt idx="2846" formatCode="###,###,###,##0.0000">
                  <c:v>350</c:v>
                </c:pt>
                <c:pt idx="2847" formatCode="###,###,###,##0.0000">
                  <c:v>350</c:v>
                </c:pt>
                <c:pt idx="2848" formatCode="###,###,###,##0.0000">
                  <c:v>350</c:v>
                </c:pt>
                <c:pt idx="2850" formatCode="###,###,###,##0.0000">
                  <c:v>350</c:v>
                </c:pt>
                <c:pt idx="2851" formatCode="###,###,###,##0.0000">
                  <c:v>347</c:v>
                </c:pt>
                <c:pt idx="2852" formatCode="###,###,###,##0.0000">
                  <c:v>347</c:v>
                </c:pt>
                <c:pt idx="2853" formatCode="###,###,###,##0.0000">
                  <c:v>345</c:v>
                </c:pt>
                <c:pt idx="2854" formatCode="###,###,###,##0.0000">
                  <c:v>344</c:v>
                </c:pt>
                <c:pt idx="2856" formatCode="###,###,###,##0.0000">
                  <c:v>348</c:v>
                </c:pt>
                <c:pt idx="2857" formatCode="###,###,###,##0.0000">
                  <c:v>353</c:v>
                </c:pt>
                <c:pt idx="2858" formatCode="###,###,###,##0.0000">
                  <c:v>358</c:v>
                </c:pt>
                <c:pt idx="2859" formatCode="###,###,###,##0.0000">
                  <c:v>358</c:v>
                </c:pt>
                <c:pt idx="2860" formatCode="###,###,###,##0.0000">
                  <c:v>358</c:v>
                </c:pt>
                <c:pt idx="2861" formatCode="###,###,###,##0.0000">
                  <c:v>360</c:v>
                </c:pt>
                <c:pt idx="2862" formatCode="###,###,###,##0.0000">
                  <c:v>359</c:v>
                </c:pt>
                <c:pt idx="2863" formatCode="###,###,###,##0.0000">
                  <c:v>357</c:v>
                </c:pt>
                <c:pt idx="2864" formatCode="###,###,###,##0.0000">
                  <c:v>357</c:v>
                </c:pt>
                <c:pt idx="2865" formatCode="###,###,###,##0.0000">
                  <c:v>357</c:v>
                </c:pt>
                <c:pt idx="2866" formatCode="###,###,###,##0.0000">
                  <c:v>354</c:v>
                </c:pt>
                <c:pt idx="2867" formatCode="###,###,###,##0.0000">
                  <c:v>355</c:v>
                </c:pt>
                <c:pt idx="2868" formatCode="###,###,###,##0.0000">
                  <c:v>359</c:v>
                </c:pt>
                <c:pt idx="2869" formatCode="###,###,###,##0.0000">
                  <c:v>359</c:v>
                </c:pt>
                <c:pt idx="2870" formatCode="###,###,###,##0.0000">
                  <c:v>361</c:v>
                </c:pt>
                <c:pt idx="2871" formatCode="###,###,###,##0.0000">
                  <c:v>362</c:v>
                </c:pt>
                <c:pt idx="2872" formatCode="###,###,###,##0.0000">
                  <c:v>360</c:v>
                </c:pt>
                <c:pt idx="2873" formatCode="###,###,###,##0.0000">
                  <c:v>362</c:v>
                </c:pt>
                <c:pt idx="2874" formatCode="###,###,###,##0.0000">
                  <c:v>364</c:v>
                </c:pt>
                <c:pt idx="2875" formatCode="###,###,###,##0.0000">
                  <c:v>364</c:v>
                </c:pt>
                <c:pt idx="2876" formatCode="###,###,###,##0.0000">
                  <c:v>364</c:v>
                </c:pt>
                <c:pt idx="2877" formatCode="###,###,###,##0.0000">
                  <c:v>361</c:v>
                </c:pt>
                <c:pt idx="2878" formatCode="###,###,###,##0.0000">
                  <c:v>361</c:v>
                </c:pt>
                <c:pt idx="2879" formatCode="###,###,###,##0.0000">
                  <c:v>362</c:v>
                </c:pt>
                <c:pt idx="2880" formatCode="###,###,###,##0.0000">
                  <c:v>363</c:v>
                </c:pt>
                <c:pt idx="2881" formatCode="###,###,###,##0.0000">
                  <c:v>364</c:v>
                </c:pt>
                <c:pt idx="2882" formatCode="###,###,###,##0.0000">
                  <c:v>361</c:v>
                </c:pt>
                <c:pt idx="2883" formatCode="###,###,###,##0.0000">
                  <c:v>359</c:v>
                </c:pt>
                <c:pt idx="2884" formatCode="###,###,###,##0.0000">
                  <c:v>358</c:v>
                </c:pt>
                <c:pt idx="2885" formatCode="###,###,###,##0.0000">
                  <c:v>356</c:v>
                </c:pt>
                <c:pt idx="2886" formatCode="###,###,###,##0.0000">
                  <c:v>359</c:v>
                </c:pt>
                <c:pt idx="2887" formatCode="###,###,###,##0.0000">
                  <c:v>359</c:v>
                </c:pt>
                <c:pt idx="2888" formatCode="###,###,###,##0.0000">
                  <c:v>362</c:v>
                </c:pt>
                <c:pt idx="2889" formatCode="###,###,###,##0.0000">
                  <c:v>368</c:v>
                </c:pt>
                <c:pt idx="2890" formatCode="###,###,###,##0.0000">
                  <c:v>368</c:v>
                </c:pt>
                <c:pt idx="2891" formatCode="###,###,###,##0.0000">
                  <c:v>368</c:v>
                </c:pt>
                <c:pt idx="2892" formatCode="###,###,###,##0.0000">
                  <c:v>374</c:v>
                </c:pt>
                <c:pt idx="2893" formatCode="###,###,###,##0.0000">
                  <c:v>374</c:v>
                </c:pt>
                <c:pt idx="2894" formatCode="###,###,###,##0.0000">
                  <c:v>371</c:v>
                </c:pt>
                <c:pt idx="2895" formatCode="###,###,###,##0.0000">
                  <c:v>370</c:v>
                </c:pt>
                <c:pt idx="2896" formatCode="###,###,###,##0.0000">
                  <c:v>370</c:v>
                </c:pt>
                <c:pt idx="2897" formatCode="###,###,###,##0.0000">
                  <c:v>375</c:v>
                </c:pt>
                <c:pt idx="2898" formatCode="###,###,###,##0.0000">
                  <c:v>376</c:v>
                </c:pt>
                <c:pt idx="2899" formatCode="###,###,###,##0.0000">
                  <c:v>382</c:v>
                </c:pt>
                <c:pt idx="2900" formatCode="###,###,###,##0.0000">
                  <c:v>385</c:v>
                </c:pt>
                <c:pt idx="2901" formatCode="###,###,###,##0.0000">
                  <c:v>385</c:v>
                </c:pt>
                <c:pt idx="2902" formatCode="###,###,###,##0.0000">
                  <c:v>385</c:v>
                </c:pt>
                <c:pt idx="2903" formatCode="###,###,###,##0.0000">
                  <c:v>388</c:v>
                </c:pt>
                <c:pt idx="2904" formatCode="###,###,###,##0.0000">
                  <c:v>390</c:v>
                </c:pt>
                <c:pt idx="2905" formatCode="###,###,###,##0.0000">
                  <c:v>391</c:v>
                </c:pt>
                <c:pt idx="2906" formatCode="###,###,###,##0.0000">
                  <c:v>391</c:v>
                </c:pt>
                <c:pt idx="2907" formatCode="###,###,###,##0.0000">
                  <c:v>390</c:v>
                </c:pt>
                <c:pt idx="2908" formatCode="###,###,###,##0.0000">
                  <c:v>397</c:v>
                </c:pt>
                <c:pt idx="2909" formatCode="###,###,###,##0.0000">
                  <c:v>397</c:v>
                </c:pt>
                <c:pt idx="2910" formatCode="###,###,###,##0.0000">
                  <c:v>405</c:v>
                </c:pt>
                <c:pt idx="2911" formatCode="###,###,###,##0.0000">
                  <c:v>409</c:v>
                </c:pt>
                <c:pt idx="2912" formatCode="###,###,###,##0.0000">
                  <c:v>408</c:v>
                </c:pt>
                <c:pt idx="2913" formatCode="###,###,###,##0.0000">
                  <c:v>419</c:v>
                </c:pt>
                <c:pt idx="2914" formatCode="###,###,###,##0.0000">
                  <c:v>421</c:v>
                </c:pt>
                <c:pt idx="2915" formatCode="###,###,###,##0.0000">
                  <c:v>434</c:v>
                </c:pt>
                <c:pt idx="2917" formatCode="###,###,###,##0.0000">
                  <c:v>429</c:v>
                </c:pt>
                <c:pt idx="2918" formatCode="###,###,###,##0.0000">
                  <c:v>428</c:v>
                </c:pt>
                <c:pt idx="2919" formatCode="###,###,###,##0.0000">
                  <c:v>428</c:v>
                </c:pt>
                <c:pt idx="2920" formatCode="###,###,###,##0.0000">
                  <c:v>422</c:v>
                </c:pt>
                <c:pt idx="2921" formatCode="###,###,###,##0.0000">
                  <c:v>422</c:v>
                </c:pt>
                <c:pt idx="2923" formatCode="###,###,###,##0.0000">
                  <c:v>419</c:v>
                </c:pt>
                <c:pt idx="2924" formatCode="###,###,###,##0.0000">
                  <c:v>419</c:v>
                </c:pt>
                <c:pt idx="2925" formatCode="###,###,###,##0.0000">
                  <c:v>428</c:v>
                </c:pt>
                <c:pt idx="2926" formatCode="###,###,###,##0.0000">
                  <c:v>428</c:v>
                </c:pt>
                <c:pt idx="2927" formatCode="###,###,###,##0.0000">
                  <c:v>427</c:v>
                </c:pt>
                <c:pt idx="2928" formatCode="###,###,###,##0.0000">
                  <c:v>427</c:v>
                </c:pt>
                <c:pt idx="2929" formatCode="###,###,###,##0.0000">
                  <c:v>434</c:v>
                </c:pt>
                <c:pt idx="2930" formatCode="###,###,###,##0.0000">
                  <c:v>441</c:v>
                </c:pt>
                <c:pt idx="2931" formatCode="###,###,###,##0.0000">
                  <c:v>441</c:v>
                </c:pt>
                <c:pt idx="2932" formatCode="###,###,###,##0.0000">
                  <c:v>447</c:v>
                </c:pt>
                <c:pt idx="2934" formatCode="###,###,###,##0.0000">
                  <c:v>447</c:v>
                </c:pt>
                <c:pt idx="2935" formatCode="###,###,###,##0.0000">
                  <c:v>445</c:v>
                </c:pt>
                <c:pt idx="2936" formatCode="###,###,###,##0.0000">
                  <c:v>450</c:v>
                </c:pt>
                <c:pt idx="2937" formatCode="###,###,###,##0.0000">
                  <c:v>452</c:v>
                </c:pt>
                <c:pt idx="2938" formatCode="###,###,###,##0.0000">
                  <c:v>448</c:v>
                </c:pt>
                <c:pt idx="2939" formatCode="###,###,###,##0.0000">
                  <c:v>448</c:v>
                </c:pt>
                <c:pt idx="2940" formatCode="###,###,###,##0.0000">
                  <c:v>454</c:v>
                </c:pt>
                <c:pt idx="2941" formatCode="###,###,###,##0.0000">
                  <c:v>456</c:v>
                </c:pt>
                <c:pt idx="2942" formatCode="###,###,###,##0.0000">
                  <c:v>457</c:v>
                </c:pt>
                <c:pt idx="2943" formatCode="###,###,###,##0.0000">
                  <c:v>462</c:v>
                </c:pt>
                <c:pt idx="2944" formatCode="###,###,###,##0.0000">
                  <c:v>462</c:v>
                </c:pt>
                <c:pt idx="2945" formatCode="###,###,###,##0.0000">
                  <c:v>462</c:v>
                </c:pt>
                <c:pt idx="2946" formatCode="###,###,###,##0.0000">
                  <c:v>453</c:v>
                </c:pt>
                <c:pt idx="2947" formatCode="###,###,###,##0.0000">
                  <c:v>451</c:v>
                </c:pt>
                <c:pt idx="2948" formatCode="###,###,###,##0.0000">
                  <c:v>453</c:v>
                </c:pt>
                <c:pt idx="2950" formatCode="###,###,###,##0.0000">
                  <c:v>451</c:v>
                </c:pt>
                <c:pt idx="2951" formatCode="###,###,###,##0.0000">
                  <c:v>453</c:v>
                </c:pt>
                <c:pt idx="2952" formatCode="###,###,###,##0.0000">
                  <c:v>462</c:v>
                </c:pt>
                <c:pt idx="2953" formatCode="###,###,###,##0.0000">
                  <c:v>470</c:v>
                </c:pt>
                <c:pt idx="2954" formatCode="###,###,###,##0.0000">
                  <c:v>468</c:v>
                </c:pt>
                <c:pt idx="2955" formatCode="###,###,###,##0.0000">
                  <c:v>471</c:v>
                </c:pt>
                <c:pt idx="2956" formatCode="###,###,###,##0.0000">
                  <c:v>484</c:v>
                </c:pt>
                <c:pt idx="2957" formatCode="###,###,###,##0.0000">
                  <c:v>484</c:v>
                </c:pt>
                <c:pt idx="2958" formatCode="###,###,###,##0.0000">
                  <c:v>482</c:v>
                </c:pt>
                <c:pt idx="2959" formatCode="###,###,###,##0.0000">
                  <c:v>484</c:v>
                </c:pt>
                <c:pt idx="2960" formatCode="###,###,###,##0.0000">
                  <c:v>486</c:v>
                </c:pt>
                <c:pt idx="2961" formatCode="###,###,###,##0.0000">
                  <c:v>490</c:v>
                </c:pt>
                <c:pt idx="2962" formatCode="###,###,###,##0.0000">
                  <c:v>493</c:v>
                </c:pt>
                <c:pt idx="2963" formatCode="###,###,###,##0.0000">
                  <c:v>493</c:v>
                </c:pt>
                <c:pt idx="2964" formatCode="###,###,###,##0.0000">
                  <c:v>495</c:v>
                </c:pt>
                <c:pt idx="2965" formatCode="###,###,###,##0.0000">
                  <c:v>495</c:v>
                </c:pt>
                <c:pt idx="2966" formatCode="###,###,###,##0.0000">
                  <c:v>498</c:v>
                </c:pt>
                <c:pt idx="2967" formatCode="###,###,###,##0.0000">
                  <c:v>496</c:v>
                </c:pt>
                <c:pt idx="2968" formatCode="###,###,###,##0.0000">
                  <c:v>496</c:v>
                </c:pt>
                <c:pt idx="2969" formatCode="###,###,###,##0.0000">
                  <c:v>499</c:v>
                </c:pt>
                <c:pt idx="2970" formatCode="###,###,###,##0.0000">
                  <c:v>491</c:v>
                </c:pt>
                <c:pt idx="2971" formatCode="###,###,###,##0.0000">
                  <c:v>488</c:v>
                </c:pt>
                <c:pt idx="2972" formatCode="###,###,###,##0.0000">
                  <c:v>485</c:v>
                </c:pt>
                <c:pt idx="2973" formatCode="###,###,###,##0.0000">
                  <c:v>488</c:v>
                </c:pt>
                <c:pt idx="2974" formatCode="###,###,###,##0.0000">
                  <c:v>486</c:v>
                </c:pt>
                <c:pt idx="2975" formatCode="###,###,###,##0.0000">
                  <c:v>486</c:v>
                </c:pt>
                <c:pt idx="2976" formatCode="###,###,###,##0.0000">
                  <c:v>486</c:v>
                </c:pt>
                <c:pt idx="2977" formatCode="###,###,###,##0.0000">
                  <c:v>486</c:v>
                </c:pt>
                <c:pt idx="2978" formatCode="###,###,###,##0.0000">
                  <c:v>484</c:v>
                </c:pt>
                <c:pt idx="2979" formatCode="###,###,###,##0.0000">
                  <c:v>486</c:v>
                </c:pt>
                <c:pt idx="2980" formatCode="###,###,###,##0.0000">
                  <c:v>489</c:v>
                </c:pt>
                <c:pt idx="2981" formatCode="###,###,###,##0.0000">
                  <c:v>494</c:v>
                </c:pt>
                <c:pt idx="2982" formatCode="###,###,###,##0.0000">
                  <c:v>494</c:v>
                </c:pt>
                <c:pt idx="2983" formatCode="###,###,###,##0.0000">
                  <c:v>500</c:v>
                </c:pt>
                <c:pt idx="2984" formatCode="###,###,###,##0.0000">
                  <c:v>507</c:v>
                </c:pt>
                <c:pt idx="2986" formatCode="###,###,###,##0.0000">
                  <c:v>516</c:v>
                </c:pt>
                <c:pt idx="2987" formatCode="###,###,###,##0.0000">
                  <c:v>517</c:v>
                </c:pt>
                <c:pt idx="2988" formatCode="###,###,###,##0.0000">
                  <c:v>521</c:v>
                </c:pt>
                <c:pt idx="2989" formatCode="###,###,###,##0.0000">
                  <c:v>521</c:v>
                </c:pt>
                <c:pt idx="2991" formatCode="###,###,###,##0.0000">
                  <c:v>518</c:v>
                </c:pt>
                <c:pt idx="2992" formatCode="###,###,###,##0.0000">
                  <c:v>534</c:v>
                </c:pt>
                <c:pt idx="2993" formatCode="###,###,###,##0.0000">
                  <c:v>539</c:v>
                </c:pt>
                <c:pt idx="2994" formatCode="###,###,###,##0.0000">
                  <c:v>539</c:v>
                </c:pt>
                <c:pt idx="2995" formatCode="###,###,###,##0.0000">
                  <c:v>539</c:v>
                </c:pt>
                <c:pt idx="2996" formatCode="###,###,###,##0.0000">
                  <c:v>539</c:v>
                </c:pt>
                <c:pt idx="2997" formatCode="###,###,###,##0.0000">
                  <c:v>538.94000000000005</c:v>
                </c:pt>
                <c:pt idx="2998" formatCode="###,###,###,##0.0000">
                  <c:v>550.94000000000005</c:v>
                </c:pt>
                <c:pt idx="2999" formatCode="###,###,###,##0.0000">
                  <c:v>557.94000000000005</c:v>
                </c:pt>
                <c:pt idx="3001" formatCode="###,###,###,##0.0000">
                  <c:v>556.94000000000005</c:v>
                </c:pt>
                <c:pt idx="3002" formatCode="###,###,###,##0.0000">
                  <c:v>573.94000000000005</c:v>
                </c:pt>
                <c:pt idx="3003" formatCode="###,###,###,##0.0000">
                  <c:v>569.94000000000005</c:v>
                </c:pt>
                <c:pt idx="3004" formatCode="###,###,###,##0.0000">
                  <c:v>578.94000000000005</c:v>
                </c:pt>
                <c:pt idx="3005" formatCode="###,###,###,##0.0000">
                  <c:v>572.94000000000005</c:v>
                </c:pt>
                <c:pt idx="3006" formatCode="###,###,###,##0.0000">
                  <c:v>572.94000000000005</c:v>
                </c:pt>
                <c:pt idx="3007" formatCode="###,###,###,##0.0000">
                  <c:v>561.94000000000005</c:v>
                </c:pt>
                <c:pt idx="3008" formatCode="###,###,###,##0.0000">
                  <c:v>555.94000000000005</c:v>
                </c:pt>
                <c:pt idx="3009" formatCode="###,###,###,##0.0000">
                  <c:v>553.94000000000005</c:v>
                </c:pt>
                <c:pt idx="3010" formatCode="###,###,###,##0.0000">
                  <c:v>535.94000000000005</c:v>
                </c:pt>
                <c:pt idx="3011" formatCode="###,###,###,##0.0000">
                  <c:v>547.94000000000005</c:v>
                </c:pt>
                <c:pt idx="3012" formatCode="###,###,###,##0.0000">
                  <c:v>555.94000000000005</c:v>
                </c:pt>
                <c:pt idx="3013" formatCode="###,###,###,##0.0000">
                  <c:v>557.94000000000005</c:v>
                </c:pt>
                <c:pt idx="3014" formatCode="###,###,###,##0.0000">
                  <c:v>549.94000000000005</c:v>
                </c:pt>
                <c:pt idx="3015" formatCode="###,###,###,##0.0000">
                  <c:v>555.94000000000005</c:v>
                </c:pt>
                <c:pt idx="3017" formatCode="###,###,###,##0.0000">
                  <c:v>554.94000000000005</c:v>
                </c:pt>
                <c:pt idx="3018" formatCode="###,###,###,##0.0000">
                  <c:v>549.94000000000005</c:v>
                </c:pt>
                <c:pt idx="3019" formatCode="###,###,###,##0.0000">
                  <c:v>555.94000000000005</c:v>
                </c:pt>
                <c:pt idx="3020" formatCode="###,###,###,##0.0000">
                  <c:v>555.94000000000005</c:v>
                </c:pt>
                <c:pt idx="3021" formatCode="###,###,###,##0.0000">
                  <c:v>554.94000000000005</c:v>
                </c:pt>
                <c:pt idx="3023" formatCode="###,###,###,##0.0000">
                  <c:v>561.94000000000005</c:v>
                </c:pt>
                <c:pt idx="3024" formatCode="###,###,###,##0.0000">
                  <c:v>561.94000000000005</c:v>
                </c:pt>
                <c:pt idx="3025" formatCode="###,###,###,##0.0000">
                  <c:v>549.94000000000005</c:v>
                </c:pt>
                <c:pt idx="3026" formatCode="###,###,###,##0.0000">
                  <c:v>549.94000000000005</c:v>
                </c:pt>
                <c:pt idx="3027" formatCode="###,###,###,##0.0000">
                  <c:v>549.94000000000005</c:v>
                </c:pt>
                <c:pt idx="3028" formatCode="###,###,###,##0.0000">
                  <c:v>549.94000000000005</c:v>
                </c:pt>
                <c:pt idx="3029" formatCode="###,###,###,##0.0000">
                  <c:v>549.94000000000005</c:v>
                </c:pt>
                <c:pt idx="3030" formatCode="###,###,###,##0.0000">
                  <c:v>560.94000000000005</c:v>
                </c:pt>
                <c:pt idx="3031" formatCode="###,###,###,##0.0000">
                  <c:v>557.94000000000005</c:v>
                </c:pt>
                <c:pt idx="3032" formatCode="###,###,###,##0.0000">
                  <c:v>557.94000000000005</c:v>
                </c:pt>
                <c:pt idx="3034" formatCode="###,###,###,##0.0000">
                  <c:v>560.94000000000005</c:v>
                </c:pt>
                <c:pt idx="3035" formatCode="###,###,###,##0.0000">
                  <c:v>560.94000000000005</c:v>
                </c:pt>
                <c:pt idx="3036" formatCode="###,###,###,##0.0000">
                  <c:v>555.94000000000005</c:v>
                </c:pt>
                <c:pt idx="3037" formatCode="###,###,###,##0.0000">
                  <c:v>545.94000000000005</c:v>
                </c:pt>
                <c:pt idx="3038" formatCode="###,###,###,##0.0000">
                  <c:v>541.94000000000005</c:v>
                </c:pt>
                <c:pt idx="3040" formatCode="###,###,###,##0.0000">
                  <c:v>531.94000000000005</c:v>
                </c:pt>
                <c:pt idx="3041" formatCode="###,###,###,##0.0000">
                  <c:v>531.94000000000005</c:v>
                </c:pt>
                <c:pt idx="3042" formatCode="###,###,###,##0.0000">
                  <c:v>527.94000000000005</c:v>
                </c:pt>
                <c:pt idx="3043" formatCode="###,###,###,##0.0000">
                  <c:v>527.94000000000005</c:v>
                </c:pt>
                <c:pt idx="3044" formatCode="###,###,###,##0.0000">
                  <c:v>531.94000000000005</c:v>
                </c:pt>
                <c:pt idx="3045" formatCode="###,###,###,##0.0000">
                  <c:v>531.94000000000005</c:v>
                </c:pt>
                <c:pt idx="3046" formatCode="###,###,###,##0.0000">
                  <c:v>531.94000000000005</c:v>
                </c:pt>
                <c:pt idx="3047" formatCode="###,###,###,##0.0000">
                  <c:v>521.94000000000005</c:v>
                </c:pt>
                <c:pt idx="3048" formatCode="###,###,###,##0.0000">
                  <c:v>521.94000000000005</c:v>
                </c:pt>
                <c:pt idx="3049" formatCode="###,###,###,##0.0000">
                  <c:v>521.94000000000005</c:v>
                </c:pt>
                <c:pt idx="3050" formatCode="###,###,###,##0.0000">
                  <c:v>521.94000000000005</c:v>
                </c:pt>
                <c:pt idx="3051" formatCode="###,###,###,##0.0000">
                  <c:v>519.94000000000005</c:v>
                </c:pt>
                <c:pt idx="3052" formatCode="###,###,###,##0.0000">
                  <c:v>515.94000000000005</c:v>
                </c:pt>
                <c:pt idx="3053" formatCode="###,###,###,##0.0000">
                  <c:v>505.94</c:v>
                </c:pt>
                <c:pt idx="3054" formatCode="###,###,###,##0.0000">
                  <c:v>515.94000000000005</c:v>
                </c:pt>
                <c:pt idx="3056" formatCode="###,###,###,##0.0000">
                  <c:v>515.94000000000005</c:v>
                </c:pt>
                <c:pt idx="3057" formatCode="###,###,###,##0.0000">
                  <c:v>514.94000000000005</c:v>
                </c:pt>
                <c:pt idx="3058" formatCode="###,###,###,##0.0000">
                  <c:v>514.94000000000005</c:v>
                </c:pt>
                <c:pt idx="3059" formatCode="###,###,###,##0.0000">
                  <c:v>512.94000000000005</c:v>
                </c:pt>
                <c:pt idx="3060" formatCode="###,###,###,##0.0000">
                  <c:v>508.94</c:v>
                </c:pt>
                <c:pt idx="3061" formatCode="###,###,###,##0.0000">
                  <c:v>505.94</c:v>
                </c:pt>
                <c:pt idx="3062" formatCode="###,###,###,##0.0000">
                  <c:v>497.95</c:v>
                </c:pt>
                <c:pt idx="3063" formatCode="###,###,###,##0.0000">
                  <c:v>521.94000000000005</c:v>
                </c:pt>
                <c:pt idx="3064" formatCode="###,###,###,##0.0000">
                  <c:v>521.94000000000005</c:v>
                </c:pt>
                <c:pt idx="3065" formatCode="###,###,###,##0.0000">
                  <c:v>521.94000000000005</c:v>
                </c:pt>
                <c:pt idx="3066" formatCode="###,###,###,##0.0000">
                  <c:v>516.94000000000005</c:v>
                </c:pt>
                <c:pt idx="3067" formatCode="###,###,###,##0.0000">
                  <c:v>516.94000000000005</c:v>
                </c:pt>
                <c:pt idx="3068" formatCode="###,###,###,##0.0000">
                  <c:v>513.94000000000005</c:v>
                </c:pt>
                <c:pt idx="3069" formatCode="###,###,###,##0.0000">
                  <c:v>514.94000000000005</c:v>
                </c:pt>
                <c:pt idx="3070" formatCode="###,###,###,##0.0000">
                  <c:v>510.94</c:v>
                </c:pt>
                <c:pt idx="3072" formatCode="###,###,###,##0.0000">
                  <c:v>504.94</c:v>
                </c:pt>
                <c:pt idx="3073" formatCode="###,###,###,##0.0000">
                  <c:v>506.94</c:v>
                </c:pt>
                <c:pt idx="3074" formatCode="###,###,###,##0.0000">
                  <c:v>516.94000000000005</c:v>
                </c:pt>
                <c:pt idx="3075" formatCode="###,###,###,##0.0000">
                  <c:v>519.94000000000005</c:v>
                </c:pt>
                <c:pt idx="3076" formatCode="###,###,###,##0.0000">
                  <c:v>523.94000000000005</c:v>
                </c:pt>
                <c:pt idx="3077" formatCode="###,###,###,##0.0000">
                  <c:v>528.94000000000005</c:v>
                </c:pt>
                <c:pt idx="3078" formatCode="###,###,###,##0.0000">
                  <c:v>536.94000000000005</c:v>
                </c:pt>
                <c:pt idx="3079" formatCode="###,###,###,##0.0000">
                  <c:v>543.94000000000005</c:v>
                </c:pt>
                <c:pt idx="3080" formatCode="###,###,###,##0.0000">
                  <c:v>557.94000000000005</c:v>
                </c:pt>
                <c:pt idx="3081" formatCode="###,###,###,##0.0000">
                  <c:v>555.94000000000005</c:v>
                </c:pt>
                <c:pt idx="3083" formatCode="###,###,###,##0.0000">
                  <c:v>559.94000000000005</c:v>
                </c:pt>
                <c:pt idx="3084" formatCode="###,###,###,##0.0000">
                  <c:v>552.94000000000005</c:v>
                </c:pt>
                <c:pt idx="3085" formatCode="###,###,###,##0.0000">
                  <c:v>548.94000000000005</c:v>
                </c:pt>
                <c:pt idx="3086" formatCode="###,###,###,##0.0000">
                  <c:v>547.94000000000005</c:v>
                </c:pt>
                <c:pt idx="3087" formatCode="###,###,###,##0.0000">
                  <c:v>554.94000000000005</c:v>
                </c:pt>
                <c:pt idx="3088" formatCode="###,###,###,##0.0000">
                  <c:v>552.94000000000005</c:v>
                </c:pt>
                <c:pt idx="3089" formatCode="###,###,###,##0.0000">
                  <c:v>560.94000000000005</c:v>
                </c:pt>
                <c:pt idx="3090" formatCode="###,###,###,##0.0000">
                  <c:v>563.94000000000005</c:v>
                </c:pt>
                <c:pt idx="3091" formatCode="###,###,###,##0.0000">
                  <c:v>563.94000000000005</c:v>
                </c:pt>
                <c:pt idx="3092" formatCode="###,###,###,##0.0000">
                  <c:v>568.94000000000005</c:v>
                </c:pt>
                <c:pt idx="3094" formatCode="###,###,###,##0.0000">
                  <c:v>566.94000000000005</c:v>
                </c:pt>
                <c:pt idx="3095" formatCode="###,###,###,##0.0000">
                  <c:v>574.94000000000005</c:v>
                </c:pt>
                <c:pt idx="3096" formatCode="###,###,###,##0.0000">
                  <c:v>580.94000000000005</c:v>
                </c:pt>
                <c:pt idx="3097" formatCode="###,###,###,##0.0000">
                  <c:v>561.94000000000005</c:v>
                </c:pt>
                <c:pt idx="3098" formatCode="###,###,###,##0.0000">
                  <c:v>563.94000000000005</c:v>
                </c:pt>
                <c:pt idx="3099" formatCode="###,###,###,##0.0000">
                  <c:v>561.94000000000005</c:v>
                </c:pt>
                <c:pt idx="3100" formatCode="###,###,###,##0.0000">
                  <c:v>555.94000000000005</c:v>
                </c:pt>
                <c:pt idx="3101" formatCode="###,###,###,##0.0000">
                  <c:v>544.94000000000005</c:v>
                </c:pt>
                <c:pt idx="3102" formatCode="###,###,###,##0.0000">
                  <c:v>541.94000000000005</c:v>
                </c:pt>
                <c:pt idx="3103" formatCode="###,###,###,##0.0000">
                  <c:v>539.94000000000005</c:v>
                </c:pt>
                <c:pt idx="3104" formatCode="###,###,###,##0.0000">
                  <c:v>539.94000000000005</c:v>
                </c:pt>
                <c:pt idx="3105" formatCode="###,###,###,##0.0000">
                  <c:v>539.94000000000005</c:v>
                </c:pt>
                <c:pt idx="3106" formatCode="###,###,###,##0.0000">
                  <c:v>541.94000000000005</c:v>
                </c:pt>
                <c:pt idx="3107" formatCode="###,###,###,##0.0000">
                  <c:v>552.94000000000005</c:v>
                </c:pt>
                <c:pt idx="3108" formatCode="###,###,###,##0.0000">
                  <c:v>549.94000000000005</c:v>
                </c:pt>
                <c:pt idx="3109" formatCode="###,###,###,##0.0000">
                  <c:v>549.94000000000005</c:v>
                </c:pt>
                <c:pt idx="3110" formatCode="###,###,###,##0.0000">
                  <c:v>552.94000000000005</c:v>
                </c:pt>
                <c:pt idx="3111" formatCode="###,###,###,##0.0000">
                  <c:v>556.94000000000005</c:v>
                </c:pt>
                <c:pt idx="3112" formatCode="###,###,###,##0.0000">
                  <c:v>551.94000000000005</c:v>
                </c:pt>
                <c:pt idx="3113" formatCode="###,###,###,##0.0000">
                  <c:v>561.94000000000005</c:v>
                </c:pt>
                <c:pt idx="3114" formatCode="###,###,###,##0.0000">
                  <c:v>553.94000000000005</c:v>
                </c:pt>
                <c:pt idx="3115" formatCode="###,###,###,##0.0000">
                  <c:v>559.94000000000005</c:v>
                </c:pt>
                <c:pt idx="3116" formatCode="###,###,###,##0.0000">
                  <c:v>551.94000000000005</c:v>
                </c:pt>
                <c:pt idx="3117" formatCode="###,###,###,##0.0000">
                  <c:v>544.94000000000005</c:v>
                </c:pt>
                <c:pt idx="3118" formatCode="###,###,###,##0.0000">
                  <c:v>535.94000000000005</c:v>
                </c:pt>
                <c:pt idx="3119" formatCode="###,###,###,##0.0000">
                  <c:v>523.94000000000005</c:v>
                </c:pt>
                <c:pt idx="3120" formatCode="###,###,###,##0.0000">
                  <c:v>523.94000000000005</c:v>
                </c:pt>
                <c:pt idx="3121" formatCode="###,###,###,##0.0000">
                  <c:v>523.94000000000005</c:v>
                </c:pt>
                <c:pt idx="3122" formatCode="###,###,###,##0.0000">
                  <c:v>484.95</c:v>
                </c:pt>
                <c:pt idx="3123" formatCode="###,###,###,##0.0000">
                  <c:v>505.94</c:v>
                </c:pt>
                <c:pt idx="3125" formatCode="###,###,###,##0.0000">
                  <c:v>505.94</c:v>
                </c:pt>
                <c:pt idx="3126" formatCode="###,###,###,##0.0000">
                  <c:v>504.94</c:v>
                </c:pt>
                <c:pt idx="3127" formatCode="###,###,###,##0.0000">
                  <c:v>502.94</c:v>
                </c:pt>
                <c:pt idx="3128" formatCode="###,###,###,##0.0000">
                  <c:v>502.94</c:v>
                </c:pt>
                <c:pt idx="3129" formatCode="###,###,###,##0.0000">
                  <c:v>491.95</c:v>
                </c:pt>
                <c:pt idx="3130" formatCode="###,###,###,##0.0000">
                  <c:v>491.95</c:v>
                </c:pt>
                <c:pt idx="3131" formatCode="###,###,###,##0.0000">
                  <c:v>503.94</c:v>
                </c:pt>
                <c:pt idx="3132" formatCode="###,###,###,##0.0000">
                  <c:v>530.94000000000005</c:v>
                </c:pt>
                <c:pt idx="3133" formatCode="###,###,###,##0.0000">
                  <c:v>528.94000000000005</c:v>
                </c:pt>
                <c:pt idx="3134" formatCode="###,###,###,##0.0000">
                  <c:v>532.94000000000005</c:v>
                </c:pt>
                <c:pt idx="3135" formatCode="###,###,###,##0.0000">
                  <c:v>532.94000000000005</c:v>
                </c:pt>
                <c:pt idx="3136" formatCode="###,###,###,##0.0000">
                  <c:v>505.94</c:v>
                </c:pt>
                <c:pt idx="3137" formatCode="###,###,###,##0.0000">
                  <c:v>514.94000000000005</c:v>
                </c:pt>
                <c:pt idx="3138" formatCode="###,###,###,##0.0000">
                  <c:v>516.94000000000005</c:v>
                </c:pt>
                <c:pt idx="3139" formatCode="###,###,###,##0.0000">
                  <c:v>516.94000000000005</c:v>
                </c:pt>
                <c:pt idx="3141" formatCode="###,###,###,##0.0000">
                  <c:v>528.94000000000005</c:v>
                </c:pt>
                <c:pt idx="3142" formatCode="###,###,###,##0.0000">
                  <c:v>532.94000000000005</c:v>
                </c:pt>
                <c:pt idx="3143" formatCode="###,###,###,##0.0000">
                  <c:v>546.94000000000005</c:v>
                </c:pt>
                <c:pt idx="3144" formatCode="###,###,###,##0.0000">
                  <c:v>543.94000000000005</c:v>
                </c:pt>
                <c:pt idx="3145" formatCode="###,###,###,##0.0000">
                  <c:v>543.94000000000005</c:v>
                </c:pt>
                <c:pt idx="3146" formatCode="###,###,###,##0.0000">
                  <c:v>535.94000000000005</c:v>
                </c:pt>
                <c:pt idx="3147" formatCode="###,###,###,##0.0000">
                  <c:v>542.94000000000005</c:v>
                </c:pt>
                <c:pt idx="3148" formatCode="###,###,###,##0.0000">
                  <c:v>542.94000000000005</c:v>
                </c:pt>
                <c:pt idx="3149" formatCode="###,###,###,##0.0000">
                  <c:v>532.94000000000005</c:v>
                </c:pt>
                <c:pt idx="3150" formatCode="###,###,###,##0.0000">
                  <c:v>527.94000000000005</c:v>
                </c:pt>
                <c:pt idx="3151" formatCode="###,###,###,##0.0000">
                  <c:v>530.94000000000005</c:v>
                </c:pt>
                <c:pt idx="3152" formatCode="###,###,###,##0.0000">
                  <c:v>533.94000000000005</c:v>
                </c:pt>
                <c:pt idx="3153" formatCode="###,###,###,##0.0000">
                  <c:v>537.94000000000005</c:v>
                </c:pt>
                <c:pt idx="3154" formatCode="###,###,###,##0.0000">
                  <c:v>538.94000000000005</c:v>
                </c:pt>
                <c:pt idx="3155" formatCode="###,###,###,##0.0000">
                  <c:v>530.94000000000005</c:v>
                </c:pt>
                <c:pt idx="3157" formatCode="###,###,###,##0.0000">
                  <c:v>530.94000000000005</c:v>
                </c:pt>
                <c:pt idx="3158" formatCode="###,###,###,##0.0000">
                  <c:v>530.94000000000005</c:v>
                </c:pt>
                <c:pt idx="3159" formatCode="###,###,###,##0.0000">
                  <c:v>524.94000000000005</c:v>
                </c:pt>
                <c:pt idx="3160" formatCode="###,###,###,##0.0000">
                  <c:v>524.94000000000005</c:v>
                </c:pt>
                <c:pt idx="3161" formatCode="###,###,###,##0.0000">
                  <c:v>532.94000000000005</c:v>
                </c:pt>
                <c:pt idx="3162" formatCode="###,###,###,##0.0000">
                  <c:v>532.94000000000005</c:v>
                </c:pt>
                <c:pt idx="3163" formatCode="###,###,###,##0.0000">
                  <c:v>536.94000000000005</c:v>
                </c:pt>
                <c:pt idx="3164" formatCode="###,###,###,##0.0000">
                  <c:v>537.94000000000005</c:v>
                </c:pt>
                <c:pt idx="3165" formatCode="###,###,###,##0.0000">
                  <c:v>539.94000000000005</c:v>
                </c:pt>
                <c:pt idx="3166" formatCode="###,###,###,##0.0000">
                  <c:v>547.94000000000005</c:v>
                </c:pt>
                <c:pt idx="3167" formatCode="###,###,###,##0.0000">
                  <c:v>547.94000000000005</c:v>
                </c:pt>
                <c:pt idx="3168" formatCode="###,###,###,##0.0000">
                  <c:v>545.94000000000005</c:v>
                </c:pt>
                <c:pt idx="3169" formatCode="###,###,###,##0.0000">
                  <c:v>542.94000000000005</c:v>
                </c:pt>
                <c:pt idx="3170" formatCode="###,###,###,##0.0000">
                  <c:v>530.94000000000005</c:v>
                </c:pt>
                <c:pt idx="3171" formatCode="###,###,###,##0.0000">
                  <c:v>520.94000000000005</c:v>
                </c:pt>
                <c:pt idx="3172" formatCode="###,###,###,##0.0000">
                  <c:v>521.94000000000005</c:v>
                </c:pt>
                <c:pt idx="3173" formatCode="###,###,###,##0.0000">
                  <c:v>539.94000000000005</c:v>
                </c:pt>
                <c:pt idx="3174" formatCode="###,###,###,##0.0000">
                  <c:v>541.94000000000005</c:v>
                </c:pt>
                <c:pt idx="3175" formatCode="###,###,###,##0.0000">
                  <c:v>541.94000000000005</c:v>
                </c:pt>
                <c:pt idx="3176" formatCode="###,###,###,##0.0000">
                  <c:v>539.94000000000005</c:v>
                </c:pt>
                <c:pt idx="3177" formatCode="###,###,###,##0.0000">
                  <c:v>532.94000000000005</c:v>
                </c:pt>
                <c:pt idx="3178" formatCode="###,###,###,##0.0000">
                  <c:v>529.94000000000005</c:v>
                </c:pt>
                <c:pt idx="3179" formatCode="###,###,###,##0.0000">
                  <c:v>525.94000000000005</c:v>
                </c:pt>
                <c:pt idx="3180" formatCode="###,###,###,##0.0000">
                  <c:v>535.94000000000005</c:v>
                </c:pt>
                <c:pt idx="3181" formatCode="###,###,###,##0.0000">
                  <c:v>541.94000000000005</c:v>
                </c:pt>
                <c:pt idx="3182" formatCode="###,###,###,##0.0000">
                  <c:v>541.94000000000005</c:v>
                </c:pt>
                <c:pt idx="3183" formatCode="###,###,###,##0.0000">
                  <c:v>538.94000000000005</c:v>
                </c:pt>
                <c:pt idx="3184" formatCode="###,###,###,##0.0000">
                  <c:v>543.94000000000005</c:v>
                </c:pt>
                <c:pt idx="3185" formatCode="###,###,###,##0.0000">
                  <c:v>540.94000000000005</c:v>
                </c:pt>
                <c:pt idx="3186" formatCode="###,###,###,##0.0000">
                  <c:v>546.94000000000005</c:v>
                </c:pt>
                <c:pt idx="3187" formatCode="###,###,###,##0.0000">
                  <c:v>543.94000000000005</c:v>
                </c:pt>
                <c:pt idx="3188" formatCode="###,###,###,##0.0000">
                  <c:v>542.94000000000005</c:v>
                </c:pt>
                <c:pt idx="3189" formatCode="###,###,###,##0.0000">
                  <c:v>547.94000000000005</c:v>
                </c:pt>
                <c:pt idx="3190" formatCode="###,###,###,##0.0000">
                  <c:v>549.94000000000005</c:v>
                </c:pt>
                <c:pt idx="3191" formatCode="###,###,###,##0.0000">
                  <c:v>545.94000000000005</c:v>
                </c:pt>
                <c:pt idx="3193" formatCode="###,###,###,##0.0000">
                  <c:v>539.94000000000005</c:v>
                </c:pt>
                <c:pt idx="3194" formatCode="###,###,###,##0.0000">
                  <c:v>543.94000000000005</c:v>
                </c:pt>
                <c:pt idx="3195" formatCode="###,###,###,##0.0000">
                  <c:v>549.94000000000005</c:v>
                </c:pt>
                <c:pt idx="3196" formatCode="###,###,###,##0.0000">
                  <c:v>552.94000000000005</c:v>
                </c:pt>
                <c:pt idx="3197" formatCode="###,###,###,##0.0000">
                  <c:v>552.94000000000005</c:v>
                </c:pt>
                <c:pt idx="3199" formatCode="###,###,###,##0.0000">
                  <c:v>553.94000000000005</c:v>
                </c:pt>
                <c:pt idx="3200" formatCode="###,###,###,##0.0000">
                  <c:v>549.94000000000005</c:v>
                </c:pt>
                <c:pt idx="3201" formatCode="###,###,###,##0.0000">
                  <c:v>549.94000000000005</c:v>
                </c:pt>
                <c:pt idx="3202" formatCode="###,###,###,##0.0000">
                  <c:v>543.94000000000005</c:v>
                </c:pt>
                <c:pt idx="3203" formatCode="###,###,###,##0.0000">
                  <c:v>540.94000000000005</c:v>
                </c:pt>
                <c:pt idx="3204" formatCode="###,###,###,##0.0000">
                  <c:v>537.94000000000005</c:v>
                </c:pt>
                <c:pt idx="3205" formatCode="###,###,###,##0.0000">
                  <c:v>542.94000000000005</c:v>
                </c:pt>
                <c:pt idx="3206" formatCode="###,###,###,##0.0000">
                  <c:v>539.94000000000005</c:v>
                </c:pt>
                <c:pt idx="3207" formatCode="###,###,###,##0.0000">
                  <c:v>541.94000000000005</c:v>
                </c:pt>
                <c:pt idx="3208" formatCode="###,###,###,##0.0000">
                  <c:v>541.94000000000005</c:v>
                </c:pt>
                <c:pt idx="3211" formatCode="###,###,###,##0.0000">
                  <c:v>541.94000000000005</c:v>
                </c:pt>
                <c:pt idx="3212" formatCode="###,###,###,##0.0000">
                  <c:v>529.94000000000005</c:v>
                </c:pt>
                <c:pt idx="3213" formatCode="###,###,###,##0.0000">
                  <c:v>529.94000000000005</c:v>
                </c:pt>
                <c:pt idx="3214" formatCode="###,###,###,##0.0000">
                  <c:v>532.94000000000005</c:v>
                </c:pt>
                <c:pt idx="3215" formatCode="###,###,###,##0.0000">
                  <c:v>537.94000000000005</c:v>
                </c:pt>
                <c:pt idx="3216" formatCode="###,###,###,##0.0000">
                  <c:v>537.94000000000005</c:v>
                </c:pt>
                <c:pt idx="3217" formatCode="###,###,###,##0.0000">
                  <c:v>540.94000000000005</c:v>
                </c:pt>
                <c:pt idx="3218" formatCode="###,###,###,##0.0000">
                  <c:v>547.94000000000005</c:v>
                </c:pt>
                <c:pt idx="3219" formatCode="###,###,###,##0.0000">
                  <c:v>539.94000000000005</c:v>
                </c:pt>
                <c:pt idx="3220" formatCode="###,###,###,##0.0000">
                  <c:v>537.94000000000005</c:v>
                </c:pt>
                <c:pt idx="3221" formatCode="###,###,###,##0.0000">
                  <c:v>543.94000000000005</c:v>
                </c:pt>
                <c:pt idx="3222" formatCode="###,###,###,##0.0000">
                  <c:v>544.94000000000005</c:v>
                </c:pt>
                <c:pt idx="3223" formatCode="###,###,###,##0.0000">
                  <c:v>544.94000000000005</c:v>
                </c:pt>
                <c:pt idx="3224" formatCode="###,###,###,##0.0000">
                  <c:v>543.94000000000005</c:v>
                </c:pt>
                <c:pt idx="3225" formatCode="###,###,###,##0.0000">
                  <c:v>543.94000000000005</c:v>
                </c:pt>
                <c:pt idx="3227" formatCode="###,###,###,##0.0000">
                  <c:v>543.94000000000005</c:v>
                </c:pt>
                <c:pt idx="3228" formatCode="###,###,###,##0.0000">
                  <c:v>546.94000000000005</c:v>
                </c:pt>
                <c:pt idx="3229" formatCode="###,###,###,##0.0000">
                  <c:v>542.94000000000005</c:v>
                </c:pt>
                <c:pt idx="3230" formatCode="###,###,###,##0.0000">
                  <c:v>535.94000000000005</c:v>
                </c:pt>
                <c:pt idx="3231" formatCode="###,###,###,##0.0000">
                  <c:v>529.94000000000005</c:v>
                </c:pt>
                <c:pt idx="3232" formatCode="#,##0.00">
                  <c:v>522.94000000000005</c:v>
                </c:pt>
                <c:pt idx="3233" formatCode="#,##0.00">
                  <c:v>531.94000000000005</c:v>
                </c:pt>
                <c:pt idx="3234" formatCode="#,##0.00">
                  <c:v>533.94000000000005</c:v>
                </c:pt>
                <c:pt idx="3235" formatCode="#,##0.00">
                  <c:v>534.94000000000005</c:v>
                </c:pt>
                <c:pt idx="3236" formatCode="#,##0.00">
                  <c:v>542.94000000000005</c:v>
                </c:pt>
                <c:pt idx="3239" formatCode="#,##0.00">
                  <c:v>548.94000000000005</c:v>
                </c:pt>
                <c:pt idx="3240" formatCode="#,##0.00">
                  <c:v>545.94000000000005</c:v>
                </c:pt>
                <c:pt idx="3241" formatCode="#,##0.00">
                  <c:v>555.94000000000005</c:v>
                </c:pt>
                <c:pt idx="3242" formatCode="#,##0.00">
                  <c:v>550.94000000000005</c:v>
                </c:pt>
                <c:pt idx="3243" formatCode="#,##0.00">
                  <c:v>550.94000000000005</c:v>
                </c:pt>
                <c:pt idx="3246" formatCode="#,##0.00">
                  <c:v>550.94000000000005</c:v>
                </c:pt>
                <c:pt idx="3247" formatCode="#,##0.00">
                  <c:v>553.94000000000005</c:v>
                </c:pt>
                <c:pt idx="3248" formatCode="#,##0.00">
                  <c:v>550.94000000000005</c:v>
                </c:pt>
                <c:pt idx="3249" formatCode="#,##0.00">
                  <c:v>550.94000000000005</c:v>
                </c:pt>
                <c:pt idx="3250" formatCode="#,##0.00">
                  <c:v>546.94000000000005</c:v>
                </c:pt>
                <c:pt idx="3253" formatCode="#,##0.00">
                  <c:v>542.94000000000005</c:v>
                </c:pt>
                <c:pt idx="3254" formatCode="#,##0.00">
                  <c:v>534.94000000000005</c:v>
                </c:pt>
                <c:pt idx="3255" formatCode="#,##0.00">
                  <c:v>537.94000000000005</c:v>
                </c:pt>
                <c:pt idx="3256" formatCode="#,##0.00">
                  <c:v>543.94000000000005</c:v>
                </c:pt>
                <c:pt idx="3257" formatCode="#,##0.00">
                  <c:v>552.94000000000005</c:v>
                </c:pt>
                <c:pt idx="3260" formatCode="#,##0.00">
                  <c:v>550.94000000000005</c:v>
                </c:pt>
                <c:pt idx="3261" formatCode="#,##0.00">
                  <c:v>547.94000000000005</c:v>
                </c:pt>
                <c:pt idx="3262" formatCode="#,##0.00">
                  <c:v>547.94000000000005</c:v>
                </c:pt>
                <c:pt idx="3263" formatCode="#,##0.00">
                  <c:v>550.94000000000005</c:v>
                </c:pt>
                <c:pt idx="3264" formatCode="#,##0.00">
                  <c:v>551.94000000000005</c:v>
                </c:pt>
                <c:pt idx="3267" formatCode="#,##0.00">
                  <c:v>543.94000000000005</c:v>
                </c:pt>
                <c:pt idx="3268" formatCode="#,##0.00">
                  <c:v>548.94000000000005</c:v>
                </c:pt>
                <c:pt idx="3269" formatCode="#,##0.00">
                  <c:v>548.94000000000005</c:v>
                </c:pt>
                <c:pt idx="3270" formatCode="#,##0.00">
                  <c:v>548.94000000000005</c:v>
                </c:pt>
                <c:pt idx="3271" formatCode="#,##0.00">
                  <c:v>555.94000000000005</c:v>
                </c:pt>
                <c:pt idx="3274" formatCode="#,##0.00">
                  <c:v>560.94000000000005</c:v>
                </c:pt>
                <c:pt idx="3275" formatCode="#,##0.00">
                  <c:v>566.94000000000005</c:v>
                </c:pt>
                <c:pt idx="3276" formatCode="#,##0.00">
                  <c:v>574.94000000000005</c:v>
                </c:pt>
                <c:pt idx="3277" formatCode="#,##0.00">
                  <c:v>576.94000000000005</c:v>
                </c:pt>
                <c:pt idx="3278" formatCode="#,##0.00">
                  <c:v>576.94000000000005</c:v>
                </c:pt>
                <c:pt idx="3281" formatCode="#,##0.00">
                  <c:v>587.94000000000005</c:v>
                </c:pt>
                <c:pt idx="3282" formatCode="#,##0.00">
                  <c:v>586.94000000000005</c:v>
                </c:pt>
                <c:pt idx="3283" formatCode="#,##0.00">
                  <c:v>586.94000000000005</c:v>
                </c:pt>
                <c:pt idx="3284" formatCode="#,##0.00">
                  <c:v>576.94000000000005</c:v>
                </c:pt>
                <c:pt idx="3285" formatCode="#,##0.00">
                  <c:v>576.94000000000005</c:v>
                </c:pt>
                <c:pt idx="3288" formatCode="#,##0.00">
                  <c:v>582.94000000000005</c:v>
                </c:pt>
                <c:pt idx="3289" formatCode="#,##0.00">
                  <c:v>603.92999999999995</c:v>
                </c:pt>
                <c:pt idx="3290" formatCode="#,##0.00">
                  <c:v>605.92999999999995</c:v>
                </c:pt>
                <c:pt idx="3291" formatCode="#,##0.00">
                  <c:v>602.92999999999995</c:v>
                </c:pt>
                <c:pt idx="3292" formatCode="#,##0.00">
                  <c:v>611.92999999999995</c:v>
                </c:pt>
                <c:pt idx="3295" formatCode="#,##0.00">
                  <c:v>601.92999999999995</c:v>
                </c:pt>
                <c:pt idx="3296" formatCode="#,##0.00">
                  <c:v>602.92999999999995</c:v>
                </c:pt>
                <c:pt idx="3297" formatCode="#,##0.00">
                  <c:v>608.92999999999995</c:v>
                </c:pt>
                <c:pt idx="3298" formatCode="#,##0.00">
                  <c:v>598.94000000000005</c:v>
                </c:pt>
                <c:pt idx="3299" formatCode="#,##0.00">
                  <c:v>595.94000000000005</c:v>
                </c:pt>
                <c:pt idx="3302" formatCode="#,##0.00">
                  <c:v>592.94000000000005</c:v>
                </c:pt>
                <c:pt idx="3303" formatCode="#,##0.00">
                  <c:v>589.94000000000005</c:v>
                </c:pt>
                <c:pt idx="3304" formatCode="#,##0.00">
                  <c:v>599.94000000000005</c:v>
                </c:pt>
                <c:pt idx="3305" formatCode="#,##0.00">
                  <c:v>607.92999999999995</c:v>
                </c:pt>
                <c:pt idx="3306" formatCode="#,##0.00">
                  <c:v>604.92999999999995</c:v>
                </c:pt>
                <c:pt idx="3309" formatCode="#,##0.00">
                  <c:v>599.94000000000005</c:v>
                </c:pt>
                <c:pt idx="3310" formatCode="#,##0.00">
                  <c:v>599.94000000000005</c:v>
                </c:pt>
                <c:pt idx="3311" formatCode="#,##0.00">
                  <c:v>604.92999999999995</c:v>
                </c:pt>
                <c:pt idx="3312" formatCode="#,##0.00">
                  <c:v>604.92999999999995</c:v>
                </c:pt>
                <c:pt idx="3313" formatCode="#,##0.00">
                  <c:v>609.92999999999995</c:v>
                </c:pt>
                <c:pt idx="3316" formatCode="#,##0.00">
                  <c:v>614.92999999999995</c:v>
                </c:pt>
                <c:pt idx="3317" formatCode="#,##0.00">
                  <c:v>624.92999999999995</c:v>
                </c:pt>
                <c:pt idx="3318" formatCode="#,##0.00">
                  <c:v>629.92999999999995</c:v>
                </c:pt>
                <c:pt idx="3319" formatCode="#,##0.00">
                  <c:v>627.92999999999995</c:v>
                </c:pt>
                <c:pt idx="3320" formatCode="#,##0.00">
                  <c:v>633.92999999999995</c:v>
                </c:pt>
                <c:pt idx="3323" formatCode="#,##0.00">
                  <c:v>639.92999999999995</c:v>
                </c:pt>
                <c:pt idx="3324" formatCode="#,##0.00">
                  <c:v>637.92999999999995</c:v>
                </c:pt>
                <c:pt idx="3325" formatCode="#,##0.00">
                  <c:v>646.92999999999995</c:v>
                </c:pt>
                <c:pt idx="3326" formatCode="#,##0.00">
                  <c:v>639.92999999999995</c:v>
                </c:pt>
                <c:pt idx="3327" formatCode="#,##0.00">
                  <c:v>644.92999999999995</c:v>
                </c:pt>
                <c:pt idx="3328" formatCode="#,##0.00">
                  <c:v>639.92999999999995</c:v>
                </c:pt>
                <c:pt idx="3329" formatCode="#,##0.00">
                  <c:v>633.92999999999995</c:v>
                </c:pt>
                <c:pt idx="3330" formatCode="#,##0.00">
                  <c:v>643.92999999999995</c:v>
                </c:pt>
                <c:pt idx="3331" formatCode="#,##0.00">
                  <c:v>648.92999999999995</c:v>
                </c:pt>
                <c:pt idx="3332" formatCode="#,##0.00">
                  <c:v>652.92999999999995</c:v>
                </c:pt>
                <c:pt idx="3334" formatCode="#,##0.00">
                  <c:v>652.92999999999995</c:v>
                </c:pt>
                <c:pt idx="3335" formatCode="#,##0.00">
                  <c:v>666.93</c:v>
                </c:pt>
                <c:pt idx="3336" formatCode="#,##0.00">
                  <c:v>681.93</c:v>
                </c:pt>
                <c:pt idx="3337" formatCode="#,##0.00">
                  <c:v>675.93</c:v>
                </c:pt>
                <c:pt idx="3338" formatCode="#,##0.00">
                  <c:v>663.93</c:v>
                </c:pt>
                <c:pt idx="3339" formatCode="#,##0.00">
                  <c:v>663.93</c:v>
                </c:pt>
                <c:pt idx="3340" formatCode="#,##0.00">
                  <c:v>699.93</c:v>
                </c:pt>
                <c:pt idx="3348" formatCode="#,##0.00">
                  <c:v>706.92</c:v>
                </c:pt>
                <c:pt idx="3349" formatCode="#,##0.00">
                  <c:v>704.92</c:v>
                </c:pt>
                <c:pt idx="3350" formatCode="#,##0.00">
                  <c:v>699.93</c:v>
                </c:pt>
                <c:pt idx="3351" formatCode="#,##0.00">
                  <c:v>694.93</c:v>
                </c:pt>
                <c:pt idx="3352" formatCode="#,##0.00">
                  <c:v>694.93</c:v>
                </c:pt>
                <c:pt idx="3353" formatCode="#,##0.00">
                  <c:v>693.93</c:v>
                </c:pt>
                <c:pt idx="3356" formatCode="#,##0.00">
                  <c:v>693.93</c:v>
                </c:pt>
                <c:pt idx="3357" formatCode="#,##0.00">
                  <c:v>689.93</c:v>
                </c:pt>
                <c:pt idx="3358" formatCode="#,##0.00">
                  <c:v>684.93</c:v>
                </c:pt>
                <c:pt idx="3359" formatCode="#,##0.00">
                  <c:v>684.93</c:v>
                </c:pt>
                <c:pt idx="3360" formatCode="#,##0.00">
                  <c:v>680.93</c:v>
                </c:pt>
                <c:pt idx="3361" formatCode="#,##0.00">
                  <c:v>662.93</c:v>
                </c:pt>
                <c:pt idx="3362" formatCode="#,##0.00">
                  <c:v>653.92999999999995</c:v>
                </c:pt>
                <c:pt idx="3363" formatCode="#,##0.00">
                  <c:v>656.93</c:v>
                </c:pt>
                <c:pt idx="3364" formatCode="#,##0.00">
                  <c:v>638.92999999999995</c:v>
                </c:pt>
                <c:pt idx="3365" formatCode="#,##0.00">
                  <c:v>625.92999999999995</c:v>
                </c:pt>
                <c:pt idx="3367" formatCode="#,##0.00">
                  <c:v>629.92999999999995</c:v>
                </c:pt>
                <c:pt idx="3368" formatCode="#,##0.00">
                  <c:v>639.92999999999995</c:v>
                </c:pt>
                <c:pt idx="3369" formatCode="#,##0.00">
                  <c:v>634.92999999999995</c:v>
                </c:pt>
                <c:pt idx="3370" formatCode="#,##0.00">
                  <c:v>644.92999999999995</c:v>
                </c:pt>
                <c:pt idx="3374" formatCode="#,##0.00">
                  <c:v>648.92999999999995</c:v>
                </c:pt>
                <c:pt idx="3375" formatCode="#,##0.00">
                  <c:v>652.92999999999995</c:v>
                </c:pt>
                <c:pt idx="3376" formatCode="#,##0.00">
                  <c:v>653.92999999999995</c:v>
                </c:pt>
                <c:pt idx="3377" formatCode="#,##0.00">
                  <c:v>653.92999999999995</c:v>
                </c:pt>
                <c:pt idx="3378" formatCode="#,##0.00">
                  <c:v>653.92999999999995</c:v>
                </c:pt>
                <c:pt idx="3381" formatCode="#,##0.00">
                  <c:v>662.93</c:v>
                </c:pt>
                <c:pt idx="3382" formatCode="#,##0.00">
                  <c:v>661.93</c:v>
                </c:pt>
                <c:pt idx="3383" formatCode="#,##0.00">
                  <c:v>670.93</c:v>
                </c:pt>
                <c:pt idx="3384" formatCode="#,##0.00">
                  <c:v>668.93</c:v>
                </c:pt>
                <c:pt idx="3385" formatCode="#,##0.00">
                  <c:v>655.93</c:v>
                </c:pt>
                <c:pt idx="3388" formatCode="#,##0.00">
                  <c:v>651.92999999999995</c:v>
                </c:pt>
                <c:pt idx="3389" formatCode="#,##0.00">
                  <c:v>651.92999999999995</c:v>
                </c:pt>
                <c:pt idx="3390" formatCode="#,##0.00">
                  <c:v>658.93</c:v>
                </c:pt>
                <c:pt idx="3391" formatCode="#,##0.00">
                  <c:v>655.93</c:v>
                </c:pt>
                <c:pt idx="3392" formatCode="#,##0.00">
                  <c:v>655.93</c:v>
                </c:pt>
                <c:pt idx="3395" formatCode="#,##0.00">
                  <c:v>643.92999999999995</c:v>
                </c:pt>
                <c:pt idx="3396" formatCode="#,##0.00">
                  <c:v>638.92999999999995</c:v>
                </c:pt>
                <c:pt idx="3397" formatCode="#,##0.00">
                  <c:v>640.92999999999995</c:v>
                </c:pt>
                <c:pt idx="3398" formatCode="#,##0.00">
                  <c:v>642.92999999999995</c:v>
                </c:pt>
                <c:pt idx="3399" formatCode="#,##0.00">
                  <c:v>635.92999999999995</c:v>
                </c:pt>
                <c:pt idx="3402" formatCode="#,##0.00">
                  <c:v>623.92999999999995</c:v>
                </c:pt>
                <c:pt idx="3403" formatCode="#,##0.00">
                  <c:v>624.92999999999995</c:v>
                </c:pt>
                <c:pt idx="3404" formatCode="#,##0.00">
                  <c:v>628.92999999999995</c:v>
                </c:pt>
                <c:pt idx="3405" formatCode="#,##0.00">
                  <c:v>632.92999999999995</c:v>
                </c:pt>
                <c:pt idx="3406" formatCode="#,##0.00">
                  <c:v>644.92999999999995</c:v>
                </c:pt>
                <c:pt idx="3409" formatCode="#,##0.00">
                  <c:v>647.92999999999995</c:v>
                </c:pt>
                <c:pt idx="3410" formatCode="#,##0.00">
                  <c:v>654.92999999999995</c:v>
                </c:pt>
                <c:pt idx="3411" formatCode="#,##0.00">
                  <c:v>654.92999999999995</c:v>
                </c:pt>
                <c:pt idx="3412" formatCode="#,##0.00">
                  <c:v>658.93</c:v>
                </c:pt>
                <c:pt idx="3414" formatCode="#,##0.00">
                  <c:v>657.93</c:v>
                </c:pt>
                <c:pt idx="3415" formatCode="#,##0.00">
                  <c:v>658.93</c:v>
                </c:pt>
                <c:pt idx="3416" formatCode="#,##0.00">
                  <c:v>658.93</c:v>
                </c:pt>
                <c:pt idx="3417" formatCode="#,##0.00">
                  <c:v>668.93</c:v>
                </c:pt>
                <c:pt idx="3419" formatCode="#,##0.00">
                  <c:v>670.93</c:v>
                </c:pt>
                <c:pt idx="3420" formatCode="#,##0.00">
                  <c:v>652.92999999999995</c:v>
                </c:pt>
                <c:pt idx="3421" formatCode="#,##0.00">
                  <c:v>655.93</c:v>
                </c:pt>
                <c:pt idx="3422" formatCode="#,##0.00">
                  <c:v>670.93</c:v>
                </c:pt>
                <c:pt idx="3423" formatCode="#,##0.00">
                  <c:v>658.93</c:v>
                </c:pt>
                <c:pt idx="3424" formatCode="#,##0.00">
                  <c:v>659.93</c:v>
                </c:pt>
                <c:pt idx="3425" formatCode="#,##0.00">
                  <c:v>670.93</c:v>
                </c:pt>
                <c:pt idx="3426" formatCode="#,##0.00">
                  <c:v>674.93</c:v>
                </c:pt>
                <c:pt idx="3427" formatCode="#,##0.00">
                  <c:v>684.93</c:v>
                </c:pt>
                <c:pt idx="3429" formatCode="#,##0.00">
                  <c:v>656.93</c:v>
                </c:pt>
                <c:pt idx="3430" formatCode="#,##0.00">
                  <c:v>650.92999999999995</c:v>
                </c:pt>
                <c:pt idx="3431" formatCode="#,##0.00">
                  <c:v>649.92999999999995</c:v>
                </c:pt>
                <c:pt idx="3432" formatCode="#,##0.00">
                  <c:v>655.93</c:v>
                </c:pt>
                <c:pt idx="3433" formatCode="#,##0.00">
                  <c:v>655.93</c:v>
                </c:pt>
                <c:pt idx="3436" formatCode="#,##0.00">
                  <c:v>655.93</c:v>
                </c:pt>
                <c:pt idx="3437" formatCode="#,##0.00">
                  <c:v>645.92999999999995</c:v>
                </c:pt>
                <c:pt idx="3438" formatCode="#,##0.00">
                  <c:v>633.92999999999995</c:v>
                </c:pt>
                <c:pt idx="3439" formatCode="#,##0.00">
                  <c:v>605.92999999999995</c:v>
                </c:pt>
                <c:pt idx="3440" formatCode="#,##0.00">
                  <c:v>611.92999999999995</c:v>
                </c:pt>
                <c:pt idx="3443" formatCode="#,##0.00">
                  <c:v>616.92999999999995</c:v>
                </c:pt>
                <c:pt idx="3444" formatCode="#,##0.00">
                  <c:v>628.92999999999995</c:v>
                </c:pt>
                <c:pt idx="3445" formatCode="#,##0.00">
                  <c:v>623.92999999999995</c:v>
                </c:pt>
                <c:pt idx="3446" formatCode="#,##0.00">
                  <c:v>614.92999999999995</c:v>
                </c:pt>
                <c:pt idx="3447" formatCode="#,##0.00">
                  <c:v>596.94000000000005</c:v>
                </c:pt>
                <c:pt idx="3450" formatCode="#,##0.00">
                  <c:v>596.94000000000005</c:v>
                </c:pt>
                <c:pt idx="3451" formatCode="#,##0.00">
                  <c:v>572.94000000000005</c:v>
                </c:pt>
                <c:pt idx="3452" formatCode="#,##0.00">
                  <c:v>574.94000000000005</c:v>
                </c:pt>
                <c:pt idx="3453" formatCode="#,##0.00">
                  <c:v>585.94000000000005</c:v>
                </c:pt>
                <c:pt idx="3454" formatCode="#,##0.00">
                  <c:v>597.94000000000005</c:v>
                </c:pt>
                <c:pt idx="3457" formatCode="#,##0.00">
                  <c:v>599.94000000000005</c:v>
                </c:pt>
                <c:pt idx="3458" formatCode="#,##0.00">
                  <c:v>579.94000000000005</c:v>
                </c:pt>
                <c:pt idx="3459" formatCode="#,##0.00">
                  <c:v>585.94000000000005</c:v>
                </c:pt>
                <c:pt idx="3460" formatCode="#,##0.00">
                  <c:v>580.94000000000005</c:v>
                </c:pt>
                <c:pt idx="3461" formatCode="#,##0.00">
                  <c:v>580.94000000000005</c:v>
                </c:pt>
                <c:pt idx="3464" formatCode="#,##0.00">
                  <c:v>590.94000000000005</c:v>
                </c:pt>
                <c:pt idx="3465" formatCode="#,##0.00">
                  <c:v>585.94000000000005</c:v>
                </c:pt>
                <c:pt idx="3466" formatCode="#,##0.00">
                  <c:v>572.94000000000005</c:v>
                </c:pt>
                <c:pt idx="3467" formatCode="#,##0.00">
                  <c:v>563.94000000000005</c:v>
                </c:pt>
                <c:pt idx="3468" formatCode="#,##0.00">
                  <c:v>568.94000000000005</c:v>
                </c:pt>
                <c:pt idx="3471" formatCode="#,##0.00">
                  <c:v>582.94000000000005</c:v>
                </c:pt>
                <c:pt idx="3472" formatCode="#,##0.00">
                  <c:v>604.92999999999995</c:v>
                </c:pt>
                <c:pt idx="3473" formatCode="#,##0.00">
                  <c:v>621.92999999999995</c:v>
                </c:pt>
                <c:pt idx="3474" formatCode="#,##0.00">
                  <c:v>627.92999999999995</c:v>
                </c:pt>
                <c:pt idx="3475" formatCode="#,##0.00">
                  <c:v>637.92999999999995</c:v>
                </c:pt>
                <c:pt idx="3478" formatCode="#,##0.00">
                  <c:v>609.92999999999995</c:v>
                </c:pt>
                <c:pt idx="3479" formatCode="#,##0.00">
                  <c:v>599.94000000000005</c:v>
                </c:pt>
                <c:pt idx="3480" formatCode="#,##0.00">
                  <c:v>591.94000000000005</c:v>
                </c:pt>
                <c:pt idx="3481" formatCode="#,##0.00">
                  <c:v>606.92999999999995</c:v>
                </c:pt>
                <c:pt idx="3482" formatCode="#,##0.00">
                  <c:v>606.92999999999995</c:v>
                </c:pt>
                <c:pt idx="3485" formatCode="#,##0.00">
                  <c:v>606.92999999999995</c:v>
                </c:pt>
                <c:pt idx="3486" formatCode="#,##0.00">
                  <c:v>606.92999999999995</c:v>
                </c:pt>
                <c:pt idx="3487" formatCode="#,##0.00">
                  <c:v>603.92999999999995</c:v>
                </c:pt>
                <c:pt idx="3488" formatCode="#,##0.00">
                  <c:v>610.92999999999995</c:v>
                </c:pt>
                <c:pt idx="3489" formatCode="#,##0.00">
                  <c:v>611.92999999999995</c:v>
                </c:pt>
                <c:pt idx="3492" formatCode="#,##0.00">
                  <c:v>611.92999999999995</c:v>
                </c:pt>
                <c:pt idx="3493" formatCode="#,##0.00">
                  <c:v>585.94000000000005</c:v>
                </c:pt>
                <c:pt idx="3494" formatCode="#,##0.00">
                  <c:v>589.94000000000005</c:v>
                </c:pt>
                <c:pt idx="3495" formatCode="#,##0.00">
                  <c:v>595.94000000000005</c:v>
                </c:pt>
                <c:pt idx="3496" formatCode="#,##0.00">
                  <c:v>596.94000000000005</c:v>
                </c:pt>
                <c:pt idx="3499" formatCode="#,##0.00">
                  <c:v>606.92999999999995</c:v>
                </c:pt>
                <c:pt idx="3500" formatCode="#,##0.00">
                  <c:v>618.92999999999995</c:v>
                </c:pt>
                <c:pt idx="3501" formatCode="#,##0.00">
                  <c:v>618.92999999999995</c:v>
                </c:pt>
                <c:pt idx="3502" formatCode="#,##0.00">
                  <c:v>612.92999999999995</c:v>
                </c:pt>
                <c:pt idx="3503" formatCode="#,##0.00">
                  <c:v>623.92999999999995</c:v>
                </c:pt>
                <c:pt idx="3506" formatCode="#,##0.00">
                  <c:v>614.92999999999995</c:v>
                </c:pt>
                <c:pt idx="3507" formatCode="#,##0.00">
                  <c:v>610.92999999999995</c:v>
                </c:pt>
                <c:pt idx="3508" formatCode="#,##0.00">
                  <c:v>607.92999999999995</c:v>
                </c:pt>
                <c:pt idx="3509" formatCode="#,##0.00">
                  <c:v>596.94000000000005</c:v>
                </c:pt>
                <c:pt idx="3510" formatCode="#,##0.00">
                  <c:v>596.94000000000005</c:v>
                </c:pt>
                <c:pt idx="3513" formatCode="#,##0.00">
                  <c:v>604.92999999999995</c:v>
                </c:pt>
                <c:pt idx="3514" formatCode="#,##0.00">
                  <c:v>588.94000000000005</c:v>
                </c:pt>
                <c:pt idx="3515" formatCode="#,##0.00">
                  <c:v>588.94000000000005</c:v>
                </c:pt>
                <c:pt idx="3516" formatCode="#,##0.00">
                  <c:v>576.94000000000005</c:v>
                </c:pt>
                <c:pt idx="3517" formatCode="#,##0.00">
                  <c:v>581.94000000000005</c:v>
                </c:pt>
                <c:pt idx="3520" formatCode="#,##0.00">
                  <c:v>606.92999999999995</c:v>
                </c:pt>
                <c:pt idx="3521" formatCode="#,##0.00">
                  <c:v>593.94000000000005</c:v>
                </c:pt>
                <c:pt idx="3522" formatCode="#,##0.00">
                  <c:v>584.94000000000005</c:v>
                </c:pt>
                <c:pt idx="3523" formatCode="#,##0.00">
                  <c:v>578.94000000000005</c:v>
                </c:pt>
                <c:pt idx="3524" formatCode="#,##0.00">
                  <c:v>577.94000000000005</c:v>
                </c:pt>
                <c:pt idx="3527" formatCode="#,##0.00">
                  <c:v>582.94000000000005</c:v>
                </c:pt>
                <c:pt idx="3528" formatCode="#,##0.00">
                  <c:v>588.94000000000005</c:v>
                </c:pt>
                <c:pt idx="3529" formatCode="#,##0.00">
                  <c:v>583.94000000000005</c:v>
                </c:pt>
                <c:pt idx="3530" formatCode="#,##0.00">
                  <c:v>580.94000000000005</c:v>
                </c:pt>
                <c:pt idx="3531" formatCode="#,##0.00">
                  <c:v>569.94000000000005</c:v>
                </c:pt>
                <c:pt idx="3534" formatCode="#,##0.00">
                  <c:v>564.94000000000005</c:v>
                </c:pt>
                <c:pt idx="3535" formatCode="#,##0.00">
                  <c:v>564.94000000000005</c:v>
                </c:pt>
                <c:pt idx="3536" formatCode="#,##0.00">
                  <c:v>564.94000000000005</c:v>
                </c:pt>
                <c:pt idx="3537" formatCode="#,##0.00">
                  <c:v>565.94000000000005</c:v>
                </c:pt>
                <c:pt idx="3541" formatCode="#,##0.00">
                  <c:v>564.94000000000005</c:v>
                </c:pt>
                <c:pt idx="3542" formatCode="#,##0.00">
                  <c:v>573.94000000000005</c:v>
                </c:pt>
                <c:pt idx="3543" formatCode="#,##0.00">
                  <c:v>568.94000000000005</c:v>
                </c:pt>
                <c:pt idx="3544" formatCode="#,##0.00">
                  <c:v>564.94000000000005</c:v>
                </c:pt>
                <c:pt idx="3545" formatCode="#,##0.00">
                  <c:v>564.94000000000005</c:v>
                </c:pt>
                <c:pt idx="3548" formatCode="#,##0.00">
                  <c:v>564.94000000000005</c:v>
                </c:pt>
                <c:pt idx="3549" formatCode="#,##0.00">
                  <c:v>578.94000000000005</c:v>
                </c:pt>
                <c:pt idx="3550" formatCode="#,##0.00">
                  <c:v>591.94000000000005</c:v>
                </c:pt>
                <c:pt idx="3551" formatCode="#,##0.00">
                  <c:v>591.94000000000005</c:v>
                </c:pt>
                <c:pt idx="3552" formatCode="#,##0.00">
                  <c:v>588.94000000000005</c:v>
                </c:pt>
                <c:pt idx="3555" formatCode="#,##0.00">
                  <c:v>589.94000000000005</c:v>
                </c:pt>
                <c:pt idx="3556" formatCode="#,##0.00">
                  <c:v>584.94000000000005</c:v>
                </c:pt>
                <c:pt idx="3557" formatCode="#,##0.00">
                  <c:v>590.94000000000005</c:v>
                </c:pt>
                <c:pt idx="3558" formatCode="#,##0.00">
                  <c:v>597.94000000000005</c:v>
                </c:pt>
                <c:pt idx="3559" formatCode="#,##0.00">
                  <c:v>598.94000000000005</c:v>
                </c:pt>
                <c:pt idx="3562" formatCode="#,##0.00">
                  <c:v>589.94000000000005</c:v>
                </c:pt>
                <c:pt idx="3563" formatCode="#,##0.00">
                  <c:v>593.94000000000005</c:v>
                </c:pt>
                <c:pt idx="3564" formatCode="#,##0.00">
                  <c:v>593.94000000000005</c:v>
                </c:pt>
                <c:pt idx="3565" formatCode="#,##0.00">
                  <c:v>589.94000000000005</c:v>
                </c:pt>
                <c:pt idx="3566" formatCode="#,##0.00">
                  <c:v>593.94000000000005</c:v>
                </c:pt>
                <c:pt idx="3569" formatCode="#,##0.00">
                  <c:v>602.92999999999995</c:v>
                </c:pt>
                <c:pt idx="3570" formatCode="#,##0.00">
                  <c:v>606.92999999999995</c:v>
                </c:pt>
                <c:pt idx="3571" formatCode="#,##0.00">
                  <c:v>609.92999999999995</c:v>
                </c:pt>
                <c:pt idx="3572" formatCode="#,##0.00">
                  <c:v>606.92999999999995</c:v>
                </c:pt>
                <c:pt idx="3573" formatCode="#,##0.00">
                  <c:v>613.92999999999995</c:v>
                </c:pt>
                <c:pt idx="3576" formatCode="#,##0.00">
                  <c:v>609.92999999999995</c:v>
                </c:pt>
                <c:pt idx="3577" formatCode="#,##0.00">
                  <c:v>608.92999999999995</c:v>
                </c:pt>
                <c:pt idx="3578" formatCode="#,##0.00">
                  <c:v>610.92999999999995</c:v>
                </c:pt>
                <c:pt idx="3579" formatCode="#,##0.00">
                  <c:v>599.94000000000005</c:v>
                </c:pt>
                <c:pt idx="3580" formatCode="#,##0.00">
                  <c:v>607.92999999999995</c:v>
                </c:pt>
                <c:pt idx="3583" formatCode="#,##0.00">
                  <c:v>604.92999999999995</c:v>
                </c:pt>
                <c:pt idx="3584" formatCode="#,##0.00">
                  <c:v>610.92999999999995</c:v>
                </c:pt>
                <c:pt idx="3585" formatCode="#,##0.00">
                  <c:v>596.94000000000005</c:v>
                </c:pt>
                <c:pt idx="3586" formatCode="#,##0.00">
                  <c:v>590.94000000000005</c:v>
                </c:pt>
                <c:pt idx="3587" formatCode="#,##0.00">
                  <c:v>595.94000000000005</c:v>
                </c:pt>
                <c:pt idx="3590" formatCode="#,##0.00">
                  <c:v>595.94000000000005</c:v>
                </c:pt>
                <c:pt idx="3591" formatCode="#,##0.00">
                  <c:v>590.94000000000005</c:v>
                </c:pt>
                <c:pt idx="3592" formatCode="#,##0.00">
                  <c:v>591.94000000000005</c:v>
                </c:pt>
                <c:pt idx="3593" formatCode="#,##0.00">
                  <c:v>591.94000000000005</c:v>
                </c:pt>
                <c:pt idx="3594" formatCode="#,##0.00">
                  <c:v>591.94000000000005</c:v>
                </c:pt>
                <c:pt idx="3597" formatCode="#,##0.00">
                  <c:v>590.94000000000005</c:v>
                </c:pt>
                <c:pt idx="3598" formatCode="#,##0.00">
                  <c:v>588.94000000000005</c:v>
                </c:pt>
                <c:pt idx="3599" formatCode="#,##0.00">
                  <c:v>591.94000000000005</c:v>
                </c:pt>
                <c:pt idx="3600" formatCode="#,##0.00">
                  <c:v>585.94000000000005</c:v>
                </c:pt>
                <c:pt idx="3601" formatCode="#,##0.00">
                  <c:v>588.94000000000005</c:v>
                </c:pt>
                <c:pt idx="3604" formatCode="#,##0.00">
                  <c:v>588.94000000000005</c:v>
                </c:pt>
                <c:pt idx="3605" formatCode="#,##0.00">
                  <c:v>603.92999999999995</c:v>
                </c:pt>
                <c:pt idx="3606" formatCode="#,##0.00">
                  <c:v>610.92999999999995</c:v>
                </c:pt>
                <c:pt idx="3607" formatCode="#,##0.00">
                  <c:v>610.92999999999995</c:v>
                </c:pt>
                <c:pt idx="3608" formatCode="#,##0.00">
                  <c:v>610.92999999999995</c:v>
                </c:pt>
                <c:pt idx="3611" formatCode="#,##0.00">
                  <c:v>613.92999999999995</c:v>
                </c:pt>
                <c:pt idx="3612" formatCode="#,##0.00">
                  <c:v>629.92999999999995</c:v>
                </c:pt>
                <c:pt idx="3613" formatCode="#,##0.00">
                  <c:v>630.92999999999995</c:v>
                </c:pt>
                <c:pt idx="3614" formatCode="#,##0.00">
                  <c:v>627.92999999999995</c:v>
                </c:pt>
                <c:pt idx="3615" formatCode="#,##0.00">
                  <c:v>624.92999999999995</c:v>
                </c:pt>
                <c:pt idx="3618" formatCode="#,##0.00">
                  <c:v>624.92999999999995</c:v>
                </c:pt>
                <c:pt idx="3619" formatCode="#,##0.00">
                  <c:v>624.92999999999995</c:v>
                </c:pt>
                <c:pt idx="3620" formatCode="#,##0.00">
                  <c:v>629.92999999999995</c:v>
                </c:pt>
                <c:pt idx="3621" formatCode="#,##0.00">
                  <c:v>624.92999999999995</c:v>
                </c:pt>
                <c:pt idx="3622" formatCode="#,##0.00">
                  <c:v>624.92999999999995</c:v>
                </c:pt>
                <c:pt idx="3625" formatCode="#,##0.00">
                  <c:v>624.92999999999995</c:v>
                </c:pt>
                <c:pt idx="3626" formatCode="#,##0.00">
                  <c:v>624.92999999999995</c:v>
                </c:pt>
                <c:pt idx="3627" formatCode="#,##0.00">
                  <c:v>613.92999999999995</c:v>
                </c:pt>
                <c:pt idx="3628" formatCode="#,##0.00">
                  <c:v>614.92999999999995</c:v>
                </c:pt>
                <c:pt idx="3632" formatCode="@">
                  <c:v>609.92999999999995</c:v>
                </c:pt>
                <c:pt idx="3633" formatCode="@">
                  <c:v>609.92999999999995</c:v>
                </c:pt>
                <c:pt idx="3634" formatCode="@">
                  <c:v>605.92999999999995</c:v>
                </c:pt>
                <c:pt idx="3635" formatCode="@">
                  <c:v>600.92999999999995</c:v>
                </c:pt>
                <c:pt idx="3639" formatCode="@">
                  <c:v>612.92999999999995</c:v>
                </c:pt>
                <c:pt idx="3640" formatCode="@">
                  <c:v>614.92999999999995</c:v>
                </c:pt>
                <c:pt idx="3641" formatCode="@">
                  <c:v>616.92999999999995</c:v>
                </c:pt>
                <c:pt idx="3642" formatCode="@">
                  <c:v>622.92999999999995</c:v>
                </c:pt>
                <c:pt idx="3646" formatCode="#,##0.00_ ">
                  <c:v>625.92999999999995</c:v>
                </c:pt>
                <c:pt idx="3647" formatCode="#,##0.00_ ">
                  <c:v>625.92999999999995</c:v>
                </c:pt>
                <c:pt idx="3648" formatCode="#,##0.00_ ">
                  <c:v>620.92999999999995</c:v>
                </c:pt>
                <c:pt idx="3649" formatCode="#,##0.00_ ">
                  <c:v>616.92999999999995</c:v>
                </c:pt>
                <c:pt idx="3651" formatCode="#,##0.00_ ">
                  <c:v>607.92999999999995</c:v>
                </c:pt>
                <c:pt idx="3652" formatCode="#,##0.00_ ">
                  <c:v>607.92999999999995</c:v>
                </c:pt>
                <c:pt idx="3653" formatCode="#,##0.00_ ">
                  <c:v>612.92999999999995</c:v>
                </c:pt>
                <c:pt idx="3654" formatCode="#,##0.00_ ">
                  <c:v>619.92999999999995</c:v>
                </c:pt>
                <c:pt idx="3655" formatCode="#,##0.00_ ">
                  <c:v>614.92999999999995</c:v>
                </c:pt>
                <c:pt idx="3658" formatCode="#,##0.00_ ">
                  <c:v>624.92999999999995</c:v>
                </c:pt>
                <c:pt idx="3659" formatCode="#,##0.00_ ">
                  <c:v>625.92999999999995</c:v>
                </c:pt>
                <c:pt idx="3660" formatCode="#,##0.00_ ">
                  <c:v>618.92999999999995</c:v>
                </c:pt>
                <c:pt idx="3661" formatCode="#,##0.00_ ">
                  <c:v>623.92999999999995</c:v>
                </c:pt>
                <c:pt idx="3663" formatCode="#,##0.00_ ">
                  <c:v>619.92999999999995</c:v>
                </c:pt>
                <c:pt idx="3664" formatCode="#,##0.00_ ">
                  <c:v>616.92999999999995</c:v>
                </c:pt>
                <c:pt idx="3665" formatCode="#,##0.00_ ">
                  <c:v>618.92999999999995</c:v>
                </c:pt>
                <c:pt idx="3666" formatCode="#,##0.00_ ">
                  <c:v>618.92999999999995</c:v>
                </c:pt>
                <c:pt idx="3668" formatCode="#,##0.00_ ">
                  <c:v>626.92999999999995</c:v>
                </c:pt>
                <c:pt idx="3669" formatCode="#,##0.00_ ">
                  <c:v>625.92999999999995</c:v>
                </c:pt>
                <c:pt idx="3670" formatCode="#,##0.00_ ">
                  <c:v>620.92999999999995</c:v>
                </c:pt>
                <c:pt idx="3671" formatCode="#,##0.00_ ">
                  <c:v>621.92999999999995</c:v>
                </c:pt>
                <c:pt idx="3673" formatCode="#,##0.00_ ">
                  <c:v>621.92999999999995</c:v>
                </c:pt>
                <c:pt idx="3674" formatCode="#,##0.00_ ">
                  <c:v>621.92999999999995</c:v>
                </c:pt>
                <c:pt idx="3675" formatCode="#,##0.00_ ">
                  <c:v>625.92999999999995</c:v>
                </c:pt>
                <c:pt idx="3676" formatCode="#,##0.00_ ">
                  <c:v>623.92999999999995</c:v>
                </c:pt>
                <c:pt idx="3678" formatCode="#,##0.00_ ">
                  <c:v>617.92999999999995</c:v>
                </c:pt>
                <c:pt idx="3679" formatCode="#,##0.00_ ">
                  <c:v>607.92999999999995</c:v>
                </c:pt>
                <c:pt idx="3680" formatCode="#,##0.00_ ">
                  <c:v>609.92999999999995</c:v>
                </c:pt>
                <c:pt idx="3681" formatCode="#,##0.00_ ">
                  <c:v>614.92999999999995</c:v>
                </c:pt>
                <c:pt idx="3683" formatCode="#,##0.00_ ">
                  <c:v>621.92999999999995</c:v>
                </c:pt>
                <c:pt idx="3684" formatCode="#,##0.00_ ">
                  <c:v>616.92999999999995</c:v>
                </c:pt>
                <c:pt idx="3685" formatCode="#,##0.00_ ">
                  <c:v>616.92999999999995</c:v>
                </c:pt>
                <c:pt idx="3686" formatCode="#,##0.00_ ">
                  <c:v>615.92999999999995</c:v>
                </c:pt>
                <c:pt idx="3688" formatCode="#,##0.00_ ">
                  <c:v>608.92999999999995</c:v>
                </c:pt>
                <c:pt idx="3689" formatCode="#,##0.00_ ">
                  <c:v>608.92999999999995</c:v>
                </c:pt>
                <c:pt idx="3690" formatCode="#,##0.00_ ">
                  <c:v>607.92999999999995</c:v>
                </c:pt>
                <c:pt idx="3691" formatCode="#,##0.00_ ">
                  <c:v>608.92999999999995</c:v>
                </c:pt>
                <c:pt idx="3693" formatCode="#,##0.00_ ">
                  <c:v>606.92999999999995</c:v>
                </c:pt>
                <c:pt idx="3694" formatCode="#,##0.00_ ">
                  <c:v>599.94000000000005</c:v>
                </c:pt>
                <c:pt idx="3695" formatCode="#,##0.00_ ">
                  <c:v>592.94000000000005</c:v>
                </c:pt>
                <c:pt idx="3696" formatCode="#,##0.00_ ">
                  <c:v>581.94000000000005</c:v>
                </c:pt>
                <c:pt idx="3698" formatCode="#,##0.00_ ">
                  <c:v>590.94000000000005</c:v>
                </c:pt>
                <c:pt idx="3699" formatCode="#,##0.00_ ">
                  <c:v>599.94000000000005</c:v>
                </c:pt>
                <c:pt idx="3700" formatCode="#,##0.00_ ">
                  <c:v>602.92999999999995</c:v>
                </c:pt>
                <c:pt idx="3701" formatCode="#,##0.00_ ">
                  <c:v>601.92999999999995</c:v>
                </c:pt>
                <c:pt idx="3703" formatCode="#,##0.00_ ">
                  <c:v>592.94000000000005</c:v>
                </c:pt>
                <c:pt idx="3704" formatCode="#,##0.00_ ">
                  <c:v>579.94000000000005</c:v>
                </c:pt>
                <c:pt idx="3705" formatCode="#,##0.00_ ">
                  <c:v>573.94000000000005</c:v>
                </c:pt>
                <c:pt idx="3706" formatCode="#,##0.00_ ">
                  <c:v>573.94000000000005</c:v>
                </c:pt>
                <c:pt idx="3708" formatCode="#,##0.00_ ">
                  <c:v>567.94000000000005</c:v>
                </c:pt>
                <c:pt idx="3709" formatCode="#,##0.00_ ">
                  <c:v>571.94000000000005</c:v>
                </c:pt>
                <c:pt idx="3710" formatCode="#,##0.00_ ">
                  <c:v>571.94000000000005</c:v>
                </c:pt>
                <c:pt idx="3711" formatCode="#,##0.00_ ">
                  <c:v>572.94000000000005</c:v>
                </c:pt>
                <c:pt idx="3713" formatCode="#,##0.00_ ">
                  <c:v>572.94000000000005</c:v>
                </c:pt>
                <c:pt idx="3714" formatCode="#,##0.00_ ">
                  <c:v>574.94000000000005</c:v>
                </c:pt>
                <c:pt idx="3715" formatCode="#,##0.00_ ">
                  <c:v>568.94000000000005</c:v>
                </c:pt>
                <c:pt idx="3716" formatCode="#,##0.00_ ">
                  <c:v>564.94000000000005</c:v>
                </c:pt>
                <c:pt idx="3717" formatCode="#,##0.00_ ">
                  <c:v>557.94000000000005</c:v>
                </c:pt>
                <c:pt idx="3719" formatCode="#,##0.00_ ">
                  <c:v>552.94000000000005</c:v>
                </c:pt>
                <c:pt idx="3720" formatCode="#,##0.00_ ">
                  <c:v>546.94000000000005</c:v>
                </c:pt>
                <c:pt idx="3721" formatCode="#,##0.00_ ">
                  <c:v>546.94000000000005</c:v>
                </c:pt>
                <c:pt idx="3722" formatCode="#,##0.00_ ">
                  <c:v>542.94000000000005</c:v>
                </c:pt>
                <c:pt idx="3723" formatCode="#,##0.00_ ">
                  <c:v>548.94000000000005</c:v>
                </c:pt>
                <c:pt idx="3725" formatCode="#,##0.00_ ">
                  <c:v>545.94000000000005</c:v>
                </c:pt>
                <c:pt idx="3726" formatCode="#,##0.00_ ">
                  <c:v>545.94000000000005</c:v>
                </c:pt>
                <c:pt idx="3727" formatCode="#,##0.00_ ">
                  <c:v>547.94000000000005</c:v>
                </c:pt>
                <c:pt idx="3728" formatCode="#,##0.00_ ">
                  <c:v>547.94000000000005</c:v>
                </c:pt>
                <c:pt idx="3729" formatCode="#,##0.00_ ">
                  <c:v>554.94000000000005</c:v>
                </c:pt>
                <c:pt idx="3731" formatCode="#,##0.00_ ">
                  <c:v>553.94000000000005</c:v>
                </c:pt>
                <c:pt idx="3732" formatCode="#,##0.00_ ">
                  <c:v>546.94000000000005</c:v>
                </c:pt>
                <c:pt idx="3733" formatCode="#,##0.00_ ">
                  <c:v>542.94000000000005</c:v>
                </c:pt>
                <c:pt idx="3734" formatCode="#,##0.00_ ">
                  <c:v>534.94000000000005</c:v>
                </c:pt>
                <c:pt idx="3736" formatCode="#,##0.00_ ">
                  <c:v>530.94000000000005</c:v>
                </c:pt>
                <c:pt idx="3737" formatCode="#,##0.00_ ">
                  <c:v>519.94000000000005</c:v>
                </c:pt>
                <c:pt idx="3738" formatCode="#,##0.00_ ">
                  <c:v>514.94000000000005</c:v>
                </c:pt>
                <c:pt idx="3739" formatCode="#,##0.00_ ">
                  <c:v>513.94000000000005</c:v>
                </c:pt>
                <c:pt idx="3742" formatCode="#,##0.00_ ">
                  <c:v>515.94000000000005</c:v>
                </c:pt>
                <c:pt idx="3743" formatCode="#,##0.00_ ">
                  <c:v>508.94</c:v>
                </c:pt>
                <c:pt idx="3744" formatCode="#,##0.00_ ">
                  <c:v>508.94</c:v>
                </c:pt>
                <c:pt idx="3745" formatCode="#,##0.00_ ">
                  <c:v>508.94</c:v>
                </c:pt>
                <c:pt idx="3747" formatCode="#,##0.00_ ">
                  <c:v>511.94</c:v>
                </c:pt>
                <c:pt idx="3748" formatCode="#,##0.00_ ">
                  <c:v>501.94</c:v>
                </c:pt>
                <c:pt idx="3749" formatCode="#,##0.00_ ">
                  <c:v>495.95</c:v>
                </c:pt>
                <c:pt idx="3750" formatCode="#,##0.00_ ">
                  <c:v>506.94</c:v>
                </c:pt>
                <c:pt idx="3751" formatCode="#,##0.00_ ">
                  <c:v>514.94000000000005</c:v>
                </c:pt>
                <c:pt idx="3752" formatCode="#,##0.00_ ">
                  <c:v>514.94000000000005</c:v>
                </c:pt>
                <c:pt idx="3753" formatCode="#,##0.00_ ">
                  <c:v>514.94000000000005</c:v>
                </c:pt>
                <c:pt idx="3754" formatCode="#,##0.00_ ">
                  <c:v>513.94000000000005</c:v>
                </c:pt>
                <c:pt idx="3755" formatCode="#,##0.00_ ">
                  <c:v>515.94000000000005</c:v>
                </c:pt>
                <c:pt idx="3756" formatCode="#,##0.00_ ">
                  <c:v>517.94000000000005</c:v>
                </c:pt>
                <c:pt idx="3757" formatCode="#,##0.00_ ">
                  <c:v>518.94000000000005</c:v>
                </c:pt>
                <c:pt idx="3760" formatCode="0.00_ ">
                  <c:v>522.94000000000005</c:v>
                </c:pt>
                <c:pt idx="3761" formatCode="0.00_ ">
                  <c:v>532.94000000000005</c:v>
                </c:pt>
                <c:pt idx="3762" formatCode="0.00_ ">
                  <c:v>527.94000000000005</c:v>
                </c:pt>
                <c:pt idx="3763" formatCode="0.00_ ">
                  <c:v>542.94000000000005</c:v>
                </c:pt>
                <c:pt idx="3765" formatCode="#,##0.00_ ">
                  <c:v>553.94000000000005</c:v>
                </c:pt>
                <c:pt idx="3766" formatCode="#,##0.00_ ">
                  <c:v>553.94000000000005</c:v>
                </c:pt>
                <c:pt idx="3767" formatCode="#,##0.00_ ">
                  <c:v>572.94000000000005</c:v>
                </c:pt>
                <c:pt idx="3768" formatCode="#,##0.00_ ">
                  <c:v>567.94000000000005</c:v>
                </c:pt>
                <c:pt idx="3770" formatCode="#,##0.00_ ">
                  <c:v>574.94000000000005</c:v>
                </c:pt>
                <c:pt idx="3771" formatCode="#,##0.00_ ">
                  <c:v>574.94000000000005</c:v>
                </c:pt>
                <c:pt idx="3772" formatCode="#,##0.00_ ">
                  <c:v>556.94000000000005</c:v>
                </c:pt>
                <c:pt idx="3773" formatCode="#,##0.00_ ">
                  <c:v>560.94000000000005</c:v>
                </c:pt>
                <c:pt idx="3775" formatCode="#,##0.00_ ">
                  <c:v>576.94000000000005</c:v>
                </c:pt>
                <c:pt idx="3776" formatCode="#,##0.00_ ">
                  <c:v>576.94000000000005</c:v>
                </c:pt>
                <c:pt idx="3777" formatCode="#,##0.00_ ">
                  <c:v>569.94000000000005</c:v>
                </c:pt>
                <c:pt idx="3778" formatCode="#,##0.00_ ">
                  <c:v>569.94000000000005</c:v>
                </c:pt>
                <c:pt idx="3780" formatCode="#,##0.00_ ">
                  <c:v>547.94000000000005</c:v>
                </c:pt>
                <c:pt idx="3781" formatCode="#,##0.00_ ">
                  <c:v>547.94000000000005</c:v>
                </c:pt>
                <c:pt idx="3782" formatCode="#,##0.00_ ">
                  <c:v>532.94000000000005</c:v>
                </c:pt>
                <c:pt idx="3783" formatCode="#,##0.00_ ">
                  <c:v>547.94000000000005</c:v>
                </c:pt>
                <c:pt idx="3784" formatCode="#,##0.00_ ">
                  <c:v>546.94000000000005</c:v>
                </c:pt>
                <c:pt idx="3785" formatCode="#,##0.00_ ">
                  <c:v>547.94000000000005</c:v>
                </c:pt>
                <c:pt idx="3789" formatCode="#,##0.00_ ">
                  <c:v>555.94000000000005</c:v>
                </c:pt>
                <c:pt idx="3791" formatCode="#,##0.00_ ">
                  <c:v>561.94000000000005</c:v>
                </c:pt>
                <c:pt idx="3792" formatCode="#,##0.00_ ">
                  <c:v>575.94000000000005</c:v>
                </c:pt>
                <c:pt idx="3793" formatCode="#,##0.00_ ">
                  <c:v>567.94000000000005</c:v>
                </c:pt>
                <c:pt idx="3794" formatCode="#,##0.00_ ">
                  <c:v>555.94000000000005</c:v>
                </c:pt>
                <c:pt idx="3795" formatCode="#,##0.00_ ">
                  <c:v>536.94000000000005</c:v>
                </c:pt>
                <c:pt idx="3796" formatCode="#,##0.00_ ">
                  <c:v>531.94000000000005</c:v>
                </c:pt>
                <c:pt idx="3797" formatCode="#,##0.00_ ">
                  <c:v>527.94000000000005</c:v>
                </c:pt>
                <c:pt idx="3798" formatCode="#,##0.00_ ">
                  <c:v>525.94000000000005</c:v>
                </c:pt>
                <c:pt idx="3799" formatCode="#,##0.00_ ">
                  <c:v>531.94000000000005</c:v>
                </c:pt>
                <c:pt idx="3802" formatCode="#,##0.00_ ">
                  <c:v>520.94000000000005</c:v>
                </c:pt>
                <c:pt idx="3803" formatCode="#,##0.00_ ">
                  <c:v>521.94000000000005</c:v>
                </c:pt>
                <c:pt idx="3804" formatCode="#,##0.00_ ">
                  <c:v>522.94000000000005</c:v>
                </c:pt>
                <c:pt idx="3805" formatCode="#,##0.00_ ">
                  <c:v>516.94000000000005</c:v>
                </c:pt>
                <c:pt idx="3806" formatCode="#,##0.00_ ">
                  <c:v>512.94000000000005</c:v>
                </c:pt>
                <c:pt idx="3809" formatCode="#,##0.00_ ">
                  <c:v>519.94000000000005</c:v>
                </c:pt>
                <c:pt idx="3810" formatCode="#,##0.00_ ">
                  <c:v>512.94000000000005</c:v>
                </c:pt>
                <c:pt idx="3811" formatCode="#,##0.00_ ">
                  <c:v>518.94000000000005</c:v>
                </c:pt>
                <c:pt idx="3812" formatCode="#,##0.00_ ">
                  <c:v>521.94000000000005</c:v>
                </c:pt>
                <c:pt idx="3813" formatCode="#,##0.00_ ">
                  <c:v>529.94000000000005</c:v>
                </c:pt>
                <c:pt idx="3816" formatCode="#,##0.00_ ">
                  <c:v>529.94000000000005</c:v>
                </c:pt>
                <c:pt idx="3817" formatCode="#,##0.00_ ">
                  <c:v>525.94000000000005</c:v>
                </c:pt>
                <c:pt idx="3818" formatCode="#,##0.00_ ">
                  <c:v>530.94000000000005</c:v>
                </c:pt>
                <c:pt idx="3819" formatCode="#,##0.00_ ">
                  <c:v>534.94000000000005</c:v>
                </c:pt>
                <c:pt idx="3820" formatCode="#,##0.00_ ">
                  <c:v>540.94000000000005</c:v>
                </c:pt>
                <c:pt idx="3823" formatCode="#,##0.00_ ">
                  <c:v>547.94000000000005</c:v>
                </c:pt>
                <c:pt idx="3824" formatCode="#,##0.00_ ">
                  <c:v>542.94000000000005</c:v>
                </c:pt>
                <c:pt idx="3825" formatCode="#,##0.00_ ">
                  <c:v>540.94000000000005</c:v>
                </c:pt>
                <c:pt idx="3826" formatCode="#,##0.00_ ">
                  <c:v>535.94000000000005</c:v>
                </c:pt>
                <c:pt idx="3827" formatCode="#,##0.00_ ">
                  <c:v>534.94000000000005</c:v>
                </c:pt>
                <c:pt idx="3830" formatCode="#,##0.00_ ">
                  <c:v>534.94000000000005</c:v>
                </c:pt>
                <c:pt idx="3831" formatCode="#,##0.00_ ">
                  <c:v>532.94000000000005</c:v>
                </c:pt>
                <c:pt idx="3832" formatCode="#,##0.00_ ">
                  <c:v>536.94000000000005</c:v>
                </c:pt>
                <c:pt idx="3833" formatCode="#,##0.00_ ">
                  <c:v>579.94000000000005</c:v>
                </c:pt>
                <c:pt idx="3834" formatCode="#,##0.00_ ">
                  <c:v>579.94000000000005</c:v>
                </c:pt>
                <c:pt idx="3837" formatCode="#,##0.00_ ">
                  <c:v>580.94000000000005</c:v>
                </c:pt>
                <c:pt idx="3838" formatCode="#,##0.00_ ">
                  <c:v>572.94000000000005</c:v>
                </c:pt>
                <c:pt idx="3839" formatCode="#,##0.00_ ">
                  <c:v>574.94000000000005</c:v>
                </c:pt>
                <c:pt idx="3840" formatCode="#,##0.00_ ">
                  <c:v>577.94000000000005</c:v>
                </c:pt>
                <c:pt idx="3841" formatCode="#,##0.00_ ">
                  <c:v>569.94000000000005</c:v>
                </c:pt>
                <c:pt idx="3844" formatCode="#,##0.00_ ">
                  <c:v>560.94000000000005</c:v>
                </c:pt>
                <c:pt idx="3845" formatCode="#,##0.00_ ">
                  <c:v>534.94000000000005</c:v>
                </c:pt>
                <c:pt idx="3846" formatCode="#,##0.00_ ">
                  <c:v>529.94000000000005</c:v>
                </c:pt>
                <c:pt idx="3847" formatCode="#,##0.00_ ">
                  <c:v>519.94000000000005</c:v>
                </c:pt>
                <c:pt idx="3848" formatCode="#,##0.00_ ">
                  <c:v>520.94000000000005</c:v>
                </c:pt>
                <c:pt idx="3851" formatCode="#,##0.00_ ">
                  <c:v>520.94000000000005</c:v>
                </c:pt>
                <c:pt idx="3852" formatCode="#,##0.00_ ">
                  <c:v>522.94000000000005</c:v>
                </c:pt>
                <c:pt idx="3853" formatCode="#,##0.00_ ">
                  <c:v>522.94000000000005</c:v>
                </c:pt>
                <c:pt idx="3854" formatCode="#,##0.00_ ">
                  <c:v>521.94000000000005</c:v>
                </c:pt>
                <c:pt idx="3855" formatCode="#,##0.00_ ">
                  <c:v>512.94000000000005</c:v>
                </c:pt>
                <c:pt idx="3862" formatCode="#,##0.00_ ">
                  <c:v>504.94</c:v>
                </c:pt>
                <c:pt idx="3865" formatCode="@">
                  <c:v>503.94</c:v>
                </c:pt>
                <c:pt idx="3866" formatCode="@">
                  <c:v>506.94</c:v>
                </c:pt>
                <c:pt idx="3867" formatCode="@">
                  <c:v>500.94</c:v>
                </c:pt>
                <c:pt idx="3868" formatCode="@">
                  <c:v>513.94000000000005</c:v>
                </c:pt>
                <c:pt idx="3869" formatCode="@">
                  <c:v>513.94000000000005</c:v>
                </c:pt>
                <c:pt idx="3872" formatCode="@">
                  <c:v>513.94000000000005</c:v>
                </c:pt>
                <c:pt idx="3873" formatCode="@">
                  <c:v>516.94000000000005</c:v>
                </c:pt>
                <c:pt idx="3874" formatCode="@">
                  <c:v>520.94000000000005</c:v>
                </c:pt>
                <c:pt idx="3875" formatCode="@">
                  <c:v>521.94000000000005</c:v>
                </c:pt>
                <c:pt idx="3876" formatCode="@">
                  <c:v>521.94000000000005</c:v>
                </c:pt>
                <c:pt idx="3879" formatCode="@">
                  <c:v>512.94000000000005</c:v>
                </c:pt>
                <c:pt idx="3880" formatCode="@">
                  <c:v>512.94000000000005</c:v>
                </c:pt>
                <c:pt idx="3881" formatCode="@">
                  <c:v>513.94000000000005</c:v>
                </c:pt>
                <c:pt idx="3882" formatCode="@">
                  <c:v>510.94</c:v>
                </c:pt>
                <c:pt idx="3883" formatCode="@">
                  <c:v>517.94000000000005</c:v>
                </c:pt>
                <c:pt idx="3886" formatCode="@">
                  <c:v>512.94000000000005</c:v>
                </c:pt>
                <c:pt idx="3887" formatCode="@">
                  <c:v>514.94000000000005</c:v>
                </c:pt>
                <c:pt idx="3888" formatCode="@">
                  <c:v>516.94000000000005</c:v>
                </c:pt>
                <c:pt idx="3889" formatCode="@">
                  <c:v>520.94000000000005</c:v>
                </c:pt>
                <c:pt idx="3890" formatCode="@">
                  <c:v>529.94000000000005</c:v>
                </c:pt>
                <c:pt idx="3893" formatCode="@">
                  <c:v>533.94000000000005</c:v>
                </c:pt>
                <c:pt idx="3894" formatCode="@">
                  <c:v>533.94000000000005</c:v>
                </c:pt>
                <c:pt idx="3895" formatCode="@">
                  <c:v>533.94000000000005</c:v>
                </c:pt>
                <c:pt idx="3896" formatCode="@">
                  <c:v>524.94000000000005</c:v>
                </c:pt>
                <c:pt idx="3897" formatCode="@">
                  <c:v>524.94000000000005</c:v>
                </c:pt>
                <c:pt idx="3900" formatCode="@">
                  <c:v>536.94000000000005</c:v>
                </c:pt>
                <c:pt idx="3901" formatCode="@">
                  <c:v>539.94000000000005</c:v>
                </c:pt>
                <c:pt idx="3902" formatCode="@">
                  <c:v>539.94000000000005</c:v>
                </c:pt>
                <c:pt idx="3903" formatCode="@">
                  <c:v>530.94000000000005</c:v>
                </c:pt>
                <c:pt idx="3904" formatCode="@">
                  <c:v>523.94000000000005</c:v>
                </c:pt>
                <c:pt idx="3907" formatCode="@">
                  <c:v>523.94000000000005</c:v>
                </c:pt>
                <c:pt idx="3908" formatCode="@">
                  <c:v>540.94000000000005</c:v>
                </c:pt>
                <c:pt idx="3909" formatCode="@">
                  <c:v>530.94000000000005</c:v>
                </c:pt>
                <c:pt idx="3910" formatCode="@">
                  <c:v>530.94000000000005</c:v>
                </c:pt>
                <c:pt idx="3911" formatCode="@">
                  <c:v>524.94000000000005</c:v>
                </c:pt>
                <c:pt idx="3949" formatCode="@">
                  <c:v>494.95</c:v>
                </c:pt>
                <c:pt idx="3950" formatCode="@">
                  <c:v>487.95</c:v>
                </c:pt>
                <c:pt idx="3951" formatCode="@">
                  <c:v>487.95</c:v>
                </c:pt>
                <c:pt idx="3952" formatCode="@">
                  <c:v>483.95</c:v>
                </c:pt>
                <c:pt idx="3953" formatCode="@">
                  <c:v>477.95</c:v>
                </c:pt>
                <c:pt idx="3956" formatCode="@">
                  <c:v>477.95</c:v>
                </c:pt>
                <c:pt idx="3957" formatCode="@">
                  <c:v>474.95</c:v>
                </c:pt>
                <c:pt idx="3958" formatCode="@">
                  <c:v>469.95</c:v>
                </c:pt>
                <c:pt idx="3959" formatCode="@">
                  <c:v>470.95</c:v>
                </c:pt>
                <c:pt idx="3960" formatCode="@">
                  <c:v>462.95</c:v>
                </c:pt>
                <c:pt idx="3963" formatCode="@">
                  <c:v>462.95</c:v>
                </c:pt>
                <c:pt idx="3964" formatCode="@">
                  <c:v>461.95</c:v>
                </c:pt>
                <c:pt idx="3965" formatCode="@">
                  <c:v>453.95</c:v>
                </c:pt>
                <c:pt idx="3966" formatCode="@">
                  <c:v>456.95</c:v>
                </c:pt>
                <c:pt idx="3967" formatCode="@">
                  <c:v>456.95</c:v>
                </c:pt>
                <c:pt idx="3970" formatCode="@">
                  <c:v>460.95</c:v>
                </c:pt>
                <c:pt idx="3971" formatCode="@">
                  <c:v>470.95</c:v>
                </c:pt>
                <c:pt idx="3972" formatCode="@">
                  <c:v>470.95</c:v>
                </c:pt>
                <c:pt idx="3973" formatCode="@">
                  <c:v>459.95</c:v>
                </c:pt>
                <c:pt idx="3974" formatCode="@">
                  <c:v>449.95</c:v>
                </c:pt>
                <c:pt idx="3977" formatCode="@">
                  <c:v>439.95</c:v>
                </c:pt>
                <c:pt idx="3978" formatCode="@">
                  <c:v>439.95</c:v>
                </c:pt>
                <c:pt idx="3979" formatCode="@">
                  <c:v>434.95</c:v>
                </c:pt>
                <c:pt idx="3980" formatCode="@">
                  <c:v>424.95</c:v>
                </c:pt>
                <c:pt idx="3981" formatCode="@">
                  <c:v>421.95</c:v>
                </c:pt>
                <c:pt idx="3984" formatCode="@">
                  <c:v>426.95</c:v>
                </c:pt>
                <c:pt idx="3985" formatCode="@">
                  <c:v>427.95</c:v>
                </c:pt>
                <c:pt idx="3986" formatCode="@">
                  <c:v>423.95</c:v>
                </c:pt>
                <c:pt idx="3987" formatCode="@">
                  <c:v>423.95</c:v>
                </c:pt>
                <c:pt idx="3988" formatCode="@">
                  <c:v>423.95</c:v>
                </c:pt>
                <c:pt idx="3998" formatCode="#,##0.00_ ">
                  <c:v>417.95</c:v>
                </c:pt>
                <c:pt idx="3999" formatCode="#,##0.00_ ">
                  <c:v>418.95</c:v>
                </c:pt>
                <c:pt idx="4000" formatCode="#,##0.00_ ">
                  <c:v>411.95</c:v>
                </c:pt>
                <c:pt idx="4001" formatCode="#,##0.00_ ">
                  <c:v>406.95</c:v>
                </c:pt>
                <c:pt idx="4002" formatCode="#,##0.00_ ">
                  <c:v>401.95</c:v>
                </c:pt>
              </c:numCache>
            </c:numRef>
          </c:val>
          <c:smooth val="1"/>
          <c:extLst xmlns:c16r2="http://schemas.microsoft.com/office/drawing/2015/06/chart">
            <c:ext xmlns:c16="http://schemas.microsoft.com/office/drawing/2014/chart" uri="{C3380CC4-5D6E-409C-BE32-E72D297353CC}">
              <c16:uniqueId val="{00000000-0FA6-4F08-8B53-EF7F4596D0AD}"/>
            </c:ext>
          </c:extLst>
        </c:ser>
        <c:dLbls>
          <c:showLegendKey val="0"/>
          <c:showVal val="0"/>
          <c:showCatName val="0"/>
          <c:showSerName val="0"/>
          <c:showPercent val="0"/>
          <c:showBubbleSize val="0"/>
        </c:dLbls>
        <c:marker val="1"/>
        <c:smooth val="0"/>
        <c:axId val="532128224"/>
        <c:axId val="532123872"/>
        <c:extLst xmlns:c16r2="http://schemas.microsoft.com/office/drawing/2015/06/chart">
          <c:ext xmlns:c15="http://schemas.microsoft.com/office/drawing/2012/chart" uri="{02D57815-91ED-43cb-92C2-25804820EDAC}">
            <c15:filteredLineSeries>
              <c15:ser>
                <c:idx val="3"/>
                <c:order val="3"/>
                <c:tx>
                  <c:strRef>
                    <c:extLst xmlns:c16r2="http://schemas.microsoft.com/office/drawing/2015/06/chart">
                      <c:ext uri="{02D57815-91ED-43cb-92C2-25804820EDAC}">
                        <c15:formulaRef>
                          <c15:sqref>全球粮价!$M$11</c15:sqref>
                        </c15:formulaRef>
                      </c:ext>
                    </c:extLst>
                    <c:strCache>
                      <c:ptCount val="1"/>
                      <c:pt idx="0">
                        <c:v>国际尿素（美元/公吨）</c:v>
                      </c:pt>
                    </c:strCache>
                  </c:strRef>
                </c:tx>
                <c:spPr>
                  <a:ln w="12700" cap="rnd" cmpd="sng" algn="ctr">
                    <a:solidFill>
                      <a:srgbClr val="1F497D">
                        <a:lumMod val="60000"/>
                        <a:lumOff val="40000"/>
                      </a:srgbClr>
                    </a:solidFill>
                    <a:prstDash val="solid"/>
                    <a:round/>
                  </a:ln>
                </c:spPr>
                <c:marker>
                  <c:symbol val="none"/>
                </c:marker>
                <c:cat>
                  <c:numRef>
                    <c:extLst xmlns:c16r2="http://schemas.microsoft.com/office/drawing/2015/06/chart">
                      <c:ext uri="{02D57815-91ED-43cb-92C2-25804820EDAC}">
                        <c15:formulaRef>
                          <c15:sqref>全球粮价!$A$12:$A$5003</c15:sqref>
                        </c15:formulaRef>
                      </c:ext>
                    </c:extLst>
                    <c:numCache>
                      <c:formatCode>yyyy\-mm\-dd;@</c:formatCode>
                      <c:ptCount val="4992"/>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40209</c:v>
                      </c:pt>
                      <c:pt idx="21">
                        <c:v>40210</c:v>
                      </c:pt>
                      <c:pt idx="22">
                        <c:v>40211</c:v>
                      </c:pt>
                      <c:pt idx="23">
                        <c:v>40212</c:v>
                      </c:pt>
                      <c:pt idx="24">
                        <c:v>40213</c:v>
                      </c:pt>
                      <c:pt idx="25">
                        <c:v>40214</c:v>
                      </c:pt>
                      <c:pt idx="26">
                        <c:v>40217</c:v>
                      </c:pt>
                      <c:pt idx="27">
                        <c:v>40218</c:v>
                      </c:pt>
                      <c:pt idx="28">
                        <c:v>40219</c:v>
                      </c:pt>
                      <c:pt idx="29">
                        <c:v>40220</c:v>
                      </c:pt>
                      <c:pt idx="30">
                        <c:v>40221</c:v>
                      </c:pt>
                      <c:pt idx="31">
                        <c:v>40229</c:v>
                      </c:pt>
                      <c:pt idx="32">
                        <c:v>40230</c:v>
                      </c:pt>
                      <c:pt idx="33">
                        <c:v>40231</c:v>
                      </c:pt>
                      <c:pt idx="34">
                        <c:v>40232</c:v>
                      </c:pt>
                      <c:pt idx="35">
                        <c:v>40233</c:v>
                      </c:pt>
                      <c:pt idx="36">
                        <c:v>40234</c:v>
                      </c:pt>
                      <c:pt idx="37">
                        <c:v>40235</c:v>
                      </c:pt>
                      <c:pt idx="38">
                        <c:v>40237</c:v>
                      </c:pt>
                      <c:pt idx="39">
                        <c:v>40238</c:v>
                      </c:pt>
                      <c:pt idx="40">
                        <c:v>40239</c:v>
                      </c:pt>
                      <c:pt idx="41">
                        <c:v>40240</c:v>
                      </c:pt>
                      <c:pt idx="42">
                        <c:v>40241</c:v>
                      </c:pt>
                      <c:pt idx="43">
                        <c:v>40242</c:v>
                      </c:pt>
                      <c:pt idx="44">
                        <c:v>40245</c:v>
                      </c:pt>
                      <c:pt idx="45">
                        <c:v>40246</c:v>
                      </c:pt>
                      <c:pt idx="46">
                        <c:v>40247</c:v>
                      </c:pt>
                      <c:pt idx="47">
                        <c:v>40248</c:v>
                      </c:pt>
                      <c:pt idx="48">
                        <c:v>40249</c:v>
                      </c:pt>
                      <c:pt idx="49">
                        <c:v>40252</c:v>
                      </c:pt>
                      <c:pt idx="50">
                        <c:v>40253</c:v>
                      </c:pt>
                      <c:pt idx="51">
                        <c:v>40254</c:v>
                      </c:pt>
                      <c:pt idx="52">
                        <c:v>40255</c:v>
                      </c:pt>
                      <c:pt idx="53">
                        <c:v>40256</c:v>
                      </c:pt>
                      <c:pt idx="54">
                        <c:v>40259</c:v>
                      </c:pt>
                      <c:pt idx="55">
                        <c:v>40260</c:v>
                      </c:pt>
                      <c:pt idx="56">
                        <c:v>40261</c:v>
                      </c:pt>
                      <c:pt idx="57">
                        <c:v>40262</c:v>
                      </c:pt>
                      <c:pt idx="58">
                        <c:v>40263</c:v>
                      </c:pt>
                      <c:pt idx="59">
                        <c:v>40266</c:v>
                      </c:pt>
                      <c:pt idx="60">
                        <c:v>40267</c:v>
                      </c:pt>
                      <c:pt idx="61">
                        <c:v>40268</c:v>
                      </c:pt>
                      <c:pt idx="62">
                        <c:v>40269</c:v>
                      </c:pt>
                      <c:pt idx="63">
                        <c:v>40270</c:v>
                      </c:pt>
                      <c:pt idx="64">
                        <c:v>40274</c:v>
                      </c:pt>
                      <c:pt idx="65">
                        <c:v>40275</c:v>
                      </c:pt>
                      <c:pt idx="66">
                        <c:v>40277</c:v>
                      </c:pt>
                      <c:pt idx="67">
                        <c:v>40280</c:v>
                      </c:pt>
                      <c:pt idx="68">
                        <c:v>40281</c:v>
                      </c:pt>
                      <c:pt idx="69">
                        <c:v>40282</c:v>
                      </c:pt>
                      <c:pt idx="70">
                        <c:v>40283</c:v>
                      </c:pt>
                      <c:pt idx="71">
                        <c:v>40284</c:v>
                      </c:pt>
                      <c:pt idx="72">
                        <c:v>40287</c:v>
                      </c:pt>
                      <c:pt idx="73">
                        <c:v>40288</c:v>
                      </c:pt>
                      <c:pt idx="74">
                        <c:v>40289</c:v>
                      </c:pt>
                      <c:pt idx="75">
                        <c:v>40290</c:v>
                      </c:pt>
                      <c:pt idx="76">
                        <c:v>40291</c:v>
                      </c:pt>
                      <c:pt idx="77">
                        <c:v>40294</c:v>
                      </c:pt>
                      <c:pt idx="78">
                        <c:v>40295</c:v>
                      </c:pt>
                      <c:pt idx="79">
                        <c:v>40296</c:v>
                      </c:pt>
                      <c:pt idx="80">
                        <c:v>40297</c:v>
                      </c:pt>
                      <c:pt idx="81">
                        <c:v>40298</c:v>
                      </c:pt>
                      <c:pt idx="82">
                        <c:v>40303</c:v>
                      </c:pt>
                      <c:pt idx="83">
                        <c:v>40304</c:v>
                      </c:pt>
                      <c:pt idx="84">
                        <c:v>40305</c:v>
                      </c:pt>
                      <c:pt idx="85">
                        <c:v>40308</c:v>
                      </c:pt>
                      <c:pt idx="86">
                        <c:v>40309</c:v>
                      </c:pt>
                      <c:pt idx="87">
                        <c:v>40310</c:v>
                      </c:pt>
                      <c:pt idx="88">
                        <c:v>40311</c:v>
                      </c:pt>
                      <c:pt idx="89">
                        <c:v>40312</c:v>
                      </c:pt>
                      <c:pt idx="90">
                        <c:v>40315</c:v>
                      </c:pt>
                      <c:pt idx="91">
                        <c:v>40316</c:v>
                      </c:pt>
                      <c:pt idx="92">
                        <c:v>40317</c:v>
                      </c:pt>
                      <c:pt idx="93">
                        <c:v>40318</c:v>
                      </c:pt>
                      <c:pt idx="94">
                        <c:v>40319</c:v>
                      </c:pt>
                      <c:pt idx="95">
                        <c:v>40322</c:v>
                      </c:pt>
                      <c:pt idx="96">
                        <c:v>40323</c:v>
                      </c:pt>
                      <c:pt idx="97">
                        <c:v>40324</c:v>
                      </c:pt>
                      <c:pt idx="98">
                        <c:v>40325</c:v>
                      </c:pt>
                      <c:pt idx="99">
                        <c:v>40326</c:v>
                      </c:pt>
                      <c:pt idx="100">
                        <c:v>40329</c:v>
                      </c:pt>
                      <c:pt idx="101">
                        <c:v>40330</c:v>
                      </c:pt>
                      <c:pt idx="102">
                        <c:v>40331</c:v>
                      </c:pt>
                      <c:pt idx="103">
                        <c:v>40332</c:v>
                      </c:pt>
                      <c:pt idx="104">
                        <c:v>40333</c:v>
                      </c:pt>
                      <c:pt idx="105">
                        <c:v>40336</c:v>
                      </c:pt>
                      <c:pt idx="106">
                        <c:v>40337</c:v>
                      </c:pt>
                      <c:pt idx="107">
                        <c:v>40338</c:v>
                      </c:pt>
                      <c:pt idx="108">
                        <c:v>40339</c:v>
                      </c:pt>
                      <c:pt idx="109">
                        <c:v>40340</c:v>
                      </c:pt>
                      <c:pt idx="110">
                        <c:v>40341</c:v>
                      </c:pt>
                      <c:pt idx="111">
                        <c:v>40342</c:v>
                      </c:pt>
                      <c:pt idx="112">
                        <c:v>40343</c:v>
                      </c:pt>
                      <c:pt idx="113">
                        <c:v>40344</c:v>
                      </c:pt>
                      <c:pt idx="114">
                        <c:v>40345</c:v>
                      </c:pt>
                      <c:pt idx="115">
                        <c:v>40346</c:v>
                      </c:pt>
                      <c:pt idx="116">
                        <c:v>40347</c:v>
                      </c:pt>
                      <c:pt idx="117">
                        <c:v>40350</c:v>
                      </c:pt>
                      <c:pt idx="118">
                        <c:v>40351</c:v>
                      </c:pt>
                      <c:pt idx="119">
                        <c:v>40352</c:v>
                      </c:pt>
                      <c:pt idx="120">
                        <c:v>40353</c:v>
                      </c:pt>
                      <c:pt idx="121">
                        <c:v>40354</c:v>
                      </c:pt>
                      <c:pt idx="122">
                        <c:v>40357</c:v>
                      </c:pt>
                      <c:pt idx="123">
                        <c:v>40358</c:v>
                      </c:pt>
                      <c:pt idx="124">
                        <c:v>40359</c:v>
                      </c:pt>
                      <c:pt idx="125">
                        <c:v>40360</c:v>
                      </c:pt>
                      <c:pt idx="126">
                        <c:v>40361</c:v>
                      </c:pt>
                      <c:pt idx="127">
                        <c:v>40364</c:v>
                      </c:pt>
                      <c:pt idx="128">
                        <c:v>40365</c:v>
                      </c:pt>
                      <c:pt idx="129">
                        <c:v>40366</c:v>
                      </c:pt>
                      <c:pt idx="130">
                        <c:v>40367</c:v>
                      </c:pt>
                      <c:pt idx="131">
                        <c:v>40368</c:v>
                      </c:pt>
                      <c:pt idx="132">
                        <c:v>40371</c:v>
                      </c:pt>
                      <c:pt idx="133">
                        <c:v>40372</c:v>
                      </c:pt>
                      <c:pt idx="134">
                        <c:v>40373</c:v>
                      </c:pt>
                      <c:pt idx="135">
                        <c:v>40374</c:v>
                      </c:pt>
                      <c:pt idx="136">
                        <c:v>40375</c:v>
                      </c:pt>
                      <c:pt idx="137">
                        <c:v>40378</c:v>
                      </c:pt>
                      <c:pt idx="138">
                        <c:v>40379</c:v>
                      </c:pt>
                      <c:pt idx="139">
                        <c:v>40380</c:v>
                      </c:pt>
                      <c:pt idx="140">
                        <c:v>40381</c:v>
                      </c:pt>
                      <c:pt idx="141">
                        <c:v>40382</c:v>
                      </c:pt>
                      <c:pt idx="142">
                        <c:v>40385</c:v>
                      </c:pt>
                      <c:pt idx="143">
                        <c:v>40386</c:v>
                      </c:pt>
                      <c:pt idx="144">
                        <c:v>40387</c:v>
                      </c:pt>
                      <c:pt idx="145">
                        <c:v>40388</c:v>
                      </c:pt>
                      <c:pt idx="146">
                        <c:v>40389</c:v>
                      </c:pt>
                      <c:pt idx="147">
                        <c:v>40390</c:v>
                      </c:pt>
                      <c:pt idx="148">
                        <c:v>40392</c:v>
                      </c:pt>
                      <c:pt idx="149">
                        <c:v>40393</c:v>
                      </c:pt>
                      <c:pt idx="150">
                        <c:v>40394</c:v>
                      </c:pt>
                      <c:pt idx="151">
                        <c:v>40395</c:v>
                      </c:pt>
                      <c:pt idx="152">
                        <c:v>40396</c:v>
                      </c:pt>
                      <c:pt idx="153">
                        <c:v>40399</c:v>
                      </c:pt>
                      <c:pt idx="154">
                        <c:v>40400</c:v>
                      </c:pt>
                      <c:pt idx="155">
                        <c:v>40401</c:v>
                      </c:pt>
                      <c:pt idx="156">
                        <c:v>40402</c:v>
                      </c:pt>
                      <c:pt idx="157">
                        <c:v>40403</c:v>
                      </c:pt>
                      <c:pt idx="158">
                        <c:v>40406</c:v>
                      </c:pt>
                      <c:pt idx="159">
                        <c:v>40407</c:v>
                      </c:pt>
                      <c:pt idx="160">
                        <c:v>40408</c:v>
                      </c:pt>
                      <c:pt idx="161">
                        <c:v>40409</c:v>
                      </c:pt>
                      <c:pt idx="162">
                        <c:v>40410</c:v>
                      </c:pt>
                      <c:pt idx="163">
                        <c:v>40413</c:v>
                      </c:pt>
                      <c:pt idx="164">
                        <c:v>40414</c:v>
                      </c:pt>
                      <c:pt idx="165">
                        <c:v>40415</c:v>
                      </c:pt>
                      <c:pt idx="166">
                        <c:v>40416</c:v>
                      </c:pt>
                      <c:pt idx="167">
                        <c:v>40417</c:v>
                      </c:pt>
                      <c:pt idx="168">
                        <c:v>40420</c:v>
                      </c:pt>
                      <c:pt idx="169">
                        <c:v>40421</c:v>
                      </c:pt>
                      <c:pt idx="170">
                        <c:v>40422</c:v>
                      </c:pt>
                      <c:pt idx="171">
                        <c:v>40423</c:v>
                      </c:pt>
                      <c:pt idx="172">
                        <c:v>40424</c:v>
                      </c:pt>
                      <c:pt idx="173">
                        <c:v>40427</c:v>
                      </c:pt>
                      <c:pt idx="174">
                        <c:v>40428</c:v>
                      </c:pt>
                      <c:pt idx="175">
                        <c:v>40429</c:v>
                      </c:pt>
                      <c:pt idx="176">
                        <c:v>40430</c:v>
                      </c:pt>
                      <c:pt idx="177">
                        <c:v>40431</c:v>
                      </c:pt>
                      <c:pt idx="178">
                        <c:v>40434</c:v>
                      </c:pt>
                      <c:pt idx="179">
                        <c:v>40435</c:v>
                      </c:pt>
                      <c:pt idx="180">
                        <c:v>40436</c:v>
                      </c:pt>
                      <c:pt idx="181">
                        <c:v>40437</c:v>
                      </c:pt>
                      <c:pt idx="182">
                        <c:v>40438</c:v>
                      </c:pt>
                      <c:pt idx="183">
                        <c:v>40440</c:v>
                      </c:pt>
                      <c:pt idx="184">
                        <c:v>40441</c:v>
                      </c:pt>
                      <c:pt idx="185">
                        <c:v>40442</c:v>
                      </c:pt>
                      <c:pt idx="186">
                        <c:v>40446</c:v>
                      </c:pt>
                      <c:pt idx="187">
                        <c:v>40447</c:v>
                      </c:pt>
                      <c:pt idx="188">
                        <c:v>40448</c:v>
                      </c:pt>
                      <c:pt idx="189">
                        <c:v>40449</c:v>
                      </c:pt>
                      <c:pt idx="190">
                        <c:v>40450</c:v>
                      </c:pt>
                      <c:pt idx="191">
                        <c:v>40451</c:v>
                      </c:pt>
                      <c:pt idx="192">
                        <c:v>40452</c:v>
                      </c:pt>
                      <c:pt idx="193">
                        <c:v>40455</c:v>
                      </c:pt>
                      <c:pt idx="194">
                        <c:v>40456</c:v>
                      </c:pt>
                      <c:pt idx="195">
                        <c:v>40457</c:v>
                      </c:pt>
                      <c:pt idx="196">
                        <c:v>40458</c:v>
                      </c:pt>
                      <c:pt idx="197">
                        <c:v>40459</c:v>
                      </c:pt>
                      <c:pt idx="198">
                        <c:v>40460</c:v>
                      </c:pt>
                      <c:pt idx="199">
                        <c:v>40462</c:v>
                      </c:pt>
                      <c:pt idx="200">
                        <c:v>40463</c:v>
                      </c:pt>
                      <c:pt idx="201">
                        <c:v>40464</c:v>
                      </c:pt>
                      <c:pt idx="202">
                        <c:v>40465</c:v>
                      </c:pt>
                      <c:pt idx="203">
                        <c:v>40466</c:v>
                      </c:pt>
                      <c:pt idx="204">
                        <c:v>40469</c:v>
                      </c:pt>
                      <c:pt idx="205">
                        <c:v>40470</c:v>
                      </c:pt>
                      <c:pt idx="206">
                        <c:v>40471</c:v>
                      </c:pt>
                      <c:pt idx="207">
                        <c:v>40472</c:v>
                      </c:pt>
                      <c:pt idx="208">
                        <c:v>40473</c:v>
                      </c:pt>
                      <c:pt idx="209">
                        <c:v>40476</c:v>
                      </c:pt>
                      <c:pt idx="210">
                        <c:v>40477</c:v>
                      </c:pt>
                      <c:pt idx="211">
                        <c:v>40478</c:v>
                      </c:pt>
                      <c:pt idx="212">
                        <c:v>40479</c:v>
                      </c:pt>
                      <c:pt idx="213">
                        <c:v>40480</c:v>
                      </c:pt>
                      <c:pt idx="214">
                        <c:v>40482</c:v>
                      </c:pt>
                      <c:pt idx="215">
                        <c:v>40483</c:v>
                      </c:pt>
                      <c:pt idx="216">
                        <c:v>40484</c:v>
                      </c:pt>
                      <c:pt idx="217">
                        <c:v>40485</c:v>
                      </c:pt>
                      <c:pt idx="218">
                        <c:v>40486</c:v>
                      </c:pt>
                      <c:pt idx="219">
                        <c:v>40487</c:v>
                      </c:pt>
                      <c:pt idx="220">
                        <c:v>40490</c:v>
                      </c:pt>
                      <c:pt idx="221">
                        <c:v>40491</c:v>
                      </c:pt>
                      <c:pt idx="222">
                        <c:v>40492</c:v>
                      </c:pt>
                      <c:pt idx="223">
                        <c:v>40493</c:v>
                      </c:pt>
                      <c:pt idx="224">
                        <c:v>40494</c:v>
                      </c:pt>
                      <c:pt idx="225">
                        <c:v>40497</c:v>
                      </c:pt>
                      <c:pt idx="226">
                        <c:v>40498</c:v>
                      </c:pt>
                      <c:pt idx="227">
                        <c:v>40499</c:v>
                      </c:pt>
                      <c:pt idx="228">
                        <c:v>40500</c:v>
                      </c:pt>
                      <c:pt idx="229">
                        <c:v>40501</c:v>
                      </c:pt>
                      <c:pt idx="230">
                        <c:v>40504</c:v>
                      </c:pt>
                      <c:pt idx="231">
                        <c:v>40505</c:v>
                      </c:pt>
                      <c:pt idx="232">
                        <c:v>40506</c:v>
                      </c:pt>
                      <c:pt idx="233">
                        <c:v>40507</c:v>
                      </c:pt>
                      <c:pt idx="234">
                        <c:v>40508</c:v>
                      </c:pt>
                      <c:pt idx="235">
                        <c:v>40511</c:v>
                      </c:pt>
                      <c:pt idx="236">
                        <c:v>40512</c:v>
                      </c:pt>
                      <c:pt idx="237">
                        <c:v>40513</c:v>
                      </c:pt>
                      <c:pt idx="238">
                        <c:v>40514</c:v>
                      </c:pt>
                      <c:pt idx="239">
                        <c:v>40515</c:v>
                      </c:pt>
                      <c:pt idx="240">
                        <c:v>40518</c:v>
                      </c:pt>
                      <c:pt idx="241">
                        <c:v>40519</c:v>
                      </c:pt>
                      <c:pt idx="242">
                        <c:v>40520</c:v>
                      </c:pt>
                      <c:pt idx="243">
                        <c:v>40521</c:v>
                      </c:pt>
                      <c:pt idx="244">
                        <c:v>40522</c:v>
                      </c:pt>
                      <c:pt idx="245">
                        <c:v>40525</c:v>
                      </c:pt>
                      <c:pt idx="246">
                        <c:v>40526</c:v>
                      </c:pt>
                      <c:pt idx="247">
                        <c:v>40527</c:v>
                      </c:pt>
                      <c:pt idx="248">
                        <c:v>40528</c:v>
                      </c:pt>
                      <c:pt idx="249">
                        <c:v>40529</c:v>
                      </c:pt>
                      <c:pt idx="250">
                        <c:v>40532</c:v>
                      </c:pt>
                      <c:pt idx="251">
                        <c:v>40533</c:v>
                      </c:pt>
                      <c:pt idx="252">
                        <c:v>40534</c:v>
                      </c:pt>
                      <c:pt idx="253">
                        <c:v>40535</c:v>
                      </c:pt>
                      <c:pt idx="254">
                        <c:v>40536</c:v>
                      </c:pt>
                      <c:pt idx="255">
                        <c:v>40539</c:v>
                      </c:pt>
                      <c:pt idx="256">
                        <c:v>40540</c:v>
                      </c:pt>
                      <c:pt idx="257">
                        <c:v>40541</c:v>
                      </c:pt>
                      <c:pt idx="258">
                        <c:v>40542</c:v>
                      </c:pt>
                      <c:pt idx="259">
                        <c:v>40543</c:v>
                      </c:pt>
                      <c:pt idx="260">
                        <c:v>40546</c:v>
                      </c:pt>
                      <c:pt idx="261">
                        <c:v>40547</c:v>
                      </c:pt>
                      <c:pt idx="262">
                        <c:v>40548</c:v>
                      </c:pt>
                      <c:pt idx="263">
                        <c:v>40549</c:v>
                      </c:pt>
                      <c:pt idx="264">
                        <c:v>40550</c:v>
                      </c:pt>
                      <c:pt idx="265">
                        <c:v>40553</c:v>
                      </c:pt>
                      <c:pt idx="266">
                        <c:v>40554</c:v>
                      </c:pt>
                      <c:pt idx="267">
                        <c:v>40555</c:v>
                      </c:pt>
                      <c:pt idx="268">
                        <c:v>40556</c:v>
                      </c:pt>
                      <c:pt idx="269">
                        <c:v>40557</c:v>
                      </c:pt>
                      <c:pt idx="270">
                        <c:v>40560</c:v>
                      </c:pt>
                      <c:pt idx="271">
                        <c:v>40561</c:v>
                      </c:pt>
                      <c:pt idx="272">
                        <c:v>40562</c:v>
                      </c:pt>
                      <c:pt idx="273">
                        <c:v>40563</c:v>
                      </c:pt>
                      <c:pt idx="274">
                        <c:v>40564</c:v>
                      </c:pt>
                      <c:pt idx="275">
                        <c:v>40567</c:v>
                      </c:pt>
                      <c:pt idx="276">
                        <c:v>40568</c:v>
                      </c:pt>
                      <c:pt idx="277">
                        <c:v>40569</c:v>
                      </c:pt>
                      <c:pt idx="278">
                        <c:v>40570</c:v>
                      </c:pt>
                      <c:pt idx="279">
                        <c:v>40571</c:v>
                      </c:pt>
                      <c:pt idx="280">
                        <c:v>40573</c:v>
                      </c:pt>
                      <c:pt idx="281">
                        <c:v>40574</c:v>
                      </c:pt>
                      <c:pt idx="282">
                        <c:v>40575</c:v>
                      </c:pt>
                      <c:pt idx="283">
                        <c:v>40576</c:v>
                      </c:pt>
                      <c:pt idx="284">
                        <c:v>40577</c:v>
                      </c:pt>
                      <c:pt idx="285">
                        <c:v>40578</c:v>
                      </c:pt>
                      <c:pt idx="286">
                        <c:v>40581</c:v>
                      </c:pt>
                      <c:pt idx="287">
                        <c:v>40582</c:v>
                      </c:pt>
                      <c:pt idx="288">
                        <c:v>40583</c:v>
                      </c:pt>
                      <c:pt idx="289">
                        <c:v>40584</c:v>
                      </c:pt>
                      <c:pt idx="290">
                        <c:v>40585</c:v>
                      </c:pt>
                      <c:pt idx="291">
                        <c:v>40586</c:v>
                      </c:pt>
                      <c:pt idx="292">
                        <c:v>40588</c:v>
                      </c:pt>
                      <c:pt idx="293">
                        <c:v>40589</c:v>
                      </c:pt>
                      <c:pt idx="294">
                        <c:v>40590</c:v>
                      </c:pt>
                      <c:pt idx="295">
                        <c:v>40591</c:v>
                      </c:pt>
                      <c:pt idx="296">
                        <c:v>40592</c:v>
                      </c:pt>
                      <c:pt idx="297">
                        <c:v>40595</c:v>
                      </c:pt>
                      <c:pt idx="298">
                        <c:v>40596</c:v>
                      </c:pt>
                      <c:pt idx="299">
                        <c:v>40597</c:v>
                      </c:pt>
                      <c:pt idx="300">
                        <c:v>40598</c:v>
                      </c:pt>
                      <c:pt idx="301">
                        <c:v>40599</c:v>
                      </c:pt>
                      <c:pt idx="302">
                        <c:v>40602</c:v>
                      </c:pt>
                      <c:pt idx="303">
                        <c:v>40603</c:v>
                      </c:pt>
                      <c:pt idx="304">
                        <c:v>40604</c:v>
                      </c:pt>
                      <c:pt idx="305">
                        <c:v>40605</c:v>
                      </c:pt>
                      <c:pt idx="306">
                        <c:v>40606</c:v>
                      </c:pt>
                      <c:pt idx="307">
                        <c:v>40609</c:v>
                      </c:pt>
                      <c:pt idx="308">
                        <c:v>40610</c:v>
                      </c:pt>
                      <c:pt idx="309">
                        <c:v>40611</c:v>
                      </c:pt>
                      <c:pt idx="310">
                        <c:v>40612</c:v>
                      </c:pt>
                      <c:pt idx="311">
                        <c:v>40613</c:v>
                      </c:pt>
                      <c:pt idx="312">
                        <c:v>40616</c:v>
                      </c:pt>
                      <c:pt idx="313">
                        <c:v>40617</c:v>
                      </c:pt>
                      <c:pt idx="314">
                        <c:v>40618</c:v>
                      </c:pt>
                      <c:pt idx="315">
                        <c:v>40619</c:v>
                      </c:pt>
                      <c:pt idx="316">
                        <c:v>40620</c:v>
                      </c:pt>
                      <c:pt idx="317">
                        <c:v>40623</c:v>
                      </c:pt>
                      <c:pt idx="318">
                        <c:v>40624</c:v>
                      </c:pt>
                      <c:pt idx="319">
                        <c:v>40625</c:v>
                      </c:pt>
                      <c:pt idx="320">
                        <c:v>40626</c:v>
                      </c:pt>
                      <c:pt idx="321">
                        <c:v>40627</c:v>
                      </c:pt>
                      <c:pt idx="322">
                        <c:v>40630</c:v>
                      </c:pt>
                      <c:pt idx="323">
                        <c:v>40631</c:v>
                      </c:pt>
                      <c:pt idx="324">
                        <c:v>40632</c:v>
                      </c:pt>
                      <c:pt idx="325">
                        <c:v>40633</c:v>
                      </c:pt>
                      <c:pt idx="326">
                        <c:v>40634</c:v>
                      </c:pt>
                      <c:pt idx="327">
                        <c:v>40635</c:v>
                      </c:pt>
                      <c:pt idx="328">
                        <c:v>40637</c:v>
                      </c:pt>
                      <c:pt idx="329">
                        <c:v>40638</c:v>
                      </c:pt>
                      <c:pt idx="330">
                        <c:v>40639</c:v>
                      </c:pt>
                      <c:pt idx="331">
                        <c:v>40640</c:v>
                      </c:pt>
                      <c:pt idx="332">
                        <c:v>40641</c:v>
                      </c:pt>
                      <c:pt idx="333">
                        <c:v>40644</c:v>
                      </c:pt>
                      <c:pt idx="334">
                        <c:v>40645</c:v>
                      </c:pt>
                      <c:pt idx="335">
                        <c:v>40646</c:v>
                      </c:pt>
                      <c:pt idx="336">
                        <c:v>40647</c:v>
                      </c:pt>
                      <c:pt idx="337">
                        <c:v>40648</c:v>
                      </c:pt>
                      <c:pt idx="338">
                        <c:v>40651</c:v>
                      </c:pt>
                      <c:pt idx="339">
                        <c:v>40652</c:v>
                      </c:pt>
                      <c:pt idx="340">
                        <c:v>40653</c:v>
                      </c:pt>
                      <c:pt idx="341">
                        <c:v>40654</c:v>
                      </c:pt>
                      <c:pt idx="342">
                        <c:v>40655</c:v>
                      </c:pt>
                      <c:pt idx="343">
                        <c:v>40658</c:v>
                      </c:pt>
                      <c:pt idx="344">
                        <c:v>40659</c:v>
                      </c:pt>
                      <c:pt idx="345">
                        <c:v>40660</c:v>
                      </c:pt>
                      <c:pt idx="346">
                        <c:v>40661</c:v>
                      </c:pt>
                      <c:pt idx="347">
                        <c:v>40662</c:v>
                      </c:pt>
                      <c:pt idx="348">
                        <c:v>40663</c:v>
                      </c:pt>
                      <c:pt idx="349">
                        <c:v>40665</c:v>
                      </c:pt>
                      <c:pt idx="350">
                        <c:v>40666</c:v>
                      </c:pt>
                      <c:pt idx="351">
                        <c:v>40667</c:v>
                      </c:pt>
                      <c:pt idx="352">
                        <c:v>40668</c:v>
                      </c:pt>
                      <c:pt idx="353">
                        <c:v>40669</c:v>
                      </c:pt>
                      <c:pt idx="354">
                        <c:v>40672</c:v>
                      </c:pt>
                      <c:pt idx="355">
                        <c:v>40673</c:v>
                      </c:pt>
                      <c:pt idx="356">
                        <c:v>40674</c:v>
                      </c:pt>
                      <c:pt idx="357">
                        <c:v>40675</c:v>
                      </c:pt>
                      <c:pt idx="358">
                        <c:v>40676</c:v>
                      </c:pt>
                      <c:pt idx="359">
                        <c:v>40679</c:v>
                      </c:pt>
                      <c:pt idx="360">
                        <c:v>40680</c:v>
                      </c:pt>
                      <c:pt idx="361">
                        <c:v>40681</c:v>
                      </c:pt>
                      <c:pt idx="362">
                        <c:v>40682</c:v>
                      </c:pt>
                      <c:pt idx="363">
                        <c:v>40683</c:v>
                      </c:pt>
                      <c:pt idx="364">
                        <c:v>40686</c:v>
                      </c:pt>
                      <c:pt idx="365">
                        <c:v>40687</c:v>
                      </c:pt>
                      <c:pt idx="366">
                        <c:v>40688</c:v>
                      </c:pt>
                      <c:pt idx="367">
                        <c:v>40689</c:v>
                      </c:pt>
                      <c:pt idx="368">
                        <c:v>40690</c:v>
                      </c:pt>
                      <c:pt idx="369">
                        <c:v>40693</c:v>
                      </c:pt>
                      <c:pt idx="370">
                        <c:v>40694</c:v>
                      </c:pt>
                      <c:pt idx="371">
                        <c:v>40695</c:v>
                      </c:pt>
                      <c:pt idx="372">
                        <c:v>40696</c:v>
                      </c:pt>
                      <c:pt idx="373">
                        <c:v>40697</c:v>
                      </c:pt>
                      <c:pt idx="374">
                        <c:v>40700</c:v>
                      </c:pt>
                      <c:pt idx="375">
                        <c:v>40701</c:v>
                      </c:pt>
                      <c:pt idx="376">
                        <c:v>40702</c:v>
                      </c:pt>
                      <c:pt idx="377">
                        <c:v>40703</c:v>
                      </c:pt>
                      <c:pt idx="378">
                        <c:v>40704</c:v>
                      </c:pt>
                      <c:pt idx="379">
                        <c:v>40707</c:v>
                      </c:pt>
                      <c:pt idx="380">
                        <c:v>40708</c:v>
                      </c:pt>
                      <c:pt idx="381">
                        <c:v>40709</c:v>
                      </c:pt>
                      <c:pt idx="382">
                        <c:v>40710</c:v>
                      </c:pt>
                      <c:pt idx="383">
                        <c:v>40711</c:v>
                      </c:pt>
                      <c:pt idx="384">
                        <c:v>40714</c:v>
                      </c:pt>
                      <c:pt idx="385">
                        <c:v>40715</c:v>
                      </c:pt>
                      <c:pt idx="386">
                        <c:v>40716</c:v>
                      </c:pt>
                      <c:pt idx="387">
                        <c:v>40717</c:v>
                      </c:pt>
                      <c:pt idx="388">
                        <c:v>40718</c:v>
                      </c:pt>
                      <c:pt idx="389">
                        <c:v>40721</c:v>
                      </c:pt>
                      <c:pt idx="390">
                        <c:v>40722</c:v>
                      </c:pt>
                      <c:pt idx="391">
                        <c:v>40723</c:v>
                      </c:pt>
                      <c:pt idx="392">
                        <c:v>40724</c:v>
                      </c:pt>
                      <c:pt idx="393">
                        <c:v>40725</c:v>
                      </c:pt>
                      <c:pt idx="394">
                        <c:v>40728</c:v>
                      </c:pt>
                      <c:pt idx="395">
                        <c:v>40729</c:v>
                      </c:pt>
                      <c:pt idx="396">
                        <c:v>40730</c:v>
                      </c:pt>
                      <c:pt idx="397">
                        <c:v>40731</c:v>
                      </c:pt>
                      <c:pt idx="398">
                        <c:v>40732</c:v>
                      </c:pt>
                      <c:pt idx="399">
                        <c:v>40735</c:v>
                      </c:pt>
                      <c:pt idx="400">
                        <c:v>40736</c:v>
                      </c:pt>
                      <c:pt idx="401">
                        <c:v>40737</c:v>
                      </c:pt>
                      <c:pt idx="402">
                        <c:v>40738</c:v>
                      </c:pt>
                      <c:pt idx="403">
                        <c:v>40739</c:v>
                      </c:pt>
                      <c:pt idx="404">
                        <c:v>40742</c:v>
                      </c:pt>
                      <c:pt idx="405">
                        <c:v>40743</c:v>
                      </c:pt>
                      <c:pt idx="406">
                        <c:v>40744</c:v>
                      </c:pt>
                      <c:pt idx="407">
                        <c:v>40745</c:v>
                      </c:pt>
                      <c:pt idx="408">
                        <c:v>40746</c:v>
                      </c:pt>
                      <c:pt idx="409">
                        <c:v>40749</c:v>
                      </c:pt>
                      <c:pt idx="410">
                        <c:v>40750</c:v>
                      </c:pt>
                      <c:pt idx="411">
                        <c:v>40751</c:v>
                      </c:pt>
                      <c:pt idx="412">
                        <c:v>40752</c:v>
                      </c:pt>
                      <c:pt idx="413">
                        <c:v>40753</c:v>
                      </c:pt>
                      <c:pt idx="414">
                        <c:v>40755</c:v>
                      </c:pt>
                      <c:pt idx="415">
                        <c:v>40756</c:v>
                      </c:pt>
                      <c:pt idx="416">
                        <c:v>40757</c:v>
                      </c:pt>
                      <c:pt idx="417">
                        <c:v>40758</c:v>
                      </c:pt>
                      <c:pt idx="418">
                        <c:v>40759</c:v>
                      </c:pt>
                      <c:pt idx="419">
                        <c:v>40760</c:v>
                      </c:pt>
                      <c:pt idx="420">
                        <c:v>40763</c:v>
                      </c:pt>
                      <c:pt idx="421">
                        <c:v>40764</c:v>
                      </c:pt>
                      <c:pt idx="422">
                        <c:v>40765</c:v>
                      </c:pt>
                      <c:pt idx="423">
                        <c:v>40766</c:v>
                      </c:pt>
                      <c:pt idx="424">
                        <c:v>40767</c:v>
                      </c:pt>
                      <c:pt idx="425">
                        <c:v>40770</c:v>
                      </c:pt>
                      <c:pt idx="426">
                        <c:v>40771</c:v>
                      </c:pt>
                      <c:pt idx="427">
                        <c:v>40772</c:v>
                      </c:pt>
                      <c:pt idx="428">
                        <c:v>40773</c:v>
                      </c:pt>
                      <c:pt idx="429">
                        <c:v>40774</c:v>
                      </c:pt>
                      <c:pt idx="430">
                        <c:v>40777</c:v>
                      </c:pt>
                      <c:pt idx="431">
                        <c:v>40778</c:v>
                      </c:pt>
                      <c:pt idx="432">
                        <c:v>40779</c:v>
                      </c:pt>
                      <c:pt idx="433">
                        <c:v>40780</c:v>
                      </c:pt>
                      <c:pt idx="434">
                        <c:v>40781</c:v>
                      </c:pt>
                      <c:pt idx="435">
                        <c:v>40784</c:v>
                      </c:pt>
                      <c:pt idx="436">
                        <c:v>40785</c:v>
                      </c:pt>
                      <c:pt idx="437">
                        <c:v>40786</c:v>
                      </c:pt>
                      <c:pt idx="438">
                        <c:v>40787</c:v>
                      </c:pt>
                      <c:pt idx="439">
                        <c:v>40788</c:v>
                      </c:pt>
                      <c:pt idx="440">
                        <c:v>40791</c:v>
                      </c:pt>
                      <c:pt idx="441">
                        <c:v>40792</c:v>
                      </c:pt>
                      <c:pt idx="442">
                        <c:v>40793</c:v>
                      </c:pt>
                      <c:pt idx="443">
                        <c:v>40794</c:v>
                      </c:pt>
                      <c:pt idx="444">
                        <c:v>40795</c:v>
                      </c:pt>
                      <c:pt idx="445">
                        <c:v>40798</c:v>
                      </c:pt>
                      <c:pt idx="446">
                        <c:v>40799</c:v>
                      </c:pt>
                      <c:pt idx="447">
                        <c:v>40800</c:v>
                      </c:pt>
                      <c:pt idx="448">
                        <c:v>40801</c:v>
                      </c:pt>
                      <c:pt idx="449">
                        <c:v>40802</c:v>
                      </c:pt>
                      <c:pt idx="450">
                        <c:v>40805</c:v>
                      </c:pt>
                      <c:pt idx="451">
                        <c:v>40806</c:v>
                      </c:pt>
                      <c:pt idx="452">
                        <c:v>40807</c:v>
                      </c:pt>
                      <c:pt idx="453">
                        <c:v>40808</c:v>
                      </c:pt>
                      <c:pt idx="454">
                        <c:v>40809</c:v>
                      </c:pt>
                      <c:pt idx="455">
                        <c:v>40812</c:v>
                      </c:pt>
                      <c:pt idx="456">
                        <c:v>40813</c:v>
                      </c:pt>
                      <c:pt idx="457">
                        <c:v>40814</c:v>
                      </c:pt>
                      <c:pt idx="458">
                        <c:v>40815</c:v>
                      </c:pt>
                      <c:pt idx="459">
                        <c:v>40816</c:v>
                      </c:pt>
                      <c:pt idx="460">
                        <c:v>40819</c:v>
                      </c:pt>
                      <c:pt idx="461">
                        <c:v>40820</c:v>
                      </c:pt>
                      <c:pt idx="462">
                        <c:v>40821</c:v>
                      </c:pt>
                      <c:pt idx="463">
                        <c:v>40822</c:v>
                      </c:pt>
                      <c:pt idx="464">
                        <c:v>40823</c:v>
                      </c:pt>
                      <c:pt idx="465">
                        <c:v>40824</c:v>
                      </c:pt>
                      <c:pt idx="466">
                        <c:v>40825</c:v>
                      </c:pt>
                      <c:pt idx="467">
                        <c:v>40826</c:v>
                      </c:pt>
                      <c:pt idx="468">
                        <c:v>40827</c:v>
                      </c:pt>
                      <c:pt idx="469">
                        <c:v>40828</c:v>
                      </c:pt>
                      <c:pt idx="470">
                        <c:v>40829</c:v>
                      </c:pt>
                      <c:pt idx="471">
                        <c:v>40830</c:v>
                      </c:pt>
                      <c:pt idx="472">
                        <c:v>40833</c:v>
                      </c:pt>
                      <c:pt idx="473">
                        <c:v>40834</c:v>
                      </c:pt>
                      <c:pt idx="474">
                        <c:v>40835</c:v>
                      </c:pt>
                      <c:pt idx="475">
                        <c:v>40836</c:v>
                      </c:pt>
                      <c:pt idx="476">
                        <c:v>40837</c:v>
                      </c:pt>
                      <c:pt idx="477">
                        <c:v>40840</c:v>
                      </c:pt>
                      <c:pt idx="478">
                        <c:v>40841</c:v>
                      </c:pt>
                      <c:pt idx="479">
                        <c:v>40842</c:v>
                      </c:pt>
                      <c:pt idx="480">
                        <c:v>40843</c:v>
                      </c:pt>
                      <c:pt idx="481">
                        <c:v>40844</c:v>
                      </c:pt>
                      <c:pt idx="482">
                        <c:v>40847</c:v>
                      </c:pt>
                      <c:pt idx="483">
                        <c:v>40848</c:v>
                      </c:pt>
                      <c:pt idx="484">
                        <c:v>40849</c:v>
                      </c:pt>
                      <c:pt idx="485">
                        <c:v>40850</c:v>
                      </c:pt>
                      <c:pt idx="486">
                        <c:v>40851</c:v>
                      </c:pt>
                      <c:pt idx="487">
                        <c:v>40854</c:v>
                      </c:pt>
                      <c:pt idx="488">
                        <c:v>40855</c:v>
                      </c:pt>
                      <c:pt idx="489">
                        <c:v>40856</c:v>
                      </c:pt>
                      <c:pt idx="490">
                        <c:v>40857</c:v>
                      </c:pt>
                      <c:pt idx="491">
                        <c:v>40858</c:v>
                      </c:pt>
                      <c:pt idx="492">
                        <c:v>40861</c:v>
                      </c:pt>
                      <c:pt idx="493">
                        <c:v>40862</c:v>
                      </c:pt>
                      <c:pt idx="494">
                        <c:v>40863</c:v>
                      </c:pt>
                      <c:pt idx="495">
                        <c:v>40864</c:v>
                      </c:pt>
                      <c:pt idx="496">
                        <c:v>40865</c:v>
                      </c:pt>
                      <c:pt idx="497">
                        <c:v>40868</c:v>
                      </c:pt>
                      <c:pt idx="498">
                        <c:v>40869</c:v>
                      </c:pt>
                      <c:pt idx="499">
                        <c:v>40870</c:v>
                      </c:pt>
                      <c:pt idx="500">
                        <c:v>40871</c:v>
                      </c:pt>
                      <c:pt idx="501">
                        <c:v>40872</c:v>
                      </c:pt>
                      <c:pt idx="502">
                        <c:v>40875</c:v>
                      </c:pt>
                      <c:pt idx="503">
                        <c:v>40876</c:v>
                      </c:pt>
                      <c:pt idx="504">
                        <c:v>40877</c:v>
                      </c:pt>
                      <c:pt idx="505">
                        <c:v>40878</c:v>
                      </c:pt>
                      <c:pt idx="506">
                        <c:v>40879</c:v>
                      </c:pt>
                      <c:pt idx="507">
                        <c:v>40882</c:v>
                      </c:pt>
                      <c:pt idx="508">
                        <c:v>40883</c:v>
                      </c:pt>
                      <c:pt idx="509">
                        <c:v>40884</c:v>
                      </c:pt>
                      <c:pt idx="510">
                        <c:v>40885</c:v>
                      </c:pt>
                      <c:pt idx="511">
                        <c:v>40886</c:v>
                      </c:pt>
                      <c:pt idx="512">
                        <c:v>40889</c:v>
                      </c:pt>
                      <c:pt idx="513">
                        <c:v>40890</c:v>
                      </c:pt>
                      <c:pt idx="514">
                        <c:v>40891</c:v>
                      </c:pt>
                      <c:pt idx="515">
                        <c:v>40892</c:v>
                      </c:pt>
                      <c:pt idx="516">
                        <c:v>40893</c:v>
                      </c:pt>
                      <c:pt idx="517">
                        <c:v>40896</c:v>
                      </c:pt>
                      <c:pt idx="518">
                        <c:v>40897</c:v>
                      </c:pt>
                      <c:pt idx="519">
                        <c:v>40898</c:v>
                      </c:pt>
                      <c:pt idx="520">
                        <c:v>40899</c:v>
                      </c:pt>
                      <c:pt idx="521">
                        <c:v>40900</c:v>
                      </c:pt>
                      <c:pt idx="522">
                        <c:v>40903</c:v>
                      </c:pt>
                      <c:pt idx="523">
                        <c:v>40904</c:v>
                      </c:pt>
                      <c:pt idx="524">
                        <c:v>40905</c:v>
                      </c:pt>
                      <c:pt idx="525">
                        <c:v>40906</c:v>
                      </c:pt>
                      <c:pt idx="526">
                        <c:v>40907</c:v>
                      </c:pt>
                      <c:pt idx="527">
                        <c:v>40908</c:v>
                      </c:pt>
                      <c:pt idx="528">
                        <c:v>40911</c:v>
                      </c:pt>
                      <c:pt idx="529">
                        <c:v>40912</c:v>
                      </c:pt>
                      <c:pt idx="530">
                        <c:v>40913</c:v>
                      </c:pt>
                      <c:pt idx="531">
                        <c:v>40914</c:v>
                      </c:pt>
                      <c:pt idx="532">
                        <c:v>40917</c:v>
                      </c:pt>
                      <c:pt idx="533">
                        <c:v>40918</c:v>
                      </c:pt>
                      <c:pt idx="534">
                        <c:v>40919</c:v>
                      </c:pt>
                      <c:pt idx="535">
                        <c:v>40920</c:v>
                      </c:pt>
                      <c:pt idx="536">
                        <c:v>40921</c:v>
                      </c:pt>
                      <c:pt idx="537">
                        <c:v>40924</c:v>
                      </c:pt>
                      <c:pt idx="538">
                        <c:v>40925</c:v>
                      </c:pt>
                      <c:pt idx="539">
                        <c:v>40926</c:v>
                      </c:pt>
                      <c:pt idx="540">
                        <c:v>40927</c:v>
                      </c:pt>
                      <c:pt idx="541">
                        <c:v>40928</c:v>
                      </c:pt>
                      <c:pt idx="542">
                        <c:v>40929</c:v>
                      </c:pt>
                      <c:pt idx="543">
                        <c:v>40931</c:v>
                      </c:pt>
                      <c:pt idx="544">
                        <c:v>40932</c:v>
                      </c:pt>
                      <c:pt idx="545">
                        <c:v>40933</c:v>
                      </c:pt>
                      <c:pt idx="546">
                        <c:v>40934</c:v>
                      </c:pt>
                      <c:pt idx="547">
                        <c:v>40935</c:v>
                      </c:pt>
                      <c:pt idx="548">
                        <c:v>40937</c:v>
                      </c:pt>
                      <c:pt idx="549">
                        <c:v>40938</c:v>
                      </c:pt>
                      <c:pt idx="550">
                        <c:v>40939</c:v>
                      </c:pt>
                      <c:pt idx="551">
                        <c:v>40940</c:v>
                      </c:pt>
                      <c:pt idx="552">
                        <c:v>40941</c:v>
                      </c:pt>
                      <c:pt idx="553">
                        <c:v>40942</c:v>
                      </c:pt>
                      <c:pt idx="554">
                        <c:v>40945</c:v>
                      </c:pt>
                      <c:pt idx="555">
                        <c:v>40946</c:v>
                      </c:pt>
                      <c:pt idx="556">
                        <c:v>40947</c:v>
                      </c:pt>
                      <c:pt idx="557">
                        <c:v>40948</c:v>
                      </c:pt>
                      <c:pt idx="558">
                        <c:v>40949</c:v>
                      </c:pt>
                      <c:pt idx="559">
                        <c:v>40952</c:v>
                      </c:pt>
                      <c:pt idx="560">
                        <c:v>40953</c:v>
                      </c:pt>
                      <c:pt idx="561">
                        <c:v>40954</c:v>
                      </c:pt>
                      <c:pt idx="562">
                        <c:v>40955</c:v>
                      </c:pt>
                      <c:pt idx="563">
                        <c:v>40956</c:v>
                      </c:pt>
                      <c:pt idx="564">
                        <c:v>40959</c:v>
                      </c:pt>
                      <c:pt idx="565">
                        <c:v>40960</c:v>
                      </c:pt>
                      <c:pt idx="566">
                        <c:v>40961</c:v>
                      </c:pt>
                      <c:pt idx="567">
                        <c:v>40962</c:v>
                      </c:pt>
                      <c:pt idx="568">
                        <c:v>40963</c:v>
                      </c:pt>
                      <c:pt idx="569">
                        <c:v>40966</c:v>
                      </c:pt>
                      <c:pt idx="570">
                        <c:v>40967</c:v>
                      </c:pt>
                      <c:pt idx="571">
                        <c:v>40968</c:v>
                      </c:pt>
                      <c:pt idx="572">
                        <c:v>40969</c:v>
                      </c:pt>
                      <c:pt idx="573">
                        <c:v>40970</c:v>
                      </c:pt>
                      <c:pt idx="574">
                        <c:v>40973</c:v>
                      </c:pt>
                      <c:pt idx="575">
                        <c:v>40974</c:v>
                      </c:pt>
                      <c:pt idx="576">
                        <c:v>40975</c:v>
                      </c:pt>
                      <c:pt idx="577">
                        <c:v>40976</c:v>
                      </c:pt>
                      <c:pt idx="578">
                        <c:v>40977</c:v>
                      </c:pt>
                      <c:pt idx="579">
                        <c:v>40980</c:v>
                      </c:pt>
                      <c:pt idx="580">
                        <c:v>40981</c:v>
                      </c:pt>
                      <c:pt idx="581">
                        <c:v>40982</c:v>
                      </c:pt>
                      <c:pt idx="582">
                        <c:v>40983</c:v>
                      </c:pt>
                      <c:pt idx="583">
                        <c:v>40984</c:v>
                      </c:pt>
                      <c:pt idx="584">
                        <c:v>40987</c:v>
                      </c:pt>
                      <c:pt idx="585">
                        <c:v>40988</c:v>
                      </c:pt>
                      <c:pt idx="586">
                        <c:v>40989</c:v>
                      </c:pt>
                      <c:pt idx="587">
                        <c:v>40990</c:v>
                      </c:pt>
                      <c:pt idx="588">
                        <c:v>40991</c:v>
                      </c:pt>
                      <c:pt idx="589">
                        <c:v>40994</c:v>
                      </c:pt>
                      <c:pt idx="590">
                        <c:v>40995</c:v>
                      </c:pt>
                      <c:pt idx="591">
                        <c:v>40996</c:v>
                      </c:pt>
                      <c:pt idx="592">
                        <c:v>40997</c:v>
                      </c:pt>
                      <c:pt idx="593">
                        <c:v>40998</c:v>
                      </c:pt>
                      <c:pt idx="594">
                        <c:v>40999</c:v>
                      </c:pt>
                      <c:pt idx="595">
                        <c:v>41000</c:v>
                      </c:pt>
                      <c:pt idx="596">
                        <c:v>41001</c:v>
                      </c:pt>
                      <c:pt idx="597">
                        <c:v>41002</c:v>
                      </c:pt>
                      <c:pt idx="598">
                        <c:v>41003</c:v>
                      </c:pt>
                      <c:pt idx="599">
                        <c:v>41004</c:v>
                      </c:pt>
                      <c:pt idx="600">
                        <c:v>41005</c:v>
                      </c:pt>
                      <c:pt idx="601">
                        <c:v>41008</c:v>
                      </c:pt>
                      <c:pt idx="602">
                        <c:v>41009</c:v>
                      </c:pt>
                      <c:pt idx="603">
                        <c:v>41010</c:v>
                      </c:pt>
                      <c:pt idx="604">
                        <c:v>41011</c:v>
                      </c:pt>
                      <c:pt idx="605">
                        <c:v>41012</c:v>
                      </c:pt>
                      <c:pt idx="606">
                        <c:v>41015</c:v>
                      </c:pt>
                      <c:pt idx="607">
                        <c:v>41016</c:v>
                      </c:pt>
                      <c:pt idx="608">
                        <c:v>41017</c:v>
                      </c:pt>
                      <c:pt idx="609">
                        <c:v>41018</c:v>
                      </c:pt>
                      <c:pt idx="610">
                        <c:v>41019</c:v>
                      </c:pt>
                      <c:pt idx="611">
                        <c:v>41022</c:v>
                      </c:pt>
                      <c:pt idx="612">
                        <c:v>41023</c:v>
                      </c:pt>
                      <c:pt idx="613">
                        <c:v>41024</c:v>
                      </c:pt>
                      <c:pt idx="614">
                        <c:v>41025</c:v>
                      </c:pt>
                      <c:pt idx="615">
                        <c:v>41026</c:v>
                      </c:pt>
                      <c:pt idx="616">
                        <c:v>41027</c:v>
                      </c:pt>
                      <c:pt idx="617">
                        <c:v>41029</c:v>
                      </c:pt>
                      <c:pt idx="618">
                        <c:v>41030</c:v>
                      </c:pt>
                      <c:pt idx="619">
                        <c:v>41031</c:v>
                      </c:pt>
                      <c:pt idx="620">
                        <c:v>41032</c:v>
                      </c:pt>
                      <c:pt idx="621">
                        <c:v>41033</c:v>
                      </c:pt>
                      <c:pt idx="622">
                        <c:v>41036</c:v>
                      </c:pt>
                      <c:pt idx="623">
                        <c:v>41037</c:v>
                      </c:pt>
                      <c:pt idx="624">
                        <c:v>41038</c:v>
                      </c:pt>
                      <c:pt idx="625">
                        <c:v>41039</c:v>
                      </c:pt>
                      <c:pt idx="626">
                        <c:v>41040</c:v>
                      </c:pt>
                      <c:pt idx="627">
                        <c:v>41043</c:v>
                      </c:pt>
                      <c:pt idx="628">
                        <c:v>41044</c:v>
                      </c:pt>
                      <c:pt idx="629">
                        <c:v>41045</c:v>
                      </c:pt>
                      <c:pt idx="630">
                        <c:v>41046</c:v>
                      </c:pt>
                      <c:pt idx="631">
                        <c:v>41047</c:v>
                      </c:pt>
                      <c:pt idx="632">
                        <c:v>41050</c:v>
                      </c:pt>
                      <c:pt idx="633">
                        <c:v>41051</c:v>
                      </c:pt>
                      <c:pt idx="634">
                        <c:v>41052</c:v>
                      </c:pt>
                      <c:pt idx="635">
                        <c:v>41053</c:v>
                      </c:pt>
                      <c:pt idx="636">
                        <c:v>41054</c:v>
                      </c:pt>
                      <c:pt idx="637">
                        <c:v>41057</c:v>
                      </c:pt>
                      <c:pt idx="638">
                        <c:v>41058</c:v>
                      </c:pt>
                      <c:pt idx="639">
                        <c:v>41059</c:v>
                      </c:pt>
                      <c:pt idx="640">
                        <c:v>41060</c:v>
                      </c:pt>
                      <c:pt idx="641">
                        <c:v>41061</c:v>
                      </c:pt>
                      <c:pt idx="642">
                        <c:v>41064</c:v>
                      </c:pt>
                      <c:pt idx="643">
                        <c:v>41065</c:v>
                      </c:pt>
                      <c:pt idx="644">
                        <c:v>41066</c:v>
                      </c:pt>
                      <c:pt idx="645">
                        <c:v>41067</c:v>
                      </c:pt>
                      <c:pt idx="646">
                        <c:v>41068</c:v>
                      </c:pt>
                      <c:pt idx="647">
                        <c:v>41071</c:v>
                      </c:pt>
                      <c:pt idx="648">
                        <c:v>41072</c:v>
                      </c:pt>
                      <c:pt idx="649">
                        <c:v>41073</c:v>
                      </c:pt>
                      <c:pt idx="650">
                        <c:v>41074</c:v>
                      </c:pt>
                      <c:pt idx="651">
                        <c:v>41075</c:v>
                      </c:pt>
                      <c:pt idx="652">
                        <c:v>41078</c:v>
                      </c:pt>
                      <c:pt idx="653">
                        <c:v>41079</c:v>
                      </c:pt>
                      <c:pt idx="654">
                        <c:v>41080</c:v>
                      </c:pt>
                      <c:pt idx="655">
                        <c:v>41081</c:v>
                      </c:pt>
                      <c:pt idx="656">
                        <c:v>41082</c:v>
                      </c:pt>
                      <c:pt idx="657">
                        <c:v>41085</c:v>
                      </c:pt>
                      <c:pt idx="658">
                        <c:v>41086</c:v>
                      </c:pt>
                      <c:pt idx="659">
                        <c:v>41087</c:v>
                      </c:pt>
                      <c:pt idx="660">
                        <c:v>41088</c:v>
                      </c:pt>
                      <c:pt idx="661">
                        <c:v>41089</c:v>
                      </c:pt>
                      <c:pt idx="662">
                        <c:v>41090</c:v>
                      </c:pt>
                      <c:pt idx="663">
                        <c:v>41092</c:v>
                      </c:pt>
                      <c:pt idx="664">
                        <c:v>41093</c:v>
                      </c:pt>
                      <c:pt idx="665">
                        <c:v>41094</c:v>
                      </c:pt>
                      <c:pt idx="666">
                        <c:v>41095</c:v>
                      </c:pt>
                      <c:pt idx="667">
                        <c:v>41096</c:v>
                      </c:pt>
                      <c:pt idx="668">
                        <c:v>41099</c:v>
                      </c:pt>
                      <c:pt idx="669">
                        <c:v>41100</c:v>
                      </c:pt>
                      <c:pt idx="670">
                        <c:v>41101</c:v>
                      </c:pt>
                      <c:pt idx="671">
                        <c:v>41102</c:v>
                      </c:pt>
                      <c:pt idx="672">
                        <c:v>41103</c:v>
                      </c:pt>
                      <c:pt idx="673">
                        <c:v>41106</c:v>
                      </c:pt>
                      <c:pt idx="674">
                        <c:v>41107</c:v>
                      </c:pt>
                      <c:pt idx="675">
                        <c:v>41108</c:v>
                      </c:pt>
                      <c:pt idx="676">
                        <c:v>41109</c:v>
                      </c:pt>
                      <c:pt idx="677">
                        <c:v>41110</c:v>
                      </c:pt>
                      <c:pt idx="678">
                        <c:v>41113</c:v>
                      </c:pt>
                      <c:pt idx="679">
                        <c:v>41114</c:v>
                      </c:pt>
                      <c:pt idx="680">
                        <c:v>41115</c:v>
                      </c:pt>
                      <c:pt idx="681">
                        <c:v>41116</c:v>
                      </c:pt>
                      <c:pt idx="682">
                        <c:v>41117</c:v>
                      </c:pt>
                      <c:pt idx="683">
                        <c:v>41120</c:v>
                      </c:pt>
                      <c:pt idx="684">
                        <c:v>41121</c:v>
                      </c:pt>
                      <c:pt idx="685">
                        <c:v>41122</c:v>
                      </c:pt>
                      <c:pt idx="686">
                        <c:v>41123</c:v>
                      </c:pt>
                      <c:pt idx="687">
                        <c:v>41124</c:v>
                      </c:pt>
                      <c:pt idx="688">
                        <c:v>41127</c:v>
                      </c:pt>
                      <c:pt idx="689">
                        <c:v>41128</c:v>
                      </c:pt>
                      <c:pt idx="690">
                        <c:v>41129</c:v>
                      </c:pt>
                      <c:pt idx="691">
                        <c:v>41130</c:v>
                      </c:pt>
                      <c:pt idx="692">
                        <c:v>41131</c:v>
                      </c:pt>
                      <c:pt idx="693">
                        <c:v>41134</c:v>
                      </c:pt>
                      <c:pt idx="694">
                        <c:v>41135</c:v>
                      </c:pt>
                      <c:pt idx="695">
                        <c:v>41136</c:v>
                      </c:pt>
                      <c:pt idx="696">
                        <c:v>41137</c:v>
                      </c:pt>
                      <c:pt idx="697">
                        <c:v>41138</c:v>
                      </c:pt>
                      <c:pt idx="698">
                        <c:v>41141</c:v>
                      </c:pt>
                      <c:pt idx="699">
                        <c:v>41142</c:v>
                      </c:pt>
                      <c:pt idx="700">
                        <c:v>41143</c:v>
                      </c:pt>
                      <c:pt idx="701">
                        <c:v>41144</c:v>
                      </c:pt>
                      <c:pt idx="702">
                        <c:v>41145</c:v>
                      </c:pt>
                      <c:pt idx="703">
                        <c:v>41148</c:v>
                      </c:pt>
                      <c:pt idx="704">
                        <c:v>41149</c:v>
                      </c:pt>
                      <c:pt idx="705">
                        <c:v>41150</c:v>
                      </c:pt>
                      <c:pt idx="706">
                        <c:v>41151</c:v>
                      </c:pt>
                      <c:pt idx="707">
                        <c:v>41152</c:v>
                      </c:pt>
                      <c:pt idx="708">
                        <c:v>41155</c:v>
                      </c:pt>
                      <c:pt idx="709">
                        <c:v>41156</c:v>
                      </c:pt>
                      <c:pt idx="710">
                        <c:v>41157</c:v>
                      </c:pt>
                      <c:pt idx="711">
                        <c:v>41158</c:v>
                      </c:pt>
                      <c:pt idx="712">
                        <c:v>41159</c:v>
                      </c:pt>
                      <c:pt idx="713">
                        <c:v>41162</c:v>
                      </c:pt>
                      <c:pt idx="714">
                        <c:v>41163</c:v>
                      </c:pt>
                      <c:pt idx="715">
                        <c:v>41164</c:v>
                      </c:pt>
                      <c:pt idx="716">
                        <c:v>41165</c:v>
                      </c:pt>
                      <c:pt idx="717">
                        <c:v>41166</c:v>
                      </c:pt>
                      <c:pt idx="718">
                        <c:v>41169</c:v>
                      </c:pt>
                      <c:pt idx="719">
                        <c:v>41170</c:v>
                      </c:pt>
                      <c:pt idx="720">
                        <c:v>41171</c:v>
                      </c:pt>
                      <c:pt idx="721">
                        <c:v>41172</c:v>
                      </c:pt>
                      <c:pt idx="722">
                        <c:v>41173</c:v>
                      </c:pt>
                      <c:pt idx="723">
                        <c:v>41176</c:v>
                      </c:pt>
                      <c:pt idx="724">
                        <c:v>41177</c:v>
                      </c:pt>
                      <c:pt idx="725">
                        <c:v>41178</c:v>
                      </c:pt>
                      <c:pt idx="726">
                        <c:v>41179</c:v>
                      </c:pt>
                      <c:pt idx="727">
                        <c:v>41180</c:v>
                      </c:pt>
                      <c:pt idx="728">
                        <c:v>41181</c:v>
                      </c:pt>
                      <c:pt idx="729">
                        <c:v>41182</c:v>
                      </c:pt>
                      <c:pt idx="730">
                        <c:v>41183</c:v>
                      </c:pt>
                      <c:pt idx="731">
                        <c:v>41184</c:v>
                      </c:pt>
                      <c:pt idx="732">
                        <c:v>41185</c:v>
                      </c:pt>
                      <c:pt idx="733">
                        <c:v>41186</c:v>
                      </c:pt>
                      <c:pt idx="734">
                        <c:v>41187</c:v>
                      </c:pt>
                      <c:pt idx="735">
                        <c:v>41190</c:v>
                      </c:pt>
                      <c:pt idx="736">
                        <c:v>41191</c:v>
                      </c:pt>
                      <c:pt idx="737">
                        <c:v>41192</c:v>
                      </c:pt>
                      <c:pt idx="738">
                        <c:v>41193</c:v>
                      </c:pt>
                      <c:pt idx="739">
                        <c:v>41194</c:v>
                      </c:pt>
                      <c:pt idx="740">
                        <c:v>41197</c:v>
                      </c:pt>
                      <c:pt idx="741">
                        <c:v>41198</c:v>
                      </c:pt>
                      <c:pt idx="742">
                        <c:v>41199</c:v>
                      </c:pt>
                      <c:pt idx="743">
                        <c:v>41200</c:v>
                      </c:pt>
                      <c:pt idx="744">
                        <c:v>41201</c:v>
                      </c:pt>
                      <c:pt idx="745">
                        <c:v>41204</c:v>
                      </c:pt>
                      <c:pt idx="746">
                        <c:v>41205</c:v>
                      </c:pt>
                      <c:pt idx="747">
                        <c:v>41206</c:v>
                      </c:pt>
                      <c:pt idx="748">
                        <c:v>41207</c:v>
                      </c:pt>
                      <c:pt idx="749">
                        <c:v>41208</c:v>
                      </c:pt>
                      <c:pt idx="750">
                        <c:v>41211</c:v>
                      </c:pt>
                      <c:pt idx="751">
                        <c:v>41212</c:v>
                      </c:pt>
                      <c:pt idx="752">
                        <c:v>41213</c:v>
                      </c:pt>
                      <c:pt idx="753">
                        <c:v>41214</c:v>
                      </c:pt>
                      <c:pt idx="754">
                        <c:v>41215</c:v>
                      </c:pt>
                      <c:pt idx="755">
                        <c:v>41218</c:v>
                      </c:pt>
                      <c:pt idx="756">
                        <c:v>41219</c:v>
                      </c:pt>
                      <c:pt idx="757">
                        <c:v>41220</c:v>
                      </c:pt>
                      <c:pt idx="758">
                        <c:v>41221</c:v>
                      </c:pt>
                      <c:pt idx="759">
                        <c:v>41222</c:v>
                      </c:pt>
                      <c:pt idx="760">
                        <c:v>41225</c:v>
                      </c:pt>
                      <c:pt idx="761">
                        <c:v>41226</c:v>
                      </c:pt>
                      <c:pt idx="762">
                        <c:v>41227</c:v>
                      </c:pt>
                      <c:pt idx="763">
                        <c:v>41228</c:v>
                      </c:pt>
                      <c:pt idx="764">
                        <c:v>41229</c:v>
                      </c:pt>
                      <c:pt idx="765">
                        <c:v>41232</c:v>
                      </c:pt>
                      <c:pt idx="766">
                        <c:v>41233</c:v>
                      </c:pt>
                      <c:pt idx="767">
                        <c:v>41234</c:v>
                      </c:pt>
                      <c:pt idx="768">
                        <c:v>41235</c:v>
                      </c:pt>
                      <c:pt idx="769">
                        <c:v>41236</c:v>
                      </c:pt>
                      <c:pt idx="770">
                        <c:v>41239</c:v>
                      </c:pt>
                      <c:pt idx="771">
                        <c:v>41240</c:v>
                      </c:pt>
                      <c:pt idx="772">
                        <c:v>41241</c:v>
                      </c:pt>
                      <c:pt idx="773">
                        <c:v>41242</c:v>
                      </c:pt>
                      <c:pt idx="774">
                        <c:v>41243</c:v>
                      </c:pt>
                      <c:pt idx="775">
                        <c:v>41246</c:v>
                      </c:pt>
                      <c:pt idx="776">
                        <c:v>41247</c:v>
                      </c:pt>
                      <c:pt idx="777">
                        <c:v>41248</c:v>
                      </c:pt>
                      <c:pt idx="778">
                        <c:v>41249</c:v>
                      </c:pt>
                      <c:pt idx="779">
                        <c:v>41250</c:v>
                      </c:pt>
                      <c:pt idx="780">
                        <c:v>41253</c:v>
                      </c:pt>
                      <c:pt idx="781">
                        <c:v>41254</c:v>
                      </c:pt>
                      <c:pt idx="782">
                        <c:v>41255</c:v>
                      </c:pt>
                      <c:pt idx="783">
                        <c:v>41256</c:v>
                      </c:pt>
                      <c:pt idx="784">
                        <c:v>41257</c:v>
                      </c:pt>
                      <c:pt idx="785">
                        <c:v>41260</c:v>
                      </c:pt>
                      <c:pt idx="786">
                        <c:v>41261</c:v>
                      </c:pt>
                      <c:pt idx="787">
                        <c:v>41262</c:v>
                      </c:pt>
                      <c:pt idx="788">
                        <c:v>41263</c:v>
                      </c:pt>
                      <c:pt idx="789">
                        <c:v>41264</c:v>
                      </c:pt>
                      <c:pt idx="790">
                        <c:v>41267</c:v>
                      </c:pt>
                      <c:pt idx="791">
                        <c:v>41268</c:v>
                      </c:pt>
                      <c:pt idx="792">
                        <c:v>41269</c:v>
                      </c:pt>
                      <c:pt idx="793">
                        <c:v>41270</c:v>
                      </c:pt>
                      <c:pt idx="794">
                        <c:v>41271</c:v>
                      </c:pt>
                      <c:pt idx="795">
                        <c:v>41274</c:v>
                      </c:pt>
                      <c:pt idx="796">
                        <c:v>41276</c:v>
                      </c:pt>
                      <c:pt idx="797">
                        <c:v>41277</c:v>
                      </c:pt>
                      <c:pt idx="798">
                        <c:v>41278</c:v>
                      </c:pt>
                      <c:pt idx="799">
                        <c:v>41279</c:v>
                      </c:pt>
                      <c:pt idx="800">
                        <c:v>41280</c:v>
                      </c:pt>
                      <c:pt idx="801">
                        <c:v>41281</c:v>
                      </c:pt>
                      <c:pt idx="802">
                        <c:v>41282</c:v>
                      </c:pt>
                      <c:pt idx="803">
                        <c:v>41283</c:v>
                      </c:pt>
                      <c:pt idx="804">
                        <c:v>41284</c:v>
                      </c:pt>
                      <c:pt idx="805">
                        <c:v>41285</c:v>
                      </c:pt>
                      <c:pt idx="806">
                        <c:v>41288</c:v>
                      </c:pt>
                      <c:pt idx="807">
                        <c:v>41289</c:v>
                      </c:pt>
                      <c:pt idx="808">
                        <c:v>41290</c:v>
                      </c:pt>
                      <c:pt idx="809">
                        <c:v>41291</c:v>
                      </c:pt>
                      <c:pt idx="810">
                        <c:v>41292</c:v>
                      </c:pt>
                      <c:pt idx="811">
                        <c:v>41295</c:v>
                      </c:pt>
                      <c:pt idx="812">
                        <c:v>41296</c:v>
                      </c:pt>
                      <c:pt idx="813">
                        <c:v>41297</c:v>
                      </c:pt>
                      <c:pt idx="814">
                        <c:v>41298</c:v>
                      </c:pt>
                      <c:pt idx="815">
                        <c:v>41299</c:v>
                      </c:pt>
                      <c:pt idx="816">
                        <c:v>41302</c:v>
                      </c:pt>
                      <c:pt idx="817">
                        <c:v>41303</c:v>
                      </c:pt>
                      <c:pt idx="818">
                        <c:v>41304</c:v>
                      </c:pt>
                      <c:pt idx="819">
                        <c:v>41305</c:v>
                      </c:pt>
                      <c:pt idx="820">
                        <c:v>41306</c:v>
                      </c:pt>
                      <c:pt idx="821">
                        <c:v>41309</c:v>
                      </c:pt>
                      <c:pt idx="822">
                        <c:v>41310</c:v>
                      </c:pt>
                      <c:pt idx="823">
                        <c:v>41311</c:v>
                      </c:pt>
                      <c:pt idx="824">
                        <c:v>41312</c:v>
                      </c:pt>
                      <c:pt idx="825">
                        <c:v>41313</c:v>
                      </c:pt>
                      <c:pt idx="826">
                        <c:v>41316</c:v>
                      </c:pt>
                      <c:pt idx="827">
                        <c:v>41317</c:v>
                      </c:pt>
                      <c:pt idx="828">
                        <c:v>41318</c:v>
                      </c:pt>
                      <c:pt idx="829">
                        <c:v>41319</c:v>
                      </c:pt>
                      <c:pt idx="830">
                        <c:v>41320</c:v>
                      </c:pt>
                      <c:pt idx="831">
                        <c:v>41321</c:v>
                      </c:pt>
                      <c:pt idx="832">
                        <c:v>41322</c:v>
                      </c:pt>
                      <c:pt idx="833">
                        <c:v>41323</c:v>
                      </c:pt>
                      <c:pt idx="834">
                        <c:v>41324</c:v>
                      </c:pt>
                      <c:pt idx="835">
                        <c:v>41325</c:v>
                      </c:pt>
                      <c:pt idx="836">
                        <c:v>41326</c:v>
                      </c:pt>
                      <c:pt idx="837">
                        <c:v>41327</c:v>
                      </c:pt>
                      <c:pt idx="838">
                        <c:v>41330</c:v>
                      </c:pt>
                      <c:pt idx="839">
                        <c:v>41331</c:v>
                      </c:pt>
                      <c:pt idx="840">
                        <c:v>41332</c:v>
                      </c:pt>
                      <c:pt idx="841">
                        <c:v>41333</c:v>
                      </c:pt>
                      <c:pt idx="842">
                        <c:v>41334</c:v>
                      </c:pt>
                      <c:pt idx="843">
                        <c:v>41337</c:v>
                      </c:pt>
                      <c:pt idx="844">
                        <c:v>41338</c:v>
                      </c:pt>
                      <c:pt idx="845">
                        <c:v>41339</c:v>
                      </c:pt>
                      <c:pt idx="846">
                        <c:v>41340</c:v>
                      </c:pt>
                      <c:pt idx="847">
                        <c:v>41341</c:v>
                      </c:pt>
                      <c:pt idx="848">
                        <c:v>41344</c:v>
                      </c:pt>
                      <c:pt idx="849">
                        <c:v>41345</c:v>
                      </c:pt>
                      <c:pt idx="850">
                        <c:v>41346</c:v>
                      </c:pt>
                      <c:pt idx="851">
                        <c:v>41347</c:v>
                      </c:pt>
                      <c:pt idx="852">
                        <c:v>41348</c:v>
                      </c:pt>
                      <c:pt idx="853">
                        <c:v>41351</c:v>
                      </c:pt>
                      <c:pt idx="854">
                        <c:v>41352</c:v>
                      </c:pt>
                      <c:pt idx="855">
                        <c:v>41353</c:v>
                      </c:pt>
                      <c:pt idx="856">
                        <c:v>41354</c:v>
                      </c:pt>
                      <c:pt idx="857">
                        <c:v>41355</c:v>
                      </c:pt>
                      <c:pt idx="858">
                        <c:v>41358</c:v>
                      </c:pt>
                      <c:pt idx="859">
                        <c:v>41359</c:v>
                      </c:pt>
                      <c:pt idx="860">
                        <c:v>41360</c:v>
                      </c:pt>
                      <c:pt idx="861">
                        <c:v>41361</c:v>
                      </c:pt>
                      <c:pt idx="862">
                        <c:v>41362</c:v>
                      </c:pt>
                      <c:pt idx="863">
                        <c:v>41364</c:v>
                      </c:pt>
                      <c:pt idx="864">
                        <c:v>41365</c:v>
                      </c:pt>
                      <c:pt idx="865">
                        <c:v>41366</c:v>
                      </c:pt>
                      <c:pt idx="866">
                        <c:v>41367</c:v>
                      </c:pt>
                      <c:pt idx="867">
                        <c:v>41368</c:v>
                      </c:pt>
                      <c:pt idx="868">
                        <c:v>41369</c:v>
                      </c:pt>
                      <c:pt idx="869">
                        <c:v>41370</c:v>
                      </c:pt>
                      <c:pt idx="870">
                        <c:v>41371</c:v>
                      </c:pt>
                      <c:pt idx="871">
                        <c:v>41372</c:v>
                      </c:pt>
                      <c:pt idx="872">
                        <c:v>41373</c:v>
                      </c:pt>
                      <c:pt idx="873">
                        <c:v>41374</c:v>
                      </c:pt>
                      <c:pt idx="874">
                        <c:v>41375</c:v>
                      </c:pt>
                      <c:pt idx="875">
                        <c:v>41376</c:v>
                      </c:pt>
                      <c:pt idx="876">
                        <c:v>41379</c:v>
                      </c:pt>
                      <c:pt idx="877">
                        <c:v>41380</c:v>
                      </c:pt>
                      <c:pt idx="878">
                        <c:v>41381</c:v>
                      </c:pt>
                      <c:pt idx="879">
                        <c:v>41382</c:v>
                      </c:pt>
                      <c:pt idx="880">
                        <c:v>41383</c:v>
                      </c:pt>
                      <c:pt idx="881">
                        <c:v>41386</c:v>
                      </c:pt>
                      <c:pt idx="882">
                        <c:v>41387</c:v>
                      </c:pt>
                      <c:pt idx="883">
                        <c:v>41388</c:v>
                      </c:pt>
                      <c:pt idx="884">
                        <c:v>41389</c:v>
                      </c:pt>
                      <c:pt idx="885">
                        <c:v>41390</c:v>
                      </c:pt>
                      <c:pt idx="886">
                        <c:v>41391</c:v>
                      </c:pt>
                      <c:pt idx="887">
                        <c:v>41392</c:v>
                      </c:pt>
                      <c:pt idx="888">
                        <c:v>41393</c:v>
                      </c:pt>
                      <c:pt idx="889">
                        <c:v>41394</c:v>
                      </c:pt>
                      <c:pt idx="890">
                        <c:v>41395</c:v>
                      </c:pt>
                      <c:pt idx="891">
                        <c:v>41396</c:v>
                      </c:pt>
                      <c:pt idx="892">
                        <c:v>41397</c:v>
                      </c:pt>
                      <c:pt idx="893">
                        <c:v>41400</c:v>
                      </c:pt>
                      <c:pt idx="894">
                        <c:v>41401</c:v>
                      </c:pt>
                      <c:pt idx="895">
                        <c:v>41402</c:v>
                      </c:pt>
                      <c:pt idx="896">
                        <c:v>41403</c:v>
                      </c:pt>
                      <c:pt idx="897">
                        <c:v>41404</c:v>
                      </c:pt>
                      <c:pt idx="898">
                        <c:v>41407</c:v>
                      </c:pt>
                      <c:pt idx="899">
                        <c:v>41408</c:v>
                      </c:pt>
                      <c:pt idx="900">
                        <c:v>41409</c:v>
                      </c:pt>
                      <c:pt idx="901">
                        <c:v>41410</c:v>
                      </c:pt>
                      <c:pt idx="902">
                        <c:v>41411</c:v>
                      </c:pt>
                      <c:pt idx="903">
                        <c:v>41414</c:v>
                      </c:pt>
                      <c:pt idx="904">
                        <c:v>41415</c:v>
                      </c:pt>
                      <c:pt idx="905">
                        <c:v>41416</c:v>
                      </c:pt>
                      <c:pt idx="906">
                        <c:v>41417</c:v>
                      </c:pt>
                      <c:pt idx="907">
                        <c:v>41418</c:v>
                      </c:pt>
                      <c:pt idx="908">
                        <c:v>41421</c:v>
                      </c:pt>
                      <c:pt idx="909">
                        <c:v>41422</c:v>
                      </c:pt>
                      <c:pt idx="910">
                        <c:v>41423</c:v>
                      </c:pt>
                      <c:pt idx="911">
                        <c:v>41424</c:v>
                      </c:pt>
                      <c:pt idx="912">
                        <c:v>41425</c:v>
                      </c:pt>
                      <c:pt idx="913">
                        <c:v>41428</c:v>
                      </c:pt>
                      <c:pt idx="914">
                        <c:v>41429</c:v>
                      </c:pt>
                      <c:pt idx="915">
                        <c:v>41430</c:v>
                      </c:pt>
                      <c:pt idx="916">
                        <c:v>41431</c:v>
                      </c:pt>
                      <c:pt idx="917">
                        <c:v>41432</c:v>
                      </c:pt>
                      <c:pt idx="918">
                        <c:v>41433</c:v>
                      </c:pt>
                      <c:pt idx="919">
                        <c:v>41434</c:v>
                      </c:pt>
                      <c:pt idx="920">
                        <c:v>41435</c:v>
                      </c:pt>
                      <c:pt idx="921">
                        <c:v>41436</c:v>
                      </c:pt>
                      <c:pt idx="922">
                        <c:v>41437</c:v>
                      </c:pt>
                      <c:pt idx="923">
                        <c:v>41438</c:v>
                      </c:pt>
                      <c:pt idx="924">
                        <c:v>41439</c:v>
                      </c:pt>
                      <c:pt idx="925">
                        <c:v>41442</c:v>
                      </c:pt>
                      <c:pt idx="926">
                        <c:v>41443</c:v>
                      </c:pt>
                      <c:pt idx="927">
                        <c:v>41444</c:v>
                      </c:pt>
                      <c:pt idx="928">
                        <c:v>41445</c:v>
                      </c:pt>
                      <c:pt idx="929">
                        <c:v>41446</c:v>
                      </c:pt>
                      <c:pt idx="930">
                        <c:v>41449</c:v>
                      </c:pt>
                      <c:pt idx="931">
                        <c:v>41450</c:v>
                      </c:pt>
                      <c:pt idx="932">
                        <c:v>41451</c:v>
                      </c:pt>
                      <c:pt idx="933">
                        <c:v>41452</c:v>
                      </c:pt>
                      <c:pt idx="934">
                        <c:v>41453</c:v>
                      </c:pt>
                      <c:pt idx="935">
                        <c:v>41455</c:v>
                      </c:pt>
                      <c:pt idx="936">
                        <c:v>41456</c:v>
                      </c:pt>
                      <c:pt idx="937">
                        <c:v>41457</c:v>
                      </c:pt>
                      <c:pt idx="938">
                        <c:v>41458</c:v>
                      </c:pt>
                      <c:pt idx="939">
                        <c:v>41459</c:v>
                      </c:pt>
                      <c:pt idx="940">
                        <c:v>41460</c:v>
                      </c:pt>
                      <c:pt idx="941">
                        <c:v>41463</c:v>
                      </c:pt>
                      <c:pt idx="942">
                        <c:v>41464</c:v>
                      </c:pt>
                      <c:pt idx="943">
                        <c:v>41465</c:v>
                      </c:pt>
                      <c:pt idx="944">
                        <c:v>41466</c:v>
                      </c:pt>
                      <c:pt idx="945">
                        <c:v>41467</c:v>
                      </c:pt>
                      <c:pt idx="946">
                        <c:v>41470</c:v>
                      </c:pt>
                      <c:pt idx="947">
                        <c:v>41471</c:v>
                      </c:pt>
                      <c:pt idx="948">
                        <c:v>41472</c:v>
                      </c:pt>
                      <c:pt idx="949">
                        <c:v>41473</c:v>
                      </c:pt>
                      <c:pt idx="950">
                        <c:v>41474</c:v>
                      </c:pt>
                      <c:pt idx="951">
                        <c:v>41477</c:v>
                      </c:pt>
                      <c:pt idx="952">
                        <c:v>41478</c:v>
                      </c:pt>
                      <c:pt idx="953">
                        <c:v>41479</c:v>
                      </c:pt>
                      <c:pt idx="954">
                        <c:v>41480</c:v>
                      </c:pt>
                      <c:pt idx="955">
                        <c:v>41481</c:v>
                      </c:pt>
                      <c:pt idx="956">
                        <c:v>41484</c:v>
                      </c:pt>
                      <c:pt idx="957">
                        <c:v>41485</c:v>
                      </c:pt>
                      <c:pt idx="958">
                        <c:v>41486</c:v>
                      </c:pt>
                      <c:pt idx="959">
                        <c:v>41487</c:v>
                      </c:pt>
                      <c:pt idx="960">
                        <c:v>41488</c:v>
                      </c:pt>
                      <c:pt idx="961">
                        <c:v>41491</c:v>
                      </c:pt>
                      <c:pt idx="962">
                        <c:v>41492</c:v>
                      </c:pt>
                      <c:pt idx="963">
                        <c:v>41493</c:v>
                      </c:pt>
                      <c:pt idx="964">
                        <c:v>41494</c:v>
                      </c:pt>
                      <c:pt idx="965">
                        <c:v>41495</c:v>
                      </c:pt>
                      <c:pt idx="966">
                        <c:v>41498</c:v>
                      </c:pt>
                      <c:pt idx="967">
                        <c:v>41499</c:v>
                      </c:pt>
                      <c:pt idx="968">
                        <c:v>41500</c:v>
                      </c:pt>
                      <c:pt idx="969">
                        <c:v>41501</c:v>
                      </c:pt>
                      <c:pt idx="970">
                        <c:v>41502</c:v>
                      </c:pt>
                      <c:pt idx="971">
                        <c:v>41505</c:v>
                      </c:pt>
                      <c:pt idx="972">
                        <c:v>41506</c:v>
                      </c:pt>
                      <c:pt idx="973">
                        <c:v>41507</c:v>
                      </c:pt>
                      <c:pt idx="974">
                        <c:v>41508</c:v>
                      </c:pt>
                      <c:pt idx="975">
                        <c:v>41509</c:v>
                      </c:pt>
                      <c:pt idx="976">
                        <c:v>41512</c:v>
                      </c:pt>
                      <c:pt idx="977">
                        <c:v>41513</c:v>
                      </c:pt>
                      <c:pt idx="978">
                        <c:v>41514</c:v>
                      </c:pt>
                      <c:pt idx="979">
                        <c:v>41515</c:v>
                      </c:pt>
                      <c:pt idx="980">
                        <c:v>41516</c:v>
                      </c:pt>
                      <c:pt idx="981">
                        <c:v>41517</c:v>
                      </c:pt>
                      <c:pt idx="982">
                        <c:v>41519</c:v>
                      </c:pt>
                      <c:pt idx="983">
                        <c:v>41520</c:v>
                      </c:pt>
                      <c:pt idx="984">
                        <c:v>41521</c:v>
                      </c:pt>
                      <c:pt idx="985">
                        <c:v>41522</c:v>
                      </c:pt>
                      <c:pt idx="986">
                        <c:v>41523</c:v>
                      </c:pt>
                      <c:pt idx="987">
                        <c:v>41526</c:v>
                      </c:pt>
                      <c:pt idx="988">
                        <c:v>41527</c:v>
                      </c:pt>
                      <c:pt idx="989">
                        <c:v>41528</c:v>
                      </c:pt>
                      <c:pt idx="990">
                        <c:v>41529</c:v>
                      </c:pt>
                      <c:pt idx="991">
                        <c:v>41530</c:v>
                      </c:pt>
                      <c:pt idx="992">
                        <c:v>41533</c:v>
                      </c:pt>
                      <c:pt idx="993">
                        <c:v>41534</c:v>
                      </c:pt>
                      <c:pt idx="994">
                        <c:v>41535</c:v>
                      </c:pt>
                      <c:pt idx="995">
                        <c:v>41536</c:v>
                      </c:pt>
                      <c:pt idx="996">
                        <c:v>41537</c:v>
                      </c:pt>
                      <c:pt idx="997">
                        <c:v>41539</c:v>
                      </c:pt>
                      <c:pt idx="998">
                        <c:v>41540</c:v>
                      </c:pt>
                      <c:pt idx="999">
                        <c:v>41541</c:v>
                      </c:pt>
                      <c:pt idx="1000">
                        <c:v>41542</c:v>
                      </c:pt>
                      <c:pt idx="1001">
                        <c:v>41543</c:v>
                      </c:pt>
                      <c:pt idx="1002">
                        <c:v>41544</c:v>
                      </c:pt>
                      <c:pt idx="1003">
                        <c:v>41545</c:v>
                      </c:pt>
                      <c:pt idx="1004">
                        <c:v>41546</c:v>
                      </c:pt>
                      <c:pt idx="1005">
                        <c:v>41547</c:v>
                      </c:pt>
                      <c:pt idx="1006">
                        <c:v>41548</c:v>
                      </c:pt>
                      <c:pt idx="1007">
                        <c:v>41549</c:v>
                      </c:pt>
                      <c:pt idx="1008">
                        <c:v>41550</c:v>
                      </c:pt>
                      <c:pt idx="1009">
                        <c:v>41551</c:v>
                      </c:pt>
                      <c:pt idx="1010">
                        <c:v>41554</c:v>
                      </c:pt>
                      <c:pt idx="1011">
                        <c:v>41555</c:v>
                      </c:pt>
                      <c:pt idx="1012">
                        <c:v>41556</c:v>
                      </c:pt>
                      <c:pt idx="1013">
                        <c:v>41557</c:v>
                      </c:pt>
                      <c:pt idx="1014">
                        <c:v>41558</c:v>
                      </c:pt>
                      <c:pt idx="1015">
                        <c:v>41559</c:v>
                      </c:pt>
                      <c:pt idx="1016">
                        <c:v>41561</c:v>
                      </c:pt>
                      <c:pt idx="1017">
                        <c:v>41562</c:v>
                      </c:pt>
                      <c:pt idx="1018">
                        <c:v>41563</c:v>
                      </c:pt>
                      <c:pt idx="1019">
                        <c:v>41564</c:v>
                      </c:pt>
                      <c:pt idx="1020">
                        <c:v>41565</c:v>
                      </c:pt>
                      <c:pt idx="1021">
                        <c:v>41568</c:v>
                      </c:pt>
                      <c:pt idx="1022">
                        <c:v>41569</c:v>
                      </c:pt>
                      <c:pt idx="1023">
                        <c:v>41570</c:v>
                      </c:pt>
                      <c:pt idx="1024">
                        <c:v>41571</c:v>
                      </c:pt>
                      <c:pt idx="1025">
                        <c:v>41572</c:v>
                      </c:pt>
                      <c:pt idx="1026">
                        <c:v>41575</c:v>
                      </c:pt>
                      <c:pt idx="1027">
                        <c:v>41576</c:v>
                      </c:pt>
                      <c:pt idx="1028">
                        <c:v>41577</c:v>
                      </c:pt>
                      <c:pt idx="1029">
                        <c:v>41578</c:v>
                      </c:pt>
                      <c:pt idx="1030">
                        <c:v>41579</c:v>
                      </c:pt>
                      <c:pt idx="1031">
                        <c:v>41582</c:v>
                      </c:pt>
                      <c:pt idx="1032">
                        <c:v>41583</c:v>
                      </c:pt>
                      <c:pt idx="1033">
                        <c:v>41584</c:v>
                      </c:pt>
                      <c:pt idx="1034">
                        <c:v>41585</c:v>
                      </c:pt>
                      <c:pt idx="1035">
                        <c:v>41586</c:v>
                      </c:pt>
                      <c:pt idx="1036">
                        <c:v>41589</c:v>
                      </c:pt>
                      <c:pt idx="1037">
                        <c:v>41590</c:v>
                      </c:pt>
                      <c:pt idx="1038">
                        <c:v>41591</c:v>
                      </c:pt>
                      <c:pt idx="1039">
                        <c:v>41592</c:v>
                      </c:pt>
                      <c:pt idx="1040">
                        <c:v>41593</c:v>
                      </c:pt>
                      <c:pt idx="1041">
                        <c:v>41596</c:v>
                      </c:pt>
                      <c:pt idx="1042">
                        <c:v>41597</c:v>
                      </c:pt>
                      <c:pt idx="1043">
                        <c:v>41598</c:v>
                      </c:pt>
                      <c:pt idx="1044">
                        <c:v>41599</c:v>
                      </c:pt>
                      <c:pt idx="1045">
                        <c:v>41600</c:v>
                      </c:pt>
                      <c:pt idx="1046">
                        <c:v>41603</c:v>
                      </c:pt>
                      <c:pt idx="1047">
                        <c:v>41604</c:v>
                      </c:pt>
                      <c:pt idx="1048">
                        <c:v>41605</c:v>
                      </c:pt>
                      <c:pt idx="1049">
                        <c:v>41606</c:v>
                      </c:pt>
                      <c:pt idx="1050">
                        <c:v>41607</c:v>
                      </c:pt>
                      <c:pt idx="1051">
                        <c:v>41608</c:v>
                      </c:pt>
                      <c:pt idx="1052">
                        <c:v>41610</c:v>
                      </c:pt>
                      <c:pt idx="1053">
                        <c:v>41611</c:v>
                      </c:pt>
                      <c:pt idx="1054">
                        <c:v>41612</c:v>
                      </c:pt>
                      <c:pt idx="1055">
                        <c:v>41613</c:v>
                      </c:pt>
                      <c:pt idx="1056">
                        <c:v>41614</c:v>
                      </c:pt>
                      <c:pt idx="1057">
                        <c:v>41617</c:v>
                      </c:pt>
                      <c:pt idx="1058">
                        <c:v>41618</c:v>
                      </c:pt>
                      <c:pt idx="1059">
                        <c:v>41619</c:v>
                      </c:pt>
                      <c:pt idx="1060">
                        <c:v>41620</c:v>
                      </c:pt>
                      <c:pt idx="1061">
                        <c:v>41621</c:v>
                      </c:pt>
                      <c:pt idx="1062">
                        <c:v>41624</c:v>
                      </c:pt>
                      <c:pt idx="1063">
                        <c:v>41625</c:v>
                      </c:pt>
                      <c:pt idx="1064">
                        <c:v>41626</c:v>
                      </c:pt>
                      <c:pt idx="1065">
                        <c:v>41627</c:v>
                      </c:pt>
                      <c:pt idx="1066">
                        <c:v>41628</c:v>
                      </c:pt>
                      <c:pt idx="1067">
                        <c:v>41631</c:v>
                      </c:pt>
                      <c:pt idx="1068">
                        <c:v>41632</c:v>
                      </c:pt>
                      <c:pt idx="1069">
                        <c:v>41633</c:v>
                      </c:pt>
                      <c:pt idx="1070">
                        <c:v>41634</c:v>
                      </c:pt>
                      <c:pt idx="1071">
                        <c:v>41635</c:v>
                      </c:pt>
                      <c:pt idx="1072">
                        <c:v>41638</c:v>
                      </c:pt>
                      <c:pt idx="1073">
                        <c:v>41639</c:v>
                      </c:pt>
                      <c:pt idx="1074">
                        <c:v>41641</c:v>
                      </c:pt>
                      <c:pt idx="1075">
                        <c:v>41642</c:v>
                      </c:pt>
                      <c:pt idx="1076">
                        <c:v>41645</c:v>
                      </c:pt>
                      <c:pt idx="1077">
                        <c:v>41646</c:v>
                      </c:pt>
                      <c:pt idx="1078">
                        <c:v>41647</c:v>
                      </c:pt>
                      <c:pt idx="1079">
                        <c:v>41648</c:v>
                      </c:pt>
                      <c:pt idx="1080">
                        <c:v>41649</c:v>
                      </c:pt>
                      <c:pt idx="1081">
                        <c:v>41652</c:v>
                      </c:pt>
                      <c:pt idx="1082">
                        <c:v>41653</c:v>
                      </c:pt>
                      <c:pt idx="1083">
                        <c:v>41654</c:v>
                      </c:pt>
                      <c:pt idx="1084">
                        <c:v>41655</c:v>
                      </c:pt>
                      <c:pt idx="1085">
                        <c:v>41656</c:v>
                      </c:pt>
                      <c:pt idx="1086">
                        <c:v>41659</c:v>
                      </c:pt>
                      <c:pt idx="1087">
                        <c:v>41660</c:v>
                      </c:pt>
                      <c:pt idx="1088">
                        <c:v>41661</c:v>
                      </c:pt>
                      <c:pt idx="1089">
                        <c:v>41662</c:v>
                      </c:pt>
                      <c:pt idx="1090">
                        <c:v>41663</c:v>
                      </c:pt>
                      <c:pt idx="1091">
                        <c:v>41665</c:v>
                      </c:pt>
                      <c:pt idx="1092">
                        <c:v>41666</c:v>
                      </c:pt>
                      <c:pt idx="1093">
                        <c:v>41667</c:v>
                      </c:pt>
                      <c:pt idx="1094">
                        <c:v>41668</c:v>
                      </c:pt>
                      <c:pt idx="1095">
                        <c:v>41669</c:v>
                      </c:pt>
                      <c:pt idx="1096">
                        <c:v>41670</c:v>
                      </c:pt>
                      <c:pt idx="1097">
                        <c:v>41674</c:v>
                      </c:pt>
                      <c:pt idx="1098">
                        <c:v>41675</c:v>
                      </c:pt>
                      <c:pt idx="1099">
                        <c:v>41676</c:v>
                      </c:pt>
                      <c:pt idx="1100">
                        <c:v>41677</c:v>
                      </c:pt>
                      <c:pt idx="1101">
                        <c:v>41678</c:v>
                      </c:pt>
                      <c:pt idx="1102">
                        <c:v>41680</c:v>
                      </c:pt>
                      <c:pt idx="1103">
                        <c:v>41681</c:v>
                      </c:pt>
                      <c:pt idx="1104">
                        <c:v>41682</c:v>
                      </c:pt>
                      <c:pt idx="1105">
                        <c:v>41683</c:v>
                      </c:pt>
                      <c:pt idx="1106">
                        <c:v>41684</c:v>
                      </c:pt>
                      <c:pt idx="1107">
                        <c:v>41687</c:v>
                      </c:pt>
                      <c:pt idx="1108">
                        <c:v>41688</c:v>
                      </c:pt>
                      <c:pt idx="1109">
                        <c:v>41689</c:v>
                      </c:pt>
                      <c:pt idx="1110">
                        <c:v>41690</c:v>
                      </c:pt>
                      <c:pt idx="1111">
                        <c:v>41691</c:v>
                      </c:pt>
                      <c:pt idx="1112">
                        <c:v>41694</c:v>
                      </c:pt>
                      <c:pt idx="1113">
                        <c:v>41695</c:v>
                      </c:pt>
                      <c:pt idx="1114">
                        <c:v>41696</c:v>
                      </c:pt>
                      <c:pt idx="1115">
                        <c:v>41697</c:v>
                      </c:pt>
                      <c:pt idx="1116">
                        <c:v>41698</c:v>
                      </c:pt>
                      <c:pt idx="1117">
                        <c:v>41701</c:v>
                      </c:pt>
                      <c:pt idx="1118">
                        <c:v>41702</c:v>
                      </c:pt>
                      <c:pt idx="1119">
                        <c:v>41703</c:v>
                      </c:pt>
                      <c:pt idx="1120">
                        <c:v>41704</c:v>
                      </c:pt>
                      <c:pt idx="1121">
                        <c:v>41705</c:v>
                      </c:pt>
                      <c:pt idx="1122">
                        <c:v>41708</c:v>
                      </c:pt>
                      <c:pt idx="1123">
                        <c:v>41709</c:v>
                      </c:pt>
                      <c:pt idx="1124">
                        <c:v>41710</c:v>
                      </c:pt>
                      <c:pt idx="1125">
                        <c:v>41711</c:v>
                      </c:pt>
                      <c:pt idx="1126">
                        <c:v>41712</c:v>
                      </c:pt>
                      <c:pt idx="1127">
                        <c:v>41715</c:v>
                      </c:pt>
                      <c:pt idx="1128">
                        <c:v>41716</c:v>
                      </c:pt>
                      <c:pt idx="1129">
                        <c:v>41717</c:v>
                      </c:pt>
                      <c:pt idx="1130">
                        <c:v>41718</c:v>
                      </c:pt>
                      <c:pt idx="1131">
                        <c:v>41719</c:v>
                      </c:pt>
                      <c:pt idx="1132">
                        <c:v>41722</c:v>
                      </c:pt>
                      <c:pt idx="1133">
                        <c:v>41723</c:v>
                      </c:pt>
                      <c:pt idx="1134">
                        <c:v>41724</c:v>
                      </c:pt>
                      <c:pt idx="1135">
                        <c:v>41725</c:v>
                      </c:pt>
                      <c:pt idx="1136">
                        <c:v>41726</c:v>
                      </c:pt>
                      <c:pt idx="1137">
                        <c:v>41729</c:v>
                      </c:pt>
                      <c:pt idx="1138">
                        <c:v>41730</c:v>
                      </c:pt>
                      <c:pt idx="1139">
                        <c:v>41731</c:v>
                      </c:pt>
                      <c:pt idx="1140">
                        <c:v>41732</c:v>
                      </c:pt>
                      <c:pt idx="1141">
                        <c:v>41733</c:v>
                      </c:pt>
                      <c:pt idx="1142">
                        <c:v>41736</c:v>
                      </c:pt>
                      <c:pt idx="1143">
                        <c:v>41737</c:v>
                      </c:pt>
                      <c:pt idx="1144">
                        <c:v>41738</c:v>
                      </c:pt>
                      <c:pt idx="1145">
                        <c:v>41739</c:v>
                      </c:pt>
                      <c:pt idx="1146">
                        <c:v>41740</c:v>
                      </c:pt>
                      <c:pt idx="1147">
                        <c:v>41743</c:v>
                      </c:pt>
                      <c:pt idx="1148">
                        <c:v>41744</c:v>
                      </c:pt>
                      <c:pt idx="1149">
                        <c:v>41745</c:v>
                      </c:pt>
                      <c:pt idx="1150">
                        <c:v>41746</c:v>
                      </c:pt>
                      <c:pt idx="1151">
                        <c:v>41747</c:v>
                      </c:pt>
                      <c:pt idx="1152">
                        <c:v>41749</c:v>
                      </c:pt>
                      <c:pt idx="1153">
                        <c:v>41750</c:v>
                      </c:pt>
                      <c:pt idx="1154">
                        <c:v>41751</c:v>
                      </c:pt>
                      <c:pt idx="1155">
                        <c:v>41752</c:v>
                      </c:pt>
                      <c:pt idx="1156">
                        <c:v>41753</c:v>
                      </c:pt>
                      <c:pt idx="1157">
                        <c:v>41754</c:v>
                      </c:pt>
                      <c:pt idx="1158">
                        <c:v>41757</c:v>
                      </c:pt>
                      <c:pt idx="1159">
                        <c:v>41758</c:v>
                      </c:pt>
                      <c:pt idx="1160">
                        <c:v>41759</c:v>
                      </c:pt>
                      <c:pt idx="1161">
                        <c:v>41760</c:v>
                      </c:pt>
                      <c:pt idx="1162">
                        <c:v>41761</c:v>
                      </c:pt>
                      <c:pt idx="1163">
                        <c:v>41763</c:v>
                      </c:pt>
                      <c:pt idx="1164">
                        <c:v>41764</c:v>
                      </c:pt>
                      <c:pt idx="1165">
                        <c:v>41765</c:v>
                      </c:pt>
                      <c:pt idx="1166">
                        <c:v>41766</c:v>
                      </c:pt>
                      <c:pt idx="1167">
                        <c:v>41767</c:v>
                      </c:pt>
                      <c:pt idx="1168">
                        <c:v>41768</c:v>
                      </c:pt>
                      <c:pt idx="1169">
                        <c:v>41769</c:v>
                      </c:pt>
                      <c:pt idx="1170">
                        <c:v>41771</c:v>
                      </c:pt>
                      <c:pt idx="1171">
                        <c:v>41772</c:v>
                      </c:pt>
                      <c:pt idx="1172">
                        <c:v>41773</c:v>
                      </c:pt>
                      <c:pt idx="1173">
                        <c:v>41774</c:v>
                      </c:pt>
                      <c:pt idx="1174">
                        <c:v>41775</c:v>
                      </c:pt>
                      <c:pt idx="1175">
                        <c:v>41778</c:v>
                      </c:pt>
                      <c:pt idx="1176">
                        <c:v>41779</c:v>
                      </c:pt>
                      <c:pt idx="1177">
                        <c:v>41780</c:v>
                      </c:pt>
                      <c:pt idx="1178">
                        <c:v>41781</c:v>
                      </c:pt>
                      <c:pt idx="1179">
                        <c:v>41782</c:v>
                      </c:pt>
                      <c:pt idx="1180">
                        <c:v>41785</c:v>
                      </c:pt>
                      <c:pt idx="1181">
                        <c:v>41786</c:v>
                      </c:pt>
                      <c:pt idx="1182">
                        <c:v>41787</c:v>
                      </c:pt>
                      <c:pt idx="1183">
                        <c:v>41788</c:v>
                      </c:pt>
                      <c:pt idx="1184">
                        <c:v>41789</c:v>
                      </c:pt>
                      <c:pt idx="1185">
                        <c:v>41790</c:v>
                      </c:pt>
                      <c:pt idx="1186">
                        <c:v>41792</c:v>
                      </c:pt>
                      <c:pt idx="1187">
                        <c:v>41793</c:v>
                      </c:pt>
                      <c:pt idx="1188">
                        <c:v>41794</c:v>
                      </c:pt>
                      <c:pt idx="1189">
                        <c:v>41795</c:v>
                      </c:pt>
                      <c:pt idx="1190">
                        <c:v>41796</c:v>
                      </c:pt>
                      <c:pt idx="1191">
                        <c:v>41799</c:v>
                      </c:pt>
                      <c:pt idx="1192">
                        <c:v>41800</c:v>
                      </c:pt>
                      <c:pt idx="1193">
                        <c:v>41801</c:v>
                      </c:pt>
                      <c:pt idx="1194">
                        <c:v>41802</c:v>
                      </c:pt>
                      <c:pt idx="1195">
                        <c:v>41803</c:v>
                      </c:pt>
                      <c:pt idx="1196">
                        <c:v>41806</c:v>
                      </c:pt>
                      <c:pt idx="1197">
                        <c:v>41807</c:v>
                      </c:pt>
                      <c:pt idx="1198">
                        <c:v>41808</c:v>
                      </c:pt>
                      <c:pt idx="1199">
                        <c:v>41809</c:v>
                      </c:pt>
                      <c:pt idx="1200">
                        <c:v>41810</c:v>
                      </c:pt>
                      <c:pt idx="1201">
                        <c:v>41813</c:v>
                      </c:pt>
                      <c:pt idx="1202">
                        <c:v>41814</c:v>
                      </c:pt>
                      <c:pt idx="1203">
                        <c:v>41815</c:v>
                      </c:pt>
                      <c:pt idx="1204">
                        <c:v>41816</c:v>
                      </c:pt>
                      <c:pt idx="1205">
                        <c:v>41817</c:v>
                      </c:pt>
                      <c:pt idx="1206">
                        <c:v>41820</c:v>
                      </c:pt>
                      <c:pt idx="1207">
                        <c:v>41821</c:v>
                      </c:pt>
                      <c:pt idx="1208">
                        <c:v>41822</c:v>
                      </c:pt>
                      <c:pt idx="1209">
                        <c:v>41823</c:v>
                      </c:pt>
                      <c:pt idx="1210">
                        <c:v>41824</c:v>
                      </c:pt>
                      <c:pt idx="1211">
                        <c:v>41827</c:v>
                      </c:pt>
                      <c:pt idx="1212">
                        <c:v>41828</c:v>
                      </c:pt>
                      <c:pt idx="1213">
                        <c:v>41829</c:v>
                      </c:pt>
                      <c:pt idx="1214">
                        <c:v>41830</c:v>
                      </c:pt>
                      <c:pt idx="1215">
                        <c:v>41831</c:v>
                      </c:pt>
                      <c:pt idx="1216">
                        <c:v>41834</c:v>
                      </c:pt>
                      <c:pt idx="1217">
                        <c:v>41835</c:v>
                      </c:pt>
                      <c:pt idx="1218">
                        <c:v>41836</c:v>
                      </c:pt>
                      <c:pt idx="1219">
                        <c:v>41837</c:v>
                      </c:pt>
                      <c:pt idx="1220">
                        <c:v>41838</c:v>
                      </c:pt>
                      <c:pt idx="1221">
                        <c:v>41840</c:v>
                      </c:pt>
                      <c:pt idx="1222">
                        <c:v>41841</c:v>
                      </c:pt>
                      <c:pt idx="1223">
                        <c:v>41842</c:v>
                      </c:pt>
                      <c:pt idx="1224">
                        <c:v>41843</c:v>
                      </c:pt>
                      <c:pt idx="1225">
                        <c:v>41844</c:v>
                      </c:pt>
                      <c:pt idx="1226">
                        <c:v>41845</c:v>
                      </c:pt>
                      <c:pt idx="1227">
                        <c:v>41848</c:v>
                      </c:pt>
                      <c:pt idx="1228">
                        <c:v>41849</c:v>
                      </c:pt>
                      <c:pt idx="1229">
                        <c:v>41850</c:v>
                      </c:pt>
                      <c:pt idx="1230">
                        <c:v>41851</c:v>
                      </c:pt>
                      <c:pt idx="1231">
                        <c:v>41852</c:v>
                      </c:pt>
                      <c:pt idx="1232">
                        <c:v>41855</c:v>
                      </c:pt>
                      <c:pt idx="1233">
                        <c:v>41856</c:v>
                      </c:pt>
                      <c:pt idx="1234">
                        <c:v>41857</c:v>
                      </c:pt>
                      <c:pt idx="1235">
                        <c:v>41858</c:v>
                      </c:pt>
                      <c:pt idx="1236">
                        <c:v>41859</c:v>
                      </c:pt>
                      <c:pt idx="1237">
                        <c:v>41861</c:v>
                      </c:pt>
                      <c:pt idx="1238">
                        <c:v>41862</c:v>
                      </c:pt>
                      <c:pt idx="1239">
                        <c:v>41863</c:v>
                      </c:pt>
                      <c:pt idx="1240">
                        <c:v>41864</c:v>
                      </c:pt>
                      <c:pt idx="1241">
                        <c:v>41865</c:v>
                      </c:pt>
                      <c:pt idx="1242">
                        <c:v>41866</c:v>
                      </c:pt>
                      <c:pt idx="1243">
                        <c:v>41869</c:v>
                      </c:pt>
                      <c:pt idx="1244">
                        <c:v>41870</c:v>
                      </c:pt>
                      <c:pt idx="1245">
                        <c:v>41871</c:v>
                      </c:pt>
                      <c:pt idx="1246">
                        <c:v>41872</c:v>
                      </c:pt>
                      <c:pt idx="1247">
                        <c:v>41873</c:v>
                      </c:pt>
                      <c:pt idx="1248">
                        <c:v>41876</c:v>
                      </c:pt>
                      <c:pt idx="1249">
                        <c:v>41877</c:v>
                      </c:pt>
                      <c:pt idx="1250">
                        <c:v>41878</c:v>
                      </c:pt>
                      <c:pt idx="1251">
                        <c:v>41879</c:v>
                      </c:pt>
                      <c:pt idx="1252">
                        <c:v>41880</c:v>
                      </c:pt>
                      <c:pt idx="1253">
                        <c:v>41882</c:v>
                      </c:pt>
                      <c:pt idx="1254">
                        <c:v>41883</c:v>
                      </c:pt>
                      <c:pt idx="1255">
                        <c:v>41884</c:v>
                      </c:pt>
                      <c:pt idx="1256">
                        <c:v>41885</c:v>
                      </c:pt>
                      <c:pt idx="1257">
                        <c:v>41886</c:v>
                      </c:pt>
                      <c:pt idx="1258">
                        <c:v>41887</c:v>
                      </c:pt>
                      <c:pt idx="1259">
                        <c:v>41890</c:v>
                      </c:pt>
                      <c:pt idx="1260">
                        <c:v>41891</c:v>
                      </c:pt>
                      <c:pt idx="1261">
                        <c:v>41892</c:v>
                      </c:pt>
                      <c:pt idx="1262">
                        <c:v>41893</c:v>
                      </c:pt>
                      <c:pt idx="1263">
                        <c:v>41894</c:v>
                      </c:pt>
                      <c:pt idx="1264">
                        <c:v>41897</c:v>
                      </c:pt>
                      <c:pt idx="1265">
                        <c:v>41898</c:v>
                      </c:pt>
                      <c:pt idx="1266">
                        <c:v>41899</c:v>
                      </c:pt>
                      <c:pt idx="1267">
                        <c:v>41900</c:v>
                      </c:pt>
                      <c:pt idx="1268">
                        <c:v>41901</c:v>
                      </c:pt>
                      <c:pt idx="1269">
                        <c:v>41902</c:v>
                      </c:pt>
                      <c:pt idx="1270">
                        <c:v>41904</c:v>
                      </c:pt>
                      <c:pt idx="1271">
                        <c:v>41905</c:v>
                      </c:pt>
                      <c:pt idx="1272">
                        <c:v>41906</c:v>
                      </c:pt>
                      <c:pt idx="1273">
                        <c:v>41907</c:v>
                      </c:pt>
                      <c:pt idx="1274">
                        <c:v>41908</c:v>
                      </c:pt>
                      <c:pt idx="1275">
                        <c:v>41910</c:v>
                      </c:pt>
                      <c:pt idx="1276">
                        <c:v>41911</c:v>
                      </c:pt>
                      <c:pt idx="1277">
                        <c:v>41912</c:v>
                      </c:pt>
                      <c:pt idx="1278">
                        <c:v>41913</c:v>
                      </c:pt>
                      <c:pt idx="1279">
                        <c:v>41914</c:v>
                      </c:pt>
                      <c:pt idx="1280">
                        <c:v>41915</c:v>
                      </c:pt>
                      <c:pt idx="1281">
                        <c:v>41918</c:v>
                      </c:pt>
                      <c:pt idx="1282">
                        <c:v>41919</c:v>
                      </c:pt>
                      <c:pt idx="1283">
                        <c:v>41920</c:v>
                      </c:pt>
                      <c:pt idx="1284">
                        <c:v>41921</c:v>
                      </c:pt>
                      <c:pt idx="1285">
                        <c:v>41922</c:v>
                      </c:pt>
                      <c:pt idx="1286">
                        <c:v>41923</c:v>
                      </c:pt>
                      <c:pt idx="1287">
                        <c:v>41925</c:v>
                      </c:pt>
                      <c:pt idx="1288">
                        <c:v>41926</c:v>
                      </c:pt>
                      <c:pt idx="1289">
                        <c:v>41927</c:v>
                      </c:pt>
                      <c:pt idx="1290">
                        <c:v>41928</c:v>
                      </c:pt>
                      <c:pt idx="1291">
                        <c:v>41929</c:v>
                      </c:pt>
                      <c:pt idx="1292">
                        <c:v>41932</c:v>
                      </c:pt>
                      <c:pt idx="1293">
                        <c:v>41933</c:v>
                      </c:pt>
                      <c:pt idx="1294">
                        <c:v>41934</c:v>
                      </c:pt>
                      <c:pt idx="1295">
                        <c:v>41935</c:v>
                      </c:pt>
                      <c:pt idx="1296">
                        <c:v>41936</c:v>
                      </c:pt>
                      <c:pt idx="1297">
                        <c:v>41939</c:v>
                      </c:pt>
                      <c:pt idx="1298">
                        <c:v>41940</c:v>
                      </c:pt>
                      <c:pt idx="1299">
                        <c:v>41941</c:v>
                      </c:pt>
                      <c:pt idx="1300">
                        <c:v>41942</c:v>
                      </c:pt>
                      <c:pt idx="1301">
                        <c:v>41943</c:v>
                      </c:pt>
                      <c:pt idx="1302">
                        <c:v>41946</c:v>
                      </c:pt>
                      <c:pt idx="1303">
                        <c:v>41947</c:v>
                      </c:pt>
                      <c:pt idx="1304">
                        <c:v>41948</c:v>
                      </c:pt>
                      <c:pt idx="1305">
                        <c:v>41949</c:v>
                      </c:pt>
                      <c:pt idx="1306">
                        <c:v>41950</c:v>
                      </c:pt>
                      <c:pt idx="1307">
                        <c:v>41953</c:v>
                      </c:pt>
                      <c:pt idx="1308">
                        <c:v>41954</c:v>
                      </c:pt>
                      <c:pt idx="1309">
                        <c:v>41955</c:v>
                      </c:pt>
                      <c:pt idx="1310">
                        <c:v>41956</c:v>
                      </c:pt>
                      <c:pt idx="1311">
                        <c:v>41957</c:v>
                      </c:pt>
                      <c:pt idx="1312">
                        <c:v>41960</c:v>
                      </c:pt>
                      <c:pt idx="1313">
                        <c:v>41961</c:v>
                      </c:pt>
                      <c:pt idx="1314">
                        <c:v>41962</c:v>
                      </c:pt>
                      <c:pt idx="1315">
                        <c:v>41963</c:v>
                      </c:pt>
                      <c:pt idx="1316">
                        <c:v>41964</c:v>
                      </c:pt>
                      <c:pt idx="1317">
                        <c:v>41967</c:v>
                      </c:pt>
                      <c:pt idx="1318">
                        <c:v>41968</c:v>
                      </c:pt>
                      <c:pt idx="1319">
                        <c:v>41969</c:v>
                      </c:pt>
                      <c:pt idx="1320">
                        <c:v>41970</c:v>
                      </c:pt>
                      <c:pt idx="1321">
                        <c:v>41971</c:v>
                      </c:pt>
                      <c:pt idx="1322">
                        <c:v>41973</c:v>
                      </c:pt>
                      <c:pt idx="1323">
                        <c:v>41974</c:v>
                      </c:pt>
                      <c:pt idx="1324">
                        <c:v>41975</c:v>
                      </c:pt>
                      <c:pt idx="1325">
                        <c:v>41976</c:v>
                      </c:pt>
                      <c:pt idx="1326">
                        <c:v>41977</c:v>
                      </c:pt>
                      <c:pt idx="1327">
                        <c:v>41978</c:v>
                      </c:pt>
                      <c:pt idx="1328">
                        <c:v>41981</c:v>
                      </c:pt>
                      <c:pt idx="1329">
                        <c:v>41982</c:v>
                      </c:pt>
                      <c:pt idx="1330">
                        <c:v>41983</c:v>
                      </c:pt>
                      <c:pt idx="1331">
                        <c:v>41984</c:v>
                      </c:pt>
                      <c:pt idx="1332">
                        <c:v>41985</c:v>
                      </c:pt>
                      <c:pt idx="1333">
                        <c:v>41988</c:v>
                      </c:pt>
                      <c:pt idx="1334">
                        <c:v>41989</c:v>
                      </c:pt>
                      <c:pt idx="1335">
                        <c:v>41990</c:v>
                      </c:pt>
                      <c:pt idx="1336">
                        <c:v>41991</c:v>
                      </c:pt>
                      <c:pt idx="1337">
                        <c:v>41992</c:v>
                      </c:pt>
                      <c:pt idx="1338">
                        <c:v>41993</c:v>
                      </c:pt>
                      <c:pt idx="1339">
                        <c:v>41995</c:v>
                      </c:pt>
                      <c:pt idx="1340">
                        <c:v>41996</c:v>
                      </c:pt>
                      <c:pt idx="1341">
                        <c:v>41997</c:v>
                      </c:pt>
                      <c:pt idx="1342">
                        <c:v>41998</c:v>
                      </c:pt>
                      <c:pt idx="1343">
                        <c:v>41999</c:v>
                      </c:pt>
                      <c:pt idx="1344">
                        <c:v>42002</c:v>
                      </c:pt>
                      <c:pt idx="1345">
                        <c:v>42003</c:v>
                      </c:pt>
                      <c:pt idx="1346">
                        <c:v>42004</c:v>
                      </c:pt>
                      <c:pt idx="1347">
                        <c:v>42006</c:v>
                      </c:pt>
                      <c:pt idx="1348">
                        <c:v>42008</c:v>
                      </c:pt>
                      <c:pt idx="1349">
                        <c:v>42009</c:v>
                      </c:pt>
                      <c:pt idx="1350">
                        <c:v>42010</c:v>
                      </c:pt>
                      <c:pt idx="1351">
                        <c:v>42011</c:v>
                      </c:pt>
                      <c:pt idx="1352">
                        <c:v>42012</c:v>
                      </c:pt>
                      <c:pt idx="1353">
                        <c:v>42013</c:v>
                      </c:pt>
                      <c:pt idx="1354">
                        <c:v>42014</c:v>
                      </c:pt>
                      <c:pt idx="1355">
                        <c:v>42016</c:v>
                      </c:pt>
                      <c:pt idx="1356">
                        <c:v>42017</c:v>
                      </c:pt>
                      <c:pt idx="1357">
                        <c:v>42018</c:v>
                      </c:pt>
                      <c:pt idx="1358">
                        <c:v>42019</c:v>
                      </c:pt>
                      <c:pt idx="1359">
                        <c:v>42020</c:v>
                      </c:pt>
                      <c:pt idx="1360">
                        <c:v>42023</c:v>
                      </c:pt>
                      <c:pt idx="1361">
                        <c:v>42024</c:v>
                      </c:pt>
                      <c:pt idx="1362">
                        <c:v>42025</c:v>
                      </c:pt>
                      <c:pt idx="1363">
                        <c:v>42026</c:v>
                      </c:pt>
                      <c:pt idx="1364">
                        <c:v>42027</c:v>
                      </c:pt>
                      <c:pt idx="1365">
                        <c:v>42030</c:v>
                      </c:pt>
                      <c:pt idx="1366">
                        <c:v>42031</c:v>
                      </c:pt>
                      <c:pt idx="1367">
                        <c:v>42032</c:v>
                      </c:pt>
                      <c:pt idx="1368">
                        <c:v>42033</c:v>
                      </c:pt>
                      <c:pt idx="1369">
                        <c:v>42034</c:v>
                      </c:pt>
                      <c:pt idx="1370">
                        <c:v>42035</c:v>
                      </c:pt>
                      <c:pt idx="1371">
                        <c:v>42037</c:v>
                      </c:pt>
                      <c:pt idx="1372">
                        <c:v>42038</c:v>
                      </c:pt>
                      <c:pt idx="1373">
                        <c:v>42039</c:v>
                      </c:pt>
                      <c:pt idx="1374">
                        <c:v>42040</c:v>
                      </c:pt>
                      <c:pt idx="1375">
                        <c:v>42041</c:v>
                      </c:pt>
                      <c:pt idx="1376">
                        <c:v>42044</c:v>
                      </c:pt>
                      <c:pt idx="1377">
                        <c:v>42045</c:v>
                      </c:pt>
                      <c:pt idx="1378">
                        <c:v>42046</c:v>
                      </c:pt>
                      <c:pt idx="1379">
                        <c:v>42047</c:v>
                      </c:pt>
                      <c:pt idx="1380">
                        <c:v>42048</c:v>
                      </c:pt>
                      <c:pt idx="1381">
                        <c:v>42050</c:v>
                      </c:pt>
                      <c:pt idx="1382">
                        <c:v>42051</c:v>
                      </c:pt>
                      <c:pt idx="1383">
                        <c:v>42052</c:v>
                      </c:pt>
                      <c:pt idx="1384">
                        <c:v>42053</c:v>
                      </c:pt>
                      <c:pt idx="1385">
                        <c:v>42054</c:v>
                      </c:pt>
                      <c:pt idx="1386">
                        <c:v>42055</c:v>
                      </c:pt>
                      <c:pt idx="1387">
                        <c:v>42058</c:v>
                      </c:pt>
                      <c:pt idx="1388">
                        <c:v>42059</c:v>
                      </c:pt>
                      <c:pt idx="1389">
                        <c:v>42060</c:v>
                      </c:pt>
                      <c:pt idx="1390">
                        <c:v>42061</c:v>
                      </c:pt>
                      <c:pt idx="1391">
                        <c:v>42062</c:v>
                      </c:pt>
                      <c:pt idx="1392">
                        <c:v>42063</c:v>
                      </c:pt>
                      <c:pt idx="1393">
                        <c:v>42065</c:v>
                      </c:pt>
                      <c:pt idx="1394">
                        <c:v>42066</c:v>
                      </c:pt>
                      <c:pt idx="1395">
                        <c:v>42067</c:v>
                      </c:pt>
                      <c:pt idx="1396">
                        <c:v>42068</c:v>
                      </c:pt>
                      <c:pt idx="1397">
                        <c:v>42069</c:v>
                      </c:pt>
                      <c:pt idx="1398">
                        <c:v>42072</c:v>
                      </c:pt>
                      <c:pt idx="1399">
                        <c:v>42073</c:v>
                      </c:pt>
                      <c:pt idx="1400">
                        <c:v>42074</c:v>
                      </c:pt>
                      <c:pt idx="1401">
                        <c:v>42075</c:v>
                      </c:pt>
                      <c:pt idx="1402">
                        <c:v>42076</c:v>
                      </c:pt>
                      <c:pt idx="1403">
                        <c:v>42079</c:v>
                      </c:pt>
                      <c:pt idx="1404">
                        <c:v>42080</c:v>
                      </c:pt>
                      <c:pt idx="1405">
                        <c:v>42081</c:v>
                      </c:pt>
                      <c:pt idx="1406">
                        <c:v>42082</c:v>
                      </c:pt>
                      <c:pt idx="1407">
                        <c:v>42083</c:v>
                      </c:pt>
                      <c:pt idx="1408">
                        <c:v>42086</c:v>
                      </c:pt>
                      <c:pt idx="1409">
                        <c:v>42087</c:v>
                      </c:pt>
                      <c:pt idx="1410">
                        <c:v>42088</c:v>
                      </c:pt>
                      <c:pt idx="1411">
                        <c:v>42089</c:v>
                      </c:pt>
                      <c:pt idx="1412">
                        <c:v>42090</c:v>
                      </c:pt>
                      <c:pt idx="1413">
                        <c:v>42093</c:v>
                      </c:pt>
                      <c:pt idx="1414">
                        <c:v>42094</c:v>
                      </c:pt>
                      <c:pt idx="1415">
                        <c:v>42095</c:v>
                      </c:pt>
                      <c:pt idx="1416">
                        <c:v>42096</c:v>
                      </c:pt>
                      <c:pt idx="1417">
                        <c:v>42097</c:v>
                      </c:pt>
                      <c:pt idx="1418">
                        <c:v>42100</c:v>
                      </c:pt>
                      <c:pt idx="1419">
                        <c:v>42101</c:v>
                      </c:pt>
                      <c:pt idx="1420">
                        <c:v>42102</c:v>
                      </c:pt>
                      <c:pt idx="1421">
                        <c:v>42103</c:v>
                      </c:pt>
                      <c:pt idx="1422">
                        <c:v>42104</c:v>
                      </c:pt>
                      <c:pt idx="1423">
                        <c:v>42107</c:v>
                      </c:pt>
                      <c:pt idx="1424">
                        <c:v>42108</c:v>
                      </c:pt>
                      <c:pt idx="1425">
                        <c:v>42109</c:v>
                      </c:pt>
                      <c:pt idx="1426">
                        <c:v>42110</c:v>
                      </c:pt>
                      <c:pt idx="1427">
                        <c:v>42111</c:v>
                      </c:pt>
                      <c:pt idx="1428">
                        <c:v>42114</c:v>
                      </c:pt>
                      <c:pt idx="1429">
                        <c:v>42115</c:v>
                      </c:pt>
                      <c:pt idx="1430">
                        <c:v>42116</c:v>
                      </c:pt>
                      <c:pt idx="1431">
                        <c:v>42117</c:v>
                      </c:pt>
                      <c:pt idx="1432">
                        <c:v>42118</c:v>
                      </c:pt>
                      <c:pt idx="1433">
                        <c:v>42121</c:v>
                      </c:pt>
                      <c:pt idx="1434">
                        <c:v>42122</c:v>
                      </c:pt>
                      <c:pt idx="1435">
                        <c:v>42123</c:v>
                      </c:pt>
                      <c:pt idx="1436">
                        <c:v>42124</c:v>
                      </c:pt>
                      <c:pt idx="1437">
                        <c:v>42128</c:v>
                      </c:pt>
                      <c:pt idx="1438">
                        <c:v>42129</c:v>
                      </c:pt>
                      <c:pt idx="1439">
                        <c:v>42130</c:v>
                      </c:pt>
                      <c:pt idx="1440">
                        <c:v>42131</c:v>
                      </c:pt>
                      <c:pt idx="1441">
                        <c:v>42132</c:v>
                      </c:pt>
                      <c:pt idx="1442">
                        <c:v>42134</c:v>
                      </c:pt>
                      <c:pt idx="1443">
                        <c:v>42135</c:v>
                      </c:pt>
                      <c:pt idx="1444">
                        <c:v>42136</c:v>
                      </c:pt>
                      <c:pt idx="1445">
                        <c:v>42137</c:v>
                      </c:pt>
                      <c:pt idx="1446">
                        <c:v>42138</c:v>
                      </c:pt>
                      <c:pt idx="1447">
                        <c:v>42139</c:v>
                      </c:pt>
                      <c:pt idx="1448">
                        <c:v>42142</c:v>
                      </c:pt>
                      <c:pt idx="1449">
                        <c:v>42143</c:v>
                      </c:pt>
                      <c:pt idx="1450">
                        <c:v>42144</c:v>
                      </c:pt>
                      <c:pt idx="1451">
                        <c:v>42145</c:v>
                      </c:pt>
                      <c:pt idx="1452">
                        <c:v>42146</c:v>
                      </c:pt>
                      <c:pt idx="1453">
                        <c:v>42149</c:v>
                      </c:pt>
                      <c:pt idx="1454">
                        <c:v>42150</c:v>
                      </c:pt>
                      <c:pt idx="1455">
                        <c:v>42151</c:v>
                      </c:pt>
                      <c:pt idx="1456">
                        <c:v>42152</c:v>
                      </c:pt>
                      <c:pt idx="1457">
                        <c:v>42153</c:v>
                      </c:pt>
                      <c:pt idx="1458">
                        <c:v>42155</c:v>
                      </c:pt>
                      <c:pt idx="1459">
                        <c:v>42156</c:v>
                      </c:pt>
                      <c:pt idx="1460">
                        <c:v>42157</c:v>
                      </c:pt>
                      <c:pt idx="1461">
                        <c:v>42158</c:v>
                      </c:pt>
                      <c:pt idx="1462">
                        <c:v>42159</c:v>
                      </c:pt>
                      <c:pt idx="1463">
                        <c:v>42160</c:v>
                      </c:pt>
                      <c:pt idx="1464">
                        <c:v>42163</c:v>
                      </c:pt>
                      <c:pt idx="1465">
                        <c:v>42164</c:v>
                      </c:pt>
                      <c:pt idx="1466">
                        <c:v>42165</c:v>
                      </c:pt>
                      <c:pt idx="1467">
                        <c:v>42166</c:v>
                      </c:pt>
                      <c:pt idx="1468">
                        <c:v>42167</c:v>
                      </c:pt>
                      <c:pt idx="1469">
                        <c:v>42170</c:v>
                      </c:pt>
                      <c:pt idx="1470">
                        <c:v>42171</c:v>
                      </c:pt>
                      <c:pt idx="1471">
                        <c:v>42172</c:v>
                      </c:pt>
                      <c:pt idx="1472">
                        <c:v>42173</c:v>
                      </c:pt>
                      <c:pt idx="1473">
                        <c:v>42174</c:v>
                      </c:pt>
                      <c:pt idx="1474">
                        <c:v>42175</c:v>
                      </c:pt>
                      <c:pt idx="1475">
                        <c:v>42178</c:v>
                      </c:pt>
                      <c:pt idx="1476">
                        <c:v>42179</c:v>
                      </c:pt>
                      <c:pt idx="1477">
                        <c:v>42180</c:v>
                      </c:pt>
                      <c:pt idx="1478">
                        <c:v>42181</c:v>
                      </c:pt>
                      <c:pt idx="1479">
                        <c:v>42184</c:v>
                      </c:pt>
                      <c:pt idx="1480">
                        <c:v>42185</c:v>
                      </c:pt>
                      <c:pt idx="1481">
                        <c:v>42186</c:v>
                      </c:pt>
                      <c:pt idx="1482">
                        <c:v>42187</c:v>
                      </c:pt>
                      <c:pt idx="1483">
                        <c:v>42188</c:v>
                      </c:pt>
                      <c:pt idx="1484">
                        <c:v>42191</c:v>
                      </c:pt>
                      <c:pt idx="1485">
                        <c:v>42192</c:v>
                      </c:pt>
                      <c:pt idx="1486">
                        <c:v>42193</c:v>
                      </c:pt>
                      <c:pt idx="1487">
                        <c:v>42194</c:v>
                      </c:pt>
                      <c:pt idx="1488">
                        <c:v>42195</c:v>
                      </c:pt>
                      <c:pt idx="1489">
                        <c:v>42198</c:v>
                      </c:pt>
                      <c:pt idx="1490">
                        <c:v>42199</c:v>
                      </c:pt>
                      <c:pt idx="1491">
                        <c:v>42200</c:v>
                      </c:pt>
                      <c:pt idx="1492">
                        <c:v>42201</c:v>
                      </c:pt>
                      <c:pt idx="1493">
                        <c:v>42202</c:v>
                      </c:pt>
                      <c:pt idx="1494">
                        <c:v>42205</c:v>
                      </c:pt>
                      <c:pt idx="1495">
                        <c:v>42206</c:v>
                      </c:pt>
                      <c:pt idx="1496">
                        <c:v>42207</c:v>
                      </c:pt>
                      <c:pt idx="1497">
                        <c:v>42208</c:v>
                      </c:pt>
                      <c:pt idx="1498">
                        <c:v>42209</c:v>
                      </c:pt>
                      <c:pt idx="1499">
                        <c:v>42212</c:v>
                      </c:pt>
                      <c:pt idx="1500">
                        <c:v>42213</c:v>
                      </c:pt>
                      <c:pt idx="1501">
                        <c:v>42214</c:v>
                      </c:pt>
                      <c:pt idx="1502">
                        <c:v>42215</c:v>
                      </c:pt>
                      <c:pt idx="1503">
                        <c:v>42216</c:v>
                      </c:pt>
                      <c:pt idx="1504">
                        <c:v>42219</c:v>
                      </c:pt>
                      <c:pt idx="1505">
                        <c:v>42220</c:v>
                      </c:pt>
                      <c:pt idx="1506">
                        <c:v>42221</c:v>
                      </c:pt>
                      <c:pt idx="1507">
                        <c:v>42222</c:v>
                      </c:pt>
                      <c:pt idx="1508">
                        <c:v>42223</c:v>
                      </c:pt>
                      <c:pt idx="1509">
                        <c:v>42226</c:v>
                      </c:pt>
                      <c:pt idx="1510">
                        <c:v>42227</c:v>
                      </c:pt>
                      <c:pt idx="1511">
                        <c:v>42228</c:v>
                      </c:pt>
                      <c:pt idx="1512">
                        <c:v>42229</c:v>
                      </c:pt>
                      <c:pt idx="1513">
                        <c:v>42230</c:v>
                      </c:pt>
                      <c:pt idx="1514">
                        <c:v>42233</c:v>
                      </c:pt>
                      <c:pt idx="1515">
                        <c:v>42234</c:v>
                      </c:pt>
                      <c:pt idx="1516">
                        <c:v>42235</c:v>
                      </c:pt>
                      <c:pt idx="1517">
                        <c:v>42236</c:v>
                      </c:pt>
                      <c:pt idx="1518">
                        <c:v>42237</c:v>
                      </c:pt>
                      <c:pt idx="1519">
                        <c:v>42240</c:v>
                      </c:pt>
                      <c:pt idx="1520">
                        <c:v>42241</c:v>
                      </c:pt>
                      <c:pt idx="1521">
                        <c:v>42242</c:v>
                      </c:pt>
                      <c:pt idx="1522">
                        <c:v>42243</c:v>
                      </c:pt>
                      <c:pt idx="1523">
                        <c:v>42244</c:v>
                      </c:pt>
                      <c:pt idx="1524">
                        <c:v>42247</c:v>
                      </c:pt>
                      <c:pt idx="1525">
                        <c:v>42248</c:v>
                      </c:pt>
                      <c:pt idx="1526">
                        <c:v>42249</c:v>
                      </c:pt>
                      <c:pt idx="1527">
                        <c:v>42251</c:v>
                      </c:pt>
                      <c:pt idx="1528">
                        <c:v>42253</c:v>
                      </c:pt>
                      <c:pt idx="1529">
                        <c:v>42254</c:v>
                      </c:pt>
                      <c:pt idx="1530">
                        <c:v>42255</c:v>
                      </c:pt>
                      <c:pt idx="1531">
                        <c:v>42256</c:v>
                      </c:pt>
                      <c:pt idx="1532">
                        <c:v>42257</c:v>
                      </c:pt>
                      <c:pt idx="1533">
                        <c:v>42258</c:v>
                      </c:pt>
                      <c:pt idx="1534">
                        <c:v>42261</c:v>
                      </c:pt>
                      <c:pt idx="1535">
                        <c:v>42262</c:v>
                      </c:pt>
                      <c:pt idx="1536">
                        <c:v>42263</c:v>
                      </c:pt>
                      <c:pt idx="1537">
                        <c:v>42264</c:v>
                      </c:pt>
                      <c:pt idx="1538">
                        <c:v>42265</c:v>
                      </c:pt>
                      <c:pt idx="1539">
                        <c:v>42267</c:v>
                      </c:pt>
                      <c:pt idx="1540">
                        <c:v>42268</c:v>
                      </c:pt>
                      <c:pt idx="1541">
                        <c:v>42269</c:v>
                      </c:pt>
                      <c:pt idx="1542">
                        <c:v>42270</c:v>
                      </c:pt>
                      <c:pt idx="1543">
                        <c:v>42271</c:v>
                      </c:pt>
                      <c:pt idx="1544">
                        <c:v>42272</c:v>
                      </c:pt>
                      <c:pt idx="1545">
                        <c:v>42275</c:v>
                      </c:pt>
                      <c:pt idx="1546">
                        <c:v>42276</c:v>
                      </c:pt>
                      <c:pt idx="1547">
                        <c:v>42277</c:v>
                      </c:pt>
                      <c:pt idx="1548">
                        <c:v>42278</c:v>
                      </c:pt>
                      <c:pt idx="1549">
                        <c:v>42279</c:v>
                      </c:pt>
                      <c:pt idx="1550">
                        <c:v>42282</c:v>
                      </c:pt>
                      <c:pt idx="1551">
                        <c:v>42283</c:v>
                      </c:pt>
                      <c:pt idx="1552">
                        <c:v>42284</c:v>
                      </c:pt>
                      <c:pt idx="1553">
                        <c:v>42285</c:v>
                      </c:pt>
                      <c:pt idx="1554">
                        <c:v>42286</c:v>
                      </c:pt>
                      <c:pt idx="1555">
                        <c:v>42287</c:v>
                      </c:pt>
                      <c:pt idx="1556">
                        <c:v>42289</c:v>
                      </c:pt>
                      <c:pt idx="1557">
                        <c:v>42290</c:v>
                      </c:pt>
                      <c:pt idx="1558">
                        <c:v>42291</c:v>
                      </c:pt>
                      <c:pt idx="1559">
                        <c:v>42292</c:v>
                      </c:pt>
                      <c:pt idx="1560">
                        <c:v>42293</c:v>
                      </c:pt>
                      <c:pt idx="1561">
                        <c:v>42296</c:v>
                      </c:pt>
                      <c:pt idx="1562">
                        <c:v>42297</c:v>
                      </c:pt>
                      <c:pt idx="1563">
                        <c:v>42298</c:v>
                      </c:pt>
                      <c:pt idx="1564">
                        <c:v>42299</c:v>
                      </c:pt>
                      <c:pt idx="1565">
                        <c:v>42300</c:v>
                      </c:pt>
                      <c:pt idx="1566">
                        <c:v>42303</c:v>
                      </c:pt>
                      <c:pt idx="1567">
                        <c:v>42304</c:v>
                      </c:pt>
                      <c:pt idx="1568">
                        <c:v>42305</c:v>
                      </c:pt>
                      <c:pt idx="1569">
                        <c:v>42306</c:v>
                      </c:pt>
                      <c:pt idx="1570">
                        <c:v>42307</c:v>
                      </c:pt>
                      <c:pt idx="1571">
                        <c:v>42308</c:v>
                      </c:pt>
                      <c:pt idx="1572">
                        <c:v>42310</c:v>
                      </c:pt>
                      <c:pt idx="1573">
                        <c:v>42311</c:v>
                      </c:pt>
                      <c:pt idx="1574">
                        <c:v>42312</c:v>
                      </c:pt>
                      <c:pt idx="1575">
                        <c:v>42313</c:v>
                      </c:pt>
                      <c:pt idx="1576">
                        <c:v>42314</c:v>
                      </c:pt>
                      <c:pt idx="1577">
                        <c:v>42317</c:v>
                      </c:pt>
                      <c:pt idx="1578">
                        <c:v>42318</c:v>
                      </c:pt>
                      <c:pt idx="1579">
                        <c:v>42319</c:v>
                      </c:pt>
                      <c:pt idx="1580">
                        <c:v>42320</c:v>
                      </c:pt>
                      <c:pt idx="1581">
                        <c:v>42321</c:v>
                      </c:pt>
                      <c:pt idx="1582">
                        <c:v>42324</c:v>
                      </c:pt>
                      <c:pt idx="1583">
                        <c:v>42325</c:v>
                      </c:pt>
                      <c:pt idx="1584">
                        <c:v>42326</c:v>
                      </c:pt>
                      <c:pt idx="1585">
                        <c:v>42327</c:v>
                      </c:pt>
                      <c:pt idx="1586">
                        <c:v>42328</c:v>
                      </c:pt>
                      <c:pt idx="1587">
                        <c:v>42331</c:v>
                      </c:pt>
                      <c:pt idx="1588">
                        <c:v>42332</c:v>
                      </c:pt>
                      <c:pt idx="1589">
                        <c:v>42333</c:v>
                      </c:pt>
                      <c:pt idx="1590">
                        <c:v>42334</c:v>
                      </c:pt>
                      <c:pt idx="1591">
                        <c:v>42335</c:v>
                      </c:pt>
                      <c:pt idx="1592">
                        <c:v>42338</c:v>
                      </c:pt>
                      <c:pt idx="1593">
                        <c:v>42339</c:v>
                      </c:pt>
                      <c:pt idx="1594">
                        <c:v>42340</c:v>
                      </c:pt>
                      <c:pt idx="1595">
                        <c:v>42341</c:v>
                      </c:pt>
                      <c:pt idx="1596">
                        <c:v>42342</c:v>
                      </c:pt>
                      <c:pt idx="1597">
                        <c:v>42345</c:v>
                      </c:pt>
                      <c:pt idx="1598">
                        <c:v>42346</c:v>
                      </c:pt>
                      <c:pt idx="1599">
                        <c:v>42347</c:v>
                      </c:pt>
                      <c:pt idx="1600">
                        <c:v>42348</c:v>
                      </c:pt>
                      <c:pt idx="1601">
                        <c:v>42349</c:v>
                      </c:pt>
                      <c:pt idx="1602">
                        <c:v>42352</c:v>
                      </c:pt>
                      <c:pt idx="1603">
                        <c:v>42353</c:v>
                      </c:pt>
                      <c:pt idx="1604">
                        <c:v>42354</c:v>
                      </c:pt>
                      <c:pt idx="1605">
                        <c:v>42355</c:v>
                      </c:pt>
                      <c:pt idx="1606">
                        <c:v>42356</c:v>
                      </c:pt>
                      <c:pt idx="1607">
                        <c:v>42358</c:v>
                      </c:pt>
                      <c:pt idx="1608">
                        <c:v>42359</c:v>
                      </c:pt>
                      <c:pt idx="1609">
                        <c:v>42360</c:v>
                      </c:pt>
                      <c:pt idx="1610">
                        <c:v>42361</c:v>
                      </c:pt>
                      <c:pt idx="1611">
                        <c:v>42362</c:v>
                      </c:pt>
                      <c:pt idx="1612">
                        <c:v>42363</c:v>
                      </c:pt>
                      <c:pt idx="1613">
                        <c:v>42366</c:v>
                      </c:pt>
                      <c:pt idx="1614">
                        <c:v>42367</c:v>
                      </c:pt>
                      <c:pt idx="1615">
                        <c:v>42368</c:v>
                      </c:pt>
                      <c:pt idx="1616">
                        <c:v>42369</c:v>
                      </c:pt>
                      <c:pt idx="1617">
                        <c:v>42373</c:v>
                      </c:pt>
                      <c:pt idx="1618">
                        <c:v>42374</c:v>
                      </c:pt>
                      <c:pt idx="1619">
                        <c:v>42375</c:v>
                      </c:pt>
                      <c:pt idx="1620">
                        <c:v>42376</c:v>
                      </c:pt>
                      <c:pt idx="1621">
                        <c:v>42377</c:v>
                      </c:pt>
                      <c:pt idx="1622">
                        <c:v>42379</c:v>
                      </c:pt>
                      <c:pt idx="1623">
                        <c:v>42380</c:v>
                      </c:pt>
                      <c:pt idx="1624">
                        <c:v>42381</c:v>
                      </c:pt>
                      <c:pt idx="1625">
                        <c:v>42382</c:v>
                      </c:pt>
                      <c:pt idx="1626">
                        <c:v>42383</c:v>
                      </c:pt>
                      <c:pt idx="1627">
                        <c:v>42384</c:v>
                      </c:pt>
                      <c:pt idx="1628">
                        <c:v>42387</c:v>
                      </c:pt>
                      <c:pt idx="1629">
                        <c:v>42388</c:v>
                      </c:pt>
                      <c:pt idx="1630">
                        <c:v>42389</c:v>
                      </c:pt>
                      <c:pt idx="1631">
                        <c:v>42390</c:v>
                      </c:pt>
                      <c:pt idx="1632">
                        <c:v>42391</c:v>
                      </c:pt>
                      <c:pt idx="1633">
                        <c:v>42394</c:v>
                      </c:pt>
                      <c:pt idx="1634">
                        <c:v>42395</c:v>
                      </c:pt>
                      <c:pt idx="1635">
                        <c:v>42396</c:v>
                      </c:pt>
                      <c:pt idx="1636">
                        <c:v>42397</c:v>
                      </c:pt>
                      <c:pt idx="1637">
                        <c:v>42398</c:v>
                      </c:pt>
                      <c:pt idx="1638">
                        <c:v>42400</c:v>
                      </c:pt>
                      <c:pt idx="1639">
                        <c:v>42401</c:v>
                      </c:pt>
                      <c:pt idx="1640">
                        <c:v>42402</c:v>
                      </c:pt>
                      <c:pt idx="1641">
                        <c:v>42403</c:v>
                      </c:pt>
                      <c:pt idx="1642">
                        <c:v>42404</c:v>
                      </c:pt>
                      <c:pt idx="1643">
                        <c:v>42405</c:v>
                      </c:pt>
                      <c:pt idx="1644">
                        <c:v>42406</c:v>
                      </c:pt>
                      <c:pt idx="1645">
                        <c:v>42408</c:v>
                      </c:pt>
                      <c:pt idx="1646">
                        <c:v>42409</c:v>
                      </c:pt>
                      <c:pt idx="1647">
                        <c:v>42410</c:v>
                      </c:pt>
                      <c:pt idx="1648">
                        <c:v>42411</c:v>
                      </c:pt>
                      <c:pt idx="1649">
                        <c:v>42412</c:v>
                      </c:pt>
                      <c:pt idx="1650">
                        <c:v>42414</c:v>
                      </c:pt>
                      <c:pt idx="1651">
                        <c:v>42415</c:v>
                      </c:pt>
                      <c:pt idx="1652">
                        <c:v>42416</c:v>
                      </c:pt>
                      <c:pt idx="1653">
                        <c:v>42417</c:v>
                      </c:pt>
                      <c:pt idx="1654">
                        <c:v>42418</c:v>
                      </c:pt>
                      <c:pt idx="1655">
                        <c:v>42419</c:v>
                      </c:pt>
                      <c:pt idx="1656">
                        <c:v>42420</c:v>
                      </c:pt>
                      <c:pt idx="1657">
                        <c:v>42422</c:v>
                      </c:pt>
                      <c:pt idx="1658">
                        <c:v>42423</c:v>
                      </c:pt>
                      <c:pt idx="1659">
                        <c:v>42424</c:v>
                      </c:pt>
                      <c:pt idx="1660">
                        <c:v>42425</c:v>
                      </c:pt>
                      <c:pt idx="1661">
                        <c:v>42426</c:v>
                      </c:pt>
                      <c:pt idx="1662">
                        <c:v>42429</c:v>
                      </c:pt>
                      <c:pt idx="1663">
                        <c:v>42430</c:v>
                      </c:pt>
                      <c:pt idx="1664">
                        <c:v>42431</c:v>
                      </c:pt>
                      <c:pt idx="1665">
                        <c:v>42432</c:v>
                      </c:pt>
                      <c:pt idx="1666">
                        <c:v>42433</c:v>
                      </c:pt>
                      <c:pt idx="1667">
                        <c:v>42436</c:v>
                      </c:pt>
                      <c:pt idx="1668">
                        <c:v>42437</c:v>
                      </c:pt>
                      <c:pt idx="1669">
                        <c:v>42438</c:v>
                      </c:pt>
                      <c:pt idx="1670">
                        <c:v>42439</c:v>
                      </c:pt>
                      <c:pt idx="1671">
                        <c:v>42440</c:v>
                      </c:pt>
                      <c:pt idx="1672">
                        <c:v>42443</c:v>
                      </c:pt>
                      <c:pt idx="1673">
                        <c:v>42444</c:v>
                      </c:pt>
                      <c:pt idx="1674">
                        <c:v>42445</c:v>
                      </c:pt>
                      <c:pt idx="1675">
                        <c:v>42446</c:v>
                      </c:pt>
                      <c:pt idx="1676">
                        <c:v>42447</c:v>
                      </c:pt>
                      <c:pt idx="1677">
                        <c:v>42449</c:v>
                      </c:pt>
                      <c:pt idx="1678">
                        <c:v>42450</c:v>
                      </c:pt>
                      <c:pt idx="1679">
                        <c:v>42451</c:v>
                      </c:pt>
                      <c:pt idx="1680">
                        <c:v>42452</c:v>
                      </c:pt>
                      <c:pt idx="1681">
                        <c:v>42453</c:v>
                      </c:pt>
                      <c:pt idx="1682">
                        <c:v>42454</c:v>
                      </c:pt>
                      <c:pt idx="1683">
                        <c:v>42457</c:v>
                      </c:pt>
                      <c:pt idx="1684">
                        <c:v>42458</c:v>
                      </c:pt>
                      <c:pt idx="1685">
                        <c:v>42459</c:v>
                      </c:pt>
                      <c:pt idx="1686">
                        <c:v>42460</c:v>
                      </c:pt>
                      <c:pt idx="1687">
                        <c:v>42461</c:v>
                      </c:pt>
                      <c:pt idx="1688">
                        <c:v>42464</c:v>
                      </c:pt>
                      <c:pt idx="1689">
                        <c:v>42465</c:v>
                      </c:pt>
                      <c:pt idx="1690">
                        <c:v>42466</c:v>
                      </c:pt>
                      <c:pt idx="1691">
                        <c:v>42467</c:v>
                      </c:pt>
                      <c:pt idx="1692">
                        <c:v>42468</c:v>
                      </c:pt>
                      <c:pt idx="1693">
                        <c:v>42470</c:v>
                      </c:pt>
                      <c:pt idx="1694">
                        <c:v>42471</c:v>
                      </c:pt>
                      <c:pt idx="1695">
                        <c:v>42472</c:v>
                      </c:pt>
                      <c:pt idx="1696">
                        <c:v>42473</c:v>
                      </c:pt>
                      <c:pt idx="1697">
                        <c:v>42474</c:v>
                      </c:pt>
                      <c:pt idx="1698">
                        <c:v>42475</c:v>
                      </c:pt>
                      <c:pt idx="1699">
                        <c:v>42478</c:v>
                      </c:pt>
                      <c:pt idx="1700">
                        <c:v>42479</c:v>
                      </c:pt>
                      <c:pt idx="1701">
                        <c:v>42480</c:v>
                      </c:pt>
                      <c:pt idx="1702">
                        <c:v>42481</c:v>
                      </c:pt>
                      <c:pt idx="1703">
                        <c:v>42482</c:v>
                      </c:pt>
                      <c:pt idx="1704">
                        <c:v>42485</c:v>
                      </c:pt>
                      <c:pt idx="1705">
                        <c:v>42486</c:v>
                      </c:pt>
                      <c:pt idx="1706">
                        <c:v>42487</c:v>
                      </c:pt>
                      <c:pt idx="1707">
                        <c:v>42488</c:v>
                      </c:pt>
                      <c:pt idx="1708">
                        <c:v>42489</c:v>
                      </c:pt>
                      <c:pt idx="1709">
                        <c:v>42490</c:v>
                      </c:pt>
                      <c:pt idx="1710">
                        <c:v>42492</c:v>
                      </c:pt>
                      <c:pt idx="1711">
                        <c:v>42493</c:v>
                      </c:pt>
                      <c:pt idx="1712">
                        <c:v>42494</c:v>
                      </c:pt>
                      <c:pt idx="1713">
                        <c:v>42495</c:v>
                      </c:pt>
                      <c:pt idx="1714">
                        <c:v>42496</c:v>
                      </c:pt>
                      <c:pt idx="1715">
                        <c:v>42499</c:v>
                      </c:pt>
                      <c:pt idx="1716">
                        <c:v>42500</c:v>
                      </c:pt>
                      <c:pt idx="1717">
                        <c:v>42501</c:v>
                      </c:pt>
                      <c:pt idx="1718">
                        <c:v>42502</c:v>
                      </c:pt>
                      <c:pt idx="1719">
                        <c:v>42503</c:v>
                      </c:pt>
                      <c:pt idx="1720">
                        <c:v>42506</c:v>
                      </c:pt>
                      <c:pt idx="1721">
                        <c:v>42507</c:v>
                      </c:pt>
                      <c:pt idx="1722">
                        <c:v>42508</c:v>
                      </c:pt>
                      <c:pt idx="1723">
                        <c:v>42509</c:v>
                      </c:pt>
                      <c:pt idx="1724">
                        <c:v>42510</c:v>
                      </c:pt>
                      <c:pt idx="1725">
                        <c:v>42513</c:v>
                      </c:pt>
                      <c:pt idx="1726">
                        <c:v>42514</c:v>
                      </c:pt>
                      <c:pt idx="1727">
                        <c:v>42515</c:v>
                      </c:pt>
                      <c:pt idx="1728">
                        <c:v>42516</c:v>
                      </c:pt>
                      <c:pt idx="1729">
                        <c:v>42517</c:v>
                      </c:pt>
                      <c:pt idx="1730">
                        <c:v>42520</c:v>
                      </c:pt>
                      <c:pt idx="1731">
                        <c:v>42521</c:v>
                      </c:pt>
                      <c:pt idx="1732">
                        <c:v>42522</c:v>
                      </c:pt>
                      <c:pt idx="1733">
                        <c:v>42523</c:v>
                      </c:pt>
                      <c:pt idx="1734">
                        <c:v>42524</c:v>
                      </c:pt>
                      <c:pt idx="1735">
                        <c:v>42527</c:v>
                      </c:pt>
                      <c:pt idx="1736">
                        <c:v>42528</c:v>
                      </c:pt>
                      <c:pt idx="1737">
                        <c:v>42529</c:v>
                      </c:pt>
                      <c:pt idx="1738">
                        <c:v>42530</c:v>
                      </c:pt>
                      <c:pt idx="1739">
                        <c:v>42531</c:v>
                      </c:pt>
                      <c:pt idx="1740">
                        <c:v>42533</c:v>
                      </c:pt>
                      <c:pt idx="1741">
                        <c:v>42534</c:v>
                      </c:pt>
                      <c:pt idx="1742">
                        <c:v>42535</c:v>
                      </c:pt>
                      <c:pt idx="1743">
                        <c:v>42536</c:v>
                      </c:pt>
                      <c:pt idx="1744">
                        <c:v>42537</c:v>
                      </c:pt>
                      <c:pt idx="1745">
                        <c:v>42538</c:v>
                      </c:pt>
                      <c:pt idx="1746">
                        <c:v>42541</c:v>
                      </c:pt>
                      <c:pt idx="1747">
                        <c:v>42542</c:v>
                      </c:pt>
                      <c:pt idx="1748">
                        <c:v>42543</c:v>
                      </c:pt>
                      <c:pt idx="1749">
                        <c:v>42544</c:v>
                      </c:pt>
                      <c:pt idx="1750">
                        <c:v>42545</c:v>
                      </c:pt>
                      <c:pt idx="1751">
                        <c:v>42548</c:v>
                      </c:pt>
                      <c:pt idx="1752">
                        <c:v>42549</c:v>
                      </c:pt>
                      <c:pt idx="1753">
                        <c:v>42550</c:v>
                      </c:pt>
                      <c:pt idx="1754">
                        <c:v>42551</c:v>
                      </c:pt>
                      <c:pt idx="1755">
                        <c:v>42552</c:v>
                      </c:pt>
                      <c:pt idx="1756">
                        <c:v>42555</c:v>
                      </c:pt>
                      <c:pt idx="1757">
                        <c:v>42556</c:v>
                      </c:pt>
                      <c:pt idx="1758">
                        <c:v>42557</c:v>
                      </c:pt>
                      <c:pt idx="1759">
                        <c:v>42558</c:v>
                      </c:pt>
                      <c:pt idx="1760">
                        <c:v>42559</c:v>
                      </c:pt>
                      <c:pt idx="1761">
                        <c:v>42561</c:v>
                      </c:pt>
                      <c:pt idx="1762">
                        <c:v>42562</c:v>
                      </c:pt>
                      <c:pt idx="1763">
                        <c:v>42563</c:v>
                      </c:pt>
                      <c:pt idx="1764">
                        <c:v>42564</c:v>
                      </c:pt>
                      <c:pt idx="1765">
                        <c:v>42565</c:v>
                      </c:pt>
                      <c:pt idx="1766">
                        <c:v>42566</c:v>
                      </c:pt>
                      <c:pt idx="1767">
                        <c:v>42569</c:v>
                      </c:pt>
                      <c:pt idx="1768">
                        <c:v>42570</c:v>
                      </c:pt>
                      <c:pt idx="1769">
                        <c:v>42571</c:v>
                      </c:pt>
                      <c:pt idx="1770">
                        <c:v>42572</c:v>
                      </c:pt>
                      <c:pt idx="1771">
                        <c:v>42573</c:v>
                      </c:pt>
                      <c:pt idx="1772">
                        <c:v>42576</c:v>
                      </c:pt>
                      <c:pt idx="1773">
                        <c:v>42577</c:v>
                      </c:pt>
                      <c:pt idx="1774">
                        <c:v>42578</c:v>
                      </c:pt>
                      <c:pt idx="1775">
                        <c:v>42579</c:v>
                      </c:pt>
                      <c:pt idx="1776">
                        <c:v>42580</c:v>
                      </c:pt>
                      <c:pt idx="1777">
                        <c:v>42582</c:v>
                      </c:pt>
                      <c:pt idx="1778">
                        <c:v>42583</c:v>
                      </c:pt>
                      <c:pt idx="1779">
                        <c:v>42584</c:v>
                      </c:pt>
                      <c:pt idx="1780">
                        <c:v>42585</c:v>
                      </c:pt>
                      <c:pt idx="1781">
                        <c:v>42586</c:v>
                      </c:pt>
                      <c:pt idx="1782">
                        <c:v>42587</c:v>
                      </c:pt>
                      <c:pt idx="1783">
                        <c:v>42590</c:v>
                      </c:pt>
                      <c:pt idx="1784">
                        <c:v>42591</c:v>
                      </c:pt>
                      <c:pt idx="1785">
                        <c:v>42592</c:v>
                      </c:pt>
                      <c:pt idx="1786">
                        <c:v>42593</c:v>
                      </c:pt>
                      <c:pt idx="1787">
                        <c:v>42594</c:v>
                      </c:pt>
                      <c:pt idx="1788">
                        <c:v>42597</c:v>
                      </c:pt>
                      <c:pt idx="1789">
                        <c:v>42598</c:v>
                      </c:pt>
                      <c:pt idx="1790">
                        <c:v>42599</c:v>
                      </c:pt>
                      <c:pt idx="1791">
                        <c:v>42600</c:v>
                      </c:pt>
                      <c:pt idx="1792">
                        <c:v>42601</c:v>
                      </c:pt>
                      <c:pt idx="1793">
                        <c:v>42602</c:v>
                      </c:pt>
                      <c:pt idx="1794">
                        <c:v>42604</c:v>
                      </c:pt>
                      <c:pt idx="1795">
                        <c:v>42605</c:v>
                      </c:pt>
                      <c:pt idx="1796">
                        <c:v>42606</c:v>
                      </c:pt>
                      <c:pt idx="1797">
                        <c:v>42607</c:v>
                      </c:pt>
                      <c:pt idx="1798">
                        <c:v>42608</c:v>
                      </c:pt>
                      <c:pt idx="1799">
                        <c:v>42611</c:v>
                      </c:pt>
                      <c:pt idx="1800">
                        <c:v>42612</c:v>
                      </c:pt>
                      <c:pt idx="1801">
                        <c:v>42613</c:v>
                      </c:pt>
                      <c:pt idx="1802">
                        <c:v>42614</c:v>
                      </c:pt>
                      <c:pt idx="1803">
                        <c:v>42615</c:v>
                      </c:pt>
                      <c:pt idx="1804">
                        <c:v>42618</c:v>
                      </c:pt>
                      <c:pt idx="1805">
                        <c:v>42619</c:v>
                      </c:pt>
                      <c:pt idx="1806">
                        <c:v>42620</c:v>
                      </c:pt>
                      <c:pt idx="1807">
                        <c:v>42621</c:v>
                      </c:pt>
                      <c:pt idx="1808">
                        <c:v>42622</c:v>
                      </c:pt>
                      <c:pt idx="1809">
                        <c:v>42623</c:v>
                      </c:pt>
                      <c:pt idx="1810">
                        <c:v>42625</c:v>
                      </c:pt>
                      <c:pt idx="1811">
                        <c:v>42626</c:v>
                      </c:pt>
                      <c:pt idx="1812">
                        <c:v>42627</c:v>
                      </c:pt>
                      <c:pt idx="1813">
                        <c:v>42628</c:v>
                      </c:pt>
                      <c:pt idx="1814">
                        <c:v>42629</c:v>
                      </c:pt>
                      <c:pt idx="1815">
                        <c:v>42631</c:v>
                      </c:pt>
                      <c:pt idx="1816">
                        <c:v>42632</c:v>
                      </c:pt>
                      <c:pt idx="1817">
                        <c:v>42633</c:v>
                      </c:pt>
                      <c:pt idx="1818">
                        <c:v>42634</c:v>
                      </c:pt>
                      <c:pt idx="1819">
                        <c:v>42635</c:v>
                      </c:pt>
                      <c:pt idx="1820">
                        <c:v>42636</c:v>
                      </c:pt>
                      <c:pt idx="1821">
                        <c:v>42639</c:v>
                      </c:pt>
                      <c:pt idx="1822">
                        <c:v>42640</c:v>
                      </c:pt>
                      <c:pt idx="1823">
                        <c:v>42641</c:v>
                      </c:pt>
                      <c:pt idx="1824">
                        <c:v>42642</c:v>
                      </c:pt>
                      <c:pt idx="1825">
                        <c:v>42643</c:v>
                      </c:pt>
                      <c:pt idx="1826">
                        <c:v>42646</c:v>
                      </c:pt>
                      <c:pt idx="1827">
                        <c:v>42647</c:v>
                      </c:pt>
                      <c:pt idx="1828">
                        <c:v>42648</c:v>
                      </c:pt>
                      <c:pt idx="1829">
                        <c:v>42649</c:v>
                      </c:pt>
                      <c:pt idx="1830">
                        <c:v>42650</c:v>
                      </c:pt>
                      <c:pt idx="1831">
                        <c:v>42651</c:v>
                      </c:pt>
                      <c:pt idx="1832">
                        <c:v>42652</c:v>
                      </c:pt>
                      <c:pt idx="1833">
                        <c:v>42653</c:v>
                      </c:pt>
                      <c:pt idx="1834">
                        <c:v>42654</c:v>
                      </c:pt>
                      <c:pt idx="1835">
                        <c:v>42655</c:v>
                      </c:pt>
                      <c:pt idx="1836">
                        <c:v>42656</c:v>
                      </c:pt>
                      <c:pt idx="1837">
                        <c:v>42657</c:v>
                      </c:pt>
                      <c:pt idx="1838">
                        <c:v>42660</c:v>
                      </c:pt>
                      <c:pt idx="1839">
                        <c:v>42661</c:v>
                      </c:pt>
                      <c:pt idx="1840">
                        <c:v>42662</c:v>
                      </c:pt>
                      <c:pt idx="1841">
                        <c:v>42663</c:v>
                      </c:pt>
                      <c:pt idx="1842">
                        <c:v>42664</c:v>
                      </c:pt>
                      <c:pt idx="1843">
                        <c:v>42667</c:v>
                      </c:pt>
                      <c:pt idx="1844">
                        <c:v>42668</c:v>
                      </c:pt>
                      <c:pt idx="1845">
                        <c:v>42669</c:v>
                      </c:pt>
                      <c:pt idx="1846">
                        <c:v>42670</c:v>
                      </c:pt>
                      <c:pt idx="1847">
                        <c:v>42671</c:v>
                      </c:pt>
                      <c:pt idx="1848">
                        <c:v>42674</c:v>
                      </c:pt>
                      <c:pt idx="1849">
                        <c:v>42675</c:v>
                      </c:pt>
                      <c:pt idx="1850">
                        <c:v>42676</c:v>
                      </c:pt>
                      <c:pt idx="1851">
                        <c:v>42677</c:v>
                      </c:pt>
                      <c:pt idx="1852">
                        <c:v>42678</c:v>
                      </c:pt>
                      <c:pt idx="1853">
                        <c:v>42681</c:v>
                      </c:pt>
                      <c:pt idx="1854">
                        <c:v>42682</c:v>
                      </c:pt>
                      <c:pt idx="1855">
                        <c:v>42683</c:v>
                      </c:pt>
                      <c:pt idx="1856">
                        <c:v>42684</c:v>
                      </c:pt>
                      <c:pt idx="1857">
                        <c:v>42685</c:v>
                      </c:pt>
                      <c:pt idx="1858">
                        <c:v>42688</c:v>
                      </c:pt>
                      <c:pt idx="1859">
                        <c:v>42689</c:v>
                      </c:pt>
                      <c:pt idx="1860">
                        <c:v>42690</c:v>
                      </c:pt>
                      <c:pt idx="1861">
                        <c:v>42691</c:v>
                      </c:pt>
                      <c:pt idx="1862">
                        <c:v>42692</c:v>
                      </c:pt>
                      <c:pt idx="1863">
                        <c:v>42694</c:v>
                      </c:pt>
                      <c:pt idx="1864">
                        <c:v>42695</c:v>
                      </c:pt>
                      <c:pt idx="1865">
                        <c:v>42696</c:v>
                      </c:pt>
                      <c:pt idx="1866">
                        <c:v>42697</c:v>
                      </c:pt>
                      <c:pt idx="1867">
                        <c:v>42698</c:v>
                      </c:pt>
                      <c:pt idx="1868">
                        <c:v>42699</c:v>
                      </c:pt>
                      <c:pt idx="1869">
                        <c:v>42702</c:v>
                      </c:pt>
                      <c:pt idx="1870">
                        <c:v>42703</c:v>
                      </c:pt>
                      <c:pt idx="1871">
                        <c:v>42704</c:v>
                      </c:pt>
                      <c:pt idx="1872">
                        <c:v>42705</c:v>
                      </c:pt>
                      <c:pt idx="1873">
                        <c:v>42706</c:v>
                      </c:pt>
                      <c:pt idx="1874">
                        <c:v>42709</c:v>
                      </c:pt>
                      <c:pt idx="1875">
                        <c:v>42710</c:v>
                      </c:pt>
                      <c:pt idx="1876">
                        <c:v>42711</c:v>
                      </c:pt>
                      <c:pt idx="1877">
                        <c:v>42712</c:v>
                      </c:pt>
                      <c:pt idx="1878">
                        <c:v>42713</c:v>
                      </c:pt>
                      <c:pt idx="1879">
                        <c:v>42714</c:v>
                      </c:pt>
                      <c:pt idx="1880">
                        <c:v>42716</c:v>
                      </c:pt>
                      <c:pt idx="1881">
                        <c:v>42717</c:v>
                      </c:pt>
                      <c:pt idx="1882">
                        <c:v>42718</c:v>
                      </c:pt>
                      <c:pt idx="1883">
                        <c:v>42719</c:v>
                      </c:pt>
                      <c:pt idx="1884">
                        <c:v>42720</c:v>
                      </c:pt>
                      <c:pt idx="1885">
                        <c:v>42723</c:v>
                      </c:pt>
                      <c:pt idx="1886">
                        <c:v>42724</c:v>
                      </c:pt>
                      <c:pt idx="1887">
                        <c:v>42725</c:v>
                      </c:pt>
                      <c:pt idx="1888">
                        <c:v>42726</c:v>
                      </c:pt>
                      <c:pt idx="1889">
                        <c:v>42727</c:v>
                      </c:pt>
                      <c:pt idx="1890">
                        <c:v>42730</c:v>
                      </c:pt>
                      <c:pt idx="1891">
                        <c:v>42731</c:v>
                      </c:pt>
                      <c:pt idx="1892">
                        <c:v>42732</c:v>
                      </c:pt>
                      <c:pt idx="1893">
                        <c:v>42733</c:v>
                      </c:pt>
                      <c:pt idx="1894">
                        <c:v>42734</c:v>
                      </c:pt>
                      <c:pt idx="1895">
                        <c:v>42735</c:v>
                      </c:pt>
                      <c:pt idx="1896">
                        <c:v>42737</c:v>
                      </c:pt>
                      <c:pt idx="1897">
                        <c:v>42738</c:v>
                      </c:pt>
                      <c:pt idx="1898">
                        <c:v>42739</c:v>
                      </c:pt>
                      <c:pt idx="1899">
                        <c:v>42740</c:v>
                      </c:pt>
                      <c:pt idx="1900">
                        <c:v>42741</c:v>
                      </c:pt>
                      <c:pt idx="1901">
                        <c:v>42744</c:v>
                      </c:pt>
                      <c:pt idx="1902">
                        <c:v>42745</c:v>
                      </c:pt>
                      <c:pt idx="1903">
                        <c:v>42746</c:v>
                      </c:pt>
                      <c:pt idx="1904">
                        <c:v>42747</c:v>
                      </c:pt>
                      <c:pt idx="1905">
                        <c:v>42748</c:v>
                      </c:pt>
                      <c:pt idx="1906">
                        <c:v>42751</c:v>
                      </c:pt>
                      <c:pt idx="1907">
                        <c:v>42752</c:v>
                      </c:pt>
                      <c:pt idx="1908">
                        <c:v>42753</c:v>
                      </c:pt>
                      <c:pt idx="1909">
                        <c:v>42754</c:v>
                      </c:pt>
                      <c:pt idx="1910">
                        <c:v>42755</c:v>
                      </c:pt>
                      <c:pt idx="1911">
                        <c:v>42757</c:v>
                      </c:pt>
                      <c:pt idx="1912">
                        <c:v>42758</c:v>
                      </c:pt>
                      <c:pt idx="1913">
                        <c:v>42759</c:v>
                      </c:pt>
                      <c:pt idx="1914">
                        <c:v>42760</c:v>
                      </c:pt>
                      <c:pt idx="1915">
                        <c:v>42761</c:v>
                      </c:pt>
                      <c:pt idx="1916">
                        <c:v>42762</c:v>
                      </c:pt>
                      <c:pt idx="1917">
                        <c:v>42765</c:v>
                      </c:pt>
                      <c:pt idx="1918">
                        <c:v>42766</c:v>
                      </c:pt>
                      <c:pt idx="1919">
                        <c:v>42767</c:v>
                      </c:pt>
                      <c:pt idx="1920">
                        <c:v>42768</c:v>
                      </c:pt>
                      <c:pt idx="1921">
                        <c:v>42769</c:v>
                      </c:pt>
                      <c:pt idx="1922">
                        <c:v>42770</c:v>
                      </c:pt>
                      <c:pt idx="1923">
                        <c:v>42771</c:v>
                      </c:pt>
                      <c:pt idx="1924">
                        <c:v>42772</c:v>
                      </c:pt>
                      <c:pt idx="1925">
                        <c:v>42773</c:v>
                      </c:pt>
                      <c:pt idx="1926">
                        <c:v>42774</c:v>
                      </c:pt>
                      <c:pt idx="1927">
                        <c:v>42775</c:v>
                      </c:pt>
                      <c:pt idx="1928">
                        <c:v>42776</c:v>
                      </c:pt>
                      <c:pt idx="1929">
                        <c:v>42779</c:v>
                      </c:pt>
                      <c:pt idx="1930">
                        <c:v>42780</c:v>
                      </c:pt>
                      <c:pt idx="1931">
                        <c:v>42781</c:v>
                      </c:pt>
                      <c:pt idx="1932">
                        <c:v>42782</c:v>
                      </c:pt>
                      <c:pt idx="1933">
                        <c:v>42783</c:v>
                      </c:pt>
                      <c:pt idx="1934">
                        <c:v>42786</c:v>
                      </c:pt>
                      <c:pt idx="1935">
                        <c:v>42787</c:v>
                      </c:pt>
                      <c:pt idx="1936">
                        <c:v>42788</c:v>
                      </c:pt>
                      <c:pt idx="1937">
                        <c:v>42789</c:v>
                      </c:pt>
                      <c:pt idx="1938">
                        <c:v>42790</c:v>
                      </c:pt>
                      <c:pt idx="1939">
                        <c:v>42793</c:v>
                      </c:pt>
                      <c:pt idx="1940">
                        <c:v>42794</c:v>
                      </c:pt>
                      <c:pt idx="1941">
                        <c:v>42795</c:v>
                      </c:pt>
                      <c:pt idx="1942">
                        <c:v>42796</c:v>
                      </c:pt>
                      <c:pt idx="1943">
                        <c:v>42797</c:v>
                      </c:pt>
                      <c:pt idx="1944">
                        <c:v>42800</c:v>
                      </c:pt>
                      <c:pt idx="1945">
                        <c:v>42801</c:v>
                      </c:pt>
                      <c:pt idx="1946">
                        <c:v>42802</c:v>
                      </c:pt>
                      <c:pt idx="1947">
                        <c:v>42803</c:v>
                      </c:pt>
                      <c:pt idx="1948">
                        <c:v>42804</c:v>
                      </c:pt>
                      <c:pt idx="1949">
                        <c:v>42807</c:v>
                      </c:pt>
                      <c:pt idx="1950">
                        <c:v>42808</c:v>
                      </c:pt>
                      <c:pt idx="1951">
                        <c:v>42809</c:v>
                      </c:pt>
                      <c:pt idx="1952">
                        <c:v>42810</c:v>
                      </c:pt>
                      <c:pt idx="1953">
                        <c:v>42811</c:v>
                      </c:pt>
                      <c:pt idx="1954">
                        <c:v>42814</c:v>
                      </c:pt>
                      <c:pt idx="1955">
                        <c:v>42815</c:v>
                      </c:pt>
                      <c:pt idx="1956">
                        <c:v>42816</c:v>
                      </c:pt>
                      <c:pt idx="1957">
                        <c:v>42817</c:v>
                      </c:pt>
                      <c:pt idx="1958">
                        <c:v>42818</c:v>
                      </c:pt>
                      <c:pt idx="1959">
                        <c:v>42821</c:v>
                      </c:pt>
                      <c:pt idx="1960">
                        <c:v>42822</c:v>
                      </c:pt>
                      <c:pt idx="1961">
                        <c:v>42823</c:v>
                      </c:pt>
                      <c:pt idx="1962">
                        <c:v>42824</c:v>
                      </c:pt>
                      <c:pt idx="1963">
                        <c:v>42825</c:v>
                      </c:pt>
                      <c:pt idx="1964">
                        <c:v>42826</c:v>
                      </c:pt>
                      <c:pt idx="1965">
                        <c:v>42828</c:v>
                      </c:pt>
                      <c:pt idx="1966">
                        <c:v>42829</c:v>
                      </c:pt>
                      <c:pt idx="1967">
                        <c:v>42830</c:v>
                      </c:pt>
                      <c:pt idx="1968">
                        <c:v>42831</c:v>
                      </c:pt>
                      <c:pt idx="1969">
                        <c:v>42832</c:v>
                      </c:pt>
                      <c:pt idx="1970">
                        <c:v>42835</c:v>
                      </c:pt>
                      <c:pt idx="1971">
                        <c:v>42836</c:v>
                      </c:pt>
                      <c:pt idx="1972">
                        <c:v>42837</c:v>
                      </c:pt>
                      <c:pt idx="1973">
                        <c:v>42838</c:v>
                      </c:pt>
                      <c:pt idx="1974">
                        <c:v>42839</c:v>
                      </c:pt>
                      <c:pt idx="1975">
                        <c:v>42842</c:v>
                      </c:pt>
                      <c:pt idx="1976">
                        <c:v>42843</c:v>
                      </c:pt>
                      <c:pt idx="1977">
                        <c:v>42844</c:v>
                      </c:pt>
                      <c:pt idx="1978">
                        <c:v>42845</c:v>
                      </c:pt>
                      <c:pt idx="1979">
                        <c:v>42846</c:v>
                      </c:pt>
                      <c:pt idx="1980">
                        <c:v>42849</c:v>
                      </c:pt>
                      <c:pt idx="1981">
                        <c:v>42850</c:v>
                      </c:pt>
                      <c:pt idx="1982">
                        <c:v>42851</c:v>
                      </c:pt>
                      <c:pt idx="1983">
                        <c:v>42852</c:v>
                      </c:pt>
                      <c:pt idx="1984">
                        <c:v>42853</c:v>
                      </c:pt>
                      <c:pt idx="1985">
                        <c:v>42855</c:v>
                      </c:pt>
                      <c:pt idx="1986">
                        <c:v>42856</c:v>
                      </c:pt>
                      <c:pt idx="1987">
                        <c:v>42857</c:v>
                      </c:pt>
                      <c:pt idx="1988">
                        <c:v>42858</c:v>
                      </c:pt>
                      <c:pt idx="1989">
                        <c:v>42859</c:v>
                      </c:pt>
                      <c:pt idx="1990">
                        <c:v>42860</c:v>
                      </c:pt>
                      <c:pt idx="1991">
                        <c:v>42863</c:v>
                      </c:pt>
                      <c:pt idx="1992">
                        <c:v>42864</c:v>
                      </c:pt>
                      <c:pt idx="1993">
                        <c:v>42865</c:v>
                      </c:pt>
                      <c:pt idx="1994">
                        <c:v>42866</c:v>
                      </c:pt>
                      <c:pt idx="1995">
                        <c:v>42867</c:v>
                      </c:pt>
                      <c:pt idx="1996">
                        <c:v>42870</c:v>
                      </c:pt>
                      <c:pt idx="1997">
                        <c:v>42871</c:v>
                      </c:pt>
                      <c:pt idx="1998">
                        <c:v>42872</c:v>
                      </c:pt>
                      <c:pt idx="1999">
                        <c:v>42873</c:v>
                      </c:pt>
                      <c:pt idx="2000">
                        <c:v>42874</c:v>
                      </c:pt>
                      <c:pt idx="2001">
                        <c:v>42875</c:v>
                      </c:pt>
                      <c:pt idx="2002">
                        <c:v>42877</c:v>
                      </c:pt>
                      <c:pt idx="2003">
                        <c:v>42878</c:v>
                      </c:pt>
                      <c:pt idx="2004">
                        <c:v>42879</c:v>
                      </c:pt>
                      <c:pt idx="2005">
                        <c:v>42880</c:v>
                      </c:pt>
                      <c:pt idx="2006">
                        <c:v>42881</c:v>
                      </c:pt>
                      <c:pt idx="2007">
                        <c:v>42882</c:v>
                      </c:pt>
                      <c:pt idx="2008">
                        <c:v>42884</c:v>
                      </c:pt>
                      <c:pt idx="2009">
                        <c:v>42885</c:v>
                      </c:pt>
                      <c:pt idx="2010">
                        <c:v>42886</c:v>
                      </c:pt>
                      <c:pt idx="2011">
                        <c:v>42887</c:v>
                      </c:pt>
                      <c:pt idx="2012">
                        <c:v>42888</c:v>
                      </c:pt>
                      <c:pt idx="2013">
                        <c:v>42891</c:v>
                      </c:pt>
                      <c:pt idx="2014">
                        <c:v>42892</c:v>
                      </c:pt>
                      <c:pt idx="2015">
                        <c:v>42893</c:v>
                      </c:pt>
                      <c:pt idx="2016">
                        <c:v>42894</c:v>
                      </c:pt>
                      <c:pt idx="2017">
                        <c:v>42895</c:v>
                      </c:pt>
                      <c:pt idx="2018">
                        <c:v>42896</c:v>
                      </c:pt>
                      <c:pt idx="2019">
                        <c:v>42898</c:v>
                      </c:pt>
                      <c:pt idx="2020">
                        <c:v>42899</c:v>
                      </c:pt>
                      <c:pt idx="2021">
                        <c:v>42900</c:v>
                      </c:pt>
                      <c:pt idx="2022">
                        <c:v>42901</c:v>
                      </c:pt>
                      <c:pt idx="2023">
                        <c:v>42902</c:v>
                      </c:pt>
                      <c:pt idx="2024">
                        <c:v>42905</c:v>
                      </c:pt>
                      <c:pt idx="2025">
                        <c:v>42906</c:v>
                      </c:pt>
                      <c:pt idx="2026">
                        <c:v>42907</c:v>
                      </c:pt>
                      <c:pt idx="2027">
                        <c:v>42908</c:v>
                      </c:pt>
                      <c:pt idx="2028">
                        <c:v>42909</c:v>
                      </c:pt>
                      <c:pt idx="2029">
                        <c:v>42912</c:v>
                      </c:pt>
                      <c:pt idx="2030">
                        <c:v>42913</c:v>
                      </c:pt>
                      <c:pt idx="2031">
                        <c:v>42914</c:v>
                      </c:pt>
                      <c:pt idx="2032">
                        <c:v>42915</c:v>
                      </c:pt>
                      <c:pt idx="2033">
                        <c:v>42916</c:v>
                      </c:pt>
                      <c:pt idx="2034">
                        <c:v>42919</c:v>
                      </c:pt>
                      <c:pt idx="2035">
                        <c:v>42920</c:v>
                      </c:pt>
                      <c:pt idx="2036">
                        <c:v>42921</c:v>
                      </c:pt>
                      <c:pt idx="2037">
                        <c:v>42922</c:v>
                      </c:pt>
                      <c:pt idx="2038">
                        <c:v>42923</c:v>
                      </c:pt>
                      <c:pt idx="2039">
                        <c:v>42926</c:v>
                      </c:pt>
                      <c:pt idx="2040">
                        <c:v>42927</c:v>
                      </c:pt>
                      <c:pt idx="2041">
                        <c:v>42928</c:v>
                      </c:pt>
                      <c:pt idx="2042">
                        <c:v>42929</c:v>
                      </c:pt>
                      <c:pt idx="2043">
                        <c:v>42930</c:v>
                      </c:pt>
                      <c:pt idx="2044">
                        <c:v>42933</c:v>
                      </c:pt>
                      <c:pt idx="2045">
                        <c:v>42934</c:v>
                      </c:pt>
                      <c:pt idx="2046">
                        <c:v>42935</c:v>
                      </c:pt>
                      <c:pt idx="2047">
                        <c:v>42936</c:v>
                      </c:pt>
                      <c:pt idx="2048">
                        <c:v>42937</c:v>
                      </c:pt>
                      <c:pt idx="2049">
                        <c:v>42940</c:v>
                      </c:pt>
                      <c:pt idx="2050">
                        <c:v>42941</c:v>
                      </c:pt>
                      <c:pt idx="2051">
                        <c:v>42942</c:v>
                      </c:pt>
                      <c:pt idx="2052">
                        <c:v>42943</c:v>
                      </c:pt>
                      <c:pt idx="2053">
                        <c:v>42944</c:v>
                      </c:pt>
                      <c:pt idx="2054">
                        <c:v>42947</c:v>
                      </c:pt>
                      <c:pt idx="2055">
                        <c:v>42948</c:v>
                      </c:pt>
                      <c:pt idx="2056">
                        <c:v>42949</c:v>
                      </c:pt>
                      <c:pt idx="2057">
                        <c:v>42950</c:v>
                      </c:pt>
                      <c:pt idx="2058">
                        <c:v>42951</c:v>
                      </c:pt>
                      <c:pt idx="2059">
                        <c:v>42954</c:v>
                      </c:pt>
                      <c:pt idx="2060">
                        <c:v>42955</c:v>
                      </c:pt>
                      <c:pt idx="2061">
                        <c:v>42956</c:v>
                      </c:pt>
                      <c:pt idx="2062">
                        <c:v>42957</c:v>
                      </c:pt>
                      <c:pt idx="2063">
                        <c:v>42958</c:v>
                      </c:pt>
                      <c:pt idx="2064">
                        <c:v>42961</c:v>
                      </c:pt>
                      <c:pt idx="2065">
                        <c:v>42962</c:v>
                      </c:pt>
                      <c:pt idx="2066">
                        <c:v>42963</c:v>
                      </c:pt>
                      <c:pt idx="2067">
                        <c:v>42964</c:v>
                      </c:pt>
                      <c:pt idx="2068">
                        <c:v>42965</c:v>
                      </c:pt>
                      <c:pt idx="2069">
                        <c:v>42967</c:v>
                      </c:pt>
                      <c:pt idx="2070">
                        <c:v>42968</c:v>
                      </c:pt>
                      <c:pt idx="2071">
                        <c:v>42969</c:v>
                      </c:pt>
                      <c:pt idx="2072">
                        <c:v>42970</c:v>
                      </c:pt>
                      <c:pt idx="2073">
                        <c:v>42971</c:v>
                      </c:pt>
                      <c:pt idx="2074">
                        <c:v>42972</c:v>
                      </c:pt>
                      <c:pt idx="2075">
                        <c:v>42975</c:v>
                      </c:pt>
                      <c:pt idx="2076">
                        <c:v>42976</c:v>
                      </c:pt>
                      <c:pt idx="2077">
                        <c:v>42977</c:v>
                      </c:pt>
                      <c:pt idx="2078">
                        <c:v>42978</c:v>
                      </c:pt>
                      <c:pt idx="2079">
                        <c:v>42979</c:v>
                      </c:pt>
                      <c:pt idx="2080">
                        <c:v>42982</c:v>
                      </c:pt>
                      <c:pt idx="2081">
                        <c:v>42983</c:v>
                      </c:pt>
                      <c:pt idx="2082">
                        <c:v>42984</c:v>
                      </c:pt>
                      <c:pt idx="2083">
                        <c:v>42985</c:v>
                      </c:pt>
                      <c:pt idx="2084">
                        <c:v>42986</c:v>
                      </c:pt>
                      <c:pt idx="2085">
                        <c:v>42988</c:v>
                      </c:pt>
                      <c:pt idx="2086">
                        <c:v>42989</c:v>
                      </c:pt>
                      <c:pt idx="2087">
                        <c:v>42990</c:v>
                      </c:pt>
                      <c:pt idx="2088">
                        <c:v>42991</c:v>
                      </c:pt>
                      <c:pt idx="2089">
                        <c:v>42992</c:v>
                      </c:pt>
                      <c:pt idx="2090">
                        <c:v>42993</c:v>
                      </c:pt>
                      <c:pt idx="2091">
                        <c:v>42996</c:v>
                      </c:pt>
                      <c:pt idx="2092">
                        <c:v>42997</c:v>
                      </c:pt>
                      <c:pt idx="2093">
                        <c:v>42998</c:v>
                      </c:pt>
                      <c:pt idx="2094">
                        <c:v>42999</c:v>
                      </c:pt>
                      <c:pt idx="2095">
                        <c:v>43000</c:v>
                      </c:pt>
                      <c:pt idx="2096">
                        <c:v>43003</c:v>
                      </c:pt>
                      <c:pt idx="2097">
                        <c:v>43004</c:v>
                      </c:pt>
                      <c:pt idx="2098">
                        <c:v>43005</c:v>
                      </c:pt>
                      <c:pt idx="2099">
                        <c:v>43006</c:v>
                      </c:pt>
                      <c:pt idx="2100">
                        <c:v>43007</c:v>
                      </c:pt>
                      <c:pt idx="2101">
                        <c:v>43008</c:v>
                      </c:pt>
                      <c:pt idx="2102">
                        <c:v>43010</c:v>
                      </c:pt>
                      <c:pt idx="2103">
                        <c:v>43011</c:v>
                      </c:pt>
                      <c:pt idx="2104">
                        <c:v>43012</c:v>
                      </c:pt>
                      <c:pt idx="2105">
                        <c:v>43013</c:v>
                      </c:pt>
                      <c:pt idx="2106">
                        <c:v>43014</c:v>
                      </c:pt>
                      <c:pt idx="2107">
                        <c:v>43017</c:v>
                      </c:pt>
                      <c:pt idx="2108">
                        <c:v>43018</c:v>
                      </c:pt>
                      <c:pt idx="2109">
                        <c:v>43019</c:v>
                      </c:pt>
                      <c:pt idx="2110">
                        <c:v>43020</c:v>
                      </c:pt>
                      <c:pt idx="2111">
                        <c:v>43021</c:v>
                      </c:pt>
                      <c:pt idx="2112">
                        <c:v>43024</c:v>
                      </c:pt>
                      <c:pt idx="2113">
                        <c:v>43025</c:v>
                      </c:pt>
                      <c:pt idx="2114">
                        <c:v>43026</c:v>
                      </c:pt>
                      <c:pt idx="2115">
                        <c:v>43027</c:v>
                      </c:pt>
                      <c:pt idx="2116">
                        <c:v>43028</c:v>
                      </c:pt>
                      <c:pt idx="2117">
                        <c:v>43031</c:v>
                      </c:pt>
                      <c:pt idx="2118">
                        <c:v>43032</c:v>
                      </c:pt>
                      <c:pt idx="2119">
                        <c:v>43033</c:v>
                      </c:pt>
                      <c:pt idx="2120">
                        <c:v>43034</c:v>
                      </c:pt>
                      <c:pt idx="2121">
                        <c:v>43035</c:v>
                      </c:pt>
                      <c:pt idx="2122">
                        <c:v>43038</c:v>
                      </c:pt>
                      <c:pt idx="2123">
                        <c:v>43039</c:v>
                      </c:pt>
                      <c:pt idx="2124">
                        <c:v>43040</c:v>
                      </c:pt>
                      <c:pt idx="2125">
                        <c:v>43041</c:v>
                      </c:pt>
                      <c:pt idx="2126">
                        <c:v>43042</c:v>
                      </c:pt>
                      <c:pt idx="2127">
                        <c:v>43045</c:v>
                      </c:pt>
                      <c:pt idx="2128">
                        <c:v>43046</c:v>
                      </c:pt>
                      <c:pt idx="2129">
                        <c:v>43047</c:v>
                      </c:pt>
                      <c:pt idx="2130">
                        <c:v>43048</c:v>
                      </c:pt>
                      <c:pt idx="2131">
                        <c:v>43049</c:v>
                      </c:pt>
                      <c:pt idx="2132">
                        <c:v>43052</c:v>
                      </c:pt>
                      <c:pt idx="2133">
                        <c:v>43053</c:v>
                      </c:pt>
                      <c:pt idx="2134">
                        <c:v>43054</c:v>
                      </c:pt>
                      <c:pt idx="2135">
                        <c:v>43055</c:v>
                      </c:pt>
                      <c:pt idx="2136">
                        <c:v>43056</c:v>
                      </c:pt>
                      <c:pt idx="2137">
                        <c:v>43059</c:v>
                      </c:pt>
                      <c:pt idx="2138">
                        <c:v>43060</c:v>
                      </c:pt>
                      <c:pt idx="2139">
                        <c:v>43061</c:v>
                      </c:pt>
                      <c:pt idx="2140">
                        <c:v>43062</c:v>
                      </c:pt>
                      <c:pt idx="2141">
                        <c:v>43063</c:v>
                      </c:pt>
                      <c:pt idx="2142">
                        <c:v>43066</c:v>
                      </c:pt>
                      <c:pt idx="2143">
                        <c:v>43067</c:v>
                      </c:pt>
                      <c:pt idx="2144">
                        <c:v>43068</c:v>
                      </c:pt>
                      <c:pt idx="2145">
                        <c:v>43069</c:v>
                      </c:pt>
                      <c:pt idx="2146">
                        <c:v>43070</c:v>
                      </c:pt>
                      <c:pt idx="2147">
                        <c:v>43073</c:v>
                      </c:pt>
                      <c:pt idx="2148">
                        <c:v>43074</c:v>
                      </c:pt>
                      <c:pt idx="2149">
                        <c:v>43075</c:v>
                      </c:pt>
                      <c:pt idx="2150">
                        <c:v>43076</c:v>
                      </c:pt>
                      <c:pt idx="2151">
                        <c:v>43077</c:v>
                      </c:pt>
                      <c:pt idx="2152">
                        <c:v>43079</c:v>
                      </c:pt>
                      <c:pt idx="2153">
                        <c:v>43080</c:v>
                      </c:pt>
                      <c:pt idx="2154">
                        <c:v>43081</c:v>
                      </c:pt>
                      <c:pt idx="2155">
                        <c:v>43082</c:v>
                      </c:pt>
                      <c:pt idx="2156">
                        <c:v>43083</c:v>
                      </c:pt>
                      <c:pt idx="2157">
                        <c:v>43084</c:v>
                      </c:pt>
                      <c:pt idx="2158">
                        <c:v>43087</c:v>
                      </c:pt>
                      <c:pt idx="2159">
                        <c:v>43088</c:v>
                      </c:pt>
                      <c:pt idx="2160">
                        <c:v>43089</c:v>
                      </c:pt>
                      <c:pt idx="2161">
                        <c:v>43090</c:v>
                      </c:pt>
                      <c:pt idx="2162">
                        <c:v>43091</c:v>
                      </c:pt>
                      <c:pt idx="2163">
                        <c:v>43094</c:v>
                      </c:pt>
                      <c:pt idx="2164">
                        <c:v>43095</c:v>
                      </c:pt>
                      <c:pt idx="2165">
                        <c:v>43096</c:v>
                      </c:pt>
                      <c:pt idx="2166">
                        <c:v>43097</c:v>
                      </c:pt>
                      <c:pt idx="2167">
                        <c:v>43098</c:v>
                      </c:pt>
                      <c:pt idx="2168">
                        <c:v>43100</c:v>
                      </c:pt>
                      <c:pt idx="2169">
                        <c:v>43102</c:v>
                      </c:pt>
                      <c:pt idx="2170">
                        <c:v>43103</c:v>
                      </c:pt>
                      <c:pt idx="2171">
                        <c:v>43104</c:v>
                      </c:pt>
                      <c:pt idx="2172">
                        <c:v>43105</c:v>
                      </c:pt>
                      <c:pt idx="2173">
                        <c:v>43108</c:v>
                      </c:pt>
                      <c:pt idx="2174">
                        <c:v>43109</c:v>
                      </c:pt>
                      <c:pt idx="2175">
                        <c:v>43110</c:v>
                      </c:pt>
                      <c:pt idx="2176">
                        <c:v>43111</c:v>
                      </c:pt>
                      <c:pt idx="2177">
                        <c:v>43112</c:v>
                      </c:pt>
                      <c:pt idx="2178">
                        <c:v>43115</c:v>
                      </c:pt>
                      <c:pt idx="2179">
                        <c:v>43116</c:v>
                      </c:pt>
                      <c:pt idx="2180">
                        <c:v>43117</c:v>
                      </c:pt>
                      <c:pt idx="2181">
                        <c:v>43118</c:v>
                      </c:pt>
                      <c:pt idx="2182">
                        <c:v>43119</c:v>
                      </c:pt>
                      <c:pt idx="2183">
                        <c:v>43120</c:v>
                      </c:pt>
                      <c:pt idx="2184">
                        <c:v>43122</c:v>
                      </c:pt>
                      <c:pt idx="2185">
                        <c:v>43123</c:v>
                      </c:pt>
                      <c:pt idx="2186">
                        <c:v>43124</c:v>
                      </c:pt>
                      <c:pt idx="2187">
                        <c:v>43125</c:v>
                      </c:pt>
                      <c:pt idx="2188">
                        <c:v>43126</c:v>
                      </c:pt>
                      <c:pt idx="2189">
                        <c:v>43129</c:v>
                      </c:pt>
                      <c:pt idx="2190">
                        <c:v>43130</c:v>
                      </c:pt>
                      <c:pt idx="2191">
                        <c:v>43131</c:v>
                      </c:pt>
                      <c:pt idx="2192">
                        <c:v>43132</c:v>
                      </c:pt>
                      <c:pt idx="2193">
                        <c:v>43133</c:v>
                      </c:pt>
                      <c:pt idx="2194">
                        <c:v>43136</c:v>
                      </c:pt>
                      <c:pt idx="2195">
                        <c:v>43137</c:v>
                      </c:pt>
                      <c:pt idx="2196">
                        <c:v>43138</c:v>
                      </c:pt>
                      <c:pt idx="2197">
                        <c:v>43139</c:v>
                      </c:pt>
                      <c:pt idx="2198">
                        <c:v>43140</c:v>
                      </c:pt>
                      <c:pt idx="2199">
                        <c:v>43141</c:v>
                      </c:pt>
                      <c:pt idx="2200">
                        <c:v>43142</c:v>
                      </c:pt>
                      <c:pt idx="2201">
                        <c:v>43143</c:v>
                      </c:pt>
                      <c:pt idx="2202">
                        <c:v>43144</c:v>
                      </c:pt>
                      <c:pt idx="2203">
                        <c:v>43145</c:v>
                      </c:pt>
                      <c:pt idx="2204">
                        <c:v>43146</c:v>
                      </c:pt>
                      <c:pt idx="2205">
                        <c:v>43147</c:v>
                      </c:pt>
                      <c:pt idx="2206">
                        <c:v>43150</c:v>
                      </c:pt>
                      <c:pt idx="2207">
                        <c:v>43151</c:v>
                      </c:pt>
                      <c:pt idx="2208">
                        <c:v>43152</c:v>
                      </c:pt>
                      <c:pt idx="2209">
                        <c:v>43153</c:v>
                      </c:pt>
                      <c:pt idx="2210">
                        <c:v>43154</c:v>
                      </c:pt>
                      <c:pt idx="2211">
                        <c:v>43155</c:v>
                      </c:pt>
                      <c:pt idx="2212">
                        <c:v>43157</c:v>
                      </c:pt>
                      <c:pt idx="2213">
                        <c:v>43158</c:v>
                      </c:pt>
                      <c:pt idx="2214">
                        <c:v>43159</c:v>
                      </c:pt>
                      <c:pt idx="2215">
                        <c:v>43160</c:v>
                      </c:pt>
                      <c:pt idx="2216">
                        <c:v>43161</c:v>
                      </c:pt>
                      <c:pt idx="2217">
                        <c:v>43164</c:v>
                      </c:pt>
                      <c:pt idx="2218">
                        <c:v>43165</c:v>
                      </c:pt>
                      <c:pt idx="2219">
                        <c:v>43166</c:v>
                      </c:pt>
                      <c:pt idx="2220">
                        <c:v>43167</c:v>
                      </c:pt>
                      <c:pt idx="2221">
                        <c:v>43168</c:v>
                      </c:pt>
                      <c:pt idx="2222">
                        <c:v>43169</c:v>
                      </c:pt>
                      <c:pt idx="2223">
                        <c:v>43171</c:v>
                      </c:pt>
                      <c:pt idx="2224">
                        <c:v>43172</c:v>
                      </c:pt>
                      <c:pt idx="2225">
                        <c:v>43173</c:v>
                      </c:pt>
                      <c:pt idx="2226">
                        <c:v>43174</c:v>
                      </c:pt>
                      <c:pt idx="2227">
                        <c:v>43175</c:v>
                      </c:pt>
                      <c:pt idx="2228">
                        <c:v>43178</c:v>
                      </c:pt>
                      <c:pt idx="2229">
                        <c:v>43179</c:v>
                      </c:pt>
                      <c:pt idx="2230">
                        <c:v>43180</c:v>
                      </c:pt>
                      <c:pt idx="2231">
                        <c:v>43181</c:v>
                      </c:pt>
                      <c:pt idx="2232">
                        <c:v>43182</c:v>
                      </c:pt>
                      <c:pt idx="2233">
                        <c:v>43185</c:v>
                      </c:pt>
                      <c:pt idx="2234">
                        <c:v>43186</c:v>
                      </c:pt>
                      <c:pt idx="2235">
                        <c:v>43187</c:v>
                      </c:pt>
                      <c:pt idx="2236">
                        <c:v>43188</c:v>
                      </c:pt>
                      <c:pt idx="2237">
                        <c:v>43189</c:v>
                      </c:pt>
                      <c:pt idx="2238">
                        <c:v>43190</c:v>
                      </c:pt>
                      <c:pt idx="2239">
                        <c:v>43192</c:v>
                      </c:pt>
                      <c:pt idx="2240">
                        <c:v>43193</c:v>
                      </c:pt>
                      <c:pt idx="2241">
                        <c:v>43194</c:v>
                      </c:pt>
                      <c:pt idx="2242">
                        <c:v>43196</c:v>
                      </c:pt>
                      <c:pt idx="2243">
                        <c:v>43198</c:v>
                      </c:pt>
                      <c:pt idx="2244">
                        <c:v>43199</c:v>
                      </c:pt>
                      <c:pt idx="2245">
                        <c:v>43200</c:v>
                      </c:pt>
                      <c:pt idx="2246">
                        <c:v>43201</c:v>
                      </c:pt>
                      <c:pt idx="2247">
                        <c:v>43202</c:v>
                      </c:pt>
                      <c:pt idx="2248">
                        <c:v>43203</c:v>
                      </c:pt>
                      <c:pt idx="2249">
                        <c:v>43206</c:v>
                      </c:pt>
                      <c:pt idx="2250">
                        <c:v>43207</c:v>
                      </c:pt>
                      <c:pt idx="2251">
                        <c:v>43208</c:v>
                      </c:pt>
                      <c:pt idx="2252">
                        <c:v>43209</c:v>
                      </c:pt>
                      <c:pt idx="2253">
                        <c:v>43210</c:v>
                      </c:pt>
                      <c:pt idx="2254">
                        <c:v>43213</c:v>
                      </c:pt>
                      <c:pt idx="2255">
                        <c:v>43214</c:v>
                      </c:pt>
                      <c:pt idx="2256">
                        <c:v>43215</c:v>
                      </c:pt>
                      <c:pt idx="2257">
                        <c:v>43216</c:v>
                      </c:pt>
                      <c:pt idx="2258">
                        <c:v>43217</c:v>
                      </c:pt>
                      <c:pt idx="2259">
                        <c:v>43218</c:v>
                      </c:pt>
                      <c:pt idx="2260">
                        <c:v>43220</c:v>
                      </c:pt>
                      <c:pt idx="2261">
                        <c:v>43221</c:v>
                      </c:pt>
                      <c:pt idx="2262">
                        <c:v>43222</c:v>
                      </c:pt>
                      <c:pt idx="2263">
                        <c:v>43223</c:v>
                      </c:pt>
                      <c:pt idx="2264">
                        <c:v>43224</c:v>
                      </c:pt>
                      <c:pt idx="2265">
                        <c:v>43227</c:v>
                      </c:pt>
                      <c:pt idx="2266">
                        <c:v>43228</c:v>
                      </c:pt>
                      <c:pt idx="2267">
                        <c:v>43229</c:v>
                      </c:pt>
                      <c:pt idx="2268">
                        <c:v>43230</c:v>
                      </c:pt>
                      <c:pt idx="2269">
                        <c:v>43231</c:v>
                      </c:pt>
                      <c:pt idx="2270">
                        <c:v>43234</c:v>
                      </c:pt>
                      <c:pt idx="2271">
                        <c:v>43235</c:v>
                      </c:pt>
                      <c:pt idx="2272">
                        <c:v>43236</c:v>
                      </c:pt>
                      <c:pt idx="2273">
                        <c:v>43237</c:v>
                      </c:pt>
                      <c:pt idx="2274">
                        <c:v>43238</c:v>
                      </c:pt>
                      <c:pt idx="2275">
                        <c:v>43240</c:v>
                      </c:pt>
                      <c:pt idx="2276">
                        <c:v>43241</c:v>
                      </c:pt>
                      <c:pt idx="2277">
                        <c:v>43242</c:v>
                      </c:pt>
                      <c:pt idx="2278">
                        <c:v>43243</c:v>
                      </c:pt>
                      <c:pt idx="2279">
                        <c:v>43244</c:v>
                      </c:pt>
                      <c:pt idx="2280">
                        <c:v>43245</c:v>
                      </c:pt>
                      <c:pt idx="2281">
                        <c:v>43248</c:v>
                      </c:pt>
                      <c:pt idx="2282">
                        <c:v>43249</c:v>
                      </c:pt>
                      <c:pt idx="2283">
                        <c:v>43250</c:v>
                      </c:pt>
                      <c:pt idx="2284">
                        <c:v>43251</c:v>
                      </c:pt>
                      <c:pt idx="2285">
                        <c:v>43252</c:v>
                      </c:pt>
                      <c:pt idx="2286">
                        <c:v>43255</c:v>
                      </c:pt>
                      <c:pt idx="2287">
                        <c:v>43256</c:v>
                      </c:pt>
                      <c:pt idx="2288">
                        <c:v>43257</c:v>
                      </c:pt>
                      <c:pt idx="2289">
                        <c:v>43258</c:v>
                      </c:pt>
                      <c:pt idx="2290">
                        <c:v>43259</c:v>
                      </c:pt>
                      <c:pt idx="2291">
                        <c:v>43261</c:v>
                      </c:pt>
                      <c:pt idx="2292">
                        <c:v>43262</c:v>
                      </c:pt>
                      <c:pt idx="2293">
                        <c:v>43263</c:v>
                      </c:pt>
                      <c:pt idx="2294">
                        <c:v>43264</c:v>
                      </c:pt>
                      <c:pt idx="2295">
                        <c:v>43265</c:v>
                      </c:pt>
                      <c:pt idx="2296">
                        <c:v>43266</c:v>
                      </c:pt>
                      <c:pt idx="2297">
                        <c:v>43269</c:v>
                      </c:pt>
                      <c:pt idx="2298">
                        <c:v>43270</c:v>
                      </c:pt>
                      <c:pt idx="2299">
                        <c:v>43271</c:v>
                      </c:pt>
                      <c:pt idx="2300">
                        <c:v>43272</c:v>
                      </c:pt>
                      <c:pt idx="2301">
                        <c:v>43273</c:v>
                      </c:pt>
                      <c:pt idx="2302">
                        <c:v>43276</c:v>
                      </c:pt>
                      <c:pt idx="2303">
                        <c:v>43277</c:v>
                      </c:pt>
                      <c:pt idx="2304">
                        <c:v>43278</c:v>
                      </c:pt>
                      <c:pt idx="2305">
                        <c:v>43279</c:v>
                      </c:pt>
                      <c:pt idx="2306">
                        <c:v>43280</c:v>
                      </c:pt>
                      <c:pt idx="2307">
                        <c:v>43281</c:v>
                      </c:pt>
                      <c:pt idx="2308">
                        <c:v>43283</c:v>
                      </c:pt>
                      <c:pt idx="2309">
                        <c:v>43284</c:v>
                      </c:pt>
                      <c:pt idx="2310">
                        <c:v>43285</c:v>
                      </c:pt>
                      <c:pt idx="2311">
                        <c:v>43286</c:v>
                      </c:pt>
                      <c:pt idx="2312">
                        <c:v>43287</c:v>
                      </c:pt>
                      <c:pt idx="2313">
                        <c:v>43290</c:v>
                      </c:pt>
                      <c:pt idx="2314">
                        <c:v>43291</c:v>
                      </c:pt>
                      <c:pt idx="2315">
                        <c:v>43292</c:v>
                      </c:pt>
                      <c:pt idx="2316">
                        <c:v>43293</c:v>
                      </c:pt>
                      <c:pt idx="2317">
                        <c:v>43294</c:v>
                      </c:pt>
                      <c:pt idx="2318">
                        <c:v>43297</c:v>
                      </c:pt>
                      <c:pt idx="2319">
                        <c:v>43298</c:v>
                      </c:pt>
                      <c:pt idx="2320">
                        <c:v>43299</c:v>
                      </c:pt>
                      <c:pt idx="2321">
                        <c:v>43300</c:v>
                      </c:pt>
                      <c:pt idx="2322">
                        <c:v>43301</c:v>
                      </c:pt>
                      <c:pt idx="2323">
                        <c:v>43304</c:v>
                      </c:pt>
                      <c:pt idx="2324">
                        <c:v>43305</c:v>
                      </c:pt>
                      <c:pt idx="2325">
                        <c:v>43306</c:v>
                      </c:pt>
                      <c:pt idx="2326">
                        <c:v>43307</c:v>
                      </c:pt>
                      <c:pt idx="2327">
                        <c:v>43308</c:v>
                      </c:pt>
                      <c:pt idx="2328">
                        <c:v>43311</c:v>
                      </c:pt>
                      <c:pt idx="2329">
                        <c:v>43312</c:v>
                      </c:pt>
                      <c:pt idx="2330">
                        <c:v>43313</c:v>
                      </c:pt>
                      <c:pt idx="2331">
                        <c:v>43314</c:v>
                      </c:pt>
                      <c:pt idx="2332">
                        <c:v>43315</c:v>
                      </c:pt>
                      <c:pt idx="2333">
                        <c:v>43318</c:v>
                      </c:pt>
                      <c:pt idx="2334">
                        <c:v>43319</c:v>
                      </c:pt>
                      <c:pt idx="2335">
                        <c:v>43320</c:v>
                      </c:pt>
                      <c:pt idx="2336">
                        <c:v>43321</c:v>
                      </c:pt>
                      <c:pt idx="2337">
                        <c:v>43322</c:v>
                      </c:pt>
                      <c:pt idx="2338">
                        <c:v>43325</c:v>
                      </c:pt>
                      <c:pt idx="2339">
                        <c:v>43326</c:v>
                      </c:pt>
                      <c:pt idx="2340">
                        <c:v>43327</c:v>
                      </c:pt>
                      <c:pt idx="2341">
                        <c:v>43328</c:v>
                      </c:pt>
                      <c:pt idx="2342">
                        <c:v>43329</c:v>
                      </c:pt>
                      <c:pt idx="2343">
                        <c:v>43332</c:v>
                      </c:pt>
                      <c:pt idx="2344">
                        <c:v>43333</c:v>
                      </c:pt>
                      <c:pt idx="2345">
                        <c:v>43334</c:v>
                      </c:pt>
                      <c:pt idx="2346">
                        <c:v>43335</c:v>
                      </c:pt>
                      <c:pt idx="2347">
                        <c:v>43336</c:v>
                      </c:pt>
                      <c:pt idx="2348">
                        <c:v>43339</c:v>
                      </c:pt>
                      <c:pt idx="2349">
                        <c:v>43340</c:v>
                      </c:pt>
                      <c:pt idx="2350">
                        <c:v>43341</c:v>
                      </c:pt>
                      <c:pt idx="2351">
                        <c:v>43342</c:v>
                      </c:pt>
                      <c:pt idx="2352">
                        <c:v>43343</c:v>
                      </c:pt>
                      <c:pt idx="2353">
                        <c:v>43346</c:v>
                      </c:pt>
                      <c:pt idx="2354">
                        <c:v>43347</c:v>
                      </c:pt>
                      <c:pt idx="2355">
                        <c:v>43348</c:v>
                      </c:pt>
                      <c:pt idx="2356">
                        <c:v>43349</c:v>
                      </c:pt>
                      <c:pt idx="2357">
                        <c:v>43350</c:v>
                      </c:pt>
                      <c:pt idx="2358">
                        <c:v>43353</c:v>
                      </c:pt>
                      <c:pt idx="2359">
                        <c:v>43354</c:v>
                      </c:pt>
                      <c:pt idx="2360">
                        <c:v>43355</c:v>
                      </c:pt>
                      <c:pt idx="2361">
                        <c:v>43356</c:v>
                      </c:pt>
                      <c:pt idx="2362">
                        <c:v>43357</c:v>
                      </c:pt>
                      <c:pt idx="2363">
                        <c:v>43360</c:v>
                      </c:pt>
                      <c:pt idx="2364">
                        <c:v>43361</c:v>
                      </c:pt>
                      <c:pt idx="2365">
                        <c:v>43362</c:v>
                      </c:pt>
                      <c:pt idx="2366">
                        <c:v>43363</c:v>
                      </c:pt>
                      <c:pt idx="2367">
                        <c:v>43364</c:v>
                      </c:pt>
                      <c:pt idx="2368">
                        <c:v>43367</c:v>
                      </c:pt>
                      <c:pt idx="2369">
                        <c:v>43368</c:v>
                      </c:pt>
                      <c:pt idx="2370">
                        <c:v>43369</c:v>
                      </c:pt>
                      <c:pt idx="2371">
                        <c:v>43370</c:v>
                      </c:pt>
                      <c:pt idx="2372">
                        <c:v>43371</c:v>
                      </c:pt>
                      <c:pt idx="2373">
                        <c:v>43372</c:v>
                      </c:pt>
                      <c:pt idx="2374">
                        <c:v>43373</c:v>
                      </c:pt>
                      <c:pt idx="2375">
                        <c:v>43374</c:v>
                      </c:pt>
                      <c:pt idx="2376">
                        <c:v>43375</c:v>
                      </c:pt>
                      <c:pt idx="2377">
                        <c:v>43376</c:v>
                      </c:pt>
                      <c:pt idx="2378">
                        <c:v>43377</c:v>
                      </c:pt>
                      <c:pt idx="2379">
                        <c:v>43378</c:v>
                      </c:pt>
                      <c:pt idx="2380">
                        <c:v>43381</c:v>
                      </c:pt>
                      <c:pt idx="2381">
                        <c:v>43382</c:v>
                      </c:pt>
                      <c:pt idx="2382">
                        <c:v>43383</c:v>
                      </c:pt>
                      <c:pt idx="2383">
                        <c:v>43384</c:v>
                      </c:pt>
                      <c:pt idx="2384">
                        <c:v>43385</c:v>
                      </c:pt>
                      <c:pt idx="2385">
                        <c:v>43388</c:v>
                      </c:pt>
                      <c:pt idx="2386">
                        <c:v>43389</c:v>
                      </c:pt>
                      <c:pt idx="2387">
                        <c:v>43390</c:v>
                      </c:pt>
                      <c:pt idx="2388">
                        <c:v>43391</c:v>
                      </c:pt>
                      <c:pt idx="2389">
                        <c:v>43392</c:v>
                      </c:pt>
                      <c:pt idx="2390">
                        <c:v>43393</c:v>
                      </c:pt>
                      <c:pt idx="2391">
                        <c:v>43395</c:v>
                      </c:pt>
                      <c:pt idx="2392">
                        <c:v>43396</c:v>
                      </c:pt>
                      <c:pt idx="2393">
                        <c:v>43397</c:v>
                      </c:pt>
                      <c:pt idx="2394">
                        <c:v>43398</c:v>
                      </c:pt>
                      <c:pt idx="2395">
                        <c:v>43399</c:v>
                      </c:pt>
                      <c:pt idx="2396">
                        <c:v>43402</c:v>
                      </c:pt>
                      <c:pt idx="2397">
                        <c:v>43403</c:v>
                      </c:pt>
                      <c:pt idx="2398">
                        <c:v>43404</c:v>
                      </c:pt>
                      <c:pt idx="2399">
                        <c:v>43405</c:v>
                      </c:pt>
                      <c:pt idx="2400">
                        <c:v>43406</c:v>
                      </c:pt>
                      <c:pt idx="2401">
                        <c:v>43409</c:v>
                      </c:pt>
                      <c:pt idx="2402">
                        <c:v>43410</c:v>
                      </c:pt>
                      <c:pt idx="2403">
                        <c:v>43411</c:v>
                      </c:pt>
                      <c:pt idx="2404">
                        <c:v>43412</c:v>
                      </c:pt>
                      <c:pt idx="2405">
                        <c:v>43413</c:v>
                      </c:pt>
                      <c:pt idx="2406">
                        <c:v>43414</c:v>
                      </c:pt>
                      <c:pt idx="2407">
                        <c:v>43416</c:v>
                      </c:pt>
                      <c:pt idx="2408">
                        <c:v>43417</c:v>
                      </c:pt>
                      <c:pt idx="2409">
                        <c:v>43418</c:v>
                      </c:pt>
                      <c:pt idx="2410">
                        <c:v>43419</c:v>
                      </c:pt>
                      <c:pt idx="2411">
                        <c:v>43420</c:v>
                      </c:pt>
                      <c:pt idx="2412">
                        <c:v>43423</c:v>
                      </c:pt>
                      <c:pt idx="2413">
                        <c:v>43424</c:v>
                      </c:pt>
                      <c:pt idx="2414">
                        <c:v>43425</c:v>
                      </c:pt>
                      <c:pt idx="2415">
                        <c:v>43426</c:v>
                      </c:pt>
                      <c:pt idx="2416">
                        <c:v>43427</c:v>
                      </c:pt>
                      <c:pt idx="2417">
                        <c:v>43430</c:v>
                      </c:pt>
                      <c:pt idx="2418">
                        <c:v>43431</c:v>
                      </c:pt>
                      <c:pt idx="2419">
                        <c:v>43432</c:v>
                      </c:pt>
                      <c:pt idx="2420">
                        <c:v>43433</c:v>
                      </c:pt>
                      <c:pt idx="2421">
                        <c:v>43434</c:v>
                      </c:pt>
                      <c:pt idx="2422">
                        <c:v>43437</c:v>
                      </c:pt>
                      <c:pt idx="2423">
                        <c:v>43438</c:v>
                      </c:pt>
                      <c:pt idx="2424">
                        <c:v>43439</c:v>
                      </c:pt>
                      <c:pt idx="2425">
                        <c:v>43440</c:v>
                      </c:pt>
                      <c:pt idx="2426">
                        <c:v>43441</c:v>
                      </c:pt>
                      <c:pt idx="2427">
                        <c:v>43444</c:v>
                      </c:pt>
                      <c:pt idx="2428">
                        <c:v>43445</c:v>
                      </c:pt>
                      <c:pt idx="2429">
                        <c:v>43446</c:v>
                      </c:pt>
                      <c:pt idx="2430">
                        <c:v>43447</c:v>
                      </c:pt>
                      <c:pt idx="2431">
                        <c:v>43448</c:v>
                      </c:pt>
                      <c:pt idx="2432">
                        <c:v>43451</c:v>
                      </c:pt>
                      <c:pt idx="2433">
                        <c:v>43452</c:v>
                      </c:pt>
                      <c:pt idx="2434">
                        <c:v>43453</c:v>
                      </c:pt>
                      <c:pt idx="2435">
                        <c:v>43454</c:v>
                      </c:pt>
                      <c:pt idx="2436">
                        <c:v>43455</c:v>
                      </c:pt>
                      <c:pt idx="2437">
                        <c:v>43458</c:v>
                      </c:pt>
                      <c:pt idx="2438">
                        <c:v>43459</c:v>
                      </c:pt>
                      <c:pt idx="2439">
                        <c:v>43460</c:v>
                      </c:pt>
                      <c:pt idx="2440">
                        <c:v>43461</c:v>
                      </c:pt>
                      <c:pt idx="2441">
                        <c:v>43462</c:v>
                      </c:pt>
                      <c:pt idx="2442">
                        <c:v>43463</c:v>
                      </c:pt>
                      <c:pt idx="2443">
                        <c:v>43465</c:v>
                      </c:pt>
                      <c:pt idx="2444">
                        <c:v>43467</c:v>
                      </c:pt>
                      <c:pt idx="2445">
                        <c:v>43468</c:v>
                      </c:pt>
                      <c:pt idx="2446">
                        <c:v>43469</c:v>
                      </c:pt>
                      <c:pt idx="2447">
                        <c:v>43472</c:v>
                      </c:pt>
                      <c:pt idx="2448">
                        <c:v>43473</c:v>
                      </c:pt>
                      <c:pt idx="2449">
                        <c:v>43474</c:v>
                      </c:pt>
                      <c:pt idx="2450">
                        <c:v>43475</c:v>
                      </c:pt>
                      <c:pt idx="2451">
                        <c:v>43476</c:v>
                      </c:pt>
                      <c:pt idx="2452">
                        <c:v>43479</c:v>
                      </c:pt>
                      <c:pt idx="2453">
                        <c:v>43480</c:v>
                      </c:pt>
                      <c:pt idx="2454">
                        <c:v>43481</c:v>
                      </c:pt>
                      <c:pt idx="2455">
                        <c:v>43482</c:v>
                      </c:pt>
                      <c:pt idx="2456">
                        <c:v>43483</c:v>
                      </c:pt>
                      <c:pt idx="2457">
                        <c:v>43485</c:v>
                      </c:pt>
                      <c:pt idx="2458">
                        <c:v>43486</c:v>
                      </c:pt>
                      <c:pt idx="2459">
                        <c:v>43487</c:v>
                      </c:pt>
                      <c:pt idx="2460">
                        <c:v>43488</c:v>
                      </c:pt>
                      <c:pt idx="2461">
                        <c:v>43489</c:v>
                      </c:pt>
                      <c:pt idx="2462">
                        <c:v>43490</c:v>
                      </c:pt>
                      <c:pt idx="2463">
                        <c:v>43493</c:v>
                      </c:pt>
                      <c:pt idx="2464">
                        <c:v>43494</c:v>
                      </c:pt>
                      <c:pt idx="2465">
                        <c:v>43495</c:v>
                      </c:pt>
                      <c:pt idx="2466">
                        <c:v>43496</c:v>
                      </c:pt>
                      <c:pt idx="2467">
                        <c:v>43497</c:v>
                      </c:pt>
                      <c:pt idx="2468">
                        <c:v>43498</c:v>
                      </c:pt>
                      <c:pt idx="2469">
                        <c:v>43499</c:v>
                      </c:pt>
                      <c:pt idx="2470">
                        <c:v>43500</c:v>
                      </c:pt>
                      <c:pt idx="2471">
                        <c:v>43501</c:v>
                      </c:pt>
                      <c:pt idx="2472">
                        <c:v>43502</c:v>
                      </c:pt>
                      <c:pt idx="2473">
                        <c:v>43503</c:v>
                      </c:pt>
                      <c:pt idx="2474">
                        <c:v>43504</c:v>
                      </c:pt>
                      <c:pt idx="2475">
                        <c:v>43507</c:v>
                      </c:pt>
                      <c:pt idx="2476">
                        <c:v>43508</c:v>
                      </c:pt>
                      <c:pt idx="2477">
                        <c:v>43509</c:v>
                      </c:pt>
                      <c:pt idx="2478">
                        <c:v>43510</c:v>
                      </c:pt>
                      <c:pt idx="2479">
                        <c:v>43511</c:v>
                      </c:pt>
                      <c:pt idx="2480">
                        <c:v>43514</c:v>
                      </c:pt>
                      <c:pt idx="2481">
                        <c:v>43515</c:v>
                      </c:pt>
                      <c:pt idx="2482">
                        <c:v>43516</c:v>
                      </c:pt>
                      <c:pt idx="2483">
                        <c:v>43517</c:v>
                      </c:pt>
                      <c:pt idx="2484">
                        <c:v>43518</c:v>
                      </c:pt>
                      <c:pt idx="2485">
                        <c:v>43521</c:v>
                      </c:pt>
                      <c:pt idx="2486">
                        <c:v>43522</c:v>
                      </c:pt>
                      <c:pt idx="2487">
                        <c:v>43523</c:v>
                      </c:pt>
                      <c:pt idx="2488">
                        <c:v>43524</c:v>
                      </c:pt>
                      <c:pt idx="2489">
                        <c:v>43525</c:v>
                      </c:pt>
                      <c:pt idx="2490">
                        <c:v>43528</c:v>
                      </c:pt>
                      <c:pt idx="2491">
                        <c:v>43529</c:v>
                      </c:pt>
                      <c:pt idx="2492">
                        <c:v>43530</c:v>
                      </c:pt>
                      <c:pt idx="2493">
                        <c:v>43531</c:v>
                      </c:pt>
                      <c:pt idx="2494">
                        <c:v>43532</c:v>
                      </c:pt>
                      <c:pt idx="2495">
                        <c:v>43534</c:v>
                      </c:pt>
                      <c:pt idx="2496">
                        <c:v>43535</c:v>
                      </c:pt>
                      <c:pt idx="2497">
                        <c:v>43536</c:v>
                      </c:pt>
                      <c:pt idx="2498">
                        <c:v>43537</c:v>
                      </c:pt>
                      <c:pt idx="2499">
                        <c:v>43538</c:v>
                      </c:pt>
                      <c:pt idx="2500">
                        <c:v>43539</c:v>
                      </c:pt>
                      <c:pt idx="2501">
                        <c:v>43542</c:v>
                      </c:pt>
                      <c:pt idx="2502">
                        <c:v>43543</c:v>
                      </c:pt>
                      <c:pt idx="2503">
                        <c:v>43544</c:v>
                      </c:pt>
                      <c:pt idx="2504">
                        <c:v>43545</c:v>
                      </c:pt>
                      <c:pt idx="2505">
                        <c:v>43546</c:v>
                      </c:pt>
                      <c:pt idx="2506">
                        <c:v>43549</c:v>
                      </c:pt>
                      <c:pt idx="2507">
                        <c:v>43550</c:v>
                      </c:pt>
                      <c:pt idx="2508">
                        <c:v>43551</c:v>
                      </c:pt>
                      <c:pt idx="2509">
                        <c:v>43552</c:v>
                      </c:pt>
                      <c:pt idx="2510">
                        <c:v>43553</c:v>
                      </c:pt>
                      <c:pt idx="2511">
                        <c:v>43555</c:v>
                      </c:pt>
                      <c:pt idx="2512">
                        <c:v>43556</c:v>
                      </c:pt>
                      <c:pt idx="2513">
                        <c:v>43557</c:v>
                      </c:pt>
                      <c:pt idx="2514">
                        <c:v>43558</c:v>
                      </c:pt>
                      <c:pt idx="2515">
                        <c:v>43559</c:v>
                      </c:pt>
                      <c:pt idx="2516">
                        <c:v>43560</c:v>
                      </c:pt>
                      <c:pt idx="2517">
                        <c:v>43563</c:v>
                      </c:pt>
                      <c:pt idx="2518">
                        <c:v>43564</c:v>
                      </c:pt>
                      <c:pt idx="2519">
                        <c:v>43565</c:v>
                      </c:pt>
                      <c:pt idx="2520">
                        <c:v>43566</c:v>
                      </c:pt>
                      <c:pt idx="2521">
                        <c:v>43567</c:v>
                      </c:pt>
                      <c:pt idx="2522">
                        <c:v>43570</c:v>
                      </c:pt>
                      <c:pt idx="2523">
                        <c:v>43571</c:v>
                      </c:pt>
                      <c:pt idx="2524">
                        <c:v>43572</c:v>
                      </c:pt>
                      <c:pt idx="2525">
                        <c:v>43573</c:v>
                      </c:pt>
                      <c:pt idx="2526">
                        <c:v>43574</c:v>
                      </c:pt>
                      <c:pt idx="2527">
                        <c:v>43575</c:v>
                      </c:pt>
                      <c:pt idx="2528">
                        <c:v>43577</c:v>
                      </c:pt>
                      <c:pt idx="2529">
                        <c:v>43578</c:v>
                      </c:pt>
                      <c:pt idx="2530">
                        <c:v>43579</c:v>
                      </c:pt>
                      <c:pt idx="2531">
                        <c:v>43580</c:v>
                      </c:pt>
                      <c:pt idx="2532">
                        <c:v>43581</c:v>
                      </c:pt>
                      <c:pt idx="2533">
                        <c:v>43583</c:v>
                      </c:pt>
                      <c:pt idx="2534">
                        <c:v>43584</c:v>
                      </c:pt>
                      <c:pt idx="2535">
                        <c:v>43585</c:v>
                      </c:pt>
                      <c:pt idx="2536">
                        <c:v>43586</c:v>
                      </c:pt>
                      <c:pt idx="2537">
                        <c:v>43587</c:v>
                      </c:pt>
                      <c:pt idx="2538">
                        <c:v>43588</c:v>
                      </c:pt>
                      <c:pt idx="2539">
                        <c:v>43590</c:v>
                      </c:pt>
                      <c:pt idx="2540">
                        <c:v>43591</c:v>
                      </c:pt>
                      <c:pt idx="2541">
                        <c:v>43592</c:v>
                      </c:pt>
                      <c:pt idx="2542">
                        <c:v>43593</c:v>
                      </c:pt>
                      <c:pt idx="2543">
                        <c:v>43594</c:v>
                      </c:pt>
                      <c:pt idx="2544">
                        <c:v>43595</c:v>
                      </c:pt>
                      <c:pt idx="2545">
                        <c:v>43598</c:v>
                      </c:pt>
                      <c:pt idx="2546">
                        <c:v>43599</c:v>
                      </c:pt>
                      <c:pt idx="2547">
                        <c:v>43600</c:v>
                      </c:pt>
                      <c:pt idx="2548">
                        <c:v>43601</c:v>
                      </c:pt>
                      <c:pt idx="2549">
                        <c:v>43602</c:v>
                      </c:pt>
                      <c:pt idx="2550">
                        <c:v>43605</c:v>
                      </c:pt>
                      <c:pt idx="2551">
                        <c:v>43606</c:v>
                      </c:pt>
                      <c:pt idx="2552">
                        <c:v>43607</c:v>
                      </c:pt>
                      <c:pt idx="2553">
                        <c:v>43608</c:v>
                      </c:pt>
                      <c:pt idx="2554">
                        <c:v>43609</c:v>
                      </c:pt>
                      <c:pt idx="2555">
                        <c:v>43612</c:v>
                      </c:pt>
                      <c:pt idx="2556">
                        <c:v>43613</c:v>
                      </c:pt>
                      <c:pt idx="2557">
                        <c:v>43614</c:v>
                      </c:pt>
                      <c:pt idx="2558">
                        <c:v>43615</c:v>
                      </c:pt>
                      <c:pt idx="2559">
                        <c:v>43616</c:v>
                      </c:pt>
                      <c:pt idx="2560">
                        <c:v>43619</c:v>
                      </c:pt>
                      <c:pt idx="2561">
                        <c:v>43620</c:v>
                      </c:pt>
                      <c:pt idx="2562">
                        <c:v>43621</c:v>
                      </c:pt>
                      <c:pt idx="2563">
                        <c:v>43622</c:v>
                      </c:pt>
                      <c:pt idx="2564">
                        <c:v>43623</c:v>
                      </c:pt>
                      <c:pt idx="2565">
                        <c:v>43626</c:v>
                      </c:pt>
                      <c:pt idx="2566">
                        <c:v>43627</c:v>
                      </c:pt>
                      <c:pt idx="2567">
                        <c:v>43628</c:v>
                      </c:pt>
                      <c:pt idx="2568">
                        <c:v>43629</c:v>
                      </c:pt>
                      <c:pt idx="2569">
                        <c:v>43630</c:v>
                      </c:pt>
                      <c:pt idx="2570">
                        <c:v>43633</c:v>
                      </c:pt>
                      <c:pt idx="2571">
                        <c:v>43634</c:v>
                      </c:pt>
                      <c:pt idx="2572">
                        <c:v>43635</c:v>
                      </c:pt>
                      <c:pt idx="2573">
                        <c:v>43636</c:v>
                      </c:pt>
                      <c:pt idx="2574">
                        <c:v>43637</c:v>
                      </c:pt>
                      <c:pt idx="2575">
                        <c:v>43640</c:v>
                      </c:pt>
                      <c:pt idx="2576">
                        <c:v>43641</c:v>
                      </c:pt>
                      <c:pt idx="2577">
                        <c:v>43642</c:v>
                      </c:pt>
                      <c:pt idx="2578">
                        <c:v>43643</c:v>
                      </c:pt>
                      <c:pt idx="2579">
                        <c:v>43644</c:v>
                      </c:pt>
                      <c:pt idx="2580">
                        <c:v>43646</c:v>
                      </c:pt>
                      <c:pt idx="2581">
                        <c:v>43647</c:v>
                      </c:pt>
                      <c:pt idx="2582">
                        <c:v>43648</c:v>
                      </c:pt>
                      <c:pt idx="2583">
                        <c:v>43649</c:v>
                      </c:pt>
                      <c:pt idx="2584">
                        <c:v>43650</c:v>
                      </c:pt>
                      <c:pt idx="2585">
                        <c:v>43651</c:v>
                      </c:pt>
                      <c:pt idx="2586">
                        <c:v>43654</c:v>
                      </c:pt>
                      <c:pt idx="2587">
                        <c:v>43655</c:v>
                      </c:pt>
                      <c:pt idx="2588">
                        <c:v>43656</c:v>
                      </c:pt>
                      <c:pt idx="2589">
                        <c:v>43657</c:v>
                      </c:pt>
                      <c:pt idx="2590">
                        <c:v>43658</c:v>
                      </c:pt>
                      <c:pt idx="2591">
                        <c:v>43661</c:v>
                      </c:pt>
                      <c:pt idx="2592">
                        <c:v>43662</c:v>
                      </c:pt>
                      <c:pt idx="2593">
                        <c:v>43663</c:v>
                      </c:pt>
                      <c:pt idx="2594">
                        <c:v>43664</c:v>
                      </c:pt>
                      <c:pt idx="2595">
                        <c:v>43665</c:v>
                      </c:pt>
                      <c:pt idx="2596">
                        <c:v>43666</c:v>
                      </c:pt>
                      <c:pt idx="2597">
                        <c:v>43668</c:v>
                      </c:pt>
                      <c:pt idx="2598">
                        <c:v>43669</c:v>
                      </c:pt>
                      <c:pt idx="2599">
                        <c:v>43670</c:v>
                      </c:pt>
                      <c:pt idx="2600">
                        <c:v>43671</c:v>
                      </c:pt>
                      <c:pt idx="2601">
                        <c:v>43672</c:v>
                      </c:pt>
                      <c:pt idx="2602">
                        <c:v>43675</c:v>
                      </c:pt>
                      <c:pt idx="2603">
                        <c:v>43676</c:v>
                      </c:pt>
                      <c:pt idx="2604">
                        <c:v>43677</c:v>
                      </c:pt>
                      <c:pt idx="2605">
                        <c:v>43678</c:v>
                      </c:pt>
                      <c:pt idx="2606">
                        <c:v>43679</c:v>
                      </c:pt>
                      <c:pt idx="2607">
                        <c:v>43682</c:v>
                      </c:pt>
                      <c:pt idx="2608">
                        <c:v>43683</c:v>
                      </c:pt>
                      <c:pt idx="2609">
                        <c:v>43684</c:v>
                      </c:pt>
                      <c:pt idx="2610">
                        <c:v>43685</c:v>
                      </c:pt>
                      <c:pt idx="2611">
                        <c:v>43686</c:v>
                      </c:pt>
                      <c:pt idx="2612">
                        <c:v>43687</c:v>
                      </c:pt>
                      <c:pt idx="2613">
                        <c:v>43689</c:v>
                      </c:pt>
                      <c:pt idx="2614">
                        <c:v>43690</c:v>
                      </c:pt>
                      <c:pt idx="2615">
                        <c:v>43691</c:v>
                      </c:pt>
                      <c:pt idx="2616">
                        <c:v>43692</c:v>
                      </c:pt>
                      <c:pt idx="2617">
                        <c:v>43693</c:v>
                      </c:pt>
                      <c:pt idx="2618">
                        <c:v>43696</c:v>
                      </c:pt>
                      <c:pt idx="2619">
                        <c:v>43697</c:v>
                      </c:pt>
                      <c:pt idx="2620">
                        <c:v>43698</c:v>
                      </c:pt>
                      <c:pt idx="2621">
                        <c:v>43699</c:v>
                      </c:pt>
                      <c:pt idx="2622">
                        <c:v>43700</c:v>
                      </c:pt>
                      <c:pt idx="2623">
                        <c:v>43703</c:v>
                      </c:pt>
                      <c:pt idx="2624">
                        <c:v>43704</c:v>
                      </c:pt>
                      <c:pt idx="2625">
                        <c:v>43705</c:v>
                      </c:pt>
                      <c:pt idx="2626">
                        <c:v>43706</c:v>
                      </c:pt>
                      <c:pt idx="2627">
                        <c:v>43707</c:v>
                      </c:pt>
                      <c:pt idx="2628">
                        <c:v>43708</c:v>
                      </c:pt>
                      <c:pt idx="2629">
                        <c:v>43710</c:v>
                      </c:pt>
                      <c:pt idx="2630">
                        <c:v>43711</c:v>
                      </c:pt>
                      <c:pt idx="2631">
                        <c:v>43712</c:v>
                      </c:pt>
                      <c:pt idx="2632">
                        <c:v>43713</c:v>
                      </c:pt>
                      <c:pt idx="2633">
                        <c:v>43714</c:v>
                      </c:pt>
                      <c:pt idx="2634">
                        <c:v>43717</c:v>
                      </c:pt>
                      <c:pt idx="2635">
                        <c:v>43718</c:v>
                      </c:pt>
                      <c:pt idx="2636">
                        <c:v>43719</c:v>
                      </c:pt>
                      <c:pt idx="2637">
                        <c:v>43720</c:v>
                      </c:pt>
                      <c:pt idx="2638">
                        <c:v>43721</c:v>
                      </c:pt>
                      <c:pt idx="2639">
                        <c:v>43724</c:v>
                      </c:pt>
                      <c:pt idx="2640">
                        <c:v>43725</c:v>
                      </c:pt>
                      <c:pt idx="2641">
                        <c:v>43726</c:v>
                      </c:pt>
                      <c:pt idx="2642">
                        <c:v>43727</c:v>
                      </c:pt>
                      <c:pt idx="2643">
                        <c:v>43728</c:v>
                      </c:pt>
                      <c:pt idx="2644">
                        <c:v>43731</c:v>
                      </c:pt>
                      <c:pt idx="2645">
                        <c:v>43732</c:v>
                      </c:pt>
                      <c:pt idx="2646">
                        <c:v>43733</c:v>
                      </c:pt>
                      <c:pt idx="2647">
                        <c:v>43734</c:v>
                      </c:pt>
                      <c:pt idx="2648">
                        <c:v>43735</c:v>
                      </c:pt>
                      <c:pt idx="2649">
                        <c:v>43737</c:v>
                      </c:pt>
                      <c:pt idx="2650">
                        <c:v>43738</c:v>
                      </c:pt>
                      <c:pt idx="2651">
                        <c:v>43739</c:v>
                      </c:pt>
                      <c:pt idx="2652">
                        <c:v>43740</c:v>
                      </c:pt>
                      <c:pt idx="2653">
                        <c:v>43741</c:v>
                      </c:pt>
                      <c:pt idx="2654">
                        <c:v>43742</c:v>
                      </c:pt>
                      <c:pt idx="2655">
                        <c:v>43745</c:v>
                      </c:pt>
                      <c:pt idx="2656">
                        <c:v>43746</c:v>
                      </c:pt>
                      <c:pt idx="2657">
                        <c:v>43747</c:v>
                      </c:pt>
                      <c:pt idx="2658">
                        <c:v>43748</c:v>
                      </c:pt>
                      <c:pt idx="2659">
                        <c:v>43749</c:v>
                      </c:pt>
                      <c:pt idx="2660">
                        <c:v>43750</c:v>
                      </c:pt>
                      <c:pt idx="2661">
                        <c:v>43752</c:v>
                      </c:pt>
                      <c:pt idx="2662">
                        <c:v>43753</c:v>
                      </c:pt>
                      <c:pt idx="2663">
                        <c:v>43754</c:v>
                      </c:pt>
                      <c:pt idx="2664">
                        <c:v>43755</c:v>
                      </c:pt>
                      <c:pt idx="2665">
                        <c:v>43756</c:v>
                      </c:pt>
                      <c:pt idx="2666">
                        <c:v>43758</c:v>
                      </c:pt>
                      <c:pt idx="2667">
                        <c:v>43759</c:v>
                      </c:pt>
                      <c:pt idx="2668">
                        <c:v>43760</c:v>
                      </c:pt>
                      <c:pt idx="2669">
                        <c:v>43761</c:v>
                      </c:pt>
                      <c:pt idx="2670">
                        <c:v>43762</c:v>
                      </c:pt>
                      <c:pt idx="2671">
                        <c:v>43763</c:v>
                      </c:pt>
                      <c:pt idx="2672">
                        <c:v>43766</c:v>
                      </c:pt>
                      <c:pt idx="2673">
                        <c:v>43767</c:v>
                      </c:pt>
                      <c:pt idx="2674">
                        <c:v>43768</c:v>
                      </c:pt>
                      <c:pt idx="2675">
                        <c:v>43769</c:v>
                      </c:pt>
                      <c:pt idx="2676">
                        <c:v>43770</c:v>
                      </c:pt>
                      <c:pt idx="2677">
                        <c:v>43773</c:v>
                      </c:pt>
                      <c:pt idx="2678">
                        <c:v>43774</c:v>
                      </c:pt>
                      <c:pt idx="2679">
                        <c:v>43775</c:v>
                      </c:pt>
                      <c:pt idx="2680">
                        <c:v>43776</c:v>
                      </c:pt>
                      <c:pt idx="2681">
                        <c:v>43777</c:v>
                      </c:pt>
                      <c:pt idx="2682">
                        <c:v>43779</c:v>
                      </c:pt>
                      <c:pt idx="2683">
                        <c:v>43780</c:v>
                      </c:pt>
                      <c:pt idx="2684">
                        <c:v>43781</c:v>
                      </c:pt>
                      <c:pt idx="2685">
                        <c:v>43782</c:v>
                      </c:pt>
                      <c:pt idx="2686">
                        <c:v>43783</c:v>
                      </c:pt>
                      <c:pt idx="2687">
                        <c:v>43784</c:v>
                      </c:pt>
                      <c:pt idx="2688">
                        <c:v>43787</c:v>
                      </c:pt>
                      <c:pt idx="2689">
                        <c:v>43788</c:v>
                      </c:pt>
                      <c:pt idx="2690">
                        <c:v>43789</c:v>
                      </c:pt>
                      <c:pt idx="2691">
                        <c:v>43790</c:v>
                      </c:pt>
                      <c:pt idx="2692">
                        <c:v>43791</c:v>
                      </c:pt>
                      <c:pt idx="2693">
                        <c:v>43794</c:v>
                      </c:pt>
                      <c:pt idx="2694">
                        <c:v>43795</c:v>
                      </c:pt>
                      <c:pt idx="2695">
                        <c:v>43796</c:v>
                      </c:pt>
                      <c:pt idx="2696">
                        <c:v>43797</c:v>
                      </c:pt>
                      <c:pt idx="2697">
                        <c:v>43798</c:v>
                      </c:pt>
                      <c:pt idx="2698">
                        <c:v>43799</c:v>
                      </c:pt>
                      <c:pt idx="2699">
                        <c:v>43801</c:v>
                      </c:pt>
                      <c:pt idx="2700">
                        <c:v>43802</c:v>
                      </c:pt>
                      <c:pt idx="2701">
                        <c:v>43803</c:v>
                      </c:pt>
                      <c:pt idx="2702">
                        <c:v>43804</c:v>
                      </c:pt>
                      <c:pt idx="2703">
                        <c:v>43805</c:v>
                      </c:pt>
                      <c:pt idx="2704">
                        <c:v>43808</c:v>
                      </c:pt>
                      <c:pt idx="2705">
                        <c:v>43809</c:v>
                      </c:pt>
                      <c:pt idx="2706">
                        <c:v>43810</c:v>
                      </c:pt>
                      <c:pt idx="2707">
                        <c:v>43811</c:v>
                      </c:pt>
                      <c:pt idx="2708">
                        <c:v>43812</c:v>
                      </c:pt>
                      <c:pt idx="2709">
                        <c:v>43815</c:v>
                      </c:pt>
                      <c:pt idx="2710">
                        <c:v>43816</c:v>
                      </c:pt>
                      <c:pt idx="2711">
                        <c:v>43817</c:v>
                      </c:pt>
                      <c:pt idx="2712">
                        <c:v>43818</c:v>
                      </c:pt>
                      <c:pt idx="2713">
                        <c:v>43819</c:v>
                      </c:pt>
                      <c:pt idx="2714">
                        <c:v>43822</c:v>
                      </c:pt>
                      <c:pt idx="2715">
                        <c:v>43823</c:v>
                      </c:pt>
                      <c:pt idx="2716">
                        <c:v>43824</c:v>
                      </c:pt>
                      <c:pt idx="2717">
                        <c:v>43825</c:v>
                      </c:pt>
                      <c:pt idx="2718">
                        <c:v>43826</c:v>
                      </c:pt>
                      <c:pt idx="2719">
                        <c:v>43829</c:v>
                      </c:pt>
                      <c:pt idx="2720">
                        <c:v>43830</c:v>
                      </c:pt>
                      <c:pt idx="2721">
                        <c:v>43832</c:v>
                      </c:pt>
                      <c:pt idx="2722">
                        <c:v>43833</c:v>
                      </c:pt>
                      <c:pt idx="2723">
                        <c:v>43836</c:v>
                      </c:pt>
                      <c:pt idx="2724">
                        <c:v>43837</c:v>
                      </c:pt>
                      <c:pt idx="2725">
                        <c:v>43838</c:v>
                      </c:pt>
                      <c:pt idx="2726">
                        <c:v>43839</c:v>
                      </c:pt>
                      <c:pt idx="2727">
                        <c:v>43840</c:v>
                      </c:pt>
                      <c:pt idx="2728">
                        <c:v>43843</c:v>
                      </c:pt>
                      <c:pt idx="2729">
                        <c:v>43844</c:v>
                      </c:pt>
                      <c:pt idx="2730">
                        <c:v>43845</c:v>
                      </c:pt>
                      <c:pt idx="2731">
                        <c:v>43846</c:v>
                      </c:pt>
                      <c:pt idx="2732">
                        <c:v>43847</c:v>
                      </c:pt>
                      <c:pt idx="2733">
                        <c:v>43849</c:v>
                      </c:pt>
                      <c:pt idx="2734">
                        <c:v>43850</c:v>
                      </c:pt>
                      <c:pt idx="2735">
                        <c:v>43851</c:v>
                      </c:pt>
                      <c:pt idx="2736">
                        <c:v>43852</c:v>
                      </c:pt>
                      <c:pt idx="2737">
                        <c:v>43853</c:v>
                      </c:pt>
                      <c:pt idx="2738">
                        <c:v>43854</c:v>
                      </c:pt>
                      <c:pt idx="2739">
                        <c:v>43857</c:v>
                      </c:pt>
                      <c:pt idx="2740">
                        <c:v>43858</c:v>
                      </c:pt>
                      <c:pt idx="2741">
                        <c:v>43859</c:v>
                      </c:pt>
                      <c:pt idx="2742">
                        <c:v>43860</c:v>
                      </c:pt>
                      <c:pt idx="2743">
                        <c:v>43861</c:v>
                      </c:pt>
                      <c:pt idx="2744">
                        <c:v>43864</c:v>
                      </c:pt>
                      <c:pt idx="2745">
                        <c:v>43865</c:v>
                      </c:pt>
                      <c:pt idx="2746">
                        <c:v>43866</c:v>
                      </c:pt>
                      <c:pt idx="2747">
                        <c:v>43867</c:v>
                      </c:pt>
                      <c:pt idx="2748">
                        <c:v>43868</c:v>
                      </c:pt>
                      <c:pt idx="2749">
                        <c:v>43871</c:v>
                      </c:pt>
                      <c:pt idx="2750">
                        <c:v>43872</c:v>
                      </c:pt>
                      <c:pt idx="2751">
                        <c:v>43873</c:v>
                      </c:pt>
                      <c:pt idx="2752">
                        <c:v>43874</c:v>
                      </c:pt>
                      <c:pt idx="2753">
                        <c:v>43875</c:v>
                      </c:pt>
                      <c:pt idx="2754">
                        <c:v>43878</c:v>
                      </c:pt>
                      <c:pt idx="2755">
                        <c:v>43879</c:v>
                      </c:pt>
                      <c:pt idx="2756">
                        <c:v>43880</c:v>
                      </c:pt>
                      <c:pt idx="2757">
                        <c:v>43881</c:v>
                      </c:pt>
                      <c:pt idx="2758">
                        <c:v>43882</c:v>
                      </c:pt>
                      <c:pt idx="2759">
                        <c:v>43885</c:v>
                      </c:pt>
                      <c:pt idx="2760">
                        <c:v>43886</c:v>
                      </c:pt>
                      <c:pt idx="2761">
                        <c:v>43887</c:v>
                      </c:pt>
                      <c:pt idx="2762">
                        <c:v>43888</c:v>
                      </c:pt>
                      <c:pt idx="2763">
                        <c:v>43889</c:v>
                      </c:pt>
                      <c:pt idx="2764">
                        <c:v>43890</c:v>
                      </c:pt>
                      <c:pt idx="2765">
                        <c:v>43892</c:v>
                      </c:pt>
                      <c:pt idx="2766">
                        <c:v>43893</c:v>
                      </c:pt>
                      <c:pt idx="2767">
                        <c:v>43894</c:v>
                      </c:pt>
                      <c:pt idx="2768">
                        <c:v>43895</c:v>
                      </c:pt>
                      <c:pt idx="2769">
                        <c:v>43896</c:v>
                      </c:pt>
                      <c:pt idx="2770">
                        <c:v>43899</c:v>
                      </c:pt>
                      <c:pt idx="2771">
                        <c:v>43900</c:v>
                      </c:pt>
                      <c:pt idx="2772">
                        <c:v>43901</c:v>
                      </c:pt>
                      <c:pt idx="2773">
                        <c:v>43902</c:v>
                      </c:pt>
                      <c:pt idx="2774">
                        <c:v>43903</c:v>
                      </c:pt>
                      <c:pt idx="2775">
                        <c:v>43906</c:v>
                      </c:pt>
                      <c:pt idx="2776">
                        <c:v>43907</c:v>
                      </c:pt>
                      <c:pt idx="2777">
                        <c:v>43908</c:v>
                      </c:pt>
                      <c:pt idx="2778">
                        <c:v>43909</c:v>
                      </c:pt>
                      <c:pt idx="2779">
                        <c:v>43910</c:v>
                      </c:pt>
                      <c:pt idx="2780">
                        <c:v>43913</c:v>
                      </c:pt>
                      <c:pt idx="2781">
                        <c:v>43914</c:v>
                      </c:pt>
                      <c:pt idx="2782">
                        <c:v>43915</c:v>
                      </c:pt>
                      <c:pt idx="2783">
                        <c:v>43916</c:v>
                      </c:pt>
                      <c:pt idx="2784">
                        <c:v>43917</c:v>
                      </c:pt>
                      <c:pt idx="2785">
                        <c:v>43920</c:v>
                      </c:pt>
                      <c:pt idx="2786">
                        <c:v>43921</c:v>
                      </c:pt>
                      <c:pt idx="2787">
                        <c:v>43922</c:v>
                      </c:pt>
                      <c:pt idx="2788">
                        <c:v>43923</c:v>
                      </c:pt>
                      <c:pt idx="2789">
                        <c:v>43924</c:v>
                      </c:pt>
                      <c:pt idx="2790">
                        <c:v>43927</c:v>
                      </c:pt>
                      <c:pt idx="2791">
                        <c:v>43928</c:v>
                      </c:pt>
                      <c:pt idx="2792">
                        <c:v>43929</c:v>
                      </c:pt>
                      <c:pt idx="2793">
                        <c:v>43930</c:v>
                      </c:pt>
                      <c:pt idx="2794">
                        <c:v>43931</c:v>
                      </c:pt>
                      <c:pt idx="2795">
                        <c:v>43934</c:v>
                      </c:pt>
                      <c:pt idx="2796">
                        <c:v>43935</c:v>
                      </c:pt>
                      <c:pt idx="2797">
                        <c:v>43936</c:v>
                      </c:pt>
                      <c:pt idx="2798">
                        <c:v>43937</c:v>
                      </c:pt>
                      <c:pt idx="2799">
                        <c:v>43938</c:v>
                      </c:pt>
                      <c:pt idx="2800">
                        <c:v>43941</c:v>
                      </c:pt>
                      <c:pt idx="2801">
                        <c:v>43942</c:v>
                      </c:pt>
                      <c:pt idx="2802">
                        <c:v>43943</c:v>
                      </c:pt>
                      <c:pt idx="2803">
                        <c:v>43944</c:v>
                      </c:pt>
                      <c:pt idx="2804">
                        <c:v>43945</c:v>
                      </c:pt>
                      <c:pt idx="2805">
                        <c:v>43947</c:v>
                      </c:pt>
                      <c:pt idx="2806">
                        <c:v>43948</c:v>
                      </c:pt>
                      <c:pt idx="2807">
                        <c:v>43949</c:v>
                      </c:pt>
                      <c:pt idx="2808">
                        <c:v>43950</c:v>
                      </c:pt>
                      <c:pt idx="2809">
                        <c:v>43951</c:v>
                      </c:pt>
                      <c:pt idx="2810">
                        <c:v>43952</c:v>
                      </c:pt>
                      <c:pt idx="2811">
                        <c:v>43955</c:v>
                      </c:pt>
                      <c:pt idx="2812">
                        <c:v>43956</c:v>
                      </c:pt>
                      <c:pt idx="2813">
                        <c:v>43957</c:v>
                      </c:pt>
                      <c:pt idx="2814">
                        <c:v>43958</c:v>
                      </c:pt>
                      <c:pt idx="2815">
                        <c:v>43959</c:v>
                      </c:pt>
                      <c:pt idx="2816">
                        <c:v>43960</c:v>
                      </c:pt>
                      <c:pt idx="2817">
                        <c:v>43961</c:v>
                      </c:pt>
                      <c:pt idx="2818">
                        <c:v>43962</c:v>
                      </c:pt>
                      <c:pt idx="2819">
                        <c:v>43963</c:v>
                      </c:pt>
                      <c:pt idx="2820">
                        <c:v>43964</c:v>
                      </c:pt>
                      <c:pt idx="2821">
                        <c:v>43965</c:v>
                      </c:pt>
                      <c:pt idx="2822">
                        <c:v>43966</c:v>
                      </c:pt>
                      <c:pt idx="2823">
                        <c:v>43969</c:v>
                      </c:pt>
                      <c:pt idx="2824">
                        <c:v>43970</c:v>
                      </c:pt>
                      <c:pt idx="2825">
                        <c:v>43971</c:v>
                      </c:pt>
                      <c:pt idx="2826">
                        <c:v>43972</c:v>
                      </c:pt>
                      <c:pt idx="2827">
                        <c:v>43973</c:v>
                      </c:pt>
                      <c:pt idx="2828">
                        <c:v>43976</c:v>
                      </c:pt>
                      <c:pt idx="2829">
                        <c:v>43977</c:v>
                      </c:pt>
                      <c:pt idx="2830">
                        <c:v>43978</c:v>
                      </c:pt>
                      <c:pt idx="2831">
                        <c:v>43979</c:v>
                      </c:pt>
                      <c:pt idx="2832">
                        <c:v>43980</c:v>
                      </c:pt>
                      <c:pt idx="2833">
                        <c:v>43982</c:v>
                      </c:pt>
                      <c:pt idx="2834">
                        <c:v>43983</c:v>
                      </c:pt>
                      <c:pt idx="2835">
                        <c:v>43984</c:v>
                      </c:pt>
                      <c:pt idx="2836">
                        <c:v>43985</c:v>
                      </c:pt>
                      <c:pt idx="2837">
                        <c:v>43986</c:v>
                      </c:pt>
                      <c:pt idx="2838">
                        <c:v>43987</c:v>
                      </c:pt>
                      <c:pt idx="2839">
                        <c:v>43990</c:v>
                      </c:pt>
                      <c:pt idx="2840">
                        <c:v>43991</c:v>
                      </c:pt>
                      <c:pt idx="2841">
                        <c:v>43992</c:v>
                      </c:pt>
                      <c:pt idx="2842">
                        <c:v>43993</c:v>
                      </c:pt>
                      <c:pt idx="2843">
                        <c:v>43994</c:v>
                      </c:pt>
                      <c:pt idx="2844">
                        <c:v>43997</c:v>
                      </c:pt>
                      <c:pt idx="2845">
                        <c:v>43998</c:v>
                      </c:pt>
                      <c:pt idx="2846">
                        <c:v>43999</c:v>
                      </c:pt>
                      <c:pt idx="2847">
                        <c:v>44000</c:v>
                      </c:pt>
                      <c:pt idx="2848">
                        <c:v>44001</c:v>
                      </c:pt>
                      <c:pt idx="2849">
                        <c:v>44002</c:v>
                      </c:pt>
                      <c:pt idx="2850">
                        <c:v>44004</c:v>
                      </c:pt>
                      <c:pt idx="2851">
                        <c:v>44005</c:v>
                      </c:pt>
                      <c:pt idx="2852">
                        <c:v>44006</c:v>
                      </c:pt>
                      <c:pt idx="2853">
                        <c:v>44007</c:v>
                      </c:pt>
                      <c:pt idx="2854">
                        <c:v>44008</c:v>
                      </c:pt>
                      <c:pt idx="2855">
                        <c:v>44010</c:v>
                      </c:pt>
                      <c:pt idx="2856">
                        <c:v>44011</c:v>
                      </c:pt>
                      <c:pt idx="2857">
                        <c:v>44012</c:v>
                      </c:pt>
                      <c:pt idx="2858">
                        <c:v>44013</c:v>
                      </c:pt>
                      <c:pt idx="2859">
                        <c:v>44014</c:v>
                      </c:pt>
                      <c:pt idx="2860">
                        <c:v>44015</c:v>
                      </c:pt>
                      <c:pt idx="2861">
                        <c:v>44018</c:v>
                      </c:pt>
                      <c:pt idx="2862">
                        <c:v>44019</c:v>
                      </c:pt>
                      <c:pt idx="2863">
                        <c:v>44020</c:v>
                      </c:pt>
                      <c:pt idx="2864">
                        <c:v>44021</c:v>
                      </c:pt>
                      <c:pt idx="2865">
                        <c:v>44022</c:v>
                      </c:pt>
                      <c:pt idx="2866">
                        <c:v>44025</c:v>
                      </c:pt>
                      <c:pt idx="2867">
                        <c:v>44026</c:v>
                      </c:pt>
                      <c:pt idx="2868">
                        <c:v>44027</c:v>
                      </c:pt>
                      <c:pt idx="2869">
                        <c:v>44028</c:v>
                      </c:pt>
                      <c:pt idx="2870">
                        <c:v>44029</c:v>
                      </c:pt>
                      <c:pt idx="2871">
                        <c:v>44032</c:v>
                      </c:pt>
                      <c:pt idx="2872">
                        <c:v>44033</c:v>
                      </c:pt>
                      <c:pt idx="2873">
                        <c:v>44034</c:v>
                      </c:pt>
                      <c:pt idx="2874">
                        <c:v>44035</c:v>
                      </c:pt>
                      <c:pt idx="2875">
                        <c:v>44036</c:v>
                      </c:pt>
                      <c:pt idx="2876">
                        <c:v>44039</c:v>
                      </c:pt>
                      <c:pt idx="2877">
                        <c:v>44040</c:v>
                      </c:pt>
                      <c:pt idx="2878">
                        <c:v>44041</c:v>
                      </c:pt>
                      <c:pt idx="2879">
                        <c:v>44042</c:v>
                      </c:pt>
                      <c:pt idx="2880">
                        <c:v>44043</c:v>
                      </c:pt>
                      <c:pt idx="2881">
                        <c:v>44046</c:v>
                      </c:pt>
                      <c:pt idx="2882">
                        <c:v>44047</c:v>
                      </c:pt>
                      <c:pt idx="2883">
                        <c:v>44048</c:v>
                      </c:pt>
                      <c:pt idx="2884">
                        <c:v>44049</c:v>
                      </c:pt>
                      <c:pt idx="2885">
                        <c:v>44050</c:v>
                      </c:pt>
                      <c:pt idx="2886">
                        <c:v>44053</c:v>
                      </c:pt>
                      <c:pt idx="2887">
                        <c:v>44054</c:v>
                      </c:pt>
                      <c:pt idx="2888">
                        <c:v>44055</c:v>
                      </c:pt>
                      <c:pt idx="2889">
                        <c:v>44056</c:v>
                      </c:pt>
                      <c:pt idx="2890">
                        <c:v>44057</c:v>
                      </c:pt>
                      <c:pt idx="2891">
                        <c:v>44060</c:v>
                      </c:pt>
                      <c:pt idx="2892">
                        <c:v>44061</c:v>
                      </c:pt>
                      <c:pt idx="2893">
                        <c:v>44062</c:v>
                      </c:pt>
                      <c:pt idx="2894">
                        <c:v>44063</c:v>
                      </c:pt>
                      <c:pt idx="2895">
                        <c:v>44064</c:v>
                      </c:pt>
                      <c:pt idx="2896">
                        <c:v>44067</c:v>
                      </c:pt>
                      <c:pt idx="2897">
                        <c:v>44068</c:v>
                      </c:pt>
                      <c:pt idx="2898">
                        <c:v>44069</c:v>
                      </c:pt>
                      <c:pt idx="2899">
                        <c:v>44070</c:v>
                      </c:pt>
                      <c:pt idx="2900">
                        <c:v>44071</c:v>
                      </c:pt>
                      <c:pt idx="2901">
                        <c:v>44074</c:v>
                      </c:pt>
                      <c:pt idx="2902">
                        <c:v>44075</c:v>
                      </c:pt>
                      <c:pt idx="2903">
                        <c:v>44076</c:v>
                      </c:pt>
                      <c:pt idx="2904">
                        <c:v>44077</c:v>
                      </c:pt>
                      <c:pt idx="2905">
                        <c:v>44078</c:v>
                      </c:pt>
                      <c:pt idx="2906">
                        <c:v>44081</c:v>
                      </c:pt>
                      <c:pt idx="2907">
                        <c:v>44082</c:v>
                      </c:pt>
                      <c:pt idx="2908">
                        <c:v>44083</c:v>
                      </c:pt>
                      <c:pt idx="2909">
                        <c:v>44084</c:v>
                      </c:pt>
                      <c:pt idx="2910">
                        <c:v>44085</c:v>
                      </c:pt>
                      <c:pt idx="2911">
                        <c:v>44088</c:v>
                      </c:pt>
                      <c:pt idx="2912">
                        <c:v>44089</c:v>
                      </c:pt>
                      <c:pt idx="2913">
                        <c:v>44090</c:v>
                      </c:pt>
                      <c:pt idx="2914">
                        <c:v>44091</c:v>
                      </c:pt>
                      <c:pt idx="2915">
                        <c:v>44092</c:v>
                      </c:pt>
                      <c:pt idx="2916">
                        <c:v>44094</c:v>
                      </c:pt>
                      <c:pt idx="2917">
                        <c:v>44095</c:v>
                      </c:pt>
                      <c:pt idx="2918">
                        <c:v>44096</c:v>
                      </c:pt>
                      <c:pt idx="2919">
                        <c:v>44097</c:v>
                      </c:pt>
                      <c:pt idx="2920">
                        <c:v>44098</c:v>
                      </c:pt>
                      <c:pt idx="2921">
                        <c:v>44099</c:v>
                      </c:pt>
                      <c:pt idx="2922">
                        <c:v>44101</c:v>
                      </c:pt>
                      <c:pt idx="2923">
                        <c:v>44102</c:v>
                      </c:pt>
                      <c:pt idx="2924">
                        <c:v>44103</c:v>
                      </c:pt>
                      <c:pt idx="2925">
                        <c:v>44104</c:v>
                      </c:pt>
                      <c:pt idx="2926">
                        <c:v>44105</c:v>
                      </c:pt>
                      <c:pt idx="2927">
                        <c:v>44106</c:v>
                      </c:pt>
                      <c:pt idx="2928">
                        <c:v>44109</c:v>
                      </c:pt>
                      <c:pt idx="2929">
                        <c:v>44110</c:v>
                      </c:pt>
                      <c:pt idx="2930">
                        <c:v>44111</c:v>
                      </c:pt>
                      <c:pt idx="2931">
                        <c:v>44112</c:v>
                      </c:pt>
                      <c:pt idx="2932">
                        <c:v>44113</c:v>
                      </c:pt>
                      <c:pt idx="2933">
                        <c:v>44114</c:v>
                      </c:pt>
                      <c:pt idx="2934">
                        <c:v>44116</c:v>
                      </c:pt>
                      <c:pt idx="2935">
                        <c:v>44117</c:v>
                      </c:pt>
                      <c:pt idx="2936">
                        <c:v>44118</c:v>
                      </c:pt>
                      <c:pt idx="2937">
                        <c:v>44119</c:v>
                      </c:pt>
                      <c:pt idx="2938">
                        <c:v>44120</c:v>
                      </c:pt>
                      <c:pt idx="2939">
                        <c:v>44123</c:v>
                      </c:pt>
                      <c:pt idx="2940">
                        <c:v>44124</c:v>
                      </c:pt>
                      <c:pt idx="2941">
                        <c:v>44125</c:v>
                      </c:pt>
                      <c:pt idx="2942">
                        <c:v>44126</c:v>
                      </c:pt>
                      <c:pt idx="2943">
                        <c:v>44127</c:v>
                      </c:pt>
                      <c:pt idx="2944">
                        <c:v>44130</c:v>
                      </c:pt>
                      <c:pt idx="2945">
                        <c:v>44131</c:v>
                      </c:pt>
                      <c:pt idx="2946">
                        <c:v>44132</c:v>
                      </c:pt>
                      <c:pt idx="2947">
                        <c:v>44133</c:v>
                      </c:pt>
                      <c:pt idx="2948">
                        <c:v>44134</c:v>
                      </c:pt>
                      <c:pt idx="2949">
                        <c:v>44135</c:v>
                      </c:pt>
                      <c:pt idx="2950">
                        <c:v>44137</c:v>
                      </c:pt>
                      <c:pt idx="2951">
                        <c:v>44138</c:v>
                      </c:pt>
                      <c:pt idx="2952">
                        <c:v>44139</c:v>
                      </c:pt>
                      <c:pt idx="2953">
                        <c:v>44140</c:v>
                      </c:pt>
                      <c:pt idx="2954">
                        <c:v>44141</c:v>
                      </c:pt>
                      <c:pt idx="2955">
                        <c:v>44144</c:v>
                      </c:pt>
                      <c:pt idx="2956">
                        <c:v>44145</c:v>
                      </c:pt>
                      <c:pt idx="2957">
                        <c:v>44146</c:v>
                      </c:pt>
                      <c:pt idx="2958">
                        <c:v>44147</c:v>
                      </c:pt>
                      <c:pt idx="2959">
                        <c:v>44148</c:v>
                      </c:pt>
                      <c:pt idx="2960">
                        <c:v>44151</c:v>
                      </c:pt>
                      <c:pt idx="2961">
                        <c:v>44152</c:v>
                      </c:pt>
                      <c:pt idx="2962">
                        <c:v>44153</c:v>
                      </c:pt>
                      <c:pt idx="2963">
                        <c:v>44154</c:v>
                      </c:pt>
                      <c:pt idx="2964">
                        <c:v>44155</c:v>
                      </c:pt>
                      <c:pt idx="2965">
                        <c:v>44158</c:v>
                      </c:pt>
                      <c:pt idx="2966">
                        <c:v>44159</c:v>
                      </c:pt>
                      <c:pt idx="2967">
                        <c:v>44160</c:v>
                      </c:pt>
                      <c:pt idx="2968">
                        <c:v>44161</c:v>
                      </c:pt>
                      <c:pt idx="2969">
                        <c:v>44162</c:v>
                      </c:pt>
                      <c:pt idx="2970">
                        <c:v>44165</c:v>
                      </c:pt>
                      <c:pt idx="2971">
                        <c:v>44166</c:v>
                      </c:pt>
                      <c:pt idx="2972">
                        <c:v>44167</c:v>
                      </c:pt>
                      <c:pt idx="2973">
                        <c:v>44168</c:v>
                      </c:pt>
                      <c:pt idx="2974">
                        <c:v>44169</c:v>
                      </c:pt>
                      <c:pt idx="2975">
                        <c:v>44172</c:v>
                      </c:pt>
                      <c:pt idx="2976">
                        <c:v>44173</c:v>
                      </c:pt>
                      <c:pt idx="2977">
                        <c:v>44174</c:v>
                      </c:pt>
                      <c:pt idx="2978">
                        <c:v>44175</c:v>
                      </c:pt>
                      <c:pt idx="2979">
                        <c:v>44176</c:v>
                      </c:pt>
                      <c:pt idx="2980">
                        <c:v>44179</c:v>
                      </c:pt>
                      <c:pt idx="2981">
                        <c:v>44180</c:v>
                      </c:pt>
                      <c:pt idx="2982">
                        <c:v>44181</c:v>
                      </c:pt>
                      <c:pt idx="2983">
                        <c:v>44182</c:v>
                      </c:pt>
                      <c:pt idx="2984">
                        <c:v>44183</c:v>
                      </c:pt>
                      <c:pt idx="2985">
                        <c:v>44185</c:v>
                      </c:pt>
                      <c:pt idx="2986">
                        <c:v>44186</c:v>
                      </c:pt>
                      <c:pt idx="2987">
                        <c:v>44187</c:v>
                      </c:pt>
                      <c:pt idx="2988">
                        <c:v>44188</c:v>
                      </c:pt>
                      <c:pt idx="2989">
                        <c:v>44189</c:v>
                      </c:pt>
                      <c:pt idx="2990">
                        <c:v>44190</c:v>
                      </c:pt>
                      <c:pt idx="2991">
                        <c:v>44193</c:v>
                      </c:pt>
                      <c:pt idx="2992">
                        <c:v>44194</c:v>
                      </c:pt>
                      <c:pt idx="2993">
                        <c:v>44195</c:v>
                      </c:pt>
                      <c:pt idx="2994">
                        <c:v>44196</c:v>
                      </c:pt>
                      <c:pt idx="2995">
                        <c:v>44200</c:v>
                      </c:pt>
                      <c:pt idx="2996">
                        <c:v>44201</c:v>
                      </c:pt>
                      <c:pt idx="2997">
                        <c:v>44202</c:v>
                      </c:pt>
                      <c:pt idx="2998">
                        <c:v>44203</c:v>
                      </c:pt>
                      <c:pt idx="2999">
                        <c:v>44204</c:v>
                      </c:pt>
                      <c:pt idx="3000">
                        <c:v>44206</c:v>
                      </c:pt>
                      <c:pt idx="3001">
                        <c:v>44207</c:v>
                      </c:pt>
                      <c:pt idx="3002">
                        <c:v>44208</c:v>
                      </c:pt>
                      <c:pt idx="3003">
                        <c:v>44209</c:v>
                      </c:pt>
                      <c:pt idx="3004">
                        <c:v>44210</c:v>
                      </c:pt>
                      <c:pt idx="3005">
                        <c:v>44211</c:v>
                      </c:pt>
                      <c:pt idx="3006">
                        <c:v>44214</c:v>
                      </c:pt>
                      <c:pt idx="3007">
                        <c:v>44215</c:v>
                      </c:pt>
                      <c:pt idx="3008">
                        <c:v>44216</c:v>
                      </c:pt>
                      <c:pt idx="3009">
                        <c:v>44217</c:v>
                      </c:pt>
                      <c:pt idx="3010">
                        <c:v>44218</c:v>
                      </c:pt>
                      <c:pt idx="3011">
                        <c:v>44221</c:v>
                      </c:pt>
                      <c:pt idx="3012">
                        <c:v>44222</c:v>
                      </c:pt>
                      <c:pt idx="3013">
                        <c:v>44223</c:v>
                      </c:pt>
                      <c:pt idx="3014">
                        <c:v>44224</c:v>
                      </c:pt>
                      <c:pt idx="3015">
                        <c:v>44225</c:v>
                      </c:pt>
                      <c:pt idx="3016">
                        <c:v>44227</c:v>
                      </c:pt>
                      <c:pt idx="3017">
                        <c:v>44228</c:v>
                      </c:pt>
                      <c:pt idx="3018">
                        <c:v>44229</c:v>
                      </c:pt>
                      <c:pt idx="3019">
                        <c:v>44230</c:v>
                      </c:pt>
                      <c:pt idx="3020">
                        <c:v>44231</c:v>
                      </c:pt>
                      <c:pt idx="3021">
                        <c:v>44232</c:v>
                      </c:pt>
                      <c:pt idx="3022">
                        <c:v>44234</c:v>
                      </c:pt>
                      <c:pt idx="3023">
                        <c:v>44235</c:v>
                      </c:pt>
                      <c:pt idx="3024">
                        <c:v>44236</c:v>
                      </c:pt>
                      <c:pt idx="3025">
                        <c:v>44237</c:v>
                      </c:pt>
                      <c:pt idx="3026">
                        <c:v>44238</c:v>
                      </c:pt>
                      <c:pt idx="3027">
                        <c:v>44239</c:v>
                      </c:pt>
                      <c:pt idx="3028">
                        <c:v>44242</c:v>
                      </c:pt>
                      <c:pt idx="3029">
                        <c:v>44243</c:v>
                      </c:pt>
                      <c:pt idx="3030">
                        <c:v>44244</c:v>
                      </c:pt>
                      <c:pt idx="3031">
                        <c:v>44245</c:v>
                      </c:pt>
                      <c:pt idx="3032">
                        <c:v>44246</c:v>
                      </c:pt>
                      <c:pt idx="3033">
                        <c:v>44247</c:v>
                      </c:pt>
                      <c:pt idx="3034">
                        <c:v>44249</c:v>
                      </c:pt>
                      <c:pt idx="3035">
                        <c:v>44250</c:v>
                      </c:pt>
                      <c:pt idx="3036">
                        <c:v>44251</c:v>
                      </c:pt>
                      <c:pt idx="3037">
                        <c:v>44252</c:v>
                      </c:pt>
                      <c:pt idx="3038">
                        <c:v>44253</c:v>
                      </c:pt>
                      <c:pt idx="3039">
                        <c:v>44255</c:v>
                      </c:pt>
                      <c:pt idx="3040">
                        <c:v>44256</c:v>
                      </c:pt>
                      <c:pt idx="3041">
                        <c:v>44257</c:v>
                      </c:pt>
                      <c:pt idx="3042">
                        <c:v>44258</c:v>
                      </c:pt>
                      <c:pt idx="3043">
                        <c:v>44259</c:v>
                      </c:pt>
                      <c:pt idx="3044">
                        <c:v>44260</c:v>
                      </c:pt>
                      <c:pt idx="3045">
                        <c:v>44263</c:v>
                      </c:pt>
                      <c:pt idx="3046">
                        <c:v>44264</c:v>
                      </c:pt>
                      <c:pt idx="3047">
                        <c:v>44265</c:v>
                      </c:pt>
                      <c:pt idx="3048">
                        <c:v>44266</c:v>
                      </c:pt>
                      <c:pt idx="3049">
                        <c:v>44267</c:v>
                      </c:pt>
                      <c:pt idx="3050">
                        <c:v>44270</c:v>
                      </c:pt>
                      <c:pt idx="3051">
                        <c:v>44271</c:v>
                      </c:pt>
                      <c:pt idx="3052">
                        <c:v>44272</c:v>
                      </c:pt>
                      <c:pt idx="3053">
                        <c:v>44273</c:v>
                      </c:pt>
                      <c:pt idx="3054">
                        <c:v>44274</c:v>
                      </c:pt>
                      <c:pt idx="3055">
                        <c:v>44275</c:v>
                      </c:pt>
                      <c:pt idx="3056">
                        <c:v>44277</c:v>
                      </c:pt>
                      <c:pt idx="3057">
                        <c:v>44278</c:v>
                      </c:pt>
                      <c:pt idx="3058">
                        <c:v>44279</c:v>
                      </c:pt>
                      <c:pt idx="3059">
                        <c:v>44280</c:v>
                      </c:pt>
                      <c:pt idx="3060">
                        <c:v>44281</c:v>
                      </c:pt>
                      <c:pt idx="3061">
                        <c:v>44284</c:v>
                      </c:pt>
                      <c:pt idx="3062">
                        <c:v>44285</c:v>
                      </c:pt>
                      <c:pt idx="3063">
                        <c:v>44286</c:v>
                      </c:pt>
                      <c:pt idx="3064">
                        <c:v>44287</c:v>
                      </c:pt>
                      <c:pt idx="3065">
                        <c:v>44288</c:v>
                      </c:pt>
                      <c:pt idx="3066">
                        <c:v>44291</c:v>
                      </c:pt>
                      <c:pt idx="3067">
                        <c:v>44292</c:v>
                      </c:pt>
                      <c:pt idx="3068">
                        <c:v>44293</c:v>
                      </c:pt>
                      <c:pt idx="3069">
                        <c:v>44294</c:v>
                      </c:pt>
                      <c:pt idx="3070">
                        <c:v>44295</c:v>
                      </c:pt>
                      <c:pt idx="3071">
                        <c:v>44296</c:v>
                      </c:pt>
                      <c:pt idx="3072">
                        <c:v>44298</c:v>
                      </c:pt>
                      <c:pt idx="3073">
                        <c:v>44299</c:v>
                      </c:pt>
                      <c:pt idx="3074">
                        <c:v>44300</c:v>
                      </c:pt>
                      <c:pt idx="3075">
                        <c:v>44301</c:v>
                      </c:pt>
                      <c:pt idx="3076">
                        <c:v>44302</c:v>
                      </c:pt>
                      <c:pt idx="3077">
                        <c:v>44305</c:v>
                      </c:pt>
                      <c:pt idx="3078">
                        <c:v>44306</c:v>
                      </c:pt>
                      <c:pt idx="3079">
                        <c:v>44307</c:v>
                      </c:pt>
                      <c:pt idx="3080">
                        <c:v>44308</c:v>
                      </c:pt>
                      <c:pt idx="3081">
                        <c:v>44309</c:v>
                      </c:pt>
                      <c:pt idx="3082">
                        <c:v>44311</c:v>
                      </c:pt>
                      <c:pt idx="3083">
                        <c:v>44312</c:v>
                      </c:pt>
                      <c:pt idx="3084">
                        <c:v>44313</c:v>
                      </c:pt>
                      <c:pt idx="3085">
                        <c:v>44314</c:v>
                      </c:pt>
                      <c:pt idx="3086">
                        <c:v>44315</c:v>
                      </c:pt>
                      <c:pt idx="3087">
                        <c:v>44316</c:v>
                      </c:pt>
                      <c:pt idx="3088">
                        <c:v>44319</c:v>
                      </c:pt>
                      <c:pt idx="3089">
                        <c:v>44320</c:v>
                      </c:pt>
                      <c:pt idx="3090">
                        <c:v>44321</c:v>
                      </c:pt>
                      <c:pt idx="3091">
                        <c:v>44322</c:v>
                      </c:pt>
                      <c:pt idx="3092">
                        <c:v>44323</c:v>
                      </c:pt>
                      <c:pt idx="3093">
                        <c:v>44324</c:v>
                      </c:pt>
                      <c:pt idx="3094">
                        <c:v>44326</c:v>
                      </c:pt>
                      <c:pt idx="3095">
                        <c:v>44327</c:v>
                      </c:pt>
                      <c:pt idx="3096">
                        <c:v>44328</c:v>
                      </c:pt>
                      <c:pt idx="3097">
                        <c:v>44329</c:v>
                      </c:pt>
                      <c:pt idx="3098">
                        <c:v>44330</c:v>
                      </c:pt>
                      <c:pt idx="3099">
                        <c:v>44333</c:v>
                      </c:pt>
                      <c:pt idx="3100">
                        <c:v>44334</c:v>
                      </c:pt>
                      <c:pt idx="3101">
                        <c:v>44335</c:v>
                      </c:pt>
                      <c:pt idx="3102">
                        <c:v>44336</c:v>
                      </c:pt>
                      <c:pt idx="3103">
                        <c:v>44337</c:v>
                      </c:pt>
                      <c:pt idx="3104">
                        <c:v>44340</c:v>
                      </c:pt>
                      <c:pt idx="3105">
                        <c:v>44341</c:v>
                      </c:pt>
                      <c:pt idx="3106">
                        <c:v>44342</c:v>
                      </c:pt>
                      <c:pt idx="3107">
                        <c:v>44343</c:v>
                      </c:pt>
                      <c:pt idx="3108">
                        <c:v>44344</c:v>
                      </c:pt>
                      <c:pt idx="3109">
                        <c:v>44347</c:v>
                      </c:pt>
                      <c:pt idx="3110">
                        <c:v>44348</c:v>
                      </c:pt>
                      <c:pt idx="3111">
                        <c:v>44349</c:v>
                      </c:pt>
                      <c:pt idx="3112">
                        <c:v>44350</c:v>
                      </c:pt>
                      <c:pt idx="3113">
                        <c:v>44351</c:v>
                      </c:pt>
                      <c:pt idx="3114">
                        <c:v>44354</c:v>
                      </c:pt>
                      <c:pt idx="3115">
                        <c:v>44355</c:v>
                      </c:pt>
                      <c:pt idx="3116">
                        <c:v>44356</c:v>
                      </c:pt>
                      <c:pt idx="3117">
                        <c:v>44357</c:v>
                      </c:pt>
                      <c:pt idx="3118">
                        <c:v>44358</c:v>
                      </c:pt>
                      <c:pt idx="3119">
                        <c:v>44361</c:v>
                      </c:pt>
                      <c:pt idx="3120">
                        <c:v>44362</c:v>
                      </c:pt>
                      <c:pt idx="3121">
                        <c:v>44363</c:v>
                      </c:pt>
                      <c:pt idx="3122">
                        <c:v>44364</c:v>
                      </c:pt>
                      <c:pt idx="3123">
                        <c:v>44365</c:v>
                      </c:pt>
                      <c:pt idx="3124">
                        <c:v>44367</c:v>
                      </c:pt>
                      <c:pt idx="3125">
                        <c:v>44368</c:v>
                      </c:pt>
                      <c:pt idx="3126">
                        <c:v>44369</c:v>
                      </c:pt>
                      <c:pt idx="3127">
                        <c:v>44370</c:v>
                      </c:pt>
                      <c:pt idx="3128">
                        <c:v>44371</c:v>
                      </c:pt>
                      <c:pt idx="3129">
                        <c:v>44372</c:v>
                      </c:pt>
                      <c:pt idx="3130">
                        <c:v>44375</c:v>
                      </c:pt>
                      <c:pt idx="3131">
                        <c:v>44376</c:v>
                      </c:pt>
                      <c:pt idx="3132">
                        <c:v>44377</c:v>
                      </c:pt>
                      <c:pt idx="3133">
                        <c:v>44378</c:v>
                      </c:pt>
                      <c:pt idx="3134">
                        <c:v>44379</c:v>
                      </c:pt>
                      <c:pt idx="3135">
                        <c:v>44382</c:v>
                      </c:pt>
                      <c:pt idx="3136">
                        <c:v>44383</c:v>
                      </c:pt>
                      <c:pt idx="3137">
                        <c:v>44384</c:v>
                      </c:pt>
                      <c:pt idx="3138">
                        <c:v>44385</c:v>
                      </c:pt>
                      <c:pt idx="3139">
                        <c:v>44386</c:v>
                      </c:pt>
                      <c:pt idx="3140">
                        <c:v>44387</c:v>
                      </c:pt>
                      <c:pt idx="3141">
                        <c:v>44389</c:v>
                      </c:pt>
                      <c:pt idx="3142">
                        <c:v>44390</c:v>
                      </c:pt>
                      <c:pt idx="3143">
                        <c:v>44391</c:v>
                      </c:pt>
                      <c:pt idx="3144">
                        <c:v>44392</c:v>
                      </c:pt>
                      <c:pt idx="3145">
                        <c:v>44393</c:v>
                      </c:pt>
                      <c:pt idx="3146">
                        <c:v>44396</c:v>
                      </c:pt>
                      <c:pt idx="3147">
                        <c:v>44397</c:v>
                      </c:pt>
                      <c:pt idx="3148">
                        <c:v>44398</c:v>
                      </c:pt>
                      <c:pt idx="3149">
                        <c:v>44399</c:v>
                      </c:pt>
                      <c:pt idx="3150">
                        <c:v>44400</c:v>
                      </c:pt>
                      <c:pt idx="3151">
                        <c:v>44403</c:v>
                      </c:pt>
                      <c:pt idx="3152">
                        <c:v>44404</c:v>
                      </c:pt>
                      <c:pt idx="3153">
                        <c:v>44405</c:v>
                      </c:pt>
                      <c:pt idx="3154">
                        <c:v>44406</c:v>
                      </c:pt>
                      <c:pt idx="3155">
                        <c:v>44407</c:v>
                      </c:pt>
                      <c:pt idx="3156">
                        <c:v>44408</c:v>
                      </c:pt>
                      <c:pt idx="3157">
                        <c:v>44410</c:v>
                      </c:pt>
                      <c:pt idx="3158">
                        <c:v>44411</c:v>
                      </c:pt>
                      <c:pt idx="3159">
                        <c:v>44412</c:v>
                      </c:pt>
                      <c:pt idx="3160">
                        <c:v>44413</c:v>
                      </c:pt>
                      <c:pt idx="3161">
                        <c:v>44414</c:v>
                      </c:pt>
                      <c:pt idx="3162">
                        <c:v>44417</c:v>
                      </c:pt>
                      <c:pt idx="3163">
                        <c:v>44418</c:v>
                      </c:pt>
                      <c:pt idx="3164">
                        <c:v>44419</c:v>
                      </c:pt>
                      <c:pt idx="3165">
                        <c:v>44420</c:v>
                      </c:pt>
                      <c:pt idx="3166">
                        <c:v>44421</c:v>
                      </c:pt>
                      <c:pt idx="3167">
                        <c:v>44424</c:v>
                      </c:pt>
                      <c:pt idx="3168">
                        <c:v>44425</c:v>
                      </c:pt>
                      <c:pt idx="3169">
                        <c:v>44426</c:v>
                      </c:pt>
                      <c:pt idx="3170">
                        <c:v>44427</c:v>
                      </c:pt>
                      <c:pt idx="3171">
                        <c:v>44428</c:v>
                      </c:pt>
                      <c:pt idx="3172">
                        <c:v>44431</c:v>
                      </c:pt>
                      <c:pt idx="3173">
                        <c:v>44432</c:v>
                      </c:pt>
                      <c:pt idx="3174">
                        <c:v>44433</c:v>
                      </c:pt>
                      <c:pt idx="3175">
                        <c:v>44434</c:v>
                      </c:pt>
                      <c:pt idx="3176">
                        <c:v>44435</c:v>
                      </c:pt>
                      <c:pt idx="3177">
                        <c:v>44438</c:v>
                      </c:pt>
                      <c:pt idx="3178">
                        <c:v>44439</c:v>
                      </c:pt>
                      <c:pt idx="3179">
                        <c:v>44440</c:v>
                      </c:pt>
                      <c:pt idx="3180">
                        <c:v>44441</c:v>
                      </c:pt>
                      <c:pt idx="3181">
                        <c:v>44442</c:v>
                      </c:pt>
                      <c:pt idx="3182">
                        <c:v>44445</c:v>
                      </c:pt>
                      <c:pt idx="3183">
                        <c:v>44446</c:v>
                      </c:pt>
                      <c:pt idx="3184">
                        <c:v>44447</c:v>
                      </c:pt>
                      <c:pt idx="3185">
                        <c:v>44448</c:v>
                      </c:pt>
                      <c:pt idx="3186">
                        <c:v>44449</c:v>
                      </c:pt>
                      <c:pt idx="3187">
                        <c:v>44452</c:v>
                      </c:pt>
                      <c:pt idx="3188">
                        <c:v>44453</c:v>
                      </c:pt>
                      <c:pt idx="3189">
                        <c:v>44454</c:v>
                      </c:pt>
                      <c:pt idx="3190">
                        <c:v>44455</c:v>
                      </c:pt>
                      <c:pt idx="3191">
                        <c:v>44456</c:v>
                      </c:pt>
                      <c:pt idx="3192">
                        <c:v>44457</c:v>
                      </c:pt>
                      <c:pt idx="3193">
                        <c:v>44459</c:v>
                      </c:pt>
                      <c:pt idx="3194">
                        <c:v>44460</c:v>
                      </c:pt>
                      <c:pt idx="3195">
                        <c:v>44461</c:v>
                      </c:pt>
                      <c:pt idx="3196">
                        <c:v>44462</c:v>
                      </c:pt>
                      <c:pt idx="3197">
                        <c:v>44463</c:v>
                      </c:pt>
                      <c:pt idx="3198">
                        <c:v>44465</c:v>
                      </c:pt>
                      <c:pt idx="3199">
                        <c:v>44466</c:v>
                      </c:pt>
                      <c:pt idx="3200">
                        <c:v>44467</c:v>
                      </c:pt>
                      <c:pt idx="3201">
                        <c:v>44468</c:v>
                      </c:pt>
                      <c:pt idx="3202">
                        <c:v>44469</c:v>
                      </c:pt>
                      <c:pt idx="3203">
                        <c:v>44470</c:v>
                      </c:pt>
                      <c:pt idx="3204">
                        <c:v>44473</c:v>
                      </c:pt>
                      <c:pt idx="3205">
                        <c:v>44474</c:v>
                      </c:pt>
                      <c:pt idx="3206">
                        <c:v>44475</c:v>
                      </c:pt>
                      <c:pt idx="3207">
                        <c:v>44476</c:v>
                      </c:pt>
                      <c:pt idx="3208">
                        <c:v>44477</c:v>
                      </c:pt>
                      <c:pt idx="3209">
                        <c:v>44478</c:v>
                      </c:pt>
                      <c:pt idx="3210">
                        <c:v>44479</c:v>
                      </c:pt>
                      <c:pt idx="3211">
                        <c:v>44480</c:v>
                      </c:pt>
                      <c:pt idx="3212">
                        <c:v>44481</c:v>
                      </c:pt>
                      <c:pt idx="3213">
                        <c:v>44482</c:v>
                      </c:pt>
                      <c:pt idx="3214">
                        <c:v>44483</c:v>
                      </c:pt>
                      <c:pt idx="3215">
                        <c:v>44484</c:v>
                      </c:pt>
                      <c:pt idx="3216">
                        <c:v>44487</c:v>
                      </c:pt>
                      <c:pt idx="3217">
                        <c:v>44488</c:v>
                      </c:pt>
                      <c:pt idx="3218">
                        <c:v>44489</c:v>
                      </c:pt>
                      <c:pt idx="3219">
                        <c:v>44490</c:v>
                      </c:pt>
                      <c:pt idx="3220">
                        <c:v>44491</c:v>
                      </c:pt>
                      <c:pt idx="3221">
                        <c:v>44494</c:v>
                      </c:pt>
                      <c:pt idx="3222">
                        <c:v>44495</c:v>
                      </c:pt>
                      <c:pt idx="3223">
                        <c:v>44496</c:v>
                      </c:pt>
                      <c:pt idx="3224">
                        <c:v>44497</c:v>
                      </c:pt>
                      <c:pt idx="3225">
                        <c:v>44498</c:v>
                      </c:pt>
                      <c:pt idx="3226">
                        <c:v>44500</c:v>
                      </c:pt>
                      <c:pt idx="3227">
                        <c:v>44501</c:v>
                      </c:pt>
                      <c:pt idx="3228">
                        <c:v>44502</c:v>
                      </c:pt>
                      <c:pt idx="3229">
                        <c:v>44503</c:v>
                      </c:pt>
                      <c:pt idx="3230">
                        <c:v>44504</c:v>
                      </c:pt>
                      <c:pt idx="3231">
                        <c:v>44505</c:v>
                      </c:pt>
                      <c:pt idx="3232">
                        <c:v>44508</c:v>
                      </c:pt>
                      <c:pt idx="3233">
                        <c:v>44509</c:v>
                      </c:pt>
                      <c:pt idx="3234">
                        <c:v>44510</c:v>
                      </c:pt>
                      <c:pt idx="3235">
                        <c:v>44511</c:v>
                      </c:pt>
                      <c:pt idx="3236">
                        <c:v>44512</c:v>
                      </c:pt>
                      <c:pt idx="3237">
                        <c:v>44513</c:v>
                      </c:pt>
                      <c:pt idx="3238">
                        <c:v>44514</c:v>
                      </c:pt>
                      <c:pt idx="3239">
                        <c:v>44515</c:v>
                      </c:pt>
                      <c:pt idx="3240">
                        <c:v>44516</c:v>
                      </c:pt>
                      <c:pt idx="3241">
                        <c:v>44517</c:v>
                      </c:pt>
                      <c:pt idx="3242">
                        <c:v>44518</c:v>
                      </c:pt>
                      <c:pt idx="3243">
                        <c:v>44519</c:v>
                      </c:pt>
                      <c:pt idx="3244">
                        <c:v>44520</c:v>
                      </c:pt>
                      <c:pt idx="3245">
                        <c:v>44521</c:v>
                      </c:pt>
                      <c:pt idx="3246">
                        <c:v>44522</c:v>
                      </c:pt>
                      <c:pt idx="3247">
                        <c:v>44523</c:v>
                      </c:pt>
                      <c:pt idx="3248">
                        <c:v>44524</c:v>
                      </c:pt>
                      <c:pt idx="3249">
                        <c:v>44525</c:v>
                      </c:pt>
                      <c:pt idx="3250">
                        <c:v>44526</c:v>
                      </c:pt>
                      <c:pt idx="3251">
                        <c:v>44527</c:v>
                      </c:pt>
                      <c:pt idx="3252">
                        <c:v>44528</c:v>
                      </c:pt>
                      <c:pt idx="3253">
                        <c:v>44529</c:v>
                      </c:pt>
                      <c:pt idx="3254">
                        <c:v>44530</c:v>
                      </c:pt>
                      <c:pt idx="3255">
                        <c:v>44531</c:v>
                      </c:pt>
                      <c:pt idx="3256">
                        <c:v>44532</c:v>
                      </c:pt>
                      <c:pt idx="3257">
                        <c:v>44533</c:v>
                      </c:pt>
                      <c:pt idx="3258">
                        <c:v>44534</c:v>
                      </c:pt>
                      <c:pt idx="3259">
                        <c:v>44535</c:v>
                      </c:pt>
                      <c:pt idx="3260">
                        <c:v>44536</c:v>
                      </c:pt>
                      <c:pt idx="3261">
                        <c:v>44537</c:v>
                      </c:pt>
                      <c:pt idx="3262">
                        <c:v>44538</c:v>
                      </c:pt>
                      <c:pt idx="3263">
                        <c:v>44539</c:v>
                      </c:pt>
                      <c:pt idx="3264">
                        <c:v>44540</c:v>
                      </c:pt>
                      <c:pt idx="3265">
                        <c:v>44541</c:v>
                      </c:pt>
                      <c:pt idx="3266">
                        <c:v>44542</c:v>
                      </c:pt>
                      <c:pt idx="3267">
                        <c:v>44543</c:v>
                      </c:pt>
                      <c:pt idx="3268">
                        <c:v>44544</c:v>
                      </c:pt>
                      <c:pt idx="3269">
                        <c:v>44545</c:v>
                      </c:pt>
                      <c:pt idx="3270">
                        <c:v>44546</c:v>
                      </c:pt>
                      <c:pt idx="3271">
                        <c:v>44547</c:v>
                      </c:pt>
                      <c:pt idx="3272">
                        <c:v>44548</c:v>
                      </c:pt>
                      <c:pt idx="3273">
                        <c:v>44549</c:v>
                      </c:pt>
                      <c:pt idx="3274">
                        <c:v>44550</c:v>
                      </c:pt>
                      <c:pt idx="3275">
                        <c:v>44551</c:v>
                      </c:pt>
                      <c:pt idx="3276">
                        <c:v>44552</c:v>
                      </c:pt>
                      <c:pt idx="3277">
                        <c:v>44553</c:v>
                      </c:pt>
                      <c:pt idx="3278">
                        <c:v>44554</c:v>
                      </c:pt>
                      <c:pt idx="3279">
                        <c:v>44555</c:v>
                      </c:pt>
                      <c:pt idx="3280">
                        <c:v>44556</c:v>
                      </c:pt>
                      <c:pt idx="3281">
                        <c:v>44557</c:v>
                      </c:pt>
                      <c:pt idx="3282">
                        <c:v>44558</c:v>
                      </c:pt>
                      <c:pt idx="3283">
                        <c:v>44559</c:v>
                      </c:pt>
                      <c:pt idx="3284">
                        <c:v>44560</c:v>
                      </c:pt>
                      <c:pt idx="3285">
                        <c:v>44561</c:v>
                      </c:pt>
                      <c:pt idx="3286">
                        <c:v>44562</c:v>
                      </c:pt>
                      <c:pt idx="3287">
                        <c:v>44563</c:v>
                      </c:pt>
                      <c:pt idx="3288">
                        <c:v>44564</c:v>
                      </c:pt>
                      <c:pt idx="3289">
                        <c:v>44565</c:v>
                      </c:pt>
                      <c:pt idx="3290">
                        <c:v>44566</c:v>
                      </c:pt>
                      <c:pt idx="3291">
                        <c:v>44567</c:v>
                      </c:pt>
                      <c:pt idx="3292">
                        <c:v>44568</c:v>
                      </c:pt>
                      <c:pt idx="3293">
                        <c:v>44569</c:v>
                      </c:pt>
                      <c:pt idx="3294">
                        <c:v>44570</c:v>
                      </c:pt>
                      <c:pt idx="3295">
                        <c:v>44571</c:v>
                      </c:pt>
                      <c:pt idx="3296">
                        <c:v>44572</c:v>
                      </c:pt>
                      <c:pt idx="3297">
                        <c:v>44573</c:v>
                      </c:pt>
                      <c:pt idx="3298">
                        <c:v>44574</c:v>
                      </c:pt>
                      <c:pt idx="3299">
                        <c:v>44575</c:v>
                      </c:pt>
                      <c:pt idx="3300">
                        <c:v>44576</c:v>
                      </c:pt>
                      <c:pt idx="3301">
                        <c:v>44577</c:v>
                      </c:pt>
                      <c:pt idx="3302">
                        <c:v>44578</c:v>
                      </c:pt>
                      <c:pt idx="3303">
                        <c:v>44579</c:v>
                      </c:pt>
                      <c:pt idx="3304">
                        <c:v>44580</c:v>
                      </c:pt>
                      <c:pt idx="3305">
                        <c:v>44581</c:v>
                      </c:pt>
                      <c:pt idx="3306">
                        <c:v>44582</c:v>
                      </c:pt>
                      <c:pt idx="3307">
                        <c:v>44583</c:v>
                      </c:pt>
                      <c:pt idx="3308">
                        <c:v>44584</c:v>
                      </c:pt>
                      <c:pt idx="3309">
                        <c:v>44585</c:v>
                      </c:pt>
                      <c:pt idx="3310">
                        <c:v>44586</c:v>
                      </c:pt>
                      <c:pt idx="3311">
                        <c:v>44587</c:v>
                      </c:pt>
                      <c:pt idx="3312">
                        <c:v>44588</c:v>
                      </c:pt>
                      <c:pt idx="3313">
                        <c:v>44589</c:v>
                      </c:pt>
                      <c:pt idx="3314">
                        <c:v>44590</c:v>
                      </c:pt>
                      <c:pt idx="3315">
                        <c:v>44591</c:v>
                      </c:pt>
                      <c:pt idx="3316">
                        <c:v>44592</c:v>
                      </c:pt>
                      <c:pt idx="3317">
                        <c:v>44593</c:v>
                      </c:pt>
                      <c:pt idx="3318">
                        <c:v>44594</c:v>
                      </c:pt>
                      <c:pt idx="3319">
                        <c:v>44595</c:v>
                      </c:pt>
                      <c:pt idx="3320">
                        <c:v>44596</c:v>
                      </c:pt>
                      <c:pt idx="3321">
                        <c:v>44597</c:v>
                      </c:pt>
                      <c:pt idx="3322">
                        <c:v>44598</c:v>
                      </c:pt>
                      <c:pt idx="3323">
                        <c:v>44599</c:v>
                      </c:pt>
                      <c:pt idx="3324">
                        <c:v>44600</c:v>
                      </c:pt>
                      <c:pt idx="3325">
                        <c:v>44601</c:v>
                      </c:pt>
                      <c:pt idx="3326">
                        <c:v>44602</c:v>
                      </c:pt>
                      <c:pt idx="3327">
                        <c:v>44603</c:v>
                      </c:pt>
                      <c:pt idx="3328">
                        <c:v>44606</c:v>
                      </c:pt>
                      <c:pt idx="3329">
                        <c:v>44607</c:v>
                      </c:pt>
                      <c:pt idx="3330">
                        <c:v>44608</c:v>
                      </c:pt>
                      <c:pt idx="3331">
                        <c:v>44609</c:v>
                      </c:pt>
                      <c:pt idx="3332">
                        <c:v>44610</c:v>
                      </c:pt>
                      <c:pt idx="3333">
                        <c:v>44612</c:v>
                      </c:pt>
                      <c:pt idx="3334">
                        <c:v>44613</c:v>
                      </c:pt>
                      <c:pt idx="3335">
                        <c:v>44614</c:v>
                      </c:pt>
                      <c:pt idx="3336">
                        <c:v>44615</c:v>
                      </c:pt>
                      <c:pt idx="3337">
                        <c:v>44616</c:v>
                      </c:pt>
                      <c:pt idx="3338">
                        <c:v>44617</c:v>
                      </c:pt>
                      <c:pt idx="3339">
                        <c:v>44620</c:v>
                      </c:pt>
                      <c:pt idx="3340">
                        <c:v>44621</c:v>
                      </c:pt>
                      <c:pt idx="3341">
                        <c:v>44622</c:v>
                      </c:pt>
                      <c:pt idx="3342">
                        <c:v>44623</c:v>
                      </c:pt>
                      <c:pt idx="3343">
                        <c:v>44624</c:v>
                      </c:pt>
                      <c:pt idx="3344">
                        <c:v>44627</c:v>
                      </c:pt>
                      <c:pt idx="3345">
                        <c:v>44628</c:v>
                      </c:pt>
                      <c:pt idx="3346">
                        <c:v>44629</c:v>
                      </c:pt>
                      <c:pt idx="3347">
                        <c:v>44630</c:v>
                      </c:pt>
                      <c:pt idx="3348">
                        <c:v>44631</c:v>
                      </c:pt>
                      <c:pt idx="3349">
                        <c:v>44634</c:v>
                      </c:pt>
                      <c:pt idx="3350">
                        <c:v>44635</c:v>
                      </c:pt>
                      <c:pt idx="3351">
                        <c:v>44636</c:v>
                      </c:pt>
                      <c:pt idx="3352">
                        <c:v>44637</c:v>
                      </c:pt>
                      <c:pt idx="3353">
                        <c:v>44638</c:v>
                      </c:pt>
                      <c:pt idx="3354">
                        <c:v>44639</c:v>
                      </c:pt>
                      <c:pt idx="3355">
                        <c:v>44640</c:v>
                      </c:pt>
                      <c:pt idx="3356">
                        <c:v>44641</c:v>
                      </c:pt>
                      <c:pt idx="3357">
                        <c:v>44642</c:v>
                      </c:pt>
                      <c:pt idx="3358">
                        <c:v>44643</c:v>
                      </c:pt>
                      <c:pt idx="3359">
                        <c:v>44644</c:v>
                      </c:pt>
                      <c:pt idx="3360">
                        <c:v>44645</c:v>
                      </c:pt>
                      <c:pt idx="3361">
                        <c:v>44648</c:v>
                      </c:pt>
                      <c:pt idx="3362">
                        <c:v>44649</c:v>
                      </c:pt>
                      <c:pt idx="3363">
                        <c:v>44650</c:v>
                      </c:pt>
                      <c:pt idx="3364">
                        <c:v>44651</c:v>
                      </c:pt>
                      <c:pt idx="3365">
                        <c:v>44652</c:v>
                      </c:pt>
                      <c:pt idx="3366">
                        <c:v>44653</c:v>
                      </c:pt>
                      <c:pt idx="3367">
                        <c:v>44655</c:v>
                      </c:pt>
                      <c:pt idx="3368">
                        <c:v>44656</c:v>
                      </c:pt>
                      <c:pt idx="3369">
                        <c:v>44657</c:v>
                      </c:pt>
                      <c:pt idx="3370">
                        <c:v>44658</c:v>
                      </c:pt>
                      <c:pt idx="3371">
                        <c:v>44659</c:v>
                      </c:pt>
                      <c:pt idx="3372">
                        <c:v>44660</c:v>
                      </c:pt>
                      <c:pt idx="3373">
                        <c:v>44661</c:v>
                      </c:pt>
                      <c:pt idx="3374">
                        <c:v>44662</c:v>
                      </c:pt>
                      <c:pt idx="3375">
                        <c:v>44663</c:v>
                      </c:pt>
                      <c:pt idx="3376">
                        <c:v>44664</c:v>
                      </c:pt>
                      <c:pt idx="3377">
                        <c:v>44665</c:v>
                      </c:pt>
                      <c:pt idx="3378">
                        <c:v>44666</c:v>
                      </c:pt>
                      <c:pt idx="3379">
                        <c:v>44667</c:v>
                      </c:pt>
                      <c:pt idx="3380">
                        <c:v>44668</c:v>
                      </c:pt>
                      <c:pt idx="3381">
                        <c:v>44669</c:v>
                      </c:pt>
                      <c:pt idx="3382">
                        <c:v>44670</c:v>
                      </c:pt>
                      <c:pt idx="3383">
                        <c:v>44671</c:v>
                      </c:pt>
                      <c:pt idx="3384">
                        <c:v>44672</c:v>
                      </c:pt>
                      <c:pt idx="3385">
                        <c:v>44673</c:v>
                      </c:pt>
                      <c:pt idx="3386">
                        <c:v>44674</c:v>
                      </c:pt>
                      <c:pt idx="3387">
                        <c:v>44675</c:v>
                      </c:pt>
                      <c:pt idx="3388">
                        <c:v>44676</c:v>
                      </c:pt>
                      <c:pt idx="3389">
                        <c:v>44677</c:v>
                      </c:pt>
                      <c:pt idx="3390">
                        <c:v>44678</c:v>
                      </c:pt>
                      <c:pt idx="3391">
                        <c:v>44679</c:v>
                      </c:pt>
                      <c:pt idx="3392">
                        <c:v>44680</c:v>
                      </c:pt>
                      <c:pt idx="3393">
                        <c:v>44681</c:v>
                      </c:pt>
                      <c:pt idx="3394">
                        <c:v>44682</c:v>
                      </c:pt>
                      <c:pt idx="3395">
                        <c:v>44683</c:v>
                      </c:pt>
                      <c:pt idx="3396">
                        <c:v>44684</c:v>
                      </c:pt>
                      <c:pt idx="3397">
                        <c:v>44685</c:v>
                      </c:pt>
                      <c:pt idx="3398">
                        <c:v>44686</c:v>
                      </c:pt>
                      <c:pt idx="3399">
                        <c:v>44687</c:v>
                      </c:pt>
                      <c:pt idx="3400">
                        <c:v>44688</c:v>
                      </c:pt>
                      <c:pt idx="3401">
                        <c:v>44689</c:v>
                      </c:pt>
                      <c:pt idx="3402">
                        <c:v>44690</c:v>
                      </c:pt>
                      <c:pt idx="3403">
                        <c:v>44691</c:v>
                      </c:pt>
                      <c:pt idx="3404">
                        <c:v>44692</c:v>
                      </c:pt>
                      <c:pt idx="3405">
                        <c:v>44693</c:v>
                      </c:pt>
                      <c:pt idx="3406">
                        <c:v>44694</c:v>
                      </c:pt>
                      <c:pt idx="3407">
                        <c:v>44695</c:v>
                      </c:pt>
                      <c:pt idx="3408">
                        <c:v>44696</c:v>
                      </c:pt>
                      <c:pt idx="3409">
                        <c:v>44697</c:v>
                      </c:pt>
                      <c:pt idx="3410">
                        <c:v>44698</c:v>
                      </c:pt>
                      <c:pt idx="3411">
                        <c:v>44699</c:v>
                      </c:pt>
                      <c:pt idx="3412">
                        <c:v>44700</c:v>
                      </c:pt>
                      <c:pt idx="3413">
                        <c:v>44701</c:v>
                      </c:pt>
                      <c:pt idx="3414">
                        <c:v>44704</c:v>
                      </c:pt>
                      <c:pt idx="3415">
                        <c:v>44705</c:v>
                      </c:pt>
                      <c:pt idx="3416">
                        <c:v>44706</c:v>
                      </c:pt>
                      <c:pt idx="3417">
                        <c:v>44707</c:v>
                      </c:pt>
                      <c:pt idx="3418">
                        <c:v>44708</c:v>
                      </c:pt>
                      <c:pt idx="3419">
                        <c:v>44711</c:v>
                      </c:pt>
                      <c:pt idx="3420">
                        <c:v>44712</c:v>
                      </c:pt>
                      <c:pt idx="3421">
                        <c:v>44713</c:v>
                      </c:pt>
                      <c:pt idx="3422">
                        <c:v>44714</c:v>
                      </c:pt>
                      <c:pt idx="3423">
                        <c:v>44715</c:v>
                      </c:pt>
                      <c:pt idx="3424">
                        <c:v>44718</c:v>
                      </c:pt>
                      <c:pt idx="3425">
                        <c:v>44719</c:v>
                      </c:pt>
                      <c:pt idx="3426">
                        <c:v>44720</c:v>
                      </c:pt>
                      <c:pt idx="3427">
                        <c:v>44721</c:v>
                      </c:pt>
                      <c:pt idx="3428">
                        <c:v>44722</c:v>
                      </c:pt>
                      <c:pt idx="3429">
                        <c:v>44725</c:v>
                      </c:pt>
                      <c:pt idx="3430">
                        <c:v>44726</c:v>
                      </c:pt>
                      <c:pt idx="3431">
                        <c:v>44727</c:v>
                      </c:pt>
                      <c:pt idx="3432">
                        <c:v>44728</c:v>
                      </c:pt>
                      <c:pt idx="3433">
                        <c:v>44729</c:v>
                      </c:pt>
                      <c:pt idx="3434">
                        <c:v>44730</c:v>
                      </c:pt>
                      <c:pt idx="3435">
                        <c:v>44731</c:v>
                      </c:pt>
                      <c:pt idx="3436">
                        <c:v>44732</c:v>
                      </c:pt>
                      <c:pt idx="3437">
                        <c:v>44733</c:v>
                      </c:pt>
                      <c:pt idx="3438">
                        <c:v>44734</c:v>
                      </c:pt>
                      <c:pt idx="3439">
                        <c:v>44735</c:v>
                      </c:pt>
                      <c:pt idx="3440">
                        <c:v>44736</c:v>
                      </c:pt>
                      <c:pt idx="3441">
                        <c:v>44737</c:v>
                      </c:pt>
                      <c:pt idx="3442">
                        <c:v>44738</c:v>
                      </c:pt>
                      <c:pt idx="3443">
                        <c:v>44739</c:v>
                      </c:pt>
                      <c:pt idx="3444">
                        <c:v>44740</c:v>
                      </c:pt>
                      <c:pt idx="3445">
                        <c:v>44741</c:v>
                      </c:pt>
                      <c:pt idx="3446">
                        <c:v>44742</c:v>
                      </c:pt>
                      <c:pt idx="3447">
                        <c:v>44743</c:v>
                      </c:pt>
                      <c:pt idx="3448">
                        <c:v>44744</c:v>
                      </c:pt>
                      <c:pt idx="3449">
                        <c:v>44745</c:v>
                      </c:pt>
                      <c:pt idx="3450">
                        <c:v>44746</c:v>
                      </c:pt>
                      <c:pt idx="3451">
                        <c:v>44747</c:v>
                      </c:pt>
                      <c:pt idx="3452">
                        <c:v>44748</c:v>
                      </c:pt>
                      <c:pt idx="3453">
                        <c:v>44749</c:v>
                      </c:pt>
                      <c:pt idx="3454">
                        <c:v>44750</c:v>
                      </c:pt>
                      <c:pt idx="3455">
                        <c:v>44751</c:v>
                      </c:pt>
                      <c:pt idx="3456">
                        <c:v>44752</c:v>
                      </c:pt>
                      <c:pt idx="3457">
                        <c:v>44753</c:v>
                      </c:pt>
                      <c:pt idx="3458">
                        <c:v>44754</c:v>
                      </c:pt>
                      <c:pt idx="3459">
                        <c:v>44755</c:v>
                      </c:pt>
                      <c:pt idx="3460">
                        <c:v>44756</c:v>
                      </c:pt>
                      <c:pt idx="3461">
                        <c:v>44757</c:v>
                      </c:pt>
                      <c:pt idx="3462">
                        <c:v>44758</c:v>
                      </c:pt>
                      <c:pt idx="3463">
                        <c:v>44759</c:v>
                      </c:pt>
                      <c:pt idx="3464">
                        <c:v>44760</c:v>
                      </c:pt>
                      <c:pt idx="3465">
                        <c:v>44761</c:v>
                      </c:pt>
                      <c:pt idx="3466">
                        <c:v>44762</c:v>
                      </c:pt>
                      <c:pt idx="3467">
                        <c:v>44763</c:v>
                      </c:pt>
                      <c:pt idx="3468">
                        <c:v>44764</c:v>
                      </c:pt>
                      <c:pt idx="3469">
                        <c:v>44765</c:v>
                      </c:pt>
                      <c:pt idx="3470">
                        <c:v>44766</c:v>
                      </c:pt>
                      <c:pt idx="3471">
                        <c:v>44767</c:v>
                      </c:pt>
                      <c:pt idx="3472">
                        <c:v>44768</c:v>
                      </c:pt>
                      <c:pt idx="3473">
                        <c:v>44769</c:v>
                      </c:pt>
                      <c:pt idx="3474">
                        <c:v>44770</c:v>
                      </c:pt>
                      <c:pt idx="3475">
                        <c:v>44771</c:v>
                      </c:pt>
                      <c:pt idx="3476">
                        <c:v>44772</c:v>
                      </c:pt>
                      <c:pt idx="3477">
                        <c:v>44773</c:v>
                      </c:pt>
                      <c:pt idx="3478">
                        <c:v>44774</c:v>
                      </c:pt>
                      <c:pt idx="3479">
                        <c:v>44775</c:v>
                      </c:pt>
                      <c:pt idx="3480">
                        <c:v>44776</c:v>
                      </c:pt>
                      <c:pt idx="3481">
                        <c:v>44777</c:v>
                      </c:pt>
                      <c:pt idx="3482">
                        <c:v>44778</c:v>
                      </c:pt>
                      <c:pt idx="3483">
                        <c:v>44779</c:v>
                      </c:pt>
                      <c:pt idx="3484">
                        <c:v>44780</c:v>
                      </c:pt>
                      <c:pt idx="3485">
                        <c:v>44781</c:v>
                      </c:pt>
                      <c:pt idx="3486">
                        <c:v>44782</c:v>
                      </c:pt>
                      <c:pt idx="3487">
                        <c:v>44783</c:v>
                      </c:pt>
                      <c:pt idx="3488">
                        <c:v>44784</c:v>
                      </c:pt>
                      <c:pt idx="3489">
                        <c:v>44785</c:v>
                      </c:pt>
                      <c:pt idx="3490">
                        <c:v>44786</c:v>
                      </c:pt>
                      <c:pt idx="3491">
                        <c:v>44787</c:v>
                      </c:pt>
                      <c:pt idx="3492">
                        <c:v>44788</c:v>
                      </c:pt>
                      <c:pt idx="3493">
                        <c:v>44789</c:v>
                      </c:pt>
                      <c:pt idx="3494">
                        <c:v>44790</c:v>
                      </c:pt>
                      <c:pt idx="3495">
                        <c:v>44791</c:v>
                      </c:pt>
                      <c:pt idx="3496">
                        <c:v>44792</c:v>
                      </c:pt>
                      <c:pt idx="3497">
                        <c:v>44793</c:v>
                      </c:pt>
                      <c:pt idx="3498">
                        <c:v>44794</c:v>
                      </c:pt>
                      <c:pt idx="3499">
                        <c:v>44795</c:v>
                      </c:pt>
                      <c:pt idx="3500">
                        <c:v>44796</c:v>
                      </c:pt>
                      <c:pt idx="3501">
                        <c:v>44797</c:v>
                      </c:pt>
                      <c:pt idx="3502">
                        <c:v>44798</c:v>
                      </c:pt>
                      <c:pt idx="3503">
                        <c:v>44799</c:v>
                      </c:pt>
                      <c:pt idx="3504">
                        <c:v>44800</c:v>
                      </c:pt>
                      <c:pt idx="3505">
                        <c:v>44801</c:v>
                      </c:pt>
                      <c:pt idx="3506">
                        <c:v>44802</c:v>
                      </c:pt>
                      <c:pt idx="3507">
                        <c:v>44803</c:v>
                      </c:pt>
                      <c:pt idx="3508">
                        <c:v>44804</c:v>
                      </c:pt>
                      <c:pt idx="3509">
                        <c:v>44805</c:v>
                      </c:pt>
                      <c:pt idx="3510">
                        <c:v>44806</c:v>
                      </c:pt>
                      <c:pt idx="3511">
                        <c:v>44807</c:v>
                      </c:pt>
                      <c:pt idx="3512">
                        <c:v>44808</c:v>
                      </c:pt>
                      <c:pt idx="3513">
                        <c:v>44809</c:v>
                      </c:pt>
                      <c:pt idx="3514">
                        <c:v>44810</c:v>
                      </c:pt>
                      <c:pt idx="3515">
                        <c:v>44811</c:v>
                      </c:pt>
                      <c:pt idx="3516">
                        <c:v>44812</c:v>
                      </c:pt>
                      <c:pt idx="3517">
                        <c:v>44813</c:v>
                      </c:pt>
                      <c:pt idx="3518">
                        <c:v>44814</c:v>
                      </c:pt>
                      <c:pt idx="3519">
                        <c:v>44815</c:v>
                      </c:pt>
                      <c:pt idx="3520">
                        <c:v>44816</c:v>
                      </c:pt>
                      <c:pt idx="3521">
                        <c:v>44817</c:v>
                      </c:pt>
                      <c:pt idx="3522">
                        <c:v>44818</c:v>
                      </c:pt>
                      <c:pt idx="3523">
                        <c:v>44819</c:v>
                      </c:pt>
                      <c:pt idx="3524">
                        <c:v>44820</c:v>
                      </c:pt>
                      <c:pt idx="3525">
                        <c:v>44821</c:v>
                      </c:pt>
                      <c:pt idx="3526">
                        <c:v>44822</c:v>
                      </c:pt>
                      <c:pt idx="3527">
                        <c:v>44823</c:v>
                      </c:pt>
                      <c:pt idx="3528">
                        <c:v>44824</c:v>
                      </c:pt>
                      <c:pt idx="3529">
                        <c:v>44825</c:v>
                      </c:pt>
                      <c:pt idx="3530">
                        <c:v>44826</c:v>
                      </c:pt>
                      <c:pt idx="3531">
                        <c:v>44827</c:v>
                      </c:pt>
                      <c:pt idx="3532">
                        <c:v>44828</c:v>
                      </c:pt>
                      <c:pt idx="3533">
                        <c:v>44829</c:v>
                      </c:pt>
                      <c:pt idx="3534">
                        <c:v>44830</c:v>
                      </c:pt>
                      <c:pt idx="3535">
                        <c:v>44831</c:v>
                      </c:pt>
                      <c:pt idx="3536">
                        <c:v>44832</c:v>
                      </c:pt>
                      <c:pt idx="3537">
                        <c:v>44833</c:v>
                      </c:pt>
                      <c:pt idx="3538">
                        <c:v>44834</c:v>
                      </c:pt>
                      <c:pt idx="3539">
                        <c:v>44835</c:v>
                      </c:pt>
                      <c:pt idx="3540">
                        <c:v>44836</c:v>
                      </c:pt>
                      <c:pt idx="3541">
                        <c:v>44837</c:v>
                      </c:pt>
                      <c:pt idx="3542">
                        <c:v>44838</c:v>
                      </c:pt>
                      <c:pt idx="3543">
                        <c:v>44839</c:v>
                      </c:pt>
                      <c:pt idx="3544">
                        <c:v>44840</c:v>
                      </c:pt>
                      <c:pt idx="3545">
                        <c:v>44841</c:v>
                      </c:pt>
                      <c:pt idx="3546">
                        <c:v>44842</c:v>
                      </c:pt>
                      <c:pt idx="3547">
                        <c:v>44843</c:v>
                      </c:pt>
                      <c:pt idx="3548">
                        <c:v>44844</c:v>
                      </c:pt>
                      <c:pt idx="3549">
                        <c:v>44845</c:v>
                      </c:pt>
                      <c:pt idx="3550">
                        <c:v>44846</c:v>
                      </c:pt>
                      <c:pt idx="3551">
                        <c:v>44847</c:v>
                      </c:pt>
                      <c:pt idx="3552">
                        <c:v>44848</c:v>
                      </c:pt>
                      <c:pt idx="3553">
                        <c:v>44849</c:v>
                      </c:pt>
                      <c:pt idx="3554">
                        <c:v>44850</c:v>
                      </c:pt>
                      <c:pt idx="3555">
                        <c:v>44851</c:v>
                      </c:pt>
                      <c:pt idx="3556">
                        <c:v>44852</c:v>
                      </c:pt>
                      <c:pt idx="3557">
                        <c:v>44853</c:v>
                      </c:pt>
                      <c:pt idx="3558">
                        <c:v>44854</c:v>
                      </c:pt>
                      <c:pt idx="3559">
                        <c:v>44855</c:v>
                      </c:pt>
                      <c:pt idx="3560">
                        <c:v>44856</c:v>
                      </c:pt>
                      <c:pt idx="3561">
                        <c:v>44857</c:v>
                      </c:pt>
                      <c:pt idx="3562">
                        <c:v>44858</c:v>
                      </c:pt>
                      <c:pt idx="3563">
                        <c:v>44859</c:v>
                      </c:pt>
                      <c:pt idx="3564">
                        <c:v>44860</c:v>
                      </c:pt>
                      <c:pt idx="3565">
                        <c:v>44861</c:v>
                      </c:pt>
                      <c:pt idx="3566">
                        <c:v>44862</c:v>
                      </c:pt>
                      <c:pt idx="3567">
                        <c:v>44863</c:v>
                      </c:pt>
                      <c:pt idx="3568">
                        <c:v>44864</c:v>
                      </c:pt>
                      <c:pt idx="3569">
                        <c:v>44865</c:v>
                      </c:pt>
                      <c:pt idx="3570">
                        <c:v>44866</c:v>
                      </c:pt>
                      <c:pt idx="3571">
                        <c:v>44867</c:v>
                      </c:pt>
                      <c:pt idx="3572">
                        <c:v>44868</c:v>
                      </c:pt>
                      <c:pt idx="3573">
                        <c:v>44869</c:v>
                      </c:pt>
                      <c:pt idx="3574">
                        <c:v>44870</c:v>
                      </c:pt>
                      <c:pt idx="3575">
                        <c:v>44871</c:v>
                      </c:pt>
                      <c:pt idx="3576">
                        <c:v>44872</c:v>
                      </c:pt>
                      <c:pt idx="3577">
                        <c:v>44873</c:v>
                      </c:pt>
                      <c:pt idx="3578">
                        <c:v>44874</c:v>
                      </c:pt>
                      <c:pt idx="3579">
                        <c:v>44875</c:v>
                      </c:pt>
                      <c:pt idx="3580">
                        <c:v>44876</c:v>
                      </c:pt>
                      <c:pt idx="3581">
                        <c:v>44877</c:v>
                      </c:pt>
                      <c:pt idx="3582">
                        <c:v>44878</c:v>
                      </c:pt>
                      <c:pt idx="3583">
                        <c:v>44879</c:v>
                      </c:pt>
                      <c:pt idx="3584">
                        <c:v>44880</c:v>
                      </c:pt>
                      <c:pt idx="3585">
                        <c:v>44881</c:v>
                      </c:pt>
                      <c:pt idx="3586">
                        <c:v>44882</c:v>
                      </c:pt>
                      <c:pt idx="3587">
                        <c:v>44883</c:v>
                      </c:pt>
                      <c:pt idx="3588">
                        <c:v>44884</c:v>
                      </c:pt>
                      <c:pt idx="3589">
                        <c:v>44885</c:v>
                      </c:pt>
                      <c:pt idx="3590">
                        <c:v>44886</c:v>
                      </c:pt>
                      <c:pt idx="3591">
                        <c:v>44887</c:v>
                      </c:pt>
                      <c:pt idx="3592">
                        <c:v>44888</c:v>
                      </c:pt>
                      <c:pt idx="3593">
                        <c:v>44889</c:v>
                      </c:pt>
                      <c:pt idx="3594">
                        <c:v>44890</c:v>
                      </c:pt>
                      <c:pt idx="3595">
                        <c:v>44891</c:v>
                      </c:pt>
                      <c:pt idx="3596">
                        <c:v>44892</c:v>
                      </c:pt>
                      <c:pt idx="3597">
                        <c:v>44893</c:v>
                      </c:pt>
                      <c:pt idx="3598">
                        <c:v>44894</c:v>
                      </c:pt>
                      <c:pt idx="3599">
                        <c:v>44895</c:v>
                      </c:pt>
                      <c:pt idx="3600">
                        <c:v>44896</c:v>
                      </c:pt>
                      <c:pt idx="3601">
                        <c:v>44897</c:v>
                      </c:pt>
                      <c:pt idx="3602">
                        <c:v>44898</c:v>
                      </c:pt>
                      <c:pt idx="3603">
                        <c:v>44899</c:v>
                      </c:pt>
                      <c:pt idx="3604">
                        <c:v>44900</c:v>
                      </c:pt>
                      <c:pt idx="3605">
                        <c:v>44901</c:v>
                      </c:pt>
                      <c:pt idx="3606">
                        <c:v>44902</c:v>
                      </c:pt>
                      <c:pt idx="3607">
                        <c:v>44903</c:v>
                      </c:pt>
                      <c:pt idx="3608">
                        <c:v>44904</c:v>
                      </c:pt>
                      <c:pt idx="3609">
                        <c:v>44905</c:v>
                      </c:pt>
                      <c:pt idx="3610">
                        <c:v>44906</c:v>
                      </c:pt>
                      <c:pt idx="3611">
                        <c:v>44907</c:v>
                      </c:pt>
                      <c:pt idx="3612">
                        <c:v>44908</c:v>
                      </c:pt>
                      <c:pt idx="3613">
                        <c:v>44909</c:v>
                      </c:pt>
                      <c:pt idx="3614">
                        <c:v>44910</c:v>
                      </c:pt>
                      <c:pt idx="3615">
                        <c:v>44911</c:v>
                      </c:pt>
                      <c:pt idx="3616">
                        <c:v>44912</c:v>
                      </c:pt>
                      <c:pt idx="3617">
                        <c:v>44913</c:v>
                      </c:pt>
                      <c:pt idx="3618">
                        <c:v>44914</c:v>
                      </c:pt>
                      <c:pt idx="3619">
                        <c:v>44915</c:v>
                      </c:pt>
                      <c:pt idx="3620">
                        <c:v>44916</c:v>
                      </c:pt>
                      <c:pt idx="3621">
                        <c:v>44917</c:v>
                      </c:pt>
                      <c:pt idx="3622">
                        <c:v>44918</c:v>
                      </c:pt>
                      <c:pt idx="3623">
                        <c:v>44919</c:v>
                      </c:pt>
                      <c:pt idx="3624">
                        <c:v>44920</c:v>
                      </c:pt>
                      <c:pt idx="3625">
                        <c:v>44921</c:v>
                      </c:pt>
                      <c:pt idx="3626">
                        <c:v>44922</c:v>
                      </c:pt>
                      <c:pt idx="3627">
                        <c:v>44923</c:v>
                      </c:pt>
                      <c:pt idx="3628">
                        <c:v>44924</c:v>
                      </c:pt>
                      <c:pt idx="3629">
                        <c:v>44925</c:v>
                      </c:pt>
                      <c:pt idx="3630">
                        <c:v>44926</c:v>
                      </c:pt>
                      <c:pt idx="3631">
                        <c:v>44927</c:v>
                      </c:pt>
                      <c:pt idx="3632">
                        <c:v>44928</c:v>
                      </c:pt>
                      <c:pt idx="3633">
                        <c:v>44929</c:v>
                      </c:pt>
                      <c:pt idx="3634">
                        <c:v>44930</c:v>
                      </c:pt>
                      <c:pt idx="3635">
                        <c:v>44931</c:v>
                      </c:pt>
                      <c:pt idx="3636">
                        <c:v>44932</c:v>
                      </c:pt>
                      <c:pt idx="3637">
                        <c:v>44933</c:v>
                      </c:pt>
                      <c:pt idx="3638">
                        <c:v>44934</c:v>
                      </c:pt>
                      <c:pt idx="3639">
                        <c:v>44935</c:v>
                      </c:pt>
                      <c:pt idx="3640">
                        <c:v>44936</c:v>
                      </c:pt>
                      <c:pt idx="3641">
                        <c:v>44937</c:v>
                      </c:pt>
                      <c:pt idx="3642">
                        <c:v>44938</c:v>
                      </c:pt>
                      <c:pt idx="3643">
                        <c:v>44939</c:v>
                      </c:pt>
                      <c:pt idx="3644">
                        <c:v>44940</c:v>
                      </c:pt>
                      <c:pt idx="3645">
                        <c:v>44941</c:v>
                      </c:pt>
                      <c:pt idx="3646" formatCode="yyyy\-mm\-dd">
                        <c:v>44942</c:v>
                      </c:pt>
                      <c:pt idx="3647" formatCode="yyyy\-mm\-dd">
                        <c:v>44943</c:v>
                      </c:pt>
                      <c:pt idx="3648" formatCode="yyyy\-mm\-dd">
                        <c:v>44944</c:v>
                      </c:pt>
                      <c:pt idx="3649" formatCode="yyyy\-mm\-dd">
                        <c:v>44945</c:v>
                      </c:pt>
                      <c:pt idx="3650" formatCode="yyyy\-mm\-dd">
                        <c:v>44946</c:v>
                      </c:pt>
                      <c:pt idx="3651" formatCode="yyyy\-mm\-dd">
                        <c:v>44949</c:v>
                      </c:pt>
                      <c:pt idx="3652" formatCode="yyyy\-mm\-dd">
                        <c:v>44950</c:v>
                      </c:pt>
                      <c:pt idx="3653" formatCode="yyyy\-mm\-dd">
                        <c:v>44951</c:v>
                      </c:pt>
                      <c:pt idx="3654" formatCode="yyyy\-mm\-dd">
                        <c:v>44952</c:v>
                      </c:pt>
                      <c:pt idx="3655" formatCode="yyyy\-mm\-dd">
                        <c:v>44953</c:v>
                      </c:pt>
                      <c:pt idx="3656" formatCode="yyyy\-mm\-dd">
                        <c:v>44954</c:v>
                      </c:pt>
                      <c:pt idx="3657" formatCode="yyyy\-mm\-dd">
                        <c:v>44955</c:v>
                      </c:pt>
                      <c:pt idx="3658" formatCode="yyyy\-mm\-dd">
                        <c:v>44956</c:v>
                      </c:pt>
                      <c:pt idx="3659" formatCode="yyyy\-mm\-dd">
                        <c:v>44957</c:v>
                      </c:pt>
                      <c:pt idx="3660" formatCode="yyyy\-mm\-dd">
                        <c:v>44958</c:v>
                      </c:pt>
                      <c:pt idx="3661" formatCode="yyyy\-mm\-dd">
                        <c:v>44959</c:v>
                      </c:pt>
                      <c:pt idx="3662" formatCode="yyyy\-mm\-dd">
                        <c:v>44960</c:v>
                      </c:pt>
                      <c:pt idx="3663" formatCode="yyyy\-mm\-dd">
                        <c:v>44963</c:v>
                      </c:pt>
                      <c:pt idx="3664" formatCode="yyyy\-mm\-dd">
                        <c:v>44964</c:v>
                      </c:pt>
                      <c:pt idx="3665" formatCode="yyyy\-mm\-dd">
                        <c:v>44965</c:v>
                      </c:pt>
                      <c:pt idx="3666" formatCode="yyyy\-mm\-dd">
                        <c:v>44966</c:v>
                      </c:pt>
                      <c:pt idx="3667" formatCode="yyyy\-mm\-dd">
                        <c:v>44967</c:v>
                      </c:pt>
                      <c:pt idx="3668" formatCode="yyyy\-mm\-dd">
                        <c:v>44970</c:v>
                      </c:pt>
                      <c:pt idx="3669" formatCode="yyyy\-mm\-dd">
                        <c:v>44971</c:v>
                      </c:pt>
                      <c:pt idx="3670" formatCode="yyyy\-mm\-dd">
                        <c:v>44972</c:v>
                      </c:pt>
                      <c:pt idx="3671" formatCode="yyyy\-mm\-dd">
                        <c:v>44973</c:v>
                      </c:pt>
                      <c:pt idx="3672" formatCode="yyyy\-mm\-dd">
                        <c:v>44974</c:v>
                      </c:pt>
                      <c:pt idx="3673" formatCode="yyyy\-mm\-dd">
                        <c:v>44977</c:v>
                      </c:pt>
                      <c:pt idx="3674" formatCode="yyyy\-mm\-dd">
                        <c:v>44978</c:v>
                      </c:pt>
                      <c:pt idx="3675" formatCode="yyyy\-mm\-dd">
                        <c:v>44979</c:v>
                      </c:pt>
                      <c:pt idx="3676" formatCode="yyyy\-mm\-dd">
                        <c:v>44980</c:v>
                      </c:pt>
                      <c:pt idx="3677" formatCode="yyyy\-mm\-dd">
                        <c:v>44981</c:v>
                      </c:pt>
                      <c:pt idx="3678" formatCode="yyyy\-mm\-dd">
                        <c:v>44984</c:v>
                      </c:pt>
                      <c:pt idx="3679" formatCode="yyyy\-mm\-dd">
                        <c:v>44985</c:v>
                      </c:pt>
                      <c:pt idx="3680" formatCode="yyyy\-mm\-dd">
                        <c:v>44986</c:v>
                      </c:pt>
                      <c:pt idx="3681" formatCode="yyyy\-mm\-dd">
                        <c:v>44987</c:v>
                      </c:pt>
                      <c:pt idx="3682" formatCode="yyyy\-mm\-dd">
                        <c:v>44988</c:v>
                      </c:pt>
                      <c:pt idx="3683" formatCode="yyyy\-mm\-dd">
                        <c:v>44991</c:v>
                      </c:pt>
                      <c:pt idx="3684" formatCode="yyyy\-mm\-dd">
                        <c:v>44992</c:v>
                      </c:pt>
                      <c:pt idx="3685" formatCode="yyyy\-mm\-dd">
                        <c:v>44993</c:v>
                      </c:pt>
                      <c:pt idx="3686" formatCode="yyyy\-mm\-dd">
                        <c:v>44994</c:v>
                      </c:pt>
                      <c:pt idx="3687" formatCode="yyyy\-mm\-dd">
                        <c:v>44995</c:v>
                      </c:pt>
                      <c:pt idx="3688" formatCode="yyyy\-mm\-dd">
                        <c:v>44998</c:v>
                      </c:pt>
                      <c:pt idx="3689" formatCode="yyyy\-mm\-dd">
                        <c:v>44999</c:v>
                      </c:pt>
                      <c:pt idx="3690" formatCode="yyyy\-mm\-dd">
                        <c:v>45000</c:v>
                      </c:pt>
                      <c:pt idx="3691" formatCode="yyyy\-mm\-dd">
                        <c:v>45001</c:v>
                      </c:pt>
                      <c:pt idx="3692" formatCode="yyyy\-mm\-dd">
                        <c:v>45002</c:v>
                      </c:pt>
                      <c:pt idx="3693" formatCode="yyyy\-mm\-dd">
                        <c:v>45005</c:v>
                      </c:pt>
                      <c:pt idx="3694" formatCode="yyyy\-mm\-dd">
                        <c:v>45006</c:v>
                      </c:pt>
                      <c:pt idx="3695" formatCode="yyyy\-mm\-dd">
                        <c:v>45007</c:v>
                      </c:pt>
                      <c:pt idx="3696" formatCode="yyyy\-mm\-dd">
                        <c:v>45008</c:v>
                      </c:pt>
                      <c:pt idx="3697" formatCode="yyyy\-mm\-dd">
                        <c:v>45009</c:v>
                      </c:pt>
                      <c:pt idx="3698" formatCode="yyyy\-mm\-dd">
                        <c:v>45012</c:v>
                      </c:pt>
                      <c:pt idx="3699" formatCode="yyyy\-mm\-dd">
                        <c:v>45013</c:v>
                      </c:pt>
                      <c:pt idx="3700" formatCode="yyyy\-mm\-dd">
                        <c:v>45014</c:v>
                      </c:pt>
                      <c:pt idx="3701" formatCode="yyyy\-mm\-dd">
                        <c:v>45015</c:v>
                      </c:pt>
                      <c:pt idx="3702" formatCode="yyyy\-mm\-dd">
                        <c:v>45016</c:v>
                      </c:pt>
                      <c:pt idx="3703" formatCode="yyyy\-mm\-dd">
                        <c:v>45019</c:v>
                      </c:pt>
                      <c:pt idx="3704" formatCode="yyyy\-mm\-dd">
                        <c:v>45020</c:v>
                      </c:pt>
                      <c:pt idx="3705" formatCode="yyyy\-mm\-dd">
                        <c:v>45021</c:v>
                      </c:pt>
                      <c:pt idx="3706" formatCode="yyyy\-mm\-dd">
                        <c:v>45022</c:v>
                      </c:pt>
                      <c:pt idx="3707" formatCode="yyyy\-mm\-dd">
                        <c:v>45023</c:v>
                      </c:pt>
                      <c:pt idx="3708" formatCode="yyyy\-mm\-dd">
                        <c:v>45026</c:v>
                      </c:pt>
                      <c:pt idx="3709" formatCode="yyyy\-mm\-dd">
                        <c:v>45027</c:v>
                      </c:pt>
                      <c:pt idx="3710" formatCode="yyyy\-mm\-dd">
                        <c:v>45028</c:v>
                      </c:pt>
                      <c:pt idx="3711" formatCode="yyyy\-mm\-dd">
                        <c:v>45029</c:v>
                      </c:pt>
                      <c:pt idx="3712" formatCode="yyyy\-mm\-dd">
                        <c:v>45030</c:v>
                      </c:pt>
                      <c:pt idx="3713" formatCode="yyyy\-mm\-dd">
                        <c:v>45033</c:v>
                      </c:pt>
                      <c:pt idx="3714" formatCode="yyyy\-mm\-dd">
                        <c:v>45034</c:v>
                      </c:pt>
                      <c:pt idx="3715" formatCode="yyyy\-mm\-dd">
                        <c:v>45035</c:v>
                      </c:pt>
                      <c:pt idx="3716" formatCode="yyyy\-mm\-dd">
                        <c:v>45036</c:v>
                      </c:pt>
                      <c:pt idx="3717" formatCode="yyyy\-mm\-dd">
                        <c:v>45037</c:v>
                      </c:pt>
                      <c:pt idx="3718" formatCode="yyyy\-mm\-dd">
                        <c:v>45039</c:v>
                      </c:pt>
                      <c:pt idx="3719" formatCode="yyyy\-mm\-dd">
                        <c:v>45040</c:v>
                      </c:pt>
                      <c:pt idx="3720" formatCode="yyyy\-mm\-dd">
                        <c:v>45041</c:v>
                      </c:pt>
                      <c:pt idx="3721" formatCode="yyyy\-mm\-dd">
                        <c:v>45042</c:v>
                      </c:pt>
                      <c:pt idx="3722" formatCode="yyyy\-mm\-dd">
                        <c:v>45043</c:v>
                      </c:pt>
                      <c:pt idx="3723" formatCode="yyyy\-mm\-dd">
                        <c:v>45044</c:v>
                      </c:pt>
                      <c:pt idx="3724" formatCode="yyyy\-mm\-dd">
                        <c:v>45046</c:v>
                      </c:pt>
                      <c:pt idx="3725" formatCode="yyyy\-mm\-dd">
                        <c:v>45047</c:v>
                      </c:pt>
                      <c:pt idx="3726" formatCode="yyyy\-mm\-dd">
                        <c:v>45048</c:v>
                      </c:pt>
                      <c:pt idx="3727" formatCode="yyyy\-mm\-dd">
                        <c:v>45049</c:v>
                      </c:pt>
                      <c:pt idx="3728" formatCode="yyyy\-mm\-dd">
                        <c:v>45050</c:v>
                      </c:pt>
                      <c:pt idx="3729" formatCode="yyyy\-mm\-dd">
                        <c:v>45051</c:v>
                      </c:pt>
                      <c:pt idx="3730" formatCode="yyyy\-mm\-dd">
                        <c:v>45052</c:v>
                      </c:pt>
                      <c:pt idx="3731" formatCode="yyyy\-mm\-dd">
                        <c:v>45054</c:v>
                      </c:pt>
                      <c:pt idx="3732" formatCode="yyyy\-mm\-dd">
                        <c:v>45055</c:v>
                      </c:pt>
                      <c:pt idx="3733" formatCode="yyyy\-mm\-dd">
                        <c:v>45056</c:v>
                      </c:pt>
                      <c:pt idx="3734" formatCode="yyyy\-mm\-dd">
                        <c:v>45057</c:v>
                      </c:pt>
                      <c:pt idx="3735" formatCode="yyyy\-mm\-dd">
                        <c:v>45058</c:v>
                      </c:pt>
                      <c:pt idx="3736" formatCode="yyyy\-mm\-dd">
                        <c:v>45061</c:v>
                      </c:pt>
                      <c:pt idx="3737" formatCode="yyyy\-mm\-dd">
                        <c:v>45062</c:v>
                      </c:pt>
                      <c:pt idx="3738" formatCode="yyyy\-mm\-dd">
                        <c:v>45063</c:v>
                      </c:pt>
                      <c:pt idx="3739" formatCode="yyyy\-mm\-dd">
                        <c:v>45064</c:v>
                      </c:pt>
                      <c:pt idx="3740" formatCode="yyyy\-mm\-dd">
                        <c:v>45065</c:v>
                      </c:pt>
                      <c:pt idx="3741" formatCode="yyyy\-mm\-dd">
                        <c:v>45066</c:v>
                      </c:pt>
                      <c:pt idx="3742" formatCode="yyyy\-mm\-dd">
                        <c:v>45068</c:v>
                      </c:pt>
                      <c:pt idx="3743" formatCode="yyyy\-mm\-dd">
                        <c:v>45069</c:v>
                      </c:pt>
                      <c:pt idx="3744" formatCode="yyyy\-mm\-dd">
                        <c:v>45070</c:v>
                      </c:pt>
                      <c:pt idx="3745" formatCode="yyyy\-mm\-dd">
                        <c:v>45071</c:v>
                      </c:pt>
                      <c:pt idx="3746" formatCode="yyyy\-mm\-dd">
                        <c:v>45072</c:v>
                      </c:pt>
                      <c:pt idx="3747" formatCode="yyyy\-mm\-dd">
                        <c:v>45075</c:v>
                      </c:pt>
                      <c:pt idx="3748" formatCode="yyyy\-mm\-dd">
                        <c:v>45076</c:v>
                      </c:pt>
                      <c:pt idx="3749" formatCode="yyyy\-mm\-dd">
                        <c:v>45077</c:v>
                      </c:pt>
                      <c:pt idx="3750" formatCode="yyyy\-mm\-dd">
                        <c:v>45078</c:v>
                      </c:pt>
                      <c:pt idx="3751" formatCode="yyyy\-mm\-dd">
                        <c:v>45079</c:v>
                      </c:pt>
                      <c:pt idx="3752" formatCode="yyyy\-mm\-dd">
                        <c:v>45080</c:v>
                      </c:pt>
                      <c:pt idx="3753" formatCode="yyyy\-mm\-dd">
                        <c:v>45081</c:v>
                      </c:pt>
                      <c:pt idx="3754" formatCode="yyyy\-mm\-dd">
                        <c:v>45082</c:v>
                      </c:pt>
                      <c:pt idx="3755" formatCode="yyyy\-mm\-dd">
                        <c:v>45083</c:v>
                      </c:pt>
                      <c:pt idx="3756" formatCode="yyyy\-mm\-dd">
                        <c:v>45084</c:v>
                      </c:pt>
                      <c:pt idx="3757" formatCode="yyyy\-mm\-dd">
                        <c:v>45085</c:v>
                      </c:pt>
                      <c:pt idx="3758" formatCode="yyyy\-mm\-dd">
                        <c:v>45086</c:v>
                      </c:pt>
                      <c:pt idx="3759" formatCode="yyyy\-mm\-dd">
                        <c:v>45087</c:v>
                      </c:pt>
                      <c:pt idx="3760" formatCode="yyyy\-mm\-dd">
                        <c:v>45089</c:v>
                      </c:pt>
                      <c:pt idx="3761" formatCode="yyyy\-mm\-dd">
                        <c:v>45090</c:v>
                      </c:pt>
                      <c:pt idx="3762" formatCode="yyyy\-mm\-dd">
                        <c:v>45091</c:v>
                      </c:pt>
                      <c:pt idx="3763" formatCode="yyyy\-mm\-dd">
                        <c:v>45092</c:v>
                      </c:pt>
                      <c:pt idx="3764" formatCode="yyyy\-mm\-dd">
                        <c:v>45093</c:v>
                      </c:pt>
                      <c:pt idx="3765" formatCode="yyyy\-mm\-dd">
                        <c:v>45096</c:v>
                      </c:pt>
                      <c:pt idx="3766" formatCode="yyyy\-mm\-dd">
                        <c:v>45097</c:v>
                      </c:pt>
                      <c:pt idx="3767" formatCode="yyyy\-mm\-dd">
                        <c:v>45098</c:v>
                      </c:pt>
                      <c:pt idx="3768" formatCode="yyyy\-mm\-dd">
                        <c:v>45099</c:v>
                      </c:pt>
                      <c:pt idx="3769" formatCode="yyyy\-mm\-dd">
                        <c:v>45102</c:v>
                      </c:pt>
                      <c:pt idx="3770" formatCode="yyyy\-mm\-dd">
                        <c:v>45103</c:v>
                      </c:pt>
                      <c:pt idx="3771" formatCode="yyyy\-mm\-dd">
                        <c:v>45104</c:v>
                      </c:pt>
                      <c:pt idx="3772" formatCode="yyyy\-mm\-dd">
                        <c:v>45105</c:v>
                      </c:pt>
                      <c:pt idx="3773" formatCode="yyyy\-mm\-dd">
                        <c:v>45106</c:v>
                      </c:pt>
                      <c:pt idx="3774" formatCode="yyyy\-mm\-dd">
                        <c:v>45107</c:v>
                      </c:pt>
                      <c:pt idx="3775" formatCode="yyyy\-mm\-dd">
                        <c:v>45110</c:v>
                      </c:pt>
                      <c:pt idx="3776" formatCode="yyyy\-mm\-dd">
                        <c:v>45111</c:v>
                      </c:pt>
                      <c:pt idx="3777" formatCode="yyyy\-mm\-dd">
                        <c:v>45112</c:v>
                      </c:pt>
                      <c:pt idx="3778" formatCode="yyyy\-mm\-dd">
                        <c:v>45113</c:v>
                      </c:pt>
                      <c:pt idx="3779" formatCode="yyyy\-mm\-dd">
                        <c:v>45114</c:v>
                      </c:pt>
                      <c:pt idx="3780" formatCode="yyyy\-mm\-dd">
                        <c:v>45117</c:v>
                      </c:pt>
                      <c:pt idx="3781" formatCode="yyyy\-mm\-dd">
                        <c:v>45118</c:v>
                      </c:pt>
                      <c:pt idx="3782" formatCode="yyyy\-mm\-dd">
                        <c:v>45119</c:v>
                      </c:pt>
                      <c:pt idx="3783" formatCode="yyyy\-mm\-dd">
                        <c:v>45120</c:v>
                      </c:pt>
                      <c:pt idx="3784" formatCode="yyyy\-mm\-dd">
                        <c:v>45121</c:v>
                      </c:pt>
                      <c:pt idx="3785" formatCode="yyyy\-mm\-dd">
                        <c:v>45124</c:v>
                      </c:pt>
                      <c:pt idx="3786" formatCode="yyyy\-mm\-dd">
                        <c:v>45125</c:v>
                      </c:pt>
                      <c:pt idx="3787" formatCode="yyyy\-mm\-dd">
                        <c:v>45126</c:v>
                      </c:pt>
                      <c:pt idx="3788" formatCode="yyyy\-mm\-dd">
                        <c:v>45127</c:v>
                      </c:pt>
                      <c:pt idx="3789" formatCode="yyyy\-mm\-dd">
                        <c:v>45128</c:v>
                      </c:pt>
                      <c:pt idx="3790" formatCode="yyyy\-mm\-dd">
                        <c:v>45131</c:v>
                      </c:pt>
                      <c:pt idx="3791" formatCode="yyyy\-mm\-dd">
                        <c:v>45132</c:v>
                      </c:pt>
                      <c:pt idx="3792" formatCode="yyyy\-mm\-dd">
                        <c:v>45133</c:v>
                      </c:pt>
                      <c:pt idx="3793" formatCode="yyyy\-mm\-dd">
                        <c:v>45134</c:v>
                      </c:pt>
                      <c:pt idx="3794" formatCode="yyyy\-mm\-dd">
                        <c:v>45135</c:v>
                      </c:pt>
                      <c:pt idx="3795" formatCode="yyyy\-mm\-dd">
                        <c:v>45138</c:v>
                      </c:pt>
                      <c:pt idx="3796" formatCode="yyyy\-mm\-dd">
                        <c:v>45139</c:v>
                      </c:pt>
                      <c:pt idx="3797" formatCode="yyyy\-mm\-dd">
                        <c:v>45140</c:v>
                      </c:pt>
                      <c:pt idx="3798" formatCode="yyyy\-mm\-dd">
                        <c:v>45141</c:v>
                      </c:pt>
                      <c:pt idx="3799" formatCode="yyyy\-mm\-dd">
                        <c:v>45142</c:v>
                      </c:pt>
                      <c:pt idx="3800" formatCode="yyyy\-mm\-dd">
                        <c:v>45143</c:v>
                      </c:pt>
                      <c:pt idx="3801" formatCode="yyyy\-mm\-dd">
                        <c:v>45144</c:v>
                      </c:pt>
                      <c:pt idx="3802" formatCode="yyyy\-mm\-dd">
                        <c:v>45145</c:v>
                      </c:pt>
                      <c:pt idx="3803" formatCode="yyyy\-mm\-dd">
                        <c:v>45146</c:v>
                      </c:pt>
                      <c:pt idx="3804" formatCode="yyyy\-mm\-dd">
                        <c:v>45147</c:v>
                      </c:pt>
                      <c:pt idx="3805" formatCode="yyyy\-mm\-dd">
                        <c:v>45148</c:v>
                      </c:pt>
                      <c:pt idx="3806" formatCode="yyyy\-mm\-dd">
                        <c:v>45149</c:v>
                      </c:pt>
                      <c:pt idx="3807" formatCode="yyyy\-mm\-dd">
                        <c:v>45150</c:v>
                      </c:pt>
                      <c:pt idx="3808" formatCode="yyyy\-mm\-dd">
                        <c:v>45151</c:v>
                      </c:pt>
                      <c:pt idx="3809" formatCode="yyyy\-mm\-dd">
                        <c:v>45152</c:v>
                      </c:pt>
                      <c:pt idx="3810" formatCode="yyyy\-mm\-dd">
                        <c:v>45153</c:v>
                      </c:pt>
                      <c:pt idx="3811" formatCode="yyyy\-mm\-dd">
                        <c:v>45154</c:v>
                      </c:pt>
                      <c:pt idx="3812" formatCode="yyyy\-mm\-dd">
                        <c:v>45155</c:v>
                      </c:pt>
                      <c:pt idx="3813" formatCode="yyyy\-mm\-dd">
                        <c:v>45156</c:v>
                      </c:pt>
                      <c:pt idx="3814" formatCode="yyyy\-mm\-dd">
                        <c:v>45157</c:v>
                      </c:pt>
                      <c:pt idx="3815" formatCode="yyyy\-mm\-dd">
                        <c:v>45158</c:v>
                      </c:pt>
                      <c:pt idx="3816" formatCode="yyyy\-mm\-dd">
                        <c:v>45159</c:v>
                      </c:pt>
                      <c:pt idx="3817" formatCode="yyyy\-mm\-dd">
                        <c:v>45160</c:v>
                      </c:pt>
                      <c:pt idx="3818" formatCode="yyyy\-mm\-dd">
                        <c:v>45161</c:v>
                      </c:pt>
                      <c:pt idx="3819" formatCode="yyyy\-mm\-dd">
                        <c:v>45162</c:v>
                      </c:pt>
                      <c:pt idx="3820" formatCode="yyyy\-mm\-dd">
                        <c:v>45163</c:v>
                      </c:pt>
                      <c:pt idx="3821" formatCode="yyyy\-mm\-dd">
                        <c:v>45164</c:v>
                      </c:pt>
                      <c:pt idx="3822" formatCode="yyyy\-mm\-dd">
                        <c:v>45165</c:v>
                      </c:pt>
                      <c:pt idx="3823" formatCode="yyyy\-mm\-dd">
                        <c:v>45166</c:v>
                      </c:pt>
                      <c:pt idx="3824" formatCode="yyyy\-mm\-dd">
                        <c:v>45167</c:v>
                      </c:pt>
                      <c:pt idx="3825" formatCode="yyyy\-mm\-dd">
                        <c:v>45168</c:v>
                      </c:pt>
                      <c:pt idx="3826" formatCode="yyyy\-mm\-dd">
                        <c:v>45169</c:v>
                      </c:pt>
                      <c:pt idx="3827" formatCode="yyyy\-mm\-dd">
                        <c:v>45170</c:v>
                      </c:pt>
                      <c:pt idx="3828" formatCode="yyyy\-mm\-dd">
                        <c:v>45171</c:v>
                      </c:pt>
                      <c:pt idx="3829" formatCode="yyyy\-mm\-dd">
                        <c:v>45172</c:v>
                      </c:pt>
                      <c:pt idx="3830" formatCode="yyyy\-mm\-dd">
                        <c:v>45173</c:v>
                      </c:pt>
                      <c:pt idx="3831" formatCode="yyyy\-mm\-dd">
                        <c:v>45174</c:v>
                      </c:pt>
                      <c:pt idx="3832" formatCode="yyyy\-mm\-dd">
                        <c:v>45175</c:v>
                      </c:pt>
                      <c:pt idx="3833" formatCode="yyyy\-mm\-dd">
                        <c:v>45176</c:v>
                      </c:pt>
                      <c:pt idx="3834" formatCode="yyyy\-mm\-dd">
                        <c:v>45177</c:v>
                      </c:pt>
                      <c:pt idx="3835" formatCode="yyyy\-mm\-dd">
                        <c:v>45178</c:v>
                      </c:pt>
                      <c:pt idx="3836" formatCode="yyyy\-mm\-dd">
                        <c:v>45179</c:v>
                      </c:pt>
                      <c:pt idx="3837" formatCode="yyyy\-mm\-dd">
                        <c:v>45180</c:v>
                      </c:pt>
                      <c:pt idx="3838" formatCode="yyyy\-mm\-dd">
                        <c:v>45181</c:v>
                      </c:pt>
                      <c:pt idx="3839" formatCode="yyyy\-mm\-dd">
                        <c:v>45182</c:v>
                      </c:pt>
                      <c:pt idx="3840" formatCode="yyyy\-mm\-dd">
                        <c:v>45183</c:v>
                      </c:pt>
                      <c:pt idx="3841" formatCode="yyyy\-mm\-dd">
                        <c:v>45184</c:v>
                      </c:pt>
                      <c:pt idx="3842" formatCode="yyyy\-mm\-dd">
                        <c:v>45185</c:v>
                      </c:pt>
                      <c:pt idx="3843" formatCode="yyyy\-mm\-dd">
                        <c:v>45186</c:v>
                      </c:pt>
                      <c:pt idx="3844" formatCode="yyyy\-mm\-dd">
                        <c:v>45187</c:v>
                      </c:pt>
                      <c:pt idx="3845" formatCode="yyyy\-mm\-dd">
                        <c:v>45188</c:v>
                      </c:pt>
                      <c:pt idx="3846" formatCode="yyyy\-mm\-dd">
                        <c:v>45189</c:v>
                      </c:pt>
                      <c:pt idx="3847" formatCode="yyyy\-mm\-dd">
                        <c:v>45190</c:v>
                      </c:pt>
                      <c:pt idx="3848" formatCode="yyyy\-mm\-dd">
                        <c:v>45191</c:v>
                      </c:pt>
                      <c:pt idx="3849" formatCode="yyyy\-mm\-dd">
                        <c:v>45192</c:v>
                      </c:pt>
                      <c:pt idx="3850" formatCode="yyyy\-mm\-dd">
                        <c:v>45193</c:v>
                      </c:pt>
                      <c:pt idx="3851" formatCode="yyyy\-mm\-dd">
                        <c:v>45194</c:v>
                      </c:pt>
                      <c:pt idx="3852" formatCode="yyyy\-mm\-dd">
                        <c:v>45195</c:v>
                      </c:pt>
                      <c:pt idx="3853" formatCode="yyyy\-mm\-dd">
                        <c:v>45196</c:v>
                      </c:pt>
                      <c:pt idx="3854" formatCode="yyyy\-mm\-dd">
                        <c:v>45197</c:v>
                      </c:pt>
                      <c:pt idx="3855" formatCode="yyyy\-mm\-dd">
                        <c:v>45198</c:v>
                      </c:pt>
                      <c:pt idx="3856" formatCode="yyyy\-mm\-dd">
                        <c:v>45199</c:v>
                      </c:pt>
                      <c:pt idx="3857" formatCode="yyyy\-mm\-dd">
                        <c:v>45200</c:v>
                      </c:pt>
                      <c:pt idx="3858" formatCode="yyyy\-mm\-dd">
                        <c:v>45201</c:v>
                      </c:pt>
                      <c:pt idx="3859" formatCode="yyyy\-mm\-dd">
                        <c:v>45202</c:v>
                      </c:pt>
                      <c:pt idx="3860" formatCode="yyyy\-mm\-dd">
                        <c:v>45203</c:v>
                      </c:pt>
                      <c:pt idx="3861" formatCode="yyyy\-mm\-dd">
                        <c:v>45204</c:v>
                      </c:pt>
                      <c:pt idx="3862" formatCode="yyyy\-mm\-dd">
                        <c:v>45205</c:v>
                      </c:pt>
                      <c:pt idx="3863" formatCode="yyyy\-mm\-dd">
                        <c:v>45206</c:v>
                      </c:pt>
                      <c:pt idx="3864" formatCode="yyyy\-mm\-dd">
                        <c:v>45207</c:v>
                      </c:pt>
                      <c:pt idx="3865" formatCode="yyyy\-mm\-dd">
                        <c:v>45208</c:v>
                      </c:pt>
                      <c:pt idx="3866" formatCode="yyyy\-mm\-dd">
                        <c:v>45209</c:v>
                      </c:pt>
                      <c:pt idx="3867" formatCode="yyyy\-mm\-dd">
                        <c:v>45210</c:v>
                      </c:pt>
                      <c:pt idx="3868" formatCode="yyyy\-mm\-dd">
                        <c:v>45211</c:v>
                      </c:pt>
                      <c:pt idx="3869" formatCode="yyyy\-mm\-dd">
                        <c:v>45212</c:v>
                      </c:pt>
                      <c:pt idx="3870" formatCode="yyyy\-mm\-dd">
                        <c:v>45213</c:v>
                      </c:pt>
                      <c:pt idx="3871" formatCode="yyyy\-mm\-dd">
                        <c:v>45214</c:v>
                      </c:pt>
                      <c:pt idx="3872" formatCode="yyyy\-mm\-dd">
                        <c:v>45215</c:v>
                      </c:pt>
                      <c:pt idx="3873" formatCode="yyyy\-mm\-dd">
                        <c:v>45216</c:v>
                      </c:pt>
                      <c:pt idx="3874" formatCode="yyyy\-mm\-dd">
                        <c:v>45217</c:v>
                      </c:pt>
                      <c:pt idx="3875" formatCode="yyyy\-mm\-dd">
                        <c:v>45218</c:v>
                      </c:pt>
                      <c:pt idx="3876" formatCode="yyyy\-mm\-dd">
                        <c:v>45219</c:v>
                      </c:pt>
                      <c:pt idx="3877" formatCode="yyyy\-mm\-dd">
                        <c:v>45220</c:v>
                      </c:pt>
                      <c:pt idx="3878" formatCode="yyyy\-mm\-dd">
                        <c:v>45221</c:v>
                      </c:pt>
                      <c:pt idx="3879" formatCode="yyyy\-mm\-dd">
                        <c:v>45222</c:v>
                      </c:pt>
                      <c:pt idx="3880" formatCode="yyyy\-mm\-dd">
                        <c:v>45223</c:v>
                      </c:pt>
                      <c:pt idx="3881" formatCode="yyyy\-mm\-dd">
                        <c:v>45224</c:v>
                      </c:pt>
                      <c:pt idx="3882" formatCode="yyyy\-mm\-dd">
                        <c:v>45225</c:v>
                      </c:pt>
                      <c:pt idx="3883" formatCode="yyyy\-mm\-dd">
                        <c:v>45226</c:v>
                      </c:pt>
                      <c:pt idx="3884" formatCode="yyyy\-mm\-dd">
                        <c:v>45227</c:v>
                      </c:pt>
                      <c:pt idx="3885" formatCode="yyyy\-mm\-dd">
                        <c:v>45228</c:v>
                      </c:pt>
                      <c:pt idx="3886" formatCode="yyyy\-mm\-dd">
                        <c:v>45229</c:v>
                      </c:pt>
                      <c:pt idx="3887" formatCode="yyyy\-mm\-dd">
                        <c:v>45230</c:v>
                      </c:pt>
                      <c:pt idx="3888" formatCode="yyyy\-mm\-dd">
                        <c:v>45231</c:v>
                      </c:pt>
                      <c:pt idx="3889" formatCode="yyyy\-mm\-dd">
                        <c:v>45232</c:v>
                      </c:pt>
                      <c:pt idx="3890" formatCode="yyyy\-mm\-dd">
                        <c:v>45233</c:v>
                      </c:pt>
                      <c:pt idx="3891" formatCode="yyyy\-mm\-dd">
                        <c:v>45234</c:v>
                      </c:pt>
                      <c:pt idx="3892" formatCode="yyyy\-mm\-dd">
                        <c:v>45235</c:v>
                      </c:pt>
                      <c:pt idx="3893" formatCode="yyyy\-mm\-dd">
                        <c:v>45236</c:v>
                      </c:pt>
                      <c:pt idx="3894" formatCode="yyyy\-mm\-dd">
                        <c:v>45237</c:v>
                      </c:pt>
                      <c:pt idx="3895" formatCode="yyyy\-mm\-dd">
                        <c:v>45238</c:v>
                      </c:pt>
                      <c:pt idx="3896" formatCode="yyyy\-mm\-dd">
                        <c:v>45239</c:v>
                      </c:pt>
                      <c:pt idx="3897" formatCode="yyyy\-mm\-dd">
                        <c:v>45240</c:v>
                      </c:pt>
                      <c:pt idx="3898" formatCode="yyyy\-mm\-dd">
                        <c:v>45241</c:v>
                      </c:pt>
                      <c:pt idx="3899" formatCode="yyyy\-mm\-dd">
                        <c:v>45242</c:v>
                      </c:pt>
                      <c:pt idx="3900" formatCode="yyyy\-mm\-dd">
                        <c:v>45243</c:v>
                      </c:pt>
                      <c:pt idx="3901" formatCode="yyyy\-mm\-dd">
                        <c:v>45244</c:v>
                      </c:pt>
                      <c:pt idx="3902" formatCode="yyyy\-mm\-dd">
                        <c:v>45245</c:v>
                      </c:pt>
                      <c:pt idx="3903" formatCode="yyyy\-mm\-dd">
                        <c:v>45246</c:v>
                      </c:pt>
                      <c:pt idx="3904" formatCode="yyyy\-mm\-dd">
                        <c:v>45247</c:v>
                      </c:pt>
                      <c:pt idx="3905" formatCode="yyyy\-mm\-dd">
                        <c:v>45248</c:v>
                      </c:pt>
                      <c:pt idx="3906" formatCode="yyyy\-mm\-dd">
                        <c:v>45249</c:v>
                      </c:pt>
                      <c:pt idx="3907" formatCode="yyyy\-mm\-dd">
                        <c:v>45250</c:v>
                      </c:pt>
                      <c:pt idx="3908" formatCode="yyyy\-mm\-dd">
                        <c:v>45251</c:v>
                      </c:pt>
                      <c:pt idx="3909" formatCode="yyyy\-mm\-dd">
                        <c:v>45252</c:v>
                      </c:pt>
                      <c:pt idx="3910" formatCode="yyyy\-mm\-dd">
                        <c:v>45253</c:v>
                      </c:pt>
                      <c:pt idx="3911" formatCode="yyyy\-mm\-dd">
                        <c:v>45254</c:v>
                      </c:pt>
                      <c:pt idx="3912" formatCode="yyyy\-mm\-dd">
                        <c:v>45255</c:v>
                      </c:pt>
                      <c:pt idx="3913" formatCode="yyyy\-mm\-dd">
                        <c:v>45256</c:v>
                      </c:pt>
                      <c:pt idx="3914" formatCode="yyyy\-mm\-dd">
                        <c:v>45257</c:v>
                      </c:pt>
                      <c:pt idx="3915" formatCode="yyyy\-mm\-dd">
                        <c:v>45258</c:v>
                      </c:pt>
                      <c:pt idx="3916" formatCode="yyyy\-mm\-dd">
                        <c:v>45259</c:v>
                      </c:pt>
                      <c:pt idx="3917" formatCode="yyyy\-mm\-dd">
                        <c:v>45260</c:v>
                      </c:pt>
                      <c:pt idx="3918" formatCode="yyyy\-mm\-dd">
                        <c:v>45261</c:v>
                      </c:pt>
                      <c:pt idx="3919" formatCode="yyyy\-mm\-dd">
                        <c:v>45262</c:v>
                      </c:pt>
                      <c:pt idx="3920" formatCode="yyyy\-mm\-dd">
                        <c:v>45263</c:v>
                      </c:pt>
                      <c:pt idx="3921" formatCode="yyyy\-mm\-dd">
                        <c:v>45264</c:v>
                      </c:pt>
                      <c:pt idx="3922" formatCode="yyyy\-mm\-dd">
                        <c:v>45265</c:v>
                      </c:pt>
                      <c:pt idx="3923" formatCode="yyyy\-mm\-dd">
                        <c:v>45266</c:v>
                      </c:pt>
                      <c:pt idx="3924" formatCode="yyyy\-mm\-dd">
                        <c:v>45267</c:v>
                      </c:pt>
                      <c:pt idx="3925" formatCode="yyyy\-mm\-dd">
                        <c:v>45268</c:v>
                      </c:pt>
                      <c:pt idx="3926" formatCode="yyyy\-mm\-dd">
                        <c:v>45269</c:v>
                      </c:pt>
                      <c:pt idx="3927" formatCode="yyyy\-mm\-dd">
                        <c:v>45270</c:v>
                      </c:pt>
                      <c:pt idx="3928" formatCode="yyyy\-mm\-dd">
                        <c:v>45271</c:v>
                      </c:pt>
                      <c:pt idx="3929" formatCode="yyyy\-mm\-dd">
                        <c:v>45272</c:v>
                      </c:pt>
                      <c:pt idx="3930" formatCode="yyyy\-mm\-dd">
                        <c:v>45273</c:v>
                      </c:pt>
                      <c:pt idx="3931" formatCode="yyyy\-mm\-dd">
                        <c:v>45274</c:v>
                      </c:pt>
                      <c:pt idx="3932" formatCode="yyyy\-mm\-dd">
                        <c:v>45275</c:v>
                      </c:pt>
                      <c:pt idx="3933" formatCode="yyyy\-mm\-dd">
                        <c:v>45276</c:v>
                      </c:pt>
                      <c:pt idx="3934" formatCode="yyyy\-mm\-dd">
                        <c:v>45277</c:v>
                      </c:pt>
                      <c:pt idx="3935" formatCode="yyyy\-mm\-dd">
                        <c:v>45278</c:v>
                      </c:pt>
                      <c:pt idx="3936" formatCode="yyyy\-mm\-dd">
                        <c:v>45279</c:v>
                      </c:pt>
                      <c:pt idx="3937" formatCode="yyyy\-mm\-dd">
                        <c:v>45280</c:v>
                      </c:pt>
                      <c:pt idx="3938" formatCode="yyyy\-mm\-dd">
                        <c:v>45281</c:v>
                      </c:pt>
                      <c:pt idx="3939" formatCode="yyyy\-mm\-dd">
                        <c:v>45282</c:v>
                      </c:pt>
                      <c:pt idx="3940" formatCode="yyyy\-mm\-dd">
                        <c:v>45283</c:v>
                      </c:pt>
                      <c:pt idx="3941" formatCode="yyyy\-mm\-dd">
                        <c:v>45284</c:v>
                      </c:pt>
                      <c:pt idx="3942" formatCode="yyyy\-mm\-dd">
                        <c:v>45285</c:v>
                      </c:pt>
                      <c:pt idx="3943" formatCode="yyyy\-mm\-dd">
                        <c:v>45286</c:v>
                      </c:pt>
                      <c:pt idx="3944" formatCode="yyyy\-mm\-dd">
                        <c:v>45287</c:v>
                      </c:pt>
                      <c:pt idx="3945" formatCode="yyyy\-mm\-dd">
                        <c:v>45288</c:v>
                      </c:pt>
                      <c:pt idx="3946" formatCode="yyyy\-mm\-dd">
                        <c:v>45289</c:v>
                      </c:pt>
                      <c:pt idx="3947" formatCode="yyyy\-mm\-dd">
                        <c:v>45290</c:v>
                      </c:pt>
                      <c:pt idx="3948" formatCode="yyyy\-mm\-dd">
                        <c:v>45291</c:v>
                      </c:pt>
                      <c:pt idx="3949" formatCode="yyyy\-mm\-dd">
                        <c:v>45292</c:v>
                      </c:pt>
                      <c:pt idx="3950" formatCode="yyyy\-mm\-dd">
                        <c:v>45293</c:v>
                      </c:pt>
                      <c:pt idx="3951" formatCode="yyyy\-mm\-dd">
                        <c:v>45294</c:v>
                      </c:pt>
                      <c:pt idx="3952" formatCode="yyyy\-mm\-dd">
                        <c:v>45295</c:v>
                      </c:pt>
                      <c:pt idx="3953" formatCode="yyyy\-mm\-dd">
                        <c:v>45296</c:v>
                      </c:pt>
                      <c:pt idx="3954" formatCode="yyyy\-mm\-dd">
                        <c:v>45297</c:v>
                      </c:pt>
                      <c:pt idx="3955" formatCode="yyyy\-mm\-dd">
                        <c:v>45298</c:v>
                      </c:pt>
                      <c:pt idx="3956" formatCode="yyyy\-mm\-dd">
                        <c:v>45299</c:v>
                      </c:pt>
                      <c:pt idx="3957" formatCode="yyyy\-mm\-dd">
                        <c:v>45300</c:v>
                      </c:pt>
                      <c:pt idx="3958" formatCode="yyyy\-mm\-dd">
                        <c:v>45301</c:v>
                      </c:pt>
                      <c:pt idx="3959" formatCode="yyyy\-mm\-dd">
                        <c:v>45302</c:v>
                      </c:pt>
                      <c:pt idx="3960" formatCode="yyyy\-mm\-dd">
                        <c:v>45303</c:v>
                      </c:pt>
                      <c:pt idx="3961" formatCode="yyyy\-mm\-dd">
                        <c:v>45304</c:v>
                      </c:pt>
                      <c:pt idx="3962" formatCode="yyyy\-mm\-dd">
                        <c:v>45305</c:v>
                      </c:pt>
                      <c:pt idx="3963" formatCode="yyyy\-mm\-dd">
                        <c:v>45306</c:v>
                      </c:pt>
                      <c:pt idx="3964" formatCode="yyyy\-mm\-dd">
                        <c:v>45307</c:v>
                      </c:pt>
                      <c:pt idx="3965" formatCode="yyyy\-mm\-dd">
                        <c:v>45308</c:v>
                      </c:pt>
                      <c:pt idx="3966" formatCode="yyyy\-mm\-dd">
                        <c:v>45309</c:v>
                      </c:pt>
                      <c:pt idx="3967" formatCode="yyyy\-mm\-dd">
                        <c:v>45310</c:v>
                      </c:pt>
                      <c:pt idx="3968" formatCode="yyyy\-mm\-dd">
                        <c:v>45311</c:v>
                      </c:pt>
                      <c:pt idx="3969" formatCode="yyyy\-mm\-dd">
                        <c:v>45312</c:v>
                      </c:pt>
                      <c:pt idx="3970" formatCode="yyyy\-mm\-dd">
                        <c:v>45313</c:v>
                      </c:pt>
                      <c:pt idx="3971" formatCode="yyyy\-mm\-dd">
                        <c:v>45314</c:v>
                      </c:pt>
                      <c:pt idx="3972" formatCode="yyyy\-mm\-dd">
                        <c:v>45315</c:v>
                      </c:pt>
                      <c:pt idx="3973" formatCode="yyyy\-mm\-dd">
                        <c:v>45316</c:v>
                      </c:pt>
                      <c:pt idx="3974" formatCode="yyyy\-mm\-dd">
                        <c:v>45317</c:v>
                      </c:pt>
                      <c:pt idx="3975" formatCode="yyyy\-mm\-dd">
                        <c:v>45318</c:v>
                      </c:pt>
                      <c:pt idx="3976" formatCode="yyyy\-mm\-dd">
                        <c:v>45319</c:v>
                      </c:pt>
                      <c:pt idx="3977" formatCode="yyyy\-mm\-dd">
                        <c:v>45320</c:v>
                      </c:pt>
                      <c:pt idx="3978" formatCode="yyyy\-mm\-dd">
                        <c:v>45321</c:v>
                      </c:pt>
                      <c:pt idx="3979" formatCode="yyyy\-mm\-dd">
                        <c:v>45322</c:v>
                      </c:pt>
                      <c:pt idx="3980" formatCode="yyyy\-mm\-dd">
                        <c:v>45323</c:v>
                      </c:pt>
                      <c:pt idx="3981" formatCode="yyyy\-mm\-dd">
                        <c:v>45324</c:v>
                      </c:pt>
                      <c:pt idx="3982" formatCode="yyyy\-mm\-dd">
                        <c:v>45325</c:v>
                      </c:pt>
                      <c:pt idx="3983" formatCode="yyyy\-mm\-dd">
                        <c:v>45326</c:v>
                      </c:pt>
                      <c:pt idx="3984" formatCode="yyyy\-mm\-dd">
                        <c:v>45327</c:v>
                      </c:pt>
                      <c:pt idx="3985" formatCode="yyyy\-mm\-dd">
                        <c:v>45328</c:v>
                      </c:pt>
                      <c:pt idx="3986" formatCode="yyyy\-mm\-dd">
                        <c:v>45329</c:v>
                      </c:pt>
                      <c:pt idx="3987" formatCode="yyyy\-mm\-dd">
                        <c:v>45330</c:v>
                      </c:pt>
                      <c:pt idx="3988" formatCode="yyyy\-mm\-dd">
                        <c:v>45331</c:v>
                      </c:pt>
                      <c:pt idx="3989" formatCode="yyyy\-mm\-dd">
                        <c:v>45332</c:v>
                      </c:pt>
                      <c:pt idx="3990" formatCode="yyyy\-mm\-dd">
                        <c:v>45333</c:v>
                      </c:pt>
                      <c:pt idx="3991" formatCode="yyyy\-mm\-dd">
                        <c:v>45334</c:v>
                      </c:pt>
                      <c:pt idx="3992" formatCode="yyyy\-mm\-dd">
                        <c:v>45335</c:v>
                      </c:pt>
                      <c:pt idx="3993" formatCode="yyyy\-mm\-dd">
                        <c:v>45336</c:v>
                      </c:pt>
                      <c:pt idx="3994" formatCode="yyyy\-mm\-dd">
                        <c:v>45337</c:v>
                      </c:pt>
                      <c:pt idx="3995" formatCode="yyyy\-mm\-dd">
                        <c:v>45338</c:v>
                      </c:pt>
                      <c:pt idx="3996" formatCode="yyyy\-mm\-dd">
                        <c:v>45339</c:v>
                      </c:pt>
                      <c:pt idx="3997" formatCode="yyyy\-mm\-dd">
                        <c:v>45340</c:v>
                      </c:pt>
                      <c:pt idx="3998" formatCode="yyyy\-mm\-dd">
                        <c:v>45341</c:v>
                      </c:pt>
                      <c:pt idx="3999" formatCode="yyyy\-mm\-dd">
                        <c:v>45342</c:v>
                      </c:pt>
                      <c:pt idx="4000" formatCode="yyyy\-mm\-dd">
                        <c:v>45343</c:v>
                      </c:pt>
                      <c:pt idx="4001" formatCode="yyyy\-mm\-dd">
                        <c:v>45344</c:v>
                      </c:pt>
                      <c:pt idx="4002" formatCode="yyyy\-mm\-dd">
                        <c:v>45345</c:v>
                      </c:pt>
                      <c:pt idx="4003" formatCode="yyyy\-mm\-dd">
                        <c:v>45346</c:v>
                      </c:pt>
                      <c:pt idx="4004" formatCode="yyyy\-mm\-dd">
                        <c:v>45347</c:v>
                      </c:pt>
                      <c:pt idx="4005" formatCode="yyyy\-mm\-dd">
                        <c:v>45348</c:v>
                      </c:pt>
                      <c:pt idx="4006" formatCode="yyyy\-mm\-dd">
                        <c:v>45349</c:v>
                      </c:pt>
                      <c:pt idx="4007" formatCode="yyyy\-mm\-dd">
                        <c:v>45350</c:v>
                      </c:pt>
                      <c:pt idx="4008" formatCode="yyyy\-mm\-dd">
                        <c:v>45351</c:v>
                      </c:pt>
                      <c:pt idx="4009" formatCode="yyyy\-mm\-dd">
                        <c:v>45352</c:v>
                      </c:pt>
                    </c:numCache>
                  </c:numRef>
                </c:cat>
                <c:val>
                  <c:numRef>
                    <c:extLst xmlns:c16r2="http://schemas.microsoft.com/office/drawing/2015/06/chart">
                      <c:ext uri="{02D57815-91ED-43cb-92C2-25804820EDAC}">
                        <c15:formulaRef>
                          <c15:sqref>全球粮价!$M$12:$M$3473</c15:sqref>
                        </c15:formulaRef>
                      </c:ext>
                    </c:extLst>
                    <c:numCache>
                      <c:formatCode>General</c:formatCode>
                      <c:ptCount val="3462"/>
                      <c:pt idx="20" formatCode="###,###,###,##0.0000">
                        <c:v>266.5</c:v>
                      </c:pt>
                      <c:pt idx="38" formatCode="###,###,###,##0.0000">
                        <c:v>297.5</c:v>
                      </c:pt>
                      <c:pt idx="61" formatCode="###,###,###,##0.0000">
                        <c:v>278.7</c:v>
                      </c:pt>
                      <c:pt idx="81" formatCode="###,###,###,##0.0000">
                        <c:v>253.75</c:v>
                      </c:pt>
                      <c:pt idx="100" formatCode="###,###,###,##0.0000">
                        <c:v>234</c:v>
                      </c:pt>
                      <c:pt idx="124" formatCode="###,###,###,##0.0000">
                        <c:v>226.25</c:v>
                      </c:pt>
                      <c:pt idx="147" formatCode="###,###,###,##0.0000">
                        <c:v>259.38</c:v>
                      </c:pt>
                      <c:pt idx="169" formatCode="###,###,###,##0.0000">
                        <c:v>263.5</c:v>
                      </c:pt>
                      <c:pt idx="191" formatCode="###,###,###,##0.0000">
                        <c:v>308.75</c:v>
                      </c:pt>
                      <c:pt idx="214" formatCode="###,###,###,##0.0000">
                        <c:v>332.5</c:v>
                      </c:pt>
                      <c:pt idx="236" formatCode="###,###,###,##0.0000">
                        <c:v>365.4</c:v>
                      </c:pt>
                      <c:pt idx="259" formatCode="###,###,###,##0.0000">
                        <c:v>380.63</c:v>
                      </c:pt>
                      <c:pt idx="281" formatCode="###,###,###,##0.0000">
                        <c:v>378.5</c:v>
                      </c:pt>
                      <c:pt idx="302" formatCode="###,###,###,##0.0000">
                        <c:v>297.5</c:v>
                      </c:pt>
                      <c:pt idx="325" formatCode="###,###,###,##0.0000">
                        <c:v>278.7</c:v>
                      </c:pt>
                      <c:pt idx="348" formatCode="###,###,###,##0.0000">
                        <c:v>253.75</c:v>
                      </c:pt>
                      <c:pt idx="370" formatCode="###,###,###,##0.0000">
                        <c:v>234</c:v>
                      </c:pt>
                      <c:pt idx="392" formatCode="###,###,###,##0.0000">
                        <c:v>478.75</c:v>
                      </c:pt>
                      <c:pt idx="414" formatCode="###,###,###,##0.0000">
                        <c:v>483.75</c:v>
                      </c:pt>
                      <c:pt idx="437" formatCode="###,###,###,##0.0000">
                        <c:v>475.5</c:v>
                      </c:pt>
                      <c:pt idx="459" formatCode="###,###,###,##0.0000">
                        <c:v>508.75</c:v>
                      </c:pt>
                      <c:pt idx="482" formatCode="###,###,###,##0.0000">
                        <c:v>493.5</c:v>
                      </c:pt>
                      <c:pt idx="504" formatCode="###,###,###,##0.0000">
                        <c:v>481.25</c:v>
                      </c:pt>
                      <c:pt idx="527" formatCode="###,###,###,##0.0000">
                        <c:v>423.13</c:v>
                      </c:pt>
                      <c:pt idx="550" formatCode="###,###,###,##0.0000">
                        <c:v>368</c:v>
                      </c:pt>
                      <c:pt idx="571" formatCode="###,###,###,##0.0000">
                        <c:v>375</c:v>
                      </c:pt>
                      <c:pt idx="594" formatCode="###,###,###,##0.0000">
                        <c:v>393.13</c:v>
                      </c:pt>
                      <c:pt idx="617" formatCode="###,###,###,##0.0000">
                        <c:v>494.38</c:v>
                      </c:pt>
                      <c:pt idx="640" formatCode="###,###,###,##0.0000">
                        <c:v>513.13</c:v>
                      </c:pt>
                      <c:pt idx="662" formatCode="###,###,###,##0.0000">
                        <c:v>456.88</c:v>
                      </c:pt>
                      <c:pt idx="684" formatCode="###,###,###,##0.0000">
                        <c:v>307.5</c:v>
                      </c:pt>
                      <c:pt idx="707" formatCode="###,###,###,##0.0000">
                        <c:v>382.5</c:v>
                      </c:pt>
                      <c:pt idx="729" formatCode="###,###,###,##0.0000">
                        <c:v>384.38</c:v>
                      </c:pt>
                      <c:pt idx="752" formatCode="###,###,###,##0.0000">
                        <c:v>349</c:v>
                      </c:pt>
                      <c:pt idx="774" formatCode="###,###,###,##0.0000">
                        <c:v>383.5</c:v>
                      </c:pt>
                      <c:pt idx="795" formatCode="###,###,###,##0.0000">
                        <c:v>375.83</c:v>
                      </c:pt>
                      <c:pt idx="819" formatCode="###,###,###,##0.0000">
                        <c:v>380</c:v>
                      </c:pt>
                      <c:pt idx="841" formatCode="###,###,###,##0.0000">
                        <c:v>415.63</c:v>
                      </c:pt>
                      <c:pt idx="863" formatCode="###,###,###,##0.0000">
                        <c:v>395.63</c:v>
                      </c:pt>
                      <c:pt idx="889" formatCode="###,###,###,##0.0000">
                        <c:v>365.63</c:v>
                      </c:pt>
                      <c:pt idx="912" formatCode="###,###,###,##0.0000">
                        <c:v>358.13</c:v>
                      </c:pt>
                      <c:pt idx="935" formatCode="###,###,###,##0.0000">
                        <c:v>329.38</c:v>
                      </c:pt>
                      <c:pt idx="958" formatCode="###,###,###,##0.0000">
                        <c:v>312.5</c:v>
                      </c:pt>
                      <c:pt idx="981" formatCode="###,###,###,##0.0000">
                        <c:v>310.63</c:v>
                      </c:pt>
                      <c:pt idx="1005" formatCode="###,###,###,##0.0000">
                        <c:v>301</c:v>
                      </c:pt>
                      <c:pt idx="1029" formatCode="###,###,###,##0.0000">
                        <c:v>296.88</c:v>
                      </c:pt>
                      <c:pt idx="1051" formatCode="###,###,###,##0.0000">
                        <c:v>305</c:v>
                      </c:pt>
                      <c:pt idx="1073" formatCode="###,###,###,##0.0000">
                        <c:v>305</c:v>
                      </c:pt>
                      <c:pt idx="1096" formatCode="###,###,###,##0.0000">
                        <c:v>330</c:v>
                      </c:pt>
                      <c:pt idx="1116" formatCode="###,###,###,##0.0000">
                        <c:v>353.13</c:v>
                      </c:pt>
                      <c:pt idx="1137" formatCode="###,###,###,##0.0000">
                        <c:v>327.5</c:v>
                      </c:pt>
                      <c:pt idx="1160" formatCode="###,###,###,##0.0000">
                        <c:v>260</c:v>
                      </c:pt>
                      <c:pt idx="1185" formatCode="###,###,###,##0.0000">
                        <c:v>265</c:v>
                      </c:pt>
                      <c:pt idx="1206" formatCode="###,###,###,##0.0000">
                        <c:v>288.75</c:v>
                      </c:pt>
                      <c:pt idx="1230" formatCode="###,###,###,##0.0000">
                        <c:v>305</c:v>
                      </c:pt>
                      <c:pt idx="1253" formatCode="###,###,###,##0.0000">
                        <c:v>311.25</c:v>
                      </c:pt>
                      <c:pt idx="1277" formatCode="###,###,###,##0.0000">
                        <c:v>317.5</c:v>
                      </c:pt>
                      <c:pt idx="1301" formatCode="###,###,###,##0.0000">
                        <c:v>317.5</c:v>
                      </c:pt>
                      <c:pt idx="1322" formatCode="###,###,###,##0.0000">
                        <c:v>317.5</c:v>
                      </c:pt>
                      <c:pt idx="1346" formatCode="###,###,###,##0.0000">
                        <c:v>308.13</c:v>
                      </c:pt>
                      <c:pt idx="1370" formatCode="###,###,###,##0.0000">
                        <c:v>305</c:v>
                      </c:pt>
                      <c:pt idx="1392" formatCode="###,###,###,##0.0000">
                        <c:v>305</c:v>
                      </c:pt>
                      <c:pt idx="1414" formatCode="###,###,###,##0.0000">
                        <c:v>295.5</c:v>
                      </c:pt>
                      <c:pt idx="1436" formatCode="###,###,###,##0.0000">
                        <c:v>260</c:v>
                      </c:pt>
                      <c:pt idx="1458" formatCode="###,###,###,##0.0000">
                        <c:v>265</c:v>
                      </c:pt>
                      <c:pt idx="1480" formatCode="###,###,###,##0.0000">
                        <c:v>288.75</c:v>
                      </c:pt>
                      <c:pt idx="1503" formatCode="###,###,###,##0.0000">
                        <c:v>283.75</c:v>
                      </c:pt>
                      <c:pt idx="1524" formatCode="###,###,###,##0.0000">
                        <c:v>274.63</c:v>
                      </c:pt>
                      <c:pt idx="1547" formatCode="###,###,###,##0.0000">
                        <c:v>279.38</c:v>
                      </c:pt>
                      <c:pt idx="1571" formatCode="###,###,###,##0.0000">
                        <c:v>250.63</c:v>
                      </c:pt>
                      <c:pt idx="1592" formatCode="###,###,###,##0.0000">
                        <c:v>263.63</c:v>
                      </c:pt>
                      <c:pt idx="1616" formatCode="###,###,###,##0.0000">
                        <c:v>264</c:v>
                      </c:pt>
                      <c:pt idx="1638" formatCode="###,###,###,##0.0000">
                        <c:v>233.88</c:v>
                      </c:pt>
                      <c:pt idx="1662" formatCode="###,###,###,##0.0000">
                        <c:v>191.88</c:v>
                      </c:pt>
                      <c:pt idx="1686" formatCode="###,###,###,##0.0000">
                        <c:v>201.75</c:v>
                      </c:pt>
                      <c:pt idx="1709" formatCode="###,###,###,##0.0000">
                        <c:v>196.25</c:v>
                      </c:pt>
                      <c:pt idx="1731" formatCode="###,###,###,##0.0000">
                        <c:v>198.38</c:v>
                      </c:pt>
                      <c:pt idx="1754" formatCode="###,###,###,##0.0000">
                        <c:v>142.63</c:v>
                      </c:pt>
                      <c:pt idx="1777" formatCode="###,###,###,##0.0000">
                        <c:v>181</c:v>
                      </c:pt>
                      <c:pt idx="1801" formatCode="###,###,###,##0.0000">
                        <c:v>186.25</c:v>
                      </c:pt>
                      <c:pt idx="1825" formatCode="###,###,###,##0.0000">
                        <c:v>187.3</c:v>
                      </c:pt>
                      <c:pt idx="1848" formatCode="###,###,###,##0.0000">
                        <c:v>187.5</c:v>
                      </c:pt>
                      <c:pt idx="1871" formatCode="###,###,###,##0.0000">
                        <c:v>205</c:v>
                      </c:pt>
                      <c:pt idx="1895" formatCode="###,###,###,##0.0000">
                        <c:v>217.75</c:v>
                      </c:pt>
                      <c:pt idx="1918" formatCode="###,###,###,##0.0000">
                        <c:v>233.75</c:v>
                      </c:pt>
                      <c:pt idx="1940" formatCode="###,###,###,##0.0000">
                        <c:v>191.88</c:v>
                      </c:pt>
                      <c:pt idx="1963" formatCode="###,###,###,##0.0000">
                        <c:v>223.5</c:v>
                      </c:pt>
                      <c:pt idx="1985" formatCode="###,###,###,##0.0000">
                        <c:v>207.88</c:v>
                      </c:pt>
                      <c:pt idx="2010" formatCode="###,###,###,##0.0000">
                        <c:v>178.75</c:v>
                      </c:pt>
                      <c:pt idx="2033" formatCode="###,###,###,##0.0000">
                        <c:v>191</c:v>
                      </c:pt>
                      <c:pt idx="2054" formatCode="###,###,###,##0.0000">
                        <c:v>181</c:v>
                      </c:pt>
                      <c:pt idx="2078" formatCode="###,###,###,##0.0000">
                        <c:v>192.63</c:v>
                      </c:pt>
                      <c:pt idx="2101" formatCode="###,###,###,##0.0000">
                        <c:v>219</c:v>
                      </c:pt>
                      <c:pt idx="2123" formatCode="###,###,###,##0.0000">
                        <c:v>252.5</c:v>
                      </c:pt>
                      <c:pt idx="2145" formatCode="###,###,###,##0.0000">
                        <c:v>280</c:v>
                      </c:pt>
                      <c:pt idx="2168" formatCode="###,###,###,##0.0000">
                        <c:v>214.63</c:v>
                      </c:pt>
                      <c:pt idx="2191" formatCode="###,###,###,##0.0000">
                        <c:v>219.63</c:v>
                      </c:pt>
                      <c:pt idx="2214" formatCode="###,###,###,##0.0000">
                        <c:v>232.5</c:v>
                      </c:pt>
                      <c:pt idx="2238" formatCode="###,###,###,##0.0000">
                        <c:v>232.5</c:v>
                      </c:pt>
                      <c:pt idx="2260" formatCode="###,###,###,##0.0000">
                        <c:v>230.63</c:v>
                      </c:pt>
                      <c:pt idx="2284" formatCode="###,###,###,##0.0000">
                        <c:v>221.88</c:v>
                      </c:pt>
                      <c:pt idx="2307" formatCode="###,###,###,##0.0000">
                        <c:v>224</c:v>
                      </c:pt>
                      <c:pt idx="2329" formatCode="###,###,###,##0.0000">
                        <c:v>252.5</c:v>
                      </c:pt>
                      <c:pt idx="2352" formatCode="###,###,###,##0.0000">
                        <c:v>260</c:v>
                      </c:pt>
                      <c:pt idx="2374" formatCode="###,###,###,##0.0000">
                        <c:v>267.5</c:v>
                      </c:pt>
                      <c:pt idx="2398" formatCode="###,###,###,##0.0000">
                        <c:v>270</c:v>
                      </c:pt>
                      <c:pt idx="2421" formatCode="###,###,###,##0.0000">
                        <c:v>305.60000000000002</c:v>
                      </c:pt>
                      <c:pt idx="2443" formatCode="###,###,###,##0.0000">
                        <c:v>276.67</c:v>
                      </c:pt>
                      <c:pt idx="2466" formatCode="###,###,###,##0.0000">
                        <c:v>260</c:v>
                      </c:pt>
                      <c:pt idx="2488" formatCode="###,###,###,##0.0000">
                        <c:v>250.63</c:v>
                      </c:pt>
                      <c:pt idx="2511" formatCode="###,###,###,##0.0000">
                        <c:v>247.5</c:v>
                      </c:pt>
                      <c:pt idx="2535" formatCode="###,###,###,##0.0000">
                        <c:v>247.5</c:v>
                      </c:pt>
                      <c:pt idx="2559" formatCode="###,###,###,##0.0000">
                        <c:v>247.5</c:v>
                      </c:pt>
                      <c:pt idx="2580" formatCode="###,###,###,##0.0000">
                        <c:v>247.5</c:v>
                      </c:pt>
                      <c:pt idx="2604" formatCode="###,###,###,##0.0000">
                        <c:v>263.5</c:v>
                      </c:pt>
                      <c:pt idx="2628" formatCode="###,###,###,##0.0000">
                        <c:v>262.5</c:v>
                      </c:pt>
                      <c:pt idx="2650" formatCode="###,###,###,##0.0000">
                        <c:v>237.75</c:v>
                      </c:pt>
                      <c:pt idx="2675" formatCode="###,###,###,##0.0000">
                        <c:v>237</c:v>
                      </c:pt>
                      <c:pt idx="2698" formatCode="###,###,###,##0.0000">
                        <c:v>224.5</c:v>
                      </c:pt>
                      <c:pt idx="2720" formatCode="###,###,###,##0.0000">
                        <c:v>217.5</c:v>
                      </c:pt>
                      <c:pt idx="2743" formatCode="###,###,###,##0.0000">
                        <c:v>215.4</c:v>
                      </c:pt>
                      <c:pt idx="2764" formatCode="###,###,###,##0.0000">
                        <c:v>214.38</c:v>
                      </c:pt>
                      <c:pt idx="2786" formatCode="###,###,###,##0.0000">
                        <c:v>231.13</c:v>
                      </c:pt>
                      <c:pt idx="2809" formatCode="###,###,###,##0.0000">
                        <c:v>235</c:v>
                      </c:pt>
                      <c:pt idx="2833" formatCode="###,###,###,##0.0000">
                        <c:v>201.9</c:v>
                      </c:pt>
                      <c:pt idx="2857" formatCode="###,###,###,##0.0000">
                        <c:v>202</c:v>
                      </c:pt>
                      <c:pt idx="2880" formatCode="###,###,###,##0.0000">
                        <c:v>214.4</c:v>
                      </c:pt>
                      <c:pt idx="2901" formatCode="###,###,###,##0.0000">
                        <c:v>249.5</c:v>
                      </c:pt>
                      <c:pt idx="2925" formatCode="###,###,###,##0.0000">
                        <c:v>250.5</c:v>
                      </c:pt>
                      <c:pt idx="2949" formatCode="###,###,###,##0.0000">
                        <c:v>245</c:v>
                      </c:pt>
                      <c:pt idx="2970" formatCode="###,###,###,##0.0000">
                        <c:v>245</c:v>
                      </c:pt>
                      <c:pt idx="2994" formatCode="###,###,###,##0.0000">
                        <c:v>245</c:v>
                      </c:pt>
                      <c:pt idx="3016" formatCode="###,###,###,##0.0000">
                        <c:v>265</c:v>
                      </c:pt>
                      <c:pt idx="3039" formatCode="###,###,###,##0.0000">
                        <c:v>335</c:v>
                      </c:pt>
                      <c:pt idx="3063" formatCode="###,###,###,##0.0000">
                        <c:v>352.88</c:v>
                      </c:pt>
                      <c:pt idx="3087" formatCode="###,###,###,##0.0000">
                        <c:v>328.1</c:v>
                      </c:pt>
                      <c:pt idx="3109" formatCode="###,###,###,##0.0000">
                        <c:v>331.63</c:v>
                      </c:pt>
                      <c:pt idx="3132" formatCode="###,###,###,##0.0000">
                        <c:v>393.25</c:v>
                      </c:pt>
                      <c:pt idx="3156" formatCode="###,###,###,##0.0000">
                        <c:v>441.5</c:v>
                      </c:pt>
                      <c:pt idx="3178" formatCode="###,###,###,##0.0000">
                        <c:v>446.88</c:v>
                      </c:pt>
                      <c:pt idx="3202" formatCode="###,###,###,##0.0000">
                        <c:v>418.75</c:v>
                      </c:pt>
                      <c:pt idx="3226" formatCode="###,###,###,##0.0000">
                        <c:v>612.5</c:v>
                      </c:pt>
                      <c:pt idx="3254" formatCode="#,##0.00">
                        <c:v>900.5</c:v>
                      </c:pt>
                      <c:pt idx="3285" formatCode="#,##0.00">
                        <c:v>890</c:v>
                      </c:pt>
                      <c:pt idx="3316" formatCode="#,##0.00">
                        <c:v>846.38</c:v>
                      </c:pt>
                      <c:pt idx="3339" formatCode="#,##0.00">
                        <c:v>744.17</c:v>
                      </c:pt>
                      <c:pt idx="3364" formatCode="#,##0.00">
                        <c:v>907.89</c:v>
                      </c:pt>
                      <c:pt idx="3393" formatCode="#,##0.00">
                        <c:v>925</c:v>
                      </c:pt>
                    </c:numCache>
                  </c:numRef>
                </c:val>
                <c:smooth val="1"/>
                <c:extLst xmlns:c16r2="http://schemas.microsoft.com/office/drawing/2015/06/chart">
                  <c:ext xmlns:c16="http://schemas.microsoft.com/office/drawing/2014/chart" uri="{C3380CC4-5D6E-409C-BE32-E72D297353CC}">
                    <c16:uniqueId val="{00000003-0FA6-4F08-8B53-EF7F4596D0AD}"/>
                  </c:ext>
                </c:extLst>
              </c15:ser>
            </c15:filteredLineSeries>
            <c15:filteredLineSeries>
              <c15:ser>
                <c:idx val="5"/>
                <c:order val="4"/>
                <c:tx>
                  <c:strRef>
                    <c:extLst xmlns:c16r2="http://schemas.microsoft.com/office/drawing/2015/06/chart" xmlns:c15="http://schemas.microsoft.com/office/drawing/2012/chart">
                      <c:ext xmlns:c15="http://schemas.microsoft.com/office/drawing/2012/chart" uri="{02D57815-91ED-43cb-92C2-25804820EDAC}">
                        <c15:formulaRef>
                          <c15:sqref>全球粮价!$O$11</c15:sqref>
                        </c15:formulaRef>
                      </c:ext>
                    </c:extLst>
                    <c:strCache>
                      <c:ptCount val="1"/>
                      <c:pt idx="0">
                        <c:v>国际氯化钾（美元/公吨）</c:v>
                      </c:pt>
                    </c:strCache>
                  </c:strRef>
                </c:tx>
                <c:spPr>
                  <a:ln w="12700" cap="rnd" cmpd="sng" algn="ctr">
                    <a:solidFill>
                      <a:srgbClr val="FFC000"/>
                    </a:solidFill>
                    <a:prstDash val="solid"/>
                    <a:round/>
                  </a:ln>
                </c:spPr>
                <c:marker>
                  <c:symbol val="diamond"/>
                  <c:size val="2"/>
                  <c:spPr>
                    <a:solidFill>
                      <a:srgbClr val="FFC000"/>
                    </a:solidFill>
                    <a:ln w="12700" cap="flat" cmpd="sng" algn="ctr">
                      <a:solidFill>
                        <a:srgbClr val="FFC000"/>
                      </a:solidFill>
                      <a:prstDash val="solid"/>
                      <a:round/>
                    </a:ln>
                  </c:spPr>
                </c:marker>
                <c:cat>
                  <c:numRef>
                    <c:extLst xmlns:c16r2="http://schemas.microsoft.com/office/drawing/2015/06/chart" xmlns:c15="http://schemas.microsoft.com/office/drawing/2012/chart">
                      <c:ext xmlns:c15="http://schemas.microsoft.com/office/drawing/2012/chart" uri="{02D57815-91ED-43cb-92C2-25804820EDAC}">
                        <c15:formulaRef>
                          <c15:sqref>全球粮价!$A$12:$A$5003</c15:sqref>
                        </c15:formulaRef>
                      </c:ext>
                    </c:extLst>
                    <c:numCache>
                      <c:formatCode>yyyy\-mm\-dd;@</c:formatCode>
                      <c:ptCount val="4992"/>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40209</c:v>
                      </c:pt>
                      <c:pt idx="21">
                        <c:v>40210</c:v>
                      </c:pt>
                      <c:pt idx="22">
                        <c:v>40211</c:v>
                      </c:pt>
                      <c:pt idx="23">
                        <c:v>40212</c:v>
                      </c:pt>
                      <c:pt idx="24">
                        <c:v>40213</c:v>
                      </c:pt>
                      <c:pt idx="25">
                        <c:v>40214</c:v>
                      </c:pt>
                      <c:pt idx="26">
                        <c:v>40217</c:v>
                      </c:pt>
                      <c:pt idx="27">
                        <c:v>40218</c:v>
                      </c:pt>
                      <c:pt idx="28">
                        <c:v>40219</c:v>
                      </c:pt>
                      <c:pt idx="29">
                        <c:v>40220</c:v>
                      </c:pt>
                      <c:pt idx="30">
                        <c:v>40221</c:v>
                      </c:pt>
                      <c:pt idx="31">
                        <c:v>40229</c:v>
                      </c:pt>
                      <c:pt idx="32">
                        <c:v>40230</c:v>
                      </c:pt>
                      <c:pt idx="33">
                        <c:v>40231</c:v>
                      </c:pt>
                      <c:pt idx="34">
                        <c:v>40232</c:v>
                      </c:pt>
                      <c:pt idx="35">
                        <c:v>40233</c:v>
                      </c:pt>
                      <c:pt idx="36">
                        <c:v>40234</c:v>
                      </c:pt>
                      <c:pt idx="37">
                        <c:v>40235</c:v>
                      </c:pt>
                      <c:pt idx="38">
                        <c:v>40237</c:v>
                      </c:pt>
                      <c:pt idx="39">
                        <c:v>40238</c:v>
                      </c:pt>
                      <c:pt idx="40">
                        <c:v>40239</c:v>
                      </c:pt>
                      <c:pt idx="41">
                        <c:v>40240</c:v>
                      </c:pt>
                      <c:pt idx="42">
                        <c:v>40241</c:v>
                      </c:pt>
                      <c:pt idx="43">
                        <c:v>40242</c:v>
                      </c:pt>
                      <c:pt idx="44">
                        <c:v>40245</c:v>
                      </c:pt>
                      <c:pt idx="45">
                        <c:v>40246</c:v>
                      </c:pt>
                      <c:pt idx="46">
                        <c:v>40247</c:v>
                      </c:pt>
                      <c:pt idx="47">
                        <c:v>40248</c:v>
                      </c:pt>
                      <c:pt idx="48">
                        <c:v>40249</c:v>
                      </c:pt>
                      <c:pt idx="49">
                        <c:v>40252</c:v>
                      </c:pt>
                      <c:pt idx="50">
                        <c:v>40253</c:v>
                      </c:pt>
                      <c:pt idx="51">
                        <c:v>40254</c:v>
                      </c:pt>
                      <c:pt idx="52">
                        <c:v>40255</c:v>
                      </c:pt>
                      <c:pt idx="53">
                        <c:v>40256</c:v>
                      </c:pt>
                      <c:pt idx="54">
                        <c:v>40259</c:v>
                      </c:pt>
                      <c:pt idx="55">
                        <c:v>40260</c:v>
                      </c:pt>
                      <c:pt idx="56">
                        <c:v>40261</c:v>
                      </c:pt>
                      <c:pt idx="57">
                        <c:v>40262</c:v>
                      </c:pt>
                      <c:pt idx="58">
                        <c:v>40263</c:v>
                      </c:pt>
                      <c:pt idx="59">
                        <c:v>40266</c:v>
                      </c:pt>
                      <c:pt idx="60">
                        <c:v>40267</c:v>
                      </c:pt>
                      <c:pt idx="61">
                        <c:v>40268</c:v>
                      </c:pt>
                      <c:pt idx="62">
                        <c:v>40269</c:v>
                      </c:pt>
                      <c:pt idx="63">
                        <c:v>40270</c:v>
                      </c:pt>
                      <c:pt idx="64">
                        <c:v>40274</c:v>
                      </c:pt>
                      <c:pt idx="65">
                        <c:v>40275</c:v>
                      </c:pt>
                      <c:pt idx="66">
                        <c:v>40277</c:v>
                      </c:pt>
                      <c:pt idx="67">
                        <c:v>40280</c:v>
                      </c:pt>
                      <c:pt idx="68">
                        <c:v>40281</c:v>
                      </c:pt>
                      <c:pt idx="69">
                        <c:v>40282</c:v>
                      </c:pt>
                      <c:pt idx="70">
                        <c:v>40283</c:v>
                      </c:pt>
                      <c:pt idx="71">
                        <c:v>40284</c:v>
                      </c:pt>
                      <c:pt idx="72">
                        <c:v>40287</c:v>
                      </c:pt>
                      <c:pt idx="73">
                        <c:v>40288</c:v>
                      </c:pt>
                      <c:pt idx="74">
                        <c:v>40289</c:v>
                      </c:pt>
                      <c:pt idx="75">
                        <c:v>40290</c:v>
                      </c:pt>
                      <c:pt idx="76">
                        <c:v>40291</c:v>
                      </c:pt>
                      <c:pt idx="77">
                        <c:v>40294</c:v>
                      </c:pt>
                      <c:pt idx="78">
                        <c:v>40295</c:v>
                      </c:pt>
                      <c:pt idx="79">
                        <c:v>40296</c:v>
                      </c:pt>
                      <c:pt idx="80">
                        <c:v>40297</c:v>
                      </c:pt>
                      <c:pt idx="81">
                        <c:v>40298</c:v>
                      </c:pt>
                      <c:pt idx="82">
                        <c:v>40303</c:v>
                      </c:pt>
                      <c:pt idx="83">
                        <c:v>40304</c:v>
                      </c:pt>
                      <c:pt idx="84">
                        <c:v>40305</c:v>
                      </c:pt>
                      <c:pt idx="85">
                        <c:v>40308</c:v>
                      </c:pt>
                      <c:pt idx="86">
                        <c:v>40309</c:v>
                      </c:pt>
                      <c:pt idx="87">
                        <c:v>40310</c:v>
                      </c:pt>
                      <c:pt idx="88">
                        <c:v>40311</c:v>
                      </c:pt>
                      <c:pt idx="89">
                        <c:v>40312</c:v>
                      </c:pt>
                      <c:pt idx="90">
                        <c:v>40315</c:v>
                      </c:pt>
                      <c:pt idx="91">
                        <c:v>40316</c:v>
                      </c:pt>
                      <c:pt idx="92">
                        <c:v>40317</c:v>
                      </c:pt>
                      <c:pt idx="93">
                        <c:v>40318</c:v>
                      </c:pt>
                      <c:pt idx="94">
                        <c:v>40319</c:v>
                      </c:pt>
                      <c:pt idx="95">
                        <c:v>40322</c:v>
                      </c:pt>
                      <c:pt idx="96">
                        <c:v>40323</c:v>
                      </c:pt>
                      <c:pt idx="97">
                        <c:v>40324</c:v>
                      </c:pt>
                      <c:pt idx="98">
                        <c:v>40325</c:v>
                      </c:pt>
                      <c:pt idx="99">
                        <c:v>40326</c:v>
                      </c:pt>
                      <c:pt idx="100">
                        <c:v>40329</c:v>
                      </c:pt>
                      <c:pt idx="101">
                        <c:v>40330</c:v>
                      </c:pt>
                      <c:pt idx="102">
                        <c:v>40331</c:v>
                      </c:pt>
                      <c:pt idx="103">
                        <c:v>40332</c:v>
                      </c:pt>
                      <c:pt idx="104">
                        <c:v>40333</c:v>
                      </c:pt>
                      <c:pt idx="105">
                        <c:v>40336</c:v>
                      </c:pt>
                      <c:pt idx="106">
                        <c:v>40337</c:v>
                      </c:pt>
                      <c:pt idx="107">
                        <c:v>40338</c:v>
                      </c:pt>
                      <c:pt idx="108">
                        <c:v>40339</c:v>
                      </c:pt>
                      <c:pt idx="109">
                        <c:v>40340</c:v>
                      </c:pt>
                      <c:pt idx="110">
                        <c:v>40341</c:v>
                      </c:pt>
                      <c:pt idx="111">
                        <c:v>40342</c:v>
                      </c:pt>
                      <c:pt idx="112">
                        <c:v>40343</c:v>
                      </c:pt>
                      <c:pt idx="113">
                        <c:v>40344</c:v>
                      </c:pt>
                      <c:pt idx="114">
                        <c:v>40345</c:v>
                      </c:pt>
                      <c:pt idx="115">
                        <c:v>40346</c:v>
                      </c:pt>
                      <c:pt idx="116">
                        <c:v>40347</c:v>
                      </c:pt>
                      <c:pt idx="117">
                        <c:v>40350</c:v>
                      </c:pt>
                      <c:pt idx="118">
                        <c:v>40351</c:v>
                      </c:pt>
                      <c:pt idx="119">
                        <c:v>40352</c:v>
                      </c:pt>
                      <c:pt idx="120">
                        <c:v>40353</c:v>
                      </c:pt>
                      <c:pt idx="121">
                        <c:v>40354</c:v>
                      </c:pt>
                      <c:pt idx="122">
                        <c:v>40357</c:v>
                      </c:pt>
                      <c:pt idx="123">
                        <c:v>40358</c:v>
                      </c:pt>
                      <c:pt idx="124">
                        <c:v>40359</c:v>
                      </c:pt>
                      <c:pt idx="125">
                        <c:v>40360</c:v>
                      </c:pt>
                      <c:pt idx="126">
                        <c:v>40361</c:v>
                      </c:pt>
                      <c:pt idx="127">
                        <c:v>40364</c:v>
                      </c:pt>
                      <c:pt idx="128">
                        <c:v>40365</c:v>
                      </c:pt>
                      <c:pt idx="129">
                        <c:v>40366</c:v>
                      </c:pt>
                      <c:pt idx="130">
                        <c:v>40367</c:v>
                      </c:pt>
                      <c:pt idx="131">
                        <c:v>40368</c:v>
                      </c:pt>
                      <c:pt idx="132">
                        <c:v>40371</c:v>
                      </c:pt>
                      <c:pt idx="133">
                        <c:v>40372</c:v>
                      </c:pt>
                      <c:pt idx="134">
                        <c:v>40373</c:v>
                      </c:pt>
                      <c:pt idx="135">
                        <c:v>40374</c:v>
                      </c:pt>
                      <c:pt idx="136">
                        <c:v>40375</c:v>
                      </c:pt>
                      <c:pt idx="137">
                        <c:v>40378</c:v>
                      </c:pt>
                      <c:pt idx="138">
                        <c:v>40379</c:v>
                      </c:pt>
                      <c:pt idx="139">
                        <c:v>40380</c:v>
                      </c:pt>
                      <c:pt idx="140">
                        <c:v>40381</c:v>
                      </c:pt>
                      <c:pt idx="141">
                        <c:v>40382</c:v>
                      </c:pt>
                      <c:pt idx="142">
                        <c:v>40385</c:v>
                      </c:pt>
                      <c:pt idx="143">
                        <c:v>40386</c:v>
                      </c:pt>
                      <c:pt idx="144">
                        <c:v>40387</c:v>
                      </c:pt>
                      <c:pt idx="145">
                        <c:v>40388</c:v>
                      </c:pt>
                      <c:pt idx="146">
                        <c:v>40389</c:v>
                      </c:pt>
                      <c:pt idx="147">
                        <c:v>40390</c:v>
                      </c:pt>
                      <c:pt idx="148">
                        <c:v>40392</c:v>
                      </c:pt>
                      <c:pt idx="149">
                        <c:v>40393</c:v>
                      </c:pt>
                      <c:pt idx="150">
                        <c:v>40394</c:v>
                      </c:pt>
                      <c:pt idx="151">
                        <c:v>40395</c:v>
                      </c:pt>
                      <c:pt idx="152">
                        <c:v>40396</c:v>
                      </c:pt>
                      <c:pt idx="153">
                        <c:v>40399</c:v>
                      </c:pt>
                      <c:pt idx="154">
                        <c:v>40400</c:v>
                      </c:pt>
                      <c:pt idx="155">
                        <c:v>40401</c:v>
                      </c:pt>
                      <c:pt idx="156">
                        <c:v>40402</c:v>
                      </c:pt>
                      <c:pt idx="157">
                        <c:v>40403</c:v>
                      </c:pt>
                      <c:pt idx="158">
                        <c:v>40406</c:v>
                      </c:pt>
                      <c:pt idx="159">
                        <c:v>40407</c:v>
                      </c:pt>
                      <c:pt idx="160">
                        <c:v>40408</c:v>
                      </c:pt>
                      <c:pt idx="161">
                        <c:v>40409</c:v>
                      </c:pt>
                      <c:pt idx="162">
                        <c:v>40410</c:v>
                      </c:pt>
                      <c:pt idx="163">
                        <c:v>40413</c:v>
                      </c:pt>
                      <c:pt idx="164">
                        <c:v>40414</c:v>
                      </c:pt>
                      <c:pt idx="165">
                        <c:v>40415</c:v>
                      </c:pt>
                      <c:pt idx="166">
                        <c:v>40416</c:v>
                      </c:pt>
                      <c:pt idx="167">
                        <c:v>40417</c:v>
                      </c:pt>
                      <c:pt idx="168">
                        <c:v>40420</c:v>
                      </c:pt>
                      <c:pt idx="169">
                        <c:v>40421</c:v>
                      </c:pt>
                      <c:pt idx="170">
                        <c:v>40422</c:v>
                      </c:pt>
                      <c:pt idx="171">
                        <c:v>40423</c:v>
                      </c:pt>
                      <c:pt idx="172">
                        <c:v>40424</c:v>
                      </c:pt>
                      <c:pt idx="173">
                        <c:v>40427</c:v>
                      </c:pt>
                      <c:pt idx="174">
                        <c:v>40428</c:v>
                      </c:pt>
                      <c:pt idx="175">
                        <c:v>40429</c:v>
                      </c:pt>
                      <c:pt idx="176">
                        <c:v>40430</c:v>
                      </c:pt>
                      <c:pt idx="177">
                        <c:v>40431</c:v>
                      </c:pt>
                      <c:pt idx="178">
                        <c:v>40434</c:v>
                      </c:pt>
                      <c:pt idx="179">
                        <c:v>40435</c:v>
                      </c:pt>
                      <c:pt idx="180">
                        <c:v>40436</c:v>
                      </c:pt>
                      <c:pt idx="181">
                        <c:v>40437</c:v>
                      </c:pt>
                      <c:pt idx="182">
                        <c:v>40438</c:v>
                      </c:pt>
                      <c:pt idx="183">
                        <c:v>40440</c:v>
                      </c:pt>
                      <c:pt idx="184">
                        <c:v>40441</c:v>
                      </c:pt>
                      <c:pt idx="185">
                        <c:v>40442</c:v>
                      </c:pt>
                      <c:pt idx="186">
                        <c:v>40446</c:v>
                      </c:pt>
                      <c:pt idx="187">
                        <c:v>40447</c:v>
                      </c:pt>
                      <c:pt idx="188">
                        <c:v>40448</c:v>
                      </c:pt>
                      <c:pt idx="189">
                        <c:v>40449</c:v>
                      </c:pt>
                      <c:pt idx="190">
                        <c:v>40450</c:v>
                      </c:pt>
                      <c:pt idx="191">
                        <c:v>40451</c:v>
                      </c:pt>
                      <c:pt idx="192">
                        <c:v>40452</c:v>
                      </c:pt>
                      <c:pt idx="193">
                        <c:v>40455</c:v>
                      </c:pt>
                      <c:pt idx="194">
                        <c:v>40456</c:v>
                      </c:pt>
                      <c:pt idx="195">
                        <c:v>40457</c:v>
                      </c:pt>
                      <c:pt idx="196">
                        <c:v>40458</c:v>
                      </c:pt>
                      <c:pt idx="197">
                        <c:v>40459</c:v>
                      </c:pt>
                      <c:pt idx="198">
                        <c:v>40460</c:v>
                      </c:pt>
                      <c:pt idx="199">
                        <c:v>40462</c:v>
                      </c:pt>
                      <c:pt idx="200">
                        <c:v>40463</c:v>
                      </c:pt>
                      <c:pt idx="201">
                        <c:v>40464</c:v>
                      </c:pt>
                      <c:pt idx="202">
                        <c:v>40465</c:v>
                      </c:pt>
                      <c:pt idx="203">
                        <c:v>40466</c:v>
                      </c:pt>
                      <c:pt idx="204">
                        <c:v>40469</c:v>
                      </c:pt>
                      <c:pt idx="205">
                        <c:v>40470</c:v>
                      </c:pt>
                      <c:pt idx="206">
                        <c:v>40471</c:v>
                      </c:pt>
                      <c:pt idx="207">
                        <c:v>40472</c:v>
                      </c:pt>
                      <c:pt idx="208">
                        <c:v>40473</c:v>
                      </c:pt>
                      <c:pt idx="209">
                        <c:v>40476</c:v>
                      </c:pt>
                      <c:pt idx="210">
                        <c:v>40477</c:v>
                      </c:pt>
                      <c:pt idx="211">
                        <c:v>40478</c:v>
                      </c:pt>
                      <c:pt idx="212">
                        <c:v>40479</c:v>
                      </c:pt>
                      <c:pt idx="213">
                        <c:v>40480</c:v>
                      </c:pt>
                      <c:pt idx="214">
                        <c:v>40482</c:v>
                      </c:pt>
                      <c:pt idx="215">
                        <c:v>40483</c:v>
                      </c:pt>
                      <c:pt idx="216">
                        <c:v>40484</c:v>
                      </c:pt>
                      <c:pt idx="217">
                        <c:v>40485</c:v>
                      </c:pt>
                      <c:pt idx="218">
                        <c:v>40486</c:v>
                      </c:pt>
                      <c:pt idx="219">
                        <c:v>40487</c:v>
                      </c:pt>
                      <c:pt idx="220">
                        <c:v>40490</c:v>
                      </c:pt>
                      <c:pt idx="221">
                        <c:v>40491</c:v>
                      </c:pt>
                      <c:pt idx="222">
                        <c:v>40492</c:v>
                      </c:pt>
                      <c:pt idx="223">
                        <c:v>40493</c:v>
                      </c:pt>
                      <c:pt idx="224">
                        <c:v>40494</c:v>
                      </c:pt>
                      <c:pt idx="225">
                        <c:v>40497</c:v>
                      </c:pt>
                      <c:pt idx="226">
                        <c:v>40498</c:v>
                      </c:pt>
                      <c:pt idx="227">
                        <c:v>40499</c:v>
                      </c:pt>
                      <c:pt idx="228">
                        <c:v>40500</c:v>
                      </c:pt>
                      <c:pt idx="229">
                        <c:v>40501</c:v>
                      </c:pt>
                      <c:pt idx="230">
                        <c:v>40504</c:v>
                      </c:pt>
                      <c:pt idx="231">
                        <c:v>40505</c:v>
                      </c:pt>
                      <c:pt idx="232">
                        <c:v>40506</c:v>
                      </c:pt>
                      <c:pt idx="233">
                        <c:v>40507</c:v>
                      </c:pt>
                      <c:pt idx="234">
                        <c:v>40508</c:v>
                      </c:pt>
                      <c:pt idx="235">
                        <c:v>40511</c:v>
                      </c:pt>
                      <c:pt idx="236">
                        <c:v>40512</c:v>
                      </c:pt>
                      <c:pt idx="237">
                        <c:v>40513</c:v>
                      </c:pt>
                      <c:pt idx="238">
                        <c:v>40514</c:v>
                      </c:pt>
                      <c:pt idx="239">
                        <c:v>40515</c:v>
                      </c:pt>
                      <c:pt idx="240">
                        <c:v>40518</c:v>
                      </c:pt>
                      <c:pt idx="241">
                        <c:v>40519</c:v>
                      </c:pt>
                      <c:pt idx="242">
                        <c:v>40520</c:v>
                      </c:pt>
                      <c:pt idx="243">
                        <c:v>40521</c:v>
                      </c:pt>
                      <c:pt idx="244">
                        <c:v>40522</c:v>
                      </c:pt>
                      <c:pt idx="245">
                        <c:v>40525</c:v>
                      </c:pt>
                      <c:pt idx="246">
                        <c:v>40526</c:v>
                      </c:pt>
                      <c:pt idx="247">
                        <c:v>40527</c:v>
                      </c:pt>
                      <c:pt idx="248">
                        <c:v>40528</c:v>
                      </c:pt>
                      <c:pt idx="249">
                        <c:v>40529</c:v>
                      </c:pt>
                      <c:pt idx="250">
                        <c:v>40532</c:v>
                      </c:pt>
                      <c:pt idx="251">
                        <c:v>40533</c:v>
                      </c:pt>
                      <c:pt idx="252">
                        <c:v>40534</c:v>
                      </c:pt>
                      <c:pt idx="253">
                        <c:v>40535</c:v>
                      </c:pt>
                      <c:pt idx="254">
                        <c:v>40536</c:v>
                      </c:pt>
                      <c:pt idx="255">
                        <c:v>40539</c:v>
                      </c:pt>
                      <c:pt idx="256">
                        <c:v>40540</c:v>
                      </c:pt>
                      <c:pt idx="257">
                        <c:v>40541</c:v>
                      </c:pt>
                      <c:pt idx="258">
                        <c:v>40542</c:v>
                      </c:pt>
                      <c:pt idx="259">
                        <c:v>40543</c:v>
                      </c:pt>
                      <c:pt idx="260">
                        <c:v>40546</c:v>
                      </c:pt>
                      <c:pt idx="261">
                        <c:v>40547</c:v>
                      </c:pt>
                      <c:pt idx="262">
                        <c:v>40548</c:v>
                      </c:pt>
                      <c:pt idx="263">
                        <c:v>40549</c:v>
                      </c:pt>
                      <c:pt idx="264">
                        <c:v>40550</c:v>
                      </c:pt>
                      <c:pt idx="265">
                        <c:v>40553</c:v>
                      </c:pt>
                      <c:pt idx="266">
                        <c:v>40554</c:v>
                      </c:pt>
                      <c:pt idx="267">
                        <c:v>40555</c:v>
                      </c:pt>
                      <c:pt idx="268">
                        <c:v>40556</c:v>
                      </c:pt>
                      <c:pt idx="269">
                        <c:v>40557</c:v>
                      </c:pt>
                      <c:pt idx="270">
                        <c:v>40560</c:v>
                      </c:pt>
                      <c:pt idx="271">
                        <c:v>40561</c:v>
                      </c:pt>
                      <c:pt idx="272">
                        <c:v>40562</c:v>
                      </c:pt>
                      <c:pt idx="273">
                        <c:v>40563</c:v>
                      </c:pt>
                      <c:pt idx="274">
                        <c:v>40564</c:v>
                      </c:pt>
                      <c:pt idx="275">
                        <c:v>40567</c:v>
                      </c:pt>
                      <c:pt idx="276">
                        <c:v>40568</c:v>
                      </c:pt>
                      <c:pt idx="277">
                        <c:v>40569</c:v>
                      </c:pt>
                      <c:pt idx="278">
                        <c:v>40570</c:v>
                      </c:pt>
                      <c:pt idx="279">
                        <c:v>40571</c:v>
                      </c:pt>
                      <c:pt idx="280">
                        <c:v>40573</c:v>
                      </c:pt>
                      <c:pt idx="281">
                        <c:v>40574</c:v>
                      </c:pt>
                      <c:pt idx="282">
                        <c:v>40575</c:v>
                      </c:pt>
                      <c:pt idx="283">
                        <c:v>40576</c:v>
                      </c:pt>
                      <c:pt idx="284">
                        <c:v>40577</c:v>
                      </c:pt>
                      <c:pt idx="285">
                        <c:v>40578</c:v>
                      </c:pt>
                      <c:pt idx="286">
                        <c:v>40581</c:v>
                      </c:pt>
                      <c:pt idx="287">
                        <c:v>40582</c:v>
                      </c:pt>
                      <c:pt idx="288">
                        <c:v>40583</c:v>
                      </c:pt>
                      <c:pt idx="289">
                        <c:v>40584</c:v>
                      </c:pt>
                      <c:pt idx="290">
                        <c:v>40585</c:v>
                      </c:pt>
                      <c:pt idx="291">
                        <c:v>40586</c:v>
                      </c:pt>
                      <c:pt idx="292">
                        <c:v>40588</c:v>
                      </c:pt>
                      <c:pt idx="293">
                        <c:v>40589</c:v>
                      </c:pt>
                      <c:pt idx="294">
                        <c:v>40590</c:v>
                      </c:pt>
                      <c:pt idx="295">
                        <c:v>40591</c:v>
                      </c:pt>
                      <c:pt idx="296">
                        <c:v>40592</c:v>
                      </c:pt>
                      <c:pt idx="297">
                        <c:v>40595</c:v>
                      </c:pt>
                      <c:pt idx="298">
                        <c:v>40596</c:v>
                      </c:pt>
                      <c:pt idx="299">
                        <c:v>40597</c:v>
                      </c:pt>
                      <c:pt idx="300">
                        <c:v>40598</c:v>
                      </c:pt>
                      <c:pt idx="301">
                        <c:v>40599</c:v>
                      </c:pt>
                      <c:pt idx="302">
                        <c:v>40602</c:v>
                      </c:pt>
                      <c:pt idx="303">
                        <c:v>40603</c:v>
                      </c:pt>
                      <c:pt idx="304">
                        <c:v>40604</c:v>
                      </c:pt>
                      <c:pt idx="305">
                        <c:v>40605</c:v>
                      </c:pt>
                      <c:pt idx="306">
                        <c:v>40606</c:v>
                      </c:pt>
                      <c:pt idx="307">
                        <c:v>40609</c:v>
                      </c:pt>
                      <c:pt idx="308">
                        <c:v>40610</c:v>
                      </c:pt>
                      <c:pt idx="309">
                        <c:v>40611</c:v>
                      </c:pt>
                      <c:pt idx="310">
                        <c:v>40612</c:v>
                      </c:pt>
                      <c:pt idx="311">
                        <c:v>40613</c:v>
                      </c:pt>
                      <c:pt idx="312">
                        <c:v>40616</c:v>
                      </c:pt>
                      <c:pt idx="313">
                        <c:v>40617</c:v>
                      </c:pt>
                      <c:pt idx="314">
                        <c:v>40618</c:v>
                      </c:pt>
                      <c:pt idx="315">
                        <c:v>40619</c:v>
                      </c:pt>
                      <c:pt idx="316">
                        <c:v>40620</c:v>
                      </c:pt>
                      <c:pt idx="317">
                        <c:v>40623</c:v>
                      </c:pt>
                      <c:pt idx="318">
                        <c:v>40624</c:v>
                      </c:pt>
                      <c:pt idx="319">
                        <c:v>40625</c:v>
                      </c:pt>
                      <c:pt idx="320">
                        <c:v>40626</c:v>
                      </c:pt>
                      <c:pt idx="321">
                        <c:v>40627</c:v>
                      </c:pt>
                      <c:pt idx="322">
                        <c:v>40630</c:v>
                      </c:pt>
                      <c:pt idx="323">
                        <c:v>40631</c:v>
                      </c:pt>
                      <c:pt idx="324">
                        <c:v>40632</c:v>
                      </c:pt>
                      <c:pt idx="325">
                        <c:v>40633</c:v>
                      </c:pt>
                      <c:pt idx="326">
                        <c:v>40634</c:v>
                      </c:pt>
                      <c:pt idx="327">
                        <c:v>40635</c:v>
                      </c:pt>
                      <c:pt idx="328">
                        <c:v>40637</c:v>
                      </c:pt>
                      <c:pt idx="329">
                        <c:v>40638</c:v>
                      </c:pt>
                      <c:pt idx="330">
                        <c:v>40639</c:v>
                      </c:pt>
                      <c:pt idx="331">
                        <c:v>40640</c:v>
                      </c:pt>
                      <c:pt idx="332">
                        <c:v>40641</c:v>
                      </c:pt>
                      <c:pt idx="333">
                        <c:v>40644</c:v>
                      </c:pt>
                      <c:pt idx="334">
                        <c:v>40645</c:v>
                      </c:pt>
                      <c:pt idx="335">
                        <c:v>40646</c:v>
                      </c:pt>
                      <c:pt idx="336">
                        <c:v>40647</c:v>
                      </c:pt>
                      <c:pt idx="337">
                        <c:v>40648</c:v>
                      </c:pt>
                      <c:pt idx="338">
                        <c:v>40651</c:v>
                      </c:pt>
                      <c:pt idx="339">
                        <c:v>40652</c:v>
                      </c:pt>
                      <c:pt idx="340">
                        <c:v>40653</c:v>
                      </c:pt>
                      <c:pt idx="341">
                        <c:v>40654</c:v>
                      </c:pt>
                      <c:pt idx="342">
                        <c:v>40655</c:v>
                      </c:pt>
                      <c:pt idx="343">
                        <c:v>40658</c:v>
                      </c:pt>
                      <c:pt idx="344">
                        <c:v>40659</c:v>
                      </c:pt>
                      <c:pt idx="345">
                        <c:v>40660</c:v>
                      </c:pt>
                      <c:pt idx="346">
                        <c:v>40661</c:v>
                      </c:pt>
                      <c:pt idx="347">
                        <c:v>40662</c:v>
                      </c:pt>
                      <c:pt idx="348">
                        <c:v>40663</c:v>
                      </c:pt>
                      <c:pt idx="349">
                        <c:v>40665</c:v>
                      </c:pt>
                      <c:pt idx="350">
                        <c:v>40666</c:v>
                      </c:pt>
                      <c:pt idx="351">
                        <c:v>40667</c:v>
                      </c:pt>
                      <c:pt idx="352">
                        <c:v>40668</c:v>
                      </c:pt>
                      <c:pt idx="353">
                        <c:v>40669</c:v>
                      </c:pt>
                      <c:pt idx="354">
                        <c:v>40672</c:v>
                      </c:pt>
                      <c:pt idx="355">
                        <c:v>40673</c:v>
                      </c:pt>
                      <c:pt idx="356">
                        <c:v>40674</c:v>
                      </c:pt>
                      <c:pt idx="357">
                        <c:v>40675</c:v>
                      </c:pt>
                      <c:pt idx="358">
                        <c:v>40676</c:v>
                      </c:pt>
                      <c:pt idx="359">
                        <c:v>40679</c:v>
                      </c:pt>
                      <c:pt idx="360">
                        <c:v>40680</c:v>
                      </c:pt>
                      <c:pt idx="361">
                        <c:v>40681</c:v>
                      </c:pt>
                      <c:pt idx="362">
                        <c:v>40682</c:v>
                      </c:pt>
                      <c:pt idx="363">
                        <c:v>40683</c:v>
                      </c:pt>
                      <c:pt idx="364">
                        <c:v>40686</c:v>
                      </c:pt>
                      <c:pt idx="365">
                        <c:v>40687</c:v>
                      </c:pt>
                      <c:pt idx="366">
                        <c:v>40688</c:v>
                      </c:pt>
                      <c:pt idx="367">
                        <c:v>40689</c:v>
                      </c:pt>
                      <c:pt idx="368">
                        <c:v>40690</c:v>
                      </c:pt>
                      <c:pt idx="369">
                        <c:v>40693</c:v>
                      </c:pt>
                      <c:pt idx="370">
                        <c:v>40694</c:v>
                      </c:pt>
                      <c:pt idx="371">
                        <c:v>40695</c:v>
                      </c:pt>
                      <c:pt idx="372">
                        <c:v>40696</c:v>
                      </c:pt>
                      <c:pt idx="373">
                        <c:v>40697</c:v>
                      </c:pt>
                      <c:pt idx="374">
                        <c:v>40700</c:v>
                      </c:pt>
                      <c:pt idx="375">
                        <c:v>40701</c:v>
                      </c:pt>
                      <c:pt idx="376">
                        <c:v>40702</c:v>
                      </c:pt>
                      <c:pt idx="377">
                        <c:v>40703</c:v>
                      </c:pt>
                      <c:pt idx="378">
                        <c:v>40704</c:v>
                      </c:pt>
                      <c:pt idx="379">
                        <c:v>40707</c:v>
                      </c:pt>
                      <c:pt idx="380">
                        <c:v>40708</c:v>
                      </c:pt>
                      <c:pt idx="381">
                        <c:v>40709</c:v>
                      </c:pt>
                      <c:pt idx="382">
                        <c:v>40710</c:v>
                      </c:pt>
                      <c:pt idx="383">
                        <c:v>40711</c:v>
                      </c:pt>
                      <c:pt idx="384">
                        <c:v>40714</c:v>
                      </c:pt>
                      <c:pt idx="385">
                        <c:v>40715</c:v>
                      </c:pt>
                      <c:pt idx="386">
                        <c:v>40716</c:v>
                      </c:pt>
                      <c:pt idx="387">
                        <c:v>40717</c:v>
                      </c:pt>
                      <c:pt idx="388">
                        <c:v>40718</c:v>
                      </c:pt>
                      <c:pt idx="389">
                        <c:v>40721</c:v>
                      </c:pt>
                      <c:pt idx="390">
                        <c:v>40722</c:v>
                      </c:pt>
                      <c:pt idx="391">
                        <c:v>40723</c:v>
                      </c:pt>
                      <c:pt idx="392">
                        <c:v>40724</c:v>
                      </c:pt>
                      <c:pt idx="393">
                        <c:v>40725</c:v>
                      </c:pt>
                      <c:pt idx="394">
                        <c:v>40728</c:v>
                      </c:pt>
                      <c:pt idx="395">
                        <c:v>40729</c:v>
                      </c:pt>
                      <c:pt idx="396">
                        <c:v>40730</c:v>
                      </c:pt>
                      <c:pt idx="397">
                        <c:v>40731</c:v>
                      </c:pt>
                      <c:pt idx="398">
                        <c:v>40732</c:v>
                      </c:pt>
                      <c:pt idx="399">
                        <c:v>40735</c:v>
                      </c:pt>
                      <c:pt idx="400">
                        <c:v>40736</c:v>
                      </c:pt>
                      <c:pt idx="401">
                        <c:v>40737</c:v>
                      </c:pt>
                      <c:pt idx="402">
                        <c:v>40738</c:v>
                      </c:pt>
                      <c:pt idx="403">
                        <c:v>40739</c:v>
                      </c:pt>
                      <c:pt idx="404">
                        <c:v>40742</c:v>
                      </c:pt>
                      <c:pt idx="405">
                        <c:v>40743</c:v>
                      </c:pt>
                      <c:pt idx="406">
                        <c:v>40744</c:v>
                      </c:pt>
                      <c:pt idx="407">
                        <c:v>40745</c:v>
                      </c:pt>
                      <c:pt idx="408">
                        <c:v>40746</c:v>
                      </c:pt>
                      <c:pt idx="409">
                        <c:v>40749</c:v>
                      </c:pt>
                      <c:pt idx="410">
                        <c:v>40750</c:v>
                      </c:pt>
                      <c:pt idx="411">
                        <c:v>40751</c:v>
                      </c:pt>
                      <c:pt idx="412">
                        <c:v>40752</c:v>
                      </c:pt>
                      <c:pt idx="413">
                        <c:v>40753</c:v>
                      </c:pt>
                      <c:pt idx="414">
                        <c:v>40755</c:v>
                      </c:pt>
                      <c:pt idx="415">
                        <c:v>40756</c:v>
                      </c:pt>
                      <c:pt idx="416">
                        <c:v>40757</c:v>
                      </c:pt>
                      <c:pt idx="417">
                        <c:v>40758</c:v>
                      </c:pt>
                      <c:pt idx="418">
                        <c:v>40759</c:v>
                      </c:pt>
                      <c:pt idx="419">
                        <c:v>40760</c:v>
                      </c:pt>
                      <c:pt idx="420">
                        <c:v>40763</c:v>
                      </c:pt>
                      <c:pt idx="421">
                        <c:v>40764</c:v>
                      </c:pt>
                      <c:pt idx="422">
                        <c:v>40765</c:v>
                      </c:pt>
                      <c:pt idx="423">
                        <c:v>40766</c:v>
                      </c:pt>
                      <c:pt idx="424">
                        <c:v>40767</c:v>
                      </c:pt>
                      <c:pt idx="425">
                        <c:v>40770</c:v>
                      </c:pt>
                      <c:pt idx="426">
                        <c:v>40771</c:v>
                      </c:pt>
                      <c:pt idx="427">
                        <c:v>40772</c:v>
                      </c:pt>
                      <c:pt idx="428">
                        <c:v>40773</c:v>
                      </c:pt>
                      <c:pt idx="429">
                        <c:v>40774</c:v>
                      </c:pt>
                      <c:pt idx="430">
                        <c:v>40777</c:v>
                      </c:pt>
                      <c:pt idx="431">
                        <c:v>40778</c:v>
                      </c:pt>
                      <c:pt idx="432">
                        <c:v>40779</c:v>
                      </c:pt>
                      <c:pt idx="433">
                        <c:v>40780</c:v>
                      </c:pt>
                      <c:pt idx="434">
                        <c:v>40781</c:v>
                      </c:pt>
                      <c:pt idx="435">
                        <c:v>40784</c:v>
                      </c:pt>
                      <c:pt idx="436">
                        <c:v>40785</c:v>
                      </c:pt>
                      <c:pt idx="437">
                        <c:v>40786</c:v>
                      </c:pt>
                      <c:pt idx="438">
                        <c:v>40787</c:v>
                      </c:pt>
                      <c:pt idx="439">
                        <c:v>40788</c:v>
                      </c:pt>
                      <c:pt idx="440">
                        <c:v>40791</c:v>
                      </c:pt>
                      <c:pt idx="441">
                        <c:v>40792</c:v>
                      </c:pt>
                      <c:pt idx="442">
                        <c:v>40793</c:v>
                      </c:pt>
                      <c:pt idx="443">
                        <c:v>40794</c:v>
                      </c:pt>
                      <c:pt idx="444">
                        <c:v>40795</c:v>
                      </c:pt>
                      <c:pt idx="445">
                        <c:v>40798</c:v>
                      </c:pt>
                      <c:pt idx="446">
                        <c:v>40799</c:v>
                      </c:pt>
                      <c:pt idx="447">
                        <c:v>40800</c:v>
                      </c:pt>
                      <c:pt idx="448">
                        <c:v>40801</c:v>
                      </c:pt>
                      <c:pt idx="449">
                        <c:v>40802</c:v>
                      </c:pt>
                      <c:pt idx="450">
                        <c:v>40805</c:v>
                      </c:pt>
                      <c:pt idx="451">
                        <c:v>40806</c:v>
                      </c:pt>
                      <c:pt idx="452">
                        <c:v>40807</c:v>
                      </c:pt>
                      <c:pt idx="453">
                        <c:v>40808</c:v>
                      </c:pt>
                      <c:pt idx="454">
                        <c:v>40809</c:v>
                      </c:pt>
                      <c:pt idx="455">
                        <c:v>40812</c:v>
                      </c:pt>
                      <c:pt idx="456">
                        <c:v>40813</c:v>
                      </c:pt>
                      <c:pt idx="457">
                        <c:v>40814</c:v>
                      </c:pt>
                      <c:pt idx="458">
                        <c:v>40815</c:v>
                      </c:pt>
                      <c:pt idx="459">
                        <c:v>40816</c:v>
                      </c:pt>
                      <c:pt idx="460">
                        <c:v>40819</c:v>
                      </c:pt>
                      <c:pt idx="461">
                        <c:v>40820</c:v>
                      </c:pt>
                      <c:pt idx="462">
                        <c:v>40821</c:v>
                      </c:pt>
                      <c:pt idx="463">
                        <c:v>40822</c:v>
                      </c:pt>
                      <c:pt idx="464">
                        <c:v>40823</c:v>
                      </c:pt>
                      <c:pt idx="465">
                        <c:v>40824</c:v>
                      </c:pt>
                      <c:pt idx="466">
                        <c:v>40825</c:v>
                      </c:pt>
                      <c:pt idx="467">
                        <c:v>40826</c:v>
                      </c:pt>
                      <c:pt idx="468">
                        <c:v>40827</c:v>
                      </c:pt>
                      <c:pt idx="469">
                        <c:v>40828</c:v>
                      </c:pt>
                      <c:pt idx="470">
                        <c:v>40829</c:v>
                      </c:pt>
                      <c:pt idx="471">
                        <c:v>40830</c:v>
                      </c:pt>
                      <c:pt idx="472">
                        <c:v>40833</c:v>
                      </c:pt>
                      <c:pt idx="473">
                        <c:v>40834</c:v>
                      </c:pt>
                      <c:pt idx="474">
                        <c:v>40835</c:v>
                      </c:pt>
                      <c:pt idx="475">
                        <c:v>40836</c:v>
                      </c:pt>
                      <c:pt idx="476">
                        <c:v>40837</c:v>
                      </c:pt>
                      <c:pt idx="477">
                        <c:v>40840</c:v>
                      </c:pt>
                      <c:pt idx="478">
                        <c:v>40841</c:v>
                      </c:pt>
                      <c:pt idx="479">
                        <c:v>40842</c:v>
                      </c:pt>
                      <c:pt idx="480">
                        <c:v>40843</c:v>
                      </c:pt>
                      <c:pt idx="481">
                        <c:v>40844</c:v>
                      </c:pt>
                      <c:pt idx="482">
                        <c:v>40847</c:v>
                      </c:pt>
                      <c:pt idx="483">
                        <c:v>40848</c:v>
                      </c:pt>
                      <c:pt idx="484">
                        <c:v>40849</c:v>
                      </c:pt>
                      <c:pt idx="485">
                        <c:v>40850</c:v>
                      </c:pt>
                      <c:pt idx="486">
                        <c:v>40851</c:v>
                      </c:pt>
                      <c:pt idx="487">
                        <c:v>40854</c:v>
                      </c:pt>
                      <c:pt idx="488">
                        <c:v>40855</c:v>
                      </c:pt>
                      <c:pt idx="489">
                        <c:v>40856</c:v>
                      </c:pt>
                      <c:pt idx="490">
                        <c:v>40857</c:v>
                      </c:pt>
                      <c:pt idx="491">
                        <c:v>40858</c:v>
                      </c:pt>
                      <c:pt idx="492">
                        <c:v>40861</c:v>
                      </c:pt>
                      <c:pt idx="493">
                        <c:v>40862</c:v>
                      </c:pt>
                      <c:pt idx="494">
                        <c:v>40863</c:v>
                      </c:pt>
                      <c:pt idx="495">
                        <c:v>40864</c:v>
                      </c:pt>
                      <c:pt idx="496">
                        <c:v>40865</c:v>
                      </c:pt>
                      <c:pt idx="497">
                        <c:v>40868</c:v>
                      </c:pt>
                      <c:pt idx="498">
                        <c:v>40869</c:v>
                      </c:pt>
                      <c:pt idx="499">
                        <c:v>40870</c:v>
                      </c:pt>
                      <c:pt idx="500">
                        <c:v>40871</c:v>
                      </c:pt>
                      <c:pt idx="501">
                        <c:v>40872</c:v>
                      </c:pt>
                      <c:pt idx="502">
                        <c:v>40875</c:v>
                      </c:pt>
                      <c:pt idx="503">
                        <c:v>40876</c:v>
                      </c:pt>
                      <c:pt idx="504">
                        <c:v>40877</c:v>
                      </c:pt>
                      <c:pt idx="505">
                        <c:v>40878</c:v>
                      </c:pt>
                      <c:pt idx="506">
                        <c:v>40879</c:v>
                      </c:pt>
                      <c:pt idx="507">
                        <c:v>40882</c:v>
                      </c:pt>
                      <c:pt idx="508">
                        <c:v>40883</c:v>
                      </c:pt>
                      <c:pt idx="509">
                        <c:v>40884</c:v>
                      </c:pt>
                      <c:pt idx="510">
                        <c:v>40885</c:v>
                      </c:pt>
                      <c:pt idx="511">
                        <c:v>40886</c:v>
                      </c:pt>
                      <c:pt idx="512">
                        <c:v>40889</c:v>
                      </c:pt>
                      <c:pt idx="513">
                        <c:v>40890</c:v>
                      </c:pt>
                      <c:pt idx="514">
                        <c:v>40891</c:v>
                      </c:pt>
                      <c:pt idx="515">
                        <c:v>40892</c:v>
                      </c:pt>
                      <c:pt idx="516">
                        <c:v>40893</c:v>
                      </c:pt>
                      <c:pt idx="517">
                        <c:v>40896</c:v>
                      </c:pt>
                      <c:pt idx="518">
                        <c:v>40897</c:v>
                      </c:pt>
                      <c:pt idx="519">
                        <c:v>40898</c:v>
                      </c:pt>
                      <c:pt idx="520">
                        <c:v>40899</c:v>
                      </c:pt>
                      <c:pt idx="521">
                        <c:v>40900</c:v>
                      </c:pt>
                      <c:pt idx="522">
                        <c:v>40903</c:v>
                      </c:pt>
                      <c:pt idx="523">
                        <c:v>40904</c:v>
                      </c:pt>
                      <c:pt idx="524">
                        <c:v>40905</c:v>
                      </c:pt>
                      <c:pt idx="525">
                        <c:v>40906</c:v>
                      </c:pt>
                      <c:pt idx="526">
                        <c:v>40907</c:v>
                      </c:pt>
                      <c:pt idx="527">
                        <c:v>40908</c:v>
                      </c:pt>
                      <c:pt idx="528">
                        <c:v>40911</c:v>
                      </c:pt>
                      <c:pt idx="529">
                        <c:v>40912</c:v>
                      </c:pt>
                      <c:pt idx="530">
                        <c:v>40913</c:v>
                      </c:pt>
                      <c:pt idx="531">
                        <c:v>40914</c:v>
                      </c:pt>
                      <c:pt idx="532">
                        <c:v>40917</c:v>
                      </c:pt>
                      <c:pt idx="533">
                        <c:v>40918</c:v>
                      </c:pt>
                      <c:pt idx="534">
                        <c:v>40919</c:v>
                      </c:pt>
                      <c:pt idx="535">
                        <c:v>40920</c:v>
                      </c:pt>
                      <c:pt idx="536">
                        <c:v>40921</c:v>
                      </c:pt>
                      <c:pt idx="537">
                        <c:v>40924</c:v>
                      </c:pt>
                      <c:pt idx="538">
                        <c:v>40925</c:v>
                      </c:pt>
                      <c:pt idx="539">
                        <c:v>40926</c:v>
                      </c:pt>
                      <c:pt idx="540">
                        <c:v>40927</c:v>
                      </c:pt>
                      <c:pt idx="541">
                        <c:v>40928</c:v>
                      </c:pt>
                      <c:pt idx="542">
                        <c:v>40929</c:v>
                      </c:pt>
                      <c:pt idx="543">
                        <c:v>40931</c:v>
                      </c:pt>
                      <c:pt idx="544">
                        <c:v>40932</c:v>
                      </c:pt>
                      <c:pt idx="545">
                        <c:v>40933</c:v>
                      </c:pt>
                      <c:pt idx="546">
                        <c:v>40934</c:v>
                      </c:pt>
                      <c:pt idx="547">
                        <c:v>40935</c:v>
                      </c:pt>
                      <c:pt idx="548">
                        <c:v>40937</c:v>
                      </c:pt>
                      <c:pt idx="549">
                        <c:v>40938</c:v>
                      </c:pt>
                      <c:pt idx="550">
                        <c:v>40939</c:v>
                      </c:pt>
                      <c:pt idx="551">
                        <c:v>40940</c:v>
                      </c:pt>
                      <c:pt idx="552">
                        <c:v>40941</c:v>
                      </c:pt>
                      <c:pt idx="553">
                        <c:v>40942</c:v>
                      </c:pt>
                      <c:pt idx="554">
                        <c:v>40945</c:v>
                      </c:pt>
                      <c:pt idx="555">
                        <c:v>40946</c:v>
                      </c:pt>
                      <c:pt idx="556">
                        <c:v>40947</c:v>
                      </c:pt>
                      <c:pt idx="557">
                        <c:v>40948</c:v>
                      </c:pt>
                      <c:pt idx="558">
                        <c:v>40949</c:v>
                      </c:pt>
                      <c:pt idx="559">
                        <c:v>40952</c:v>
                      </c:pt>
                      <c:pt idx="560">
                        <c:v>40953</c:v>
                      </c:pt>
                      <c:pt idx="561">
                        <c:v>40954</c:v>
                      </c:pt>
                      <c:pt idx="562">
                        <c:v>40955</c:v>
                      </c:pt>
                      <c:pt idx="563">
                        <c:v>40956</c:v>
                      </c:pt>
                      <c:pt idx="564">
                        <c:v>40959</c:v>
                      </c:pt>
                      <c:pt idx="565">
                        <c:v>40960</c:v>
                      </c:pt>
                      <c:pt idx="566">
                        <c:v>40961</c:v>
                      </c:pt>
                      <c:pt idx="567">
                        <c:v>40962</c:v>
                      </c:pt>
                      <c:pt idx="568">
                        <c:v>40963</c:v>
                      </c:pt>
                      <c:pt idx="569">
                        <c:v>40966</c:v>
                      </c:pt>
                      <c:pt idx="570">
                        <c:v>40967</c:v>
                      </c:pt>
                      <c:pt idx="571">
                        <c:v>40968</c:v>
                      </c:pt>
                      <c:pt idx="572">
                        <c:v>40969</c:v>
                      </c:pt>
                      <c:pt idx="573">
                        <c:v>40970</c:v>
                      </c:pt>
                      <c:pt idx="574">
                        <c:v>40973</c:v>
                      </c:pt>
                      <c:pt idx="575">
                        <c:v>40974</c:v>
                      </c:pt>
                      <c:pt idx="576">
                        <c:v>40975</c:v>
                      </c:pt>
                      <c:pt idx="577">
                        <c:v>40976</c:v>
                      </c:pt>
                      <c:pt idx="578">
                        <c:v>40977</c:v>
                      </c:pt>
                      <c:pt idx="579">
                        <c:v>40980</c:v>
                      </c:pt>
                      <c:pt idx="580">
                        <c:v>40981</c:v>
                      </c:pt>
                      <c:pt idx="581">
                        <c:v>40982</c:v>
                      </c:pt>
                      <c:pt idx="582">
                        <c:v>40983</c:v>
                      </c:pt>
                      <c:pt idx="583">
                        <c:v>40984</c:v>
                      </c:pt>
                      <c:pt idx="584">
                        <c:v>40987</c:v>
                      </c:pt>
                      <c:pt idx="585">
                        <c:v>40988</c:v>
                      </c:pt>
                      <c:pt idx="586">
                        <c:v>40989</c:v>
                      </c:pt>
                      <c:pt idx="587">
                        <c:v>40990</c:v>
                      </c:pt>
                      <c:pt idx="588">
                        <c:v>40991</c:v>
                      </c:pt>
                      <c:pt idx="589">
                        <c:v>40994</c:v>
                      </c:pt>
                      <c:pt idx="590">
                        <c:v>40995</c:v>
                      </c:pt>
                      <c:pt idx="591">
                        <c:v>40996</c:v>
                      </c:pt>
                      <c:pt idx="592">
                        <c:v>40997</c:v>
                      </c:pt>
                      <c:pt idx="593">
                        <c:v>40998</c:v>
                      </c:pt>
                      <c:pt idx="594">
                        <c:v>40999</c:v>
                      </c:pt>
                      <c:pt idx="595">
                        <c:v>41000</c:v>
                      </c:pt>
                      <c:pt idx="596">
                        <c:v>41001</c:v>
                      </c:pt>
                      <c:pt idx="597">
                        <c:v>41002</c:v>
                      </c:pt>
                      <c:pt idx="598">
                        <c:v>41003</c:v>
                      </c:pt>
                      <c:pt idx="599">
                        <c:v>41004</c:v>
                      </c:pt>
                      <c:pt idx="600">
                        <c:v>41005</c:v>
                      </c:pt>
                      <c:pt idx="601">
                        <c:v>41008</c:v>
                      </c:pt>
                      <c:pt idx="602">
                        <c:v>41009</c:v>
                      </c:pt>
                      <c:pt idx="603">
                        <c:v>41010</c:v>
                      </c:pt>
                      <c:pt idx="604">
                        <c:v>41011</c:v>
                      </c:pt>
                      <c:pt idx="605">
                        <c:v>41012</c:v>
                      </c:pt>
                      <c:pt idx="606">
                        <c:v>41015</c:v>
                      </c:pt>
                      <c:pt idx="607">
                        <c:v>41016</c:v>
                      </c:pt>
                      <c:pt idx="608">
                        <c:v>41017</c:v>
                      </c:pt>
                      <c:pt idx="609">
                        <c:v>41018</c:v>
                      </c:pt>
                      <c:pt idx="610">
                        <c:v>41019</c:v>
                      </c:pt>
                      <c:pt idx="611">
                        <c:v>41022</c:v>
                      </c:pt>
                      <c:pt idx="612">
                        <c:v>41023</c:v>
                      </c:pt>
                      <c:pt idx="613">
                        <c:v>41024</c:v>
                      </c:pt>
                      <c:pt idx="614">
                        <c:v>41025</c:v>
                      </c:pt>
                      <c:pt idx="615">
                        <c:v>41026</c:v>
                      </c:pt>
                      <c:pt idx="616">
                        <c:v>41027</c:v>
                      </c:pt>
                      <c:pt idx="617">
                        <c:v>41029</c:v>
                      </c:pt>
                      <c:pt idx="618">
                        <c:v>41030</c:v>
                      </c:pt>
                      <c:pt idx="619">
                        <c:v>41031</c:v>
                      </c:pt>
                      <c:pt idx="620">
                        <c:v>41032</c:v>
                      </c:pt>
                      <c:pt idx="621">
                        <c:v>41033</c:v>
                      </c:pt>
                      <c:pt idx="622">
                        <c:v>41036</c:v>
                      </c:pt>
                      <c:pt idx="623">
                        <c:v>41037</c:v>
                      </c:pt>
                      <c:pt idx="624">
                        <c:v>41038</c:v>
                      </c:pt>
                      <c:pt idx="625">
                        <c:v>41039</c:v>
                      </c:pt>
                      <c:pt idx="626">
                        <c:v>41040</c:v>
                      </c:pt>
                      <c:pt idx="627">
                        <c:v>41043</c:v>
                      </c:pt>
                      <c:pt idx="628">
                        <c:v>41044</c:v>
                      </c:pt>
                      <c:pt idx="629">
                        <c:v>41045</c:v>
                      </c:pt>
                      <c:pt idx="630">
                        <c:v>41046</c:v>
                      </c:pt>
                      <c:pt idx="631">
                        <c:v>41047</c:v>
                      </c:pt>
                      <c:pt idx="632">
                        <c:v>41050</c:v>
                      </c:pt>
                      <c:pt idx="633">
                        <c:v>41051</c:v>
                      </c:pt>
                      <c:pt idx="634">
                        <c:v>41052</c:v>
                      </c:pt>
                      <c:pt idx="635">
                        <c:v>41053</c:v>
                      </c:pt>
                      <c:pt idx="636">
                        <c:v>41054</c:v>
                      </c:pt>
                      <c:pt idx="637">
                        <c:v>41057</c:v>
                      </c:pt>
                      <c:pt idx="638">
                        <c:v>41058</c:v>
                      </c:pt>
                      <c:pt idx="639">
                        <c:v>41059</c:v>
                      </c:pt>
                      <c:pt idx="640">
                        <c:v>41060</c:v>
                      </c:pt>
                      <c:pt idx="641">
                        <c:v>41061</c:v>
                      </c:pt>
                      <c:pt idx="642">
                        <c:v>41064</c:v>
                      </c:pt>
                      <c:pt idx="643">
                        <c:v>41065</c:v>
                      </c:pt>
                      <c:pt idx="644">
                        <c:v>41066</c:v>
                      </c:pt>
                      <c:pt idx="645">
                        <c:v>41067</c:v>
                      </c:pt>
                      <c:pt idx="646">
                        <c:v>41068</c:v>
                      </c:pt>
                      <c:pt idx="647">
                        <c:v>41071</c:v>
                      </c:pt>
                      <c:pt idx="648">
                        <c:v>41072</c:v>
                      </c:pt>
                      <c:pt idx="649">
                        <c:v>41073</c:v>
                      </c:pt>
                      <c:pt idx="650">
                        <c:v>41074</c:v>
                      </c:pt>
                      <c:pt idx="651">
                        <c:v>41075</c:v>
                      </c:pt>
                      <c:pt idx="652">
                        <c:v>41078</c:v>
                      </c:pt>
                      <c:pt idx="653">
                        <c:v>41079</c:v>
                      </c:pt>
                      <c:pt idx="654">
                        <c:v>41080</c:v>
                      </c:pt>
                      <c:pt idx="655">
                        <c:v>41081</c:v>
                      </c:pt>
                      <c:pt idx="656">
                        <c:v>41082</c:v>
                      </c:pt>
                      <c:pt idx="657">
                        <c:v>41085</c:v>
                      </c:pt>
                      <c:pt idx="658">
                        <c:v>41086</c:v>
                      </c:pt>
                      <c:pt idx="659">
                        <c:v>41087</c:v>
                      </c:pt>
                      <c:pt idx="660">
                        <c:v>41088</c:v>
                      </c:pt>
                      <c:pt idx="661">
                        <c:v>41089</c:v>
                      </c:pt>
                      <c:pt idx="662">
                        <c:v>41090</c:v>
                      </c:pt>
                      <c:pt idx="663">
                        <c:v>41092</c:v>
                      </c:pt>
                      <c:pt idx="664">
                        <c:v>41093</c:v>
                      </c:pt>
                      <c:pt idx="665">
                        <c:v>41094</c:v>
                      </c:pt>
                      <c:pt idx="666">
                        <c:v>41095</c:v>
                      </c:pt>
                      <c:pt idx="667">
                        <c:v>41096</c:v>
                      </c:pt>
                      <c:pt idx="668">
                        <c:v>41099</c:v>
                      </c:pt>
                      <c:pt idx="669">
                        <c:v>41100</c:v>
                      </c:pt>
                      <c:pt idx="670">
                        <c:v>41101</c:v>
                      </c:pt>
                      <c:pt idx="671">
                        <c:v>41102</c:v>
                      </c:pt>
                      <c:pt idx="672">
                        <c:v>41103</c:v>
                      </c:pt>
                      <c:pt idx="673">
                        <c:v>41106</c:v>
                      </c:pt>
                      <c:pt idx="674">
                        <c:v>41107</c:v>
                      </c:pt>
                      <c:pt idx="675">
                        <c:v>41108</c:v>
                      </c:pt>
                      <c:pt idx="676">
                        <c:v>41109</c:v>
                      </c:pt>
                      <c:pt idx="677">
                        <c:v>41110</c:v>
                      </c:pt>
                      <c:pt idx="678">
                        <c:v>41113</c:v>
                      </c:pt>
                      <c:pt idx="679">
                        <c:v>41114</c:v>
                      </c:pt>
                      <c:pt idx="680">
                        <c:v>41115</c:v>
                      </c:pt>
                      <c:pt idx="681">
                        <c:v>41116</c:v>
                      </c:pt>
                      <c:pt idx="682">
                        <c:v>41117</c:v>
                      </c:pt>
                      <c:pt idx="683">
                        <c:v>41120</c:v>
                      </c:pt>
                      <c:pt idx="684">
                        <c:v>41121</c:v>
                      </c:pt>
                      <c:pt idx="685">
                        <c:v>41122</c:v>
                      </c:pt>
                      <c:pt idx="686">
                        <c:v>41123</c:v>
                      </c:pt>
                      <c:pt idx="687">
                        <c:v>41124</c:v>
                      </c:pt>
                      <c:pt idx="688">
                        <c:v>41127</c:v>
                      </c:pt>
                      <c:pt idx="689">
                        <c:v>41128</c:v>
                      </c:pt>
                      <c:pt idx="690">
                        <c:v>41129</c:v>
                      </c:pt>
                      <c:pt idx="691">
                        <c:v>41130</c:v>
                      </c:pt>
                      <c:pt idx="692">
                        <c:v>41131</c:v>
                      </c:pt>
                      <c:pt idx="693">
                        <c:v>41134</c:v>
                      </c:pt>
                      <c:pt idx="694">
                        <c:v>41135</c:v>
                      </c:pt>
                      <c:pt idx="695">
                        <c:v>41136</c:v>
                      </c:pt>
                      <c:pt idx="696">
                        <c:v>41137</c:v>
                      </c:pt>
                      <c:pt idx="697">
                        <c:v>41138</c:v>
                      </c:pt>
                      <c:pt idx="698">
                        <c:v>41141</c:v>
                      </c:pt>
                      <c:pt idx="699">
                        <c:v>41142</c:v>
                      </c:pt>
                      <c:pt idx="700">
                        <c:v>41143</c:v>
                      </c:pt>
                      <c:pt idx="701">
                        <c:v>41144</c:v>
                      </c:pt>
                      <c:pt idx="702">
                        <c:v>41145</c:v>
                      </c:pt>
                      <c:pt idx="703">
                        <c:v>41148</c:v>
                      </c:pt>
                      <c:pt idx="704">
                        <c:v>41149</c:v>
                      </c:pt>
                      <c:pt idx="705">
                        <c:v>41150</c:v>
                      </c:pt>
                      <c:pt idx="706">
                        <c:v>41151</c:v>
                      </c:pt>
                      <c:pt idx="707">
                        <c:v>41152</c:v>
                      </c:pt>
                      <c:pt idx="708">
                        <c:v>41155</c:v>
                      </c:pt>
                      <c:pt idx="709">
                        <c:v>41156</c:v>
                      </c:pt>
                      <c:pt idx="710">
                        <c:v>41157</c:v>
                      </c:pt>
                      <c:pt idx="711">
                        <c:v>41158</c:v>
                      </c:pt>
                      <c:pt idx="712">
                        <c:v>41159</c:v>
                      </c:pt>
                      <c:pt idx="713">
                        <c:v>41162</c:v>
                      </c:pt>
                      <c:pt idx="714">
                        <c:v>41163</c:v>
                      </c:pt>
                      <c:pt idx="715">
                        <c:v>41164</c:v>
                      </c:pt>
                      <c:pt idx="716">
                        <c:v>41165</c:v>
                      </c:pt>
                      <c:pt idx="717">
                        <c:v>41166</c:v>
                      </c:pt>
                      <c:pt idx="718">
                        <c:v>41169</c:v>
                      </c:pt>
                      <c:pt idx="719">
                        <c:v>41170</c:v>
                      </c:pt>
                      <c:pt idx="720">
                        <c:v>41171</c:v>
                      </c:pt>
                      <c:pt idx="721">
                        <c:v>41172</c:v>
                      </c:pt>
                      <c:pt idx="722">
                        <c:v>41173</c:v>
                      </c:pt>
                      <c:pt idx="723">
                        <c:v>41176</c:v>
                      </c:pt>
                      <c:pt idx="724">
                        <c:v>41177</c:v>
                      </c:pt>
                      <c:pt idx="725">
                        <c:v>41178</c:v>
                      </c:pt>
                      <c:pt idx="726">
                        <c:v>41179</c:v>
                      </c:pt>
                      <c:pt idx="727">
                        <c:v>41180</c:v>
                      </c:pt>
                      <c:pt idx="728">
                        <c:v>41181</c:v>
                      </c:pt>
                      <c:pt idx="729">
                        <c:v>41182</c:v>
                      </c:pt>
                      <c:pt idx="730">
                        <c:v>41183</c:v>
                      </c:pt>
                      <c:pt idx="731">
                        <c:v>41184</c:v>
                      </c:pt>
                      <c:pt idx="732">
                        <c:v>41185</c:v>
                      </c:pt>
                      <c:pt idx="733">
                        <c:v>41186</c:v>
                      </c:pt>
                      <c:pt idx="734">
                        <c:v>41187</c:v>
                      </c:pt>
                      <c:pt idx="735">
                        <c:v>41190</c:v>
                      </c:pt>
                      <c:pt idx="736">
                        <c:v>41191</c:v>
                      </c:pt>
                      <c:pt idx="737">
                        <c:v>41192</c:v>
                      </c:pt>
                      <c:pt idx="738">
                        <c:v>41193</c:v>
                      </c:pt>
                      <c:pt idx="739">
                        <c:v>41194</c:v>
                      </c:pt>
                      <c:pt idx="740">
                        <c:v>41197</c:v>
                      </c:pt>
                      <c:pt idx="741">
                        <c:v>41198</c:v>
                      </c:pt>
                      <c:pt idx="742">
                        <c:v>41199</c:v>
                      </c:pt>
                      <c:pt idx="743">
                        <c:v>41200</c:v>
                      </c:pt>
                      <c:pt idx="744">
                        <c:v>41201</c:v>
                      </c:pt>
                      <c:pt idx="745">
                        <c:v>41204</c:v>
                      </c:pt>
                      <c:pt idx="746">
                        <c:v>41205</c:v>
                      </c:pt>
                      <c:pt idx="747">
                        <c:v>41206</c:v>
                      </c:pt>
                      <c:pt idx="748">
                        <c:v>41207</c:v>
                      </c:pt>
                      <c:pt idx="749">
                        <c:v>41208</c:v>
                      </c:pt>
                      <c:pt idx="750">
                        <c:v>41211</c:v>
                      </c:pt>
                      <c:pt idx="751">
                        <c:v>41212</c:v>
                      </c:pt>
                      <c:pt idx="752">
                        <c:v>41213</c:v>
                      </c:pt>
                      <c:pt idx="753">
                        <c:v>41214</c:v>
                      </c:pt>
                      <c:pt idx="754">
                        <c:v>41215</c:v>
                      </c:pt>
                      <c:pt idx="755">
                        <c:v>41218</c:v>
                      </c:pt>
                      <c:pt idx="756">
                        <c:v>41219</c:v>
                      </c:pt>
                      <c:pt idx="757">
                        <c:v>41220</c:v>
                      </c:pt>
                      <c:pt idx="758">
                        <c:v>41221</c:v>
                      </c:pt>
                      <c:pt idx="759">
                        <c:v>41222</c:v>
                      </c:pt>
                      <c:pt idx="760">
                        <c:v>41225</c:v>
                      </c:pt>
                      <c:pt idx="761">
                        <c:v>41226</c:v>
                      </c:pt>
                      <c:pt idx="762">
                        <c:v>41227</c:v>
                      </c:pt>
                      <c:pt idx="763">
                        <c:v>41228</c:v>
                      </c:pt>
                      <c:pt idx="764">
                        <c:v>41229</c:v>
                      </c:pt>
                      <c:pt idx="765">
                        <c:v>41232</c:v>
                      </c:pt>
                      <c:pt idx="766">
                        <c:v>41233</c:v>
                      </c:pt>
                      <c:pt idx="767">
                        <c:v>41234</c:v>
                      </c:pt>
                      <c:pt idx="768">
                        <c:v>41235</c:v>
                      </c:pt>
                      <c:pt idx="769">
                        <c:v>41236</c:v>
                      </c:pt>
                      <c:pt idx="770">
                        <c:v>41239</c:v>
                      </c:pt>
                      <c:pt idx="771">
                        <c:v>41240</c:v>
                      </c:pt>
                      <c:pt idx="772">
                        <c:v>41241</c:v>
                      </c:pt>
                      <c:pt idx="773">
                        <c:v>41242</c:v>
                      </c:pt>
                      <c:pt idx="774">
                        <c:v>41243</c:v>
                      </c:pt>
                      <c:pt idx="775">
                        <c:v>41246</c:v>
                      </c:pt>
                      <c:pt idx="776">
                        <c:v>41247</c:v>
                      </c:pt>
                      <c:pt idx="777">
                        <c:v>41248</c:v>
                      </c:pt>
                      <c:pt idx="778">
                        <c:v>41249</c:v>
                      </c:pt>
                      <c:pt idx="779">
                        <c:v>41250</c:v>
                      </c:pt>
                      <c:pt idx="780">
                        <c:v>41253</c:v>
                      </c:pt>
                      <c:pt idx="781">
                        <c:v>41254</c:v>
                      </c:pt>
                      <c:pt idx="782">
                        <c:v>41255</c:v>
                      </c:pt>
                      <c:pt idx="783">
                        <c:v>41256</c:v>
                      </c:pt>
                      <c:pt idx="784">
                        <c:v>41257</c:v>
                      </c:pt>
                      <c:pt idx="785">
                        <c:v>41260</c:v>
                      </c:pt>
                      <c:pt idx="786">
                        <c:v>41261</c:v>
                      </c:pt>
                      <c:pt idx="787">
                        <c:v>41262</c:v>
                      </c:pt>
                      <c:pt idx="788">
                        <c:v>41263</c:v>
                      </c:pt>
                      <c:pt idx="789">
                        <c:v>41264</c:v>
                      </c:pt>
                      <c:pt idx="790">
                        <c:v>41267</c:v>
                      </c:pt>
                      <c:pt idx="791">
                        <c:v>41268</c:v>
                      </c:pt>
                      <c:pt idx="792">
                        <c:v>41269</c:v>
                      </c:pt>
                      <c:pt idx="793">
                        <c:v>41270</c:v>
                      </c:pt>
                      <c:pt idx="794">
                        <c:v>41271</c:v>
                      </c:pt>
                      <c:pt idx="795">
                        <c:v>41274</c:v>
                      </c:pt>
                      <c:pt idx="796">
                        <c:v>41276</c:v>
                      </c:pt>
                      <c:pt idx="797">
                        <c:v>41277</c:v>
                      </c:pt>
                      <c:pt idx="798">
                        <c:v>41278</c:v>
                      </c:pt>
                      <c:pt idx="799">
                        <c:v>41279</c:v>
                      </c:pt>
                      <c:pt idx="800">
                        <c:v>41280</c:v>
                      </c:pt>
                      <c:pt idx="801">
                        <c:v>41281</c:v>
                      </c:pt>
                      <c:pt idx="802">
                        <c:v>41282</c:v>
                      </c:pt>
                      <c:pt idx="803">
                        <c:v>41283</c:v>
                      </c:pt>
                      <c:pt idx="804">
                        <c:v>41284</c:v>
                      </c:pt>
                      <c:pt idx="805">
                        <c:v>41285</c:v>
                      </c:pt>
                      <c:pt idx="806">
                        <c:v>41288</c:v>
                      </c:pt>
                      <c:pt idx="807">
                        <c:v>41289</c:v>
                      </c:pt>
                      <c:pt idx="808">
                        <c:v>41290</c:v>
                      </c:pt>
                      <c:pt idx="809">
                        <c:v>41291</c:v>
                      </c:pt>
                      <c:pt idx="810">
                        <c:v>41292</c:v>
                      </c:pt>
                      <c:pt idx="811">
                        <c:v>41295</c:v>
                      </c:pt>
                      <c:pt idx="812">
                        <c:v>41296</c:v>
                      </c:pt>
                      <c:pt idx="813">
                        <c:v>41297</c:v>
                      </c:pt>
                      <c:pt idx="814">
                        <c:v>41298</c:v>
                      </c:pt>
                      <c:pt idx="815">
                        <c:v>41299</c:v>
                      </c:pt>
                      <c:pt idx="816">
                        <c:v>41302</c:v>
                      </c:pt>
                      <c:pt idx="817">
                        <c:v>41303</c:v>
                      </c:pt>
                      <c:pt idx="818">
                        <c:v>41304</c:v>
                      </c:pt>
                      <c:pt idx="819">
                        <c:v>41305</c:v>
                      </c:pt>
                      <c:pt idx="820">
                        <c:v>41306</c:v>
                      </c:pt>
                      <c:pt idx="821">
                        <c:v>41309</c:v>
                      </c:pt>
                      <c:pt idx="822">
                        <c:v>41310</c:v>
                      </c:pt>
                      <c:pt idx="823">
                        <c:v>41311</c:v>
                      </c:pt>
                      <c:pt idx="824">
                        <c:v>41312</c:v>
                      </c:pt>
                      <c:pt idx="825">
                        <c:v>41313</c:v>
                      </c:pt>
                      <c:pt idx="826">
                        <c:v>41316</c:v>
                      </c:pt>
                      <c:pt idx="827">
                        <c:v>41317</c:v>
                      </c:pt>
                      <c:pt idx="828">
                        <c:v>41318</c:v>
                      </c:pt>
                      <c:pt idx="829">
                        <c:v>41319</c:v>
                      </c:pt>
                      <c:pt idx="830">
                        <c:v>41320</c:v>
                      </c:pt>
                      <c:pt idx="831">
                        <c:v>41321</c:v>
                      </c:pt>
                      <c:pt idx="832">
                        <c:v>41322</c:v>
                      </c:pt>
                      <c:pt idx="833">
                        <c:v>41323</c:v>
                      </c:pt>
                      <c:pt idx="834">
                        <c:v>41324</c:v>
                      </c:pt>
                      <c:pt idx="835">
                        <c:v>41325</c:v>
                      </c:pt>
                      <c:pt idx="836">
                        <c:v>41326</c:v>
                      </c:pt>
                      <c:pt idx="837">
                        <c:v>41327</c:v>
                      </c:pt>
                      <c:pt idx="838">
                        <c:v>41330</c:v>
                      </c:pt>
                      <c:pt idx="839">
                        <c:v>41331</c:v>
                      </c:pt>
                      <c:pt idx="840">
                        <c:v>41332</c:v>
                      </c:pt>
                      <c:pt idx="841">
                        <c:v>41333</c:v>
                      </c:pt>
                      <c:pt idx="842">
                        <c:v>41334</c:v>
                      </c:pt>
                      <c:pt idx="843">
                        <c:v>41337</c:v>
                      </c:pt>
                      <c:pt idx="844">
                        <c:v>41338</c:v>
                      </c:pt>
                      <c:pt idx="845">
                        <c:v>41339</c:v>
                      </c:pt>
                      <c:pt idx="846">
                        <c:v>41340</c:v>
                      </c:pt>
                      <c:pt idx="847">
                        <c:v>41341</c:v>
                      </c:pt>
                      <c:pt idx="848">
                        <c:v>41344</c:v>
                      </c:pt>
                      <c:pt idx="849">
                        <c:v>41345</c:v>
                      </c:pt>
                      <c:pt idx="850">
                        <c:v>41346</c:v>
                      </c:pt>
                      <c:pt idx="851">
                        <c:v>41347</c:v>
                      </c:pt>
                      <c:pt idx="852">
                        <c:v>41348</c:v>
                      </c:pt>
                      <c:pt idx="853">
                        <c:v>41351</c:v>
                      </c:pt>
                      <c:pt idx="854">
                        <c:v>41352</c:v>
                      </c:pt>
                      <c:pt idx="855">
                        <c:v>41353</c:v>
                      </c:pt>
                      <c:pt idx="856">
                        <c:v>41354</c:v>
                      </c:pt>
                      <c:pt idx="857">
                        <c:v>41355</c:v>
                      </c:pt>
                      <c:pt idx="858">
                        <c:v>41358</c:v>
                      </c:pt>
                      <c:pt idx="859">
                        <c:v>41359</c:v>
                      </c:pt>
                      <c:pt idx="860">
                        <c:v>41360</c:v>
                      </c:pt>
                      <c:pt idx="861">
                        <c:v>41361</c:v>
                      </c:pt>
                      <c:pt idx="862">
                        <c:v>41362</c:v>
                      </c:pt>
                      <c:pt idx="863">
                        <c:v>41364</c:v>
                      </c:pt>
                      <c:pt idx="864">
                        <c:v>41365</c:v>
                      </c:pt>
                      <c:pt idx="865">
                        <c:v>41366</c:v>
                      </c:pt>
                      <c:pt idx="866">
                        <c:v>41367</c:v>
                      </c:pt>
                      <c:pt idx="867">
                        <c:v>41368</c:v>
                      </c:pt>
                      <c:pt idx="868">
                        <c:v>41369</c:v>
                      </c:pt>
                      <c:pt idx="869">
                        <c:v>41370</c:v>
                      </c:pt>
                      <c:pt idx="870">
                        <c:v>41371</c:v>
                      </c:pt>
                      <c:pt idx="871">
                        <c:v>41372</c:v>
                      </c:pt>
                      <c:pt idx="872">
                        <c:v>41373</c:v>
                      </c:pt>
                      <c:pt idx="873">
                        <c:v>41374</c:v>
                      </c:pt>
                      <c:pt idx="874">
                        <c:v>41375</c:v>
                      </c:pt>
                      <c:pt idx="875">
                        <c:v>41376</c:v>
                      </c:pt>
                      <c:pt idx="876">
                        <c:v>41379</c:v>
                      </c:pt>
                      <c:pt idx="877">
                        <c:v>41380</c:v>
                      </c:pt>
                      <c:pt idx="878">
                        <c:v>41381</c:v>
                      </c:pt>
                      <c:pt idx="879">
                        <c:v>41382</c:v>
                      </c:pt>
                      <c:pt idx="880">
                        <c:v>41383</c:v>
                      </c:pt>
                      <c:pt idx="881">
                        <c:v>41386</c:v>
                      </c:pt>
                      <c:pt idx="882">
                        <c:v>41387</c:v>
                      </c:pt>
                      <c:pt idx="883">
                        <c:v>41388</c:v>
                      </c:pt>
                      <c:pt idx="884">
                        <c:v>41389</c:v>
                      </c:pt>
                      <c:pt idx="885">
                        <c:v>41390</c:v>
                      </c:pt>
                      <c:pt idx="886">
                        <c:v>41391</c:v>
                      </c:pt>
                      <c:pt idx="887">
                        <c:v>41392</c:v>
                      </c:pt>
                      <c:pt idx="888">
                        <c:v>41393</c:v>
                      </c:pt>
                      <c:pt idx="889">
                        <c:v>41394</c:v>
                      </c:pt>
                      <c:pt idx="890">
                        <c:v>41395</c:v>
                      </c:pt>
                      <c:pt idx="891">
                        <c:v>41396</c:v>
                      </c:pt>
                      <c:pt idx="892">
                        <c:v>41397</c:v>
                      </c:pt>
                      <c:pt idx="893">
                        <c:v>41400</c:v>
                      </c:pt>
                      <c:pt idx="894">
                        <c:v>41401</c:v>
                      </c:pt>
                      <c:pt idx="895">
                        <c:v>41402</c:v>
                      </c:pt>
                      <c:pt idx="896">
                        <c:v>41403</c:v>
                      </c:pt>
                      <c:pt idx="897">
                        <c:v>41404</c:v>
                      </c:pt>
                      <c:pt idx="898">
                        <c:v>41407</c:v>
                      </c:pt>
                      <c:pt idx="899">
                        <c:v>41408</c:v>
                      </c:pt>
                      <c:pt idx="900">
                        <c:v>41409</c:v>
                      </c:pt>
                      <c:pt idx="901">
                        <c:v>41410</c:v>
                      </c:pt>
                      <c:pt idx="902">
                        <c:v>41411</c:v>
                      </c:pt>
                      <c:pt idx="903">
                        <c:v>41414</c:v>
                      </c:pt>
                      <c:pt idx="904">
                        <c:v>41415</c:v>
                      </c:pt>
                      <c:pt idx="905">
                        <c:v>41416</c:v>
                      </c:pt>
                      <c:pt idx="906">
                        <c:v>41417</c:v>
                      </c:pt>
                      <c:pt idx="907">
                        <c:v>41418</c:v>
                      </c:pt>
                      <c:pt idx="908">
                        <c:v>41421</c:v>
                      </c:pt>
                      <c:pt idx="909">
                        <c:v>41422</c:v>
                      </c:pt>
                      <c:pt idx="910">
                        <c:v>41423</c:v>
                      </c:pt>
                      <c:pt idx="911">
                        <c:v>41424</c:v>
                      </c:pt>
                      <c:pt idx="912">
                        <c:v>41425</c:v>
                      </c:pt>
                      <c:pt idx="913">
                        <c:v>41428</c:v>
                      </c:pt>
                      <c:pt idx="914">
                        <c:v>41429</c:v>
                      </c:pt>
                      <c:pt idx="915">
                        <c:v>41430</c:v>
                      </c:pt>
                      <c:pt idx="916">
                        <c:v>41431</c:v>
                      </c:pt>
                      <c:pt idx="917">
                        <c:v>41432</c:v>
                      </c:pt>
                      <c:pt idx="918">
                        <c:v>41433</c:v>
                      </c:pt>
                      <c:pt idx="919">
                        <c:v>41434</c:v>
                      </c:pt>
                      <c:pt idx="920">
                        <c:v>41435</c:v>
                      </c:pt>
                      <c:pt idx="921">
                        <c:v>41436</c:v>
                      </c:pt>
                      <c:pt idx="922">
                        <c:v>41437</c:v>
                      </c:pt>
                      <c:pt idx="923">
                        <c:v>41438</c:v>
                      </c:pt>
                      <c:pt idx="924">
                        <c:v>41439</c:v>
                      </c:pt>
                      <c:pt idx="925">
                        <c:v>41442</c:v>
                      </c:pt>
                      <c:pt idx="926">
                        <c:v>41443</c:v>
                      </c:pt>
                      <c:pt idx="927">
                        <c:v>41444</c:v>
                      </c:pt>
                      <c:pt idx="928">
                        <c:v>41445</c:v>
                      </c:pt>
                      <c:pt idx="929">
                        <c:v>41446</c:v>
                      </c:pt>
                      <c:pt idx="930">
                        <c:v>41449</c:v>
                      </c:pt>
                      <c:pt idx="931">
                        <c:v>41450</c:v>
                      </c:pt>
                      <c:pt idx="932">
                        <c:v>41451</c:v>
                      </c:pt>
                      <c:pt idx="933">
                        <c:v>41452</c:v>
                      </c:pt>
                      <c:pt idx="934">
                        <c:v>41453</c:v>
                      </c:pt>
                      <c:pt idx="935">
                        <c:v>41455</c:v>
                      </c:pt>
                      <c:pt idx="936">
                        <c:v>41456</c:v>
                      </c:pt>
                      <c:pt idx="937">
                        <c:v>41457</c:v>
                      </c:pt>
                      <c:pt idx="938">
                        <c:v>41458</c:v>
                      </c:pt>
                      <c:pt idx="939">
                        <c:v>41459</c:v>
                      </c:pt>
                      <c:pt idx="940">
                        <c:v>41460</c:v>
                      </c:pt>
                      <c:pt idx="941">
                        <c:v>41463</c:v>
                      </c:pt>
                      <c:pt idx="942">
                        <c:v>41464</c:v>
                      </c:pt>
                      <c:pt idx="943">
                        <c:v>41465</c:v>
                      </c:pt>
                      <c:pt idx="944">
                        <c:v>41466</c:v>
                      </c:pt>
                      <c:pt idx="945">
                        <c:v>41467</c:v>
                      </c:pt>
                      <c:pt idx="946">
                        <c:v>41470</c:v>
                      </c:pt>
                      <c:pt idx="947">
                        <c:v>41471</c:v>
                      </c:pt>
                      <c:pt idx="948">
                        <c:v>41472</c:v>
                      </c:pt>
                      <c:pt idx="949">
                        <c:v>41473</c:v>
                      </c:pt>
                      <c:pt idx="950">
                        <c:v>41474</c:v>
                      </c:pt>
                      <c:pt idx="951">
                        <c:v>41477</c:v>
                      </c:pt>
                      <c:pt idx="952">
                        <c:v>41478</c:v>
                      </c:pt>
                      <c:pt idx="953">
                        <c:v>41479</c:v>
                      </c:pt>
                      <c:pt idx="954">
                        <c:v>41480</c:v>
                      </c:pt>
                      <c:pt idx="955">
                        <c:v>41481</c:v>
                      </c:pt>
                      <c:pt idx="956">
                        <c:v>41484</c:v>
                      </c:pt>
                      <c:pt idx="957">
                        <c:v>41485</c:v>
                      </c:pt>
                      <c:pt idx="958">
                        <c:v>41486</c:v>
                      </c:pt>
                      <c:pt idx="959">
                        <c:v>41487</c:v>
                      </c:pt>
                      <c:pt idx="960">
                        <c:v>41488</c:v>
                      </c:pt>
                      <c:pt idx="961">
                        <c:v>41491</c:v>
                      </c:pt>
                      <c:pt idx="962">
                        <c:v>41492</c:v>
                      </c:pt>
                      <c:pt idx="963">
                        <c:v>41493</c:v>
                      </c:pt>
                      <c:pt idx="964">
                        <c:v>41494</c:v>
                      </c:pt>
                      <c:pt idx="965">
                        <c:v>41495</c:v>
                      </c:pt>
                      <c:pt idx="966">
                        <c:v>41498</c:v>
                      </c:pt>
                      <c:pt idx="967">
                        <c:v>41499</c:v>
                      </c:pt>
                      <c:pt idx="968">
                        <c:v>41500</c:v>
                      </c:pt>
                      <c:pt idx="969">
                        <c:v>41501</c:v>
                      </c:pt>
                      <c:pt idx="970">
                        <c:v>41502</c:v>
                      </c:pt>
                      <c:pt idx="971">
                        <c:v>41505</c:v>
                      </c:pt>
                      <c:pt idx="972">
                        <c:v>41506</c:v>
                      </c:pt>
                      <c:pt idx="973">
                        <c:v>41507</c:v>
                      </c:pt>
                      <c:pt idx="974">
                        <c:v>41508</c:v>
                      </c:pt>
                      <c:pt idx="975">
                        <c:v>41509</c:v>
                      </c:pt>
                      <c:pt idx="976">
                        <c:v>41512</c:v>
                      </c:pt>
                      <c:pt idx="977">
                        <c:v>41513</c:v>
                      </c:pt>
                      <c:pt idx="978">
                        <c:v>41514</c:v>
                      </c:pt>
                      <c:pt idx="979">
                        <c:v>41515</c:v>
                      </c:pt>
                      <c:pt idx="980">
                        <c:v>41516</c:v>
                      </c:pt>
                      <c:pt idx="981">
                        <c:v>41517</c:v>
                      </c:pt>
                      <c:pt idx="982">
                        <c:v>41519</c:v>
                      </c:pt>
                      <c:pt idx="983">
                        <c:v>41520</c:v>
                      </c:pt>
                      <c:pt idx="984">
                        <c:v>41521</c:v>
                      </c:pt>
                      <c:pt idx="985">
                        <c:v>41522</c:v>
                      </c:pt>
                      <c:pt idx="986">
                        <c:v>41523</c:v>
                      </c:pt>
                      <c:pt idx="987">
                        <c:v>41526</c:v>
                      </c:pt>
                      <c:pt idx="988">
                        <c:v>41527</c:v>
                      </c:pt>
                      <c:pt idx="989">
                        <c:v>41528</c:v>
                      </c:pt>
                      <c:pt idx="990">
                        <c:v>41529</c:v>
                      </c:pt>
                      <c:pt idx="991">
                        <c:v>41530</c:v>
                      </c:pt>
                      <c:pt idx="992">
                        <c:v>41533</c:v>
                      </c:pt>
                      <c:pt idx="993">
                        <c:v>41534</c:v>
                      </c:pt>
                      <c:pt idx="994">
                        <c:v>41535</c:v>
                      </c:pt>
                      <c:pt idx="995">
                        <c:v>41536</c:v>
                      </c:pt>
                      <c:pt idx="996">
                        <c:v>41537</c:v>
                      </c:pt>
                      <c:pt idx="997">
                        <c:v>41539</c:v>
                      </c:pt>
                      <c:pt idx="998">
                        <c:v>41540</c:v>
                      </c:pt>
                      <c:pt idx="999">
                        <c:v>41541</c:v>
                      </c:pt>
                      <c:pt idx="1000">
                        <c:v>41542</c:v>
                      </c:pt>
                      <c:pt idx="1001">
                        <c:v>41543</c:v>
                      </c:pt>
                      <c:pt idx="1002">
                        <c:v>41544</c:v>
                      </c:pt>
                      <c:pt idx="1003">
                        <c:v>41545</c:v>
                      </c:pt>
                      <c:pt idx="1004">
                        <c:v>41546</c:v>
                      </c:pt>
                      <c:pt idx="1005">
                        <c:v>41547</c:v>
                      </c:pt>
                      <c:pt idx="1006">
                        <c:v>41548</c:v>
                      </c:pt>
                      <c:pt idx="1007">
                        <c:v>41549</c:v>
                      </c:pt>
                      <c:pt idx="1008">
                        <c:v>41550</c:v>
                      </c:pt>
                      <c:pt idx="1009">
                        <c:v>41551</c:v>
                      </c:pt>
                      <c:pt idx="1010">
                        <c:v>41554</c:v>
                      </c:pt>
                      <c:pt idx="1011">
                        <c:v>41555</c:v>
                      </c:pt>
                      <c:pt idx="1012">
                        <c:v>41556</c:v>
                      </c:pt>
                      <c:pt idx="1013">
                        <c:v>41557</c:v>
                      </c:pt>
                      <c:pt idx="1014">
                        <c:v>41558</c:v>
                      </c:pt>
                      <c:pt idx="1015">
                        <c:v>41559</c:v>
                      </c:pt>
                      <c:pt idx="1016">
                        <c:v>41561</c:v>
                      </c:pt>
                      <c:pt idx="1017">
                        <c:v>41562</c:v>
                      </c:pt>
                      <c:pt idx="1018">
                        <c:v>41563</c:v>
                      </c:pt>
                      <c:pt idx="1019">
                        <c:v>41564</c:v>
                      </c:pt>
                      <c:pt idx="1020">
                        <c:v>41565</c:v>
                      </c:pt>
                      <c:pt idx="1021">
                        <c:v>41568</c:v>
                      </c:pt>
                      <c:pt idx="1022">
                        <c:v>41569</c:v>
                      </c:pt>
                      <c:pt idx="1023">
                        <c:v>41570</c:v>
                      </c:pt>
                      <c:pt idx="1024">
                        <c:v>41571</c:v>
                      </c:pt>
                      <c:pt idx="1025">
                        <c:v>41572</c:v>
                      </c:pt>
                      <c:pt idx="1026">
                        <c:v>41575</c:v>
                      </c:pt>
                      <c:pt idx="1027">
                        <c:v>41576</c:v>
                      </c:pt>
                      <c:pt idx="1028">
                        <c:v>41577</c:v>
                      </c:pt>
                      <c:pt idx="1029">
                        <c:v>41578</c:v>
                      </c:pt>
                      <c:pt idx="1030">
                        <c:v>41579</c:v>
                      </c:pt>
                      <c:pt idx="1031">
                        <c:v>41582</c:v>
                      </c:pt>
                      <c:pt idx="1032">
                        <c:v>41583</c:v>
                      </c:pt>
                      <c:pt idx="1033">
                        <c:v>41584</c:v>
                      </c:pt>
                      <c:pt idx="1034">
                        <c:v>41585</c:v>
                      </c:pt>
                      <c:pt idx="1035">
                        <c:v>41586</c:v>
                      </c:pt>
                      <c:pt idx="1036">
                        <c:v>41589</c:v>
                      </c:pt>
                      <c:pt idx="1037">
                        <c:v>41590</c:v>
                      </c:pt>
                      <c:pt idx="1038">
                        <c:v>41591</c:v>
                      </c:pt>
                      <c:pt idx="1039">
                        <c:v>41592</c:v>
                      </c:pt>
                      <c:pt idx="1040">
                        <c:v>41593</c:v>
                      </c:pt>
                      <c:pt idx="1041">
                        <c:v>41596</c:v>
                      </c:pt>
                      <c:pt idx="1042">
                        <c:v>41597</c:v>
                      </c:pt>
                      <c:pt idx="1043">
                        <c:v>41598</c:v>
                      </c:pt>
                      <c:pt idx="1044">
                        <c:v>41599</c:v>
                      </c:pt>
                      <c:pt idx="1045">
                        <c:v>41600</c:v>
                      </c:pt>
                      <c:pt idx="1046">
                        <c:v>41603</c:v>
                      </c:pt>
                      <c:pt idx="1047">
                        <c:v>41604</c:v>
                      </c:pt>
                      <c:pt idx="1048">
                        <c:v>41605</c:v>
                      </c:pt>
                      <c:pt idx="1049">
                        <c:v>41606</c:v>
                      </c:pt>
                      <c:pt idx="1050">
                        <c:v>41607</c:v>
                      </c:pt>
                      <c:pt idx="1051">
                        <c:v>41608</c:v>
                      </c:pt>
                      <c:pt idx="1052">
                        <c:v>41610</c:v>
                      </c:pt>
                      <c:pt idx="1053">
                        <c:v>41611</c:v>
                      </c:pt>
                      <c:pt idx="1054">
                        <c:v>41612</c:v>
                      </c:pt>
                      <c:pt idx="1055">
                        <c:v>41613</c:v>
                      </c:pt>
                      <c:pt idx="1056">
                        <c:v>41614</c:v>
                      </c:pt>
                      <c:pt idx="1057">
                        <c:v>41617</c:v>
                      </c:pt>
                      <c:pt idx="1058">
                        <c:v>41618</c:v>
                      </c:pt>
                      <c:pt idx="1059">
                        <c:v>41619</c:v>
                      </c:pt>
                      <c:pt idx="1060">
                        <c:v>41620</c:v>
                      </c:pt>
                      <c:pt idx="1061">
                        <c:v>41621</c:v>
                      </c:pt>
                      <c:pt idx="1062">
                        <c:v>41624</c:v>
                      </c:pt>
                      <c:pt idx="1063">
                        <c:v>41625</c:v>
                      </c:pt>
                      <c:pt idx="1064">
                        <c:v>41626</c:v>
                      </c:pt>
                      <c:pt idx="1065">
                        <c:v>41627</c:v>
                      </c:pt>
                      <c:pt idx="1066">
                        <c:v>41628</c:v>
                      </c:pt>
                      <c:pt idx="1067">
                        <c:v>41631</c:v>
                      </c:pt>
                      <c:pt idx="1068">
                        <c:v>41632</c:v>
                      </c:pt>
                      <c:pt idx="1069">
                        <c:v>41633</c:v>
                      </c:pt>
                      <c:pt idx="1070">
                        <c:v>41634</c:v>
                      </c:pt>
                      <c:pt idx="1071">
                        <c:v>41635</c:v>
                      </c:pt>
                      <c:pt idx="1072">
                        <c:v>41638</c:v>
                      </c:pt>
                      <c:pt idx="1073">
                        <c:v>41639</c:v>
                      </c:pt>
                      <c:pt idx="1074">
                        <c:v>41641</c:v>
                      </c:pt>
                      <c:pt idx="1075">
                        <c:v>41642</c:v>
                      </c:pt>
                      <c:pt idx="1076">
                        <c:v>41645</c:v>
                      </c:pt>
                      <c:pt idx="1077">
                        <c:v>41646</c:v>
                      </c:pt>
                      <c:pt idx="1078">
                        <c:v>41647</c:v>
                      </c:pt>
                      <c:pt idx="1079">
                        <c:v>41648</c:v>
                      </c:pt>
                      <c:pt idx="1080">
                        <c:v>41649</c:v>
                      </c:pt>
                      <c:pt idx="1081">
                        <c:v>41652</c:v>
                      </c:pt>
                      <c:pt idx="1082">
                        <c:v>41653</c:v>
                      </c:pt>
                      <c:pt idx="1083">
                        <c:v>41654</c:v>
                      </c:pt>
                      <c:pt idx="1084">
                        <c:v>41655</c:v>
                      </c:pt>
                      <c:pt idx="1085">
                        <c:v>41656</c:v>
                      </c:pt>
                      <c:pt idx="1086">
                        <c:v>41659</c:v>
                      </c:pt>
                      <c:pt idx="1087">
                        <c:v>41660</c:v>
                      </c:pt>
                      <c:pt idx="1088">
                        <c:v>41661</c:v>
                      </c:pt>
                      <c:pt idx="1089">
                        <c:v>41662</c:v>
                      </c:pt>
                      <c:pt idx="1090">
                        <c:v>41663</c:v>
                      </c:pt>
                      <c:pt idx="1091">
                        <c:v>41665</c:v>
                      </c:pt>
                      <c:pt idx="1092">
                        <c:v>41666</c:v>
                      </c:pt>
                      <c:pt idx="1093">
                        <c:v>41667</c:v>
                      </c:pt>
                      <c:pt idx="1094">
                        <c:v>41668</c:v>
                      </c:pt>
                      <c:pt idx="1095">
                        <c:v>41669</c:v>
                      </c:pt>
                      <c:pt idx="1096">
                        <c:v>41670</c:v>
                      </c:pt>
                      <c:pt idx="1097">
                        <c:v>41674</c:v>
                      </c:pt>
                      <c:pt idx="1098">
                        <c:v>41675</c:v>
                      </c:pt>
                      <c:pt idx="1099">
                        <c:v>41676</c:v>
                      </c:pt>
                      <c:pt idx="1100">
                        <c:v>41677</c:v>
                      </c:pt>
                      <c:pt idx="1101">
                        <c:v>41678</c:v>
                      </c:pt>
                      <c:pt idx="1102">
                        <c:v>41680</c:v>
                      </c:pt>
                      <c:pt idx="1103">
                        <c:v>41681</c:v>
                      </c:pt>
                      <c:pt idx="1104">
                        <c:v>41682</c:v>
                      </c:pt>
                      <c:pt idx="1105">
                        <c:v>41683</c:v>
                      </c:pt>
                      <c:pt idx="1106">
                        <c:v>41684</c:v>
                      </c:pt>
                      <c:pt idx="1107">
                        <c:v>41687</c:v>
                      </c:pt>
                      <c:pt idx="1108">
                        <c:v>41688</c:v>
                      </c:pt>
                      <c:pt idx="1109">
                        <c:v>41689</c:v>
                      </c:pt>
                      <c:pt idx="1110">
                        <c:v>41690</c:v>
                      </c:pt>
                      <c:pt idx="1111">
                        <c:v>41691</c:v>
                      </c:pt>
                      <c:pt idx="1112">
                        <c:v>41694</c:v>
                      </c:pt>
                      <c:pt idx="1113">
                        <c:v>41695</c:v>
                      </c:pt>
                      <c:pt idx="1114">
                        <c:v>41696</c:v>
                      </c:pt>
                      <c:pt idx="1115">
                        <c:v>41697</c:v>
                      </c:pt>
                      <c:pt idx="1116">
                        <c:v>41698</c:v>
                      </c:pt>
                      <c:pt idx="1117">
                        <c:v>41701</c:v>
                      </c:pt>
                      <c:pt idx="1118">
                        <c:v>41702</c:v>
                      </c:pt>
                      <c:pt idx="1119">
                        <c:v>41703</c:v>
                      </c:pt>
                      <c:pt idx="1120">
                        <c:v>41704</c:v>
                      </c:pt>
                      <c:pt idx="1121">
                        <c:v>41705</c:v>
                      </c:pt>
                      <c:pt idx="1122">
                        <c:v>41708</c:v>
                      </c:pt>
                      <c:pt idx="1123">
                        <c:v>41709</c:v>
                      </c:pt>
                      <c:pt idx="1124">
                        <c:v>41710</c:v>
                      </c:pt>
                      <c:pt idx="1125">
                        <c:v>41711</c:v>
                      </c:pt>
                      <c:pt idx="1126">
                        <c:v>41712</c:v>
                      </c:pt>
                      <c:pt idx="1127">
                        <c:v>41715</c:v>
                      </c:pt>
                      <c:pt idx="1128">
                        <c:v>41716</c:v>
                      </c:pt>
                      <c:pt idx="1129">
                        <c:v>41717</c:v>
                      </c:pt>
                      <c:pt idx="1130">
                        <c:v>41718</c:v>
                      </c:pt>
                      <c:pt idx="1131">
                        <c:v>41719</c:v>
                      </c:pt>
                      <c:pt idx="1132">
                        <c:v>41722</c:v>
                      </c:pt>
                      <c:pt idx="1133">
                        <c:v>41723</c:v>
                      </c:pt>
                      <c:pt idx="1134">
                        <c:v>41724</c:v>
                      </c:pt>
                      <c:pt idx="1135">
                        <c:v>41725</c:v>
                      </c:pt>
                      <c:pt idx="1136">
                        <c:v>41726</c:v>
                      </c:pt>
                      <c:pt idx="1137">
                        <c:v>41729</c:v>
                      </c:pt>
                      <c:pt idx="1138">
                        <c:v>41730</c:v>
                      </c:pt>
                      <c:pt idx="1139">
                        <c:v>41731</c:v>
                      </c:pt>
                      <c:pt idx="1140">
                        <c:v>41732</c:v>
                      </c:pt>
                      <c:pt idx="1141">
                        <c:v>41733</c:v>
                      </c:pt>
                      <c:pt idx="1142">
                        <c:v>41736</c:v>
                      </c:pt>
                      <c:pt idx="1143">
                        <c:v>41737</c:v>
                      </c:pt>
                      <c:pt idx="1144">
                        <c:v>41738</c:v>
                      </c:pt>
                      <c:pt idx="1145">
                        <c:v>41739</c:v>
                      </c:pt>
                      <c:pt idx="1146">
                        <c:v>41740</c:v>
                      </c:pt>
                      <c:pt idx="1147">
                        <c:v>41743</c:v>
                      </c:pt>
                      <c:pt idx="1148">
                        <c:v>41744</c:v>
                      </c:pt>
                      <c:pt idx="1149">
                        <c:v>41745</c:v>
                      </c:pt>
                      <c:pt idx="1150">
                        <c:v>41746</c:v>
                      </c:pt>
                      <c:pt idx="1151">
                        <c:v>41747</c:v>
                      </c:pt>
                      <c:pt idx="1152">
                        <c:v>41749</c:v>
                      </c:pt>
                      <c:pt idx="1153">
                        <c:v>41750</c:v>
                      </c:pt>
                      <c:pt idx="1154">
                        <c:v>41751</c:v>
                      </c:pt>
                      <c:pt idx="1155">
                        <c:v>41752</c:v>
                      </c:pt>
                      <c:pt idx="1156">
                        <c:v>41753</c:v>
                      </c:pt>
                      <c:pt idx="1157">
                        <c:v>41754</c:v>
                      </c:pt>
                      <c:pt idx="1158">
                        <c:v>41757</c:v>
                      </c:pt>
                      <c:pt idx="1159">
                        <c:v>41758</c:v>
                      </c:pt>
                      <c:pt idx="1160">
                        <c:v>41759</c:v>
                      </c:pt>
                      <c:pt idx="1161">
                        <c:v>41760</c:v>
                      </c:pt>
                      <c:pt idx="1162">
                        <c:v>41761</c:v>
                      </c:pt>
                      <c:pt idx="1163">
                        <c:v>41763</c:v>
                      </c:pt>
                      <c:pt idx="1164">
                        <c:v>41764</c:v>
                      </c:pt>
                      <c:pt idx="1165">
                        <c:v>41765</c:v>
                      </c:pt>
                      <c:pt idx="1166">
                        <c:v>41766</c:v>
                      </c:pt>
                      <c:pt idx="1167">
                        <c:v>41767</c:v>
                      </c:pt>
                      <c:pt idx="1168">
                        <c:v>41768</c:v>
                      </c:pt>
                      <c:pt idx="1169">
                        <c:v>41769</c:v>
                      </c:pt>
                      <c:pt idx="1170">
                        <c:v>41771</c:v>
                      </c:pt>
                      <c:pt idx="1171">
                        <c:v>41772</c:v>
                      </c:pt>
                      <c:pt idx="1172">
                        <c:v>41773</c:v>
                      </c:pt>
                      <c:pt idx="1173">
                        <c:v>41774</c:v>
                      </c:pt>
                      <c:pt idx="1174">
                        <c:v>41775</c:v>
                      </c:pt>
                      <c:pt idx="1175">
                        <c:v>41778</c:v>
                      </c:pt>
                      <c:pt idx="1176">
                        <c:v>41779</c:v>
                      </c:pt>
                      <c:pt idx="1177">
                        <c:v>41780</c:v>
                      </c:pt>
                      <c:pt idx="1178">
                        <c:v>41781</c:v>
                      </c:pt>
                      <c:pt idx="1179">
                        <c:v>41782</c:v>
                      </c:pt>
                      <c:pt idx="1180">
                        <c:v>41785</c:v>
                      </c:pt>
                      <c:pt idx="1181">
                        <c:v>41786</c:v>
                      </c:pt>
                      <c:pt idx="1182">
                        <c:v>41787</c:v>
                      </c:pt>
                      <c:pt idx="1183">
                        <c:v>41788</c:v>
                      </c:pt>
                      <c:pt idx="1184">
                        <c:v>41789</c:v>
                      </c:pt>
                      <c:pt idx="1185">
                        <c:v>41790</c:v>
                      </c:pt>
                      <c:pt idx="1186">
                        <c:v>41792</c:v>
                      </c:pt>
                      <c:pt idx="1187">
                        <c:v>41793</c:v>
                      </c:pt>
                      <c:pt idx="1188">
                        <c:v>41794</c:v>
                      </c:pt>
                      <c:pt idx="1189">
                        <c:v>41795</c:v>
                      </c:pt>
                      <c:pt idx="1190">
                        <c:v>41796</c:v>
                      </c:pt>
                      <c:pt idx="1191">
                        <c:v>41799</c:v>
                      </c:pt>
                      <c:pt idx="1192">
                        <c:v>41800</c:v>
                      </c:pt>
                      <c:pt idx="1193">
                        <c:v>41801</c:v>
                      </c:pt>
                      <c:pt idx="1194">
                        <c:v>41802</c:v>
                      </c:pt>
                      <c:pt idx="1195">
                        <c:v>41803</c:v>
                      </c:pt>
                      <c:pt idx="1196">
                        <c:v>41806</c:v>
                      </c:pt>
                      <c:pt idx="1197">
                        <c:v>41807</c:v>
                      </c:pt>
                      <c:pt idx="1198">
                        <c:v>41808</c:v>
                      </c:pt>
                      <c:pt idx="1199">
                        <c:v>41809</c:v>
                      </c:pt>
                      <c:pt idx="1200">
                        <c:v>41810</c:v>
                      </c:pt>
                      <c:pt idx="1201">
                        <c:v>41813</c:v>
                      </c:pt>
                      <c:pt idx="1202">
                        <c:v>41814</c:v>
                      </c:pt>
                      <c:pt idx="1203">
                        <c:v>41815</c:v>
                      </c:pt>
                      <c:pt idx="1204">
                        <c:v>41816</c:v>
                      </c:pt>
                      <c:pt idx="1205">
                        <c:v>41817</c:v>
                      </c:pt>
                      <c:pt idx="1206">
                        <c:v>41820</c:v>
                      </c:pt>
                      <c:pt idx="1207">
                        <c:v>41821</c:v>
                      </c:pt>
                      <c:pt idx="1208">
                        <c:v>41822</c:v>
                      </c:pt>
                      <c:pt idx="1209">
                        <c:v>41823</c:v>
                      </c:pt>
                      <c:pt idx="1210">
                        <c:v>41824</c:v>
                      </c:pt>
                      <c:pt idx="1211">
                        <c:v>41827</c:v>
                      </c:pt>
                      <c:pt idx="1212">
                        <c:v>41828</c:v>
                      </c:pt>
                      <c:pt idx="1213">
                        <c:v>41829</c:v>
                      </c:pt>
                      <c:pt idx="1214">
                        <c:v>41830</c:v>
                      </c:pt>
                      <c:pt idx="1215">
                        <c:v>41831</c:v>
                      </c:pt>
                      <c:pt idx="1216">
                        <c:v>41834</c:v>
                      </c:pt>
                      <c:pt idx="1217">
                        <c:v>41835</c:v>
                      </c:pt>
                      <c:pt idx="1218">
                        <c:v>41836</c:v>
                      </c:pt>
                      <c:pt idx="1219">
                        <c:v>41837</c:v>
                      </c:pt>
                      <c:pt idx="1220">
                        <c:v>41838</c:v>
                      </c:pt>
                      <c:pt idx="1221">
                        <c:v>41840</c:v>
                      </c:pt>
                      <c:pt idx="1222">
                        <c:v>41841</c:v>
                      </c:pt>
                      <c:pt idx="1223">
                        <c:v>41842</c:v>
                      </c:pt>
                      <c:pt idx="1224">
                        <c:v>41843</c:v>
                      </c:pt>
                      <c:pt idx="1225">
                        <c:v>41844</c:v>
                      </c:pt>
                      <c:pt idx="1226">
                        <c:v>41845</c:v>
                      </c:pt>
                      <c:pt idx="1227">
                        <c:v>41848</c:v>
                      </c:pt>
                      <c:pt idx="1228">
                        <c:v>41849</c:v>
                      </c:pt>
                      <c:pt idx="1229">
                        <c:v>41850</c:v>
                      </c:pt>
                      <c:pt idx="1230">
                        <c:v>41851</c:v>
                      </c:pt>
                      <c:pt idx="1231">
                        <c:v>41852</c:v>
                      </c:pt>
                      <c:pt idx="1232">
                        <c:v>41855</c:v>
                      </c:pt>
                      <c:pt idx="1233">
                        <c:v>41856</c:v>
                      </c:pt>
                      <c:pt idx="1234">
                        <c:v>41857</c:v>
                      </c:pt>
                      <c:pt idx="1235">
                        <c:v>41858</c:v>
                      </c:pt>
                      <c:pt idx="1236">
                        <c:v>41859</c:v>
                      </c:pt>
                      <c:pt idx="1237">
                        <c:v>41861</c:v>
                      </c:pt>
                      <c:pt idx="1238">
                        <c:v>41862</c:v>
                      </c:pt>
                      <c:pt idx="1239">
                        <c:v>41863</c:v>
                      </c:pt>
                      <c:pt idx="1240">
                        <c:v>41864</c:v>
                      </c:pt>
                      <c:pt idx="1241">
                        <c:v>41865</c:v>
                      </c:pt>
                      <c:pt idx="1242">
                        <c:v>41866</c:v>
                      </c:pt>
                      <c:pt idx="1243">
                        <c:v>41869</c:v>
                      </c:pt>
                      <c:pt idx="1244">
                        <c:v>41870</c:v>
                      </c:pt>
                      <c:pt idx="1245">
                        <c:v>41871</c:v>
                      </c:pt>
                      <c:pt idx="1246">
                        <c:v>41872</c:v>
                      </c:pt>
                      <c:pt idx="1247">
                        <c:v>41873</c:v>
                      </c:pt>
                      <c:pt idx="1248">
                        <c:v>41876</c:v>
                      </c:pt>
                      <c:pt idx="1249">
                        <c:v>41877</c:v>
                      </c:pt>
                      <c:pt idx="1250">
                        <c:v>41878</c:v>
                      </c:pt>
                      <c:pt idx="1251">
                        <c:v>41879</c:v>
                      </c:pt>
                      <c:pt idx="1252">
                        <c:v>41880</c:v>
                      </c:pt>
                      <c:pt idx="1253">
                        <c:v>41882</c:v>
                      </c:pt>
                      <c:pt idx="1254">
                        <c:v>41883</c:v>
                      </c:pt>
                      <c:pt idx="1255">
                        <c:v>41884</c:v>
                      </c:pt>
                      <c:pt idx="1256">
                        <c:v>41885</c:v>
                      </c:pt>
                      <c:pt idx="1257">
                        <c:v>41886</c:v>
                      </c:pt>
                      <c:pt idx="1258">
                        <c:v>41887</c:v>
                      </c:pt>
                      <c:pt idx="1259">
                        <c:v>41890</c:v>
                      </c:pt>
                      <c:pt idx="1260">
                        <c:v>41891</c:v>
                      </c:pt>
                      <c:pt idx="1261">
                        <c:v>41892</c:v>
                      </c:pt>
                      <c:pt idx="1262">
                        <c:v>41893</c:v>
                      </c:pt>
                      <c:pt idx="1263">
                        <c:v>41894</c:v>
                      </c:pt>
                      <c:pt idx="1264">
                        <c:v>41897</c:v>
                      </c:pt>
                      <c:pt idx="1265">
                        <c:v>41898</c:v>
                      </c:pt>
                      <c:pt idx="1266">
                        <c:v>41899</c:v>
                      </c:pt>
                      <c:pt idx="1267">
                        <c:v>41900</c:v>
                      </c:pt>
                      <c:pt idx="1268">
                        <c:v>41901</c:v>
                      </c:pt>
                      <c:pt idx="1269">
                        <c:v>41902</c:v>
                      </c:pt>
                      <c:pt idx="1270">
                        <c:v>41904</c:v>
                      </c:pt>
                      <c:pt idx="1271">
                        <c:v>41905</c:v>
                      </c:pt>
                      <c:pt idx="1272">
                        <c:v>41906</c:v>
                      </c:pt>
                      <c:pt idx="1273">
                        <c:v>41907</c:v>
                      </c:pt>
                      <c:pt idx="1274">
                        <c:v>41908</c:v>
                      </c:pt>
                      <c:pt idx="1275">
                        <c:v>41910</c:v>
                      </c:pt>
                      <c:pt idx="1276">
                        <c:v>41911</c:v>
                      </c:pt>
                      <c:pt idx="1277">
                        <c:v>41912</c:v>
                      </c:pt>
                      <c:pt idx="1278">
                        <c:v>41913</c:v>
                      </c:pt>
                      <c:pt idx="1279">
                        <c:v>41914</c:v>
                      </c:pt>
                      <c:pt idx="1280">
                        <c:v>41915</c:v>
                      </c:pt>
                      <c:pt idx="1281">
                        <c:v>41918</c:v>
                      </c:pt>
                      <c:pt idx="1282">
                        <c:v>41919</c:v>
                      </c:pt>
                      <c:pt idx="1283">
                        <c:v>41920</c:v>
                      </c:pt>
                      <c:pt idx="1284">
                        <c:v>41921</c:v>
                      </c:pt>
                      <c:pt idx="1285">
                        <c:v>41922</c:v>
                      </c:pt>
                      <c:pt idx="1286">
                        <c:v>41923</c:v>
                      </c:pt>
                      <c:pt idx="1287">
                        <c:v>41925</c:v>
                      </c:pt>
                      <c:pt idx="1288">
                        <c:v>41926</c:v>
                      </c:pt>
                      <c:pt idx="1289">
                        <c:v>41927</c:v>
                      </c:pt>
                      <c:pt idx="1290">
                        <c:v>41928</c:v>
                      </c:pt>
                      <c:pt idx="1291">
                        <c:v>41929</c:v>
                      </c:pt>
                      <c:pt idx="1292">
                        <c:v>41932</c:v>
                      </c:pt>
                      <c:pt idx="1293">
                        <c:v>41933</c:v>
                      </c:pt>
                      <c:pt idx="1294">
                        <c:v>41934</c:v>
                      </c:pt>
                      <c:pt idx="1295">
                        <c:v>41935</c:v>
                      </c:pt>
                      <c:pt idx="1296">
                        <c:v>41936</c:v>
                      </c:pt>
                      <c:pt idx="1297">
                        <c:v>41939</c:v>
                      </c:pt>
                      <c:pt idx="1298">
                        <c:v>41940</c:v>
                      </c:pt>
                      <c:pt idx="1299">
                        <c:v>41941</c:v>
                      </c:pt>
                      <c:pt idx="1300">
                        <c:v>41942</c:v>
                      </c:pt>
                      <c:pt idx="1301">
                        <c:v>41943</c:v>
                      </c:pt>
                      <c:pt idx="1302">
                        <c:v>41946</c:v>
                      </c:pt>
                      <c:pt idx="1303">
                        <c:v>41947</c:v>
                      </c:pt>
                      <c:pt idx="1304">
                        <c:v>41948</c:v>
                      </c:pt>
                      <c:pt idx="1305">
                        <c:v>41949</c:v>
                      </c:pt>
                      <c:pt idx="1306">
                        <c:v>41950</c:v>
                      </c:pt>
                      <c:pt idx="1307">
                        <c:v>41953</c:v>
                      </c:pt>
                      <c:pt idx="1308">
                        <c:v>41954</c:v>
                      </c:pt>
                      <c:pt idx="1309">
                        <c:v>41955</c:v>
                      </c:pt>
                      <c:pt idx="1310">
                        <c:v>41956</c:v>
                      </c:pt>
                      <c:pt idx="1311">
                        <c:v>41957</c:v>
                      </c:pt>
                      <c:pt idx="1312">
                        <c:v>41960</c:v>
                      </c:pt>
                      <c:pt idx="1313">
                        <c:v>41961</c:v>
                      </c:pt>
                      <c:pt idx="1314">
                        <c:v>41962</c:v>
                      </c:pt>
                      <c:pt idx="1315">
                        <c:v>41963</c:v>
                      </c:pt>
                      <c:pt idx="1316">
                        <c:v>41964</c:v>
                      </c:pt>
                      <c:pt idx="1317">
                        <c:v>41967</c:v>
                      </c:pt>
                      <c:pt idx="1318">
                        <c:v>41968</c:v>
                      </c:pt>
                      <c:pt idx="1319">
                        <c:v>41969</c:v>
                      </c:pt>
                      <c:pt idx="1320">
                        <c:v>41970</c:v>
                      </c:pt>
                      <c:pt idx="1321">
                        <c:v>41971</c:v>
                      </c:pt>
                      <c:pt idx="1322">
                        <c:v>41973</c:v>
                      </c:pt>
                      <c:pt idx="1323">
                        <c:v>41974</c:v>
                      </c:pt>
                      <c:pt idx="1324">
                        <c:v>41975</c:v>
                      </c:pt>
                      <c:pt idx="1325">
                        <c:v>41976</c:v>
                      </c:pt>
                      <c:pt idx="1326">
                        <c:v>41977</c:v>
                      </c:pt>
                      <c:pt idx="1327">
                        <c:v>41978</c:v>
                      </c:pt>
                      <c:pt idx="1328">
                        <c:v>41981</c:v>
                      </c:pt>
                      <c:pt idx="1329">
                        <c:v>41982</c:v>
                      </c:pt>
                      <c:pt idx="1330">
                        <c:v>41983</c:v>
                      </c:pt>
                      <c:pt idx="1331">
                        <c:v>41984</c:v>
                      </c:pt>
                      <c:pt idx="1332">
                        <c:v>41985</c:v>
                      </c:pt>
                      <c:pt idx="1333">
                        <c:v>41988</c:v>
                      </c:pt>
                      <c:pt idx="1334">
                        <c:v>41989</c:v>
                      </c:pt>
                      <c:pt idx="1335">
                        <c:v>41990</c:v>
                      </c:pt>
                      <c:pt idx="1336">
                        <c:v>41991</c:v>
                      </c:pt>
                      <c:pt idx="1337">
                        <c:v>41992</c:v>
                      </c:pt>
                      <c:pt idx="1338">
                        <c:v>41993</c:v>
                      </c:pt>
                      <c:pt idx="1339">
                        <c:v>41995</c:v>
                      </c:pt>
                      <c:pt idx="1340">
                        <c:v>41996</c:v>
                      </c:pt>
                      <c:pt idx="1341">
                        <c:v>41997</c:v>
                      </c:pt>
                      <c:pt idx="1342">
                        <c:v>41998</c:v>
                      </c:pt>
                      <c:pt idx="1343">
                        <c:v>41999</c:v>
                      </c:pt>
                      <c:pt idx="1344">
                        <c:v>42002</c:v>
                      </c:pt>
                      <c:pt idx="1345">
                        <c:v>42003</c:v>
                      </c:pt>
                      <c:pt idx="1346">
                        <c:v>42004</c:v>
                      </c:pt>
                      <c:pt idx="1347">
                        <c:v>42006</c:v>
                      </c:pt>
                      <c:pt idx="1348">
                        <c:v>42008</c:v>
                      </c:pt>
                      <c:pt idx="1349">
                        <c:v>42009</c:v>
                      </c:pt>
                      <c:pt idx="1350">
                        <c:v>42010</c:v>
                      </c:pt>
                      <c:pt idx="1351">
                        <c:v>42011</c:v>
                      </c:pt>
                      <c:pt idx="1352">
                        <c:v>42012</c:v>
                      </c:pt>
                      <c:pt idx="1353">
                        <c:v>42013</c:v>
                      </c:pt>
                      <c:pt idx="1354">
                        <c:v>42014</c:v>
                      </c:pt>
                      <c:pt idx="1355">
                        <c:v>42016</c:v>
                      </c:pt>
                      <c:pt idx="1356">
                        <c:v>42017</c:v>
                      </c:pt>
                      <c:pt idx="1357">
                        <c:v>42018</c:v>
                      </c:pt>
                      <c:pt idx="1358">
                        <c:v>42019</c:v>
                      </c:pt>
                      <c:pt idx="1359">
                        <c:v>42020</c:v>
                      </c:pt>
                      <c:pt idx="1360">
                        <c:v>42023</c:v>
                      </c:pt>
                      <c:pt idx="1361">
                        <c:v>42024</c:v>
                      </c:pt>
                      <c:pt idx="1362">
                        <c:v>42025</c:v>
                      </c:pt>
                      <c:pt idx="1363">
                        <c:v>42026</c:v>
                      </c:pt>
                      <c:pt idx="1364">
                        <c:v>42027</c:v>
                      </c:pt>
                      <c:pt idx="1365">
                        <c:v>42030</c:v>
                      </c:pt>
                      <c:pt idx="1366">
                        <c:v>42031</c:v>
                      </c:pt>
                      <c:pt idx="1367">
                        <c:v>42032</c:v>
                      </c:pt>
                      <c:pt idx="1368">
                        <c:v>42033</c:v>
                      </c:pt>
                      <c:pt idx="1369">
                        <c:v>42034</c:v>
                      </c:pt>
                      <c:pt idx="1370">
                        <c:v>42035</c:v>
                      </c:pt>
                      <c:pt idx="1371">
                        <c:v>42037</c:v>
                      </c:pt>
                      <c:pt idx="1372">
                        <c:v>42038</c:v>
                      </c:pt>
                      <c:pt idx="1373">
                        <c:v>42039</c:v>
                      </c:pt>
                      <c:pt idx="1374">
                        <c:v>42040</c:v>
                      </c:pt>
                      <c:pt idx="1375">
                        <c:v>42041</c:v>
                      </c:pt>
                      <c:pt idx="1376">
                        <c:v>42044</c:v>
                      </c:pt>
                      <c:pt idx="1377">
                        <c:v>42045</c:v>
                      </c:pt>
                      <c:pt idx="1378">
                        <c:v>42046</c:v>
                      </c:pt>
                      <c:pt idx="1379">
                        <c:v>42047</c:v>
                      </c:pt>
                      <c:pt idx="1380">
                        <c:v>42048</c:v>
                      </c:pt>
                      <c:pt idx="1381">
                        <c:v>42050</c:v>
                      </c:pt>
                      <c:pt idx="1382">
                        <c:v>42051</c:v>
                      </c:pt>
                      <c:pt idx="1383">
                        <c:v>42052</c:v>
                      </c:pt>
                      <c:pt idx="1384">
                        <c:v>42053</c:v>
                      </c:pt>
                      <c:pt idx="1385">
                        <c:v>42054</c:v>
                      </c:pt>
                      <c:pt idx="1386">
                        <c:v>42055</c:v>
                      </c:pt>
                      <c:pt idx="1387">
                        <c:v>42058</c:v>
                      </c:pt>
                      <c:pt idx="1388">
                        <c:v>42059</c:v>
                      </c:pt>
                      <c:pt idx="1389">
                        <c:v>42060</c:v>
                      </c:pt>
                      <c:pt idx="1390">
                        <c:v>42061</c:v>
                      </c:pt>
                      <c:pt idx="1391">
                        <c:v>42062</c:v>
                      </c:pt>
                      <c:pt idx="1392">
                        <c:v>42063</c:v>
                      </c:pt>
                      <c:pt idx="1393">
                        <c:v>42065</c:v>
                      </c:pt>
                      <c:pt idx="1394">
                        <c:v>42066</c:v>
                      </c:pt>
                      <c:pt idx="1395">
                        <c:v>42067</c:v>
                      </c:pt>
                      <c:pt idx="1396">
                        <c:v>42068</c:v>
                      </c:pt>
                      <c:pt idx="1397">
                        <c:v>42069</c:v>
                      </c:pt>
                      <c:pt idx="1398">
                        <c:v>42072</c:v>
                      </c:pt>
                      <c:pt idx="1399">
                        <c:v>42073</c:v>
                      </c:pt>
                      <c:pt idx="1400">
                        <c:v>42074</c:v>
                      </c:pt>
                      <c:pt idx="1401">
                        <c:v>42075</c:v>
                      </c:pt>
                      <c:pt idx="1402">
                        <c:v>42076</c:v>
                      </c:pt>
                      <c:pt idx="1403">
                        <c:v>42079</c:v>
                      </c:pt>
                      <c:pt idx="1404">
                        <c:v>42080</c:v>
                      </c:pt>
                      <c:pt idx="1405">
                        <c:v>42081</c:v>
                      </c:pt>
                      <c:pt idx="1406">
                        <c:v>42082</c:v>
                      </c:pt>
                      <c:pt idx="1407">
                        <c:v>42083</c:v>
                      </c:pt>
                      <c:pt idx="1408">
                        <c:v>42086</c:v>
                      </c:pt>
                      <c:pt idx="1409">
                        <c:v>42087</c:v>
                      </c:pt>
                      <c:pt idx="1410">
                        <c:v>42088</c:v>
                      </c:pt>
                      <c:pt idx="1411">
                        <c:v>42089</c:v>
                      </c:pt>
                      <c:pt idx="1412">
                        <c:v>42090</c:v>
                      </c:pt>
                      <c:pt idx="1413">
                        <c:v>42093</c:v>
                      </c:pt>
                      <c:pt idx="1414">
                        <c:v>42094</c:v>
                      </c:pt>
                      <c:pt idx="1415">
                        <c:v>42095</c:v>
                      </c:pt>
                      <c:pt idx="1416">
                        <c:v>42096</c:v>
                      </c:pt>
                      <c:pt idx="1417">
                        <c:v>42097</c:v>
                      </c:pt>
                      <c:pt idx="1418">
                        <c:v>42100</c:v>
                      </c:pt>
                      <c:pt idx="1419">
                        <c:v>42101</c:v>
                      </c:pt>
                      <c:pt idx="1420">
                        <c:v>42102</c:v>
                      </c:pt>
                      <c:pt idx="1421">
                        <c:v>42103</c:v>
                      </c:pt>
                      <c:pt idx="1422">
                        <c:v>42104</c:v>
                      </c:pt>
                      <c:pt idx="1423">
                        <c:v>42107</c:v>
                      </c:pt>
                      <c:pt idx="1424">
                        <c:v>42108</c:v>
                      </c:pt>
                      <c:pt idx="1425">
                        <c:v>42109</c:v>
                      </c:pt>
                      <c:pt idx="1426">
                        <c:v>42110</c:v>
                      </c:pt>
                      <c:pt idx="1427">
                        <c:v>42111</c:v>
                      </c:pt>
                      <c:pt idx="1428">
                        <c:v>42114</c:v>
                      </c:pt>
                      <c:pt idx="1429">
                        <c:v>42115</c:v>
                      </c:pt>
                      <c:pt idx="1430">
                        <c:v>42116</c:v>
                      </c:pt>
                      <c:pt idx="1431">
                        <c:v>42117</c:v>
                      </c:pt>
                      <c:pt idx="1432">
                        <c:v>42118</c:v>
                      </c:pt>
                      <c:pt idx="1433">
                        <c:v>42121</c:v>
                      </c:pt>
                      <c:pt idx="1434">
                        <c:v>42122</c:v>
                      </c:pt>
                      <c:pt idx="1435">
                        <c:v>42123</c:v>
                      </c:pt>
                      <c:pt idx="1436">
                        <c:v>42124</c:v>
                      </c:pt>
                      <c:pt idx="1437">
                        <c:v>42128</c:v>
                      </c:pt>
                      <c:pt idx="1438">
                        <c:v>42129</c:v>
                      </c:pt>
                      <c:pt idx="1439">
                        <c:v>42130</c:v>
                      </c:pt>
                      <c:pt idx="1440">
                        <c:v>42131</c:v>
                      </c:pt>
                      <c:pt idx="1441">
                        <c:v>42132</c:v>
                      </c:pt>
                      <c:pt idx="1442">
                        <c:v>42134</c:v>
                      </c:pt>
                      <c:pt idx="1443">
                        <c:v>42135</c:v>
                      </c:pt>
                      <c:pt idx="1444">
                        <c:v>42136</c:v>
                      </c:pt>
                      <c:pt idx="1445">
                        <c:v>42137</c:v>
                      </c:pt>
                      <c:pt idx="1446">
                        <c:v>42138</c:v>
                      </c:pt>
                      <c:pt idx="1447">
                        <c:v>42139</c:v>
                      </c:pt>
                      <c:pt idx="1448">
                        <c:v>42142</c:v>
                      </c:pt>
                      <c:pt idx="1449">
                        <c:v>42143</c:v>
                      </c:pt>
                      <c:pt idx="1450">
                        <c:v>42144</c:v>
                      </c:pt>
                      <c:pt idx="1451">
                        <c:v>42145</c:v>
                      </c:pt>
                      <c:pt idx="1452">
                        <c:v>42146</c:v>
                      </c:pt>
                      <c:pt idx="1453">
                        <c:v>42149</c:v>
                      </c:pt>
                      <c:pt idx="1454">
                        <c:v>42150</c:v>
                      </c:pt>
                      <c:pt idx="1455">
                        <c:v>42151</c:v>
                      </c:pt>
                      <c:pt idx="1456">
                        <c:v>42152</c:v>
                      </c:pt>
                      <c:pt idx="1457">
                        <c:v>42153</c:v>
                      </c:pt>
                      <c:pt idx="1458">
                        <c:v>42155</c:v>
                      </c:pt>
                      <c:pt idx="1459">
                        <c:v>42156</c:v>
                      </c:pt>
                      <c:pt idx="1460">
                        <c:v>42157</c:v>
                      </c:pt>
                      <c:pt idx="1461">
                        <c:v>42158</c:v>
                      </c:pt>
                      <c:pt idx="1462">
                        <c:v>42159</c:v>
                      </c:pt>
                      <c:pt idx="1463">
                        <c:v>42160</c:v>
                      </c:pt>
                      <c:pt idx="1464">
                        <c:v>42163</c:v>
                      </c:pt>
                      <c:pt idx="1465">
                        <c:v>42164</c:v>
                      </c:pt>
                      <c:pt idx="1466">
                        <c:v>42165</c:v>
                      </c:pt>
                      <c:pt idx="1467">
                        <c:v>42166</c:v>
                      </c:pt>
                      <c:pt idx="1468">
                        <c:v>42167</c:v>
                      </c:pt>
                      <c:pt idx="1469">
                        <c:v>42170</c:v>
                      </c:pt>
                      <c:pt idx="1470">
                        <c:v>42171</c:v>
                      </c:pt>
                      <c:pt idx="1471">
                        <c:v>42172</c:v>
                      </c:pt>
                      <c:pt idx="1472">
                        <c:v>42173</c:v>
                      </c:pt>
                      <c:pt idx="1473">
                        <c:v>42174</c:v>
                      </c:pt>
                      <c:pt idx="1474">
                        <c:v>42175</c:v>
                      </c:pt>
                      <c:pt idx="1475">
                        <c:v>42178</c:v>
                      </c:pt>
                      <c:pt idx="1476">
                        <c:v>42179</c:v>
                      </c:pt>
                      <c:pt idx="1477">
                        <c:v>42180</c:v>
                      </c:pt>
                      <c:pt idx="1478">
                        <c:v>42181</c:v>
                      </c:pt>
                      <c:pt idx="1479">
                        <c:v>42184</c:v>
                      </c:pt>
                      <c:pt idx="1480">
                        <c:v>42185</c:v>
                      </c:pt>
                      <c:pt idx="1481">
                        <c:v>42186</c:v>
                      </c:pt>
                      <c:pt idx="1482">
                        <c:v>42187</c:v>
                      </c:pt>
                      <c:pt idx="1483">
                        <c:v>42188</c:v>
                      </c:pt>
                      <c:pt idx="1484">
                        <c:v>42191</c:v>
                      </c:pt>
                      <c:pt idx="1485">
                        <c:v>42192</c:v>
                      </c:pt>
                      <c:pt idx="1486">
                        <c:v>42193</c:v>
                      </c:pt>
                      <c:pt idx="1487">
                        <c:v>42194</c:v>
                      </c:pt>
                      <c:pt idx="1488">
                        <c:v>42195</c:v>
                      </c:pt>
                      <c:pt idx="1489">
                        <c:v>42198</c:v>
                      </c:pt>
                      <c:pt idx="1490">
                        <c:v>42199</c:v>
                      </c:pt>
                      <c:pt idx="1491">
                        <c:v>42200</c:v>
                      </c:pt>
                      <c:pt idx="1492">
                        <c:v>42201</c:v>
                      </c:pt>
                      <c:pt idx="1493">
                        <c:v>42202</c:v>
                      </c:pt>
                      <c:pt idx="1494">
                        <c:v>42205</c:v>
                      </c:pt>
                      <c:pt idx="1495">
                        <c:v>42206</c:v>
                      </c:pt>
                      <c:pt idx="1496">
                        <c:v>42207</c:v>
                      </c:pt>
                      <c:pt idx="1497">
                        <c:v>42208</c:v>
                      </c:pt>
                      <c:pt idx="1498">
                        <c:v>42209</c:v>
                      </c:pt>
                      <c:pt idx="1499">
                        <c:v>42212</c:v>
                      </c:pt>
                      <c:pt idx="1500">
                        <c:v>42213</c:v>
                      </c:pt>
                      <c:pt idx="1501">
                        <c:v>42214</c:v>
                      </c:pt>
                      <c:pt idx="1502">
                        <c:v>42215</c:v>
                      </c:pt>
                      <c:pt idx="1503">
                        <c:v>42216</c:v>
                      </c:pt>
                      <c:pt idx="1504">
                        <c:v>42219</c:v>
                      </c:pt>
                      <c:pt idx="1505">
                        <c:v>42220</c:v>
                      </c:pt>
                      <c:pt idx="1506">
                        <c:v>42221</c:v>
                      </c:pt>
                      <c:pt idx="1507">
                        <c:v>42222</c:v>
                      </c:pt>
                      <c:pt idx="1508">
                        <c:v>42223</c:v>
                      </c:pt>
                      <c:pt idx="1509">
                        <c:v>42226</c:v>
                      </c:pt>
                      <c:pt idx="1510">
                        <c:v>42227</c:v>
                      </c:pt>
                      <c:pt idx="1511">
                        <c:v>42228</c:v>
                      </c:pt>
                      <c:pt idx="1512">
                        <c:v>42229</c:v>
                      </c:pt>
                      <c:pt idx="1513">
                        <c:v>42230</c:v>
                      </c:pt>
                      <c:pt idx="1514">
                        <c:v>42233</c:v>
                      </c:pt>
                      <c:pt idx="1515">
                        <c:v>42234</c:v>
                      </c:pt>
                      <c:pt idx="1516">
                        <c:v>42235</c:v>
                      </c:pt>
                      <c:pt idx="1517">
                        <c:v>42236</c:v>
                      </c:pt>
                      <c:pt idx="1518">
                        <c:v>42237</c:v>
                      </c:pt>
                      <c:pt idx="1519">
                        <c:v>42240</c:v>
                      </c:pt>
                      <c:pt idx="1520">
                        <c:v>42241</c:v>
                      </c:pt>
                      <c:pt idx="1521">
                        <c:v>42242</c:v>
                      </c:pt>
                      <c:pt idx="1522">
                        <c:v>42243</c:v>
                      </c:pt>
                      <c:pt idx="1523">
                        <c:v>42244</c:v>
                      </c:pt>
                      <c:pt idx="1524">
                        <c:v>42247</c:v>
                      </c:pt>
                      <c:pt idx="1525">
                        <c:v>42248</c:v>
                      </c:pt>
                      <c:pt idx="1526">
                        <c:v>42249</c:v>
                      </c:pt>
                      <c:pt idx="1527">
                        <c:v>42251</c:v>
                      </c:pt>
                      <c:pt idx="1528">
                        <c:v>42253</c:v>
                      </c:pt>
                      <c:pt idx="1529">
                        <c:v>42254</c:v>
                      </c:pt>
                      <c:pt idx="1530">
                        <c:v>42255</c:v>
                      </c:pt>
                      <c:pt idx="1531">
                        <c:v>42256</c:v>
                      </c:pt>
                      <c:pt idx="1532">
                        <c:v>42257</c:v>
                      </c:pt>
                      <c:pt idx="1533">
                        <c:v>42258</c:v>
                      </c:pt>
                      <c:pt idx="1534">
                        <c:v>42261</c:v>
                      </c:pt>
                      <c:pt idx="1535">
                        <c:v>42262</c:v>
                      </c:pt>
                      <c:pt idx="1536">
                        <c:v>42263</c:v>
                      </c:pt>
                      <c:pt idx="1537">
                        <c:v>42264</c:v>
                      </c:pt>
                      <c:pt idx="1538">
                        <c:v>42265</c:v>
                      </c:pt>
                      <c:pt idx="1539">
                        <c:v>42267</c:v>
                      </c:pt>
                      <c:pt idx="1540">
                        <c:v>42268</c:v>
                      </c:pt>
                      <c:pt idx="1541">
                        <c:v>42269</c:v>
                      </c:pt>
                      <c:pt idx="1542">
                        <c:v>42270</c:v>
                      </c:pt>
                      <c:pt idx="1543">
                        <c:v>42271</c:v>
                      </c:pt>
                      <c:pt idx="1544">
                        <c:v>42272</c:v>
                      </c:pt>
                      <c:pt idx="1545">
                        <c:v>42275</c:v>
                      </c:pt>
                      <c:pt idx="1546">
                        <c:v>42276</c:v>
                      </c:pt>
                      <c:pt idx="1547">
                        <c:v>42277</c:v>
                      </c:pt>
                      <c:pt idx="1548">
                        <c:v>42278</c:v>
                      </c:pt>
                      <c:pt idx="1549">
                        <c:v>42279</c:v>
                      </c:pt>
                      <c:pt idx="1550">
                        <c:v>42282</c:v>
                      </c:pt>
                      <c:pt idx="1551">
                        <c:v>42283</c:v>
                      </c:pt>
                      <c:pt idx="1552">
                        <c:v>42284</c:v>
                      </c:pt>
                      <c:pt idx="1553">
                        <c:v>42285</c:v>
                      </c:pt>
                      <c:pt idx="1554">
                        <c:v>42286</c:v>
                      </c:pt>
                      <c:pt idx="1555">
                        <c:v>42287</c:v>
                      </c:pt>
                      <c:pt idx="1556">
                        <c:v>42289</c:v>
                      </c:pt>
                      <c:pt idx="1557">
                        <c:v>42290</c:v>
                      </c:pt>
                      <c:pt idx="1558">
                        <c:v>42291</c:v>
                      </c:pt>
                      <c:pt idx="1559">
                        <c:v>42292</c:v>
                      </c:pt>
                      <c:pt idx="1560">
                        <c:v>42293</c:v>
                      </c:pt>
                      <c:pt idx="1561">
                        <c:v>42296</c:v>
                      </c:pt>
                      <c:pt idx="1562">
                        <c:v>42297</c:v>
                      </c:pt>
                      <c:pt idx="1563">
                        <c:v>42298</c:v>
                      </c:pt>
                      <c:pt idx="1564">
                        <c:v>42299</c:v>
                      </c:pt>
                      <c:pt idx="1565">
                        <c:v>42300</c:v>
                      </c:pt>
                      <c:pt idx="1566">
                        <c:v>42303</c:v>
                      </c:pt>
                      <c:pt idx="1567">
                        <c:v>42304</c:v>
                      </c:pt>
                      <c:pt idx="1568">
                        <c:v>42305</c:v>
                      </c:pt>
                      <c:pt idx="1569">
                        <c:v>42306</c:v>
                      </c:pt>
                      <c:pt idx="1570">
                        <c:v>42307</c:v>
                      </c:pt>
                      <c:pt idx="1571">
                        <c:v>42308</c:v>
                      </c:pt>
                      <c:pt idx="1572">
                        <c:v>42310</c:v>
                      </c:pt>
                      <c:pt idx="1573">
                        <c:v>42311</c:v>
                      </c:pt>
                      <c:pt idx="1574">
                        <c:v>42312</c:v>
                      </c:pt>
                      <c:pt idx="1575">
                        <c:v>42313</c:v>
                      </c:pt>
                      <c:pt idx="1576">
                        <c:v>42314</c:v>
                      </c:pt>
                      <c:pt idx="1577">
                        <c:v>42317</c:v>
                      </c:pt>
                      <c:pt idx="1578">
                        <c:v>42318</c:v>
                      </c:pt>
                      <c:pt idx="1579">
                        <c:v>42319</c:v>
                      </c:pt>
                      <c:pt idx="1580">
                        <c:v>42320</c:v>
                      </c:pt>
                      <c:pt idx="1581">
                        <c:v>42321</c:v>
                      </c:pt>
                      <c:pt idx="1582">
                        <c:v>42324</c:v>
                      </c:pt>
                      <c:pt idx="1583">
                        <c:v>42325</c:v>
                      </c:pt>
                      <c:pt idx="1584">
                        <c:v>42326</c:v>
                      </c:pt>
                      <c:pt idx="1585">
                        <c:v>42327</c:v>
                      </c:pt>
                      <c:pt idx="1586">
                        <c:v>42328</c:v>
                      </c:pt>
                      <c:pt idx="1587">
                        <c:v>42331</c:v>
                      </c:pt>
                      <c:pt idx="1588">
                        <c:v>42332</c:v>
                      </c:pt>
                      <c:pt idx="1589">
                        <c:v>42333</c:v>
                      </c:pt>
                      <c:pt idx="1590">
                        <c:v>42334</c:v>
                      </c:pt>
                      <c:pt idx="1591">
                        <c:v>42335</c:v>
                      </c:pt>
                      <c:pt idx="1592">
                        <c:v>42338</c:v>
                      </c:pt>
                      <c:pt idx="1593">
                        <c:v>42339</c:v>
                      </c:pt>
                      <c:pt idx="1594">
                        <c:v>42340</c:v>
                      </c:pt>
                      <c:pt idx="1595">
                        <c:v>42341</c:v>
                      </c:pt>
                      <c:pt idx="1596">
                        <c:v>42342</c:v>
                      </c:pt>
                      <c:pt idx="1597">
                        <c:v>42345</c:v>
                      </c:pt>
                      <c:pt idx="1598">
                        <c:v>42346</c:v>
                      </c:pt>
                      <c:pt idx="1599">
                        <c:v>42347</c:v>
                      </c:pt>
                      <c:pt idx="1600">
                        <c:v>42348</c:v>
                      </c:pt>
                      <c:pt idx="1601">
                        <c:v>42349</c:v>
                      </c:pt>
                      <c:pt idx="1602">
                        <c:v>42352</c:v>
                      </c:pt>
                      <c:pt idx="1603">
                        <c:v>42353</c:v>
                      </c:pt>
                      <c:pt idx="1604">
                        <c:v>42354</c:v>
                      </c:pt>
                      <c:pt idx="1605">
                        <c:v>42355</c:v>
                      </c:pt>
                      <c:pt idx="1606">
                        <c:v>42356</c:v>
                      </c:pt>
                      <c:pt idx="1607">
                        <c:v>42358</c:v>
                      </c:pt>
                      <c:pt idx="1608">
                        <c:v>42359</c:v>
                      </c:pt>
                      <c:pt idx="1609">
                        <c:v>42360</c:v>
                      </c:pt>
                      <c:pt idx="1610">
                        <c:v>42361</c:v>
                      </c:pt>
                      <c:pt idx="1611">
                        <c:v>42362</c:v>
                      </c:pt>
                      <c:pt idx="1612">
                        <c:v>42363</c:v>
                      </c:pt>
                      <c:pt idx="1613">
                        <c:v>42366</c:v>
                      </c:pt>
                      <c:pt idx="1614">
                        <c:v>42367</c:v>
                      </c:pt>
                      <c:pt idx="1615">
                        <c:v>42368</c:v>
                      </c:pt>
                      <c:pt idx="1616">
                        <c:v>42369</c:v>
                      </c:pt>
                      <c:pt idx="1617">
                        <c:v>42373</c:v>
                      </c:pt>
                      <c:pt idx="1618">
                        <c:v>42374</c:v>
                      </c:pt>
                      <c:pt idx="1619">
                        <c:v>42375</c:v>
                      </c:pt>
                      <c:pt idx="1620">
                        <c:v>42376</c:v>
                      </c:pt>
                      <c:pt idx="1621">
                        <c:v>42377</c:v>
                      </c:pt>
                      <c:pt idx="1622">
                        <c:v>42379</c:v>
                      </c:pt>
                      <c:pt idx="1623">
                        <c:v>42380</c:v>
                      </c:pt>
                      <c:pt idx="1624">
                        <c:v>42381</c:v>
                      </c:pt>
                      <c:pt idx="1625">
                        <c:v>42382</c:v>
                      </c:pt>
                      <c:pt idx="1626">
                        <c:v>42383</c:v>
                      </c:pt>
                      <c:pt idx="1627">
                        <c:v>42384</c:v>
                      </c:pt>
                      <c:pt idx="1628">
                        <c:v>42387</c:v>
                      </c:pt>
                      <c:pt idx="1629">
                        <c:v>42388</c:v>
                      </c:pt>
                      <c:pt idx="1630">
                        <c:v>42389</c:v>
                      </c:pt>
                      <c:pt idx="1631">
                        <c:v>42390</c:v>
                      </c:pt>
                      <c:pt idx="1632">
                        <c:v>42391</c:v>
                      </c:pt>
                      <c:pt idx="1633">
                        <c:v>42394</c:v>
                      </c:pt>
                      <c:pt idx="1634">
                        <c:v>42395</c:v>
                      </c:pt>
                      <c:pt idx="1635">
                        <c:v>42396</c:v>
                      </c:pt>
                      <c:pt idx="1636">
                        <c:v>42397</c:v>
                      </c:pt>
                      <c:pt idx="1637">
                        <c:v>42398</c:v>
                      </c:pt>
                      <c:pt idx="1638">
                        <c:v>42400</c:v>
                      </c:pt>
                      <c:pt idx="1639">
                        <c:v>42401</c:v>
                      </c:pt>
                      <c:pt idx="1640">
                        <c:v>42402</c:v>
                      </c:pt>
                      <c:pt idx="1641">
                        <c:v>42403</c:v>
                      </c:pt>
                      <c:pt idx="1642">
                        <c:v>42404</c:v>
                      </c:pt>
                      <c:pt idx="1643">
                        <c:v>42405</c:v>
                      </c:pt>
                      <c:pt idx="1644">
                        <c:v>42406</c:v>
                      </c:pt>
                      <c:pt idx="1645">
                        <c:v>42408</c:v>
                      </c:pt>
                      <c:pt idx="1646">
                        <c:v>42409</c:v>
                      </c:pt>
                      <c:pt idx="1647">
                        <c:v>42410</c:v>
                      </c:pt>
                      <c:pt idx="1648">
                        <c:v>42411</c:v>
                      </c:pt>
                      <c:pt idx="1649">
                        <c:v>42412</c:v>
                      </c:pt>
                      <c:pt idx="1650">
                        <c:v>42414</c:v>
                      </c:pt>
                      <c:pt idx="1651">
                        <c:v>42415</c:v>
                      </c:pt>
                      <c:pt idx="1652">
                        <c:v>42416</c:v>
                      </c:pt>
                      <c:pt idx="1653">
                        <c:v>42417</c:v>
                      </c:pt>
                      <c:pt idx="1654">
                        <c:v>42418</c:v>
                      </c:pt>
                      <c:pt idx="1655">
                        <c:v>42419</c:v>
                      </c:pt>
                      <c:pt idx="1656">
                        <c:v>42420</c:v>
                      </c:pt>
                      <c:pt idx="1657">
                        <c:v>42422</c:v>
                      </c:pt>
                      <c:pt idx="1658">
                        <c:v>42423</c:v>
                      </c:pt>
                      <c:pt idx="1659">
                        <c:v>42424</c:v>
                      </c:pt>
                      <c:pt idx="1660">
                        <c:v>42425</c:v>
                      </c:pt>
                      <c:pt idx="1661">
                        <c:v>42426</c:v>
                      </c:pt>
                      <c:pt idx="1662">
                        <c:v>42429</c:v>
                      </c:pt>
                      <c:pt idx="1663">
                        <c:v>42430</c:v>
                      </c:pt>
                      <c:pt idx="1664">
                        <c:v>42431</c:v>
                      </c:pt>
                      <c:pt idx="1665">
                        <c:v>42432</c:v>
                      </c:pt>
                      <c:pt idx="1666">
                        <c:v>42433</c:v>
                      </c:pt>
                      <c:pt idx="1667">
                        <c:v>42436</c:v>
                      </c:pt>
                      <c:pt idx="1668">
                        <c:v>42437</c:v>
                      </c:pt>
                      <c:pt idx="1669">
                        <c:v>42438</c:v>
                      </c:pt>
                      <c:pt idx="1670">
                        <c:v>42439</c:v>
                      </c:pt>
                      <c:pt idx="1671">
                        <c:v>42440</c:v>
                      </c:pt>
                      <c:pt idx="1672">
                        <c:v>42443</c:v>
                      </c:pt>
                      <c:pt idx="1673">
                        <c:v>42444</c:v>
                      </c:pt>
                      <c:pt idx="1674">
                        <c:v>42445</c:v>
                      </c:pt>
                      <c:pt idx="1675">
                        <c:v>42446</c:v>
                      </c:pt>
                      <c:pt idx="1676">
                        <c:v>42447</c:v>
                      </c:pt>
                      <c:pt idx="1677">
                        <c:v>42449</c:v>
                      </c:pt>
                      <c:pt idx="1678">
                        <c:v>42450</c:v>
                      </c:pt>
                      <c:pt idx="1679">
                        <c:v>42451</c:v>
                      </c:pt>
                      <c:pt idx="1680">
                        <c:v>42452</c:v>
                      </c:pt>
                      <c:pt idx="1681">
                        <c:v>42453</c:v>
                      </c:pt>
                      <c:pt idx="1682">
                        <c:v>42454</c:v>
                      </c:pt>
                      <c:pt idx="1683">
                        <c:v>42457</c:v>
                      </c:pt>
                      <c:pt idx="1684">
                        <c:v>42458</c:v>
                      </c:pt>
                      <c:pt idx="1685">
                        <c:v>42459</c:v>
                      </c:pt>
                      <c:pt idx="1686">
                        <c:v>42460</c:v>
                      </c:pt>
                      <c:pt idx="1687">
                        <c:v>42461</c:v>
                      </c:pt>
                      <c:pt idx="1688">
                        <c:v>42464</c:v>
                      </c:pt>
                      <c:pt idx="1689">
                        <c:v>42465</c:v>
                      </c:pt>
                      <c:pt idx="1690">
                        <c:v>42466</c:v>
                      </c:pt>
                      <c:pt idx="1691">
                        <c:v>42467</c:v>
                      </c:pt>
                      <c:pt idx="1692">
                        <c:v>42468</c:v>
                      </c:pt>
                      <c:pt idx="1693">
                        <c:v>42470</c:v>
                      </c:pt>
                      <c:pt idx="1694">
                        <c:v>42471</c:v>
                      </c:pt>
                      <c:pt idx="1695">
                        <c:v>42472</c:v>
                      </c:pt>
                      <c:pt idx="1696">
                        <c:v>42473</c:v>
                      </c:pt>
                      <c:pt idx="1697">
                        <c:v>42474</c:v>
                      </c:pt>
                      <c:pt idx="1698">
                        <c:v>42475</c:v>
                      </c:pt>
                      <c:pt idx="1699">
                        <c:v>42478</c:v>
                      </c:pt>
                      <c:pt idx="1700">
                        <c:v>42479</c:v>
                      </c:pt>
                      <c:pt idx="1701">
                        <c:v>42480</c:v>
                      </c:pt>
                      <c:pt idx="1702">
                        <c:v>42481</c:v>
                      </c:pt>
                      <c:pt idx="1703">
                        <c:v>42482</c:v>
                      </c:pt>
                      <c:pt idx="1704">
                        <c:v>42485</c:v>
                      </c:pt>
                      <c:pt idx="1705">
                        <c:v>42486</c:v>
                      </c:pt>
                      <c:pt idx="1706">
                        <c:v>42487</c:v>
                      </c:pt>
                      <c:pt idx="1707">
                        <c:v>42488</c:v>
                      </c:pt>
                      <c:pt idx="1708">
                        <c:v>42489</c:v>
                      </c:pt>
                      <c:pt idx="1709">
                        <c:v>42490</c:v>
                      </c:pt>
                      <c:pt idx="1710">
                        <c:v>42492</c:v>
                      </c:pt>
                      <c:pt idx="1711">
                        <c:v>42493</c:v>
                      </c:pt>
                      <c:pt idx="1712">
                        <c:v>42494</c:v>
                      </c:pt>
                      <c:pt idx="1713">
                        <c:v>42495</c:v>
                      </c:pt>
                      <c:pt idx="1714">
                        <c:v>42496</c:v>
                      </c:pt>
                      <c:pt idx="1715">
                        <c:v>42499</c:v>
                      </c:pt>
                      <c:pt idx="1716">
                        <c:v>42500</c:v>
                      </c:pt>
                      <c:pt idx="1717">
                        <c:v>42501</c:v>
                      </c:pt>
                      <c:pt idx="1718">
                        <c:v>42502</c:v>
                      </c:pt>
                      <c:pt idx="1719">
                        <c:v>42503</c:v>
                      </c:pt>
                      <c:pt idx="1720">
                        <c:v>42506</c:v>
                      </c:pt>
                      <c:pt idx="1721">
                        <c:v>42507</c:v>
                      </c:pt>
                      <c:pt idx="1722">
                        <c:v>42508</c:v>
                      </c:pt>
                      <c:pt idx="1723">
                        <c:v>42509</c:v>
                      </c:pt>
                      <c:pt idx="1724">
                        <c:v>42510</c:v>
                      </c:pt>
                      <c:pt idx="1725">
                        <c:v>42513</c:v>
                      </c:pt>
                      <c:pt idx="1726">
                        <c:v>42514</c:v>
                      </c:pt>
                      <c:pt idx="1727">
                        <c:v>42515</c:v>
                      </c:pt>
                      <c:pt idx="1728">
                        <c:v>42516</c:v>
                      </c:pt>
                      <c:pt idx="1729">
                        <c:v>42517</c:v>
                      </c:pt>
                      <c:pt idx="1730">
                        <c:v>42520</c:v>
                      </c:pt>
                      <c:pt idx="1731">
                        <c:v>42521</c:v>
                      </c:pt>
                      <c:pt idx="1732">
                        <c:v>42522</c:v>
                      </c:pt>
                      <c:pt idx="1733">
                        <c:v>42523</c:v>
                      </c:pt>
                      <c:pt idx="1734">
                        <c:v>42524</c:v>
                      </c:pt>
                      <c:pt idx="1735">
                        <c:v>42527</c:v>
                      </c:pt>
                      <c:pt idx="1736">
                        <c:v>42528</c:v>
                      </c:pt>
                      <c:pt idx="1737">
                        <c:v>42529</c:v>
                      </c:pt>
                      <c:pt idx="1738">
                        <c:v>42530</c:v>
                      </c:pt>
                      <c:pt idx="1739">
                        <c:v>42531</c:v>
                      </c:pt>
                      <c:pt idx="1740">
                        <c:v>42533</c:v>
                      </c:pt>
                      <c:pt idx="1741">
                        <c:v>42534</c:v>
                      </c:pt>
                      <c:pt idx="1742">
                        <c:v>42535</c:v>
                      </c:pt>
                      <c:pt idx="1743">
                        <c:v>42536</c:v>
                      </c:pt>
                      <c:pt idx="1744">
                        <c:v>42537</c:v>
                      </c:pt>
                      <c:pt idx="1745">
                        <c:v>42538</c:v>
                      </c:pt>
                      <c:pt idx="1746">
                        <c:v>42541</c:v>
                      </c:pt>
                      <c:pt idx="1747">
                        <c:v>42542</c:v>
                      </c:pt>
                      <c:pt idx="1748">
                        <c:v>42543</c:v>
                      </c:pt>
                      <c:pt idx="1749">
                        <c:v>42544</c:v>
                      </c:pt>
                      <c:pt idx="1750">
                        <c:v>42545</c:v>
                      </c:pt>
                      <c:pt idx="1751">
                        <c:v>42548</c:v>
                      </c:pt>
                      <c:pt idx="1752">
                        <c:v>42549</c:v>
                      </c:pt>
                      <c:pt idx="1753">
                        <c:v>42550</c:v>
                      </c:pt>
                      <c:pt idx="1754">
                        <c:v>42551</c:v>
                      </c:pt>
                      <c:pt idx="1755">
                        <c:v>42552</c:v>
                      </c:pt>
                      <c:pt idx="1756">
                        <c:v>42555</c:v>
                      </c:pt>
                      <c:pt idx="1757">
                        <c:v>42556</c:v>
                      </c:pt>
                      <c:pt idx="1758">
                        <c:v>42557</c:v>
                      </c:pt>
                      <c:pt idx="1759">
                        <c:v>42558</c:v>
                      </c:pt>
                      <c:pt idx="1760">
                        <c:v>42559</c:v>
                      </c:pt>
                      <c:pt idx="1761">
                        <c:v>42561</c:v>
                      </c:pt>
                      <c:pt idx="1762">
                        <c:v>42562</c:v>
                      </c:pt>
                      <c:pt idx="1763">
                        <c:v>42563</c:v>
                      </c:pt>
                      <c:pt idx="1764">
                        <c:v>42564</c:v>
                      </c:pt>
                      <c:pt idx="1765">
                        <c:v>42565</c:v>
                      </c:pt>
                      <c:pt idx="1766">
                        <c:v>42566</c:v>
                      </c:pt>
                      <c:pt idx="1767">
                        <c:v>42569</c:v>
                      </c:pt>
                      <c:pt idx="1768">
                        <c:v>42570</c:v>
                      </c:pt>
                      <c:pt idx="1769">
                        <c:v>42571</c:v>
                      </c:pt>
                      <c:pt idx="1770">
                        <c:v>42572</c:v>
                      </c:pt>
                      <c:pt idx="1771">
                        <c:v>42573</c:v>
                      </c:pt>
                      <c:pt idx="1772">
                        <c:v>42576</c:v>
                      </c:pt>
                      <c:pt idx="1773">
                        <c:v>42577</c:v>
                      </c:pt>
                      <c:pt idx="1774">
                        <c:v>42578</c:v>
                      </c:pt>
                      <c:pt idx="1775">
                        <c:v>42579</c:v>
                      </c:pt>
                      <c:pt idx="1776">
                        <c:v>42580</c:v>
                      </c:pt>
                      <c:pt idx="1777">
                        <c:v>42582</c:v>
                      </c:pt>
                      <c:pt idx="1778">
                        <c:v>42583</c:v>
                      </c:pt>
                      <c:pt idx="1779">
                        <c:v>42584</c:v>
                      </c:pt>
                      <c:pt idx="1780">
                        <c:v>42585</c:v>
                      </c:pt>
                      <c:pt idx="1781">
                        <c:v>42586</c:v>
                      </c:pt>
                      <c:pt idx="1782">
                        <c:v>42587</c:v>
                      </c:pt>
                      <c:pt idx="1783">
                        <c:v>42590</c:v>
                      </c:pt>
                      <c:pt idx="1784">
                        <c:v>42591</c:v>
                      </c:pt>
                      <c:pt idx="1785">
                        <c:v>42592</c:v>
                      </c:pt>
                      <c:pt idx="1786">
                        <c:v>42593</c:v>
                      </c:pt>
                      <c:pt idx="1787">
                        <c:v>42594</c:v>
                      </c:pt>
                      <c:pt idx="1788">
                        <c:v>42597</c:v>
                      </c:pt>
                      <c:pt idx="1789">
                        <c:v>42598</c:v>
                      </c:pt>
                      <c:pt idx="1790">
                        <c:v>42599</c:v>
                      </c:pt>
                      <c:pt idx="1791">
                        <c:v>42600</c:v>
                      </c:pt>
                      <c:pt idx="1792">
                        <c:v>42601</c:v>
                      </c:pt>
                      <c:pt idx="1793">
                        <c:v>42602</c:v>
                      </c:pt>
                      <c:pt idx="1794">
                        <c:v>42604</c:v>
                      </c:pt>
                      <c:pt idx="1795">
                        <c:v>42605</c:v>
                      </c:pt>
                      <c:pt idx="1796">
                        <c:v>42606</c:v>
                      </c:pt>
                      <c:pt idx="1797">
                        <c:v>42607</c:v>
                      </c:pt>
                      <c:pt idx="1798">
                        <c:v>42608</c:v>
                      </c:pt>
                      <c:pt idx="1799">
                        <c:v>42611</c:v>
                      </c:pt>
                      <c:pt idx="1800">
                        <c:v>42612</c:v>
                      </c:pt>
                      <c:pt idx="1801">
                        <c:v>42613</c:v>
                      </c:pt>
                      <c:pt idx="1802">
                        <c:v>42614</c:v>
                      </c:pt>
                      <c:pt idx="1803">
                        <c:v>42615</c:v>
                      </c:pt>
                      <c:pt idx="1804">
                        <c:v>42618</c:v>
                      </c:pt>
                      <c:pt idx="1805">
                        <c:v>42619</c:v>
                      </c:pt>
                      <c:pt idx="1806">
                        <c:v>42620</c:v>
                      </c:pt>
                      <c:pt idx="1807">
                        <c:v>42621</c:v>
                      </c:pt>
                      <c:pt idx="1808">
                        <c:v>42622</c:v>
                      </c:pt>
                      <c:pt idx="1809">
                        <c:v>42623</c:v>
                      </c:pt>
                      <c:pt idx="1810">
                        <c:v>42625</c:v>
                      </c:pt>
                      <c:pt idx="1811">
                        <c:v>42626</c:v>
                      </c:pt>
                      <c:pt idx="1812">
                        <c:v>42627</c:v>
                      </c:pt>
                      <c:pt idx="1813">
                        <c:v>42628</c:v>
                      </c:pt>
                      <c:pt idx="1814">
                        <c:v>42629</c:v>
                      </c:pt>
                      <c:pt idx="1815">
                        <c:v>42631</c:v>
                      </c:pt>
                      <c:pt idx="1816">
                        <c:v>42632</c:v>
                      </c:pt>
                      <c:pt idx="1817">
                        <c:v>42633</c:v>
                      </c:pt>
                      <c:pt idx="1818">
                        <c:v>42634</c:v>
                      </c:pt>
                      <c:pt idx="1819">
                        <c:v>42635</c:v>
                      </c:pt>
                      <c:pt idx="1820">
                        <c:v>42636</c:v>
                      </c:pt>
                      <c:pt idx="1821">
                        <c:v>42639</c:v>
                      </c:pt>
                      <c:pt idx="1822">
                        <c:v>42640</c:v>
                      </c:pt>
                      <c:pt idx="1823">
                        <c:v>42641</c:v>
                      </c:pt>
                      <c:pt idx="1824">
                        <c:v>42642</c:v>
                      </c:pt>
                      <c:pt idx="1825">
                        <c:v>42643</c:v>
                      </c:pt>
                      <c:pt idx="1826">
                        <c:v>42646</c:v>
                      </c:pt>
                      <c:pt idx="1827">
                        <c:v>42647</c:v>
                      </c:pt>
                      <c:pt idx="1828">
                        <c:v>42648</c:v>
                      </c:pt>
                      <c:pt idx="1829">
                        <c:v>42649</c:v>
                      </c:pt>
                      <c:pt idx="1830">
                        <c:v>42650</c:v>
                      </c:pt>
                      <c:pt idx="1831">
                        <c:v>42651</c:v>
                      </c:pt>
                      <c:pt idx="1832">
                        <c:v>42652</c:v>
                      </c:pt>
                      <c:pt idx="1833">
                        <c:v>42653</c:v>
                      </c:pt>
                      <c:pt idx="1834">
                        <c:v>42654</c:v>
                      </c:pt>
                      <c:pt idx="1835">
                        <c:v>42655</c:v>
                      </c:pt>
                      <c:pt idx="1836">
                        <c:v>42656</c:v>
                      </c:pt>
                      <c:pt idx="1837">
                        <c:v>42657</c:v>
                      </c:pt>
                      <c:pt idx="1838">
                        <c:v>42660</c:v>
                      </c:pt>
                      <c:pt idx="1839">
                        <c:v>42661</c:v>
                      </c:pt>
                      <c:pt idx="1840">
                        <c:v>42662</c:v>
                      </c:pt>
                      <c:pt idx="1841">
                        <c:v>42663</c:v>
                      </c:pt>
                      <c:pt idx="1842">
                        <c:v>42664</c:v>
                      </c:pt>
                      <c:pt idx="1843">
                        <c:v>42667</c:v>
                      </c:pt>
                      <c:pt idx="1844">
                        <c:v>42668</c:v>
                      </c:pt>
                      <c:pt idx="1845">
                        <c:v>42669</c:v>
                      </c:pt>
                      <c:pt idx="1846">
                        <c:v>42670</c:v>
                      </c:pt>
                      <c:pt idx="1847">
                        <c:v>42671</c:v>
                      </c:pt>
                      <c:pt idx="1848">
                        <c:v>42674</c:v>
                      </c:pt>
                      <c:pt idx="1849">
                        <c:v>42675</c:v>
                      </c:pt>
                      <c:pt idx="1850">
                        <c:v>42676</c:v>
                      </c:pt>
                      <c:pt idx="1851">
                        <c:v>42677</c:v>
                      </c:pt>
                      <c:pt idx="1852">
                        <c:v>42678</c:v>
                      </c:pt>
                      <c:pt idx="1853">
                        <c:v>42681</c:v>
                      </c:pt>
                      <c:pt idx="1854">
                        <c:v>42682</c:v>
                      </c:pt>
                      <c:pt idx="1855">
                        <c:v>42683</c:v>
                      </c:pt>
                      <c:pt idx="1856">
                        <c:v>42684</c:v>
                      </c:pt>
                      <c:pt idx="1857">
                        <c:v>42685</c:v>
                      </c:pt>
                      <c:pt idx="1858">
                        <c:v>42688</c:v>
                      </c:pt>
                      <c:pt idx="1859">
                        <c:v>42689</c:v>
                      </c:pt>
                      <c:pt idx="1860">
                        <c:v>42690</c:v>
                      </c:pt>
                      <c:pt idx="1861">
                        <c:v>42691</c:v>
                      </c:pt>
                      <c:pt idx="1862">
                        <c:v>42692</c:v>
                      </c:pt>
                      <c:pt idx="1863">
                        <c:v>42694</c:v>
                      </c:pt>
                      <c:pt idx="1864">
                        <c:v>42695</c:v>
                      </c:pt>
                      <c:pt idx="1865">
                        <c:v>42696</c:v>
                      </c:pt>
                      <c:pt idx="1866">
                        <c:v>42697</c:v>
                      </c:pt>
                      <c:pt idx="1867">
                        <c:v>42698</c:v>
                      </c:pt>
                      <c:pt idx="1868">
                        <c:v>42699</c:v>
                      </c:pt>
                      <c:pt idx="1869">
                        <c:v>42702</c:v>
                      </c:pt>
                      <c:pt idx="1870">
                        <c:v>42703</c:v>
                      </c:pt>
                      <c:pt idx="1871">
                        <c:v>42704</c:v>
                      </c:pt>
                      <c:pt idx="1872">
                        <c:v>42705</c:v>
                      </c:pt>
                      <c:pt idx="1873">
                        <c:v>42706</c:v>
                      </c:pt>
                      <c:pt idx="1874">
                        <c:v>42709</c:v>
                      </c:pt>
                      <c:pt idx="1875">
                        <c:v>42710</c:v>
                      </c:pt>
                      <c:pt idx="1876">
                        <c:v>42711</c:v>
                      </c:pt>
                      <c:pt idx="1877">
                        <c:v>42712</c:v>
                      </c:pt>
                      <c:pt idx="1878">
                        <c:v>42713</c:v>
                      </c:pt>
                      <c:pt idx="1879">
                        <c:v>42714</c:v>
                      </c:pt>
                      <c:pt idx="1880">
                        <c:v>42716</c:v>
                      </c:pt>
                      <c:pt idx="1881">
                        <c:v>42717</c:v>
                      </c:pt>
                      <c:pt idx="1882">
                        <c:v>42718</c:v>
                      </c:pt>
                      <c:pt idx="1883">
                        <c:v>42719</c:v>
                      </c:pt>
                      <c:pt idx="1884">
                        <c:v>42720</c:v>
                      </c:pt>
                      <c:pt idx="1885">
                        <c:v>42723</c:v>
                      </c:pt>
                      <c:pt idx="1886">
                        <c:v>42724</c:v>
                      </c:pt>
                      <c:pt idx="1887">
                        <c:v>42725</c:v>
                      </c:pt>
                      <c:pt idx="1888">
                        <c:v>42726</c:v>
                      </c:pt>
                      <c:pt idx="1889">
                        <c:v>42727</c:v>
                      </c:pt>
                      <c:pt idx="1890">
                        <c:v>42730</c:v>
                      </c:pt>
                      <c:pt idx="1891">
                        <c:v>42731</c:v>
                      </c:pt>
                      <c:pt idx="1892">
                        <c:v>42732</c:v>
                      </c:pt>
                      <c:pt idx="1893">
                        <c:v>42733</c:v>
                      </c:pt>
                      <c:pt idx="1894">
                        <c:v>42734</c:v>
                      </c:pt>
                      <c:pt idx="1895">
                        <c:v>42735</c:v>
                      </c:pt>
                      <c:pt idx="1896">
                        <c:v>42737</c:v>
                      </c:pt>
                      <c:pt idx="1897">
                        <c:v>42738</c:v>
                      </c:pt>
                      <c:pt idx="1898">
                        <c:v>42739</c:v>
                      </c:pt>
                      <c:pt idx="1899">
                        <c:v>42740</c:v>
                      </c:pt>
                      <c:pt idx="1900">
                        <c:v>42741</c:v>
                      </c:pt>
                      <c:pt idx="1901">
                        <c:v>42744</c:v>
                      </c:pt>
                      <c:pt idx="1902">
                        <c:v>42745</c:v>
                      </c:pt>
                      <c:pt idx="1903">
                        <c:v>42746</c:v>
                      </c:pt>
                      <c:pt idx="1904">
                        <c:v>42747</c:v>
                      </c:pt>
                      <c:pt idx="1905">
                        <c:v>42748</c:v>
                      </c:pt>
                      <c:pt idx="1906">
                        <c:v>42751</c:v>
                      </c:pt>
                      <c:pt idx="1907">
                        <c:v>42752</c:v>
                      </c:pt>
                      <c:pt idx="1908">
                        <c:v>42753</c:v>
                      </c:pt>
                      <c:pt idx="1909">
                        <c:v>42754</c:v>
                      </c:pt>
                      <c:pt idx="1910">
                        <c:v>42755</c:v>
                      </c:pt>
                      <c:pt idx="1911">
                        <c:v>42757</c:v>
                      </c:pt>
                      <c:pt idx="1912">
                        <c:v>42758</c:v>
                      </c:pt>
                      <c:pt idx="1913">
                        <c:v>42759</c:v>
                      </c:pt>
                      <c:pt idx="1914">
                        <c:v>42760</c:v>
                      </c:pt>
                      <c:pt idx="1915">
                        <c:v>42761</c:v>
                      </c:pt>
                      <c:pt idx="1916">
                        <c:v>42762</c:v>
                      </c:pt>
                      <c:pt idx="1917">
                        <c:v>42765</c:v>
                      </c:pt>
                      <c:pt idx="1918">
                        <c:v>42766</c:v>
                      </c:pt>
                      <c:pt idx="1919">
                        <c:v>42767</c:v>
                      </c:pt>
                      <c:pt idx="1920">
                        <c:v>42768</c:v>
                      </c:pt>
                      <c:pt idx="1921">
                        <c:v>42769</c:v>
                      </c:pt>
                      <c:pt idx="1922">
                        <c:v>42770</c:v>
                      </c:pt>
                      <c:pt idx="1923">
                        <c:v>42771</c:v>
                      </c:pt>
                      <c:pt idx="1924">
                        <c:v>42772</c:v>
                      </c:pt>
                      <c:pt idx="1925">
                        <c:v>42773</c:v>
                      </c:pt>
                      <c:pt idx="1926">
                        <c:v>42774</c:v>
                      </c:pt>
                      <c:pt idx="1927">
                        <c:v>42775</c:v>
                      </c:pt>
                      <c:pt idx="1928">
                        <c:v>42776</c:v>
                      </c:pt>
                      <c:pt idx="1929">
                        <c:v>42779</c:v>
                      </c:pt>
                      <c:pt idx="1930">
                        <c:v>42780</c:v>
                      </c:pt>
                      <c:pt idx="1931">
                        <c:v>42781</c:v>
                      </c:pt>
                      <c:pt idx="1932">
                        <c:v>42782</c:v>
                      </c:pt>
                      <c:pt idx="1933">
                        <c:v>42783</c:v>
                      </c:pt>
                      <c:pt idx="1934">
                        <c:v>42786</c:v>
                      </c:pt>
                      <c:pt idx="1935">
                        <c:v>42787</c:v>
                      </c:pt>
                      <c:pt idx="1936">
                        <c:v>42788</c:v>
                      </c:pt>
                      <c:pt idx="1937">
                        <c:v>42789</c:v>
                      </c:pt>
                      <c:pt idx="1938">
                        <c:v>42790</c:v>
                      </c:pt>
                      <c:pt idx="1939">
                        <c:v>42793</c:v>
                      </c:pt>
                      <c:pt idx="1940">
                        <c:v>42794</c:v>
                      </c:pt>
                      <c:pt idx="1941">
                        <c:v>42795</c:v>
                      </c:pt>
                      <c:pt idx="1942">
                        <c:v>42796</c:v>
                      </c:pt>
                      <c:pt idx="1943">
                        <c:v>42797</c:v>
                      </c:pt>
                      <c:pt idx="1944">
                        <c:v>42800</c:v>
                      </c:pt>
                      <c:pt idx="1945">
                        <c:v>42801</c:v>
                      </c:pt>
                      <c:pt idx="1946">
                        <c:v>42802</c:v>
                      </c:pt>
                      <c:pt idx="1947">
                        <c:v>42803</c:v>
                      </c:pt>
                      <c:pt idx="1948">
                        <c:v>42804</c:v>
                      </c:pt>
                      <c:pt idx="1949">
                        <c:v>42807</c:v>
                      </c:pt>
                      <c:pt idx="1950">
                        <c:v>42808</c:v>
                      </c:pt>
                      <c:pt idx="1951">
                        <c:v>42809</c:v>
                      </c:pt>
                      <c:pt idx="1952">
                        <c:v>42810</c:v>
                      </c:pt>
                      <c:pt idx="1953">
                        <c:v>42811</c:v>
                      </c:pt>
                      <c:pt idx="1954">
                        <c:v>42814</c:v>
                      </c:pt>
                      <c:pt idx="1955">
                        <c:v>42815</c:v>
                      </c:pt>
                      <c:pt idx="1956">
                        <c:v>42816</c:v>
                      </c:pt>
                      <c:pt idx="1957">
                        <c:v>42817</c:v>
                      </c:pt>
                      <c:pt idx="1958">
                        <c:v>42818</c:v>
                      </c:pt>
                      <c:pt idx="1959">
                        <c:v>42821</c:v>
                      </c:pt>
                      <c:pt idx="1960">
                        <c:v>42822</c:v>
                      </c:pt>
                      <c:pt idx="1961">
                        <c:v>42823</c:v>
                      </c:pt>
                      <c:pt idx="1962">
                        <c:v>42824</c:v>
                      </c:pt>
                      <c:pt idx="1963">
                        <c:v>42825</c:v>
                      </c:pt>
                      <c:pt idx="1964">
                        <c:v>42826</c:v>
                      </c:pt>
                      <c:pt idx="1965">
                        <c:v>42828</c:v>
                      </c:pt>
                      <c:pt idx="1966">
                        <c:v>42829</c:v>
                      </c:pt>
                      <c:pt idx="1967">
                        <c:v>42830</c:v>
                      </c:pt>
                      <c:pt idx="1968">
                        <c:v>42831</c:v>
                      </c:pt>
                      <c:pt idx="1969">
                        <c:v>42832</c:v>
                      </c:pt>
                      <c:pt idx="1970">
                        <c:v>42835</c:v>
                      </c:pt>
                      <c:pt idx="1971">
                        <c:v>42836</c:v>
                      </c:pt>
                      <c:pt idx="1972">
                        <c:v>42837</c:v>
                      </c:pt>
                      <c:pt idx="1973">
                        <c:v>42838</c:v>
                      </c:pt>
                      <c:pt idx="1974">
                        <c:v>42839</c:v>
                      </c:pt>
                      <c:pt idx="1975">
                        <c:v>42842</c:v>
                      </c:pt>
                      <c:pt idx="1976">
                        <c:v>42843</c:v>
                      </c:pt>
                      <c:pt idx="1977">
                        <c:v>42844</c:v>
                      </c:pt>
                      <c:pt idx="1978">
                        <c:v>42845</c:v>
                      </c:pt>
                      <c:pt idx="1979">
                        <c:v>42846</c:v>
                      </c:pt>
                      <c:pt idx="1980">
                        <c:v>42849</c:v>
                      </c:pt>
                      <c:pt idx="1981">
                        <c:v>42850</c:v>
                      </c:pt>
                      <c:pt idx="1982">
                        <c:v>42851</c:v>
                      </c:pt>
                      <c:pt idx="1983">
                        <c:v>42852</c:v>
                      </c:pt>
                      <c:pt idx="1984">
                        <c:v>42853</c:v>
                      </c:pt>
                      <c:pt idx="1985">
                        <c:v>42855</c:v>
                      </c:pt>
                      <c:pt idx="1986">
                        <c:v>42856</c:v>
                      </c:pt>
                      <c:pt idx="1987">
                        <c:v>42857</c:v>
                      </c:pt>
                      <c:pt idx="1988">
                        <c:v>42858</c:v>
                      </c:pt>
                      <c:pt idx="1989">
                        <c:v>42859</c:v>
                      </c:pt>
                      <c:pt idx="1990">
                        <c:v>42860</c:v>
                      </c:pt>
                      <c:pt idx="1991">
                        <c:v>42863</c:v>
                      </c:pt>
                      <c:pt idx="1992">
                        <c:v>42864</c:v>
                      </c:pt>
                      <c:pt idx="1993">
                        <c:v>42865</c:v>
                      </c:pt>
                      <c:pt idx="1994">
                        <c:v>42866</c:v>
                      </c:pt>
                      <c:pt idx="1995">
                        <c:v>42867</c:v>
                      </c:pt>
                      <c:pt idx="1996">
                        <c:v>42870</c:v>
                      </c:pt>
                      <c:pt idx="1997">
                        <c:v>42871</c:v>
                      </c:pt>
                      <c:pt idx="1998">
                        <c:v>42872</c:v>
                      </c:pt>
                      <c:pt idx="1999">
                        <c:v>42873</c:v>
                      </c:pt>
                      <c:pt idx="2000">
                        <c:v>42874</c:v>
                      </c:pt>
                      <c:pt idx="2001">
                        <c:v>42875</c:v>
                      </c:pt>
                      <c:pt idx="2002">
                        <c:v>42877</c:v>
                      </c:pt>
                      <c:pt idx="2003">
                        <c:v>42878</c:v>
                      </c:pt>
                      <c:pt idx="2004">
                        <c:v>42879</c:v>
                      </c:pt>
                      <c:pt idx="2005">
                        <c:v>42880</c:v>
                      </c:pt>
                      <c:pt idx="2006">
                        <c:v>42881</c:v>
                      </c:pt>
                      <c:pt idx="2007">
                        <c:v>42882</c:v>
                      </c:pt>
                      <c:pt idx="2008">
                        <c:v>42884</c:v>
                      </c:pt>
                      <c:pt idx="2009">
                        <c:v>42885</c:v>
                      </c:pt>
                      <c:pt idx="2010">
                        <c:v>42886</c:v>
                      </c:pt>
                      <c:pt idx="2011">
                        <c:v>42887</c:v>
                      </c:pt>
                      <c:pt idx="2012">
                        <c:v>42888</c:v>
                      </c:pt>
                      <c:pt idx="2013">
                        <c:v>42891</c:v>
                      </c:pt>
                      <c:pt idx="2014">
                        <c:v>42892</c:v>
                      </c:pt>
                      <c:pt idx="2015">
                        <c:v>42893</c:v>
                      </c:pt>
                      <c:pt idx="2016">
                        <c:v>42894</c:v>
                      </c:pt>
                      <c:pt idx="2017">
                        <c:v>42895</c:v>
                      </c:pt>
                      <c:pt idx="2018">
                        <c:v>42896</c:v>
                      </c:pt>
                      <c:pt idx="2019">
                        <c:v>42898</c:v>
                      </c:pt>
                      <c:pt idx="2020">
                        <c:v>42899</c:v>
                      </c:pt>
                      <c:pt idx="2021">
                        <c:v>42900</c:v>
                      </c:pt>
                      <c:pt idx="2022">
                        <c:v>42901</c:v>
                      </c:pt>
                      <c:pt idx="2023">
                        <c:v>42902</c:v>
                      </c:pt>
                      <c:pt idx="2024">
                        <c:v>42905</c:v>
                      </c:pt>
                      <c:pt idx="2025">
                        <c:v>42906</c:v>
                      </c:pt>
                      <c:pt idx="2026">
                        <c:v>42907</c:v>
                      </c:pt>
                      <c:pt idx="2027">
                        <c:v>42908</c:v>
                      </c:pt>
                      <c:pt idx="2028">
                        <c:v>42909</c:v>
                      </c:pt>
                      <c:pt idx="2029">
                        <c:v>42912</c:v>
                      </c:pt>
                      <c:pt idx="2030">
                        <c:v>42913</c:v>
                      </c:pt>
                      <c:pt idx="2031">
                        <c:v>42914</c:v>
                      </c:pt>
                      <c:pt idx="2032">
                        <c:v>42915</c:v>
                      </c:pt>
                      <c:pt idx="2033">
                        <c:v>42916</c:v>
                      </c:pt>
                      <c:pt idx="2034">
                        <c:v>42919</c:v>
                      </c:pt>
                      <c:pt idx="2035">
                        <c:v>42920</c:v>
                      </c:pt>
                      <c:pt idx="2036">
                        <c:v>42921</c:v>
                      </c:pt>
                      <c:pt idx="2037">
                        <c:v>42922</c:v>
                      </c:pt>
                      <c:pt idx="2038">
                        <c:v>42923</c:v>
                      </c:pt>
                      <c:pt idx="2039">
                        <c:v>42926</c:v>
                      </c:pt>
                      <c:pt idx="2040">
                        <c:v>42927</c:v>
                      </c:pt>
                      <c:pt idx="2041">
                        <c:v>42928</c:v>
                      </c:pt>
                      <c:pt idx="2042">
                        <c:v>42929</c:v>
                      </c:pt>
                      <c:pt idx="2043">
                        <c:v>42930</c:v>
                      </c:pt>
                      <c:pt idx="2044">
                        <c:v>42933</c:v>
                      </c:pt>
                      <c:pt idx="2045">
                        <c:v>42934</c:v>
                      </c:pt>
                      <c:pt idx="2046">
                        <c:v>42935</c:v>
                      </c:pt>
                      <c:pt idx="2047">
                        <c:v>42936</c:v>
                      </c:pt>
                      <c:pt idx="2048">
                        <c:v>42937</c:v>
                      </c:pt>
                      <c:pt idx="2049">
                        <c:v>42940</c:v>
                      </c:pt>
                      <c:pt idx="2050">
                        <c:v>42941</c:v>
                      </c:pt>
                      <c:pt idx="2051">
                        <c:v>42942</c:v>
                      </c:pt>
                      <c:pt idx="2052">
                        <c:v>42943</c:v>
                      </c:pt>
                      <c:pt idx="2053">
                        <c:v>42944</c:v>
                      </c:pt>
                      <c:pt idx="2054">
                        <c:v>42947</c:v>
                      </c:pt>
                      <c:pt idx="2055">
                        <c:v>42948</c:v>
                      </c:pt>
                      <c:pt idx="2056">
                        <c:v>42949</c:v>
                      </c:pt>
                      <c:pt idx="2057">
                        <c:v>42950</c:v>
                      </c:pt>
                      <c:pt idx="2058">
                        <c:v>42951</c:v>
                      </c:pt>
                      <c:pt idx="2059">
                        <c:v>42954</c:v>
                      </c:pt>
                      <c:pt idx="2060">
                        <c:v>42955</c:v>
                      </c:pt>
                      <c:pt idx="2061">
                        <c:v>42956</c:v>
                      </c:pt>
                      <c:pt idx="2062">
                        <c:v>42957</c:v>
                      </c:pt>
                      <c:pt idx="2063">
                        <c:v>42958</c:v>
                      </c:pt>
                      <c:pt idx="2064">
                        <c:v>42961</c:v>
                      </c:pt>
                      <c:pt idx="2065">
                        <c:v>42962</c:v>
                      </c:pt>
                      <c:pt idx="2066">
                        <c:v>42963</c:v>
                      </c:pt>
                      <c:pt idx="2067">
                        <c:v>42964</c:v>
                      </c:pt>
                      <c:pt idx="2068">
                        <c:v>42965</c:v>
                      </c:pt>
                      <c:pt idx="2069">
                        <c:v>42967</c:v>
                      </c:pt>
                      <c:pt idx="2070">
                        <c:v>42968</c:v>
                      </c:pt>
                      <c:pt idx="2071">
                        <c:v>42969</c:v>
                      </c:pt>
                      <c:pt idx="2072">
                        <c:v>42970</c:v>
                      </c:pt>
                      <c:pt idx="2073">
                        <c:v>42971</c:v>
                      </c:pt>
                      <c:pt idx="2074">
                        <c:v>42972</c:v>
                      </c:pt>
                      <c:pt idx="2075">
                        <c:v>42975</c:v>
                      </c:pt>
                      <c:pt idx="2076">
                        <c:v>42976</c:v>
                      </c:pt>
                      <c:pt idx="2077">
                        <c:v>42977</c:v>
                      </c:pt>
                      <c:pt idx="2078">
                        <c:v>42978</c:v>
                      </c:pt>
                      <c:pt idx="2079">
                        <c:v>42979</c:v>
                      </c:pt>
                      <c:pt idx="2080">
                        <c:v>42982</c:v>
                      </c:pt>
                      <c:pt idx="2081">
                        <c:v>42983</c:v>
                      </c:pt>
                      <c:pt idx="2082">
                        <c:v>42984</c:v>
                      </c:pt>
                      <c:pt idx="2083">
                        <c:v>42985</c:v>
                      </c:pt>
                      <c:pt idx="2084">
                        <c:v>42986</c:v>
                      </c:pt>
                      <c:pt idx="2085">
                        <c:v>42988</c:v>
                      </c:pt>
                      <c:pt idx="2086">
                        <c:v>42989</c:v>
                      </c:pt>
                      <c:pt idx="2087">
                        <c:v>42990</c:v>
                      </c:pt>
                      <c:pt idx="2088">
                        <c:v>42991</c:v>
                      </c:pt>
                      <c:pt idx="2089">
                        <c:v>42992</c:v>
                      </c:pt>
                      <c:pt idx="2090">
                        <c:v>42993</c:v>
                      </c:pt>
                      <c:pt idx="2091">
                        <c:v>42996</c:v>
                      </c:pt>
                      <c:pt idx="2092">
                        <c:v>42997</c:v>
                      </c:pt>
                      <c:pt idx="2093">
                        <c:v>42998</c:v>
                      </c:pt>
                      <c:pt idx="2094">
                        <c:v>42999</c:v>
                      </c:pt>
                      <c:pt idx="2095">
                        <c:v>43000</c:v>
                      </c:pt>
                      <c:pt idx="2096">
                        <c:v>43003</c:v>
                      </c:pt>
                      <c:pt idx="2097">
                        <c:v>43004</c:v>
                      </c:pt>
                      <c:pt idx="2098">
                        <c:v>43005</c:v>
                      </c:pt>
                      <c:pt idx="2099">
                        <c:v>43006</c:v>
                      </c:pt>
                      <c:pt idx="2100">
                        <c:v>43007</c:v>
                      </c:pt>
                      <c:pt idx="2101">
                        <c:v>43008</c:v>
                      </c:pt>
                      <c:pt idx="2102">
                        <c:v>43010</c:v>
                      </c:pt>
                      <c:pt idx="2103">
                        <c:v>43011</c:v>
                      </c:pt>
                      <c:pt idx="2104">
                        <c:v>43012</c:v>
                      </c:pt>
                      <c:pt idx="2105">
                        <c:v>43013</c:v>
                      </c:pt>
                      <c:pt idx="2106">
                        <c:v>43014</c:v>
                      </c:pt>
                      <c:pt idx="2107">
                        <c:v>43017</c:v>
                      </c:pt>
                      <c:pt idx="2108">
                        <c:v>43018</c:v>
                      </c:pt>
                      <c:pt idx="2109">
                        <c:v>43019</c:v>
                      </c:pt>
                      <c:pt idx="2110">
                        <c:v>43020</c:v>
                      </c:pt>
                      <c:pt idx="2111">
                        <c:v>43021</c:v>
                      </c:pt>
                      <c:pt idx="2112">
                        <c:v>43024</c:v>
                      </c:pt>
                      <c:pt idx="2113">
                        <c:v>43025</c:v>
                      </c:pt>
                      <c:pt idx="2114">
                        <c:v>43026</c:v>
                      </c:pt>
                      <c:pt idx="2115">
                        <c:v>43027</c:v>
                      </c:pt>
                      <c:pt idx="2116">
                        <c:v>43028</c:v>
                      </c:pt>
                      <c:pt idx="2117">
                        <c:v>43031</c:v>
                      </c:pt>
                      <c:pt idx="2118">
                        <c:v>43032</c:v>
                      </c:pt>
                      <c:pt idx="2119">
                        <c:v>43033</c:v>
                      </c:pt>
                      <c:pt idx="2120">
                        <c:v>43034</c:v>
                      </c:pt>
                      <c:pt idx="2121">
                        <c:v>43035</c:v>
                      </c:pt>
                      <c:pt idx="2122">
                        <c:v>43038</c:v>
                      </c:pt>
                      <c:pt idx="2123">
                        <c:v>43039</c:v>
                      </c:pt>
                      <c:pt idx="2124">
                        <c:v>43040</c:v>
                      </c:pt>
                      <c:pt idx="2125">
                        <c:v>43041</c:v>
                      </c:pt>
                      <c:pt idx="2126">
                        <c:v>43042</c:v>
                      </c:pt>
                      <c:pt idx="2127">
                        <c:v>43045</c:v>
                      </c:pt>
                      <c:pt idx="2128">
                        <c:v>43046</c:v>
                      </c:pt>
                      <c:pt idx="2129">
                        <c:v>43047</c:v>
                      </c:pt>
                      <c:pt idx="2130">
                        <c:v>43048</c:v>
                      </c:pt>
                      <c:pt idx="2131">
                        <c:v>43049</c:v>
                      </c:pt>
                      <c:pt idx="2132">
                        <c:v>43052</c:v>
                      </c:pt>
                      <c:pt idx="2133">
                        <c:v>43053</c:v>
                      </c:pt>
                      <c:pt idx="2134">
                        <c:v>43054</c:v>
                      </c:pt>
                      <c:pt idx="2135">
                        <c:v>43055</c:v>
                      </c:pt>
                      <c:pt idx="2136">
                        <c:v>43056</c:v>
                      </c:pt>
                      <c:pt idx="2137">
                        <c:v>43059</c:v>
                      </c:pt>
                      <c:pt idx="2138">
                        <c:v>43060</c:v>
                      </c:pt>
                      <c:pt idx="2139">
                        <c:v>43061</c:v>
                      </c:pt>
                      <c:pt idx="2140">
                        <c:v>43062</c:v>
                      </c:pt>
                      <c:pt idx="2141">
                        <c:v>43063</c:v>
                      </c:pt>
                      <c:pt idx="2142">
                        <c:v>43066</c:v>
                      </c:pt>
                      <c:pt idx="2143">
                        <c:v>43067</c:v>
                      </c:pt>
                      <c:pt idx="2144">
                        <c:v>43068</c:v>
                      </c:pt>
                      <c:pt idx="2145">
                        <c:v>43069</c:v>
                      </c:pt>
                      <c:pt idx="2146">
                        <c:v>43070</c:v>
                      </c:pt>
                      <c:pt idx="2147">
                        <c:v>43073</c:v>
                      </c:pt>
                      <c:pt idx="2148">
                        <c:v>43074</c:v>
                      </c:pt>
                      <c:pt idx="2149">
                        <c:v>43075</c:v>
                      </c:pt>
                      <c:pt idx="2150">
                        <c:v>43076</c:v>
                      </c:pt>
                      <c:pt idx="2151">
                        <c:v>43077</c:v>
                      </c:pt>
                      <c:pt idx="2152">
                        <c:v>43079</c:v>
                      </c:pt>
                      <c:pt idx="2153">
                        <c:v>43080</c:v>
                      </c:pt>
                      <c:pt idx="2154">
                        <c:v>43081</c:v>
                      </c:pt>
                      <c:pt idx="2155">
                        <c:v>43082</c:v>
                      </c:pt>
                      <c:pt idx="2156">
                        <c:v>43083</c:v>
                      </c:pt>
                      <c:pt idx="2157">
                        <c:v>43084</c:v>
                      </c:pt>
                      <c:pt idx="2158">
                        <c:v>43087</c:v>
                      </c:pt>
                      <c:pt idx="2159">
                        <c:v>43088</c:v>
                      </c:pt>
                      <c:pt idx="2160">
                        <c:v>43089</c:v>
                      </c:pt>
                      <c:pt idx="2161">
                        <c:v>43090</c:v>
                      </c:pt>
                      <c:pt idx="2162">
                        <c:v>43091</c:v>
                      </c:pt>
                      <c:pt idx="2163">
                        <c:v>43094</c:v>
                      </c:pt>
                      <c:pt idx="2164">
                        <c:v>43095</c:v>
                      </c:pt>
                      <c:pt idx="2165">
                        <c:v>43096</c:v>
                      </c:pt>
                      <c:pt idx="2166">
                        <c:v>43097</c:v>
                      </c:pt>
                      <c:pt idx="2167">
                        <c:v>43098</c:v>
                      </c:pt>
                      <c:pt idx="2168">
                        <c:v>43100</c:v>
                      </c:pt>
                      <c:pt idx="2169">
                        <c:v>43102</c:v>
                      </c:pt>
                      <c:pt idx="2170">
                        <c:v>43103</c:v>
                      </c:pt>
                      <c:pt idx="2171">
                        <c:v>43104</c:v>
                      </c:pt>
                      <c:pt idx="2172">
                        <c:v>43105</c:v>
                      </c:pt>
                      <c:pt idx="2173">
                        <c:v>43108</c:v>
                      </c:pt>
                      <c:pt idx="2174">
                        <c:v>43109</c:v>
                      </c:pt>
                      <c:pt idx="2175">
                        <c:v>43110</c:v>
                      </c:pt>
                      <c:pt idx="2176">
                        <c:v>43111</c:v>
                      </c:pt>
                      <c:pt idx="2177">
                        <c:v>43112</c:v>
                      </c:pt>
                      <c:pt idx="2178">
                        <c:v>43115</c:v>
                      </c:pt>
                      <c:pt idx="2179">
                        <c:v>43116</c:v>
                      </c:pt>
                      <c:pt idx="2180">
                        <c:v>43117</c:v>
                      </c:pt>
                      <c:pt idx="2181">
                        <c:v>43118</c:v>
                      </c:pt>
                      <c:pt idx="2182">
                        <c:v>43119</c:v>
                      </c:pt>
                      <c:pt idx="2183">
                        <c:v>43120</c:v>
                      </c:pt>
                      <c:pt idx="2184">
                        <c:v>43122</c:v>
                      </c:pt>
                      <c:pt idx="2185">
                        <c:v>43123</c:v>
                      </c:pt>
                      <c:pt idx="2186">
                        <c:v>43124</c:v>
                      </c:pt>
                      <c:pt idx="2187">
                        <c:v>43125</c:v>
                      </c:pt>
                      <c:pt idx="2188">
                        <c:v>43126</c:v>
                      </c:pt>
                      <c:pt idx="2189">
                        <c:v>43129</c:v>
                      </c:pt>
                      <c:pt idx="2190">
                        <c:v>43130</c:v>
                      </c:pt>
                      <c:pt idx="2191">
                        <c:v>43131</c:v>
                      </c:pt>
                      <c:pt idx="2192">
                        <c:v>43132</c:v>
                      </c:pt>
                      <c:pt idx="2193">
                        <c:v>43133</c:v>
                      </c:pt>
                      <c:pt idx="2194">
                        <c:v>43136</c:v>
                      </c:pt>
                      <c:pt idx="2195">
                        <c:v>43137</c:v>
                      </c:pt>
                      <c:pt idx="2196">
                        <c:v>43138</c:v>
                      </c:pt>
                      <c:pt idx="2197">
                        <c:v>43139</c:v>
                      </c:pt>
                      <c:pt idx="2198">
                        <c:v>43140</c:v>
                      </c:pt>
                      <c:pt idx="2199">
                        <c:v>43141</c:v>
                      </c:pt>
                      <c:pt idx="2200">
                        <c:v>43142</c:v>
                      </c:pt>
                      <c:pt idx="2201">
                        <c:v>43143</c:v>
                      </c:pt>
                      <c:pt idx="2202">
                        <c:v>43144</c:v>
                      </c:pt>
                      <c:pt idx="2203">
                        <c:v>43145</c:v>
                      </c:pt>
                      <c:pt idx="2204">
                        <c:v>43146</c:v>
                      </c:pt>
                      <c:pt idx="2205">
                        <c:v>43147</c:v>
                      </c:pt>
                      <c:pt idx="2206">
                        <c:v>43150</c:v>
                      </c:pt>
                      <c:pt idx="2207">
                        <c:v>43151</c:v>
                      </c:pt>
                      <c:pt idx="2208">
                        <c:v>43152</c:v>
                      </c:pt>
                      <c:pt idx="2209">
                        <c:v>43153</c:v>
                      </c:pt>
                      <c:pt idx="2210">
                        <c:v>43154</c:v>
                      </c:pt>
                      <c:pt idx="2211">
                        <c:v>43155</c:v>
                      </c:pt>
                      <c:pt idx="2212">
                        <c:v>43157</c:v>
                      </c:pt>
                      <c:pt idx="2213">
                        <c:v>43158</c:v>
                      </c:pt>
                      <c:pt idx="2214">
                        <c:v>43159</c:v>
                      </c:pt>
                      <c:pt idx="2215">
                        <c:v>43160</c:v>
                      </c:pt>
                      <c:pt idx="2216">
                        <c:v>43161</c:v>
                      </c:pt>
                      <c:pt idx="2217">
                        <c:v>43164</c:v>
                      </c:pt>
                      <c:pt idx="2218">
                        <c:v>43165</c:v>
                      </c:pt>
                      <c:pt idx="2219">
                        <c:v>43166</c:v>
                      </c:pt>
                      <c:pt idx="2220">
                        <c:v>43167</c:v>
                      </c:pt>
                      <c:pt idx="2221">
                        <c:v>43168</c:v>
                      </c:pt>
                      <c:pt idx="2222">
                        <c:v>43169</c:v>
                      </c:pt>
                      <c:pt idx="2223">
                        <c:v>43171</c:v>
                      </c:pt>
                      <c:pt idx="2224">
                        <c:v>43172</c:v>
                      </c:pt>
                      <c:pt idx="2225">
                        <c:v>43173</c:v>
                      </c:pt>
                      <c:pt idx="2226">
                        <c:v>43174</c:v>
                      </c:pt>
                      <c:pt idx="2227">
                        <c:v>43175</c:v>
                      </c:pt>
                      <c:pt idx="2228">
                        <c:v>43178</c:v>
                      </c:pt>
                      <c:pt idx="2229">
                        <c:v>43179</c:v>
                      </c:pt>
                      <c:pt idx="2230">
                        <c:v>43180</c:v>
                      </c:pt>
                      <c:pt idx="2231">
                        <c:v>43181</c:v>
                      </c:pt>
                      <c:pt idx="2232">
                        <c:v>43182</c:v>
                      </c:pt>
                      <c:pt idx="2233">
                        <c:v>43185</c:v>
                      </c:pt>
                      <c:pt idx="2234">
                        <c:v>43186</c:v>
                      </c:pt>
                      <c:pt idx="2235">
                        <c:v>43187</c:v>
                      </c:pt>
                      <c:pt idx="2236">
                        <c:v>43188</c:v>
                      </c:pt>
                      <c:pt idx="2237">
                        <c:v>43189</c:v>
                      </c:pt>
                      <c:pt idx="2238">
                        <c:v>43190</c:v>
                      </c:pt>
                      <c:pt idx="2239">
                        <c:v>43192</c:v>
                      </c:pt>
                      <c:pt idx="2240">
                        <c:v>43193</c:v>
                      </c:pt>
                      <c:pt idx="2241">
                        <c:v>43194</c:v>
                      </c:pt>
                      <c:pt idx="2242">
                        <c:v>43196</c:v>
                      </c:pt>
                      <c:pt idx="2243">
                        <c:v>43198</c:v>
                      </c:pt>
                      <c:pt idx="2244">
                        <c:v>43199</c:v>
                      </c:pt>
                      <c:pt idx="2245">
                        <c:v>43200</c:v>
                      </c:pt>
                      <c:pt idx="2246">
                        <c:v>43201</c:v>
                      </c:pt>
                      <c:pt idx="2247">
                        <c:v>43202</c:v>
                      </c:pt>
                      <c:pt idx="2248">
                        <c:v>43203</c:v>
                      </c:pt>
                      <c:pt idx="2249">
                        <c:v>43206</c:v>
                      </c:pt>
                      <c:pt idx="2250">
                        <c:v>43207</c:v>
                      </c:pt>
                      <c:pt idx="2251">
                        <c:v>43208</c:v>
                      </c:pt>
                      <c:pt idx="2252">
                        <c:v>43209</c:v>
                      </c:pt>
                      <c:pt idx="2253">
                        <c:v>43210</c:v>
                      </c:pt>
                      <c:pt idx="2254">
                        <c:v>43213</c:v>
                      </c:pt>
                      <c:pt idx="2255">
                        <c:v>43214</c:v>
                      </c:pt>
                      <c:pt idx="2256">
                        <c:v>43215</c:v>
                      </c:pt>
                      <c:pt idx="2257">
                        <c:v>43216</c:v>
                      </c:pt>
                      <c:pt idx="2258">
                        <c:v>43217</c:v>
                      </c:pt>
                      <c:pt idx="2259">
                        <c:v>43218</c:v>
                      </c:pt>
                      <c:pt idx="2260">
                        <c:v>43220</c:v>
                      </c:pt>
                      <c:pt idx="2261">
                        <c:v>43221</c:v>
                      </c:pt>
                      <c:pt idx="2262">
                        <c:v>43222</c:v>
                      </c:pt>
                      <c:pt idx="2263">
                        <c:v>43223</c:v>
                      </c:pt>
                      <c:pt idx="2264">
                        <c:v>43224</c:v>
                      </c:pt>
                      <c:pt idx="2265">
                        <c:v>43227</c:v>
                      </c:pt>
                      <c:pt idx="2266">
                        <c:v>43228</c:v>
                      </c:pt>
                      <c:pt idx="2267">
                        <c:v>43229</c:v>
                      </c:pt>
                      <c:pt idx="2268">
                        <c:v>43230</c:v>
                      </c:pt>
                      <c:pt idx="2269">
                        <c:v>43231</c:v>
                      </c:pt>
                      <c:pt idx="2270">
                        <c:v>43234</c:v>
                      </c:pt>
                      <c:pt idx="2271">
                        <c:v>43235</c:v>
                      </c:pt>
                      <c:pt idx="2272">
                        <c:v>43236</c:v>
                      </c:pt>
                      <c:pt idx="2273">
                        <c:v>43237</c:v>
                      </c:pt>
                      <c:pt idx="2274">
                        <c:v>43238</c:v>
                      </c:pt>
                      <c:pt idx="2275">
                        <c:v>43240</c:v>
                      </c:pt>
                      <c:pt idx="2276">
                        <c:v>43241</c:v>
                      </c:pt>
                      <c:pt idx="2277">
                        <c:v>43242</c:v>
                      </c:pt>
                      <c:pt idx="2278">
                        <c:v>43243</c:v>
                      </c:pt>
                      <c:pt idx="2279">
                        <c:v>43244</c:v>
                      </c:pt>
                      <c:pt idx="2280">
                        <c:v>43245</c:v>
                      </c:pt>
                      <c:pt idx="2281">
                        <c:v>43248</c:v>
                      </c:pt>
                      <c:pt idx="2282">
                        <c:v>43249</c:v>
                      </c:pt>
                      <c:pt idx="2283">
                        <c:v>43250</c:v>
                      </c:pt>
                      <c:pt idx="2284">
                        <c:v>43251</c:v>
                      </c:pt>
                      <c:pt idx="2285">
                        <c:v>43252</c:v>
                      </c:pt>
                      <c:pt idx="2286">
                        <c:v>43255</c:v>
                      </c:pt>
                      <c:pt idx="2287">
                        <c:v>43256</c:v>
                      </c:pt>
                      <c:pt idx="2288">
                        <c:v>43257</c:v>
                      </c:pt>
                      <c:pt idx="2289">
                        <c:v>43258</c:v>
                      </c:pt>
                      <c:pt idx="2290">
                        <c:v>43259</c:v>
                      </c:pt>
                      <c:pt idx="2291">
                        <c:v>43261</c:v>
                      </c:pt>
                      <c:pt idx="2292">
                        <c:v>43262</c:v>
                      </c:pt>
                      <c:pt idx="2293">
                        <c:v>43263</c:v>
                      </c:pt>
                      <c:pt idx="2294">
                        <c:v>43264</c:v>
                      </c:pt>
                      <c:pt idx="2295">
                        <c:v>43265</c:v>
                      </c:pt>
                      <c:pt idx="2296">
                        <c:v>43266</c:v>
                      </c:pt>
                      <c:pt idx="2297">
                        <c:v>43269</c:v>
                      </c:pt>
                      <c:pt idx="2298">
                        <c:v>43270</c:v>
                      </c:pt>
                      <c:pt idx="2299">
                        <c:v>43271</c:v>
                      </c:pt>
                      <c:pt idx="2300">
                        <c:v>43272</c:v>
                      </c:pt>
                      <c:pt idx="2301">
                        <c:v>43273</c:v>
                      </c:pt>
                      <c:pt idx="2302">
                        <c:v>43276</c:v>
                      </c:pt>
                      <c:pt idx="2303">
                        <c:v>43277</c:v>
                      </c:pt>
                      <c:pt idx="2304">
                        <c:v>43278</c:v>
                      </c:pt>
                      <c:pt idx="2305">
                        <c:v>43279</c:v>
                      </c:pt>
                      <c:pt idx="2306">
                        <c:v>43280</c:v>
                      </c:pt>
                      <c:pt idx="2307">
                        <c:v>43281</c:v>
                      </c:pt>
                      <c:pt idx="2308">
                        <c:v>43283</c:v>
                      </c:pt>
                      <c:pt idx="2309">
                        <c:v>43284</c:v>
                      </c:pt>
                      <c:pt idx="2310">
                        <c:v>43285</c:v>
                      </c:pt>
                      <c:pt idx="2311">
                        <c:v>43286</c:v>
                      </c:pt>
                      <c:pt idx="2312">
                        <c:v>43287</c:v>
                      </c:pt>
                      <c:pt idx="2313">
                        <c:v>43290</c:v>
                      </c:pt>
                      <c:pt idx="2314">
                        <c:v>43291</c:v>
                      </c:pt>
                      <c:pt idx="2315">
                        <c:v>43292</c:v>
                      </c:pt>
                      <c:pt idx="2316">
                        <c:v>43293</c:v>
                      </c:pt>
                      <c:pt idx="2317">
                        <c:v>43294</c:v>
                      </c:pt>
                      <c:pt idx="2318">
                        <c:v>43297</c:v>
                      </c:pt>
                      <c:pt idx="2319">
                        <c:v>43298</c:v>
                      </c:pt>
                      <c:pt idx="2320">
                        <c:v>43299</c:v>
                      </c:pt>
                      <c:pt idx="2321">
                        <c:v>43300</c:v>
                      </c:pt>
                      <c:pt idx="2322">
                        <c:v>43301</c:v>
                      </c:pt>
                      <c:pt idx="2323">
                        <c:v>43304</c:v>
                      </c:pt>
                      <c:pt idx="2324">
                        <c:v>43305</c:v>
                      </c:pt>
                      <c:pt idx="2325">
                        <c:v>43306</c:v>
                      </c:pt>
                      <c:pt idx="2326">
                        <c:v>43307</c:v>
                      </c:pt>
                      <c:pt idx="2327">
                        <c:v>43308</c:v>
                      </c:pt>
                      <c:pt idx="2328">
                        <c:v>43311</c:v>
                      </c:pt>
                      <c:pt idx="2329">
                        <c:v>43312</c:v>
                      </c:pt>
                      <c:pt idx="2330">
                        <c:v>43313</c:v>
                      </c:pt>
                      <c:pt idx="2331">
                        <c:v>43314</c:v>
                      </c:pt>
                      <c:pt idx="2332">
                        <c:v>43315</c:v>
                      </c:pt>
                      <c:pt idx="2333">
                        <c:v>43318</c:v>
                      </c:pt>
                      <c:pt idx="2334">
                        <c:v>43319</c:v>
                      </c:pt>
                      <c:pt idx="2335">
                        <c:v>43320</c:v>
                      </c:pt>
                      <c:pt idx="2336">
                        <c:v>43321</c:v>
                      </c:pt>
                      <c:pt idx="2337">
                        <c:v>43322</c:v>
                      </c:pt>
                      <c:pt idx="2338">
                        <c:v>43325</c:v>
                      </c:pt>
                      <c:pt idx="2339">
                        <c:v>43326</c:v>
                      </c:pt>
                      <c:pt idx="2340">
                        <c:v>43327</c:v>
                      </c:pt>
                      <c:pt idx="2341">
                        <c:v>43328</c:v>
                      </c:pt>
                      <c:pt idx="2342">
                        <c:v>43329</c:v>
                      </c:pt>
                      <c:pt idx="2343">
                        <c:v>43332</c:v>
                      </c:pt>
                      <c:pt idx="2344">
                        <c:v>43333</c:v>
                      </c:pt>
                      <c:pt idx="2345">
                        <c:v>43334</c:v>
                      </c:pt>
                      <c:pt idx="2346">
                        <c:v>43335</c:v>
                      </c:pt>
                      <c:pt idx="2347">
                        <c:v>43336</c:v>
                      </c:pt>
                      <c:pt idx="2348">
                        <c:v>43339</c:v>
                      </c:pt>
                      <c:pt idx="2349">
                        <c:v>43340</c:v>
                      </c:pt>
                      <c:pt idx="2350">
                        <c:v>43341</c:v>
                      </c:pt>
                      <c:pt idx="2351">
                        <c:v>43342</c:v>
                      </c:pt>
                      <c:pt idx="2352">
                        <c:v>43343</c:v>
                      </c:pt>
                      <c:pt idx="2353">
                        <c:v>43346</c:v>
                      </c:pt>
                      <c:pt idx="2354">
                        <c:v>43347</c:v>
                      </c:pt>
                      <c:pt idx="2355">
                        <c:v>43348</c:v>
                      </c:pt>
                      <c:pt idx="2356">
                        <c:v>43349</c:v>
                      </c:pt>
                      <c:pt idx="2357">
                        <c:v>43350</c:v>
                      </c:pt>
                      <c:pt idx="2358">
                        <c:v>43353</c:v>
                      </c:pt>
                      <c:pt idx="2359">
                        <c:v>43354</c:v>
                      </c:pt>
                      <c:pt idx="2360">
                        <c:v>43355</c:v>
                      </c:pt>
                      <c:pt idx="2361">
                        <c:v>43356</c:v>
                      </c:pt>
                      <c:pt idx="2362">
                        <c:v>43357</c:v>
                      </c:pt>
                      <c:pt idx="2363">
                        <c:v>43360</c:v>
                      </c:pt>
                      <c:pt idx="2364">
                        <c:v>43361</c:v>
                      </c:pt>
                      <c:pt idx="2365">
                        <c:v>43362</c:v>
                      </c:pt>
                      <c:pt idx="2366">
                        <c:v>43363</c:v>
                      </c:pt>
                      <c:pt idx="2367">
                        <c:v>43364</c:v>
                      </c:pt>
                      <c:pt idx="2368">
                        <c:v>43367</c:v>
                      </c:pt>
                      <c:pt idx="2369">
                        <c:v>43368</c:v>
                      </c:pt>
                      <c:pt idx="2370">
                        <c:v>43369</c:v>
                      </c:pt>
                      <c:pt idx="2371">
                        <c:v>43370</c:v>
                      </c:pt>
                      <c:pt idx="2372">
                        <c:v>43371</c:v>
                      </c:pt>
                      <c:pt idx="2373">
                        <c:v>43372</c:v>
                      </c:pt>
                      <c:pt idx="2374">
                        <c:v>43373</c:v>
                      </c:pt>
                      <c:pt idx="2375">
                        <c:v>43374</c:v>
                      </c:pt>
                      <c:pt idx="2376">
                        <c:v>43375</c:v>
                      </c:pt>
                      <c:pt idx="2377">
                        <c:v>43376</c:v>
                      </c:pt>
                      <c:pt idx="2378">
                        <c:v>43377</c:v>
                      </c:pt>
                      <c:pt idx="2379">
                        <c:v>43378</c:v>
                      </c:pt>
                      <c:pt idx="2380">
                        <c:v>43381</c:v>
                      </c:pt>
                      <c:pt idx="2381">
                        <c:v>43382</c:v>
                      </c:pt>
                      <c:pt idx="2382">
                        <c:v>43383</c:v>
                      </c:pt>
                      <c:pt idx="2383">
                        <c:v>43384</c:v>
                      </c:pt>
                      <c:pt idx="2384">
                        <c:v>43385</c:v>
                      </c:pt>
                      <c:pt idx="2385">
                        <c:v>43388</c:v>
                      </c:pt>
                      <c:pt idx="2386">
                        <c:v>43389</c:v>
                      </c:pt>
                      <c:pt idx="2387">
                        <c:v>43390</c:v>
                      </c:pt>
                      <c:pt idx="2388">
                        <c:v>43391</c:v>
                      </c:pt>
                      <c:pt idx="2389">
                        <c:v>43392</c:v>
                      </c:pt>
                      <c:pt idx="2390">
                        <c:v>43393</c:v>
                      </c:pt>
                      <c:pt idx="2391">
                        <c:v>43395</c:v>
                      </c:pt>
                      <c:pt idx="2392">
                        <c:v>43396</c:v>
                      </c:pt>
                      <c:pt idx="2393">
                        <c:v>43397</c:v>
                      </c:pt>
                      <c:pt idx="2394">
                        <c:v>43398</c:v>
                      </c:pt>
                      <c:pt idx="2395">
                        <c:v>43399</c:v>
                      </c:pt>
                      <c:pt idx="2396">
                        <c:v>43402</c:v>
                      </c:pt>
                      <c:pt idx="2397">
                        <c:v>43403</c:v>
                      </c:pt>
                      <c:pt idx="2398">
                        <c:v>43404</c:v>
                      </c:pt>
                      <c:pt idx="2399">
                        <c:v>43405</c:v>
                      </c:pt>
                      <c:pt idx="2400">
                        <c:v>43406</c:v>
                      </c:pt>
                      <c:pt idx="2401">
                        <c:v>43409</c:v>
                      </c:pt>
                      <c:pt idx="2402">
                        <c:v>43410</c:v>
                      </c:pt>
                      <c:pt idx="2403">
                        <c:v>43411</c:v>
                      </c:pt>
                      <c:pt idx="2404">
                        <c:v>43412</c:v>
                      </c:pt>
                      <c:pt idx="2405">
                        <c:v>43413</c:v>
                      </c:pt>
                      <c:pt idx="2406">
                        <c:v>43414</c:v>
                      </c:pt>
                      <c:pt idx="2407">
                        <c:v>43416</c:v>
                      </c:pt>
                      <c:pt idx="2408">
                        <c:v>43417</c:v>
                      </c:pt>
                      <c:pt idx="2409">
                        <c:v>43418</c:v>
                      </c:pt>
                      <c:pt idx="2410">
                        <c:v>43419</c:v>
                      </c:pt>
                      <c:pt idx="2411">
                        <c:v>43420</c:v>
                      </c:pt>
                      <c:pt idx="2412">
                        <c:v>43423</c:v>
                      </c:pt>
                      <c:pt idx="2413">
                        <c:v>43424</c:v>
                      </c:pt>
                      <c:pt idx="2414">
                        <c:v>43425</c:v>
                      </c:pt>
                      <c:pt idx="2415">
                        <c:v>43426</c:v>
                      </c:pt>
                      <c:pt idx="2416">
                        <c:v>43427</c:v>
                      </c:pt>
                      <c:pt idx="2417">
                        <c:v>43430</c:v>
                      </c:pt>
                      <c:pt idx="2418">
                        <c:v>43431</c:v>
                      </c:pt>
                      <c:pt idx="2419">
                        <c:v>43432</c:v>
                      </c:pt>
                      <c:pt idx="2420">
                        <c:v>43433</c:v>
                      </c:pt>
                      <c:pt idx="2421">
                        <c:v>43434</c:v>
                      </c:pt>
                      <c:pt idx="2422">
                        <c:v>43437</c:v>
                      </c:pt>
                      <c:pt idx="2423">
                        <c:v>43438</c:v>
                      </c:pt>
                      <c:pt idx="2424">
                        <c:v>43439</c:v>
                      </c:pt>
                      <c:pt idx="2425">
                        <c:v>43440</c:v>
                      </c:pt>
                      <c:pt idx="2426">
                        <c:v>43441</c:v>
                      </c:pt>
                      <c:pt idx="2427">
                        <c:v>43444</c:v>
                      </c:pt>
                      <c:pt idx="2428">
                        <c:v>43445</c:v>
                      </c:pt>
                      <c:pt idx="2429">
                        <c:v>43446</c:v>
                      </c:pt>
                      <c:pt idx="2430">
                        <c:v>43447</c:v>
                      </c:pt>
                      <c:pt idx="2431">
                        <c:v>43448</c:v>
                      </c:pt>
                      <c:pt idx="2432">
                        <c:v>43451</c:v>
                      </c:pt>
                      <c:pt idx="2433">
                        <c:v>43452</c:v>
                      </c:pt>
                      <c:pt idx="2434">
                        <c:v>43453</c:v>
                      </c:pt>
                      <c:pt idx="2435">
                        <c:v>43454</c:v>
                      </c:pt>
                      <c:pt idx="2436">
                        <c:v>43455</c:v>
                      </c:pt>
                      <c:pt idx="2437">
                        <c:v>43458</c:v>
                      </c:pt>
                      <c:pt idx="2438">
                        <c:v>43459</c:v>
                      </c:pt>
                      <c:pt idx="2439">
                        <c:v>43460</c:v>
                      </c:pt>
                      <c:pt idx="2440">
                        <c:v>43461</c:v>
                      </c:pt>
                      <c:pt idx="2441">
                        <c:v>43462</c:v>
                      </c:pt>
                      <c:pt idx="2442">
                        <c:v>43463</c:v>
                      </c:pt>
                      <c:pt idx="2443">
                        <c:v>43465</c:v>
                      </c:pt>
                      <c:pt idx="2444">
                        <c:v>43467</c:v>
                      </c:pt>
                      <c:pt idx="2445">
                        <c:v>43468</c:v>
                      </c:pt>
                      <c:pt idx="2446">
                        <c:v>43469</c:v>
                      </c:pt>
                      <c:pt idx="2447">
                        <c:v>43472</c:v>
                      </c:pt>
                      <c:pt idx="2448">
                        <c:v>43473</c:v>
                      </c:pt>
                      <c:pt idx="2449">
                        <c:v>43474</c:v>
                      </c:pt>
                      <c:pt idx="2450">
                        <c:v>43475</c:v>
                      </c:pt>
                      <c:pt idx="2451">
                        <c:v>43476</c:v>
                      </c:pt>
                      <c:pt idx="2452">
                        <c:v>43479</c:v>
                      </c:pt>
                      <c:pt idx="2453">
                        <c:v>43480</c:v>
                      </c:pt>
                      <c:pt idx="2454">
                        <c:v>43481</c:v>
                      </c:pt>
                      <c:pt idx="2455">
                        <c:v>43482</c:v>
                      </c:pt>
                      <c:pt idx="2456">
                        <c:v>43483</c:v>
                      </c:pt>
                      <c:pt idx="2457">
                        <c:v>43485</c:v>
                      </c:pt>
                      <c:pt idx="2458">
                        <c:v>43486</c:v>
                      </c:pt>
                      <c:pt idx="2459">
                        <c:v>43487</c:v>
                      </c:pt>
                      <c:pt idx="2460">
                        <c:v>43488</c:v>
                      </c:pt>
                      <c:pt idx="2461">
                        <c:v>43489</c:v>
                      </c:pt>
                      <c:pt idx="2462">
                        <c:v>43490</c:v>
                      </c:pt>
                      <c:pt idx="2463">
                        <c:v>43493</c:v>
                      </c:pt>
                      <c:pt idx="2464">
                        <c:v>43494</c:v>
                      </c:pt>
                      <c:pt idx="2465">
                        <c:v>43495</c:v>
                      </c:pt>
                      <c:pt idx="2466">
                        <c:v>43496</c:v>
                      </c:pt>
                      <c:pt idx="2467">
                        <c:v>43497</c:v>
                      </c:pt>
                      <c:pt idx="2468">
                        <c:v>43498</c:v>
                      </c:pt>
                      <c:pt idx="2469">
                        <c:v>43499</c:v>
                      </c:pt>
                      <c:pt idx="2470">
                        <c:v>43500</c:v>
                      </c:pt>
                      <c:pt idx="2471">
                        <c:v>43501</c:v>
                      </c:pt>
                      <c:pt idx="2472">
                        <c:v>43502</c:v>
                      </c:pt>
                      <c:pt idx="2473">
                        <c:v>43503</c:v>
                      </c:pt>
                      <c:pt idx="2474">
                        <c:v>43504</c:v>
                      </c:pt>
                      <c:pt idx="2475">
                        <c:v>43507</c:v>
                      </c:pt>
                      <c:pt idx="2476">
                        <c:v>43508</c:v>
                      </c:pt>
                      <c:pt idx="2477">
                        <c:v>43509</c:v>
                      </c:pt>
                      <c:pt idx="2478">
                        <c:v>43510</c:v>
                      </c:pt>
                      <c:pt idx="2479">
                        <c:v>43511</c:v>
                      </c:pt>
                      <c:pt idx="2480">
                        <c:v>43514</c:v>
                      </c:pt>
                      <c:pt idx="2481">
                        <c:v>43515</c:v>
                      </c:pt>
                      <c:pt idx="2482">
                        <c:v>43516</c:v>
                      </c:pt>
                      <c:pt idx="2483">
                        <c:v>43517</c:v>
                      </c:pt>
                      <c:pt idx="2484">
                        <c:v>43518</c:v>
                      </c:pt>
                      <c:pt idx="2485">
                        <c:v>43521</c:v>
                      </c:pt>
                      <c:pt idx="2486">
                        <c:v>43522</c:v>
                      </c:pt>
                      <c:pt idx="2487">
                        <c:v>43523</c:v>
                      </c:pt>
                      <c:pt idx="2488">
                        <c:v>43524</c:v>
                      </c:pt>
                      <c:pt idx="2489">
                        <c:v>43525</c:v>
                      </c:pt>
                      <c:pt idx="2490">
                        <c:v>43528</c:v>
                      </c:pt>
                      <c:pt idx="2491">
                        <c:v>43529</c:v>
                      </c:pt>
                      <c:pt idx="2492">
                        <c:v>43530</c:v>
                      </c:pt>
                      <c:pt idx="2493">
                        <c:v>43531</c:v>
                      </c:pt>
                      <c:pt idx="2494">
                        <c:v>43532</c:v>
                      </c:pt>
                      <c:pt idx="2495">
                        <c:v>43534</c:v>
                      </c:pt>
                      <c:pt idx="2496">
                        <c:v>43535</c:v>
                      </c:pt>
                      <c:pt idx="2497">
                        <c:v>43536</c:v>
                      </c:pt>
                      <c:pt idx="2498">
                        <c:v>43537</c:v>
                      </c:pt>
                      <c:pt idx="2499">
                        <c:v>43538</c:v>
                      </c:pt>
                      <c:pt idx="2500">
                        <c:v>43539</c:v>
                      </c:pt>
                      <c:pt idx="2501">
                        <c:v>43542</c:v>
                      </c:pt>
                      <c:pt idx="2502">
                        <c:v>43543</c:v>
                      </c:pt>
                      <c:pt idx="2503">
                        <c:v>43544</c:v>
                      </c:pt>
                      <c:pt idx="2504">
                        <c:v>43545</c:v>
                      </c:pt>
                      <c:pt idx="2505">
                        <c:v>43546</c:v>
                      </c:pt>
                      <c:pt idx="2506">
                        <c:v>43549</c:v>
                      </c:pt>
                      <c:pt idx="2507">
                        <c:v>43550</c:v>
                      </c:pt>
                      <c:pt idx="2508">
                        <c:v>43551</c:v>
                      </c:pt>
                      <c:pt idx="2509">
                        <c:v>43552</c:v>
                      </c:pt>
                      <c:pt idx="2510">
                        <c:v>43553</c:v>
                      </c:pt>
                      <c:pt idx="2511">
                        <c:v>43555</c:v>
                      </c:pt>
                      <c:pt idx="2512">
                        <c:v>43556</c:v>
                      </c:pt>
                      <c:pt idx="2513">
                        <c:v>43557</c:v>
                      </c:pt>
                      <c:pt idx="2514">
                        <c:v>43558</c:v>
                      </c:pt>
                      <c:pt idx="2515">
                        <c:v>43559</c:v>
                      </c:pt>
                      <c:pt idx="2516">
                        <c:v>43560</c:v>
                      </c:pt>
                      <c:pt idx="2517">
                        <c:v>43563</c:v>
                      </c:pt>
                      <c:pt idx="2518">
                        <c:v>43564</c:v>
                      </c:pt>
                      <c:pt idx="2519">
                        <c:v>43565</c:v>
                      </c:pt>
                      <c:pt idx="2520">
                        <c:v>43566</c:v>
                      </c:pt>
                      <c:pt idx="2521">
                        <c:v>43567</c:v>
                      </c:pt>
                      <c:pt idx="2522">
                        <c:v>43570</c:v>
                      </c:pt>
                      <c:pt idx="2523">
                        <c:v>43571</c:v>
                      </c:pt>
                      <c:pt idx="2524">
                        <c:v>43572</c:v>
                      </c:pt>
                      <c:pt idx="2525">
                        <c:v>43573</c:v>
                      </c:pt>
                      <c:pt idx="2526">
                        <c:v>43574</c:v>
                      </c:pt>
                      <c:pt idx="2527">
                        <c:v>43575</c:v>
                      </c:pt>
                      <c:pt idx="2528">
                        <c:v>43577</c:v>
                      </c:pt>
                      <c:pt idx="2529">
                        <c:v>43578</c:v>
                      </c:pt>
                      <c:pt idx="2530">
                        <c:v>43579</c:v>
                      </c:pt>
                      <c:pt idx="2531">
                        <c:v>43580</c:v>
                      </c:pt>
                      <c:pt idx="2532">
                        <c:v>43581</c:v>
                      </c:pt>
                      <c:pt idx="2533">
                        <c:v>43583</c:v>
                      </c:pt>
                      <c:pt idx="2534">
                        <c:v>43584</c:v>
                      </c:pt>
                      <c:pt idx="2535">
                        <c:v>43585</c:v>
                      </c:pt>
                      <c:pt idx="2536">
                        <c:v>43586</c:v>
                      </c:pt>
                      <c:pt idx="2537">
                        <c:v>43587</c:v>
                      </c:pt>
                      <c:pt idx="2538">
                        <c:v>43588</c:v>
                      </c:pt>
                      <c:pt idx="2539">
                        <c:v>43590</c:v>
                      </c:pt>
                      <c:pt idx="2540">
                        <c:v>43591</c:v>
                      </c:pt>
                      <c:pt idx="2541">
                        <c:v>43592</c:v>
                      </c:pt>
                      <c:pt idx="2542">
                        <c:v>43593</c:v>
                      </c:pt>
                      <c:pt idx="2543">
                        <c:v>43594</c:v>
                      </c:pt>
                      <c:pt idx="2544">
                        <c:v>43595</c:v>
                      </c:pt>
                      <c:pt idx="2545">
                        <c:v>43598</c:v>
                      </c:pt>
                      <c:pt idx="2546">
                        <c:v>43599</c:v>
                      </c:pt>
                      <c:pt idx="2547">
                        <c:v>43600</c:v>
                      </c:pt>
                      <c:pt idx="2548">
                        <c:v>43601</c:v>
                      </c:pt>
                      <c:pt idx="2549">
                        <c:v>43602</c:v>
                      </c:pt>
                      <c:pt idx="2550">
                        <c:v>43605</c:v>
                      </c:pt>
                      <c:pt idx="2551">
                        <c:v>43606</c:v>
                      </c:pt>
                      <c:pt idx="2552">
                        <c:v>43607</c:v>
                      </c:pt>
                      <c:pt idx="2553">
                        <c:v>43608</c:v>
                      </c:pt>
                      <c:pt idx="2554">
                        <c:v>43609</c:v>
                      </c:pt>
                      <c:pt idx="2555">
                        <c:v>43612</c:v>
                      </c:pt>
                      <c:pt idx="2556">
                        <c:v>43613</c:v>
                      </c:pt>
                      <c:pt idx="2557">
                        <c:v>43614</c:v>
                      </c:pt>
                      <c:pt idx="2558">
                        <c:v>43615</c:v>
                      </c:pt>
                      <c:pt idx="2559">
                        <c:v>43616</c:v>
                      </c:pt>
                      <c:pt idx="2560">
                        <c:v>43619</c:v>
                      </c:pt>
                      <c:pt idx="2561">
                        <c:v>43620</c:v>
                      </c:pt>
                      <c:pt idx="2562">
                        <c:v>43621</c:v>
                      </c:pt>
                      <c:pt idx="2563">
                        <c:v>43622</c:v>
                      </c:pt>
                      <c:pt idx="2564">
                        <c:v>43623</c:v>
                      </c:pt>
                      <c:pt idx="2565">
                        <c:v>43626</c:v>
                      </c:pt>
                      <c:pt idx="2566">
                        <c:v>43627</c:v>
                      </c:pt>
                      <c:pt idx="2567">
                        <c:v>43628</c:v>
                      </c:pt>
                      <c:pt idx="2568">
                        <c:v>43629</c:v>
                      </c:pt>
                      <c:pt idx="2569">
                        <c:v>43630</c:v>
                      </c:pt>
                      <c:pt idx="2570">
                        <c:v>43633</c:v>
                      </c:pt>
                      <c:pt idx="2571">
                        <c:v>43634</c:v>
                      </c:pt>
                      <c:pt idx="2572">
                        <c:v>43635</c:v>
                      </c:pt>
                      <c:pt idx="2573">
                        <c:v>43636</c:v>
                      </c:pt>
                      <c:pt idx="2574">
                        <c:v>43637</c:v>
                      </c:pt>
                      <c:pt idx="2575">
                        <c:v>43640</c:v>
                      </c:pt>
                      <c:pt idx="2576">
                        <c:v>43641</c:v>
                      </c:pt>
                      <c:pt idx="2577">
                        <c:v>43642</c:v>
                      </c:pt>
                      <c:pt idx="2578">
                        <c:v>43643</c:v>
                      </c:pt>
                      <c:pt idx="2579">
                        <c:v>43644</c:v>
                      </c:pt>
                      <c:pt idx="2580">
                        <c:v>43646</c:v>
                      </c:pt>
                      <c:pt idx="2581">
                        <c:v>43647</c:v>
                      </c:pt>
                      <c:pt idx="2582">
                        <c:v>43648</c:v>
                      </c:pt>
                      <c:pt idx="2583">
                        <c:v>43649</c:v>
                      </c:pt>
                      <c:pt idx="2584">
                        <c:v>43650</c:v>
                      </c:pt>
                      <c:pt idx="2585">
                        <c:v>43651</c:v>
                      </c:pt>
                      <c:pt idx="2586">
                        <c:v>43654</c:v>
                      </c:pt>
                      <c:pt idx="2587">
                        <c:v>43655</c:v>
                      </c:pt>
                      <c:pt idx="2588">
                        <c:v>43656</c:v>
                      </c:pt>
                      <c:pt idx="2589">
                        <c:v>43657</c:v>
                      </c:pt>
                      <c:pt idx="2590">
                        <c:v>43658</c:v>
                      </c:pt>
                      <c:pt idx="2591">
                        <c:v>43661</c:v>
                      </c:pt>
                      <c:pt idx="2592">
                        <c:v>43662</c:v>
                      </c:pt>
                      <c:pt idx="2593">
                        <c:v>43663</c:v>
                      </c:pt>
                      <c:pt idx="2594">
                        <c:v>43664</c:v>
                      </c:pt>
                      <c:pt idx="2595">
                        <c:v>43665</c:v>
                      </c:pt>
                      <c:pt idx="2596">
                        <c:v>43666</c:v>
                      </c:pt>
                      <c:pt idx="2597">
                        <c:v>43668</c:v>
                      </c:pt>
                      <c:pt idx="2598">
                        <c:v>43669</c:v>
                      </c:pt>
                      <c:pt idx="2599">
                        <c:v>43670</c:v>
                      </c:pt>
                      <c:pt idx="2600">
                        <c:v>43671</c:v>
                      </c:pt>
                      <c:pt idx="2601">
                        <c:v>43672</c:v>
                      </c:pt>
                      <c:pt idx="2602">
                        <c:v>43675</c:v>
                      </c:pt>
                      <c:pt idx="2603">
                        <c:v>43676</c:v>
                      </c:pt>
                      <c:pt idx="2604">
                        <c:v>43677</c:v>
                      </c:pt>
                      <c:pt idx="2605">
                        <c:v>43678</c:v>
                      </c:pt>
                      <c:pt idx="2606">
                        <c:v>43679</c:v>
                      </c:pt>
                      <c:pt idx="2607">
                        <c:v>43682</c:v>
                      </c:pt>
                      <c:pt idx="2608">
                        <c:v>43683</c:v>
                      </c:pt>
                      <c:pt idx="2609">
                        <c:v>43684</c:v>
                      </c:pt>
                      <c:pt idx="2610">
                        <c:v>43685</c:v>
                      </c:pt>
                      <c:pt idx="2611">
                        <c:v>43686</c:v>
                      </c:pt>
                      <c:pt idx="2612">
                        <c:v>43687</c:v>
                      </c:pt>
                      <c:pt idx="2613">
                        <c:v>43689</c:v>
                      </c:pt>
                      <c:pt idx="2614">
                        <c:v>43690</c:v>
                      </c:pt>
                      <c:pt idx="2615">
                        <c:v>43691</c:v>
                      </c:pt>
                      <c:pt idx="2616">
                        <c:v>43692</c:v>
                      </c:pt>
                      <c:pt idx="2617">
                        <c:v>43693</c:v>
                      </c:pt>
                      <c:pt idx="2618">
                        <c:v>43696</c:v>
                      </c:pt>
                      <c:pt idx="2619">
                        <c:v>43697</c:v>
                      </c:pt>
                      <c:pt idx="2620">
                        <c:v>43698</c:v>
                      </c:pt>
                      <c:pt idx="2621">
                        <c:v>43699</c:v>
                      </c:pt>
                      <c:pt idx="2622">
                        <c:v>43700</c:v>
                      </c:pt>
                      <c:pt idx="2623">
                        <c:v>43703</c:v>
                      </c:pt>
                      <c:pt idx="2624">
                        <c:v>43704</c:v>
                      </c:pt>
                      <c:pt idx="2625">
                        <c:v>43705</c:v>
                      </c:pt>
                      <c:pt idx="2626">
                        <c:v>43706</c:v>
                      </c:pt>
                      <c:pt idx="2627">
                        <c:v>43707</c:v>
                      </c:pt>
                      <c:pt idx="2628">
                        <c:v>43708</c:v>
                      </c:pt>
                      <c:pt idx="2629">
                        <c:v>43710</c:v>
                      </c:pt>
                      <c:pt idx="2630">
                        <c:v>43711</c:v>
                      </c:pt>
                      <c:pt idx="2631">
                        <c:v>43712</c:v>
                      </c:pt>
                      <c:pt idx="2632">
                        <c:v>43713</c:v>
                      </c:pt>
                      <c:pt idx="2633">
                        <c:v>43714</c:v>
                      </c:pt>
                      <c:pt idx="2634">
                        <c:v>43717</c:v>
                      </c:pt>
                      <c:pt idx="2635">
                        <c:v>43718</c:v>
                      </c:pt>
                      <c:pt idx="2636">
                        <c:v>43719</c:v>
                      </c:pt>
                      <c:pt idx="2637">
                        <c:v>43720</c:v>
                      </c:pt>
                      <c:pt idx="2638">
                        <c:v>43721</c:v>
                      </c:pt>
                      <c:pt idx="2639">
                        <c:v>43724</c:v>
                      </c:pt>
                      <c:pt idx="2640">
                        <c:v>43725</c:v>
                      </c:pt>
                      <c:pt idx="2641">
                        <c:v>43726</c:v>
                      </c:pt>
                      <c:pt idx="2642">
                        <c:v>43727</c:v>
                      </c:pt>
                      <c:pt idx="2643">
                        <c:v>43728</c:v>
                      </c:pt>
                      <c:pt idx="2644">
                        <c:v>43731</c:v>
                      </c:pt>
                      <c:pt idx="2645">
                        <c:v>43732</c:v>
                      </c:pt>
                      <c:pt idx="2646">
                        <c:v>43733</c:v>
                      </c:pt>
                      <c:pt idx="2647">
                        <c:v>43734</c:v>
                      </c:pt>
                      <c:pt idx="2648">
                        <c:v>43735</c:v>
                      </c:pt>
                      <c:pt idx="2649">
                        <c:v>43737</c:v>
                      </c:pt>
                      <c:pt idx="2650">
                        <c:v>43738</c:v>
                      </c:pt>
                      <c:pt idx="2651">
                        <c:v>43739</c:v>
                      </c:pt>
                      <c:pt idx="2652">
                        <c:v>43740</c:v>
                      </c:pt>
                      <c:pt idx="2653">
                        <c:v>43741</c:v>
                      </c:pt>
                      <c:pt idx="2654">
                        <c:v>43742</c:v>
                      </c:pt>
                      <c:pt idx="2655">
                        <c:v>43745</c:v>
                      </c:pt>
                      <c:pt idx="2656">
                        <c:v>43746</c:v>
                      </c:pt>
                      <c:pt idx="2657">
                        <c:v>43747</c:v>
                      </c:pt>
                      <c:pt idx="2658">
                        <c:v>43748</c:v>
                      </c:pt>
                      <c:pt idx="2659">
                        <c:v>43749</c:v>
                      </c:pt>
                      <c:pt idx="2660">
                        <c:v>43750</c:v>
                      </c:pt>
                      <c:pt idx="2661">
                        <c:v>43752</c:v>
                      </c:pt>
                      <c:pt idx="2662">
                        <c:v>43753</c:v>
                      </c:pt>
                      <c:pt idx="2663">
                        <c:v>43754</c:v>
                      </c:pt>
                      <c:pt idx="2664">
                        <c:v>43755</c:v>
                      </c:pt>
                      <c:pt idx="2665">
                        <c:v>43756</c:v>
                      </c:pt>
                      <c:pt idx="2666">
                        <c:v>43758</c:v>
                      </c:pt>
                      <c:pt idx="2667">
                        <c:v>43759</c:v>
                      </c:pt>
                      <c:pt idx="2668">
                        <c:v>43760</c:v>
                      </c:pt>
                      <c:pt idx="2669">
                        <c:v>43761</c:v>
                      </c:pt>
                      <c:pt idx="2670">
                        <c:v>43762</c:v>
                      </c:pt>
                      <c:pt idx="2671">
                        <c:v>43763</c:v>
                      </c:pt>
                      <c:pt idx="2672">
                        <c:v>43766</c:v>
                      </c:pt>
                      <c:pt idx="2673">
                        <c:v>43767</c:v>
                      </c:pt>
                      <c:pt idx="2674">
                        <c:v>43768</c:v>
                      </c:pt>
                      <c:pt idx="2675">
                        <c:v>43769</c:v>
                      </c:pt>
                      <c:pt idx="2676">
                        <c:v>43770</c:v>
                      </c:pt>
                      <c:pt idx="2677">
                        <c:v>43773</c:v>
                      </c:pt>
                      <c:pt idx="2678">
                        <c:v>43774</c:v>
                      </c:pt>
                      <c:pt idx="2679">
                        <c:v>43775</c:v>
                      </c:pt>
                      <c:pt idx="2680">
                        <c:v>43776</c:v>
                      </c:pt>
                      <c:pt idx="2681">
                        <c:v>43777</c:v>
                      </c:pt>
                      <c:pt idx="2682">
                        <c:v>43779</c:v>
                      </c:pt>
                      <c:pt idx="2683">
                        <c:v>43780</c:v>
                      </c:pt>
                      <c:pt idx="2684">
                        <c:v>43781</c:v>
                      </c:pt>
                      <c:pt idx="2685">
                        <c:v>43782</c:v>
                      </c:pt>
                      <c:pt idx="2686">
                        <c:v>43783</c:v>
                      </c:pt>
                      <c:pt idx="2687">
                        <c:v>43784</c:v>
                      </c:pt>
                      <c:pt idx="2688">
                        <c:v>43787</c:v>
                      </c:pt>
                      <c:pt idx="2689">
                        <c:v>43788</c:v>
                      </c:pt>
                      <c:pt idx="2690">
                        <c:v>43789</c:v>
                      </c:pt>
                      <c:pt idx="2691">
                        <c:v>43790</c:v>
                      </c:pt>
                      <c:pt idx="2692">
                        <c:v>43791</c:v>
                      </c:pt>
                      <c:pt idx="2693">
                        <c:v>43794</c:v>
                      </c:pt>
                      <c:pt idx="2694">
                        <c:v>43795</c:v>
                      </c:pt>
                      <c:pt idx="2695">
                        <c:v>43796</c:v>
                      </c:pt>
                      <c:pt idx="2696">
                        <c:v>43797</c:v>
                      </c:pt>
                      <c:pt idx="2697">
                        <c:v>43798</c:v>
                      </c:pt>
                      <c:pt idx="2698">
                        <c:v>43799</c:v>
                      </c:pt>
                      <c:pt idx="2699">
                        <c:v>43801</c:v>
                      </c:pt>
                      <c:pt idx="2700">
                        <c:v>43802</c:v>
                      </c:pt>
                      <c:pt idx="2701">
                        <c:v>43803</c:v>
                      </c:pt>
                      <c:pt idx="2702">
                        <c:v>43804</c:v>
                      </c:pt>
                      <c:pt idx="2703">
                        <c:v>43805</c:v>
                      </c:pt>
                      <c:pt idx="2704">
                        <c:v>43808</c:v>
                      </c:pt>
                      <c:pt idx="2705">
                        <c:v>43809</c:v>
                      </c:pt>
                      <c:pt idx="2706">
                        <c:v>43810</c:v>
                      </c:pt>
                      <c:pt idx="2707">
                        <c:v>43811</c:v>
                      </c:pt>
                      <c:pt idx="2708">
                        <c:v>43812</c:v>
                      </c:pt>
                      <c:pt idx="2709">
                        <c:v>43815</c:v>
                      </c:pt>
                      <c:pt idx="2710">
                        <c:v>43816</c:v>
                      </c:pt>
                      <c:pt idx="2711">
                        <c:v>43817</c:v>
                      </c:pt>
                      <c:pt idx="2712">
                        <c:v>43818</c:v>
                      </c:pt>
                      <c:pt idx="2713">
                        <c:v>43819</c:v>
                      </c:pt>
                      <c:pt idx="2714">
                        <c:v>43822</c:v>
                      </c:pt>
                      <c:pt idx="2715">
                        <c:v>43823</c:v>
                      </c:pt>
                      <c:pt idx="2716">
                        <c:v>43824</c:v>
                      </c:pt>
                      <c:pt idx="2717">
                        <c:v>43825</c:v>
                      </c:pt>
                      <c:pt idx="2718">
                        <c:v>43826</c:v>
                      </c:pt>
                      <c:pt idx="2719">
                        <c:v>43829</c:v>
                      </c:pt>
                      <c:pt idx="2720">
                        <c:v>43830</c:v>
                      </c:pt>
                      <c:pt idx="2721">
                        <c:v>43832</c:v>
                      </c:pt>
                      <c:pt idx="2722">
                        <c:v>43833</c:v>
                      </c:pt>
                      <c:pt idx="2723">
                        <c:v>43836</c:v>
                      </c:pt>
                      <c:pt idx="2724">
                        <c:v>43837</c:v>
                      </c:pt>
                      <c:pt idx="2725">
                        <c:v>43838</c:v>
                      </c:pt>
                      <c:pt idx="2726">
                        <c:v>43839</c:v>
                      </c:pt>
                      <c:pt idx="2727">
                        <c:v>43840</c:v>
                      </c:pt>
                      <c:pt idx="2728">
                        <c:v>43843</c:v>
                      </c:pt>
                      <c:pt idx="2729">
                        <c:v>43844</c:v>
                      </c:pt>
                      <c:pt idx="2730">
                        <c:v>43845</c:v>
                      </c:pt>
                      <c:pt idx="2731">
                        <c:v>43846</c:v>
                      </c:pt>
                      <c:pt idx="2732">
                        <c:v>43847</c:v>
                      </c:pt>
                      <c:pt idx="2733">
                        <c:v>43849</c:v>
                      </c:pt>
                      <c:pt idx="2734">
                        <c:v>43850</c:v>
                      </c:pt>
                      <c:pt idx="2735">
                        <c:v>43851</c:v>
                      </c:pt>
                      <c:pt idx="2736">
                        <c:v>43852</c:v>
                      </c:pt>
                      <c:pt idx="2737">
                        <c:v>43853</c:v>
                      </c:pt>
                      <c:pt idx="2738">
                        <c:v>43854</c:v>
                      </c:pt>
                      <c:pt idx="2739">
                        <c:v>43857</c:v>
                      </c:pt>
                      <c:pt idx="2740">
                        <c:v>43858</c:v>
                      </c:pt>
                      <c:pt idx="2741">
                        <c:v>43859</c:v>
                      </c:pt>
                      <c:pt idx="2742">
                        <c:v>43860</c:v>
                      </c:pt>
                      <c:pt idx="2743">
                        <c:v>43861</c:v>
                      </c:pt>
                      <c:pt idx="2744">
                        <c:v>43864</c:v>
                      </c:pt>
                      <c:pt idx="2745">
                        <c:v>43865</c:v>
                      </c:pt>
                      <c:pt idx="2746">
                        <c:v>43866</c:v>
                      </c:pt>
                      <c:pt idx="2747">
                        <c:v>43867</c:v>
                      </c:pt>
                      <c:pt idx="2748">
                        <c:v>43868</c:v>
                      </c:pt>
                      <c:pt idx="2749">
                        <c:v>43871</c:v>
                      </c:pt>
                      <c:pt idx="2750">
                        <c:v>43872</c:v>
                      </c:pt>
                      <c:pt idx="2751">
                        <c:v>43873</c:v>
                      </c:pt>
                      <c:pt idx="2752">
                        <c:v>43874</c:v>
                      </c:pt>
                      <c:pt idx="2753">
                        <c:v>43875</c:v>
                      </c:pt>
                      <c:pt idx="2754">
                        <c:v>43878</c:v>
                      </c:pt>
                      <c:pt idx="2755">
                        <c:v>43879</c:v>
                      </c:pt>
                      <c:pt idx="2756">
                        <c:v>43880</c:v>
                      </c:pt>
                      <c:pt idx="2757">
                        <c:v>43881</c:v>
                      </c:pt>
                      <c:pt idx="2758">
                        <c:v>43882</c:v>
                      </c:pt>
                      <c:pt idx="2759">
                        <c:v>43885</c:v>
                      </c:pt>
                      <c:pt idx="2760">
                        <c:v>43886</c:v>
                      </c:pt>
                      <c:pt idx="2761">
                        <c:v>43887</c:v>
                      </c:pt>
                      <c:pt idx="2762">
                        <c:v>43888</c:v>
                      </c:pt>
                      <c:pt idx="2763">
                        <c:v>43889</c:v>
                      </c:pt>
                      <c:pt idx="2764">
                        <c:v>43890</c:v>
                      </c:pt>
                      <c:pt idx="2765">
                        <c:v>43892</c:v>
                      </c:pt>
                      <c:pt idx="2766">
                        <c:v>43893</c:v>
                      </c:pt>
                      <c:pt idx="2767">
                        <c:v>43894</c:v>
                      </c:pt>
                      <c:pt idx="2768">
                        <c:v>43895</c:v>
                      </c:pt>
                      <c:pt idx="2769">
                        <c:v>43896</c:v>
                      </c:pt>
                      <c:pt idx="2770">
                        <c:v>43899</c:v>
                      </c:pt>
                      <c:pt idx="2771">
                        <c:v>43900</c:v>
                      </c:pt>
                      <c:pt idx="2772">
                        <c:v>43901</c:v>
                      </c:pt>
                      <c:pt idx="2773">
                        <c:v>43902</c:v>
                      </c:pt>
                      <c:pt idx="2774">
                        <c:v>43903</c:v>
                      </c:pt>
                      <c:pt idx="2775">
                        <c:v>43906</c:v>
                      </c:pt>
                      <c:pt idx="2776">
                        <c:v>43907</c:v>
                      </c:pt>
                      <c:pt idx="2777">
                        <c:v>43908</c:v>
                      </c:pt>
                      <c:pt idx="2778">
                        <c:v>43909</c:v>
                      </c:pt>
                      <c:pt idx="2779">
                        <c:v>43910</c:v>
                      </c:pt>
                      <c:pt idx="2780">
                        <c:v>43913</c:v>
                      </c:pt>
                      <c:pt idx="2781">
                        <c:v>43914</c:v>
                      </c:pt>
                      <c:pt idx="2782">
                        <c:v>43915</c:v>
                      </c:pt>
                      <c:pt idx="2783">
                        <c:v>43916</c:v>
                      </c:pt>
                      <c:pt idx="2784">
                        <c:v>43917</c:v>
                      </c:pt>
                      <c:pt idx="2785">
                        <c:v>43920</c:v>
                      </c:pt>
                      <c:pt idx="2786">
                        <c:v>43921</c:v>
                      </c:pt>
                      <c:pt idx="2787">
                        <c:v>43922</c:v>
                      </c:pt>
                      <c:pt idx="2788">
                        <c:v>43923</c:v>
                      </c:pt>
                      <c:pt idx="2789">
                        <c:v>43924</c:v>
                      </c:pt>
                      <c:pt idx="2790">
                        <c:v>43927</c:v>
                      </c:pt>
                      <c:pt idx="2791">
                        <c:v>43928</c:v>
                      </c:pt>
                      <c:pt idx="2792">
                        <c:v>43929</c:v>
                      </c:pt>
                      <c:pt idx="2793">
                        <c:v>43930</c:v>
                      </c:pt>
                      <c:pt idx="2794">
                        <c:v>43931</c:v>
                      </c:pt>
                      <c:pt idx="2795">
                        <c:v>43934</c:v>
                      </c:pt>
                      <c:pt idx="2796">
                        <c:v>43935</c:v>
                      </c:pt>
                      <c:pt idx="2797">
                        <c:v>43936</c:v>
                      </c:pt>
                      <c:pt idx="2798">
                        <c:v>43937</c:v>
                      </c:pt>
                      <c:pt idx="2799">
                        <c:v>43938</c:v>
                      </c:pt>
                      <c:pt idx="2800">
                        <c:v>43941</c:v>
                      </c:pt>
                      <c:pt idx="2801">
                        <c:v>43942</c:v>
                      </c:pt>
                      <c:pt idx="2802">
                        <c:v>43943</c:v>
                      </c:pt>
                      <c:pt idx="2803">
                        <c:v>43944</c:v>
                      </c:pt>
                      <c:pt idx="2804">
                        <c:v>43945</c:v>
                      </c:pt>
                      <c:pt idx="2805">
                        <c:v>43947</c:v>
                      </c:pt>
                      <c:pt idx="2806">
                        <c:v>43948</c:v>
                      </c:pt>
                      <c:pt idx="2807">
                        <c:v>43949</c:v>
                      </c:pt>
                      <c:pt idx="2808">
                        <c:v>43950</c:v>
                      </c:pt>
                      <c:pt idx="2809">
                        <c:v>43951</c:v>
                      </c:pt>
                      <c:pt idx="2810">
                        <c:v>43952</c:v>
                      </c:pt>
                      <c:pt idx="2811">
                        <c:v>43955</c:v>
                      </c:pt>
                      <c:pt idx="2812">
                        <c:v>43956</c:v>
                      </c:pt>
                      <c:pt idx="2813">
                        <c:v>43957</c:v>
                      </c:pt>
                      <c:pt idx="2814">
                        <c:v>43958</c:v>
                      </c:pt>
                      <c:pt idx="2815">
                        <c:v>43959</c:v>
                      </c:pt>
                      <c:pt idx="2816">
                        <c:v>43960</c:v>
                      </c:pt>
                      <c:pt idx="2817">
                        <c:v>43961</c:v>
                      </c:pt>
                      <c:pt idx="2818">
                        <c:v>43962</c:v>
                      </c:pt>
                      <c:pt idx="2819">
                        <c:v>43963</c:v>
                      </c:pt>
                      <c:pt idx="2820">
                        <c:v>43964</c:v>
                      </c:pt>
                      <c:pt idx="2821">
                        <c:v>43965</c:v>
                      </c:pt>
                      <c:pt idx="2822">
                        <c:v>43966</c:v>
                      </c:pt>
                      <c:pt idx="2823">
                        <c:v>43969</c:v>
                      </c:pt>
                      <c:pt idx="2824">
                        <c:v>43970</c:v>
                      </c:pt>
                      <c:pt idx="2825">
                        <c:v>43971</c:v>
                      </c:pt>
                      <c:pt idx="2826">
                        <c:v>43972</c:v>
                      </c:pt>
                      <c:pt idx="2827">
                        <c:v>43973</c:v>
                      </c:pt>
                      <c:pt idx="2828">
                        <c:v>43976</c:v>
                      </c:pt>
                      <c:pt idx="2829">
                        <c:v>43977</c:v>
                      </c:pt>
                      <c:pt idx="2830">
                        <c:v>43978</c:v>
                      </c:pt>
                      <c:pt idx="2831">
                        <c:v>43979</c:v>
                      </c:pt>
                      <c:pt idx="2832">
                        <c:v>43980</c:v>
                      </c:pt>
                      <c:pt idx="2833">
                        <c:v>43982</c:v>
                      </c:pt>
                      <c:pt idx="2834">
                        <c:v>43983</c:v>
                      </c:pt>
                      <c:pt idx="2835">
                        <c:v>43984</c:v>
                      </c:pt>
                      <c:pt idx="2836">
                        <c:v>43985</c:v>
                      </c:pt>
                      <c:pt idx="2837">
                        <c:v>43986</c:v>
                      </c:pt>
                      <c:pt idx="2838">
                        <c:v>43987</c:v>
                      </c:pt>
                      <c:pt idx="2839">
                        <c:v>43990</c:v>
                      </c:pt>
                      <c:pt idx="2840">
                        <c:v>43991</c:v>
                      </c:pt>
                      <c:pt idx="2841">
                        <c:v>43992</c:v>
                      </c:pt>
                      <c:pt idx="2842">
                        <c:v>43993</c:v>
                      </c:pt>
                      <c:pt idx="2843">
                        <c:v>43994</c:v>
                      </c:pt>
                      <c:pt idx="2844">
                        <c:v>43997</c:v>
                      </c:pt>
                      <c:pt idx="2845">
                        <c:v>43998</c:v>
                      </c:pt>
                      <c:pt idx="2846">
                        <c:v>43999</c:v>
                      </c:pt>
                      <c:pt idx="2847">
                        <c:v>44000</c:v>
                      </c:pt>
                      <c:pt idx="2848">
                        <c:v>44001</c:v>
                      </c:pt>
                      <c:pt idx="2849">
                        <c:v>44002</c:v>
                      </c:pt>
                      <c:pt idx="2850">
                        <c:v>44004</c:v>
                      </c:pt>
                      <c:pt idx="2851">
                        <c:v>44005</c:v>
                      </c:pt>
                      <c:pt idx="2852">
                        <c:v>44006</c:v>
                      </c:pt>
                      <c:pt idx="2853">
                        <c:v>44007</c:v>
                      </c:pt>
                      <c:pt idx="2854">
                        <c:v>44008</c:v>
                      </c:pt>
                      <c:pt idx="2855">
                        <c:v>44010</c:v>
                      </c:pt>
                      <c:pt idx="2856">
                        <c:v>44011</c:v>
                      </c:pt>
                      <c:pt idx="2857">
                        <c:v>44012</c:v>
                      </c:pt>
                      <c:pt idx="2858">
                        <c:v>44013</c:v>
                      </c:pt>
                      <c:pt idx="2859">
                        <c:v>44014</c:v>
                      </c:pt>
                      <c:pt idx="2860">
                        <c:v>44015</c:v>
                      </c:pt>
                      <c:pt idx="2861">
                        <c:v>44018</c:v>
                      </c:pt>
                      <c:pt idx="2862">
                        <c:v>44019</c:v>
                      </c:pt>
                      <c:pt idx="2863">
                        <c:v>44020</c:v>
                      </c:pt>
                      <c:pt idx="2864">
                        <c:v>44021</c:v>
                      </c:pt>
                      <c:pt idx="2865">
                        <c:v>44022</c:v>
                      </c:pt>
                      <c:pt idx="2866">
                        <c:v>44025</c:v>
                      </c:pt>
                      <c:pt idx="2867">
                        <c:v>44026</c:v>
                      </c:pt>
                      <c:pt idx="2868">
                        <c:v>44027</c:v>
                      </c:pt>
                      <c:pt idx="2869">
                        <c:v>44028</c:v>
                      </c:pt>
                      <c:pt idx="2870">
                        <c:v>44029</c:v>
                      </c:pt>
                      <c:pt idx="2871">
                        <c:v>44032</c:v>
                      </c:pt>
                      <c:pt idx="2872">
                        <c:v>44033</c:v>
                      </c:pt>
                      <c:pt idx="2873">
                        <c:v>44034</c:v>
                      </c:pt>
                      <c:pt idx="2874">
                        <c:v>44035</c:v>
                      </c:pt>
                      <c:pt idx="2875">
                        <c:v>44036</c:v>
                      </c:pt>
                      <c:pt idx="2876">
                        <c:v>44039</c:v>
                      </c:pt>
                      <c:pt idx="2877">
                        <c:v>44040</c:v>
                      </c:pt>
                      <c:pt idx="2878">
                        <c:v>44041</c:v>
                      </c:pt>
                      <c:pt idx="2879">
                        <c:v>44042</c:v>
                      </c:pt>
                      <c:pt idx="2880">
                        <c:v>44043</c:v>
                      </c:pt>
                      <c:pt idx="2881">
                        <c:v>44046</c:v>
                      </c:pt>
                      <c:pt idx="2882">
                        <c:v>44047</c:v>
                      </c:pt>
                      <c:pt idx="2883">
                        <c:v>44048</c:v>
                      </c:pt>
                      <c:pt idx="2884">
                        <c:v>44049</c:v>
                      </c:pt>
                      <c:pt idx="2885">
                        <c:v>44050</c:v>
                      </c:pt>
                      <c:pt idx="2886">
                        <c:v>44053</c:v>
                      </c:pt>
                      <c:pt idx="2887">
                        <c:v>44054</c:v>
                      </c:pt>
                      <c:pt idx="2888">
                        <c:v>44055</c:v>
                      </c:pt>
                      <c:pt idx="2889">
                        <c:v>44056</c:v>
                      </c:pt>
                      <c:pt idx="2890">
                        <c:v>44057</c:v>
                      </c:pt>
                      <c:pt idx="2891">
                        <c:v>44060</c:v>
                      </c:pt>
                      <c:pt idx="2892">
                        <c:v>44061</c:v>
                      </c:pt>
                      <c:pt idx="2893">
                        <c:v>44062</c:v>
                      </c:pt>
                      <c:pt idx="2894">
                        <c:v>44063</c:v>
                      </c:pt>
                      <c:pt idx="2895">
                        <c:v>44064</c:v>
                      </c:pt>
                      <c:pt idx="2896">
                        <c:v>44067</c:v>
                      </c:pt>
                      <c:pt idx="2897">
                        <c:v>44068</c:v>
                      </c:pt>
                      <c:pt idx="2898">
                        <c:v>44069</c:v>
                      </c:pt>
                      <c:pt idx="2899">
                        <c:v>44070</c:v>
                      </c:pt>
                      <c:pt idx="2900">
                        <c:v>44071</c:v>
                      </c:pt>
                      <c:pt idx="2901">
                        <c:v>44074</c:v>
                      </c:pt>
                      <c:pt idx="2902">
                        <c:v>44075</c:v>
                      </c:pt>
                      <c:pt idx="2903">
                        <c:v>44076</c:v>
                      </c:pt>
                      <c:pt idx="2904">
                        <c:v>44077</c:v>
                      </c:pt>
                      <c:pt idx="2905">
                        <c:v>44078</c:v>
                      </c:pt>
                      <c:pt idx="2906">
                        <c:v>44081</c:v>
                      </c:pt>
                      <c:pt idx="2907">
                        <c:v>44082</c:v>
                      </c:pt>
                      <c:pt idx="2908">
                        <c:v>44083</c:v>
                      </c:pt>
                      <c:pt idx="2909">
                        <c:v>44084</c:v>
                      </c:pt>
                      <c:pt idx="2910">
                        <c:v>44085</c:v>
                      </c:pt>
                      <c:pt idx="2911">
                        <c:v>44088</c:v>
                      </c:pt>
                      <c:pt idx="2912">
                        <c:v>44089</c:v>
                      </c:pt>
                      <c:pt idx="2913">
                        <c:v>44090</c:v>
                      </c:pt>
                      <c:pt idx="2914">
                        <c:v>44091</c:v>
                      </c:pt>
                      <c:pt idx="2915">
                        <c:v>44092</c:v>
                      </c:pt>
                      <c:pt idx="2916">
                        <c:v>44094</c:v>
                      </c:pt>
                      <c:pt idx="2917">
                        <c:v>44095</c:v>
                      </c:pt>
                      <c:pt idx="2918">
                        <c:v>44096</c:v>
                      </c:pt>
                      <c:pt idx="2919">
                        <c:v>44097</c:v>
                      </c:pt>
                      <c:pt idx="2920">
                        <c:v>44098</c:v>
                      </c:pt>
                      <c:pt idx="2921">
                        <c:v>44099</c:v>
                      </c:pt>
                      <c:pt idx="2922">
                        <c:v>44101</c:v>
                      </c:pt>
                      <c:pt idx="2923">
                        <c:v>44102</c:v>
                      </c:pt>
                      <c:pt idx="2924">
                        <c:v>44103</c:v>
                      </c:pt>
                      <c:pt idx="2925">
                        <c:v>44104</c:v>
                      </c:pt>
                      <c:pt idx="2926">
                        <c:v>44105</c:v>
                      </c:pt>
                      <c:pt idx="2927">
                        <c:v>44106</c:v>
                      </c:pt>
                      <c:pt idx="2928">
                        <c:v>44109</c:v>
                      </c:pt>
                      <c:pt idx="2929">
                        <c:v>44110</c:v>
                      </c:pt>
                      <c:pt idx="2930">
                        <c:v>44111</c:v>
                      </c:pt>
                      <c:pt idx="2931">
                        <c:v>44112</c:v>
                      </c:pt>
                      <c:pt idx="2932">
                        <c:v>44113</c:v>
                      </c:pt>
                      <c:pt idx="2933">
                        <c:v>44114</c:v>
                      </c:pt>
                      <c:pt idx="2934">
                        <c:v>44116</c:v>
                      </c:pt>
                      <c:pt idx="2935">
                        <c:v>44117</c:v>
                      </c:pt>
                      <c:pt idx="2936">
                        <c:v>44118</c:v>
                      </c:pt>
                      <c:pt idx="2937">
                        <c:v>44119</c:v>
                      </c:pt>
                      <c:pt idx="2938">
                        <c:v>44120</c:v>
                      </c:pt>
                      <c:pt idx="2939">
                        <c:v>44123</c:v>
                      </c:pt>
                      <c:pt idx="2940">
                        <c:v>44124</c:v>
                      </c:pt>
                      <c:pt idx="2941">
                        <c:v>44125</c:v>
                      </c:pt>
                      <c:pt idx="2942">
                        <c:v>44126</c:v>
                      </c:pt>
                      <c:pt idx="2943">
                        <c:v>44127</c:v>
                      </c:pt>
                      <c:pt idx="2944">
                        <c:v>44130</c:v>
                      </c:pt>
                      <c:pt idx="2945">
                        <c:v>44131</c:v>
                      </c:pt>
                      <c:pt idx="2946">
                        <c:v>44132</c:v>
                      </c:pt>
                      <c:pt idx="2947">
                        <c:v>44133</c:v>
                      </c:pt>
                      <c:pt idx="2948">
                        <c:v>44134</c:v>
                      </c:pt>
                      <c:pt idx="2949">
                        <c:v>44135</c:v>
                      </c:pt>
                      <c:pt idx="2950">
                        <c:v>44137</c:v>
                      </c:pt>
                      <c:pt idx="2951">
                        <c:v>44138</c:v>
                      </c:pt>
                      <c:pt idx="2952">
                        <c:v>44139</c:v>
                      </c:pt>
                      <c:pt idx="2953">
                        <c:v>44140</c:v>
                      </c:pt>
                      <c:pt idx="2954">
                        <c:v>44141</c:v>
                      </c:pt>
                      <c:pt idx="2955">
                        <c:v>44144</c:v>
                      </c:pt>
                      <c:pt idx="2956">
                        <c:v>44145</c:v>
                      </c:pt>
                      <c:pt idx="2957">
                        <c:v>44146</c:v>
                      </c:pt>
                      <c:pt idx="2958">
                        <c:v>44147</c:v>
                      </c:pt>
                      <c:pt idx="2959">
                        <c:v>44148</c:v>
                      </c:pt>
                      <c:pt idx="2960">
                        <c:v>44151</c:v>
                      </c:pt>
                      <c:pt idx="2961">
                        <c:v>44152</c:v>
                      </c:pt>
                      <c:pt idx="2962">
                        <c:v>44153</c:v>
                      </c:pt>
                      <c:pt idx="2963">
                        <c:v>44154</c:v>
                      </c:pt>
                      <c:pt idx="2964">
                        <c:v>44155</c:v>
                      </c:pt>
                      <c:pt idx="2965">
                        <c:v>44158</c:v>
                      </c:pt>
                      <c:pt idx="2966">
                        <c:v>44159</c:v>
                      </c:pt>
                      <c:pt idx="2967">
                        <c:v>44160</c:v>
                      </c:pt>
                      <c:pt idx="2968">
                        <c:v>44161</c:v>
                      </c:pt>
                      <c:pt idx="2969">
                        <c:v>44162</c:v>
                      </c:pt>
                      <c:pt idx="2970">
                        <c:v>44165</c:v>
                      </c:pt>
                      <c:pt idx="2971">
                        <c:v>44166</c:v>
                      </c:pt>
                      <c:pt idx="2972">
                        <c:v>44167</c:v>
                      </c:pt>
                      <c:pt idx="2973">
                        <c:v>44168</c:v>
                      </c:pt>
                      <c:pt idx="2974">
                        <c:v>44169</c:v>
                      </c:pt>
                      <c:pt idx="2975">
                        <c:v>44172</c:v>
                      </c:pt>
                      <c:pt idx="2976">
                        <c:v>44173</c:v>
                      </c:pt>
                      <c:pt idx="2977">
                        <c:v>44174</c:v>
                      </c:pt>
                      <c:pt idx="2978">
                        <c:v>44175</c:v>
                      </c:pt>
                      <c:pt idx="2979">
                        <c:v>44176</c:v>
                      </c:pt>
                      <c:pt idx="2980">
                        <c:v>44179</c:v>
                      </c:pt>
                      <c:pt idx="2981">
                        <c:v>44180</c:v>
                      </c:pt>
                      <c:pt idx="2982">
                        <c:v>44181</c:v>
                      </c:pt>
                      <c:pt idx="2983">
                        <c:v>44182</c:v>
                      </c:pt>
                      <c:pt idx="2984">
                        <c:v>44183</c:v>
                      </c:pt>
                      <c:pt idx="2985">
                        <c:v>44185</c:v>
                      </c:pt>
                      <c:pt idx="2986">
                        <c:v>44186</c:v>
                      </c:pt>
                      <c:pt idx="2987">
                        <c:v>44187</c:v>
                      </c:pt>
                      <c:pt idx="2988">
                        <c:v>44188</c:v>
                      </c:pt>
                      <c:pt idx="2989">
                        <c:v>44189</c:v>
                      </c:pt>
                      <c:pt idx="2990">
                        <c:v>44190</c:v>
                      </c:pt>
                      <c:pt idx="2991">
                        <c:v>44193</c:v>
                      </c:pt>
                      <c:pt idx="2992">
                        <c:v>44194</c:v>
                      </c:pt>
                      <c:pt idx="2993">
                        <c:v>44195</c:v>
                      </c:pt>
                      <c:pt idx="2994">
                        <c:v>44196</c:v>
                      </c:pt>
                      <c:pt idx="2995">
                        <c:v>44200</c:v>
                      </c:pt>
                      <c:pt idx="2996">
                        <c:v>44201</c:v>
                      </c:pt>
                      <c:pt idx="2997">
                        <c:v>44202</c:v>
                      </c:pt>
                      <c:pt idx="2998">
                        <c:v>44203</c:v>
                      </c:pt>
                      <c:pt idx="2999">
                        <c:v>44204</c:v>
                      </c:pt>
                      <c:pt idx="3000">
                        <c:v>44206</c:v>
                      </c:pt>
                      <c:pt idx="3001">
                        <c:v>44207</c:v>
                      </c:pt>
                      <c:pt idx="3002">
                        <c:v>44208</c:v>
                      </c:pt>
                      <c:pt idx="3003">
                        <c:v>44209</c:v>
                      </c:pt>
                      <c:pt idx="3004">
                        <c:v>44210</c:v>
                      </c:pt>
                      <c:pt idx="3005">
                        <c:v>44211</c:v>
                      </c:pt>
                      <c:pt idx="3006">
                        <c:v>44214</c:v>
                      </c:pt>
                      <c:pt idx="3007">
                        <c:v>44215</c:v>
                      </c:pt>
                      <c:pt idx="3008">
                        <c:v>44216</c:v>
                      </c:pt>
                      <c:pt idx="3009">
                        <c:v>44217</c:v>
                      </c:pt>
                      <c:pt idx="3010">
                        <c:v>44218</c:v>
                      </c:pt>
                      <c:pt idx="3011">
                        <c:v>44221</c:v>
                      </c:pt>
                      <c:pt idx="3012">
                        <c:v>44222</c:v>
                      </c:pt>
                      <c:pt idx="3013">
                        <c:v>44223</c:v>
                      </c:pt>
                      <c:pt idx="3014">
                        <c:v>44224</c:v>
                      </c:pt>
                      <c:pt idx="3015">
                        <c:v>44225</c:v>
                      </c:pt>
                      <c:pt idx="3016">
                        <c:v>44227</c:v>
                      </c:pt>
                      <c:pt idx="3017">
                        <c:v>44228</c:v>
                      </c:pt>
                      <c:pt idx="3018">
                        <c:v>44229</c:v>
                      </c:pt>
                      <c:pt idx="3019">
                        <c:v>44230</c:v>
                      </c:pt>
                      <c:pt idx="3020">
                        <c:v>44231</c:v>
                      </c:pt>
                      <c:pt idx="3021">
                        <c:v>44232</c:v>
                      </c:pt>
                      <c:pt idx="3022">
                        <c:v>44234</c:v>
                      </c:pt>
                      <c:pt idx="3023">
                        <c:v>44235</c:v>
                      </c:pt>
                      <c:pt idx="3024">
                        <c:v>44236</c:v>
                      </c:pt>
                      <c:pt idx="3025">
                        <c:v>44237</c:v>
                      </c:pt>
                      <c:pt idx="3026">
                        <c:v>44238</c:v>
                      </c:pt>
                      <c:pt idx="3027">
                        <c:v>44239</c:v>
                      </c:pt>
                      <c:pt idx="3028">
                        <c:v>44242</c:v>
                      </c:pt>
                      <c:pt idx="3029">
                        <c:v>44243</c:v>
                      </c:pt>
                      <c:pt idx="3030">
                        <c:v>44244</c:v>
                      </c:pt>
                      <c:pt idx="3031">
                        <c:v>44245</c:v>
                      </c:pt>
                      <c:pt idx="3032">
                        <c:v>44246</c:v>
                      </c:pt>
                      <c:pt idx="3033">
                        <c:v>44247</c:v>
                      </c:pt>
                      <c:pt idx="3034">
                        <c:v>44249</c:v>
                      </c:pt>
                      <c:pt idx="3035">
                        <c:v>44250</c:v>
                      </c:pt>
                      <c:pt idx="3036">
                        <c:v>44251</c:v>
                      </c:pt>
                      <c:pt idx="3037">
                        <c:v>44252</c:v>
                      </c:pt>
                      <c:pt idx="3038">
                        <c:v>44253</c:v>
                      </c:pt>
                      <c:pt idx="3039">
                        <c:v>44255</c:v>
                      </c:pt>
                      <c:pt idx="3040">
                        <c:v>44256</c:v>
                      </c:pt>
                      <c:pt idx="3041">
                        <c:v>44257</c:v>
                      </c:pt>
                      <c:pt idx="3042">
                        <c:v>44258</c:v>
                      </c:pt>
                      <c:pt idx="3043">
                        <c:v>44259</c:v>
                      </c:pt>
                      <c:pt idx="3044">
                        <c:v>44260</c:v>
                      </c:pt>
                      <c:pt idx="3045">
                        <c:v>44263</c:v>
                      </c:pt>
                      <c:pt idx="3046">
                        <c:v>44264</c:v>
                      </c:pt>
                      <c:pt idx="3047">
                        <c:v>44265</c:v>
                      </c:pt>
                      <c:pt idx="3048">
                        <c:v>44266</c:v>
                      </c:pt>
                      <c:pt idx="3049">
                        <c:v>44267</c:v>
                      </c:pt>
                      <c:pt idx="3050">
                        <c:v>44270</c:v>
                      </c:pt>
                      <c:pt idx="3051">
                        <c:v>44271</c:v>
                      </c:pt>
                      <c:pt idx="3052">
                        <c:v>44272</c:v>
                      </c:pt>
                      <c:pt idx="3053">
                        <c:v>44273</c:v>
                      </c:pt>
                      <c:pt idx="3054">
                        <c:v>44274</c:v>
                      </c:pt>
                      <c:pt idx="3055">
                        <c:v>44275</c:v>
                      </c:pt>
                      <c:pt idx="3056">
                        <c:v>44277</c:v>
                      </c:pt>
                      <c:pt idx="3057">
                        <c:v>44278</c:v>
                      </c:pt>
                      <c:pt idx="3058">
                        <c:v>44279</c:v>
                      </c:pt>
                      <c:pt idx="3059">
                        <c:v>44280</c:v>
                      </c:pt>
                      <c:pt idx="3060">
                        <c:v>44281</c:v>
                      </c:pt>
                      <c:pt idx="3061">
                        <c:v>44284</c:v>
                      </c:pt>
                      <c:pt idx="3062">
                        <c:v>44285</c:v>
                      </c:pt>
                      <c:pt idx="3063">
                        <c:v>44286</c:v>
                      </c:pt>
                      <c:pt idx="3064">
                        <c:v>44287</c:v>
                      </c:pt>
                      <c:pt idx="3065">
                        <c:v>44288</c:v>
                      </c:pt>
                      <c:pt idx="3066">
                        <c:v>44291</c:v>
                      </c:pt>
                      <c:pt idx="3067">
                        <c:v>44292</c:v>
                      </c:pt>
                      <c:pt idx="3068">
                        <c:v>44293</c:v>
                      </c:pt>
                      <c:pt idx="3069">
                        <c:v>44294</c:v>
                      </c:pt>
                      <c:pt idx="3070">
                        <c:v>44295</c:v>
                      </c:pt>
                      <c:pt idx="3071">
                        <c:v>44296</c:v>
                      </c:pt>
                      <c:pt idx="3072">
                        <c:v>44298</c:v>
                      </c:pt>
                      <c:pt idx="3073">
                        <c:v>44299</c:v>
                      </c:pt>
                      <c:pt idx="3074">
                        <c:v>44300</c:v>
                      </c:pt>
                      <c:pt idx="3075">
                        <c:v>44301</c:v>
                      </c:pt>
                      <c:pt idx="3076">
                        <c:v>44302</c:v>
                      </c:pt>
                      <c:pt idx="3077">
                        <c:v>44305</c:v>
                      </c:pt>
                      <c:pt idx="3078">
                        <c:v>44306</c:v>
                      </c:pt>
                      <c:pt idx="3079">
                        <c:v>44307</c:v>
                      </c:pt>
                      <c:pt idx="3080">
                        <c:v>44308</c:v>
                      </c:pt>
                      <c:pt idx="3081">
                        <c:v>44309</c:v>
                      </c:pt>
                      <c:pt idx="3082">
                        <c:v>44311</c:v>
                      </c:pt>
                      <c:pt idx="3083">
                        <c:v>44312</c:v>
                      </c:pt>
                      <c:pt idx="3084">
                        <c:v>44313</c:v>
                      </c:pt>
                      <c:pt idx="3085">
                        <c:v>44314</c:v>
                      </c:pt>
                      <c:pt idx="3086">
                        <c:v>44315</c:v>
                      </c:pt>
                      <c:pt idx="3087">
                        <c:v>44316</c:v>
                      </c:pt>
                      <c:pt idx="3088">
                        <c:v>44319</c:v>
                      </c:pt>
                      <c:pt idx="3089">
                        <c:v>44320</c:v>
                      </c:pt>
                      <c:pt idx="3090">
                        <c:v>44321</c:v>
                      </c:pt>
                      <c:pt idx="3091">
                        <c:v>44322</c:v>
                      </c:pt>
                      <c:pt idx="3092">
                        <c:v>44323</c:v>
                      </c:pt>
                      <c:pt idx="3093">
                        <c:v>44324</c:v>
                      </c:pt>
                      <c:pt idx="3094">
                        <c:v>44326</c:v>
                      </c:pt>
                      <c:pt idx="3095">
                        <c:v>44327</c:v>
                      </c:pt>
                      <c:pt idx="3096">
                        <c:v>44328</c:v>
                      </c:pt>
                      <c:pt idx="3097">
                        <c:v>44329</c:v>
                      </c:pt>
                      <c:pt idx="3098">
                        <c:v>44330</c:v>
                      </c:pt>
                      <c:pt idx="3099">
                        <c:v>44333</c:v>
                      </c:pt>
                      <c:pt idx="3100">
                        <c:v>44334</c:v>
                      </c:pt>
                      <c:pt idx="3101">
                        <c:v>44335</c:v>
                      </c:pt>
                      <c:pt idx="3102">
                        <c:v>44336</c:v>
                      </c:pt>
                      <c:pt idx="3103">
                        <c:v>44337</c:v>
                      </c:pt>
                      <c:pt idx="3104">
                        <c:v>44340</c:v>
                      </c:pt>
                      <c:pt idx="3105">
                        <c:v>44341</c:v>
                      </c:pt>
                      <c:pt idx="3106">
                        <c:v>44342</c:v>
                      </c:pt>
                      <c:pt idx="3107">
                        <c:v>44343</c:v>
                      </c:pt>
                      <c:pt idx="3108">
                        <c:v>44344</c:v>
                      </c:pt>
                      <c:pt idx="3109">
                        <c:v>44347</c:v>
                      </c:pt>
                      <c:pt idx="3110">
                        <c:v>44348</c:v>
                      </c:pt>
                      <c:pt idx="3111">
                        <c:v>44349</c:v>
                      </c:pt>
                      <c:pt idx="3112">
                        <c:v>44350</c:v>
                      </c:pt>
                      <c:pt idx="3113">
                        <c:v>44351</c:v>
                      </c:pt>
                      <c:pt idx="3114">
                        <c:v>44354</c:v>
                      </c:pt>
                      <c:pt idx="3115">
                        <c:v>44355</c:v>
                      </c:pt>
                      <c:pt idx="3116">
                        <c:v>44356</c:v>
                      </c:pt>
                      <c:pt idx="3117">
                        <c:v>44357</c:v>
                      </c:pt>
                      <c:pt idx="3118">
                        <c:v>44358</c:v>
                      </c:pt>
                      <c:pt idx="3119">
                        <c:v>44361</c:v>
                      </c:pt>
                      <c:pt idx="3120">
                        <c:v>44362</c:v>
                      </c:pt>
                      <c:pt idx="3121">
                        <c:v>44363</c:v>
                      </c:pt>
                      <c:pt idx="3122">
                        <c:v>44364</c:v>
                      </c:pt>
                      <c:pt idx="3123">
                        <c:v>44365</c:v>
                      </c:pt>
                      <c:pt idx="3124">
                        <c:v>44367</c:v>
                      </c:pt>
                      <c:pt idx="3125">
                        <c:v>44368</c:v>
                      </c:pt>
                      <c:pt idx="3126">
                        <c:v>44369</c:v>
                      </c:pt>
                      <c:pt idx="3127">
                        <c:v>44370</c:v>
                      </c:pt>
                      <c:pt idx="3128">
                        <c:v>44371</c:v>
                      </c:pt>
                      <c:pt idx="3129">
                        <c:v>44372</c:v>
                      </c:pt>
                      <c:pt idx="3130">
                        <c:v>44375</c:v>
                      </c:pt>
                      <c:pt idx="3131">
                        <c:v>44376</c:v>
                      </c:pt>
                      <c:pt idx="3132">
                        <c:v>44377</c:v>
                      </c:pt>
                      <c:pt idx="3133">
                        <c:v>44378</c:v>
                      </c:pt>
                      <c:pt idx="3134">
                        <c:v>44379</c:v>
                      </c:pt>
                      <c:pt idx="3135">
                        <c:v>44382</c:v>
                      </c:pt>
                      <c:pt idx="3136">
                        <c:v>44383</c:v>
                      </c:pt>
                      <c:pt idx="3137">
                        <c:v>44384</c:v>
                      </c:pt>
                      <c:pt idx="3138">
                        <c:v>44385</c:v>
                      </c:pt>
                      <c:pt idx="3139">
                        <c:v>44386</c:v>
                      </c:pt>
                      <c:pt idx="3140">
                        <c:v>44387</c:v>
                      </c:pt>
                      <c:pt idx="3141">
                        <c:v>44389</c:v>
                      </c:pt>
                      <c:pt idx="3142">
                        <c:v>44390</c:v>
                      </c:pt>
                      <c:pt idx="3143">
                        <c:v>44391</c:v>
                      </c:pt>
                      <c:pt idx="3144">
                        <c:v>44392</c:v>
                      </c:pt>
                      <c:pt idx="3145">
                        <c:v>44393</c:v>
                      </c:pt>
                      <c:pt idx="3146">
                        <c:v>44396</c:v>
                      </c:pt>
                      <c:pt idx="3147">
                        <c:v>44397</c:v>
                      </c:pt>
                      <c:pt idx="3148">
                        <c:v>44398</c:v>
                      </c:pt>
                      <c:pt idx="3149">
                        <c:v>44399</c:v>
                      </c:pt>
                      <c:pt idx="3150">
                        <c:v>44400</c:v>
                      </c:pt>
                      <c:pt idx="3151">
                        <c:v>44403</c:v>
                      </c:pt>
                      <c:pt idx="3152">
                        <c:v>44404</c:v>
                      </c:pt>
                      <c:pt idx="3153">
                        <c:v>44405</c:v>
                      </c:pt>
                      <c:pt idx="3154">
                        <c:v>44406</c:v>
                      </c:pt>
                      <c:pt idx="3155">
                        <c:v>44407</c:v>
                      </c:pt>
                      <c:pt idx="3156">
                        <c:v>44408</c:v>
                      </c:pt>
                      <c:pt idx="3157">
                        <c:v>44410</c:v>
                      </c:pt>
                      <c:pt idx="3158">
                        <c:v>44411</c:v>
                      </c:pt>
                      <c:pt idx="3159">
                        <c:v>44412</c:v>
                      </c:pt>
                      <c:pt idx="3160">
                        <c:v>44413</c:v>
                      </c:pt>
                      <c:pt idx="3161">
                        <c:v>44414</c:v>
                      </c:pt>
                      <c:pt idx="3162">
                        <c:v>44417</c:v>
                      </c:pt>
                      <c:pt idx="3163">
                        <c:v>44418</c:v>
                      </c:pt>
                      <c:pt idx="3164">
                        <c:v>44419</c:v>
                      </c:pt>
                      <c:pt idx="3165">
                        <c:v>44420</c:v>
                      </c:pt>
                      <c:pt idx="3166">
                        <c:v>44421</c:v>
                      </c:pt>
                      <c:pt idx="3167">
                        <c:v>44424</c:v>
                      </c:pt>
                      <c:pt idx="3168">
                        <c:v>44425</c:v>
                      </c:pt>
                      <c:pt idx="3169">
                        <c:v>44426</c:v>
                      </c:pt>
                      <c:pt idx="3170">
                        <c:v>44427</c:v>
                      </c:pt>
                      <c:pt idx="3171">
                        <c:v>44428</c:v>
                      </c:pt>
                      <c:pt idx="3172">
                        <c:v>44431</c:v>
                      </c:pt>
                      <c:pt idx="3173">
                        <c:v>44432</c:v>
                      </c:pt>
                      <c:pt idx="3174">
                        <c:v>44433</c:v>
                      </c:pt>
                      <c:pt idx="3175">
                        <c:v>44434</c:v>
                      </c:pt>
                      <c:pt idx="3176">
                        <c:v>44435</c:v>
                      </c:pt>
                      <c:pt idx="3177">
                        <c:v>44438</c:v>
                      </c:pt>
                      <c:pt idx="3178">
                        <c:v>44439</c:v>
                      </c:pt>
                      <c:pt idx="3179">
                        <c:v>44440</c:v>
                      </c:pt>
                      <c:pt idx="3180">
                        <c:v>44441</c:v>
                      </c:pt>
                      <c:pt idx="3181">
                        <c:v>44442</c:v>
                      </c:pt>
                      <c:pt idx="3182">
                        <c:v>44445</c:v>
                      </c:pt>
                      <c:pt idx="3183">
                        <c:v>44446</c:v>
                      </c:pt>
                      <c:pt idx="3184">
                        <c:v>44447</c:v>
                      </c:pt>
                      <c:pt idx="3185">
                        <c:v>44448</c:v>
                      </c:pt>
                      <c:pt idx="3186">
                        <c:v>44449</c:v>
                      </c:pt>
                      <c:pt idx="3187">
                        <c:v>44452</c:v>
                      </c:pt>
                      <c:pt idx="3188">
                        <c:v>44453</c:v>
                      </c:pt>
                      <c:pt idx="3189">
                        <c:v>44454</c:v>
                      </c:pt>
                      <c:pt idx="3190">
                        <c:v>44455</c:v>
                      </c:pt>
                      <c:pt idx="3191">
                        <c:v>44456</c:v>
                      </c:pt>
                      <c:pt idx="3192">
                        <c:v>44457</c:v>
                      </c:pt>
                      <c:pt idx="3193">
                        <c:v>44459</c:v>
                      </c:pt>
                      <c:pt idx="3194">
                        <c:v>44460</c:v>
                      </c:pt>
                      <c:pt idx="3195">
                        <c:v>44461</c:v>
                      </c:pt>
                      <c:pt idx="3196">
                        <c:v>44462</c:v>
                      </c:pt>
                      <c:pt idx="3197">
                        <c:v>44463</c:v>
                      </c:pt>
                      <c:pt idx="3198">
                        <c:v>44465</c:v>
                      </c:pt>
                      <c:pt idx="3199">
                        <c:v>44466</c:v>
                      </c:pt>
                      <c:pt idx="3200">
                        <c:v>44467</c:v>
                      </c:pt>
                      <c:pt idx="3201">
                        <c:v>44468</c:v>
                      </c:pt>
                      <c:pt idx="3202">
                        <c:v>44469</c:v>
                      </c:pt>
                      <c:pt idx="3203">
                        <c:v>44470</c:v>
                      </c:pt>
                      <c:pt idx="3204">
                        <c:v>44473</c:v>
                      </c:pt>
                      <c:pt idx="3205">
                        <c:v>44474</c:v>
                      </c:pt>
                      <c:pt idx="3206">
                        <c:v>44475</c:v>
                      </c:pt>
                      <c:pt idx="3207">
                        <c:v>44476</c:v>
                      </c:pt>
                      <c:pt idx="3208">
                        <c:v>44477</c:v>
                      </c:pt>
                      <c:pt idx="3209">
                        <c:v>44478</c:v>
                      </c:pt>
                      <c:pt idx="3210">
                        <c:v>44479</c:v>
                      </c:pt>
                      <c:pt idx="3211">
                        <c:v>44480</c:v>
                      </c:pt>
                      <c:pt idx="3212">
                        <c:v>44481</c:v>
                      </c:pt>
                      <c:pt idx="3213">
                        <c:v>44482</c:v>
                      </c:pt>
                      <c:pt idx="3214">
                        <c:v>44483</c:v>
                      </c:pt>
                      <c:pt idx="3215">
                        <c:v>44484</c:v>
                      </c:pt>
                      <c:pt idx="3216">
                        <c:v>44487</c:v>
                      </c:pt>
                      <c:pt idx="3217">
                        <c:v>44488</c:v>
                      </c:pt>
                      <c:pt idx="3218">
                        <c:v>44489</c:v>
                      </c:pt>
                      <c:pt idx="3219">
                        <c:v>44490</c:v>
                      </c:pt>
                      <c:pt idx="3220">
                        <c:v>44491</c:v>
                      </c:pt>
                      <c:pt idx="3221">
                        <c:v>44494</c:v>
                      </c:pt>
                      <c:pt idx="3222">
                        <c:v>44495</c:v>
                      </c:pt>
                      <c:pt idx="3223">
                        <c:v>44496</c:v>
                      </c:pt>
                      <c:pt idx="3224">
                        <c:v>44497</c:v>
                      </c:pt>
                      <c:pt idx="3225">
                        <c:v>44498</c:v>
                      </c:pt>
                      <c:pt idx="3226">
                        <c:v>44500</c:v>
                      </c:pt>
                      <c:pt idx="3227">
                        <c:v>44501</c:v>
                      </c:pt>
                      <c:pt idx="3228">
                        <c:v>44502</c:v>
                      </c:pt>
                      <c:pt idx="3229">
                        <c:v>44503</c:v>
                      </c:pt>
                      <c:pt idx="3230">
                        <c:v>44504</c:v>
                      </c:pt>
                      <c:pt idx="3231">
                        <c:v>44505</c:v>
                      </c:pt>
                      <c:pt idx="3232">
                        <c:v>44508</c:v>
                      </c:pt>
                      <c:pt idx="3233">
                        <c:v>44509</c:v>
                      </c:pt>
                      <c:pt idx="3234">
                        <c:v>44510</c:v>
                      </c:pt>
                      <c:pt idx="3235">
                        <c:v>44511</c:v>
                      </c:pt>
                      <c:pt idx="3236">
                        <c:v>44512</c:v>
                      </c:pt>
                      <c:pt idx="3237">
                        <c:v>44513</c:v>
                      </c:pt>
                      <c:pt idx="3238">
                        <c:v>44514</c:v>
                      </c:pt>
                      <c:pt idx="3239">
                        <c:v>44515</c:v>
                      </c:pt>
                      <c:pt idx="3240">
                        <c:v>44516</c:v>
                      </c:pt>
                      <c:pt idx="3241">
                        <c:v>44517</c:v>
                      </c:pt>
                      <c:pt idx="3242">
                        <c:v>44518</c:v>
                      </c:pt>
                      <c:pt idx="3243">
                        <c:v>44519</c:v>
                      </c:pt>
                      <c:pt idx="3244">
                        <c:v>44520</c:v>
                      </c:pt>
                      <c:pt idx="3245">
                        <c:v>44521</c:v>
                      </c:pt>
                      <c:pt idx="3246">
                        <c:v>44522</c:v>
                      </c:pt>
                      <c:pt idx="3247">
                        <c:v>44523</c:v>
                      </c:pt>
                      <c:pt idx="3248">
                        <c:v>44524</c:v>
                      </c:pt>
                      <c:pt idx="3249">
                        <c:v>44525</c:v>
                      </c:pt>
                      <c:pt idx="3250">
                        <c:v>44526</c:v>
                      </c:pt>
                      <c:pt idx="3251">
                        <c:v>44527</c:v>
                      </c:pt>
                      <c:pt idx="3252">
                        <c:v>44528</c:v>
                      </c:pt>
                      <c:pt idx="3253">
                        <c:v>44529</c:v>
                      </c:pt>
                      <c:pt idx="3254">
                        <c:v>44530</c:v>
                      </c:pt>
                      <c:pt idx="3255">
                        <c:v>44531</c:v>
                      </c:pt>
                      <c:pt idx="3256">
                        <c:v>44532</c:v>
                      </c:pt>
                      <c:pt idx="3257">
                        <c:v>44533</c:v>
                      </c:pt>
                      <c:pt idx="3258">
                        <c:v>44534</c:v>
                      </c:pt>
                      <c:pt idx="3259">
                        <c:v>44535</c:v>
                      </c:pt>
                      <c:pt idx="3260">
                        <c:v>44536</c:v>
                      </c:pt>
                      <c:pt idx="3261">
                        <c:v>44537</c:v>
                      </c:pt>
                      <c:pt idx="3262">
                        <c:v>44538</c:v>
                      </c:pt>
                      <c:pt idx="3263">
                        <c:v>44539</c:v>
                      </c:pt>
                      <c:pt idx="3264">
                        <c:v>44540</c:v>
                      </c:pt>
                      <c:pt idx="3265">
                        <c:v>44541</c:v>
                      </c:pt>
                      <c:pt idx="3266">
                        <c:v>44542</c:v>
                      </c:pt>
                      <c:pt idx="3267">
                        <c:v>44543</c:v>
                      </c:pt>
                      <c:pt idx="3268">
                        <c:v>44544</c:v>
                      </c:pt>
                      <c:pt idx="3269">
                        <c:v>44545</c:v>
                      </c:pt>
                      <c:pt idx="3270">
                        <c:v>44546</c:v>
                      </c:pt>
                      <c:pt idx="3271">
                        <c:v>44547</c:v>
                      </c:pt>
                      <c:pt idx="3272">
                        <c:v>44548</c:v>
                      </c:pt>
                      <c:pt idx="3273">
                        <c:v>44549</c:v>
                      </c:pt>
                      <c:pt idx="3274">
                        <c:v>44550</c:v>
                      </c:pt>
                      <c:pt idx="3275">
                        <c:v>44551</c:v>
                      </c:pt>
                      <c:pt idx="3276">
                        <c:v>44552</c:v>
                      </c:pt>
                      <c:pt idx="3277">
                        <c:v>44553</c:v>
                      </c:pt>
                      <c:pt idx="3278">
                        <c:v>44554</c:v>
                      </c:pt>
                      <c:pt idx="3279">
                        <c:v>44555</c:v>
                      </c:pt>
                      <c:pt idx="3280">
                        <c:v>44556</c:v>
                      </c:pt>
                      <c:pt idx="3281">
                        <c:v>44557</c:v>
                      </c:pt>
                      <c:pt idx="3282">
                        <c:v>44558</c:v>
                      </c:pt>
                      <c:pt idx="3283">
                        <c:v>44559</c:v>
                      </c:pt>
                      <c:pt idx="3284">
                        <c:v>44560</c:v>
                      </c:pt>
                      <c:pt idx="3285">
                        <c:v>44561</c:v>
                      </c:pt>
                      <c:pt idx="3286">
                        <c:v>44562</c:v>
                      </c:pt>
                      <c:pt idx="3287">
                        <c:v>44563</c:v>
                      </c:pt>
                      <c:pt idx="3288">
                        <c:v>44564</c:v>
                      </c:pt>
                      <c:pt idx="3289">
                        <c:v>44565</c:v>
                      </c:pt>
                      <c:pt idx="3290">
                        <c:v>44566</c:v>
                      </c:pt>
                      <c:pt idx="3291">
                        <c:v>44567</c:v>
                      </c:pt>
                      <c:pt idx="3292">
                        <c:v>44568</c:v>
                      </c:pt>
                      <c:pt idx="3293">
                        <c:v>44569</c:v>
                      </c:pt>
                      <c:pt idx="3294">
                        <c:v>44570</c:v>
                      </c:pt>
                      <c:pt idx="3295">
                        <c:v>44571</c:v>
                      </c:pt>
                      <c:pt idx="3296">
                        <c:v>44572</c:v>
                      </c:pt>
                      <c:pt idx="3297">
                        <c:v>44573</c:v>
                      </c:pt>
                      <c:pt idx="3298">
                        <c:v>44574</c:v>
                      </c:pt>
                      <c:pt idx="3299">
                        <c:v>44575</c:v>
                      </c:pt>
                      <c:pt idx="3300">
                        <c:v>44576</c:v>
                      </c:pt>
                      <c:pt idx="3301">
                        <c:v>44577</c:v>
                      </c:pt>
                      <c:pt idx="3302">
                        <c:v>44578</c:v>
                      </c:pt>
                      <c:pt idx="3303">
                        <c:v>44579</c:v>
                      </c:pt>
                      <c:pt idx="3304">
                        <c:v>44580</c:v>
                      </c:pt>
                      <c:pt idx="3305">
                        <c:v>44581</c:v>
                      </c:pt>
                      <c:pt idx="3306">
                        <c:v>44582</c:v>
                      </c:pt>
                      <c:pt idx="3307">
                        <c:v>44583</c:v>
                      </c:pt>
                      <c:pt idx="3308">
                        <c:v>44584</c:v>
                      </c:pt>
                      <c:pt idx="3309">
                        <c:v>44585</c:v>
                      </c:pt>
                      <c:pt idx="3310">
                        <c:v>44586</c:v>
                      </c:pt>
                      <c:pt idx="3311">
                        <c:v>44587</c:v>
                      </c:pt>
                      <c:pt idx="3312">
                        <c:v>44588</c:v>
                      </c:pt>
                      <c:pt idx="3313">
                        <c:v>44589</c:v>
                      </c:pt>
                      <c:pt idx="3314">
                        <c:v>44590</c:v>
                      </c:pt>
                      <c:pt idx="3315">
                        <c:v>44591</c:v>
                      </c:pt>
                      <c:pt idx="3316">
                        <c:v>44592</c:v>
                      </c:pt>
                      <c:pt idx="3317">
                        <c:v>44593</c:v>
                      </c:pt>
                      <c:pt idx="3318">
                        <c:v>44594</c:v>
                      </c:pt>
                      <c:pt idx="3319">
                        <c:v>44595</c:v>
                      </c:pt>
                      <c:pt idx="3320">
                        <c:v>44596</c:v>
                      </c:pt>
                      <c:pt idx="3321">
                        <c:v>44597</c:v>
                      </c:pt>
                      <c:pt idx="3322">
                        <c:v>44598</c:v>
                      </c:pt>
                      <c:pt idx="3323">
                        <c:v>44599</c:v>
                      </c:pt>
                      <c:pt idx="3324">
                        <c:v>44600</c:v>
                      </c:pt>
                      <c:pt idx="3325">
                        <c:v>44601</c:v>
                      </c:pt>
                      <c:pt idx="3326">
                        <c:v>44602</c:v>
                      </c:pt>
                      <c:pt idx="3327">
                        <c:v>44603</c:v>
                      </c:pt>
                      <c:pt idx="3328">
                        <c:v>44606</c:v>
                      </c:pt>
                      <c:pt idx="3329">
                        <c:v>44607</c:v>
                      </c:pt>
                      <c:pt idx="3330">
                        <c:v>44608</c:v>
                      </c:pt>
                      <c:pt idx="3331">
                        <c:v>44609</c:v>
                      </c:pt>
                      <c:pt idx="3332">
                        <c:v>44610</c:v>
                      </c:pt>
                      <c:pt idx="3333">
                        <c:v>44612</c:v>
                      </c:pt>
                      <c:pt idx="3334">
                        <c:v>44613</c:v>
                      </c:pt>
                      <c:pt idx="3335">
                        <c:v>44614</c:v>
                      </c:pt>
                      <c:pt idx="3336">
                        <c:v>44615</c:v>
                      </c:pt>
                      <c:pt idx="3337">
                        <c:v>44616</c:v>
                      </c:pt>
                      <c:pt idx="3338">
                        <c:v>44617</c:v>
                      </c:pt>
                      <c:pt idx="3339">
                        <c:v>44620</c:v>
                      </c:pt>
                      <c:pt idx="3340">
                        <c:v>44621</c:v>
                      </c:pt>
                      <c:pt idx="3341">
                        <c:v>44622</c:v>
                      </c:pt>
                      <c:pt idx="3342">
                        <c:v>44623</c:v>
                      </c:pt>
                      <c:pt idx="3343">
                        <c:v>44624</c:v>
                      </c:pt>
                      <c:pt idx="3344">
                        <c:v>44627</c:v>
                      </c:pt>
                      <c:pt idx="3345">
                        <c:v>44628</c:v>
                      </c:pt>
                      <c:pt idx="3346">
                        <c:v>44629</c:v>
                      </c:pt>
                      <c:pt idx="3347">
                        <c:v>44630</c:v>
                      </c:pt>
                      <c:pt idx="3348">
                        <c:v>44631</c:v>
                      </c:pt>
                      <c:pt idx="3349">
                        <c:v>44634</c:v>
                      </c:pt>
                      <c:pt idx="3350">
                        <c:v>44635</c:v>
                      </c:pt>
                      <c:pt idx="3351">
                        <c:v>44636</c:v>
                      </c:pt>
                      <c:pt idx="3352">
                        <c:v>44637</c:v>
                      </c:pt>
                      <c:pt idx="3353">
                        <c:v>44638</c:v>
                      </c:pt>
                      <c:pt idx="3354">
                        <c:v>44639</c:v>
                      </c:pt>
                      <c:pt idx="3355">
                        <c:v>44640</c:v>
                      </c:pt>
                      <c:pt idx="3356">
                        <c:v>44641</c:v>
                      </c:pt>
                      <c:pt idx="3357">
                        <c:v>44642</c:v>
                      </c:pt>
                      <c:pt idx="3358">
                        <c:v>44643</c:v>
                      </c:pt>
                      <c:pt idx="3359">
                        <c:v>44644</c:v>
                      </c:pt>
                      <c:pt idx="3360">
                        <c:v>44645</c:v>
                      </c:pt>
                      <c:pt idx="3361">
                        <c:v>44648</c:v>
                      </c:pt>
                      <c:pt idx="3362">
                        <c:v>44649</c:v>
                      </c:pt>
                      <c:pt idx="3363">
                        <c:v>44650</c:v>
                      </c:pt>
                      <c:pt idx="3364">
                        <c:v>44651</c:v>
                      </c:pt>
                      <c:pt idx="3365">
                        <c:v>44652</c:v>
                      </c:pt>
                      <c:pt idx="3366">
                        <c:v>44653</c:v>
                      </c:pt>
                      <c:pt idx="3367">
                        <c:v>44655</c:v>
                      </c:pt>
                      <c:pt idx="3368">
                        <c:v>44656</c:v>
                      </c:pt>
                      <c:pt idx="3369">
                        <c:v>44657</c:v>
                      </c:pt>
                      <c:pt idx="3370">
                        <c:v>44658</c:v>
                      </c:pt>
                      <c:pt idx="3371">
                        <c:v>44659</c:v>
                      </c:pt>
                      <c:pt idx="3372">
                        <c:v>44660</c:v>
                      </c:pt>
                      <c:pt idx="3373">
                        <c:v>44661</c:v>
                      </c:pt>
                      <c:pt idx="3374">
                        <c:v>44662</c:v>
                      </c:pt>
                      <c:pt idx="3375">
                        <c:v>44663</c:v>
                      </c:pt>
                      <c:pt idx="3376">
                        <c:v>44664</c:v>
                      </c:pt>
                      <c:pt idx="3377">
                        <c:v>44665</c:v>
                      </c:pt>
                      <c:pt idx="3378">
                        <c:v>44666</c:v>
                      </c:pt>
                      <c:pt idx="3379">
                        <c:v>44667</c:v>
                      </c:pt>
                      <c:pt idx="3380">
                        <c:v>44668</c:v>
                      </c:pt>
                      <c:pt idx="3381">
                        <c:v>44669</c:v>
                      </c:pt>
                      <c:pt idx="3382">
                        <c:v>44670</c:v>
                      </c:pt>
                      <c:pt idx="3383">
                        <c:v>44671</c:v>
                      </c:pt>
                      <c:pt idx="3384">
                        <c:v>44672</c:v>
                      </c:pt>
                      <c:pt idx="3385">
                        <c:v>44673</c:v>
                      </c:pt>
                      <c:pt idx="3386">
                        <c:v>44674</c:v>
                      </c:pt>
                      <c:pt idx="3387">
                        <c:v>44675</c:v>
                      </c:pt>
                      <c:pt idx="3388">
                        <c:v>44676</c:v>
                      </c:pt>
                      <c:pt idx="3389">
                        <c:v>44677</c:v>
                      </c:pt>
                      <c:pt idx="3390">
                        <c:v>44678</c:v>
                      </c:pt>
                      <c:pt idx="3391">
                        <c:v>44679</c:v>
                      </c:pt>
                      <c:pt idx="3392">
                        <c:v>44680</c:v>
                      </c:pt>
                      <c:pt idx="3393">
                        <c:v>44681</c:v>
                      </c:pt>
                      <c:pt idx="3394">
                        <c:v>44682</c:v>
                      </c:pt>
                      <c:pt idx="3395">
                        <c:v>44683</c:v>
                      </c:pt>
                      <c:pt idx="3396">
                        <c:v>44684</c:v>
                      </c:pt>
                      <c:pt idx="3397">
                        <c:v>44685</c:v>
                      </c:pt>
                      <c:pt idx="3398">
                        <c:v>44686</c:v>
                      </c:pt>
                      <c:pt idx="3399">
                        <c:v>44687</c:v>
                      </c:pt>
                      <c:pt idx="3400">
                        <c:v>44688</c:v>
                      </c:pt>
                      <c:pt idx="3401">
                        <c:v>44689</c:v>
                      </c:pt>
                      <c:pt idx="3402">
                        <c:v>44690</c:v>
                      </c:pt>
                      <c:pt idx="3403">
                        <c:v>44691</c:v>
                      </c:pt>
                      <c:pt idx="3404">
                        <c:v>44692</c:v>
                      </c:pt>
                      <c:pt idx="3405">
                        <c:v>44693</c:v>
                      </c:pt>
                      <c:pt idx="3406">
                        <c:v>44694</c:v>
                      </c:pt>
                      <c:pt idx="3407">
                        <c:v>44695</c:v>
                      </c:pt>
                      <c:pt idx="3408">
                        <c:v>44696</c:v>
                      </c:pt>
                      <c:pt idx="3409">
                        <c:v>44697</c:v>
                      </c:pt>
                      <c:pt idx="3410">
                        <c:v>44698</c:v>
                      </c:pt>
                      <c:pt idx="3411">
                        <c:v>44699</c:v>
                      </c:pt>
                      <c:pt idx="3412">
                        <c:v>44700</c:v>
                      </c:pt>
                      <c:pt idx="3413">
                        <c:v>44701</c:v>
                      </c:pt>
                      <c:pt idx="3414">
                        <c:v>44704</c:v>
                      </c:pt>
                      <c:pt idx="3415">
                        <c:v>44705</c:v>
                      </c:pt>
                      <c:pt idx="3416">
                        <c:v>44706</c:v>
                      </c:pt>
                      <c:pt idx="3417">
                        <c:v>44707</c:v>
                      </c:pt>
                      <c:pt idx="3418">
                        <c:v>44708</c:v>
                      </c:pt>
                      <c:pt idx="3419">
                        <c:v>44711</c:v>
                      </c:pt>
                      <c:pt idx="3420">
                        <c:v>44712</c:v>
                      </c:pt>
                      <c:pt idx="3421">
                        <c:v>44713</c:v>
                      </c:pt>
                      <c:pt idx="3422">
                        <c:v>44714</c:v>
                      </c:pt>
                      <c:pt idx="3423">
                        <c:v>44715</c:v>
                      </c:pt>
                      <c:pt idx="3424">
                        <c:v>44718</c:v>
                      </c:pt>
                      <c:pt idx="3425">
                        <c:v>44719</c:v>
                      </c:pt>
                      <c:pt idx="3426">
                        <c:v>44720</c:v>
                      </c:pt>
                      <c:pt idx="3427">
                        <c:v>44721</c:v>
                      </c:pt>
                      <c:pt idx="3428">
                        <c:v>44722</c:v>
                      </c:pt>
                      <c:pt idx="3429">
                        <c:v>44725</c:v>
                      </c:pt>
                      <c:pt idx="3430">
                        <c:v>44726</c:v>
                      </c:pt>
                      <c:pt idx="3431">
                        <c:v>44727</c:v>
                      </c:pt>
                      <c:pt idx="3432">
                        <c:v>44728</c:v>
                      </c:pt>
                      <c:pt idx="3433">
                        <c:v>44729</c:v>
                      </c:pt>
                      <c:pt idx="3434">
                        <c:v>44730</c:v>
                      </c:pt>
                      <c:pt idx="3435">
                        <c:v>44731</c:v>
                      </c:pt>
                      <c:pt idx="3436">
                        <c:v>44732</c:v>
                      </c:pt>
                      <c:pt idx="3437">
                        <c:v>44733</c:v>
                      </c:pt>
                      <c:pt idx="3438">
                        <c:v>44734</c:v>
                      </c:pt>
                      <c:pt idx="3439">
                        <c:v>44735</c:v>
                      </c:pt>
                      <c:pt idx="3440">
                        <c:v>44736</c:v>
                      </c:pt>
                      <c:pt idx="3441">
                        <c:v>44737</c:v>
                      </c:pt>
                      <c:pt idx="3442">
                        <c:v>44738</c:v>
                      </c:pt>
                      <c:pt idx="3443">
                        <c:v>44739</c:v>
                      </c:pt>
                      <c:pt idx="3444">
                        <c:v>44740</c:v>
                      </c:pt>
                      <c:pt idx="3445">
                        <c:v>44741</c:v>
                      </c:pt>
                      <c:pt idx="3446">
                        <c:v>44742</c:v>
                      </c:pt>
                      <c:pt idx="3447">
                        <c:v>44743</c:v>
                      </c:pt>
                      <c:pt idx="3448">
                        <c:v>44744</c:v>
                      </c:pt>
                      <c:pt idx="3449">
                        <c:v>44745</c:v>
                      </c:pt>
                      <c:pt idx="3450">
                        <c:v>44746</c:v>
                      </c:pt>
                      <c:pt idx="3451">
                        <c:v>44747</c:v>
                      </c:pt>
                      <c:pt idx="3452">
                        <c:v>44748</c:v>
                      </c:pt>
                      <c:pt idx="3453">
                        <c:v>44749</c:v>
                      </c:pt>
                      <c:pt idx="3454">
                        <c:v>44750</c:v>
                      </c:pt>
                      <c:pt idx="3455">
                        <c:v>44751</c:v>
                      </c:pt>
                      <c:pt idx="3456">
                        <c:v>44752</c:v>
                      </c:pt>
                      <c:pt idx="3457">
                        <c:v>44753</c:v>
                      </c:pt>
                      <c:pt idx="3458">
                        <c:v>44754</c:v>
                      </c:pt>
                      <c:pt idx="3459">
                        <c:v>44755</c:v>
                      </c:pt>
                      <c:pt idx="3460">
                        <c:v>44756</c:v>
                      </c:pt>
                      <c:pt idx="3461">
                        <c:v>44757</c:v>
                      </c:pt>
                      <c:pt idx="3462">
                        <c:v>44758</c:v>
                      </c:pt>
                      <c:pt idx="3463">
                        <c:v>44759</c:v>
                      </c:pt>
                      <c:pt idx="3464">
                        <c:v>44760</c:v>
                      </c:pt>
                      <c:pt idx="3465">
                        <c:v>44761</c:v>
                      </c:pt>
                      <c:pt idx="3466">
                        <c:v>44762</c:v>
                      </c:pt>
                      <c:pt idx="3467">
                        <c:v>44763</c:v>
                      </c:pt>
                      <c:pt idx="3468">
                        <c:v>44764</c:v>
                      </c:pt>
                      <c:pt idx="3469">
                        <c:v>44765</c:v>
                      </c:pt>
                      <c:pt idx="3470">
                        <c:v>44766</c:v>
                      </c:pt>
                      <c:pt idx="3471">
                        <c:v>44767</c:v>
                      </c:pt>
                      <c:pt idx="3472">
                        <c:v>44768</c:v>
                      </c:pt>
                      <c:pt idx="3473">
                        <c:v>44769</c:v>
                      </c:pt>
                      <c:pt idx="3474">
                        <c:v>44770</c:v>
                      </c:pt>
                      <c:pt idx="3475">
                        <c:v>44771</c:v>
                      </c:pt>
                      <c:pt idx="3476">
                        <c:v>44772</c:v>
                      </c:pt>
                      <c:pt idx="3477">
                        <c:v>44773</c:v>
                      </c:pt>
                      <c:pt idx="3478">
                        <c:v>44774</c:v>
                      </c:pt>
                      <c:pt idx="3479">
                        <c:v>44775</c:v>
                      </c:pt>
                      <c:pt idx="3480">
                        <c:v>44776</c:v>
                      </c:pt>
                      <c:pt idx="3481">
                        <c:v>44777</c:v>
                      </c:pt>
                      <c:pt idx="3482">
                        <c:v>44778</c:v>
                      </c:pt>
                      <c:pt idx="3483">
                        <c:v>44779</c:v>
                      </c:pt>
                      <c:pt idx="3484">
                        <c:v>44780</c:v>
                      </c:pt>
                      <c:pt idx="3485">
                        <c:v>44781</c:v>
                      </c:pt>
                      <c:pt idx="3486">
                        <c:v>44782</c:v>
                      </c:pt>
                      <c:pt idx="3487">
                        <c:v>44783</c:v>
                      </c:pt>
                      <c:pt idx="3488">
                        <c:v>44784</c:v>
                      </c:pt>
                      <c:pt idx="3489">
                        <c:v>44785</c:v>
                      </c:pt>
                      <c:pt idx="3490">
                        <c:v>44786</c:v>
                      </c:pt>
                      <c:pt idx="3491">
                        <c:v>44787</c:v>
                      </c:pt>
                      <c:pt idx="3492">
                        <c:v>44788</c:v>
                      </c:pt>
                      <c:pt idx="3493">
                        <c:v>44789</c:v>
                      </c:pt>
                      <c:pt idx="3494">
                        <c:v>44790</c:v>
                      </c:pt>
                      <c:pt idx="3495">
                        <c:v>44791</c:v>
                      </c:pt>
                      <c:pt idx="3496">
                        <c:v>44792</c:v>
                      </c:pt>
                      <c:pt idx="3497">
                        <c:v>44793</c:v>
                      </c:pt>
                      <c:pt idx="3498">
                        <c:v>44794</c:v>
                      </c:pt>
                      <c:pt idx="3499">
                        <c:v>44795</c:v>
                      </c:pt>
                      <c:pt idx="3500">
                        <c:v>44796</c:v>
                      </c:pt>
                      <c:pt idx="3501">
                        <c:v>44797</c:v>
                      </c:pt>
                      <c:pt idx="3502">
                        <c:v>44798</c:v>
                      </c:pt>
                      <c:pt idx="3503">
                        <c:v>44799</c:v>
                      </c:pt>
                      <c:pt idx="3504">
                        <c:v>44800</c:v>
                      </c:pt>
                      <c:pt idx="3505">
                        <c:v>44801</c:v>
                      </c:pt>
                      <c:pt idx="3506">
                        <c:v>44802</c:v>
                      </c:pt>
                      <c:pt idx="3507">
                        <c:v>44803</c:v>
                      </c:pt>
                      <c:pt idx="3508">
                        <c:v>44804</c:v>
                      </c:pt>
                      <c:pt idx="3509">
                        <c:v>44805</c:v>
                      </c:pt>
                      <c:pt idx="3510">
                        <c:v>44806</c:v>
                      </c:pt>
                      <c:pt idx="3511">
                        <c:v>44807</c:v>
                      </c:pt>
                      <c:pt idx="3512">
                        <c:v>44808</c:v>
                      </c:pt>
                      <c:pt idx="3513">
                        <c:v>44809</c:v>
                      </c:pt>
                      <c:pt idx="3514">
                        <c:v>44810</c:v>
                      </c:pt>
                      <c:pt idx="3515">
                        <c:v>44811</c:v>
                      </c:pt>
                      <c:pt idx="3516">
                        <c:v>44812</c:v>
                      </c:pt>
                      <c:pt idx="3517">
                        <c:v>44813</c:v>
                      </c:pt>
                      <c:pt idx="3518">
                        <c:v>44814</c:v>
                      </c:pt>
                      <c:pt idx="3519">
                        <c:v>44815</c:v>
                      </c:pt>
                      <c:pt idx="3520">
                        <c:v>44816</c:v>
                      </c:pt>
                      <c:pt idx="3521">
                        <c:v>44817</c:v>
                      </c:pt>
                      <c:pt idx="3522">
                        <c:v>44818</c:v>
                      </c:pt>
                      <c:pt idx="3523">
                        <c:v>44819</c:v>
                      </c:pt>
                      <c:pt idx="3524">
                        <c:v>44820</c:v>
                      </c:pt>
                      <c:pt idx="3525">
                        <c:v>44821</c:v>
                      </c:pt>
                      <c:pt idx="3526">
                        <c:v>44822</c:v>
                      </c:pt>
                      <c:pt idx="3527">
                        <c:v>44823</c:v>
                      </c:pt>
                      <c:pt idx="3528">
                        <c:v>44824</c:v>
                      </c:pt>
                      <c:pt idx="3529">
                        <c:v>44825</c:v>
                      </c:pt>
                      <c:pt idx="3530">
                        <c:v>44826</c:v>
                      </c:pt>
                      <c:pt idx="3531">
                        <c:v>44827</c:v>
                      </c:pt>
                      <c:pt idx="3532">
                        <c:v>44828</c:v>
                      </c:pt>
                      <c:pt idx="3533">
                        <c:v>44829</c:v>
                      </c:pt>
                      <c:pt idx="3534">
                        <c:v>44830</c:v>
                      </c:pt>
                      <c:pt idx="3535">
                        <c:v>44831</c:v>
                      </c:pt>
                      <c:pt idx="3536">
                        <c:v>44832</c:v>
                      </c:pt>
                      <c:pt idx="3537">
                        <c:v>44833</c:v>
                      </c:pt>
                      <c:pt idx="3538">
                        <c:v>44834</c:v>
                      </c:pt>
                      <c:pt idx="3539">
                        <c:v>44835</c:v>
                      </c:pt>
                      <c:pt idx="3540">
                        <c:v>44836</c:v>
                      </c:pt>
                      <c:pt idx="3541">
                        <c:v>44837</c:v>
                      </c:pt>
                      <c:pt idx="3542">
                        <c:v>44838</c:v>
                      </c:pt>
                      <c:pt idx="3543">
                        <c:v>44839</c:v>
                      </c:pt>
                      <c:pt idx="3544">
                        <c:v>44840</c:v>
                      </c:pt>
                      <c:pt idx="3545">
                        <c:v>44841</c:v>
                      </c:pt>
                      <c:pt idx="3546">
                        <c:v>44842</c:v>
                      </c:pt>
                      <c:pt idx="3547">
                        <c:v>44843</c:v>
                      </c:pt>
                      <c:pt idx="3548">
                        <c:v>44844</c:v>
                      </c:pt>
                      <c:pt idx="3549">
                        <c:v>44845</c:v>
                      </c:pt>
                      <c:pt idx="3550">
                        <c:v>44846</c:v>
                      </c:pt>
                      <c:pt idx="3551">
                        <c:v>44847</c:v>
                      </c:pt>
                      <c:pt idx="3552">
                        <c:v>44848</c:v>
                      </c:pt>
                      <c:pt idx="3553">
                        <c:v>44849</c:v>
                      </c:pt>
                      <c:pt idx="3554">
                        <c:v>44850</c:v>
                      </c:pt>
                      <c:pt idx="3555">
                        <c:v>44851</c:v>
                      </c:pt>
                      <c:pt idx="3556">
                        <c:v>44852</c:v>
                      </c:pt>
                      <c:pt idx="3557">
                        <c:v>44853</c:v>
                      </c:pt>
                      <c:pt idx="3558">
                        <c:v>44854</c:v>
                      </c:pt>
                      <c:pt idx="3559">
                        <c:v>44855</c:v>
                      </c:pt>
                      <c:pt idx="3560">
                        <c:v>44856</c:v>
                      </c:pt>
                      <c:pt idx="3561">
                        <c:v>44857</c:v>
                      </c:pt>
                      <c:pt idx="3562">
                        <c:v>44858</c:v>
                      </c:pt>
                      <c:pt idx="3563">
                        <c:v>44859</c:v>
                      </c:pt>
                      <c:pt idx="3564">
                        <c:v>44860</c:v>
                      </c:pt>
                      <c:pt idx="3565">
                        <c:v>44861</c:v>
                      </c:pt>
                      <c:pt idx="3566">
                        <c:v>44862</c:v>
                      </c:pt>
                      <c:pt idx="3567">
                        <c:v>44863</c:v>
                      </c:pt>
                      <c:pt idx="3568">
                        <c:v>44864</c:v>
                      </c:pt>
                      <c:pt idx="3569">
                        <c:v>44865</c:v>
                      </c:pt>
                      <c:pt idx="3570">
                        <c:v>44866</c:v>
                      </c:pt>
                      <c:pt idx="3571">
                        <c:v>44867</c:v>
                      </c:pt>
                      <c:pt idx="3572">
                        <c:v>44868</c:v>
                      </c:pt>
                      <c:pt idx="3573">
                        <c:v>44869</c:v>
                      </c:pt>
                      <c:pt idx="3574">
                        <c:v>44870</c:v>
                      </c:pt>
                      <c:pt idx="3575">
                        <c:v>44871</c:v>
                      </c:pt>
                      <c:pt idx="3576">
                        <c:v>44872</c:v>
                      </c:pt>
                      <c:pt idx="3577">
                        <c:v>44873</c:v>
                      </c:pt>
                      <c:pt idx="3578">
                        <c:v>44874</c:v>
                      </c:pt>
                      <c:pt idx="3579">
                        <c:v>44875</c:v>
                      </c:pt>
                      <c:pt idx="3580">
                        <c:v>44876</c:v>
                      </c:pt>
                      <c:pt idx="3581">
                        <c:v>44877</c:v>
                      </c:pt>
                      <c:pt idx="3582">
                        <c:v>44878</c:v>
                      </c:pt>
                      <c:pt idx="3583">
                        <c:v>44879</c:v>
                      </c:pt>
                      <c:pt idx="3584">
                        <c:v>44880</c:v>
                      </c:pt>
                      <c:pt idx="3585">
                        <c:v>44881</c:v>
                      </c:pt>
                      <c:pt idx="3586">
                        <c:v>44882</c:v>
                      </c:pt>
                      <c:pt idx="3587">
                        <c:v>44883</c:v>
                      </c:pt>
                      <c:pt idx="3588">
                        <c:v>44884</c:v>
                      </c:pt>
                      <c:pt idx="3589">
                        <c:v>44885</c:v>
                      </c:pt>
                      <c:pt idx="3590">
                        <c:v>44886</c:v>
                      </c:pt>
                      <c:pt idx="3591">
                        <c:v>44887</c:v>
                      </c:pt>
                      <c:pt idx="3592">
                        <c:v>44888</c:v>
                      </c:pt>
                      <c:pt idx="3593">
                        <c:v>44889</c:v>
                      </c:pt>
                      <c:pt idx="3594">
                        <c:v>44890</c:v>
                      </c:pt>
                      <c:pt idx="3595">
                        <c:v>44891</c:v>
                      </c:pt>
                      <c:pt idx="3596">
                        <c:v>44892</c:v>
                      </c:pt>
                      <c:pt idx="3597">
                        <c:v>44893</c:v>
                      </c:pt>
                      <c:pt idx="3598">
                        <c:v>44894</c:v>
                      </c:pt>
                      <c:pt idx="3599">
                        <c:v>44895</c:v>
                      </c:pt>
                      <c:pt idx="3600">
                        <c:v>44896</c:v>
                      </c:pt>
                      <c:pt idx="3601">
                        <c:v>44897</c:v>
                      </c:pt>
                      <c:pt idx="3602">
                        <c:v>44898</c:v>
                      </c:pt>
                      <c:pt idx="3603">
                        <c:v>44899</c:v>
                      </c:pt>
                      <c:pt idx="3604">
                        <c:v>44900</c:v>
                      </c:pt>
                      <c:pt idx="3605">
                        <c:v>44901</c:v>
                      </c:pt>
                      <c:pt idx="3606">
                        <c:v>44902</c:v>
                      </c:pt>
                      <c:pt idx="3607">
                        <c:v>44903</c:v>
                      </c:pt>
                      <c:pt idx="3608">
                        <c:v>44904</c:v>
                      </c:pt>
                      <c:pt idx="3609">
                        <c:v>44905</c:v>
                      </c:pt>
                      <c:pt idx="3610">
                        <c:v>44906</c:v>
                      </c:pt>
                      <c:pt idx="3611">
                        <c:v>44907</c:v>
                      </c:pt>
                      <c:pt idx="3612">
                        <c:v>44908</c:v>
                      </c:pt>
                      <c:pt idx="3613">
                        <c:v>44909</c:v>
                      </c:pt>
                      <c:pt idx="3614">
                        <c:v>44910</c:v>
                      </c:pt>
                      <c:pt idx="3615">
                        <c:v>44911</c:v>
                      </c:pt>
                      <c:pt idx="3616">
                        <c:v>44912</c:v>
                      </c:pt>
                      <c:pt idx="3617">
                        <c:v>44913</c:v>
                      </c:pt>
                      <c:pt idx="3618">
                        <c:v>44914</c:v>
                      </c:pt>
                      <c:pt idx="3619">
                        <c:v>44915</c:v>
                      </c:pt>
                      <c:pt idx="3620">
                        <c:v>44916</c:v>
                      </c:pt>
                      <c:pt idx="3621">
                        <c:v>44917</c:v>
                      </c:pt>
                      <c:pt idx="3622">
                        <c:v>44918</c:v>
                      </c:pt>
                      <c:pt idx="3623">
                        <c:v>44919</c:v>
                      </c:pt>
                      <c:pt idx="3624">
                        <c:v>44920</c:v>
                      </c:pt>
                      <c:pt idx="3625">
                        <c:v>44921</c:v>
                      </c:pt>
                      <c:pt idx="3626">
                        <c:v>44922</c:v>
                      </c:pt>
                      <c:pt idx="3627">
                        <c:v>44923</c:v>
                      </c:pt>
                      <c:pt idx="3628">
                        <c:v>44924</c:v>
                      </c:pt>
                      <c:pt idx="3629">
                        <c:v>44925</c:v>
                      </c:pt>
                      <c:pt idx="3630">
                        <c:v>44926</c:v>
                      </c:pt>
                      <c:pt idx="3631">
                        <c:v>44927</c:v>
                      </c:pt>
                      <c:pt idx="3632">
                        <c:v>44928</c:v>
                      </c:pt>
                      <c:pt idx="3633">
                        <c:v>44929</c:v>
                      </c:pt>
                      <c:pt idx="3634">
                        <c:v>44930</c:v>
                      </c:pt>
                      <c:pt idx="3635">
                        <c:v>44931</c:v>
                      </c:pt>
                      <c:pt idx="3636">
                        <c:v>44932</c:v>
                      </c:pt>
                      <c:pt idx="3637">
                        <c:v>44933</c:v>
                      </c:pt>
                      <c:pt idx="3638">
                        <c:v>44934</c:v>
                      </c:pt>
                      <c:pt idx="3639">
                        <c:v>44935</c:v>
                      </c:pt>
                      <c:pt idx="3640">
                        <c:v>44936</c:v>
                      </c:pt>
                      <c:pt idx="3641">
                        <c:v>44937</c:v>
                      </c:pt>
                      <c:pt idx="3642">
                        <c:v>44938</c:v>
                      </c:pt>
                      <c:pt idx="3643">
                        <c:v>44939</c:v>
                      </c:pt>
                      <c:pt idx="3644">
                        <c:v>44940</c:v>
                      </c:pt>
                      <c:pt idx="3645">
                        <c:v>44941</c:v>
                      </c:pt>
                      <c:pt idx="3646" formatCode="yyyy\-mm\-dd">
                        <c:v>44942</c:v>
                      </c:pt>
                      <c:pt idx="3647" formatCode="yyyy\-mm\-dd">
                        <c:v>44943</c:v>
                      </c:pt>
                      <c:pt idx="3648" formatCode="yyyy\-mm\-dd">
                        <c:v>44944</c:v>
                      </c:pt>
                      <c:pt idx="3649" formatCode="yyyy\-mm\-dd">
                        <c:v>44945</c:v>
                      </c:pt>
                      <c:pt idx="3650" formatCode="yyyy\-mm\-dd">
                        <c:v>44946</c:v>
                      </c:pt>
                      <c:pt idx="3651" formatCode="yyyy\-mm\-dd">
                        <c:v>44949</c:v>
                      </c:pt>
                      <c:pt idx="3652" formatCode="yyyy\-mm\-dd">
                        <c:v>44950</c:v>
                      </c:pt>
                      <c:pt idx="3653" formatCode="yyyy\-mm\-dd">
                        <c:v>44951</c:v>
                      </c:pt>
                      <c:pt idx="3654" formatCode="yyyy\-mm\-dd">
                        <c:v>44952</c:v>
                      </c:pt>
                      <c:pt idx="3655" formatCode="yyyy\-mm\-dd">
                        <c:v>44953</c:v>
                      </c:pt>
                      <c:pt idx="3656" formatCode="yyyy\-mm\-dd">
                        <c:v>44954</c:v>
                      </c:pt>
                      <c:pt idx="3657" formatCode="yyyy\-mm\-dd">
                        <c:v>44955</c:v>
                      </c:pt>
                      <c:pt idx="3658" formatCode="yyyy\-mm\-dd">
                        <c:v>44956</c:v>
                      </c:pt>
                      <c:pt idx="3659" formatCode="yyyy\-mm\-dd">
                        <c:v>44957</c:v>
                      </c:pt>
                      <c:pt idx="3660" formatCode="yyyy\-mm\-dd">
                        <c:v>44958</c:v>
                      </c:pt>
                      <c:pt idx="3661" formatCode="yyyy\-mm\-dd">
                        <c:v>44959</c:v>
                      </c:pt>
                      <c:pt idx="3662" formatCode="yyyy\-mm\-dd">
                        <c:v>44960</c:v>
                      </c:pt>
                      <c:pt idx="3663" formatCode="yyyy\-mm\-dd">
                        <c:v>44963</c:v>
                      </c:pt>
                      <c:pt idx="3664" formatCode="yyyy\-mm\-dd">
                        <c:v>44964</c:v>
                      </c:pt>
                      <c:pt idx="3665" formatCode="yyyy\-mm\-dd">
                        <c:v>44965</c:v>
                      </c:pt>
                      <c:pt idx="3666" formatCode="yyyy\-mm\-dd">
                        <c:v>44966</c:v>
                      </c:pt>
                      <c:pt idx="3667" formatCode="yyyy\-mm\-dd">
                        <c:v>44967</c:v>
                      </c:pt>
                      <c:pt idx="3668" formatCode="yyyy\-mm\-dd">
                        <c:v>44970</c:v>
                      </c:pt>
                      <c:pt idx="3669" formatCode="yyyy\-mm\-dd">
                        <c:v>44971</c:v>
                      </c:pt>
                      <c:pt idx="3670" formatCode="yyyy\-mm\-dd">
                        <c:v>44972</c:v>
                      </c:pt>
                      <c:pt idx="3671" formatCode="yyyy\-mm\-dd">
                        <c:v>44973</c:v>
                      </c:pt>
                      <c:pt idx="3672" formatCode="yyyy\-mm\-dd">
                        <c:v>44974</c:v>
                      </c:pt>
                      <c:pt idx="3673" formatCode="yyyy\-mm\-dd">
                        <c:v>44977</c:v>
                      </c:pt>
                      <c:pt idx="3674" formatCode="yyyy\-mm\-dd">
                        <c:v>44978</c:v>
                      </c:pt>
                      <c:pt idx="3675" formatCode="yyyy\-mm\-dd">
                        <c:v>44979</c:v>
                      </c:pt>
                      <c:pt idx="3676" formatCode="yyyy\-mm\-dd">
                        <c:v>44980</c:v>
                      </c:pt>
                      <c:pt idx="3677" formatCode="yyyy\-mm\-dd">
                        <c:v>44981</c:v>
                      </c:pt>
                      <c:pt idx="3678" formatCode="yyyy\-mm\-dd">
                        <c:v>44984</c:v>
                      </c:pt>
                      <c:pt idx="3679" formatCode="yyyy\-mm\-dd">
                        <c:v>44985</c:v>
                      </c:pt>
                      <c:pt idx="3680" formatCode="yyyy\-mm\-dd">
                        <c:v>44986</c:v>
                      </c:pt>
                      <c:pt idx="3681" formatCode="yyyy\-mm\-dd">
                        <c:v>44987</c:v>
                      </c:pt>
                      <c:pt idx="3682" formatCode="yyyy\-mm\-dd">
                        <c:v>44988</c:v>
                      </c:pt>
                      <c:pt idx="3683" formatCode="yyyy\-mm\-dd">
                        <c:v>44991</c:v>
                      </c:pt>
                      <c:pt idx="3684" formatCode="yyyy\-mm\-dd">
                        <c:v>44992</c:v>
                      </c:pt>
                      <c:pt idx="3685" formatCode="yyyy\-mm\-dd">
                        <c:v>44993</c:v>
                      </c:pt>
                      <c:pt idx="3686" formatCode="yyyy\-mm\-dd">
                        <c:v>44994</c:v>
                      </c:pt>
                      <c:pt idx="3687" formatCode="yyyy\-mm\-dd">
                        <c:v>44995</c:v>
                      </c:pt>
                      <c:pt idx="3688" formatCode="yyyy\-mm\-dd">
                        <c:v>44998</c:v>
                      </c:pt>
                      <c:pt idx="3689" formatCode="yyyy\-mm\-dd">
                        <c:v>44999</c:v>
                      </c:pt>
                      <c:pt idx="3690" formatCode="yyyy\-mm\-dd">
                        <c:v>45000</c:v>
                      </c:pt>
                      <c:pt idx="3691" formatCode="yyyy\-mm\-dd">
                        <c:v>45001</c:v>
                      </c:pt>
                      <c:pt idx="3692" formatCode="yyyy\-mm\-dd">
                        <c:v>45002</c:v>
                      </c:pt>
                      <c:pt idx="3693" formatCode="yyyy\-mm\-dd">
                        <c:v>45005</c:v>
                      </c:pt>
                      <c:pt idx="3694" formatCode="yyyy\-mm\-dd">
                        <c:v>45006</c:v>
                      </c:pt>
                      <c:pt idx="3695" formatCode="yyyy\-mm\-dd">
                        <c:v>45007</c:v>
                      </c:pt>
                      <c:pt idx="3696" formatCode="yyyy\-mm\-dd">
                        <c:v>45008</c:v>
                      </c:pt>
                      <c:pt idx="3697" formatCode="yyyy\-mm\-dd">
                        <c:v>45009</c:v>
                      </c:pt>
                      <c:pt idx="3698" formatCode="yyyy\-mm\-dd">
                        <c:v>45012</c:v>
                      </c:pt>
                      <c:pt idx="3699" formatCode="yyyy\-mm\-dd">
                        <c:v>45013</c:v>
                      </c:pt>
                      <c:pt idx="3700" formatCode="yyyy\-mm\-dd">
                        <c:v>45014</c:v>
                      </c:pt>
                      <c:pt idx="3701" formatCode="yyyy\-mm\-dd">
                        <c:v>45015</c:v>
                      </c:pt>
                      <c:pt idx="3702" formatCode="yyyy\-mm\-dd">
                        <c:v>45016</c:v>
                      </c:pt>
                      <c:pt idx="3703" formatCode="yyyy\-mm\-dd">
                        <c:v>45019</c:v>
                      </c:pt>
                      <c:pt idx="3704" formatCode="yyyy\-mm\-dd">
                        <c:v>45020</c:v>
                      </c:pt>
                      <c:pt idx="3705" formatCode="yyyy\-mm\-dd">
                        <c:v>45021</c:v>
                      </c:pt>
                      <c:pt idx="3706" formatCode="yyyy\-mm\-dd">
                        <c:v>45022</c:v>
                      </c:pt>
                      <c:pt idx="3707" formatCode="yyyy\-mm\-dd">
                        <c:v>45023</c:v>
                      </c:pt>
                      <c:pt idx="3708" formatCode="yyyy\-mm\-dd">
                        <c:v>45026</c:v>
                      </c:pt>
                      <c:pt idx="3709" formatCode="yyyy\-mm\-dd">
                        <c:v>45027</c:v>
                      </c:pt>
                      <c:pt idx="3710" formatCode="yyyy\-mm\-dd">
                        <c:v>45028</c:v>
                      </c:pt>
                      <c:pt idx="3711" formatCode="yyyy\-mm\-dd">
                        <c:v>45029</c:v>
                      </c:pt>
                      <c:pt idx="3712" formatCode="yyyy\-mm\-dd">
                        <c:v>45030</c:v>
                      </c:pt>
                      <c:pt idx="3713" formatCode="yyyy\-mm\-dd">
                        <c:v>45033</c:v>
                      </c:pt>
                      <c:pt idx="3714" formatCode="yyyy\-mm\-dd">
                        <c:v>45034</c:v>
                      </c:pt>
                      <c:pt idx="3715" formatCode="yyyy\-mm\-dd">
                        <c:v>45035</c:v>
                      </c:pt>
                      <c:pt idx="3716" formatCode="yyyy\-mm\-dd">
                        <c:v>45036</c:v>
                      </c:pt>
                      <c:pt idx="3717" formatCode="yyyy\-mm\-dd">
                        <c:v>45037</c:v>
                      </c:pt>
                      <c:pt idx="3718" formatCode="yyyy\-mm\-dd">
                        <c:v>45039</c:v>
                      </c:pt>
                      <c:pt idx="3719" formatCode="yyyy\-mm\-dd">
                        <c:v>45040</c:v>
                      </c:pt>
                      <c:pt idx="3720" formatCode="yyyy\-mm\-dd">
                        <c:v>45041</c:v>
                      </c:pt>
                      <c:pt idx="3721" formatCode="yyyy\-mm\-dd">
                        <c:v>45042</c:v>
                      </c:pt>
                      <c:pt idx="3722" formatCode="yyyy\-mm\-dd">
                        <c:v>45043</c:v>
                      </c:pt>
                      <c:pt idx="3723" formatCode="yyyy\-mm\-dd">
                        <c:v>45044</c:v>
                      </c:pt>
                      <c:pt idx="3724" formatCode="yyyy\-mm\-dd">
                        <c:v>45046</c:v>
                      </c:pt>
                      <c:pt idx="3725" formatCode="yyyy\-mm\-dd">
                        <c:v>45047</c:v>
                      </c:pt>
                      <c:pt idx="3726" formatCode="yyyy\-mm\-dd">
                        <c:v>45048</c:v>
                      </c:pt>
                      <c:pt idx="3727" formatCode="yyyy\-mm\-dd">
                        <c:v>45049</c:v>
                      </c:pt>
                      <c:pt idx="3728" formatCode="yyyy\-mm\-dd">
                        <c:v>45050</c:v>
                      </c:pt>
                      <c:pt idx="3729" formatCode="yyyy\-mm\-dd">
                        <c:v>45051</c:v>
                      </c:pt>
                      <c:pt idx="3730" formatCode="yyyy\-mm\-dd">
                        <c:v>45052</c:v>
                      </c:pt>
                      <c:pt idx="3731" formatCode="yyyy\-mm\-dd">
                        <c:v>45054</c:v>
                      </c:pt>
                      <c:pt idx="3732" formatCode="yyyy\-mm\-dd">
                        <c:v>45055</c:v>
                      </c:pt>
                      <c:pt idx="3733" formatCode="yyyy\-mm\-dd">
                        <c:v>45056</c:v>
                      </c:pt>
                      <c:pt idx="3734" formatCode="yyyy\-mm\-dd">
                        <c:v>45057</c:v>
                      </c:pt>
                      <c:pt idx="3735" formatCode="yyyy\-mm\-dd">
                        <c:v>45058</c:v>
                      </c:pt>
                      <c:pt idx="3736" formatCode="yyyy\-mm\-dd">
                        <c:v>45061</c:v>
                      </c:pt>
                      <c:pt idx="3737" formatCode="yyyy\-mm\-dd">
                        <c:v>45062</c:v>
                      </c:pt>
                      <c:pt idx="3738" formatCode="yyyy\-mm\-dd">
                        <c:v>45063</c:v>
                      </c:pt>
                      <c:pt idx="3739" formatCode="yyyy\-mm\-dd">
                        <c:v>45064</c:v>
                      </c:pt>
                      <c:pt idx="3740" formatCode="yyyy\-mm\-dd">
                        <c:v>45065</c:v>
                      </c:pt>
                      <c:pt idx="3741" formatCode="yyyy\-mm\-dd">
                        <c:v>45066</c:v>
                      </c:pt>
                      <c:pt idx="3742" formatCode="yyyy\-mm\-dd">
                        <c:v>45068</c:v>
                      </c:pt>
                      <c:pt idx="3743" formatCode="yyyy\-mm\-dd">
                        <c:v>45069</c:v>
                      </c:pt>
                      <c:pt idx="3744" formatCode="yyyy\-mm\-dd">
                        <c:v>45070</c:v>
                      </c:pt>
                      <c:pt idx="3745" formatCode="yyyy\-mm\-dd">
                        <c:v>45071</c:v>
                      </c:pt>
                      <c:pt idx="3746" formatCode="yyyy\-mm\-dd">
                        <c:v>45072</c:v>
                      </c:pt>
                      <c:pt idx="3747" formatCode="yyyy\-mm\-dd">
                        <c:v>45075</c:v>
                      </c:pt>
                      <c:pt idx="3748" formatCode="yyyy\-mm\-dd">
                        <c:v>45076</c:v>
                      </c:pt>
                      <c:pt idx="3749" formatCode="yyyy\-mm\-dd">
                        <c:v>45077</c:v>
                      </c:pt>
                      <c:pt idx="3750" formatCode="yyyy\-mm\-dd">
                        <c:v>45078</c:v>
                      </c:pt>
                      <c:pt idx="3751" formatCode="yyyy\-mm\-dd">
                        <c:v>45079</c:v>
                      </c:pt>
                      <c:pt idx="3752" formatCode="yyyy\-mm\-dd">
                        <c:v>45080</c:v>
                      </c:pt>
                      <c:pt idx="3753" formatCode="yyyy\-mm\-dd">
                        <c:v>45081</c:v>
                      </c:pt>
                      <c:pt idx="3754" formatCode="yyyy\-mm\-dd">
                        <c:v>45082</c:v>
                      </c:pt>
                      <c:pt idx="3755" formatCode="yyyy\-mm\-dd">
                        <c:v>45083</c:v>
                      </c:pt>
                      <c:pt idx="3756" formatCode="yyyy\-mm\-dd">
                        <c:v>45084</c:v>
                      </c:pt>
                      <c:pt idx="3757" formatCode="yyyy\-mm\-dd">
                        <c:v>45085</c:v>
                      </c:pt>
                      <c:pt idx="3758" formatCode="yyyy\-mm\-dd">
                        <c:v>45086</c:v>
                      </c:pt>
                      <c:pt idx="3759" formatCode="yyyy\-mm\-dd">
                        <c:v>45087</c:v>
                      </c:pt>
                      <c:pt idx="3760" formatCode="yyyy\-mm\-dd">
                        <c:v>45089</c:v>
                      </c:pt>
                      <c:pt idx="3761" formatCode="yyyy\-mm\-dd">
                        <c:v>45090</c:v>
                      </c:pt>
                      <c:pt idx="3762" formatCode="yyyy\-mm\-dd">
                        <c:v>45091</c:v>
                      </c:pt>
                      <c:pt idx="3763" formatCode="yyyy\-mm\-dd">
                        <c:v>45092</c:v>
                      </c:pt>
                      <c:pt idx="3764" formatCode="yyyy\-mm\-dd">
                        <c:v>45093</c:v>
                      </c:pt>
                      <c:pt idx="3765" formatCode="yyyy\-mm\-dd">
                        <c:v>45096</c:v>
                      </c:pt>
                      <c:pt idx="3766" formatCode="yyyy\-mm\-dd">
                        <c:v>45097</c:v>
                      </c:pt>
                      <c:pt idx="3767" formatCode="yyyy\-mm\-dd">
                        <c:v>45098</c:v>
                      </c:pt>
                      <c:pt idx="3768" formatCode="yyyy\-mm\-dd">
                        <c:v>45099</c:v>
                      </c:pt>
                      <c:pt idx="3769" formatCode="yyyy\-mm\-dd">
                        <c:v>45102</c:v>
                      </c:pt>
                      <c:pt idx="3770" formatCode="yyyy\-mm\-dd">
                        <c:v>45103</c:v>
                      </c:pt>
                      <c:pt idx="3771" formatCode="yyyy\-mm\-dd">
                        <c:v>45104</c:v>
                      </c:pt>
                      <c:pt idx="3772" formatCode="yyyy\-mm\-dd">
                        <c:v>45105</c:v>
                      </c:pt>
                      <c:pt idx="3773" formatCode="yyyy\-mm\-dd">
                        <c:v>45106</c:v>
                      </c:pt>
                      <c:pt idx="3774" formatCode="yyyy\-mm\-dd">
                        <c:v>45107</c:v>
                      </c:pt>
                      <c:pt idx="3775" formatCode="yyyy\-mm\-dd">
                        <c:v>45110</c:v>
                      </c:pt>
                      <c:pt idx="3776" formatCode="yyyy\-mm\-dd">
                        <c:v>45111</c:v>
                      </c:pt>
                      <c:pt idx="3777" formatCode="yyyy\-mm\-dd">
                        <c:v>45112</c:v>
                      </c:pt>
                      <c:pt idx="3778" formatCode="yyyy\-mm\-dd">
                        <c:v>45113</c:v>
                      </c:pt>
                      <c:pt idx="3779" formatCode="yyyy\-mm\-dd">
                        <c:v>45114</c:v>
                      </c:pt>
                      <c:pt idx="3780" formatCode="yyyy\-mm\-dd">
                        <c:v>45117</c:v>
                      </c:pt>
                      <c:pt idx="3781" formatCode="yyyy\-mm\-dd">
                        <c:v>45118</c:v>
                      </c:pt>
                      <c:pt idx="3782" formatCode="yyyy\-mm\-dd">
                        <c:v>45119</c:v>
                      </c:pt>
                      <c:pt idx="3783" formatCode="yyyy\-mm\-dd">
                        <c:v>45120</c:v>
                      </c:pt>
                      <c:pt idx="3784" formatCode="yyyy\-mm\-dd">
                        <c:v>45121</c:v>
                      </c:pt>
                      <c:pt idx="3785" formatCode="yyyy\-mm\-dd">
                        <c:v>45124</c:v>
                      </c:pt>
                      <c:pt idx="3786" formatCode="yyyy\-mm\-dd">
                        <c:v>45125</c:v>
                      </c:pt>
                      <c:pt idx="3787" formatCode="yyyy\-mm\-dd">
                        <c:v>45126</c:v>
                      </c:pt>
                      <c:pt idx="3788" formatCode="yyyy\-mm\-dd">
                        <c:v>45127</c:v>
                      </c:pt>
                      <c:pt idx="3789" formatCode="yyyy\-mm\-dd">
                        <c:v>45128</c:v>
                      </c:pt>
                      <c:pt idx="3790" formatCode="yyyy\-mm\-dd">
                        <c:v>45131</c:v>
                      </c:pt>
                      <c:pt idx="3791" formatCode="yyyy\-mm\-dd">
                        <c:v>45132</c:v>
                      </c:pt>
                      <c:pt idx="3792" formatCode="yyyy\-mm\-dd">
                        <c:v>45133</c:v>
                      </c:pt>
                      <c:pt idx="3793" formatCode="yyyy\-mm\-dd">
                        <c:v>45134</c:v>
                      </c:pt>
                      <c:pt idx="3794" formatCode="yyyy\-mm\-dd">
                        <c:v>45135</c:v>
                      </c:pt>
                      <c:pt idx="3795" formatCode="yyyy\-mm\-dd">
                        <c:v>45138</c:v>
                      </c:pt>
                      <c:pt idx="3796" formatCode="yyyy\-mm\-dd">
                        <c:v>45139</c:v>
                      </c:pt>
                      <c:pt idx="3797" formatCode="yyyy\-mm\-dd">
                        <c:v>45140</c:v>
                      </c:pt>
                      <c:pt idx="3798" formatCode="yyyy\-mm\-dd">
                        <c:v>45141</c:v>
                      </c:pt>
                      <c:pt idx="3799" formatCode="yyyy\-mm\-dd">
                        <c:v>45142</c:v>
                      </c:pt>
                      <c:pt idx="3800" formatCode="yyyy\-mm\-dd">
                        <c:v>45143</c:v>
                      </c:pt>
                      <c:pt idx="3801" formatCode="yyyy\-mm\-dd">
                        <c:v>45144</c:v>
                      </c:pt>
                      <c:pt idx="3802" formatCode="yyyy\-mm\-dd">
                        <c:v>45145</c:v>
                      </c:pt>
                      <c:pt idx="3803" formatCode="yyyy\-mm\-dd">
                        <c:v>45146</c:v>
                      </c:pt>
                      <c:pt idx="3804" formatCode="yyyy\-mm\-dd">
                        <c:v>45147</c:v>
                      </c:pt>
                      <c:pt idx="3805" formatCode="yyyy\-mm\-dd">
                        <c:v>45148</c:v>
                      </c:pt>
                      <c:pt idx="3806" formatCode="yyyy\-mm\-dd">
                        <c:v>45149</c:v>
                      </c:pt>
                      <c:pt idx="3807" formatCode="yyyy\-mm\-dd">
                        <c:v>45150</c:v>
                      </c:pt>
                      <c:pt idx="3808" formatCode="yyyy\-mm\-dd">
                        <c:v>45151</c:v>
                      </c:pt>
                      <c:pt idx="3809" formatCode="yyyy\-mm\-dd">
                        <c:v>45152</c:v>
                      </c:pt>
                      <c:pt idx="3810" formatCode="yyyy\-mm\-dd">
                        <c:v>45153</c:v>
                      </c:pt>
                      <c:pt idx="3811" formatCode="yyyy\-mm\-dd">
                        <c:v>45154</c:v>
                      </c:pt>
                      <c:pt idx="3812" formatCode="yyyy\-mm\-dd">
                        <c:v>45155</c:v>
                      </c:pt>
                      <c:pt idx="3813" formatCode="yyyy\-mm\-dd">
                        <c:v>45156</c:v>
                      </c:pt>
                      <c:pt idx="3814" formatCode="yyyy\-mm\-dd">
                        <c:v>45157</c:v>
                      </c:pt>
                      <c:pt idx="3815" formatCode="yyyy\-mm\-dd">
                        <c:v>45158</c:v>
                      </c:pt>
                      <c:pt idx="3816" formatCode="yyyy\-mm\-dd">
                        <c:v>45159</c:v>
                      </c:pt>
                      <c:pt idx="3817" formatCode="yyyy\-mm\-dd">
                        <c:v>45160</c:v>
                      </c:pt>
                      <c:pt idx="3818" formatCode="yyyy\-mm\-dd">
                        <c:v>45161</c:v>
                      </c:pt>
                      <c:pt idx="3819" formatCode="yyyy\-mm\-dd">
                        <c:v>45162</c:v>
                      </c:pt>
                      <c:pt idx="3820" formatCode="yyyy\-mm\-dd">
                        <c:v>45163</c:v>
                      </c:pt>
                      <c:pt idx="3821" formatCode="yyyy\-mm\-dd">
                        <c:v>45164</c:v>
                      </c:pt>
                      <c:pt idx="3822" formatCode="yyyy\-mm\-dd">
                        <c:v>45165</c:v>
                      </c:pt>
                      <c:pt idx="3823" formatCode="yyyy\-mm\-dd">
                        <c:v>45166</c:v>
                      </c:pt>
                      <c:pt idx="3824" formatCode="yyyy\-mm\-dd">
                        <c:v>45167</c:v>
                      </c:pt>
                      <c:pt idx="3825" formatCode="yyyy\-mm\-dd">
                        <c:v>45168</c:v>
                      </c:pt>
                      <c:pt idx="3826" formatCode="yyyy\-mm\-dd">
                        <c:v>45169</c:v>
                      </c:pt>
                      <c:pt idx="3827" formatCode="yyyy\-mm\-dd">
                        <c:v>45170</c:v>
                      </c:pt>
                      <c:pt idx="3828" formatCode="yyyy\-mm\-dd">
                        <c:v>45171</c:v>
                      </c:pt>
                      <c:pt idx="3829" formatCode="yyyy\-mm\-dd">
                        <c:v>45172</c:v>
                      </c:pt>
                      <c:pt idx="3830" formatCode="yyyy\-mm\-dd">
                        <c:v>45173</c:v>
                      </c:pt>
                      <c:pt idx="3831" formatCode="yyyy\-mm\-dd">
                        <c:v>45174</c:v>
                      </c:pt>
                      <c:pt idx="3832" formatCode="yyyy\-mm\-dd">
                        <c:v>45175</c:v>
                      </c:pt>
                      <c:pt idx="3833" formatCode="yyyy\-mm\-dd">
                        <c:v>45176</c:v>
                      </c:pt>
                      <c:pt idx="3834" formatCode="yyyy\-mm\-dd">
                        <c:v>45177</c:v>
                      </c:pt>
                      <c:pt idx="3835" formatCode="yyyy\-mm\-dd">
                        <c:v>45178</c:v>
                      </c:pt>
                      <c:pt idx="3836" formatCode="yyyy\-mm\-dd">
                        <c:v>45179</c:v>
                      </c:pt>
                      <c:pt idx="3837" formatCode="yyyy\-mm\-dd">
                        <c:v>45180</c:v>
                      </c:pt>
                      <c:pt idx="3838" formatCode="yyyy\-mm\-dd">
                        <c:v>45181</c:v>
                      </c:pt>
                      <c:pt idx="3839" formatCode="yyyy\-mm\-dd">
                        <c:v>45182</c:v>
                      </c:pt>
                      <c:pt idx="3840" formatCode="yyyy\-mm\-dd">
                        <c:v>45183</c:v>
                      </c:pt>
                      <c:pt idx="3841" formatCode="yyyy\-mm\-dd">
                        <c:v>45184</c:v>
                      </c:pt>
                      <c:pt idx="3842" formatCode="yyyy\-mm\-dd">
                        <c:v>45185</c:v>
                      </c:pt>
                      <c:pt idx="3843" formatCode="yyyy\-mm\-dd">
                        <c:v>45186</c:v>
                      </c:pt>
                      <c:pt idx="3844" formatCode="yyyy\-mm\-dd">
                        <c:v>45187</c:v>
                      </c:pt>
                      <c:pt idx="3845" formatCode="yyyy\-mm\-dd">
                        <c:v>45188</c:v>
                      </c:pt>
                      <c:pt idx="3846" formatCode="yyyy\-mm\-dd">
                        <c:v>45189</c:v>
                      </c:pt>
                      <c:pt idx="3847" formatCode="yyyy\-mm\-dd">
                        <c:v>45190</c:v>
                      </c:pt>
                      <c:pt idx="3848" formatCode="yyyy\-mm\-dd">
                        <c:v>45191</c:v>
                      </c:pt>
                      <c:pt idx="3849" formatCode="yyyy\-mm\-dd">
                        <c:v>45192</c:v>
                      </c:pt>
                      <c:pt idx="3850" formatCode="yyyy\-mm\-dd">
                        <c:v>45193</c:v>
                      </c:pt>
                      <c:pt idx="3851" formatCode="yyyy\-mm\-dd">
                        <c:v>45194</c:v>
                      </c:pt>
                      <c:pt idx="3852" formatCode="yyyy\-mm\-dd">
                        <c:v>45195</c:v>
                      </c:pt>
                      <c:pt idx="3853" formatCode="yyyy\-mm\-dd">
                        <c:v>45196</c:v>
                      </c:pt>
                      <c:pt idx="3854" formatCode="yyyy\-mm\-dd">
                        <c:v>45197</c:v>
                      </c:pt>
                      <c:pt idx="3855" formatCode="yyyy\-mm\-dd">
                        <c:v>45198</c:v>
                      </c:pt>
                      <c:pt idx="3856" formatCode="yyyy\-mm\-dd">
                        <c:v>45199</c:v>
                      </c:pt>
                      <c:pt idx="3857" formatCode="yyyy\-mm\-dd">
                        <c:v>45200</c:v>
                      </c:pt>
                      <c:pt idx="3858" formatCode="yyyy\-mm\-dd">
                        <c:v>45201</c:v>
                      </c:pt>
                      <c:pt idx="3859" formatCode="yyyy\-mm\-dd">
                        <c:v>45202</c:v>
                      </c:pt>
                      <c:pt idx="3860" formatCode="yyyy\-mm\-dd">
                        <c:v>45203</c:v>
                      </c:pt>
                      <c:pt idx="3861" formatCode="yyyy\-mm\-dd">
                        <c:v>45204</c:v>
                      </c:pt>
                      <c:pt idx="3862" formatCode="yyyy\-mm\-dd">
                        <c:v>45205</c:v>
                      </c:pt>
                      <c:pt idx="3863" formatCode="yyyy\-mm\-dd">
                        <c:v>45206</c:v>
                      </c:pt>
                      <c:pt idx="3864" formatCode="yyyy\-mm\-dd">
                        <c:v>45207</c:v>
                      </c:pt>
                      <c:pt idx="3865" formatCode="yyyy\-mm\-dd">
                        <c:v>45208</c:v>
                      </c:pt>
                      <c:pt idx="3866" formatCode="yyyy\-mm\-dd">
                        <c:v>45209</c:v>
                      </c:pt>
                      <c:pt idx="3867" formatCode="yyyy\-mm\-dd">
                        <c:v>45210</c:v>
                      </c:pt>
                      <c:pt idx="3868" formatCode="yyyy\-mm\-dd">
                        <c:v>45211</c:v>
                      </c:pt>
                      <c:pt idx="3869" formatCode="yyyy\-mm\-dd">
                        <c:v>45212</c:v>
                      </c:pt>
                      <c:pt idx="3870" formatCode="yyyy\-mm\-dd">
                        <c:v>45213</c:v>
                      </c:pt>
                      <c:pt idx="3871" formatCode="yyyy\-mm\-dd">
                        <c:v>45214</c:v>
                      </c:pt>
                      <c:pt idx="3872" formatCode="yyyy\-mm\-dd">
                        <c:v>45215</c:v>
                      </c:pt>
                      <c:pt idx="3873" formatCode="yyyy\-mm\-dd">
                        <c:v>45216</c:v>
                      </c:pt>
                      <c:pt idx="3874" formatCode="yyyy\-mm\-dd">
                        <c:v>45217</c:v>
                      </c:pt>
                      <c:pt idx="3875" formatCode="yyyy\-mm\-dd">
                        <c:v>45218</c:v>
                      </c:pt>
                      <c:pt idx="3876" formatCode="yyyy\-mm\-dd">
                        <c:v>45219</c:v>
                      </c:pt>
                      <c:pt idx="3877" formatCode="yyyy\-mm\-dd">
                        <c:v>45220</c:v>
                      </c:pt>
                      <c:pt idx="3878" formatCode="yyyy\-mm\-dd">
                        <c:v>45221</c:v>
                      </c:pt>
                      <c:pt idx="3879" formatCode="yyyy\-mm\-dd">
                        <c:v>45222</c:v>
                      </c:pt>
                      <c:pt idx="3880" formatCode="yyyy\-mm\-dd">
                        <c:v>45223</c:v>
                      </c:pt>
                      <c:pt idx="3881" formatCode="yyyy\-mm\-dd">
                        <c:v>45224</c:v>
                      </c:pt>
                      <c:pt idx="3882" formatCode="yyyy\-mm\-dd">
                        <c:v>45225</c:v>
                      </c:pt>
                      <c:pt idx="3883" formatCode="yyyy\-mm\-dd">
                        <c:v>45226</c:v>
                      </c:pt>
                      <c:pt idx="3884" formatCode="yyyy\-mm\-dd">
                        <c:v>45227</c:v>
                      </c:pt>
                      <c:pt idx="3885" formatCode="yyyy\-mm\-dd">
                        <c:v>45228</c:v>
                      </c:pt>
                      <c:pt idx="3886" formatCode="yyyy\-mm\-dd">
                        <c:v>45229</c:v>
                      </c:pt>
                      <c:pt idx="3887" formatCode="yyyy\-mm\-dd">
                        <c:v>45230</c:v>
                      </c:pt>
                      <c:pt idx="3888" formatCode="yyyy\-mm\-dd">
                        <c:v>45231</c:v>
                      </c:pt>
                      <c:pt idx="3889" formatCode="yyyy\-mm\-dd">
                        <c:v>45232</c:v>
                      </c:pt>
                      <c:pt idx="3890" formatCode="yyyy\-mm\-dd">
                        <c:v>45233</c:v>
                      </c:pt>
                      <c:pt idx="3891" formatCode="yyyy\-mm\-dd">
                        <c:v>45234</c:v>
                      </c:pt>
                      <c:pt idx="3892" formatCode="yyyy\-mm\-dd">
                        <c:v>45235</c:v>
                      </c:pt>
                      <c:pt idx="3893" formatCode="yyyy\-mm\-dd">
                        <c:v>45236</c:v>
                      </c:pt>
                      <c:pt idx="3894" formatCode="yyyy\-mm\-dd">
                        <c:v>45237</c:v>
                      </c:pt>
                      <c:pt idx="3895" formatCode="yyyy\-mm\-dd">
                        <c:v>45238</c:v>
                      </c:pt>
                      <c:pt idx="3896" formatCode="yyyy\-mm\-dd">
                        <c:v>45239</c:v>
                      </c:pt>
                      <c:pt idx="3897" formatCode="yyyy\-mm\-dd">
                        <c:v>45240</c:v>
                      </c:pt>
                      <c:pt idx="3898" formatCode="yyyy\-mm\-dd">
                        <c:v>45241</c:v>
                      </c:pt>
                      <c:pt idx="3899" formatCode="yyyy\-mm\-dd">
                        <c:v>45242</c:v>
                      </c:pt>
                      <c:pt idx="3900" formatCode="yyyy\-mm\-dd">
                        <c:v>45243</c:v>
                      </c:pt>
                      <c:pt idx="3901" formatCode="yyyy\-mm\-dd">
                        <c:v>45244</c:v>
                      </c:pt>
                      <c:pt idx="3902" formatCode="yyyy\-mm\-dd">
                        <c:v>45245</c:v>
                      </c:pt>
                      <c:pt idx="3903" formatCode="yyyy\-mm\-dd">
                        <c:v>45246</c:v>
                      </c:pt>
                      <c:pt idx="3904" formatCode="yyyy\-mm\-dd">
                        <c:v>45247</c:v>
                      </c:pt>
                      <c:pt idx="3905" formatCode="yyyy\-mm\-dd">
                        <c:v>45248</c:v>
                      </c:pt>
                      <c:pt idx="3906" formatCode="yyyy\-mm\-dd">
                        <c:v>45249</c:v>
                      </c:pt>
                      <c:pt idx="3907" formatCode="yyyy\-mm\-dd">
                        <c:v>45250</c:v>
                      </c:pt>
                      <c:pt idx="3908" formatCode="yyyy\-mm\-dd">
                        <c:v>45251</c:v>
                      </c:pt>
                      <c:pt idx="3909" formatCode="yyyy\-mm\-dd">
                        <c:v>45252</c:v>
                      </c:pt>
                      <c:pt idx="3910" formatCode="yyyy\-mm\-dd">
                        <c:v>45253</c:v>
                      </c:pt>
                      <c:pt idx="3911" formatCode="yyyy\-mm\-dd">
                        <c:v>45254</c:v>
                      </c:pt>
                      <c:pt idx="3912" formatCode="yyyy\-mm\-dd">
                        <c:v>45255</c:v>
                      </c:pt>
                      <c:pt idx="3913" formatCode="yyyy\-mm\-dd">
                        <c:v>45256</c:v>
                      </c:pt>
                      <c:pt idx="3914" formatCode="yyyy\-mm\-dd">
                        <c:v>45257</c:v>
                      </c:pt>
                      <c:pt idx="3915" formatCode="yyyy\-mm\-dd">
                        <c:v>45258</c:v>
                      </c:pt>
                      <c:pt idx="3916" formatCode="yyyy\-mm\-dd">
                        <c:v>45259</c:v>
                      </c:pt>
                      <c:pt idx="3917" formatCode="yyyy\-mm\-dd">
                        <c:v>45260</c:v>
                      </c:pt>
                      <c:pt idx="3918" formatCode="yyyy\-mm\-dd">
                        <c:v>45261</c:v>
                      </c:pt>
                      <c:pt idx="3919" formatCode="yyyy\-mm\-dd">
                        <c:v>45262</c:v>
                      </c:pt>
                      <c:pt idx="3920" formatCode="yyyy\-mm\-dd">
                        <c:v>45263</c:v>
                      </c:pt>
                      <c:pt idx="3921" formatCode="yyyy\-mm\-dd">
                        <c:v>45264</c:v>
                      </c:pt>
                      <c:pt idx="3922" formatCode="yyyy\-mm\-dd">
                        <c:v>45265</c:v>
                      </c:pt>
                      <c:pt idx="3923" formatCode="yyyy\-mm\-dd">
                        <c:v>45266</c:v>
                      </c:pt>
                      <c:pt idx="3924" formatCode="yyyy\-mm\-dd">
                        <c:v>45267</c:v>
                      </c:pt>
                      <c:pt idx="3925" formatCode="yyyy\-mm\-dd">
                        <c:v>45268</c:v>
                      </c:pt>
                      <c:pt idx="3926" formatCode="yyyy\-mm\-dd">
                        <c:v>45269</c:v>
                      </c:pt>
                      <c:pt idx="3927" formatCode="yyyy\-mm\-dd">
                        <c:v>45270</c:v>
                      </c:pt>
                      <c:pt idx="3928" formatCode="yyyy\-mm\-dd">
                        <c:v>45271</c:v>
                      </c:pt>
                      <c:pt idx="3929" formatCode="yyyy\-mm\-dd">
                        <c:v>45272</c:v>
                      </c:pt>
                      <c:pt idx="3930" formatCode="yyyy\-mm\-dd">
                        <c:v>45273</c:v>
                      </c:pt>
                      <c:pt idx="3931" formatCode="yyyy\-mm\-dd">
                        <c:v>45274</c:v>
                      </c:pt>
                      <c:pt idx="3932" formatCode="yyyy\-mm\-dd">
                        <c:v>45275</c:v>
                      </c:pt>
                      <c:pt idx="3933" formatCode="yyyy\-mm\-dd">
                        <c:v>45276</c:v>
                      </c:pt>
                      <c:pt idx="3934" formatCode="yyyy\-mm\-dd">
                        <c:v>45277</c:v>
                      </c:pt>
                      <c:pt idx="3935" formatCode="yyyy\-mm\-dd">
                        <c:v>45278</c:v>
                      </c:pt>
                      <c:pt idx="3936" formatCode="yyyy\-mm\-dd">
                        <c:v>45279</c:v>
                      </c:pt>
                      <c:pt idx="3937" formatCode="yyyy\-mm\-dd">
                        <c:v>45280</c:v>
                      </c:pt>
                      <c:pt idx="3938" formatCode="yyyy\-mm\-dd">
                        <c:v>45281</c:v>
                      </c:pt>
                      <c:pt idx="3939" formatCode="yyyy\-mm\-dd">
                        <c:v>45282</c:v>
                      </c:pt>
                      <c:pt idx="3940" formatCode="yyyy\-mm\-dd">
                        <c:v>45283</c:v>
                      </c:pt>
                      <c:pt idx="3941" formatCode="yyyy\-mm\-dd">
                        <c:v>45284</c:v>
                      </c:pt>
                      <c:pt idx="3942" formatCode="yyyy\-mm\-dd">
                        <c:v>45285</c:v>
                      </c:pt>
                      <c:pt idx="3943" formatCode="yyyy\-mm\-dd">
                        <c:v>45286</c:v>
                      </c:pt>
                      <c:pt idx="3944" formatCode="yyyy\-mm\-dd">
                        <c:v>45287</c:v>
                      </c:pt>
                      <c:pt idx="3945" formatCode="yyyy\-mm\-dd">
                        <c:v>45288</c:v>
                      </c:pt>
                      <c:pt idx="3946" formatCode="yyyy\-mm\-dd">
                        <c:v>45289</c:v>
                      </c:pt>
                      <c:pt idx="3947" formatCode="yyyy\-mm\-dd">
                        <c:v>45290</c:v>
                      </c:pt>
                      <c:pt idx="3948" formatCode="yyyy\-mm\-dd">
                        <c:v>45291</c:v>
                      </c:pt>
                      <c:pt idx="3949" formatCode="yyyy\-mm\-dd">
                        <c:v>45292</c:v>
                      </c:pt>
                      <c:pt idx="3950" formatCode="yyyy\-mm\-dd">
                        <c:v>45293</c:v>
                      </c:pt>
                      <c:pt idx="3951" formatCode="yyyy\-mm\-dd">
                        <c:v>45294</c:v>
                      </c:pt>
                      <c:pt idx="3952" formatCode="yyyy\-mm\-dd">
                        <c:v>45295</c:v>
                      </c:pt>
                      <c:pt idx="3953" formatCode="yyyy\-mm\-dd">
                        <c:v>45296</c:v>
                      </c:pt>
                      <c:pt idx="3954" formatCode="yyyy\-mm\-dd">
                        <c:v>45297</c:v>
                      </c:pt>
                      <c:pt idx="3955" formatCode="yyyy\-mm\-dd">
                        <c:v>45298</c:v>
                      </c:pt>
                      <c:pt idx="3956" formatCode="yyyy\-mm\-dd">
                        <c:v>45299</c:v>
                      </c:pt>
                      <c:pt idx="3957" formatCode="yyyy\-mm\-dd">
                        <c:v>45300</c:v>
                      </c:pt>
                      <c:pt idx="3958" formatCode="yyyy\-mm\-dd">
                        <c:v>45301</c:v>
                      </c:pt>
                      <c:pt idx="3959" formatCode="yyyy\-mm\-dd">
                        <c:v>45302</c:v>
                      </c:pt>
                      <c:pt idx="3960" formatCode="yyyy\-mm\-dd">
                        <c:v>45303</c:v>
                      </c:pt>
                      <c:pt idx="3961" formatCode="yyyy\-mm\-dd">
                        <c:v>45304</c:v>
                      </c:pt>
                      <c:pt idx="3962" formatCode="yyyy\-mm\-dd">
                        <c:v>45305</c:v>
                      </c:pt>
                      <c:pt idx="3963" formatCode="yyyy\-mm\-dd">
                        <c:v>45306</c:v>
                      </c:pt>
                      <c:pt idx="3964" formatCode="yyyy\-mm\-dd">
                        <c:v>45307</c:v>
                      </c:pt>
                      <c:pt idx="3965" formatCode="yyyy\-mm\-dd">
                        <c:v>45308</c:v>
                      </c:pt>
                      <c:pt idx="3966" formatCode="yyyy\-mm\-dd">
                        <c:v>45309</c:v>
                      </c:pt>
                      <c:pt idx="3967" formatCode="yyyy\-mm\-dd">
                        <c:v>45310</c:v>
                      </c:pt>
                      <c:pt idx="3968" formatCode="yyyy\-mm\-dd">
                        <c:v>45311</c:v>
                      </c:pt>
                      <c:pt idx="3969" formatCode="yyyy\-mm\-dd">
                        <c:v>45312</c:v>
                      </c:pt>
                      <c:pt idx="3970" formatCode="yyyy\-mm\-dd">
                        <c:v>45313</c:v>
                      </c:pt>
                      <c:pt idx="3971" formatCode="yyyy\-mm\-dd">
                        <c:v>45314</c:v>
                      </c:pt>
                      <c:pt idx="3972" formatCode="yyyy\-mm\-dd">
                        <c:v>45315</c:v>
                      </c:pt>
                      <c:pt idx="3973" formatCode="yyyy\-mm\-dd">
                        <c:v>45316</c:v>
                      </c:pt>
                      <c:pt idx="3974" formatCode="yyyy\-mm\-dd">
                        <c:v>45317</c:v>
                      </c:pt>
                      <c:pt idx="3975" formatCode="yyyy\-mm\-dd">
                        <c:v>45318</c:v>
                      </c:pt>
                      <c:pt idx="3976" formatCode="yyyy\-mm\-dd">
                        <c:v>45319</c:v>
                      </c:pt>
                      <c:pt idx="3977" formatCode="yyyy\-mm\-dd">
                        <c:v>45320</c:v>
                      </c:pt>
                      <c:pt idx="3978" formatCode="yyyy\-mm\-dd">
                        <c:v>45321</c:v>
                      </c:pt>
                      <c:pt idx="3979" formatCode="yyyy\-mm\-dd">
                        <c:v>45322</c:v>
                      </c:pt>
                      <c:pt idx="3980" formatCode="yyyy\-mm\-dd">
                        <c:v>45323</c:v>
                      </c:pt>
                      <c:pt idx="3981" formatCode="yyyy\-mm\-dd">
                        <c:v>45324</c:v>
                      </c:pt>
                      <c:pt idx="3982" formatCode="yyyy\-mm\-dd">
                        <c:v>45325</c:v>
                      </c:pt>
                      <c:pt idx="3983" formatCode="yyyy\-mm\-dd">
                        <c:v>45326</c:v>
                      </c:pt>
                      <c:pt idx="3984" formatCode="yyyy\-mm\-dd">
                        <c:v>45327</c:v>
                      </c:pt>
                      <c:pt idx="3985" formatCode="yyyy\-mm\-dd">
                        <c:v>45328</c:v>
                      </c:pt>
                      <c:pt idx="3986" formatCode="yyyy\-mm\-dd">
                        <c:v>45329</c:v>
                      </c:pt>
                      <c:pt idx="3987" formatCode="yyyy\-mm\-dd">
                        <c:v>45330</c:v>
                      </c:pt>
                      <c:pt idx="3988" formatCode="yyyy\-mm\-dd">
                        <c:v>45331</c:v>
                      </c:pt>
                      <c:pt idx="3989" formatCode="yyyy\-mm\-dd">
                        <c:v>45332</c:v>
                      </c:pt>
                      <c:pt idx="3990" formatCode="yyyy\-mm\-dd">
                        <c:v>45333</c:v>
                      </c:pt>
                      <c:pt idx="3991" formatCode="yyyy\-mm\-dd">
                        <c:v>45334</c:v>
                      </c:pt>
                      <c:pt idx="3992" formatCode="yyyy\-mm\-dd">
                        <c:v>45335</c:v>
                      </c:pt>
                      <c:pt idx="3993" formatCode="yyyy\-mm\-dd">
                        <c:v>45336</c:v>
                      </c:pt>
                      <c:pt idx="3994" formatCode="yyyy\-mm\-dd">
                        <c:v>45337</c:v>
                      </c:pt>
                      <c:pt idx="3995" formatCode="yyyy\-mm\-dd">
                        <c:v>45338</c:v>
                      </c:pt>
                      <c:pt idx="3996" formatCode="yyyy\-mm\-dd">
                        <c:v>45339</c:v>
                      </c:pt>
                      <c:pt idx="3997" formatCode="yyyy\-mm\-dd">
                        <c:v>45340</c:v>
                      </c:pt>
                      <c:pt idx="3998" formatCode="yyyy\-mm\-dd">
                        <c:v>45341</c:v>
                      </c:pt>
                      <c:pt idx="3999" formatCode="yyyy\-mm\-dd">
                        <c:v>45342</c:v>
                      </c:pt>
                      <c:pt idx="4000" formatCode="yyyy\-mm\-dd">
                        <c:v>45343</c:v>
                      </c:pt>
                      <c:pt idx="4001" formatCode="yyyy\-mm\-dd">
                        <c:v>45344</c:v>
                      </c:pt>
                      <c:pt idx="4002" formatCode="yyyy\-mm\-dd">
                        <c:v>45345</c:v>
                      </c:pt>
                      <c:pt idx="4003" formatCode="yyyy\-mm\-dd">
                        <c:v>45346</c:v>
                      </c:pt>
                      <c:pt idx="4004" formatCode="yyyy\-mm\-dd">
                        <c:v>45347</c:v>
                      </c:pt>
                      <c:pt idx="4005" formatCode="yyyy\-mm\-dd">
                        <c:v>45348</c:v>
                      </c:pt>
                      <c:pt idx="4006" formatCode="yyyy\-mm\-dd">
                        <c:v>45349</c:v>
                      </c:pt>
                      <c:pt idx="4007" formatCode="yyyy\-mm\-dd">
                        <c:v>45350</c:v>
                      </c:pt>
                      <c:pt idx="4008" formatCode="yyyy\-mm\-dd">
                        <c:v>45351</c:v>
                      </c:pt>
                      <c:pt idx="4009" formatCode="yyyy\-mm\-dd">
                        <c:v>45352</c:v>
                      </c:pt>
                    </c:numCache>
                  </c:numRef>
                </c:cat>
                <c:val>
                  <c:numRef>
                    <c:extLst xmlns:c16r2="http://schemas.microsoft.com/office/drawing/2015/06/chart" xmlns:c15="http://schemas.microsoft.com/office/drawing/2012/chart">
                      <c:ext xmlns:c15="http://schemas.microsoft.com/office/drawing/2012/chart" uri="{02D57815-91ED-43cb-92C2-25804820EDAC}">
                        <c15:formulaRef>
                          <c15:sqref>全球粮价!$O$12:$O$3473</c15:sqref>
                        </c15:formulaRef>
                      </c:ext>
                    </c:extLst>
                    <c:numCache>
                      <c:formatCode>General</c:formatCode>
                      <c:ptCount val="3462"/>
                      <c:pt idx="20" formatCode="###,###,###,##0.0000">
                        <c:v>389.38</c:v>
                      </c:pt>
                      <c:pt idx="38" formatCode="###,###,###,##0.0000">
                        <c:v>374.38</c:v>
                      </c:pt>
                      <c:pt idx="61" formatCode="###,###,###,##0.0000">
                        <c:v>340</c:v>
                      </c:pt>
                      <c:pt idx="81" formatCode="###,###,###,##0.0000">
                        <c:v>340</c:v>
                      </c:pt>
                      <c:pt idx="100" formatCode="###,###,###,##0.0000">
                        <c:v>334.5</c:v>
                      </c:pt>
                      <c:pt idx="124" formatCode="###,###,###,##0.0000">
                        <c:v>312.5</c:v>
                      </c:pt>
                      <c:pt idx="147" formatCode="###,###,###,##0.0000">
                        <c:v>312.5</c:v>
                      </c:pt>
                      <c:pt idx="169" formatCode="###,###,###,##0.0000">
                        <c:v>312.5</c:v>
                      </c:pt>
                      <c:pt idx="191" formatCode="###,###,###,##0.0000">
                        <c:v>312.5</c:v>
                      </c:pt>
                      <c:pt idx="214" formatCode="###,###,###,##0.0000">
                        <c:v>312.5</c:v>
                      </c:pt>
                      <c:pt idx="236" formatCode="###,###,###,##0.0000">
                        <c:v>322.5</c:v>
                      </c:pt>
                      <c:pt idx="259" formatCode="###,###,###,##0.0000">
                        <c:v>322.5</c:v>
                      </c:pt>
                      <c:pt idx="281" formatCode="###,###,###,##0.0000">
                        <c:v>322.5</c:v>
                      </c:pt>
                      <c:pt idx="302" formatCode="###,###,###,##0.0000">
                        <c:v>374.38</c:v>
                      </c:pt>
                      <c:pt idx="325" formatCode="###,###,###,##0.0000">
                        <c:v>340</c:v>
                      </c:pt>
                      <c:pt idx="348" formatCode="###,###,###,##0.0000">
                        <c:v>340</c:v>
                      </c:pt>
                      <c:pt idx="370" formatCode="###,###,###,##0.0000">
                        <c:v>334.5</c:v>
                      </c:pt>
                      <c:pt idx="392" formatCode="###,###,###,##0.0000">
                        <c:v>355</c:v>
                      </c:pt>
                      <c:pt idx="414" formatCode="###,###,###,##0.0000">
                        <c:v>442.5</c:v>
                      </c:pt>
                      <c:pt idx="437" formatCode="###,###,###,##0.0000">
                        <c:v>442.5</c:v>
                      </c:pt>
                      <c:pt idx="459" formatCode="###,###,###,##0.0000">
                        <c:v>442.5</c:v>
                      </c:pt>
                      <c:pt idx="482" formatCode="###,###,###,##0.0000">
                        <c:v>435</c:v>
                      </c:pt>
                      <c:pt idx="504" formatCode="###,###,###,##0.0000">
                        <c:v>435</c:v>
                      </c:pt>
                      <c:pt idx="527" formatCode="###,###,###,##0.0000">
                        <c:v>450</c:v>
                      </c:pt>
                      <c:pt idx="550" formatCode="###,###,###,##0.0000">
                        <c:v>495</c:v>
                      </c:pt>
                      <c:pt idx="571" formatCode="###,###,###,##0.0000">
                        <c:v>495</c:v>
                      </c:pt>
                      <c:pt idx="594" formatCode="###,###,###,##0.0000">
                        <c:v>495</c:v>
                      </c:pt>
                      <c:pt idx="617" formatCode="###,###,###,##0.0000">
                        <c:v>477.5</c:v>
                      </c:pt>
                      <c:pt idx="640" formatCode="###,###,###,##0.0000">
                        <c:v>477.5</c:v>
                      </c:pt>
                      <c:pt idx="662" formatCode="###,###,###,##0.0000">
                        <c:v>477.5</c:v>
                      </c:pt>
                      <c:pt idx="684" formatCode="###,###,###,##0.0000">
                        <c:v>279.5</c:v>
                      </c:pt>
                      <c:pt idx="707" formatCode="###,###,###,##0.0000">
                        <c:v>477.5</c:v>
                      </c:pt>
                      <c:pt idx="729" formatCode="###,###,###,##0.0000">
                        <c:v>477.5</c:v>
                      </c:pt>
                      <c:pt idx="752" formatCode="###,###,###,##0.0000">
                        <c:v>477.5</c:v>
                      </c:pt>
                      <c:pt idx="774" formatCode="###,###,###,##0.0000">
                        <c:v>477.5</c:v>
                      </c:pt>
                      <c:pt idx="795" formatCode="###,###,###,##0.0000">
                        <c:v>477.5</c:v>
                      </c:pt>
                      <c:pt idx="819" formatCode="###,###,###,##0.0000">
                        <c:v>395</c:v>
                      </c:pt>
                      <c:pt idx="841" formatCode="###,###,###,##0.0000">
                        <c:v>395</c:v>
                      </c:pt>
                      <c:pt idx="863" formatCode="###,###,###,##0.0000">
                        <c:v>395</c:v>
                      </c:pt>
                      <c:pt idx="889" formatCode="###,###,###,##0.0000">
                        <c:v>395</c:v>
                      </c:pt>
                      <c:pt idx="912" formatCode="###,###,###,##0.0000">
                        <c:v>395</c:v>
                      </c:pt>
                      <c:pt idx="935" formatCode="###,###,###,##0.0000">
                        <c:v>395</c:v>
                      </c:pt>
                      <c:pt idx="958" formatCode="###,###,###,##0.0000">
                        <c:v>395</c:v>
                      </c:pt>
                      <c:pt idx="981" formatCode="###,###,###,##0.0000">
                        <c:v>395</c:v>
                      </c:pt>
                      <c:pt idx="1005" formatCode="###,###,###,##0.0000">
                        <c:v>395</c:v>
                      </c:pt>
                      <c:pt idx="1029" formatCode="###,###,###,##0.0000">
                        <c:v>395</c:v>
                      </c:pt>
                      <c:pt idx="1051" formatCode="###,###,###,##0.0000">
                        <c:v>395</c:v>
                      </c:pt>
                      <c:pt idx="1073" formatCode="###,###,###,##0.0000">
                        <c:v>395</c:v>
                      </c:pt>
                      <c:pt idx="1096" formatCode="###,###,###,##0.0000">
                        <c:v>395</c:v>
                      </c:pt>
                      <c:pt idx="1116" formatCode="###,###,###,##0.0000">
                        <c:v>307.63</c:v>
                      </c:pt>
                      <c:pt idx="1137" formatCode="###,###,###,##0.0000">
                        <c:v>278.5</c:v>
                      </c:pt>
                      <c:pt idx="1160" formatCode="###,###,###,##0.0000">
                        <c:v>299</c:v>
                      </c:pt>
                      <c:pt idx="1185" formatCode="###,###,###,##0.0000">
                        <c:v>300.88</c:v>
                      </c:pt>
                      <c:pt idx="1206" formatCode="###,###,###,##0.0000">
                        <c:v>301.5</c:v>
                      </c:pt>
                      <c:pt idx="1230" formatCode="###,###,###,##0.0000">
                        <c:v>279.5</c:v>
                      </c:pt>
                      <c:pt idx="1253" formatCode="###,###,###,##0.0000">
                        <c:v>279.5</c:v>
                      </c:pt>
                      <c:pt idx="1277" formatCode="###,###,###,##0.0000">
                        <c:v>279.5</c:v>
                      </c:pt>
                      <c:pt idx="1301" formatCode="###,###,###,##0.0000">
                        <c:v>279.5</c:v>
                      </c:pt>
                      <c:pt idx="1322" formatCode="###,###,###,##0.0000">
                        <c:v>279.5</c:v>
                      </c:pt>
                      <c:pt idx="1346" formatCode="###,###,###,##0.0000">
                        <c:v>279.5</c:v>
                      </c:pt>
                      <c:pt idx="1370" formatCode="###,###,###,##0.0000">
                        <c:v>279.5</c:v>
                      </c:pt>
                      <c:pt idx="1392" formatCode="###,###,###,##0.0000">
                        <c:v>279.5</c:v>
                      </c:pt>
                      <c:pt idx="1414" formatCode="###,###,###,##0.0000">
                        <c:v>283.39999999999998</c:v>
                      </c:pt>
                      <c:pt idx="1436" formatCode="###,###,###,##0.0000">
                        <c:v>299</c:v>
                      </c:pt>
                      <c:pt idx="1458" formatCode="###,###,###,##0.0000">
                        <c:v>300.88</c:v>
                      </c:pt>
                      <c:pt idx="1480" formatCode="###,###,###,##0.0000">
                        <c:v>301.5</c:v>
                      </c:pt>
                      <c:pt idx="1503" formatCode="###,###,###,##0.0000">
                        <c:v>301.5</c:v>
                      </c:pt>
                      <c:pt idx="1524" formatCode="###,###,###,##0.0000">
                        <c:v>301.5</c:v>
                      </c:pt>
                      <c:pt idx="1547" formatCode="###,###,###,##0.0000">
                        <c:v>301.5</c:v>
                      </c:pt>
                      <c:pt idx="1571" formatCode="###,###,###,##0.0000">
                        <c:v>301.5</c:v>
                      </c:pt>
                      <c:pt idx="1592" formatCode="###,###,###,##0.0000">
                        <c:v>301.5</c:v>
                      </c:pt>
                      <c:pt idx="1616" formatCode="###,###,###,##0.0000">
                        <c:v>301.5</c:v>
                      </c:pt>
                      <c:pt idx="1638" formatCode="###,###,###,##0.0000">
                        <c:v>301.5</c:v>
                      </c:pt>
                      <c:pt idx="1662" formatCode="###,###,###,##0.0000">
                        <c:v>301.5</c:v>
                      </c:pt>
                      <c:pt idx="1686" formatCode="###,###,###,##0.0000">
                        <c:v>301.5</c:v>
                      </c:pt>
                      <c:pt idx="1709" formatCode="###,###,###,##0.0000">
                        <c:v>301.5</c:v>
                      </c:pt>
                      <c:pt idx="1731" formatCode="###,###,###,##0.0000">
                        <c:v>301.5</c:v>
                      </c:pt>
                      <c:pt idx="1754" formatCode="###,###,###,##0.0000">
                        <c:v>301.5</c:v>
                      </c:pt>
                      <c:pt idx="1777" formatCode="###,###,###,##0.0000">
                        <c:v>282.5</c:v>
                      </c:pt>
                      <c:pt idx="1801" formatCode="###,###,###,##0.0000">
                        <c:v>206.5</c:v>
                      </c:pt>
                      <c:pt idx="1825" formatCode="###,###,###,##0.0000">
                        <c:v>206.5</c:v>
                      </c:pt>
                      <c:pt idx="1848" formatCode="###,###,###,##0.0000">
                        <c:v>206.5</c:v>
                      </c:pt>
                      <c:pt idx="1871" formatCode="###,###,###,##0.0000">
                        <c:v>206.5</c:v>
                      </c:pt>
                      <c:pt idx="1895" formatCode="###,###,###,##0.0000">
                        <c:v>206.5</c:v>
                      </c:pt>
                      <c:pt idx="1918" formatCode="###,###,###,##0.0000">
                        <c:v>206.5</c:v>
                      </c:pt>
                      <c:pt idx="1940" formatCode="###,###,###,##0.0000">
                        <c:v>301.5</c:v>
                      </c:pt>
                      <c:pt idx="1963" formatCode="###,###,###,##0.0000">
                        <c:v>206.5</c:v>
                      </c:pt>
                      <c:pt idx="1985" formatCode="###,###,###,##0.0000">
                        <c:v>206.5</c:v>
                      </c:pt>
                      <c:pt idx="2010" formatCode="###,###,###,##0.0000">
                        <c:v>206.5</c:v>
                      </c:pt>
                      <c:pt idx="2033" formatCode="###,###,###,##0.0000">
                        <c:v>206.5</c:v>
                      </c:pt>
                      <c:pt idx="2054" formatCode="###,###,###,##0.0000">
                        <c:v>207.25</c:v>
                      </c:pt>
                      <c:pt idx="2078" formatCode="###,###,###,##0.0000">
                        <c:v>215.5</c:v>
                      </c:pt>
                      <c:pt idx="2101" formatCode="###,###,###,##0.0000">
                        <c:v>215.5</c:v>
                      </c:pt>
                      <c:pt idx="2123" formatCode="###,###,###,##0.0000">
                        <c:v>215.5</c:v>
                      </c:pt>
                      <c:pt idx="2145" formatCode="###,###,###,##0.0000">
                        <c:v>215.5</c:v>
                      </c:pt>
                      <c:pt idx="2168" formatCode="###,###,###,##0.0000">
                        <c:v>215.5</c:v>
                      </c:pt>
                      <c:pt idx="2191" formatCode="###,###,###,##0.0000">
                        <c:v>215.5</c:v>
                      </c:pt>
                      <c:pt idx="2214" formatCode="###,###,###,##0.0000">
                        <c:v>215.5</c:v>
                      </c:pt>
                      <c:pt idx="2238" formatCode="###,###,###,##0.0000">
                        <c:v>215.5</c:v>
                      </c:pt>
                      <c:pt idx="2260" formatCode="###,###,###,##0.0000">
                        <c:v>215.5</c:v>
                      </c:pt>
                      <c:pt idx="2284" formatCode="###,###,###,##0.0000">
                        <c:v>215.5</c:v>
                      </c:pt>
                      <c:pt idx="2307" formatCode="###,###,###,##0.0000">
                        <c:v>215.5</c:v>
                      </c:pt>
                      <c:pt idx="2329" formatCode="###,###,###,##0.0000">
                        <c:v>215.5</c:v>
                      </c:pt>
                      <c:pt idx="2352" formatCode="###,###,###,##0.0000">
                        <c:v>215.5</c:v>
                      </c:pt>
                      <c:pt idx="2374" formatCode="###,###,###,##0.0000">
                        <c:v>215.5</c:v>
                      </c:pt>
                      <c:pt idx="2398" formatCode="###,###,###,##0.0000">
                        <c:v>215.5</c:v>
                      </c:pt>
                      <c:pt idx="2421" formatCode="###,###,###,##0.0000">
                        <c:v>215.5</c:v>
                      </c:pt>
                      <c:pt idx="2443" formatCode="###,###,###,##0.0000">
                        <c:v>215.5</c:v>
                      </c:pt>
                      <c:pt idx="2466" formatCode="###,###,###,##0.0000">
                        <c:v>215.5</c:v>
                      </c:pt>
                      <c:pt idx="2488" formatCode="###,###,###,##0.0000">
                        <c:v>215.5</c:v>
                      </c:pt>
                      <c:pt idx="2511" formatCode="###,###,###,##0.0000">
                        <c:v>245.5</c:v>
                      </c:pt>
                      <c:pt idx="2535" formatCode="###,###,###,##0.0000">
                        <c:v>265.5</c:v>
                      </c:pt>
                      <c:pt idx="2559" formatCode="###,###,###,##0.0000">
                        <c:v>265.5</c:v>
                      </c:pt>
                      <c:pt idx="2580" formatCode="###,###,###,##0.0000">
                        <c:v>265.5</c:v>
                      </c:pt>
                      <c:pt idx="2604" formatCode="###,###,###,##0.0000">
                        <c:v>265.5</c:v>
                      </c:pt>
                      <c:pt idx="2628" formatCode="###,###,###,##0.0000">
                        <c:v>265.5</c:v>
                      </c:pt>
                      <c:pt idx="2650" formatCode="###,###,###,##0.0000">
                        <c:v>265.5</c:v>
                      </c:pt>
                      <c:pt idx="2675" formatCode="###,###,###,##0.0000">
                        <c:v>265.5</c:v>
                      </c:pt>
                      <c:pt idx="2698" formatCode="###,###,###,##0.0000">
                        <c:v>265.5</c:v>
                      </c:pt>
                      <c:pt idx="2720" formatCode="###,###,###,##0.0000">
                        <c:v>265.5</c:v>
                      </c:pt>
                      <c:pt idx="2743" formatCode="###,###,###,##0.0000">
                        <c:v>245</c:v>
                      </c:pt>
                      <c:pt idx="2764" formatCode="###,###,###,##0.0000">
                        <c:v>245</c:v>
                      </c:pt>
                      <c:pt idx="2786" formatCode="###,###,###,##0.0000">
                        <c:v>245</c:v>
                      </c:pt>
                      <c:pt idx="2809" formatCode="###,###,###,##0.0000">
                        <c:v>245</c:v>
                      </c:pt>
                      <c:pt idx="2833" formatCode="###,###,###,##0.0000">
                        <c:v>216</c:v>
                      </c:pt>
                      <c:pt idx="2857" formatCode="###,###,###,##0.0000">
                        <c:v>202.5</c:v>
                      </c:pt>
                      <c:pt idx="2880" formatCode="###,###,###,##0.0000">
                        <c:v>202.5</c:v>
                      </c:pt>
                      <c:pt idx="2901" formatCode="###,###,###,##0.0000">
                        <c:v>202.5</c:v>
                      </c:pt>
                      <c:pt idx="2925" formatCode="###,###,###,##0.0000">
                        <c:v>202.5</c:v>
                      </c:pt>
                      <c:pt idx="2949" formatCode="###,###,###,##0.0000">
                        <c:v>202.5</c:v>
                      </c:pt>
                      <c:pt idx="2970" formatCode="###,###,###,##0.0000">
                        <c:v>202.5</c:v>
                      </c:pt>
                      <c:pt idx="2994" formatCode="###,###,###,##0.0000">
                        <c:v>202.5</c:v>
                      </c:pt>
                      <c:pt idx="3016" formatCode="###,###,###,##0.0000">
                        <c:v>202.5</c:v>
                      </c:pt>
                      <c:pt idx="3039" formatCode="###,###,###,##0.0000">
                        <c:v>202.5</c:v>
                      </c:pt>
                      <c:pt idx="3063" formatCode="###,###,###,##0.0000">
                        <c:v>202.5</c:v>
                      </c:pt>
                      <c:pt idx="3087" formatCode="###,###,###,##0.0000">
                        <c:v>202.5</c:v>
                      </c:pt>
                      <c:pt idx="3109" formatCode="###,###,###,##0.0000">
                        <c:v>202.5</c:v>
                      </c:pt>
                      <c:pt idx="3132" formatCode="###,###,###,##0.0000">
                        <c:v>202.5</c:v>
                      </c:pt>
                      <c:pt idx="3156" formatCode="###,###,###,##0.0000">
                        <c:v>202.5</c:v>
                      </c:pt>
                      <c:pt idx="3178" formatCode="###,###,###,##0.0000">
                        <c:v>221</c:v>
                      </c:pt>
                      <c:pt idx="3202" formatCode="###,###,###,##0.0000">
                        <c:v>221</c:v>
                      </c:pt>
                      <c:pt idx="3226" formatCode="###,###,###,##0.0000">
                        <c:v>221</c:v>
                      </c:pt>
                      <c:pt idx="3254" formatCode="#,##0.00">
                        <c:v>221</c:v>
                      </c:pt>
                      <c:pt idx="3285" formatCode="#,##0.00">
                        <c:v>221</c:v>
                      </c:pt>
                      <c:pt idx="3316" formatCode="#,##0.00">
                        <c:v>221</c:v>
                      </c:pt>
                      <c:pt idx="3339" formatCode="#,##0.00">
                        <c:v>391.75</c:v>
                      </c:pt>
                      <c:pt idx="3364" formatCode="#,##0.00">
                        <c:v>562.5</c:v>
                      </c:pt>
                      <c:pt idx="3393" formatCode="#,##0.00">
                        <c:v>562.5</c:v>
                      </c:pt>
                    </c:numCache>
                  </c:numRef>
                </c:val>
                <c:smooth val="1"/>
                <c:extLst xmlns:c16r2="http://schemas.microsoft.com/office/drawing/2015/06/chart" xmlns:c15="http://schemas.microsoft.com/office/drawing/2012/chart">
                  <c:ext xmlns:c16="http://schemas.microsoft.com/office/drawing/2014/chart" uri="{C3380CC4-5D6E-409C-BE32-E72D297353CC}">
                    <c16:uniqueId val="{00000004-0FA6-4F08-8B53-EF7F4596D0AD}"/>
                  </c:ext>
                </c:extLst>
              </c15:ser>
            </c15:filteredLineSeries>
            <c15:filteredLineSeries>
              <c15:ser>
                <c:idx val="4"/>
                <c:order val="5"/>
                <c:tx>
                  <c:strRef>
                    <c:extLst xmlns:c16r2="http://schemas.microsoft.com/office/drawing/2015/06/chart" xmlns:c15="http://schemas.microsoft.com/office/drawing/2012/chart">
                      <c:ext xmlns:c15="http://schemas.microsoft.com/office/drawing/2012/chart" uri="{02D57815-91ED-43cb-92C2-25804820EDAC}">
                        <c15:formulaRef>
                          <c15:sqref>全球粮价!$N$11</c15:sqref>
                        </c15:formulaRef>
                      </c:ext>
                    </c:extLst>
                    <c:strCache>
                      <c:ptCount val="1"/>
                      <c:pt idx="0">
                        <c:v>国际磷酸二铵（美元/公吨）</c:v>
                      </c:pt>
                    </c:strCache>
                  </c:strRef>
                </c:tx>
                <c:spPr>
                  <a:ln w="12700" cap="rnd" cmpd="sng" algn="ctr">
                    <a:solidFill>
                      <a:srgbClr val="1F497D">
                        <a:lumMod val="75000"/>
                      </a:srgbClr>
                    </a:solidFill>
                    <a:prstDash val="solid"/>
                    <a:round/>
                  </a:ln>
                </c:spPr>
                <c:marker>
                  <c:symbol val="none"/>
                </c:marker>
                <c:cat>
                  <c:numRef>
                    <c:extLst xmlns:c16r2="http://schemas.microsoft.com/office/drawing/2015/06/chart" xmlns:c15="http://schemas.microsoft.com/office/drawing/2012/chart">
                      <c:ext xmlns:c15="http://schemas.microsoft.com/office/drawing/2012/chart" uri="{02D57815-91ED-43cb-92C2-25804820EDAC}">
                        <c15:formulaRef>
                          <c15:sqref>全球粮价!$A$12:$A$5003</c15:sqref>
                        </c15:formulaRef>
                      </c:ext>
                    </c:extLst>
                    <c:numCache>
                      <c:formatCode>yyyy\-mm\-dd;@</c:formatCode>
                      <c:ptCount val="4992"/>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40209</c:v>
                      </c:pt>
                      <c:pt idx="21">
                        <c:v>40210</c:v>
                      </c:pt>
                      <c:pt idx="22">
                        <c:v>40211</c:v>
                      </c:pt>
                      <c:pt idx="23">
                        <c:v>40212</c:v>
                      </c:pt>
                      <c:pt idx="24">
                        <c:v>40213</c:v>
                      </c:pt>
                      <c:pt idx="25">
                        <c:v>40214</c:v>
                      </c:pt>
                      <c:pt idx="26">
                        <c:v>40217</c:v>
                      </c:pt>
                      <c:pt idx="27">
                        <c:v>40218</c:v>
                      </c:pt>
                      <c:pt idx="28">
                        <c:v>40219</c:v>
                      </c:pt>
                      <c:pt idx="29">
                        <c:v>40220</c:v>
                      </c:pt>
                      <c:pt idx="30">
                        <c:v>40221</c:v>
                      </c:pt>
                      <c:pt idx="31">
                        <c:v>40229</c:v>
                      </c:pt>
                      <c:pt idx="32">
                        <c:v>40230</c:v>
                      </c:pt>
                      <c:pt idx="33">
                        <c:v>40231</c:v>
                      </c:pt>
                      <c:pt idx="34">
                        <c:v>40232</c:v>
                      </c:pt>
                      <c:pt idx="35">
                        <c:v>40233</c:v>
                      </c:pt>
                      <c:pt idx="36">
                        <c:v>40234</c:v>
                      </c:pt>
                      <c:pt idx="37">
                        <c:v>40235</c:v>
                      </c:pt>
                      <c:pt idx="38">
                        <c:v>40237</c:v>
                      </c:pt>
                      <c:pt idx="39">
                        <c:v>40238</c:v>
                      </c:pt>
                      <c:pt idx="40">
                        <c:v>40239</c:v>
                      </c:pt>
                      <c:pt idx="41">
                        <c:v>40240</c:v>
                      </c:pt>
                      <c:pt idx="42">
                        <c:v>40241</c:v>
                      </c:pt>
                      <c:pt idx="43">
                        <c:v>40242</c:v>
                      </c:pt>
                      <c:pt idx="44">
                        <c:v>40245</c:v>
                      </c:pt>
                      <c:pt idx="45">
                        <c:v>40246</c:v>
                      </c:pt>
                      <c:pt idx="46">
                        <c:v>40247</c:v>
                      </c:pt>
                      <c:pt idx="47">
                        <c:v>40248</c:v>
                      </c:pt>
                      <c:pt idx="48">
                        <c:v>40249</c:v>
                      </c:pt>
                      <c:pt idx="49">
                        <c:v>40252</c:v>
                      </c:pt>
                      <c:pt idx="50">
                        <c:v>40253</c:v>
                      </c:pt>
                      <c:pt idx="51">
                        <c:v>40254</c:v>
                      </c:pt>
                      <c:pt idx="52">
                        <c:v>40255</c:v>
                      </c:pt>
                      <c:pt idx="53">
                        <c:v>40256</c:v>
                      </c:pt>
                      <c:pt idx="54">
                        <c:v>40259</c:v>
                      </c:pt>
                      <c:pt idx="55">
                        <c:v>40260</c:v>
                      </c:pt>
                      <c:pt idx="56">
                        <c:v>40261</c:v>
                      </c:pt>
                      <c:pt idx="57">
                        <c:v>40262</c:v>
                      </c:pt>
                      <c:pt idx="58">
                        <c:v>40263</c:v>
                      </c:pt>
                      <c:pt idx="59">
                        <c:v>40266</c:v>
                      </c:pt>
                      <c:pt idx="60">
                        <c:v>40267</c:v>
                      </c:pt>
                      <c:pt idx="61">
                        <c:v>40268</c:v>
                      </c:pt>
                      <c:pt idx="62">
                        <c:v>40269</c:v>
                      </c:pt>
                      <c:pt idx="63">
                        <c:v>40270</c:v>
                      </c:pt>
                      <c:pt idx="64">
                        <c:v>40274</c:v>
                      </c:pt>
                      <c:pt idx="65">
                        <c:v>40275</c:v>
                      </c:pt>
                      <c:pt idx="66">
                        <c:v>40277</c:v>
                      </c:pt>
                      <c:pt idx="67">
                        <c:v>40280</c:v>
                      </c:pt>
                      <c:pt idx="68">
                        <c:v>40281</c:v>
                      </c:pt>
                      <c:pt idx="69">
                        <c:v>40282</c:v>
                      </c:pt>
                      <c:pt idx="70">
                        <c:v>40283</c:v>
                      </c:pt>
                      <c:pt idx="71">
                        <c:v>40284</c:v>
                      </c:pt>
                      <c:pt idx="72">
                        <c:v>40287</c:v>
                      </c:pt>
                      <c:pt idx="73">
                        <c:v>40288</c:v>
                      </c:pt>
                      <c:pt idx="74">
                        <c:v>40289</c:v>
                      </c:pt>
                      <c:pt idx="75">
                        <c:v>40290</c:v>
                      </c:pt>
                      <c:pt idx="76">
                        <c:v>40291</c:v>
                      </c:pt>
                      <c:pt idx="77">
                        <c:v>40294</c:v>
                      </c:pt>
                      <c:pt idx="78">
                        <c:v>40295</c:v>
                      </c:pt>
                      <c:pt idx="79">
                        <c:v>40296</c:v>
                      </c:pt>
                      <c:pt idx="80">
                        <c:v>40297</c:v>
                      </c:pt>
                      <c:pt idx="81">
                        <c:v>40298</c:v>
                      </c:pt>
                      <c:pt idx="82">
                        <c:v>40303</c:v>
                      </c:pt>
                      <c:pt idx="83">
                        <c:v>40304</c:v>
                      </c:pt>
                      <c:pt idx="84">
                        <c:v>40305</c:v>
                      </c:pt>
                      <c:pt idx="85">
                        <c:v>40308</c:v>
                      </c:pt>
                      <c:pt idx="86">
                        <c:v>40309</c:v>
                      </c:pt>
                      <c:pt idx="87">
                        <c:v>40310</c:v>
                      </c:pt>
                      <c:pt idx="88">
                        <c:v>40311</c:v>
                      </c:pt>
                      <c:pt idx="89">
                        <c:v>40312</c:v>
                      </c:pt>
                      <c:pt idx="90">
                        <c:v>40315</c:v>
                      </c:pt>
                      <c:pt idx="91">
                        <c:v>40316</c:v>
                      </c:pt>
                      <c:pt idx="92">
                        <c:v>40317</c:v>
                      </c:pt>
                      <c:pt idx="93">
                        <c:v>40318</c:v>
                      </c:pt>
                      <c:pt idx="94">
                        <c:v>40319</c:v>
                      </c:pt>
                      <c:pt idx="95">
                        <c:v>40322</c:v>
                      </c:pt>
                      <c:pt idx="96">
                        <c:v>40323</c:v>
                      </c:pt>
                      <c:pt idx="97">
                        <c:v>40324</c:v>
                      </c:pt>
                      <c:pt idx="98">
                        <c:v>40325</c:v>
                      </c:pt>
                      <c:pt idx="99">
                        <c:v>40326</c:v>
                      </c:pt>
                      <c:pt idx="100">
                        <c:v>40329</c:v>
                      </c:pt>
                      <c:pt idx="101">
                        <c:v>40330</c:v>
                      </c:pt>
                      <c:pt idx="102">
                        <c:v>40331</c:v>
                      </c:pt>
                      <c:pt idx="103">
                        <c:v>40332</c:v>
                      </c:pt>
                      <c:pt idx="104">
                        <c:v>40333</c:v>
                      </c:pt>
                      <c:pt idx="105">
                        <c:v>40336</c:v>
                      </c:pt>
                      <c:pt idx="106">
                        <c:v>40337</c:v>
                      </c:pt>
                      <c:pt idx="107">
                        <c:v>40338</c:v>
                      </c:pt>
                      <c:pt idx="108">
                        <c:v>40339</c:v>
                      </c:pt>
                      <c:pt idx="109">
                        <c:v>40340</c:v>
                      </c:pt>
                      <c:pt idx="110">
                        <c:v>40341</c:v>
                      </c:pt>
                      <c:pt idx="111">
                        <c:v>40342</c:v>
                      </c:pt>
                      <c:pt idx="112">
                        <c:v>40343</c:v>
                      </c:pt>
                      <c:pt idx="113">
                        <c:v>40344</c:v>
                      </c:pt>
                      <c:pt idx="114">
                        <c:v>40345</c:v>
                      </c:pt>
                      <c:pt idx="115">
                        <c:v>40346</c:v>
                      </c:pt>
                      <c:pt idx="116">
                        <c:v>40347</c:v>
                      </c:pt>
                      <c:pt idx="117">
                        <c:v>40350</c:v>
                      </c:pt>
                      <c:pt idx="118">
                        <c:v>40351</c:v>
                      </c:pt>
                      <c:pt idx="119">
                        <c:v>40352</c:v>
                      </c:pt>
                      <c:pt idx="120">
                        <c:v>40353</c:v>
                      </c:pt>
                      <c:pt idx="121">
                        <c:v>40354</c:v>
                      </c:pt>
                      <c:pt idx="122">
                        <c:v>40357</c:v>
                      </c:pt>
                      <c:pt idx="123">
                        <c:v>40358</c:v>
                      </c:pt>
                      <c:pt idx="124">
                        <c:v>40359</c:v>
                      </c:pt>
                      <c:pt idx="125">
                        <c:v>40360</c:v>
                      </c:pt>
                      <c:pt idx="126">
                        <c:v>40361</c:v>
                      </c:pt>
                      <c:pt idx="127">
                        <c:v>40364</c:v>
                      </c:pt>
                      <c:pt idx="128">
                        <c:v>40365</c:v>
                      </c:pt>
                      <c:pt idx="129">
                        <c:v>40366</c:v>
                      </c:pt>
                      <c:pt idx="130">
                        <c:v>40367</c:v>
                      </c:pt>
                      <c:pt idx="131">
                        <c:v>40368</c:v>
                      </c:pt>
                      <c:pt idx="132">
                        <c:v>40371</c:v>
                      </c:pt>
                      <c:pt idx="133">
                        <c:v>40372</c:v>
                      </c:pt>
                      <c:pt idx="134">
                        <c:v>40373</c:v>
                      </c:pt>
                      <c:pt idx="135">
                        <c:v>40374</c:v>
                      </c:pt>
                      <c:pt idx="136">
                        <c:v>40375</c:v>
                      </c:pt>
                      <c:pt idx="137">
                        <c:v>40378</c:v>
                      </c:pt>
                      <c:pt idx="138">
                        <c:v>40379</c:v>
                      </c:pt>
                      <c:pt idx="139">
                        <c:v>40380</c:v>
                      </c:pt>
                      <c:pt idx="140">
                        <c:v>40381</c:v>
                      </c:pt>
                      <c:pt idx="141">
                        <c:v>40382</c:v>
                      </c:pt>
                      <c:pt idx="142">
                        <c:v>40385</c:v>
                      </c:pt>
                      <c:pt idx="143">
                        <c:v>40386</c:v>
                      </c:pt>
                      <c:pt idx="144">
                        <c:v>40387</c:v>
                      </c:pt>
                      <c:pt idx="145">
                        <c:v>40388</c:v>
                      </c:pt>
                      <c:pt idx="146">
                        <c:v>40389</c:v>
                      </c:pt>
                      <c:pt idx="147">
                        <c:v>40390</c:v>
                      </c:pt>
                      <c:pt idx="148">
                        <c:v>40392</c:v>
                      </c:pt>
                      <c:pt idx="149">
                        <c:v>40393</c:v>
                      </c:pt>
                      <c:pt idx="150">
                        <c:v>40394</c:v>
                      </c:pt>
                      <c:pt idx="151">
                        <c:v>40395</c:v>
                      </c:pt>
                      <c:pt idx="152">
                        <c:v>40396</c:v>
                      </c:pt>
                      <c:pt idx="153">
                        <c:v>40399</c:v>
                      </c:pt>
                      <c:pt idx="154">
                        <c:v>40400</c:v>
                      </c:pt>
                      <c:pt idx="155">
                        <c:v>40401</c:v>
                      </c:pt>
                      <c:pt idx="156">
                        <c:v>40402</c:v>
                      </c:pt>
                      <c:pt idx="157">
                        <c:v>40403</c:v>
                      </c:pt>
                      <c:pt idx="158">
                        <c:v>40406</c:v>
                      </c:pt>
                      <c:pt idx="159">
                        <c:v>40407</c:v>
                      </c:pt>
                      <c:pt idx="160">
                        <c:v>40408</c:v>
                      </c:pt>
                      <c:pt idx="161">
                        <c:v>40409</c:v>
                      </c:pt>
                      <c:pt idx="162">
                        <c:v>40410</c:v>
                      </c:pt>
                      <c:pt idx="163">
                        <c:v>40413</c:v>
                      </c:pt>
                      <c:pt idx="164">
                        <c:v>40414</c:v>
                      </c:pt>
                      <c:pt idx="165">
                        <c:v>40415</c:v>
                      </c:pt>
                      <c:pt idx="166">
                        <c:v>40416</c:v>
                      </c:pt>
                      <c:pt idx="167">
                        <c:v>40417</c:v>
                      </c:pt>
                      <c:pt idx="168">
                        <c:v>40420</c:v>
                      </c:pt>
                      <c:pt idx="169">
                        <c:v>40421</c:v>
                      </c:pt>
                      <c:pt idx="170">
                        <c:v>40422</c:v>
                      </c:pt>
                      <c:pt idx="171">
                        <c:v>40423</c:v>
                      </c:pt>
                      <c:pt idx="172">
                        <c:v>40424</c:v>
                      </c:pt>
                      <c:pt idx="173">
                        <c:v>40427</c:v>
                      </c:pt>
                      <c:pt idx="174">
                        <c:v>40428</c:v>
                      </c:pt>
                      <c:pt idx="175">
                        <c:v>40429</c:v>
                      </c:pt>
                      <c:pt idx="176">
                        <c:v>40430</c:v>
                      </c:pt>
                      <c:pt idx="177">
                        <c:v>40431</c:v>
                      </c:pt>
                      <c:pt idx="178">
                        <c:v>40434</c:v>
                      </c:pt>
                      <c:pt idx="179">
                        <c:v>40435</c:v>
                      </c:pt>
                      <c:pt idx="180">
                        <c:v>40436</c:v>
                      </c:pt>
                      <c:pt idx="181">
                        <c:v>40437</c:v>
                      </c:pt>
                      <c:pt idx="182">
                        <c:v>40438</c:v>
                      </c:pt>
                      <c:pt idx="183">
                        <c:v>40440</c:v>
                      </c:pt>
                      <c:pt idx="184">
                        <c:v>40441</c:v>
                      </c:pt>
                      <c:pt idx="185">
                        <c:v>40442</c:v>
                      </c:pt>
                      <c:pt idx="186">
                        <c:v>40446</c:v>
                      </c:pt>
                      <c:pt idx="187">
                        <c:v>40447</c:v>
                      </c:pt>
                      <c:pt idx="188">
                        <c:v>40448</c:v>
                      </c:pt>
                      <c:pt idx="189">
                        <c:v>40449</c:v>
                      </c:pt>
                      <c:pt idx="190">
                        <c:v>40450</c:v>
                      </c:pt>
                      <c:pt idx="191">
                        <c:v>40451</c:v>
                      </c:pt>
                      <c:pt idx="192">
                        <c:v>40452</c:v>
                      </c:pt>
                      <c:pt idx="193">
                        <c:v>40455</c:v>
                      </c:pt>
                      <c:pt idx="194">
                        <c:v>40456</c:v>
                      </c:pt>
                      <c:pt idx="195">
                        <c:v>40457</c:v>
                      </c:pt>
                      <c:pt idx="196">
                        <c:v>40458</c:v>
                      </c:pt>
                      <c:pt idx="197">
                        <c:v>40459</c:v>
                      </c:pt>
                      <c:pt idx="198">
                        <c:v>40460</c:v>
                      </c:pt>
                      <c:pt idx="199">
                        <c:v>40462</c:v>
                      </c:pt>
                      <c:pt idx="200">
                        <c:v>40463</c:v>
                      </c:pt>
                      <c:pt idx="201">
                        <c:v>40464</c:v>
                      </c:pt>
                      <c:pt idx="202">
                        <c:v>40465</c:v>
                      </c:pt>
                      <c:pt idx="203">
                        <c:v>40466</c:v>
                      </c:pt>
                      <c:pt idx="204">
                        <c:v>40469</c:v>
                      </c:pt>
                      <c:pt idx="205">
                        <c:v>40470</c:v>
                      </c:pt>
                      <c:pt idx="206">
                        <c:v>40471</c:v>
                      </c:pt>
                      <c:pt idx="207">
                        <c:v>40472</c:v>
                      </c:pt>
                      <c:pt idx="208">
                        <c:v>40473</c:v>
                      </c:pt>
                      <c:pt idx="209">
                        <c:v>40476</c:v>
                      </c:pt>
                      <c:pt idx="210">
                        <c:v>40477</c:v>
                      </c:pt>
                      <c:pt idx="211">
                        <c:v>40478</c:v>
                      </c:pt>
                      <c:pt idx="212">
                        <c:v>40479</c:v>
                      </c:pt>
                      <c:pt idx="213">
                        <c:v>40480</c:v>
                      </c:pt>
                      <c:pt idx="214">
                        <c:v>40482</c:v>
                      </c:pt>
                      <c:pt idx="215">
                        <c:v>40483</c:v>
                      </c:pt>
                      <c:pt idx="216">
                        <c:v>40484</c:v>
                      </c:pt>
                      <c:pt idx="217">
                        <c:v>40485</c:v>
                      </c:pt>
                      <c:pt idx="218">
                        <c:v>40486</c:v>
                      </c:pt>
                      <c:pt idx="219">
                        <c:v>40487</c:v>
                      </c:pt>
                      <c:pt idx="220">
                        <c:v>40490</c:v>
                      </c:pt>
                      <c:pt idx="221">
                        <c:v>40491</c:v>
                      </c:pt>
                      <c:pt idx="222">
                        <c:v>40492</c:v>
                      </c:pt>
                      <c:pt idx="223">
                        <c:v>40493</c:v>
                      </c:pt>
                      <c:pt idx="224">
                        <c:v>40494</c:v>
                      </c:pt>
                      <c:pt idx="225">
                        <c:v>40497</c:v>
                      </c:pt>
                      <c:pt idx="226">
                        <c:v>40498</c:v>
                      </c:pt>
                      <c:pt idx="227">
                        <c:v>40499</c:v>
                      </c:pt>
                      <c:pt idx="228">
                        <c:v>40500</c:v>
                      </c:pt>
                      <c:pt idx="229">
                        <c:v>40501</c:v>
                      </c:pt>
                      <c:pt idx="230">
                        <c:v>40504</c:v>
                      </c:pt>
                      <c:pt idx="231">
                        <c:v>40505</c:v>
                      </c:pt>
                      <c:pt idx="232">
                        <c:v>40506</c:v>
                      </c:pt>
                      <c:pt idx="233">
                        <c:v>40507</c:v>
                      </c:pt>
                      <c:pt idx="234">
                        <c:v>40508</c:v>
                      </c:pt>
                      <c:pt idx="235">
                        <c:v>40511</c:v>
                      </c:pt>
                      <c:pt idx="236">
                        <c:v>40512</c:v>
                      </c:pt>
                      <c:pt idx="237">
                        <c:v>40513</c:v>
                      </c:pt>
                      <c:pt idx="238">
                        <c:v>40514</c:v>
                      </c:pt>
                      <c:pt idx="239">
                        <c:v>40515</c:v>
                      </c:pt>
                      <c:pt idx="240">
                        <c:v>40518</c:v>
                      </c:pt>
                      <c:pt idx="241">
                        <c:v>40519</c:v>
                      </c:pt>
                      <c:pt idx="242">
                        <c:v>40520</c:v>
                      </c:pt>
                      <c:pt idx="243">
                        <c:v>40521</c:v>
                      </c:pt>
                      <c:pt idx="244">
                        <c:v>40522</c:v>
                      </c:pt>
                      <c:pt idx="245">
                        <c:v>40525</c:v>
                      </c:pt>
                      <c:pt idx="246">
                        <c:v>40526</c:v>
                      </c:pt>
                      <c:pt idx="247">
                        <c:v>40527</c:v>
                      </c:pt>
                      <c:pt idx="248">
                        <c:v>40528</c:v>
                      </c:pt>
                      <c:pt idx="249">
                        <c:v>40529</c:v>
                      </c:pt>
                      <c:pt idx="250">
                        <c:v>40532</c:v>
                      </c:pt>
                      <c:pt idx="251">
                        <c:v>40533</c:v>
                      </c:pt>
                      <c:pt idx="252">
                        <c:v>40534</c:v>
                      </c:pt>
                      <c:pt idx="253">
                        <c:v>40535</c:v>
                      </c:pt>
                      <c:pt idx="254">
                        <c:v>40536</c:v>
                      </c:pt>
                      <c:pt idx="255">
                        <c:v>40539</c:v>
                      </c:pt>
                      <c:pt idx="256">
                        <c:v>40540</c:v>
                      </c:pt>
                      <c:pt idx="257">
                        <c:v>40541</c:v>
                      </c:pt>
                      <c:pt idx="258">
                        <c:v>40542</c:v>
                      </c:pt>
                      <c:pt idx="259">
                        <c:v>40543</c:v>
                      </c:pt>
                      <c:pt idx="260">
                        <c:v>40546</c:v>
                      </c:pt>
                      <c:pt idx="261">
                        <c:v>40547</c:v>
                      </c:pt>
                      <c:pt idx="262">
                        <c:v>40548</c:v>
                      </c:pt>
                      <c:pt idx="263">
                        <c:v>40549</c:v>
                      </c:pt>
                      <c:pt idx="264">
                        <c:v>40550</c:v>
                      </c:pt>
                      <c:pt idx="265">
                        <c:v>40553</c:v>
                      </c:pt>
                      <c:pt idx="266">
                        <c:v>40554</c:v>
                      </c:pt>
                      <c:pt idx="267">
                        <c:v>40555</c:v>
                      </c:pt>
                      <c:pt idx="268">
                        <c:v>40556</c:v>
                      </c:pt>
                      <c:pt idx="269">
                        <c:v>40557</c:v>
                      </c:pt>
                      <c:pt idx="270">
                        <c:v>40560</c:v>
                      </c:pt>
                      <c:pt idx="271">
                        <c:v>40561</c:v>
                      </c:pt>
                      <c:pt idx="272">
                        <c:v>40562</c:v>
                      </c:pt>
                      <c:pt idx="273">
                        <c:v>40563</c:v>
                      </c:pt>
                      <c:pt idx="274">
                        <c:v>40564</c:v>
                      </c:pt>
                      <c:pt idx="275">
                        <c:v>40567</c:v>
                      </c:pt>
                      <c:pt idx="276">
                        <c:v>40568</c:v>
                      </c:pt>
                      <c:pt idx="277">
                        <c:v>40569</c:v>
                      </c:pt>
                      <c:pt idx="278">
                        <c:v>40570</c:v>
                      </c:pt>
                      <c:pt idx="279">
                        <c:v>40571</c:v>
                      </c:pt>
                      <c:pt idx="280">
                        <c:v>40573</c:v>
                      </c:pt>
                      <c:pt idx="281">
                        <c:v>40574</c:v>
                      </c:pt>
                      <c:pt idx="282">
                        <c:v>40575</c:v>
                      </c:pt>
                      <c:pt idx="283">
                        <c:v>40576</c:v>
                      </c:pt>
                      <c:pt idx="284">
                        <c:v>40577</c:v>
                      </c:pt>
                      <c:pt idx="285">
                        <c:v>40578</c:v>
                      </c:pt>
                      <c:pt idx="286">
                        <c:v>40581</c:v>
                      </c:pt>
                      <c:pt idx="287">
                        <c:v>40582</c:v>
                      </c:pt>
                      <c:pt idx="288">
                        <c:v>40583</c:v>
                      </c:pt>
                      <c:pt idx="289">
                        <c:v>40584</c:v>
                      </c:pt>
                      <c:pt idx="290">
                        <c:v>40585</c:v>
                      </c:pt>
                      <c:pt idx="291">
                        <c:v>40586</c:v>
                      </c:pt>
                      <c:pt idx="292">
                        <c:v>40588</c:v>
                      </c:pt>
                      <c:pt idx="293">
                        <c:v>40589</c:v>
                      </c:pt>
                      <c:pt idx="294">
                        <c:v>40590</c:v>
                      </c:pt>
                      <c:pt idx="295">
                        <c:v>40591</c:v>
                      </c:pt>
                      <c:pt idx="296">
                        <c:v>40592</c:v>
                      </c:pt>
                      <c:pt idx="297">
                        <c:v>40595</c:v>
                      </c:pt>
                      <c:pt idx="298">
                        <c:v>40596</c:v>
                      </c:pt>
                      <c:pt idx="299">
                        <c:v>40597</c:v>
                      </c:pt>
                      <c:pt idx="300">
                        <c:v>40598</c:v>
                      </c:pt>
                      <c:pt idx="301">
                        <c:v>40599</c:v>
                      </c:pt>
                      <c:pt idx="302">
                        <c:v>40602</c:v>
                      </c:pt>
                      <c:pt idx="303">
                        <c:v>40603</c:v>
                      </c:pt>
                      <c:pt idx="304">
                        <c:v>40604</c:v>
                      </c:pt>
                      <c:pt idx="305">
                        <c:v>40605</c:v>
                      </c:pt>
                      <c:pt idx="306">
                        <c:v>40606</c:v>
                      </c:pt>
                      <c:pt idx="307">
                        <c:v>40609</c:v>
                      </c:pt>
                      <c:pt idx="308">
                        <c:v>40610</c:v>
                      </c:pt>
                      <c:pt idx="309">
                        <c:v>40611</c:v>
                      </c:pt>
                      <c:pt idx="310">
                        <c:v>40612</c:v>
                      </c:pt>
                      <c:pt idx="311">
                        <c:v>40613</c:v>
                      </c:pt>
                      <c:pt idx="312">
                        <c:v>40616</c:v>
                      </c:pt>
                      <c:pt idx="313">
                        <c:v>40617</c:v>
                      </c:pt>
                      <c:pt idx="314">
                        <c:v>40618</c:v>
                      </c:pt>
                      <c:pt idx="315">
                        <c:v>40619</c:v>
                      </c:pt>
                      <c:pt idx="316">
                        <c:v>40620</c:v>
                      </c:pt>
                      <c:pt idx="317">
                        <c:v>40623</c:v>
                      </c:pt>
                      <c:pt idx="318">
                        <c:v>40624</c:v>
                      </c:pt>
                      <c:pt idx="319">
                        <c:v>40625</c:v>
                      </c:pt>
                      <c:pt idx="320">
                        <c:v>40626</c:v>
                      </c:pt>
                      <c:pt idx="321">
                        <c:v>40627</c:v>
                      </c:pt>
                      <c:pt idx="322">
                        <c:v>40630</c:v>
                      </c:pt>
                      <c:pt idx="323">
                        <c:v>40631</c:v>
                      </c:pt>
                      <c:pt idx="324">
                        <c:v>40632</c:v>
                      </c:pt>
                      <c:pt idx="325">
                        <c:v>40633</c:v>
                      </c:pt>
                      <c:pt idx="326">
                        <c:v>40634</c:v>
                      </c:pt>
                      <c:pt idx="327">
                        <c:v>40635</c:v>
                      </c:pt>
                      <c:pt idx="328">
                        <c:v>40637</c:v>
                      </c:pt>
                      <c:pt idx="329">
                        <c:v>40638</c:v>
                      </c:pt>
                      <c:pt idx="330">
                        <c:v>40639</c:v>
                      </c:pt>
                      <c:pt idx="331">
                        <c:v>40640</c:v>
                      </c:pt>
                      <c:pt idx="332">
                        <c:v>40641</c:v>
                      </c:pt>
                      <c:pt idx="333">
                        <c:v>40644</c:v>
                      </c:pt>
                      <c:pt idx="334">
                        <c:v>40645</c:v>
                      </c:pt>
                      <c:pt idx="335">
                        <c:v>40646</c:v>
                      </c:pt>
                      <c:pt idx="336">
                        <c:v>40647</c:v>
                      </c:pt>
                      <c:pt idx="337">
                        <c:v>40648</c:v>
                      </c:pt>
                      <c:pt idx="338">
                        <c:v>40651</c:v>
                      </c:pt>
                      <c:pt idx="339">
                        <c:v>40652</c:v>
                      </c:pt>
                      <c:pt idx="340">
                        <c:v>40653</c:v>
                      </c:pt>
                      <c:pt idx="341">
                        <c:v>40654</c:v>
                      </c:pt>
                      <c:pt idx="342">
                        <c:v>40655</c:v>
                      </c:pt>
                      <c:pt idx="343">
                        <c:v>40658</c:v>
                      </c:pt>
                      <c:pt idx="344">
                        <c:v>40659</c:v>
                      </c:pt>
                      <c:pt idx="345">
                        <c:v>40660</c:v>
                      </c:pt>
                      <c:pt idx="346">
                        <c:v>40661</c:v>
                      </c:pt>
                      <c:pt idx="347">
                        <c:v>40662</c:v>
                      </c:pt>
                      <c:pt idx="348">
                        <c:v>40663</c:v>
                      </c:pt>
                      <c:pt idx="349">
                        <c:v>40665</c:v>
                      </c:pt>
                      <c:pt idx="350">
                        <c:v>40666</c:v>
                      </c:pt>
                      <c:pt idx="351">
                        <c:v>40667</c:v>
                      </c:pt>
                      <c:pt idx="352">
                        <c:v>40668</c:v>
                      </c:pt>
                      <c:pt idx="353">
                        <c:v>40669</c:v>
                      </c:pt>
                      <c:pt idx="354">
                        <c:v>40672</c:v>
                      </c:pt>
                      <c:pt idx="355">
                        <c:v>40673</c:v>
                      </c:pt>
                      <c:pt idx="356">
                        <c:v>40674</c:v>
                      </c:pt>
                      <c:pt idx="357">
                        <c:v>40675</c:v>
                      </c:pt>
                      <c:pt idx="358">
                        <c:v>40676</c:v>
                      </c:pt>
                      <c:pt idx="359">
                        <c:v>40679</c:v>
                      </c:pt>
                      <c:pt idx="360">
                        <c:v>40680</c:v>
                      </c:pt>
                      <c:pt idx="361">
                        <c:v>40681</c:v>
                      </c:pt>
                      <c:pt idx="362">
                        <c:v>40682</c:v>
                      </c:pt>
                      <c:pt idx="363">
                        <c:v>40683</c:v>
                      </c:pt>
                      <c:pt idx="364">
                        <c:v>40686</c:v>
                      </c:pt>
                      <c:pt idx="365">
                        <c:v>40687</c:v>
                      </c:pt>
                      <c:pt idx="366">
                        <c:v>40688</c:v>
                      </c:pt>
                      <c:pt idx="367">
                        <c:v>40689</c:v>
                      </c:pt>
                      <c:pt idx="368">
                        <c:v>40690</c:v>
                      </c:pt>
                      <c:pt idx="369">
                        <c:v>40693</c:v>
                      </c:pt>
                      <c:pt idx="370">
                        <c:v>40694</c:v>
                      </c:pt>
                      <c:pt idx="371">
                        <c:v>40695</c:v>
                      </c:pt>
                      <c:pt idx="372">
                        <c:v>40696</c:v>
                      </c:pt>
                      <c:pt idx="373">
                        <c:v>40697</c:v>
                      </c:pt>
                      <c:pt idx="374">
                        <c:v>40700</c:v>
                      </c:pt>
                      <c:pt idx="375">
                        <c:v>40701</c:v>
                      </c:pt>
                      <c:pt idx="376">
                        <c:v>40702</c:v>
                      </c:pt>
                      <c:pt idx="377">
                        <c:v>40703</c:v>
                      </c:pt>
                      <c:pt idx="378">
                        <c:v>40704</c:v>
                      </c:pt>
                      <c:pt idx="379">
                        <c:v>40707</c:v>
                      </c:pt>
                      <c:pt idx="380">
                        <c:v>40708</c:v>
                      </c:pt>
                      <c:pt idx="381">
                        <c:v>40709</c:v>
                      </c:pt>
                      <c:pt idx="382">
                        <c:v>40710</c:v>
                      </c:pt>
                      <c:pt idx="383">
                        <c:v>40711</c:v>
                      </c:pt>
                      <c:pt idx="384">
                        <c:v>40714</c:v>
                      </c:pt>
                      <c:pt idx="385">
                        <c:v>40715</c:v>
                      </c:pt>
                      <c:pt idx="386">
                        <c:v>40716</c:v>
                      </c:pt>
                      <c:pt idx="387">
                        <c:v>40717</c:v>
                      </c:pt>
                      <c:pt idx="388">
                        <c:v>40718</c:v>
                      </c:pt>
                      <c:pt idx="389">
                        <c:v>40721</c:v>
                      </c:pt>
                      <c:pt idx="390">
                        <c:v>40722</c:v>
                      </c:pt>
                      <c:pt idx="391">
                        <c:v>40723</c:v>
                      </c:pt>
                      <c:pt idx="392">
                        <c:v>40724</c:v>
                      </c:pt>
                      <c:pt idx="393">
                        <c:v>40725</c:v>
                      </c:pt>
                      <c:pt idx="394">
                        <c:v>40728</c:v>
                      </c:pt>
                      <c:pt idx="395">
                        <c:v>40729</c:v>
                      </c:pt>
                      <c:pt idx="396">
                        <c:v>40730</c:v>
                      </c:pt>
                      <c:pt idx="397">
                        <c:v>40731</c:v>
                      </c:pt>
                      <c:pt idx="398">
                        <c:v>40732</c:v>
                      </c:pt>
                      <c:pt idx="399">
                        <c:v>40735</c:v>
                      </c:pt>
                      <c:pt idx="400">
                        <c:v>40736</c:v>
                      </c:pt>
                      <c:pt idx="401">
                        <c:v>40737</c:v>
                      </c:pt>
                      <c:pt idx="402">
                        <c:v>40738</c:v>
                      </c:pt>
                      <c:pt idx="403">
                        <c:v>40739</c:v>
                      </c:pt>
                      <c:pt idx="404">
                        <c:v>40742</c:v>
                      </c:pt>
                      <c:pt idx="405">
                        <c:v>40743</c:v>
                      </c:pt>
                      <c:pt idx="406">
                        <c:v>40744</c:v>
                      </c:pt>
                      <c:pt idx="407">
                        <c:v>40745</c:v>
                      </c:pt>
                      <c:pt idx="408">
                        <c:v>40746</c:v>
                      </c:pt>
                      <c:pt idx="409">
                        <c:v>40749</c:v>
                      </c:pt>
                      <c:pt idx="410">
                        <c:v>40750</c:v>
                      </c:pt>
                      <c:pt idx="411">
                        <c:v>40751</c:v>
                      </c:pt>
                      <c:pt idx="412">
                        <c:v>40752</c:v>
                      </c:pt>
                      <c:pt idx="413">
                        <c:v>40753</c:v>
                      </c:pt>
                      <c:pt idx="414">
                        <c:v>40755</c:v>
                      </c:pt>
                      <c:pt idx="415">
                        <c:v>40756</c:v>
                      </c:pt>
                      <c:pt idx="416">
                        <c:v>40757</c:v>
                      </c:pt>
                      <c:pt idx="417">
                        <c:v>40758</c:v>
                      </c:pt>
                      <c:pt idx="418">
                        <c:v>40759</c:v>
                      </c:pt>
                      <c:pt idx="419">
                        <c:v>40760</c:v>
                      </c:pt>
                      <c:pt idx="420">
                        <c:v>40763</c:v>
                      </c:pt>
                      <c:pt idx="421">
                        <c:v>40764</c:v>
                      </c:pt>
                      <c:pt idx="422">
                        <c:v>40765</c:v>
                      </c:pt>
                      <c:pt idx="423">
                        <c:v>40766</c:v>
                      </c:pt>
                      <c:pt idx="424">
                        <c:v>40767</c:v>
                      </c:pt>
                      <c:pt idx="425">
                        <c:v>40770</c:v>
                      </c:pt>
                      <c:pt idx="426">
                        <c:v>40771</c:v>
                      </c:pt>
                      <c:pt idx="427">
                        <c:v>40772</c:v>
                      </c:pt>
                      <c:pt idx="428">
                        <c:v>40773</c:v>
                      </c:pt>
                      <c:pt idx="429">
                        <c:v>40774</c:v>
                      </c:pt>
                      <c:pt idx="430">
                        <c:v>40777</c:v>
                      </c:pt>
                      <c:pt idx="431">
                        <c:v>40778</c:v>
                      </c:pt>
                      <c:pt idx="432">
                        <c:v>40779</c:v>
                      </c:pt>
                      <c:pt idx="433">
                        <c:v>40780</c:v>
                      </c:pt>
                      <c:pt idx="434">
                        <c:v>40781</c:v>
                      </c:pt>
                      <c:pt idx="435">
                        <c:v>40784</c:v>
                      </c:pt>
                      <c:pt idx="436">
                        <c:v>40785</c:v>
                      </c:pt>
                      <c:pt idx="437">
                        <c:v>40786</c:v>
                      </c:pt>
                      <c:pt idx="438">
                        <c:v>40787</c:v>
                      </c:pt>
                      <c:pt idx="439">
                        <c:v>40788</c:v>
                      </c:pt>
                      <c:pt idx="440">
                        <c:v>40791</c:v>
                      </c:pt>
                      <c:pt idx="441">
                        <c:v>40792</c:v>
                      </c:pt>
                      <c:pt idx="442">
                        <c:v>40793</c:v>
                      </c:pt>
                      <c:pt idx="443">
                        <c:v>40794</c:v>
                      </c:pt>
                      <c:pt idx="444">
                        <c:v>40795</c:v>
                      </c:pt>
                      <c:pt idx="445">
                        <c:v>40798</c:v>
                      </c:pt>
                      <c:pt idx="446">
                        <c:v>40799</c:v>
                      </c:pt>
                      <c:pt idx="447">
                        <c:v>40800</c:v>
                      </c:pt>
                      <c:pt idx="448">
                        <c:v>40801</c:v>
                      </c:pt>
                      <c:pt idx="449">
                        <c:v>40802</c:v>
                      </c:pt>
                      <c:pt idx="450">
                        <c:v>40805</c:v>
                      </c:pt>
                      <c:pt idx="451">
                        <c:v>40806</c:v>
                      </c:pt>
                      <c:pt idx="452">
                        <c:v>40807</c:v>
                      </c:pt>
                      <c:pt idx="453">
                        <c:v>40808</c:v>
                      </c:pt>
                      <c:pt idx="454">
                        <c:v>40809</c:v>
                      </c:pt>
                      <c:pt idx="455">
                        <c:v>40812</c:v>
                      </c:pt>
                      <c:pt idx="456">
                        <c:v>40813</c:v>
                      </c:pt>
                      <c:pt idx="457">
                        <c:v>40814</c:v>
                      </c:pt>
                      <c:pt idx="458">
                        <c:v>40815</c:v>
                      </c:pt>
                      <c:pt idx="459">
                        <c:v>40816</c:v>
                      </c:pt>
                      <c:pt idx="460">
                        <c:v>40819</c:v>
                      </c:pt>
                      <c:pt idx="461">
                        <c:v>40820</c:v>
                      </c:pt>
                      <c:pt idx="462">
                        <c:v>40821</c:v>
                      </c:pt>
                      <c:pt idx="463">
                        <c:v>40822</c:v>
                      </c:pt>
                      <c:pt idx="464">
                        <c:v>40823</c:v>
                      </c:pt>
                      <c:pt idx="465">
                        <c:v>40824</c:v>
                      </c:pt>
                      <c:pt idx="466">
                        <c:v>40825</c:v>
                      </c:pt>
                      <c:pt idx="467">
                        <c:v>40826</c:v>
                      </c:pt>
                      <c:pt idx="468">
                        <c:v>40827</c:v>
                      </c:pt>
                      <c:pt idx="469">
                        <c:v>40828</c:v>
                      </c:pt>
                      <c:pt idx="470">
                        <c:v>40829</c:v>
                      </c:pt>
                      <c:pt idx="471">
                        <c:v>40830</c:v>
                      </c:pt>
                      <c:pt idx="472">
                        <c:v>40833</c:v>
                      </c:pt>
                      <c:pt idx="473">
                        <c:v>40834</c:v>
                      </c:pt>
                      <c:pt idx="474">
                        <c:v>40835</c:v>
                      </c:pt>
                      <c:pt idx="475">
                        <c:v>40836</c:v>
                      </c:pt>
                      <c:pt idx="476">
                        <c:v>40837</c:v>
                      </c:pt>
                      <c:pt idx="477">
                        <c:v>40840</c:v>
                      </c:pt>
                      <c:pt idx="478">
                        <c:v>40841</c:v>
                      </c:pt>
                      <c:pt idx="479">
                        <c:v>40842</c:v>
                      </c:pt>
                      <c:pt idx="480">
                        <c:v>40843</c:v>
                      </c:pt>
                      <c:pt idx="481">
                        <c:v>40844</c:v>
                      </c:pt>
                      <c:pt idx="482">
                        <c:v>40847</c:v>
                      </c:pt>
                      <c:pt idx="483">
                        <c:v>40848</c:v>
                      </c:pt>
                      <c:pt idx="484">
                        <c:v>40849</c:v>
                      </c:pt>
                      <c:pt idx="485">
                        <c:v>40850</c:v>
                      </c:pt>
                      <c:pt idx="486">
                        <c:v>40851</c:v>
                      </c:pt>
                      <c:pt idx="487">
                        <c:v>40854</c:v>
                      </c:pt>
                      <c:pt idx="488">
                        <c:v>40855</c:v>
                      </c:pt>
                      <c:pt idx="489">
                        <c:v>40856</c:v>
                      </c:pt>
                      <c:pt idx="490">
                        <c:v>40857</c:v>
                      </c:pt>
                      <c:pt idx="491">
                        <c:v>40858</c:v>
                      </c:pt>
                      <c:pt idx="492">
                        <c:v>40861</c:v>
                      </c:pt>
                      <c:pt idx="493">
                        <c:v>40862</c:v>
                      </c:pt>
                      <c:pt idx="494">
                        <c:v>40863</c:v>
                      </c:pt>
                      <c:pt idx="495">
                        <c:v>40864</c:v>
                      </c:pt>
                      <c:pt idx="496">
                        <c:v>40865</c:v>
                      </c:pt>
                      <c:pt idx="497">
                        <c:v>40868</c:v>
                      </c:pt>
                      <c:pt idx="498">
                        <c:v>40869</c:v>
                      </c:pt>
                      <c:pt idx="499">
                        <c:v>40870</c:v>
                      </c:pt>
                      <c:pt idx="500">
                        <c:v>40871</c:v>
                      </c:pt>
                      <c:pt idx="501">
                        <c:v>40872</c:v>
                      </c:pt>
                      <c:pt idx="502">
                        <c:v>40875</c:v>
                      </c:pt>
                      <c:pt idx="503">
                        <c:v>40876</c:v>
                      </c:pt>
                      <c:pt idx="504">
                        <c:v>40877</c:v>
                      </c:pt>
                      <c:pt idx="505">
                        <c:v>40878</c:v>
                      </c:pt>
                      <c:pt idx="506">
                        <c:v>40879</c:v>
                      </c:pt>
                      <c:pt idx="507">
                        <c:v>40882</c:v>
                      </c:pt>
                      <c:pt idx="508">
                        <c:v>40883</c:v>
                      </c:pt>
                      <c:pt idx="509">
                        <c:v>40884</c:v>
                      </c:pt>
                      <c:pt idx="510">
                        <c:v>40885</c:v>
                      </c:pt>
                      <c:pt idx="511">
                        <c:v>40886</c:v>
                      </c:pt>
                      <c:pt idx="512">
                        <c:v>40889</c:v>
                      </c:pt>
                      <c:pt idx="513">
                        <c:v>40890</c:v>
                      </c:pt>
                      <c:pt idx="514">
                        <c:v>40891</c:v>
                      </c:pt>
                      <c:pt idx="515">
                        <c:v>40892</c:v>
                      </c:pt>
                      <c:pt idx="516">
                        <c:v>40893</c:v>
                      </c:pt>
                      <c:pt idx="517">
                        <c:v>40896</c:v>
                      </c:pt>
                      <c:pt idx="518">
                        <c:v>40897</c:v>
                      </c:pt>
                      <c:pt idx="519">
                        <c:v>40898</c:v>
                      </c:pt>
                      <c:pt idx="520">
                        <c:v>40899</c:v>
                      </c:pt>
                      <c:pt idx="521">
                        <c:v>40900</c:v>
                      </c:pt>
                      <c:pt idx="522">
                        <c:v>40903</c:v>
                      </c:pt>
                      <c:pt idx="523">
                        <c:v>40904</c:v>
                      </c:pt>
                      <c:pt idx="524">
                        <c:v>40905</c:v>
                      </c:pt>
                      <c:pt idx="525">
                        <c:v>40906</c:v>
                      </c:pt>
                      <c:pt idx="526">
                        <c:v>40907</c:v>
                      </c:pt>
                      <c:pt idx="527">
                        <c:v>40908</c:v>
                      </c:pt>
                      <c:pt idx="528">
                        <c:v>40911</c:v>
                      </c:pt>
                      <c:pt idx="529">
                        <c:v>40912</c:v>
                      </c:pt>
                      <c:pt idx="530">
                        <c:v>40913</c:v>
                      </c:pt>
                      <c:pt idx="531">
                        <c:v>40914</c:v>
                      </c:pt>
                      <c:pt idx="532">
                        <c:v>40917</c:v>
                      </c:pt>
                      <c:pt idx="533">
                        <c:v>40918</c:v>
                      </c:pt>
                      <c:pt idx="534">
                        <c:v>40919</c:v>
                      </c:pt>
                      <c:pt idx="535">
                        <c:v>40920</c:v>
                      </c:pt>
                      <c:pt idx="536">
                        <c:v>40921</c:v>
                      </c:pt>
                      <c:pt idx="537">
                        <c:v>40924</c:v>
                      </c:pt>
                      <c:pt idx="538">
                        <c:v>40925</c:v>
                      </c:pt>
                      <c:pt idx="539">
                        <c:v>40926</c:v>
                      </c:pt>
                      <c:pt idx="540">
                        <c:v>40927</c:v>
                      </c:pt>
                      <c:pt idx="541">
                        <c:v>40928</c:v>
                      </c:pt>
                      <c:pt idx="542">
                        <c:v>40929</c:v>
                      </c:pt>
                      <c:pt idx="543">
                        <c:v>40931</c:v>
                      </c:pt>
                      <c:pt idx="544">
                        <c:v>40932</c:v>
                      </c:pt>
                      <c:pt idx="545">
                        <c:v>40933</c:v>
                      </c:pt>
                      <c:pt idx="546">
                        <c:v>40934</c:v>
                      </c:pt>
                      <c:pt idx="547">
                        <c:v>40935</c:v>
                      </c:pt>
                      <c:pt idx="548">
                        <c:v>40937</c:v>
                      </c:pt>
                      <c:pt idx="549">
                        <c:v>40938</c:v>
                      </c:pt>
                      <c:pt idx="550">
                        <c:v>40939</c:v>
                      </c:pt>
                      <c:pt idx="551">
                        <c:v>40940</c:v>
                      </c:pt>
                      <c:pt idx="552">
                        <c:v>40941</c:v>
                      </c:pt>
                      <c:pt idx="553">
                        <c:v>40942</c:v>
                      </c:pt>
                      <c:pt idx="554">
                        <c:v>40945</c:v>
                      </c:pt>
                      <c:pt idx="555">
                        <c:v>40946</c:v>
                      </c:pt>
                      <c:pt idx="556">
                        <c:v>40947</c:v>
                      </c:pt>
                      <c:pt idx="557">
                        <c:v>40948</c:v>
                      </c:pt>
                      <c:pt idx="558">
                        <c:v>40949</c:v>
                      </c:pt>
                      <c:pt idx="559">
                        <c:v>40952</c:v>
                      </c:pt>
                      <c:pt idx="560">
                        <c:v>40953</c:v>
                      </c:pt>
                      <c:pt idx="561">
                        <c:v>40954</c:v>
                      </c:pt>
                      <c:pt idx="562">
                        <c:v>40955</c:v>
                      </c:pt>
                      <c:pt idx="563">
                        <c:v>40956</c:v>
                      </c:pt>
                      <c:pt idx="564">
                        <c:v>40959</c:v>
                      </c:pt>
                      <c:pt idx="565">
                        <c:v>40960</c:v>
                      </c:pt>
                      <c:pt idx="566">
                        <c:v>40961</c:v>
                      </c:pt>
                      <c:pt idx="567">
                        <c:v>40962</c:v>
                      </c:pt>
                      <c:pt idx="568">
                        <c:v>40963</c:v>
                      </c:pt>
                      <c:pt idx="569">
                        <c:v>40966</c:v>
                      </c:pt>
                      <c:pt idx="570">
                        <c:v>40967</c:v>
                      </c:pt>
                      <c:pt idx="571">
                        <c:v>40968</c:v>
                      </c:pt>
                      <c:pt idx="572">
                        <c:v>40969</c:v>
                      </c:pt>
                      <c:pt idx="573">
                        <c:v>40970</c:v>
                      </c:pt>
                      <c:pt idx="574">
                        <c:v>40973</c:v>
                      </c:pt>
                      <c:pt idx="575">
                        <c:v>40974</c:v>
                      </c:pt>
                      <c:pt idx="576">
                        <c:v>40975</c:v>
                      </c:pt>
                      <c:pt idx="577">
                        <c:v>40976</c:v>
                      </c:pt>
                      <c:pt idx="578">
                        <c:v>40977</c:v>
                      </c:pt>
                      <c:pt idx="579">
                        <c:v>40980</c:v>
                      </c:pt>
                      <c:pt idx="580">
                        <c:v>40981</c:v>
                      </c:pt>
                      <c:pt idx="581">
                        <c:v>40982</c:v>
                      </c:pt>
                      <c:pt idx="582">
                        <c:v>40983</c:v>
                      </c:pt>
                      <c:pt idx="583">
                        <c:v>40984</c:v>
                      </c:pt>
                      <c:pt idx="584">
                        <c:v>40987</c:v>
                      </c:pt>
                      <c:pt idx="585">
                        <c:v>40988</c:v>
                      </c:pt>
                      <c:pt idx="586">
                        <c:v>40989</c:v>
                      </c:pt>
                      <c:pt idx="587">
                        <c:v>40990</c:v>
                      </c:pt>
                      <c:pt idx="588">
                        <c:v>40991</c:v>
                      </c:pt>
                      <c:pt idx="589">
                        <c:v>40994</c:v>
                      </c:pt>
                      <c:pt idx="590">
                        <c:v>40995</c:v>
                      </c:pt>
                      <c:pt idx="591">
                        <c:v>40996</c:v>
                      </c:pt>
                      <c:pt idx="592">
                        <c:v>40997</c:v>
                      </c:pt>
                      <c:pt idx="593">
                        <c:v>40998</c:v>
                      </c:pt>
                      <c:pt idx="594">
                        <c:v>40999</c:v>
                      </c:pt>
                      <c:pt idx="595">
                        <c:v>41000</c:v>
                      </c:pt>
                      <c:pt idx="596">
                        <c:v>41001</c:v>
                      </c:pt>
                      <c:pt idx="597">
                        <c:v>41002</c:v>
                      </c:pt>
                      <c:pt idx="598">
                        <c:v>41003</c:v>
                      </c:pt>
                      <c:pt idx="599">
                        <c:v>41004</c:v>
                      </c:pt>
                      <c:pt idx="600">
                        <c:v>41005</c:v>
                      </c:pt>
                      <c:pt idx="601">
                        <c:v>41008</c:v>
                      </c:pt>
                      <c:pt idx="602">
                        <c:v>41009</c:v>
                      </c:pt>
                      <c:pt idx="603">
                        <c:v>41010</c:v>
                      </c:pt>
                      <c:pt idx="604">
                        <c:v>41011</c:v>
                      </c:pt>
                      <c:pt idx="605">
                        <c:v>41012</c:v>
                      </c:pt>
                      <c:pt idx="606">
                        <c:v>41015</c:v>
                      </c:pt>
                      <c:pt idx="607">
                        <c:v>41016</c:v>
                      </c:pt>
                      <c:pt idx="608">
                        <c:v>41017</c:v>
                      </c:pt>
                      <c:pt idx="609">
                        <c:v>41018</c:v>
                      </c:pt>
                      <c:pt idx="610">
                        <c:v>41019</c:v>
                      </c:pt>
                      <c:pt idx="611">
                        <c:v>41022</c:v>
                      </c:pt>
                      <c:pt idx="612">
                        <c:v>41023</c:v>
                      </c:pt>
                      <c:pt idx="613">
                        <c:v>41024</c:v>
                      </c:pt>
                      <c:pt idx="614">
                        <c:v>41025</c:v>
                      </c:pt>
                      <c:pt idx="615">
                        <c:v>41026</c:v>
                      </c:pt>
                      <c:pt idx="616">
                        <c:v>41027</c:v>
                      </c:pt>
                      <c:pt idx="617">
                        <c:v>41029</c:v>
                      </c:pt>
                      <c:pt idx="618">
                        <c:v>41030</c:v>
                      </c:pt>
                      <c:pt idx="619">
                        <c:v>41031</c:v>
                      </c:pt>
                      <c:pt idx="620">
                        <c:v>41032</c:v>
                      </c:pt>
                      <c:pt idx="621">
                        <c:v>41033</c:v>
                      </c:pt>
                      <c:pt idx="622">
                        <c:v>41036</c:v>
                      </c:pt>
                      <c:pt idx="623">
                        <c:v>41037</c:v>
                      </c:pt>
                      <c:pt idx="624">
                        <c:v>41038</c:v>
                      </c:pt>
                      <c:pt idx="625">
                        <c:v>41039</c:v>
                      </c:pt>
                      <c:pt idx="626">
                        <c:v>41040</c:v>
                      </c:pt>
                      <c:pt idx="627">
                        <c:v>41043</c:v>
                      </c:pt>
                      <c:pt idx="628">
                        <c:v>41044</c:v>
                      </c:pt>
                      <c:pt idx="629">
                        <c:v>41045</c:v>
                      </c:pt>
                      <c:pt idx="630">
                        <c:v>41046</c:v>
                      </c:pt>
                      <c:pt idx="631">
                        <c:v>41047</c:v>
                      </c:pt>
                      <c:pt idx="632">
                        <c:v>41050</c:v>
                      </c:pt>
                      <c:pt idx="633">
                        <c:v>41051</c:v>
                      </c:pt>
                      <c:pt idx="634">
                        <c:v>41052</c:v>
                      </c:pt>
                      <c:pt idx="635">
                        <c:v>41053</c:v>
                      </c:pt>
                      <c:pt idx="636">
                        <c:v>41054</c:v>
                      </c:pt>
                      <c:pt idx="637">
                        <c:v>41057</c:v>
                      </c:pt>
                      <c:pt idx="638">
                        <c:v>41058</c:v>
                      </c:pt>
                      <c:pt idx="639">
                        <c:v>41059</c:v>
                      </c:pt>
                      <c:pt idx="640">
                        <c:v>41060</c:v>
                      </c:pt>
                      <c:pt idx="641">
                        <c:v>41061</c:v>
                      </c:pt>
                      <c:pt idx="642">
                        <c:v>41064</c:v>
                      </c:pt>
                      <c:pt idx="643">
                        <c:v>41065</c:v>
                      </c:pt>
                      <c:pt idx="644">
                        <c:v>41066</c:v>
                      </c:pt>
                      <c:pt idx="645">
                        <c:v>41067</c:v>
                      </c:pt>
                      <c:pt idx="646">
                        <c:v>41068</c:v>
                      </c:pt>
                      <c:pt idx="647">
                        <c:v>41071</c:v>
                      </c:pt>
                      <c:pt idx="648">
                        <c:v>41072</c:v>
                      </c:pt>
                      <c:pt idx="649">
                        <c:v>41073</c:v>
                      </c:pt>
                      <c:pt idx="650">
                        <c:v>41074</c:v>
                      </c:pt>
                      <c:pt idx="651">
                        <c:v>41075</c:v>
                      </c:pt>
                      <c:pt idx="652">
                        <c:v>41078</c:v>
                      </c:pt>
                      <c:pt idx="653">
                        <c:v>41079</c:v>
                      </c:pt>
                      <c:pt idx="654">
                        <c:v>41080</c:v>
                      </c:pt>
                      <c:pt idx="655">
                        <c:v>41081</c:v>
                      </c:pt>
                      <c:pt idx="656">
                        <c:v>41082</c:v>
                      </c:pt>
                      <c:pt idx="657">
                        <c:v>41085</c:v>
                      </c:pt>
                      <c:pt idx="658">
                        <c:v>41086</c:v>
                      </c:pt>
                      <c:pt idx="659">
                        <c:v>41087</c:v>
                      </c:pt>
                      <c:pt idx="660">
                        <c:v>41088</c:v>
                      </c:pt>
                      <c:pt idx="661">
                        <c:v>41089</c:v>
                      </c:pt>
                      <c:pt idx="662">
                        <c:v>41090</c:v>
                      </c:pt>
                      <c:pt idx="663">
                        <c:v>41092</c:v>
                      </c:pt>
                      <c:pt idx="664">
                        <c:v>41093</c:v>
                      </c:pt>
                      <c:pt idx="665">
                        <c:v>41094</c:v>
                      </c:pt>
                      <c:pt idx="666">
                        <c:v>41095</c:v>
                      </c:pt>
                      <c:pt idx="667">
                        <c:v>41096</c:v>
                      </c:pt>
                      <c:pt idx="668">
                        <c:v>41099</c:v>
                      </c:pt>
                      <c:pt idx="669">
                        <c:v>41100</c:v>
                      </c:pt>
                      <c:pt idx="670">
                        <c:v>41101</c:v>
                      </c:pt>
                      <c:pt idx="671">
                        <c:v>41102</c:v>
                      </c:pt>
                      <c:pt idx="672">
                        <c:v>41103</c:v>
                      </c:pt>
                      <c:pt idx="673">
                        <c:v>41106</c:v>
                      </c:pt>
                      <c:pt idx="674">
                        <c:v>41107</c:v>
                      </c:pt>
                      <c:pt idx="675">
                        <c:v>41108</c:v>
                      </c:pt>
                      <c:pt idx="676">
                        <c:v>41109</c:v>
                      </c:pt>
                      <c:pt idx="677">
                        <c:v>41110</c:v>
                      </c:pt>
                      <c:pt idx="678">
                        <c:v>41113</c:v>
                      </c:pt>
                      <c:pt idx="679">
                        <c:v>41114</c:v>
                      </c:pt>
                      <c:pt idx="680">
                        <c:v>41115</c:v>
                      </c:pt>
                      <c:pt idx="681">
                        <c:v>41116</c:v>
                      </c:pt>
                      <c:pt idx="682">
                        <c:v>41117</c:v>
                      </c:pt>
                      <c:pt idx="683">
                        <c:v>41120</c:v>
                      </c:pt>
                      <c:pt idx="684">
                        <c:v>41121</c:v>
                      </c:pt>
                      <c:pt idx="685">
                        <c:v>41122</c:v>
                      </c:pt>
                      <c:pt idx="686">
                        <c:v>41123</c:v>
                      </c:pt>
                      <c:pt idx="687">
                        <c:v>41124</c:v>
                      </c:pt>
                      <c:pt idx="688">
                        <c:v>41127</c:v>
                      </c:pt>
                      <c:pt idx="689">
                        <c:v>41128</c:v>
                      </c:pt>
                      <c:pt idx="690">
                        <c:v>41129</c:v>
                      </c:pt>
                      <c:pt idx="691">
                        <c:v>41130</c:v>
                      </c:pt>
                      <c:pt idx="692">
                        <c:v>41131</c:v>
                      </c:pt>
                      <c:pt idx="693">
                        <c:v>41134</c:v>
                      </c:pt>
                      <c:pt idx="694">
                        <c:v>41135</c:v>
                      </c:pt>
                      <c:pt idx="695">
                        <c:v>41136</c:v>
                      </c:pt>
                      <c:pt idx="696">
                        <c:v>41137</c:v>
                      </c:pt>
                      <c:pt idx="697">
                        <c:v>41138</c:v>
                      </c:pt>
                      <c:pt idx="698">
                        <c:v>41141</c:v>
                      </c:pt>
                      <c:pt idx="699">
                        <c:v>41142</c:v>
                      </c:pt>
                      <c:pt idx="700">
                        <c:v>41143</c:v>
                      </c:pt>
                      <c:pt idx="701">
                        <c:v>41144</c:v>
                      </c:pt>
                      <c:pt idx="702">
                        <c:v>41145</c:v>
                      </c:pt>
                      <c:pt idx="703">
                        <c:v>41148</c:v>
                      </c:pt>
                      <c:pt idx="704">
                        <c:v>41149</c:v>
                      </c:pt>
                      <c:pt idx="705">
                        <c:v>41150</c:v>
                      </c:pt>
                      <c:pt idx="706">
                        <c:v>41151</c:v>
                      </c:pt>
                      <c:pt idx="707">
                        <c:v>41152</c:v>
                      </c:pt>
                      <c:pt idx="708">
                        <c:v>41155</c:v>
                      </c:pt>
                      <c:pt idx="709">
                        <c:v>41156</c:v>
                      </c:pt>
                      <c:pt idx="710">
                        <c:v>41157</c:v>
                      </c:pt>
                      <c:pt idx="711">
                        <c:v>41158</c:v>
                      </c:pt>
                      <c:pt idx="712">
                        <c:v>41159</c:v>
                      </c:pt>
                      <c:pt idx="713">
                        <c:v>41162</c:v>
                      </c:pt>
                      <c:pt idx="714">
                        <c:v>41163</c:v>
                      </c:pt>
                      <c:pt idx="715">
                        <c:v>41164</c:v>
                      </c:pt>
                      <c:pt idx="716">
                        <c:v>41165</c:v>
                      </c:pt>
                      <c:pt idx="717">
                        <c:v>41166</c:v>
                      </c:pt>
                      <c:pt idx="718">
                        <c:v>41169</c:v>
                      </c:pt>
                      <c:pt idx="719">
                        <c:v>41170</c:v>
                      </c:pt>
                      <c:pt idx="720">
                        <c:v>41171</c:v>
                      </c:pt>
                      <c:pt idx="721">
                        <c:v>41172</c:v>
                      </c:pt>
                      <c:pt idx="722">
                        <c:v>41173</c:v>
                      </c:pt>
                      <c:pt idx="723">
                        <c:v>41176</c:v>
                      </c:pt>
                      <c:pt idx="724">
                        <c:v>41177</c:v>
                      </c:pt>
                      <c:pt idx="725">
                        <c:v>41178</c:v>
                      </c:pt>
                      <c:pt idx="726">
                        <c:v>41179</c:v>
                      </c:pt>
                      <c:pt idx="727">
                        <c:v>41180</c:v>
                      </c:pt>
                      <c:pt idx="728">
                        <c:v>41181</c:v>
                      </c:pt>
                      <c:pt idx="729">
                        <c:v>41182</c:v>
                      </c:pt>
                      <c:pt idx="730">
                        <c:v>41183</c:v>
                      </c:pt>
                      <c:pt idx="731">
                        <c:v>41184</c:v>
                      </c:pt>
                      <c:pt idx="732">
                        <c:v>41185</c:v>
                      </c:pt>
                      <c:pt idx="733">
                        <c:v>41186</c:v>
                      </c:pt>
                      <c:pt idx="734">
                        <c:v>41187</c:v>
                      </c:pt>
                      <c:pt idx="735">
                        <c:v>41190</c:v>
                      </c:pt>
                      <c:pt idx="736">
                        <c:v>41191</c:v>
                      </c:pt>
                      <c:pt idx="737">
                        <c:v>41192</c:v>
                      </c:pt>
                      <c:pt idx="738">
                        <c:v>41193</c:v>
                      </c:pt>
                      <c:pt idx="739">
                        <c:v>41194</c:v>
                      </c:pt>
                      <c:pt idx="740">
                        <c:v>41197</c:v>
                      </c:pt>
                      <c:pt idx="741">
                        <c:v>41198</c:v>
                      </c:pt>
                      <c:pt idx="742">
                        <c:v>41199</c:v>
                      </c:pt>
                      <c:pt idx="743">
                        <c:v>41200</c:v>
                      </c:pt>
                      <c:pt idx="744">
                        <c:v>41201</c:v>
                      </c:pt>
                      <c:pt idx="745">
                        <c:v>41204</c:v>
                      </c:pt>
                      <c:pt idx="746">
                        <c:v>41205</c:v>
                      </c:pt>
                      <c:pt idx="747">
                        <c:v>41206</c:v>
                      </c:pt>
                      <c:pt idx="748">
                        <c:v>41207</c:v>
                      </c:pt>
                      <c:pt idx="749">
                        <c:v>41208</c:v>
                      </c:pt>
                      <c:pt idx="750">
                        <c:v>41211</c:v>
                      </c:pt>
                      <c:pt idx="751">
                        <c:v>41212</c:v>
                      </c:pt>
                      <c:pt idx="752">
                        <c:v>41213</c:v>
                      </c:pt>
                      <c:pt idx="753">
                        <c:v>41214</c:v>
                      </c:pt>
                      <c:pt idx="754">
                        <c:v>41215</c:v>
                      </c:pt>
                      <c:pt idx="755">
                        <c:v>41218</c:v>
                      </c:pt>
                      <c:pt idx="756">
                        <c:v>41219</c:v>
                      </c:pt>
                      <c:pt idx="757">
                        <c:v>41220</c:v>
                      </c:pt>
                      <c:pt idx="758">
                        <c:v>41221</c:v>
                      </c:pt>
                      <c:pt idx="759">
                        <c:v>41222</c:v>
                      </c:pt>
                      <c:pt idx="760">
                        <c:v>41225</c:v>
                      </c:pt>
                      <c:pt idx="761">
                        <c:v>41226</c:v>
                      </c:pt>
                      <c:pt idx="762">
                        <c:v>41227</c:v>
                      </c:pt>
                      <c:pt idx="763">
                        <c:v>41228</c:v>
                      </c:pt>
                      <c:pt idx="764">
                        <c:v>41229</c:v>
                      </c:pt>
                      <c:pt idx="765">
                        <c:v>41232</c:v>
                      </c:pt>
                      <c:pt idx="766">
                        <c:v>41233</c:v>
                      </c:pt>
                      <c:pt idx="767">
                        <c:v>41234</c:v>
                      </c:pt>
                      <c:pt idx="768">
                        <c:v>41235</c:v>
                      </c:pt>
                      <c:pt idx="769">
                        <c:v>41236</c:v>
                      </c:pt>
                      <c:pt idx="770">
                        <c:v>41239</c:v>
                      </c:pt>
                      <c:pt idx="771">
                        <c:v>41240</c:v>
                      </c:pt>
                      <c:pt idx="772">
                        <c:v>41241</c:v>
                      </c:pt>
                      <c:pt idx="773">
                        <c:v>41242</c:v>
                      </c:pt>
                      <c:pt idx="774">
                        <c:v>41243</c:v>
                      </c:pt>
                      <c:pt idx="775">
                        <c:v>41246</c:v>
                      </c:pt>
                      <c:pt idx="776">
                        <c:v>41247</c:v>
                      </c:pt>
                      <c:pt idx="777">
                        <c:v>41248</c:v>
                      </c:pt>
                      <c:pt idx="778">
                        <c:v>41249</c:v>
                      </c:pt>
                      <c:pt idx="779">
                        <c:v>41250</c:v>
                      </c:pt>
                      <c:pt idx="780">
                        <c:v>41253</c:v>
                      </c:pt>
                      <c:pt idx="781">
                        <c:v>41254</c:v>
                      </c:pt>
                      <c:pt idx="782">
                        <c:v>41255</c:v>
                      </c:pt>
                      <c:pt idx="783">
                        <c:v>41256</c:v>
                      </c:pt>
                      <c:pt idx="784">
                        <c:v>41257</c:v>
                      </c:pt>
                      <c:pt idx="785">
                        <c:v>41260</c:v>
                      </c:pt>
                      <c:pt idx="786">
                        <c:v>41261</c:v>
                      </c:pt>
                      <c:pt idx="787">
                        <c:v>41262</c:v>
                      </c:pt>
                      <c:pt idx="788">
                        <c:v>41263</c:v>
                      </c:pt>
                      <c:pt idx="789">
                        <c:v>41264</c:v>
                      </c:pt>
                      <c:pt idx="790">
                        <c:v>41267</c:v>
                      </c:pt>
                      <c:pt idx="791">
                        <c:v>41268</c:v>
                      </c:pt>
                      <c:pt idx="792">
                        <c:v>41269</c:v>
                      </c:pt>
                      <c:pt idx="793">
                        <c:v>41270</c:v>
                      </c:pt>
                      <c:pt idx="794">
                        <c:v>41271</c:v>
                      </c:pt>
                      <c:pt idx="795">
                        <c:v>41274</c:v>
                      </c:pt>
                      <c:pt idx="796">
                        <c:v>41276</c:v>
                      </c:pt>
                      <c:pt idx="797">
                        <c:v>41277</c:v>
                      </c:pt>
                      <c:pt idx="798">
                        <c:v>41278</c:v>
                      </c:pt>
                      <c:pt idx="799">
                        <c:v>41279</c:v>
                      </c:pt>
                      <c:pt idx="800">
                        <c:v>41280</c:v>
                      </c:pt>
                      <c:pt idx="801">
                        <c:v>41281</c:v>
                      </c:pt>
                      <c:pt idx="802">
                        <c:v>41282</c:v>
                      </c:pt>
                      <c:pt idx="803">
                        <c:v>41283</c:v>
                      </c:pt>
                      <c:pt idx="804">
                        <c:v>41284</c:v>
                      </c:pt>
                      <c:pt idx="805">
                        <c:v>41285</c:v>
                      </c:pt>
                      <c:pt idx="806">
                        <c:v>41288</c:v>
                      </c:pt>
                      <c:pt idx="807">
                        <c:v>41289</c:v>
                      </c:pt>
                      <c:pt idx="808">
                        <c:v>41290</c:v>
                      </c:pt>
                      <c:pt idx="809">
                        <c:v>41291</c:v>
                      </c:pt>
                      <c:pt idx="810">
                        <c:v>41292</c:v>
                      </c:pt>
                      <c:pt idx="811">
                        <c:v>41295</c:v>
                      </c:pt>
                      <c:pt idx="812">
                        <c:v>41296</c:v>
                      </c:pt>
                      <c:pt idx="813">
                        <c:v>41297</c:v>
                      </c:pt>
                      <c:pt idx="814">
                        <c:v>41298</c:v>
                      </c:pt>
                      <c:pt idx="815">
                        <c:v>41299</c:v>
                      </c:pt>
                      <c:pt idx="816">
                        <c:v>41302</c:v>
                      </c:pt>
                      <c:pt idx="817">
                        <c:v>41303</c:v>
                      </c:pt>
                      <c:pt idx="818">
                        <c:v>41304</c:v>
                      </c:pt>
                      <c:pt idx="819">
                        <c:v>41305</c:v>
                      </c:pt>
                      <c:pt idx="820">
                        <c:v>41306</c:v>
                      </c:pt>
                      <c:pt idx="821">
                        <c:v>41309</c:v>
                      </c:pt>
                      <c:pt idx="822">
                        <c:v>41310</c:v>
                      </c:pt>
                      <c:pt idx="823">
                        <c:v>41311</c:v>
                      </c:pt>
                      <c:pt idx="824">
                        <c:v>41312</c:v>
                      </c:pt>
                      <c:pt idx="825">
                        <c:v>41313</c:v>
                      </c:pt>
                      <c:pt idx="826">
                        <c:v>41316</c:v>
                      </c:pt>
                      <c:pt idx="827">
                        <c:v>41317</c:v>
                      </c:pt>
                      <c:pt idx="828">
                        <c:v>41318</c:v>
                      </c:pt>
                      <c:pt idx="829">
                        <c:v>41319</c:v>
                      </c:pt>
                      <c:pt idx="830">
                        <c:v>41320</c:v>
                      </c:pt>
                      <c:pt idx="831">
                        <c:v>41321</c:v>
                      </c:pt>
                      <c:pt idx="832">
                        <c:v>41322</c:v>
                      </c:pt>
                      <c:pt idx="833">
                        <c:v>41323</c:v>
                      </c:pt>
                      <c:pt idx="834">
                        <c:v>41324</c:v>
                      </c:pt>
                      <c:pt idx="835">
                        <c:v>41325</c:v>
                      </c:pt>
                      <c:pt idx="836">
                        <c:v>41326</c:v>
                      </c:pt>
                      <c:pt idx="837">
                        <c:v>41327</c:v>
                      </c:pt>
                      <c:pt idx="838">
                        <c:v>41330</c:v>
                      </c:pt>
                      <c:pt idx="839">
                        <c:v>41331</c:v>
                      </c:pt>
                      <c:pt idx="840">
                        <c:v>41332</c:v>
                      </c:pt>
                      <c:pt idx="841">
                        <c:v>41333</c:v>
                      </c:pt>
                      <c:pt idx="842">
                        <c:v>41334</c:v>
                      </c:pt>
                      <c:pt idx="843">
                        <c:v>41337</c:v>
                      </c:pt>
                      <c:pt idx="844">
                        <c:v>41338</c:v>
                      </c:pt>
                      <c:pt idx="845">
                        <c:v>41339</c:v>
                      </c:pt>
                      <c:pt idx="846">
                        <c:v>41340</c:v>
                      </c:pt>
                      <c:pt idx="847">
                        <c:v>41341</c:v>
                      </c:pt>
                      <c:pt idx="848">
                        <c:v>41344</c:v>
                      </c:pt>
                      <c:pt idx="849">
                        <c:v>41345</c:v>
                      </c:pt>
                      <c:pt idx="850">
                        <c:v>41346</c:v>
                      </c:pt>
                      <c:pt idx="851">
                        <c:v>41347</c:v>
                      </c:pt>
                      <c:pt idx="852">
                        <c:v>41348</c:v>
                      </c:pt>
                      <c:pt idx="853">
                        <c:v>41351</c:v>
                      </c:pt>
                      <c:pt idx="854">
                        <c:v>41352</c:v>
                      </c:pt>
                      <c:pt idx="855">
                        <c:v>41353</c:v>
                      </c:pt>
                      <c:pt idx="856">
                        <c:v>41354</c:v>
                      </c:pt>
                      <c:pt idx="857">
                        <c:v>41355</c:v>
                      </c:pt>
                      <c:pt idx="858">
                        <c:v>41358</c:v>
                      </c:pt>
                      <c:pt idx="859">
                        <c:v>41359</c:v>
                      </c:pt>
                      <c:pt idx="860">
                        <c:v>41360</c:v>
                      </c:pt>
                      <c:pt idx="861">
                        <c:v>41361</c:v>
                      </c:pt>
                      <c:pt idx="862">
                        <c:v>41362</c:v>
                      </c:pt>
                      <c:pt idx="863">
                        <c:v>41364</c:v>
                      </c:pt>
                      <c:pt idx="864">
                        <c:v>41365</c:v>
                      </c:pt>
                      <c:pt idx="865">
                        <c:v>41366</c:v>
                      </c:pt>
                      <c:pt idx="866">
                        <c:v>41367</c:v>
                      </c:pt>
                      <c:pt idx="867">
                        <c:v>41368</c:v>
                      </c:pt>
                      <c:pt idx="868">
                        <c:v>41369</c:v>
                      </c:pt>
                      <c:pt idx="869">
                        <c:v>41370</c:v>
                      </c:pt>
                      <c:pt idx="870">
                        <c:v>41371</c:v>
                      </c:pt>
                      <c:pt idx="871">
                        <c:v>41372</c:v>
                      </c:pt>
                      <c:pt idx="872">
                        <c:v>41373</c:v>
                      </c:pt>
                      <c:pt idx="873">
                        <c:v>41374</c:v>
                      </c:pt>
                      <c:pt idx="874">
                        <c:v>41375</c:v>
                      </c:pt>
                      <c:pt idx="875">
                        <c:v>41376</c:v>
                      </c:pt>
                      <c:pt idx="876">
                        <c:v>41379</c:v>
                      </c:pt>
                      <c:pt idx="877">
                        <c:v>41380</c:v>
                      </c:pt>
                      <c:pt idx="878">
                        <c:v>41381</c:v>
                      </c:pt>
                      <c:pt idx="879">
                        <c:v>41382</c:v>
                      </c:pt>
                      <c:pt idx="880">
                        <c:v>41383</c:v>
                      </c:pt>
                      <c:pt idx="881">
                        <c:v>41386</c:v>
                      </c:pt>
                      <c:pt idx="882">
                        <c:v>41387</c:v>
                      </c:pt>
                      <c:pt idx="883">
                        <c:v>41388</c:v>
                      </c:pt>
                      <c:pt idx="884">
                        <c:v>41389</c:v>
                      </c:pt>
                      <c:pt idx="885">
                        <c:v>41390</c:v>
                      </c:pt>
                      <c:pt idx="886">
                        <c:v>41391</c:v>
                      </c:pt>
                      <c:pt idx="887">
                        <c:v>41392</c:v>
                      </c:pt>
                      <c:pt idx="888">
                        <c:v>41393</c:v>
                      </c:pt>
                      <c:pt idx="889">
                        <c:v>41394</c:v>
                      </c:pt>
                      <c:pt idx="890">
                        <c:v>41395</c:v>
                      </c:pt>
                      <c:pt idx="891">
                        <c:v>41396</c:v>
                      </c:pt>
                      <c:pt idx="892">
                        <c:v>41397</c:v>
                      </c:pt>
                      <c:pt idx="893">
                        <c:v>41400</c:v>
                      </c:pt>
                      <c:pt idx="894">
                        <c:v>41401</c:v>
                      </c:pt>
                      <c:pt idx="895">
                        <c:v>41402</c:v>
                      </c:pt>
                      <c:pt idx="896">
                        <c:v>41403</c:v>
                      </c:pt>
                      <c:pt idx="897">
                        <c:v>41404</c:v>
                      </c:pt>
                      <c:pt idx="898">
                        <c:v>41407</c:v>
                      </c:pt>
                      <c:pt idx="899">
                        <c:v>41408</c:v>
                      </c:pt>
                      <c:pt idx="900">
                        <c:v>41409</c:v>
                      </c:pt>
                      <c:pt idx="901">
                        <c:v>41410</c:v>
                      </c:pt>
                      <c:pt idx="902">
                        <c:v>41411</c:v>
                      </c:pt>
                      <c:pt idx="903">
                        <c:v>41414</c:v>
                      </c:pt>
                      <c:pt idx="904">
                        <c:v>41415</c:v>
                      </c:pt>
                      <c:pt idx="905">
                        <c:v>41416</c:v>
                      </c:pt>
                      <c:pt idx="906">
                        <c:v>41417</c:v>
                      </c:pt>
                      <c:pt idx="907">
                        <c:v>41418</c:v>
                      </c:pt>
                      <c:pt idx="908">
                        <c:v>41421</c:v>
                      </c:pt>
                      <c:pt idx="909">
                        <c:v>41422</c:v>
                      </c:pt>
                      <c:pt idx="910">
                        <c:v>41423</c:v>
                      </c:pt>
                      <c:pt idx="911">
                        <c:v>41424</c:v>
                      </c:pt>
                      <c:pt idx="912">
                        <c:v>41425</c:v>
                      </c:pt>
                      <c:pt idx="913">
                        <c:v>41428</c:v>
                      </c:pt>
                      <c:pt idx="914">
                        <c:v>41429</c:v>
                      </c:pt>
                      <c:pt idx="915">
                        <c:v>41430</c:v>
                      </c:pt>
                      <c:pt idx="916">
                        <c:v>41431</c:v>
                      </c:pt>
                      <c:pt idx="917">
                        <c:v>41432</c:v>
                      </c:pt>
                      <c:pt idx="918">
                        <c:v>41433</c:v>
                      </c:pt>
                      <c:pt idx="919">
                        <c:v>41434</c:v>
                      </c:pt>
                      <c:pt idx="920">
                        <c:v>41435</c:v>
                      </c:pt>
                      <c:pt idx="921">
                        <c:v>41436</c:v>
                      </c:pt>
                      <c:pt idx="922">
                        <c:v>41437</c:v>
                      </c:pt>
                      <c:pt idx="923">
                        <c:v>41438</c:v>
                      </c:pt>
                      <c:pt idx="924">
                        <c:v>41439</c:v>
                      </c:pt>
                      <c:pt idx="925">
                        <c:v>41442</c:v>
                      </c:pt>
                      <c:pt idx="926">
                        <c:v>41443</c:v>
                      </c:pt>
                      <c:pt idx="927">
                        <c:v>41444</c:v>
                      </c:pt>
                      <c:pt idx="928">
                        <c:v>41445</c:v>
                      </c:pt>
                      <c:pt idx="929">
                        <c:v>41446</c:v>
                      </c:pt>
                      <c:pt idx="930">
                        <c:v>41449</c:v>
                      </c:pt>
                      <c:pt idx="931">
                        <c:v>41450</c:v>
                      </c:pt>
                      <c:pt idx="932">
                        <c:v>41451</c:v>
                      </c:pt>
                      <c:pt idx="933">
                        <c:v>41452</c:v>
                      </c:pt>
                      <c:pt idx="934">
                        <c:v>41453</c:v>
                      </c:pt>
                      <c:pt idx="935">
                        <c:v>41455</c:v>
                      </c:pt>
                      <c:pt idx="936">
                        <c:v>41456</c:v>
                      </c:pt>
                      <c:pt idx="937">
                        <c:v>41457</c:v>
                      </c:pt>
                      <c:pt idx="938">
                        <c:v>41458</c:v>
                      </c:pt>
                      <c:pt idx="939">
                        <c:v>41459</c:v>
                      </c:pt>
                      <c:pt idx="940">
                        <c:v>41460</c:v>
                      </c:pt>
                      <c:pt idx="941">
                        <c:v>41463</c:v>
                      </c:pt>
                      <c:pt idx="942">
                        <c:v>41464</c:v>
                      </c:pt>
                      <c:pt idx="943">
                        <c:v>41465</c:v>
                      </c:pt>
                      <c:pt idx="944">
                        <c:v>41466</c:v>
                      </c:pt>
                      <c:pt idx="945">
                        <c:v>41467</c:v>
                      </c:pt>
                      <c:pt idx="946">
                        <c:v>41470</c:v>
                      </c:pt>
                      <c:pt idx="947">
                        <c:v>41471</c:v>
                      </c:pt>
                      <c:pt idx="948">
                        <c:v>41472</c:v>
                      </c:pt>
                      <c:pt idx="949">
                        <c:v>41473</c:v>
                      </c:pt>
                      <c:pt idx="950">
                        <c:v>41474</c:v>
                      </c:pt>
                      <c:pt idx="951">
                        <c:v>41477</c:v>
                      </c:pt>
                      <c:pt idx="952">
                        <c:v>41478</c:v>
                      </c:pt>
                      <c:pt idx="953">
                        <c:v>41479</c:v>
                      </c:pt>
                      <c:pt idx="954">
                        <c:v>41480</c:v>
                      </c:pt>
                      <c:pt idx="955">
                        <c:v>41481</c:v>
                      </c:pt>
                      <c:pt idx="956">
                        <c:v>41484</c:v>
                      </c:pt>
                      <c:pt idx="957">
                        <c:v>41485</c:v>
                      </c:pt>
                      <c:pt idx="958">
                        <c:v>41486</c:v>
                      </c:pt>
                      <c:pt idx="959">
                        <c:v>41487</c:v>
                      </c:pt>
                      <c:pt idx="960">
                        <c:v>41488</c:v>
                      </c:pt>
                      <c:pt idx="961">
                        <c:v>41491</c:v>
                      </c:pt>
                      <c:pt idx="962">
                        <c:v>41492</c:v>
                      </c:pt>
                      <c:pt idx="963">
                        <c:v>41493</c:v>
                      </c:pt>
                      <c:pt idx="964">
                        <c:v>41494</c:v>
                      </c:pt>
                      <c:pt idx="965">
                        <c:v>41495</c:v>
                      </c:pt>
                      <c:pt idx="966">
                        <c:v>41498</c:v>
                      </c:pt>
                      <c:pt idx="967">
                        <c:v>41499</c:v>
                      </c:pt>
                      <c:pt idx="968">
                        <c:v>41500</c:v>
                      </c:pt>
                      <c:pt idx="969">
                        <c:v>41501</c:v>
                      </c:pt>
                      <c:pt idx="970">
                        <c:v>41502</c:v>
                      </c:pt>
                      <c:pt idx="971">
                        <c:v>41505</c:v>
                      </c:pt>
                      <c:pt idx="972">
                        <c:v>41506</c:v>
                      </c:pt>
                      <c:pt idx="973">
                        <c:v>41507</c:v>
                      </c:pt>
                      <c:pt idx="974">
                        <c:v>41508</c:v>
                      </c:pt>
                      <c:pt idx="975">
                        <c:v>41509</c:v>
                      </c:pt>
                      <c:pt idx="976">
                        <c:v>41512</c:v>
                      </c:pt>
                      <c:pt idx="977">
                        <c:v>41513</c:v>
                      </c:pt>
                      <c:pt idx="978">
                        <c:v>41514</c:v>
                      </c:pt>
                      <c:pt idx="979">
                        <c:v>41515</c:v>
                      </c:pt>
                      <c:pt idx="980">
                        <c:v>41516</c:v>
                      </c:pt>
                      <c:pt idx="981">
                        <c:v>41517</c:v>
                      </c:pt>
                      <c:pt idx="982">
                        <c:v>41519</c:v>
                      </c:pt>
                      <c:pt idx="983">
                        <c:v>41520</c:v>
                      </c:pt>
                      <c:pt idx="984">
                        <c:v>41521</c:v>
                      </c:pt>
                      <c:pt idx="985">
                        <c:v>41522</c:v>
                      </c:pt>
                      <c:pt idx="986">
                        <c:v>41523</c:v>
                      </c:pt>
                      <c:pt idx="987">
                        <c:v>41526</c:v>
                      </c:pt>
                      <c:pt idx="988">
                        <c:v>41527</c:v>
                      </c:pt>
                      <c:pt idx="989">
                        <c:v>41528</c:v>
                      </c:pt>
                      <c:pt idx="990">
                        <c:v>41529</c:v>
                      </c:pt>
                      <c:pt idx="991">
                        <c:v>41530</c:v>
                      </c:pt>
                      <c:pt idx="992">
                        <c:v>41533</c:v>
                      </c:pt>
                      <c:pt idx="993">
                        <c:v>41534</c:v>
                      </c:pt>
                      <c:pt idx="994">
                        <c:v>41535</c:v>
                      </c:pt>
                      <c:pt idx="995">
                        <c:v>41536</c:v>
                      </c:pt>
                      <c:pt idx="996">
                        <c:v>41537</c:v>
                      </c:pt>
                      <c:pt idx="997">
                        <c:v>41539</c:v>
                      </c:pt>
                      <c:pt idx="998">
                        <c:v>41540</c:v>
                      </c:pt>
                      <c:pt idx="999">
                        <c:v>41541</c:v>
                      </c:pt>
                      <c:pt idx="1000">
                        <c:v>41542</c:v>
                      </c:pt>
                      <c:pt idx="1001">
                        <c:v>41543</c:v>
                      </c:pt>
                      <c:pt idx="1002">
                        <c:v>41544</c:v>
                      </c:pt>
                      <c:pt idx="1003">
                        <c:v>41545</c:v>
                      </c:pt>
                      <c:pt idx="1004">
                        <c:v>41546</c:v>
                      </c:pt>
                      <c:pt idx="1005">
                        <c:v>41547</c:v>
                      </c:pt>
                      <c:pt idx="1006">
                        <c:v>41548</c:v>
                      </c:pt>
                      <c:pt idx="1007">
                        <c:v>41549</c:v>
                      </c:pt>
                      <c:pt idx="1008">
                        <c:v>41550</c:v>
                      </c:pt>
                      <c:pt idx="1009">
                        <c:v>41551</c:v>
                      </c:pt>
                      <c:pt idx="1010">
                        <c:v>41554</c:v>
                      </c:pt>
                      <c:pt idx="1011">
                        <c:v>41555</c:v>
                      </c:pt>
                      <c:pt idx="1012">
                        <c:v>41556</c:v>
                      </c:pt>
                      <c:pt idx="1013">
                        <c:v>41557</c:v>
                      </c:pt>
                      <c:pt idx="1014">
                        <c:v>41558</c:v>
                      </c:pt>
                      <c:pt idx="1015">
                        <c:v>41559</c:v>
                      </c:pt>
                      <c:pt idx="1016">
                        <c:v>41561</c:v>
                      </c:pt>
                      <c:pt idx="1017">
                        <c:v>41562</c:v>
                      </c:pt>
                      <c:pt idx="1018">
                        <c:v>41563</c:v>
                      </c:pt>
                      <c:pt idx="1019">
                        <c:v>41564</c:v>
                      </c:pt>
                      <c:pt idx="1020">
                        <c:v>41565</c:v>
                      </c:pt>
                      <c:pt idx="1021">
                        <c:v>41568</c:v>
                      </c:pt>
                      <c:pt idx="1022">
                        <c:v>41569</c:v>
                      </c:pt>
                      <c:pt idx="1023">
                        <c:v>41570</c:v>
                      </c:pt>
                      <c:pt idx="1024">
                        <c:v>41571</c:v>
                      </c:pt>
                      <c:pt idx="1025">
                        <c:v>41572</c:v>
                      </c:pt>
                      <c:pt idx="1026">
                        <c:v>41575</c:v>
                      </c:pt>
                      <c:pt idx="1027">
                        <c:v>41576</c:v>
                      </c:pt>
                      <c:pt idx="1028">
                        <c:v>41577</c:v>
                      </c:pt>
                      <c:pt idx="1029">
                        <c:v>41578</c:v>
                      </c:pt>
                      <c:pt idx="1030">
                        <c:v>41579</c:v>
                      </c:pt>
                      <c:pt idx="1031">
                        <c:v>41582</c:v>
                      </c:pt>
                      <c:pt idx="1032">
                        <c:v>41583</c:v>
                      </c:pt>
                      <c:pt idx="1033">
                        <c:v>41584</c:v>
                      </c:pt>
                      <c:pt idx="1034">
                        <c:v>41585</c:v>
                      </c:pt>
                      <c:pt idx="1035">
                        <c:v>41586</c:v>
                      </c:pt>
                      <c:pt idx="1036">
                        <c:v>41589</c:v>
                      </c:pt>
                      <c:pt idx="1037">
                        <c:v>41590</c:v>
                      </c:pt>
                      <c:pt idx="1038">
                        <c:v>41591</c:v>
                      </c:pt>
                      <c:pt idx="1039">
                        <c:v>41592</c:v>
                      </c:pt>
                      <c:pt idx="1040">
                        <c:v>41593</c:v>
                      </c:pt>
                      <c:pt idx="1041">
                        <c:v>41596</c:v>
                      </c:pt>
                      <c:pt idx="1042">
                        <c:v>41597</c:v>
                      </c:pt>
                      <c:pt idx="1043">
                        <c:v>41598</c:v>
                      </c:pt>
                      <c:pt idx="1044">
                        <c:v>41599</c:v>
                      </c:pt>
                      <c:pt idx="1045">
                        <c:v>41600</c:v>
                      </c:pt>
                      <c:pt idx="1046">
                        <c:v>41603</c:v>
                      </c:pt>
                      <c:pt idx="1047">
                        <c:v>41604</c:v>
                      </c:pt>
                      <c:pt idx="1048">
                        <c:v>41605</c:v>
                      </c:pt>
                      <c:pt idx="1049">
                        <c:v>41606</c:v>
                      </c:pt>
                      <c:pt idx="1050">
                        <c:v>41607</c:v>
                      </c:pt>
                      <c:pt idx="1051">
                        <c:v>41608</c:v>
                      </c:pt>
                      <c:pt idx="1052">
                        <c:v>41610</c:v>
                      </c:pt>
                      <c:pt idx="1053">
                        <c:v>41611</c:v>
                      </c:pt>
                      <c:pt idx="1054">
                        <c:v>41612</c:v>
                      </c:pt>
                      <c:pt idx="1055">
                        <c:v>41613</c:v>
                      </c:pt>
                      <c:pt idx="1056">
                        <c:v>41614</c:v>
                      </c:pt>
                      <c:pt idx="1057">
                        <c:v>41617</c:v>
                      </c:pt>
                      <c:pt idx="1058">
                        <c:v>41618</c:v>
                      </c:pt>
                      <c:pt idx="1059">
                        <c:v>41619</c:v>
                      </c:pt>
                      <c:pt idx="1060">
                        <c:v>41620</c:v>
                      </c:pt>
                      <c:pt idx="1061">
                        <c:v>41621</c:v>
                      </c:pt>
                      <c:pt idx="1062">
                        <c:v>41624</c:v>
                      </c:pt>
                      <c:pt idx="1063">
                        <c:v>41625</c:v>
                      </c:pt>
                      <c:pt idx="1064">
                        <c:v>41626</c:v>
                      </c:pt>
                      <c:pt idx="1065">
                        <c:v>41627</c:v>
                      </c:pt>
                      <c:pt idx="1066">
                        <c:v>41628</c:v>
                      </c:pt>
                      <c:pt idx="1067">
                        <c:v>41631</c:v>
                      </c:pt>
                      <c:pt idx="1068">
                        <c:v>41632</c:v>
                      </c:pt>
                      <c:pt idx="1069">
                        <c:v>41633</c:v>
                      </c:pt>
                      <c:pt idx="1070">
                        <c:v>41634</c:v>
                      </c:pt>
                      <c:pt idx="1071">
                        <c:v>41635</c:v>
                      </c:pt>
                      <c:pt idx="1072">
                        <c:v>41638</c:v>
                      </c:pt>
                      <c:pt idx="1073">
                        <c:v>41639</c:v>
                      </c:pt>
                      <c:pt idx="1074">
                        <c:v>41641</c:v>
                      </c:pt>
                      <c:pt idx="1075">
                        <c:v>41642</c:v>
                      </c:pt>
                      <c:pt idx="1076">
                        <c:v>41645</c:v>
                      </c:pt>
                      <c:pt idx="1077">
                        <c:v>41646</c:v>
                      </c:pt>
                      <c:pt idx="1078">
                        <c:v>41647</c:v>
                      </c:pt>
                      <c:pt idx="1079">
                        <c:v>41648</c:v>
                      </c:pt>
                      <c:pt idx="1080">
                        <c:v>41649</c:v>
                      </c:pt>
                      <c:pt idx="1081">
                        <c:v>41652</c:v>
                      </c:pt>
                      <c:pt idx="1082">
                        <c:v>41653</c:v>
                      </c:pt>
                      <c:pt idx="1083">
                        <c:v>41654</c:v>
                      </c:pt>
                      <c:pt idx="1084">
                        <c:v>41655</c:v>
                      </c:pt>
                      <c:pt idx="1085">
                        <c:v>41656</c:v>
                      </c:pt>
                      <c:pt idx="1086">
                        <c:v>41659</c:v>
                      </c:pt>
                      <c:pt idx="1087">
                        <c:v>41660</c:v>
                      </c:pt>
                      <c:pt idx="1088">
                        <c:v>41661</c:v>
                      </c:pt>
                      <c:pt idx="1089">
                        <c:v>41662</c:v>
                      </c:pt>
                      <c:pt idx="1090">
                        <c:v>41663</c:v>
                      </c:pt>
                      <c:pt idx="1091">
                        <c:v>41665</c:v>
                      </c:pt>
                      <c:pt idx="1092">
                        <c:v>41666</c:v>
                      </c:pt>
                      <c:pt idx="1093">
                        <c:v>41667</c:v>
                      </c:pt>
                      <c:pt idx="1094">
                        <c:v>41668</c:v>
                      </c:pt>
                      <c:pt idx="1095">
                        <c:v>41669</c:v>
                      </c:pt>
                      <c:pt idx="1096">
                        <c:v>41670</c:v>
                      </c:pt>
                      <c:pt idx="1097">
                        <c:v>41674</c:v>
                      </c:pt>
                      <c:pt idx="1098">
                        <c:v>41675</c:v>
                      </c:pt>
                      <c:pt idx="1099">
                        <c:v>41676</c:v>
                      </c:pt>
                      <c:pt idx="1100">
                        <c:v>41677</c:v>
                      </c:pt>
                      <c:pt idx="1101">
                        <c:v>41678</c:v>
                      </c:pt>
                      <c:pt idx="1102">
                        <c:v>41680</c:v>
                      </c:pt>
                      <c:pt idx="1103">
                        <c:v>41681</c:v>
                      </c:pt>
                      <c:pt idx="1104">
                        <c:v>41682</c:v>
                      </c:pt>
                      <c:pt idx="1105">
                        <c:v>41683</c:v>
                      </c:pt>
                      <c:pt idx="1106">
                        <c:v>41684</c:v>
                      </c:pt>
                      <c:pt idx="1107">
                        <c:v>41687</c:v>
                      </c:pt>
                      <c:pt idx="1108">
                        <c:v>41688</c:v>
                      </c:pt>
                      <c:pt idx="1109">
                        <c:v>41689</c:v>
                      </c:pt>
                      <c:pt idx="1110">
                        <c:v>41690</c:v>
                      </c:pt>
                      <c:pt idx="1111">
                        <c:v>41691</c:v>
                      </c:pt>
                      <c:pt idx="1112">
                        <c:v>41694</c:v>
                      </c:pt>
                      <c:pt idx="1113">
                        <c:v>41695</c:v>
                      </c:pt>
                      <c:pt idx="1114">
                        <c:v>41696</c:v>
                      </c:pt>
                      <c:pt idx="1115">
                        <c:v>41697</c:v>
                      </c:pt>
                      <c:pt idx="1116">
                        <c:v>41698</c:v>
                      </c:pt>
                      <c:pt idx="1117">
                        <c:v>41701</c:v>
                      </c:pt>
                      <c:pt idx="1118">
                        <c:v>41702</c:v>
                      </c:pt>
                      <c:pt idx="1119">
                        <c:v>41703</c:v>
                      </c:pt>
                      <c:pt idx="1120">
                        <c:v>41704</c:v>
                      </c:pt>
                      <c:pt idx="1121">
                        <c:v>41705</c:v>
                      </c:pt>
                      <c:pt idx="1122">
                        <c:v>41708</c:v>
                      </c:pt>
                      <c:pt idx="1123">
                        <c:v>41709</c:v>
                      </c:pt>
                      <c:pt idx="1124">
                        <c:v>41710</c:v>
                      </c:pt>
                      <c:pt idx="1125">
                        <c:v>41711</c:v>
                      </c:pt>
                      <c:pt idx="1126">
                        <c:v>41712</c:v>
                      </c:pt>
                      <c:pt idx="1127">
                        <c:v>41715</c:v>
                      </c:pt>
                      <c:pt idx="1128">
                        <c:v>41716</c:v>
                      </c:pt>
                      <c:pt idx="1129">
                        <c:v>41717</c:v>
                      </c:pt>
                      <c:pt idx="1130">
                        <c:v>41718</c:v>
                      </c:pt>
                      <c:pt idx="1131">
                        <c:v>41719</c:v>
                      </c:pt>
                      <c:pt idx="1132">
                        <c:v>41722</c:v>
                      </c:pt>
                      <c:pt idx="1133">
                        <c:v>41723</c:v>
                      </c:pt>
                      <c:pt idx="1134">
                        <c:v>41724</c:v>
                      </c:pt>
                      <c:pt idx="1135">
                        <c:v>41725</c:v>
                      </c:pt>
                      <c:pt idx="1136">
                        <c:v>41726</c:v>
                      </c:pt>
                      <c:pt idx="1137">
                        <c:v>41729</c:v>
                      </c:pt>
                      <c:pt idx="1138">
                        <c:v>41730</c:v>
                      </c:pt>
                      <c:pt idx="1139">
                        <c:v>41731</c:v>
                      </c:pt>
                      <c:pt idx="1140">
                        <c:v>41732</c:v>
                      </c:pt>
                      <c:pt idx="1141">
                        <c:v>41733</c:v>
                      </c:pt>
                      <c:pt idx="1142">
                        <c:v>41736</c:v>
                      </c:pt>
                      <c:pt idx="1143">
                        <c:v>41737</c:v>
                      </c:pt>
                      <c:pt idx="1144">
                        <c:v>41738</c:v>
                      </c:pt>
                      <c:pt idx="1145">
                        <c:v>41739</c:v>
                      </c:pt>
                      <c:pt idx="1146">
                        <c:v>41740</c:v>
                      </c:pt>
                      <c:pt idx="1147">
                        <c:v>41743</c:v>
                      </c:pt>
                      <c:pt idx="1148">
                        <c:v>41744</c:v>
                      </c:pt>
                      <c:pt idx="1149">
                        <c:v>41745</c:v>
                      </c:pt>
                      <c:pt idx="1150">
                        <c:v>41746</c:v>
                      </c:pt>
                      <c:pt idx="1151">
                        <c:v>41747</c:v>
                      </c:pt>
                      <c:pt idx="1152">
                        <c:v>41749</c:v>
                      </c:pt>
                      <c:pt idx="1153">
                        <c:v>41750</c:v>
                      </c:pt>
                      <c:pt idx="1154">
                        <c:v>41751</c:v>
                      </c:pt>
                      <c:pt idx="1155">
                        <c:v>41752</c:v>
                      </c:pt>
                      <c:pt idx="1156">
                        <c:v>41753</c:v>
                      </c:pt>
                      <c:pt idx="1157">
                        <c:v>41754</c:v>
                      </c:pt>
                      <c:pt idx="1158">
                        <c:v>41757</c:v>
                      </c:pt>
                      <c:pt idx="1159">
                        <c:v>41758</c:v>
                      </c:pt>
                      <c:pt idx="1160">
                        <c:v>41759</c:v>
                      </c:pt>
                      <c:pt idx="1161">
                        <c:v>41760</c:v>
                      </c:pt>
                      <c:pt idx="1162">
                        <c:v>41761</c:v>
                      </c:pt>
                      <c:pt idx="1163">
                        <c:v>41763</c:v>
                      </c:pt>
                      <c:pt idx="1164">
                        <c:v>41764</c:v>
                      </c:pt>
                      <c:pt idx="1165">
                        <c:v>41765</c:v>
                      </c:pt>
                      <c:pt idx="1166">
                        <c:v>41766</c:v>
                      </c:pt>
                      <c:pt idx="1167">
                        <c:v>41767</c:v>
                      </c:pt>
                      <c:pt idx="1168">
                        <c:v>41768</c:v>
                      </c:pt>
                      <c:pt idx="1169">
                        <c:v>41769</c:v>
                      </c:pt>
                      <c:pt idx="1170">
                        <c:v>41771</c:v>
                      </c:pt>
                      <c:pt idx="1171">
                        <c:v>41772</c:v>
                      </c:pt>
                      <c:pt idx="1172">
                        <c:v>41773</c:v>
                      </c:pt>
                      <c:pt idx="1173">
                        <c:v>41774</c:v>
                      </c:pt>
                      <c:pt idx="1174">
                        <c:v>41775</c:v>
                      </c:pt>
                      <c:pt idx="1175">
                        <c:v>41778</c:v>
                      </c:pt>
                      <c:pt idx="1176">
                        <c:v>41779</c:v>
                      </c:pt>
                      <c:pt idx="1177">
                        <c:v>41780</c:v>
                      </c:pt>
                      <c:pt idx="1178">
                        <c:v>41781</c:v>
                      </c:pt>
                      <c:pt idx="1179">
                        <c:v>41782</c:v>
                      </c:pt>
                      <c:pt idx="1180">
                        <c:v>41785</c:v>
                      </c:pt>
                      <c:pt idx="1181">
                        <c:v>41786</c:v>
                      </c:pt>
                      <c:pt idx="1182">
                        <c:v>41787</c:v>
                      </c:pt>
                      <c:pt idx="1183">
                        <c:v>41788</c:v>
                      </c:pt>
                      <c:pt idx="1184">
                        <c:v>41789</c:v>
                      </c:pt>
                      <c:pt idx="1185">
                        <c:v>41790</c:v>
                      </c:pt>
                      <c:pt idx="1186">
                        <c:v>41792</c:v>
                      </c:pt>
                      <c:pt idx="1187">
                        <c:v>41793</c:v>
                      </c:pt>
                      <c:pt idx="1188">
                        <c:v>41794</c:v>
                      </c:pt>
                      <c:pt idx="1189">
                        <c:v>41795</c:v>
                      </c:pt>
                      <c:pt idx="1190">
                        <c:v>41796</c:v>
                      </c:pt>
                      <c:pt idx="1191">
                        <c:v>41799</c:v>
                      </c:pt>
                      <c:pt idx="1192">
                        <c:v>41800</c:v>
                      </c:pt>
                      <c:pt idx="1193">
                        <c:v>41801</c:v>
                      </c:pt>
                      <c:pt idx="1194">
                        <c:v>41802</c:v>
                      </c:pt>
                      <c:pt idx="1195">
                        <c:v>41803</c:v>
                      </c:pt>
                      <c:pt idx="1196">
                        <c:v>41806</c:v>
                      </c:pt>
                      <c:pt idx="1197">
                        <c:v>41807</c:v>
                      </c:pt>
                      <c:pt idx="1198">
                        <c:v>41808</c:v>
                      </c:pt>
                      <c:pt idx="1199">
                        <c:v>41809</c:v>
                      </c:pt>
                      <c:pt idx="1200">
                        <c:v>41810</c:v>
                      </c:pt>
                      <c:pt idx="1201">
                        <c:v>41813</c:v>
                      </c:pt>
                      <c:pt idx="1202">
                        <c:v>41814</c:v>
                      </c:pt>
                      <c:pt idx="1203">
                        <c:v>41815</c:v>
                      </c:pt>
                      <c:pt idx="1204">
                        <c:v>41816</c:v>
                      </c:pt>
                      <c:pt idx="1205">
                        <c:v>41817</c:v>
                      </c:pt>
                      <c:pt idx="1206">
                        <c:v>41820</c:v>
                      </c:pt>
                      <c:pt idx="1207">
                        <c:v>41821</c:v>
                      </c:pt>
                      <c:pt idx="1208">
                        <c:v>41822</c:v>
                      </c:pt>
                      <c:pt idx="1209">
                        <c:v>41823</c:v>
                      </c:pt>
                      <c:pt idx="1210">
                        <c:v>41824</c:v>
                      </c:pt>
                      <c:pt idx="1211">
                        <c:v>41827</c:v>
                      </c:pt>
                      <c:pt idx="1212">
                        <c:v>41828</c:v>
                      </c:pt>
                      <c:pt idx="1213">
                        <c:v>41829</c:v>
                      </c:pt>
                      <c:pt idx="1214">
                        <c:v>41830</c:v>
                      </c:pt>
                      <c:pt idx="1215">
                        <c:v>41831</c:v>
                      </c:pt>
                      <c:pt idx="1216">
                        <c:v>41834</c:v>
                      </c:pt>
                      <c:pt idx="1217">
                        <c:v>41835</c:v>
                      </c:pt>
                      <c:pt idx="1218">
                        <c:v>41836</c:v>
                      </c:pt>
                      <c:pt idx="1219">
                        <c:v>41837</c:v>
                      </c:pt>
                      <c:pt idx="1220">
                        <c:v>41838</c:v>
                      </c:pt>
                      <c:pt idx="1221">
                        <c:v>41840</c:v>
                      </c:pt>
                      <c:pt idx="1222">
                        <c:v>41841</c:v>
                      </c:pt>
                      <c:pt idx="1223">
                        <c:v>41842</c:v>
                      </c:pt>
                      <c:pt idx="1224">
                        <c:v>41843</c:v>
                      </c:pt>
                      <c:pt idx="1225">
                        <c:v>41844</c:v>
                      </c:pt>
                      <c:pt idx="1226">
                        <c:v>41845</c:v>
                      </c:pt>
                      <c:pt idx="1227">
                        <c:v>41848</c:v>
                      </c:pt>
                      <c:pt idx="1228">
                        <c:v>41849</c:v>
                      </c:pt>
                      <c:pt idx="1229">
                        <c:v>41850</c:v>
                      </c:pt>
                      <c:pt idx="1230">
                        <c:v>41851</c:v>
                      </c:pt>
                      <c:pt idx="1231">
                        <c:v>41852</c:v>
                      </c:pt>
                      <c:pt idx="1232">
                        <c:v>41855</c:v>
                      </c:pt>
                      <c:pt idx="1233">
                        <c:v>41856</c:v>
                      </c:pt>
                      <c:pt idx="1234">
                        <c:v>41857</c:v>
                      </c:pt>
                      <c:pt idx="1235">
                        <c:v>41858</c:v>
                      </c:pt>
                      <c:pt idx="1236">
                        <c:v>41859</c:v>
                      </c:pt>
                      <c:pt idx="1237">
                        <c:v>41861</c:v>
                      </c:pt>
                      <c:pt idx="1238">
                        <c:v>41862</c:v>
                      </c:pt>
                      <c:pt idx="1239">
                        <c:v>41863</c:v>
                      </c:pt>
                      <c:pt idx="1240">
                        <c:v>41864</c:v>
                      </c:pt>
                      <c:pt idx="1241">
                        <c:v>41865</c:v>
                      </c:pt>
                      <c:pt idx="1242">
                        <c:v>41866</c:v>
                      </c:pt>
                      <c:pt idx="1243">
                        <c:v>41869</c:v>
                      </c:pt>
                      <c:pt idx="1244">
                        <c:v>41870</c:v>
                      </c:pt>
                      <c:pt idx="1245">
                        <c:v>41871</c:v>
                      </c:pt>
                      <c:pt idx="1246">
                        <c:v>41872</c:v>
                      </c:pt>
                      <c:pt idx="1247">
                        <c:v>41873</c:v>
                      </c:pt>
                      <c:pt idx="1248">
                        <c:v>41876</c:v>
                      </c:pt>
                      <c:pt idx="1249">
                        <c:v>41877</c:v>
                      </c:pt>
                      <c:pt idx="1250">
                        <c:v>41878</c:v>
                      </c:pt>
                      <c:pt idx="1251">
                        <c:v>41879</c:v>
                      </c:pt>
                      <c:pt idx="1252">
                        <c:v>41880</c:v>
                      </c:pt>
                      <c:pt idx="1253">
                        <c:v>41882</c:v>
                      </c:pt>
                      <c:pt idx="1254">
                        <c:v>41883</c:v>
                      </c:pt>
                      <c:pt idx="1255">
                        <c:v>41884</c:v>
                      </c:pt>
                      <c:pt idx="1256">
                        <c:v>41885</c:v>
                      </c:pt>
                      <c:pt idx="1257">
                        <c:v>41886</c:v>
                      </c:pt>
                      <c:pt idx="1258">
                        <c:v>41887</c:v>
                      </c:pt>
                      <c:pt idx="1259">
                        <c:v>41890</c:v>
                      </c:pt>
                      <c:pt idx="1260">
                        <c:v>41891</c:v>
                      </c:pt>
                      <c:pt idx="1261">
                        <c:v>41892</c:v>
                      </c:pt>
                      <c:pt idx="1262">
                        <c:v>41893</c:v>
                      </c:pt>
                      <c:pt idx="1263">
                        <c:v>41894</c:v>
                      </c:pt>
                      <c:pt idx="1264">
                        <c:v>41897</c:v>
                      </c:pt>
                      <c:pt idx="1265">
                        <c:v>41898</c:v>
                      </c:pt>
                      <c:pt idx="1266">
                        <c:v>41899</c:v>
                      </c:pt>
                      <c:pt idx="1267">
                        <c:v>41900</c:v>
                      </c:pt>
                      <c:pt idx="1268">
                        <c:v>41901</c:v>
                      </c:pt>
                      <c:pt idx="1269">
                        <c:v>41902</c:v>
                      </c:pt>
                      <c:pt idx="1270">
                        <c:v>41904</c:v>
                      </c:pt>
                      <c:pt idx="1271">
                        <c:v>41905</c:v>
                      </c:pt>
                      <c:pt idx="1272">
                        <c:v>41906</c:v>
                      </c:pt>
                      <c:pt idx="1273">
                        <c:v>41907</c:v>
                      </c:pt>
                      <c:pt idx="1274">
                        <c:v>41908</c:v>
                      </c:pt>
                      <c:pt idx="1275">
                        <c:v>41910</c:v>
                      </c:pt>
                      <c:pt idx="1276">
                        <c:v>41911</c:v>
                      </c:pt>
                      <c:pt idx="1277">
                        <c:v>41912</c:v>
                      </c:pt>
                      <c:pt idx="1278">
                        <c:v>41913</c:v>
                      </c:pt>
                      <c:pt idx="1279">
                        <c:v>41914</c:v>
                      </c:pt>
                      <c:pt idx="1280">
                        <c:v>41915</c:v>
                      </c:pt>
                      <c:pt idx="1281">
                        <c:v>41918</c:v>
                      </c:pt>
                      <c:pt idx="1282">
                        <c:v>41919</c:v>
                      </c:pt>
                      <c:pt idx="1283">
                        <c:v>41920</c:v>
                      </c:pt>
                      <c:pt idx="1284">
                        <c:v>41921</c:v>
                      </c:pt>
                      <c:pt idx="1285">
                        <c:v>41922</c:v>
                      </c:pt>
                      <c:pt idx="1286">
                        <c:v>41923</c:v>
                      </c:pt>
                      <c:pt idx="1287">
                        <c:v>41925</c:v>
                      </c:pt>
                      <c:pt idx="1288">
                        <c:v>41926</c:v>
                      </c:pt>
                      <c:pt idx="1289">
                        <c:v>41927</c:v>
                      </c:pt>
                      <c:pt idx="1290">
                        <c:v>41928</c:v>
                      </c:pt>
                      <c:pt idx="1291">
                        <c:v>41929</c:v>
                      </c:pt>
                      <c:pt idx="1292">
                        <c:v>41932</c:v>
                      </c:pt>
                      <c:pt idx="1293">
                        <c:v>41933</c:v>
                      </c:pt>
                      <c:pt idx="1294">
                        <c:v>41934</c:v>
                      </c:pt>
                      <c:pt idx="1295">
                        <c:v>41935</c:v>
                      </c:pt>
                      <c:pt idx="1296">
                        <c:v>41936</c:v>
                      </c:pt>
                      <c:pt idx="1297">
                        <c:v>41939</c:v>
                      </c:pt>
                      <c:pt idx="1298">
                        <c:v>41940</c:v>
                      </c:pt>
                      <c:pt idx="1299">
                        <c:v>41941</c:v>
                      </c:pt>
                      <c:pt idx="1300">
                        <c:v>41942</c:v>
                      </c:pt>
                      <c:pt idx="1301">
                        <c:v>41943</c:v>
                      </c:pt>
                      <c:pt idx="1302">
                        <c:v>41946</c:v>
                      </c:pt>
                      <c:pt idx="1303">
                        <c:v>41947</c:v>
                      </c:pt>
                      <c:pt idx="1304">
                        <c:v>41948</c:v>
                      </c:pt>
                      <c:pt idx="1305">
                        <c:v>41949</c:v>
                      </c:pt>
                      <c:pt idx="1306">
                        <c:v>41950</c:v>
                      </c:pt>
                      <c:pt idx="1307">
                        <c:v>41953</c:v>
                      </c:pt>
                      <c:pt idx="1308">
                        <c:v>41954</c:v>
                      </c:pt>
                      <c:pt idx="1309">
                        <c:v>41955</c:v>
                      </c:pt>
                      <c:pt idx="1310">
                        <c:v>41956</c:v>
                      </c:pt>
                      <c:pt idx="1311">
                        <c:v>41957</c:v>
                      </c:pt>
                      <c:pt idx="1312">
                        <c:v>41960</c:v>
                      </c:pt>
                      <c:pt idx="1313">
                        <c:v>41961</c:v>
                      </c:pt>
                      <c:pt idx="1314">
                        <c:v>41962</c:v>
                      </c:pt>
                      <c:pt idx="1315">
                        <c:v>41963</c:v>
                      </c:pt>
                      <c:pt idx="1316">
                        <c:v>41964</c:v>
                      </c:pt>
                      <c:pt idx="1317">
                        <c:v>41967</c:v>
                      </c:pt>
                      <c:pt idx="1318">
                        <c:v>41968</c:v>
                      </c:pt>
                      <c:pt idx="1319">
                        <c:v>41969</c:v>
                      </c:pt>
                      <c:pt idx="1320">
                        <c:v>41970</c:v>
                      </c:pt>
                      <c:pt idx="1321">
                        <c:v>41971</c:v>
                      </c:pt>
                      <c:pt idx="1322">
                        <c:v>41973</c:v>
                      </c:pt>
                      <c:pt idx="1323">
                        <c:v>41974</c:v>
                      </c:pt>
                      <c:pt idx="1324">
                        <c:v>41975</c:v>
                      </c:pt>
                      <c:pt idx="1325">
                        <c:v>41976</c:v>
                      </c:pt>
                      <c:pt idx="1326">
                        <c:v>41977</c:v>
                      </c:pt>
                      <c:pt idx="1327">
                        <c:v>41978</c:v>
                      </c:pt>
                      <c:pt idx="1328">
                        <c:v>41981</c:v>
                      </c:pt>
                      <c:pt idx="1329">
                        <c:v>41982</c:v>
                      </c:pt>
                      <c:pt idx="1330">
                        <c:v>41983</c:v>
                      </c:pt>
                      <c:pt idx="1331">
                        <c:v>41984</c:v>
                      </c:pt>
                      <c:pt idx="1332">
                        <c:v>41985</c:v>
                      </c:pt>
                      <c:pt idx="1333">
                        <c:v>41988</c:v>
                      </c:pt>
                      <c:pt idx="1334">
                        <c:v>41989</c:v>
                      </c:pt>
                      <c:pt idx="1335">
                        <c:v>41990</c:v>
                      </c:pt>
                      <c:pt idx="1336">
                        <c:v>41991</c:v>
                      </c:pt>
                      <c:pt idx="1337">
                        <c:v>41992</c:v>
                      </c:pt>
                      <c:pt idx="1338">
                        <c:v>41993</c:v>
                      </c:pt>
                      <c:pt idx="1339">
                        <c:v>41995</c:v>
                      </c:pt>
                      <c:pt idx="1340">
                        <c:v>41996</c:v>
                      </c:pt>
                      <c:pt idx="1341">
                        <c:v>41997</c:v>
                      </c:pt>
                      <c:pt idx="1342">
                        <c:v>41998</c:v>
                      </c:pt>
                      <c:pt idx="1343">
                        <c:v>41999</c:v>
                      </c:pt>
                      <c:pt idx="1344">
                        <c:v>42002</c:v>
                      </c:pt>
                      <c:pt idx="1345">
                        <c:v>42003</c:v>
                      </c:pt>
                      <c:pt idx="1346">
                        <c:v>42004</c:v>
                      </c:pt>
                      <c:pt idx="1347">
                        <c:v>42006</c:v>
                      </c:pt>
                      <c:pt idx="1348">
                        <c:v>42008</c:v>
                      </c:pt>
                      <c:pt idx="1349">
                        <c:v>42009</c:v>
                      </c:pt>
                      <c:pt idx="1350">
                        <c:v>42010</c:v>
                      </c:pt>
                      <c:pt idx="1351">
                        <c:v>42011</c:v>
                      </c:pt>
                      <c:pt idx="1352">
                        <c:v>42012</c:v>
                      </c:pt>
                      <c:pt idx="1353">
                        <c:v>42013</c:v>
                      </c:pt>
                      <c:pt idx="1354">
                        <c:v>42014</c:v>
                      </c:pt>
                      <c:pt idx="1355">
                        <c:v>42016</c:v>
                      </c:pt>
                      <c:pt idx="1356">
                        <c:v>42017</c:v>
                      </c:pt>
                      <c:pt idx="1357">
                        <c:v>42018</c:v>
                      </c:pt>
                      <c:pt idx="1358">
                        <c:v>42019</c:v>
                      </c:pt>
                      <c:pt idx="1359">
                        <c:v>42020</c:v>
                      </c:pt>
                      <c:pt idx="1360">
                        <c:v>42023</c:v>
                      </c:pt>
                      <c:pt idx="1361">
                        <c:v>42024</c:v>
                      </c:pt>
                      <c:pt idx="1362">
                        <c:v>42025</c:v>
                      </c:pt>
                      <c:pt idx="1363">
                        <c:v>42026</c:v>
                      </c:pt>
                      <c:pt idx="1364">
                        <c:v>42027</c:v>
                      </c:pt>
                      <c:pt idx="1365">
                        <c:v>42030</c:v>
                      </c:pt>
                      <c:pt idx="1366">
                        <c:v>42031</c:v>
                      </c:pt>
                      <c:pt idx="1367">
                        <c:v>42032</c:v>
                      </c:pt>
                      <c:pt idx="1368">
                        <c:v>42033</c:v>
                      </c:pt>
                      <c:pt idx="1369">
                        <c:v>42034</c:v>
                      </c:pt>
                      <c:pt idx="1370">
                        <c:v>42035</c:v>
                      </c:pt>
                      <c:pt idx="1371">
                        <c:v>42037</c:v>
                      </c:pt>
                      <c:pt idx="1372">
                        <c:v>42038</c:v>
                      </c:pt>
                      <c:pt idx="1373">
                        <c:v>42039</c:v>
                      </c:pt>
                      <c:pt idx="1374">
                        <c:v>42040</c:v>
                      </c:pt>
                      <c:pt idx="1375">
                        <c:v>42041</c:v>
                      </c:pt>
                      <c:pt idx="1376">
                        <c:v>42044</c:v>
                      </c:pt>
                      <c:pt idx="1377">
                        <c:v>42045</c:v>
                      </c:pt>
                      <c:pt idx="1378">
                        <c:v>42046</c:v>
                      </c:pt>
                      <c:pt idx="1379">
                        <c:v>42047</c:v>
                      </c:pt>
                      <c:pt idx="1380">
                        <c:v>42048</c:v>
                      </c:pt>
                      <c:pt idx="1381">
                        <c:v>42050</c:v>
                      </c:pt>
                      <c:pt idx="1382">
                        <c:v>42051</c:v>
                      </c:pt>
                      <c:pt idx="1383">
                        <c:v>42052</c:v>
                      </c:pt>
                      <c:pt idx="1384">
                        <c:v>42053</c:v>
                      </c:pt>
                      <c:pt idx="1385">
                        <c:v>42054</c:v>
                      </c:pt>
                      <c:pt idx="1386">
                        <c:v>42055</c:v>
                      </c:pt>
                      <c:pt idx="1387">
                        <c:v>42058</c:v>
                      </c:pt>
                      <c:pt idx="1388">
                        <c:v>42059</c:v>
                      </c:pt>
                      <c:pt idx="1389">
                        <c:v>42060</c:v>
                      </c:pt>
                      <c:pt idx="1390">
                        <c:v>42061</c:v>
                      </c:pt>
                      <c:pt idx="1391">
                        <c:v>42062</c:v>
                      </c:pt>
                      <c:pt idx="1392">
                        <c:v>42063</c:v>
                      </c:pt>
                      <c:pt idx="1393">
                        <c:v>42065</c:v>
                      </c:pt>
                      <c:pt idx="1394">
                        <c:v>42066</c:v>
                      </c:pt>
                      <c:pt idx="1395">
                        <c:v>42067</c:v>
                      </c:pt>
                      <c:pt idx="1396">
                        <c:v>42068</c:v>
                      </c:pt>
                      <c:pt idx="1397">
                        <c:v>42069</c:v>
                      </c:pt>
                      <c:pt idx="1398">
                        <c:v>42072</c:v>
                      </c:pt>
                      <c:pt idx="1399">
                        <c:v>42073</c:v>
                      </c:pt>
                      <c:pt idx="1400">
                        <c:v>42074</c:v>
                      </c:pt>
                      <c:pt idx="1401">
                        <c:v>42075</c:v>
                      </c:pt>
                      <c:pt idx="1402">
                        <c:v>42076</c:v>
                      </c:pt>
                      <c:pt idx="1403">
                        <c:v>42079</c:v>
                      </c:pt>
                      <c:pt idx="1404">
                        <c:v>42080</c:v>
                      </c:pt>
                      <c:pt idx="1405">
                        <c:v>42081</c:v>
                      </c:pt>
                      <c:pt idx="1406">
                        <c:v>42082</c:v>
                      </c:pt>
                      <c:pt idx="1407">
                        <c:v>42083</c:v>
                      </c:pt>
                      <c:pt idx="1408">
                        <c:v>42086</c:v>
                      </c:pt>
                      <c:pt idx="1409">
                        <c:v>42087</c:v>
                      </c:pt>
                      <c:pt idx="1410">
                        <c:v>42088</c:v>
                      </c:pt>
                      <c:pt idx="1411">
                        <c:v>42089</c:v>
                      </c:pt>
                      <c:pt idx="1412">
                        <c:v>42090</c:v>
                      </c:pt>
                      <c:pt idx="1413">
                        <c:v>42093</c:v>
                      </c:pt>
                      <c:pt idx="1414">
                        <c:v>42094</c:v>
                      </c:pt>
                      <c:pt idx="1415">
                        <c:v>42095</c:v>
                      </c:pt>
                      <c:pt idx="1416">
                        <c:v>42096</c:v>
                      </c:pt>
                      <c:pt idx="1417">
                        <c:v>42097</c:v>
                      </c:pt>
                      <c:pt idx="1418">
                        <c:v>42100</c:v>
                      </c:pt>
                      <c:pt idx="1419">
                        <c:v>42101</c:v>
                      </c:pt>
                      <c:pt idx="1420">
                        <c:v>42102</c:v>
                      </c:pt>
                      <c:pt idx="1421">
                        <c:v>42103</c:v>
                      </c:pt>
                      <c:pt idx="1422">
                        <c:v>42104</c:v>
                      </c:pt>
                      <c:pt idx="1423">
                        <c:v>42107</c:v>
                      </c:pt>
                      <c:pt idx="1424">
                        <c:v>42108</c:v>
                      </c:pt>
                      <c:pt idx="1425">
                        <c:v>42109</c:v>
                      </c:pt>
                      <c:pt idx="1426">
                        <c:v>42110</c:v>
                      </c:pt>
                      <c:pt idx="1427">
                        <c:v>42111</c:v>
                      </c:pt>
                      <c:pt idx="1428">
                        <c:v>42114</c:v>
                      </c:pt>
                      <c:pt idx="1429">
                        <c:v>42115</c:v>
                      </c:pt>
                      <c:pt idx="1430">
                        <c:v>42116</c:v>
                      </c:pt>
                      <c:pt idx="1431">
                        <c:v>42117</c:v>
                      </c:pt>
                      <c:pt idx="1432">
                        <c:v>42118</c:v>
                      </c:pt>
                      <c:pt idx="1433">
                        <c:v>42121</c:v>
                      </c:pt>
                      <c:pt idx="1434">
                        <c:v>42122</c:v>
                      </c:pt>
                      <c:pt idx="1435">
                        <c:v>42123</c:v>
                      </c:pt>
                      <c:pt idx="1436">
                        <c:v>42124</c:v>
                      </c:pt>
                      <c:pt idx="1437">
                        <c:v>42128</c:v>
                      </c:pt>
                      <c:pt idx="1438">
                        <c:v>42129</c:v>
                      </c:pt>
                      <c:pt idx="1439">
                        <c:v>42130</c:v>
                      </c:pt>
                      <c:pt idx="1440">
                        <c:v>42131</c:v>
                      </c:pt>
                      <c:pt idx="1441">
                        <c:v>42132</c:v>
                      </c:pt>
                      <c:pt idx="1442">
                        <c:v>42134</c:v>
                      </c:pt>
                      <c:pt idx="1443">
                        <c:v>42135</c:v>
                      </c:pt>
                      <c:pt idx="1444">
                        <c:v>42136</c:v>
                      </c:pt>
                      <c:pt idx="1445">
                        <c:v>42137</c:v>
                      </c:pt>
                      <c:pt idx="1446">
                        <c:v>42138</c:v>
                      </c:pt>
                      <c:pt idx="1447">
                        <c:v>42139</c:v>
                      </c:pt>
                      <c:pt idx="1448">
                        <c:v>42142</c:v>
                      </c:pt>
                      <c:pt idx="1449">
                        <c:v>42143</c:v>
                      </c:pt>
                      <c:pt idx="1450">
                        <c:v>42144</c:v>
                      </c:pt>
                      <c:pt idx="1451">
                        <c:v>42145</c:v>
                      </c:pt>
                      <c:pt idx="1452">
                        <c:v>42146</c:v>
                      </c:pt>
                      <c:pt idx="1453">
                        <c:v>42149</c:v>
                      </c:pt>
                      <c:pt idx="1454">
                        <c:v>42150</c:v>
                      </c:pt>
                      <c:pt idx="1455">
                        <c:v>42151</c:v>
                      </c:pt>
                      <c:pt idx="1456">
                        <c:v>42152</c:v>
                      </c:pt>
                      <c:pt idx="1457">
                        <c:v>42153</c:v>
                      </c:pt>
                      <c:pt idx="1458">
                        <c:v>42155</c:v>
                      </c:pt>
                      <c:pt idx="1459">
                        <c:v>42156</c:v>
                      </c:pt>
                      <c:pt idx="1460">
                        <c:v>42157</c:v>
                      </c:pt>
                      <c:pt idx="1461">
                        <c:v>42158</c:v>
                      </c:pt>
                      <c:pt idx="1462">
                        <c:v>42159</c:v>
                      </c:pt>
                      <c:pt idx="1463">
                        <c:v>42160</c:v>
                      </c:pt>
                      <c:pt idx="1464">
                        <c:v>42163</c:v>
                      </c:pt>
                      <c:pt idx="1465">
                        <c:v>42164</c:v>
                      </c:pt>
                      <c:pt idx="1466">
                        <c:v>42165</c:v>
                      </c:pt>
                      <c:pt idx="1467">
                        <c:v>42166</c:v>
                      </c:pt>
                      <c:pt idx="1468">
                        <c:v>42167</c:v>
                      </c:pt>
                      <c:pt idx="1469">
                        <c:v>42170</c:v>
                      </c:pt>
                      <c:pt idx="1470">
                        <c:v>42171</c:v>
                      </c:pt>
                      <c:pt idx="1471">
                        <c:v>42172</c:v>
                      </c:pt>
                      <c:pt idx="1472">
                        <c:v>42173</c:v>
                      </c:pt>
                      <c:pt idx="1473">
                        <c:v>42174</c:v>
                      </c:pt>
                      <c:pt idx="1474">
                        <c:v>42175</c:v>
                      </c:pt>
                      <c:pt idx="1475">
                        <c:v>42178</c:v>
                      </c:pt>
                      <c:pt idx="1476">
                        <c:v>42179</c:v>
                      </c:pt>
                      <c:pt idx="1477">
                        <c:v>42180</c:v>
                      </c:pt>
                      <c:pt idx="1478">
                        <c:v>42181</c:v>
                      </c:pt>
                      <c:pt idx="1479">
                        <c:v>42184</c:v>
                      </c:pt>
                      <c:pt idx="1480">
                        <c:v>42185</c:v>
                      </c:pt>
                      <c:pt idx="1481">
                        <c:v>42186</c:v>
                      </c:pt>
                      <c:pt idx="1482">
                        <c:v>42187</c:v>
                      </c:pt>
                      <c:pt idx="1483">
                        <c:v>42188</c:v>
                      </c:pt>
                      <c:pt idx="1484">
                        <c:v>42191</c:v>
                      </c:pt>
                      <c:pt idx="1485">
                        <c:v>42192</c:v>
                      </c:pt>
                      <c:pt idx="1486">
                        <c:v>42193</c:v>
                      </c:pt>
                      <c:pt idx="1487">
                        <c:v>42194</c:v>
                      </c:pt>
                      <c:pt idx="1488">
                        <c:v>42195</c:v>
                      </c:pt>
                      <c:pt idx="1489">
                        <c:v>42198</c:v>
                      </c:pt>
                      <c:pt idx="1490">
                        <c:v>42199</c:v>
                      </c:pt>
                      <c:pt idx="1491">
                        <c:v>42200</c:v>
                      </c:pt>
                      <c:pt idx="1492">
                        <c:v>42201</c:v>
                      </c:pt>
                      <c:pt idx="1493">
                        <c:v>42202</c:v>
                      </c:pt>
                      <c:pt idx="1494">
                        <c:v>42205</c:v>
                      </c:pt>
                      <c:pt idx="1495">
                        <c:v>42206</c:v>
                      </c:pt>
                      <c:pt idx="1496">
                        <c:v>42207</c:v>
                      </c:pt>
                      <c:pt idx="1497">
                        <c:v>42208</c:v>
                      </c:pt>
                      <c:pt idx="1498">
                        <c:v>42209</c:v>
                      </c:pt>
                      <c:pt idx="1499">
                        <c:v>42212</c:v>
                      </c:pt>
                      <c:pt idx="1500">
                        <c:v>42213</c:v>
                      </c:pt>
                      <c:pt idx="1501">
                        <c:v>42214</c:v>
                      </c:pt>
                      <c:pt idx="1502">
                        <c:v>42215</c:v>
                      </c:pt>
                      <c:pt idx="1503">
                        <c:v>42216</c:v>
                      </c:pt>
                      <c:pt idx="1504">
                        <c:v>42219</c:v>
                      </c:pt>
                      <c:pt idx="1505">
                        <c:v>42220</c:v>
                      </c:pt>
                      <c:pt idx="1506">
                        <c:v>42221</c:v>
                      </c:pt>
                      <c:pt idx="1507">
                        <c:v>42222</c:v>
                      </c:pt>
                      <c:pt idx="1508">
                        <c:v>42223</c:v>
                      </c:pt>
                      <c:pt idx="1509">
                        <c:v>42226</c:v>
                      </c:pt>
                      <c:pt idx="1510">
                        <c:v>42227</c:v>
                      </c:pt>
                      <c:pt idx="1511">
                        <c:v>42228</c:v>
                      </c:pt>
                      <c:pt idx="1512">
                        <c:v>42229</c:v>
                      </c:pt>
                      <c:pt idx="1513">
                        <c:v>42230</c:v>
                      </c:pt>
                      <c:pt idx="1514">
                        <c:v>42233</c:v>
                      </c:pt>
                      <c:pt idx="1515">
                        <c:v>42234</c:v>
                      </c:pt>
                      <c:pt idx="1516">
                        <c:v>42235</c:v>
                      </c:pt>
                      <c:pt idx="1517">
                        <c:v>42236</c:v>
                      </c:pt>
                      <c:pt idx="1518">
                        <c:v>42237</c:v>
                      </c:pt>
                      <c:pt idx="1519">
                        <c:v>42240</c:v>
                      </c:pt>
                      <c:pt idx="1520">
                        <c:v>42241</c:v>
                      </c:pt>
                      <c:pt idx="1521">
                        <c:v>42242</c:v>
                      </c:pt>
                      <c:pt idx="1522">
                        <c:v>42243</c:v>
                      </c:pt>
                      <c:pt idx="1523">
                        <c:v>42244</c:v>
                      </c:pt>
                      <c:pt idx="1524">
                        <c:v>42247</c:v>
                      </c:pt>
                      <c:pt idx="1525">
                        <c:v>42248</c:v>
                      </c:pt>
                      <c:pt idx="1526">
                        <c:v>42249</c:v>
                      </c:pt>
                      <c:pt idx="1527">
                        <c:v>42251</c:v>
                      </c:pt>
                      <c:pt idx="1528">
                        <c:v>42253</c:v>
                      </c:pt>
                      <c:pt idx="1529">
                        <c:v>42254</c:v>
                      </c:pt>
                      <c:pt idx="1530">
                        <c:v>42255</c:v>
                      </c:pt>
                      <c:pt idx="1531">
                        <c:v>42256</c:v>
                      </c:pt>
                      <c:pt idx="1532">
                        <c:v>42257</c:v>
                      </c:pt>
                      <c:pt idx="1533">
                        <c:v>42258</c:v>
                      </c:pt>
                      <c:pt idx="1534">
                        <c:v>42261</c:v>
                      </c:pt>
                      <c:pt idx="1535">
                        <c:v>42262</c:v>
                      </c:pt>
                      <c:pt idx="1536">
                        <c:v>42263</c:v>
                      </c:pt>
                      <c:pt idx="1537">
                        <c:v>42264</c:v>
                      </c:pt>
                      <c:pt idx="1538">
                        <c:v>42265</c:v>
                      </c:pt>
                      <c:pt idx="1539">
                        <c:v>42267</c:v>
                      </c:pt>
                      <c:pt idx="1540">
                        <c:v>42268</c:v>
                      </c:pt>
                      <c:pt idx="1541">
                        <c:v>42269</c:v>
                      </c:pt>
                      <c:pt idx="1542">
                        <c:v>42270</c:v>
                      </c:pt>
                      <c:pt idx="1543">
                        <c:v>42271</c:v>
                      </c:pt>
                      <c:pt idx="1544">
                        <c:v>42272</c:v>
                      </c:pt>
                      <c:pt idx="1545">
                        <c:v>42275</c:v>
                      </c:pt>
                      <c:pt idx="1546">
                        <c:v>42276</c:v>
                      </c:pt>
                      <c:pt idx="1547">
                        <c:v>42277</c:v>
                      </c:pt>
                      <c:pt idx="1548">
                        <c:v>42278</c:v>
                      </c:pt>
                      <c:pt idx="1549">
                        <c:v>42279</c:v>
                      </c:pt>
                      <c:pt idx="1550">
                        <c:v>42282</c:v>
                      </c:pt>
                      <c:pt idx="1551">
                        <c:v>42283</c:v>
                      </c:pt>
                      <c:pt idx="1552">
                        <c:v>42284</c:v>
                      </c:pt>
                      <c:pt idx="1553">
                        <c:v>42285</c:v>
                      </c:pt>
                      <c:pt idx="1554">
                        <c:v>42286</c:v>
                      </c:pt>
                      <c:pt idx="1555">
                        <c:v>42287</c:v>
                      </c:pt>
                      <c:pt idx="1556">
                        <c:v>42289</c:v>
                      </c:pt>
                      <c:pt idx="1557">
                        <c:v>42290</c:v>
                      </c:pt>
                      <c:pt idx="1558">
                        <c:v>42291</c:v>
                      </c:pt>
                      <c:pt idx="1559">
                        <c:v>42292</c:v>
                      </c:pt>
                      <c:pt idx="1560">
                        <c:v>42293</c:v>
                      </c:pt>
                      <c:pt idx="1561">
                        <c:v>42296</c:v>
                      </c:pt>
                      <c:pt idx="1562">
                        <c:v>42297</c:v>
                      </c:pt>
                      <c:pt idx="1563">
                        <c:v>42298</c:v>
                      </c:pt>
                      <c:pt idx="1564">
                        <c:v>42299</c:v>
                      </c:pt>
                      <c:pt idx="1565">
                        <c:v>42300</c:v>
                      </c:pt>
                      <c:pt idx="1566">
                        <c:v>42303</c:v>
                      </c:pt>
                      <c:pt idx="1567">
                        <c:v>42304</c:v>
                      </c:pt>
                      <c:pt idx="1568">
                        <c:v>42305</c:v>
                      </c:pt>
                      <c:pt idx="1569">
                        <c:v>42306</c:v>
                      </c:pt>
                      <c:pt idx="1570">
                        <c:v>42307</c:v>
                      </c:pt>
                      <c:pt idx="1571">
                        <c:v>42308</c:v>
                      </c:pt>
                      <c:pt idx="1572">
                        <c:v>42310</c:v>
                      </c:pt>
                      <c:pt idx="1573">
                        <c:v>42311</c:v>
                      </c:pt>
                      <c:pt idx="1574">
                        <c:v>42312</c:v>
                      </c:pt>
                      <c:pt idx="1575">
                        <c:v>42313</c:v>
                      </c:pt>
                      <c:pt idx="1576">
                        <c:v>42314</c:v>
                      </c:pt>
                      <c:pt idx="1577">
                        <c:v>42317</c:v>
                      </c:pt>
                      <c:pt idx="1578">
                        <c:v>42318</c:v>
                      </c:pt>
                      <c:pt idx="1579">
                        <c:v>42319</c:v>
                      </c:pt>
                      <c:pt idx="1580">
                        <c:v>42320</c:v>
                      </c:pt>
                      <c:pt idx="1581">
                        <c:v>42321</c:v>
                      </c:pt>
                      <c:pt idx="1582">
                        <c:v>42324</c:v>
                      </c:pt>
                      <c:pt idx="1583">
                        <c:v>42325</c:v>
                      </c:pt>
                      <c:pt idx="1584">
                        <c:v>42326</c:v>
                      </c:pt>
                      <c:pt idx="1585">
                        <c:v>42327</c:v>
                      </c:pt>
                      <c:pt idx="1586">
                        <c:v>42328</c:v>
                      </c:pt>
                      <c:pt idx="1587">
                        <c:v>42331</c:v>
                      </c:pt>
                      <c:pt idx="1588">
                        <c:v>42332</c:v>
                      </c:pt>
                      <c:pt idx="1589">
                        <c:v>42333</c:v>
                      </c:pt>
                      <c:pt idx="1590">
                        <c:v>42334</c:v>
                      </c:pt>
                      <c:pt idx="1591">
                        <c:v>42335</c:v>
                      </c:pt>
                      <c:pt idx="1592">
                        <c:v>42338</c:v>
                      </c:pt>
                      <c:pt idx="1593">
                        <c:v>42339</c:v>
                      </c:pt>
                      <c:pt idx="1594">
                        <c:v>42340</c:v>
                      </c:pt>
                      <c:pt idx="1595">
                        <c:v>42341</c:v>
                      </c:pt>
                      <c:pt idx="1596">
                        <c:v>42342</c:v>
                      </c:pt>
                      <c:pt idx="1597">
                        <c:v>42345</c:v>
                      </c:pt>
                      <c:pt idx="1598">
                        <c:v>42346</c:v>
                      </c:pt>
                      <c:pt idx="1599">
                        <c:v>42347</c:v>
                      </c:pt>
                      <c:pt idx="1600">
                        <c:v>42348</c:v>
                      </c:pt>
                      <c:pt idx="1601">
                        <c:v>42349</c:v>
                      </c:pt>
                      <c:pt idx="1602">
                        <c:v>42352</c:v>
                      </c:pt>
                      <c:pt idx="1603">
                        <c:v>42353</c:v>
                      </c:pt>
                      <c:pt idx="1604">
                        <c:v>42354</c:v>
                      </c:pt>
                      <c:pt idx="1605">
                        <c:v>42355</c:v>
                      </c:pt>
                      <c:pt idx="1606">
                        <c:v>42356</c:v>
                      </c:pt>
                      <c:pt idx="1607">
                        <c:v>42358</c:v>
                      </c:pt>
                      <c:pt idx="1608">
                        <c:v>42359</c:v>
                      </c:pt>
                      <c:pt idx="1609">
                        <c:v>42360</c:v>
                      </c:pt>
                      <c:pt idx="1610">
                        <c:v>42361</c:v>
                      </c:pt>
                      <c:pt idx="1611">
                        <c:v>42362</c:v>
                      </c:pt>
                      <c:pt idx="1612">
                        <c:v>42363</c:v>
                      </c:pt>
                      <c:pt idx="1613">
                        <c:v>42366</c:v>
                      </c:pt>
                      <c:pt idx="1614">
                        <c:v>42367</c:v>
                      </c:pt>
                      <c:pt idx="1615">
                        <c:v>42368</c:v>
                      </c:pt>
                      <c:pt idx="1616">
                        <c:v>42369</c:v>
                      </c:pt>
                      <c:pt idx="1617">
                        <c:v>42373</c:v>
                      </c:pt>
                      <c:pt idx="1618">
                        <c:v>42374</c:v>
                      </c:pt>
                      <c:pt idx="1619">
                        <c:v>42375</c:v>
                      </c:pt>
                      <c:pt idx="1620">
                        <c:v>42376</c:v>
                      </c:pt>
                      <c:pt idx="1621">
                        <c:v>42377</c:v>
                      </c:pt>
                      <c:pt idx="1622">
                        <c:v>42379</c:v>
                      </c:pt>
                      <c:pt idx="1623">
                        <c:v>42380</c:v>
                      </c:pt>
                      <c:pt idx="1624">
                        <c:v>42381</c:v>
                      </c:pt>
                      <c:pt idx="1625">
                        <c:v>42382</c:v>
                      </c:pt>
                      <c:pt idx="1626">
                        <c:v>42383</c:v>
                      </c:pt>
                      <c:pt idx="1627">
                        <c:v>42384</c:v>
                      </c:pt>
                      <c:pt idx="1628">
                        <c:v>42387</c:v>
                      </c:pt>
                      <c:pt idx="1629">
                        <c:v>42388</c:v>
                      </c:pt>
                      <c:pt idx="1630">
                        <c:v>42389</c:v>
                      </c:pt>
                      <c:pt idx="1631">
                        <c:v>42390</c:v>
                      </c:pt>
                      <c:pt idx="1632">
                        <c:v>42391</c:v>
                      </c:pt>
                      <c:pt idx="1633">
                        <c:v>42394</c:v>
                      </c:pt>
                      <c:pt idx="1634">
                        <c:v>42395</c:v>
                      </c:pt>
                      <c:pt idx="1635">
                        <c:v>42396</c:v>
                      </c:pt>
                      <c:pt idx="1636">
                        <c:v>42397</c:v>
                      </c:pt>
                      <c:pt idx="1637">
                        <c:v>42398</c:v>
                      </c:pt>
                      <c:pt idx="1638">
                        <c:v>42400</c:v>
                      </c:pt>
                      <c:pt idx="1639">
                        <c:v>42401</c:v>
                      </c:pt>
                      <c:pt idx="1640">
                        <c:v>42402</c:v>
                      </c:pt>
                      <c:pt idx="1641">
                        <c:v>42403</c:v>
                      </c:pt>
                      <c:pt idx="1642">
                        <c:v>42404</c:v>
                      </c:pt>
                      <c:pt idx="1643">
                        <c:v>42405</c:v>
                      </c:pt>
                      <c:pt idx="1644">
                        <c:v>42406</c:v>
                      </c:pt>
                      <c:pt idx="1645">
                        <c:v>42408</c:v>
                      </c:pt>
                      <c:pt idx="1646">
                        <c:v>42409</c:v>
                      </c:pt>
                      <c:pt idx="1647">
                        <c:v>42410</c:v>
                      </c:pt>
                      <c:pt idx="1648">
                        <c:v>42411</c:v>
                      </c:pt>
                      <c:pt idx="1649">
                        <c:v>42412</c:v>
                      </c:pt>
                      <c:pt idx="1650">
                        <c:v>42414</c:v>
                      </c:pt>
                      <c:pt idx="1651">
                        <c:v>42415</c:v>
                      </c:pt>
                      <c:pt idx="1652">
                        <c:v>42416</c:v>
                      </c:pt>
                      <c:pt idx="1653">
                        <c:v>42417</c:v>
                      </c:pt>
                      <c:pt idx="1654">
                        <c:v>42418</c:v>
                      </c:pt>
                      <c:pt idx="1655">
                        <c:v>42419</c:v>
                      </c:pt>
                      <c:pt idx="1656">
                        <c:v>42420</c:v>
                      </c:pt>
                      <c:pt idx="1657">
                        <c:v>42422</c:v>
                      </c:pt>
                      <c:pt idx="1658">
                        <c:v>42423</c:v>
                      </c:pt>
                      <c:pt idx="1659">
                        <c:v>42424</c:v>
                      </c:pt>
                      <c:pt idx="1660">
                        <c:v>42425</c:v>
                      </c:pt>
                      <c:pt idx="1661">
                        <c:v>42426</c:v>
                      </c:pt>
                      <c:pt idx="1662">
                        <c:v>42429</c:v>
                      </c:pt>
                      <c:pt idx="1663">
                        <c:v>42430</c:v>
                      </c:pt>
                      <c:pt idx="1664">
                        <c:v>42431</c:v>
                      </c:pt>
                      <c:pt idx="1665">
                        <c:v>42432</c:v>
                      </c:pt>
                      <c:pt idx="1666">
                        <c:v>42433</c:v>
                      </c:pt>
                      <c:pt idx="1667">
                        <c:v>42436</c:v>
                      </c:pt>
                      <c:pt idx="1668">
                        <c:v>42437</c:v>
                      </c:pt>
                      <c:pt idx="1669">
                        <c:v>42438</c:v>
                      </c:pt>
                      <c:pt idx="1670">
                        <c:v>42439</c:v>
                      </c:pt>
                      <c:pt idx="1671">
                        <c:v>42440</c:v>
                      </c:pt>
                      <c:pt idx="1672">
                        <c:v>42443</c:v>
                      </c:pt>
                      <c:pt idx="1673">
                        <c:v>42444</c:v>
                      </c:pt>
                      <c:pt idx="1674">
                        <c:v>42445</c:v>
                      </c:pt>
                      <c:pt idx="1675">
                        <c:v>42446</c:v>
                      </c:pt>
                      <c:pt idx="1676">
                        <c:v>42447</c:v>
                      </c:pt>
                      <c:pt idx="1677">
                        <c:v>42449</c:v>
                      </c:pt>
                      <c:pt idx="1678">
                        <c:v>42450</c:v>
                      </c:pt>
                      <c:pt idx="1679">
                        <c:v>42451</c:v>
                      </c:pt>
                      <c:pt idx="1680">
                        <c:v>42452</c:v>
                      </c:pt>
                      <c:pt idx="1681">
                        <c:v>42453</c:v>
                      </c:pt>
                      <c:pt idx="1682">
                        <c:v>42454</c:v>
                      </c:pt>
                      <c:pt idx="1683">
                        <c:v>42457</c:v>
                      </c:pt>
                      <c:pt idx="1684">
                        <c:v>42458</c:v>
                      </c:pt>
                      <c:pt idx="1685">
                        <c:v>42459</c:v>
                      </c:pt>
                      <c:pt idx="1686">
                        <c:v>42460</c:v>
                      </c:pt>
                      <c:pt idx="1687">
                        <c:v>42461</c:v>
                      </c:pt>
                      <c:pt idx="1688">
                        <c:v>42464</c:v>
                      </c:pt>
                      <c:pt idx="1689">
                        <c:v>42465</c:v>
                      </c:pt>
                      <c:pt idx="1690">
                        <c:v>42466</c:v>
                      </c:pt>
                      <c:pt idx="1691">
                        <c:v>42467</c:v>
                      </c:pt>
                      <c:pt idx="1692">
                        <c:v>42468</c:v>
                      </c:pt>
                      <c:pt idx="1693">
                        <c:v>42470</c:v>
                      </c:pt>
                      <c:pt idx="1694">
                        <c:v>42471</c:v>
                      </c:pt>
                      <c:pt idx="1695">
                        <c:v>42472</c:v>
                      </c:pt>
                      <c:pt idx="1696">
                        <c:v>42473</c:v>
                      </c:pt>
                      <c:pt idx="1697">
                        <c:v>42474</c:v>
                      </c:pt>
                      <c:pt idx="1698">
                        <c:v>42475</c:v>
                      </c:pt>
                      <c:pt idx="1699">
                        <c:v>42478</c:v>
                      </c:pt>
                      <c:pt idx="1700">
                        <c:v>42479</c:v>
                      </c:pt>
                      <c:pt idx="1701">
                        <c:v>42480</c:v>
                      </c:pt>
                      <c:pt idx="1702">
                        <c:v>42481</c:v>
                      </c:pt>
                      <c:pt idx="1703">
                        <c:v>42482</c:v>
                      </c:pt>
                      <c:pt idx="1704">
                        <c:v>42485</c:v>
                      </c:pt>
                      <c:pt idx="1705">
                        <c:v>42486</c:v>
                      </c:pt>
                      <c:pt idx="1706">
                        <c:v>42487</c:v>
                      </c:pt>
                      <c:pt idx="1707">
                        <c:v>42488</c:v>
                      </c:pt>
                      <c:pt idx="1708">
                        <c:v>42489</c:v>
                      </c:pt>
                      <c:pt idx="1709">
                        <c:v>42490</c:v>
                      </c:pt>
                      <c:pt idx="1710">
                        <c:v>42492</c:v>
                      </c:pt>
                      <c:pt idx="1711">
                        <c:v>42493</c:v>
                      </c:pt>
                      <c:pt idx="1712">
                        <c:v>42494</c:v>
                      </c:pt>
                      <c:pt idx="1713">
                        <c:v>42495</c:v>
                      </c:pt>
                      <c:pt idx="1714">
                        <c:v>42496</c:v>
                      </c:pt>
                      <c:pt idx="1715">
                        <c:v>42499</c:v>
                      </c:pt>
                      <c:pt idx="1716">
                        <c:v>42500</c:v>
                      </c:pt>
                      <c:pt idx="1717">
                        <c:v>42501</c:v>
                      </c:pt>
                      <c:pt idx="1718">
                        <c:v>42502</c:v>
                      </c:pt>
                      <c:pt idx="1719">
                        <c:v>42503</c:v>
                      </c:pt>
                      <c:pt idx="1720">
                        <c:v>42506</c:v>
                      </c:pt>
                      <c:pt idx="1721">
                        <c:v>42507</c:v>
                      </c:pt>
                      <c:pt idx="1722">
                        <c:v>42508</c:v>
                      </c:pt>
                      <c:pt idx="1723">
                        <c:v>42509</c:v>
                      </c:pt>
                      <c:pt idx="1724">
                        <c:v>42510</c:v>
                      </c:pt>
                      <c:pt idx="1725">
                        <c:v>42513</c:v>
                      </c:pt>
                      <c:pt idx="1726">
                        <c:v>42514</c:v>
                      </c:pt>
                      <c:pt idx="1727">
                        <c:v>42515</c:v>
                      </c:pt>
                      <c:pt idx="1728">
                        <c:v>42516</c:v>
                      </c:pt>
                      <c:pt idx="1729">
                        <c:v>42517</c:v>
                      </c:pt>
                      <c:pt idx="1730">
                        <c:v>42520</c:v>
                      </c:pt>
                      <c:pt idx="1731">
                        <c:v>42521</c:v>
                      </c:pt>
                      <c:pt idx="1732">
                        <c:v>42522</c:v>
                      </c:pt>
                      <c:pt idx="1733">
                        <c:v>42523</c:v>
                      </c:pt>
                      <c:pt idx="1734">
                        <c:v>42524</c:v>
                      </c:pt>
                      <c:pt idx="1735">
                        <c:v>42527</c:v>
                      </c:pt>
                      <c:pt idx="1736">
                        <c:v>42528</c:v>
                      </c:pt>
                      <c:pt idx="1737">
                        <c:v>42529</c:v>
                      </c:pt>
                      <c:pt idx="1738">
                        <c:v>42530</c:v>
                      </c:pt>
                      <c:pt idx="1739">
                        <c:v>42531</c:v>
                      </c:pt>
                      <c:pt idx="1740">
                        <c:v>42533</c:v>
                      </c:pt>
                      <c:pt idx="1741">
                        <c:v>42534</c:v>
                      </c:pt>
                      <c:pt idx="1742">
                        <c:v>42535</c:v>
                      </c:pt>
                      <c:pt idx="1743">
                        <c:v>42536</c:v>
                      </c:pt>
                      <c:pt idx="1744">
                        <c:v>42537</c:v>
                      </c:pt>
                      <c:pt idx="1745">
                        <c:v>42538</c:v>
                      </c:pt>
                      <c:pt idx="1746">
                        <c:v>42541</c:v>
                      </c:pt>
                      <c:pt idx="1747">
                        <c:v>42542</c:v>
                      </c:pt>
                      <c:pt idx="1748">
                        <c:v>42543</c:v>
                      </c:pt>
                      <c:pt idx="1749">
                        <c:v>42544</c:v>
                      </c:pt>
                      <c:pt idx="1750">
                        <c:v>42545</c:v>
                      </c:pt>
                      <c:pt idx="1751">
                        <c:v>42548</c:v>
                      </c:pt>
                      <c:pt idx="1752">
                        <c:v>42549</c:v>
                      </c:pt>
                      <c:pt idx="1753">
                        <c:v>42550</c:v>
                      </c:pt>
                      <c:pt idx="1754">
                        <c:v>42551</c:v>
                      </c:pt>
                      <c:pt idx="1755">
                        <c:v>42552</c:v>
                      </c:pt>
                      <c:pt idx="1756">
                        <c:v>42555</c:v>
                      </c:pt>
                      <c:pt idx="1757">
                        <c:v>42556</c:v>
                      </c:pt>
                      <c:pt idx="1758">
                        <c:v>42557</c:v>
                      </c:pt>
                      <c:pt idx="1759">
                        <c:v>42558</c:v>
                      </c:pt>
                      <c:pt idx="1760">
                        <c:v>42559</c:v>
                      </c:pt>
                      <c:pt idx="1761">
                        <c:v>42561</c:v>
                      </c:pt>
                      <c:pt idx="1762">
                        <c:v>42562</c:v>
                      </c:pt>
                      <c:pt idx="1763">
                        <c:v>42563</c:v>
                      </c:pt>
                      <c:pt idx="1764">
                        <c:v>42564</c:v>
                      </c:pt>
                      <c:pt idx="1765">
                        <c:v>42565</c:v>
                      </c:pt>
                      <c:pt idx="1766">
                        <c:v>42566</c:v>
                      </c:pt>
                      <c:pt idx="1767">
                        <c:v>42569</c:v>
                      </c:pt>
                      <c:pt idx="1768">
                        <c:v>42570</c:v>
                      </c:pt>
                      <c:pt idx="1769">
                        <c:v>42571</c:v>
                      </c:pt>
                      <c:pt idx="1770">
                        <c:v>42572</c:v>
                      </c:pt>
                      <c:pt idx="1771">
                        <c:v>42573</c:v>
                      </c:pt>
                      <c:pt idx="1772">
                        <c:v>42576</c:v>
                      </c:pt>
                      <c:pt idx="1773">
                        <c:v>42577</c:v>
                      </c:pt>
                      <c:pt idx="1774">
                        <c:v>42578</c:v>
                      </c:pt>
                      <c:pt idx="1775">
                        <c:v>42579</c:v>
                      </c:pt>
                      <c:pt idx="1776">
                        <c:v>42580</c:v>
                      </c:pt>
                      <c:pt idx="1777">
                        <c:v>42582</c:v>
                      </c:pt>
                      <c:pt idx="1778">
                        <c:v>42583</c:v>
                      </c:pt>
                      <c:pt idx="1779">
                        <c:v>42584</c:v>
                      </c:pt>
                      <c:pt idx="1780">
                        <c:v>42585</c:v>
                      </c:pt>
                      <c:pt idx="1781">
                        <c:v>42586</c:v>
                      </c:pt>
                      <c:pt idx="1782">
                        <c:v>42587</c:v>
                      </c:pt>
                      <c:pt idx="1783">
                        <c:v>42590</c:v>
                      </c:pt>
                      <c:pt idx="1784">
                        <c:v>42591</c:v>
                      </c:pt>
                      <c:pt idx="1785">
                        <c:v>42592</c:v>
                      </c:pt>
                      <c:pt idx="1786">
                        <c:v>42593</c:v>
                      </c:pt>
                      <c:pt idx="1787">
                        <c:v>42594</c:v>
                      </c:pt>
                      <c:pt idx="1788">
                        <c:v>42597</c:v>
                      </c:pt>
                      <c:pt idx="1789">
                        <c:v>42598</c:v>
                      </c:pt>
                      <c:pt idx="1790">
                        <c:v>42599</c:v>
                      </c:pt>
                      <c:pt idx="1791">
                        <c:v>42600</c:v>
                      </c:pt>
                      <c:pt idx="1792">
                        <c:v>42601</c:v>
                      </c:pt>
                      <c:pt idx="1793">
                        <c:v>42602</c:v>
                      </c:pt>
                      <c:pt idx="1794">
                        <c:v>42604</c:v>
                      </c:pt>
                      <c:pt idx="1795">
                        <c:v>42605</c:v>
                      </c:pt>
                      <c:pt idx="1796">
                        <c:v>42606</c:v>
                      </c:pt>
                      <c:pt idx="1797">
                        <c:v>42607</c:v>
                      </c:pt>
                      <c:pt idx="1798">
                        <c:v>42608</c:v>
                      </c:pt>
                      <c:pt idx="1799">
                        <c:v>42611</c:v>
                      </c:pt>
                      <c:pt idx="1800">
                        <c:v>42612</c:v>
                      </c:pt>
                      <c:pt idx="1801">
                        <c:v>42613</c:v>
                      </c:pt>
                      <c:pt idx="1802">
                        <c:v>42614</c:v>
                      </c:pt>
                      <c:pt idx="1803">
                        <c:v>42615</c:v>
                      </c:pt>
                      <c:pt idx="1804">
                        <c:v>42618</c:v>
                      </c:pt>
                      <c:pt idx="1805">
                        <c:v>42619</c:v>
                      </c:pt>
                      <c:pt idx="1806">
                        <c:v>42620</c:v>
                      </c:pt>
                      <c:pt idx="1807">
                        <c:v>42621</c:v>
                      </c:pt>
                      <c:pt idx="1808">
                        <c:v>42622</c:v>
                      </c:pt>
                      <c:pt idx="1809">
                        <c:v>42623</c:v>
                      </c:pt>
                      <c:pt idx="1810">
                        <c:v>42625</c:v>
                      </c:pt>
                      <c:pt idx="1811">
                        <c:v>42626</c:v>
                      </c:pt>
                      <c:pt idx="1812">
                        <c:v>42627</c:v>
                      </c:pt>
                      <c:pt idx="1813">
                        <c:v>42628</c:v>
                      </c:pt>
                      <c:pt idx="1814">
                        <c:v>42629</c:v>
                      </c:pt>
                      <c:pt idx="1815">
                        <c:v>42631</c:v>
                      </c:pt>
                      <c:pt idx="1816">
                        <c:v>42632</c:v>
                      </c:pt>
                      <c:pt idx="1817">
                        <c:v>42633</c:v>
                      </c:pt>
                      <c:pt idx="1818">
                        <c:v>42634</c:v>
                      </c:pt>
                      <c:pt idx="1819">
                        <c:v>42635</c:v>
                      </c:pt>
                      <c:pt idx="1820">
                        <c:v>42636</c:v>
                      </c:pt>
                      <c:pt idx="1821">
                        <c:v>42639</c:v>
                      </c:pt>
                      <c:pt idx="1822">
                        <c:v>42640</c:v>
                      </c:pt>
                      <c:pt idx="1823">
                        <c:v>42641</c:v>
                      </c:pt>
                      <c:pt idx="1824">
                        <c:v>42642</c:v>
                      </c:pt>
                      <c:pt idx="1825">
                        <c:v>42643</c:v>
                      </c:pt>
                      <c:pt idx="1826">
                        <c:v>42646</c:v>
                      </c:pt>
                      <c:pt idx="1827">
                        <c:v>42647</c:v>
                      </c:pt>
                      <c:pt idx="1828">
                        <c:v>42648</c:v>
                      </c:pt>
                      <c:pt idx="1829">
                        <c:v>42649</c:v>
                      </c:pt>
                      <c:pt idx="1830">
                        <c:v>42650</c:v>
                      </c:pt>
                      <c:pt idx="1831">
                        <c:v>42651</c:v>
                      </c:pt>
                      <c:pt idx="1832">
                        <c:v>42652</c:v>
                      </c:pt>
                      <c:pt idx="1833">
                        <c:v>42653</c:v>
                      </c:pt>
                      <c:pt idx="1834">
                        <c:v>42654</c:v>
                      </c:pt>
                      <c:pt idx="1835">
                        <c:v>42655</c:v>
                      </c:pt>
                      <c:pt idx="1836">
                        <c:v>42656</c:v>
                      </c:pt>
                      <c:pt idx="1837">
                        <c:v>42657</c:v>
                      </c:pt>
                      <c:pt idx="1838">
                        <c:v>42660</c:v>
                      </c:pt>
                      <c:pt idx="1839">
                        <c:v>42661</c:v>
                      </c:pt>
                      <c:pt idx="1840">
                        <c:v>42662</c:v>
                      </c:pt>
                      <c:pt idx="1841">
                        <c:v>42663</c:v>
                      </c:pt>
                      <c:pt idx="1842">
                        <c:v>42664</c:v>
                      </c:pt>
                      <c:pt idx="1843">
                        <c:v>42667</c:v>
                      </c:pt>
                      <c:pt idx="1844">
                        <c:v>42668</c:v>
                      </c:pt>
                      <c:pt idx="1845">
                        <c:v>42669</c:v>
                      </c:pt>
                      <c:pt idx="1846">
                        <c:v>42670</c:v>
                      </c:pt>
                      <c:pt idx="1847">
                        <c:v>42671</c:v>
                      </c:pt>
                      <c:pt idx="1848">
                        <c:v>42674</c:v>
                      </c:pt>
                      <c:pt idx="1849">
                        <c:v>42675</c:v>
                      </c:pt>
                      <c:pt idx="1850">
                        <c:v>42676</c:v>
                      </c:pt>
                      <c:pt idx="1851">
                        <c:v>42677</c:v>
                      </c:pt>
                      <c:pt idx="1852">
                        <c:v>42678</c:v>
                      </c:pt>
                      <c:pt idx="1853">
                        <c:v>42681</c:v>
                      </c:pt>
                      <c:pt idx="1854">
                        <c:v>42682</c:v>
                      </c:pt>
                      <c:pt idx="1855">
                        <c:v>42683</c:v>
                      </c:pt>
                      <c:pt idx="1856">
                        <c:v>42684</c:v>
                      </c:pt>
                      <c:pt idx="1857">
                        <c:v>42685</c:v>
                      </c:pt>
                      <c:pt idx="1858">
                        <c:v>42688</c:v>
                      </c:pt>
                      <c:pt idx="1859">
                        <c:v>42689</c:v>
                      </c:pt>
                      <c:pt idx="1860">
                        <c:v>42690</c:v>
                      </c:pt>
                      <c:pt idx="1861">
                        <c:v>42691</c:v>
                      </c:pt>
                      <c:pt idx="1862">
                        <c:v>42692</c:v>
                      </c:pt>
                      <c:pt idx="1863">
                        <c:v>42694</c:v>
                      </c:pt>
                      <c:pt idx="1864">
                        <c:v>42695</c:v>
                      </c:pt>
                      <c:pt idx="1865">
                        <c:v>42696</c:v>
                      </c:pt>
                      <c:pt idx="1866">
                        <c:v>42697</c:v>
                      </c:pt>
                      <c:pt idx="1867">
                        <c:v>42698</c:v>
                      </c:pt>
                      <c:pt idx="1868">
                        <c:v>42699</c:v>
                      </c:pt>
                      <c:pt idx="1869">
                        <c:v>42702</c:v>
                      </c:pt>
                      <c:pt idx="1870">
                        <c:v>42703</c:v>
                      </c:pt>
                      <c:pt idx="1871">
                        <c:v>42704</c:v>
                      </c:pt>
                      <c:pt idx="1872">
                        <c:v>42705</c:v>
                      </c:pt>
                      <c:pt idx="1873">
                        <c:v>42706</c:v>
                      </c:pt>
                      <c:pt idx="1874">
                        <c:v>42709</c:v>
                      </c:pt>
                      <c:pt idx="1875">
                        <c:v>42710</c:v>
                      </c:pt>
                      <c:pt idx="1876">
                        <c:v>42711</c:v>
                      </c:pt>
                      <c:pt idx="1877">
                        <c:v>42712</c:v>
                      </c:pt>
                      <c:pt idx="1878">
                        <c:v>42713</c:v>
                      </c:pt>
                      <c:pt idx="1879">
                        <c:v>42714</c:v>
                      </c:pt>
                      <c:pt idx="1880">
                        <c:v>42716</c:v>
                      </c:pt>
                      <c:pt idx="1881">
                        <c:v>42717</c:v>
                      </c:pt>
                      <c:pt idx="1882">
                        <c:v>42718</c:v>
                      </c:pt>
                      <c:pt idx="1883">
                        <c:v>42719</c:v>
                      </c:pt>
                      <c:pt idx="1884">
                        <c:v>42720</c:v>
                      </c:pt>
                      <c:pt idx="1885">
                        <c:v>42723</c:v>
                      </c:pt>
                      <c:pt idx="1886">
                        <c:v>42724</c:v>
                      </c:pt>
                      <c:pt idx="1887">
                        <c:v>42725</c:v>
                      </c:pt>
                      <c:pt idx="1888">
                        <c:v>42726</c:v>
                      </c:pt>
                      <c:pt idx="1889">
                        <c:v>42727</c:v>
                      </c:pt>
                      <c:pt idx="1890">
                        <c:v>42730</c:v>
                      </c:pt>
                      <c:pt idx="1891">
                        <c:v>42731</c:v>
                      </c:pt>
                      <c:pt idx="1892">
                        <c:v>42732</c:v>
                      </c:pt>
                      <c:pt idx="1893">
                        <c:v>42733</c:v>
                      </c:pt>
                      <c:pt idx="1894">
                        <c:v>42734</c:v>
                      </c:pt>
                      <c:pt idx="1895">
                        <c:v>42735</c:v>
                      </c:pt>
                      <c:pt idx="1896">
                        <c:v>42737</c:v>
                      </c:pt>
                      <c:pt idx="1897">
                        <c:v>42738</c:v>
                      </c:pt>
                      <c:pt idx="1898">
                        <c:v>42739</c:v>
                      </c:pt>
                      <c:pt idx="1899">
                        <c:v>42740</c:v>
                      </c:pt>
                      <c:pt idx="1900">
                        <c:v>42741</c:v>
                      </c:pt>
                      <c:pt idx="1901">
                        <c:v>42744</c:v>
                      </c:pt>
                      <c:pt idx="1902">
                        <c:v>42745</c:v>
                      </c:pt>
                      <c:pt idx="1903">
                        <c:v>42746</c:v>
                      </c:pt>
                      <c:pt idx="1904">
                        <c:v>42747</c:v>
                      </c:pt>
                      <c:pt idx="1905">
                        <c:v>42748</c:v>
                      </c:pt>
                      <c:pt idx="1906">
                        <c:v>42751</c:v>
                      </c:pt>
                      <c:pt idx="1907">
                        <c:v>42752</c:v>
                      </c:pt>
                      <c:pt idx="1908">
                        <c:v>42753</c:v>
                      </c:pt>
                      <c:pt idx="1909">
                        <c:v>42754</c:v>
                      </c:pt>
                      <c:pt idx="1910">
                        <c:v>42755</c:v>
                      </c:pt>
                      <c:pt idx="1911">
                        <c:v>42757</c:v>
                      </c:pt>
                      <c:pt idx="1912">
                        <c:v>42758</c:v>
                      </c:pt>
                      <c:pt idx="1913">
                        <c:v>42759</c:v>
                      </c:pt>
                      <c:pt idx="1914">
                        <c:v>42760</c:v>
                      </c:pt>
                      <c:pt idx="1915">
                        <c:v>42761</c:v>
                      </c:pt>
                      <c:pt idx="1916">
                        <c:v>42762</c:v>
                      </c:pt>
                      <c:pt idx="1917">
                        <c:v>42765</c:v>
                      </c:pt>
                      <c:pt idx="1918">
                        <c:v>42766</c:v>
                      </c:pt>
                      <c:pt idx="1919">
                        <c:v>42767</c:v>
                      </c:pt>
                      <c:pt idx="1920">
                        <c:v>42768</c:v>
                      </c:pt>
                      <c:pt idx="1921">
                        <c:v>42769</c:v>
                      </c:pt>
                      <c:pt idx="1922">
                        <c:v>42770</c:v>
                      </c:pt>
                      <c:pt idx="1923">
                        <c:v>42771</c:v>
                      </c:pt>
                      <c:pt idx="1924">
                        <c:v>42772</c:v>
                      </c:pt>
                      <c:pt idx="1925">
                        <c:v>42773</c:v>
                      </c:pt>
                      <c:pt idx="1926">
                        <c:v>42774</c:v>
                      </c:pt>
                      <c:pt idx="1927">
                        <c:v>42775</c:v>
                      </c:pt>
                      <c:pt idx="1928">
                        <c:v>42776</c:v>
                      </c:pt>
                      <c:pt idx="1929">
                        <c:v>42779</c:v>
                      </c:pt>
                      <c:pt idx="1930">
                        <c:v>42780</c:v>
                      </c:pt>
                      <c:pt idx="1931">
                        <c:v>42781</c:v>
                      </c:pt>
                      <c:pt idx="1932">
                        <c:v>42782</c:v>
                      </c:pt>
                      <c:pt idx="1933">
                        <c:v>42783</c:v>
                      </c:pt>
                      <c:pt idx="1934">
                        <c:v>42786</c:v>
                      </c:pt>
                      <c:pt idx="1935">
                        <c:v>42787</c:v>
                      </c:pt>
                      <c:pt idx="1936">
                        <c:v>42788</c:v>
                      </c:pt>
                      <c:pt idx="1937">
                        <c:v>42789</c:v>
                      </c:pt>
                      <c:pt idx="1938">
                        <c:v>42790</c:v>
                      </c:pt>
                      <c:pt idx="1939">
                        <c:v>42793</c:v>
                      </c:pt>
                      <c:pt idx="1940">
                        <c:v>42794</c:v>
                      </c:pt>
                      <c:pt idx="1941">
                        <c:v>42795</c:v>
                      </c:pt>
                      <c:pt idx="1942">
                        <c:v>42796</c:v>
                      </c:pt>
                      <c:pt idx="1943">
                        <c:v>42797</c:v>
                      </c:pt>
                      <c:pt idx="1944">
                        <c:v>42800</c:v>
                      </c:pt>
                      <c:pt idx="1945">
                        <c:v>42801</c:v>
                      </c:pt>
                      <c:pt idx="1946">
                        <c:v>42802</c:v>
                      </c:pt>
                      <c:pt idx="1947">
                        <c:v>42803</c:v>
                      </c:pt>
                      <c:pt idx="1948">
                        <c:v>42804</c:v>
                      </c:pt>
                      <c:pt idx="1949">
                        <c:v>42807</c:v>
                      </c:pt>
                      <c:pt idx="1950">
                        <c:v>42808</c:v>
                      </c:pt>
                      <c:pt idx="1951">
                        <c:v>42809</c:v>
                      </c:pt>
                      <c:pt idx="1952">
                        <c:v>42810</c:v>
                      </c:pt>
                      <c:pt idx="1953">
                        <c:v>42811</c:v>
                      </c:pt>
                      <c:pt idx="1954">
                        <c:v>42814</c:v>
                      </c:pt>
                      <c:pt idx="1955">
                        <c:v>42815</c:v>
                      </c:pt>
                      <c:pt idx="1956">
                        <c:v>42816</c:v>
                      </c:pt>
                      <c:pt idx="1957">
                        <c:v>42817</c:v>
                      </c:pt>
                      <c:pt idx="1958">
                        <c:v>42818</c:v>
                      </c:pt>
                      <c:pt idx="1959">
                        <c:v>42821</c:v>
                      </c:pt>
                      <c:pt idx="1960">
                        <c:v>42822</c:v>
                      </c:pt>
                      <c:pt idx="1961">
                        <c:v>42823</c:v>
                      </c:pt>
                      <c:pt idx="1962">
                        <c:v>42824</c:v>
                      </c:pt>
                      <c:pt idx="1963">
                        <c:v>42825</c:v>
                      </c:pt>
                      <c:pt idx="1964">
                        <c:v>42826</c:v>
                      </c:pt>
                      <c:pt idx="1965">
                        <c:v>42828</c:v>
                      </c:pt>
                      <c:pt idx="1966">
                        <c:v>42829</c:v>
                      </c:pt>
                      <c:pt idx="1967">
                        <c:v>42830</c:v>
                      </c:pt>
                      <c:pt idx="1968">
                        <c:v>42831</c:v>
                      </c:pt>
                      <c:pt idx="1969">
                        <c:v>42832</c:v>
                      </c:pt>
                      <c:pt idx="1970">
                        <c:v>42835</c:v>
                      </c:pt>
                      <c:pt idx="1971">
                        <c:v>42836</c:v>
                      </c:pt>
                      <c:pt idx="1972">
                        <c:v>42837</c:v>
                      </c:pt>
                      <c:pt idx="1973">
                        <c:v>42838</c:v>
                      </c:pt>
                      <c:pt idx="1974">
                        <c:v>42839</c:v>
                      </c:pt>
                      <c:pt idx="1975">
                        <c:v>42842</c:v>
                      </c:pt>
                      <c:pt idx="1976">
                        <c:v>42843</c:v>
                      </c:pt>
                      <c:pt idx="1977">
                        <c:v>42844</c:v>
                      </c:pt>
                      <c:pt idx="1978">
                        <c:v>42845</c:v>
                      </c:pt>
                      <c:pt idx="1979">
                        <c:v>42846</c:v>
                      </c:pt>
                      <c:pt idx="1980">
                        <c:v>42849</c:v>
                      </c:pt>
                      <c:pt idx="1981">
                        <c:v>42850</c:v>
                      </c:pt>
                      <c:pt idx="1982">
                        <c:v>42851</c:v>
                      </c:pt>
                      <c:pt idx="1983">
                        <c:v>42852</c:v>
                      </c:pt>
                      <c:pt idx="1984">
                        <c:v>42853</c:v>
                      </c:pt>
                      <c:pt idx="1985">
                        <c:v>42855</c:v>
                      </c:pt>
                      <c:pt idx="1986">
                        <c:v>42856</c:v>
                      </c:pt>
                      <c:pt idx="1987">
                        <c:v>42857</c:v>
                      </c:pt>
                      <c:pt idx="1988">
                        <c:v>42858</c:v>
                      </c:pt>
                      <c:pt idx="1989">
                        <c:v>42859</c:v>
                      </c:pt>
                      <c:pt idx="1990">
                        <c:v>42860</c:v>
                      </c:pt>
                      <c:pt idx="1991">
                        <c:v>42863</c:v>
                      </c:pt>
                      <c:pt idx="1992">
                        <c:v>42864</c:v>
                      </c:pt>
                      <c:pt idx="1993">
                        <c:v>42865</c:v>
                      </c:pt>
                      <c:pt idx="1994">
                        <c:v>42866</c:v>
                      </c:pt>
                      <c:pt idx="1995">
                        <c:v>42867</c:v>
                      </c:pt>
                      <c:pt idx="1996">
                        <c:v>42870</c:v>
                      </c:pt>
                      <c:pt idx="1997">
                        <c:v>42871</c:v>
                      </c:pt>
                      <c:pt idx="1998">
                        <c:v>42872</c:v>
                      </c:pt>
                      <c:pt idx="1999">
                        <c:v>42873</c:v>
                      </c:pt>
                      <c:pt idx="2000">
                        <c:v>42874</c:v>
                      </c:pt>
                      <c:pt idx="2001">
                        <c:v>42875</c:v>
                      </c:pt>
                      <c:pt idx="2002">
                        <c:v>42877</c:v>
                      </c:pt>
                      <c:pt idx="2003">
                        <c:v>42878</c:v>
                      </c:pt>
                      <c:pt idx="2004">
                        <c:v>42879</c:v>
                      </c:pt>
                      <c:pt idx="2005">
                        <c:v>42880</c:v>
                      </c:pt>
                      <c:pt idx="2006">
                        <c:v>42881</c:v>
                      </c:pt>
                      <c:pt idx="2007">
                        <c:v>42882</c:v>
                      </c:pt>
                      <c:pt idx="2008">
                        <c:v>42884</c:v>
                      </c:pt>
                      <c:pt idx="2009">
                        <c:v>42885</c:v>
                      </c:pt>
                      <c:pt idx="2010">
                        <c:v>42886</c:v>
                      </c:pt>
                      <c:pt idx="2011">
                        <c:v>42887</c:v>
                      </c:pt>
                      <c:pt idx="2012">
                        <c:v>42888</c:v>
                      </c:pt>
                      <c:pt idx="2013">
                        <c:v>42891</c:v>
                      </c:pt>
                      <c:pt idx="2014">
                        <c:v>42892</c:v>
                      </c:pt>
                      <c:pt idx="2015">
                        <c:v>42893</c:v>
                      </c:pt>
                      <c:pt idx="2016">
                        <c:v>42894</c:v>
                      </c:pt>
                      <c:pt idx="2017">
                        <c:v>42895</c:v>
                      </c:pt>
                      <c:pt idx="2018">
                        <c:v>42896</c:v>
                      </c:pt>
                      <c:pt idx="2019">
                        <c:v>42898</c:v>
                      </c:pt>
                      <c:pt idx="2020">
                        <c:v>42899</c:v>
                      </c:pt>
                      <c:pt idx="2021">
                        <c:v>42900</c:v>
                      </c:pt>
                      <c:pt idx="2022">
                        <c:v>42901</c:v>
                      </c:pt>
                      <c:pt idx="2023">
                        <c:v>42902</c:v>
                      </c:pt>
                      <c:pt idx="2024">
                        <c:v>42905</c:v>
                      </c:pt>
                      <c:pt idx="2025">
                        <c:v>42906</c:v>
                      </c:pt>
                      <c:pt idx="2026">
                        <c:v>42907</c:v>
                      </c:pt>
                      <c:pt idx="2027">
                        <c:v>42908</c:v>
                      </c:pt>
                      <c:pt idx="2028">
                        <c:v>42909</c:v>
                      </c:pt>
                      <c:pt idx="2029">
                        <c:v>42912</c:v>
                      </c:pt>
                      <c:pt idx="2030">
                        <c:v>42913</c:v>
                      </c:pt>
                      <c:pt idx="2031">
                        <c:v>42914</c:v>
                      </c:pt>
                      <c:pt idx="2032">
                        <c:v>42915</c:v>
                      </c:pt>
                      <c:pt idx="2033">
                        <c:v>42916</c:v>
                      </c:pt>
                      <c:pt idx="2034">
                        <c:v>42919</c:v>
                      </c:pt>
                      <c:pt idx="2035">
                        <c:v>42920</c:v>
                      </c:pt>
                      <c:pt idx="2036">
                        <c:v>42921</c:v>
                      </c:pt>
                      <c:pt idx="2037">
                        <c:v>42922</c:v>
                      </c:pt>
                      <c:pt idx="2038">
                        <c:v>42923</c:v>
                      </c:pt>
                      <c:pt idx="2039">
                        <c:v>42926</c:v>
                      </c:pt>
                      <c:pt idx="2040">
                        <c:v>42927</c:v>
                      </c:pt>
                      <c:pt idx="2041">
                        <c:v>42928</c:v>
                      </c:pt>
                      <c:pt idx="2042">
                        <c:v>42929</c:v>
                      </c:pt>
                      <c:pt idx="2043">
                        <c:v>42930</c:v>
                      </c:pt>
                      <c:pt idx="2044">
                        <c:v>42933</c:v>
                      </c:pt>
                      <c:pt idx="2045">
                        <c:v>42934</c:v>
                      </c:pt>
                      <c:pt idx="2046">
                        <c:v>42935</c:v>
                      </c:pt>
                      <c:pt idx="2047">
                        <c:v>42936</c:v>
                      </c:pt>
                      <c:pt idx="2048">
                        <c:v>42937</c:v>
                      </c:pt>
                      <c:pt idx="2049">
                        <c:v>42940</c:v>
                      </c:pt>
                      <c:pt idx="2050">
                        <c:v>42941</c:v>
                      </c:pt>
                      <c:pt idx="2051">
                        <c:v>42942</c:v>
                      </c:pt>
                      <c:pt idx="2052">
                        <c:v>42943</c:v>
                      </c:pt>
                      <c:pt idx="2053">
                        <c:v>42944</c:v>
                      </c:pt>
                      <c:pt idx="2054">
                        <c:v>42947</c:v>
                      </c:pt>
                      <c:pt idx="2055">
                        <c:v>42948</c:v>
                      </c:pt>
                      <c:pt idx="2056">
                        <c:v>42949</c:v>
                      </c:pt>
                      <c:pt idx="2057">
                        <c:v>42950</c:v>
                      </c:pt>
                      <c:pt idx="2058">
                        <c:v>42951</c:v>
                      </c:pt>
                      <c:pt idx="2059">
                        <c:v>42954</c:v>
                      </c:pt>
                      <c:pt idx="2060">
                        <c:v>42955</c:v>
                      </c:pt>
                      <c:pt idx="2061">
                        <c:v>42956</c:v>
                      </c:pt>
                      <c:pt idx="2062">
                        <c:v>42957</c:v>
                      </c:pt>
                      <c:pt idx="2063">
                        <c:v>42958</c:v>
                      </c:pt>
                      <c:pt idx="2064">
                        <c:v>42961</c:v>
                      </c:pt>
                      <c:pt idx="2065">
                        <c:v>42962</c:v>
                      </c:pt>
                      <c:pt idx="2066">
                        <c:v>42963</c:v>
                      </c:pt>
                      <c:pt idx="2067">
                        <c:v>42964</c:v>
                      </c:pt>
                      <c:pt idx="2068">
                        <c:v>42965</c:v>
                      </c:pt>
                      <c:pt idx="2069">
                        <c:v>42967</c:v>
                      </c:pt>
                      <c:pt idx="2070">
                        <c:v>42968</c:v>
                      </c:pt>
                      <c:pt idx="2071">
                        <c:v>42969</c:v>
                      </c:pt>
                      <c:pt idx="2072">
                        <c:v>42970</c:v>
                      </c:pt>
                      <c:pt idx="2073">
                        <c:v>42971</c:v>
                      </c:pt>
                      <c:pt idx="2074">
                        <c:v>42972</c:v>
                      </c:pt>
                      <c:pt idx="2075">
                        <c:v>42975</c:v>
                      </c:pt>
                      <c:pt idx="2076">
                        <c:v>42976</c:v>
                      </c:pt>
                      <c:pt idx="2077">
                        <c:v>42977</c:v>
                      </c:pt>
                      <c:pt idx="2078">
                        <c:v>42978</c:v>
                      </c:pt>
                      <c:pt idx="2079">
                        <c:v>42979</c:v>
                      </c:pt>
                      <c:pt idx="2080">
                        <c:v>42982</c:v>
                      </c:pt>
                      <c:pt idx="2081">
                        <c:v>42983</c:v>
                      </c:pt>
                      <c:pt idx="2082">
                        <c:v>42984</c:v>
                      </c:pt>
                      <c:pt idx="2083">
                        <c:v>42985</c:v>
                      </c:pt>
                      <c:pt idx="2084">
                        <c:v>42986</c:v>
                      </c:pt>
                      <c:pt idx="2085">
                        <c:v>42988</c:v>
                      </c:pt>
                      <c:pt idx="2086">
                        <c:v>42989</c:v>
                      </c:pt>
                      <c:pt idx="2087">
                        <c:v>42990</c:v>
                      </c:pt>
                      <c:pt idx="2088">
                        <c:v>42991</c:v>
                      </c:pt>
                      <c:pt idx="2089">
                        <c:v>42992</c:v>
                      </c:pt>
                      <c:pt idx="2090">
                        <c:v>42993</c:v>
                      </c:pt>
                      <c:pt idx="2091">
                        <c:v>42996</c:v>
                      </c:pt>
                      <c:pt idx="2092">
                        <c:v>42997</c:v>
                      </c:pt>
                      <c:pt idx="2093">
                        <c:v>42998</c:v>
                      </c:pt>
                      <c:pt idx="2094">
                        <c:v>42999</c:v>
                      </c:pt>
                      <c:pt idx="2095">
                        <c:v>43000</c:v>
                      </c:pt>
                      <c:pt idx="2096">
                        <c:v>43003</c:v>
                      </c:pt>
                      <c:pt idx="2097">
                        <c:v>43004</c:v>
                      </c:pt>
                      <c:pt idx="2098">
                        <c:v>43005</c:v>
                      </c:pt>
                      <c:pt idx="2099">
                        <c:v>43006</c:v>
                      </c:pt>
                      <c:pt idx="2100">
                        <c:v>43007</c:v>
                      </c:pt>
                      <c:pt idx="2101">
                        <c:v>43008</c:v>
                      </c:pt>
                      <c:pt idx="2102">
                        <c:v>43010</c:v>
                      </c:pt>
                      <c:pt idx="2103">
                        <c:v>43011</c:v>
                      </c:pt>
                      <c:pt idx="2104">
                        <c:v>43012</c:v>
                      </c:pt>
                      <c:pt idx="2105">
                        <c:v>43013</c:v>
                      </c:pt>
                      <c:pt idx="2106">
                        <c:v>43014</c:v>
                      </c:pt>
                      <c:pt idx="2107">
                        <c:v>43017</c:v>
                      </c:pt>
                      <c:pt idx="2108">
                        <c:v>43018</c:v>
                      </c:pt>
                      <c:pt idx="2109">
                        <c:v>43019</c:v>
                      </c:pt>
                      <c:pt idx="2110">
                        <c:v>43020</c:v>
                      </c:pt>
                      <c:pt idx="2111">
                        <c:v>43021</c:v>
                      </c:pt>
                      <c:pt idx="2112">
                        <c:v>43024</c:v>
                      </c:pt>
                      <c:pt idx="2113">
                        <c:v>43025</c:v>
                      </c:pt>
                      <c:pt idx="2114">
                        <c:v>43026</c:v>
                      </c:pt>
                      <c:pt idx="2115">
                        <c:v>43027</c:v>
                      </c:pt>
                      <c:pt idx="2116">
                        <c:v>43028</c:v>
                      </c:pt>
                      <c:pt idx="2117">
                        <c:v>43031</c:v>
                      </c:pt>
                      <c:pt idx="2118">
                        <c:v>43032</c:v>
                      </c:pt>
                      <c:pt idx="2119">
                        <c:v>43033</c:v>
                      </c:pt>
                      <c:pt idx="2120">
                        <c:v>43034</c:v>
                      </c:pt>
                      <c:pt idx="2121">
                        <c:v>43035</c:v>
                      </c:pt>
                      <c:pt idx="2122">
                        <c:v>43038</c:v>
                      </c:pt>
                      <c:pt idx="2123">
                        <c:v>43039</c:v>
                      </c:pt>
                      <c:pt idx="2124">
                        <c:v>43040</c:v>
                      </c:pt>
                      <c:pt idx="2125">
                        <c:v>43041</c:v>
                      </c:pt>
                      <c:pt idx="2126">
                        <c:v>43042</c:v>
                      </c:pt>
                      <c:pt idx="2127">
                        <c:v>43045</c:v>
                      </c:pt>
                      <c:pt idx="2128">
                        <c:v>43046</c:v>
                      </c:pt>
                      <c:pt idx="2129">
                        <c:v>43047</c:v>
                      </c:pt>
                      <c:pt idx="2130">
                        <c:v>43048</c:v>
                      </c:pt>
                      <c:pt idx="2131">
                        <c:v>43049</c:v>
                      </c:pt>
                      <c:pt idx="2132">
                        <c:v>43052</c:v>
                      </c:pt>
                      <c:pt idx="2133">
                        <c:v>43053</c:v>
                      </c:pt>
                      <c:pt idx="2134">
                        <c:v>43054</c:v>
                      </c:pt>
                      <c:pt idx="2135">
                        <c:v>43055</c:v>
                      </c:pt>
                      <c:pt idx="2136">
                        <c:v>43056</c:v>
                      </c:pt>
                      <c:pt idx="2137">
                        <c:v>43059</c:v>
                      </c:pt>
                      <c:pt idx="2138">
                        <c:v>43060</c:v>
                      </c:pt>
                      <c:pt idx="2139">
                        <c:v>43061</c:v>
                      </c:pt>
                      <c:pt idx="2140">
                        <c:v>43062</c:v>
                      </c:pt>
                      <c:pt idx="2141">
                        <c:v>43063</c:v>
                      </c:pt>
                      <c:pt idx="2142">
                        <c:v>43066</c:v>
                      </c:pt>
                      <c:pt idx="2143">
                        <c:v>43067</c:v>
                      </c:pt>
                      <c:pt idx="2144">
                        <c:v>43068</c:v>
                      </c:pt>
                      <c:pt idx="2145">
                        <c:v>43069</c:v>
                      </c:pt>
                      <c:pt idx="2146">
                        <c:v>43070</c:v>
                      </c:pt>
                      <c:pt idx="2147">
                        <c:v>43073</c:v>
                      </c:pt>
                      <c:pt idx="2148">
                        <c:v>43074</c:v>
                      </c:pt>
                      <c:pt idx="2149">
                        <c:v>43075</c:v>
                      </c:pt>
                      <c:pt idx="2150">
                        <c:v>43076</c:v>
                      </c:pt>
                      <c:pt idx="2151">
                        <c:v>43077</c:v>
                      </c:pt>
                      <c:pt idx="2152">
                        <c:v>43079</c:v>
                      </c:pt>
                      <c:pt idx="2153">
                        <c:v>43080</c:v>
                      </c:pt>
                      <c:pt idx="2154">
                        <c:v>43081</c:v>
                      </c:pt>
                      <c:pt idx="2155">
                        <c:v>43082</c:v>
                      </c:pt>
                      <c:pt idx="2156">
                        <c:v>43083</c:v>
                      </c:pt>
                      <c:pt idx="2157">
                        <c:v>43084</c:v>
                      </c:pt>
                      <c:pt idx="2158">
                        <c:v>43087</c:v>
                      </c:pt>
                      <c:pt idx="2159">
                        <c:v>43088</c:v>
                      </c:pt>
                      <c:pt idx="2160">
                        <c:v>43089</c:v>
                      </c:pt>
                      <c:pt idx="2161">
                        <c:v>43090</c:v>
                      </c:pt>
                      <c:pt idx="2162">
                        <c:v>43091</c:v>
                      </c:pt>
                      <c:pt idx="2163">
                        <c:v>43094</c:v>
                      </c:pt>
                      <c:pt idx="2164">
                        <c:v>43095</c:v>
                      </c:pt>
                      <c:pt idx="2165">
                        <c:v>43096</c:v>
                      </c:pt>
                      <c:pt idx="2166">
                        <c:v>43097</c:v>
                      </c:pt>
                      <c:pt idx="2167">
                        <c:v>43098</c:v>
                      </c:pt>
                      <c:pt idx="2168">
                        <c:v>43100</c:v>
                      </c:pt>
                      <c:pt idx="2169">
                        <c:v>43102</c:v>
                      </c:pt>
                      <c:pt idx="2170">
                        <c:v>43103</c:v>
                      </c:pt>
                      <c:pt idx="2171">
                        <c:v>43104</c:v>
                      </c:pt>
                      <c:pt idx="2172">
                        <c:v>43105</c:v>
                      </c:pt>
                      <c:pt idx="2173">
                        <c:v>43108</c:v>
                      </c:pt>
                      <c:pt idx="2174">
                        <c:v>43109</c:v>
                      </c:pt>
                      <c:pt idx="2175">
                        <c:v>43110</c:v>
                      </c:pt>
                      <c:pt idx="2176">
                        <c:v>43111</c:v>
                      </c:pt>
                      <c:pt idx="2177">
                        <c:v>43112</c:v>
                      </c:pt>
                      <c:pt idx="2178">
                        <c:v>43115</c:v>
                      </c:pt>
                      <c:pt idx="2179">
                        <c:v>43116</c:v>
                      </c:pt>
                      <c:pt idx="2180">
                        <c:v>43117</c:v>
                      </c:pt>
                      <c:pt idx="2181">
                        <c:v>43118</c:v>
                      </c:pt>
                      <c:pt idx="2182">
                        <c:v>43119</c:v>
                      </c:pt>
                      <c:pt idx="2183">
                        <c:v>43120</c:v>
                      </c:pt>
                      <c:pt idx="2184">
                        <c:v>43122</c:v>
                      </c:pt>
                      <c:pt idx="2185">
                        <c:v>43123</c:v>
                      </c:pt>
                      <c:pt idx="2186">
                        <c:v>43124</c:v>
                      </c:pt>
                      <c:pt idx="2187">
                        <c:v>43125</c:v>
                      </c:pt>
                      <c:pt idx="2188">
                        <c:v>43126</c:v>
                      </c:pt>
                      <c:pt idx="2189">
                        <c:v>43129</c:v>
                      </c:pt>
                      <c:pt idx="2190">
                        <c:v>43130</c:v>
                      </c:pt>
                      <c:pt idx="2191">
                        <c:v>43131</c:v>
                      </c:pt>
                      <c:pt idx="2192">
                        <c:v>43132</c:v>
                      </c:pt>
                      <c:pt idx="2193">
                        <c:v>43133</c:v>
                      </c:pt>
                      <c:pt idx="2194">
                        <c:v>43136</c:v>
                      </c:pt>
                      <c:pt idx="2195">
                        <c:v>43137</c:v>
                      </c:pt>
                      <c:pt idx="2196">
                        <c:v>43138</c:v>
                      </c:pt>
                      <c:pt idx="2197">
                        <c:v>43139</c:v>
                      </c:pt>
                      <c:pt idx="2198">
                        <c:v>43140</c:v>
                      </c:pt>
                      <c:pt idx="2199">
                        <c:v>43141</c:v>
                      </c:pt>
                      <c:pt idx="2200">
                        <c:v>43142</c:v>
                      </c:pt>
                      <c:pt idx="2201">
                        <c:v>43143</c:v>
                      </c:pt>
                      <c:pt idx="2202">
                        <c:v>43144</c:v>
                      </c:pt>
                      <c:pt idx="2203">
                        <c:v>43145</c:v>
                      </c:pt>
                      <c:pt idx="2204">
                        <c:v>43146</c:v>
                      </c:pt>
                      <c:pt idx="2205">
                        <c:v>43147</c:v>
                      </c:pt>
                      <c:pt idx="2206">
                        <c:v>43150</c:v>
                      </c:pt>
                      <c:pt idx="2207">
                        <c:v>43151</c:v>
                      </c:pt>
                      <c:pt idx="2208">
                        <c:v>43152</c:v>
                      </c:pt>
                      <c:pt idx="2209">
                        <c:v>43153</c:v>
                      </c:pt>
                      <c:pt idx="2210">
                        <c:v>43154</c:v>
                      </c:pt>
                      <c:pt idx="2211">
                        <c:v>43155</c:v>
                      </c:pt>
                      <c:pt idx="2212">
                        <c:v>43157</c:v>
                      </c:pt>
                      <c:pt idx="2213">
                        <c:v>43158</c:v>
                      </c:pt>
                      <c:pt idx="2214">
                        <c:v>43159</c:v>
                      </c:pt>
                      <c:pt idx="2215">
                        <c:v>43160</c:v>
                      </c:pt>
                      <c:pt idx="2216">
                        <c:v>43161</c:v>
                      </c:pt>
                      <c:pt idx="2217">
                        <c:v>43164</c:v>
                      </c:pt>
                      <c:pt idx="2218">
                        <c:v>43165</c:v>
                      </c:pt>
                      <c:pt idx="2219">
                        <c:v>43166</c:v>
                      </c:pt>
                      <c:pt idx="2220">
                        <c:v>43167</c:v>
                      </c:pt>
                      <c:pt idx="2221">
                        <c:v>43168</c:v>
                      </c:pt>
                      <c:pt idx="2222">
                        <c:v>43169</c:v>
                      </c:pt>
                      <c:pt idx="2223">
                        <c:v>43171</c:v>
                      </c:pt>
                      <c:pt idx="2224">
                        <c:v>43172</c:v>
                      </c:pt>
                      <c:pt idx="2225">
                        <c:v>43173</c:v>
                      </c:pt>
                      <c:pt idx="2226">
                        <c:v>43174</c:v>
                      </c:pt>
                      <c:pt idx="2227">
                        <c:v>43175</c:v>
                      </c:pt>
                      <c:pt idx="2228">
                        <c:v>43178</c:v>
                      </c:pt>
                      <c:pt idx="2229">
                        <c:v>43179</c:v>
                      </c:pt>
                      <c:pt idx="2230">
                        <c:v>43180</c:v>
                      </c:pt>
                      <c:pt idx="2231">
                        <c:v>43181</c:v>
                      </c:pt>
                      <c:pt idx="2232">
                        <c:v>43182</c:v>
                      </c:pt>
                      <c:pt idx="2233">
                        <c:v>43185</c:v>
                      </c:pt>
                      <c:pt idx="2234">
                        <c:v>43186</c:v>
                      </c:pt>
                      <c:pt idx="2235">
                        <c:v>43187</c:v>
                      </c:pt>
                      <c:pt idx="2236">
                        <c:v>43188</c:v>
                      </c:pt>
                      <c:pt idx="2237">
                        <c:v>43189</c:v>
                      </c:pt>
                      <c:pt idx="2238">
                        <c:v>43190</c:v>
                      </c:pt>
                      <c:pt idx="2239">
                        <c:v>43192</c:v>
                      </c:pt>
                      <c:pt idx="2240">
                        <c:v>43193</c:v>
                      </c:pt>
                      <c:pt idx="2241">
                        <c:v>43194</c:v>
                      </c:pt>
                      <c:pt idx="2242">
                        <c:v>43196</c:v>
                      </c:pt>
                      <c:pt idx="2243">
                        <c:v>43198</c:v>
                      </c:pt>
                      <c:pt idx="2244">
                        <c:v>43199</c:v>
                      </c:pt>
                      <c:pt idx="2245">
                        <c:v>43200</c:v>
                      </c:pt>
                      <c:pt idx="2246">
                        <c:v>43201</c:v>
                      </c:pt>
                      <c:pt idx="2247">
                        <c:v>43202</c:v>
                      </c:pt>
                      <c:pt idx="2248">
                        <c:v>43203</c:v>
                      </c:pt>
                      <c:pt idx="2249">
                        <c:v>43206</c:v>
                      </c:pt>
                      <c:pt idx="2250">
                        <c:v>43207</c:v>
                      </c:pt>
                      <c:pt idx="2251">
                        <c:v>43208</c:v>
                      </c:pt>
                      <c:pt idx="2252">
                        <c:v>43209</c:v>
                      </c:pt>
                      <c:pt idx="2253">
                        <c:v>43210</c:v>
                      </c:pt>
                      <c:pt idx="2254">
                        <c:v>43213</c:v>
                      </c:pt>
                      <c:pt idx="2255">
                        <c:v>43214</c:v>
                      </c:pt>
                      <c:pt idx="2256">
                        <c:v>43215</c:v>
                      </c:pt>
                      <c:pt idx="2257">
                        <c:v>43216</c:v>
                      </c:pt>
                      <c:pt idx="2258">
                        <c:v>43217</c:v>
                      </c:pt>
                      <c:pt idx="2259">
                        <c:v>43218</c:v>
                      </c:pt>
                      <c:pt idx="2260">
                        <c:v>43220</c:v>
                      </c:pt>
                      <c:pt idx="2261">
                        <c:v>43221</c:v>
                      </c:pt>
                      <c:pt idx="2262">
                        <c:v>43222</c:v>
                      </c:pt>
                      <c:pt idx="2263">
                        <c:v>43223</c:v>
                      </c:pt>
                      <c:pt idx="2264">
                        <c:v>43224</c:v>
                      </c:pt>
                      <c:pt idx="2265">
                        <c:v>43227</c:v>
                      </c:pt>
                      <c:pt idx="2266">
                        <c:v>43228</c:v>
                      </c:pt>
                      <c:pt idx="2267">
                        <c:v>43229</c:v>
                      </c:pt>
                      <c:pt idx="2268">
                        <c:v>43230</c:v>
                      </c:pt>
                      <c:pt idx="2269">
                        <c:v>43231</c:v>
                      </c:pt>
                      <c:pt idx="2270">
                        <c:v>43234</c:v>
                      </c:pt>
                      <c:pt idx="2271">
                        <c:v>43235</c:v>
                      </c:pt>
                      <c:pt idx="2272">
                        <c:v>43236</c:v>
                      </c:pt>
                      <c:pt idx="2273">
                        <c:v>43237</c:v>
                      </c:pt>
                      <c:pt idx="2274">
                        <c:v>43238</c:v>
                      </c:pt>
                      <c:pt idx="2275">
                        <c:v>43240</c:v>
                      </c:pt>
                      <c:pt idx="2276">
                        <c:v>43241</c:v>
                      </c:pt>
                      <c:pt idx="2277">
                        <c:v>43242</c:v>
                      </c:pt>
                      <c:pt idx="2278">
                        <c:v>43243</c:v>
                      </c:pt>
                      <c:pt idx="2279">
                        <c:v>43244</c:v>
                      </c:pt>
                      <c:pt idx="2280">
                        <c:v>43245</c:v>
                      </c:pt>
                      <c:pt idx="2281">
                        <c:v>43248</c:v>
                      </c:pt>
                      <c:pt idx="2282">
                        <c:v>43249</c:v>
                      </c:pt>
                      <c:pt idx="2283">
                        <c:v>43250</c:v>
                      </c:pt>
                      <c:pt idx="2284">
                        <c:v>43251</c:v>
                      </c:pt>
                      <c:pt idx="2285">
                        <c:v>43252</c:v>
                      </c:pt>
                      <c:pt idx="2286">
                        <c:v>43255</c:v>
                      </c:pt>
                      <c:pt idx="2287">
                        <c:v>43256</c:v>
                      </c:pt>
                      <c:pt idx="2288">
                        <c:v>43257</c:v>
                      </c:pt>
                      <c:pt idx="2289">
                        <c:v>43258</c:v>
                      </c:pt>
                      <c:pt idx="2290">
                        <c:v>43259</c:v>
                      </c:pt>
                      <c:pt idx="2291">
                        <c:v>43261</c:v>
                      </c:pt>
                      <c:pt idx="2292">
                        <c:v>43262</c:v>
                      </c:pt>
                      <c:pt idx="2293">
                        <c:v>43263</c:v>
                      </c:pt>
                      <c:pt idx="2294">
                        <c:v>43264</c:v>
                      </c:pt>
                      <c:pt idx="2295">
                        <c:v>43265</c:v>
                      </c:pt>
                      <c:pt idx="2296">
                        <c:v>43266</c:v>
                      </c:pt>
                      <c:pt idx="2297">
                        <c:v>43269</c:v>
                      </c:pt>
                      <c:pt idx="2298">
                        <c:v>43270</c:v>
                      </c:pt>
                      <c:pt idx="2299">
                        <c:v>43271</c:v>
                      </c:pt>
                      <c:pt idx="2300">
                        <c:v>43272</c:v>
                      </c:pt>
                      <c:pt idx="2301">
                        <c:v>43273</c:v>
                      </c:pt>
                      <c:pt idx="2302">
                        <c:v>43276</c:v>
                      </c:pt>
                      <c:pt idx="2303">
                        <c:v>43277</c:v>
                      </c:pt>
                      <c:pt idx="2304">
                        <c:v>43278</c:v>
                      </c:pt>
                      <c:pt idx="2305">
                        <c:v>43279</c:v>
                      </c:pt>
                      <c:pt idx="2306">
                        <c:v>43280</c:v>
                      </c:pt>
                      <c:pt idx="2307">
                        <c:v>43281</c:v>
                      </c:pt>
                      <c:pt idx="2308">
                        <c:v>43283</c:v>
                      </c:pt>
                      <c:pt idx="2309">
                        <c:v>43284</c:v>
                      </c:pt>
                      <c:pt idx="2310">
                        <c:v>43285</c:v>
                      </c:pt>
                      <c:pt idx="2311">
                        <c:v>43286</c:v>
                      </c:pt>
                      <c:pt idx="2312">
                        <c:v>43287</c:v>
                      </c:pt>
                      <c:pt idx="2313">
                        <c:v>43290</c:v>
                      </c:pt>
                      <c:pt idx="2314">
                        <c:v>43291</c:v>
                      </c:pt>
                      <c:pt idx="2315">
                        <c:v>43292</c:v>
                      </c:pt>
                      <c:pt idx="2316">
                        <c:v>43293</c:v>
                      </c:pt>
                      <c:pt idx="2317">
                        <c:v>43294</c:v>
                      </c:pt>
                      <c:pt idx="2318">
                        <c:v>43297</c:v>
                      </c:pt>
                      <c:pt idx="2319">
                        <c:v>43298</c:v>
                      </c:pt>
                      <c:pt idx="2320">
                        <c:v>43299</c:v>
                      </c:pt>
                      <c:pt idx="2321">
                        <c:v>43300</c:v>
                      </c:pt>
                      <c:pt idx="2322">
                        <c:v>43301</c:v>
                      </c:pt>
                      <c:pt idx="2323">
                        <c:v>43304</c:v>
                      </c:pt>
                      <c:pt idx="2324">
                        <c:v>43305</c:v>
                      </c:pt>
                      <c:pt idx="2325">
                        <c:v>43306</c:v>
                      </c:pt>
                      <c:pt idx="2326">
                        <c:v>43307</c:v>
                      </c:pt>
                      <c:pt idx="2327">
                        <c:v>43308</c:v>
                      </c:pt>
                      <c:pt idx="2328">
                        <c:v>43311</c:v>
                      </c:pt>
                      <c:pt idx="2329">
                        <c:v>43312</c:v>
                      </c:pt>
                      <c:pt idx="2330">
                        <c:v>43313</c:v>
                      </c:pt>
                      <c:pt idx="2331">
                        <c:v>43314</c:v>
                      </c:pt>
                      <c:pt idx="2332">
                        <c:v>43315</c:v>
                      </c:pt>
                      <c:pt idx="2333">
                        <c:v>43318</c:v>
                      </c:pt>
                      <c:pt idx="2334">
                        <c:v>43319</c:v>
                      </c:pt>
                      <c:pt idx="2335">
                        <c:v>43320</c:v>
                      </c:pt>
                      <c:pt idx="2336">
                        <c:v>43321</c:v>
                      </c:pt>
                      <c:pt idx="2337">
                        <c:v>43322</c:v>
                      </c:pt>
                      <c:pt idx="2338">
                        <c:v>43325</c:v>
                      </c:pt>
                      <c:pt idx="2339">
                        <c:v>43326</c:v>
                      </c:pt>
                      <c:pt idx="2340">
                        <c:v>43327</c:v>
                      </c:pt>
                      <c:pt idx="2341">
                        <c:v>43328</c:v>
                      </c:pt>
                      <c:pt idx="2342">
                        <c:v>43329</c:v>
                      </c:pt>
                      <c:pt idx="2343">
                        <c:v>43332</c:v>
                      </c:pt>
                      <c:pt idx="2344">
                        <c:v>43333</c:v>
                      </c:pt>
                      <c:pt idx="2345">
                        <c:v>43334</c:v>
                      </c:pt>
                      <c:pt idx="2346">
                        <c:v>43335</c:v>
                      </c:pt>
                      <c:pt idx="2347">
                        <c:v>43336</c:v>
                      </c:pt>
                      <c:pt idx="2348">
                        <c:v>43339</c:v>
                      </c:pt>
                      <c:pt idx="2349">
                        <c:v>43340</c:v>
                      </c:pt>
                      <c:pt idx="2350">
                        <c:v>43341</c:v>
                      </c:pt>
                      <c:pt idx="2351">
                        <c:v>43342</c:v>
                      </c:pt>
                      <c:pt idx="2352">
                        <c:v>43343</c:v>
                      </c:pt>
                      <c:pt idx="2353">
                        <c:v>43346</c:v>
                      </c:pt>
                      <c:pt idx="2354">
                        <c:v>43347</c:v>
                      </c:pt>
                      <c:pt idx="2355">
                        <c:v>43348</c:v>
                      </c:pt>
                      <c:pt idx="2356">
                        <c:v>43349</c:v>
                      </c:pt>
                      <c:pt idx="2357">
                        <c:v>43350</c:v>
                      </c:pt>
                      <c:pt idx="2358">
                        <c:v>43353</c:v>
                      </c:pt>
                      <c:pt idx="2359">
                        <c:v>43354</c:v>
                      </c:pt>
                      <c:pt idx="2360">
                        <c:v>43355</c:v>
                      </c:pt>
                      <c:pt idx="2361">
                        <c:v>43356</c:v>
                      </c:pt>
                      <c:pt idx="2362">
                        <c:v>43357</c:v>
                      </c:pt>
                      <c:pt idx="2363">
                        <c:v>43360</c:v>
                      </c:pt>
                      <c:pt idx="2364">
                        <c:v>43361</c:v>
                      </c:pt>
                      <c:pt idx="2365">
                        <c:v>43362</c:v>
                      </c:pt>
                      <c:pt idx="2366">
                        <c:v>43363</c:v>
                      </c:pt>
                      <c:pt idx="2367">
                        <c:v>43364</c:v>
                      </c:pt>
                      <c:pt idx="2368">
                        <c:v>43367</c:v>
                      </c:pt>
                      <c:pt idx="2369">
                        <c:v>43368</c:v>
                      </c:pt>
                      <c:pt idx="2370">
                        <c:v>43369</c:v>
                      </c:pt>
                      <c:pt idx="2371">
                        <c:v>43370</c:v>
                      </c:pt>
                      <c:pt idx="2372">
                        <c:v>43371</c:v>
                      </c:pt>
                      <c:pt idx="2373">
                        <c:v>43372</c:v>
                      </c:pt>
                      <c:pt idx="2374">
                        <c:v>43373</c:v>
                      </c:pt>
                      <c:pt idx="2375">
                        <c:v>43374</c:v>
                      </c:pt>
                      <c:pt idx="2376">
                        <c:v>43375</c:v>
                      </c:pt>
                      <c:pt idx="2377">
                        <c:v>43376</c:v>
                      </c:pt>
                      <c:pt idx="2378">
                        <c:v>43377</c:v>
                      </c:pt>
                      <c:pt idx="2379">
                        <c:v>43378</c:v>
                      </c:pt>
                      <c:pt idx="2380">
                        <c:v>43381</c:v>
                      </c:pt>
                      <c:pt idx="2381">
                        <c:v>43382</c:v>
                      </c:pt>
                      <c:pt idx="2382">
                        <c:v>43383</c:v>
                      </c:pt>
                      <c:pt idx="2383">
                        <c:v>43384</c:v>
                      </c:pt>
                      <c:pt idx="2384">
                        <c:v>43385</c:v>
                      </c:pt>
                      <c:pt idx="2385">
                        <c:v>43388</c:v>
                      </c:pt>
                      <c:pt idx="2386">
                        <c:v>43389</c:v>
                      </c:pt>
                      <c:pt idx="2387">
                        <c:v>43390</c:v>
                      </c:pt>
                      <c:pt idx="2388">
                        <c:v>43391</c:v>
                      </c:pt>
                      <c:pt idx="2389">
                        <c:v>43392</c:v>
                      </c:pt>
                      <c:pt idx="2390">
                        <c:v>43393</c:v>
                      </c:pt>
                      <c:pt idx="2391">
                        <c:v>43395</c:v>
                      </c:pt>
                      <c:pt idx="2392">
                        <c:v>43396</c:v>
                      </c:pt>
                      <c:pt idx="2393">
                        <c:v>43397</c:v>
                      </c:pt>
                      <c:pt idx="2394">
                        <c:v>43398</c:v>
                      </c:pt>
                      <c:pt idx="2395">
                        <c:v>43399</c:v>
                      </c:pt>
                      <c:pt idx="2396">
                        <c:v>43402</c:v>
                      </c:pt>
                      <c:pt idx="2397">
                        <c:v>43403</c:v>
                      </c:pt>
                      <c:pt idx="2398">
                        <c:v>43404</c:v>
                      </c:pt>
                      <c:pt idx="2399">
                        <c:v>43405</c:v>
                      </c:pt>
                      <c:pt idx="2400">
                        <c:v>43406</c:v>
                      </c:pt>
                      <c:pt idx="2401">
                        <c:v>43409</c:v>
                      </c:pt>
                      <c:pt idx="2402">
                        <c:v>43410</c:v>
                      </c:pt>
                      <c:pt idx="2403">
                        <c:v>43411</c:v>
                      </c:pt>
                      <c:pt idx="2404">
                        <c:v>43412</c:v>
                      </c:pt>
                      <c:pt idx="2405">
                        <c:v>43413</c:v>
                      </c:pt>
                      <c:pt idx="2406">
                        <c:v>43414</c:v>
                      </c:pt>
                      <c:pt idx="2407">
                        <c:v>43416</c:v>
                      </c:pt>
                      <c:pt idx="2408">
                        <c:v>43417</c:v>
                      </c:pt>
                      <c:pt idx="2409">
                        <c:v>43418</c:v>
                      </c:pt>
                      <c:pt idx="2410">
                        <c:v>43419</c:v>
                      </c:pt>
                      <c:pt idx="2411">
                        <c:v>43420</c:v>
                      </c:pt>
                      <c:pt idx="2412">
                        <c:v>43423</c:v>
                      </c:pt>
                      <c:pt idx="2413">
                        <c:v>43424</c:v>
                      </c:pt>
                      <c:pt idx="2414">
                        <c:v>43425</c:v>
                      </c:pt>
                      <c:pt idx="2415">
                        <c:v>43426</c:v>
                      </c:pt>
                      <c:pt idx="2416">
                        <c:v>43427</c:v>
                      </c:pt>
                      <c:pt idx="2417">
                        <c:v>43430</c:v>
                      </c:pt>
                      <c:pt idx="2418">
                        <c:v>43431</c:v>
                      </c:pt>
                      <c:pt idx="2419">
                        <c:v>43432</c:v>
                      </c:pt>
                      <c:pt idx="2420">
                        <c:v>43433</c:v>
                      </c:pt>
                      <c:pt idx="2421">
                        <c:v>43434</c:v>
                      </c:pt>
                      <c:pt idx="2422">
                        <c:v>43437</c:v>
                      </c:pt>
                      <c:pt idx="2423">
                        <c:v>43438</c:v>
                      </c:pt>
                      <c:pt idx="2424">
                        <c:v>43439</c:v>
                      </c:pt>
                      <c:pt idx="2425">
                        <c:v>43440</c:v>
                      </c:pt>
                      <c:pt idx="2426">
                        <c:v>43441</c:v>
                      </c:pt>
                      <c:pt idx="2427">
                        <c:v>43444</c:v>
                      </c:pt>
                      <c:pt idx="2428">
                        <c:v>43445</c:v>
                      </c:pt>
                      <c:pt idx="2429">
                        <c:v>43446</c:v>
                      </c:pt>
                      <c:pt idx="2430">
                        <c:v>43447</c:v>
                      </c:pt>
                      <c:pt idx="2431">
                        <c:v>43448</c:v>
                      </c:pt>
                      <c:pt idx="2432">
                        <c:v>43451</c:v>
                      </c:pt>
                      <c:pt idx="2433">
                        <c:v>43452</c:v>
                      </c:pt>
                      <c:pt idx="2434">
                        <c:v>43453</c:v>
                      </c:pt>
                      <c:pt idx="2435">
                        <c:v>43454</c:v>
                      </c:pt>
                      <c:pt idx="2436">
                        <c:v>43455</c:v>
                      </c:pt>
                      <c:pt idx="2437">
                        <c:v>43458</c:v>
                      </c:pt>
                      <c:pt idx="2438">
                        <c:v>43459</c:v>
                      </c:pt>
                      <c:pt idx="2439">
                        <c:v>43460</c:v>
                      </c:pt>
                      <c:pt idx="2440">
                        <c:v>43461</c:v>
                      </c:pt>
                      <c:pt idx="2441">
                        <c:v>43462</c:v>
                      </c:pt>
                      <c:pt idx="2442">
                        <c:v>43463</c:v>
                      </c:pt>
                      <c:pt idx="2443">
                        <c:v>43465</c:v>
                      </c:pt>
                      <c:pt idx="2444">
                        <c:v>43467</c:v>
                      </c:pt>
                      <c:pt idx="2445">
                        <c:v>43468</c:v>
                      </c:pt>
                      <c:pt idx="2446">
                        <c:v>43469</c:v>
                      </c:pt>
                      <c:pt idx="2447">
                        <c:v>43472</c:v>
                      </c:pt>
                      <c:pt idx="2448">
                        <c:v>43473</c:v>
                      </c:pt>
                      <c:pt idx="2449">
                        <c:v>43474</c:v>
                      </c:pt>
                      <c:pt idx="2450">
                        <c:v>43475</c:v>
                      </c:pt>
                      <c:pt idx="2451">
                        <c:v>43476</c:v>
                      </c:pt>
                      <c:pt idx="2452">
                        <c:v>43479</c:v>
                      </c:pt>
                      <c:pt idx="2453">
                        <c:v>43480</c:v>
                      </c:pt>
                      <c:pt idx="2454">
                        <c:v>43481</c:v>
                      </c:pt>
                      <c:pt idx="2455">
                        <c:v>43482</c:v>
                      </c:pt>
                      <c:pt idx="2456">
                        <c:v>43483</c:v>
                      </c:pt>
                      <c:pt idx="2457">
                        <c:v>43485</c:v>
                      </c:pt>
                      <c:pt idx="2458">
                        <c:v>43486</c:v>
                      </c:pt>
                      <c:pt idx="2459">
                        <c:v>43487</c:v>
                      </c:pt>
                      <c:pt idx="2460">
                        <c:v>43488</c:v>
                      </c:pt>
                      <c:pt idx="2461">
                        <c:v>43489</c:v>
                      </c:pt>
                      <c:pt idx="2462">
                        <c:v>43490</c:v>
                      </c:pt>
                      <c:pt idx="2463">
                        <c:v>43493</c:v>
                      </c:pt>
                      <c:pt idx="2464">
                        <c:v>43494</c:v>
                      </c:pt>
                      <c:pt idx="2465">
                        <c:v>43495</c:v>
                      </c:pt>
                      <c:pt idx="2466">
                        <c:v>43496</c:v>
                      </c:pt>
                      <c:pt idx="2467">
                        <c:v>43497</c:v>
                      </c:pt>
                      <c:pt idx="2468">
                        <c:v>43498</c:v>
                      </c:pt>
                      <c:pt idx="2469">
                        <c:v>43499</c:v>
                      </c:pt>
                      <c:pt idx="2470">
                        <c:v>43500</c:v>
                      </c:pt>
                      <c:pt idx="2471">
                        <c:v>43501</c:v>
                      </c:pt>
                      <c:pt idx="2472">
                        <c:v>43502</c:v>
                      </c:pt>
                      <c:pt idx="2473">
                        <c:v>43503</c:v>
                      </c:pt>
                      <c:pt idx="2474">
                        <c:v>43504</c:v>
                      </c:pt>
                      <c:pt idx="2475">
                        <c:v>43507</c:v>
                      </c:pt>
                      <c:pt idx="2476">
                        <c:v>43508</c:v>
                      </c:pt>
                      <c:pt idx="2477">
                        <c:v>43509</c:v>
                      </c:pt>
                      <c:pt idx="2478">
                        <c:v>43510</c:v>
                      </c:pt>
                      <c:pt idx="2479">
                        <c:v>43511</c:v>
                      </c:pt>
                      <c:pt idx="2480">
                        <c:v>43514</c:v>
                      </c:pt>
                      <c:pt idx="2481">
                        <c:v>43515</c:v>
                      </c:pt>
                      <c:pt idx="2482">
                        <c:v>43516</c:v>
                      </c:pt>
                      <c:pt idx="2483">
                        <c:v>43517</c:v>
                      </c:pt>
                      <c:pt idx="2484">
                        <c:v>43518</c:v>
                      </c:pt>
                      <c:pt idx="2485">
                        <c:v>43521</c:v>
                      </c:pt>
                      <c:pt idx="2486">
                        <c:v>43522</c:v>
                      </c:pt>
                      <c:pt idx="2487">
                        <c:v>43523</c:v>
                      </c:pt>
                      <c:pt idx="2488">
                        <c:v>43524</c:v>
                      </c:pt>
                      <c:pt idx="2489">
                        <c:v>43525</c:v>
                      </c:pt>
                      <c:pt idx="2490">
                        <c:v>43528</c:v>
                      </c:pt>
                      <c:pt idx="2491">
                        <c:v>43529</c:v>
                      </c:pt>
                      <c:pt idx="2492">
                        <c:v>43530</c:v>
                      </c:pt>
                      <c:pt idx="2493">
                        <c:v>43531</c:v>
                      </c:pt>
                      <c:pt idx="2494">
                        <c:v>43532</c:v>
                      </c:pt>
                      <c:pt idx="2495">
                        <c:v>43534</c:v>
                      </c:pt>
                      <c:pt idx="2496">
                        <c:v>43535</c:v>
                      </c:pt>
                      <c:pt idx="2497">
                        <c:v>43536</c:v>
                      </c:pt>
                      <c:pt idx="2498">
                        <c:v>43537</c:v>
                      </c:pt>
                      <c:pt idx="2499">
                        <c:v>43538</c:v>
                      </c:pt>
                      <c:pt idx="2500">
                        <c:v>43539</c:v>
                      </c:pt>
                      <c:pt idx="2501">
                        <c:v>43542</c:v>
                      </c:pt>
                      <c:pt idx="2502">
                        <c:v>43543</c:v>
                      </c:pt>
                      <c:pt idx="2503">
                        <c:v>43544</c:v>
                      </c:pt>
                      <c:pt idx="2504">
                        <c:v>43545</c:v>
                      </c:pt>
                      <c:pt idx="2505">
                        <c:v>43546</c:v>
                      </c:pt>
                      <c:pt idx="2506">
                        <c:v>43549</c:v>
                      </c:pt>
                      <c:pt idx="2507">
                        <c:v>43550</c:v>
                      </c:pt>
                      <c:pt idx="2508">
                        <c:v>43551</c:v>
                      </c:pt>
                      <c:pt idx="2509">
                        <c:v>43552</c:v>
                      </c:pt>
                      <c:pt idx="2510">
                        <c:v>43553</c:v>
                      </c:pt>
                      <c:pt idx="2511">
                        <c:v>43555</c:v>
                      </c:pt>
                      <c:pt idx="2512">
                        <c:v>43556</c:v>
                      </c:pt>
                      <c:pt idx="2513">
                        <c:v>43557</c:v>
                      </c:pt>
                      <c:pt idx="2514">
                        <c:v>43558</c:v>
                      </c:pt>
                      <c:pt idx="2515">
                        <c:v>43559</c:v>
                      </c:pt>
                      <c:pt idx="2516">
                        <c:v>43560</c:v>
                      </c:pt>
                      <c:pt idx="2517">
                        <c:v>43563</c:v>
                      </c:pt>
                      <c:pt idx="2518">
                        <c:v>43564</c:v>
                      </c:pt>
                      <c:pt idx="2519">
                        <c:v>43565</c:v>
                      </c:pt>
                      <c:pt idx="2520">
                        <c:v>43566</c:v>
                      </c:pt>
                      <c:pt idx="2521">
                        <c:v>43567</c:v>
                      </c:pt>
                      <c:pt idx="2522">
                        <c:v>43570</c:v>
                      </c:pt>
                      <c:pt idx="2523">
                        <c:v>43571</c:v>
                      </c:pt>
                      <c:pt idx="2524">
                        <c:v>43572</c:v>
                      </c:pt>
                      <c:pt idx="2525">
                        <c:v>43573</c:v>
                      </c:pt>
                      <c:pt idx="2526">
                        <c:v>43574</c:v>
                      </c:pt>
                      <c:pt idx="2527">
                        <c:v>43575</c:v>
                      </c:pt>
                      <c:pt idx="2528">
                        <c:v>43577</c:v>
                      </c:pt>
                      <c:pt idx="2529">
                        <c:v>43578</c:v>
                      </c:pt>
                      <c:pt idx="2530">
                        <c:v>43579</c:v>
                      </c:pt>
                      <c:pt idx="2531">
                        <c:v>43580</c:v>
                      </c:pt>
                      <c:pt idx="2532">
                        <c:v>43581</c:v>
                      </c:pt>
                      <c:pt idx="2533">
                        <c:v>43583</c:v>
                      </c:pt>
                      <c:pt idx="2534">
                        <c:v>43584</c:v>
                      </c:pt>
                      <c:pt idx="2535">
                        <c:v>43585</c:v>
                      </c:pt>
                      <c:pt idx="2536">
                        <c:v>43586</c:v>
                      </c:pt>
                      <c:pt idx="2537">
                        <c:v>43587</c:v>
                      </c:pt>
                      <c:pt idx="2538">
                        <c:v>43588</c:v>
                      </c:pt>
                      <c:pt idx="2539">
                        <c:v>43590</c:v>
                      </c:pt>
                      <c:pt idx="2540">
                        <c:v>43591</c:v>
                      </c:pt>
                      <c:pt idx="2541">
                        <c:v>43592</c:v>
                      </c:pt>
                      <c:pt idx="2542">
                        <c:v>43593</c:v>
                      </c:pt>
                      <c:pt idx="2543">
                        <c:v>43594</c:v>
                      </c:pt>
                      <c:pt idx="2544">
                        <c:v>43595</c:v>
                      </c:pt>
                      <c:pt idx="2545">
                        <c:v>43598</c:v>
                      </c:pt>
                      <c:pt idx="2546">
                        <c:v>43599</c:v>
                      </c:pt>
                      <c:pt idx="2547">
                        <c:v>43600</c:v>
                      </c:pt>
                      <c:pt idx="2548">
                        <c:v>43601</c:v>
                      </c:pt>
                      <c:pt idx="2549">
                        <c:v>43602</c:v>
                      </c:pt>
                      <c:pt idx="2550">
                        <c:v>43605</c:v>
                      </c:pt>
                      <c:pt idx="2551">
                        <c:v>43606</c:v>
                      </c:pt>
                      <c:pt idx="2552">
                        <c:v>43607</c:v>
                      </c:pt>
                      <c:pt idx="2553">
                        <c:v>43608</c:v>
                      </c:pt>
                      <c:pt idx="2554">
                        <c:v>43609</c:v>
                      </c:pt>
                      <c:pt idx="2555">
                        <c:v>43612</c:v>
                      </c:pt>
                      <c:pt idx="2556">
                        <c:v>43613</c:v>
                      </c:pt>
                      <c:pt idx="2557">
                        <c:v>43614</c:v>
                      </c:pt>
                      <c:pt idx="2558">
                        <c:v>43615</c:v>
                      </c:pt>
                      <c:pt idx="2559">
                        <c:v>43616</c:v>
                      </c:pt>
                      <c:pt idx="2560">
                        <c:v>43619</c:v>
                      </c:pt>
                      <c:pt idx="2561">
                        <c:v>43620</c:v>
                      </c:pt>
                      <c:pt idx="2562">
                        <c:v>43621</c:v>
                      </c:pt>
                      <c:pt idx="2563">
                        <c:v>43622</c:v>
                      </c:pt>
                      <c:pt idx="2564">
                        <c:v>43623</c:v>
                      </c:pt>
                      <c:pt idx="2565">
                        <c:v>43626</c:v>
                      </c:pt>
                      <c:pt idx="2566">
                        <c:v>43627</c:v>
                      </c:pt>
                      <c:pt idx="2567">
                        <c:v>43628</c:v>
                      </c:pt>
                      <c:pt idx="2568">
                        <c:v>43629</c:v>
                      </c:pt>
                      <c:pt idx="2569">
                        <c:v>43630</c:v>
                      </c:pt>
                      <c:pt idx="2570">
                        <c:v>43633</c:v>
                      </c:pt>
                      <c:pt idx="2571">
                        <c:v>43634</c:v>
                      </c:pt>
                      <c:pt idx="2572">
                        <c:v>43635</c:v>
                      </c:pt>
                      <c:pt idx="2573">
                        <c:v>43636</c:v>
                      </c:pt>
                      <c:pt idx="2574">
                        <c:v>43637</c:v>
                      </c:pt>
                      <c:pt idx="2575">
                        <c:v>43640</c:v>
                      </c:pt>
                      <c:pt idx="2576">
                        <c:v>43641</c:v>
                      </c:pt>
                      <c:pt idx="2577">
                        <c:v>43642</c:v>
                      </c:pt>
                      <c:pt idx="2578">
                        <c:v>43643</c:v>
                      </c:pt>
                      <c:pt idx="2579">
                        <c:v>43644</c:v>
                      </c:pt>
                      <c:pt idx="2580">
                        <c:v>43646</c:v>
                      </c:pt>
                      <c:pt idx="2581">
                        <c:v>43647</c:v>
                      </c:pt>
                      <c:pt idx="2582">
                        <c:v>43648</c:v>
                      </c:pt>
                      <c:pt idx="2583">
                        <c:v>43649</c:v>
                      </c:pt>
                      <c:pt idx="2584">
                        <c:v>43650</c:v>
                      </c:pt>
                      <c:pt idx="2585">
                        <c:v>43651</c:v>
                      </c:pt>
                      <c:pt idx="2586">
                        <c:v>43654</c:v>
                      </c:pt>
                      <c:pt idx="2587">
                        <c:v>43655</c:v>
                      </c:pt>
                      <c:pt idx="2588">
                        <c:v>43656</c:v>
                      </c:pt>
                      <c:pt idx="2589">
                        <c:v>43657</c:v>
                      </c:pt>
                      <c:pt idx="2590">
                        <c:v>43658</c:v>
                      </c:pt>
                      <c:pt idx="2591">
                        <c:v>43661</c:v>
                      </c:pt>
                      <c:pt idx="2592">
                        <c:v>43662</c:v>
                      </c:pt>
                      <c:pt idx="2593">
                        <c:v>43663</c:v>
                      </c:pt>
                      <c:pt idx="2594">
                        <c:v>43664</c:v>
                      </c:pt>
                      <c:pt idx="2595">
                        <c:v>43665</c:v>
                      </c:pt>
                      <c:pt idx="2596">
                        <c:v>43666</c:v>
                      </c:pt>
                      <c:pt idx="2597">
                        <c:v>43668</c:v>
                      </c:pt>
                      <c:pt idx="2598">
                        <c:v>43669</c:v>
                      </c:pt>
                      <c:pt idx="2599">
                        <c:v>43670</c:v>
                      </c:pt>
                      <c:pt idx="2600">
                        <c:v>43671</c:v>
                      </c:pt>
                      <c:pt idx="2601">
                        <c:v>43672</c:v>
                      </c:pt>
                      <c:pt idx="2602">
                        <c:v>43675</c:v>
                      </c:pt>
                      <c:pt idx="2603">
                        <c:v>43676</c:v>
                      </c:pt>
                      <c:pt idx="2604">
                        <c:v>43677</c:v>
                      </c:pt>
                      <c:pt idx="2605">
                        <c:v>43678</c:v>
                      </c:pt>
                      <c:pt idx="2606">
                        <c:v>43679</c:v>
                      </c:pt>
                      <c:pt idx="2607">
                        <c:v>43682</c:v>
                      </c:pt>
                      <c:pt idx="2608">
                        <c:v>43683</c:v>
                      </c:pt>
                      <c:pt idx="2609">
                        <c:v>43684</c:v>
                      </c:pt>
                      <c:pt idx="2610">
                        <c:v>43685</c:v>
                      </c:pt>
                      <c:pt idx="2611">
                        <c:v>43686</c:v>
                      </c:pt>
                      <c:pt idx="2612">
                        <c:v>43687</c:v>
                      </c:pt>
                      <c:pt idx="2613">
                        <c:v>43689</c:v>
                      </c:pt>
                      <c:pt idx="2614">
                        <c:v>43690</c:v>
                      </c:pt>
                      <c:pt idx="2615">
                        <c:v>43691</c:v>
                      </c:pt>
                      <c:pt idx="2616">
                        <c:v>43692</c:v>
                      </c:pt>
                      <c:pt idx="2617">
                        <c:v>43693</c:v>
                      </c:pt>
                      <c:pt idx="2618">
                        <c:v>43696</c:v>
                      </c:pt>
                      <c:pt idx="2619">
                        <c:v>43697</c:v>
                      </c:pt>
                      <c:pt idx="2620">
                        <c:v>43698</c:v>
                      </c:pt>
                      <c:pt idx="2621">
                        <c:v>43699</c:v>
                      </c:pt>
                      <c:pt idx="2622">
                        <c:v>43700</c:v>
                      </c:pt>
                      <c:pt idx="2623">
                        <c:v>43703</c:v>
                      </c:pt>
                      <c:pt idx="2624">
                        <c:v>43704</c:v>
                      </c:pt>
                      <c:pt idx="2625">
                        <c:v>43705</c:v>
                      </c:pt>
                      <c:pt idx="2626">
                        <c:v>43706</c:v>
                      </c:pt>
                      <c:pt idx="2627">
                        <c:v>43707</c:v>
                      </c:pt>
                      <c:pt idx="2628">
                        <c:v>43708</c:v>
                      </c:pt>
                      <c:pt idx="2629">
                        <c:v>43710</c:v>
                      </c:pt>
                      <c:pt idx="2630">
                        <c:v>43711</c:v>
                      </c:pt>
                      <c:pt idx="2631">
                        <c:v>43712</c:v>
                      </c:pt>
                      <c:pt idx="2632">
                        <c:v>43713</c:v>
                      </c:pt>
                      <c:pt idx="2633">
                        <c:v>43714</c:v>
                      </c:pt>
                      <c:pt idx="2634">
                        <c:v>43717</c:v>
                      </c:pt>
                      <c:pt idx="2635">
                        <c:v>43718</c:v>
                      </c:pt>
                      <c:pt idx="2636">
                        <c:v>43719</c:v>
                      </c:pt>
                      <c:pt idx="2637">
                        <c:v>43720</c:v>
                      </c:pt>
                      <c:pt idx="2638">
                        <c:v>43721</c:v>
                      </c:pt>
                      <c:pt idx="2639">
                        <c:v>43724</c:v>
                      </c:pt>
                      <c:pt idx="2640">
                        <c:v>43725</c:v>
                      </c:pt>
                      <c:pt idx="2641">
                        <c:v>43726</c:v>
                      </c:pt>
                      <c:pt idx="2642">
                        <c:v>43727</c:v>
                      </c:pt>
                      <c:pt idx="2643">
                        <c:v>43728</c:v>
                      </c:pt>
                      <c:pt idx="2644">
                        <c:v>43731</c:v>
                      </c:pt>
                      <c:pt idx="2645">
                        <c:v>43732</c:v>
                      </c:pt>
                      <c:pt idx="2646">
                        <c:v>43733</c:v>
                      </c:pt>
                      <c:pt idx="2647">
                        <c:v>43734</c:v>
                      </c:pt>
                      <c:pt idx="2648">
                        <c:v>43735</c:v>
                      </c:pt>
                      <c:pt idx="2649">
                        <c:v>43737</c:v>
                      </c:pt>
                      <c:pt idx="2650">
                        <c:v>43738</c:v>
                      </c:pt>
                      <c:pt idx="2651">
                        <c:v>43739</c:v>
                      </c:pt>
                      <c:pt idx="2652">
                        <c:v>43740</c:v>
                      </c:pt>
                      <c:pt idx="2653">
                        <c:v>43741</c:v>
                      </c:pt>
                      <c:pt idx="2654">
                        <c:v>43742</c:v>
                      </c:pt>
                      <c:pt idx="2655">
                        <c:v>43745</c:v>
                      </c:pt>
                      <c:pt idx="2656">
                        <c:v>43746</c:v>
                      </c:pt>
                      <c:pt idx="2657">
                        <c:v>43747</c:v>
                      </c:pt>
                      <c:pt idx="2658">
                        <c:v>43748</c:v>
                      </c:pt>
                      <c:pt idx="2659">
                        <c:v>43749</c:v>
                      </c:pt>
                      <c:pt idx="2660">
                        <c:v>43750</c:v>
                      </c:pt>
                      <c:pt idx="2661">
                        <c:v>43752</c:v>
                      </c:pt>
                      <c:pt idx="2662">
                        <c:v>43753</c:v>
                      </c:pt>
                      <c:pt idx="2663">
                        <c:v>43754</c:v>
                      </c:pt>
                      <c:pt idx="2664">
                        <c:v>43755</c:v>
                      </c:pt>
                      <c:pt idx="2665">
                        <c:v>43756</c:v>
                      </c:pt>
                      <c:pt idx="2666">
                        <c:v>43758</c:v>
                      </c:pt>
                      <c:pt idx="2667">
                        <c:v>43759</c:v>
                      </c:pt>
                      <c:pt idx="2668">
                        <c:v>43760</c:v>
                      </c:pt>
                      <c:pt idx="2669">
                        <c:v>43761</c:v>
                      </c:pt>
                      <c:pt idx="2670">
                        <c:v>43762</c:v>
                      </c:pt>
                      <c:pt idx="2671">
                        <c:v>43763</c:v>
                      </c:pt>
                      <c:pt idx="2672">
                        <c:v>43766</c:v>
                      </c:pt>
                      <c:pt idx="2673">
                        <c:v>43767</c:v>
                      </c:pt>
                      <c:pt idx="2674">
                        <c:v>43768</c:v>
                      </c:pt>
                      <c:pt idx="2675">
                        <c:v>43769</c:v>
                      </c:pt>
                      <c:pt idx="2676">
                        <c:v>43770</c:v>
                      </c:pt>
                      <c:pt idx="2677">
                        <c:v>43773</c:v>
                      </c:pt>
                      <c:pt idx="2678">
                        <c:v>43774</c:v>
                      </c:pt>
                      <c:pt idx="2679">
                        <c:v>43775</c:v>
                      </c:pt>
                      <c:pt idx="2680">
                        <c:v>43776</c:v>
                      </c:pt>
                      <c:pt idx="2681">
                        <c:v>43777</c:v>
                      </c:pt>
                      <c:pt idx="2682">
                        <c:v>43779</c:v>
                      </c:pt>
                      <c:pt idx="2683">
                        <c:v>43780</c:v>
                      </c:pt>
                      <c:pt idx="2684">
                        <c:v>43781</c:v>
                      </c:pt>
                      <c:pt idx="2685">
                        <c:v>43782</c:v>
                      </c:pt>
                      <c:pt idx="2686">
                        <c:v>43783</c:v>
                      </c:pt>
                      <c:pt idx="2687">
                        <c:v>43784</c:v>
                      </c:pt>
                      <c:pt idx="2688">
                        <c:v>43787</c:v>
                      </c:pt>
                      <c:pt idx="2689">
                        <c:v>43788</c:v>
                      </c:pt>
                      <c:pt idx="2690">
                        <c:v>43789</c:v>
                      </c:pt>
                      <c:pt idx="2691">
                        <c:v>43790</c:v>
                      </c:pt>
                      <c:pt idx="2692">
                        <c:v>43791</c:v>
                      </c:pt>
                      <c:pt idx="2693">
                        <c:v>43794</c:v>
                      </c:pt>
                      <c:pt idx="2694">
                        <c:v>43795</c:v>
                      </c:pt>
                      <c:pt idx="2695">
                        <c:v>43796</c:v>
                      </c:pt>
                      <c:pt idx="2696">
                        <c:v>43797</c:v>
                      </c:pt>
                      <c:pt idx="2697">
                        <c:v>43798</c:v>
                      </c:pt>
                      <c:pt idx="2698">
                        <c:v>43799</c:v>
                      </c:pt>
                      <c:pt idx="2699">
                        <c:v>43801</c:v>
                      </c:pt>
                      <c:pt idx="2700">
                        <c:v>43802</c:v>
                      </c:pt>
                      <c:pt idx="2701">
                        <c:v>43803</c:v>
                      </c:pt>
                      <c:pt idx="2702">
                        <c:v>43804</c:v>
                      </c:pt>
                      <c:pt idx="2703">
                        <c:v>43805</c:v>
                      </c:pt>
                      <c:pt idx="2704">
                        <c:v>43808</c:v>
                      </c:pt>
                      <c:pt idx="2705">
                        <c:v>43809</c:v>
                      </c:pt>
                      <c:pt idx="2706">
                        <c:v>43810</c:v>
                      </c:pt>
                      <c:pt idx="2707">
                        <c:v>43811</c:v>
                      </c:pt>
                      <c:pt idx="2708">
                        <c:v>43812</c:v>
                      </c:pt>
                      <c:pt idx="2709">
                        <c:v>43815</c:v>
                      </c:pt>
                      <c:pt idx="2710">
                        <c:v>43816</c:v>
                      </c:pt>
                      <c:pt idx="2711">
                        <c:v>43817</c:v>
                      </c:pt>
                      <c:pt idx="2712">
                        <c:v>43818</c:v>
                      </c:pt>
                      <c:pt idx="2713">
                        <c:v>43819</c:v>
                      </c:pt>
                      <c:pt idx="2714">
                        <c:v>43822</c:v>
                      </c:pt>
                      <c:pt idx="2715">
                        <c:v>43823</c:v>
                      </c:pt>
                      <c:pt idx="2716">
                        <c:v>43824</c:v>
                      </c:pt>
                      <c:pt idx="2717">
                        <c:v>43825</c:v>
                      </c:pt>
                      <c:pt idx="2718">
                        <c:v>43826</c:v>
                      </c:pt>
                      <c:pt idx="2719">
                        <c:v>43829</c:v>
                      </c:pt>
                      <c:pt idx="2720">
                        <c:v>43830</c:v>
                      </c:pt>
                      <c:pt idx="2721">
                        <c:v>43832</c:v>
                      </c:pt>
                      <c:pt idx="2722">
                        <c:v>43833</c:v>
                      </c:pt>
                      <c:pt idx="2723">
                        <c:v>43836</c:v>
                      </c:pt>
                      <c:pt idx="2724">
                        <c:v>43837</c:v>
                      </c:pt>
                      <c:pt idx="2725">
                        <c:v>43838</c:v>
                      </c:pt>
                      <c:pt idx="2726">
                        <c:v>43839</c:v>
                      </c:pt>
                      <c:pt idx="2727">
                        <c:v>43840</c:v>
                      </c:pt>
                      <c:pt idx="2728">
                        <c:v>43843</c:v>
                      </c:pt>
                      <c:pt idx="2729">
                        <c:v>43844</c:v>
                      </c:pt>
                      <c:pt idx="2730">
                        <c:v>43845</c:v>
                      </c:pt>
                      <c:pt idx="2731">
                        <c:v>43846</c:v>
                      </c:pt>
                      <c:pt idx="2732">
                        <c:v>43847</c:v>
                      </c:pt>
                      <c:pt idx="2733">
                        <c:v>43849</c:v>
                      </c:pt>
                      <c:pt idx="2734">
                        <c:v>43850</c:v>
                      </c:pt>
                      <c:pt idx="2735">
                        <c:v>43851</c:v>
                      </c:pt>
                      <c:pt idx="2736">
                        <c:v>43852</c:v>
                      </c:pt>
                      <c:pt idx="2737">
                        <c:v>43853</c:v>
                      </c:pt>
                      <c:pt idx="2738">
                        <c:v>43854</c:v>
                      </c:pt>
                      <c:pt idx="2739">
                        <c:v>43857</c:v>
                      </c:pt>
                      <c:pt idx="2740">
                        <c:v>43858</c:v>
                      </c:pt>
                      <c:pt idx="2741">
                        <c:v>43859</c:v>
                      </c:pt>
                      <c:pt idx="2742">
                        <c:v>43860</c:v>
                      </c:pt>
                      <c:pt idx="2743">
                        <c:v>43861</c:v>
                      </c:pt>
                      <c:pt idx="2744">
                        <c:v>43864</c:v>
                      </c:pt>
                      <c:pt idx="2745">
                        <c:v>43865</c:v>
                      </c:pt>
                      <c:pt idx="2746">
                        <c:v>43866</c:v>
                      </c:pt>
                      <c:pt idx="2747">
                        <c:v>43867</c:v>
                      </c:pt>
                      <c:pt idx="2748">
                        <c:v>43868</c:v>
                      </c:pt>
                      <c:pt idx="2749">
                        <c:v>43871</c:v>
                      </c:pt>
                      <c:pt idx="2750">
                        <c:v>43872</c:v>
                      </c:pt>
                      <c:pt idx="2751">
                        <c:v>43873</c:v>
                      </c:pt>
                      <c:pt idx="2752">
                        <c:v>43874</c:v>
                      </c:pt>
                      <c:pt idx="2753">
                        <c:v>43875</c:v>
                      </c:pt>
                      <c:pt idx="2754">
                        <c:v>43878</c:v>
                      </c:pt>
                      <c:pt idx="2755">
                        <c:v>43879</c:v>
                      </c:pt>
                      <c:pt idx="2756">
                        <c:v>43880</c:v>
                      </c:pt>
                      <c:pt idx="2757">
                        <c:v>43881</c:v>
                      </c:pt>
                      <c:pt idx="2758">
                        <c:v>43882</c:v>
                      </c:pt>
                      <c:pt idx="2759">
                        <c:v>43885</c:v>
                      </c:pt>
                      <c:pt idx="2760">
                        <c:v>43886</c:v>
                      </c:pt>
                      <c:pt idx="2761">
                        <c:v>43887</c:v>
                      </c:pt>
                      <c:pt idx="2762">
                        <c:v>43888</c:v>
                      </c:pt>
                      <c:pt idx="2763">
                        <c:v>43889</c:v>
                      </c:pt>
                      <c:pt idx="2764">
                        <c:v>43890</c:v>
                      </c:pt>
                      <c:pt idx="2765">
                        <c:v>43892</c:v>
                      </c:pt>
                      <c:pt idx="2766">
                        <c:v>43893</c:v>
                      </c:pt>
                      <c:pt idx="2767">
                        <c:v>43894</c:v>
                      </c:pt>
                      <c:pt idx="2768">
                        <c:v>43895</c:v>
                      </c:pt>
                      <c:pt idx="2769">
                        <c:v>43896</c:v>
                      </c:pt>
                      <c:pt idx="2770">
                        <c:v>43899</c:v>
                      </c:pt>
                      <c:pt idx="2771">
                        <c:v>43900</c:v>
                      </c:pt>
                      <c:pt idx="2772">
                        <c:v>43901</c:v>
                      </c:pt>
                      <c:pt idx="2773">
                        <c:v>43902</c:v>
                      </c:pt>
                      <c:pt idx="2774">
                        <c:v>43903</c:v>
                      </c:pt>
                      <c:pt idx="2775">
                        <c:v>43906</c:v>
                      </c:pt>
                      <c:pt idx="2776">
                        <c:v>43907</c:v>
                      </c:pt>
                      <c:pt idx="2777">
                        <c:v>43908</c:v>
                      </c:pt>
                      <c:pt idx="2778">
                        <c:v>43909</c:v>
                      </c:pt>
                      <c:pt idx="2779">
                        <c:v>43910</c:v>
                      </c:pt>
                      <c:pt idx="2780">
                        <c:v>43913</c:v>
                      </c:pt>
                      <c:pt idx="2781">
                        <c:v>43914</c:v>
                      </c:pt>
                      <c:pt idx="2782">
                        <c:v>43915</c:v>
                      </c:pt>
                      <c:pt idx="2783">
                        <c:v>43916</c:v>
                      </c:pt>
                      <c:pt idx="2784">
                        <c:v>43917</c:v>
                      </c:pt>
                      <c:pt idx="2785">
                        <c:v>43920</c:v>
                      </c:pt>
                      <c:pt idx="2786">
                        <c:v>43921</c:v>
                      </c:pt>
                      <c:pt idx="2787">
                        <c:v>43922</c:v>
                      </c:pt>
                      <c:pt idx="2788">
                        <c:v>43923</c:v>
                      </c:pt>
                      <c:pt idx="2789">
                        <c:v>43924</c:v>
                      </c:pt>
                      <c:pt idx="2790">
                        <c:v>43927</c:v>
                      </c:pt>
                      <c:pt idx="2791">
                        <c:v>43928</c:v>
                      </c:pt>
                      <c:pt idx="2792">
                        <c:v>43929</c:v>
                      </c:pt>
                      <c:pt idx="2793">
                        <c:v>43930</c:v>
                      </c:pt>
                      <c:pt idx="2794">
                        <c:v>43931</c:v>
                      </c:pt>
                      <c:pt idx="2795">
                        <c:v>43934</c:v>
                      </c:pt>
                      <c:pt idx="2796">
                        <c:v>43935</c:v>
                      </c:pt>
                      <c:pt idx="2797">
                        <c:v>43936</c:v>
                      </c:pt>
                      <c:pt idx="2798">
                        <c:v>43937</c:v>
                      </c:pt>
                      <c:pt idx="2799">
                        <c:v>43938</c:v>
                      </c:pt>
                      <c:pt idx="2800">
                        <c:v>43941</c:v>
                      </c:pt>
                      <c:pt idx="2801">
                        <c:v>43942</c:v>
                      </c:pt>
                      <c:pt idx="2802">
                        <c:v>43943</c:v>
                      </c:pt>
                      <c:pt idx="2803">
                        <c:v>43944</c:v>
                      </c:pt>
                      <c:pt idx="2804">
                        <c:v>43945</c:v>
                      </c:pt>
                      <c:pt idx="2805">
                        <c:v>43947</c:v>
                      </c:pt>
                      <c:pt idx="2806">
                        <c:v>43948</c:v>
                      </c:pt>
                      <c:pt idx="2807">
                        <c:v>43949</c:v>
                      </c:pt>
                      <c:pt idx="2808">
                        <c:v>43950</c:v>
                      </c:pt>
                      <c:pt idx="2809">
                        <c:v>43951</c:v>
                      </c:pt>
                      <c:pt idx="2810">
                        <c:v>43952</c:v>
                      </c:pt>
                      <c:pt idx="2811">
                        <c:v>43955</c:v>
                      </c:pt>
                      <c:pt idx="2812">
                        <c:v>43956</c:v>
                      </c:pt>
                      <c:pt idx="2813">
                        <c:v>43957</c:v>
                      </c:pt>
                      <c:pt idx="2814">
                        <c:v>43958</c:v>
                      </c:pt>
                      <c:pt idx="2815">
                        <c:v>43959</c:v>
                      </c:pt>
                      <c:pt idx="2816">
                        <c:v>43960</c:v>
                      </c:pt>
                      <c:pt idx="2817">
                        <c:v>43961</c:v>
                      </c:pt>
                      <c:pt idx="2818">
                        <c:v>43962</c:v>
                      </c:pt>
                      <c:pt idx="2819">
                        <c:v>43963</c:v>
                      </c:pt>
                      <c:pt idx="2820">
                        <c:v>43964</c:v>
                      </c:pt>
                      <c:pt idx="2821">
                        <c:v>43965</c:v>
                      </c:pt>
                      <c:pt idx="2822">
                        <c:v>43966</c:v>
                      </c:pt>
                      <c:pt idx="2823">
                        <c:v>43969</c:v>
                      </c:pt>
                      <c:pt idx="2824">
                        <c:v>43970</c:v>
                      </c:pt>
                      <c:pt idx="2825">
                        <c:v>43971</c:v>
                      </c:pt>
                      <c:pt idx="2826">
                        <c:v>43972</c:v>
                      </c:pt>
                      <c:pt idx="2827">
                        <c:v>43973</c:v>
                      </c:pt>
                      <c:pt idx="2828">
                        <c:v>43976</c:v>
                      </c:pt>
                      <c:pt idx="2829">
                        <c:v>43977</c:v>
                      </c:pt>
                      <c:pt idx="2830">
                        <c:v>43978</c:v>
                      </c:pt>
                      <c:pt idx="2831">
                        <c:v>43979</c:v>
                      </c:pt>
                      <c:pt idx="2832">
                        <c:v>43980</c:v>
                      </c:pt>
                      <c:pt idx="2833">
                        <c:v>43982</c:v>
                      </c:pt>
                      <c:pt idx="2834">
                        <c:v>43983</c:v>
                      </c:pt>
                      <c:pt idx="2835">
                        <c:v>43984</c:v>
                      </c:pt>
                      <c:pt idx="2836">
                        <c:v>43985</c:v>
                      </c:pt>
                      <c:pt idx="2837">
                        <c:v>43986</c:v>
                      </c:pt>
                      <c:pt idx="2838">
                        <c:v>43987</c:v>
                      </c:pt>
                      <c:pt idx="2839">
                        <c:v>43990</c:v>
                      </c:pt>
                      <c:pt idx="2840">
                        <c:v>43991</c:v>
                      </c:pt>
                      <c:pt idx="2841">
                        <c:v>43992</c:v>
                      </c:pt>
                      <c:pt idx="2842">
                        <c:v>43993</c:v>
                      </c:pt>
                      <c:pt idx="2843">
                        <c:v>43994</c:v>
                      </c:pt>
                      <c:pt idx="2844">
                        <c:v>43997</c:v>
                      </c:pt>
                      <c:pt idx="2845">
                        <c:v>43998</c:v>
                      </c:pt>
                      <c:pt idx="2846">
                        <c:v>43999</c:v>
                      </c:pt>
                      <c:pt idx="2847">
                        <c:v>44000</c:v>
                      </c:pt>
                      <c:pt idx="2848">
                        <c:v>44001</c:v>
                      </c:pt>
                      <c:pt idx="2849">
                        <c:v>44002</c:v>
                      </c:pt>
                      <c:pt idx="2850">
                        <c:v>44004</c:v>
                      </c:pt>
                      <c:pt idx="2851">
                        <c:v>44005</c:v>
                      </c:pt>
                      <c:pt idx="2852">
                        <c:v>44006</c:v>
                      </c:pt>
                      <c:pt idx="2853">
                        <c:v>44007</c:v>
                      </c:pt>
                      <c:pt idx="2854">
                        <c:v>44008</c:v>
                      </c:pt>
                      <c:pt idx="2855">
                        <c:v>44010</c:v>
                      </c:pt>
                      <c:pt idx="2856">
                        <c:v>44011</c:v>
                      </c:pt>
                      <c:pt idx="2857">
                        <c:v>44012</c:v>
                      </c:pt>
                      <c:pt idx="2858">
                        <c:v>44013</c:v>
                      </c:pt>
                      <c:pt idx="2859">
                        <c:v>44014</c:v>
                      </c:pt>
                      <c:pt idx="2860">
                        <c:v>44015</c:v>
                      </c:pt>
                      <c:pt idx="2861">
                        <c:v>44018</c:v>
                      </c:pt>
                      <c:pt idx="2862">
                        <c:v>44019</c:v>
                      </c:pt>
                      <c:pt idx="2863">
                        <c:v>44020</c:v>
                      </c:pt>
                      <c:pt idx="2864">
                        <c:v>44021</c:v>
                      </c:pt>
                      <c:pt idx="2865">
                        <c:v>44022</c:v>
                      </c:pt>
                      <c:pt idx="2866">
                        <c:v>44025</c:v>
                      </c:pt>
                      <c:pt idx="2867">
                        <c:v>44026</c:v>
                      </c:pt>
                      <c:pt idx="2868">
                        <c:v>44027</c:v>
                      </c:pt>
                      <c:pt idx="2869">
                        <c:v>44028</c:v>
                      </c:pt>
                      <c:pt idx="2870">
                        <c:v>44029</c:v>
                      </c:pt>
                      <c:pt idx="2871">
                        <c:v>44032</c:v>
                      </c:pt>
                      <c:pt idx="2872">
                        <c:v>44033</c:v>
                      </c:pt>
                      <c:pt idx="2873">
                        <c:v>44034</c:v>
                      </c:pt>
                      <c:pt idx="2874">
                        <c:v>44035</c:v>
                      </c:pt>
                      <c:pt idx="2875">
                        <c:v>44036</c:v>
                      </c:pt>
                      <c:pt idx="2876">
                        <c:v>44039</c:v>
                      </c:pt>
                      <c:pt idx="2877">
                        <c:v>44040</c:v>
                      </c:pt>
                      <c:pt idx="2878">
                        <c:v>44041</c:v>
                      </c:pt>
                      <c:pt idx="2879">
                        <c:v>44042</c:v>
                      </c:pt>
                      <c:pt idx="2880">
                        <c:v>44043</c:v>
                      </c:pt>
                      <c:pt idx="2881">
                        <c:v>44046</c:v>
                      </c:pt>
                      <c:pt idx="2882">
                        <c:v>44047</c:v>
                      </c:pt>
                      <c:pt idx="2883">
                        <c:v>44048</c:v>
                      </c:pt>
                      <c:pt idx="2884">
                        <c:v>44049</c:v>
                      </c:pt>
                      <c:pt idx="2885">
                        <c:v>44050</c:v>
                      </c:pt>
                      <c:pt idx="2886">
                        <c:v>44053</c:v>
                      </c:pt>
                      <c:pt idx="2887">
                        <c:v>44054</c:v>
                      </c:pt>
                      <c:pt idx="2888">
                        <c:v>44055</c:v>
                      </c:pt>
                      <c:pt idx="2889">
                        <c:v>44056</c:v>
                      </c:pt>
                      <c:pt idx="2890">
                        <c:v>44057</c:v>
                      </c:pt>
                      <c:pt idx="2891">
                        <c:v>44060</c:v>
                      </c:pt>
                      <c:pt idx="2892">
                        <c:v>44061</c:v>
                      </c:pt>
                      <c:pt idx="2893">
                        <c:v>44062</c:v>
                      </c:pt>
                      <c:pt idx="2894">
                        <c:v>44063</c:v>
                      </c:pt>
                      <c:pt idx="2895">
                        <c:v>44064</c:v>
                      </c:pt>
                      <c:pt idx="2896">
                        <c:v>44067</c:v>
                      </c:pt>
                      <c:pt idx="2897">
                        <c:v>44068</c:v>
                      </c:pt>
                      <c:pt idx="2898">
                        <c:v>44069</c:v>
                      </c:pt>
                      <c:pt idx="2899">
                        <c:v>44070</c:v>
                      </c:pt>
                      <c:pt idx="2900">
                        <c:v>44071</c:v>
                      </c:pt>
                      <c:pt idx="2901">
                        <c:v>44074</c:v>
                      </c:pt>
                      <c:pt idx="2902">
                        <c:v>44075</c:v>
                      </c:pt>
                      <c:pt idx="2903">
                        <c:v>44076</c:v>
                      </c:pt>
                      <c:pt idx="2904">
                        <c:v>44077</c:v>
                      </c:pt>
                      <c:pt idx="2905">
                        <c:v>44078</c:v>
                      </c:pt>
                      <c:pt idx="2906">
                        <c:v>44081</c:v>
                      </c:pt>
                      <c:pt idx="2907">
                        <c:v>44082</c:v>
                      </c:pt>
                      <c:pt idx="2908">
                        <c:v>44083</c:v>
                      </c:pt>
                      <c:pt idx="2909">
                        <c:v>44084</c:v>
                      </c:pt>
                      <c:pt idx="2910">
                        <c:v>44085</c:v>
                      </c:pt>
                      <c:pt idx="2911">
                        <c:v>44088</c:v>
                      </c:pt>
                      <c:pt idx="2912">
                        <c:v>44089</c:v>
                      </c:pt>
                      <c:pt idx="2913">
                        <c:v>44090</c:v>
                      </c:pt>
                      <c:pt idx="2914">
                        <c:v>44091</c:v>
                      </c:pt>
                      <c:pt idx="2915">
                        <c:v>44092</c:v>
                      </c:pt>
                      <c:pt idx="2916">
                        <c:v>44094</c:v>
                      </c:pt>
                      <c:pt idx="2917">
                        <c:v>44095</c:v>
                      </c:pt>
                      <c:pt idx="2918">
                        <c:v>44096</c:v>
                      </c:pt>
                      <c:pt idx="2919">
                        <c:v>44097</c:v>
                      </c:pt>
                      <c:pt idx="2920">
                        <c:v>44098</c:v>
                      </c:pt>
                      <c:pt idx="2921">
                        <c:v>44099</c:v>
                      </c:pt>
                      <c:pt idx="2922">
                        <c:v>44101</c:v>
                      </c:pt>
                      <c:pt idx="2923">
                        <c:v>44102</c:v>
                      </c:pt>
                      <c:pt idx="2924">
                        <c:v>44103</c:v>
                      </c:pt>
                      <c:pt idx="2925">
                        <c:v>44104</c:v>
                      </c:pt>
                      <c:pt idx="2926">
                        <c:v>44105</c:v>
                      </c:pt>
                      <c:pt idx="2927">
                        <c:v>44106</c:v>
                      </c:pt>
                      <c:pt idx="2928">
                        <c:v>44109</c:v>
                      </c:pt>
                      <c:pt idx="2929">
                        <c:v>44110</c:v>
                      </c:pt>
                      <c:pt idx="2930">
                        <c:v>44111</c:v>
                      </c:pt>
                      <c:pt idx="2931">
                        <c:v>44112</c:v>
                      </c:pt>
                      <c:pt idx="2932">
                        <c:v>44113</c:v>
                      </c:pt>
                      <c:pt idx="2933">
                        <c:v>44114</c:v>
                      </c:pt>
                      <c:pt idx="2934">
                        <c:v>44116</c:v>
                      </c:pt>
                      <c:pt idx="2935">
                        <c:v>44117</c:v>
                      </c:pt>
                      <c:pt idx="2936">
                        <c:v>44118</c:v>
                      </c:pt>
                      <c:pt idx="2937">
                        <c:v>44119</c:v>
                      </c:pt>
                      <c:pt idx="2938">
                        <c:v>44120</c:v>
                      </c:pt>
                      <c:pt idx="2939">
                        <c:v>44123</c:v>
                      </c:pt>
                      <c:pt idx="2940">
                        <c:v>44124</c:v>
                      </c:pt>
                      <c:pt idx="2941">
                        <c:v>44125</c:v>
                      </c:pt>
                      <c:pt idx="2942">
                        <c:v>44126</c:v>
                      </c:pt>
                      <c:pt idx="2943">
                        <c:v>44127</c:v>
                      </c:pt>
                      <c:pt idx="2944">
                        <c:v>44130</c:v>
                      </c:pt>
                      <c:pt idx="2945">
                        <c:v>44131</c:v>
                      </c:pt>
                      <c:pt idx="2946">
                        <c:v>44132</c:v>
                      </c:pt>
                      <c:pt idx="2947">
                        <c:v>44133</c:v>
                      </c:pt>
                      <c:pt idx="2948">
                        <c:v>44134</c:v>
                      </c:pt>
                      <c:pt idx="2949">
                        <c:v>44135</c:v>
                      </c:pt>
                      <c:pt idx="2950">
                        <c:v>44137</c:v>
                      </c:pt>
                      <c:pt idx="2951">
                        <c:v>44138</c:v>
                      </c:pt>
                      <c:pt idx="2952">
                        <c:v>44139</c:v>
                      </c:pt>
                      <c:pt idx="2953">
                        <c:v>44140</c:v>
                      </c:pt>
                      <c:pt idx="2954">
                        <c:v>44141</c:v>
                      </c:pt>
                      <c:pt idx="2955">
                        <c:v>44144</c:v>
                      </c:pt>
                      <c:pt idx="2956">
                        <c:v>44145</c:v>
                      </c:pt>
                      <c:pt idx="2957">
                        <c:v>44146</c:v>
                      </c:pt>
                      <c:pt idx="2958">
                        <c:v>44147</c:v>
                      </c:pt>
                      <c:pt idx="2959">
                        <c:v>44148</c:v>
                      </c:pt>
                      <c:pt idx="2960">
                        <c:v>44151</c:v>
                      </c:pt>
                      <c:pt idx="2961">
                        <c:v>44152</c:v>
                      </c:pt>
                      <c:pt idx="2962">
                        <c:v>44153</c:v>
                      </c:pt>
                      <c:pt idx="2963">
                        <c:v>44154</c:v>
                      </c:pt>
                      <c:pt idx="2964">
                        <c:v>44155</c:v>
                      </c:pt>
                      <c:pt idx="2965">
                        <c:v>44158</c:v>
                      </c:pt>
                      <c:pt idx="2966">
                        <c:v>44159</c:v>
                      </c:pt>
                      <c:pt idx="2967">
                        <c:v>44160</c:v>
                      </c:pt>
                      <c:pt idx="2968">
                        <c:v>44161</c:v>
                      </c:pt>
                      <c:pt idx="2969">
                        <c:v>44162</c:v>
                      </c:pt>
                      <c:pt idx="2970">
                        <c:v>44165</c:v>
                      </c:pt>
                      <c:pt idx="2971">
                        <c:v>44166</c:v>
                      </c:pt>
                      <c:pt idx="2972">
                        <c:v>44167</c:v>
                      </c:pt>
                      <c:pt idx="2973">
                        <c:v>44168</c:v>
                      </c:pt>
                      <c:pt idx="2974">
                        <c:v>44169</c:v>
                      </c:pt>
                      <c:pt idx="2975">
                        <c:v>44172</c:v>
                      </c:pt>
                      <c:pt idx="2976">
                        <c:v>44173</c:v>
                      </c:pt>
                      <c:pt idx="2977">
                        <c:v>44174</c:v>
                      </c:pt>
                      <c:pt idx="2978">
                        <c:v>44175</c:v>
                      </c:pt>
                      <c:pt idx="2979">
                        <c:v>44176</c:v>
                      </c:pt>
                      <c:pt idx="2980">
                        <c:v>44179</c:v>
                      </c:pt>
                      <c:pt idx="2981">
                        <c:v>44180</c:v>
                      </c:pt>
                      <c:pt idx="2982">
                        <c:v>44181</c:v>
                      </c:pt>
                      <c:pt idx="2983">
                        <c:v>44182</c:v>
                      </c:pt>
                      <c:pt idx="2984">
                        <c:v>44183</c:v>
                      </c:pt>
                      <c:pt idx="2985">
                        <c:v>44185</c:v>
                      </c:pt>
                      <c:pt idx="2986">
                        <c:v>44186</c:v>
                      </c:pt>
                      <c:pt idx="2987">
                        <c:v>44187</c:v>
                      </c:pt>
                      <c:pt idx="2988">
                        <c:v>44188</c:v>
                      </c:pt>
                      <c:pt idx="2989">
                        <c:v>44189</c:v>
                      </c:pt>
                      <c:pt idx="2990">
                        <c:v>44190</c:v>
                      </c:pt>
                      <c:pt idx="2991">
                        <c:v>44193</c:v>
                      </c:pt>
                      <c:pt idx="2992">
                        <c:v>44194</c:v>
                      </c:pt>
                      <c:pt idx="2993">
                        <c:v>44195</c:v>
                      </c:pt>
                      <c:pt idx="2994">
                        <c:v>44196</c:v>
                      </c:pt>
                      <c:pt idx="2995">
                        <c:v>44200</c:v>
                      </c:pt>
                      <c:pt idx="2996">
                        <c:v>44201</c:v>
                      </c:pt>
                      <c:pt idx="2997">
                        <c:v>44202</c:v>
                      </c:pt>
                      <c:pt idx="2998">
                        <c:v>44203</c:v>
                      </c:pt>
                      <c:pt idx="2999">
                        <c:v>44204</c:v>
                      </c:pt>
                      <c:pt idx="3000">
                        <c:v>44206</c:v>
                      </c:pt>
                      <c:pt idx="3001">
                        <c:v>44207</c:v>
                      </c:pt>
                      <c:pt idx="3002">
                        <c:v>44208</c:v>
                      </c:pt>
                      <c:pt idx="3003">
                        <c:v>44209</c:v>
                      </c:pt>
                      <c:pt idx="3004">
                        <c:v>44210</c:v>
                      </c:pt>
                      <c:pt idx="3005">
                        <c:v>44211</c:v>
                      </c:pt>
                      <c:pt idx="3006">
                        <c:v>44214</c:v>
                      </c:pt>
                      <c:pt idx="3007">
                        <c:v>44215</c:v>
                      </c:pt>
                      <c:pt idx="3008">
                        <c:v>44216</c:v>
                      </c:pt>
                      <c:pt idx="3009">
                        <c:v>44217</c:v>
                      </c:pt>
                      <c:pt idx="3010">
                        <c:v>44218</c:v>
                      </c:pt>
                      <c:pt idx="3011">
                        <c:v>44221</c:v>
                      </c:pt>
                      <c:pt idx="3012">
                        <c:v>44222</c:v>
                      </c:pt>
                      <c:pt idx="3013">
                        <c:v>44223</c:v>
                      </c:pt>
                      <c:pt idx="3014">
                        <c:v>44224</c:v>
                      </c:pt>
                      <c:pt idx="3015">
                        <c:v>44225</c:v>
                      </c:pt>
                      <c:pt idx="3016">
                        <c:v>44227</c:v>
                      </c:pt>
                      <c:pt idx="3017">
                        <c:v>44228</c:v>
                      </c:pt>
                      <c:pt idx="3018">
                        <c:v>44229</c:v>
                      </c:pt>
                      <c:pt idx="3019">
                        <c:v>44230</c:v>
                      </c:pt>
                      <c:pt idx="3020">
                        <c:v>44231</c:v>
                      </c:pt>
                      <c:pt idx="3021">
                        <c:v>44232</c:v>
                      </c:pt>
                      <c:pt idx="3022">
                        <c:v>44234</c:v>
                      </c:pt>
                      <c:pt idx="3023">
                        <c:v>44235</c:v>
                      </c:pt>
                      <c:pt idx="3024">
                        <c:v>44236</c:v>
                      </c:pt>
                      <c:pt idx="3025">
                        <c:v>44237</c:v>
                      </c:pt>
                      <c:pt idx="3026">
                        <c:v>44238</c:v>
                      </c:pt>
                      <c:pt idx="3027">
                        <c:v>44239</c:v>
                      </c:pt>
                      <c:pt idx="3028">
                        <c:v>44242</c:v>
                      </c:pt>
                      <c:pt idx="3029">
                        <c:v>44243</c:v>
                      </c:pt>
                      <c:pt idx="3030">
                        <c:v>44244</c:v>
                      </c:pt>
                      <c:pt idx="3031">
                        <c:v>44245</c:v>
                      </c:pt>
                      <c:pt idx="3032">
                        <c:v>44246</c:v>
                      </c:pt>
                      <c:pt idx="3033">
                        <c:v>44247</c:v>
                      </c:pt>
                      <c:pt idx="3034">
                        <c:v>44249</c:v>
                      </c:pt>
                      <c:pt idx="3035">
                        <c:v>44250</c:v>
                      </c:pt>
                      <c:pt idx="3036">
                        <c:v>44251</c:v>
                      </c:pt>
                      <c:pt idx="3037">
                        <c:v>44252</c:v>
                      </c:pt>
                      <c:pt idx="3038">
                        <c:v>44253</c:v>
                      </c:pt>
                      <c:pt idx="3039">
                        <c:v>44255</c:v>
                      </c:pt>
                      <c:pt idx="3040">
                        <c:v>44256</c:v>
                      </c:pt>
                      <c:pt idx="3041">
                        <c:v>44257</c:v>
                      </c:pt>
                      <c:pt idx="3042">
                        <c:v>44258</c:v>
                      </c:pt>
                      <c:pt idx="3043">
                        <c:v>44259</c:v>
                      </c:pt>
                      <c:pt idx="3044">
                        <c:v>44260</c:v>
                      </c:pt>
                      <c:pt idx="3045">
                        <c:v>44263</c:v>
                      </c:pt>
                      <c:pt idx="3046">
                        <c:v>44264</c:v>
                      </c:pt>
                      <c:pt idx="3047">
                        <c:v>44265</c:v>
                      </c:pt>
                      <c:pt idx="3048">
                        <c:v>44266</c:v>
                      </c:pt>
                      <c:pt idx="3049">
                        <c:v>44267</c:v>
                      </c:pt>
                      <c:pt idx="3050">
                        <c:v>44270</c:v>
                      </c:pt>
                      <c:pt idx="3051">
                        <c:v>44271</c:v>
                      </c:pt>
                      <c:pt idx="3052">
                        <c:v>44272</c:v>
                      </c:pt>
                      <c:pt idx="3053">
                        <c:v>44273</c:v>
                      </c:pt>
                      <c:pt idx="3054">
                        <c:v>44274</c:v>
                      </c:pt>
                      <c:pt idx="3055">
                        <c:v>44275</c:v>
                      </c:pt>
                      <c:pt idx="3056">
                        <c:v>44277</c:v>
                      </c:pt>
                      <c:pt idx="3057">
                        <c:v>44278</c:v>
                      </c:pt>
                      <c:pt idx="3058">
                        <c:v>44279</c:v>
                      </c:pt>
                      <c:pt idx="3059">
                        <c:v>44280</c:v>
                      </c:pt>
                      <c:pt idx="3060">
                        <c:v>44281</c:v>
                      </c:pt>
                      <c:pt idx="3061">
                        <c:v>44284</c:v>
                      </c:pt>
                      <c:pt idx="3062">
                        <c:v>44285</c:v>
                      </c:pt>
                      <c:pt idx="3063">
                        <c:v>44286</c:v>
                      </c:pt>
                      <c:pt idx="3064">
                        <c:v>44287</c:v>
                      </c:pt>
                      <c:pt idx="3065">
                        <c:v>44288</c:v>
                      </c:pt>
                      <c:pt idx="3066">
                        <c:v>44291</c:v>
                      </c:pt>
                      <c:pt idx="3067">
                        <c:v>44292</c:v>
                      </c:pt>
                      <c:pt idx="3068">
                        <c:v>44293</c:v>
                      </c:pt>
                      <c:pt idx="3069">
                        <c:v>44294</c:v>
                      </c:pt>
                      <c:pt idx="3070">
                        <c:v>44295</c:v>
                      </c:pt>
                      <c:pt idx="3071">
                        <c:v>44296</c:v>
                      </c:pt>
                      <c:pt idx="3072">
                        <c:v>44298</c:v>
                      </c:pt>
                      <c:pt idx="3073">
                        <c:v>44299</c:v>
                      </c:pt>
                      <c:pt idx="3074">
                        <c:v>44300</c:v>
                      </c:pt>
                      <c:pt idx="3075">
                        <c:v>44301</c:v>
                      </c:pt>
                      <c:pt idx="3076">
                        <c:v>44302</c:v>
                      </c:pt>
                      <c:pt idx="3077">
                        <c:v>44305</c:v>
                      </c:pt>
                      <c:pt idx="3078">
                        <c:v>44306</c:v>
                      </c:pt>
                      <c:pt idx="3079">
                        <c:v>44307</c:v>
                      </c:pt>
                      <c:pt idx="3080">
                        <c:v>44308</c:v>
                      </c:pt>
                      <c:pt idx="3081">
                        <c:v>44309</c:v>
                      </c:pt>
                      <c:pt idx="3082">
                        <c:v>44311</c:v>
                      </c:pt>
                      <c:pt idx="3083">
                        <c:v>44312</c:v>
                      </c:pt>
                      <c:pt idx="3084">
                        <c:v>44313</c:v>
                      </c:pt>
                      <c:pt idx="3085">
                        <c:v>44314</c:v>
                      </c:pt>
                      <c:pt idx="3086">
                        <c:v>44315</c:v>
                      </c:pt>
                      <c:pt idx="3087">
                        <c:v>44316</c:v>
                      </c:pt>
                      <c:pt idx="3088">
                        <c:v>44319</c:v>
                      </c:pt>
                      <c:pt idx="3089">
                        <c:v>44320</c:v>
                      </c:pt>
                      <c:pt idx="3090">
                        <c:v>44321</c:v>
                      </c:pt>
                      <c:pt idx="3091">
                        <c:v>44322</c:v>
                      </c:pt>
                      <c:pt idx="3092">
                        <c:v>44323</c:v>
                      </c:pt>
                      <c:pt idx="3093">
                        <c:v>44324</c:v>
                      </c:pt>
                      <c:pt idx="3094">
                        <c:v>44326</c:v>
                      </c:pt>
                      <c:pt idx="3095">
                        <c:v>44327</c:v>
                      </c:pt>
                      <c:pt idx="3096">
                        <c:v>44328</c:v>
                      </c:pt>
                      <c:pt idx="3097">
                        <c:v>44329</c:v>
                      </c:pt>
                      <c:pt idx="3098">
                        <c:v>44330</c:v>
                      </c:pt>
                      <c:pt idx="3099">
                        <c:v>44333</c:v>
                      </c:pt>
                      <c:pt idx="3100">
                        <c:v>44334</c:v>
                      </c:pt>
                      <c:pt idx="3101">
                        <c:v>44335</c:v>
                      </c:pt>
                      <c:pt idx="3102">
                        <c:v>44336</c:v>
                      </c:pt>
                      <c:pt idx="3103">
                        <c:v>44337</c:v>
                      </c:pt>
                      <c:pt idx="3104">
                        <c:v>44340</c:v>
                      </c:pt>
                      <c:pt idx="3105">
                        <c:v>44341</c:v>
                      </c:pt>
                      <c:pt idx="3106">
                        <c:v>44342</c:v>
                      </c:pt>
                      <c:pt idx="3107">
                        <c:v>44343</c:v>
                      </c:pt>
                      <c:pt idx="3108">
                        <c:v>44344</c:v>
                      </c:pt>
                      <c:pt idx="3109">
                        <c:v>44347</c:v>
                      </c:pt>
                      <c:pt idx="3110">
                        <c:v>44348</c:v>
                      </c:pt>
                      <c:pt idx="3111">
                        <c:v>44349</c:v>
                      </c:pt>
                      <c:pt idx="3112">
                        <c:v>44350</c:v>
                      </c:pt>
                      <c:pt idx="3113">
                        <c:v>44351</c:v>
                      </c:pt>
                      <c:pt idx="3114">
                        <c:v>44354</c:v>
                      </c:pt>
                      <c:pt idx="3115">
                        <c:v>44355</c:v>
                      </c:pt>
                      <c:pt idx="3116">
                        <c:v>44356</c:v>
                      </c:pt>
                      <c:pt idx="3117">
                        <c:v>44357</c:v>
                      </c:pt>
                      <c:pt idx="3118">
                        <c:v>44358</c:v>
                      </c:pt>
                      <c:pt idx="3119">
                        <c:v>44361</c:v>
                      </c:pt>
                      <c:pt idx="3120">
                        <c:v>44362</c:v>
                      </c:pt>
                      <c:pt idx="3121">
                        <c:v>44363</c:v>
                      </c:pt>
                      <c:pt idx="3122">
                        <c:v>44364</c:v>
                      </c:pt>
                      <c:pt idx="3123">
                        <c:v>44365</c:v>
                      </c:pt>
                      <c:pt idx="3124">
                        <c:v>44367</c:v>
                      </c:pt>
                      <c:pt idx="3125">
                        <c:v>44368</c:v>
                      </c:pt>
                      <c:pt idx="3126">
                        <c:v>44369</c:v>
                      </c:pt>
                      <c:pt idx="3127">
                        <c:v>44370</c:v>
                      </c:pt>
                      <c:pt idx="3128">
                        <c:v>44371</c:v>
                      </c:pt>
                      <c:pt idx="3129">
                        <c:v>44372</c:v>
                      </c:pt>
                      <c:pt idx="3130">
                        <c:v>44375</c:v>
                      </c:pt>
                      <c:pt idx="3131">
                        <c:v>44376</c:v>
                      </c:pt>
                      <c:pt idx="3132">
                        <c:v>44377</c:v>
                      </c:pt>
                      <c:pt idx="3133">
                        <c:v>44378</c:v>
                      </c:pt>
                      <c:pt idx="3134">
                        <c:v>44379</c:v>
                      </c:pt>
                      <c:pt idx="3135">
                        <c:v>44382</c:v>
                      </c:pt>
                      <c:pt idx="3136">
                        <c:v>44383</c:v>
                      </c:pt>
                      <c:pt idx="3137">
                        <c:v>44384</c:v>
                      </c:pt>
                      <c:pt idx="3138">
                        <c:v>44385</c:v>
                      </c:pt>
                      <c:pt idx="3139">
                        <c:v>44386</c:v>
                      </c:pt>
                      <c:pt idx="3140">
                        <c:v>44387</c:v>
                      </c:pt>
                      <c:pt idx="3141">
                        <c:v>44389</c:v>
                      </c:pt>
                      <c:pt idx="3142">
                        <c:v>44390</c:v>
                      </c:pt>
                      <c:pt idx="3143">
                        <c:v>44391</c:v>
                      </c:pt>
                      <c:pt idx="3144">
                        <c:v>44392</c:v>
                      </c:pt>
                      <c:pt idx="3145">
                        <c:v>44393</c:v>
                      </c:pt>
                      <c:pt idx="3146">
                        <c:v>44396</c:v>
                      </c:pt>
                      <c:pt idx="3147">
                        <c:v>44397</c:v>
                      </c:pt>
                      <c:pt idx="3148">
                        <c:v>44398</c:v>
                      </c:pt>
                      <c:pt idx="3149">
                        <c:v>44399</c:v>
                      </c:pt>
                      <c:pt idx="3150">
                        <c:v>44400</c:v>
                      </c:pt>
                      <c:pt idx="3151">
                        <c:v>44403</c:v>
                      </c:pt>
                      <c:pt idx="3152">
                        <c:v>44404</c:v>
                      </c:pt>
                      <c:pt idx="3153">
                        <c:v>44405</c:v>
                      </c:pt>
                      <c:pt idx="3154">
                        <c:v>44406</c:v>
                      </c:pt>
                      <c:pt idx="3155">
                        <c:v>44407</c:v>
                      </c:pt>
                      <c:pt idx="3156">
                        <c:v>44408</c:v>
                      </c:pt>
                      <c:pt idx="3157">
                        <c:v>44410</c:v>
                      </c:pt>
                      <c:pt idx="3158">
                        <c:v>44411</c:v>
                      </c:pt>
                      <c:pt idx="3159">
                        <c:v>44412</c:v>
                      </c:pt>
                      <c:pt idx="3160">
                        <c:v>44413</c:v>
                      </c:pt>
                      <c:pt idx="3161">
                        <c:v>44414</c:v>
                      </c:pt>
                      <c:pt idx="3162">
                        <c:v>44417</c:v>
                      </c:pt>
                      <c:pt idx="3163">
                        <c:v>44418</c:v>
                      </c:pt>
                      <c:pt idx="3164">
                        <c:v>44419</c:v>
                      </c:pt>
                      <c:pt idx="3165">
                        <c:v>44420</c:v>
                      </c:pt>
                      <c:pt idx="3166">
                        <c:v>44421</c:v>
                      </c:pt>
                      <c:pt idx="3167">
                        <c:v>44424</c:v>
                      </c:pt>
                      <c:pt idx="3168">
                        <c:v>44425</c:v>
                      </c:pt>
                      <c:pt idx="3169">
                        <c:v>44426</c:v>
                      </c:pt>
                      <c:pt idx="3170">
                        <c:v>44427</c:v>
                      </c:pt>
                      <c:pt idx="3171">
                        <c:v>44428</c:v>
                      </c:pt>
                      <c:pt idx="3172">
                        <c:v>44431</c:v>
                      </c:pt>
                      <c:pt idx="3173">
                        <c:v>44432</c:v>
                      </c:pt>
                      <c:pt idx="3174">
                        <c:v>44433</c:v>
                      </c:pt>
                      <c:pt idx="3175">
                        <c:v>44434</c:v>
                      </c:pt>
                      <c:pt idx="3176">
                        <c:v>44435</c:v>
                      </c:pt>
                      <c:pt idx="3177">
                        <c:v>44438</c:v>
                      </c:pt>
                      <c:pt idx="3178">
                        <c:v>44439</c:v>
                      </c:pt>
                      <c:pt idx="3179">
                        <c:v>44440</c:v>
                      </c:pt>
                      <c:pt idx="3180">
                        <c:v>44441</c:v>
                      </c:pt>
                      <c:pt idx="3181">
                        <c:v>44442</c:v>
                      </c:pt>
                      <c:pt idx="3182">
                        <c:v>44445</c:v>
                      </c:pt>
                      <c:pt idx="3183">
                        <c:v>44446</c:v>
                      </c:pt>
                      <c:pt idx="3184">
                        <c:v>44447</c:v>
                      </c:pt>
                      <c:pt idx="3185">
                        <c:v>44448</c:v>
                      </c:pt>
                      <c:pt idx="3186">
                        <c:v>44449</c:v>
                      </c:pt>
                      <c:pt idx="3187">
                        <c:v>44452</c:v>
                      </c:pt>
                      <c:pt idx="3188">
                        <c:v>44453</c:v>
                      </c:pt>
                      <c:pt idx="3189">
                        <c:v>44454</c:v>
                      </c:pt>
                      <c:pt idx="3190">
                        <c:v>44455</c:v>
                      </c:pt>
                      <c:pt idx="3191">
                        <c:v>44456</c:v>
                      </c:pt>
                      <c:pt idx="3192">
                        <c:v>44457</c:v>
                      </c:pt>
                      <c:pt idx="3193">
                        <c:v>44459</c:v>
                      </c:pt>
                      <c:pt idx="3194">
                        <c:v>44460</c:v>
                      </c:pt>
                      <c:pt idx="3195">
                        <c:v>44461</c:v>
                      </c:pt>
                      <c:pt idx="3196">
                        <c:v>44462</c:v>
                      </c:pt>
                      <c:pt idx="3197">
                        <c:v>44463</c:v>
                      </c:pt>
                      <c:pt idx="3198">
                        <c:v>44465</c:v>
                      </c:pt>
                      <c:pt idx="3199">
                        <c:v>44466</c:v>
                      </c:pt>
                      <c:pt idx="3200">
                        <c:v>44467</c:v>
                      </c:pt>
                      <c:pt idx="3201">
                        <c:v>44468</c:v>
                      </c:pt>
                      <c:pt idx="3202">
                        <c:v>44469</c:v>
                      </c:pt>
                      <c:pt idx="3203">
                        <c:v>44470</c:v>
                      </c:pt>
                      <c:pt idx="3204">
                        <c:v>44473</c:v>
                      </c:pt>
                      <c:pt idx="3205">
                        <c:v>44474</c:v>
                      </c:pt>
                      <c:pt idx="3206">
                        <c:v>44475</c:v>
                      </c:pt>
                      <c:pt idx="3207">
                        <c:v>44476</c:v>
                      </c:pt>
                      <c:pt idx="3208">
                        <c:v>44477</c:v>
                      </c:pt>
                      <c:pt idx="3209">
                        <c:v>44478</c:v>
                      </c:pt>
                      <c:pt idx="3210">
                        <c:v>44479</c:v>
                      </c:pt>
                      <c:pt idx="3211">
                        <c:v>44480</c:v>
                      </c:pt>
                      <c:pt idx="3212">
                        <c:v>44481</c:v>
                      </c:pt>
                      <c:pt idx="3213">
                        <c:v>44482</c:v>
                      </c:pt>
                      <c:pt idx="3214">
                        <c:v>44483</c:v>
                      </c:pt>
                      <c:pt idx="3215">
                        <c:v>44484</c:v>
                      </c:pt>
                      <c:pt idx="3216">
                        <c:v>44487</c:v>
                      </c:pt>
                      <c:pt idx="3217">
                        <c:v>44488</c:v>
                      </c:pt>
                      <c:pt idx="3218">
                        <c:v>44489</c:v>
                      </c:pt>
                      <c:pt idx="3219">
                        <c:v>44490</c:v>
                      </c:pt>
                      <c:pt idx="3220">
                        <c:v>44491</c:v>
                      </c:pt>
                      <c:pt idx="3221">
                        <c:v>44494</c:v>
                      </c:pt>
                      <c:pt idx="3222">
                        <c:v>44495</c:v>
                      </c:pt>
                      <c:pt idx="3223">
                        <c:v>44496</c:v>
                      </c:pt>
                      <c:pt idx="3224">
                        <c:v>44497</c:v>
                      </c:pt>
                      <c:pt idx="3225">
                        <c:v>44498</c:v>
                      </c:pt>
                      <c:pt idx="3226">
                        <c:v>44500</c:v>
                      </c:pt>
                      <c:pt idx="3227">
                        <c:v>44501</c:v>
                      </c:pt>
                      <c:pt idx="3228">
                        <c:v>44502</c:v>
                      </c:pt>
                      <c:pt idx="3229">
                        <c:v>44503</c:v>
                      </c:pt>
                      <c:pt idx="3230">
                        <c:v>44504</c:v>
                      </c:pt>
                      <c:pt idx="3231">
                        <c:v>44505</c:v>
                      </c:pt>
                      <c:pt idx="3232">
                        <c:v>44508</c:v>
                      </c:pt>
                      <c:pt idx="3233">
                        <c:v>44509</c:v>
                      </c:pt>
                      <c:pt idx="3234">
                        <c:v>44510</c:v>
                      </c:pt>
                      <c:pt idx="3235">
                        <c:v>44511</c:v>
                      </c:pt>
                      <c:pt idx="3236">
                        <c:v>44512</c:v>
                      </c:pt>
                      <c:pt idx="3237">
                        <c:v>44513</c:v>
                      </c:pt>
                      <c:pt idx="3238">
                        <c:v>44514</c:v>
                      </c:pt>
                      <c:pt idx="3239">
                        <c:v>44515</c:v>
                      </c:pt>
                      <c:pt idx="3240">
                        <c:v>44516</c:v>
                      </c:pt>
                      <c:pt idx="3241">
                        <c:v>44517</c:v>
                      </c:pt>
                      <c:pt idx="3242">
                        <c:v>44518</c:v>
                      </c:pt>
                      <c:pt idx="3243">
                        <c:v>44519</c:v>
                      </c:pt>
                      <c:pt idx="3244">
                        <c:v>44520</c:v>
                      </c:pt>
                      <c:pt idx="3245">
                        <c:v>44521</c:v>
                      </c:pt>
                      <c:pt idx="3246">
                        <c:v>44522</c:v>
                      </c:pt>
                      <c:pt idx="3247">
                        <c:v>44523</c:v>
                      </c:pt>
                      <c:pt idx="3248">
                        <c:v>44524</c:v>
                      </c:pt>
                      <c:pt idx="3249">
                        <c:v>44525</c:v>
                      </c:pt>
                      <c:pt idx="3250">
                        <c:v>44526</c:v>
                      </c:pt>
                      <c:pt idx="3251">
                        <c:v>44527</c:v>
                      </c:pt>
                      <c:pt idx="3252">
                        <c:v>44528</c:v>
                      </c:pt>
                      <c:pt idx="3253">
                        <c:v>44529</c:v>
                      </c:pt>
                      <c:pt idx="3254">
                        <c:v>44530</c:v>
                      </c:pt>
                      <c:pt idx="3255">
                        <c:v>44531</c:v>
                      </c:pt>
                      <c:pt idx="3256">
                        <c:v>44532</c:v>
                      </c:pt>
                      <c:pt idx="3257">
                        <c:v>44533</c:v>
                      </c:pt>
                      <c:pt idx="3258">
                        <c:v>44534</c:v>
                      </c:pt>
                      <c:pt idx="3259">
                        <c:v>44535</c:v>
                      </c:pt>
                      <c:pt idx="3260">
                        <c:v>44536</c:v>
                      </c:pt>
                      <c:pt idx="3261">
                        <c:v>44537</c:v>
                      </c:pt>
                      <c:pt idx="3262">
                        <c:v>44538</c:v>
                      </c:pt>
                      <c:pt idx="3263">
                        <c:v>44539</c:v>
                      </c:pt>
                      <c:pt idx="3264">
                        <c:v>44540</c:v>
                      </c:pt>
                      <c:pt idx="3265">
                        <c:v>44541</c:v>
                      </c:pt>
                      <c:pt idx="3266">
                        <c:v>44542</c:v>
                      </c:pt>
                      <c:pt idx="3267">
                        <c:v>44543</c:v>
                      </c:pt>
                      <c:pt idx="3268">
                        <c:v>44544</c:v>
                      </c:pt>
                      <c:pt idx="3269">
                        <c:v>44545</c:v>
                      </c:pt>
                      <c:pt idx="3270">
                        <c:v>44546</c:v>
                      </c:pt>
                      <c:pt idx="3271">
                        <c:v>44547</c:v>
                      </c:pt>
                      <c:pt idx="3272">
                        <c:v>44548</c:v>
                      </c:pt>
                      <c:pt idx="3273">
                        <c:v>44549</c:v>
                      </c:pt>
                      <c:pt idx="3274">
                        <c:v>44550</c:v>
                      </c:pt>
                      <c:pt idx="3275">
                        <c:v>44551</c:v>
                      </c:pt>
                      <c:pt idx="3276">
                        <c:v>44552</c:v>
                      </c:pt>
                      <c:pt idx="3277">
                        <c:v>44553</c:v>
                      </c:pt>
                      <c:pt idx="3278">
                        <c:v>44554</c:v>
                      </c:pt>
                      <c:pt idx="3279">
                        <c:v>44555</c:v>
                      </c:pt>
                      <c:pt idx="3280">
                        <c:v>44556</c:v>
                      </c:pt>
                      <c:pt idx="3281">
                        <c:v>44557</c:v>
                      </c:pt>
                      <c:pt idx="3282">
                        <c:v>44558</c:v>
                      </c:pt>
                      <c:pt idx="3283">
                        <c:v>44559</c:v>
                      </c:pt>
                      <c:pt idx="3284">
                        <c:v>44560</c:v>
                      </c:pt>
                      <c:pt idx="3285">
                        <c:v>44561</c:v>
                      </c:pt>
                      <c:pt idx="3286">
                        <c:v>44562</c:v>
                      </c:pt>
                      <c:pt idx="3287">
                        <c:v>44563</c:v>
                      </c:pt>
                      <c:pt idx="3288">
                        <c:v>44564</c:v>
                      </c:pt>
                      <c:pt idx="3289">
                        <c:v>44565</c:v>
                      </c:pt>
                      <c:pt idx="3290">
                        <c:v>44566</c:v>
                      </c:pt>
                      <c:pt idx="3291">
                        <c:v>44567</c:v>
                      </c:pt>
                      <c:pt idx="3292">
                        <c:v>44568</c:v>
                      </c:pt>
                      <c:pt idx="3293">
                        <c:v>44569</c:v>
                      </c:pt>
                      <c:pt idx="3294">
                        <c:v>44570</c:v>
                      </c:pt>
                      <c:pt idx="3295">
                        <c:v>44571</c:v>
                      </c:pt>
                      <c:pt idx="3296">
                        <c:v>44572</c:v>
                      </c:pt>
                      <c:pt idx="3297">
                        <c:v>44573</c:v>
                      </c:pt>
                      <c:pt idx="3298">
                        <c:v>44574</c:v>
                      </c:pt>
                      <c:pt idx="3299">
                        <c:v>44575</c:v>
                      </c:pt>
                      <c:pt idx="3300">
                        <c:v>44576</c:v>
                      </c:pt>
                      <c:pt idx="3301">
                        <c:v>44577</c:v>
                      </c:pt>
                      <c:pt idx="3302">
                        <c:v>44578</c:v>
                      </c:pt>
                      <c:pt idx="3303">
                        <c:v>44579</c:v>
                      </c:pt>
                      <c:pt idx="3304">
                        <c:v>44580</c:v>
                      </c:pt>
                      <c:pt idx="3305">
                        <c:v>44581</c:v>
                      </c:pt>
                      <c:pt idx="3306">
                        <c:v>44582</c:v>
                      </c:pt>
                      <c:pt idx="3307">
                        <c:v>44583</c:v>
                      </c:pt>
                      <c:pt idx="3308">
                        <c:v>44584</c:v>
                      </c:pt>
                      <c:pt idx="3309">
                        <c:v>44585</c:v>
                      </c:pt>
                      <c:pt idx="3310">
                        <c:v>44586</c:v>
                      </c:pt>
                      <c:pt idx="3311">
                        <c:v>44587</c:v>
                      </c:pt>
                      <c:pt idx="3312">
                        <c:v>44588</c:v>
                      </c:pt>
                      <c:pt idx="3313">
                        <c:v>44589</c:v>
                      </c:pt>
                      <c:pt idx="3314">
                        <c:v>44590</c:v>
                      </c:pt>
                      <c:pt idx="3315">
                        <c:v>44591</c:v>
                      </c:pt>
                      <c:pt idx="3316">
                        <c:v>44592</c:v>
                      </c:pt>
                      <c:pt idx="3317">
                        <c:v>44593</c:v>
                      </c:pt>
                      <c:pt idx="3318">
                        <c:v>44594</c:v>
                      </c:pt>
                      <c:pt idx="3319">
                        <c:v>44595</c:v>
                      </c:pt>
                      <c:pt idx="3320">
                        <c:v>44596</c:v>
                      </c:pt>
                      <c:pt idx="3321">
                        <c:v>44597</c:v>
                      </c:pt>
                      <c:pt idx="3322">
                        <c:v>44598</c:v>
                      </c:pt>
                      <c:pt idx="3323">
                        <c:v>44599</c:v>
                      </c:pt>
                      <c:pt idx="3324">
                        <c:v>44600</c:v>
                      </c:pt>
                      <c:pt idx="3325">
                        <c:v>44601</c:v>
                      </c:pt>
                      <c:pt idx="3326">
                        <c:v>44602</c:v>
                      </c:pt>
                      <c:pt idx="3327">
                        <c:v>44603</c:v>
                      </c:pt>
                      <c:pt idx="3328">
                        <c:v>44606</c:v>
                      </c:pt>
                      <c:pt idx="3329">
                        <c:v>44607</c:v>
                      </c:pt>
                      <c:pt idx="3330">
                        <c:v>44608</c:v>
                      </c:pt>
                      <c:pt idx="3331">
                        <c:v>44609</c:v>
                      </c:pt>
                      <c:pt idx="3332">
                        <c:v>44610</c:v>
                      </c:pt>
                      <c:pt idx="3333">
                        <c:v>44612</c:v>
                      </c:pt>
                      <c:pt idx="3334">
                        <c:v>44613</c:v>
                      </c:pt>
                      <c:pt idx="3335">
                        <c:v>44614</c:v>
                      </c:pt>
                      <c:pt idx="3336">
                        <c:v>44615</c:v>
                      </c:pt>
                      <c:pt idx="3337">
                        <c:v>44616</c:v>
                      </c:pt>
                      <c:pt idx="3338">
                        <c:v>44617</c:v>
                      </c:pt>
                      <c:pt idx="3339">
                        <c:v>44620</c:v>
                      </c:pt>
                      <c:pt idx="3340">
                        <c:v>44621</c:v>
                      </c:pt>
                      <c:pt idx="3341">
                        <c:v>44622</c:v>
                      </c:pt>
                      <c:pt idx="3342">
                        <c:v>44623</c:v>
                      </c:pt>
                      <c:pt idx="3343">
                        <c:v>44624</c:v>
                      </c:pt>
                      <c:pt idx="3344">
                        <c:v>44627</c:v>
                      </c:pt>
                      <c:pt idx="3345">
                        <c:v>44628</c:v>
                      </c:pt>
                      <c:pt idx="3346">
                        <c:v>44629</c:v>
                      </c:pt>
                      <c:pt idx="3347">
                        <c:v>44630</c:v>
                      </c:pt>
                      <c:pt idx="3348">
                        <c:v>44631</c:v>
                      </c:pt>
                      <c:pt idx="3349">
                        <c:v>44634</c:v>
                      </c:pt>
                      <c:pt idx="3350">
                        <c:v>44635</c:v>
                      </c:pt>
                      <c:pt idx="3351">
                        <c:v>44636</c:v>
                      </c:pt>
                      <c:pt idx="3352">
                        <c:v>44637</c:v>
                      </c:pt>
                      <c:pt idx="3353">
                        <c:v>44638</c:v>
                      </c:pt>
                      <c:pt idx="3354">
                        <c:v>44639</c:v>
                      </c:pt>
                      <c:pt idx="3355">
                        <c:v>44640</c:v>
                      </c:pt>
                      <c:pt idx="3356">
                        <c:v>44641</c:v>
                      </c:pt>
                      <c:pt idx="3357">
                        <c:v>44642</c:v>
                      </c:pt>
                      <c:pt idx="3358">
                        <c:v>44643</c:v>
                      </c:pt>
                      <c:pt idx="3359">
                        <c:v>44644</c:v>
                      </c:pt>
                      <c:pt idx="3360">
                        <c:v>44645</c:v>
                      </c:pt>
                      <c:pt idx="3361">
                        <c:v>44648</c:v>
                      </c:pt>
                      <c:pt idx="3362">
                        <c:v>44649</c:v>
                      </c:pt>
                      <c:pt idx="3363">
                        <c:v>44650</c:v>
                      </c:pt>
                      <c:pt idx="3364">
                        <c:v>44651</c:v>
                      </c:pt>
                      <c:pt idx="3365">
                        <c:v>44652</c:v>
                      </c:pt>
                      <c:pt idx="3366">
                        <c:v>44653</c:v>
                      </c:pt>
                      <c:pt idx="3367">
                        <c:v>44655</c:v>
                      </c:pt>
                      <c:pt idx="3368">
                        <c:v>44656</c:v>
                      </c:pt>
                      <c:pt idx="3369">
                        <c:v>44657</c:v>
                      </c:pt>
                      <c:pt idx="3370">
                        <c:v>44658</c:v>
                      </c:pt>
                      <c:pt idx="3371">
                        <c:v>44659</c:v>
                      </c:pt>
                      <c:pt idx="3372">
                        <c:v>44660</c:v>
                      </c:pt>
                      <c:pt idx="3373">
                        <c:v>44661</c:v>
                      </c:pt>
                      <c:pt idx="3374">
                        <c:v>44662</c:v>
                      </c:pt>
                      <c:pt idx="3375">
                        <c:v>44663</c:v>
                      </c:pt>
                      <c:pt idx="3376">
                        <c:v>44664</c:v>
                      </c:pt>
                      <c:pt idx="3377">
                        <c:v>44665</c:v>
                      </c:pt>
                      <c:pt idx="3378">
                        <c:v>44666</c:v>
                      </c:pt>
                      <c:pt idx="3379">
                        <c:v>44667</c:v>
                      </c:pt>
                      <c:pt idx="3380">
                        <c:v>44668</c:v>
                      </c:pt>
                      <c:pt idx="3381">
                        <c:v>44669</c:v>
                      </c:pt>
                      <c:pt idx="3382">
                        <c:v>44670</c:v>
                      </c:pt>
                      <c:pt idx="3383">
                        <c:v>44671</c:v>
                      </c:pt>
                      <c:pt idx="3384">
                        <c:v>44672</c:v>
                      </c:pt>
                      <c:pt idx="3385">
                        <c:v>44673</c:v>
                      </c:pt>
                      <c:pt idx="3386">
                        <c:v>44674</c:v>
                      </c:pt>
                      <c:pt idx="3387">
                        <c:v>44675</c:v>
                      </c:pt>
                      <c:pt idx="3388">
                        <c:v>44676</c:v>
                      </c:pt>
                      <c:pt idx="3389">
                        <c:v>44677</c:v>
                      </c:pt>
                      <c:pt idx="3390">
                        <c:v>44678</c:v>
                      </c:pt>
                      <c:pt idx="3391">
                        <c:v>44679</c:v>
                      </c:pt>
                      <c:pt idx="3392">
                        <c:v>44680</c:v>
                      </c:pt>
                      <c:pt idx="3393">
                        <c:v>44681</c:v>
                      </c:pt>
                      <c:pt idx="3394">
                        <c:v>44682</c:v>
                      </c:pt>
                      <c:pt idx="3395">
                        <c:v>44683</c:v>
                      </c:pt>
                      <c:pt idx="3396">
                        <c:v>44684</c:v>
                      </c:pt>
                      <c:pt idx="3397">
                        <c:v>44685</c:v>
                      </c:pt>
                      <c:pt idx="3398">
                        <c:v>44686</c:v>
                      </c:pt>
                      <c:pt idx="3399">
                        <c:v>44687</c:v>
                      </c:pt>
                      <c:pt idx="3400">
                        <c:v>44688</c:v>
                      </c:pt>
                      <c:pt idx="3401">
                        <c:v>44689</c:v>
                      </c:pt>
                      <c:pt idx="3402">
                        <c:v>44690</c:v>
                      </c:pt>
                      <c:pt idx="3403">
                        <c:v>44691</c:v>
                      </c:pt>
                      <c:pt idx="3404">
                        <c:v>44692</c:v>
                      </c:pt>
                      <c:pt idx="3405">
                        <c:v>44693</c:v>
                      </c:pt>
                      <c:pt idx="3406">
                        <c:v>44694</c:v>
                      </c:pt>
                      <c:pt idx="3407">
                        <c:v>44695</c:v>
                      </c:pt>
                      <c:pt idx="3408">
                        <c:v>44696</c:v>
                      </c:pt>
                      <c:pt idx="3409">
                        <c:v>44697</c:v>
                      </c:pt>
                      <c:pt idx="3410">
                        <c:v>44698</c:v>
                      </c:pt>
                      <c:pt idx="3411">
                        <c:v>44699</c:v>
                      </c:pt>
                      <c:pt idx="3412">
                        <c:v>44700</c:v>
                      </c:pt>
                      <c:pt idx="3413">
                        <c:v>44701</c:v>
                      </c:pt>
                      <c:pt idx="3414">
                        <c:v>44704</c:v>
                      </c:pt>
                      <c:pt idx="3415">
                        <c:v>44705</c:v>
                      </c:pt>
                      <c:pt idx="3416">
                        <c:v>44706</c:v>
                      </c:pt>
                      <c:pt idx="3417">
                        <c:v>44707</c:v>
                      </c:pt>
                      <c:pt idx="3418">
                        <c:v>44708</c:v>
                      </c:pt>
                      <c:pt idx="3419">
                        <c:v>44711</c:v>
                      </c:pt>
                      <c:pt idx="3420">
                        <c:v>44712</c:v>
                      </c:pt>
                      <c:pt idx="3421">
                        <c:v>44713</c:v>
                      </c:pt>
                      <c:pt idx="3422">
                        <c:v>44714</c:v>
                      </c:pt>
                      <c:pt idx="3423">
                        <c:v>44715</c:v>
                      </c:pt>
                      <c:pt idx="3424">
                        <c:v>44718</c:v>
                      </c:pt>
                      <c:pt idx="3425">
                        <c:v>44719</c:v>
                      </c:pt>
                      <c:pt idx="3426">
                        <c:v>44720</c:v>
                      </c:pt>
                      <c:pt idx="3427">
                        <c:v>44721</c:v>
                      </c:pt>
                      <c:pt idx="3428">
                        <c:v>44722</c:v>
                      </c:pt>
                      <c:pt idx="3429">
                        <c:v>44725</c:v>
                      </c:pt>
                      <c:pt idx="3430">
                        <c:v>44726</c:v>
                      </c:pt>
                      <c:pt idx="3431">
                        <c:v>44727</c:v>
                      </c:pt>
                      <c:pt idx="3432">
                        <c:v>44728</c:v>
                      </c:pt>
                      <c:pt idx="3433">
                        <c:v>44729</c:v>
                      </c:pt>
                      <c:pt idx="3434">
                        <c:v>44730</c:v>
                      </c:pt>
                      <c:pt idx="3435">
                        <c:v>44731</c:v>
                      </c:pt>
                      <c:pt idx="3436">
                        <c:v>44732</c:v>
                      </c:pt>
                      <c:pt idx="3437">
                        <c:v>44733</c:v>
                      </c:pt>
                      <c:pt idx="3438">
                        <c:v>44734</c:v>
                      </c:pt>
                      <c:pt idx="3439">
                        <c:v>44735</c:v>
                      </c:pt>
                      <c:pt idx="3440">
                        <c:v>44736</c:v>
                      </c:pt>
                      <c:pt idx="3441">
                        <c:v>44737</c:v>
                      </c:pt>
                      <c:pt idx="3442">
                        <c:v>44738</c:v>
                      </c:pt>
                      <c:pt idx="3443">
                        <c:v>44739</c:v>
                      </c:pt>
                      <c:pt idx="3444">
                        <c:v>44740</c:v>
                      </c:pt>
                      <c:pt idx="3445">
                        <c:v>44741</c:v>
                      </c:pt>
                      <c:pt idx="3446">
                        <c:v>44742</c:v>
                      </c:pt>
                      <c:pt idx="3447">
                        <c:v>44743</c:v>
                      </c:pt>
                      <c:pt idx="3448">
                        <c:v>44744</c:v>
                      </c:pt>
                      <c:pt idx="3449">
                        <c:v>44745</c:v>
                      </c:pt>
                      <c:pt idx="3450">
                        <c:v>44746</c:v>
                      </c:pt>
                      <c:pt idx="3451">
                        <c:v>44747</c:v>
                      </c:pt>
                      <c:pt idx="3452">
                        <c:v>44748</c:v>
                      </c:pt>
                      <c:pt idx="3453">
                        <c:v>44749</c:v>
                      </c:pt>
                      <c:pt idx="3454">
                        <c:v>44750</c:v>
                      </c:pt>
                      <c:pt idx="3455">
                        <c:v>44751</c:v>
                      </c:pt>
                      <c:pt idx="3456">
                        <c:v>44752</c:v>
                      </c:pt>
                      <c:pt idx="3457">
                        <c:v>44753</c:v>
                      </c:pt>
                      <c:pt idx="3458">
                        <c:v>44754</c:v>
                      </c:pt>
                      <c:pt idx="3459">
                        <c:v>44755</c:v>
                      </c:pt>
                      <c:pt idx="3460">
                        <c:v>44756</c:v>
                      </c:pt>
                      <c:pt idx="3461">
                        <c:v>44757</c:v>
                      </c:pt>
                      <c:pt idx="3462">
                        <c:v>44758</c:v>
                      </c:pt>
                      <c:pt idx="3463">
                        <c:v>44759</c:v>
                      </c:pt>
                      <c:pt idx="3464">
                        <c:v>44760</c:v>
                      </c:pt>
                      <c:pt idx="3465">
                        <c:v>44761</c:v>
                      </c:pt>
                      <c:pt idx="3466">
                        <c:v>44762</c:v>
                      </c:pt>
                      <c:pt idx="3467">
                        <c:v>44763</c:v>
                      </c:pt>
                      <c:pt idx="3468">
                        <c:v>44764</c:v>
                      </c:pt>
                      <c:pt idx="3469">
                        <c:v>44765</c:v>
                      </c:pt>
                      <c:pt idx="3470">
                        <c:v>44766</c:v>
                      </c:pt>
                      <c:pt idx="3471">
                        <c:v>44767</c:v>
                      </c:pt>
                      <c:pt idx="3472">
                        <c:v>44768</c:v>
                      </c:pt>
                      <c:pt idx="3473">
                        <c:v>44769</c:v>
                      </c:pt>
                      <c:pt idx="3474">
                        <c:v>44770</c:v>
                      </c:pt>
                      <c:pt idx="3475">
                        <c:v>44771</c:v>
                      </c:pt>
                      <c:pt idx="3476">
                        <c:v>44772</c:v>
                      </c:pt>
                      <c:pt idx="3477">
                        <c:v>44773</c:v>
                      </c:pt>
                      <c:pt idx="3478">
                        <c:v>44774</c:v>
                      </c:pt>
                      <c:pt idx="3479">
                        <c:v>44775</c:v>
                      </c:pt>
                      <c:pt idx="3480">
                        <c:v>44776</c:v>
                      </c:pt>
                      <c:pt idx="3481">
                        <c:v>44777</c:v>
                      </c:pt>
                      <c:pt idx="3482">
                        <c:v>44778</c:v>
                      </c:pt>
                      <c:pt idx="3483">
                        <c:v>44779</c:v>
                      </c:pt>
                      <c:pt idx="3484">
                        <c:v>44780</c:v>
                      </c:pt>
                      <c:pt idx="3485">
                        <c:v>44781</c:v>
                      </c:pt>
                      <c:pt idx="3486">
                        <c:v>44782</c:v>
                      </c:pt>
                      <c:pt idx="3487">
                        <c:v>44783</c:v>
                      </c:pt>
                      <c:pt idx="3488">
                        <c:v>44784</c:v>
                      </c:pt>
                      <c:pt idx="3489">
                        <c:v>44785</c:v>
                      </c:pt>
                      <c:pt idx="3490">
                        <c:v>44786</c:v>
                      </c:pt>
                      <c:pt idx="3491">
                        <c:v>44787</c:v>
                      </c:pt>
                      <c:pt idx="3492">
                        <c:v>44788</c:v>
                      </c:pt>
                      <c:pt idx="3493">
                        <c:v>44789</c:v>
                      </c:pt>
                      <c:pt idx="3494">
                        <c:v>44790</c:v>
                      </c:pt>
                      <c:pt idx="3495">
                        <c:v>44791</c:v>
                      </c:pt>
                      <c:pt idx="3496">
                        <c:v>44792</c:v>
                      </c:pt>
                      <c:pt idx="3497">
                        <c:v>44793</c:v>
                      </c:pt>
                      <c:pt idx="3498">
                        <c:v>44794</c:v>
                      </c:pt>
                      <c:pt idx="3499">
                        <c:v>44795</c:v>
                      </c:pt>
                      <c:pt idx="3500">
                        <c:v>44796</c:v>
                      </c:pt>
                      <c:pt idx="3501">
                        <c:v>44797</c:v>
                      </c:pt>
                      <c:pt idx="3502">
                        <c:v>44798</c:v>
                      </c:pt>
                      <c:pt idx="3503">
                        <c:v>44799</c:v>
                      </c:pt>
                      <c:pt idx="3504">
                        <c:v>44800</c:v>
                      </c:pt>
                      <c:pt idx="3505">
                        <c:v>44801</c:v>
                      </c:pt>
                      <c:pt idx="3506">
                        <c:v>44802</c:v>
                      </c:pt>
                      <c:pt idx="3507">
                        <c:v>44803</c:v>
                      </c:pt>
                      <c:pt idx="3508">
                        <c:v>44804</c:v>
                      </c:pt>
                      <c:pt idx="3509">
                        <c:v>44805</c:v>
                      </c:pt>
                      <c:pt idx="3510">
                        <c:v>44806</c:v>
                      </c:pt>
                      <c:pt idx="3511">
                        <c:v>44807</c:v>
                      </c:pt>
                      <c:pt idx="3512">
                        <c:v>44808</c:v>
                      </c:pt>
                      <c:pt idx="3513">
                        <c:v>44809</c:v>
                      </c:pt>
                      <c:pt idx="3514">
                        <c:v>44810</c:v>
                      </c:pt>
                      <c:pt idx="3515">
                        <c:v>44811</c:v>
                      </c:pt>
                      <c:pt idx="3516">
                        <c:v>44812</c:v>
                      </c:pt>
                      <c:pt idx="3517">
                        <c:v>44813</c:v>
                      </c:pt>
                      <c:pt idx="3518">
                        <c:v>44814</c:v>
                      </c:pt>
                      <c:pt idx="3519">
                        <c:v>44815</c:v>
                      </c:pt>
                      <c:pt idx="3520">
                        <c:v>44816</c:v>
                      </c:pt>
                      <c:pt idx="3521">
                        <c:v>44817</c:v>
                      </c:pt>
                      <c:pt idx="3522">
                        <c:v>44818</c:v>
                      </c:pt>
                      <c:pt idx="3523">
                        <c:v>44819</c:v>
                      </c:pt>
                      <c:pt idx="3524">
                        <c:v>44820</c:v>
                      </c:pt>
                      <c:pt idx="3525">
                        <c:v>44821</c:v>
                      </c:pt>
                      <c:pt idx="3526">
                        <c:v>44822</c:v>
                      </c:pt>
                      <c:pt idx="3527">
                        <c:v>44823</c:v>
                      </c:pt>
                      <c:pt idx="3528">
                        <c:v>44824</c:v>
                      </c:pt>
                      <c:pt idx="3529">
                        <c:v>44825</c:v>
                      </c:pt>
                      <c:pt idx="3530">
                        <c:v>44826</c:v>
                      </c:pt>
                      <c:pt idx="3531">
                        <c:v>44827</c:v>
                      </c:pt>
                      <c:pt idx="3532">
                        <c:v>44828</c:v>
                      </c:pt>
                      <c:pt idx="3533">
                        <c:v>44829</c:v>
                      </c:pt>
                      <c:pt idx="3534">
                        <c:v>44830</c:v>
                      </c:pt>
                      <c:pt idx="3535">
                        <c:v>44831</c:v>
                      </c:pt>
                      <c:pt idx="3536">
                        <c:v>44832</c:v>
                      </c:pt>
                      <c:pt idx="3537">
                        <c:v>44833</c:v>
                      </c:pt>
                      <c:pt idx="3538">
                        <c:v>44834</c:v>
                      </c:pt>
                      <c:pt idx="3539">
                        <c:v>44835</c:v>
                      </c:pt>
                      <c:pt idx="3540">
                        <c:v>44836</c:v>
                      </c:pt>
                      <c:pt idx="3541">
                        <c:v>44837</c:v>
                      </c:pt>
                      <c:pt idx="3542">
                        <c:v>44838</c:v>
                      </c:pt>
                      <c:pt idx="3543">
                        <c:v>44839</c:v>
                      </c:pt>
                      <c:pt idx="3544">
                        <c:v>44840</c:v>
                      </c:pt>
                      <c:pt idx="3545">
                        <c:v>44841</c:v>
                      </c:pt>
                      <c:pt idx="3546">
                        <c:v>44842</c:v>
                      </c:pt>
                      <c:pt idx="3547">
                        <c:v>44843</c:v>
                      </c:pt>
                      <c:pt idx="3548">
                        <c:v>44844</c:v>
                      </c:pt>
                      <c:pt idx="3549">
                        <c:v>44845</c:v>
                      </c:pt>
                      <c:pt idx="3550">
                        <c:v>44846</c:v>
                      </c:pt>
                      <c:pt idx="3551">
                        <c:v>44847</c:v>
                      </c:pt>
                      <c:pt idx="3552">
                        <c:v>44848</c:v>
                      </c:pt>
                      <c:pt idx="3553">
                        <c:v>44849</c:v>
                      </c:pt>
                      <c:pt idx="3554">
                        <c:v>44850</c:v>
                      </c:pt>
                      <c:pt idx="3555">
                        <c:v>44851</c:v>
                      </c:pt>
                      <c:pt idx="3556">
                        <c:v>44852</c:v>
                      </c:pt>
                      <c:pt idx="3557">
                        <c:v>44853</c:v>
                      </c:pt>
                      <c:pt idx="3558">
                        <c:v>44854</c:v>
                      </c:pt>
                      <c:pt idx="3559">
                        <c:v>44855</c:v>
                      </c:pt>
                      <c:pt idx="3560">
                        <c:v>44856</c:v>
                      </c:pt>
                      <c:pt idx="3561">
                        <c:v>44857</c:v>
                      </c:pt>
                      <c:pt idx="3562">
                        <c:v>44858</c:v>
                      </c:pt>
                      <c:pt idx="3563">
                        <c:v>44859</c:v>
                      </c:pt>
                      <c:pt idx="3564">
                        <c:v>44860</c:v>
                      </c:pt>
                      <c:pt idx="3565">
                        <c:v>44861</c:v>
                      </c:pt>
                      <c:pt idx="3566">
                        <c:v>44862</c:v>
                      </c:pt>
                      <c:pt idx="3567">
                        <c:v>44863</c:v>
                      </c:pt>
                      <c:pt idx="3568">
                        <c:v>44864</c:v>
                      </c:pt>
                      <c:pt idx="3569">
                        <c:v>44865</c:v>
                      </c:pt>
                      <c:pt idx="3570">
                        <c:v>44866</c:v>
                      </c:pt>
                      <c:pt idx="3571">
                        <c:v>44867</c:v>
                      </c:pt>
                      <c:pt idx="3572">
                        <c:v>44868</c:v>
                      </c:pt>
                      <c:pt idx="3573">
                        <c:v>44869</c:v>
                      </c:pt>
                      <c:pt idx="3574">
                        <c:v>44870</c:v>
                      </c:pt>
                      <c:pt idx="3575">
                        <c:v>44871</c:v>
                      </c:pt>
                      <c:pt idx="3576">
                        <c:v>44872</c:v>
                      </c:pt>
                      <c:pt idx="3577">
                        <c:v>44873</c:v>
                      </c:pt>
                      <c:pt idx="3578">
                        <c:v>44874</c:v>
                      </c:pt>
                      <c:pt idx="3579">
                        <c:v>44875</c:v>
                      </c:pt>
                      <c:pt idx="3580">
                        <c:v>44876</c:v>
                      </c:pt>
                      <c:pt idx="3581">
                        <c:v>44877</c:v>
                      </c:pt>
                      <c:pt idx="3582">
                        <c:v>44878</c:v>
                      </c:pt>
                      <c:pt idx="3583">
                        <c:v>44879</c:v>
                      </c:pt>
                      <c:pt idx="3584">
                        <c:v>44880</c:v>
                      </c:pt>
                      <c:pt idx="3585">
                        <c:v>44881</c:v>
                      </c:pt>
                      <c:pt idx="3586">
                        <c:v>44882</c:v>
                      </c:pt>
                      <c:pt idx="3587">
                        <c:v>44883</c:v>
                      </c:pt>
                      <c:pt idx="3588">
                        <c:v>44884</c:v>
                      </c:pt>
                      <c:pt idx="3589">
                        <c:v>44885</c:v>
                      </c:pt>
                      <c:pt idx="3590">
                        <c:v>44886</c:v>
                      </c:pt>
                      <c:pt idx="3591">
                        <c:v>44887</c:v>
                      </c:pt>
                      <c:pt idx="3592">
                        <c:v>44888</c:v>
                      </c:pt>
                      <c:pt idx="3593">
                        <c:v>44889</c:v>
                      </c:pt>
                      <c:pt idx="3594">
                        <c:v>44890</c:v>
                      </c:pt>
                      <c:pt idx="3595">
                        <c:v>44891</c:v>
                      </c:pt>
                      <c:pt idx="3596">
                        <c:v>44892</c:v>
                      </c:pt>
                      <c:pt idx="3597">
                        <c:v>44893</c:v>
                      </c:pt>
                      <c:pt idx="3598">
                        <c:v>44894</c:v>
                      </c:pt>
                      <c:pt idx="3599">
                        <c:v>44895</c:v>
                      </c:pt>
                      <c:pt idx="3600">
                        <c:v>44896</c:v>
                      </c:pt>
                      <c:pt idx="3601">
                        <c:v>44897</c:v>
                      </c:pt>
                      <c:pt idx="3602">
                        <c:v>44898</c:v>
                      </c:pt>
                      <c:pt idx="3603">
                        <c:v>44899</c:v>
                      </c:pt>
                      <c:pt idx="3604">
                        <c:v>44900</c:v>
                      </c:pt>
                      <c:pt idx="3605">
                        <c:v>44901</c:v>
                      </c:pt>
                      <c:pt idx="3606">
                        <c:v>44902</c:v>
                      </c:pt>
                      <c:pt idx="3607">
                        <c:v>44903</c:v>
                      </c:pt>
                      <c:pt idx="3608">
                        <c:v>44904</c:v>
                      </c:pt>
                      <c:pt idx="3609">
                        <c:v>44905</c:v>
                      </c:pt>
                      <c:pt idx="3610">
                        <c:v>44906</c:v>
                      </c:pt>
                      <c:pt idx="3611">
                        <c:v>44907</c:v>
                      </c:pt>
                      <c:pt idx="3612">
                        <c:v>44908</c:v>
                      </c:pt>
                      <c:pt idx="3613">
                        <c:v>44909</c:v>
                      </c:pt>
                      <c:pt idx="3614">
                        <c:v>44910</c:v>
                      </c:pt>
                      <c:pt idx="3615">
                        <c:v>44911</c:v>
                      </c:pt>
                      <c:pt idx="3616">
                        <c:v>44912</c:v>
                      </c:pt>
                      <c:pt idx="3617">
                        <c:v>44913</c:v>
                      </c:pt>
                      <c:pt idx="3618">
                        <c:v>44914</c:v>
                      </c:pt>
                      <c:pt idx="3619">
                        <c:v>44915</c:v>
                      </c:pt>
                      <c:pt idx="3620">
                        <c:v>44916</c:v>
                      </c:pt>
                      <c:pt idx="3621">
                        <c:v>44917</c:v>
                      </c:pt>
                      <c:pt idx="3622">
                        <c:v>44918</c:v>
                      </c:pt>
                      <c:pt idx="3623">
                        <c:v>44919</c:v>
                      </c:pt>
                      <c:pt idx="3624">
                        <c:v>44920</c:v>
                      </c:pt>
                      <c:pt idx="3625">
                        <c:v>44921</c:v>
                      </c:pt>
                      <c:pt idx="3626">
                        <c:v>44922</c:v>
                      </c:pt>
                      <c:pt idx="3627">
                        <c:v>44923</c:v>
                      </c:pt>
                      <c:pt idx="3628">
                        <c:v>44924</c:v>
                      </c:pt>
                      <c:pt idx="3629">
                        <c:v>44925</c:v>
                      </c:pt>
                      <c:pt idx="3630">
                        <c:v>44926</c:v>
                      </c:pt>
                      <c:pt idx="3631">
                        <c:v>44927</c:v>
                      </c:pt>
                      <c:pt idx="3632">
                        <c:v>44928</c:v>
                      </c:pt>
                      <c:pt idx="3633">
                        <c:v>44929</c:v>
                      </c:pt>
                      <c:pt idx="3634">
                        <c:v>44930</c:v>
                      </c:pt>
                      <c:pt idx="3635">
                        <c:v>44931</c:v>
                      </c:pt>
                      <c:pt idx="3636">
                        <c:v>44932</c:v>
                      </c:pt>
                      <c:pt idx="3637">
                        <c:v>44933</c:v>
                      </c:pt>
                      <c:pt idx="3638">
                        <c:v>44934</c:v>
                      </c:pt>
                      <c:pt idx="3639">
                        <c:v>44935</c:v>
                      </c:pt>
                      <c:pt idx="3640">
                        <c:v>44936</c:v>
                      </c:pt>
                      <c:pt idx="3641">
                        <c:v>44937</c:v>
                      </c:pt>
                      <c:pt idx="3642">
                        <c:v>44938</c:v>
                      </c:pt>
                      <c:pt idx="3643">
                        <c:v>44939</c:v>
                      </c:pt>
                      <c:pt idx="3644">
                        <c:v>44940</c:v>
                      </c:pt>
                      <c:pt idx="3645">
                        <c:v>44941</c:v>
                      </c:pt>
                      <c:pt idx="3646" formatCode="yyyy\-mm\-dd">
                        <c:v>44942</c:v>
                      </c:pt>
                      <c:pt idx="3647" formatCode="yyyy\-mm\-dd">
                        <c:v>44943</c:v>
                      </c:pt>
                      <c:pt idx="3648" formatCode="yyyy\-mm\-dd">
                        <c:v>44944</c:v>
                      </c:pt>
                      <c:pt idx="3649" formatCode="yyyy\-mm\-dd">
                        <c:v>44945</c:v>
                      </c:pt>
                      <c:pt idx="3650" formatCode="yyyy\-mm\-dd">
                        <c:v>44946</c:v>
                      </c:pt>
                      <c:pt idx="3651" formatCode="yyyy\-mm\-dd">
                        <c:v>44949</c:v>
                      </c:pt>
                      <c:pt idx="3652" formatCode="yyyy\-mm\-dd">
                        <c:v>44950</c:v>
                      </c:pt>
                      <c:pt idx="3653" formatCode="yyyy\-mm\-dd">
                        <c:v>44951</c:v>
                      </c:pt>
                      <c:pt idx="3654" formatCode="yyyy\-mm\-dd">
                        <c:v>44952</c:v>
                      </c:pt>
                      <c:pt idx="3655" formatCode="yyyy\-mm\-dd">
                        <c:v>44953</c:v>
                      </c:pt>
                      <c:pt idx="3656" formatCode="yyyy\-mm\-dd">
                        <c:v>44954</c:v>
                      </c:pt>
                      <c:pt idx="3657" formatCode="yyyy\-mm\-dd">
                        <c:v>44955</c:v>
                      </c:pt>
                      <c:pt idx="3658" formatCode="yyyy\-mm\-dd">
                        <c:v>44956</c:v>
                      </c:pt>
                      <c:pt idx="3659" formatCode="yyyy\-mm\-dd">
                        <c:v>44957</c:v>
                      </c:pt>
                      <c:pt idx="3660" formatCode="yyyy\-mm\-dd">
                        <c:v>44958</c:v>
                      </c:pt>
                      <c:pt idx="3661" formatCode="yyyy\-mm\-dd">
                        <c:v>44959</c:v>
                      </c:pt>
                      <c:pt idx="3662" formatCode="yyyy\-mm\-dd">
                        <c:v>44960</c:v>
                      </c:pt>
                      <c:pt idx="3663" formatCode="yyyy\-mm\-dd">
                        <c:v>44963</c:v>
                      </c:pt>
                      <c:pt idx="3664" formatCode="yyyy\-mm\-dd">
                        <c:v>44964</c:v>
                      </c:pt>
                      <c:pt idx="3665" formatCode="yyyy\-mm\-dd">
                        <c:v>44965</c:v>
                      </c:pt>
                      <c:pt idx="3666" formatCode="yyyy\-mm\-dd">
                        <c:v>44966</c:v>
                      </c:pt>
                      <c:pt idx="3667" formatCode="yyyy\-mm\-dd">
                        <c:v>44967</c:v>
                      </c:pt>
                      <c:pt idx="3668" formatCode="yyyy\-mm\-dd">
                        <c:v>44970</c:v>
                      </c:pt>
                      <c:pt idx="3669" formatCode="yyyy\-mm\-dd">
                        <c:v>44971</c:v>
                      </c:pt>
                      <c:pt idx="3670" formatCode="yyyy\-mm\-dd">
                        <c:v>44972</c:v>
                      </c:pt>
                      <c:pt idx="3671" formatCode="yyyy\-mm\-dd">
                        <c:v>44973</c:v>
                      </c:pt>
                      <c:pt idx="3672" formatCode="yyyy\-mm\-dd">
                        <c:v>44974</c:v>
                      </c:pt>
                      <c:pt idx="3673" formatCode="yyyy\-mm\-dd">
                        <c:v>44977</c:v>
                      </c:pt>
                      <c:pt idx="3674" formatCode="yyyy\-mm\-dd">
                        <c:v>44978</c:v>
                      </c:pt>
                      <c:pt idx="3675" formatCode="yyyy\-mm\-dd">
                        <c:v>44979</c:v>
                      </c:pt>
                      <c:pt idx="3676" formatCode="yyyy\-mm\-dd">
                        <c:v>44980</c:v>
                      </c:pt>
                      <c:pt idx="3677" formatCode="yyyy\-mm\-dd">
                        <c:v>44981</c:v>
                      </c:pt>
                      <c:pt idx="3678" formatCode="yyyy\-mm\-dd">
                        <c:v>44984</c:v>
                      </c:pt>
                      <c:pt idx="3679" formatCode="yyyy\-mm\-dd">
                        <c:v>44985</c:v>
                      </c:pt>
                      <c:pt idx="3680" formatCode="yyyy\-mm\-dd">
                        <c:v>44986</c:v>
                      </c:pt>
                      <c:pt idx="3681" formatCode="yyyy\-mm\-dd">
                        <c:v>44987</c:v>
                      </c:pt>
                      <c:pt idx="3682" formatCode="yyyy\-mm\-dd">
                        <c:v>44988</c:v>
                      </c:pt>
                      <c:pt idx="3683" formatCode="yyyy\-mm\-dd">
                        <c:v>44991</c:v>
                      </c:pt>
                      <c:pt idx="3684" formatCode="yyyy\-mm\-dd">
                        <c:v>44992</c:v>
                      </c:pt>
                      <c:pt idx="3685" formatCode="yyyy\-mm\-dd">
                        <c:v>44993</c:v>
                      </c:pt>
                      <c:pt idx="3686" formatCode="yyyy\-mm\-dd">
                        <c:v>44994</c:v>
                      </c:pt>
                      <c:pt idx="3687" formatCode="yyyy\-mm\-dd">
                        <c:v>44995</c:v>
                      </c:pt>
                      <c:pt idx="3688" formatCode="yyyy\-mm\-dd">
                        <c:v>44998</c:v>
                      </c:pt>
                      <c:pt idx="3689" formatCode="yyyy\-mm\-dd">
                        <c:v>44999</c:v>
                      </c:pt>
                      <c:pt idx="3690" formatCode="yyyy\-mm\-dd">
                        <c:v>45000</c:v>
                      </c:pt>
                      <c:pt idx="3691" formatCode="yyyy\-mm\-dd">
                        <c:v>45001</c:v>
                      </c:pt>
                      <c:pt idx="3692" formatCode="yyyy\-mm\-dd">
                        <c:v>45002</c:v>
                      </c:pt>
                      <c:pt idx="3693" formatCode="yyyy\-mm\-dd">
                        <c:v>45005</c:v>
                      </c:pt>
                      <c:pt idx="3694" formatCode="yyyy\-mm\-dd">
                        <c:v>45006</c:v>
                      </c:pt>
                      <c:pt idx="3695" formatCode="yyyy\-mm\-dd">
                        <c:v>45007</c:v>
                      </c:pt>
                      <c:pt idx="3696" formatCode="yyyy\-mm\-dd">
                        <c:v>45008</c:v>
                      </c:pt>
                      <c:pt idx="3697" formatCode="yyyy\-mm\-dd">
                        <c:v>45009</c:v>
                      </c:pt>
                      <c:pt idx="3698" formatCode="yyyy\-mm\-dd">
                        <c:v>45012</c:v>
                      </c:pt>
                      <c:pt idx="3699" formatCode="yyyy\-mm\-dd">
                        <c:v>45013</c:v>
                      </c:pt>
                      <c:pt idx="3700" formatCode="yyyy\-mm\-dd">
                        <c:v>45014</c:v>
                      </c:pt>
                      <c:pt idx="3701" formatCode="yyyy\-mm\-dd">
                        <c:v>45015</c:v>
                      </c:pt>
                      <c:pt idx="3702" formatCode="yyyy\-mm\-dd">
                        <c:v>45016</c:v>
                      </c:pt>
                      <c:pt idx="3703" formatCode="yyyy\-mm\-dd">
                        <c:v>45019</c:v>
                      </c:pt>
                      <c:pt idx="3704" formatCode="yyyy\-mm\-dd">
                        <c:v>45020</c:v>
                      </c:pt>
                      <c:pt idx="3705" formatCode="yyyy\-mm\-dd">
                        <c:v>45021</c:v>
                      </c:pt>
                      <c:pt idx="3706" formatCode="yyyy\-mm\-dd">
                        <c:v>45022</c:v>
                      </c:pt>
                      <c:pt idx="3707" formatCode="yyyy\-mm\-dd">
                        <c:v>45023</c:v>
                      </c:pt>
                      <c:pt idx="3708" formatCode="yyyy\-mm\-dd">
                        <c:v>45026</c:v>
                      </c:pt>
                      <c:pt idx="3709" formatCode="yyyy\-mm\-dd">
                        <c:v>45027</c:v>
                      </c:pt>
                      <c:pt idx="3710" formatCode="yyyy\-mm\-dd">
                        <c:v>45028</c:v>
                      </c:pt>
                      <c:pt idx="3711" formatCode="yyyy\-mm\-dd">
                        <c:v>45029</c:v>
                      </c:pt>
                      <c:pt idx="3712" formatCode="yyyy\-mm\-dd">
                        <c:v>45030</c:v>
                      </c:pt>
                      <c:pt idx="3713" formatCode="yyyy\-mm\-dd">
                        <c:v>45033</c:v>
                      </c:pt>
                      <c:pt idx="3714" formatCode="yyyy\-mm\-dd">
                        <c:v>45034</c:v>
                      </c:pt>
                      <c:pt idx="3715" formatCode="yyyy\-mm\-dd">
                        <c:v>45035</c:v>
                      </c:pt>
                      <c:pt idx="3716" formatCode="yyyy\-mm\-dd">
                        <c:v>45036</c:v>
                      </c:pt>
                      <c:pt idx="3717" formatCode="yyyy\-mm\-dd">
                        <c:v>45037</c:v>
                      </c:pt>
                      <c:pt idx="3718" formatCode="yyyy\-mm\-dd">
                        <c:v>45039</c:v>
                      </c:pt>
                      <c:pt idx="3719" formatCode="yyyy\-mm\-dd">
                        <c:v>45040</c:v>
                      </c:pt>
                      <c:pt idx="3720" formatCode="yyyy\-mm\-dd">
                        <c:v>45041</c:v>
                      </c:pt>
                      <c:pt idx="3721" formatCode="yyyy\-mm\-dd">
                        <c:v>45042</c:v>
                      </c:pt>
                      <c:pt idx="3722" formatCode="yyyy\-mm\-dd">
                        <c:v>45043</c:v>
                      </c:pt>
                      <c:pt idx="3723" formatCode="yyyy\-mm\-dd">
                        <c:v>45044</c:v>
                      </c:pt>
                      <c:pt idx="3724" formatCode="yyyy\-mm\-dd">
                        <c:v>45046</c:v>
                      </c:pt>
                      <c:pt idx="3725" formatCode="yyyy\-mm\-dd">
                        <c:v>45047</c:v>
                      </c:pt>
                      <c:pt idx="3726" formatCode="yyyy\-mm\-dd">
                        <c:v>45048</c:v>
                      </c:pt>
                      <c:pt idx="3727" formatCode="yyyy\-mm\-dd">
                        <c:v>45049</c:v>
                      </c:pt>
                      <c:pt idx="3728" formatCode="yyyy\-mm\-dd">
                        <c:v>45050</c:v>
                      </c:pt>
                      <c:pt idx="3729" formatCode="yyyy\-mm\-dd">
                        <c:v>45051</c:v>
                      </c:pt>
                      <c:pt idx="3730" formatCode="yyyy\-mm\-dd">
                        <c:v>45052</c:v>
                      </c:pt>
                      <c:pt idx="3731" formatCode="yyyy\-mm\-dd">
                        <c:v>45054</c:v>
                      </c:pt>
                      <c:pt idx="3732" formatCode="yyyy\-mm\-dd">
                        <c:v>45055</c:v>
                      </c:pt>
                      <c:pt idx="3733" formatCode="yyyy\-mm\-dd">
                        <c:v>45056</c:v>
                      </c:pt>
                      <c:pt idx="3734" formatCode="yyyy\-mm\-dd">
                        <c:v>45057</c:v>
                      </c:pt>
                      <c:pt idx="3735" formatCode="yyyy\-mm\-dd">
                        <c:v>45058</c:v>
                      </c:pt>
                      <c:pt idx="3736" formatCode="yyyy\-mm\-dd">
                        <c:v>45061</c:v>
                      </c:pt>
                      <c:pt idx="3737" formatCode="yyyy\-mm\-dd">
                        <c:v>45062</c:v>
                      </c:pt>
                      <c:pt idx="3738" formatCode="yyyy\-mm\-dd">
                        <c:v>45063</c:v>
                      </c:pt>
                      <c:pt idx="3739" formatCode="yyyy\-mm\-dd">
                        <c:v>45064</c:v>
                      </c:pt>
                      <c:pt idx="3740" formatCode="yyyy\-mm\-dd">
                        <c:v>45065</c:v>
                      </c:pt>
                      <c:pt idx="3741" formatCode="yyyy\-mm\-dd">
                        <c:v>45066</c:v>
                      </c:pt>
                      <c:pt idx="3742" formatCode="yyyy\-mm\-dd">
                        <c:v>45068</c:v>
                      </c:pt>
                      <c:pt idx="3743" formatCode="yyyy\-mm\-dd">
                        <c:v>45069</c:v>
                      </c:pt>
                      <c:pt idx="3744" formatCode="yyyy\-mm\-dd">
                        <c:v>45070</c:v>
                      </c:pt>
                      <c:pt idx="3745" formatCode="yyyy\-mm\-dd">
                        <c:v>45071</c:v>
                      </c:pt>
                      <c:pt idx="3746" formatCode="yyyy\-mm\-dd">
                        <c:v>45072</c:v>
                      </c:pt>
                      <c:pt idx="3747" formatCode="yyyy\-mm\-dd">
                        <c:v>45075</c:v>
                      </c:pt>
                      <c:pt idx="3748" formatCode="yyyy\-mm\-dd">
                        <c:v>45076</c:v>
                      </c:pt>
                      <c:pt idx="3749" formatCode="yyyy\-mm\-dd">
                        <c:v>45077</c:v>
                      </c:pt>
                      <c:pt idx="3750" formatCode="yyyy\-mm\-dd">
                        <c:v>45078</c:v>
                      </c:pt>
                      <c:pt idx="3751" formatCode="yyyy\-mm\-dd">
                        <c:v>45079</c:v>
                      </c:pt>
                      <c:pt idx="3752" formatCode="yyyy\-mm\-dd">
                        <c:v>45080</c:v>
                      </c:pt>
                      <c:pt idx="3753" formatCode="yyyy\-mm\-dd">
                        <c:v>45081</c:v>
                      </c:pt>
                      <c:pt idx="3754" formatCode="yyyy\-mm\-dd">
                        <c:v>45082</c:v>
                      </c:pt>
                      <c:pt idx="3755" formatCode="yyyy\-mm\-dd">
                        <c:v>45083</c:v>
                      </c:pt>
                      <c:pt idx="3756" formatCode="yyyy\-mm\-dd">
                        <c:v>45084</c:v>
                      </c:pt>
                      <c:pt idx="3757" formatCode="yyyy\-mm\-dd">
                        <c:v>45085</c:v>
                      </c:pt>
                      <c:pt idx="3758" formatCode="yyyy\-mm\-dd">
                        <c:v>45086</c:v>
                      </c:pt>
                      <c:pt idx="3759" formatCode="yyyy\-mm\-dd">
                        <c:v>45087</c:v>
                      </c:pt>
                      <c:pt idx="3760" formatCode="yyyy\-mm\-dd">
                        <c:v>45089</c:v>
                      </c:pt>
                      <c:pt idx="3761" formatCode="yyyy\-mm\-dd">
                        <c:v>45090</c:v>
                      </c:pt>
                      <c:pt idx="3762" formatCode="yyyy\-mm\-dd">
                        <c:v>45091</c:v>
                      </c:pt>
                      <c:pt idx="3763" formatCode="yyyy\-mm\-dd">
                        <c:v>45092</c:v>
                      </c:pt>
                      <c:pt idx="3764" formatCode="yyyy\-mm\-dd">
                        <c:v>45093</c:v>
                      </c:pt>
                      <c:pt idx="3765" formatCode="yyyy\-mm\-dd">
                        <c:v>45096</c:v>
                      </c:pt>
                      <c:pt idx="3766" formatCode="yyyy\-mm\-dd">
                        <c:v>45097</c:v>
                      </c:pt>
                      <c:pt idx="3767" formatCode="yyyy\-mm\-dd">
                        <c:v>45098</c:v>
                      </c:pt>
                      <c:pt idx="3768" formatCode="yyyy\-mm\-dd">
                        <c:v>45099</c:v>
                      </c:pt>
                      <c:pt idx="3769" formatCode="yyyy\-mm\-dd">
                        <c:v>45102</c:v>
                      </c:pt>
                      <c:pt idx="3770" formatCode="yyyy\-mm\-dd">
                        <c:v>45103</c:v>
                      </c:pt>
                      <c:pt idx="3771" formatCode="yyyy\-mm\-dd">
                        <c:v>45104</c:v>
                      </c:pt>
                      <c:pt idx="3772" formatCode="yyyy\-mm\-dd">
                        <c:v>45105</c:v>
                      </c:pt>
                      <c:pt idx="3773" formatCode="yyyy\-mm\-dd">
                        <c:v>45106</c:v>
                      </c:pt>
                      <c:pt idx="3774" formatCode="yyyy\-mm\-dd">
                        <c:v>45107</c:v>
                      </c:pt>
                      <c:pt idx="3775" formatCode="yyyy\-mm\-dd">
                        <c:v>45110</c:v>
                      </c:pt>
                      <c:pt idx="3776" formatCode="yyyy\-mm\-dd">
                        <c:v>45111</c:v>
                      </c:pt>
                      <c:pt idx="3777" formatCode="yyyy\-mm\-dd">
                        <c:v>45112</c:v>
                      </c:pt>
                      <c:pt idx="3778" formatCode="yyyy\-mm\-dd">
                        <c:v>45113</c:v>
                      </c:pt>
                      <c:pt idx="3779" formatCode="yyyy\-mm\-dd">
                        <c:v>45114</c:v>
                      </c:pt>
                      <c:pt idx="3780" formatCode="yyyy\-mm\-dd">
                        <c:v>45117</c:v>
                      </c:pt>
                      <c:pt idx="3781" formatCode="yyyy\-mm\-dd">
                        <c:v>45118</c:v>
                      </c:pt>
                      <c:pt idx="3782" formatCode="yyyy\-mm\-dd">
                        <c:v>45119</c:v>
                      </c:pt>
                      <c:pt idx="3783" formatCode="yyyy\-mm\-dd">
                        <c:v>45120</c:v>
                      </c:pt>
                      <c:pt idx="3784" formatCode="yyyy\-mm\-dd">
                        <c:v>45121</c:v>
                      </c:pt>
                      <c:pt idx="3785" formatCode="yyyy\-mm\-dd">
                        <c:v>45124</c:v>
                      </c:pt>
                      <c:pt idx="3786" formatCode="yyyy\-mm\-dd">
                        <c:v>45125</c:v>
                      </c:pt>
                      <c:pt idx="3787" formatCode="yyyy\-mm\-dd">
                        <c:v>45126</c:v>
                      </c:pt>
                      <c:pt idx="3788" formatCode="yyyy\-mm\-dd">
                        <c:v>45127</c:v>
                      </c:pt>
                      <c:pt idx="3789" formatCode="yyyy\-mm\-dd">
                        <c:v>45128</c:v>
                      </c:pt>
                      <c:pt idx="3790" formatCode="yyyy\-mm\-dd">
                        <c:v>45131</c:v>
                      </c:pt>
                      <c:pt idx="3791" formatCode="yyyy\-mm\-dd">
                        <c:v>45132</c:v>
                      </c:pt>
                      <c:pt idx="3792" formatCode="yyyy\-mm\-dd">
                        <c:v>45133</c:v>
                      </c:pt>
                      <c:pt idx="3793" formatCode="yyyy\-mm\-dd">
                        <c:v>45134</c:v>
                      </c:pt>
                      <c:pt idx="3794" formatCode="yyyy\-mm\-dd">
                        <c:v>45135</c:v>
                      </c:pt>
                      <c:pt idx="3795" formatCode="yyyy\-mm\-dd">
                        <c:v>45138</c:v>
                      </c:pt>
                      <c:pt idx="3796" formatCode="yyyy\-mm\-dd">
                        <c:v>45139</c:v>
                      </c:pt>
                      <c:pt idx="3797" formatCode="yyyy\-mm\-dd">
                        <c:v>45140</c:v>
                      </c:pt>
                      <c:pt idx="3798" formatCode="yyyy\-mm\-dd">
                        <c:v>45141</c:v>
                      </c:pt>
                      <c:pt idx="3799" formatCode="yyyy\-mm\-dd">
                        <c:v>45142</c:v>
                      </c:pt>
                      <c:pt idx="3800" formatCode="yyyy\-mm\-dd">
                        <c:v>45143</c:v>
                      </c:pt>
                      <c:pt idx="3801" formatCode="yyyy\-mm\-dd">
                        <c:v>45144</c:v>
                      </c:pt>
                      <c:pt idx="3802" formatCode="yyyy\-mm\-dd">
                        <c:v>45145</c:v>
                      </c:pt>
                      <c:pt idx="3803" formatCode="yyyy\-mm\-dd">
                        <c:v>45146</c:v>
                      </c:pt>
                      <c:pt idx="3804" formatCode="yyyy\-mm\-dd">
                        <c:v>45147</c:v>
                      </c:pt>
                      <c:pt idx="3805" formatCode="yyyy\-mm\-dd">
                        <c:v>45148</c:v>
                      </c:pt>
                      <c:pt idx="3806" formatCode="yyyy\-mm\-dd">
                        <c:v>45149</c:v>
                      </c:pt>
                      <c:pt idx="3807" formatCode="yyyy\-mm\-dd">
                        <c:v>45150</c:v>
                      </c:pt>
                      <c:pt idx="3808" formatCode="yyyy\-mm\-dd">
                        <c:v>45151</c:v>
                      </c:pt>
                      <c:pt idx="3809" formatCode="yyyy\-mm\-dd">
                        <c:v>45152</c:v>
                      </c:pt>
                      <c:pt idx="3810" formatCode="yyyy\-mm\-dd">
                        <c:v>45153</c:v>
                      </c:pt>
                      <c:pt idx="3811" formatCode="yyyy\-mm\-dd">
                        <c:v>45154</c:v>
                      </c:pt>
                      <c:pt idx="3812" formatCode="yyyy\-mm\-dd">
                        <c:v>45155</c:v>
                      </c:pt>
                      <c:pt idx="3813" formatCode="yyyy\-mm\-dd">
                        <c:v>45156</c:v>
                      </c:pt>
                      <c:pt idx="3814" formatCode="yyyy\-mm\-dd">
                        <c:v>45157</c:v>
                      </c:pt>
                      <c:pt idx="3815" formatCode="yyyy\-mm\-dd">
                        <c:v>45158</c:v>
                      </c:pt>
                      <c:pt idx="3816" formatCode="yyyy\-mm\-dd">
                        <c:v>45159</c:v>
                      </c:pt>
                      <c:pt idx="3817" formatCode="yyyy\-mm\-dd">
                        <c:v>45160</c:v>
                      </c:pt>
                      <c:pt idx="3818" formatCode="yyyy\-mm\-dd">
                        <c:v>45161</c:v>
                      </c:pt>
                      <c:pt idx="3819" formatCode="yyyy\-mm\-dd">
                        <c:v>45162</c:v>
                      </c:pt>
                      <c:pt idx="3820" formatCode="yyyy\-mm\-dd">
                        <c:v>45163</c:v>
                      </c:pt>
                      <c:pt idx="3821" formatCode="yyyy\-mm\-dd">
                        <c:v>45164</c:v>
                      </c:pt>
                      <c:pt idx="3822" formatCode="yyyy\-mm\-dd">
                        <c:v>45165</c:v>
                      </c:pt>
                      <c:pt idx="3823" formatCode="yyyy\-mm\-dd">
                        <c:v>45166</c:v>
                      </c:pt>
                      <c:pt idx="3824" formatCode="yyyy\-mm\-dd">
                        <c:v>45167</c:v>
                      </c:pt>
                      <c:pt idx="3825" formatCode="yyyy\-mm\-dd">
                        <c:v>45168</c:v>
                      </c:pt>
                      <c:pt idx="3826" formatCode="yyyy\-mm\-dd">
                        <c:v>45169</c:v>
                      </c:pt>
                      <c:pt idx="3827" formatCode="yyyy\-mm\-dd">
                        <c:v>45170</c:v>
                      </c:pt>
                      <c:pt idx="3828" formatCode="yyyy\-mm\-dd">
                        <c:v>45171</c:v>
                      </c:pt>
                      <c:pt idx="3829" formatCode="yyyy\-mm\-dd">
                        <c:v>45172</c:v>
                      </c:pt>
                      <c:pt idx="3830" formatCode="yyyy\-mm\-dd">
                        <c:v>45173</c:v>
                      </c:pt>
                      <c:pt idx="3831" formatCode="yyyy\-mm\-dd">
                        <c:v>45174</c:v>
                      </c:pt>
                      <c:pt idx="3832" formatCode="yyyy\-mm\-dd">
                        <c:v>45175</c:v>
                      </c:pt>
                      <c:pt idx="3833" formatCode="yyyy\-mm\-dd">
                        <c:v>45176</c:v>
                      </c:pt>
                      <c:pt idx="3834" formatCode="yyyy\-mm\-dd">
                        <c:v>45177</c:v>
                      </c:pt>
                      <c:pt idx="3835" formatCode="yyyy\-mm\-dd">
                        <c:v>45178</c:v>
                      </c:pt>
                      <c:pt idx="3836" formatCode="yyyy\-mm\-dd">
                        <c:v>45179</c:v>
                      </c:pt>
                      <c:pt idx="3837" formatCode="yyyy\-mm\-dd">
                        <c:v>45180</c:v>
                      </c:pt>
                      <c:pt idx="3838" formatCode="yyyy\-mm\-dd">
                        <c:v>45181</c:v>
                      </c:pt>
                      <c:pt idx="3839" formatCode="yyyy\-mm\-dd">
                        <c:v>45182</c:v>
                      </c:pt>
                      <c:pt idx="3840" formatCode="yyyy\-mm\-dd">
                        <c:v>45183</c:v>
                      </c:pt>
                      <c:pt idx="3841" formatCode="yyyy\-mm\-dd">
                        <c:v>45184</c:v>
                      </c:pt>
                      <c:pt idx="3842" formatCode="yyyy\-mm\-dd">
                        <c:v>45185</c:v>
                      </c:pt>
                      <c:pt idx="3843" formatCode="yyyy\-mm\-dd">
                        <c:v>45186</c:v>
                      </c:pt>
                      <c:pt idx="3844" formatCode="yyyy\-mm\-dd">
                        <c:v>45187</c:v>
                      </c:pt>
                      <c:pt idx="3845" formatCode="yyyy\-mm\-dd">
                        <c:v>45188</c:v>
                      </c:pt>
                      <c:pt idx="3846" formatCode="yyyy\-mm\-dd">
                        <c:v>45189</c:v>
                      </c:pt>
                      <c:pt idx="3847" formatCode="yyyy\-mm\-dd">
                        <c:v>45190</c:v>
                      </c:pt>
                      <c:pt idx="3848" formatCode="yyyy\-mm\-dd">
                        <c:v>45191</c:v>
                      </c:pt>
                      <c:pt idx="3849" formatCode="yyyy\-mm\-dd">
                        <c:v>45192</c:v>
                      </c:pt>
                      <c:pt idx="3850" formatCode="yyyy\-mm\-dd">
                        <c:v>45193</c:v>
                      </c:pt>
                      <c:pt idx="3851" formatCode="yyyy\-mm\-dd">
                        <c:v>45194</c:v>
                      </c:pt>
                      <c:pt idx="3852" formatCode="yyyy\-mm\-dd">
                        <c:v>45195</c:v>
                      </c:pt>
                      <c:pt idx="3853" formatCode="yyyy\-mm\-dd">
                        <c:v>45196</c:v>
                      </c:pt>
                      <c:pt idx="3854" formatCode="yyyy\-mm\-dd">
                        <c:v>45197</c:v>
                      </c:pt>
                      <c:pt idx="3855" formatCode="yyyy\-mm\-dd">
                        <c:v>45198</c:v>
                      </c:pt>
                      <c:pt idx="3856" formatCode="yyyy\-mm\-dd">
                        <c:v>45199</c:v>
                      </c:pt>
                      <c:pt idx="3857" formatCode="yyyy\-mm\-dd">
                        <c:v>45200</c:v>
                      </c:pt>
                      <c:pt idx="3858" formatCode="yyyy\-mm\-dd">
                        <c:v>45201</c:v>
                      </c:pt>
                      <c:pt idx="3859" formatCode="yyyy\-mm\-dd">
                        <c:v>45202</c:v>
                      </c:pt>
                      <c:pt idx="3860" formatCode="yyyy\-mm\-dd">
                        <c:v>45203</c:v>
                      </c:pt>
                      <c:pt idx="3861" formatCode="yyyy\-mm\-dd">
                        <c:v>45204</c:v>
                      </c:pt>
                      <c:pt idx="3862" formatCode="yyyy\-mm\-dd">
                        <c:v>45205</c:v>
                      </c:pt>
                      <c:pt idx="3863" formatCode="yyyy\-mm\-dd">
                        <c:v>45206</c:v>
                      </c:pt>
                      <c:pt idx="3864" formatCode="yyyy\-mm\-dd">
                        <c:v>45207</c:v>
                      </c:pt>
                      <c:pt idx="3865" formatCode="yyyy\-mm\-dd">
                        <c:v>45208</c:v>
                      </c:pt>
                      <c:pt idx="3866" formatCode="yyyy\-mm\-dd">
                        <c:v>45209</c:v>
                      </c:pt>
                      <c:pt idx="3867" formatCode="yyyy\-mm\-dd">
                        <c:v>45210</c:v>
                      </c:pt>
                      <c:pt idx="3868" formatCode="yyyy\-mm\-dd">
                        <c:v>45211</c:v>
                      </c:pt>
                      <c:pt idx="3869" formatCode="yyyy\-mm\-dd">
                        <c:v>45212</c:v>
                      </c:pt>
                      <c:pt idx="3870" formatCode="yyyy\-mm\-dd">
                        <c:v>45213</c:v>
                      </c:pt>
                      <c:pt idx="3871" formatCode="yyyy\-mm\-dd">
                        <c:v>45214</c:v>
                      </c:pt>
                      <c:pt idx="3872" formatCode="yyyy\-mm\-dd">
                        <c:v>45215</c:v>
                      </c:pt>
                      <c:pt idx="3873" formatCode="yyyy\-mm\-dd">
                        <c:v>45216</c:v>
                      </c:pt>
                      <c:pt idx="3874" formatCode="yyyy\-mm\-dd">
                        <c:v>45217</c:v>
                      </c:pt>
                      <c:pt idx="3875" formatCode="yyyy\-mm\-dd">
                        <c:v>45218</c:v>
                      </c:pt>
                      <c:pt idx="3876" formatCode="yyyy\-mm\-dd">
                        <c:v>45219</c:v>
                      </c:pt>
                      <c:pt idx="3877" formatCode="yyyy\-mm\-dd">
                        <c:v>45220</c:v>
                      </c:pt>
                      <c:pt idx="3878" formatCode="yyyy\-mm\-dd">
                        <c:v>45221</c:v>
                      </c:pt>
                      <c:pt idx="3879" formatCode="yyyy\-mm\-dd">
                        <c:v>45222</c:v>
                      </c:pt>
                      <c:pt idx="3880" formatCode="yyyy\-mm\-dd">
                        <c:v>45223</c:v>
                      </c:pt>
                      <c:pt idx="3881" formatCode="yyyy\-mm\-dd">
                        <c:v>45224</c:v>
                      </c:pt>
                      <c:pt idx="3882" formatCode="yyyy\-mm\-dd">
                        <c:v>45225</c:v>
                      </c:pt>
                      <c:pt idx="3883" formatCode="yyyy\-mm\-dd">
                        <c:v>45226</c:v>
                      </c:pt>
                      <c:pt idx="3884" formatCode="yyyy\-mm\-dd">
                        <c:v>45227</c:v>
                      </c:pt>
                      <c:pt idx="3885" formatCode="yyyy\-mm\-dd">
                        <c:v>45228</c:v>
                      </c:pt>
                      <c:pt idx="3886" formatCode="yyyy\-mm\-dd">
                        <c:v>45229</c:v>
                      </c:pt>
                      <c:pt idx="3887" formatCode="yyyy\-mm\-dd">
                        <c:v>45230</c:v>
                      </c:pt>
                      <c:pt idx="3888" formatCode="yyyy\-mm\-dd">
                        <c:v>45231</c:v>
                      </c:pt>
                      <c:pt idx="3889" formatCode="yyyy\-mm\-dd">
                        <c:v>45232</c:v>
                      </c:pt>
                      <c:pt idx="3890" formatCode="yyyy\-mm\-dd">
                        <c:v>45233</c:v>
                      </c:pt>
                      <c:pt idx="3891" formatCode="yyyy\-mm\-dd">
                        <c:v>45234</c:v>
                      </c:pt>
                      <c:pt idx="3892" formatCode="yyyy\-mm\-dd">
                        <c:v>45235</c:v>
                      </c:pt>
                      <c:pt idx="3893" formatCode="yyyy\-mm\-dd">
                        <c:v>45236</c:v>
                      </c:pt>
                      <c:pt idx="3894" formatCode="yyyy\-mm\-dd">
                        <c:v>45237</c:v>
                      </c:pt>
                      <c:pt idx="3895" formatCode="yyyy\-mm\-dd">
                        <c:v>45238</c:v>
                      </c:pt>
                      <c:pt idx="3896" formatCode="yyyy\-mm\-dd">
                        <c:v>45239</c:v>
                      </c:pt>
                      <c:pt idx="3897" formatCode="yyyy\-mm\-dd">
                        <c:v>45240</c:v>
                      </c:pt>
                      <c:pt idx="3898" formatCode="yyyy\-mm\-dd">
                        <c:v>45241</c:v>
                      </c:pt>
                      <c:pt idx="3899" formatCode="yyyy\-mm\-dd">
                        <c:v>45242</c:v>
                      </c:pt>
                      <c:pt idx="3900" formatCode="yyyy\-mm\-dd">
                        <c:v>45243</c:v>
                      </c:pt>
                      <c:pt idx="3901" formatCode="yyyy\-mm\-dd">
                        <c:v>45244</c:v>
                      </c:pt>
                      <c:pt idx="3902" formatCode="yyyy\-mm\-dd">
                        <c:v>45245</c:v>
                      </c:pt>
                      <c:pt idx="3903" formatCode="yyyy\-mm\-dd">
                        <c:v>45246</c:v>
                      </c:pt>
                      <c:pt idx="3904" formatCode="yyyy\-mm\-dd">
                        <c:v>45247</c:v>
                      </c:pt>
                      <c:pt idx="3905" formatCode="yyyy\-mm\-dd">
                        <c:v>45248</c:v>
                      </c:pt>
                      <c:pt idx="3906" formatCode="yyyy\-mm\-dd">
                        <c:v>45249</c:v>
                      </c:pt>
                      <c:pt idx="3907" formatCode="yyyy\-mm\-dd">
                        <c:v>45250</c:v>
                      </c:pt>
                      <c:pt idx="3908" formatCode="yyyy\-mm\-dd">
                        <c:v>45251</c:v>
                      </c:pt>
                      <c:pt idx="3909" formatCode="yyyy\-mm\-dd">
                        <c:v>45252</c:v>
                      </c:pt>
                      <c:pt idx="3910" formatCode="yyyy\-mm\-dd">
                        <c:v>45253</c:v>
                      </c:pt>
                      <c:pt idx="3911" formatCode="yyyy\-mm\-dd">
                        <c:v>45254</c:v>
                      </c:pt>
                      <c:pt idx="3912" formatCode="yyyy\-mm\-dd">
                        <c:v>45255</c:v>
                      </c:pt>
                      <c:pt idx="3913" formatCode="yyyy\-mm\-dd">
                        <c:v>45256</c:v>
                      </c:pt>
                      <c:pt idx="3914" formatCode="yyyy\-mm\-dd">
                        <c:v>45257</c:v>
                      </c:pt>
                      <c:pt idx="3915" formatCode="yyyy\-mm\-dd">
                        <c:v>45258</c:v>
                      </c:pt>
                      <c:pt idx="3916" formatCode="yyyy\-mm\-dd">
                        <c:v>45259</c:v>
                      </c:pt>
                      <c:pt idx="3917" formatCode="yyyy\-mm\-dd">
                        <c:v>45260</c:v>
                      </c:pt>
                      <c:pt idx="3918" formatCode="yyyy\-mm\-dd">
                        <c:v>45261</c:v>
                      </c:pt>
                      <c:pt idx="3919" formatCode="yyyy\-mm\-dd">
                        <c:v>45262</c:v>
                      </c:pt>
                      <c:pt idx="3920" formatCode="yyyy\-mm\-dd">
                        <c:v>45263</c:v>
                      </c:pt>
                      <c:pt idx="3921" formatCode="yyyy\-mm\-dd">
                        <c:v>45264</c:v>
                      </c:pt>
                      <c:pt idx="3922" formatCode="yyyy\-mm\-dd">
                        <c:v>45265</c:v>
                      </c:pt>
                      <c:pt idx="3923" formatCode="yyyy\-mm\-dd">
                        <c:v>45266</c:v>
                      </c:pt>
                      <c:pt idx="3924" formatCode="yyyy\-mm\-dd">
                        <c:v>45267</c:v>
                      </c:pt>
                      <c:pt idx="3925" formatCode="yyyy\-mm\-dd">
                        <c:v>45268</c:v>
                      </c:pt>
                      <c:pt idx="3926" formatCode="yyyy\-mm\-dd">
                        <c:v>45269</c:v>
                      </c:pt>
                      <c:pt idx="3927" formatCode="yyyy\-mm\-dd">
                        <c:v>45270</c:v>
                      </c:pt>
                      <c:pt idx="3928" formatCode="yyyy\-mm\-dd">
                        <c:v>45271</c:v>
                      </c:pt>
                      <c:pt idx="3929" formatCode="yyyy\-mm\-dd">
                        <c:v>45272</c:v>
                      </c:pt>
                      <c:pt idx="3930" formatCode="yyyy\-mm\-dd">
                        <c:v>45273</c:v>
                      </c:pt>
                      <c:pt idx="3931" formatCode="yyyy\-mm\-dd">
                        <c:v>45274</c:v>
                      </c:pt>
                      <c:pt idx="3932" formatCode="yyyy\-mm\-dd">
                        <c:v>45275</c:v>
                      </c:pt>
                      <c:pt idx="3933" formatCode="yyyy\-mm\-dd">
                        <c:v>45276</c:v>
                      </c:pt>
                      <c:pt idx="3934" formatCode="yyyy\-mm\-dd">
                        <c:v>45277</c:v>
                      </c:pt>
                      <c:pt idx="3935" formatCode="yyyy\-mm\-dd">
                        <c:v>45278</c:v>
                      </c:pt>
                      <c:pt idx="3936" formatCode="yyyy\-mm\-dd">
                        <c:v>45279</c:v>
                      </c:pt>
                      <c:pt idx="3937" formatCode="yyyy\-mm\-dd">
                        <c:v>45280</c:v>
                      </c:pt>
                      <c:pt idx="3938" formatCode="yyyy\-mm\-dd">
                        <c:v>45281</c:v>
                      </c:pt>
                      <c:pt idx="3939" formatCode="yyyy\-mm\-dd">
                        <c:v>45282</c:v>
                      </c:pt>
                      <c:pt idx="3940" formatCode="yyyy\-mm\-dd">
                        <c:v>45283</c:v>
                      </c:pt>
                      <c:pt idx="3941" formatCode="yyyy\-mm\-dd">
                        <c:v>45284</c:v>
                      </c:pt>
                      <c:pt idx="3942" formatCode="yyyy\-mm\-dd">
                        <c:v>45285</c:v>
                      </c:pt>
                      <c:pt idx="3943" formatCode="yyyy\-mm\-dd">
                        <c:v>45286</c:v>
                      </c:pt>
                      <c:pt idx="3944" formatCode="yyyy\-mm\-dd">
                        <c:v>45287</c:v>
                      </c:pt>
                      <c:pt idx="3945" formatCode="yyyy\-mm\-dd">
                        <c:v>45288</c:v>
                      </c:pt>
                      <c:pt idx="3946" formatCode="yyyy\-mm\-dd">
                        <c:v>45289</c:v>
                      </c:pt>
                      <c:pt idx="3947" formatCode="yyyy\-mm\-dd">
                        <c:v>45290</c:v>
                      </c:pt>
                      <c:pt idx="3948" formatCode="yyyy\-mm\-dd">
                        <c:v>45291</c:v>
                      </c:pt>
                      <c:pt idx="3949" formatCode="yyyy\-mm\-dd">
                        <c:v>45292</c:v>
                      </c:pt>
                      <c:pt idx="3950" formatCode="yyyy\-mm\-dd">
                        <c:v>45293</c:v>
                      </c:pt>
                      <c:pt idx="3951" formatCode="yyyy\-mm\-dd">
                        <c:v>45294</c:v>
                      </c:pt>
                      <c:pt idx="3952" formatCode="yyyy\-mm\-dd">
                        <c:v>45295</c:v>
                      </c:pt>
                      <c:pt idx="3953" formatCode="yyyy\-mm\-dd">
                        <c:v>45296</c:v>
                      </c:pt>
                      <c:pt idx="3954" formatCode="yyyy\-mm\-dd">
                        <c:v>45297</c:v>
                      </c:pt>
                      <c:pt idx="3955" formatCode="yyyy\-mm\-dd">
                        <c:v>45298</c:v>
                      </c:pt>
                      <c:pt idx="3956" formatCode="yyyy\-mm\-dd">
                        <c:v>45299</c:v>
                      </c:pt>
                      <c:pt idx="3957" formatCode="yyyy\-mm\-dd">
                        <c:v>45300</c:v>
                      </c:pt>
                      <c:pt idx="3958" formatCode="yyyy\-mm\-dd">
                        <c:v>45301</c:v>
                      </c:pt>
                      <c:pt idx="3959" formatCode="yyyy\-mm\-dd">
                        <c:v>45302</c:v>
                      </c:pt>
                      <c:pt idx="3960" formatCode="yyyy\-mm\-dd">
                        <c:v>45303</c:v>
                      </c:pt>
                      <c:pt idx="3961" formatCode="yyyy\-mm\-dd">
                        <c:v>45304</c:v>
                      </c:pt>
                      <c:pt idx="3962" formatCode="yyyy\-mm\-dd">
                        <c:v>45305</c:v>
                      </c:pt>
                      <c:pt idx="3963" formatCode="yyyy\-mm\-dd">
                        <c:v>45306</c:v>
                      </c:pt>
                      <c:pt idx="3964" formatCode="yyyy\-mm\-dd">
                        <c:v>45307</c:v>
                      </c:pt>
                      <c:pt idx="3965" formatCode="yyyy\-mm\-dd">
                        <c:v>45308</c:v>
                      </c:pt>
                      <c:pt idx="3966" formatCode="yyyy\-mm\-dd">
                        <c:v>45309</c:v>
                      </c:pt>
                      <c:pt idx="3967" formatCode="yyyy\-mm\-dd">
                        <c:v>45310</c:v>
                      </c:pt>
                      <c:pt idx="3968" formatCode="yyyy\-mm\-dd">
                        <c:v>45311</c:v>
                      </c:pt>
                      <c:pt idx="3969" formatCode="yyyy\-mm\-dd">
                        <c:v>45312</c:v>
                      </c:pt>
                      <c:pt idx="3970" formatCode="yyyy\-mm\-dd">
                        <c:v>45313</c:v>
                      </c:pt>
                      <c:pt idx="3971" formatCode="yyyy\-mm\-dd">
                        <c:v>45314</c:v>
                      </c:pt>
                      <c:pt idx="3972" formatCode="yyyy\-mm\-dd">
                        <c:v>45315</c:v>
                      </c:pt>
                      <c:pt idx="3973" formatCode="yyyy\-mm\-dd">
                        <c:v>45316</c:v>
                      </c:pt>
                      <c:pt idx="3974" formatCode="yyyy\-mm\-dd">
                        <c:v>45317</c:v>
                      </c:pt>
                      <c:pt idx="3975" formatCode="yyyy\-mm\-dd">
                        <c:v>45318</c:v>
                      </c:pt>
                      <c:pt idx="3976" formatCode="yyyy\-mm\-dd">
                        <c:v>45319</c:v>
                      </c:pt>
                      <c:pt idx="3977" formatCode="yyyy\-mm\-dd">
                        <c:v>45320</c:v>
                      </c:pt>
                      <c:pt idx="3978" formatCode="yyyy\-mm\-dd">
                        <c:v>45321</c:v>
                      </c:pt>
                      <c:pt idx="3979" formatCode="yyyy\-mm\-dd">
                        <c:v>45322</c:v>
                      </c:pt>
                      <c:pt idx="3980" formatCode="yyyy\-mm\-dd">
                        <c:v>45323</c:v>
                      </c:pt>
                      <c:pt idx="3981" formatCode="yyyy\-mm\-dd">
                        <c:v>45324</c:v>
                      </c:pt>
                      <c:pt idx="3982" formatCode="yyyy\-mm\-dd">
                        <c:v>45325</c:v>
                      </c:pt>
                      <c:pt idx="3983" formatCode="yyyy\-mm\-dd">
                        <c:v>45326</c:v>
                      </c:pt>
                      <c:pt idx="3984" formatCode="yyyy\-mm\-dd">
                        <c:v>45327</c:v>
                      </c:pt>
                      <c:pt idx="3985" formatCode="yyyy\-mm\-dd">
                        <c:v>45328</c:v>
                      </c:pt>
                      <c:pt idx="3986" formatCode="yyyy\-mm\-dd">
                        <c:v>45329</c:v>
                      </c:pt>
                      <c:pt idx="3987" formatCode="yyyy\-mm\-dd">
                        <c:v>45330</c:v>
                      </c:pt>
                      <c:pt idx="3988" formatCode="yyyy\-mm\-dd">
                        <c:v>45331</c:v>
                      </c:pt>
                      <c:pt idx="3989" formatCode="yyyy\-mm\-dd">
                        <c:v>45332</c:v>
                      </c:pt>
                      <c:pt idx="3990" formatCode="yyyy\-mm\-dd">
                        <c:v>45333</c:v>
                      </c:pt>
                      <c:pt idx="3991" formatCode="yyyy\-mm\-dd">
                        <c:v>45334</c:v>
                      </c:pt>
                      <c:pt idx="3992" formatCode="yyyy\-mm\-dd">
                        <c:v>45335</c:v>
                      </c:pt>
                      <c:pt idx="3993" formatCode="yyyy\-mm\-dd">
                        <c:v>45336</c:v>
                      </c:pt>
                      <c:pt idx="3994" formatCode="yyyy\-mm\-dd">
                        <c:v>45337</c:v>
                      </c:pt>
                      <c:pt idx="3995" formatCode="yyyy\-mm\-dd">
                        <c:v>45338</c:v>
                      </c:pt>
                      <c:pt idx="3996" formatCode="yyyy\-mm\-dd">
                        <c:v>45339</c:v>
                      </c:pt>
                      <c:pt idx="3997" formatCode="yyyy\-mm\-dd">
                        <c:v>45340</c:v>
                      </c:pt>
                      <c:pt idx="3998" formatCode="yyyy\-mm\-dd">
                        <c:v>45341</c:v>
                      </c:pt>
                      <c:pt idx="3999" formatCode="yyyy\-mm\-dd">
                        <c:v>45342</c:v>
                      </c:pt>
                      <c:pt idx="4000" formatCode="yyyy\-mm\-dd">
                        <c:v>45343</c:v>
                      </c:pt>
                      <c:pt idx="4001" formatCode="yyyy\-mm\-dd">
                        <c:v>45344</c:v>
                      </c:pt>
                      <c:pt idx="4002" formatCode="yyyy\-mm\-dd">
                        <c:v>45345</c:v>
                      </c:pt>
                      <c:pt idx="4003" formatCode="yyyy\-mm\-dd">
                        <c:v>45346</c:v>
                      </c:pt>
                      <c:pt idx="4004" formatCode="yyyy\-mm\-dd">
                        <c:v>45347</c:v>
                      </c:pt>
                      <c:pt idx="4005" formatCode="yyyy\-mm\-dd">
                        <c:v>45348</c:v>
                      </c:pt>
                      <c:pt idx="4006" formatCode="yyyy\-mm\-dd">
                        <c:v>45349</c:v>
                      </c:pt>
                      <c:pt idx="4007" formatCode="yyyy\-mm\-dd">
                        <c:v>45350</c:v>
                      </c:pt>
                      <c:pt idx="4008" formatCode="yyyy\-mm\-dd">
                        <c:v>45351</c:v>
                      </c:pt>
                      <c:pt idx="4009" formatCode="yyyy\-mm\-dd">
                        <c:v>45352</c:v>
                      </c:pt>
                    </c:numCache>
                  </c:numRef>
                </c:cat>
                <c:val>
                  <c:numRef>
                    <c:extLst xmlns:c16r2="http://schemas.microsoft.com/office/drawing/2015/06/chart" xmlns:c15="http://schemas.microsoft.com/office/drawing/2012/chart">
                      <c:ext xmlns:c15="http://schemas.microsoft.com/office/drawing/2012/chart" uri="{02D57815-91ED-43cb-92C2-25804820EDAC}">
                        <c15:formulaRef>
                          <c15:sqref>全球粮价!$N$12:$N$3473</c15:sqref>
                        </c15:formulaRef>
                      </c:ext>
                    </c:extLst>
                    <c:numCache>
                      <c:formatCode>General</c:formatCode>
                      <c:ptCount val="3462"/>
                      <c:pt idx="20" formatCode="###,###,###,##0.0000">
                        <c:v>383</c:v>
                      </c:pt>
                      <c:pt idx="38" formatCode="###,###,###,##0.0000">
                        <c:v>413.63</c:v>
                      </c:pt>
                      <c:pt idx="61" formatCode="###,###,###,##0.0000">
                        <c:v>424.5</c:v>
                      </c:pt>
                      <c:pt idx="81" formatCode="###,###,###,##0.0000">
                        <c:v>417.5</c:v>
                      </c:pt>
                      <c:pt idx="100" formatCode="###,###,###,##0.0000">
                        <c:v>410</c:v>
                      </c:pt>
                      <c:pt idx="124" formatCode="###,###,###,##0.0000">
                        <c:v>392.5</c:v>
                      </c:pt>
                      <c:pt idx="147" formatCode="###,###,###,##0.0000">
                        <c:v>418.13</c:v>
                      </c:pt>
                      <c:pt idx="169" formatCode="###,###,###,##0.0000">
                        <c:v>459.9</c:v>
                      </c:pt>
                      <c:pt idx="191" formatCode="###,###,###,##0.0000">
                        <c:v>506</c:v>
                      </c:pt>
                      <c:pt idx="214" formatCode="###,###,###,##0.0000">
                        <c:v>557.25</c:v>
                      </c:pt>
                      <c:pt idx="236" formatCode="###,###,###,##0.0000">
                        <c:v>554.1</c:v>
                      </c:pt>
                      <c:pt idx="259" formatCode="###,###,###,##0.0000">
                        <c:v>540.63</c:v>
                      </c:pt>
                      <c:pt idx="281" formatCode="###,###,###,##0.0000">
                        <c:v>547.4</c:v>
                      </c:pt>
                      <c:pt idx="302" formatCode="###,###,###,##0.0000">
                        <c:v>413.63</c:v>
                      </c:pt>
                      <c:pt idx="325" formatCode="###,###,###,##0.0000">
                        <c:v>424.5</c:v>
                      </c:pt>
                      <c:pt idx="348" formatCode="###,###,###,##0.0000">
                        <c:v>417.5</c:v>
                      </c:pt>
                      <c:pt idx="370" formatCode="###,###,###,##0.0000">
                        <c:v>410</c:v>
                      </c:pt>
                      <c:pt idx="392" formatCode="###,###,###,##0.0000">
                        <c:v>575.88</c:v>
                      </c:pt>
                      <c:pt idx="414" formatCode="###,###,###,##0.0000">
                        <c:v>597.63</c:v>
                      </c:pt>
                      <c:pt idx="437" formatCode="###,###,###,##0.0000">
                        <c:v>597.4</c:v>
                      </c:pt>
                      <c:pt idx="459" formatCode="###,###,###,##0.0000">
                        <c:v>587.88</c:v>
                      </c:pt>
                      <c:pt idx="482" formatCode="###,###,###,##0.0000">
                        <c:v>571.4</c:v>
                      </c:pt>
                      <c:pt idx="504" formatCode="###,###,###,##0.0000">
                        <c:v>563.5</c:v>
                      </c:pt>
                      <c:pt idx="527" formatCode="###,###,###,##0.0000">
                        <c:v>488.75</c:v>
                      </c:pt>
                      <c:pt idx="550" formatCode="###,###,###,##0.0000">
                        <c:v>451.4</c:v>
                      </c:pt>
                      <c:pt idx="571" formatCode="###,###,###,##0.0000">
                        <c:v>435.5</c:v>
                      </c:pt>
                      <c:pt idx="594" formatCode="###,###,###,##0.0000">
                        <c:v>442.88</c:v>
                      </c:pt>
                      <c:pt idx="617" formatCode="###,###,###,##0.0000">
                        <c:v>478</c:v>
                      </c:pt>
                      <c:pt idx="640" formatCode="###,###,###,##0.0000">
                        <c:v>490.5</c:v>
                      </c:pt>
                      <c:pt idx="662" formatCode="###,###,###,##0.0000">
                        <c:v>501.63</c:v>
                      </c:pt>
                      <c:pt idx="684" formatCode="###,###,###,##0.0000">
                        <c:v>436.88</c:v>
                      </c:pt>
                      <c:pt idx="707" formatCode="###,###,###,##0.0000">
                        <c:v>504.5</c:v>
                      </c:pt>
                      <c:pt idx="729" formatCode="###,###,###,##0.0000">
                        <c:v>527.38</c:v>
                      </c:pt>
                      <c:pt idx="752" formatCode="###,###,###,##0.0000">
                        <c:v>533.5</c:v>
                      </c:pt>
                      <c:pt idx="774" formatCode="###,###,###,##0.0000">
                        <c:v>487.88</c:v>
                      </c:pt>
                      <c:pt idx="795" formatCode="###,###,###,##0.0000">
                        <c:v>472.83</c:v>
                      </c:pt>
                      <c:pt idx="819" formatCode="###,###,###,##0.0000">
                        <c:v>462.25</c:v>
                      </c:pt>
                      <c:pt idx="841" formatCode="###,###,###,##0.0000">
                        <c:v>464.5</c:v>
                      </c:pt>
                      <c:pt idx="863" formatCode="###,###,###,##0.0000">
                        <c:v>467.63</c:v>
                      </c:pt>
                      <c:pt idx="889" formatCode="###,###,###,##0.0000">
                        <c:v>461.13</c:v>
                      </c:pt>
                      <c:pt idx="912" formatCode="###,###,###,##0.0000">
                        <c:v>421.25</c:v>
                      </c:pt>
                      <c:pt idx="935" formatCode="###,###,###,##0.0000">
                        <c:v>424.13</c:v>
                      </c:pt>
                      <c:pt idx="958" formatCode="###,###,###,##0.0000">
                        <c:v>409.63</c:v>
                      </c:pt>
                      <c:pt idx="981" formatCode="###,###,###,##0.0000">
                        <c:v>400.38</c:v>
                      </c:pt>
                      <c:pt idx="1005" formatCode="###,###,###,##0.0000">
                        <c:v>374.8</c:v>
                      </c:pt>
                      <c:pt idx="1029" formatCode="###,###,###,##0.0000">
                        <c:v>370</c:v>
                      </c:pt>
                      <c:pt idx="1051" formatCode="###,###,###,##0.0000">
                        <c:v>334.38</c:v>
                      </c:pt>
                      <c:pt idx="1073" formatCode="###,###,###,##0.0000">
                        <c:v>341.63</c:v>
                      </c:pt>
                      <c:pt idx="1096" formatCode="###,###,###,##0.0000">
                        <c:v>403.38</c:v>
                      </c:pt>
                      <c:pt idx="1116" formatCode="###,###,###,##0.0000">
                        <c:v>450.13</c:v>
                      </c:pt>
                      <c:pt idx="1137" formatCode="###,###,###,##0.0000">
                        <c:v>486.5</c:v>
                      </c:pt>
                      <c:pt idx="1160" formatCode="###,###,###,##0.0000">
                        <c:v>409</c:v>
                      </c:pt>
                      <c:pt idx="1185" formatCode="###,###,###,##0.0000">
                        <c:v>413.56</c:v>
                      </c:pt>
                      <c:pt idx="1206" formatCode="###,###,###,##0.0000">
                        <c:v>421.38</c:v>
                      </c:pt>
                      <c:pt idx="1230" formatCode="###,###,###,##0.0000">
                        <c:v>440.63</c:v>
                      </c:pt>
                      <c:pt idx="1253" formatCode="###,###,###,##0.0000">
                        <c:v>446.5</c:v>
                      </c:pt>
                      <c:pt idx="1277" formatCode="###,###,###,##0.0000">
                        <c:v>438.1</c:v>
                      </c:pt>
                      <c:pt idx="1301" formatCode="###,###,###,##0.0000">
                        <c:v>418.75</c:v>
                      </c:pt>
                      <c:pt idx="1322" formatCode="###,###,###,##0.0000">
                        <c:v>408.75</c:v>
                      </c:pt>
                      <c:pt idx="1346" formatCode="###,###,###,##0.0000">
                        <c:v>418.38</c:v>
                      </c:pt>
                      <c:pt idx="1370" formatCode="###,###,###,##0.0000">
                        <c:v>440.25</c:v>
                      </c:pt>
                      <c:pt idx="1392" formatCode="###,###,###,##0.0000">
                        <c:v>444.13</c:v>
                      </c:pt>
                      <c:pt idx="1414" formatCode="###,###,###,##0.0000">
                        <c:v>428.8</c:v>
                      </c:pt>
                      <c:pt idx="1436" formatCode="###,###,###,##0.0000">
                        <c:v>409</c:v>
                      </c:pt>
                      <c:pt idx="1458" formatCode="###,###,###,##0.0000">
                        <c:v>413.56</c:v>
                      </c:pt>
                      <c:pt idx="1480" formatCode="###,###,###,##0.0000">
                        <c:v>421.38</c:v>
                      </c:pt>
                      <c:pt idx="1503" formatCode="###,###,###,##0.0000">
                        <c:v>431.5</c:v>
                      </c:pt>
                      <c:pt idx="1524" formatCode="###,###,###,##0.0000">
                        <c:v>434.63</c:v>
                      </c:pt>
                      <c:pt idx="1547" formatCode="###,###,###,##0.0000">
                        <c:v>428</c:v>
                      </c:pt>
                      <c:pt idx="1571" formatCode="###,###,###,##0.0000">
                        <c:v>423.75</c:v>
                      </c:pt>
                      <c:pt idx="1592" formatCode="###,###,###,##0.0000">
                        <c:v>383.88</c:v>
                      </c:pt>
                      <c:pt idx="1616" formatCode="###,###,###,##0.0000">
                        <c:v>340.63</c:v>
                      </c:pt>
                      <c:pt idx="1638" formatCode="###,###,###,##0.0000">
                        <c:v>327.13</c:v>
                      </c:pt>
                      <c:pt idx="1662" formatCode="###,###,###,##0.0000">
                        <c:v>326</c:v>
                      </c:pt>
                      <c:pt idx="1686" formatCode="###,###,###,##0.0000">
                        <c:v>338.13</c:v>
                      </c:pt>
                      <c:pt idx="1709" formatCode="###,###,###,##0.0000">
                        <c:v>330.5</c:v>
                      </c:pt>
                      <c:pt idx="1731" formatCode="###,###,###,##0.0000">
                        <c:v>313.5</c:v>
                      </c:pt>
                      <c:pt idx="1754" formatCode="###,###,###,##0.0000">
                        <c:v>306.63</c:v>
                      </c:pt>
                      <c:pt idx="1777" formatCode="###,###,###,##0.0000">
                        <c:v>305.2</c:v>
                      </c:pt>
                      <c:pt idx="1801" formatCode="###,###,###,##0.0000">
                        <c:v>318.06</c:v>
                      </c:pt>
                      <c:pt idx="1825" formatCode="###,###,###,##0.0000">
                        <c:v>320</c:v>
                      </c:pt>
                      <c:pt idx="1848" formatCode="###,###,###,##0.0000">
                        <c:v>310</c:v>
                      </c:pt>
                      <c:pt idx="1871" formatCode="###,###,###,##0.0000">
                        <c:v>298</c:v>
                      </c:pt>
                      <c:pt idx="1895" formatCode="###,###,###,##0.0000">
                        <c:v>296.63</c:v>
                      </c:pt>
                      <c:pt idx="1918" formatCode="###,###,###,##0.0000">
                        <c:v>308</c:v>
                      </c:pt>
                      <c:pt idx="1940" formatCode="###,###,###,##0.0000">
                        <c:v>326</c:v>
                      </c:pt>
                      <c:pt idx="1963" formatCode="###,###,###,##0.0000">
                        <c:v>325.63</c:v>
                      </c:pt>
                      <c:pt idx="1985" formatCode="###,###,###,##0.0000">
                        <c:v>313.13</c:v>
                      </c:pt>
                      <c:pt idx="2010" formatCode="###,###,###,##0.0000">
                        <c:v>309.25</c:v>
                      </c:pt>
                      <c:pt idx="2033" formatCode="###,###,###,##0.0000">
                        <c:v>310.3</c:v>
                      </c:pt>
                      <c:pt idx="2054" formatCode="###,###,###,##0.0000">
                        <c:v>313.75</c:v>
                      </c:pt>
                      <c:pt idx="2078" formatCode="###,###,###,##0.0000">
                        <c:v>320.75</c:v>
                      </c:pt>
                      <c:pt idx="2101" formatCode="###,###,###,##0.0000">
                        <c:v>325.89999999999998</c:v>
                      </c:pt>
                      <c:pt idx="2123" formatCode="###,###,###,##0.0000">
                        <c:v>322.38</c:v>
                      </c:pt>
                      <c:pt idx="2145" formatCode="###,###,###,##0.0000">
                        <c:v>344</c:v>
                      </c:pt>
                      <c:pt idx="2168" formatCode="###,###,###,##0.0000">
                        <c:v>357.25</c:v>
                      </c:pt>
                      <c:pt idx="2191" formatCode="###,###,###,##0.0000">
                        <c:v>360.38</c:v>
                      </c:pt>
                      <c:pt idx="2214" formatCode="###,###,###,##0.0000">
                        <c:v>370</c:v>
                      </c:pt>
                      <c:pt idx="2238" formatCode="###,###,###,##0.0000">
                        <c:v>378</c:v>
                      </c:pt>
                      <c:pt idx="2260" formatCode="###,###,###,##0.0000">
                        <c:v>384.75</c:v>
                      </c:pt>
                      <c:pt idx="2284" formatCode="###,###,###,##0.0000">
                        <c:v>384.38</c:v>
                      </c:pt>
                      <c:pt idx="2307" formatCode="###,###,###,##0.0000">
                        <c:v>391.6</c:v>
                      </c:pt>
                      <c:pt idx="2329" formatCode="###,###,###,##0.0000">
                        <c:v>400.75</c:v>
                      </c:pt>
                      <c:pt idx="2352" formatCode="###,###,###,##0.0000">
                        <c:v>409</c:v>
                      </c:pt>
                      <c:pt idx="2374" formatCode="###,###,###,##0.0000">
                        <c:v>421.63</c:v>
                      </c:pt>
                      <c:pt idx="2398" formatCode="###,###,###,##0.0000">
                        <c:v>420.75</c:v>
                      </c:pt>
                      <c:pt idx="2421" formatCode="###,###,###,##0.0000">
                        <c:v>410.2</c:v>
                      </c:pt>
                      <c:pt idx="2443" formatCode="###,###,###,##0.0000">
                        <c:v>389.67</c:v>
                      </c:pt>
                      <c:pt idx="2466" formatCode="###,###,###,##0.0000">
                        <c:v>382.13</c:v>
                      </c:pt>
                      <c:pt idx="2488" formatCode="###,###,###,##0.0000">
                        <c:v>357.38</c:v>
                      </c:pt>
                      <c:pt idx="2511" formatCode="###,###,###,##0.0000">
                        <c:v>335.03</c:v>
                      </c:pt>
                      <c:pt idx="2535" formatCode="###,###,###,##0.0000">
                        <c:v>323.75</c:v>
                      </c:pt>
                      <c:pt idx="2559" formatCode="###,###,###,##0.0000">
                        <c:v>313.39999999999998</c:v>
                      </c:pt>
                      <c:pt idx="2580" formatCode="###,###,###,##0.0000">
                        <c:v>314.88</c:v>
                      </c:pt>
                      <c:pt idx="2604" formatCode="###,###,###,##0.0000">
                        <c:v>307.5</c:v>
                      </c:pt>
                      <c:pt idx="2628" formatCode="###,###,###,##0.0000">
                        <c:v>292.89999999999998</c:v>
                      </c:pt>
                      <c:pt idx="2650" formatCode="###,###,###,##0.0000">
                        <c:v>285.75</c:v>
                      </c:pt>
                      <c:pt idx="2675" formatCode="###,###,###,##0.0000">
                        <c:v>277.38</c:v>
                      </c:pt>
                      <c:pt idx="2698" formatCode="###,###,###,##0.0000">
                        <c:v>248</c:v>
                      </c:pt>
                      <c:pt idx="2720" formatCode="###,###,###,##0.0000">
                        <c:v>238.16</c:v>
                      </c:pt>
                      <c:pt idx="2743" formatCode="###,###,###,##0.0000">
                        <c:v>264.89999999999998</c:v>
                      </c:pt>
                      <c:pt idx="2764" formatCode="###,###,###,##0.0000">
                        <c:v>279.38</c:v>
                      </c:pt>
                      <c:pt idx="2786" formatCode="###,###,###,##0.0000">
                        <c:v>276.22000000000003</c:v>
                      </c:pt>
                      <c:pt idx="2809" formatCode="###,###,###,##0.0000">
                        <c:v>282</c:v>
                      </c:pt>
                      <c:pt idx="2833" formatCode="###,###,###,##0.0000">
                        <c:v>263</c:v>
                      </c:pt>
                      <c:pt idx="2857" formatCode="###,###,###,##0.0000">
                        <c:v>273</c:v>
                      </c:pt>
                      <c:pt idx="2880" formatCode="###,###,###,##0.0000">
                        <c:v>305.10000000000002</c:v>
                      </c:pt>
                      <c:pt idx="2901" formatCode="###,###,###,##0.0000">
                        <c:v>341.88</c:v>
                      </c:pt>
                      <c:pt idx="2925" formatCode="###,###,###,##0.0000">
                        <c:v>358.38</c:v>
                      </c:pt>
                      <c:pt idx="2949" formatCode="###,###,###,##0.0000">
                        <c:v>357.1</c:v>
                      </c:pt>
                      <c:pt idx="2970" formatCode="###,###,###,##0.0000">
                        <c:v>359.63</c:v>
                      </c:pt>
                      <c:pt idx="2994" formatCode="###,###,###,##0.0000">
                        <c:v>388.5</c:v>
                      </c:pt>
                      <c:pt idx="3016" formatCode="###,###,###,##0.0000">
                        <c:v>421.3</c:v>
                      </c:pt>
                      <c:pt idx="3039" formatCode="###,###,###,##0.0000">
                        <c:v>528.88</c:v>
                      </c:pt>
                      <c:pt idx="3063" formatCode="###,###,###,##0.0000">
                        <c:v>534.13</c:v>
                      </c:pt>
                      <c:pt idx="3087" formatCode="###,###,###,##0.0000">
                        <c:v>543.4</c:v>
                      </c:pt>
                      <c:pt idx="3109" formatCode="###,###,###,##0.0000">
                        <c:v>574.63</c:v>
                      </c:pt>
                      <c:pt idx="3132" formatCode="###,###,###,##0.0000">
                        <c:v>604.75</c:v>
                      </c:pt>
                      <c:pt idx="3156" formatCode="###,###,###,##0.0000">
                        <c:v>613</c:v>
                      </c:pt>
                      <c:pt idx="3178" formatCode="###,###,###,##0.0000">
                        <c:v>603.13</c:v>
                      </c:pt>
                      <c:pt idx="3202" formatCode="###,###,###,##0.0000">
                        <c:v>643.75</c:v>
                      </c:pt>
                      <c:pt idx="3226" formatCode="###,###,###,##0.0000">
                        <c:v>672.9</c:v>
                      </c:pt>
                      <c:pt idx="3254" formatCode="#,##0.00">
                        <c:v>726.69</c:v>
                      </c:pt>
                      <c:pt idx="3285" formatCode="#,##0.00">
                        <c:v>745</c:v>
                      </c:pt>
                      <c:pt idx="3316" formatCode="#,##0.00">
                        <c:v>699.38</c:v>
                      </c:pt>
                      <c:pt idx="3339" formatCode="#,##0.00">
                        <c:v>747.13</c:v>
                      </c:pt>
                      <c:pt idx="3364" formatCode="#,##0.00">
                        <c:v>938.13</c:v>
                      </c:pt>
                      <c:pt idx="3393" formatCode="#,##0.00">
                        <c:v>954</c:v>
                      </c:pt>
                    </c:numCache>
                  </c:numRef>
                </c:val>
                <c:smooth val="1"/>
                <c:extLst xmlns:c16r2="http://schemas.microsoft.com/office/drawing/2015/06/chart" xmlns:c15="http://schemas.microsoft.com/office/drawing/2012/chart">
                  <c:ext xmlns:c16="http://schemas.microsoft.com/office/drawing/2014/chart" uri="{C3380CC4-5D6E-409C-BE32-E72D297353CC}">
                    <c16:uniqueId val="{00000005-0FA6-4F08-8B53-EF7F4596D0AD}"/>
                  </c:ext>
                </c:extLst>
              </c15:ser>
            </c15:filteredLineSeries>
          </c:ext>
        </c:extLst>
      </c:lineChart>
      <c:lineChart>
        <c:grouping val="standard"/>
        <c:varyColors val="0"/>
        <c:ser>
          <c:idx val="0"/>
          <c:order val="0"/>
          <c:tx>
            <c:strRef>
              <c:f>全球粮价!$J$11</c:f>
              <c:strCache>
                <c:ptCount val="1"/>
                <c:pt idx="0">
                  <c:v>国际玉米（美元/蒲式耳，右）</c:v>
                </c:pt>
              </c:strCache>
            </c:strRef>
          </c:tx>
          <c:spPr>
            <a:ln w="12700" cap="rnd" cmpd="sng" algn="ctr">
              <a:solidFill>
                <a:srgbClr val="E10000"/>
              </a:solidFill>
              <a:prstDash val="solid"/>
              <a:round/>
            </a:ln>
          </c:spPr>
          <c:marker>
            <c:symbol val="diamond"/>
            <c:size val="2"/>
            <c:spPr>
              <a:solidFill>
                <a:srgbClr val="E10000"/>
              </a:solidFill>
              <a:ln w="12700" cap="flat" cmpd="sng" algn="ctr">
                <a:noFill/>
                <a:prstDash val="solid"/>
                <a:round/>
              </a:ln>
            </c:spPr>
          </c:marker>
          <c:cat>
            <c:numRef>
              <c:f>全球粮价!$A$12:$A$5003</c:f>
              <c:numCache>
                <c:formatCode>yyyy\-mm\-dd;@</c:formatCode>
                <c:ptCount val="4992"/>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40209</c:v>
                </c:pt>
                <c:pt idx="21">
                  <c:v>40210</c:v>
                </c:pt>
                <c:pt idx="22">
                  <c:v>40211</c:v>
                </c:pt>
                <c:pt idx="23">
                  <c:v>40212</c:v>
                </c:pt>
                <c:pt idx="24">
                  <c:v>40213</c:v>
                </c:pt>
                <c:pt idx="25">
                  <c:v>40214</c:v>
                </c:pt>
                <c:pt idx="26">
                  <c:v>40217</c:v>
                </c:pt>
                <c:pt idx="27">
                  <c:v>40218</c:v>
                </c:pt>
                <c:pt idx="28">
                  <c:v>40219</c:v>
                </c:pt>
                <c:pt idx="29">
                  <c:v>40220</c:v>
                </c:pt>
                <c:pt idx="30">
                  <c:v>40221</c:v>
                </c:pt>
                <c:pt idx="31">
                  <c:v>40229</c:v>
                </c:pt>
                <c:pt idx="32">
                  <c:v>40230</c:v>
                </c:pt>
                <c:pt idx="33">
                  <c:v>40231</c:v>
                </c:pt>
                <c:pt idx="34">
                  <c:v>40232</c:v>
                </c:pt>
                <c:pt idx="35">
                  <c:v>40233</c:v>
                </c:pt>
                <c:pt idx="36">
                  <c:v>40234</c:v>
                </c:pt>
                <c:pt idx="37">
                  <c:v>40235</c:v>
                </c:pt>
                <c:pt idx="38">
                  <c:v>40237</c:v>
                </c:pt>
                <c:pt idx="39">
                  <c:v>40238</c:v>
                </c:pt>
                <c:pt idx="40">
                  <c:v>40239</c:v>
                </c:pt>
                <c:pt idx="41">
                  <c:v>40240</c:v>
                </c:pt>
                <c:pt idx="42">
                  <c:v>40241</c:v>
                </c:pt>
                <c:pt idx="43">
                  <c:v>40242</c:v>
                </c:pt>
                <c:pt idx="44">
                  <c:v>40245</c:v>
                </c:pt>
                <c:pt idx="45">
                  <c:v>40246</c:v>
                </c:pt>
                <c:pt idx="46">
                  <c:v>40247</c:v>
                </c:pt>
                <c:pt idx="47">
                  <c:v>40248</c:v>
                </c:pt>
                <c:pt idx="48">
                  <c:v>40249</c:v>
                </c:pt>
                <c:pt idx="49">
                  <c:v>40252</c:v>
                </c:pt>
                <c:pt idx="50">
                  <c:v>40253</c:v>
                </c:pt>
                <c:pt idx="51">
                  <c:v>40254</c:v>
                </c:pt>
                <c:pt idx="52">
                  <c:v>40255</c:v>
                </c:pt>
                <c:pt idx="53">
                  <c:v>40256</c:v>
                </c:pt>
                <c:pt idx="54">
                  <c:v>40259</c:v>
                </c:pt>
                <c:pt idx="55">
                  <c:v>40260</c:v>
                </c:pt>
                <c:pt idx="56">
                  <c:v>40261</c:v>
                </c:pt>
                <c:pt idx="57">
                  <c:v>40262</c:v>
                </c:pt>
                <c:pt idx="58">
                  <c:v>40263</c:v>
                </c:pt>
                <c:pt idx="59">
                  <c:v>40266</c:v>
                </c:pt>
                <c:pt idx="60">
                  <c:v>40267</c:v>
                </c:pt>
                <c:pt idx="61">
                  <c:v>40268</c:v>
                </c:pt>
                <c:pt idx="62">
                  <c:v>40269</c:v>
                </c:pt>
                <c:pt idx="63">
                  <c:v>40270</c:v>
                </c:pt>
                <c:pt idx="64">
                  <c:v>40274</c:v>
                </c:pt>
                <c:pt idx="65">
                  <c:v>40275</c:v>
                </c:pt>
                <c:pt idx="66">
                  <c:v>40277</c:v>
                </c:pt>
                <c:pt idx="67">
                  <c:v>40280</c:v>
                </c:pt>
                <c:pt idx="68">
                  <c:v>40281</c:v>
                </c:pt>
                <c:pt idx="69">
                  <c:v>40282</c:v>
                </c:pt>
                <c:pt idx="70">
                  <c:v>40283</c:v>
                </c:pt>
                <c:pt idx="71">
                  <c:v>40284</c:v>
                </c:pt>
                <c:pt idx="72">
                  <c:v>40287</c:v>
                </c:pt>
                <c:pt idx="73">
                  <c:v>40288</c:v>
                </c:pt>
                <c:pt idx="74">
                  <c:v>40289</c:v>
                </c:pt>
                <c:pt idx="75">
                  <c:v>40290</c:v>
                </c:pt>
                <c:pt idx="76">
                  <c:v>40291</c:v>
                </c:pt>
                <c:pt idx="77">
                  <c:v>40294</c:v>
                </c:pt>
                <c:pt idx="78">
                  <c:v>40295</c:v>
                </c:pt>
                <c:pt idx="79">
                  <c:v>40296</c:v>
                </c:pt>
                <c:pt idx="80">
                  <c:v>40297</c:v>
                </c:pt>
                <c:pt idx="81">
                  <c:v>40298</c:v>
                </c:pt>
                <c:pt idx="82">
                  <c:v>40303</c:v>
                </c:pt>
                <c:pt idx="83">
                  <c:v>40304</c:v>
                </c:pt>
                <c:pt idx="84">
                  <c:v>40305</c:v>
                </c:pt>
                <c:pt idx="85">
                  <c:v>40308</c:v>
                </c:pt>
                <c:pt idx="86">
                  <c:v>40309</c:v>
                </c:pt>
                <c:pt idx="87">
                  <c:v>40310</c:v>
                </c:pt>
                <c:pt idx="88">
                  <c:v>40311</c:v>
                </c:pt>
                <c:pt idx="89">
                  <c:v>40312</c:v>
                </c:pt>
                <c:pt idx="90">
                  <c:v>40315</c:v>
                </c:pt>
                <c:pt idx="91">
                  <c:v>40316</c:v>
                </c:pt>
                <c:pt idx="92">
                  <c:v>40317</c:v>
                </c:pt>
                <c:pt idx="93">
                  <c:v>40318</c:v>
                </c:pt>
                <c:pt idx="94">
                  <c:v>40319</c:v>
                </c:pt>
                <c:pt idx="95">
                  <c:v>40322</c:v>
                </c:pt>
                <c:pt idx="96">
                  <c:v>40323</c:v>
                </c:pt>
                <c:pt idx="97">
                  <c:v>40324</c:v>
                </c:pt>
                <c:pt idx="98">
                  <c:v>40325</c:v>
                </c:pt>
                <c:pt idx="99">
                  <c:v>40326</c:v>
                </c:pt>
                <c:pt idx="100">
                  <c:v>40329</c:v>
                </c:pt>
                <c:pt idx="101">
                  <c:v>40330</c:v>
                </c:pt>
                <c:pt idx="102">
                  <c:v>40331</c:v>
                </c:pt>
                <c:pt idx="103">
                  <c:v>40332</c:v>
                </c:pt>
                <c:pt idx="104">
                  <c:v>40333</c:v>
                </c:pt>
                <c:pt idx="105">
                  <c:v>40336</c:v>
                </c:pt>
                <c:pt idx="106">
                  <c:v>40337</c:v>
                </c:pt>
                <c:pt idx="107">
                  <c:v>40338</c:v>
                </c:pt>
                <c:pt idx="108">
                  <c:v>40339</c:v>
                </c:pt>
                <c:pt idx="109">
                  <c:v>40340</c:v>
                </c:pt>
                <c:pt idx="110">
                  <c:v>40341</c:v>
                </c:pt>
                <c:pt idx="111">
                  <c:v>40342</c:v>
                </c:pt>
                <c:pt idx="112">
                  <c:v>40343</c:v>
                </c:pt>
                <c:pt idx="113">
                  <c:v>40344</c:v>
                </c:pt>
                <c:pt idx="114">
                  <c:v>40345</c:v>
                </c:pt>
                <c:pt idx="115">
                  <c:v>40346</c:v>
                </c:pt>
                <c:pt idx="116">
                  <c:v>40347</c:v>
                </c:pt>
                <c:pt idx="117">
                  <c:v>40350</c:v>
                </c:pt>
                <c:pt idx="118">
                  <c:v>40351</c:v>
                </c:pt>
                <c:pt idx="119">
                  <c:v>40352</c:v>
                </c:pt>
                <c:pt idx="120">
                  <c:v>40353</c:v>
                </c:pt>
                <c:pt idx="121">
                  <c:v>40354</c:v>
                </c:pt>
                <c:pt idx="122">
                  <c:v>40357</c:v>
                </c:pt>
                <c:pt idx="123">
                  <c:v>40358</c:v>
                </c:pt>
                <c:pt idx="124">
                  <c:v>40359</c:v>
                </c:pt>
                <c:pt idx="125">
                  <c:v>40360</c:v>
                </c:pt>
                <c:pt idx="126">
                  <c:v>40361</c:v>
                </c:pt>
                <c:pt idx="127">
                  <c:v>40364</c:v>
                </c:pt>
                <c:pt idx="128">
                  <c:v>40365</c:v>
                </c:pt>
                <c:pt idx="129">
                  <c:v>40366</c:v>
                </c:pt>
                <c:pt idx="130">
                  <c:v>40367</c:v>
                </c:pt>
                <c:pt idx="131">
                  <c:v>40368</c:v>
                </c:pt>
                <c:pt idx="132">
                  <c:v>40371</c:v>
                </c:pt>
                <c:pt idx="133">
                  <c:v>40372</c:v>
                </c:pt>
                <c:pt idx="134">
                  <c:v>40373</c:v>
                </c:pt>
                <c:pt idx="135">
                  <c:v>40374</c:v>
                </c:pt>
                <c:pt idx="136">
                  <c:v>40375</c:v>
                </c:pt>
                <c:pt idx="137">
                  <c:v>40378</c:v>
                </c:pt>
                <c:pt idx="138">
                  <c:v>40379</c:v>
                </c:pt>
                <c:pt idx="139">
                  <c:v>40380</c:v>
                </c:pt>
                <c:pt idx="140">
                  <c:v>40381</c:v>
                </c:pt>
                <c:pt idx="141">
                  <c:v>40382</c:v>
                </c:pt>
                <c:pt idx="142">
                  <c:v>40385</c:v>
                </c:pt>
                <c:pt idx="143">
                  <c:v>40386</c:v>
                </c:pt>
                <c:pt idx="144">
                  <c:v>40387</c:v>
                </c:pt>
                <c:pt idx="145">
                  <c:v>40388</c:v>
                </c:pt>
                <c:pt idx="146">
                  <c:v>40389</c:v>
                </c:pt>
                <c:pt idx="147">
                  <c:v>40390</c:v>
                </c:pt>
                <c:pt idx="148">
                  <c:v>40392</c:v>
                </c:pt>
                <c:pt idx="149">
                  <c:v>40393</c:v>
                </c:pt>
                <c:pt idx="150">
                  <c:v>40394</c:v>
                </c:pt>
                <c:pt idx="151">
                  <c:v>40395</c:v>
                </c:pt>
                <c:pt idx="152">
                  <c:v>40396</c:v>
                </c:pt>
                <c:pt idx="153">
                  <c:v>40399</c:v>
                </c:pt>
                <c:pt idx="154">
                  <c:v>40400</c:v>
                </c:pt>
                <c:pt idx="155">
                  <c:v>40401</c:v>
                </c:pt>
                <c:pt idx="156">
                  <c:v>40402</c:v>
                </c:pt>
                <c:pt idx="157">
                  <c:v>40403</c:v>
                </c:pt>
                <c:pt idx="158">
                  <c:v>40406</c:v>
                </c:pt>
                <c:pt idx="159">
                  <c:v>40407</c:v>
                </c:pt>
                <c:pt idx="160">
                  <c:v>40408</c:v>
                </c:pt>
                <c:pt idx="161">
                  <c:v>40409</c:v>
                </c:pt>
                <c:pt idx="162">
                  <c:v>40410</c:v>
                </c:pt>
                <c:pt idx="163">
                  <c:v>40413</c:v>
                </c:pt>
                <c:pt idx="164">
                  <c:v>40414</c:v>
                </c:pt>
                <c:pt idx="165">
                  <c:v>40415</c:v>
                </c:pt>
                <c:pt idx="166">
                  <c:v>40416</c:v>
                </c:pt>
                <c:pt idx="167">
                  <c:v>40417</c:v>
                </c:pt>
                <c:pt idx="168">
                  <c:v>40420</c:v>
                </c:pt>
                <c:pt idx="169">
                  <c:v>40421</c:v>
                </c:pt>
                <c:pt idx="170">
                  <c:v>40422</c:v>
                </c:pt>
                <c:pt idx="171">
                  <c:v>40423</c:v>
                </c:pt>
                <c:pt idx="172">
                  <c:v>40424</c:v>
                </c:pt>
                <c:pt idx="173">
                  <c:v>40427</c:v>
                </c:pt>
                <c:pt idx="174">
                  <c:v>40428</c:v>
                </c:pt>
                <c:pt idx="175">
                  <c:v>40429</c:v>
                </c:pt>
                <c:pt idx="176">
                  <c:v>40430</c:v>
                </c:pt>
                <c:pt idx="177">
                  <c:v>40431</c:v>
                </c:pt>
                <c:pt idx="178">
                  <c:v>40434</c:v>
                </c:pt>
                <c:pt idx="179">
                  <c:v>40435</c:v>
                </c:pt>
                <c:pt idx="180">
                  <c:v>40436</c:v>
                </c:pt>
                <c:pt idx="181">
                  <c:v>40437</c:v>
                </c:pt>
                <c:pt idx="182">
                  <c:v>40438</c:v>
                </c:pt>
                <c:pt idx="183">
                  <c:v>40440</c:v>
                </c:pt>
                <c:pt idx="184">
                  <c:v>40441</c:v>
                </c:pt>
                <c:pt idx="185">
                  <c:v>40442</c:v>
                </c:pt>
                <c:pt idx="186">
                  <c:v>40446</c:v>
                </c:pt>
                <c:pt idx="187">
                  <c:v>40447</c:v>
                </c:pt>
                <c:pt idx="188">
                  <c:v>40448</c:v>
                </c:pt>
                <c:pt idx="189">
                  <c:v>40449</c:v>
                </c:pt>
                <c:pt idx="190">
                  <c:v>40450</c:v>
                </c:pt>
                <c:pt idx="191">
                  <c:v>40451</c:v>
                </c:pt>
                <c:pt idx="192">
                  <c:v>40452</c:v>
                </c:pt>
                <c:pt idx="193">
                  <c:v>40455</c:v>
                </c:pt>
                <c:pt idx="194">
                  <c:v>40456</c:v>
                </c:pt>
                <c:pt idx="195">
                  <c:v>40457</c:v>
                </c:pt>
                <c:pt idx="196">
                  <c:v>40458</c:v>
                </c:pt>
                <c:pt idx="197">
                  <c:v>40459</c:v>
                </c:pt>
                <c:pt idx="198">
                  <c:v>40460</c:v>
                </c:pt>
                <c:pt idx="199">
                  <c:v>40462</c:v>
                </c:pt>
                <c:pt idx="200">
                  <c:v>40463</c:v>
                </c:pt>
                <c:pt idx="201">
                  <c:v>40464</c:v>
                </c:pt>
                <c:pt idx="202">
                  <c:v>40465</c:v>
                </c:pt>
                <c:pt idx="203">
                  <c:v>40466</c:v>
                </c:pt>
                <c:pt idx="204">
                  <c:v>40469</c:v>
                </c:pt>
                <c:pt idx="205">
                  <c:v>40470</c:v>
                </c:pt>
                <c:pt idx="206">
                  <c:v>40471</c:v>
                </c:pt>
                <c:pt idx="207">
                  <c:v>40472</c:v>
                </c:pt>
                <c:pt idx="208">
                  <c:v>40473</c:v>
                </c:pt>
                <c:pt idx="209">
                  <c:v>40476</c:v>
                </c:pt>
                <c:pt idx="210">
                  <c:v>40477</c:v>
                </c:pt>
                <c:pt idx="211">
                  <c:v>40478</c:v>
                </c:pt>
                <c:pt idx="212">
                  <c:v>40479</c:v>
                </c:pt>
                <c:pt idx="213">
                  <c:v>40480</c:v>
                </c:pt>
                <c:pt idx="214">
                  <c:v>40482</c:v>
                </c:pt>
                <c:pt idx="215">
                  <c:v>40483</c:v>
                </c:pt>
                <c:pt idx="216">
                  <c:v>40484</c:v>
                </c:pt>
                <c:pt idx="217">
                  <c:v>40485</c:v>
                </c:pt>
                <c:pt idx="218">
                  <c:v>40486</c:v>
                </c:pt>
                <c:pt idx="219">
                  <c:v>40487</c:v>
                </c:pt>
                <c:pt idx="220">
                  <c:v>40490</c:v>
                </c:pt>
                <c:pt idx="221">
                  <c:v>40491</c:v>
                </c:pt>
                <c:pt idx="222">
                  <c:v>40492</c:v>
                </c:pt>
                <c:pt idx="223">
                  <c:v>40493</c:v>
                </c:pt>
                <c:pt idx="224">
                  <c:v>40494</c:v>
                </c:pt>
                <c:pt idx="225">
                  <c:v>40497</c:v>
                </c:pt>
                <c:pt idx="226">
                  <c:v>40498</c:v>
                </c:pt>
                <c:pt idx="227">
                  <c:v>40499</c:v>
                </c:pt>
                <c:pt idx="228">
                  <c:v>40500</c:v>
                </c:pt>
                <c:pt idx="229">
                  <c:v>40501</c:v>
                </c:pt>
                <c:pt idx="230">
                  <c:v>40504</c:v>
                </c:pt>
                <c:pt idx="231">
                  <c:v>40505</c:v>
                </c:pt>
                <c:pt idx="232">
                  <c:v>40506</c:v>
                </c:pt>
                <c:pt idx="233">
                  <c:v>40507</c:v>
                </c:pt>
                <c:pt idx="234">
                  <c:v>40508</c:v>
                </c:pt>
                <c:pt idx="235">
                  <c:v>40511</c:v>
                </c:pt>
                <c:pt idx="236">
                  <c:v>40512</c:v>
                </c:pt>
                <c:pt idx="237">
                  <c:v>40513</c:v>
                </c:pt>
                <c:pt idx="238">
                  <c:v>40514</c:v>
                </c:pt>
                <c:pt idx="239">
                  <c:v>40515</c:v>
                </c:pt>
                <c:pt idx="240">
                  <c:v>40518</c:v>
                </c:pt>
                <c:pt idx="241">
                  <c:v>40519</c:v>
                </c:pt>
                <c:pt idx="242">
                  <c:v>40520</c:v>
                </c:pt>
                <c:pt idx="243">
                  <c:v>40521</c:v>
                </c:pt>
                <c:pt idx="244">
                  <c:v>40522</c:v>
                </c:pt>
                <c:pt idx="245">
                  <c:v>40525</c:v>
                </c:pt>
                <c:pt idx="246">
                  <c:v>40526</c:v>
                </c:pt>
                <c:pt idx="247">
                  <c:v>40527</c:v>
                </c:pt>
                <c:pt idx="248">
                  <c:v>40528</c:v>
                </c:pt>
                <c:pt idx="249">
                  <c:v>40529</c:v>
                </c:pt>
                <c:pt idx="250">
                  <c:v>40532</c:v>
                </c:pt>
                <c:pt idx="251">
                  <c:v>40533</c:v>
                </c:pt>
                <c:pt idx="252">
                  <c:v>40534</c:v>
                </c:pt>
                <c:pt idx="253">
                  <c:v>40535</c:v>
                </c:pt>
                <c:pt idx="254">
                  <c:v>40536</c:v>
                </c:pt>
                <c:pt idx="255">
                  <c:v>40539</c:v>
                </c:pt>
                <c:pt idx="256">
                  <c:v>40540</c:v>
                </c:pt>
                <c:pt idx="257">
                  <c:v>40541</c:v>
                </c:pt>
                <c:pt idx="258">
                  <c:v>40542</c:v>
                </c:pt>
                <c:pt idx="259">
                  <c:v>40543</c:v>
                </c:pt>
                <c:pt idx="260">
                  <c:v>40546</c:v>
                </c:pt>
                <c:pt idx="261">
                  <c:v>40547</c:v>
                </c:pt>
                <c:pt idx="262">
                  <c:v>40548</c:v>
                </c:pt>
                <c:pt idx="263">
                  <c:v>40549</c:v>
                </c:pt>
                <c:pt idx="264">
                  <c:v>40550</c:v>
                </c:pt>
                <c:pt idx="265">
                  <c:v>40553</c:v>
                </c:pt>
                <c:pt idx="266">
                  <c:v>40554</c:v>
                </c:pt>
                <c:pt idx="267">
                  <c:v>40555</c:v>
                </c:pt>
                <c:pt idx="268">
                  <c:v>40556</c:v>
                </c:pt>
                <c:pt idx="269">
                  <c:v>40557</c:v>
                </c:pt>
                <c:pt idx="270">
                  <c:v>40560</c:v>
                </c:pt>
                <c:pt idx="271">
                  <c:v>40561</c:v>
                </c:pt>
                <c:pt idx="272">
                  <c:v>40562</c:v>
                </c:pt>
                <c:pt idx="273">
                  <c:v>40563</c:v>
                </c:pt>
                <c:pt idx="274">
                  <c:v>40564</c:v>
                </c:pt>
                <c:pt idx="275">
                  <c:v>40567</c:v>
                </c:pt>
                <c:pt idx="276">
                  <c:v>40568</c:v>
                </c:pt>
                <c:pt idx="277">
                  <c:v>40569</c:v>
                </c:pt>
                <c:pt idx="278">
                  <c:v>40570</c:v>
                </c:pt>
                <c:pt idx="279">
                  <c:v>40571</c:v>
                </c:pt>
                <c:pt idx="280">
                  <c:v>40573</c:v>
                </c:pt>
                <c:pt idx="281">
                  <c:v>40574</c:v>
                </c:pt>
                <c:pt idx="282">
                  <c:v>40575</c:v>
                </c:pt>
                <c:pt idx="283">
                  <c:v>40576</c:v>
                </c:pt>
                <c:pt idx="284">
                  <c:v>40577</c:v>
                </c:pt>
                <c:pt idx="285">
                  <c:v>40578</c:v>
                </c:pt>
                <c:pt idx="286">
                  <c:v>40581</c:v>
                </c:pt>
                <c:pt idx="287">
                  <c:v>40582</c:v>
                </c:pt>
                <c:pt idx="288">
                  <c:v>40583</c:v>
                </c:pt>
                <c:pt idx="289">
                  <c:v>40584</c:v>
                </c:pt>
                <c:pt idx="290">
                  <c:v>40585</c:v>
                </c:pt>
                <c:pt idx="291">
                  <c:v>40586</c:v>
                </c:pt>
                <c:pt idx="292">
                  <c:v>40588</c:v>
                </c:pt>
                <c:pt idx="293">
                  <c:v>40589</c:v>
                </c:pt>
                <c:pt idx="294">
                  <c:v>40590</c:v>
                </c:pt>
                <c:pt idx="295">
                  <c:v>40591</c:v>
                </c:pt>
                <c:pt idx="296">
                  <c:v>40592</c:v>
                </c:pt>
                <c:pt idx="297">
                  <c:v>40595</c:v>
                </c:pt>
                <c:pt idx="298">
                  <c:v>40596</c:v>
                </c:pt>
                <c:pt idx="299">
                  <c:v>40597</c:v>
                </c:pt>
                <c:pt idx="300">
                  <c:v>40598</c:v>
                </c:pt>
                <c:pt idx="301">
                  <c:v>40599</c:v>
                </c:pt>
                <c:pt idx="302">
                  <c:v>40602</c:v>
                </c:pt>
                <c:pt idx="303">
                  <c:v>40603</c:v>
                </c:pt>
                <c:pt idx="304">
                  <c:v>40604</c:v>
                </c:pt>
                <c:pt idx="305">
                  <c:v>40605</c:v>
                </c:pt>
                <c:pt idx="306">
                  <c:v>40606</c:v>
                </c:pt>
                <c:pt idx="307">
                  <c:v>40609</c:v>
                </c:pt>
                <c:pt idx="308">
                  <c:v>40610</c:v>
                </c:pt>
                <c:pt idx="309">
                  <c:v>40611</c:v>
                </c:pt>
                <c:pt idx="310">
                  <c:v>40612</c:v>
                </c:pt>
                <c:pt idx="311">
                  <c:v>40613</c:v>
                </c:pt>
                <c:pt idx="312">
                  <c:v>40616</c:v>
                </c:pt>
                <c:pt idx="313">
                  <c:v>40617</c:v>
                </c:pt>
                <c:pt idx="314">
                  <c:v>40618</c:v>
                </c:pt>
                <c:pt idx="315">
                  <c:v>40619</c:v>
                </c:pt>
                <c:pt idx="316">
                  <c:v>40620</c:v>
                </c:pt>
                <c:pt idx="317">
                  <c:v>40623</c:v>
                </c:pt>
                <c:pt idx="318">
                  <c:v>40624</c:v>
                </c:pt>
                <c:pt idx="319">
                  <c:v>40625</c:v>
                </c:pt>
                <c:pt idx="320">
                  <c:v>40626</c:v>
                </c:pt>
                <c:pt idx="321">
                  <c:v>40627</c:v>
                </c:pt>
                <c:pt idx="322">
                  <c:v>40630</c:v>
                </c:pt>
                <c:pt idx="323">
                  <c:v>40631</c:v>
                </c:pt>
                <c:pt idx="324">
                  <c:v>40632</c:v>
                </c:pt>
                <c:pt idx="325">
                  <c:v>40633</c:v>
                </c:pt>
                <c:pt idx="326">
                  <c:v>40634</c:v>
                </c:pt>
                <c:pt idx="327">
                  <c:v>40635</c:v>
                </c:pt>
                <c:pt idx="328">
                  <c:v>40637</c:v>
                </c:pt>
                <c:pt idx="329">
                  <c:v>40638</c:v>
                </c:pt>
                <c:pt idx="330">
                  <c:v>40639</c:v>
                </c:pt>
                <c:pt idx="331">
                  <c:v>40640</c:v>
                </c:pt>
                <c:pt idx="332">
                  <c:v>40641</c:v>
                </c:pt>
                <c:pt idx="333">
                  <c:v>40644</c:v>
                </c:pt>
                <c:pt idx="334">
                  <c:v>40645</c:v>
                </c:pt>
                <c:pt idx="335">
                  <c:v>40646</c:v>
                </c:pt>
                <c:pt idx="336">
                  <c:v>40647</c:v>
                </c:pt>
                <c:pt idx="337">
                  <c:v>40648</c:v>
                </c:pt>
                <c:pt idx="338">
                  <c:v>40651</c:v>
                </c:pt>
                <c:pt idx="339">
                  <c:v>40652</c:v>
                </c:pt>
                <c:pt idx="340">
                  <c:v>40653</c:v>
                </c:pt>
                <c:pt idx="341">
                  <c:v>40654</c:v>
                </c:pt>
                <c:pt idx="342">
                  <c:v>40655</c:v>
                </c:pt>
                <c:pt idx="343">
                  <c:v>40658</c:v>
                </c:pt>
                <c:pt idx="344">
                  <c:v>40659</c:v>
                </c:pt>
                <c:pt idx="345">
                  <c:v>40660</c:v>
                </c:pt>
                <c:pt idx="346">
                  <c:v>40661</c:v>
                </c:pt>
                <c:pt idx="347">
                  <c:v>40662</c:v>
                </c:pt>
                <c:pt idx="348">
                  <c:v>40663</c:v>
                </c:pt>
                <c:pt idx="349">
                  <c:v>40665</c:v>
                </c:pt>
                <c:pt idx="350">
                  <c:v>40666</c:v>
                </c:pt>
                <c:pt idx="351">
                  <c:v>40667</c:v>
                </c:pt>
                <c:pt idx="352">
                  <c:v>40668</c:v>
                </c:pt>
                <c:pt idx="353">
                  <c:v>40669</c:v>
                </c:pt>
                <c:pt idx="354">
                  <c:v>40672</c:v>
                </c:pt>
                <c:pt idx="355">
                  <c:v>40673</c:v>
                </c:pt>
                <c:pt idx="356">
                  <c:v>40674</c:v>
                </c:pt>
                <c:pt idx="357">
                  <c:v>40675</c:v>
                </c:pt>
                <c:pt idx="358">
                  <c:v>40676</c:v>
                </c:pt>
                <c:pt idx="359">
                  <c:v>40679</c:v>
                </c:pt>
                <c:pt idx="360">
                  <c:v>40680</c:v>
                </c:pt>
                <c:pt idx="361">
                  <c:v>40681</c:v>
                </c:pt>
                <c:pt idx="362">
                  <c:v>40682</c:v>
                </c:pt>
                <c:pt idx="363">
                  <c:v>40683</c:v>
                </c:pt>
                <c:pt idx="364">
                  <c:v>40686</c:v>
                </c:pt>
                <c:pt idx="365">
                  <c:v>40687</c:v>
                </c:pt>
                <c:pt idx="366">
                  <c:v>40688</c:v>
                </c:pt>
                <c:pt idx="367">
                  <c:v>40689</c:v>
                </c:pt>
                <c:pt idx="368">
                  <c:v>40690</c:v>
                </c:pt>
                <c:pt idx="369">
                  <c:v>40693</c:v>
                </c:pt>
                <c:pt idx="370">
                  <c:v>40694</c:v>
                </c:pt>
                <c:pt idx="371">
                  <c:v>40695</c:v>
                </c:pt>
                <c:pt idx="372">
                  <c:v>40696</c:v>
                </c:pt>
                <c:pt idx="373">
                  <c:v>40697</c:v>
                </c:pt>
                <c:pt idx="374">
                  <c:v>40700</c:v>
                </c:pt>
                <c:pt idx="375">
                  <c:v>40701</c:v>
                </c:pt>
                <c:pt idx="376">
                  <c:v>40702</c:v>
                </c:pt>
                <c:pt idx="377">
                  <c:v>40703</c:v>
                </c:pt>
                <c:pt idx="378">
                  <c:v>40704</c:v>
                </c:pt>
                <c:pt idx="379">
                  <c:v>40707</c:v>
                </c:pt>
                <c:pt idx="380">
                  <c:v>40708</c:v>
                </c:pt>
                <c:pt idx="381">
                  <c:v>40709</c:v>
                </c:pt>
                <c:pt idx="382">
                  <c:v>40710</c:v>
                </c:pt>
                <c:pt idx="383">
                  <c:v>40711</c:v>
                </c:pt>
                <c:pt idx="384">
                  <c:v>40714</c:v>
                </c:pt>
                <c:pt idx="385">
                  <c:v>40715</c:v>
                </c:pt>
                <c:pt idx="386">
                  <c:v>40716</c:v>
                </c:pt>
                <c:pt idx="387">
                  <c:v>40717</c:v>
                </c:pt>
                <c:pt idx="388">
                  <c:v>40718</c:v>
                </c:pt>
                <c:pt idx="389">
                  <c:v>40721</c:v>
                </c:pt>
                <c:pt idx="390">
                  <c:v>40722</c:v>
                </c:pt>
                <c:pt idx="391">
                  <c:v>40723</c:v>
                </c:pt>
                <c:pt idx="392">
                  <c:v>40724</c:v>
                </c:pt>
                <c:pt idx="393">
                  <c:v>40725</c:v>
                </c:pt>
                <c:pt idx="394">
                  <c:v>40728</c:v>
                </c:pt>
                <c:pt idx="395">
                  <c:v>40729</c:v>
                </c:pt>
                <c:pt idx="396">
                  <c:v>40730</c:v>
                </c:pt>
                <c:pt idx="397">
                  <c:v>40731</c:v>
                </c:pt>
                <c:pt idx="398">
                  <c:v>40732</c:v>
                </c:pt>
                <c:pt idx="399">
                  <c:v>40735</c:v>
                </c:pt>
                <c:pt idx="400">
                  <c:v>40736</c:v>
                </c:pt>
                <c:pt idx="401">
                  <c:v>40737</c:v>
                </c:pt>
                <c:pt idx="402">
                  <c:v>40738</c:v>
                </c:pt>
                <c:pt idx="403">
                  <c:v>40739</c:v>
                </c:pt>
                <c:pt idx="404">
                  <c:v>40742</c:v>
                </c:pt>
                <c:pt idx="405">
                  <c:v>40743</c:v>
                </c:pt>
                <c:pt idx="406">
                  <c:v>40744</c:v>
                </c:pt>
                <c:pt idx="407">
                  <c:v>40745</c:v>
                </c:pt>
                <c:pt idx="408">
                  <c:v>40746</c:v>
                </c:pt>
                <c:pt idx="409">
                  <c:v>40749</c:v>
                </c:pt>
                <c:pt idx="410">
                  <c:v>40750</c:v>
                </c:pt>
                <c:pt idx="411">
                  <c:v>40751</c:v>
                </c:pt>
                <c:pt idx="412">
                  <c:v>40752</c:v>
                </c:pt>
                <c:pt idx="413">
                  <c:v>40753</c:v>
                </c:pt>
                <c:pt idx="414">
                  <c:v>40755</c:v>
                </c:pt>
                <c:pt idx="415">
                  <c:v>40756</c:v>
                </c:pt>
                <c:pt idx="416">
                  <c:v>40757</c:v>
                </c:pt>
                <c:pt idx="417">
                  <c:v>40758</c:v>
                </c:pt>
                <c:pt idx="418">
                  <c:v>40759</c:v>
                </c:pt>
                <c:pt idx="419">
                  <c:v>40760</c:v>
                </c:pt>
                <c:pt idx="420">
                  <c:v>40763</c:v>
                </c:pt>
                <c:pt idx="421">
                  <c:v>40764</c:v>
                </c:pt>
                <c:pt idx="422">
                  <c:v>40765</c:v>
                </c:pt>
                <c:pt idx="423">
                  <c:v>40766</c:v>
                </c:pt>
                <c:pt idx="424">
                  <c:v>40767</c:v>
                </c:pt>
                <c:pt idx="425">
                  <c:v>40770</c:v>
                </c:pt>
                <c:pt idx="426">
                  <c:v>40771</c:v>
                </c:pt>
                <c:pt idx="427">
                  <c:v>40772</c:v>
                </c:pt>
                <c:pt idx="428">
                  <c:v>40773</c:v>
                </c:pt>
                <c:pt idx="429">
                  <c:v>40774</c:v>
                </c:pt>
                <c:pt idx="430">
                  <c:v>40777</c:v>
                </c:pt>
                <c:pt idx="431">
                  <c:v>40778</c:v>
                </c:pt>
                <c:pt idx="432">
                  <c:v>40779</c:v>
                </c:pt>
                <c:pt idx="433">
                  <c:v>40780</c:v>
                </c:pt>
                <c:pt idx="434">
                  <c:v>40781</c:v>
                </c:pt>
                <c:pt idx="435">
                  <c:v>40784</c:v>
                </c:pt>
                <c:pt idx="436">
                  <c:v>40785</c:v>
                </c:pt>
                <c:pt idx="437">
                  <c:v>40786</c:v>
                </c:pt>
                <c:pt idx="438">
                  <c:v>40787</c:v>
                </c:pt>
                <c:pt idx="439">
                  <c:v>40788</c:v>
                </c:pt>
                <c:pt idx="440">
                  <c:v>40791</c:v>
                </c:pt>
                <c:pt idx="441">
                  <c:v>40792</c:v>
                </c:pt>
                <c:pt idx="442">
                  <c:v>40793</c:v>
                </c:pt>
                <c:pt idx="443">
                  <c:v>40794</c:v>
                </c:pt>
                <c:pt idx="444">
                  <c:v>40795</c:v>
                </c:pt>
                <c:pt idx="445">
                  <c:v>40798</c:v>
                </c:pt>
                <c:pt idx="446">
                  <c:v>40799</c:v>
                </c:pt>
                <c:pt idx="447">
                  <c:v>40800</c:v>
                </c:pt>
                <c:pt idx="448">
                  <c:v>40801</c:v>
                </c:pt>
                <c:pt idx="449">
                  <c:v>40802</c:v>
                </c:pt>
                <c:pt idx="450">
                  <c:v>40805</c:v>
                </c:pt>
                <c:pt idx="451">
                  <c:v>40806</c:v>
                </c:pt>
                <c:pt idx="452">
                  <c:v>40807</c:v>
                </c:pt>
                <c:pt idx="453">
                  <c:v>40808</c:v>
                </c:pt>
                <c:pt idx="454">
                  <c:v>40809</c:v>
                </c:pt>
                <c:pt idx="455">
                  <c:v>40812</c:v>
                </c:pt>
                <c:pt idx="456">
                  <c:v>40813</c:v>
                </c:pt>
                <c:pt idx="457">
                  <c:v>40814</c:v>
                </c:pt>
                <c:pt idx="458">
                  <c:v>40815</c:v>
                </c:pt>
                <c:pt idx="459">
                  <c:v>40816</c:v>
                </c:pt>
                <c:pt idx="460">
                  <c:v>40819</c:v>
                </c:pt>
                <c:pt idx="461">
                  <c:v>40820</c:v>
                </c:pt>
                <c:pt idx="462">
                  <c:v>40821</c:v>
                </c:pt>
                <c:pt idx="463">
                  <c:v>40822</c:v>
                </c:pt>
                <c:pt idx="464">
                  <c:v>40823</c:v>
                </c:pt>
                <c:pt idx="465">
                  <c:v>40824</c:v>
                </c:pt>
                <c:pt idx="466">
                  <c:v>40825</c:v>
                </c:pt>
                <c:pt idx="467">
                  <c:v>40826</c:v>
                </c:pt>
                <c:pt idx="468">
                  <c:v>40827</c:v>
                </c:pt>
                <c:pt idx="469">
                  <c:v>40828</c:v>
                </c:pt>
                <c:pt idx="470">
                  <c:v>40829</c:v>
                </c:pt>
                <c:pt idx="471">
                  <c:v>40830</c:v>
                </c:pt>
                <c:pt idx="472">
                  <c:v>40833</c:v>
                </c:pt>
                <c:pt idx="473">
                  <c:v>40834</c:v>
                </c:pt>
                <c:pt idx="474">
                  <c:v>40835</c:v>
                </c:pt>
                <c:pt idx="475">
                  <c:v>40836</c:v>
                </c:pt>
                <c:pt idx="476">
                  <c:v>40837</c:v>
                </c:pt>
                <c:pt idx="477">
                  <c:v>40840</c:v>
                </c:pt>
                <c:pt idx="478">
                  <c:v>40841</c:v>
                </c:pt>
                <c:pt idx="479">
                  <c:v>40842</c:v>
                </c:pt>
                <c:pt idx="480">
                  <c:v>40843</c:v>
                </c:pt>
                <c:pt idx="481">
                  <c:v>40844</c:v>
                </c:pt>
                <c:pt idx="482">
                  <c:v>40847</c:v>
                </c:pt>
                <c:pt idx="483">
                  <c:v>40848</c:v>
                </c:pt>
                <c:pt idx="484">
                  <c:v>40849</c:v>
                </c:pt>
                <c:pt idx="485">
                  <c:v>40850</c:v>
                </c:pt>
                <c:pt idx="486">
                  <c:v>40851</c:v>
                </c:pt>
                <c:pt idx="487">
                  <c:v>40854</c:v>
                </c:pt>
                <c:pt idx="488">
                  <c:v>40855</c:v>
                </c:pt>
                <c:pt idx="489">
                  <c:v>40856</c:v>
                </c:pt>
                <c:pt idx="490">
                  <c:v>40857</c:v>
                </c:pt>
                <c:pt idx="491">
                  <c:v>40858</c:v>
                </c:pt>
                <c:pt idx="492">
                  <c:v>40861</c:v>
                </c:pt>
                <c:pt idx="493">
                  <c:v>40862</c:v>
                </c:pt>
                <c:pt idx="494">
                  <c:v>40863</c:v>
                </c:pt>
                <c:pt idx="495">
                  <c:v>40864</c:v>
                </c:pt>
                <c:pt idx="496">
                  <c:v>40865</c:v>
                </c:pt>
                <c:pt idx="497">
                  <c:v>40868</c:v>
                </c:pt>
                <c:pt idx="498">
                  <c:v>40869</c:v>
                </c:pt>
                <c:pt idx="499">
                  <c:v>40870</c:v>
                </c:pt>
                <c:pt idx="500">
                  <c:v>40871</c:v>
                </c:pt>
                <c:pt idx="501">
                  <c:v>40872</c:v>
                </c:pt>
                <c:pt idx="502">
                  <c:v>40875</c:v>
                </c:pt>
                <c:pt idx="503">
                  <c:v>40876</c:v>
                </c:pt>
                <c:pt idx="504">
                  <c:v>40877</c:v>
                </c:pt>
                <c:pt idx="505">
                  <c:v>40878</c:v>
                </c:pt>
                <c:pt idx="506">
                  <c:v>40879</c:v>
                </c:pt>
                <c:pt idx="507">
                  <c:v>40882</c:v>
                </c:pt>
                <c:pt idx="508">
                  <c:v>40883</c:v>
                </c:pt>
                <c:pt idx="509">
                  <c:v>40884</c:v>
                </c:pt>
                <c:pt idx="510">
                  <c:v>40885</c:v>
                </c:pt>
                <c:pt idx="511">
                  <c:v>40886</c:v>
                </c:pt>
                <c:pt idx="512">
                  <c:v>40889</c:v>
                </c:pt>
                <c:pt idx="513">
                  <c:v>40890</c:v>
                </c:pt>
                <c:pt idx="514">
                  <c:v>40891</c:v>
                </c:pt>
                <c:pt idx="515">
                  <c:v>40892</c:v>
                </c:pt>
                <c:pt idx="516">
                  <c:v>40893</c:v>
                </c:pt>
                <c:pt idx="517">
                  <c:v>40896</c:v>
                </c:pt>
                <c:pt idx="518">
                  <c:v>40897</c:v>
                </c:pt>
                <c:pt idx="519">
                  <c:v>40898</c:v>
                </c:pt>
                <c:pt idx="520">
                  <c:v>40899</c:v>
                </c:pt>
                <c:pt idx="521">
                  <c:v>40900</c:v>
                </c:pt>
                <c:pt idx="522">
                  <c:v>40903</c:v>
                </c:pt>
                <c:pt idx="523">
                  <c:v>40904</c:v>
                </c:pt>
                <c:pt idx="524">
                  <c:v>40905</c:v>
                </c:pt>
                <c:pt idx="525">
                  <c:v>40906</c:v>
                </c:pt>
                <c:pt idx="526">
                  <c:v>40907</c:v>
                </c:pt>
                <c:pt idx="527">
                  <c:v>40908</c:v>
                </c:pt>
                <c:pt idx="528">
                  <c:v>40911</c:v>
                </c:pt>
                <c:pt idx="529">
                  <c:v>40912</c:v>
                </c:pt>
                <c:pt idx="530">
                  <c:v>40913</c:v>
                </c:pt>
                <c:pt idx="531">
                  <c:v>40914</c:v>
                </c:pt>
                <c:pt idx="532">
                  <c:v>40917</c:v>
                </c:pt>
                <c:pt idx="533">
                  <c:v>40918</c:v>
                </c:pt>
                <c:pt idx="534">
                  <c:v>40919</c:v>
                </c:pt>
                <c:pt idx="535">
                  <c:v>40920</c:v>
                </c:pt>
                <c:pt idx="536">
                  <c:v>40921</c:v>
                </c:pt>
                <c:pt idx="537">
                  <c:v>40924</c:v>
                </c:pt>
                <c:pt idx="538">
                  <c:v>40925</c:v>
                </c:pt>
                <c:pt idx="539">
                  <c:v>40926</c:v>
                </c:pt>
                <c:pt idx="540">
                  <c:v>40927</c:v>
                </c:pt>
                <c:pt idx="541">
                  <c:v>40928</c:v>
                </c:pt>
                <c:pt idx="542">
                  <c:v>40929</c:v>
                </c:pt>
                <c:pt idx="543">
                  <c:v>40931</c:v>
                </c:pt>
                <c:pt idx="544">
                  <c:v>40932</c:v>
                </c:pt>
                <c:pt idx="545">
                  <c:v>40933</c:v>
                </c:pt>
                <c:pt idx="546">
                  <c:v>40934</c:v>
                </c:pt>
                <c:pt idx="547">
                  <c:v>40935</c:v>
                </c:pt>
                <c:pt idx="548">
                  <c:v>40937</c:v>
                </c:pt>
                <c:pt idx="549">
                  <c:v>40938</c:v>
                </c:pt>
                <c:pt idx="550">
                  <c:v>40939</c:v>
                </c:pt>
                <c:pt idx="551">
                  <c:v>40940</c:v>
                </c:pt>
                <c:pt idx="552">
                  <c:v>40941</c:v>
                </c:pt>
                <c:pt idx="553">
                  <c:v>40942</c:v>
                </c:pt>
                <c:pt idx="554">
                  <c:v>40945</c:v>
                </c:pt>
                <c:pt idx="555">
                  <c:v>40946</c:v>
                </c:pt>
                <c:pt idx="556">
                  <c:v>40947</c:v>
                </c:pt>
                <c:pt idx="557">
                  <c:v>40948</c:v>
                </c:pt>
                <c:pt idx="558">
                  <c:v>40949</c:v>
                </c:pt>
                <c:pt idx="559">
                  <c:v>40952</c:v>
                </c:pt>
                <c:pt idx="560">
                  <c:v>40953</c:v>
                </c:pt>
                <c:pt idx="561">
                  <c:v>40954</c:v>
                </c:pt>
                <c:pt idx="562">
                  <c:v>40955</c:v>
                </c:pt>
                <c:pt idx="563">
                  <c:v>40956</c:v>
                </c:pt>
                <c:pt idx="564">
                  <c:v>40959</c:v>
                </c:pt>
                <c:pt idx="565">
                  <c:v>40960</c:v>
                </c:pt>
                <c:pt idx="566">
                  <c:v>40961</c:v>
                </c:pt>
                <c:pt idx="567">
                  <c:v>40962</c:v>
                </c:pt>
                <c:pt idx="568">
                  <c:v>40963</c:v>
                </c:pt>
                <c:pt idx="569">
                  <c:v>40966</c:v>
                </c:pt>
                <c:pt idx="570">
                  <c:v>40967</c:v>
                </c:pt>
                <c:pt idx="571">
                  <c:v>40968</c:v>
                </c:pt>
                <c:pt idx="572">
                  <c:v>40969</c:v>
                </c:pt>
                <c:pt idx="573">
                  <c:v>40970</c:v>
                </c:pt>
                <c:pt idx="574">
                  <c:v>40973</c:v>
                </c:pt>
                <c:pt idx="575">
                  <c:v>40974</c:v>
                </c:pt>
                <c:pt idx="576">
                  <c:v>40975</c:v>
                </c:pt>
                <c:pt idx="577">
                  <c:v>40976</c:v>
                </c:pt>
                <c:pt idx="578">
                  <c:v>40977</c:v>
                </c:pt>
                <c:pt idx="579">
                  <c:v>40980</c:v>
                </c:pt>
                <c:pt idx="580">
                  <c:v>40981</c:v>
                </c:pt>
                <c:pt idx="581">
                  <c:v>40982</c:v>
                </c:pt>
                <c:pt idx="582">
                  <c:v>40983</c:v>
                </c:pt>
                <c:pt idx="583">
                  <c:v>40984</c:v>
                </c:pt>
                <c:pt idx="584">
                  <c:v>40987</c:v>
                </c:pt>
                <c:pt idx="585">
                  <c:v>40988</c:v>
                </c:pt>
                <c:pt idx="586">
                  <c:v>40989</c:v>
                </c:pt>
                <c:pt idx="587">
                  <c:v>40990</c:v>
                </c:pt>
                <c:pt idx="588">
                  <c:v>40991</c:v>
                </c:pt>
                <c:pt idx="589">
                  <c:v>40994</c:v>
                </c:pt>
                <c:pt idx="590">
                  <c:v>40995</c:v>
                </c:pt>
                <c:pt idx="591">
                  <c:v>40996</c:v>
                </c:pt>
                <c:pt idx="592">
                  <c:v>40997</c:v>
                </c:pt>
                <c:pt idx="593">
                  <c:v>40998</c:v>
                </c:pt>
                <c:pt idx="594">
                  <c:v>40999</c:v>
                </c:pt>
                <c:pt idx="595">
                  <c:v>41000</c:v>
                </c:pt>
                <c:pt idx="596">
                  <c:v>41001</c:v>
                </c:pt>
                <c:pt idx="597">
                  <c:v>41002</c:v>
                </c:pt>
                <c:pt idx="598">
                  <c:v>41003</c:v>
                </c:pt>
                <c:pt idx="599">
                  <c:v>41004</c:v>
                </c:pt>
                <c:pt idx="600">
                  <c:v>41005</c:v>
                </c:pt>
                <c:pt idx="601">
                  <c:v>41008</c:v>
                </c:pt>
                <c:pt idx="602">
                  <c:v>41009</c:v>
                </c:pt>
                <c:pt idx="603">
                  <c:v>41010</c:v>
                </c:pt>
                <c:pt idx="604">
                  <c:v>41011</c:v>
                </c:pt>
                <c:pt idx="605">
                  <c:v>41012</c:v>
                </c:pt>
                <c:pt idx="606">
                  <c:v>41015</c:v>
                </c:pt>
                <c:pt idx="607">
                  <c:v>41016</c:v>
                </c:pt>
                <c:pt idx="608">
                  <c:v>41017</c:v>
                </c:pt>
                <c:pt idx="609">
                  <c:v>41018</c:v>
                </c:pt>
                <c:pt idx="610">
                  <c:v>41019</c:v>
                </c:pt>
                <c:pt idx="611">
                  <c:v>41022</c:v>
                </c:pt>
                <c:pt idx="612">
                  <c:v>41023</c:v>
                </c:pt>
                <c:pt idx="613">
                  <c:v>41024</c:v>
                </c:pt>
                <c:pt idx="614">
                  <c:v>41025</c:v>
                </c:pt>
                <c:pt idx="615">
                  <c:v>41026</c:v>
                </c:pt>
                <c:pt idx="616">
                  <c:v>41027</c:v>
                </c:pt>
                <c:pt idx="617">
                  <c:v>41029</c:v>
                </c:pt>
                <c:pt idx="618">
                  <c:v>41030</c:v>
                </c:pt>
                <c:pt idx="619">
                  <c:v>41031</c:v>
                </c:pt>
                <c:pt idx="620">
                  <c:v>41032</c:v>
                </c:pt>
                <c:pt idx="621">
                  <c:v>41033</c:v>
                </c:pt>
                <c:pt idx="622">
                  <c:v>41036</c:v>
                </c:pt>
                <c:pt idx="623">
                  <c:v>41037</c:v>
                </c:pt>
                <c:pt idx="624">
                  <c:v>41038</c:v>
                </c:pt>
                <c:pt idx="625">
                  <c:v>41039</c:v>
                </c:pt>
                <c:pt idx="626">
                  <c:v>41040</c:v>
                </c:pt>
                <c:pt idx="627">
                  <c:v>41043</c:v>
                </c:pt>
                <c:pt idx="628">
                  <c:v>41044</c:v>
                </c:pt>
                <c:pt idx="629">
                  <c:v>41045</c:v>
                </c:pt>
                <c:pt idx="630">
                  <c:v>41046</c:v>
                </c:pt>
                <c:pt idx="631">
                  <c:v>41047</c:v>
                </c:pt>
                <c:pt idx="632">
                  <c:v>41050</c:v>
                </c:pt>
                <c:pt idx="633">
                  <c:v>41051</c:v>
                </c:pt>
                <c:pt idx="634">
                  <c:v>41052</c:v>
                </c:pt>
                <c:pt idx="635">
                  <c:v>41053</c:v>
                </c:pt>
                <c:pt idx="636">
                  <c:v>41054</c:v>
                </c:pt>
                <c:pt idx="637">
                  <c:v>41057</c:v>
                </c:pt>
                <c:pt idx="638">
                  <c:v>41058</c:v>
                </c:pt>
                <c:pt idx="639">
                  <c:v>41059</c:v>
                </c:pt>
                <c:pt idx="640">
                  <c:v>41060</c:v>
                </c:pt>
                <c:pt idx="641">
                  <c:v>41061</c:v>
                </c:pt>
                <c:pt idx="642">
                  <c:v>41064</c:v>
                </c:pt>
                <c:pt idx="643">
                  <c:v>41065</c:v>
                </c:pt>
                <c:pt idx="644">
                  <c:v>41066</c:v>
                </c:pt>
                <c:pt idx="645">
                  <c:v>41067</c:v>
                </c:pt>
                <c:pt idx="646">
                  <c:v>41068</c:v>
                </c:pt>
                <c:pt idx="647">
                  <c:v>41071</c:v>
                </c:pt>
                <c:pt idx="648">
                  <c:v>41072</c:v>
                </c:pt>
                <c:pt idx="649">
                  <c:v>41073</c:v>
                </c:pt>
                <c:pt idx="650">
                  <c:v>41074</c:v>
                </c:pt>
                <c:pt idx="651">
                  <c:v>41075</c:v>
                </c:pt>
                <c:pt idx="652">
                  <c:v>41078</c:v>
                </c:pt>
                <c:pt idx="653">
                  <c:v>41079</c:v>
                </c:pt>
                <c:pt idx="654">
                  <c:v>41080</c:v>
                </c:pt>
                <c:pt idx="655">
                  <c:v>41081</c:v>
                </c:pt>
                <c:pt idx="656">
                  <c:v>41082</c:v>
                </c:pt>
                <c:pt idx="657">
                  <c:v>41085</c:v>
                </c:pt>
                <c:pt idx="658">
                  <c:v>41086</c:v>
                </c:pt>
                <c:pt idx="659">
                  <c:v>41087</c:v>
                </c:pt>
                <c:pt idx="660">
                  <c:v>41088</c:v>
                </c:pt>
                <c:pt idx="661">
                  <c:v>41089</c:v>
                </c:pt>
                <c:pt idx="662">
                  <c:v>41090</c:v>
                </c:pt>
                <c:pt idx="663">
                  <c:v>41092</c:v>
                </c:pt>
                <c:pt idx="664">
                  <c:v>41093</c:v>
                </c:pt>
                <c:pt idx="665">
                  <c:v>41094</c:v>
                </c:pt>
                <c:pt idx="666">
                  <c:v>41095</c:v>
                </c:pt>
                <c:pt idx="667">
                  <c:v>41096</c:v>
                </c:pt>
                <c:pt idx="668">
                  <c:v>41099</c:v>
                </c:pt>
                <c:pt idx="669">
                  <c:v>41100</c:v>
                </c:pt>
                <c:pt idx="670">
                  <c:v>41101</c:v>
                </c:pt>
                <c:pt idx="671">
                  <c:v>41102</c:v>
                </c:pt>
                <c:pt idx="672">
                  <c:v>41103</c:v>
                </c:pt>
                <c:pt idx="673">
                  <c:v>41106</c:v>
                </c:pt>
                <c:pt idx="674">
                  <c:v>41107</c:v>
                </c:pt>
                <c:pt idx="675">
                  <c:v>41108</c:v>
                </c:pt>
                <c:pt idx="676">
                  <c:v>41109</c:v>
                </c:pt>
                <c:pt idx="677">
                  <c:v>41110</c:v>
                </c:pt>
                <c:pt idx="678">
                  <c:v>41113</c:v>
                </c:pt>
                <c:pt idx="679">
                  <c:v>41114</c:v>
                </c:pt>
                <c:pt idx="680">
                  <c:v>41115</c:v>
                </c:pt>
                <c:pt idx="681">
                  <c:v>41116</c:v>
                </c:pt>
                <c:pt idx="682">
                  <c:v>41117</c:v>
                </c:pt>
                <c:pt idx="683">
                  <c:v>41120</c:v>
                </c:pt>
                <c:pt idx="684">
                  <c:v>41121</c:v>
                </c:pt>
                <c:pt idx="685">
                  <c:v>41122</c:v>
                </c:pt>
                <c:pt idx="686">
                  <c:v>41123</c:v>
                </c:pt>
                <c:pt idx="687">
                  <c:v>41124</c:v>
                </c:pt>
                <c:pt idx="688">
                  <c:v>41127</c:v>
                </c:pt>
                <c:pt idx="689">
                  <c:v>41128</c:v>
                </c:pt>
                <c:pt idx="690">
                  <c:v>41129</c:v>
                </c:pt>
                <c:pt idx="691">
                  <c:v>41130</c:v>
                </c:pt>
                <c:pt idx="692">
                  <c:v>41131</c:v>
                </c:pt>
                <c:pt idx="693">
                  <c:v>41134</c:v>
                </c:pt>
                <c:pt idx="694">
                  <c:v>41135</c:v>
                </c:pt>
                <c:pt idx="695">
                  <c:v>41136</c:v>
                </c:pt>
                <c:pt idx="696">
                  <c:v>41137</c:v>
                </c:pt>
                <c:pt idx="697">
                  <c:v>41138</c:v>
                </c:pt>
                <c:pt idx="698">
                  <c:v>41141</c:v>
                </c:pt>
                <c:pt idx="699">
                  <c:v>41142</c:v>
                </c:pt>
                <c:pt idx="700">
                  <c:v>41143</c:v>
                </c:pt>
                <c:pt idx="701">
                  <c:v>41144</c:v>
                </c:pt>
                <c:pt idx="702">
                  <c:v>41145</c:v>
                </c:pt>
                <c:pt idx="703">
                  <c:v>41148</c:v>
                </c:pt>
                <c:pt idx="704">
                  <c:v>41149</c:v>
                </c:pt>
                <c:pt idx="705">
                  <c:v>41150</c:v>
                </c:pt>
                <c:pt idx="706">
                  <c:v>41151</c:v>
                </c:pt>
                <c:pt idx="707">
                  <c:v>41152</c:v>
                </c:pt>
                <c:pt idx="708">
                  <c:v>41155</c:v>
                </c:pt>
                <c:pt idx="709">
                  <c:v>41156</c:v>
                </c:pt>
                <c:pt idx="710">
                  <c:v>41157</c:v>
                </c:pt>
                <c:pt idx="711">
                  <c:v>41158</c:v>
                </c:pt>
                <c:pt idx="712">
                  <c:v>41159</c:v>
                </c:pt>
                <c:pt idx="713">
                  <c:v>41162</c:v>
                </c:pt>
                <c:pt idx="714">
                  <c:v>41163</c:v>
                </c:pt>
                <c:pt idx="715">
                  <c:v>41164</c:v>
                </c:pt>
                <c:pt idx="716">
                  <c:v>41165</c:v>
                </c:pt>
                <c:pt idx="717">
                  <c:v>41166</c:v>
                </c:pt>
                <c:pt idx="718">
                  <c:v>41169</c:v>
                </c:pt>
                <c:pt idx="719">
                  <c:v>41170</c:v>
                </c:pt>
                <c:pt idx="720">
                  <c:v>41171</c:v>
                </c:pt>
                <c:pt idx="721">
                  <c:v>41172</c:v>
                </c:pt>
                <c:pt idx="722">
                  <c:v>41173</c:v>
                </c:pt>
                <c:pt idx="723">
                  <c:v>41176</c:v>
                </c:pt>
                <c:pt idx="724">
                  <c:v>41177</c:v>
                </c:pt>
                <c:pt idx="725">
                  <c:v>41178</c:v>
                </c:pt>
                <c:pt idx="726">
                  <c:v>41179</c:v>
                </c:pt>
                <c:pt idx="727">
                  <c:v>41180</c:v>
                </c:pt>
                <c:pt idx="728">
                  <c:v>41181</c:v>
                </c:pt>
                <c:pt idx="729">
                  <c:v>41182</c:v>
                </c:pt>
                <c:pt idx="730">
                  <c:v>41183</c:v>
                </c:pt>
                <c:pt idx="731">
                  <c:v>41184</c:v>
                </c:pt>
                <c:pt idx="732">
                  <c:v>41185</c:v>
                </c:pt>
                <c:pt idx="733">
                  <c:v>41186</c:v>
                </c:pt>
                <c:pt idx="734">
                  <c:v>41187</c:v>
                </c:pt>
                <c:pt idx="735">
                  <c:v>41190</c:v>
                </c:pt>
                <c:pt idx="736">
                  <c:v>41191</c:v>
                </c:pt>
                <c:pt idx="737">
                  <c:v>41192</c:v>
                </c:pt>
                <c:pt idx="738">
                  <c:v>41193</c:v>
                </c:pt>
                <c:pt idx="739">
                  <c:v>41194</c:v>
                </c:pt>
                <c:pt idx="740">
                  <c:v>41197</c:v>
                </c:pt>
                <c:pt idx="741">
                  <c:v>41198</c:v>
                </c:pt>
                <c:pt idx="742">
                  <c:v>41199</c:v>
                </c:pt>
                <c:pt idx="743">
                  <c:v>41200</c:v>
                </c:pt>
                <c:pt idx="744">
                  <c:v>41201</c:v>
                </c:pt>
                <c:pt idx="745">
                  <c:v>41204</c:v>
                </c:pt>
                <c:pt idx="746">
                  <c:v>41205</c:v>
                </c:pt>
                <c:pt idx="747">
                  <c:v>41206</c:v>
                </c:pt>
                <c:pt idx="748">
                  <c:v>41207</c:v>
                </c:pt>
                <c:pt idx="749">
                  <c:v>41208</c:v>
                </c:pt>
                <c:pt idx="750">
                  <c:v>41211</c:v>
                </c:pt>
                <c:pt idx="751">
                  <c:v>41212</c:v>
                </c:pt>
                <c:pt idx="752">
                  <c:v>41213</c:v>
                </c:pt>
                <c:pt idx="753">
                  <c:v>41214</c:v>
                </c:pt>
                <c:pt idx="754">
                  <c:v>41215</c:v>
                </c:pt>
                <c:pt idx="755">
                  <c:v>41218</c:v>
                </c:pt>
                <c:pt idx="756">
                  <c:v>41219</c:v>
                </c:pt>
                <c:pt idx="757">
                  <c:v>41220</c:v>
                </c:pt>
                <c:pt idx="758">
                  <c:v>41221</c:v>
                </c:pt>
                <c:pt idx="759">
                  <c:v>41222</c:v>
                </c:pt>
                <c:pt idx="760">
                  <c:v>41225</c:v>
                </c:pt>
                <c:pt idx="761">
                  <c:v>41226</c:v>
                </c:pt>
                <c:pt idx="762">
                  <c:v>41227</c:v>
                </c:pt>
                <c:pt idx="763">
                  <c:v>41228</c:v>
                </c:pt>
                <c:pt idx="764">
                  <c:v>41229</c:v>
                </c:pt>
                <c:pt idx="765">
                  <c:v>41232</c:v>
                </c:pt>
                <c:pt idx="766">
                  <c:v>41233</c:v>
                </c:pt>
                <c:pt idx="767">
                  <c:v>41234</c:v>
                </c:pt>
                <c:pt idx="768">
                  <c:v>41235</c:v>
                </c:pt>
                <c:pt idx="769">
                  <c:v>41236</c:v>
                </c:pt>
                <c:pt idx="770">
                  <c:v>41239</c:v>
                </c:pt>
                <c:pt idx="771">
                  <c:v>41240</c:v>
                </c:pt>
                <c:pt idx="772">
                  <c:v>41241</c:v>
                </c:pt>
                <c:pt idx="773">
                  <c:v>41242</c:v>
                </c:pt>
                <c:pt idx="774">
                  <c:v>41243</c:v>
                </c:pt>
                <c:pt idx="775">
                  <c:v>41246</c:v>
                </c:pt>
                <c:pt idx="776">
                  <c:v>41247</c:v>
                </c:pt>
                <c:pt idx="777">
                  <c:v>41248</c:v>
                </c:pt>
                <c:pt idx="778">
                  <c:v>41249</c:v>
                </c:pt>
                <c:pt idx="779">
                  <c:v>41250</c:v>
                </c:pt>
                <c:pt idx="780">
                  <c:v>41253</c:v>
                </c:pt>
                <c:pt idx="781">
                  <c:v>41254</c:v>
                </c:pt>
                <c:pt idx="782">
                  <c:v>41255</c:v>
                </c:pt>
                <c:pt idx="783">
                  <c:v>41256</c:v>
                </c:pt>
                <c:pt idx="784">
                  <c:v>41257</c:v>
                </c:pt>
                <c:pt idx="785">
                  <c:v>41260</c:v>
                </c:pt>
                <c:pt idx="786">
                  <c:v>41261</c:v>
                </c:pt>
                <c:pt idx="787">
                  <c:v>41262</c:v>
                </c:pt>
                <c:pt idx="788">
                  <c:v>41263</c:v>
                </c:pt>
                <c:pt idx="789">
                  <c:v>41264</c:v>
                </c:pt>
                <c:pt idx="790">
                  <c:v>41267</c:v>
                </c:pt>
                <c:pt idx="791">
                  <c:v>41268</c:v>
                </c:pt>
                <c:pt idx="792">
                  <c:v>41269</c:v>
                </c:pt>
                <c:pt idx="793">
                  <c:v>41270</c:v>
                </c:pt>
                <c:pt idx="794">
                  <c:v>41271</c:v>
                </c:pt>
                <c:pt idx="795">
                  <c:v>41274</c:v>
                </c:pt>
                <c:pt idx="796">
                  <c:v>41276</c:v>
                </c:pt>
                <c:pt idx="797">
                  <c:v>41277</c:v>
                </c:pt>
                <c:pt idx="798">
                  <c:v>41278</c:v>
                </c:pt>
                <c:pt idx="799">
                  <c:v>41279</c:v>
                </c:pt>
                <c:pt idx="800">
                  <c:v>41280</c:v>
                </c:pt>
                <c:pt idx="801">
                  <c:v>41281</c:v>
                </c:pt>
                <c:pt idx="802">
                  <c:v>41282</c:v>
                </c:pt>
                <c:pt idx="803">
                  <c:v>41283</c:v>
                </c:pt>
                <c:pt idx="804">
                  <c:v>41284</c:v>
                </c:pt>
                <c:pt idx="805">
                  <c:v>41285</c:v>
                </c:pt>
                <c:pt idx="806">
                  <c:v>41288</c:v>
                </c:pt>
                <c:pt idx="807">
                  <c:v>41289</c:v>
                </c:pt>
                <c:pt idx="808">
                  <c:v>41290</c:v>
                </c:pt>
                <c:pt idx="809">
                  <c:v>41291</c:v>
                </c:pt>
                <c:pt idx="810">
                  <c:v>41292</c:v>
                </c:pt>
                <c:pt idx="811">
                  <c:v>41295</c:v>
                </c:pt>
                <c:pt idx="812">
                  <c:v>41296</c:v>
                </c:pt>
                <c:pt idx="813">
                  <c:v>41297</c:v>
                </c:pt>
                <c:pt idx="814">
                  <c:v>41298</c:v>
                </c:pt>
                <c:pt idx="815">
                  <c:v>41299</c:v>
                </c:pt>
                <c:pt idx="816">
                  <c:v>41302</c:v>
                </c:pt>
                <c:pt idx="817">
                  <c:v>41303</c:v>
                </c:pt>
                <c:pt idx="818">
                  <c:v>41304</c:v>
                </c:pt>
                <c:pt idx="819">
                  <c:v>41305</c:v>
                </c:pt>
                <c:pt idx="820">
                  <c:v>41306</c:v>
                </c:pt>
                <c:pt idx="821">
                  <c:v>41309</c:v>
                </c:pt>
                <c:pt idx="822">
                  <c:v>41310</c:v>
                </c:pt>
                <c:pt idx="823">
                  <c:v>41311</c:v>
                </c:pt>
                <c:pt idx="824">
                  <c:v>41312</c:v>
                </c:pt>
                <c:pt idx="825">
                  <c:v>41313</c:v>
                </c:pt>
                <c:pt idx="826">
                  <c:v>41316</c:v>
                </c:pt>
                <c:pt idx="827">
                  <c:v>41317</c:v>
                </c:pt>
                <c:pt idx="828">
                  <c:v>41318</c:v>
                </c:pt>
                <c:pt idx="829">
                  <c:v>41319</c:v>
                </c:pt>
                <c:pt idx="830">
                  <c:v>41320</c:v>
                </c:pt>
                <c:pt idx="831">
                  <c:v>41321</c:v>
                </c:pt>
                <c:pt idx="832">
                  <c:v>41322</c:v>
                </c:pt>
                <c:pt idx="833">
                  <c:v>41323</c:v>
                </c:pt>
                <c:pt idx="834">
                  <c:v>41324</c:v>
                </c:pt>
                <c:pt idx="835">
                  <c:v>41325</c:v>
                </c:pt>
                <c:pt idx="836">
                  <c:v>41326</c:v>
                </c:pt>
                <c:pt idx="837">
                  <c:v>41327</c:v>
                </c:pt>
                <c:pt idx="838">
                  <c:v>41330</c:v>
                </c:pt>
                <c:pt idx="839">
                  <c:v>41331</c:v>
                </c:pt>
                <c:pt idx="840">
                  <c:v>41332</c:v>
                </c:pt>
                <c:pt idx="841">
                  <c:v>41333</c:v>
                </c:pt>
                <c:pt idx="842">
                  <c:v>41334</c:v>
                </c:pt>
                <c:pt idx="843">
                  <c:v>41337</c:v>
                </c:pt>
                <c:pt idx="844">
                  <c:v>41338</c:v>
                </c:pt>
                <c:pt idx="845">
                  <c:v>41339</c:v>
                </c:pt>
                <c:pt idx="846">
                  <c:v>41340</c:v>
                </c:pt>
                <c:pt idx="847">
                  <c:v>41341</c:v>
                </c:pt>
                <c:pt idx="848">
                  <c:v>41344</c:v>
                </c:pt>
                <c:pt idx="849">
                  <c:v>41345</c:v>
                </c:pt>
                <c:pt idx="850">
                  <c:v>41346</c:v>
                </c:pt>
                <c:pt idx="851">
                  <c:v>41347</c:v>
                </c:pt>
                <c:pt idx="852">
                  <c:v>41348</c:v>
                </c:pt>
                <c:pt idx="853">
                  <c:v>41351</c:v>
                </c:pt>
                <c:pt idx="854">
                  <c:v>41352</c:v>
                </c:pt>
                <c:pt idx="855">
                  <c:v>41353</c:v>
                </c:pt>
                <c:pt idx="856">
                  <c:v>41354</c:v>
                </c:pt>
                <c:pt idx="857">
                  <c:v>41355</c:v>
                </c:pt>
                <c:pt idx="858">
                  <c:v>41358</c:v>
                </c:pt>
                <c:pt idx="859">
                  <c:v>41359</c:v>
                </c:pt>
                <c:pt idx="860">
                  <c:v>41360</c:v>
                </c:pt>
                <c:pt idx="861">
                  <c:v>41361</c:v>
                </c:pt>
                <c:pt idx="862">
                  <c:v>41362</c:v>
                </c:pt>
                <c:pt idx="863">
                  <c:v>41364</c:v>
                </c:pt>
                <c:pt idx="864">
                  <c:v>41365</c:v>
                </c:pt>
                <c:pt idx="865">
                  <c:v>41366</c:v>
                </c:pt>
                <c:pt idx="866">
                  <c:v>41367</c:v>
                </c:pt>
                <c:pt idx="867">
                  <c:v>41368</c:v>
                </c:pt>
                <c:pt idx="868">
                  <c:v>41369</c:v>
                </c:pt>
                <c:pt idx="869">
                  <c:v>41370</c:v>
                </c:pt>
                <c:pt idx="870">
                  <c:v>41371</c:v>
                </c:pt>
                <c:pt idx="871">
                  <c:v>41372</c:v>
                </c:pt>
                <c:pt idx="872">
                  <c:v>41373</c:v>
                </c:pt>
                <c:pt idx="873">
                  <c:v>41374</c:v>
                </c:pt>
                <c:pt idx="874">
                  <c:v>41375</c:v>
                </c:pt>
                <c:pt idx="875">
                  <c:v>41376</c:v>
                </c:pt>
                <c:pt idx="876">
                  <c:v>41379</c:v>
                </c:pt>
                <c:pt idx="877">
                  <c:v>41380</c:v>
                </c:pt>
                <c:pt idx="878">
                  <c:v>41381</c:v>
                </c:pt>
                <c:pt idx="879">
                  <c:v>41382</c:v>
                </c:pt>
                <c:pt idx="880">
                  <c:v>41383</c:v>
                </c:pt>
                <c:pt idx="881">
                  <c:v>41386</c:v>
                </c:pt>
                <c:pt idx="882">
                  <c:v>41387</c:v>
                </c:pt>
                <c:pt idx="883">
                  <c:v>41388</c:v>
                </c:pt>
                <c:pt idx="884">
                  <c:v>41389</c:v>
                </c:pt>
                <c:pt idx="885">
                  <c:v>41390</c:v>
                </c:pt>
                <c:pt idx="886">
                  <c:v>41391</c:v>
                </c:pt>
                <c:pt idx="887">
                  <c:v>41392</c:v>
                </c:pt>
                <c:pt idx="888">
                  <c:v>41393</c:v>
                </c:pt>
                <c:pt idx="889">
                  <c:v>41394</c:v>
                </c:pt>
                <c:pt idx="890">
                  <c:v>41395</c:v>
                </c:pt>
                <c:pt idx="891">
                  <c:v>41396</c:v>
                </c:pt>
                <c:pt idx="892">
                  <c:v>41397</c:v>
                </c:pt>
                <c:pt idx="893">
                  <c:v>41400</c:v>
                </c:pt>
                <c:pt idx="894">
                  <c:v>41401</c:v>
                </c:pt>
                <c:pt idx="895">
                  <c:v>41402</c:v>
                </c:pt>
                <c:pt idx="896">
                  <c:v>41403</c:v>
                </c:pt>
                <c:pt idx="897">
                  <c:v>41404</c:v>
                </c:pt>
                <c:pt idx="898">
                  <c:v>41407</c:v>
                </c:pt>
                <c:pt idx="899">
                  <c:v>41408</c:v>
                </c:pt>
                <c:pt idx="900">
                  <c:v>41409</c:v>
                </c:pt>
                <c:pt idx="901">
                  <c:v>41410</c:v>
                </c:pt>
                <c:pt idx="902">
                  <c:v>41411</c:v>
                </c:pt>
                <c:pt idx="903">
                  <c:v>41414</c:v>
                </c:pt>
                <c:pt idx="904">
                  <c:v>41415</c:v>
                </c:pt>
                <c:pt idx="905">
                  <c:v>41416</c:v>
                </c:pt>
                <c:pt idx="906">
                  <c:v>41417</c:v>
                </c:pt>
                <c:pt idx="907">
                  <c:v>41418</c:v>
                </c:pt>
                <c:pt idx="908">
                  <c:v>41421</c:v>
                </c:pt>
                <c:pt idx="909">
                  <c:v>41422</c:v>
                </c:pt>
                <c:pt idx="910">
                  <c:v>41423</c:v>
                </c:pt>
                <c:pt idx="911">
                  <c:v>41424</c:v>
                </c:pt>
                <c:pt idx="912">
                  <c:v>41425</c:v>
                </c:pt>
                <c:pt idx="913">
                  <c:v>41428</c:v>
                </c:pt>
                <c:pt idx="914">
                  <c:v>41429</c:v>
                </c:pt>
                <c:pt idx="915">
                  <c:v>41430</c:v>
                </c:pt>
                <c:pt idx="916">
                  <c:v>41431</c:v>
                </c:pt>
                <c:pt idx="917">
                  <c:v>41432</c:v>
                </c:pt>
                <c:pt idx="918">
                  <c:v>41433</c:v>
                </c:pt>
                <c:pt idx="919">
                  <c:v>41434</c:v>
                </c:pt>
                <c:pt idx="920">
                  <c:v>41435</c:v>
                </c:pt>
                <c:pt idx="921">
                  <c:v>41436</c:v>
                </c:pt>
                <c:pt idx="922">
                  <c:v>41437</c:v>
                </c:pt>
                <c:pt idx="923">
                  <c:v>41438</c:v>
                </c:pt>
                <c:pt idx="924">
                  <c:v>41439</c:v>
                </c:pt>
                <c:pt idx="925">
                  <c:v>41442</c:v>
                </c:pt>
                <c:pt idx="926">
                  <c:v>41443</c:v>
                </c:pt>
                <c:pt idx="927">
                  <c:v>41444</c:v>
                </c:pt>
                <c:pt idx="928">
                  <c:v>41445</c:v>
                </c:pt>
                <c:pt idx="929">
                  <c:v>41446</c:v>
                </c:pt>
                <c:pt idx="930">
                  <c:v>41449</c:v>
                </c:pt>
                <c:pt idx="931">
                  <c:v>41450</c:v>
                </c:pt>
                <c:pt idx="932">
                  <c:v>41451</c:v>
                </c:pt>
                <c:pt idx="933">
                  <c:v>41452</c:v>
                </c:pt>
                <c:pt idx="934">
                  <c:v>41453</c:v>
                </c:pt>
                <c:pt idx="935">
                  <c:v>41455</c:v>
                </c:pt>
                <c:pt idx="936">
                  <c:v>41456</c:v>
                </c:pt>
                <c:pt idx="937">
                  <c:v>41457</c:v>
                </c:pt>
                <c:pt idx="938">
                  <c:v>41458</c:v>
                </c:pt>
                <c:pt idx="939">
                  <c:v>41459</c:v>
                </c:pt>
                <c:pt idx="940">
                  <c:v>41460</c:v>
                </c:pt>
                <c:pt idx="941">
                  <c:v>41463</c:v>
                </c:pt>
                <c:pt idx="942">
                  <c:v>41464</c:v>
                </c:pt>
                <c:pt idx="943">
                  <c:v>41465</c:v>
                </c:pt>
                <c:pt idx="944">
                  <c:v>41466</c:v>
                </c:pt>
                <c:pt idx="945">
                  <c:v>41467</c:v>
                </c:pt>
                <c:pt idx="946">
                  <c:v>41470</c:v>
                </c:pt>
                <c:pt idx="947">
                  <c:v>41471</c:v>
                </c:pt>
                <c:pt idx="948">
                  <c:v>41472</c:v>
                </c:pt>
                <c:pt idx="949">
                  <c:v>41473</c:v>
                </c:pt>
                <c:pt idx="950">
                  <c:v>41474</c:v>
                </c:pt>
                <c:pt idx="951">
                  <c:v>41477</c:v>
                </c:pt>
                <c:pt idx="952">
                  <c:v>41478</c:v>
                </c:pt>
                <c:pt idx="953">
                  <c:v>41479</c:v>
                </c:pt>
                <c:pt idx="954">
                  <c:v>41480</c:v>
                </c:pt>
                <c:pt idx="955">
                  <c:v>41481</c:v>
                </c:pt>
                <c:pt idx="956">
                  <c:v>41484</c:v>
                </c:pt>
                <c:pt idx="957">
                  <c:v>41485</c:v>
                </c:pt>
                <c:pt idx="958">
                  <c:v>41486</c:v>
                </c:pt>
                <c:pt idx="959">
                  <c:v>41487</c:v>
                </c:pt>
                <c:pt idx="960">
                  <c:v>41488</c:v>
                </c:pt>
                <c:pt idx="961">
                  <c:v>41491</c:v>
                </c:pt>
                <c:pt idx="962">
                  <c:v>41492</c:v>
                </c:pt>
                <c:pt idx="963">
                  <c:v>41493</c:v>
                </c:pt>
                <c:pt idx="964">
                  <c:v>41494</c:v>
                </c:pt>
                <c:pt idx="965">
                  <c:v>41495</c:v>
                </c:pt>
                <c:pt idx="966">
                  <c:v>41498</c:v>
                </c:pt>
                <c:pt idx="967">
                  <c:v>41499</c:v>
                </c:pt>
                <c:pt idx="968">
                  <c:v>41500</c:v>
                </c:pt>
                <c:pt idx="969">
                  <c:v>41501</c:v>
                </c:pt>
                <c:pt idx="970">
                  <c:v>41502</c:v>
                </c:pt>
                <c:pt idx="971">
                  <c:v>41505</c:v>
                </c:pt>
                <c:pt idx="972">
                  <c:v>41506</c:v>
                </c:pt>
                <c:pt idx="973">
                  <c:v>41507</c:v>
                </c:pt>
                <c:pt idx="974">
                  <c:v>41508</c:v>
                </c:pt>
                <c:pt idx="975">
                  <c:v>41509</c:v>
                </c:pt>
                <c:pt idx="976">
                  <c:v>41512</c:v>
                </c:pt>
                <c:pt idx="977">
                  <c:v>41513</c:v>
                </c:pt>
                <c:pt idx="978">
                  <c:v>41514</c:v>
                </c:pt>
                <c:pt idx="979">
                  <c:v>41515</c:v>
                </c:pt>
                <c:pt idx="980">
                  <c:v>41516</c:v>
                </c:pt>
                <c:pt idx="981">
                  <c:v>41517</c:v>
                </c:pt>
                <c:pt idx="982">
                  <c:v>41519</c:v>
                </c:pt>
                <c:pt idx="983">
                  <c:v>41520</c:v>
                </c:pt>
                <c:pt idx="984">
                  <c:v>41521</c:v>
                </c:pt>
                <c:pt idx="985">
                  <c:v>41522</c:v>
                </c:pt>
                <c:pt idx="986">
                  <c:v>41523</c:v>
                </c:pt>
                <c:pt idx="987">
                  <c:v>41526</c:v>
                </c:pt>
                <c:pt idx="988">
                  <c:v>41527</c:v>
                </c:pt>
                <c:pt idx="989">
                  <c:v>41528</c:v>
                </c:pt>
                <c:pt idx="990">
                  <c:v>41529</c:v>
                </c:pt>
                <c:pt idx="991">
                  <c:v>41530</c:v>
                </c:pt>
                <c:pt idx="992">
                  <c:v>41533</c:v>
                </c:pt>
                <c:pt idx="993">
                  <c:v>41534</c:v>
                </c:pt>
                <c:pt idx="994">
                  <c:v>41535</c:v>
                </c:pt>
                <c:pt idx="995">
                  <c:v>41536</c:v>
                </c:pt>
                <c:pt idx="996">
                  <c:v>41537</c:v>
                </c:pt>
                <c:pt idx="997">
                  <c:v>41539</c:v>
                </c:pt>
                <c:pt idx="998">
                  <c:v>41540</c:v>
                </c:pt>
                <c:pt idx="999">
                  <c:v>41541</c:v>
                </c:pt>
                <c:pt idx="1000">
                  <c:v>41542</c:v>
                </c:pt>
                <c:pt idx="1001">
                  <c:v>41543</c:v>
                </c:pt>
                <c:pt idx="1002">
                  <c:v>41544</c:v>
                </c:pt>
                <c:pt idx="1003">
                  <c:v>41545</c:v>
                </c:pt>
                <c:pt idx="1004">
                  <c:v>41546</c:v>
                </c:pt>
                <c:pt idx="1005">
                  <c:v>41547</c:v>
                </c:pt>
                <c:pt idx="1006">
                  <c:v>41548</c:v>
                </c:pt>
                <c:pt idx="1007">
                  <c:v>41549</c:v>
                </c:pt>
                <c:pt idx="1008">
                  <c:v>41550</c:v>
                </c:pt>
                <c:pt idx="1009">
                  <c:v>41551</c:v>
                </c:pt>
                <c:pt idx="1010">
                  <c:v>41554</c:v>
                </c:pt>
                <c:pt idx="1011">
                  <c:v>41555</c:v>
                </c:pt>
                <c:pt idx="1012">
                  <c:v>41556</c:v>
                </c:pt>
                <c:pt idx="1013">
                  <c:v>41557</c:v>
                </c:pt>
                <c:pt idx="1014">
                  <c:v>41558</c:v>
                </c:pt>
                <c:pt idx="1015">
                  <c:v>41559</c:v>
                </c:pt>
                <c:pt idx="1016">
                  <c:v>41561</c:v>
                </c:pt>
                <c:pt idx="1017">
                  <c:v>41562</c:v>
                </c:pt>
                <c:pt idx="1018">
                  <c:v>41563</c:v>
                </c:pt>
                <c:pt idx="1019">
                  <c:v>41564</c:v>
                </c:pt>
                <c:pt idx="1020">
                  <c:v>41565</c:v>
                </c:pt>
                <c:pt idx="1021">
                  <c:v>41568</c:v>
                </c:pt>
                <c:pt idx="1022">
                  <c:v>41569</c:v>
                </c:pt>
                <c:pt idx="1023">
                  <c:v>41570</c:v>
                </c:pt>
                <c:pt idx="1024">
                  <c:v>41571</c:v>
                </c:pt>
                <c:pt idx="1025">
                  <c:v>41572</c:v>
                </c:pt>
                <c:pt idx="1026">
                  <c:v>41575</c:v>
                </c:pt>
                <c:pt idx="1027">
                  <c:v>41576</c:v>
                </c:pt>
                <c:pt idx="1028">
                  <c:v>41577</c:v>
                </c:pt>
                <c:pt idx="1029">
                  <c:v>41578</c:v>
                </c:pt>
                <c:pt idx="1030">
                  <c:v>41579</c:v>
                </c:pt>
                <c:pt idx="1031">
                  <c:v>41582</c:v>
                </c:pt>
                <c:pt idx="1032">
                  <c:v>41583</c:v>
                </c:pt>
                <c:pt idx="1033">
                  <c:v>41584</c:v>
                </c:pt>
                <c:pt idx="1034">
                  <c:v>41585</c:v>
                </c:pt>
                <c:pt idx="1035">
                  <c:v>41586</c:v>
                </c:pt>
                <c:pt idx="1036">
                  <c:v>41589</c:v>
                </c:pt>
                <c:pt idx="1037">
                  <c:v>41590</c:v>
                </c:pt>
                <c:pt idx="1038">
                  <c:v>41591</c:v>
                </c:pt>
                <c:pt idx="1039">
                  <c:v>41592</c:v>
                </c:pt>
                <c:pt idx="1040">
                  <c:v>41593</c:v>
                </c:pt>
                <c:pt idx="1041">
                  <c:v>41596</c:v>
                </c:pt>
                <c:pt idx="1042">
                  <c:v>41597</c:v>
                </c:pt>
                <c:pt idx="1043">
                  <c:v>41598</c:v>
                </c:pt>
                <c:pt idx="1044">
                  <c:v>41599</c:v>
                </c:pt>
                <c:pt idx="1045">
                  <c:v>41600</c:v>
                </c:pt>
                <c:pt idx="1046">
                  <c:v>41603</c:v>
                </c:pt>
                <c:pt idx="1047">
                  <c:v>41604</c:v>
                </c:pt>
                <c:pt idx="1048">
                  <c:v>41605</c:v>
                </c:pt>
                <c:pt idx="1049">
                  <c:v>41606</c:v>
                </c:pt>
                <c:pt idx="1050">
                  <c:v>41607</c:v>
                </c:pt>
                <c:pt idx="1051">
                  <c:v>41608</c:v>
                </c:pt>
                <c:pt idx="1052">
                  <c:v>41610</c:v>
                </c:pt>
                <c:pt idx="1053">
                  <c:v>41611</c:v>
                </c:pt>
                <c:pt idx="1054">
                  <c:v>41612</c:v>
                </c:pt>
                <c:pt idx="1055">
                  <c:v>41613</c:v>
                </c:pt>
                <c:pt idx="1056">
                  <c:v>41614</c:v>
                </c:pt>
                <c:pt idx="1057">
                  <c:v>41617</c:v>
                </c:pt>
                <c:pt idx="1058">
                  <c:v>41618</c:v>
                </c:pt>
                <c:pt idx="1059">
                  <c:v>41619</c:v>
                </c:pt>
                <c:pt idx="1060">
                  <c:v>41620</c:v>
                </c:pt>
                <c:pt idx="1061">
                  <c:v>41621</c:v>
                </c:pt>
                <c:pt idx="1062">
                  <c:v>41624</c:v>
                </c:pt>
                <c:pt idx="1063">
                  <c:v>41625</c:v>
                </c:pt>
                <c:pt idx="1064">
                  <c:v>41626</c:v>
                </c:pt>
                <c:pt idx="1065">
                  <c:v>41627</c:v>
                </c:pt>
                <c:pt idx="1066">
                  <c:v>41628</c:v>
                </c:pt>
                <c:pt idx="1067">
                  <c:v>41631</c:v>
                </c:pt>
                <c:pt idx="1068">
                  <c:v>41632</c:v>
                </c:pt>
                <c:pt idx="1069">
                  <c:v>41633</c:v>
                </c:pt>
                <c:pt idx="1070">
                  <c:v>41634</c:v>
                </c:pt>
                <c:pt idx="1071">
                  <c:v>41635</c:v>
                </c:pt>
                <c:pt idx="1072">
                  <c:v>41638</c:v>
                </c:pt>
                <c:pt idx="1073">
                  <c:v>41639</c:v>
                </c:pt>
                <c:pt idx="1074">
                  <c:v>41641</c:v>
                </c:pt>
                <c:pt idx="1075">
                  <c:v>41642</c:v>
                </c:pt>
                <c:pt idx="1076">
                  <c:v>41645</c:v>
                </c:pt>
                <c:pt idx="1077">
                  <c:v>41646</c:v>
                </c:pt>
                <c:pt idx="1078">
                  <c:v>41647</c:v>
                </c:pt>
                <c:pt idx="1079">
                  <c:v>41648</c:v>
                </c:pt>
                <c:pt idx="1080">
                  <c:v>41649</c:v>
                </c:pt>
                <c:pt idx="1081">
                  <c:v>41652</c:v>
                </c:pt>
                <c:pt idx="1082">
                  <c:v>41653</c:v>
                </c:pt>
                <c:pt idx="1083">
                  <c:v>41654</c:v>
                </c:pt>
                <c:pt idx="1084">
                  <c:v>41655</c:v>
                </c:pt>
                <c:pt idx="1085">
                  <c:v>41656</c:v>
                </c:pt>
                <c:pt idx="1086">
                  <c:v>41659</c:v>
                </c:pt>
                <c:pt idx="1087">
                  <c:v>41660</c:v>
                </c:pt>
                <c:pt idx="1088">
                  <c:v>41661</c:v>
                </c:pt>
                <c:pt idx="1089">
                  <c:v>41662</c:v>
                </c:pt>
                <c:pt idx="1090">
                  <c:v>41663</c:v>
                </c:pt>
                <c:pt idx="1091">
                  <c:v>41665</c:v>
                </c:pt>
                <c:pt idx="1092">
                  <c:v>41666</c:v>
                </c:pt>
                <c:pt idx="1093">
                  <c:v>41667</c:v>
                </c:pt>
                <c:pt idx="1094">
                  <c:v>41668</c:v>
                </c:pt>
                <c:pt idx="1095">
                  <c:v>41669</c:v>
                </c:pt>
                <c:pt idx="1096">
                  <c:v>41670</c:v>
                </c:pt>
                <c:pt idx="1097">
                  <c:v>41674</c:v>
                </c:pt>
                <c:pt idx="1098">
                  <c:v>41675</c:v>
                </c:pt>
                <c:pt idx="1099">
                  <c:v>41676</c:v>
                </c:pt>
                <c:pt idx="1100">
                  <c:v>41677</c:v>
                </c:pt>
                <c:pt idx="1101">
                  <c:v>41678</c:v>
                </c:pt>
                <c:pt idx="1102">
                  <c:v>41680</c:v>
                </c:pt>
                <c:pt idx="1103">
                  <c:v>41681</c:v>
                </c:pt>
                <c:pt idx="1104">
                  <c:v>41682</c:v>
                </c:pt>
                <c:pt idx="1105">
                  <c:v>41683</c:v>
                </c:pt>
                <c:pt idx="1106">
                  <c:v>41684</c:v>
                </c:pt>
                <c:pt idx="1107">
                  <c:v>41687</c:v>
                </c:pt>
                <c:pt idx="1108">
                  <c:v>41688</c:v>
                </c:pt>
                <c:pt idx="1109">
                  <c:v>41689</c:v>
                </c:pt>
                <c:pt idx="1110">
                  <c:v>41690</c:v>
                </c:pt>
                <c:pt idx="1111">
                  <c:v>41691</c:v>
                </c:pt>
                <c:pt idx="1112">
                  <c:v>41694</c:v>
                </c:pt>
                <c:pt idx="1113">
                  <c:v>41695</c:v>
                </c:pt>
                <c:pt idx="1114">
                  <c:v>41696</c:v>
                </c:pt>
                <c:pt idx="1115">
                  <c:v>41697</c:v>
                </c:pt>
                <c:pt idx="1116">
                  <c:v>41698</c:v>
                </c:pt>
                <c:pt idx="1117">
                  <c:v>41701</c:v>
                </c:pt>
                <c:pt idx="1118">
                  <c:v>41702</c:v>
                </c:pt>
                <c:pt idx="1119">
                  <c:v>41703</c:v>
                </c:pt>
                <c:pt idx="1120">
                  <c:v>41704</c:v>
                </c:pt>
                <c:pt idx="1121">
                  <c:v>41705</c:v>
                </c:pt>
                <c:pt idx="1122">
                  <c:v>41708</c:v>
                </c:pt>
                <c:pt idx="1123">
                  <c:v>41709</c:v>
                </c:pt>
                <c:pt idx="1124">
                  <c:v>41710</c:v>
                </c:pt>
                <c:pt idx="1125">
                  <c:v>41711</c:v>
                </c:pt>
                <c:pt idx="1126">
                  <c:v>41712</c:v>
                </c:pt>
                <c:pt idx="1127">
                  <c:v>41715</c:v>
                </c:pt>
                <c:pt idx="1128">
                  <c:v>41716</c:v>
                </c:pt>
                <c:pt idx="1129">
                  <c:v>41717</c:v>
                </c:pt>
                <c:pt idx="1130">
                  <c:v>41718</c:v>
                </c:pt>
                <c:pt idx="1131">
                  <c:v>41719</c:v>
                </c:pt>
                <c:pt idx="1132">
                  <c:v>41722</c:v>
                </c:pt>
                <c:pt idx="1133">
                  <c:v>41723</c:v>
                </c:pt>
                <c:pt idx="1134">
                  <c:v>41724</c:v>
                </c:pt>
                <c:pt idx="1135">
                  <c:v>41725</c:v>
                </c:pt>
                <c:pt idx="1136">
                  <c:v>41726</c:v>
                </c:pt>
                <c:pt idx="1137">
                  <c:v>41729</c:v>
                </c:pt>
                <c:pt idx="1138">
                  <c:v>41730</c:v>
                </c:pt>
                <c:pt idx="1139">
                  <c:v>41731</c:v>
                </c:pt>
                <c:pt idx="1140">
                  <c:v>41732</c:v>
                </c:pt>
                <c:pt idx="1141">
                  <c:v>41733</c:v>
                </c:pt>
                <c:pt idx="1142">
                  <c:v>41736</c:v>
                </c:pt>
                <c:pt idx="1143">
                  <c:v>41737</c:v>
                </c:pt>
                <c:pt idx="1144">
                  <c:v>41738</c:v>
                </c:pt>
                <c:pt idx="1145">
                  <c:v>41739</c:v>
                </c:pt>
                <c:pt idx="1146">
                  <c:v>41740</c:v>
                </c:pt>
                <c:pt idx="1147">
                  <c:v>41743</c:v>
                </c:pt>
                <c:pt idx="1148">
                  <c:v>41744</c:v>
                </c:pt>
                <c:pt idx="1149">
                  <c:v>41745</c:v>
                </c:pt>
                <c:pt idx="1150">
                  <c:v>41746</c:v>
                </c:pt>
                <c:pt idx="1151">
                  <c:v>41747</c:v>
                </c:pt>
                <c:pt idx="1152">
                  <c:v>41749</c:v>
                </c:pt>
                <c:pt idx="1153">
                  <c:v>41750</c:v>
                </c:pt>
                <c:pt idx="1154">
                  <c:v>41751</c:v>
                </c:pt>
                <c:pt idx="1155">
                  <c:v>41752</c:v>
                </c:pt>
                <c:pt idx="1156">
                  <c:v>41753</c:v>
                </c:pt>
                <c:pt idx="1157">
                  <c:v>41754</c:v>
                </c:pt>
                <c:pt idx="1158">
                  <c:v>41757</c:v>
                </c:pt>
                <c:pt idx="1159">
                  <c:v>41758</c:v>
                </c:pt>
                <c:pt idx="1160">
                  <c:v>41759</c:v>
                </c:pt>
                <c:pt idx="1161">
                  <c:v>41760</c:v>
                </c:pt>
                <c:pt idx="1162">
                  <c:v>41761</c:v>
                </c:pt>
                <c:pt idx="1163">
                  <c:v>41763</c:v>
                </c:pt>
                <c:pt idx="1164">
                  <c:v>41764</c:v>
                </c:pt>
                <c:pt idx="1165">
                  <c:v>41765</c:v>
                </c:pt>
                <c:pt idx="1166">
                  <c:v>41766</c:v>
                </c:pt>
                <c:pt idx="1167">
                  <c:v>41767</c:v>
                </c:pt>
                <c:pt idx="1168">
                  <c:v>41768</c:v>
                </c:pt>
                <c:pt idx="1169">
                  <c:v>41769</c:v>
                </c:pt>
                <c:pt idx="1170">
                  <c:v>41771</c:v>
                </c:pt>
                <c:pt idx="1171">
                  <c:v>41772</c:v>
                </c:pt>
                <c:pt idx="1172">
                  <c:v>41773</c:v>
                </c:pt>
                <c:pt idx="1173">
                  <c:v>41774</c:v>
                </c:pt>
                <c:pt idx="1174">
                  <c:v>41775</c:v>
                </c:pt>
                <c:pt idx="1175">
                  <c:v>41778</c:v>
                </c:pt>
                <c:pt idx="1176">
                  <c:v>41779</c:v>
                </c:pt>
                <c:pt idx="1177">
                  <c:v>41780</c:v>
                </c:pt>
                <c:pt idx="1178">
                  <c:v>41781</c:v>
                </c:pt>
                <c:pt idx="1179">
                  <c:v>41782</c:v>
                </c:pt>
                <c:pt idx="1180">
                  <c:v>41785</c:v>
                </c:pt>
                <c:pt idx="1181">
                  <c:v>41786</c:v>
                </c:pt>
                <c:pt idx="1182">
                  <c:v>41787</c:v>
                </c:pt>
                <c:pt idx="1183">
                  <c:v>41788</c:v>
                </c:pt>
                <c:pt idx="1184">
                  <c:v>41789</c:v>
                </c:pt>
                <c:pt idx="1185">
                  <c:v>41790</c:v>
                </c:pt>
                <c:pt idx="1186">
                  <c:v>41792</c:v>
                </c:pt>
                <c:pt idx="1187">
                  <c:v>41793</c:v>
                </c:pt>
                <c:pt idx="1188">
                  <c:v>41794</c:v>
                </c:pt>
                <c:pt idx="1189">
                  <c:v>41795</c:v>
                </c:pt>
                <c:pt idx="1190">
                  <c:v>41796</c:v>
                </c:pt>
                <c:pt idx="1191">
                  <c:v>41799</c:v>
                </c:pt>
                <c:pt idx="1192">
                  <c:v>41800</c:v>
                </c:pt>
                <c:pt idx="1193">
                  <c:v>41801</c:v>
                </c:pt>
                <c:pt idx="1194">
                  <c:v>41802</c:v>
                </c:pt>
                <c:pt idx="1195">
                  <c:v>41803</c:v>
                </c:pt>
                <c:pt idx="1196">
                  <c:v>41806</c:v>
                </c:pt>
                <c:pt idx="1197">
                  <c:v>41807</c:v>
                </c:pt>
                <c:pt idx="1198">
                  <c:v>41808</c:v>
                </c:pt>
                <c:pt idx="1199">
                  <c:v>41809</c:v>
                </c:pt>
                <c:pt idx="1200">
                  <c:v>41810</c:v>
                </c:pt>
                <c:pt idx="1201">
                  <c:v>41813</c:v>
                </c:pt>
                <c:pt idx="1202">
                  <c:v>41814</c:v>
                </c:pt>
                <c:pt idx="1203">
                  <c:v>41815</c:v>
                </c:pt>
                <c:pt idx="1204">
                  <c:v>41816</c:v>
                </c:pt>
                <c:pt idx="1205">
                  <c:v>41817</c:v>
                </c:pt>
                <c:pt idx="1206">
                  <c:v>41820</c:v>
                </c:pt>
                <c:pt idx="1207">
                  <c:v>41821</c:v>
                </c:pt>
                <c:pt idx="1208">
                  <c:v>41822</c:v>
                </c:pt>
                <c:pt idx="1209">
                  <c:v>41823</c:v>
                </c:pt>
                <c:pt idx="1210">
                  <c:v>41824</c:v>
                </c:pt>
                <c:pt idx="1211">
                  <c:v>41827</c:v>
                </c:pt>
                <c:pt idx="1212">
                  <c:v>41828</c:v>
                </c:pt>
                <c:pt idx="1213">
                  <c:v>41829</c:v>
                </c:pt>
                <c:pt idx="1214">
                  <c:v>41830</c:v>
                </c:pt>
                <c:pt idx="1215">
                  <c:v>41831</c:v>
                </c:pt>
                <c:pt idx="1216">
                  <c:v>41834</c:v>
                </c:pt>
                <c:pt idx="1217">
                  <c:v>41835</c:v>
                </c:pt>
                <c:pt idx="1218">
                  <c:v>41836</c:v>
                </c:pt>
                <c:pt idx="1219">
                  <c:v>41837</c:v>
                </c:pt>
                <c:pt idx="1220">
                  <c:v>41838</c:v>
                </c:pt>
                <c:pt idx="1221">
                  <c:v>41840</c:v>
                </c:pt>
                <c:pt idx="1222">
                  <c:v>41841</c:v>
                </c:pt>
                <c:pt idx="1223">
                  <c:v>41842</c:v>
                </c:pt>
                <c:pt idx="1224">
                  <c:v>41843</c:v>
                </c:pt>
                <c:pt idx="1225">
                  <c:v>41844</c:v>
                </c:pt>
                <c:pt idx="1226">
                  <c:v>41845</c:v>
                </c:pt>
                <c:pt idx="1227">
                  <c:v>41848</c:v>
                </c:pt>
                <c:pt idx="1228">
                  <c:v>41849</c:v>
                </c:pt>
                <c:pt idx="1229">
                  <c:v>41850</c:v>
                </c:pt>
                <c:pt idx="1230">
                  <c:v>41851</c:v>
                </c:pt>
                <c:pt idx="1231">
                  <c:v>41852</c:v>
                </c:pt>
                <c:pt idx="1232">
                  <c:v>41855</c:v>
                </c:pt>
                <c:pt idx="1233">
                  <c:v>41856</c:v>
                </c:pt>
                <c:pt idx="1234">
                  <c:v>41857</c:v>
                </c:pt>
                <c:pt idx="1235">
                  <c:v>41858</c:v>
                </c:pt>
                <c:pt idx="1236">
                  <c:v>41859</c:v>
                </c:pt>
                <c:pt idx="1237">
                  <c:v>41861</c:v>
                </c:pt>
                <c:pt idx="1238">
                  <c:v>41862</c:v>
                </c:pt>
                <c:pt idx="1239">
                  <c:v>41863</c:v>
                </c:pt>
                <c:pt idx="1240">
                  <c:v>41864</c:v>
                </c:pt>
                <c:pt idx="1241">
                  <c:v>41865</c:v>
                </c:pt>
                <c:pt idx="1242">
                  <c:v>41866</c:v>
                </c:pt>
                <c:pt idx="1243">
                  <c:v>41869</c:v>
                </c:pt>
                <c:pt idx="1244">
                  <c:v>41870</c:v>
                </c:pt>
                <c:pt idx="1245">
                  <c:v>41871</c:v>
                </c:pt>
                <c:pt idx="1246">
                  <c:v>41872</c:v>
                </c:pt>
                <c:pt idx="1247">
                  <c:v>41873</c:v>
                </c:pt>
                <c:pt idx="1248">
                  <c:v>41876</c:v>
                </c:pt>
                <c:pt idx="1249">
                  <c:v>41877</c:v>
                </c:pt>
                <c:pt idx="1250">
                  <c:v>41878</c:v>
                </c:pt>
                <c:pt idx="1251">
                  <c:v>41879</c:v>
                </c:pt>
                <c:pt idx="1252">
                  <c:v>41880</c:v>
                </c:pt>
                <c:pt idx="1253">
                  <c:v>41882</c:v>
                </c:pt>
                <c:pt idx="1254">
                  <c:v>41883</c:v>
                </c:pt>
                <c:pt idx="1255">
                  <c:v>41884</c:v>
                </c:pt>
                <c:pt idx="1256">
                  <c:v>41885</c:v>
                </c:pt>
                <c:pt idx="1257">
                  <c:v>41886</c:v>
                </c:pt>
                <c:pt idx="1258">
                  <c:v>41887</c:v>
                </c:pt>
                <c:pt idx="1259">
                  <c:v>41890</c:v>
                </c:pt>
                <c:pt idx="1260">
                  <c:v>41891</c:v>
                </c:pt>
                <c:pt idx="1261">
                  <c:v>41892</c:v>
                </c:pt>
                <c:pt idx="1262">
                  <c:v>41893</c:v>
                </c:pt>
                <c:pt idx="1263">
                  <c:v>41894</c:v>
                </c:pt>
                <c:pt idx="1264">
                  <c:v>41897</c:v>
                </c:pt>
                <c:pt idx="1265">
                  <c:v>41898</c:v>
                </c:pt>
                <c:pt idx="1266">
                  <c:v>41899</c:v>
                </c:pt>
                <c:pt idx="1267">
                  <c:v>41900</c:v>
                </c:pt>
                <c:pt idx="1268">
                  <c:v>41901</c:v>
                </c:pt>
                <c:pt idx="1269">
                  <c:v>41902</c:v>
                </c:pt>
                <c:pt idx="1270">
                  <c:v>41904</c:v>
                </c:pt>
                <c:pt idx="1271">
                  <c:v>41905</c:v>
                </c:pt>
                <c:pt idx="1272">
                  <c:v>41906</c:v>
                </c:pt>
                <c:pt idx="1273">
                  <c:v>41907</c:v>
                </c:pt>
                <c:pt idx="1274">
                  <c:v>41908</c:v>
                </c:pt>
                <c:pt idx="1275">
                  <c:v>41910</c:v>
                </c:pt>
                <c:pt idx="1276">
                  <c:v>41911</c:v>
                </c:pt>
                <c:pt idx="1277">
                  <c:v>41912</c:v>
                </c:pt>
                <c:pt idx="1278">
                  <c:v>41913</c:v>
                </c:pt>
                <c:pt idx="1279">
                  <c:v>41914</c:v>
                </c:pt>
                <c:pt idx="1280">
                  <c:v>41915</c:v>
                </c:pt>
                <c:pt idx="1281">
                  <c:v>41918</c:v>
                </c:pt>
                <c:pt idx="1282">
                  <c:v>41919</c:v>
                </c:pt>
                <c:pt idx="1283">
                  <c:v>41920</c:v>
                </c:pt>
                <c:pt idx="1284">
                  <c:v>41921</c:v>
                </c:pt>
                <c:pt idx="1285">
                  <c:v>41922</c:v>
                </c:pt>
                <c:pt idx="1286">
                  <c:v>41923</c:v>
                </c:pt>
                <c:pt idx="1287">
                  <c:v>41925</c:v>
                </c:pt>
                <c:pt idx="1288">
                  <c:v>41926</c:v>
                </c:pt>
                <c:pt idx="1289">
                  <c:v>41927</c:v>
                </c:pt>
                <c:pt idx="1290">
                  <c:v>41928</c:v>
                </c:pt>
                <c:pt idx="1291">
                  <c:v>41929</c:v>
                </c:pt>
                <c:pt idx="1292">
                  <c:v>41932</c:v>
                </c:pt>
                <c:pt idx="1293">
                  <c:v>41933</c:v>
                </c:pt>
                <c:pt idx="1294">
                  <c:v>41934</c:v>
                </c:pt>
                <c:pt idx="1295">
                  <c:v>41935</c:v>
                </c:pt>
                <c:pt idx="1296">
                  <c:v>41936</c:v>
                </c:pt>
                <c:pt idx="1297">
                  <c:v>41939</c:v>
                </c:pt>
                <c:pt idx="1298">
                  <c:v>41940</c:v>
                </c:pt>
                <c:pt idx="1299">
                  <c:v>41941</c:v>
                </c:pt>
                <c:pt idx="1300">
                  <c:v>41942</c:v>
                </c:pt>
                <c:pt idx="1301">
                  <c:v>41943</c:v>
                </c:pt>
                <c:pt idx="1302">
                  <c:v>41946</c:v>
                </c:pt>
                <c:pt idx="1303">
                  <c:v>41947</c:v>
                </c:pt>
                <c:pt idx="1304">
                  <c:v>41948</c:v>
                </c:pt>
                <c:pt idx="1305">
                  <c:v>41949</c:v>
                </c:pt>
                <c:pt idx="1306">
                  <c:v>41950</c:v>
                </c:pt>
                <c:pt idx="1307">
                  <c:v>41953</c:v>
                </c:pt>
                <c:pt idx="1308">
                  <c:v>41954</c:v>
                </c:pt>
                <c:pt idx="1309">
                  <c:v>41955</c:v>
                </c:pt>
                <c:pt idx="1310">
                  <c:v>41956</c:v>
                </c:pt>
                <c:pt idx="1311">
                  <c:v>41957</c:v>
                </c:pt>
                <c:pt idx="1312">
                  <c:v>41960</c:v>
                </c:pt>
                <c:pt idx="1313">
                  <c:v>41961</c:v>
                </c:pt>
                <c:pt idx="1314">
                  <c:v>41962</c:v>
                </c:pt>
                <c:pt idx="1315">
                  <c:v>41963</c:v>
                </c:pt>
                <c:pt idx="1316">
                  <c:v>41964</c:v>
                </c:pt>
                <c:pt idx="1317">
                  <c:v>41967</c:v>
                </c:pt>
                <c:pt idx="1318">
                  <c:v>41968</c:v>
                </c:pt>
                <c:pt idx="1319">
                  <c:v>41969</c:v>
                </c:pt>
                <c:pt idx="1320">
                  <c:v>41970</c:v>
                </c:pt>
                <c:pt idx="1321">
                  <c:v>41971</c:v>
                </c:pt>
                <c:pt idx="1322">
                  <c:v>41973</c:v>
                </c:pt>
                <c:pt idx="1323">
                  <c:v>41974</c:v>
                </c:pt>
                <c:pt idx="1324">
                  <c:v>41975</c:v>
                </c:pt>
                <c:pt idx="1325">
                  <c:v>41976</c:v>
                </c:pt>
                <c:pt idx="1326">
                  <c:v>41977</c:v>
                </c:pt>
                <c:pt idx="1327">
                  <c:v>41978</c:v>
                </c:pt>
                <c:pt idx="1328">
                  <c:v>41981</c:v>
                </c:pt>
                <c:pt idx="1329">
                  <c:v>41982</c:v>
                </c:pt>
                <c:pt idx="1330">
                  <c:v>41983</c:v>
                </c:pt>
                <c:pt idx="1331">
                  <c:v>41984</c:v>
                </c:pt>
                <c:pt idx="1332">
                  <c:v>41985</c:v>
                </c:pt>
                <c:pt idx="1333">
                  <c:v>41988</c:v>
                </c:pt>
                <c:pt idx="1334">
                  <c:v>41989</c:v>
                </c:pt>
                <c:pt idx="1335">
                  <c:v>41990</c:v>
                </c:pt>
                <c:pt idx="1336">
                  <c:v>41991</c:v>
                </c:pt>
                <c:pt idx="1337">
                  <c:v>41992</c:v>
                </c:pt>
                <c:pt idx="1338">
                  <c:v>41993</c:v>
                </c:pt>
                <c:pt idx="1339">
                  <c:v>41995</c:v>
                </c:pt>
                <c:pt idx="1340">
                  <c:v>41996</c:v>
                </c:pt>
                <c:pt idx="1341">
                  <c:v>41997</c:v>
                </c:pt>
                <c:pt idx="1342">
                  <c:v>41998</c:v>
                </c:pt>
                <c:pt idx="1343">
                  <c:v>41999</c:v>
                </c:pt>
                <c:pt idx="1344">
                  <c:v>42002</c:v>
                </c:pt>
                <c:pt idx="1345">
                  <c:v>42003</c:v>
                </c:pt>
                <c:pt idx="1346">
                  <c:v>42004</c:v>
                </c:pt>
                <c:pt idx="1347">
                  <c:v>42006</c:v>
                </c:pt>
                <c:pt idx="1348">
                  <c:v>42008</c:v>
                </c:pt>
                <c:pt idx="1349">
                  <c:v>42009</c:v>
                </c:pt>
                <c:pt idx="1350">
                  <c:v>42010</c:v>
                </c:pt>
                <c:pt idx="1351">
                  <c:v>42011</c:v>
                </c:pt>
                <c:pt idx="1352">
                  <c:v>42012</c:v>
                </c:pt>
                <c:pt idx="1353">
                  <c:v>42013</c:v>
                </c:pt>
                <c:pt idx="1354">
                  <c:v>42014</c:v>
                </c:pt>
                <c:pt idx="1355">
                  <c:v>42016</c:v>
                </c:pt>
                <c:pt idx="1356">
                  <c:v>42017</c:v>
                </c:pt>
                <c:pt idx="1357">
                  <c:v>42018</c:v>
                </c:pt>
                <c:pt idx="1358">
                  <c:v>42019</c:v>
                </c:pt>
                <c:pt idx="1359">
                  <c:v>42020</c:v>
                </c:pt>
                <c:pt idx="1360">
                  <c:v>42023</c:v>
                </c:pt>
                <c:pt idx="1361">
                  <c:v>42024</c:v>
                </c:pt>
                <c:pt idx="1362">
                  <c:v>42025</c:v>
                </c:pt>
                <c:pt idx="1363">
                  <c:v>42026</c:v>
                </c:pt>
                <c:pt idx="1364">
                  <c:v>42027</c:v>
                </c:pt>
                <c:pt idx="1365">
                  <c:v>42030</c:v>
                </c:pt>
                <c:pt idx="1366">
                  <c:v>42031</c:v>
                </c:pt>
                <c:pt idx="1367">
                  <c:v>42032</c:v>
                </c:pt>
                <c:pt idx="1368">
                  <c:v>42033</c:v>
                </c:pt>
                <c:pt idx="1369">
                  <c:v>42034</c:v>
                </c:pt>
                <c:pt idx="1370">
                  <c:v>42035</c:v>
                </c:pt>
                <c:pt idx="1371">
                  <c:v>42037</c:v>
                </c:pt>
                <c:pt idx="1372">
                  <c:v>42038</c:v>
                </c:pt>
                <c:pt idx="1373">
                  <c:v>42039</c:v>
                </c:pt>
                <c:pt idx="1374">
                  <c:v>42040</c:v>
                </c:pt>
                <c:pt idx="1375">
                  <c:v>42041</c:v>
                </c:pt>
                <c:pt idx="1376">
                  <c:v>42044</c:v>
                </c:pt>
                <c:pt idx="1377">
                  <c:v>42045</c:v>
                </c:pt>
                <c:pt idx="1378">
                  <c:v>42046</c:v>
                </c:pt>
                <c:pt idx="1379">
                  <c:v>42047</c:v>
                </c:pt>
                <c:pt idx="1380">
                  <c:v>42048</c:v>
                </c:pt>
                <c:pt idx="1381">
                  <c:v>42050</c:v>
                </c:pt>
                <c:pt idx="1382">
                  <c:v>42051</c:v>
                </c:pt>
                <c:pt idx="1383">
                  <c:v>42052</c:v>
                </c:pt>
                <c:pt idx="1384">
                  <c:v>42053</c:v>
                </c:pt>
                <c:pt idx="1385">
                  <c:v>42054</c:v>
                </c:pt>
                <c:pt idx="1386">
                  <c:v>42055</c:v>
                </c:pt>
                <c:pt idx="1387">
                  <c:v>42058</c:v>
                </c:pt>
                <c:pt idx="1388">
                  <c:v>42059</c:v>
                </c:pt>
                <c:pt idx="1389">
                  <c:v>42060</c:v>
                </c:pt>
                <c:pt idx="1390">
                  <c:v>42061</c:v>
                </c:pt>
                <c:pt idx="1391">
                  <c:v>42062</c:v>
                </c:pt>
                <c:pt idx="1392">
                  <c:v>42063</c:v>
                </c:pt>
                <c:pt idx="1393">
                  <c:v>42065</c:v>
                </c:pt>
                <c:pt idx="1394">
                  <c:v>42066</c:v>
                </c:pt>
                <c:pt idx="1395">
                  <c:v>42067</c:v>
                </c:pt>
                <c:pt idx="1396">
                  <c:v>42068</c:v>
                </c:pt>
                <c:pt idx="1397">
                  <c:v>42069</c:v>
                </c:pt>
                <c:pt idx="1398">
                  <c:v>42072</c:v>
                </c:pt>
                <c:pt idx="1399">
                  <c:v>42073</c:v>
                </c:pt>
                <c:pt idx="1400">
                  <c:v>42074</c:v>
                </c:pt>
                <c:pt idx="1401">
                  <c:v>42075</c:v>
                </c:pt>
                <c:pt idx="1402">
                  <c:v>42076</c:v>
                </c:pt>
                <c:pt idx="1403">
                  <c:v>42079</c:v>
                </c:pt>
                <c:pt idx="1404">
                  <c:v>42080</c:v>
                </c:pt>
                <c:pt idx="1405">
                  <c:v>42081</c:v>
                </c:pt>
                <c:pt idx="1406">
                  <c:v>42082</c:v>
                </c:pt>
                <c:pt idx="1407">
                  <c:v>42083</c:v>
                </c:pt>
                <c:pt idx="1408">
                  <c:v>42086</c:v>
                </c:pt>
                <c:pt idx="1409">
                  <c:v>42087</c:v>
                </c:pt>
                <c:pt idx="1410">
                  <c:v>42088</c:v>
                </c:pt>
                <c:pt idx="1411">
                  <c:v>42089</c:v>
                </c:pt>
                <c:pt idx="1412">
                  <c:v>42090</c:v>
                </c:pt>
                <c:pt idx="1413">
                  <c:v>42093</c:v>
                </c:pt>
                <c:pt idx="1414">
                  <c:v>42094</c:v>
                </c:pt>
                <c:pt idx="1415">
                  <c:v>42095</c:v>
                </c:pt>
                <c:pt idx="1416">
                  <c:v>42096</c:v>
                </c:pt>
                <c:pt idx="1417">
                  <c:v>42097</c:v>
                </c:pt>
                <c:pt idx="1418">
                  <c:v>42100</c:v>
                </c:pt>
                <c:pt idx="1419">
                  <c:v>42101</c:v>
                </c:pt>
                <c:pt idx="1420">
                  <c:v>42102</c:v>
                </c:pt>
                <c:pt idx="1421">
                  <c:v>42103</c:v>
                </c:pt>
                <c:pt idx="1422">
                  <c:v>42104</c:v>
                </c:pt>
                <c:pt idx="1423">
                  <c:v>42107</c:v>
                </c:pt>
                <c:pt idx="1424">
                  <c:v>42108</c:v>
                </c:pt>
                <c:pt idx="1425">
                  <c:v>42109</c:v>
                </c:pt>
                <c:pt idx="1426">
                  <c:v>42110</c:v>
                </c:pt>
                <c:pt idx="1427">
                  <c:v>42111</c:v>
                </c:pt>
                <c:pt idx="1428">
                  <c:v>42114</c:v>
                </c:pt>
                <c:pt idx="1429">
                  <c:v>42115</c:v>
                </c:pt>
                <c:pt idx="1430">
                  <c:v>42116</c:v>
                </c:pt>
                <c:pt idx="1431">
                  <c:v>42117</c:v>
                </c:pt>
                <c:pt idx="1432">
                  <c:v>42118</c:v>
                </c:pt>
                <c:pt idx="1433">
                  <c:v>42121</c:v>
                </c:pt>
                <c:pt idx="1434">
                  <c:v>42122</c:v>
                </c:pt>
                <c:pt idx="1435">
                  <c:v>42123</c:v>
                </c:pt>
                <c:pt idx="1436">
                  <c:v>42124</c:v>
                </c:pt>
                <c:pt idx="1437">
                  <c:v>42128</c:v>
                </c:pt>
                <c:pt idx="1438">
                  <c:v>42129</c:v>
                </c:pt>
                <c:pt idx="1439">
                  <c:v>42130</c:v>
                </c:pt>
                <c:pt idx="1440">
                  <c:v>42131</c:v>
                </c:pt>
                <c:pt idx="1441">
                  <c:v>42132</c:v>
                </c:pt>
                <c:pt idx="1442">
                  <c:v>42134</c:v>
                </c:pt>
                <c:pt idx="1443">
                  <c:v>42135</c:v>
                </c:pt>
                <c:pt idx="1444">
                  <c:v>42136</c:v>
                </c:pt>
                <c:pt idx="1445">
                  <c:v>42137</c:v>
                </c:pt>
                <c:pt idx="1446">
                  <c:v>42138</c:v>
                </c:pt>
                <c:pt idx="1447">
                  <c:v>42139</c:v>
                </c:pt>
                <c:pt idx="1448">
                  <c:v>42142</c:v>
                </c:pt>
                <c:pt idx="1449">
                  <c:v>42143</c:v>
                </c:pt>
                <c:pt idx="1450">
                  <c:v>42144</c:v>
                </c:pt>
                <c:pt idx="1451">
                  <c:v>42145</c:v>
                </c:pt>
                <c:pt idx="1452">
                  <c:v>42146</c:v>
                </c:pt>
                <c:pt idx="1453">
                  <c:v>42149</c:v>
                </c:pt>
                <c:pt idx="1454">
                  <c:v>42150</c:v>
                </c:pt>
                <c:pt idx="1455">
                  <c:v>42151</c:v>
                </c:pt>
                <c:pt idx="1456">
                  <c:v>42152</c:v>
                </c:pt>
                <c:pt idx="1457">
                  <c:v>42153</c:v>
                </c:pt>
                <c:pt idx="1458">
                  <c:v>42155</c:v>
                </c:pt>
                <c:pt idx="1459">
                  <c:v>42156</c:v>
                </c:pt>
                <c:pt idx="1460">
                  <c:v>42157</c:v>
                </c:pt>
                <c:pt idx="1461">
                  <c:v>42158</c:v>
                </c:pt>
                <c:pt idx="1462">
                  <c:v>42159</c:v>
                </c:pt>
                <c:pt idx="1463">
                  <c:v>42160</c:v>
                </c:pt>
                <c:pt idx="1464">
                  <c:v>42163</c:v>
                </c:pt>
                <c:pt idx="1465">
                  <c:v>42164</c:v>
                </c:pt>
                <c:pt idx="1466">
                  <c:v>42165</c:v>
                </c:pt>
                <c:pt idx="1467">
                  <c:v>42166</c:v>
                </c:pt>
                <c:pt idx="1468">
                  <c:v>42167</c:v>
                </c:pt>
                <c:pt idx="1469">
                  <c:v>42170</c:v>
                </c:pt>
                <c:pt idx="1470">
                  <c:v>42171</c:v>
                </c:pt>
                <c:pt idx="1471">
                  <c:v>42172</c:v>
                </c:pt>
                <c:pt idx="1472">
                  <c:v>42173</c:v>
                </c:pt>
                <c:pt idx="1473">
                  <c:v>42174</c:v>
                </c:pt>
                <c:pt idx="1474">
                  <c:v>42175</c:v>
                </c:pt>
                <c:pt idx="1475">
                  <c:v>42178</c:v>
                </c:pt>
                <c:pt idx="1476">
                  <c:v>42179</c:v>
                </c:pt>
                <c:pt idx="1477">
                  <c:v>42180</c:v>
                </c:pt>
                <c:pt idx="1478">
                  <c:v>42181</c:v>
                </c:pt>
                <c:pt idx="1479">
                  <c:v>42184</c:v>
                </c:pt>
                <c:pt idx="1480">
                  <c:v>42185</c:v>
                </c:pt>
                <c:pt idx="1481">
                  <c:v>42186</c:v>
                </c:pt>
                <c:pt idx="1482">
                  <c:v>42187</c:v>
                </c:pt>
                <c:pt idx="1483">
                  <c:v>42188</c:v>
                </c:pt>
                <c:pt idx="1484">
                  <c:v>42191</c:v>
                </c:pt>
                <c:pt idx="1485">
                  <c:v>42192</c:v>
                </c:pt>
                <c:pt idx="1486">
                  <c:v>42193</c:v>
                </c:pt>
                <c:pt idx="1487">
                  <c:v>42194</c:v>
                </c:pt>
                <c:pt idx="1488">
                  <c:v>42195</c:v>
                </c:pt>
                <c:pt idx="1489">
                  <c:v>42198</c:v>
                </c:pt>
                <c:pt idx="1490">
                  <c:v>42199</c:v>
                </c:pt>
                <c:pt idx="1491">
                  <c:v>42200</c:v>
                </c:pt>
                <c:pt idx="1492">
                  <c:v>42201</c:v>
                </c:pt>
                <c:pt idx="1493">
                  <c:v>42202</c:v>
                </c:pt>
                <c:pt idx="1494">
                  <c:v>42205</c:v>
                </c:pt>
                <c:pt idx="1495">
                  <c:v>42206</c:v>
                </c:pt>
                <c:pt idx="1496">
                  <c:v>42207</c:v>
                </c:pt>
                <c:pt idx="1497">
                  <c:v>42208</c:v>
                </c:pt>
                <c:pt idx="1498">
                  <c:v>42209</c:v>
                </c:pt>
                <c:pt idx="1499">
                  <c:v>42212</c:v>
                </c:pt>
                <c:pt idx="1500">
                  <c:v>42213</c:v>
                </c:pt>
                <c:pt idx="1501">
                  <c:v>42214</c:v>
                </c:pt>
                <c:pt idx="1502">
                  <c:v>42215</c:v>
                </c:pt>
                <c:pt idx="1503">
                  <c:v>42216</c:v>
                </c:pt>
                <c:pt idx="1504">
                  <c:v>42219</c:v>
                </c:pt>
                <c:pt idx="1505">
                  <c:v>42220</c:v>
                </c:pt>
                <c:pt idx="1506">
                  <c:v>42221</c:v>
                </c:pt>
                <c:pt idx="1507">
                  <c:v>42222</c:v>
                </c:pt>
                <c:pt idx="1508">
                  <c:v>42223</c:v>
                </c:pt>
                <c:pt idx="1509">
                  <c:v>42226</c:v>
                </c:pt>
                <c:pt idx="1510">
                  <c:v>42227</c:v>
                </c:pt>
                <c:pt idx="1511">
                  <c:v>42228</c:v>
                </c:pt>
                <c:pt idx="1512">
                  <c:v>42229</c:v>
                </c:pt>
                <c:pt idx="1513">
                  <c:v>42230</c:v>
                </c:pt>
                <c:pt idx="1514">
                  <c:v>42233</c:v>
                </c:pt>
                <c:pt idx="1515">
                  <c:v>42234</c:v>
                </c:pt>
                <c:pt idx="1516">
                  <c:v>42235</c:v>
                </c:pt>
                <c:pt idx="1517">
                  <c:v>42236</c:v>
                </c:pt>
                <c:pt idx="1518">
                  <c:v>42237</c:v>
                </c:pt>
                <c:pt idx="1519">
                  <c:v>42240</c:v>
                </c:pt>
                <c:pt idx="1520">
                  <c:v>42241</c:v>
                </c:pt>
                <c:pt idx="1521">
                  <c:v>42242</c:v>
                </c:pt>
                <c:pt idx="1522">
                  <c:v>42243</c:v>
                </c:pt>
                <c:pt idx="1523">
                  <c:v>42244</c:v>
                </c:pt>
                <c:pt idx="1524">
                  <c:v>42247</c:v>
                </c:pt>
                <c:pt idx="1525">
                  <c:v>42248</c:v>
                </c:pt>
                <c:pt idx="1526">
                  <c:v>42249</c:v>
                </c:pt>
                <c:pt idx="1527">
                  <c:v>42251</c:v>
                </c:pt>
                <c:pt idx="1528">
                  <c:v>42253</c:v>
                </c:pt>
                <c:pt idx="1529">
                  <c:v>42254</c:v>
                </c:pt>
                <c:pt idx="1530">
                  <c:v>42255</c:v>
                </c:pt>
                <c:pt idx="1531">
                  <c:v>42256</c:v>
                </c:pt>
                <c:pt idx="1532">
                  <c:v>42257</c:v>
                </c:pt>
                <c:pt idx="1533">
                  <c:v>42258</c:v>
                </c:pt>
                <c:pt idx="1534">
                  <c:v>42261</c:v>
                </c:pt>
                <c:pt idx="1535">
                  <c:v>42262</c:v>
                </c:pt>
                <c:pt idx="1536">
                  <c:v>42263</c:v>
                </c:pt>
                <c:pt idx="1537">
                  <c:v>42264</c:v>
                </c:pt>
                <c:pt idx="1538">
                  <c:v>42265</c:v>
                </c:pt>
                <c:pt idx="1539">
                  <c:v>42267</c:v>
                </c:pt>
                <c:pt idx="1540">
                  <c:v>42268</c:v>
                </c:pt>
                <c:pt idx="1541">
                  <c:v>42269</c:v>
                </c:pt>
                <c:pt idx="1542">
                  <c:v>42270</c:v>
                </c:pt>
                <c:pt idx="1543">
                  <c:v>42271</c:v>
                </c:pt>
                <c:pt idx="1544">
                  <c:v>42272</c:v>
                </c:pt>
                <c:pt idx="1545">
                  <c:v>42275</c:v>
                </c:pt>
                <c:pt idx="1546">
                  <c:v>42276</c:v>
                </c:pt>
                <c:pt idx="1547">
                  <c:v>42277</c:v>
                </c:pt>
                <c:pt idx="1548">
                  <c:v>42278</c:v>
                </c:pt>
                <c:pt idx="1549">
                  <c:v>42279</c:v>
                </c:pt>
                <c:pt idx="1550">
                  <c:v>42282</c:v>
                </c:pt>
                <c:pt idx="1551">
                  <c:v>42283</c:v>
                </c:pt>
                <c:pt idx="1552">
                  <c:v>42284</c:v>
                </c:pt>
                <c:pt idx="1553">
                  <c:v>42285</c:v>
                </c:pt>
                <c:pt idx="1554">
                  <c:v>42286</c:v>
                </c:pt>
                <c:pt idx="1555">
                  <c:v>42287</c:v>
                </c:pt>
                <c:pt idx="1556">
                  <c:v>42289</c:v>
                </c:pt>
                <c:pt idx="1557">
                  <c:v>42290</c:v>
                </c:pt>
                <c:pt idx="1558">
                  <c:v>42291</c:v>
                </c:pt>
                <c:pt idx="1559">
                  <c:v>42292</c:v>
                </c:pt>
                <c:pt idx="1560">
                  <c:v>42293</c:v>
                </c:pt>
                <c:pt idx="1561">
                  <c:v>42296</c:v>
                </c:pt>
                <c:pt idx="1562">
                  <c:v>42297</c:v>
                </c:pt>
                <c:pt idx="1563">
                  <c:v>42298</c:v>
                </c:pt>
                <c:pt idx="1564">
                  <c:v>42299</c:v>
                </c:pt>
                <c:pt idx="1565">
                  <c:v>42300</c:v>
                </c:pt>
                <c:pt idx="1566">
                  <c:v>42303</c:v>
                </c:pt>
                <c:pt idx="1567">
                  <c:v>42304</c:v>
                </c:pt>
                <c:pt idx="1568">
                  <c:v>42305</c:v>
                </c:pt>
                <c:pt idx="1569">
                  <c:v>42306</c:v>
                </c:pt>
                <c:pt idx="1570">
                  <c:v>42307</c:v>
                </c:pt>
                <c:pt idx="1571">
                  <c:v>42308</c:v>
                </c:pt>
                <c:pt idx="1572">
                  <c:v>42310</c:v>
                </c:pt>
                <c:pt idx="1573">
                  <c:v>42311</c:v>
                </c:pt>
                <c:pt idx="1574">
                  <c:v>42312</c:v>
                </c:pt>
                <c:pt idx="1575">
                  <c:v>42313</c:v>
                </c:pt>
                <c:pt idx="1576">
                  <c:v>42314</c:v>
                </c:pt>
                <c:pt idx="1577">
                  <c:v>42317</c:v>
                </c:pt>
                <c:pt idx="1578">
                  <c:v>42318</c:v>
                </c:pt>
                <c:pt idx="1579">
                  <c:v>42319</c:v>
                </c:pt>
                <c:pt idx="1580">
                  <c:v>42320</c:v>
                </c:pt>
                <c:pt idx="1581">
                  <c:v>42321</c:v>
                </c:pt>
                <c:pt idx="1582">
                  <c:v>42324</c:v>
                </c:pt>
                <c:pt idx="1583">
                  <c:v>42325</c:v>
                </c:pt>
                <c:pt idx="1584">
                  <c:v>42326</c:v>
                </c:pt>
                <c:pt idx="1585">
                  <c:v>42327</c:v>
                </c:pt>
                <c:pt idx="1586">
                  <c:v>42328</c:v>
                </c:pt>
                <c:pt idx="1587">
                  <c:v>42331</c:v>
                </c:pt>
                <c:pt idx="1588">
                  <c:v>42332</c:v>
                </c:pt>
                <c:pt idx="1589">
                  <c:v>42333</c:v>
                </c:pt>
                <c:pt idx="1590">
                  <c:v>42334</c:v>
                </c:pt>
                <c:pt idx="1591">
                  <c:v>42335</c:v>
                </c:pt>
                <c:pt idx="1592">
                  <c:v>42338</c:v>
                </c:pt>
                <c:pt idx="1593">
                  <c:v>42339</c:v>
                </c:pt>
                <c:pt idx="1594">
                  <c:v>42340</c:v>
                </c:pt>
                <c:pt idx="1595">
                  <c:v>42341</c:v>
                </c:pt>
                <c:pt idx="1596">
                  <c:v>42342</c:v>
                </c:pt>
                <c:pt idx="1597">
                  <c:v>42345</c:v>
                </c:pt>
                <c:pt idx="1598">
                  <c:v>42346</c:v>
                </c:pt>
                <c:pt idx="1599">
                  <c:v>42347</c:v>
                </c:pt>
                <c:pt idx="1600">
                  <c:v>42348</c:v>
                </c:pt>
                <c:pt idx="1601">
                  <c:v>42349</c:v>
                </c:pt>
                <c:pt idx="1602">
                  <c:v>42352</c:v>
                </c:pt>
                <c:pt idx="1603">
                  <c:v>42353</c:v>
                </c:pt>
                <c:pt idx="1604">
                  <c:v>42354</c:v>
                </c:pt>
                <c:pt idx="1605">
                  <c:v>42355</c:v>
                </c:pt>
                <c:pt idx="1606">
                  <c:v>42356</c:v>
                </c:pt>
                <c:pt idx="1607">
                  <c:v>42358</c:v>
                </c:pt>
                <c:pt idx="1608">
                  <c:v>42359</c:v>
                </c:pt>
                <c:pt idx="1609">
                  <c:v>42360</c:v>
                </c:pt>
                <c:pt idx="1610">
                  <c:v>42361</c:v>
                </c:pt>
                <c:pt idx="1611">
                  <c:v>42362</c:v>
                </c:pt>
                <c:pt idx="1612">
                  <c:v>42363</c:v>
                </c:pt>
                <c:pt idx="1613">
                  <c:v>42366</c:v>
                </c:pt>
                <c:pt idx="1614">
                  <c:v>42367</c:v>
                </c:pt>
                <c:pt idx="1615">
                  <c:v>42368</c:v>
                </c:pt>
                <c:pt idx="1616">
                  <c:v>42369</c:v>
                </c:pt>
                <c:pt idx="1617">
                  <c:v>42373</c:v>
                </c:pt>
                <c:pt idx="1618">
                  <c:v>42374</c:v>
                </c:pt>
                <c:pt idx="1619">
                  <c:v>42375</c:v>
                </c:pt>
                <c:pt idx="1620">
                  <c:v>42376</c:v>
                </c:pt>
                <c:pt idx="1621">
                  <c:v>42377</c:v>
                </c:pt>
                <c:pt idx="1622">
                  <c:v>42379</c:v>
                </c:pt>
                <c:pt idx="1623">
                  <c:v>42380</c:v>
                </c:pt>
                <c:pt idx="1624">
                  <c:v>42381</c:v>
                </c:pt>
                <c:pt idx="1625">
                  <c:v>42382</c:v>
                </c:pt>
                <c:pt idx="1626">
                  <c:v>42383</c:v>
                </c:pt>
                <c:pt idx="1627">
                  <c:v>42384</c:v>
                </c:pt>
                <c:pt idx="1628">
                  <c:v>42387</c:v>
                </c:pt>
                <c:pt idx="1629">
                  <c:v>42388</c:v>
                </c:pt>
                <c:pt idx="1630">
                  <c:v>42389</c:v>
                </c:pt>
                <c:pt idx="1631">
                  <c:v>42390</c:v>
                </c:pt>
                <c:pt idx="1632">
                  <c:v>42391</c:v>
                </c:pt>
                <c:pt idx="1633">
                  <c:v>42394</c:v>
                </c:pt>
                <c:pt idx="1634">
                  <c:v>42395</c:v>
                </c:pt>
                <c:pt idx="1635">
                  <c:v>42396</c:v>
                </c:pt>
                <c:pt idx="1636">
                  <c:v>42397</c:v>
                </c:pt>
                <c:pt idx="1637">
                  <c:v>42398</c:v>
                </c:pt>
                <c:pt idx="1638">
                  <c:v>42400</c:v>
                </c:pt>
                <c:pt idx="1639">
                  <c:v>42401</c:v>
                </c:pt>
                <c:pt idx="1640">
                  <c:v>42402</c:v>
                </c:pt>
                <c:pt idx="1641">
                  <c:v>42403</c:v>
                </c:pt>
                <c:pt idx="1642">
                  <c:v>42404</c:v>
                </c:pt>
                <c:pt idx="1643">
                  <c:v>42405</c:v>
                </c:pt>
                <c:pt idx="1644">
                  <c:v>42406</c:v>
                </c:pt>
                <c:pt idx="1645">
                  <c:v>42408</c:v>
                </c:pt>
                <c:pt idx="1646">
                  <c:v>42409</c:v>
                </c:pt>
                <c:pt idx="1647">
                  <c:v>42410</c:v>
                </c:pt>
                <c:pt idx="1648">
                  <c:v>42411</c:v>
                </c:pt>
                <c:pt idx="1649">
                  <c:v>42412</c:v>
                </c:pt>
                <c:pt idx="1650">
                  <c:v>42414</c:v>
                </c:pt>
                <c:pt idx="1651">
                  <c:v>42415</c:v>
                </c:pt>
                <c:pt idx="1652">
                  <c:v>42416</c:v>
                </c:pt>
                <c:pt idx="1653">
                  <c:v>42417</c:v>
                </c:pt>
                <c:pt idx="1654">
                  <c:v>42418</c:v>
                </c:pt>
                <c:pt idx="1655">
                  <c:v>42419</c:v>
                </c:pt>
                <c:pt idx="1656">
                  <c:v>42420</c:v>
                </c:pt>
                <c:pt idx="1657">
                  <c:v>42422</c:v>
                </c:pt>
                <c:pt idx="1658">
                  <c:v>42423</c:v>
                </c:pt>
                <c:pt idx="1659">
                  <c:v>42424</c:v>
                </c:pt>
                <c:pt idx="1660">
                  <c:v>42425</c:v>
                </c:pt>
                <c:pt idx="1661">
                  <c:v>42426</c:v>
                </c:pt>
                <c:pt idx="1662">
                  <c:v>42429</c:v>
                </c:pt>
                <c:pt idx="1663">
                  <c:v>42430</c:v>
                </c:pt>
                <c:pt idx="1664">
                  <c:v>42431</c:v>
                </c:pt>
                <c:pt idx="1665">
                  <c:v>42432</c:v>
                </c:pt>
                <c:pt idx="1666">
                  <c:v>42433</c:v>
                </c:pt>
                <c:pt idx="1667">
                  <c:v>42436</c:v>
                </c:pt>
                <c:pt idx="1668">
                  <c:v>42437</c:v>
                </c:pt>
                <c:pt idx="1669">
                  <c:v>42438</c:v>
                </c:pt>
                <c:pt idx="1670">
                  <c:v>42439</c:v>
                </c:pt>
                <c:pt idx="1671">
                  <c:v>42440</c:v>
                </c:pt>
                <c:pt idx="1672">
                  <c:v>42443</c:v>
                </c:pt>
                <c:pt idx="1673">
                  <c:v>42444</c:v>
                </c:pt>
                <c:pt idx="1674">
                  <c:v>42445</c:v>
                </c:pt>
                <c:pt idx="1675">
                  <c:v>42446</c:v>
                </c:pt>
                <c:pt idx="1676">
                  <c:v>42447</c:v>
                </c:pt>
                <c:pt idx="1677">
                  <c:v>42449</c:v>
                </c:pt>
                <c:pt idx="1678">
                  <c:v>42450</c:v>
                </c:pt>
                <c:pt idx="1679">
                  <c:v>42451</c:v>
                </c:pt>
                <c:pt idx="1680">
                  <c:v>42452</c:v>
                </c:pt>
                <c:pt idx="1681">
                  <c:v>42453</c:v>
                </c:pt>
                <c:pt idx="1682">
                  <c:v>42454</c:v>
                </c:pt>
                <c:pt idx="1683">
                  <c:v>42457</c:v>
                </c:pt>
                <c:pt idx="1684">
                  <c:v>42458</c:v>
                </c:pt>
                <c:pt idx="1685">
                  <c:v>42459</c:v>
                </c:pt>
                <c:pt idx="1686">
                  <c:v>42460</c:v>
                </c:pt>
                <c:pt idx="1687">
                  <c:v>42461</c:v>
                </c:pt>
                <c:pt idx="1688">
                  <c:v>42464</c:v>
                </c:pt>
                <c:pt idx="1689">
                  <c:v>42465</c:v>
                </c:pt>
                <c:pt idx="1690">
                  <c:v>42466</c:v>
                </c:pt>
                <c:pt idx="1691">
                  <c:v>42467</c:v>
                </c:pt>
                <c:pt idx="1692">
                  <c:v>42468</c:v>
                </c:pt>
                <c:pt idx="1693">
                  <c:v>42470</c:v>
                </c:pt>
                <c:pt idx="1694">
                  <c:v>42471</c:v>
                </c:pt>
                <c:pt idx="1695">
                  <c:v>42472</c:v>
                </c:pt>
                <c:pt idx="1696">
                  <c:v>42473</c:v>
                </c:pt>
                <c:pt idx="1697">
                  <c:v>42474</c:v>
                </c:pt>
                <c:pt idx="1698">
                  <c:v>42475</c:v>
                </c:pt>
                <c:pt idx="1699">
                  <c:v>42478</c:v>
                </c:pt>
                <c:pt idx="1700">
                  <c:v>42479</c:v>
                </c:pt>
                <c:pt idx="1701">
                  <c:v>42480</c:v>
                </c:pt>
                <c:pt idx="1702">
                  <c:v>42481</c:v>
                </c:pt>
                <c:pt idx="1703">
                  <c:v>42482</c:v>
                </c:pt>
                <c:pt idx="1704">
                  <c:v>42485</c:v>
                </c:pt>
                <c:pt idx="1705">
                  <c:v>42486</c:v>
                </c:pt>
                <c:pt idx="1706">
                  <c:v>42487</c:v>
                </c:pt>
                <c:pt idx="1707">
                  <c:v>42488</c:v>
                </c:pt>
                <c:pt idx="1708">
                  <c:v>42489</c:v>
                </c:pt>
                <c:pt idx="1709">
                  <c:v>42490</c:v>
                </c:pt>
                <c:pt idx="1710">
                  <c:v>42492</c:v>
                </c:pt>
                <c:pt idx="1711">
                  <c:v>42493</c:v>
                </c:pt>
                <c:pt idx="1712">
                  <c:v>42494</c:v>
                </c:pt>
                <c:pt idx="1713">
                  <c:v>42495</c:v>
                </c:pt>
                <c:pt idx="1714">
                  <c:v>42496</c:v>
                </c:pt>
                <c:pt idx="1715">
                  <c:v>42499</c:v>
                </c:pt>
                <c:pt idx="1716">
                  <c:v>42500</c:v>
                </c:pt>
                <c:pt idx="1717">
                  <c:v>42501</c:v>
                </c:pt>
                <c:pt idx="1718">
                  <c:v>42502</c:v>
                </c:pt>
                <c:pt idx="1719">
                  <c:v>42503</c:v>
                </c:pt>
                <c:pt idx="1720">
                  <c:v>42506</c:v>
                </c:pt>
                <c:pt idx="1721">
                  <c:v>42507</c:v>
                </c:pt>
                <c:pt idx="1722">
                  <c:v>42508</c:v>
                </c:pt>
                <c:pt idx="1723">
                  <c:v>42509</c:v>
                </c:pt>
                <c:pt idx="1724">
                  <c:v>42510</c:v>
                </c:pt>
                <c:pt idx="1725">
                  <c:v>42513</c:v>
                </c:pt>
                <c:pt idx="1726">
                  <c:v>42514</c:v>
                </c:pt>
                <c:pt idx="1727">
                  <c:v>42515</c:v>
                </c:pt>
                <c:pt idx="1728">
                  <c:v>42516</c:v>
                </c:pt>
                <c:pt idx="1729">
                  <c:v>42517</c:v>
                </c:pt>
                <c:pt idx="1730">
                  <c:v>42520</c:v>
                </c:pt>
                <c:pt idx="1731">
                  <c:v>42521</c:v>
                </c:pt>
                <c:pt idx="1732">
                  <c:v>42522</c:v>
                </c:pt>
                <c:pt idx="1733">
                  <c:v>42523</c:v>
                </c:pt>
                <c:pt idx="1734">
                  <c:v>42524</c:v>
                </c:pt>
                <c:pt idx="1735">
                  <c:v>42527</c:v>
                </c:pt>
                <c:pt idx="1736">
                  <c:v>42528</c:v>
                </c:pt>
                <c:pt idx="1737">
                  <c:v>42529</c:v>
                </c:pt>
                <c:pt idx="1738">
                  <c:v>42530</c:v>
                </c:pt>
                <c:pt idx="1739">
                  <c:v>42531</c:v>
                </c:pt>
                <c:pt idx="1740">
                  <c:v>42533</c:v>
                </c:pt>
                <c:pt idx="1741">
                  <c:v>42534</c:v>
                </c:pt>
                <c:pt idx="1742">
                  <c:v>42535</c:v>
                </c:pt>
                <c:pt idx="1743">
                  <c:v>42536</c:v>
                </c:pt>
                <c:pt idx="1744">
                  <c:v>42537</c:v>
                </c:pt>
                <c:pt idx="1745">
                  <c:v>42538</c:v>
                </c:pt>
                <c:pt idx="1746">
                  <c:v>42541</c:v>
                </c:pt>
                <c:pt idx="1747">
                  <c:v>42542</c:v>
                </c:pt>
                <c:pt idx="1748">
                  <c:v>42543</c:v>
                </c:pt>
                <c:pt idx="1749">
                  <c:v>42544</c:v>
                </c:pt>
                <c:pt idx="1750">
                  <c:v>42545</c:v>
                </c:pt>
                <c:pt idx="1751">
                  <c:v>42548</c:v>
                </c:pt>
                <c:pt idx="1752">
                  <c:v>42549</c:v>
                </c:pt>
                <c:pt idx="1753">
                  <c:v>42550</c:v>
                </c:pt>
                <c:pt idx="1754">
                  <c:v>42551</c:v>
                </c:pt>
                <c:pt idx="1755">
                  <c:v>42552</c:v>
                </c:pt>
                <c:pt idx="1756">
                  <c:v>42555</c:v>
                </c:pt>
                <c:pt idx="1757">
                  <c:v>42556</c:v>
                </c:pt>
                <c:pt idx="1758">
                  <c:v>42557</c:v>
                </c:pt>
                <c:pt idx="1759">
                  <c:v>42558</c:v>
                </c:pt>
                <c:pt idx="1760">
                  <c:v>42559</c:v>
                </c:pt>
                <c:pt idx="1761">
                  <c:v>42561</c:v>
                </c:pt>
                <c:pt idx="1762">
                  <c:v>42562</c:v>
                </c:pt>
                <c:pt idx="1763">
                  <c:v>42563</c:v>
                </c:pt>
                <c:pt idx="1764">
                  <c:v>42564</c:v>
                </c:pt>
                <c:pt idx="1765">
                  <c:v>42565</c:v>
                </c:pt>
                <c:pt idx="1766">
                  <c:v>42566</c:v>
                </c:pt>
                <c:pt idx="1767">
                  <c:v>42569</c:v>
                </c:pt>
                <c:pt idx="1768">
                  <c:v>42570</c:v>
                </c:pt>
                <c:pt idx="1769">
                  <c:v>42571</c:v>
                </c:pt>
                <c:pt idx="1770">
                  <c:v>42572</c:v>
                </c:pt>
                <c:pt idx="1771">
                  <c:v>42573</c:v>
                </c:pt>
                <c:pt idx="1772">
                  <c:v>42576</c:v>
                </c:pt>
                <c:pt idx="1773">
                  <c:v>42577</c:v>
                </c:pt>
                <c:pt idx="1774">
                  <c:v>42578</c:v>
                </c:pt>
                <c:pt idx="1775">
                  <c:v>42579</c:v>
                </c:pt>
                <c:pt idx="1776">
                  <c:v>42580</c:v>
                </c:pt>
                <c:pt idx="1777">
                  <c:v>42582</c:v>
                </c:pt>
                <c:pt idx="1778">
                  <c:v>42583</c:v>
                </c:pt>
                <c:pt idx="1779">
                  <c:v>42584</c:v>
                </c:pt>
                <c:pt idx="1780">
                  <c:v>42585</c:v>
                </c:pt>
                <c:pt idx="1781">
                  <c:v>42586</c:v>
                </c:pt>
                <c:pt idx="1782">
                  <c:v>42587</c:v>
                </c:pt>
                <c:pt idx="1783">
                  <c:v>42590</c:v>
                </c:pt>
                <c:pt idx="1784">
                  <c:v>42591</c:v>
                </c:pt>
                <c:pt idx="1785">
                  <c:v>42592</c:v>
                </c:pt>
                <c:pt idx="1786">
                  <c:v>42593</c:v>
                </c:pt>
                <c:pt idx="1787">
                  <c:v>42594</c:v>
                </c:pt>
                <c:pt idx="1788">
                  <c:v>42597</c:v>
                </c:pt>
                <c:pt idx="1789">
                  <c:v>42598</c:v>
                </c:pt>
                <c:pt idx="1790">
                  <c:v>42599</c:v>
                </c:pt>
                <c:pt idx="1791">
                  <c:v>42600</c:v>
                </c:pt>
                <c:pt idx="1792">
                  <c:v>42601</c:v>
                </c:pt>
                <c:pt idx="1793">
                  <c:v>42602</c:v>
                </c:pt>
                <c:pt idx="1794">
                  <c:v>42604</c:v>
                </c:pt>
                <c:pt idx="1795">
                  <c:v>42605</c:v>
                </c:pt>
                <c:pt idx="1796">
                  <c:v>42606</c:v>
                </c:pt>
                <c:pt idx="1797">
                  <c:v>42607</c:v>
                </c:pt>
                <c:pt idx="1798">
                  <c:v>42608</c:v>
                </c:pt>
                <c:pt idx="1799">
                  <c:v>42611</c:v>
                </c:pt>
                <c:pt idx="1800">
                  <c:v>42612</c:v>
                </c:pt>
                <c:pt idx="1801">
                  <c:v>42613</c:v>
                </c:pt>
                <c:pt idx="1802">
                  <c:v>42614</c:v>
                </c:pt>
                <c:pt idx="1803">
                  <c:v>42615</c:v>
                </c:pt>
                <c:pt idx="1804">
                  <c:v>42618</c:v>
                </c:pt>
                <c:pt idx="1805">
                  <c:v>42619</c:v>
                </c:pt>
                <c:pt idx="1806">
                  <c:v>42620</c:v>
                </c:pt>
                <c:pt idx="1807">
                  <c:v>42621</c:v>
                </c:pt>
                <c:pt idx="1808">
                  <c:v>42622</c:v>
                </c:pt>
                <c:pt idx="1809">
                  <c:v>42623</c:v>
                </c:pt>
                <c:pt idx="1810">
                  <c:v>42625</c:v>
                </c:pt>
                <c:pt idx="1811">
                  <c:v>42626</c:v>
                </c:pt>
                <c:pt idx="1812">
                  <c:v>42627</c:v>
                </c:pt>
                <c:pt idx="1813">
                  <c:v>42628</c:v>
                </c:pt>
                <c:pt idx="1814">
                  <c:v>42629</c:v>
                </c:pt>
                <c:pt idx="1815">
                  <c:v>42631</c:v>
                </c:pt>
                <c:pt idx="1816">
                  <c:v>42632</c:v>
                </c:pt>
                <c:pt idx="1817">
                  <c:v>42633</c:v>
                </c:pt>
                <c:pt idx="1818">
                  <c:v>42634</c:v>
                </c:pt>
                <c:pt idx="1819">
                  <c:v>42635</c:v>
                </c:pt>
                <c:pt idx="1820">
                  <c:v>42636</c:v>
                </c:pt>
                <c:pt idx="1821">
                  <c:v>42639</c:v>
                </c:pt>
                <c:pt idx="1822">
                  <c:v>42640</c:v>
                </c:pt>
                <c:pt idx="1823">
                  <c:v>42641</c:v>
                </c:pt>
                <c:pt idx="1824">
                  <c:v>42642</c:v>
                </c:pt>
                <c:pt idx="1825">
                  <c:v>42643</c:v>
                </c:pt>
                <c:pt idx="1826">
                  <c:v>42646</c:v>
                </c:pt>
                <c:pt idx="1827">
                  <c:v>42647</c:v>
                </c:pt>
                <c:pt idx="1828">
                  <c:v>42648</c:v>
                </c:pt>
                <c:pt idx="1829">
                  <c:v>42649</c:v>
                </c:pt>
                <c:pt idx="1830">
                  <c:v>42650</c:v>
                </c:pt>
                <c:pt idx="1831">
                  <c:v>42651</c:v>
                </c:pt>
                <c:pt idx="1832">
                  <c:v>42652</c:v>
                </c:pt>
                <c:pt idx="1833">
                  <c:v>42653</c:v>
                </c:pt>
                <c:pt idx="1834">
                  <c:v>42654</c:v>
                </c:pt>
                <c:pt idx="1835">
                  <c:v>42655</c:v>
                </c:pt>
                <c:pt idx="1836">
                  <c:v>42656</c:v>
                </c:pt>
                <c:pt idx="1837">
                  <c:v>42657</c:v>
                </c:pt>
                <c:pt idx="1838">
                  <c:v>42660</c:v>
                </c:pt>
                <c:pt idx="1839">
                  <c:v>42661</c:v>
                </c:pt>
                <c:pt idx="1840">
                  <c:v>42662</c:v>
                </c:pt>
                <c:pt idx="1841">
                  <c:v>42663</c:v>
                </c:pt>
                <c:pt idx="1842">
                  <c:v>42664</c:v>
                </c:pt>
                <c:pt idx="1843">
                  <c:v>42667</c:v>
                </c:pt>
                <c:pt idx="1844">
                  <c:v>42668</c:v>
                </c:pt>
                <c:pt idx="1845">
                  <c:v>42669</c:v>
                </c:pt>
                <c:pt idx="1846">
                  <c:v>42670</c:v>
                </c:pt>
                <c:pt idx="1847">
                  <c:v>42671</c:v>
                </c:pt>
                <c:pt idx="1848">
                  <c:v>42674</c:v>
                </c:pt>
                <c:pt idx="1849">
                  <c:v>42675</c:v>
                </c:pt>
                <c:pt idx="1850">
                  <c:v>42676</c:v>
                </c:pt>
                <c:pt idx="1851">
                  <c:v>42677</c:v>
                </c:pt>
                <c:pt idx="1852">
                  <c:v>42678</c:v>
                </c:pt>
                <c:pt idx="1853">
                  <c:v>42681</c:v>
                </c:pt>
                <c:pt idx="1854">
                  <c:v>42682</c:v>
                </c:pt>
                <c:pt idx="1855">
                  <c:v>42683</c:v>
                </c:pt>
                <c:pt idx="1856">
                  <c:v>42684</c:v>
                </c:pt>
                <c:pt idx="1857">
                  <c:v>42685</c:v>
                </c:pt>
                <c:pt idx="1858">
                  <c:v>42688</c:v>
                </c:pt>
                <c:pt idx="1859">
                  <c:v>42689</c:v>
                </c:pt>
                <c:pt idx="1860">
                  <c:v>42690</c:v>
                </c:pt>
                <c:pt idx="1861">
                  <c:v>42691</c:v>
                </c:pt>
                <c:pt idx="1862">
                  <c:v>42692</c:v>
                </c:pt>
                <c:pt idx="1863">
                  <c:v>42694</c:v>
                </c:pt>
                <c:pt idx="1864">
                  <c:v>42695</c:v>
                </c:pt>
                <c:pt idx="1865">
                  <c:v>42696</c:v>
                </c:pt>
                <c:pt idx="1866">
                  <c:v>42697</c:v>
                </c:pt>
                <c:pt idx="1867">
                  <c:v>42698</c:v>
                </c:pt>
                <c:pt idx="1868">
                  <c:v>42699</c:v>
                </c:pt>
                <c:pt idx="1869">
                  <c:v>42702</c:v>
                </c:pt>
                <c:pt idx="1870">
                  <c:v>42703</c:v>
                </c:pt>
                <c:pt idx="1871">
                  <c:v>42704</c:v>
                </c:pt>
                <c:pt idx="1872">
                  <c:v>42705</c:v>
                </c:pt>
                <c:pt idx="1873">
                  <c:v>42706</c:v>
                </c:pt>
                <c:pt idx="1874">
                  <c:v>42709</c:v>
                </c:pt>
                <c:pt idx="1875">
                  <c:v>42710</c:v>
                </c:pt>
                <c:pt idx="1876">
                  <c:v>42711</c:v>
                </c:pt>
                <c:pt idx="1877">
                  <c:v>42712</c:v>
                </c:pt>
                <c:pt idx="1878">
                  <c:v>42713</c:v>
                </c:pt>
                <c:pt idx="1879">
                  <c:v>42714</c:v>
                </c:pt>
                <c:pt idx="1880">
                  <c:v>42716</c:v>
                </c:pt>
                <c:pt idx="1881">
                  <c:v>42717</c:v>
                </c:pt>
                <c:pt idx="1882">
                  <c:v>42718</c:v>
                </c:pt>
                <c:pt idx="1883">
                  <c:v>42719</c:v>
                </c:pt>
                <c:pt idx="1884">
                  <c:v>42720</c:v>
                </c:pt>
                <c:pt idx="1885">
                  <c:v>42723</c:v>
                </c:pt>
                <c:pt idx="1886">
                  <c:v>42724</c:v>
                </c:pt>
                <c:pt idx="1887">
                  <c:v>42725</c:v>
                </c:pt>
                <c:pt idx="1888">
                  <c:v>42726</c:v>
                </c:pt>
                <c:pt idx="1889">
                  <c:v>42727</c:v>
                </c:pt>
                <c:pt idx="1890">
                  <c:v>42730</c:v>
                </c:pt>
                <c:pt idx="1891">
                  <c:v>42731</c:v>
                </c:pt>
                <c:pt idx="1892">
                  <c:v>42732</c:v>
                </c:pt>
                <c:pt idx="1893">
                  <c:v>42733</c:v>
                </c:pt>
                <c:pt idx="1894">
                  <c:v>42734</c:v>
                </c:pt>
                <c:pt idx="1895">
                  <c:v>42735</c:v>
                </c:pt>
                <c:pt idx="1896">
                  <c:v>42737</c:v>
                </c:pt>
                <c:pt idx="1897">
                  <c:v>42738</c:v>
                </c:pt>
                <c:pt idx="1898">
                  <c:v>42739</c:v>
                </c:pt>
                <c:pt idx="1899">
                  <c:v>42740</c:v>
                </c:pt>
                <c:pt idx="1900">
                  <c:v>42741</c:v>
                </c:pt>
                <c:pt idx="1901">
                  <c:v>42744</c:v>
                </c:pt>
                <c:pt idx="1902">
                  <c:v>42745</c:v>
                </c:pt>
                <c:pt idx="1903">
                  <c:v>42746</c:v>
                </c:pt>
                <c:pt idx="1904">
                  <c:v>42747</c:v>
                </c:pt>
                <c:pt idx="1905">
                  <c:v>42748</c:v>
                </c:pt>
                <c:pt idx="1906">
                  <c:v>42751</c:v>
                </c:pt>
                <c:pt idx="1907">
                  <c:v>42752</c:v>
                </c:pt>
                <c:pt idx="1908">
                  <c:v>42753</c:v>
                </c:pt>
                <c:pt idx="1909">
                  <c:v>42754</c:v>
                </c:pt>
                <c:pt idx="1910">
                  <c:v>42755</c:v>
                </c:pt>
                <c:pt idx="1911">
                  <c:v>42757</c:v>
                </c:pt>
                <c:pt idx="1912">
                  <c:v>42758</c:v>
                </c:pt>
                <c:pt idx="1913">
                  <c:v>42759</c:v>
                </c:pt>
                <c:pt idx="1914">
                  <c:v>42760</c:v>
                </c:pt>
                <c:pt idx="1915">
                  <c:v>42761</c:v>
                </c:pt>
                <c:pt idx="1916">
                  <c:v>42762</c:v>
                </c:pt>
                <c:pt idx="1917">
                  <c:v>42765</c:v>
                </c:pt>
                <c:pt idx="1918">
                  <c:v>42766</c:v>
                </c:pt>
                <c:pt idx="1919">
                  <c:v>42767</c:v>
                </c:pt>
                <c:pt idx="1920">
                  <c:v>42768</c:v>
                </c:pt>
                <c:pt idx="1921">
                  <c:v>42769</c:v>
                </c:pt>
                <c:pt idx="1922">
                  <c:v>42770</c:v>
                </c:pt>
                <c:pt idx="1923">
                  <c:v>42771</c:v>
                </c:pt>
                <c:pt idx="1924">
                  <c:v>42772</c:v>
                </c:pt>
                <c:pt idx="1925">
                  <c:v>42773</c:v>
                </c:pt>
                <c:pt idx="1926">
                  <c:v>42774</c:v>
                </c:pt>
                <c:pt idx="1927">
                  <c:v>42775</c:v>
                </c:pt>
                <c:pt idx="1928">
                  <c:v>42776</c:v>
                </c:pt>
                <c:pt idx="1929">
                  <c:v>42779</c:v>
                </c:pt>
                <c:pt idx="1930">
                  <c:v>42780</c:v>
                </c:pt>
                <c:pt idx="1931">
                  <c:v>42781</c:v>
                </c:pt>
                <c:pt idx="1932">
                  <c:v>42782</c:v>
                </c:pt>
                <c:pt idx="1933">
                  <c:v>42783</c:v>
                </c:pt>
                <c:pt idx="1934">
                  <c:v>42786</c:v>
                </c:pt>
                <c:pt idx="1935">
                  <c:v>42787</c:v>
                </c:pt>
                <c:pt idx="1936">
                  <c:v>42788</c:v>
                </c:pt>
                <c:pt idx="1937">
                  <c:v>42789</c:v>
                </c:pt>
                <c:pt idx="1938">
                  <c:v>42790</c:v>
                </c:pt>
                <c:pt idx="1939">
                  <c:v>42793</c:v>
                </c:pt>
                <c:pt idx="1940">
                  <c:v>42794</c:v>
                </c:pt>
                <c:pt idx="1941">
                  <c:v>42795</c:v>
                </c:pt>
                <c:pt idx="1942">
                  <c:v>42796</c:v>
                </c:pt>
                <c:pt idx="1943">
                  <c:v>42797</c:v>
                </c:pt>
                <c:pt idx="1944">
                  <c:v>42800</c:v>
                </c:pt>
                <c:pt idx="1945">
                  <c:v>42801</c:v>
                </c:pt>
                <c:pt idx="1946">
                  <c:v>42802</c:v>
                </c:pt>
                <c:pt idx="1947">
                  <c:v>42803</c:v>
                </c:pt>
                <c:pt idx="1948">
                  <c:v>42804</c:v>
                </c:pt>
                <c:pt idx="1949">
                  <c:v>42807</c:v>
                </c:pt>
                <c:pt idx="1950">
                  <c:v>42808</c:v>
                </c:pt>
                <c:pt idx="1951">
                  <c:v>42809</c:v>
                </c:pt>
                <c:pt idx="1952">
                  <c:v>42810</c:v>
                </c:pt>
                <c:pt idx="1953">
                  <c:v>42811</c:v>
                </c:pt>
                <c:pt idx="1954">
                  <c:v>42814</c:v>
                </c:pt>
                <c:pt idx="1955">
                  <c:v>42815</c:v>
                </c:pt>
                <c:pt idx="1956">
                  <c:v>42816</c:v>
                </c:pt>
                <c:pt idx="1957">
                  <c:v>42817</c:v>
                </c:pt>
                <c:pt idx="1958">
                  <c:v>42818</c:v>
                </c:pt>
                <c:pt idx="1959">
                  <c:v>42821</c:v>
                </c:pt>
                <c:pt idx="1960">
                  <c:v>42822</c:v>
                </c:pt>
                <c:pt idx="1961">
                  <c:v>42823</c:v>
                </c:pt>
                <c:pt idx="1962">
                  <c:v>42824</c:v>
                </c:pt>
                <c:pt idx="1963">
                  <c:v>42825</c:v>
                </c:pt>
                <c:pt idx="1964">
                  <c:v>42826</c:v>
                </c:pt>
                <c:pt idx="1965">
                  <c:v>42828</c:v>
                </c:pt>
                <c:pt idx="1966">
                  <c:v>42829</c:v>
                </c:pt>
                <c:pt idx="1967">
                  <c:v>42830</c:v>
                </c:pt>
                <c:pt idx="1968">
                  <c:v>42831</c:v>
                </c:pt>
                <c:pt idx="1969">
                  <c:v>42832</c:v>
                </c:pt>
                <c:pt idx="1970">
                  <c:v>42835</c:v>
                </c:pt>
                <c:pt idx="1971">
                  <c:v>42836</c:v>
                </c:pt>
                <c:pt idx="1972">
                  <c:v>42837</c:v>
                </c:pt>
                <c:pt idx="1973">
                  <c:v>42838</c:v>
                </c:pt>
                <c:pt idx="1974">
                  <c:v>42839</c:v>
                </c:pt>
                <c:pt idx="1975">
                  <c:v>42842</c:v>
                </c:pt>
                <c:pt idx="1976">
                  <c:v>42843</c:v>
                </c:pt>
                <c:pt idx="1977">
                  <c:v>42844</c:v>
                </c:pt>
                <c:pt idx="1978">
                  <c:v>42845</c:v>
                </c:pt>
                <c:pt idx="1979">
                  <c:v>42846</c:v>
                </c:pt>
                <c:pt idx="1980">
                  <c:v>42849</c:v>
                </c:pt>
                <c:pt idx="1981">
                  <c:v>42850</c:v>
                </c:pt>
                <c:pt idx="1982">
                  <c:v>42851</c:v>
                </c:pt>
                <c:pt idx="1983">
                  <c:v>42852</c:v>
                </c:pt>
                <c:pt idx="1984">
                  <c:v>42853</c:v>
                </c:pt>
                <c:pt idx="1985">
                  <c:v>42855</c:v>
                </c:pt>
                <c:pt idx="1986">
                  <c:v>42856</c:v>
                </c:pt>
                <c:pt idx="1987">
                  <c:v>42857</c:v>
                </c:pt>
                <c:pt idx="1988">
                  <c:v>42858</c:v>
                </c:pt>
                <c:pt idx="1989">
                  <c:v>42859</c:v>
                </c:pt>
                <c:pt idx="1990">
                  <c:v>42860</c:v>
                </c:pt>
                <c:pt idx="1991">
                  <c:v>42863</c:v>
                </c:pt>
                <c:pt idx="1992">
                  <c:v>42864</c:v>
                </c:pt>
                <c:pt idx="1993">
                  <c:v>42865</c:v>
                </c:pt>
                <c:pt idx="1994">
                  <c:v>42866</c:v>
                </c:pt>
                <c:pt idx="1995">
                  <c:v>42867</c:v>
                </c:pt>
                <c:pt idx="1996">
                  <c:v>42870</c:v>
                </c:pt>
                <c:pt idx="1997">
                  <c:v>42871</c:v>
                </c:pt>
                <c:pt idx="1998">
                  <c:v>42872</c:v>
                </c:pt>
                <c:pt idx="1999">
                  <c:v>42873</c:v>
                </c:pt>
                <c:pt idx="2000">
                  <c:v>42874</c:v>
                </c:pt>
                <c:pt idx="2001">
                  <c:v>42875</c:v>
                </c:pt>
                <c:pt idx="2002">
                  <c:v>42877</c:v>
                </c:pt>
                <c:pt idx="2003">
                  <c:v>42878</c:v>
                </c:pt>
                <c:pt idx="2004">
                  <c:v>42879</c:v>
                </c:pt>
                <c:pt idx="2005">
                  <c:v>42880</c:v>
                </c:pt>
                <c:pt idx="2006">
                  <c:v>42881</c:v>
                </c:pt>
                <c:pt idx="2007">
                  <c:v>42882</c:v>
                </c:pt>
                <c:pt idx="2008">
                  <c:v>42884</c:v>
                </c:pt>
                <c:pt idx="2009">
                  <c:v>42885</c:v>
                </c:pt>
                <c:pt idx="2010">
                  <c:v>42886</c:v>
                </c:pt>
                <c:pt idx="2011">
                  <c:v>42887</c:v>
                </c:pt>
                <c:pt idx="2012">
                  <c:v>42888</c:v>
                </c:pt>
                <c:pt idx="2013">
                  <c:v>42891</c:v>
                </c:pt>
                <c:pt idx="2014">
                  <c:v>42892</c:v>
                </c:pt>
                <c:pt idx="2015">
                  <c:v>42893</c:v>
                </c:pt>
                <c:pt idx="2016">
                  <c:v>42894</c:v>
                </c:pt>
                <c:pt idx="2017">
                  <c:v>42895</c:v>
                </c:pt>
                <c:pt idx="2018">
                  <c:v>42896</c:v>
                </c:pt>
                <c:pt idx="2019">
                  <c:v>42898</c:v>
                </c:pt>
                <c:pt idx="2020">
                  <c:v>42899</c:v>
                </c:pt>
                <c:pt idx="2021">
                  <c:v>42900</c:v>
                </c:pt>
                <c:pt idx="2022">
                  <c:v>42901</c:v>
                </c:pt>
                <c:pt idx="2023">
                  <c:v>42902</c:v>
                </c:pt>
                <c:pt idx="2024">
                  <c:v>42905</c:v>
                </c:pt>
                <c:pt idx="2025">
                  <c:v>42906</c:v>
                </c:pt>
                <c:pt idx="2026">
                  <c:v>42907</c:v>
                </c:pt>
                <c:pt idx="2027">
                  <c:v>42908</c:v>
                </c:pt>
                <c:pt idx="2028">
                  <c:v>42909</c:v>
                </c:pt>
                <c:pt idx="2029">
                  <c:v>42912</c:v>
                </c:pt>
                <c:pt idx="2030">
                  <c:v>42913</c:v>
                </c:pt>
                <c:pt idx="2031">
                  <c:v>42914</c:v>
                </c:pt>
                <c:pt idx="2032">
                  <c:v>42915</c:v>
                </c:pt>
                <c:pt idx="2033">
                  <c:v>42916</c:v>
                </c:pt>
                <c:pt idx="2034">
                  <c:v>42919</c:v>
                </c:pt>
                <c:pt idx="2035">
                  <c:v>42920</c:v>
                </c:pt>
                <c:pt idx="2036">
                  <c:v>42921</c:v>
                </c:pt>
                <c:pt idx="2037">
                  <c:v>42922</c:v>
                </c:pt>
                <c:pt idx="2038">
                  <c:v>42923</c:v>
                </c:pt>
                <c:pt idx="2039">
                  <c:v>42926</c:v>
                </c:pt>
                <c:pt idx="2040">
                  <c:v>42927</c:v>
                </c:pt>
                <c:pt idx="2041">
                  <c:v>42928</c:v>
                </c:pt>
                <c:pt idx="2042">
                  <c:v>42929</c:v>
                </c:pt>
                <c:pt idx="2043">
                  <c:v>42930</c:v>
                </c:pt>
                <c:pt idx="2044">
                  <c:v>42933</c:v>
                </c:pt>
                <c:pt idx="2045">
                  <c:v>42934</c:v>
                </c:pt>
                <c:pt idx="2046">
                  <c:v>42935</c:v>
                </c:pt>
                <c:pt idx="2047">
                  <c:v>42936</c:v>
                </c:pt>
                <c:pt idx="2048">
                  <c:v>42937</c:v>
                </c:pt>
                <c:pt idx="2049">
                  <c:v>42940</c:v>
                </c:pt>
                <c:pt idx="2050">
                  <c:v>42941</c:v>
                </c:pt>
                <c:pt idx="2051">
                  <c:v>42942</c:v>
                </c:pt>
                <c:pt idx="2052">
                  <c:v>42943</c:v>
                </c:pt>
                <c:pt idx="2053">
                  <c:v>42944</c:v>
                </c:pt>
                <c:pt idx="2054">
                  <c:v>42947</c:v>
                </c:pt>
                <c:pt idx="2055">
                  <c:v>42948</c:v>
                </c:pt>
                <c:pt idx="2056">
                  <c:v>42949</c:v>
                </c:pt>
                <c:pt idx="2057">
                  <c:v>42950</c:v>
                </c:pt>
                <c:pt idx="2058">
                  <c:v>42951</c:v>
                </c:pt>
                <c:pt idx="2059">
                  <c:v>42954</c:v>
                </c:pt>
                <c:pt idx="2060">
                  <c:v>42955</c:v>
                </c:pt>
                <c:pt idx="2061">
                  <c:v>42956</c:v>
                </c:pt>
                <c:pt idx="2062">
                  <c:v>42957</c:v>
                </c:pt>
                <c:pt idx="2063">
                  <c:v>42958</c:v>
                </c:pt>
                <c:pt idx="2064">
                  <c:v>42961</c:v>
                </c:pt>
                <c:pt idx="2065">
                  <c:v>42962</c:v>
                </c:pt>
                <c:pt idx="2066">
                  <c:v>42963</c:v>
                </c:pt>
                <c:pt idx="2067">
                  <c:v>42964</c:v>
                </c:pt>
                <c:pt idx="2068">
                  <c:v>42965</c:v>
                </c:pt>
                <c:pt idx="2069">
                  <c:v>42967</c:v>
                </c:pt>
                <c:pt idx="2070">
                  <c:v>42968</c:v>
                </c:pt>
                <c:pt idx="2071">
                  <c:v>42969</c:v>
                </c:pt>
                <c:pt idx="2072">
                  <c:v>42970</c:v>
                </c:pt>
                <c:pt idx="2073">
                  <c:v>42971</c:v>
                </c:pt>
                <c:pt idx="2074">
                  <c:v>42972</c:v>
                </c:pt>
                <c:pt idx="2075">
                  <c:v>42975</c:v>
                </c:pt>
                <c:pt idx="2076">
                  <c:v>42976</c:v>
                </c:pt>
                <c:pt idx="2077">
                  <c:v>42977</c:v>
                </c:pt>
                <c:pt idx="2078">
                  <c:v>42978</c:v>
                </c:pt>
                <c:pt idx="2079">
                  <c:v>42979</c:v>
                </c:pt>
                <c:pt idx="2080">
                  <c:v>42982</c:v>
                </c:pt>
                <c:pt idx="2081">
                  <c:v>42983</c:v>
                </c:pt>
                <c:pt idx="2082">
                  <c:v>42984</c:v>
                </c:pt>
                <c:pt idx="2083">
                  <c:v>42985</c:v>
                </c:pt>
                <c:pt idx="2084">
                  <c:v>42986</c:v>
                </c:pt>
                <c:pt idx="2085">
                  <c:v>42988</c:v>
                </c:pt>
                <c:pt idx="2086">
                  <c:v>42989</c:v>
                </c:pt>
                <c:pt idx="2087">
                  <c:v>42990</c:v>
                </c:pt>
                <c:pt idx="2088">
                  <c:v>42991</c:v>
                </c:pt>
                <c:pt idx="2089">
                  <c:v>42992</c:v>
                </c:pt>
                <c:pt idx="2090">
                  <c:v>42993</c:v>
                </c:pt>
                <c:pt idx="2091">
                  <c:v>42996</c:v>
                </c:pt>
                <c:pt idx="2092">
                  <c:v>42997</c:v>
                </c:pt>
                <c:pt idx="2093">
                  <c:v>42998</c:v>
                </c:pt>
                <c:pt idx="2094">
                  <c:v>42999</c:v>
                </c:pt>
                <c:pt idx="2095">
                  <c:v>43000</c:v>
                </c:pt>
                <c:pt idx="2096">
                  <c:v>43003</c:v>
                </c:pt>
                <c:pt idx="2097">
                  <c:v>43004</c:v>
                </c:pt>
                <c:pt idx="2098">
                  <c:v>43005</c:v>
                </c:pt>
                <c:pt idx="2099">
                  <c:v>43006</c:v>
                </c:pt>
                <c:pt idx="2100">
                  <c:v>43007</c:v>
                </c:pt>
                <c:pt idx="2101">
                  <c:v>43008</c:v>
                </c:pt>
                <c:pt idx="2102">
                  <c:v>43010</c:v>
                </c:pt>
                <c:pt idx="2103">
                  <c:v>43011</c:v>
                </c:pt>
                <c:pt idx="2104">
                  <c:v>43012</c:v>
                </c:pt>
                <c:pt idx="2105">
                  <c:v>43013</c:v>
                </c:pt>
                <c:pt idx="2106">
                  <c:v>43014</c:v>
                </c:pt>
                <c:pt idx="2107">
                  <c:v>43017</c:v>
                </c:pt>
                <c:pt idx="2108">
                  <c:v>43018</c:v>
                </c:pt>
                <c:pt idx="2109">
                  <c:v>43019</c:v>
                </c:pt>
                <c:pt idx="2110">
                  <c:v>43020</c:v>
                </c:pt>
                <c:pt idx="2111">
                  <c:v>43021</c:v>
                </c:pt>
                <c:pt idx="2112">
                  <c:v>43024</c:v>
                </c:pt>
                <c:pt idx="2113">
                  <c:v>43025</c:v>
                </c:pt>
                <c:pt idx="2114">
                  <c:v>43026</c:v>
                </c:pt>
                <c:pt idx="2115">
                  <c:v>43027</c:v>
                </c:pt>
                <c:pt idx="2116">
                  <c:v>43028</c:v>
                </c:pt>
                <c:pt idx="2117">
                  <c:v>43031</c:v>
                </c:pt>
                <c:pt idx="2118">
                  <c:v>43032</c:v>
                </c:pt>
                <c:pt idx="2119">
                  <c:v>43033</c:v>
                </c:pt>
                <c:pt idx="2120">
                  <c:v>43034</c:v>
                </c:pt>
                <c:pt idx="2121">
                  <c:v>43035</c:v>
                </c:pt>
                <c:pt idx="2122">
                  <c:v>43038</c:v>
                </c:pt>
                <c:pt idx="2123">
                  <c:v>43039</c:v>
                </c:pt>
                <c:pt idx="2124">
                  <c:v>43040</c:v>
                </c:pt>
                <c:pt idx="2125">
                  <c:v>43041</c:v>
                </c:pt>
                <c:pt idx="2126">
                  <c:v>43042</c:v>
                </c:pt>
                <c:pt idx="2127">
                  <c:v>43045</c:v>
                </c:pt>
                <c:pt idx="2128">
                  <c:v>43046</c:v>
                </c:pt>
                <c:pt idx="2129">
                  <c:v>43047</c:v>
                </c:pt>
                <c:pt idx="2130">
                  <c:v>43048</c:v>
                </c:pt>
                <c:pt idx="2131">
                  <c:v>43049</c:v>
                </c:pt>
                <c:pt idx="2132">
                  <c:v>43052</c:v>
                </c:pt>
                <c:pt idx="2133">
                  <c:v>43053</c:v>
                </c:pt>
                <c:pt idx="2134">
                  <c:v>43054</c:v>
                </c:pt>
                <c:pt idx="2135">
                  <c:v>43055</c:v>
                </c:pt>
                <c:pt idx="2136">
                  <c:v>43056</c:v>
                </c:pt>
                <c:pt idx="2137">
                  <c:v>43059</c:v>
                </c:pt>
                <c:pt idx="2138">
                  <c:v>43060</c:v>
                </c:pt>
                <c:pt idx="2139">
                  <c:v>43061</c:v>
                </c:pt>
                <c:pt idx="2140">
                  <c:v>43062</c:v>
                </c:pt>
                <c:pt idx="2141">
                  <c:v>43063</c:v>
                </c:pt>
                <c:pt idx="2142">
                  <c:v>43066</c:v>
                </c:pt>
                <c:pt idx="2143">
                  <c:v>43067</c:v>
                </c:pt>
                <c:pt idx="2144">
                  <c:v>43068</c:v>
                </c:pt>
                <c:pt idx="2145">
                  <c:v>43069</c:v>
                </c:pt>
                <c:pt idx="2146">
                  <c:v>43070</c:v>
                </c:pt>
                <c:pt idx="2147">
                  <c:v>43073</c:v>
                </c:pt>
                <c:pt idx="2148">
                  <c:v>43074</c:v>
                </c:pt>
                <c:pt idx="2149">
                  <c:v>43075</c:v>
                </c:pt>
                <c:pt idx="2150">
                  <c:v>43076</c:v>
                </c:pt>
                <c:pt idx="2151">
                  <c:v>43077</c:v>
                </c:pt>
                <c:pt idx="2152">
                  <c:v>43079</c:v>
                </c:pt>
                <c:pt idx="2153">
                  <c:v>43080</c:v>
                </c:pt>
                <c:pt idx="2154">
                  <c:v>43081</c:v>
                </c:pt>
                <c:pt idx="2155">
                  <c:v>43082</c:v>
                </c:pt>
                <c:pt idx="2156">
                  <c:v>43083</c:v>
                </c:pt>
                <c:pt idx="2157">
                  <c:v>43084</c:v>
                </c:pt>
                <c:pt idx="2158">
                  <c:v>43087</c:v>
                </c:pt>
                <c:pt idx="2159">
                  <c:v>43088</c:v>
                </c:pt>
                <c:pt idx="2160">
                  <c:v>43089</c:v>
                </c:pt>
                <c:pt idx="2161">
                  <c:v>43090</c:v>
                </c:pt>
                <c:pt idx="2162">
                  <c:v>43091</c:v>
                </c:pt>
                <c:pt idx="2163">
                  <c:v>43094</c:v>
                </c:pt>
                <c:pt idx="2164">
                  <c:v>43095</c:v>
                </c:pt>
                <c:pt idx="2165">
                  <c:v>43096</c:v>
                </c:pt>
                <c:pt idx="2166">
                  <c:v>43097</c:v>
                </c:pt>
                <c:pt idx="2167">
                  <c:v>43098</c:v>
                </c:pt>
                <c:pt idx="2168">
                  <c:v>43100</c:v>
                </c:pt>
                <c:pt idx="2169">
                  <c:v>43102</c:v>
                </c:pt>
                <c:pt idx="2170">
                  <c:v>43103</c:v>
                </c:pt>
                <c:pt idx="2171">
                  <c:v>43104</c:v>
                </c:pt>
                <c:pt idx="2172">
                  <c:v>43105</c:v>
                </c:pt>
                <c:pt idx="2173">
                  <c:v>43108</c:v>
                </c:pt>
                <c:pt idx="2174">
                  <c:v>43109</c:v>
                </c:pt>
                <c:pt idx="2175">
                  <c:v>43110</c:v>
                </c:pt>
                <c:pt idx="2176">
                  <c:v>43111</c:v>
                </c:pt>
                <c:pt idx="2177">
                  <c:v>43112</c:v>
                </c:pt>
                <c:pt idx="2178">
                  <c:v>43115</c:v>
                </c:pt>
                <c:pt idx="2179">
                  <c:v>43116</c:v>
                </c:pt>
                <c:pt idx="2180">
                  <c:v>43117</c:v>
                </c:pt>
                <c:pt idx="2181">
                  <c:v>43118</c:v>
                </c:pt>
                <c:pt idx="2182">
                  <c:v>43119</c:v>
                </c:pt>
                <c:pt idx="2183">
                  <c:v>43120</c:v>
                </c:pt>
                <c:pt idx="2184">
                  <c:v>43122</c:v>
                </c:pt>
                <c:pt idx="2185">
                  <c:v>43123</c:v>
                </c:pt>
                <c:pt idx="2186">
                  <c:v>43124</c:v>
                </c:pt>
                <c:pt idx="2187">
                  <c:v>43125</c:v>
                </c:pt>
                <c:pt idx="2188">
                  <c:v>43126</c:v>
                </c:pt>
                <c:pt idx="2189">
                  <c:v>43129</c:v>
                </c:pt>
                <c:pt idx="2190">
                  <c:v>43130</c:v>
                </c:pt>
                <c:pt idx="2191">
                  <c:v>43131</c:v>
                </c:pt>
                <c:pt idx="2192">
                  <c:v>43132</c:v>
                </c:pt>
                <c:pt idx="2193">
                  <c:v>43133</c:v>
                </c:pt>
                <c:pt idx="2194">
                  <c:v>43136</c:v>
                </c:pt>
                <c:pt idx="2195">
                  <c:v>43137</c:v>
                </c:pt>
                <c:pt idx="2196">
                  <c:v>43138</c:v>
                </c:pt>
                <c:pt idx="2197">
                  <c:v>43139</c:v>
                </c:pt>
                <c:pt idx="2198">
                  <c:v>43140</c:v>
                </c:pt>
                <c:pt idx="2199">
                  <c:v>43141</c:v>
                </c:pt>
                <c:pt idx="2200">
                  <c:v>43142</c:v>
                </c:pt>
                <c:pt idx="2201">
                  <c:v>43143</c:v>
                </c:pt>
                <c:pt idx="2202">
                  <c:v>43144</c:v>
                </c:pt>
                <c:pt idx="2203">
                  <c:v>43145</c:v>
                </c:pt>
                <c:pt idx="2204">
                  <c:v>43146</c:v>
                </c:pt>
                <c:pt idx="2205">
                  <c:v>43147</c:v>
                </c:pt>
                <c:pt idx="2206">
                  <c:v>43150</c:v>
                </c:pt>
                <c:pt idx="2207">
                  <c:v>43151</c:v>
                </c:pt>
                <c:pt idx="2208">
                  <c:v>43152</c:v>
                </c:pt>
                <c:pt idx="2209">
                  <c:v>43153</c:v>
                </c:pt>
                <c:pt idx="2210">
                  <c:v>43154</c:v>
                </c:pt>
                <c:pt idx="2211">
                  <c:v>43155</c:v>
                </c:pt>
                <c:pt idx="2212">
                  <c:v>43157</c:v>
                </c:pt>
                <c:pt idx="2213">
                  <c:v>43158</c:v>
                </c:pt>
                <c:pt idx="2214">
                  <c:v>43159</c:v>
                </c:pt>
                <c:pt idx="2215">
                  <c:v>43160</c:v>
                </c:pt>
                <c:pt idx="2216">
                  <c:v>43161</c:v>
                </c:pt>
                <c:pt idx="2217">
                  <c:v>43164</c:v>
                </c:pt>
                <c:pt idx="2218">
                  <c:v>43165</c:v>
                </c:pt>
                <c:pt idx="2219">
                  <c:v>43166</c:v>
                </c:pt>
                <c:pt idx="2220">
                  <c:v>43167</c:v>
                </c:pt>
                <c:pt idx="2221">
                  <c:v>43168</c:v>
                </c:pt>
                <c:pt idx="2222">
                  <c:v>43169</c:v>
                </c:pt>
                <c:pt idx="2223">
                  <c:v>43171</c:v>
                </c:pt>
                <c:pt idx="2224">
                  <c:v>43172</c:v>
                </c:pt>
                <c:pt idx="2225">
                  <c:v>43173</c:v>
                </c:pt>
                <c:pt idx="2226">
                  <c:v>43174</c:v>
                </c:pt>
                <c:pt idx="2227">
                  <c:v>43175</c:v>
                </c:pt>
                <c:pt idx="2228">
                  <c:v>43178</c:v>
                </c:pt>
                <c:pt idx="2229">
                  <c:v>43179</c:v>
                </c:pt>
                <c:pt idx="2230">
                  <c:v>43180</c:v>
                </c:pt>
                <c:pt idx="2231">
                  <c:v>43181</c:v>
                </c:pt>
                <c:pt idx="2232">
                  <c:v>43182</c:v>
                </c:pt>
                <c:pt idx="2233">
                  <c:v>43185</c:v>
                </c:pt>
                <c:pt idx="2234">
                  <c:v>43186</c:v>
                </c:pt>
                <c:pt idx="2235">
                  <c:v>43187</c:v>
                </c:pt>
                <c:pt idx="2236">
                  <c:v>43188</c:v>
                </c:pt>
                <c:pt idx="2237">
                  <c:v>43189</c:v>
                </c:pt>
                <c:pt idx="2238">
                  <c:v>43190</c:v>
                </c:pt>
                <c:pt idx="2239">
                  <c:v>43192</c:v>
                </c:pt>
                <c:pt idx="2240">
                  <c:v>43193</c:v>
                </c:pt>
                <c:pt idx="2241">
                  <c:v>43194</c:v>
                </c:pt>
                <c:pt idx="2242">
                  <c:v>43196</c:v>
                </c:pt>
                <c:pt idx="2243">
                  <c:v>43198</c:v>
                </c:pt>
                <c:pt idx="2244">
                  <c:v>43199</c:v>
                </c:pt>
                <c:pt idx="2245">
                  <c:v>43200</c:v>
                </c:pt>
                <c:pt idx="2246">
                  <c:v>43201</c:v>
                </c:pt>
                <c:pt idx="2247">
                  <c:v>43202</c:v>
                </c:pt>
                <c:pt idx="2248">
                  <c:v>43203</c:v>
                </c:pt>
                <c:pt idx="2249">
                  <c:v>43206</c:v>
                </c:pt>
                <c:pt idx="2250">
                  <c:v>43207</c:v>
                </c:pt>
                <c:pt idx="2251">
                  <c:v>43208</c:v>
                </c:pt>
                <c:pt idx="2252">
                  <c:v>43209</c:v>
                </c:pt>
                <c:pt idx="2253">
                  <c:v>43210</c:v>
                </c:pt>
                <c:pt idx="2254">
                  <c:v>43213</c:v>
                </c:pt>
                <c:pt idx="2255">
                  <c:v>43214</c:v>
                </c:pt>
                <c:pt idx="2256">
                  <c:v>43215</c:v>
                </c:pt>
                <c:pt idx="2257">
                  <c:v>43216</c:v>
                </c:pt>
                <c:pt idx="2258">
                  <c:v>43217</c:v>
                </c:pt>
                <c:pt idx="2259">
                  <c:v>43218</c:v>
                </c:pt>
                <c:pt idx="2260">
                  <c:v>43220</c:v>
                </c:pt>
                <c:pt idx="2261">
                  <c:v>43221</c:v>
                </c:pt>
                <c:pt idx="2262">
                  <c:v>43222</c:v>
                </c:pt>
                <c:pt idx="2263">
                  <c:v>43223</c:v>
                </c:pt>
                <c:pt idx="2264">
                  <c:v>43224</c:v>
                </c:pt>
                <c:pt idx="2265">
                  <c:v>43227</c:v>
                </c:pt>
                <c:pt idx="2266">
                  <c:v>43228</c:v>
                </c:pt>
                <c:pt idx="2267">
                  <c:v>43229</c:v>
                </c:pt>
                <c:pt idx="2268">
                  <c:v>43230</c:v>
                </c:pt>
                <c:pt idx="2269">
                  <c:v>43231</c:v>
                </c:pt>
                <c:pt idx="2270">
                  <c:v>43234</c:v>
                </c:pt>
                <c:pt idx="2271">
                  <c:v>43235</c:v>
                </c:pt>
                <c:pt idx="2272">
                  <c:v>43236</c:v>
                </c:pt>
                <c:pt idx="2273">
                  <c:v>43237</c:v>
                </c:pt>
                <c:pt idx="2274">
                  <c:v>43238</c:v>
                </c:pt>
                <c:pt idx="2275">
                  <c:v>43240</c:v>
                </c:pt>
                <c:pt idx="2276">
                  <c:v>43241</c:v>
                </c:pt>
                <c:pt idx="2277">
                  <c:v>43242</c:v>
                </c:pt>
                <c:pt idx="2278">
                  <c:v>43243</c:v>
                </c:pt>
                <c:pt idx="2279">
                  <c:v>43244</c:v>
                </c:pt>
                <c:pt idx="2280">
                  <c:v>43245</c:v>
                </c:pt>
                <c:pt idx="2281">
                  <c:v>43248</c:v>
                </c:pt>
                <c:pt idx="2282">
                  <c:v>43249</c:v>
                </c:pt>
                <c:pt idx="2283">
                  <c:v>43250</c:v>
                </c:pt>
                <c:pt idx="2284">
                  <c:v>43251</c:v>
                </c:pt>
                <c:pt idx="2285">
                  <c:v>43252</c:v>
                </c:pt>
                <c:pt idx="2286">
                  <c:v>43255</c:v>
                </c:pt>
                <c:pt idx="2287">
                  <c:v>43256</c:v>
                </c:pt>
                <c:pt idx="2288">
                  <c:v>43257</c:v>
                </c:pt>
                <c:pt idx="2289">
                  <c:v>43258</c:v>
                </c:pt>
                <c:pt idx="2290">
                  <c:v>43259</c:v>
                </c:pt>
                <c:pt idx="2291">
                  <c:v>43261</c:v>
                </c:pt>
                <c:pt idx="2292">
                  <c:v>43262</c:v>
                </c:pt>
                <c:pt idx="2293">
                  <c:v>43263</c:v>
                </c:pt>
                <c:pt idx="2294">
                  <c:v>43264</c:v>
                </c:pt>
                <c:pt idx="2295">
                  <c:v>43265</c:v>
                </c:pt>
                <c:pt idx="2296">
                  <c:v>43266</c:v>
                </c:pt>
                <c:pt idx="2297">
                  <c:v>43269</c:v>
                </c:pt>
                <c:pt idx="2298">
                  <c:v>43270</c:v>
                </c:pt>
                <c:pt idx="2299">
                  <c:v>43271</c:v>
                </c:pt>
                <c:pt idx="2300">
                  <c:v>43272</c:v>
                </c:pt>
                <c:pt idx="2301">
                  <c:v>43273</c:v>
                </c:pt>
                <c:pt idx="2302">
                  <c:v>43276</c:v>
                </c:pt>
                <c:pt idx="2303">
                  <c:v>43277</c:v>
                </c:pt>
                <c:pt idx="2304">
                  <c:v>43278</c:v>
                </c:pt>
                <c:pt idx="2305">
                  <c:v>43279</c:v>
                </c:pt>
                <c:pt idx="2306">
                  <c:v>43280</c:v>
                </c:pt>
                <c:pt idx="2307">
                  <c:v>43281</c:v>
                </c:pt>
                <c:pt idx="2308">
                  <c:v>43283</c:v>
                </c:pt>
                <c:pt idx="2309">
                  <c:v>43284</c:v>
                </c:pt>
                <c:pt idx="2310">
                  <c:v>43285</c:v>
                </c:pt>
                <c:pt idx="2311">
                  <c:v>43286</c:v>
                </c:pt>
                <c:pt idx="2312">
                  <c:v>43287</c:v>
                </c:pt>
                <c:pt idx="2313">
                  <c:v>43290</c:v>
                </c:pt>
                <c:pt idx="2314">
                  <c:v>43291</c:v>
                </c:pt>
                <c:pt idx="2315">
                  <c:v>43292</c:v>
                </c:pt>
                <c:pt idx="2316">
                  <c:v>43293</c:v>
                </c:pt>
                <c:pt idx="2317">
                  <c:v>43294</c:v>
                </c:pt>
                <c:pt idx="2318">
                  <c:v>43297</c:v>
                </c:pt>
                <c:pt idx="2319">
                  <c:v>43298</c:v>
                </c:pt>
                <c:pt idx="2320">
                  <c:v>43299</c:v>
                </c:pt>
                <c:pt idx="2321">
                  <c:v>43300</c:v>
                </c:pt>
                <c:pt idx="2322">
                  <c:v>43301</c:v>
                </c:pt>
                <c:pt idx="2323">
                  <c:v>43304</c:v>
                </c:pt>
                <c:pt idx="2324">
                  <c:v>43305</c:v>
                </c:pt>
                <c:pt idx="2325">
                  <c:v>43306</c:v>
                </c:pt>
                <c:pt idx="2326">
                  <c:v>43307</c:v>
                </c:pt>
                <c:pt idx="2327">
                  <c:v>43308</c:v>
                </c:pt>
                <c:pt idx="2328">
                  <c:v>43311</c:v>
                </c:pt>
                <c:pt idx="2329">
                  <c:v>43312</c:v>
                </c:pt>
                <c:pt idx="2330">
                  <c:v>43313</c:v>
                </c:pt>
                <c:pt idx="2331">
                  <c:v>43314</c:v>
                </c:pt>
                <c:pt idx="2332">
                  <c:v>43315</c:v>
                </c:pt>
                <c:pt idx="2333">
                  <c:v>43318</c:v>
                </c:pt>
                <c:pt idx="2334">
                  <c:v>43319</c:v>
                </c:pt>
                <c:pt idx="2335">
                  <c:v>43320</c:v>
                </c:pt>
                <c:pt idx="2336">
                  <c:v>43321</c:v>
                </c:pt>
                <c:pt idx="2337">
                  <c:v>43322</c:v>
                </c:pt>
                <c:pt idx="2338">
                  <c:v>43325</c:v>
                </c:pt>
                <c:pt idx="2339">
                  <c:v>43326</c:v>
                </c:pt>
                <c:pt idx="2340">
                  <c:v>43327</c:v>
                </c:pt>
                <c:pt idx="2341">
                  <c:v>43328</c:v>
                </c:pt>
                <c:pt idx="2342">
                  <c:v>43329</c:v>
                </c:pt>
                <c:pt idx="2343">
                  <c:v>43332</c:v>
                </c:pt>
                <c:pt idx="2344">
                  <c:v>43333</c:v>
                </c:pt>
                <c:pt idx="2345">
                  <c:v>43334</c:v>
                </c:pt>
                <c:pt idx="2346">
                  <c:v>43335</c:v>
                </c:pt>
                <c:pt idx="2347">
                  <c:v>43336</c:v>
                </c:pt>
                <c:pt idx="2348">
                  <c:v>43339</c:v>
                </c:pt>
                <c:pt idx="2349">
                  <c:v>43340</c:v>
                </c:pt>
                <c:pt idx="2350">
                  <c:v>43341</c:v>
                </c:pt>
                <c:pt idx="2351">
                  <c:v>43342</c:v>
                </c:pt>
                <c:pt idx="2352">
                  <c:v>43343</c:v>
                </c:pt>
                <c:pt idx="2353">
                  <c:v>43346</c:v>
                </c:pt>
                <c:pt idx="2354">
                  <c:v>43347</c:v>
                </c:pt>
                <c:pt idx="2355">
                  <c:v>43348</c:v>
                </c:pt>
                <c:pt idx="2356">
                  <c:v>43349</c:v>
                </c:pt>
                <c:pt idx="2357">
                  <c:v>43350</c:v>
                </c:pt>
                <c:pt idx="2358">
                  <c:v>43353</c:v>
                </c:pt>
                <c:pt idx="2359">
                  <c:v>43354</c:v>
                </c:pt>
                <c:pt idx="2360">
                  <c:v>43355</c:v>
                </c:pt>
                <c:pt idx="2361">
                  <c:v>43356</c:v>
                </c:pt>
                <c:pt idx="2362">
                  <c:v>43357</c:v>
                </c:pt>
                <c:pt idx="2363">
                  <c:v>43360</c:v>
                </c:pt>
                <c:pt idx="2364">
                  <c:v>43361</c:v>
                </c:pt>
                <c:pt idx="2365">
                  <c:v>43362</c:v>
                </c:pt>
                <c:pt idx="2366">
                  <c:v>43363</c:v>
                </c:pt>
                <c:pt idx="2367">
                  <c:v>43364</c:v>
                </c:pt>
                <c:pt idx="2368">
                  <c:v>43367</c:v>
                </c:pt>
                <c:pt idx="2369">
                  <c:v>43368</c:v>
                </c:pt>
                <c:pt idx="2370">
                  <c:v>43369</c:v>
                </c:pt>
                <c:pt idx="2371">
                  <c:v>43370</c:v>
                </c:pt>
                <c:pt idx="2372">
                  <c:v>43371</c:v>
                </c:pt>
                <c:pt idx="2373">
                  <c:v>43372</c:v>
                </c:pt>
                <c:pt idx="2374">
                  <c:v>43373</c:v>
                </c:pt>
                <c:pt idx="2375">
                  <c:v>43374</c:v>
                </c:pt>
                <c:pt idx="2376">
                  <c:v>43375</c:v>
                </c:pt>
                <c:pt idx="2377">
                  <c:v>43376</c:v>
                </c:pt>
                <c:pt idx="2378">
                  <c:v>43377</c:v>
                </c:pt>
                <c:pt idx="2379">
                  <c:v>43378</c:v>
                </c:pt>
                <c:pt idx="2380">
                  <c:v>43381</c:v>
                </c:pt>
                <c:pt idx="2381">
                  <c:v>43382</c:v>
                </c:pt>
                <c:pt idx="2382">
                  <c:v>43383</c:v>
                </c:pt>
                <c:pt idx="2383">
                  <c:v>43384</c:v>
                </c:pt>
                <c:pt idx="2384">
                  <c:v>43385</c:v>
                </c:pt>
                <c:pt idx="2385">
                  <c:v>43388</c:v>
                </c:pt>
                <c:pt idx="2386">
                  <c:v>43389</c:v>
                </c:pt>
                <c:pt idx="2387">
                  <c:v>43390</c:v>
                </c:pt>
                <c:pt idx="2388">
                  <c:v>43391</c:v>
                </c:pt>
                <c:pt idx="2389">
                  <c:v>43392</c:v>
                </c:pt>
                <c:pt idx="2390">
                  <c:v>43393</c:v>
                </c:pt>
                <c:pt idx="2391">
                  <c:v>43395</c:v>
                </c:pt>
                <c:pt idx="2392">
                  <c:v>43396</c:v>
                </c:pt>
                <c:pt idx="2393">
                  <c:v>43397</c:v>
                </c:pt>
                <c:pt idx="2394">
                  <c:v>43398</c:v>
                </c:pt>
                <c:pt idx="2395">
                  <c:v>43399</c:v>
                </c:pt>
                <c:pt idx="2396">
                  <c:v>43402</c:v>
                </c:pt>
                <c:pt idx="2397">
                  <c:v>43403</c:v>
                </c:pt>
                <c:pt idx="2398">
                  <c:v>43404</c:v>
                </c:pt>
                <c:pt idx="2399">
                  <c:v>43405</c:v>
                </c:pt>
                <c:pt idx="2400">
                  <c:v>43406</c:v>
                </c:pt>
                <c:pt idx="2401">
                  <c:v>43409</c:v>
                </c:pt>
                <c:pt idx="2402">
                  <c:v>43410</c:v>
                </c:pt>
                <c:pt idx="2403">
                  <c:v>43411</c:v>
                </c:pt>
                <c:pt idx="2404">
                  <c:v>43412</c:v>
                </c:pt>
                <c:pt idx="2405">
                  <c:v>43413</c:v>
                </c:pt>
                <c:pt idx="2406">
                  <c:v>43414</c:v>
                </c:pt>
                <c:pt idx="2407">
                  <c:v>43416</c:v>
                </c:pt>
                <c:pt idx="2408">
                  <c:v>43417</c:v>
                </c:pt>
                <c:pt idx="2409">
                  <c:v>43418</c:v>
                </c:pt>
                <c:pt idx="2410">
                  <c:v>43419</c:v>
                </c:pt>
                <c:pt idx="2411">
                  <c:v>43420</c:v>
                </c:pt>
                <c:pt idx="2412">
                  <c:v>43423</c:v>
                </c:pt>
                <c:pt idx="2413">
                  <c:v>43424</c:v>
                </c:pt>
                <c:pt idx="2414">
                  <c:v>43425</c:v>
                </c:pt>
                <c:pt idx="2415">
                  <c:v>43426</c:v>
                </c:pt>
                <c:pt idx="2416">
                  <c:v>43427</c:v>
                </c:pt>
                <c:pt idx="2417">
                  <c:v>43430</c:v>
                </c:pt>
                <c:pt idx="2418">
                  <c:v>43431</c:v>
                </c:pt>
                <c:pt idx="2419">
                  <c:v>43432</c:v>
                </c:pt>
                <c:pt idx="2420">
                  <c:v>43433</c:v>
                </c:pt>
                <c:pt idx="2421">
                  <c:v>43434</c:v>
                </c:pt>
                <c:pt idx="2422">
                  <c:v>43437</c:v>
                </c:pt>
                <c:pt idx="2423">
                  <c:v>43438</c:v>
                </c:pt>
                <c:pt idx="2424">
                  <c:v>43439</c:v>
                </c:pt>
                <c:pt idx="2425">
                  <c:v>43440</c:v>
                </c:pt>
                <c:pt idx="2426">
                  <c:v>43441</c:v>
                </c:pt>
                <c:pt idx="2427">
                  <c:v>43444</c:v>
                </c:pt>
                <c:pt idx="2428">
                  <c:v>43445</c:v>
                </c:pt>
                <c:pt idx="2429">
                  <c:v>43446</c:v>
                </c:pt>
                <c:pt idx="2430">
                  <c:v>43447</c:v>
                </c:pt>
                <c:pt idx="2431">
                  <c:v>43448</c:v>
                </c:pt>
                <c:pt idx="2432">
                  <c:v>43451</c:v>
                </c:pt>
                <c:pt idx="2433">
                  <c:v>43452</c:v>
                </c:pt>
                <c:pt idx="2434">
                  <c:v>43453</c:v>
                </c:pt>
                <c:pt idx="2435">
                  <c:v>43454</c:v>
                </c:pt>
                <c:pt idx="2436">
                  <c:v>43455</c:v>
                </c:pt>
                <c:pt idx="2437">
                  <c:v>43458</c:v>
                </c:pt>
                <c:pt idx="2438">
                  <c:v>43459</c:v>
                </c:pt>
                <c:pt idx="2439">
                  <c:v>43460</c:v>
                </c:pt>
                <c:pt idx="2440">
                  <c:v>43461</c:v>
                </c:pt>
                <c:pt idx="2441">
                  <c:v>43462</c:v>
                </c:pt>
                <c:pt idx="2442">
                  <c:v>43463</c:v>
                </c:pt>
                <c:pt idx="2443">
                  <c:v>43465</c:v>
                </c:pt>
                <c:pt idx="2444">
                  <c:v>43467</c:v>
                </c:pt>
                <c:pt idx="2445">
                  <c:v>43468</c:v>
                </c:pt>
                <c:pt idx="2446">
                  <c:v>43469</c:v>
                </c:pt>
                <c:pt idx="2447">
                  <c:v>43472</c:v>
                </c:pt>
                <c:pt idx="2448">
                  <c:v>43473</c:v>
                </c:pt>
                <c:pt idx="2449">
                  <c:v>43474</c:v>
                </c:pt>
                <c:pt idx="2450">
                  <c:v>43475</c:v>
                </c:pt>
                <c:pt idx="2451">
                  <c:v>43476</c:v>
                </c:pt>
                <c:pt idx="2452">
                  <c:v>43479</c:v>
                </c:pt>
                <c:pt idx="2453">
                  <c:v>43480</c:v>
                </c:pt>
                <c:pt idx="2454">
                  <c:v>43481</c:v>
                </c:pt>
                <c:pt idx="2455">
                  <c:v>43482</c:v>
                </c:pt>
                <c:pt idx="2456">
                  <c:v>43483</c:v>
                </c:pt>
                <c:pt idx="2457">
                  <c:v>43485</c:v>
                </c:pt>
                <c:pt idx="2458">
                  <c:v>43486</c:v>
                </c:pt>
                <c:pt idx="2459">
                  <c:v>43487</c:v>
                </c:pt>
                <c:pt idx="2460">
                  <c:v>43488</c:v>
                </c:pt>
                <c:pt idx="2461">
                  <c:v>43489</c:v>
                </c:pt>
                <c:pt idx="2462">
                  <c:v>43490</c:v>
                </c:pt>
                <c:pt idx="2463">
                  <c:v>43493</c:v>
                </c:pt>
                <c:pt idx="2464">
                  <c:v>43494</c:v>
                </c:pt>
                <c:pt idx="2465">
                  <c:v>43495</c:v>
                </c:pt>
                <c:pt idx="2466">
                  <c:v>43496</c:v>
                </c:pt>
                <c:pt idx="2467">
                  <c:v>43497</c:v>
                </c:pt>
                <c:pt idx="2468">
                  <c:v>43498</c:v>
                </c:pt>
                <c:pt idx="2469">
                  <c:v>43499</c:v>
                </c:pt>
                <c:pt idx="2470">
                  <c:v>43500</c:v>
                </c:pt>
                <c:pt idx="2471">
                  <c:v>43501</c:v>
                </c:pt>
                <c:pt idx="2472">
                  <c:v>43502</c:v>
                </c:pt>
                <c:pt idx="2473">
                  <c:v>43503</c:v>
                </c:pt>
                <c:pt idx="2474">
                  <c:v>43504</c:v>
                </c:pt>
                <c:pt idx="2475">
                  <c:v>43507</c:v>
                </c:pt>
                <c:pt idx="2476">
                  <c:v>43508</c:v>
                </c:pt>
                <c:pt idx="2477">
                  <c:v>43509</c:v>
                </c:pt>
                <c:pt idx="2478">
                  <c:v>43510</c:v>
                </c:pt>
                <c:pt idx="2479">
                  <c:v>43511</c:v>
                </c:pt>
                <c:pt idx="2480">
                  <c:v>43514</c:v>
                </c:pt>
                <c:pt idx="2481">
                  <c:v>43515</c:v>
                </c:pt>
                <c:pt idx="2482">
                  <c:v>43516</c:v>
                </c:pt>
                <c:pt idx="2483">
                  <c:v>43517</c:v>
                </c:pt>
                <c:pt idx="2484">
                  <c:v>43518</c:v>
                </c:pt>
                <c:pt idx="2485">
                  <c:v>43521</c:v>
                </c:pt>
                <c:pt idx="2486">
                  <c:v>43522</c:v>
                </c:pt>
                <c:pt idx="2487">
                  <c:v>43523</c:v>
                </c:pt>
                <c:pt idx="2488">
                  <c:v>43524</c:v>
                </c:pt>
                <c:pt idx="2489">
                  <c:v>43525</c:v>
                </c:pt>
                <c:pt idx="2490">
                  <c:v>43528</c:v>
                </c:pt>
                <c:pt idx="2491">
                  <c:v>43529</c:v>
                </c:pt>
                <c:pt idx="2492">
                  <c:v>43530</c:v>
                </c:pt>
                <c:pt idx="2493">
                  <c:v>43531</c:v>
                </c:pt>
                <c:pt idx="2494">
                  <c:v>43532</c:v>
                </c:pt>
                <c:pt idx="2495">
                  <c:v>43534</c:v>
                </c:pt>
                <c:pt idx="2496">
                  <c:v>43535</c:v>
                </c:pt>
                <c:pt idx="2497">
                  <c:v>43536</c:v>
                </c:pt>
                <c:pt idx="2498">
                  <c:v>43537</c:v>
                </c:pt>
                <c:pt idx="2499">
                  <c:v>43538</c:v>
                </c:pt>
                <c:pt idx="2500">
                  <c:v>43539</c:v>
                </c:pt>
                <c:pt idx="2501">
                  <c:v>43542</c:v>
                </c:pt>
                <c:pt idx="2502">
                  <c:v>43543</c:v>
                </c:pt>
                <c:pt idx="2503">
                  <c:v>43544</c:v>
                </c:pt>
                <c:pt idx="2504">
                  <c:v>43545</c:v>
                </c:pt>
                <c:pt idx="2505">
                  <c:v>43546</c:v>
                </c:pt>
                <c:pt idx="2506">
                  <c:v>43549</c:v>
                </c:pt>
                <c:pt idx="2507">
                  <c:v>43550</c:v>
                </c:pt>
                <c:pt idx="2508">
                  <c:v>43551</c:v>
                </c:pt>
                <c:pt idx="2509">
                  <c:v>43552</c:v>
                </c:pt>
                <c:pt idx="2510">
                  <c:v>43553</c:v>
                </c:pt>
                <c:pt idx="2511">
                  <c:v>43555</c:v>
                </c:pt>
                <c:pt idx="2512">
                  <c:v>43556</c:v>
                </c:pt>
                <c:pt idx="2513">
                  <c:v>43557</c:v>
                </c:pt>
                <c:pt idx="2514">
                  <c:v>43558</c:v>
                </c:pt>
                <c:pt idx="2515">
                  <c:v>43559</c:v>
                </c:pt>
                <c:pt idx="2516">
                  <c:v>43560</c:v>
                </c:pt>
                <c:pt idx="2517">
                  <c:v>43563</c:v>
                </c:pt>
                <c:pt idx="2518">
                  <c:v>43564</c:v>
                </c:pt>
                <c:pt idx="2519">
                  <c:v>43565</c:v>
                </c:pt>
                <c:pt idx="2520">
                  <c:v>43566</c:v>
                </c:pt>
                <c:pt idx="2521">
                  <c:v>43567</c:v>
                </c:pt>
                <c:pt idx="2522">
                  <c:v>43570</c:v>
                </c:pt>
                <c:pt idx="2523">
                  <c:v>43571</c:v>
                </c:pt>
                <c:pt idx="2524">
                  <c:v>43572</c:v>
                </c:pt>
                <c:pt idx="2525">
                  <c:v>43573</c:v>
                </c:pt>
                <c:pt idx="2526">
                  <c:v>43574</c:v>
                </c:pt>
                <c:pt idx="2527">
                  <c:v>43575</c:v>
                </c:pt>
                <c:pt idx="2528">
                  <c:v>43577</c:v>
                </c:pt>
                <c:pt idx="2529">
                  <c:v>43578</c:v>
                </c:pt>
                <c:pt idx="2530">
                  <c:v>43579</c:v>
                </c:pt>
                <c:pt idx="2531">
                  <c:v>43580</c:v>
                </c:pt>
                <c:pt idx="2532">
                  <c:v>43581</c:v>
                </c:pt>
                <c:pt idx="2533">
                  <c:v>43583</c:v>
                </c:pt>
                <c:pt idx="2534">
                  <c:v>43584</c:v>
                </c:pt>
                <c:pt idx="2535">
                  <c:v>43585</c:v>
                </c:pt>
                <c:pt idx="2536">
                  <c:v>43586</c:v>
                </c:pt>
                <c:pt idx="2537">
                  <c:v>43587</c:v>
                </c:pt>
                <c:pt idx="2538">
                  <c:v>43588</c:v>
                </c:pt>
                <c:pt idx="2539">
                  <c:v>43590</c:v>
                </c:pt>
                <c:pt idx="2540">
                  <c:v>43591</c:v>
                </c:pt>
                <c:pt idx="2541">
                  <c:v>43592</c:v>
                </c:pt>
                <c:pt idx="2542">
                  <c:v>43593</c:v>
                </c:pt>
                <c:pt idx="2543">
                  <c:v>43594</c:v>
                </c:pt>
                <c:pt idx="2544">
                  <c:v>43595</c:v>
                </c:pt>
                <c:pt idx="2545">
                  <c:v>43598</c:v>
                </c:pt>
                <c:pt idx="2546">
                  <c:v>43599</c:v>
                </c:pt>
                <c:pt idx="2547">
                  <c:v>43600</c:v>
                </c:pt>
                <c:pt idx="2548">
                  <c:v>43601</c:v>
                </c:pt>
                <c:pt idx="2549">
                  <c:v>43602</c:v>
                </c:pt>
                <c:pt idx="2550">
                  <c:v>43605</c:v>
                </c:pt>
                <c:pt idx="2551">
                  <c:v>43606</c:v>
                </c:pt>
                <c:pt idx="2552">
                  <c:v>43607</c:v>
                </c:pt>
                <c:pt idx="2553">
                  <c:v>43608</c:v>
                </c:pt>
                <c:pt idx="2554">
                  <c:v>43609</c:v>
                </c:pt>
                <c:pt idx="2555">
                  <c:v>43612</c:v>
                </c:pt>
                <c:pt idx="2556">
                  <c:v>43613</c:v>
                </c:pt>
                <c:pt idx="2557">
                  <c:v>43614</c:v>
                </c:pt>
                <c:pt idx="2558">
                  <c:v>43615</c:v>
                </c:pt>
                <c:pt idx="2559">
                  <c:v>43616</c:v>
                </c:pt>
                <c:pt idx="2560">
                  <c:v>43619</c:v>
                </c:pt>
                <c:pt idx="2561">
                  <c:v>43620</c:v>
                </c:pt>
                <c:pt idx="2562">
                  <c:v>43621</c:v>
                </c:pt>
                <c:pt idx="2563">
                  <c:v>43622</c:v>
                </c:pt>
                <c:pt idx="2564">
                  <c:v>43623</c:v>
                </c:pt>
                <c:pt idx="2565">
                  <c:v>43626</c:v>
                </c:pt>
                <c:pt idx="2566">
                  <c:v>43627</c:v>
                </c:pt>
                <c:pt idx="2567">
                  <c:v>43628</c:v>
                </c:pt>
                <c:pt idx="2568">
                  <c:v>43629</c:v>
                </c:pt>
                <c:pt idx="2569">
                  <c:v>43630</c:v>
                </c:pt>
                <c:pt idx="2570">
                  <c:v>43633</c:v>
                </c:pt>
                <c:pt idx="2571">
                  <c:v>43634</c:v>
                </c:pt>
                <c:pt idx="2572">
                  <c:v>43635</c:v>
                </c:pt>
                <c:pt idx="2573">
                  <c:v>43636</c:v>
                </c:pt>
                <c:pt idx="2574">
                  <c:v>43637</c:v>
                </c:pt>
                <c:pt idx="2575">
                  <c:v>43640</c:v>
                </c:pt>
                <c:pt idx="2576">
                  <c:v>43641</c:v>
                </c:pt>
                <c:pt idx="2577">
                  <c:v>43642</c:v>
                </c:pt>
                <c:pt idx="2578">
                  <c:v>43643</c:v>
                </c:pt>
                <c:pt idx="2579">
                  <c:v>43644</c:v>
                </c:pt>
                <c:pt idx="2580">
                  <c:v>43646</c:v>
                </c:pt>
                <c:pt idx="2581">
                  <c:v>43647</c:v>
                </c:pt>
                <c:pt idx="2582">
                  <c:v>43648</c:v>
                </c:pt>
                <c:pt idx="2583">
                  <c:v>43649</c:v>
                </c:pt>
                <c:pt idx="2584">
                  <c:v>43650</c:v>
                </c:pt>
                <c:pt idx="2585">
                  <c:v>43651</c:v>
                </c:pt>
                <c:pt idx="2586">
                  <c:v>43654</c:v>
                </c:pt>
                <c:pt idx="2587">
                  <c:v>43655</c:v>
                </c:pt>
                <c:pt idx="2588">
                  <c:v>43656</c:v>
                </c:pt>
                <c:pt idx="2589">
                  <c:v>43657</c:v>
                </c:pt>
                <c:pt idx="2590">
                  <c:v>43658</c:v>
                </c:pt>
                <c:pt idx="2591">
                  <c:v>43661</c:v>
                </c:pt>
                <c:pt idx="2592">
                  <c:v>43662</c:v>
                </c:pt>
                <c:pt idx="2593">
                  <c:v>43663</c:v>
                </c:pt>
                <c:pt idx="2594">
                  <c:v>43664</c:v>
                </c:pt>
                <c:pt idx="2595">
                  <c:v>43665</c:v>
                </c:pt>
                <c:pt idx="2596">
                  <c:v>43666</c:v>
                </c:pt>
                <c:pt idx="2597">
                  <c:v>43668</c:v>
                </c:pt>
                <c:pt idx="2598">
                  <c:v>43669</c:v>
                </c:pt>
                <c:pt idx="2599">
                  <c:v>43670</c:v>
                </c:pt>
                <c:pt idx="2600">
                  <c:v>43671</c:v>
                </c:pt>
                <c:pt idx="2601">
                  <c:v>43672</c:v>
                </c:pt>
                <c:pt idx="2602">
                  <c:v>43675</c:v>
                </c:pt>
                <c:pt idx="2603">
                  <c:v>43676</c:v>
                </c:pt>
                <c:pt idx="2604">
                  <c:v>43677</c:v>
                </c:pt>
                <c:pt idx="2605">
                  <c:v>43678</c:v>
                </c:pt>
                <c:pt idx="2606">
                  <c:v>43679</c:v>
                </c:pt>
                <c:pt idx="2607">
                  <c:v>43682</c:v>
                </c:pt>
                <c:pt idx="2608">
                  <c:v>43683</c:v>
                </c:pt>
                <c:pt idx="2609">
                  <c:v>43684</c:v>
                </c:pt>
                <c:pt idx="2610">
                  <c:v>43685</c:v>
                </c:pt>
                <c:pt idx="2611">
                  <c:v>43686</c:v>
                </c:pt>
                <c:pt idx="2612">
                  <c:v>43687</c:v>
                </c:pt>
                <c:pt idx="2613">
                  <c:v>43689</c:v>
                </c:pt>
                <c:pt idx="2614">
                  <c:v>43690</c:v>
                </c:pt>
                <c:pt idx="2615">
                  <c:v>43691</c:v>
                </c:pt>
                <c:pt idx="2616">
                  <c:v>43692</c:v>
                </c:pt>
                <c:pt idx="2617">
                  <c:v>43693</c:v>
                </c:pt>
                <c:pt idx="2618">
                  <c:v>43696</c:v>
                </c:pt>
                <c:pt idx="2619">
                  <c:v>43697</c:v>
                </c:pt>
                <c:pt idx="2620">
                  <c:v>43698</c:v>
                </c:pt>
                <c:pt idx="2621">
                  <c:v>43699</c:v>
                </c:pt>
                <c:pt idx="2622">
                  <c:v>43700</c:v>
                </c:pt>
                <c:pt idx="2623">
                  <c:v>43703</c:v>
                </c:pt>
                <c:pt idx="2624">
                  <c:v>43704</c:v>
                </c:pt>
                <c:pt idx="2625">
                  <c:v>43705</c:v>
                </c:pt>
                <c:pt idx="2626">
                  <c:v>43706</c:v>
                </c:pt>
                <c:pt idx="2627">
                  <c:v>43707</c:v>
                </c:pt>
                <c:pt idx="2628">
                  <c:v>43708</c:v>
                </c:pt>
                <c:pt idx="2629">
                  <c:v>43710</c:v>
                </c:pt>
                <c:pt idx="2630">
                  <c:v>43711</c:v>
                </c:pt>
                <c:pt idx="2631">
                  <c:v>43712</c:v>
                </c:pt>
                <c:pt idx="2632">
                  <c:v>43713</c:v>
                </c:pt>
                <c:pt idx="2633">
                  <c:v>43714</c:v>
                </c:pt>
                <c:pt idx="2634">
                  <c:v>43717</c:v>
                </c:pt>
                <c:pt idx="2635">
                  <c:v>43718</c:v>
                </c:pt>
                <c:pt idx="2636">
                  <c:v>43719</c:v>
                </c:pt>
                <c:pt idx="2637">
                  <c:v>43720</c:v>
                </c:pt>
                <c:pt idx="2638">
                  <c:v>43721</c:v>
                </c:pt>
                <c:pt idx="2639">
                  <c:v>43724</c:v>
                </c:pt>
                <c:pt idx="2640">
                  <c:v>43725</c:v>
                </c:pt>
                <c:pt idx="2641">
                  <c:v>43726</c:v>
                </c:pt>
                <c:pt idx="2642">
                  <c:v>43727</c:v>
                </c:pt>
                <c:pt idx="2643">
                  <c:v>43728</c:v>
                </c:pt>
                <c:pt idx="2644">
                  <c:v>43731</c:v>
                </c:pt>
                <c:pt idx="2645">
                  <c:v>43732</c:v>
                </c:pt>
                <c:pt idx="2646">
                  <c:v>43733</c:v>
                </c:pt>
                <c:pt idx="2647">
                  <c:v>43734</c:v>
                </c:pt>
                <c:pt idx="2648">
                  <c:v>43735</c:v>
                </c:pt>
                <c:pt idx="2649">
                  <c:v>43737</c:v>
                </c:pt>
                <c:pt idx="2650">
                  <c:v>43738</c:v>
                </c:pt>
                <c:pt idx="2651">
                  <c:v>43739</c:v>
                </c:pt>
                <c:pt idx="2652">
                  <c:v>43740</c:v>
                </c:pt>
                <c:pt idx="2653">
                  <c:v>43741</c:v>
                </c:pt>
                <c:pt idx="2654">
                  <c:v>43742</c:v>
                </c:pt>
                <c:pt idx="2655">
                  <c:v>43745</c:v>
                </c:pt>
                <c:pt idx="2656">
                  <c:v>43746</c:v>
                </c:pt>
                <c:pt idx="2657">
                  <c:v>43747</c:v>
                </c:pt>
                <c:pt idx="2658">
                  <c:v>43748</c:v>
                </c:pt>
                <c:pt idx="2659">
                  <c:v>43749</c:v>
                </c:pt>
                <c:pt idx="2660">
                  <c:v>43750</c:v>
                </c:pt>
                <c:pt idx="2661">
                  <c:v>43752</c:v>
                </c:pt>
                <c:pt idx="2662">
                  <c:v>43753</c:v>
                </c:pt>
                <c:pt idx="2663">
                  <c:v>43754</c:v>
                </c:pt>
                <c:pt idx="2664">
                  <c:v>43755</c:v>
                </c:pt>
                <c:pt idx="2665">
                  <c:v>43756</c:v>
                </c:pt>
                <c:pt idx="2666">
                  <c:v>43758</c:v>
                </c:pt>
                <c:pt idx="2667">
                  <c:v>43759</c:v>
                </c:pt>
                <c:pt idx="2668">
                  <c:v>43760</c:v>
                </c:pt>
                <c:pt idx="2669">
                  <c:v>43761</c:v>
                </c:pt>
                <c:pt idx="2670">
                  <c:v>43762</c:v>
                </c:pt>
                <c:pt idx="2671">
                  <c:v>43763</c:v>
                </c:pt>
                <c:pt idx="2672">
                  <c:v>43766</c:v>
                </c:pt>
                <c:pt idx="2673">
                  <c:v>43767</c:v>
                </c:pt>
                <c:pt idx="2674">
                  <c:v>43768</c:v>
                </c:pt>
                <c:pt idx="2675">
                  <c:v>43769</c:v>
                </c:pt>
                <c:pt idx="2676">
                  <c:v>43770</c:v>
                </c:pt>
                <c:pt idx="2677">
                  <c:v>43773</c:v>
                </c:pt>
                <c:pt idx="2678">
                  <c:v>43774</c:v>
                </c:pt>
                <c:pt idx="2679">
                  <c:v>43775</c:v>
                </c:pt>
                <c:pt idx="2680">
                  <c:v>43776</c:v>
                </c:pt>
                <c:pt idx="2681">
                  <c:v>43777</c:v>
                </c:pt>
                <c:pt idx="2682">
                  <c:v>43779</c:v>
                </c:pt>
                <c:pt idx="2683">
                  <c:v>43780</c:v>
                </c:pt>
                <c:pt idx="2684">
                  <c:v>43781</c:v>
                </c:pt>
                <c:pt idx="2685">
                  <c:v>43782</c:v>
                </c:pt>
                <c:pt idx="2686">
                  <c:v>43783</c:v>
                </c:pt>
                <c:pt idx="2687">
                  <c:v>43784</c:v>
                </c:pt>
                <c:pt idx="2688">
                  <c:v>43787</c:v>
                </c:pt>
                <c:pt idx="2689">
                  <c:v>43788</c:v>
                </c:pt>
                <c:pt idx="2690">
                  <c:v>43789</c:v>
                </c:pt>
                <c:pt idx="2691">
                  <c:v>43790</c:v>
                </c:pt>
                <c:pt idx="2692">
                  <c:v>43791</c:v>
                </c:pt>
                <c:pt idx="2693">
                  <c:v>43794</c:v>
                </c:pt>
                <c:pt idx="2694">
                  <c:v>43795</c:v>
                </c:pt>
                <c:pt idx="2695">
                  <c:v>43796</c:v>
                </c:pt>
                <c:pt idx="2696">
                  <c:v>43797</c:v>
                </c:pt>
                <c:pt idx="2697">
                  <c:v>43798</c:v>
                </c:pt>
                <c:pt idx="2698">
                  <c:v>43799</c:v>
                </c:pt>
                <c:pt idx="2699">
                  <c:v>43801</c:v>
                </c:pt>
                <c:pt idx="2700">
                  <c:v>43802</c:v>
                </c:pt>
                <c:pt idx="2701">
                  <c:v>43803</c:v>
                </c:pt>
                <c:pt idx="2702">
                  <c:v>43804</c:v>
                </c:pt>
                <c:pt idx="2703">
                  <c:v>43805</c:v>
                </c:pt>
                <c:pt idx="2704">
                  <c:v>43808</c:v>
                </c:pt>
                <c:pt idx="2705">
                  <c:v>43809</c:v>
                </c:pt>
                <c:pt idx="2706">
                  <c:v>43810</c:v>
                </c:pt>
                <c:pt idx="2707">
                  <c:v>43811</c:v>
                </c:pt>
                <c:pt idx="2708">
                  <c:v>43812</c:v>
                </c:pt>
                <c:pt idx="2709">
                  <c:v>43815</c:v>
                </c:pt>
                <c:pt idx="2710">
                  <c:v>43816</c:v>
                </c:pt>
                <c:pt idx="2711">
                  <c:v>43817</c:v>
                </c:pt>
                <c:pt idx="2712">
                  <c:v>43818</c:v>
                </c:pt>
                <c:pt idx="2713">
                  <c:v>43819</c:v>
                </c:pt>
                <c:pt idx="2714">
                  <c:v>43822</c:v>
                </c:pt>
                <c:pt idx="2715">
                  <c:v>43823</c:v>
                </c:pt>
                <c:pt idx="2716">
                  <c:v>43824</c:v>
                </c:pt>
                <c:pt idx="2717">
                  <c:v>43825</c:v>
                </c:pt>
                <c:pt idx="2718">
                  <c:v>43826</c:v>
                </c:pt>
                <c:pt idx="2719">
                  <c:v>43829</c:v>
                </c:pt>
                <c:pt idx="2720">
                  <c:v>43830</c:v>
                </c:pt>
                <c:pt idx="2721">
                  <c:v>43832</c:v>
                </c:pt>
                <c:pt idx="2722">
                  <c:v>43833</c:v>
                </c:pt>
                <c:pt idx="2723">
                  <c:v>43836</c:v>
                </c:pt>
                <c:pt idx="2724">
                  <c:v>43837</c:v>
                </c:pt>
                <c:pt idx="2725">
                  <c:v>43838</c:v>
                </c:pt>
                <c:pt idx="2726">
                  <c:v>43839</c:v>
                </c:pt>
                <c:pt idx="2727">
                  <c:v>43840</c:v>
                </c:pt>
                <c:pt idx="2728">
                  <c:v>43843</c:v>
                </c:pt>
                <c:pt idx="2729">
                  <c:v>43844</c:v>
                </c:pt>
                <c:pt idx="2730">
                  <c:v>43845</c:v>
                </c:pt>
                <c:pt idx="2731">
                  <c:v>43846</c:v>
                </c:pt>
                <c:pt idx="2732">
                  <c:v>43847</c:v>
                </c:pt>
                <c:pt idx="2733">
                  <c:v>43849</c:v>
                </c:pt>
                <c:pt idx="2734">
                  <c:v>43850</c:v>
                </c:pt>
                <c:pt idx="2735">
                  <c:v>43851</c:v>
                </c:pt>
                <c:pt idx="2736">
                  <c:v>43852</c:v>
                </c:pt>
                <c:pt idx="2737">
                  <c:v>43853</c:v>
                </c:pt>
                <c:pt idx="2738">
                  <c:v>43854</c:v>
                </c:pt>
                <c:pt idx="2739">
                  <c:v>43857</c:v>
                </c:pt>
                <c:pt idx="2740">
                  <c:v>43858</c:v>
                </c:pt>
                <c:pt idx="2741">
                  <c:v>43859</c:v>
                </c:pt>
                <c:pt idx="2742">
                  <c:v>43860</c:v>
                </c:pt>
                <c:pt idx="2743">
                  <c:v>43861</c:v>
                </c:pt>
                <c:pt idx="2744">
                  <c:v>43864</c:v>
                </c:pt>
                <c:pt idx="2745">
                  <c:v>43865</c:v>
                </c:pt>
                <c:pt idx="2746">
                  <c:v>43866</c:v>
                </c:pt>
                <c:pt idx="2747">
                  <c:v>43867</c:v>
                </c:pt>
                <c:pt idx="2748">
                  <c:v>43868</c:v>
                </c:pt>
                <c:pt idx="2749">
                  <c:v>43871</c:v>
                </c:pt>
                <c:pt idx="2750">
                  <c:v>43872</c:v>
                </c:pt>
                <c:pt idx="2751">
                  <c:v>43873</c:v>
                </c:pt>
                <c:pt idx="2752">
                  <c:v>43874</c:v>
                </c:pt>
                <c:pt idx="2753">
                  <c:v>43875</c:v>
                </c:pt>
                <c:pt idx="2754">
                  <c:v>43878</c:v>
                </c:pt>
                <c:pt idx="2755">
                  <c:v>43879</c:v>
                </c:pt>
                <c:pt idx="2756">
                  <c:v>43880</c:v>
                </c:pt>
                <c:pt idx="2757">
                  <c:v>43881</c:v>
                </c:pt>
                <c:pt idx="2758">
                  <c:v>43882</c:v>
                </c:pt>
                <c:pt idx="2759">
                  <c:v>43885</c:v>
                </c:pt>
                <c:pt idx="2760">
                  <c:v>43886</c:v>
                </c:pt>
                <c:pt idx="2761">
                  <c:v>43887</c:v>
                </c:pt>
                <c:pt idx="2762">
                  <c:v>43888</c:v>
                </c:pt>
                <c:pt idx="2763">
                  <c:v>43889</c:v>
                </c:pt>
                <c:pt idx="2764">
                  <c:v>43890</c:v>
                </c:pt>
                <c:pt idx="2765">
                  <c:v>43892</c:v>
                </c:pt>
                <c:pt idx="2766">
                  <c:v>43893</c:v>
                </c:pt>
                <c:pt idx="2767">
                  <c:v>43894</c:v>
                </c:pt>
                <c:pt idx="2768">
                  <c:v>43895</c:v>
                </c:pt>
                <c:pt idx="2769">
                  <c:v>43896</c:v>
                </c:pt>
                <c:pt idx="2770">
                  <c:v>43899</c:v>
                </c:pt>
                <c:pt idx="2771">
                  <c:v>43900</c:v>
                </c:pt>
                <c:pt idx="2772">
                  <c:v>43901</c:v>
                </c:pt>
                <c:pt idx="2773">
                  <c:v>43902</c:v>
                </c:pt>
                <c:pt idx="2774">
                  <c:v>43903</c:v>
                </c:pt>
                <c:pt idx="2775">
                  <c:v>43906</c:v>
                </c:pt>
                <c:pt idx="2776">
                  <c:v>43907</c:v>
                </c:pt>
                <c:pt idx="2777">
                  <c:v>43908</c:v>
                </c:pt>
                <c:pt idx="2778">
                  <c:v>43909</c:v>
                </c:pt>
                <c:pt idx="2779">
                  <c:v>43910</c:v>
                </c:pt>
                <c:pt idx="2780">
                  <c:v>43913</c:v>
                </c:pt>
                <c:pt idx="2781">
                  <c:v>43914</c:v>
                </c:pt>
                <c:pt idx="2782">
                  <c:v>43915</c:v>
                </c:pt>
                <c:pt idx="2783">
                  <c:v>43916</c:v>
                </c:pt>
                <c:pt idx="2784">
                  <c:v>43917</c:v>
                </c:pt>
                <c:pt idx="2785">
                  <c:v>43920</c:v>
                </c:pt>
                <c:pt idx="2786">
                  <c:v>43921</c:v>
                </c:pt>
                <c:pt idx="2787">
                  <c:v>43922</c:v>
                </c:pt>
                <c:pt idx="2788">
                  <c:v>43923</c:v>
                </c:pt>
                <c:pt idx="2789">
                  <c:v>43924</c:v>
                </c:pt>
                <c:pt idx="2790">
                  <c:v>43927</c:v>
                </c:pt>
                <c:pt idx="2791">
                  <c:v>43928</c:v>
                </c:pt>
                <c:pt idx="2792">
                  <c:v>43929</c:v>
                </c:pt>
                <c:pt idx="2793">
                  <c:v>43930</c:v>
                </c:pt>
                <c:pt idx="2794">
                  <c:v>43931</c:v>
                </c:pt>
                <c:pt idx="2795">
                  <c:v>43934</c:v>
                </c:pt>
                <c:pt idx="2796">
                  <c:v>43935</c:v>
                </c:pt>
                <c:pt idx="2797">
                  <c:v>43936</c:v>
                </c:pt>
                <c:pt idx="2798">
                  <c:v>43937</c:v>
                </c:pt>
                <c:pt idx="2799">
                  <c:v>43938</c:v>
                </c:pt>
                <c:pt idx="2800">
                  <c:v>43941</c:v>
                </c:pt>
                <c:pt idx="2801">
                  <c:v>43942</c:v>
                </c:pt>
                <c:pt idx="2802">
                  <c:v>43943</c:v>
                </c:pt>
                <c:pt idx="2803">
                  <c:v>43944</c:v>
                </c:pt>
                <c:pt idx="2804">
                  <c:v>43945</c:v>
                </c:pt>
                <c:pt idx="2805">
                  <c:v>43947</c:v>
                </c:pt>
                <c:pt idx="2806">
                  <c:v>43948</c:v>
                </c:pt>
                <c:pt idx="2807">
                  <c:v>43949</c:v>
                </c:pt>
                <c:pt idx="2808">
                  <c:v>43950</c:v>
                </c:pt>
                <c:pt idx="2809">
                  <c:v>43951</c:v>
                </c:pt>
                <c:pt idx="2810">
                  <c:v>43952</c:v>
                </c:pt>
                <c:pt idx="2811">
                  <c:v>43955</c:v>
                </c:pt>
                <c:pt idx="2812">
                  <c:v>43956</c:v>
                </c:pt>
                <c:pt idx="2813">
                  <c:v>43957</c:v>
                </c:pt>
                <c:pt idx="2814">
                  <c:v>43958</c:v>
                </c:pt>
                <c:pt idx="2815">
                  <c:v>43959</c:v>
                </c:pt>
                <c:pt idx="2816">
                  <c:v>43960</c:v>
                </c:pt>
                <c:pt idx="2817">
                  <c:v>43961</c:v>
                </c:pt>
                <c:pt idx="2818">
                  <c:v>43962</c:v>
                </c:pt>
                <c:pt idx="2819">
                  <c:v>43963</c:v>
                </c:pt>
                <c:pt idx="2820">
                  <c:v>43964</c:v>
                </c:pt>
                <c:pt idx="2821">
                  <c:v>43965</c:v>
                </c:pt>
                <c:pt idx="2822">
                  <c:v>43966</c:v>
                </c:pt>
                <c:pt idx="2823">
                  <c:v>43969</c:v>
                </c:pt>
                <c:pt idx="2824">
                  <c:v>43970</c:v>
                </c:pt>
                <c:pt idx="2825">
                  <c:v>43971</c:v>
                </c:pt>
                <c:pt idx="2826">
                  <c:v>43972</c:v>
                </c:pt>
                <c:pt idx="2827">
                  <c:v>43973</c:v>
                </c:pt>
                <c:pt idx="2828">
                  <c:v>43976</c:v>
                </c:pt>
                <c:pt idx="2829">
                  <c:v>43977</c:v>
                </c:pt>
                <c:pt idx="2830">
                  <c:v>43978</c:v>
                </c:pt>
                <c:pt idx="2831">
                  <c:v>43979</c:v>
                </c:pt>
                <c:pt idx="2832">
                  <c:v>43980</c:v>
                </c:pt>
                <c:pt idx="2833">
                  <c:v>43982</c:v>
                </c:pt>
                <c:pt idx="2834">
                  <c:v>43983</c:v>
                </c:pt>
                <c:pt idx="2835">
                  <c:v>43984</c:v>
                </c:pt>
                <c:pt idx="2836">
                  <c:v>43985</c:v>
                </c:pt>
                <c:pt idx="2837">
                  <c:v>43986</c:v>
                </c:pt>
                <c:pt idx="2838">
                  <c:v>43987</c:v>
                </c:pt>
                <c:pt idx="2839">
                  <c:v>43990</c:v>
                </c:pt>
                <c:pt idx="2840">
                  <c:v>43991</c:v>
                </c:pt>
                <c:pt idx="2841">
                  <c:v>43992</c:v>
                </c:pt>
                <c:pt idx="2842">
                  <c:v>43993</c:v>
                </c:pt>
                <c:pt idx="2843">
                  <c:v>43994</c:v>
                </c:pt>
                <c:pt idx="2844">
                  <c:v>43997</c:v>
                </c:pt>
                <c:pt idx="2845">
                  <c:v>43998</c:v>
                </c:pt>
                <c:pt idx="2846">
                  <c:v>43999</c:v>
                </c:pt>
                <c:pt idx="2847">
                  <c:v>44000</c:v>
                </c:pt>
                <c:pt idx="2848">
                  <c:v>44001</c:v>
                </c:pt>
                <c:pt idx="2849">
                  <c:v>44002</c:v>
                </c:pt>
                <c:pt idx="2850">
                  <c:v>44004</c:v>
                </c:pt>
                <c:pt idx="2851">
                  <c:v>44005</c:v>
                </c:pt>
                <c:pt idx="2852">
                  <c:v>44006</c:v>
                </c:pt>
                <c:pt idx="2853">
                  <c:v>44007</c:v>
                </c:pt>
                <c:pt idx="2854">
                  <c:v>44008</c:v>
                </c:pt>
                <c:pt idx="2855">
                  <c:v>44010</c:v>
                </c:pt>
                <c:pt idx="2856">
                  <c:v>44011</c:v>
                </c:pt>
                <c:pt idx="2857">
                  <c:v>44012</c:v>
                </c:pt>
                <c:pt idx="2858">
                  <c:v>44013</c:v>
                </c:pt>
                <c:pt idx="2859">
                  <c:v>44014</c:v>
                </c:pt>
                <c:pt idx="2860">
                  <c:v>44015</c:v>
                </c:pt>
                <c:pt idx="2861">
                  <c:v>44018</c:v>
                </c:pt>
                <c:pt idx="2862">
                  <c:v>44019</c:v>
                </c:pt>
                <c:pt idx="2863">
                  <c:v>44020</c:v>
                </c:pt>
                <c:pt idx="2864">
                  <c:v>44021</c:v>
                </c:pt>
                <c:pt idx="2865">
                  <c:v>44022</c:v>
                </c:pt>
                <c:pt idx="2866">
                  <c:v>44025</c:v>
                </c:pt>
                <c:pt idx="2867">
                  <c:v>44026</c:v>
                </c:pt>
                <c:pt idx="2868">
                  <c:v>44027</c:v>
                </c:pt>
                <c:pt idx="2869">
                  <c:v>44028</c:v>
                </c:pt>
                <c:pt idx="2870">
                  <c:v>44029</c:v>
                </c:pt>
                <c:pt idx="2871">
                  <c:v>44032</c:v>
                </c:pt>
                <c:pt idx="2872">
                  <c:v>44033</c:v>
                </c:pt>
                <c:pt idx="2873">
                  <c:v>44034</c:v>
                </c:pt>
                <c:pt idx="2874">
                  <c:v>44035</c:v>
                </c:pt>
                <c:pt idx="2875">
                  <c:v>44036</c:v>
                </c:pt>
                <c:pt idx="2876">
                  <c:v>44039</c:v>
                </c:pt>
                <c:pt idx="2877">
                  <c:v>44040</c:v>
                </c:pt>
                <c:pt idx="2878">
                  <c:v>44041</c:v>
                </c:pt>
                <c:pt idx="2879">
                  <c:v>44042</c:v>
                </c:pt>
                <c:pt idx="2880">
                  <c:v>44043</c:v>
                </c:pt>
                <c:pt idx="2881">
                  <c:v>44046</c:v>
                </c:pt>
                <c:pt idx="2882">
                  <c:v>44047</c:v>
                </c:pt>
                <c:pt idx="2883">
                  <c:v>44048</c:v>
                </c:pt>
                <c:pt idx="2884">
                  <c:v>44049</c:v>
                </c:pt>
                <c:pt idx="2885">
                  <c:v>44050</c:v>
                </c:pt>
                <c:pt idx="2886">
                  <c:v>44053</c:v>
                </c:pt>
                <c:pt idx="2887">
                  <c:v>44054</c:v>
                </c:pt>
                <c:pt idx="2888">
                  <c:v>44055</c:v>
                </c:pt>
                <c:pt idx="2889">
                  <c:v>44056</c:v>
                </c:pt>
                <c:pt idx="2890">
                  <c:v>44057</c:v>
                </c:pt>
                <c:pt idx="2891">
                  <c:v>44060</c:v>
                </c:pt>
                <c:pt idx="2892">
                  <c:v>44061</c:v>
                </c:pt>
                <c:pt idx="2893">
                  <c:v>44062</c:v>
                </c:pt>
                <c:pt idx="2894">
                  <c:v>44063</c:v>
                </c:pt>
                <c:pt idx="2895">
                  <c:v>44064</c:v>
                </c:pt>
                <c:pt idx="2896">
                  <c:v>44067</c:v>
                </c:pt>
                <c:pt idx="2897">
                  <c:v>44068</c:v>
                </c:pt>
                <c:pt idx="2898">
                  <c:v>44069</c:v>
                </c:pt>
                <c:pt idx="2899">
                  <c:v>44070</c:v>
                </c:pt>
                <c:pt idx="2900">
                  <c:v>44071</c:v>
                </c:pt>
                <c:pt idx="2901">
                  <c:v>44074</c:v>
                </c:pt>
                <c:pt idx="2902">
                  <c:v>44075</c:v>
                </c:pt>
                <c:pt idx="2903">
                  <c:v>44076</c:v>
                </c:pt>
                <c:pt idx="2904">
                  <c:v>44077</c:v>
                </c:pt>
                <c:pt idx="2905">
                  <c:v>44078</c:v>
                </c:pt>
                <c:pt idx="2906">
                  <c:v>44081</c:v>
                </c:pt>
                <c:pt idx="2907">
                  <c:v>44082</c:v>
                </c:pt>
                <c:pt idx="2908">
                  <c:v>44083</c:v>
                </c:pt>
                <c:pt idx="2909">
                  <c:v>44084</c:v>
                </c:pt>
                <c:pt idx="2910">
                  <c:v>44085</c:v>
                </c:pt>
                <c:pt idx="2911">
                  <c:v>44088</c:v>
                </c:pt>
                <c:pt idx="2912">
                  <c:v>44089</c:v>
                </c:pt>
                <c:pt idx="2913">
                  <c:v>44090</c:v>
                </c:pt>
                <c:pt idx="2914">
                  <c:v>44091</c:v>
                </c:pt>
                <c:pt idx="2915">
                  <c:v>44092</c:v>
                </c:pt>
                <c:pt idx="2916">
                  <c:v>44094</c:v>
                </c:pt>
                <c:pt idx="2917">
                  <c:v>44095</c:v>
                </c:pt>
                <c:pt idx="2918">
                  <c:v>44096</c:v>
                </c:pt>
                <c:pt idx="2919">
                  <c:v>44097</c:v>
                </c:pt>
                <c:pt idx="2920">
                  <c:v>44098</c:v>
                </c:pt>
                <c:pt idx="2921">
                  <c:v>44099</c:v>
                </c:pt>
                <c:pt idx="2922">
                  <c:v>44101</c:v>
                </c:pt>
                <c:pt idx="2923">
                  <c:v>44102</c:v>
                </c:pt>
                <c:pt idx="2924">
                  <c:v>44103</c:v>
                </c:pt>
                <c:pt idx="2925">
                  <c:v>44104</c:v>
                </c:pt>
                <c:pt idx="2926">
                  <c:v>44105</c:v>
                </c:pt>
                <c:pt idx="2927">
                  <c:v>44106</c:v>
                </c:pt>
                <c:pt idx="2928">
                  <c:v>44109</c:v>
                </c:pt>
                <c:pt idx="2929">
                  <c:v>44110</c:v>
                </c:pt>
                <c:pt idx="2930">
                  <c:v>44111</c:v>
                </c:pt>
                <c:pt idx="2931">
                  <c:v>44112</c:v>
                </c:pt>
                <c:pt idx="2932">
                  <c:v>44113</c:v>
                </c:pt>
                <c:pt idx="2933">
                  <c:v>44114</c:v>
                </c:pt>
                <c:pt idx="2934">
                  <c:v>44116</c:v>
                </c:pt>
                <c:pt idx="2935">
                  <c:v>44117</c:v>
                </c:pt>
                <c:pt idx="2936">
                  <c:v>44118</c:v>
                </c:pt>
                <c:pt idx="2937">
                  <c:v>44119</c:v>
                </c:pt>
                <c:pt idx="2938">
                  <c:v>44120</c:v>
                </c:pt>
                <c:pt idx="2939">
                  <c:v>44123</c:v>
                </c:pt>
                <c:pt idx="2940">
                  <c:v>44124</c:v>
                </c:pt>
                <c:pt idx="2941">
                  <c:v>44125</c:v>
                </c:pt>
                <c:pt idx="2942">
                  <c:v>44126</c:v>
                </c:pt>
                <c:pt idx="2943">
                  <c:v>44127</c:v>
                </c:pt>
                <c:pt idx="2944">
                  <c:v>44130</c:v>
                </c:pt>
                <c:pt idx="2945">
                  <c:v>44131</c:v>
                </c:pt>
                <c:pt idx="2946">
                  <c:v>44132</c:v>
                </c:pt>
                <c:pt idx="2947">
                  <c:v>44133</c:v>
                </c:pt>
                <c:pt idx="2948">
                  <c:v>44134</c:v>
                </c:pt>
                <c:pt idx="2949">
                  <c:v>44135</c:v>
                </c:pt>
                <c:pt idx="2950">
                  <c:v>44137</c:v>
                </c:pt>
                <c:pt idx="2951">
                  <c:v>44138</c:v>
                </c:pt>
                <c:pt idx="2952">
                  <c:v>44139</c:v>
                </c:pt>
                <c:pt idx="2953">
                  <c:v>44140</c:v>
                </c:pt>
                <c:pt idx="2954">
                  <c:v>44141</c:v>
                </c:pt>
                <c:pt idx="2955">
                  <c:v>44144</c:v>
                </c:pt>
                <c:pt idx="2956">
                  <c:v>44145</c:v>
                </c:pt>
                <c:pt idx="2957">
                  <c:v>44146</c:v>
                </c:pt>
                <c:pt idx="2958">
                  <c:v>44147</c:v>
                </c:pt>
                <c:pt idx="2959">
                  <c:v>44148</c:v>
                </c:pt>
                <c:pt idx="2960">
                  <c:v>44151</c:v>
                </c:pt>
                <c:pt idx="2961">
                  <c:v>44152</c:v>
                </c:pt>
                <c:pt idx="2962">
                  <c:v>44153</c:v>
                </c:pt>
                <c:pt idx="2963">
                  <c:v>44154</c:v>
                </c:pt>
                <c:pt idx="2964">
                  <c:v>44155</c:v>
                </c:pt>
                <c:pt idx="2965">
                  <c:v>44158</c:v>
                </c:pt>
                <c:pt idx="2966">
                  <c:v>44159</c:v>
                </c:pt>
                <c:pt idx="2967">
                  <c:v>44160</c:v>
                </c:pt>
                <c:pt idx="2968">
                  <c:v>44161</c:v>
                </c:pt>
                <c:pt idx="2969">
                  <c:v>44162</c:v>
                </c:pt>
                <c:pt idx="2970">
                  <c:v>44165</c:v>
                </c:pt>
                <c:pt idx="2971">
                  <c:v>44166</c:v>
                </c:pt>
                <c:pt idx="2972">
                  <c:v>44167</c:v>
                </c:pt>
                <c:pt idx="2973">
                  <c:v>44168</c:v>
                </c:pt>
                <c:pt idx="2974">
                  <c:v>44169</c:v>
                </c:pt>
                <c:pt idx="2975">
                  <c:v>44172</c:v>
                </c:pt>
                <c:pt idx="2976">
                  <c:v>44173</c:v>
                </c:pt>
                <c:pt idx="2977">
                  <c:v>44174</c:v>
                </c:pt>
                <c:pt idx="2978">
                  <c:v>44175</c:v>
                </c:pt>
                <c:pt idx="2979">
                  <c:v>44176</c:v>
                </c:pt>
                <c:pt idx="2980">
                  <c:v>44179</c:v>
                </c:pt>
                <c:pt idx="2981">
                  <c:v>44180</c:v>
                </c:pt>
                <c:pt idx="2982">
                  <c:v>44181</c:v>
                </c:pt>
                <c:pt idx="2983">
                  <c:v>44182</c:v>
                </c:pt>
                <c:pt idx="2984">
                  <c:v>44183</c:v>
                </c:pt>
                <c:pt idx="2985">
                  <c:v>44185</c:v>
                </c:pt>
                <c:pt idx="2986">
                  <c:v>44186</c:v>
                </c:pt>
                <c:pt idx="2987">
                  <c:v>44187</c:v>
                </c:pt>
                <c:pt idx="2988">
                  <c:v>44188</c:v>
                </c:pt>
                <c:pt idx="2989">
                  <c:v>44189</c:v>
                </c:pt>
                <c:pt idx="2990">
                  <c:v>44190</c:v>
                </c:pt>
                <c:pt idx="2991">
                  <c:v>44193</c:v>
                </c:pt>
                <c:pt idx="2992">
                  <c:v>44194</c:v>
                </c:pt>
                <c:pt idx="2993">
                  <c:v>44195</c:v>
                </c:pt>
                <c:pt idx="2994">
                  <c:v>44196</c:v>
                </c:pt>
                <c:pt idx="2995">
                  <c:v>44200</c:v>
                </c:pt>
                <c:pt idx="2996">
                  <c:v>44201</c:v>
                </c:pt>
                <c:pt idx="2997">
                  <c:v>44202</c:v>
                </c:pt>
                <c:pt idx="2998">
                  <c:v>44203</c:v>
                </c:pt>
                <c:pt idx="2999">
                  <c:v>44204</c:v>
                </c:pt>
                <c:pt idx="3000">
                  <c:v>44206</c:v>
                </c:pt>
                <c:pt idx="3001">
                  <c:v>44207</c:v>
                </c:pt>
                <c:pt idx="3002">
                  <c:v>44208</c:v>
                </c:pt>
                <c:pt idx="3003">
                  <c:v>44209</c:v>
                </c:pt>
                <c:pt idx="3004">
                  <c:v>44210</c:v>
                </c:pt>
                <c:pt idx="3005">
                  <c:v>44211</c:v>
                </c:pt>
                <c:pt idx="3006">
                  <c:v>44214</c:v>
                </c:pt>
                <c:pt idx="3007">
                  <c:v>44215</c:v>
                </c:pt>
                <c:pt idx="3008">
                  <c:v>44216</c:v>
                </c:pt>
                <c:pt idx="3009">
                  <c:v>44217</c:v>
                </c:pt>
                <c:pt idx="3010">
                  <c:v>44218</c:v>
                </c:pt>
                <c:pt idx="3011">
                  <c:v>44221</c:v>
                </c:pt>
                <c:pt idx="3012">
                  <c:v>44222</c:v>
                </c:pt>
                <c:pt idx="3013">
                  <c:v>44223</c:v>
                </c:pt>
                <c:pt idx="3014">
                  <c:v>44224</c:v>
                </c:pt>
                <c:pt idx="3015">
                  <c:v>44225</c:v>
                </c:pt>
                <c:pt idx="3016">
                  <c:v>44227</c:v>
                </c:pt>
                <c:pt idx="3017">
                  <c:v>44228</c:v>
                </c:pt>
                <c:pt idx="3018">
                  <c:v>44229</c:v>
                </c:pt>
                <c:pt idx="3019">
                  <c:v>44230</c:v>
                </c:pt>
                <c:pt idx="3020">
                  <c:v>44231</c:v>
                </c:pt>
                <c:pt idx="3021">
                  <c:v>44232</c:v>
                </c:pt>
                <c:pt idx="3022">
                  <c:v>44234</c:v>
                </c:pt>
                <c:pt idx="3023">
                  <c:v>44235</c:v>
                </c:pt>
                <c:pt idx="3024">
                  <c:v>44236</c:v>
                </c:pt>
                <c:pt idx="3025">
                  <c:v>44237</c:v>
                </c:pt>
                <c:pt idx="3026">
                  <c:v>44238</c:v>
                </c:pt>
                <c:pt idx="3027">
                  <c:v>44239</c:v>
                </c:pt>
                <c:pt idx="3028">
                  <c:v>44242</c:v>
                </c:pt>
                <c:pt idx="3029">
                  <c:v>44243</c:v>
                </c:pt>
                <c:pt idx="3030">
                  <c:v>44244</c:v>
                </c:pt>
                <c:pt idx="3031">
                  <c:v>44245</c:v>
                </c:pt>
                <c:pt idx="3032">
                  <c:v>44246</c:v>
                </c:pt>
                <c:pt idx="3033">
                  <c:v>44247</c:v>
                </c:pt>
                <c:pt idx="3034">
                  <c:v>44249</c:v>
                </c:pt>
                <c:pt idx="3035">
                  <c:v>44250</c:v>
                </c:pt>
                <c:pt idx="3036">
                  <c:v>44251</c:v>
                </c:pt>
                <c:pt idx="3037">
                  <c:v>44252</c:v>
                </c:pt>
                <c:pt idx="3038">
                  <c:v>44253</c:v>
                </c:pt>
                <c:pt idx="3039">
                  <c:v>44255</c:v>
                </c:pt>
                <c:pt idx="3040">
                  <c:v>44256</c:v>
                </c:pt>
                <c:pt idx="3041">
                  <c:v>44257</c:v>
                </c:pt>
                <c:pt idx="3042">
                  <c:v>44258</c:v>
                </c:pt>
                <c:pt idx="3043">
                  <c:v>44259</c:v>
                </c:pt>
                <c:pt idx="3044">
                  <c:v>44260</c:v>
                </c:pt>
                <c:pt idx="3045">
                  <c:v>44263</c:v>
                </c:pt>
                <c:pt idx="3046">
                  <c:v>44264</c:v>
                </c:pt>
                <c:pt idx="3047">
                  <c:v>44265</c:v>
                </c:pt>
                <c:pt idx="3048">
                  <c:v>44266</c:v>
                </c:pt>
                <c:pt idx="3049">
                  <c:v>44267</c:v>
                </c:pt>
                <c:pt idx="3050">
                  <c:v>44270</c:v>
                </c:pt>
                <c:pt idx="3051">
                  <c:v>44271</c:v>
                </c:pt>
                <c:pt idx="3052">
                  <c:v>44272</c:v>
                </c:pt>
                <c:pt idx="3053">
                  <c:v>44273</c:v>
                </c:pt>
                <c:pt idx="3054">
                  <c:v>44274</c:v>
                </c:pt>
                <c:pt idx="3055">
                  <c:v>44275</c:v>
                </c:pt>
                <c:pt idx="3056">
                  <c:v>44277</c:v>
                </c:pt>
                <c:pt idx="3057">
                  <c:v>44278</c:v>
                </c:pt>
                <c:pt idx="3058">
                  <c:v>44279</c:v>
                </c:pt>
                <c:pt idx="3059">
                  <c:v>44280</c:v>
                </c:pt>
                <c:pt idx="3060">
                  <c:v>44281</c:v>
                </c:pt>
                <c:pt idx="3061">
                  <c:v>44284</c:v>
                </c:pt>
                <c:pt idx="3062">
                  <c:v>44285</c:v>
                </c:pt>
                <c:pt idx="3063">
                  <c:v>44286</c:v>
                </c:pt>
                <c:pt idx="3064">
                  <c:v>44287</c:v>
                </c:pt>
                <c:pt idx="3065">
                  <c:v>44288</c:v>
                </c:pt>
                <c:pt idx="3066">
                  <c:v>44291</c:v>
                </c:pt>
                <c:pt idx="3067">
                  <c:v>44292</c:v>
                </c:pt>
                <c:pt idx="3068">
                  <c:v>44293</c:v>
                </c:pt>
                <c:pt idx="3069">
                  <c:v>44294</c:v>
                </c:pt>
                <c:pt idx="3070">
                  <c:v>44295</c:v>
                </c:pt>
                <c:pt idx="3071">
                  <c:v>44296</c:v>
                </c:pt>
                <c:pt idx="3072">
                  <c:v>44298</c:v>
                </c:pt>
                <c:pt idx="3073">
                  <c:v>44299</c:v>
                </c:pt>
                <c:pt idx="3074">
                  <c:v>44300</c:v>
                </c:pt>
                <c:pt idx="3075">
                  <c:v>44301</c:v>
                </c:pt>
                <c:pt idx="3076">
                  <c:v>44302</c:v>
                </c:pt>
                <c:pt idx="3077">
                  <c:v>44305</c:v>
                </c:pt>
                <c:pt idx="3078">
                  <c:v>44306</c:v>
                </c:pt>
                <c:pt idx="3079">
                  <c:v>44307</c:v>
                </c:pt>
                <c:pt idx="3080">
                  <c:v>44308</c:v>
                </c:pt>
                <c:pt idx="3081">
                  <c:v>44309</c:v>
                </c:pt>
                <c:pt idx="3082">
                  <c:v>44311</c:v>
                </c:pt>
                <c:pt idx="3083">
                  <c:v>44312</c:v>
                </c:pt>
                <c:pt idx="3084">
                  <c:v>44313</c:v>
                </c:pt>
                <c:pt idx="3085">
                  <c:v>44314</c:v>
                </c:pt>
                <c:pt idx="3086">
                  <c:v>44315</c:v>
                </c:pt>
                <c:pt idx="3087">
                  <c:v>44316</c:v>
                </c:pt>
                <c:pt idx="3088">
                  <c:v>44319</c:v>
                </c:pt>
                <c:pt idx="3089">
                  <c:v>44320</c:v>
                </c:pt>
                <c:pt idx="3090">
                  <c:v>44321</c:v>
                </c:pt>
                <c:pt idx="3091">
                  <c:v>44322</c:v>
                </c:pt>
                <c:pt idx="3092">
                  <c:v>44323</c:v>
                </c:pt>
                <c:pt idx="3093">
                  <c:v>44324</c:v>
                </c:pt>
                <c:pt idx="3094">
                  <c:v>44326</c:v>
                </c:pt>
                <c:pt idx="3095">
                  <c:v>44327</c:v>
                </c:pt>
                <c:pt idx="3096">
                  <c:v>44328</c:v>
                </c:pt>
                <c:pt idx="3097">
                  <c:v>44329</c:v>
                </c:pt>
                <c:pt idx="3098">
                  <c:v>44330</c:v>
                </c:pt>
                <c:pt idx="3099">
                  <c:v>44333</c:v>
                </c:pt>
                <c:pt idx="3100">
                  <c:v>44334</c:v>
                </c:pt>
                <c:pt idx="3101">
                  <c:v>44335</c:v>
                </c:pt>
                <c:pt idx="3102">
                  <c:v>44336</c:v>
                </c:pt>
                <c:pt idx="3103">
                  <c:v>44337</c:v>
                </c:pt>
                <c:pt idx="3104">
                  <c:v>44340</c:v>
                </c:pt>
                <c:pt idx="3105">
                  <c:v>44341</c:v>
                </c:pt>
                <c:pt idx="3106">
                  <c:v>44342</c:v>
                </c:pt>
                <c:pt idx="3107">
                  <c:v>44343</c:v>
                </c:pt>
                <c:pt idx="3108">
                  <c:v>44344</c:v>
                </c:pt>
                <c:pt idx="3109">
                  <c:v>44347</c:v>
                </c:pt>
                <c:pt idx="3110">
                  <c:v>44348</c:v>
                </c:pt>
                <c:pt idx="3111">
                  <c:v>44349</c:v>
                </c:pt>
                <c:pt idx="3112">
                  <c:v>44350</c:v>
                </c:pt>
                <c:pt idx="3113">
                  <c:v>44351</c:v>
                </c:pt>
                <c:pt idx="3114">
                  <c:v>44354</c:v>
                </c:pt>
                <c:pt idx="3115">
                  <c:v>44355</c:v>
                </c:pt>
                <c:pt idx="3116">
                  <c:v>44356</c:v>
                </c:pt>
                <c:pt idx="3117">
                  <c:v>44357</c:v>
                </c:pt>
                <c:pt idx="3118">
                  <c:v>44358</c:v>
                </c:pt>
                <c:pt idx="3119">
                  <c:v>44361</c:v>
                </c:pt>
                <c:pt idx="3120">
                  <c:v>44362</c:v>
                </c:pt>
                <c:pt idx="3121">
                  <c:v>44363</c:v>
                </c:pt>
                <c:pt idx="3122">
                  <c:v>44364</c:v>
                </c:pt>
                <c:pt idx="3123">
                  <c:v>44365</c:v>
                </c:pt>
                <c:pt idx="3124">
                  <c:v>44367</c:v>
                </c:pt>
                <c:pt idx="3125">
                  <c:v>44368</c:v>
                </c:pt>
                <c:pt idx="3126">
                  <c:v>44369</c:v>
                </c:pt>
                <c:pt idx="3127">
                  <c:v>44370</c:v>
                </c:pt>
                <c:pt idx="3128">
                  <c:v>44371</c:v>
                </c:pt>
                <c:pt idx="3129">
                  <c:v>44372</c:v>
                </c:pt>
                <c:pt idx="3130">
                  <c:v>44375</c:v>
                </c:pt>
                <c:pt idx="3131">
                  <c:v>44376</c:v>
                </c:pt>
                <c:pt idx="3132">
                  <c:v>44377</c:v>
                </c:pt>
                <c:pt idx="3133">
                  <c:v>44378</c:v>
                </c:pt>
                <c:pt idx="3134">
                  <c:v>44379</c:v>
                </c:pt>
                <c:pt idx="3135">
                  <c:v>44382</c:v>
                </c:pt>
                <c:pt idx="3136">
                  <c:v>44383</c:v>
                </c:pt>
                <c:pt idx="3137">
                  <c:v>44384</c:v>
                </c:pt>
                <c:pt idx="3138">
                  <c:v>44385</c:v>
                </c:pt>
                <c:pt idx="3139">
                  <c:v>44386</c:v>
                </c:pt>
                <c:pt idx="3140">
                  <c:v>44387</c:v>
                </c:pt>
                <c:pt idx="3141">
                  <c:v>44389</c:v>
                </c:pt>
                <c:pt idx="3142">
                  <c:v>44390</c:v>
                </c:pt>
                <c:pt idx="3143">
                  <c:v>44391</c:v>
                </c:pt>
                <c:pt idx="3144">
                  <c:v>44392</c:v>
                </c:pt>
                <c:pt idx="3145">
                  <c:v>44393</c:v>
                </c:pt>
                <c:pt idx="3146">
                  <c:v>44396</c:v>
                </c:pt>
                <c:pt idx="3147">
                  <c:v>44397</c:v>
                </c:pt>
                <c:pt idx="3148">
                  <c:v>44398</c:v>
                </c:pt>
                <c:pt idx="3149">
                  <c:v>44399</c:v>
                </c:pt>
                <c:pt idx="3150">
                  <c:v>44400</c:v>
                </c:pt>
                <c:pt idx="3151">
                  <c:v>44403</c:v>
                </c:pt>
                <c:pt idx="3152">
                  <c:v>44404</c:v>
                </c:pt>
                <c:pt idx="3153">
                  <c:v>44405</c:v>
                </c:pt>
                <c:pt idx="3154">
                  <c:v>44406</c:v>
                </c:pt>
                <c:pt idx="3155">
                  <c:v>44407</c:v>
                </c:pt>
                <c:pt idx="3156">
                  <c:v>44408</c:v>
                </c:pt>
                <c:pt idx="3157">
                  <c:v>44410</c:v>
                </c:pt>
                <c:pt idx="3158">
                  <c:v>44411</c:v>
                </c:pt>
                <c:pt idx="3159">
                  <c:v>44412</c:v>
                </c:pt>
                <c:pt idx="3160">
                  <c:v>44413</c:v>
                </c:pt>
                <c:pt idx="3161">
                  <c:v>44414</c:v>
                </c:pt>
                <c:pt idx="3162">
                  <c:v>44417</c:v>
                </c:pt>
                <c:pt idx="3163">
                  <c:v>44418</c:v>
                </c:pt>
                <c:pt idx="3164">
                  <c:v>44419</c:v>
                </c:pt>
                <c:pt idx="3165">
                  <c:v>44420</c:v>
                </c:pt>
                <c:pt idx="3166">
                  <c:v>44421</c:v>
                </c:pt>
                <c:pt idx="3167">
                  <c:v>44424</c:v>
                </c:pt>
                <c:pt idx="3168">
                  <c:v>44425</c:v>
                </c:pt>
                <c:pt idx="3169">
                  <c:v>44426</c:v>
                </c:pt>
                <c:pt idx="3170">
                  <c:v>44427</c:v>
                </c:pt>
                <c:pt idx="3171">
                  <c:v>44428</c:v>
                </c:pt>
                <c:pt idx="3172">
                  <c:v>44431</c:v>
                </c:pt>
                <c:pt idx="3173">
                  <c:v>44432</c:v>
                </c:pt>
                <c:pt idx="3174">
                  <c:v>44433</c:v>
                </c:pt>
                <c:pt idx="3175">
                  <c:v>44434</c:v>
                </c:pt>
                <c:pt idx="3176">
                  <c:v>44435</c:v>
                </c:pt>
                <c:pt idx="3177">
                  <c:v>44438</c:v>
                </c:pt>
                <c:pt idx="3178">
                  <c:v>44439</c:v>
                </c:pt>
                <c:pt idx="3179">
                  <c:v>44440</c:v>
                </c:pt>
                <c:pt idx="3180">
                  <c:v>44441</c:v>
                </c:pt>
                <c:pt idx="3181">
                  <c:v>44442</c:v>
                </c:pt>
                <c:pt idx="3182">
                  <c:v>44445</c:v>
                </c:pt>
                <c:pt idx="3183">
                  <c:v>44446</c:v>
                </c:pt>
                <c:pt idx="3184">
                  <c:v>44447</c:v>
                </c:pt>
                <c:pt idx="3185">
                  <c:v>44448</c:v>
                </c:pt>
                <c:pt idx="3186">
                  <c:v>44449</c:v>
                </c:pt>
                <c:pt idx="3187">
                  <c:v>44452</c:v>
                </c:pt>
                <c:pt idx="3188">
                  <c:v>44453</c:v>
                </c:pt>
                <c:pt idx="3189">
                  <c:v>44454</c:v>
                </c:pt>
                <c:pt idx="3190">
                  <c:v>44455</c:v>
                </c:pt>
                <c:pt idx="3191">
                  <c:v>44456</c:v>
                </c:pt>
                <c:pt idx="3192">
                  <c:v>44457</c:v>
                </c:pt>
                <c:pt idx="3193">
                  <c:v>44459</c:v>
                </c:pt>
                <c:pt idx="3194">
                  <c:v>44460</c:v>
                </c:pt>
                <c:pt idx="3195">
                  <c:v>44461</c:v>
                </c:pt>
                <c:pt idx="3196">
                  <c:v>44462</c:v>
                </c:pt>
                <c:pt idx="3197">
                  <c:v>44463</c:v>
                </c:pt>
                <c:pt idx="3198">
                  <c:v>44465</c:v>
                </c:pt>
                <c:pt idx="3199">
                  <c:v>44466</c:v>
                </c:pt>
                <c:pt idx="3200">
                  <c:v>44467</c:v>
                </c:pt>
                <c:pt idx="3201">
                  <c:v>44468</c:v>
                </c:pt>
                <c:pt idx="3202">
                  <c:v>44469</c:v>
                </c:pt>
                <c:pt idx="3203">
                  <c:v>44470</c:v>
                </c:pt>
                <c:pt idx="3204">
                  <c:v>44473</c:v>
                </c:pt>
                <c:pt idx="3205">
                  <c:v>44474</c:v>
                </c:pt>
                <c:pt idx="3206">
                  <c:v>44475</c:v>
                </c:pt>
                <c:pt idx="3207">
                  <c:v>44476</c:v>
                </c:pt>
                <c:pt idx="3208">
                  <c:v>44477</c:v>
                </c:pt>
                <c:pt idx="3209">
                  <c:v>44478</c:v>
                </c:pt>
                <c:pt idx="3210">
                  <c:v>44479</c:v>
                </c:pt>
                <c:pt idx="3211">
                  <c:v>44480</c:v>
                </c:pt>
                <c:pt idx="3212">
                  <c:v>44481</c:v>
                </c:pt>
                <c:pt idx="3213">
                  <c:v>44482</c:v>
                </c:pt>
                <c:pt idx="3214">
                  <c:v>44483</c:v>
                </c:pt>
                <c:pt idx="3215">
                  <c:v>44484</c:v>
                </c:pt>
                <c:pt idx="3216">
                  <c:v>44487</c:v>
                </c:pt>
                <c:pt idx="3217">
                  <c:v>44488</c:v>
                </c:pt>
                <c:pt idx="3218">
                  <c:v>44489</c:v>
                </c:pt>
                <c:pt idx="3219">
                  <c:v>44490</c:v>
                </c:pt>
                <c:pt idx="3220">
                  <c:v>44491</c:v>
                </c:pt>
                <c:pt idx="3221">
                  <c:v>44494</c:v>
                </c:pt>
                <c:pt idx="3222">
                  <c:v>44495</c:v>
                </c:pt>
                <c:pt idx="3223">
                  <c:v>44496</c:v>
                </c:pt>
                <c:pt idx="3224">
                  <c:v>44497</c:v>
                </c:pt>
                <c:pt idx="3225">
                  <c:v>44498</c:v>
                </c:pt>
                <c:pt idx="3226">
                  <c:v>44500</c:v>
                </c:pt>
                <c:pt idx="3227">
                  <c:v>44501</c:v>
                </c:pt>
                <c:pt idx="3228">
                  <c:v>44502</c:v>
                </c:pt>
                <c:pt idx="3229">
                  <c:v>44503</c:v>
                </c:pt>
                <c:pt idx="3230">
                  <c:v>44504</c:v>
                </c:pt>
                <c:pt idx="3231">
                  <c:v>44505</c:v>
                </c:pt>
                <c:pt idx="3232">
                  <c:v>44508</c:v>
                </c:pt>
                <c:pt idx="3233">
                  <c:v>44509</c:v>
                </c:pt>
                <c:pt idx="3234">
                  <c:v>44510</c:v>
                </c:pt>
                <c:pt idx="3235">
                  <c:v>44511</c:v>
                </c:pt>
                <c:pt idx="3236">
                  <c:v>44512</c:v>
                </c:pt>
                <c:pt idx="3237">
                  <c:v>44513</c:v>
                </c:pt>
                <c:pt idx="3238">
                  <c:v>44514</c:v>
                </c:pt>
                <c:pt idx="3239">
                  <c:v>44515</c:v>
                </c:pt>
                <c:pt idx="3240">
                  <c:v>44516</c:v>
                </c:pt>
                <c:pt idx="3241">
                  <c:v>44517</c:v>
                </c:pt>
                <c:pt idx="3242">
                  <c:v>44518</c:v>
                </c:pt>
                <c:pt idx="3243">
                  <c:v>44519</c:v>
                </c:pt>
                <c:pt idx="3244">
                  <c:v>44520</c:v>
                </c:pt>
                <c:pt idx="3245">
                  <c:v>44521</c:v>
                </c:pt>
                <c:pt idx="3246">
                  <c:v>44522</c:v>
                </c:pt>
                <c:pt idx="3247">
                  <c:v>44523</c:v>
                </c:pt>
                <c:pt idx="3248">
                  <c:v>44524</c:v>
                </c:pt>
                <c:pt idx="3249">
                  <c:v>44525</c:v>
                </c:pt>
                <c:pt idx="3250">
                  <c:v>44526</c:v>
                </c:pt>
                <c:pt idx="3251">
                  <c:v>44527</c:v>
                </c:pt>
                <c:pt idx="3252">
                  <c:v>44528</c:v>
                </c:pt>
                <c:pt idx="3253">
                  <c:v>44529</c:v>
                </c:pt>
                <c:pt idx="3254">
                  <c:v>44530</c:v>
                </c:pt>
                <c:pt idx="3255">
                  <c:v>44531</c:v>
                </c:pt>
                <c:pt idx="3256">
                  <c:v>44532</c:v>
                </c:pt>
                <c:pt idx="3257">
                  <c:v>44533</c:v>
                </c:pt>
                <c:pt idx="3258">
                  <c:v>44534</c:v>
                </c:pt>
                <c:pt idx="3259">
                  <c:v>44535</c:v>
                </c:pt>
                <c:pt idx="3260">
                  <c:v>44536</c:v>
                </c:pt>
                <c:pt idx="3261">
                  <c:v>44537</c:v>
                </c:pt>
                <c:pt idx="3262">
                  <c:v>44538</c:v>
                </c:pt>
                <c:pt idx="3263">
                  <c:v>44539</c:v>
                </c:pt>
                <c:pt idx="3264">
                  <c:v>44540</c:v>
                </c:pt>
                <c:pt idx="3265">
                  <c:v>44541</c:v>
                </c:pt>
                <c:pt idx="3266">
                  <c:v>44542</c:v>
                </c:pt>
                <c:pt idx="3267">
                  <c:v>44543</c:v>
                </c:pt>
                <c:pt idx="3268">
                  <c:v>44544</c:v>
                </c:pt>
                <c:pt idx="3269">
                  <c:v>44545</c:v>
                </c:pt>
                <c:pt idx="3270">
                  <c:v>44546</c:v>
                </c:pt>
                <c:pt idx="3271">
                  <c:v>44547</c:v>
                </c:pt>
                <c:pt idx="3272">
                  <c:v>44548</c:v>
                </c:pt>
                <c:pt idx="3273">
                  <c:v>44549</c:v>
                </c:pt>
                <c:pt idx="3274">
                  <c:v>44550</c:v>
                </c:pt>
                <c:pt idx="3275">
                  <c:v>44551</c:v>
                </c:pt>
                <c:pt idx="3276">
                  <c:v>44552</c:v>
                </c:pt>
                <c:pt idx="3277">
                  <c:v>44553</c:v>
                </c:pt>
                <c:pt idx="3278">
                  <c:v>44554</c:v>
                </c:pt>
                <c:pt idx="3279">
                  <c:v>44555</c:v>
                </c:pt>
                <c:pt idx="3280">
                  <c:v>44556</c:v>
                </c:pt>
                <c:pt idx="3281">
                  <c:v>44557</c:v>
                </c:pt>
                <c:pt idx="3282">
                  <c:v>44558</c:v>
                </c:pt>
                <c:pt idx="3283">
                  <c:v>44559</c:v>
                </c:pt>
                <c:pt idx="3284">
                  <c:v>44560</c:v>
                </c:pt>
                <c:pt idx="3285">
                  <c:v>44561</c:v>
                </c:pt>
                <c:pt idx="3286">
                  <c:v>44562</c:v>
                </c:pt>
                <c:pt idx="3287">
                  <c:v>44563</c:v>
                </c:pt>
                <c:pt idx="3288">
                  <c:v>44564</c:v>
                </c:pt>
                <c:pt idx="3289">
                  <c:v>44565</c:v>
                </c:pt>
                <c:pt idx="3290">
                  <c:v>44566</c:v>
                </c:pt>
                <c:pt idx="3291">
                  <c:v>44567</c:v>
                </c:pt>
                <c:pt idx="3292">
                  <c:v>44568</c:v>
                </c:pt>
                <c:pt idx="3293">
                  <c:v>44569</c:v>
                </c:pt>
                <c:pt idx="3294">
                  <c:v>44570</c:v>
                </c:pt>
                <c:pt idx="3295">
                  <c:v>44571</c:v>
                </c:pt>
                <c:pt idx="3296">
                  <c:v>44572</c:v>
                </c:pt>
                <c:pt idx="3297">
                  <c:v>44573</c:v>
                </c:pt>
                <c:pt idx="3298">
                  <c:v>44574</c:v>
                </c:pt>
                <c:pt idx="3299">
                  <c:v>44575</c:v>
                </c:pt>
                <c:pt idx="3300">
                  <c:v>44576</c:v>
                </c:pt>
                <c:pt idx="3301">
                  <c:v>44577</c:v>
                </c:pt>
                <c:pt idx="3302">
                  <c:v>44578</c:v>
                </c:pt>
                <c:pt idx="3303">
                  <c:v>44579</c:v>
                </c:pt>
                <c:pt idx="3304">
                  <c:v>44580</c:v>
                </c:pt>
                <c:pt idx="3305">
                  <c:v>44581</c:v>
                </c:pt>
                <c:pt idx="3306">
                  <c:v>44582</c:v>
                </c:pt>
                <c:pt idx="3307">
                  <c:v>44583</c:v>
                </c:pt>
                <c:pt idx="3308">
                  <c:v>44584</c:v>
                </c:pt>
                <c:pt idx="3309">
                  <c:v>44585</c:v>
                </c:pt>
                <c:pt idx="3310">
                  <c:v>44586</c:v>
                </c:pt>
                <c:pt idx="3311">
                  <c:v>44587</c:v>
                </c:pt>
                <c:pt idx="3312">
                  <c:v>44588</c:v>
                </c:pt>
                <c:pt idx="3313">
                  <c:v>44589</c:v>
                </c:pt>
                <c:pt idx="3314">
                  <c:v>44590</c:v>
                </c:pt>
                <c:pt idx="3315">
                  <c:v>44591</c:v>
                </c:pt>
                <c:pt idx="3316">
                  <c:v>44592</c:v>
                </c:pt>
                <c:pt idx="3317">
                  <c:v>44593</c:v>
                </c:pt>
                <c:pt idx="3318">
                  <c:v>44594</c:v>
                </c:pt>
                <c:pt idx="3319">
                  <c:v>44595</c:v>
                </c:pt>
                <c:pt idx="3320">
                  <c:v>44596</c:v>
                </c:pt>
                <c:pt idx="3321">
                  <c:v>44597</c:v>
                </c:pt>
                <c:pt idx="3322">
                  <c:v>44598</c:v>
                </c:pt>
                <c:pt idx="3323">
                  <c:v>44599</c:v>
                </c:pt>
                <c:pt idx="3324">
                  <c:v>44600</c:v>
                </c:pt>
                <c:pt idx="3325">
                  <c:v>44601</c:v>
                </c:pt>
                <c:pt idx="3326">
                  <c:v>44602</c:v>
                </c:pt>
                <c:pt idx="3327">
                  <c:v>44603</c:v>
                </c:pt>
                <c:pt idx="3328">
                  <c:v>44606</c:v>
                </c:pt>
                <c:pt idx="3329">
                  <c:v>44607</c:v>
                </c:pt>
                <c:pt idx="3330">
                  <c:v>44608</c:v>
                </c:pt>
                <c:pt idx="3331">
                  <c:v>44609</c:v>
                </c:pt>
                <c:pt idx="3332">
                  <c:v>44610</c:v>
                </c:pt>
                <c:pt idx="3333">
                  <c:v>44612</c:v>
                </c:pt>
                <c:pt idx="3334">
                  <c:v>44613</c:v>
                </c:pt>
                <c:pt idx="3335">
                  <c:v>44614</c:v>
                </c:pt>
                <c:pt idx="3336">
                  <c:v>44615</c:v>
                </c:pt>
                <c:pt idx="3337">
                  <c:v>44616</c:v>
                </c:pt>
                <c:pt idx="3338">
                  <c:v>44617</c:v>
                </c:pt>
                <c:pt idx="3339">
                  <c:v>44620</c:v>
                </c:pt>
                <c:pt idx="3340">
                  <c:v>44621</c:v>
                </c:pt>
                <c:pt idx="3341">
                  <c:v>44622</c:v>
                </c:pt>
                <c:pt idx="3342">
                  <c:v>44623</c:v>
                </c:pt>
                <c:pt idx="3343">
                  <c:v>44624</c:v>
                </c:pt>
                <c:pt idx="3344">
                  <c:v>44627</c:v>
                </c:pt>
                <c:pt idx="3345">
                  <c:v>44628</c:v>
                </c:pt>
                <c:pt idx="3346">
                  <c:v>44629</c:v>
                </c:pt>
                <c:pt idx="3347">
                  <c:v>44630</c:v>
                </c:pt>
                <c:pt idx="3348">
                  <c:v>44631</c:v>
                </c:pt>
                <c:pt idx="3349">
                  <c:v>44634</c:v>
                </c:pt>
                <c:pt idx="3350">
                  <c:v>44635</c:v>
                </c:pt>
                <c:pt idx="3351">
                  <c:v>44636</c:v>
                </c:pt>
                <c:pt idx="3352">
                  <c:v>44637</c:v>
                </c:pt>
                <c:pt idx="3353">
                  <c:v>44638</c:v>
                </c:pt>
                <c:pt idx="3354">
                  <c:v>44639</c:v>
                </c:pt>
                <c:pt idx="3355">
                  <c:v>44640</c:v>
                </c:pt>
                <c:pt idx="3356">
                  <c:v>44641</c:v>
                </c:pt>
                <c:pt idx="3357">
                  <c:v>44642</c:v>
                </c:pt>
                <c:pt idx="3358">
                  <c:v>44643</c:v>
                </c:pt>
                <c:pt idx="3359">
                  <c:v>44644</c:v>
                </c:pt>
                <c:pt idx="3360">
                  <c:v>44645</c:v>
                </c:pt>
                <c:pt idx="3361">
                  <c:v>44648</c:v>
                </c:pt>
                <c:pt idx="3362">
                  <c:v>44649</c:v>
                </c:pt>
                <c:pt idx="3363">
                  <c:v>44650</c:v>
                </c:pt>
                <c:pt idx="3364">
                  <c:v>44651</c:v>
                </c:pt>
                <c:pt idx="3365">
                  <c:v>44652</c:v>
                </c:pt>
                <c:pt idx="3366">
                  <c:v>44653</c:v>
                </c:pt>
                <c:pt idx="3367">
                  <c:v>44655</c:v>
                </c:pt>
                <c:pt idx="3368">
                  <c:v>44656</c:v>
                </c:pt>
                <c:pt idx="3369">
                  <c:v>44657</c:v>
                </c:pt>
                <c:pt idx="3370">
                  <c:v>44658</c:v>
                </c:pt>
                <c:pt idx="3371">
                  <c:v>44659</c:v>
                </c:pt>
                <c:pt idx="3372">
                  <c:v>44660</c:v>
                </c:pt>
                <c:pt idx="3373">
                  <c:v>44661</c:v>
                </c:pt>
                <c:pt idx="3374">
                  <c:v>44662</c:v>
                </c:pt>
                <c:pt idx="3375">
                  <c:v>44663</c:v>
                </c:pt>
                <c:pt idx="3376">
                  <c:v>44664</c:v>
                </c:pt>
                <c:pt idx="3377">
                  <c:v>44665</c:v>
                </c:pt>
                <c:pt idx="3378">
                  <c:v>44666</c:v>
                </c:pt>
                <c:pt idx="3379">
                  <c:v>44667</c:v>
                </c:pt>
                <c:pt idx="3380">
                  <c:v>44668</c:v>
                </c:pt>
                <c:pt idx="3381">
                  <c:v>44669</c:v>
                </c:pt>
                <c:pt idx="3382">
                  <c:v>44670</c:v>
                </c:pt>
                <c:pt idx="3383">
                  <c:v>44671</c:v>
                </c:pt>
                <c:pt idx="3384">
                  <c:v>44672</c:v>
                </c:pt>
                <c:pt idx="3385">
                  <c:v>44673</c:v>
                </c:pt>
                <c:pt idx="3386">
                  <c:v>44674</c:v>
                </c:pt>
                <c:pt idx="3387">
                  <c:v>44675</c:v>
                </c:pt>
                <c:pt idx="3388">
                  <c:v>44676</c:v>
                </c:pt>
                <c:pt idx="3389">
                  <c:v>44677</c:v>
                </c:pt>
                <c:pt idx="3390">
                  <c:v>44678</c:v>
                </c:pt>
                <c:pt idx="3391">
                  <c:v>44679</c:v>
                </c:pt>
                <c:pt idx="3392">
                  <c:v>44680</c:v>
                </c:pt>
                <c:pt idx="3393">
                  <c:v>44681</c:v>
                </c:pt>
                <c:pt idx="3394">
                  <c:v>44682</c:v>
                </c:pt>
                <c:pt idx="3395">
                  <c:v>44683</c:v>
                </c:pt>
                <c:pt idx="3396">
                  <c:v>44684</c:v>
                </c:pt>
                <c:pt idx="3397">
                  <c:v>44685</c:v>
                </c:pt>
                <c:pt idx="3398">
                  <c:v>44686</c:v>
                </c:pt>
                <c:pt idx="3399">
                  <c:v>44687</c:v>
                </c:pt>
                <c:pt idx="3400">
                  <c:v>44688</c:v>
                </c:pt>
                <c:pt idx="3401">
                  <c:v>44689</c:v>
                </c:pt>
                <c:pt idx="3402">
                  <c:v>44690</c:v>
                </c:pt>
                <c:pt idx="3403">
                  <c:v>44691</c:v>
                </c:pt>
                <c:pt idx="3404">
                  <c:v>44692</c:v>
                </c:pt>
                <c:pt idx="3405">
                  <c:v>44693</c:v>
                </c:pt>
                <c:pt idx="3406">
                  <c:v>44694</c:v>
                </c:pt>
                <c:pt idx="3407">
                  <c:v>44695</c:v>
                </c:pt>
                <c:pt idx="3408">
                  <c:v>44696</c:v>
                </c:pt>
                <c:pt idx="3409">
                  <c:v>44697</c:v>
                </c:pt>
                <c:pt idx="3410">
                  <c:v>44698</c:v>
                </c:pt>
                <c:pt idx="3411">
                  <c:v>44699</c:v>
                </c:pt>
                <c:pt idx="3412">
                  <c:v>44700</c:v>
                </c:pt>
                <c:pt idx="3413">
                  <c:v>44701</c:v>
                </c:pt>
                <c:pt idx="3414">
                  <c:v>44704</c:v>
                </c:pt>
                <c:pt idx="3415">
                  <c:v>44705</c:v>
                </c:pt>
                <c:pt idx="3416">
                  <c:v>44706</c:v>
                </c:pt>
                <c:pt idx="3417">
                  <c:v>44707</c:v>
                </c:pt>
                <c:pt idx="3418">
                  <c:v>44708</c:v>
                </c:pt>
                <c:pt idx="3419">
                  <c:v>44711</c:v>
                </c:pt>
                <c:pt idx="3420">
                  <c:v>44712</c:v>
                </c:pt>
                <c:pt idx="3421">
                  <c:v>44713</c:v>
                </c:pt>
                <c:pt idx="3422">
                  <c:v>44714</c:v>
                </c:pt>
                <c:pt idx="3423">
                  <c:v>44715</c:v>
                </c:pt>
                <c:pt idx="3424">
                  <c:v>44718</c:v>
                </c:pt>
                <c:pt idx="3425">
                  <c:v>44719</c:v>
                </c:pt>
                <c:pt idx="3426">
                  <c:v>44720</c:v>
                </c:pt>
                <c:pt idx="3427">
                  <c:v>44721</c:v>
                </c:pt>
                <c:pt idx="3428">
                  <c:v>44722</c:v>
                </c:pt>
                <c:pt idx="3429">
                  <c:v>44725</c:v>
                </c:pt>
                <c:pt idx="3430">
                  <c:v>44726</c:v>
                </c:pt>
                <c:pt idx="3431">
                  <c:v>44727</c:v>
                </c:pt>
                <c:pt idx="3432">
                  <c:v>44728</c:v>
                </c:pt>
                <c:pt idx="3433">
                  <c:v>44729</c:v>
                </c:pt>
                <c:pt idx="3434">
                  <c:v>44730</c:v>
                </c:pt>
                <c:pt idx="3435">
                  <c:v>44731</c:v>
                </c:pt>
                <c:pt idx="3436">
                  <c:v>44732</c:v>
                </c:pt>
                <c:pt idx="3437">
                  <c:v>44733</c:v>
                </c:pt>
                <c:pt idx="3438">
                  <c:v>44734</c:v>
                </c:pt>
                <c:pt idx="3439">
                  <c:v>44735</c:v>
                </c:pt>
                <c:pt idx="3440">
                  <c:v>44736</c:v>
                </c:pt>
                <c:pt idx="3441">
                  <c:v>44737</c:v>
                </c:pt>
                <c:pt idx="3442">
                  <c:v>44738</c:v>
                </c:pt>
                <c:pt idx="3443">
                  <c:v>44739</c:v>
                </c:pt>
                <c:pt idx="3444">
                  <c:v>44740</c:v>
                </c:pt>
                <c:pt idx="3445">
                  <c:v>44741</c:v>
                </c:pt>
                <c:pt idx="3446">
                  <c:v>44742</c:v>
                </c:pt>
                <c:pt idx="3447">
                  <c:v>44743</c:v>
                </c:pt>
                <c:pt idx="3448">
                  <c:v>44744</c:v>
                </c:pt>
                <c:pt idx="3449">
                  <c:v>44745</c:v>
                </c:pt>
                <c:pt idx="3450">
                  <c:v>44746</c:v>
                </c:pt>
                <c:pt idx="3451">
                  <c:v>44747</c:v>
                </c:pt>
                <c:pt idx="3452">
                  <c:v>44748</c:v>
                </c:pt>
                <c:pt idx="3453">
                  <c:v>44749</c:v>
                </c:pt>
                <c:pt idx="3454">
                  <c:v>44750</c:v>
                </c:pt>
                <c:pt idx="3455">
                  <c:v>44751</c:v>
                </c:pt>
                <c:pt idx="3456">
                  <c:v>44752</c:v>
                </c:pt>
                <c:pt idx="3457">
                  <c:v>44753</c:v>
                </c:pt>
                <c:pt idx="3458">
                  <c:v>44754</c:v>
                </c:pt>
                <c:pt idx="3459">
                  <c:v>44755</c:v>
                </c:pt>
                <c:pt idx="3460">
                  <c:v>44756</c:v>
                </c:pt>
                <c:pt idx="3461">
                  <c:v>44757</c:v>
                </c:pt>
                <c:pt idx="3462">
                  <c:v>44758</c:v>
                </c:pt>
                <c:pt idx="3463">
                  <c:v>44759</c:v>
                </c:pt>
                <c:pt idx="3464">
                  <c:v>44760</c:v>
                </c:pt>
                <c:pt idx="3465">
                  <c:v>44761</c:v>
                </c:pt>
                <c:pt idx="3466">
                  <c:v>44762</c:v>
                </c:pt>
                <c:pt idx="3467">
                  <c:v>44763</c:v>
                </c:pt>
                <c:pt idx="3468">
                  <c:v>44764</c:v>
                </c:pt>
                <c:pt idx="3469">
                  <c:v>44765</c:v>
                </c:pt>
                <c:pt idx="3470">
                  <c:v>44766</c:v>
                </c:pt>
                <c:pt idx="3471">
                  <c:v>44767</c:v>
                </c:pt>
                <c:pt idx="3472">
                  <c:v>44768</c:v>
                </c:pt>
                <c:pt idx="3473">
                  <c:v>44769</c:v>
                </c:pt>
                <c:pt idx="3474">
                  <c:v>44770</c:v>
                </c:pt>
                <c:pt idx="3475">
                  <c:v>44771</c:v>
                </c:pt>
                <c:pt idx="3476">
                  <c:v>44772</c:v>
                </c:pt>
                <c:pt idx="3477">
                  <c:v>44773</c:v>
                </c:pt>
                <c:pt idx="3478">
                  <c:v>44774</c:v>
                </c:pt>
                <c:pt idx="3479">
                  <c:v>44775</c:v>
                </c:pt>
                <c:pt idx="3480">
                  <c:v>44776</c:v>
                </c:pt>
                <c:pt idx="3481">
                  <c:v>44777</c:v>
                </c:pt>
                <c:pt idx="3482">
                  <c:v>44778</c:v>
                </c:pt>
                <c:pt idx="3483">
                  <c:v>44779</c:v>
                </c:pt>
                <c:pt idx="3484">
                  <c:v>44780</c:v>
                </c:pt>
                <c:pt idx="3485">
                  <c:v>44781</c:v>
                </c:pt>
                <c:pt idx="3486">
                  <c:v>44782</c:v>
                </c:pt>
                <c:pt idx="3487">
                  <c:v>44783</c:v>
                </c:pt>
                <c:pt idx="3488">
                  <c:v>44784</c:v>
                </c:pt>
                <c:pt idx="3489">
                  <c:v>44785</c:v>
                </c:pt>
                <c:pt idx="3490">
                  <c:v>44786</c:v>
                </c:pt>
                <c:pt idx="3491">
                  <c:v>44787</c:v>
                </c:pt>
                <c:pt idx="3492">
                  <c:v>44788</c:v>
                </c:pt>
                <c:pt idx="3493">
                  <c:v>44789</c:v>
                </c:pt>
                <c:pt idx="3494">
                  <c:v>44790</c:v>
                </c:pt>
                <c:pt idx="3495">
                  <c:v>44791</c:v>
                </c:pt>
                <c:pt idx="3496">
                  <c:v>44792</c:v>
                </c:pt>
                <c:pt idx="3497">
                  <c:v>44793</c:v>
                </c:pt>
                <c:pt idx="3498">
                  <c:v>44794</c:v>
                </c:pt>
                <c:pt idx="3499">
                  <c:v>44795</c:v>
                </c:pt>
                <c:pt idx="3500">
                  <c:v>44796</c:v>
                </c:pt>
                <c:pt idx="3501">
                  <c:v>44797</c:v>
                </c:pt>
                <c:pt idx="3502">
                  <c:v>44798</c:v>
                </c:pt>
                <c:pt idx="3503">
                  <c:v>44799</c:v>
                </c:pt>
                <c:pt idx="3504">
                  <c:v>44800</c:v>
                </c:pt>
                <c:pt idx="3505">
                  <c:v>44801</c:v>
                </c:pt>
                <c:pt idx="3506">
                  <c:v>44802</c:v>
                </c:pt>
                <c:pt idx="3507">
                  <c:v>44803</c:v>
                </c:pt>
                <c:pt idx="3508">
                  <c:v>44804</c:v>
                </c:pt>
                <c:pt idx="3509">
                  <c:v>44805</c:v>
                </c:pt>
                <c:pt idx="3510">
                  <c:v>44806</c:v>
                </c:pt>
                <c:pt idx="3511">
                  <c:v>44807</c:v>
                </c:pt>
                <c:pt idx="3512">
                  <c:v>44808</c:v>
                </c:pt>
                <c:pt idx="3513">
                  <c:v>44809</c:v>
                </c:pt>
                <c:pt idx="3514">
                  <c:v>44810</c:v>
                </c:pt>
                <c:pt idx="3515">
                  <c:v>44811</c:v>
                </c:pt>
                <c:pt idx="3516">
                  <c:v>44812</c:v>
                </c:pt>
                <c:pt idx="3517">
                  <c:v>44813</c:v>
                </c:pt>
                <c:pt idx="3518">
                  <c:v>44814</c:v>
                </c:pt>
                <c:pt idx="3519">
                  <c:v>44815</c:v>
                </c:pt>
                <c:pt idx="3520">
                  <c:v>44816</c:v>
                </c:pt>
                <c:pt idx="3521">
                  <c:v>44817</c:v>
                </c:pt>
                <c:pt idx="3522">
                  <c:v>44818</c:v>
                </c:pt>
                <c:pt idx="3523">
                  <c:v>44819</c:v>
                </c:pt>
                <c:pt idx="3524">
                  <c:v>44820</c:v>
                </c:pt>
                <c:pt idx="3525">
                  <c:v>44821</c:v>
                </c:pt>
                <c:pt idx="3526">
                  <c:v>44822</c:v>
                </c:pt>
                <c:pt idx="3527">
                  <c:v>44823</c:v>
                </c:pt>
                <c:pt idx="3528">
                  <c:v>44824</c:v>
                </c:pt>
                <c:pt idx="3529">
                  <c:v>44825</c:v>
                </c:pt>
                <c:pt idx="3530">
                  <c:v>44826</c:v>
                </c:pt>
                <c:pt idx="3531">
                  <c:v>44827</c:v>
                </c:pt>
                <c:pt idx="3532">
                  <c:v>44828</c:v>
                </c:pt>
                <c:pt idx="3533">
                  <c:v>44829</c:v>
                </c:pt>
                <c:pt idx="3534">
                  <c:v>44830</c:v>
                </c:pt>
                <c:pt idx="3535">
                  <c:v>44831</c:v>
                </c:pt>
                <c:pt idx="3536">
                  <c:v>44832</c:v>
                </c:pt>
                <c:pt idx="3537">
                  <c:v>44833</c:v>
                </c:pt>
                <c:pt idx="3538">
                  <c:v>44834</c:v>
                </c:pt>
                <c:pt idx="3539">
                  <c:v>44835</c:v>
                </c:pt>
                <c:pt idx="3540">
                  <c:v>44836</c:v>
                </c:pt>
                <c:pt idx="3541">
                  <c:v>44837</c:v>
                </c:pt>
                <c:pt idx="3542">
                  <c:v>44838</c:v>
                </c:pt>
                <c:pt idx="3543">
                  <c:v>44839</c:v>
                </c:pt>
                <c:pt idx="3544">
                  <c:v>44840</c:v>
                </c:pt>
                <c:pt idx="3545">
                  <c:v>44841</c:v>
                </c:pt>
                <c:pt idx="3546">
                  <c:v>44842</c:v>
                </c:pt>
                <c:pt idx="3547">
                  <c:v>44843</c:v>
                </c:pt>
                <c:pt idx="3548">
                  <c:v>44844</c:v>
                </c:pt>
                <c:pt idx="3549">
                  <c:v>44845</c:v>
                </c:pt>
                <c:pt idx="3550">
                  <c:v>44846</c:v>
                </c:pt>
                <c:pt idx="3551">
                  <c:v>44847</c:v>
                </c:pt>
                <c:pt idx="3552">
                  <c:v>44848</c:v>
                </c:pt>
                <c:pt idx="3553">
                  <c:v>44849</c:v>
                </c:pt>
                <c:pt idx="3554">
                  <c:v>44850</c:v>
                </c:pt>
                <c:pt idx="3555">
                  <c:v>44851</c:v>
                </c:pt>
                <c:pt idx="3556">
                  <c:v>44852</c:v>
                </c:pt>
                <c:pt idx="3557">
                  <c:v>44853</c:v>
                </c:pt>
                <c:pt idx="3558">
                  <c:v>44854</c:v>
                </c:pt>
                <c:pt idx="3559">
                  <c:v>44855</c:v>
                </c:pt>
                <c:pt idx="3560">
                  <c:v>44856</c:v>
                </c:pt>
                <c:pt idx="3561">
                  <c:v>44857</c:v>
                </c:pt>
                <c:pt idx="3562">
                  <c:v>44858</c:v>
                </c:pt>
                <c:pt idx="3563">
                  <c:v>44859</c:v>
                </c:pt>
                <c:pt idx="3564">
                  <c:v>44860</c:v>
                </c:pt>
                <c:pt idx="3565">
                  <c:v>44861</c:v>
                </c:pt>
                <c:pt idx="3566">
                  <c:v>44862</c:v>
                </c:pt>
                <c:pt idx="3567">
                  <c:v>44863</c:v>
                </c:pt>
                <c:pt idx="3568">
                  <c:v>44864</c:v>
                </c:pt>
                <c:pt idx="3569">
                  <c:v>44865</c:v>
                </c:pt>
                <c:pt idx="3570">
                  <c:v>44866</c:v>
                </c:pt>
                <c:pt idx="3571">
                  <c:v>44867</c:v>
                </c:pt>
                <c:pt idx="3572">
                  <c:v>44868</c:v>
                </c:pt>
                <c:pt idx="3573">
                  <c:v>44869</c:v>
                </c:pt>
                <c:pt idx="3574">
                  <c:v>44870</c:v>
                </c:pt>
                <c:pt idx="3575">
                  <c:v>44871</c:v>
                </c:pt>
                <c:pt idx="3576">
                  <c:v>44872</c:v>
                </c:pt>
                <c:pt idx="3577">
                  <c:v>44873</c:v>
                </c:pt>
                <c:pt idx="3578">
                  <c:v>44874</c:v>
                </c:pt>
                <c:pt idx="3579">
                  <c:v>44875</c:v>
                </c:pt>
                <c:pt idx="3580">
                  <c:v>44876</c:v>
                </c:pt>
                <c:pt idx="3581">
                  <c:v>44877</c:v>
                </c:pt>
                <c:pt idx="3582">
                  <c:v>44878</c:v>
                </c:pt>
                <c:pt idx="3583">
                  <c:v>44879</c:v>
                </c:pt>
                <c:pt idx="3584">
                  <c:v>44880</c:v>
                </c:pt>
                <c:pt idx="3585">
                  <c:v>44881</c:v>
                </c:pt>
                <c:pt idx="3586">
                  <c:v>44882</c:v>
                </c:pt>
                <c:pt idx="3587">
                  <c:v>44883</c:v>
                </c:pt>
                <c:pt idx="3588">
                  <c:v>44884</c:v>
                </c:pt>
                <c:pt idx="3589">
                  <c:v>44885</c:v>
                </c:pt>
                <c:pt idx="3590">
                  <c:v>44886</c:v>
                </c:pt>
                <c:pt idx="3591">
                  <c:v>44887</c:v>
                </c:pt>
                <c:pt idx="3592">
                  <c:v>44888</c:v>
                </c:pt>
                <c:pt idx="3593">
                  <c:v>44889</c:v>
                </c:pt>
                <c:pt idx="3594">
                  <c:v>44890</c:v>
                </c:pt>
                <c:pt idx="3595">
                  <c:v>44891</c:v>
                </c:pt>
                <c:pt idx="3596">
                  <c:v>44892</c:v>
                </c:pt>
                <c:pt idx="3597">
                  <c:v>44893</c:v>
                </c:pt>
                <c:pt idx="3598">
                  <c:v>44894</c:v>
                </c:pt>
                <c:pt idx="3599">
                  <c:v>44895</c:v>
                </c:pt>
                <c:pt idx="3600">
                  <c:v>44896</c:v>
                </c:pt>
                <c:pt idx="3601">
                  <c:v>44897</c:v>
                </c:pt>
                <c:pt idx="3602">
                  <c:v>44898</c:v>
                </c:pt>
                <c:pt idx="3603">
                  <c:v>44899</c:v>
                </c:pt>
                <c:pt idx="3604">
                  <c:v>44900</c:v>
                </c:pt>
                <c:pt idx="3605">
                  <c:v>44901</c:v>
                </c:pt>
                <c:pt idx="3606">
                  <c:v>44902</c:v>
                </c:pt>
                <c:pt idx="3607">
                  <c:v>44903</c:v>
                </c:pt>
                <c:pt idx="3608">
                  <c:v>44904</c:v>
                </c:pt>
                <c:pt idx="3609">
                  <c:v>44905</c:v>
                </c:pt>
                <c:pt idx="3610">
                  <c:v>44906</c:v>
                </c:pt>
                <c:pt idx="3611">
                  <c:v>44907</c:v>
                </c:pt>
                <c:pt idx="3612">
                  <c:v>44908</c:v>
                </c:pt>
                <c:pt idx="3613">
                  <c:v>44909</c:v>
                </c:pt>
                <c:pt idx="3614">
                  <c:v>44910</c:v>
                </c:pt>
                <c:pt idx="3615">
                  <c:v>44911</c:v>
                </c:pt>
                <c:pt idx="3616">
                  <c:v>44912</c:v>
                </c:pt>
                <c:pt idx="3617">
                  <c:v>44913</c:v>
                </c:pt>
                <c:pt idx="3618">
                  <c:v>44914</c:v>
                </c:pt>
                <c:pt idx="3619">
                  <c:v>44915</c:v>
                </c:pt>
                <c:pt idx="3620">
                  <c:v>44916</c:v>
                </c:pt>
                <c:pt idx="3621">
                  <c:v>44917</c:v>
                </c:pt>
                <c:pt idx="3622">
                  <c:v>44918</c:v>
                </c:pt>
                <c:pt idx="3623">
                  <c:v>44919</c:v>
                </c:pt>
                <c:pt idx="3624">
                  <c:v>44920</c:v>
                </c:pt>
                <c:pt idx="3625">
                  <c:v>44921</c:v>
                </c:pt>
                <c:pt idx="3626">
                  <c:v>44922</c:v>
                </c:pt>
                <c:pt idx="3627">
                  <c:v>44923</c:v>
                </c:pt>
                <c:pt idx="3628">
                  <c:v>44924</c:v>
                </c:pt>
                <c:pt idx="3629">
                  <c:v>44925</c:v>
                </c:pt>
                <c:pt idx="3630">
                  <c:v>44926</c:v>
                </c:pt>
                <c:pt idx="3631">
                  <c:v>44927</c:v>
                </c:pt>
                <c:pt idx="3632">
                  <c:v>44928</c:v>
                </c:pt>
                <c:pt idx="3633">
                  <c:v>44929</c:v>
                </c:pt>
                <c:pt idx="3634">
                  <c:v>44930</c:v>
                </c:pt>
                <c:pt idx="3635">
                  <c:v>44931</c:v>
                </c:pt>
                <c:pt idx="3636">
                  <c:v>44932</c:v>
                </c:pt>
                <c:pt idx="3637">
                  <c:v>44933</c:v>
                </c:pt>
                <c:pt idx="3638">
                  <c:v>44934</c:v>
                </c:pt>
                <c:pt idx="3639">
                  <c:v>44935</c:v>
                </c:pt>
                <c:pt idx="3640">
                  <c:v>44936</c:v>
                </c:pt>
                <c:pt idx="3641">
                  <c:v>44937</c:v>
                </c:pt>
                <c:pt idx="3642">
                  <c:v>44938</c:v>
                </c:pt>
                <c:pt idx="3643">
                  <c:v>44939</c:v>
                </c:pt>
                <c:pt idx="3644">
                  <c:v>44940</c:v>
                </c:pt>
                <c:pt idx="3645">
                  <c:v>44941</c:v>
                </c:pt>
                <c:pt idx="3646" formatCode="yyyy\-mm\-dd">
                  <c:v>44942</c:v>
                </c:pt>
                <c:pt idx="3647" formatCode="yyyy\-mm\-dd">
                  <c:v>44943</c:v>
                </c:pt>
                <c:pt idx="3648" formatCode="yyyy\-mm\-dd">
                  <c:v>44944</c:v>
                </c:pt>
                <c:pt idx="3649" formatCode="yyyy\-mm\-dd">
                  <c:v>44945</c:v>
                </c:pt>
                <c:pt idx="3650" formatCode="yyyy\-mm\-dd">
                  <c:v>44946</c:v>
                </c:pt>
                <c:pt idx="3651" formatCode="yyyy\-mm\-dd">
                  <c:v>44949</c:v>
                </c:pt>
                <c:pt idx="3652" formatCode="yyyy\-mm\-dd">
                  <c:v>44950</c:v>
                </c:pt>
                <c:pt idx="3653" formatCode="yyyy\-mm\-dd">
                  <c:v>44951</c:v>
                </c:pt>
                <c:pt idx="3654" formatCode="yyyy\-mm\-dd">
                  <c:v>44952</c:v>
                </c:pt>
                <c:pt idx="3655" formatCode="yyyy\-mm\-dd">
                  <c:v>44953</c:v>
                </c:pt>
                <c:pt idx="3656" formatCode="yyyy\-mm\-dd">
                  <c:v>44954</c:v>
                </c:pt>
                <c:pt idx="3657" formatCode="yyyy\-mm\-dd">
                  <c:v>44955</c:v>
                </c:pt>
                <c:pt idx="3658" formatCode="yyyy\-mm\-dd">
                  <c:v>44956</c:v>
                </c:pt>
                <c:pt idx="3659" formatCode="yyyy\-mm\-dd">
                  <c:v>44957</c:v>
                </c:pt>
                <c:pt idx="3660" formatCode="yyyy\-mm\-dd">
                  <c:v>44958</c:v>
                </c:pt>
                <c:pt idx="3661" formatCode="yyyy\-mm\-dd">
                  <c:v>44959</c:v>
                </c:pt>
                <c:pt idx="3662" formatCode="yyyy\-mm\-dd">
                  <c:v>44960</c:v>
                </c:pt>
                <c:pt idx="3663" formatCode="yyyy\-mm\-dd">
                  <c:v>44963</c:v>
                </c:pt>
                <c:pt idx="3664" formatCode="yyyy\-mm\-dd">
                  <c:v>44964</c:v>
                </c:pt>
                <c:pt idx="3665" formatCode="yyyy\-mm\-dd">
                  <c:v>44965</c:v>
                </c:pt>
                <c:pt idx="3666" formatCode="yyyy\-mm\-dd">
                  <c:v>44966</c:v>
                </c:pt>
                <c:pt idx="3667" formatCode="yyyy\-mm\-dd">
                  <c:v>44967</c:v>
                </c:pt>
                <c:pt idx="3668" formatCode="yyyy\-mm\-dd">
                  <c:v>44970</c:v>
                </c:pt>
                <c:pt idx="3669" formatCode="yyyy\-mm\-dd">
                  <c:v>44971</c:v>
                </c:pt>
                <c:pt idx="3670" formatCode="yyyy\-mm\-dd">
                  <c:v>44972</c:v>
                </c:pt>
                <c:pt idx="3671" formatCode="yyyy\-mm\-dd">
                  <c:v>44973</c:v>
                </c:pt>
                <c:pt idx="3672" formatCode="yyyy\-mm\-dd">
                  <c:v>44974</c:v>
                </c:pt>
                <c:pt idx="3673" formatCode="yyyy\-mm\-dd">
                  <c:v>44977</c:v>
                </c:pt>
                <c:pt idx="3674" formatCode="yyyy\-mm\-dd">
                  <c:v>44978</c:v>
                </c:pt>
                <c:pt idx="3675" formatCode="yyyy\-mm\-dd">
                  <c:v>44979</c:v>
                </c:pt>
                <c:pt idx="3676" formatCode="yyyy\-mm\-dd">
                  <c:v>44980</c:v>
                </c:pt>
                <c:pt idx="3677" formatCode="yyyy\-mm\-dd">
                  <c:v>44981</c:v>
                </c:pt>
                <c:pt idx="3678" formatCode="yyyy\-mm\-dd">
                  <c:v>44984</c:v>
                </c:pt>
                <c:pt idx="3679" formatCode="yyyy\-mm\-dd">
                  <c:v>44985</c:v>
                </c:pt>
                <c:pt idx="3680" formatCode="yyyy\-mm\-dd">
                  <c:v>44986</c:v>
                </c:pt>
                <c:pt idx="3681" formatCode="yyyy\-mm\-dd">
                  <c:v>44987</c:v>
                </c:pt>
                <c:pt idx="3682" formatCode="yyyy\-mm\-dd">
                  <c:v>44988</c:v>
                </c:pt>
                <c:pt idx="3683" formatCode="yyyy\-mm\-dd">
                  <c:v>44991</c:v>
                </c:pt>
                <c:pt idx="3684" formatCode="yyyy\-mm\-dd">
                  <c:v>44992</c:v>
                </c:pt>
                <c:pt idx="3685" formatCode="yyyy\-mm\-dd">
                  <c:v>44993</c:v>
                </c:pt>
                <c:pt idx="3686" formatCode="yyyy\-mm\-dd">
                  <c:v>44994</c:v>
                </c:pt>
                <c:pt idx="3687" formatCode="yyyy\-mm\-dd">
                  <c:v>44995</c:v>
                </c:pt>
                <c:pt idx="3688" formatCode="yyyy\-mm\-dd">
                  <c:v>44998</c:v>
                </c:pt>
                <c:pt idx="3689" formatCode="yyyy\-mm\-dd">
                  <c:v>44999</c:v>
                </c:pt>
                <c:pt idx="3690" formatCode="yyyy\-mm\-dd">
                  <c:v>45000</c:v>
                </c:pt>
                <c:pt idx="3691" formatCode="yyyy\-mm\-dd">
                  <c:v>45001</c:v>
                </c:pt>
                <c:pt idx="3692" formatCode="yyyy\-mm\-dd">
                  <c:v>45002</c:v>
                </c:pt>
                <c:pt idx="3693" formatCode="yyyy\-mm\-dd">
                  <c:v>45005</c:v>
                </c:pt>
                <c:pt idx="3694" formatCode="yyyy\-mm\-dd">
                  <c:v>45006</c:v>
                </c:pt>
                <c:pt idx="3695" formatCode="yyyy\-mm\-dd">
                  <c:v>45007</c:v>
                </c:pt>
                <c:pt idx="3696" formatCode="yyyy\-mm\-dd">
                  <c:v>45008</c:v>
                </c:pt>
                <c:pt idx="3697" formatCode="yyyy\-mm\-dd">
                  <c:v>45009</c:v>
                </c:pt>
                <c:pt idx="3698" formatCode="yyyy\-mm\-dd">
                  <c:v>45012</c:v>
                </c:pt>
                <c:pt idx="3699" formatCode="yyyy\-mm\-dd">
                  <c:v>45013</c:v>
                </c:pt>
                <c:pt idx="3700" formatCode="yyyy\-mm\-dd">
                  <c:v>45014</c:v>
                </c:pt>
                <c:pt idx="3701" formatCode="yyyy\-mm\-dd">
                  <c:v>45015</c:v>
                </c:pt>
                <c:pt idx="3702" formatCode="yyyy\-mm\-dd">
                  <c:v>45016</c:v>
                </c:pt>
                <c:pt idx="3703" formatCode="yyyy\-mm\-dd">
                  <c:v>45019</c:v>
                </c:pt>
                <c:pt idx="3704" formatCode="yyyy\-mm\-dd">
                  <c:v>45020</c:v>
                </c:pt>
                <c:pt idx="3705" formatCode="yyyy\-mm\-dd">
                  <c:v>45021</c:v>
                </c:pt>
                <c:pt idx="3706" formatCode="yyyy\-mm\-dd">
                  <c:v>45022</c:v>
                </c:pt>
                <c:pt idx="3707" formatCode="yyyy\-mm\-dd">
                  <c:v>45023</c:v>
                </c:pt>
                <c:pt idx="3708" formatCode="yyyy\-mm\-dd">
                  <c:v>45026</c:v>
                </c:pt>
                <c:pt idx="3709" formatCode="yyyy\-mm\-dd">
                  <c:v>45027</c:v>
                </c:pt>
                <c:pt idx="3710" formatCode="yyyy\-mm\-dd">
                  <c:v>45028</c:v>
                </c:pt>
                <c:pt idx="3711" formatCode="yyyy\-mm\-dd">
                  <c:v>45029</c:v>
                </c:pt>
                <c:pt idx="3712" formatCode="yyyy\-mm\-dd">
                  <c:v>45030</c:v>
                </c:pt>
                <c:pt idx="3713" formatCode="yyyy\-mm\-dd">
                  <c:v>45033</c:v>
                </c:pt>
                <c:pt idx="3714" formatCode="yyyy\-mm\-dd">
                  <c:v>45034</c:v>
                </c:pt>
                <c:pt idx="3715" formatCode="yyyy\-mm\-dd">
                  <c:v>45035</c:v>
                </c:pt>
                <c:pt idx="3716" formatCode="yyyy\-mm\-dd">
                  <c:v>45036</c:v>
                </c:pt>
                <c:pt idx="3717" formatCode="yyyy\-mm\-dd">
                  <c:v>45037</c:v>
                </c:pt>
                <c:pt idx="3718" formatCode="yyyy\-mm\-dd">
                  <c:v>45039</c:v>
                </c:pt>
                <c:pt idx="3719" formatCode="yyyy\-mm\-dd">
                  <c:v>45040</c:v>
                </c:pt>
                <c:pt idx="3720" formatCode="yyyy\-mm\-dd">
                  <c:v>45041</c:v>
                </c:pt>
                <c:pt idx="3721" formatCode="yyyy\-mm\-dd">
                  <c:v>45042</c:v>
                </c:pt>
                <c:pt idx="3722" formatCode="yyyy\-mm\-dd">
                  <c:v>45043</c:v>
                </c:pt>
                <c:pt idx="3723" formatCode="yyyy\-mm\-dd">
                  <c:v>45044</c:v>
                </c:pt>
                <c:pt idx="3724" formatCode="yyyy\-mm\-dd">
                  <c:v>45046</c:v>
                </c:pt>
                <c:pt idx="3725" formatCode="yyyy\-mm\-dd">
                  <c:v>45047</c:v>
                </c:pt>
                <c:pt idx="3726" formatCode="yyyy\-mm\-dd">
                  <c:v>45048</c:v>
                </c:pt>
                <c:pt idx="3727" formatCode="yyyy\-mm\-dd">
                  <c:v>45049</c:v>
                </c:pt>
                <c:pt idx="3728" formatCode="yyyy\-mm\-dd">
                  <c:v>45050</c:v>
                </c:pt>
                <c:pt idx="3729" formatCode="yyyy\-mm\-dd">
                  <c:v>45051</c:v>
                </c:pt>
                <c:pt idx="3730" formatCode="yyyy\-mm\-dd">
                  <c:v>45052</c:v>
                </c:pt>
                <c:pt idx="3731" formatCode="yyyy\-mm\-dd">
                  <c:v>45054</c:v>
                </c:pt>
                <c:pt idx="3732" formatCode="yyyy\-mm\-dd">
                  <c:v>45055</c:v>
                </c:pt>
                <c:pt idx="3733" formatCode="yyyy\-mm\-dd">
                  <c:v>45056</c:v>
                </c:pt>
                <c:pt idx="3734" formatCode="yyyy\-mm\-dd">
                  <c:v>45057</c:v>
                </c:pt>
                <c:pt idx="3735" formatCode="yyyy\-mm\-dd">
                  <c:v>45058</c:v>
                </c:pt>
                <c:pt idx="3736" formatCode="yyyy\-mm\-dd">
                  <c:v>45061</c:v>
                </c:pt>
                <c:pt idx="3737" formatCode="yyyy\-mm\-dd">
                  <c:v>45062</c:v>
                </c:pt>
                <c:pt idx="3738" formatCode="yyyy\-mm\-dd">
                  <c:v>45063</c:v>
                </c:pt>
                <c:pt idx="3739" formatCode="yyyy\-mm\-dd">
                  <c:v>45064</c:v>
                </c:pt>
                <c:pt idx="3740" formatCode="yyyy\-mm\-dd">
                  <c:v>45065</c:v>
                </c:pt>
                <c:pt idx="3741" formatCode="yyyy\-mm\-dd">
                  <c:v>45066</c:v>
                </c:pt>
                <c:pt idx="3742" formatCode="yyyy\-mm\-dd">
                  <c:v>45068</c:v>
                </c:pt>
                <c:pt idx="3743" formatCode="yyyy\-mm\-dd">
                  <c:v>45069</c:v>
                </c:pt>
                <c:pt idx="3744" formatCode="yyyy\-mm\-dd">
                  <c:v>45070</c:v>
                </c:pt>
                <c:pt idx="3745" formatCode="yyyy\-mm\-dd">
                  <c:v>45071</c:v>
                </c:pt>
                <c:pt idx="3746" formatCode="yyyy\-mm\-dd">
                  <c:v>45072</c:v>
                </c:pt>
                <c:pt idx="3747" formatCode="yyyy\-mm\-dd">
                  <c:v>45075</c:v>
                </c:pt>
                <c:pt idx="3748" formatCode="yyyy\-mm\-dd">
                  <c:v>45076</c:v>
                </c:pt>
                <c:pt idx="3749" formatCode="yyyy\-mm\-dd">
                  <c:v>45077</c:v>
                </c:pt>
                <c:pt idx="3750" formatCode="yyyy\-mm\-dd">
                  <c:v>45078</c:v>
                </c:pt>
                <c:pt idx="3751" formatCode="yyyy\-mm\-dd">
                  <c:v>45079</c:v>
                </c:pt>
                <c:pt idx="3752" formatCode="yyyy\-mm\-dd">
                  <c:v>45080</c:v>
                </c:pt>
                <c:pt idx="3753" formatCode="yyyy\-mm\-dd">
                  <c:v>45081</c:v>
                </c:pt>
                <c:pt idx="3754" formatCode="yyyy\-mm\-dd">
                  <c:v>45082</c:v>
                </c:pt>
                <c:pt idx="3755" formatCode="yyyy\-mm\-dd">
                  <c:v>45083</c:v>
                </c:pt>
                <c:pt idx="3756" formatCode="yyyy\-mm\-dd">
                  <c:v>45084</c:v>
                </c:pt>
                <c:pt idx="3757" formatCode="yyyy\-mm\-dd">
                  <c:v>45085</c:v>
                </c:pt>
                <c:pt idx="3758" formatCode="yyyy\-mm\-dd">
                  <c:v>45086</c:v>
                </c:pt>
                <c:pt idx="3759" formatCode="yyyy\-mm\-dd">
                  <c:v>45087</c:v>
                </c:pt>
                <c:pt idx="3760" formatCode="yyyy\-mm\-dd">
                  <c:v>45089</c:v>
                </c:pt>
                <c:pt idx="3761" formatCode="yyyy\-mm\-dd">
                  <c:v>45090</c:v>
                </c:pt>
                <c:pt idx="3762" formatCode="yyyy\-mm\-dd">
                  <c:v>45091</c:v>
                </c:pt>
                <c:pt idx="3763" formatCode="yyyy\-mm\-dd">
                  <c:v>45092</c:v>
                </c:pt>
                <c:pt idx="3764" formatCode="yyyy\-mm\-dd">
                  <c:v>45093</c:v>
                </c:pt>
                <c:pt idx="3765" formatCode="yyyy\-mm\-dd">
                  <c:v>45096</c:v>
                </c:pt>
                <c:pt idx="3766" formatCode="yyyy\-mm\-dd">
                  <c:v>45097</c:v>
                </c:pt>
                <c:pt idx="3767" formatCode="yyyy\-mm\-dd">
                  <c:v>45098</c:v>
                </c:pt>
                <c:pt idx="3768" formatCode="yyyy\-mm\-dd">
                  <c:v>45099</c:v>
                </c:pt>
                <c:pt idx="3769" formatCode="yyyy\-mm\-dd">
                  <c:v>45102</c:v>
                </c:pt>
                <c:pt idx="3770" formatCode="yyyy\-mm\-dd">
                  <c:v>45103</c:v>
                </c:pt>
                <c:pt idx="3771" formatCode="yyyy\-mm\-dd">
                  <c:v>45104</c:v>
                </c:pt>
                <c:pt idx="3772" formatCode="yyyy\-mm\-dd">
                  <c:v>45105</c:v>
                </c:pt>
                <c:pt idx="3773" formatCode="yyyy\-mm\-dd">
                  <c:v>45106</c:v>
                </c:pt>
                <c:pt idx="3774" formatCode="yyyy\-mm\-dd">
                  <c:v>45107</c:v>
                </c:pt>
                <c:pt idx="3775" formatCode="yyyy\-mm\-dd">
                  <c:v>45110</c:v>
                </c:pt>
                <c:pt idx="3776" formatCode="yyyy\-mm\-dd">
                  <c:v>45111</c:v>
                </c:pt>
                <c:pt idx="3777" formatCode="yyyy\-mm\-dd">
                  <c:v>45112</c:v>
                </c:pt>
                <c:pt idx="3778" formatCode="yyyy\-mm\-dd">
                  <c:v>45113</c:v>
                </c:pt>
                <c:pt idx="3779" formatCode="yyyy\-mm\-dd">
                  <c:v>45114</c:v>
                </c:pt>
                <c:pt idx="3780" formatCode="yyyy\-mm\-dd">
                  <c:v>45117</c:v>
                </c:pt>
                <c:pt idx="3781" formatCode="yyyy\-mm\-dd">
                  <c:v>45118</c:v>
                </c:pt>
                <c:pt idx="3782" formatCode="yyyy\-mm\-dd">
                  <c:v>45119</c:v>
                </c:pt>
                <c:pt idx="3783" formatCode="yyyy\-mm\-dd">
                  <c:v>45120</c:v>
                </c:pt>
                <c:pt idx="3784" formatCode="yyyy\-mm\-dd">
                  <c:v>45121</c:v>
                </c:pt>
                <c:pt idx="3785" formatCode="yyyy\-mm\-dd">
                  <c:v>45124</c:v>
                </c:pt>
                <c:pt idx="3786" formatCode="yyyy\-mm\-dd">
                  <c:v>45125</c:v>
                </c:pt>
                <c:pt idx="3787" formatCode="yyyy\-mm\-dd">
                  <c:v>45126</c:v>
                </c:pt>
                <c:pt idx="3788" formatCode="yyyy\-mm\-dd">
                  <c:v>45127</c:v>
                </c:pt>
                <c:pt idx="3789" formatCode="yyyy\-mm\-dd">
                  <c:v>45128</c:v>
                </c:pt>
                <c:pt idx="3790" formatCode="yyyy\-mm\-dd">
                  <c:v>45131</c:v>
                </c:pt>
                <c:pt idx="3791" formatCode="yyyy\-mm\-dd">
                  <c:v>45132</c:v>
                </c:pt>
                <c:pt idx="3792" formatCode="yyyy\-mm\-dd">
                  <c:v>45133</c:v>
                </c:pt>
                <c:pt idx="3793" formatCode="yyyy\-mm\-dd">
                  <c:v>45134</c:v>
                </c:pt>
                <c:pt idx="3794" formatCode="yyyy\-mm\-dd">
                  <c:v>45135</c:v>
                </c:pt>
                <c:pt idx="3795" formatCode="yyyy\-mm\-dd">
                  <c:v>45138</c:v>
                </c:pt>
                <c:pt idx="3796" formatCode="yyyy\-mm\-dd">
                  <c:v>45139</c:v>
                </c:pt>
                <c:pt idx="3797" formatCode="yyyy\-mm\-dd">
                  <c:v>45140</c:v>
                </c:pt>
                <c:pt idx="3798" formatCode="yyyy\-mm\-dd">
                  <c:v>45141</c:v>
                </c:pt>
                <c:pt idx="3799" formatCode="yyyy\-mm\-dd">
                  <c:v>45142</c:v>
                </c:pt>
                <c:pt idx="3800" formatCode="yyyy\-mm\-dd">
                  <c:v>45143</c:v>
                </c:pt>
                <c:pt idx="3801" formatCode="yyyy\-mm\-dd">
                  <c:v>45144</c:v>
                </c:pt>
                <c:pt idx="3802" formatCode="yyyy\-mm\-dd">
                  <c:v>45145</c:v>
                </c:pt>
                <c:pt idx="3803" formatCode="yyyy\-mm\-dd">
                  <c:v>45146</c:v>
                </c:pt>
                <c:pt idx="3804" formatCode="yyyy\-mm\-dd">
                  <c:v>45147</c:v>
                </c:pt>
                <c:pt idx="3805" formatCode="yyyy\-mm\-dd">
                  <c:v>45148</c:v>
                </c:pt>
                <c:pt idx="3806" formatCode="yyyy\-mm\-dd">
                  <c:v>45149</c:v>
                </c:pt>
                <c:pt idx="3807" formatCode="yyyy\-mm\-dd">
                  <c:v>45150</c:v>
                </c:pt>
                <c:pt idx="3808" formatCode="yyyy\-mm\-dd">
                  <c:v>45151</c:v>
                </c:pt>
                <c:pt idx="3809" formatCode="yyyy\-mm\-dd">
                  <c:v>45152</c:v>
                </c:pt>
                <c:pt idx="3810" formatCode="yyyy\-mm\-dd">
                  <c:v>45153</c:v>
                </c:pt>
                <c:pt idx="3811" formatCode="yyyy\-mm\-dd">
                  <c:v>45154</c:v>
                </c:pt>
                <c:pt idx="3812" formatCode="yyyy\-mm\-dd">
                  <c:v>45155</c:v>
                </c:pt>
                <c:pt idx="3813" formatCode="yyyy\-mm\-dd">
                  <c:v>45156</c:v>
                </c:pt>
                <c:pt idx="3814" formatCode="yyyy\-mm\-dd">
                  <c:v>45157</c:v>
                </c:pt>
                <c:pt idx="3815" formatCode="yyyy\-mm\-dd">
                  <c:v>45158</c:v>
                </c:pt>
                <c:pt idx="3816" formatCode="yyyy\-mm\-dd">
                  <c:v>45159</c:v>
                </c:pt>
                <c:pt idx="3817" formatCode="yyyy\-mm\-dd">
                  <c:v>45160</c:v>
                </c:pt>
                <c:pt idx="3818" formatCode="yyyy\-mm\-dd">
                  <c:v>45161</c:v>
                </c:pt>
                <c:pt idx="3819" formatCode="yyyy\-mm\-dd">
                  <c:v>45162</c:v>
                </c:pt>
                <c:pt idx="3820" formatCode="yyyy\-mm\-dd">
                  <c:v>45163</c:v>
                </c:pt>
                <c:pt idx="3821" formatCode="yyyy\-mm\-dd">
                  <c:v>45164</c:v>
                </c:pt>
                <c:pt idx="3822" formatCode="yyyy\-mm\-dd">
                  <c:v>45165</c:v>
                </c:pt>
                <c:pt idx="3823" formatCode="yyyy\-mm\-dd">
                  <c:v>45166</c:v>
                </c:pt>
                <c:pt idx="3824" formatCode="yyyy\-mm\-dd">
                  <c:v>45167</c:v>
                </c:pt>
                <c:pt idx="3825" formatCode="yyyy\-mm\-dd">
                  <c:v>45168</c:v>
                </c:pt>
                <c:pt idx="3826" formatCode="yyyy\-mm\-dd">
                  <c:v>45169</c:v>
                </c:pt>
                <c:pt idx="3827" formatCode="yyyy\-mm\-dd">
                  <c:v>45170</c:v>
                </c:pt>
                <c:pt idx="3828" formatCode="yyyy\-mm\-dd">
                  <c:v>45171</c:v>
                </c:pt>
                <c:pt idx="3829" formatCode="yyyy\-mm\-dd">
                  <c:v>45172</c:v>
                </c:pt>
                <c:pt idx="3830" formatCode="yyyy\-mm\-dd">
                  <c:v>45173</c:v>
                </c:pt>
                <c:pt idx="3831" formatCode="yyyy\-mm\-dd">
                  <c:v>45174</c:v>
                </c:pt>
                <c:pt idx="3832" formatCode="yyyy\-mm\-dd">
                  <c:v>45175</c:v>
                </c:pt>
                <c:pt idx="3833" formatCode="yyyy\-mm\-dd">
                  <c:v>45176</c:v>
                </c:pt>
                <c:pt idx="3834" formatCode="yyyy\-mm\-dd">
                  <c:v>45177</c:v>
                </c:pt>
                <c:pt idx="3835" formatCode="yyyy\-mm\-dd">
                  <c:v>45178</c:v>
                </c:pt>
                <c:pt idx="3836" formatCode="yyyy\-mm\-dd">
                  <c:v>45179</c:v>
                </c:pt>
                <c:pt idx="3837" formatCode="yyyy\-mm\-dd">
                  <c:v>45180</c:v>
                </c:pt>
                <c:pt idx="3838" formatCode="yyyy\-mm\-dd">
                  <c:v>45181</c:v>
                </c:pt>
                <c:pt idx="3839" formatCode="yyyy\-mm\-dd">
                  <c:v>45182</c:v>
                </c:pt>
                <c:pt idx="3840" formatCode="yyyy\-mm\-dd">
                  <c:v>45183</c:v>
                </c:pt>
                <c:pt idx="3841" formatCode="yyyy\-mm\-dd">
                  <c:v>45184</c:v>
                </c:pt>
                <c:pt idx="3842" formatCode="yyyy\-mm\-dd">
                  <c:v>45185</c:v>
                </c:pt>
                <c:pt idx="3843" formatCode="yyyy\-mm\-dd">
                  <c:v>45186</c:v>
                </c:pt>
                <c:pt idx="3844" formatCode="yyyy\-mm\-dd">
                  <c:v>45187</c:v>
                </c:pt>
                <c:pt idx="3845" formatCode="yyyy\-mm\-dd">
                  <c:v>45188</c:v>
                </c:pt>
                <c:pt idx="3846" formatCode="yyyy\-mm\-dd">
                  <c:v>45189</c:v>
                </c:pt>
                <c:pt idx="3847" formatCode="yyyy\-mm\-dd">
                  <c:v>45190</c:v>
                </c:pt>
                <c:pt idx="3848" formatCode="yyyy\-mm\-dd">
                  <c:v>45191</c:v>
                </c:pt>
                <c:pt idx="3849" formatCode="yyyy\-mm\-dd">
                  <c:v>45192</c:v>
                </c:pt>
                <c:pt idx="3850" formatCode="yyyy\-mm\-dd">
                  <c:v>45193</c:v>
                </c:pt>
                <c:pt idx="3851" formatCode="yyyy\-mm\-dd">
                  <c:v>45194</c:v>
                </c:pt>
                <c:pt idx="3852" formatCode="yyyy\-mm\-dd">
                  <c:v>45195</c:v>
                </c:pt>
                <c:pt idx="3853" formatCode="yyyy\-mm\-dd">
                  <c:v>45196</c:v>
                </c:pt>
                <c:pt idx="3854" formatCode="yyyy\-mm\-dd">
                  <c:v>45197</c:v>
                </c:pt>
                <c:pt idx="3855" formatCode="yyyy\-mm\-dd">
                  <c:v>45198</c:v>
                </c:pt>
                <c:pt idx="3856" formatCode="yyyy\-mm\-dd">
                  <c:v>45199</c:v>
                </c:pt>
                <c:pt idx="3857" formatCode="yyyy\-mm\-dd">
                  <c:v>45200</c:v>
                </c:pt>
                <c:pt idx="3858" formatCode="yyyy\-mm\-dd">
                  <c:v>45201</c:v>
                </c:pt>
                <c:pt idx="3859" formatCode="yyyy\-mm\-dd">
                  <c:v>45202</c:v>
                </c:pt>
                <c:pt idx="3860" formatCode="yyyy\-mm\-dd">
                  <c:v>45203</c:v>
                </c:pt>
                <c:pt idx="3861" formatCode="yyyy\-mm\-dd">
                  <c:v>45204</c:v>
                </c:pt>
                <c:pt idx="3862" formatCode="yyyy\-mm\-dd">
                  <c:v>45205</c:v>
                </c:pt>
                <c:pt idx="3863" formatCode="yyyy\-mm\-dd">
                  <c:v>45206</c:v>
                </c:pt>
                <c:pt idx="3864" formatCode="yyyy\-mm\-dd">
                  <c:v>45207</c:v>
                </c:pt>
                <c:pt idx="3865" formatCode="yyyy\-mm\-dd">
                  <c:v>45208</c:v>
                </c:pt>
                <c:pt idx="3866" formatCode="yyyy\-mm\-dd">
                  <c:v>45209</c:v>
                </c:pt>
                <c:pt idx="3867" formatCode="yyyy\-mm\-dd">
                  <c:v>45210</c:v>
                </c:pt>
                <c:pt idx="3868" formatCode="yyyy\-mm\-dd">
                  <c:v>45211</c:v>
                </c:pt>
                <c:pt idx="3869" formatCode="yyyy\-mm\-dd">
                  <c:v>45212</c:v>
                </c:pt>
                <c:pt idx="3870" formatCode="yyyy\-mm\-dd">
                  <c:v>45213</c:v>
                </c:pt>
                <c:pt idx="3871" formatCode="yyyy\-mm\-dd">
                  <c:v>45214</c:v>
                </c:pt>
                <c:pt idx="3872" formatCode="yyyy\-mm\-dd">
                  <c:v>45215</c:v>
                </c:pt>
                <c:pt idx="3873" formatCode="yyyy\-mm\-dd">
                  <c:v>45216</c:v>
                </c:pt>
                <c:pt idx="3874" formatCode="yyyy\-mm\-dd">
                  <c:v>45217</c:v>
                </c:pt>
                <c:pt idx="3875" formatCode="yyyy\-mm\-dd">
                  <c:v>45218</c:v>
                </c:pt>
                <c:pt idx="3876" formatCode="yyyy\-mm\-dd">
                  <c:v>45219</c:v>
                </c:pt>
                <c:pt idx="3877" formatCode="yyyy\-mm\-dd">
                  <c:v>45220</c:v>
                </c:pt>
                <c:pt idx="3878" formatCode="yyyy\-mm\-dd">
                  <c:v>45221</c:v>
                </c:pt>
                <c:pt idx="3879" formatCode="yyyy\-mm\-dd">
                  <c:v>45222</c:v>
                </c:pt>
                <c:pt idx="3880" formatCode="yyyy\-mm\-dd">
                  <c:v>45223</c:v>
                </c:pt>
                <c:pt idx="3881" formatCode="yyyy\-mm\-dd">
                  <c:v>45224</c:v>
                </c:pt>
                <c:pt idx="3882" formatCode="yyyy\-mm\-dd">
                  <c:v>45225</c:v>
                </c:pt>
                <c:pt idx="3883" formatCode="yyyy\-mm\-dd">
                  <c:v>45226</c:v>
                </c:pt>
                <c:pt idx="3884" formatCode="yyyy\-mm\-dd">
                  <c:v>45227</c:v>
                </c:pt>
                <c:pt idx="3885" formatCode="yyyy\-mm\-dd">
                  <c:v>45228</c:v>
                </c:pt>
                <c:pt idx="3886" formatCode="yyyy\-mm\-dd">
                  <c:v>45229</c:v>
                </c:pt>
                <c:pt idx="3887" formatCode="yyyy\-mm\-dd">
                  <c:v>45230</c:v>
                </c:pt>
                <c:pt idx="3888" formatCode="yyyy\-mm\-dd">
                  <c:v>45231</c:v>
                </c:pt>
                <c:pt idx="3889" formatCode="yyyy\-mm\-dd">
                  <c:v>45232</c:v>
                </c:pt>
                <c:pt idx="3890" formatCode="yyyy\-mm\-dd">
                  <c:v>45233</c:v>
                </c:pt>
                <c:pt idx="3891" formatCode="yyyy\-mm\-dd">
                  <c:v>45234</c:v>
                </c:pt>
                <c:pt idx="3892" formatCode="yyyy\-mm\-dd">
                  <c:v>45235</c:v>
                </c:pt>
                <c:pt idx="3893" formatCode="yyyy\-mm\-dd">
                  <c:v>45236</c:v>
                </c:pt>
                <c:pt idx="3894" formatCode="yyyy\-mm\-dd">
                  <c:v>45237</c:v>
                </c:pt>
                <c:pt idx="3895" formatCode="yyyy\-mm\-dd">
                  <c:v>45238</c:v>
                </c:pt>
                <c:pt idx="3896" formatCode="yyyy\-mm\-dd">
                  <c:v>45239</c:v>
                </c:pt>
                <c:pt idx="3897" formatCode="yyyy\-mm\-dd">
                  <c:v>45240</c:v>
                </c:pt>
                <c:pt idx="3898" formatCode="yyyy\-mm\-dd">
                  <c:v>45241</c:v>
                </c:pt>
                <c:pt idx="3899" formatCode="yyyy\-mm\-dd">
                  <c:v>45242</c:v>
                </c:pt>
                <c:pt idx="3900" formatCode="yyyy\-mm\-dd">
                  <c:v>45243</c:v>
                </c:pt>
                <c:pt idx="3901" formatCode="yyyy\-mm\-dd">
                  <c:v>45244</c:v>
                </c:pt>
                <c:pt idx="3902" formatCode="yyyy\-mm\-dd">
                  <c:v>45245</c:v>
                </c:pt>
                <c:pt idx="3903" formatCode="yyyy\-mm\-dd">
                  <c:v>45246</c:v>
                </c:pt>
                <c:pt idx="3904" formatCode="yyyy\-mm\-dd">
                  <c:v>45247</c:v>
                </c:pt>
                <c:pt idx="3905" formatCode="yyyy\-mm\-dd">
                  <c:v>45248</c:v>
                </c:pt>
                <c:pt idx="3906" formatCode="yyyy\-mm\-dd">
                  <c:v>45249</c:v>
                </c:pt>
                <c:pt idx="3907" formatCode="yyyy\-mm\-dd">
                  <c:v>45250</c:v>
                </c:pt>
                <c:pt idx="3908" formatCode="yyyy\-mm\-dd">
                  <c:v>45251</c:v>
                </c:pt>
                <c:pt idx="3909" formatCode="yyyy\-mm\-dd">
                  <c:v>45252</c:v>
                </c:pt>
                <c:pt idx="3910" formatCode="yyyy\-mm\-dd">
                  <c:v>45253</c:v>
                </c:pt>
                <c:pt idx="3911" formatCode="yyyy\-mm\-dd">
                  <c:v>45254</c:v>
                </c:pt>
                <c:pt idx="3912" formatCode="yyyy\-mm\-dd">
                  <c:v>45255</c:v>
                </c:pt>
                <c:pt idx="3913" formatCode="yyyy\-mm\-dd">
                  <c:v>45256</c:v>
                </c:pt>
                <c:pt idx="3914" formatCode="yyyy\-mm\-dd">
                  <c:v>45257</c:v>
                </c:pt>
                <c:pt idx="3915" formatCode="yyyy\-mm\-dd">
                  <c:v>45258</c:v>
                </c:pt>
                <c:pt idx="3916" formatCode="yyyy\-mm\-dd">
                  <c:v>45259</c:v>
                </c:pt>
                <c:pt idx="3917" formatCode="yyyy\-mm\-dd">
                  <c:v>45260</c:v>
                </c:pt>
                <c:pt idx="3918" formatCode="yyyy\-mm\-dd">
                  <c:v>45261</c:v>
                </c:pt>
                <c:pt idx="3919" formatCode="yyyy\-mm\-dd">
                  <c:v>45262</c:v>
                </c:pt>
                <c:pt idx="3920" formatCode="yyyy\-mm\-dd">
                  <c:v>45263</c:v>
                </c:pt>
                <c:pt idx="3921" formatCode="yyyy\-mm\-dd">
                  <c:v>45264</c:v>
                </c:pt>
                <c:pt idx="3922" formatCode="yyyy\-mm\-dd">
                  <c:v>45265</c:v>
                </c:pt>
                <c:pt idx="3923" formatCode="yyyy\-mm\-dd">
                  <c:v>45266</c:v>
                </c:pt>
                <c:pt idx="3924" formatCode="yyyy\-mm\-dd">
                  <c:v>45267</c:v>
                </c:pt>
                <c:pt idx="3925" formatCode="yyyy\-mm\-dd">
                  <c:v>45268</c:v>
                </c:pt>
                <c:pt idx="3926" formatCode="yyyy\-mm\-dd">
                  <c:v>45269</c:v>
                </c:pt>
                <c:pt idx="3927" formatCode="yyyy\-mm\-dd">
                  <c:v>45270</c:v>
                </c:pt>
                <c:pt idx="3928" formatCode="yyyy\-mm\-dd">
                  <c:v>45271</c:v>
                </c:pt>
                <c:pt idx="3929" formatCode="yyyy\-mm\-dd">
                  <c:v>45272</c:v>
                </c:pt>
                <c:pt idx="3930" formatCode="yyyy\-mm\-dd">
                  <c:v>45273</c:v>
                </c:pt>
                <c:pt idx="3931" formatCode="yyyy\-mm\-dd">
                  <c:v>45274</c:v>
                </c:pt>
                <c:pt idx="3932" formatCode="yyyy\-mm\-dd">
                  <c:v>45275</c:v>
                </c:pt>
                <c:pt idx="3933" formatCode="yyyy\-mm\-dd">
                  <c:v>45276</c:v>
                </c:pt>
                <c:pt idx="3934" formatCode="yyyy\-mm\-dd">
                  <c:v>45277</c:v>
                </c:pt>
                <c:pt idx="3935" formatCode="yyyy\-mm\-dd">
                  <c:v>45278</c:v>
                </c:pt>
                <c:pt idx="3936" formatCode="yyyy\-mm\-dd">
                  <c:v>45279</c:v>
                </c:pt>
                <c:pt idx="3937" formatCode="yyyy\-mm\-dd">
                  <c:v>45280</c:v>
                </c:pt>
                <c:pt idx="3938" formatCode="yyyy\-mm\-dd">
                  <c:v>45281</c:v>
                </c:pt>
                <c:pt idx="3939" formatCode="yyyy\-mm\-dd">
                  <c:v>45282</c:v>
                </c:pt>
                <c:pt idx="3940" formatCode="yyyy\-mm\-dd">
                  <c:v>45283</c:v>
                </c:pt>
                <c:pt idx="3941" formatCode="yyyy\-mm\-dd">
                  <c:v>45284</c:v>
                </c:pt>
                <c:pt idx="3942" formatCode="yyyy\-mm\-dd">
                  <c:v>45285</c:v>
                </c:pt>
                <c:pt idx="3943" formatCode="yyyy\-mm\-dd">
                  <c:v>45286</c:v>
                </c:pt>
                <c:pt idx="3944" formatCode="yyyy\-mm\-dd">
                  <c:v>45287</c:v>
                </c:pt>
                <c:pt idx="3945" formatCode="yyyy\-mm\-dd">
                  <c:v>45288</c:v>
                </c:pt>
                <c:pt idx="3946" formatCode="yyyy\-mm\-dd">
                  <c:v>45289</c:v>
                </c:pt>
                <c:pt idx="3947" formatCode="yyyy\-mm\-dd">
                  <c:v>45290</c:v>
                </c:pt>
                <c:pt idx="3948" formatCode="yyyy\-mm\-dd">
                  <c:v>45291</c:v>
                </c:pt>
                <c:pt idx="3949" formatCode="yyyy\-mm\-dd">
                  <c:v>45292</c:v>
                </c:pt>
                <c:pt idx="3950" formatCode="yyyy\-mm\-dd">
                  <c:v>45293</c:v>
                </c:pt>
                <c:pt idx="3951" formatCode="yyyy\-mm\-dd">
                  <c:v>45294</c:v>
                </c:pt>
                <c:pt idx="3952" formatCode="yyyy\-mm\-dd">
                  <c:v>45295</c:v>
                </c:pt>
                <c:pt idx="3953" formatCode="yyyy\-mm\-dd">
                  <c:v>45296</c:v>
                </c:pt>
                <c:pt idx="3954" formatCode="yyyy\-mm\-dd">
                  <c:v>45297</c:v>
                </c:pt>
                <c:pt idx="3955" formatCode="yyyy\-mm\-dd">
                  <c:v>45298</c:v>
                </c:pt>
                <c:pt idx="3956" formatCode="yyyy\-mm\-dd">
                  <c:v>45299</c:v>
                </c:pt>
                <c:pt idx="3957" formatCode="yyyy\-mm\-dd">
                  <c:v>45300</c:v>
                </c:pt>
                <c:pt idx="3958" formatCode="yyyy\-mm\-dd">
                  <c:v>45301</c:v>
                </c:pt>
                <c:pt idx="3959" formatCode="yyyy\-mm\-dd">
                  <c:v>45302</c:v>
                </c:pt>
                <c:pt idx="3960" formatCode="yyyy\-mm\-dd">
                  <c:v>45303</c:v>
                </c:pt>
                <c:pt idx="3961" formatCode="yyyy\-mm\-dd">
                  <c:v>45304</c:v>
                </c:pt>
                <c:pt idx="3962" formatCode="yyyy\-mm\-dd">
                  <c:v>45305</c:v>
                </c:pt>
                <c:pt idx="3963" formatCode="yyyy\-mm\-dd">
                  <c:v>45306</c:v>
                </c:pt>
                <c:pt idx="3964" formatCode="yyyy\-mm\-dd">
                  <c:v>45307</c:v>
                </c:pt>
                <c:pt idx="3965" formatCode="yyyy\-mm\-dd">
                  <c:v>45308</c:v>
                </c:pt>
                <c:pt idx="3966" formatCode="yyyy\-mm\-dd">
                  <c:v>45309</c:v>
                </c:pt>
                <c:pt idx="3967" formatCode="yyyy\-mm\-dd">
                  <c:v>45310</c:v>
                </c:pt>
                <c:pt idx="3968" formatCode="yyyy\-mm\-dd">
                  <c:v>45311</c:v>
                </c:pt>
                <c:pt idx="3969" formatCode="yyyy\-mm\-dd">
                  <c:v>45312</c:v>
                </c:pt>
                <c:pt idx="3970" formatCode="yyyy\-mm\-dd">
                  <c:v>45313</c:v>
                </c:pt>
                <c:pt idx="3971" formatCode="yyyy\-mm\-dd">
                  <c:v>45314</c:v>
                </c:pt>
                <c:pt idx="3972" formatCode="yyyy\-mm\-dd">
                  <c:v>45315</c:v>
                </c:pt>
                <c:pt idx="3973" formatCode="yyyy\-mm\-dd">
                  <c:v>45316</c:v>
                </c:pt>
                <c:pt idx="3974" formatCode="yyyy\-mm\-dd">
                  <c:v>45317</c:v>
                </c:pt>
                <c:pt idx="3975" formatCode="yyyy\-mm\-dd">
                  <c:v>45318</c:v>
                </c:pt>
                <c:pt idx="3976" formatCode="yyyy\-mm\-dd">
                  <c:v>45319</c:v>
                </c:pt>
                <c:pt idx="3977" formatCode="yyyy\-mm\-dd">
                  <c:v>45320</c:v>
                </c:pt>
                <c:pt idx="3978" formatCode="yyyy\-mm\-dd">
                  <c:v>45321</c:v>
                </c:pt>
                <c:pt idx="3979" formatCode="yyyy\-mm\-dd">
                  <c:v>45322</c:v>
                </c:pt>
                <c:pt idx="3980" formatCode="yyyy\-mm\-dd">
                  <c:v>45323</c:v>
                </c:pt>
                <c:pt idx="3981" formatCode="yyyy\-mm\-dd">
                  <c:v>45324</c:v>
                </c:pt>
                <c:pt idx="3982" formatCode="yyyy\-mm\-dd">
                  <c:v>45325</c:v>
                </c:pt>
                <c:pt idx="3983" formatCode="yyyy\-mm\-dd">
                  <c:v>45326</c:v>
                </c:pt>
                <c:pt idx="3984" formatCode="yyyy\-mm\-dd">
                  <c:v>45327</c:v>
                </c:pt>
                <c:pt idx="3985" formatCode="yyyy\-mm\-dd">
                  <c:v>45328</c:v>
                </c:pt>
                <c:pt idx="3986" formatCode="yyyy\-mm\-dd">
                  <c:v>45329</c:v>
                </c:pt>
                <c:pt idx="3987" formatCode="yyyy\-mm\-dd">
                  <c:v>45330</c:v>
                </c:pt>
                <c:pt idx="3988" formatCode="yyyy\-mm\-dd">
                  <c:v>45331</c:v>
                </c:pt>
                <c:pt idx="3989" formatCode="yyyy\-mm\-dd">
                  <c:v>45332</c:v>
                </c:pt>
                <c:pt idx="3990" formatCode="yyyy\-mm\-dd">
                  <c:v>45333</c:v>
                </c:pt>
                <c:pt idx="3991" formatCode="yyyy\-mm\-dd">
                  <c:v>45334</c:v>
                </c:pt>
                <c:pt idx="3992" formatCode="yyyy\-mm\-dd">
                  <c:v>45335</c:v>
                </c:pt>
                <c:pt idx="3993" formatCode="yyyy\-mm\-dd">
                  <c:v>45336</c:v>
                </c:pt>
                <c:pt idx="3994" formatCode="yyyy\-mm\-dd">
                  <c:v>45337</c:v>
                </c:pt>
                <c:pt idx="3995" formatCode="yyyy\-mm\-dd">
                  <c:v>45338</c:v>
                </c:pt>
                <c:pt idx="3996" formatCode="yyyy\-mm\-dd">
                  <c:v>45339</c:v>
                </c:pt>
                <c:pt idx="3997" formatCode="yyyy\-mm\-dd">
                  <c:v>45340</c:v>
                </c:pt>
                <c:pt idx="3998" formatCode="yyyy\-mm\-dd">
                  <c:v>45341</c:v>
                </c:pt>
                <c:pt idx="3999" formatCode="yyyy\-mm\-dd">
                  <c:v>45342</c:v>
                </c:pt>
                <c:pt idx="4000" formatCode="yyyy\-mm\-dd">
                  <c:v>45343</c:v>
                </c:pt>
                <c:pt idx="4001" formatCode="yyyy\-mm\-dd">
                  <c:v>45344</c:v>
                </c:pt>
                <c:pt idx="4002" formatCode="yyyy\-mm\-dd">
                  <c:v>45345</c:v>
                </c:pt>
                <c:pt idx="4003" formatCode="yyyy\-mm\-dd">
                  <c:v>45346</c:v>
                </c:pt>
                <c:pt idx="4004" formatCode="yyyy\-mm\-dd">
                  <c:v>45347</c:v>
                </c:pt>
                <c:pt idx="4005" formatCode="yyyy\-mm\-dd">
                  <c:v>45348</c:v>
                </c:pt>
                <c:pt idx="4006" formatCode="yyyy\-mm\-dd">
                  <c:v>45349</c:v>
                </c:pt>
                <c:pt idx="4007" formatCode="yyyy\-mm\-dd">
                  <c:v>45350</c:v>
                </c:pt>
                <c:pt idx="4008" formatCode="yyyy\-mm\-dd">
                  <c:v>45351</c:v>
                </c:pt>
                <c:pt idx="4009" formatCode="yyyy\-mm\-dd">
                  <c:v>45352</c:v>
                </c:pt>
              </c:numCache>
            </c:numRef>
          </c:cat>
          <c:val>
            <c:numRef>
              <c:f>全球粮价!$J$12:$J$5003</c:f>
              <c:numCache>
                <c:formatCode>General</c:formatCode>
                <c:ptCount val="4992"/>
                <c:pt idx="84" formatCode="###,###,###,##0.0000">
                  <c:v>4.1500000000000004</c:v>
                </c:pt>
                <c:pt idx="85" formatCode="###,###,###,##0.0000">
                  <c:v>4.1900000000000004</c:v>
                </c:pt>
                <c:pt idx="86" formatCode="###,###,###,##0.0000">
                  <c:v>4.18</c:v>
                </c:pt>
                <c:pt idx="87" formatCode="###,###,###,##0.0000">
                  <c:v>4.25</c:v>
                </c:pt>
                <c:pt idx="88" formatCode="###,###,###,##0.0000">
                  <c:v>4.2699999999999996</c:v>
                </c:pt>
                <c:pt idx="89" formatCode="###,###,###,##0.0000">
                  <c:v>4.2300000000000004</c:v>
                </c:pt>
                <c:pt idx="90" formatCode="###,###,###,##0.0000">
                  <c:v>4.13</c:v>
                </c:pt>
                <c:pt idx="91" formatCode="###,###,###,##0.0000">
                  <c:v>4.0599999999999996</c:v>
                </c:pt>
                <c:pt idx="92" formatCode="###,###,###,##0.0000">
                  <c:v>4.0599999999999996</c:v>
                </c:pt>
                <c:pt idx="93" formatCode="###,###,###,##0.0000">
                  <c:v>4.09</c:v>
                </c:pt>
                <c:pt idx="94" formatCode="###,###,###,##0.0000">
                  <c:v>4.1100000000000003</c:v>
                </c:pt>
                <c:pt idx="95" formatCode="###,###,###,##0.0000">
                  <c:v>4.16</c:v>
                </c:pt>
                <c:pt idx="96" formatCode="###,###,###,##0.0000">
                  <c:v>4.17</c:v>
                </c:pt>
                <c:pt idx="97" formatCode="###,###,###,##0.0000">
                  <c:v>4.1100000000000003</c:v>
                </c:pt>
                <c:pt idx="98" formatCode="###,###,###,##0.0000">
                  <c:v>4.16</c:v>
                </c:pt>
                <c:pt idx="99" formatCode="###,###,###,##0.0000">
                  <c:v>4.17</c:v>
                </c:pt>
                <c:pt idx="101" formatCode="###,###,###,##0.0000">
                  <c:v>4.01</c:v>
                </c:pt>
                <c:pt idx="102" formatCode="###,###,###,##0.0000">
                  <c:v>3.97</c:v>
                </c:pt>
                <c:pt idx="108" formatCode="###,###,###,##0.0000">
                  <c:v>3.8</c:v>
                </c:pt>
                <c:pt idx="109" formatCode="###,###,###,##0.0000">
                  <c:v>3.8</c:v>
                </c:pt>
                <c:pt idx="112" formatCode="###,###,###,##0.0000">
                  <c:v>3.9</c:v>
                </c:pt>
                <c:pt idx="113" formatCode="###,###,###,##0.0000">
                  <c:v>3.93</c:v>
                </c:pt>
                <c:pt idx="114" formatCode="###,###,###,##0.0000">
                  <c:v>3.92</c:v>
                </c:pt>
                <c:pt idx="115" formatCode="###,###,###,##0.0000">
                  <c:v>3.94</c:v>
                </c:pt>
                <c:pt idx="116" formatCode="###,###,###,##0.0000">
                  <c:v>3.96</c:v>
                </c:pt>
                <c:pt idx="117" formatCode="###,###,###,##0.0000">
                  <c:v>3.98</c:v>
                </c:pt>
                <c:pt idx="118" formatCode="###,###,###,##0.0000">
                  <c:v>3.93</c:v>
                </c:pt>
                <c:pt idx="119" formatCode="###,###,###,##0.0000">
                  <c:v>3.92</c:v>
                </c:pt>
                <c:pt idx="120" formatCode="###,###,###,##0.0000">
                  <c:v>3.86</c:v>
                </c:pt>
                <c:pt idx="121" formatCode="###,###,###,##0.0000">
                  <c:v>3.85</c:v>
                </c:pt>
                <c:pt idx="122" formatCode="###,###,###,##0.0000">
                  <c:v>3.81</c:v>
                </c:pt>
                <c:pt idx="123" formatCode="###,###,###,##0.0000">
                  <c:v>3.78</c:v>
                </c:pt>
                <c:pt idx="124" formatCode="###,###,###,##0.0000">
                  <c:v>3.74</c:v>
                </c:pt>
                <c:pt idx="125" formatCode="###,###,###,##0.0000">
                  <c:v>4.0199999999999996</c:v>
                </c:pt>
                <c:pt idx="126" formatCode="###,###,###,##0.0000">
                  <c:v>4.1500000000000004</c:v>
                </c:pt>
                <c:pt idx="128" formatCode="###,###,###,##0.0000">
                  <c:v>4.12</c:v>
                </c:pt>
                <c:pt idx="129" formatCode="###,###,###,##0.0000">
                  <c:v>4.08</c:v>
                </c:pt>
                <c:pt idx="131" formatCode="###,###,###,##0.0000">
                  <c:v>4.28</c:v>
                </c:pt>
                <c:pt idx="132" formatCode="###,###,###,##0.0000">
                  <c:v>4.2699999999999996</c:v>
                </c:pt>
                <c:pt idx="133" formatCode="###,###,###,##0.0000">
                  <c:v>4.25</c:v>
                </c:pt>
                <c:pt idx="134" formatCode="###,###,###,##0.0000">
                  <c:v>4.1900000000000004</c:v>
                </c:pt>
                <c:pt idx="135" formatCode="###,###,###,##0.0000">
                  <c:v>4.26</c:v>
                </c:pt>
                <c:pt idx="136" formatCode="###,###,###,##0.0000">
                  <c:v>4.33</c:v>
                </c:pt>
                <c:pt idx="137" formatCode="###,###,###,##0.0000">
                  <c:v>4.33</c:v>
                </c:pt>
                <c:pt idx="138" formatCode="###,###,###,##0.0000">
                  <c:v>4.17</c:v>
                </c:pt>
                <c:pt idx="139" formatCode="###,###,###,##0.0000">
                  <c:v>4.09</c:v>
                </c:pt>
                <c:pt idx="140" formatCode="###,###,###,##0.0000">
                  <c:v>4.1475</c:v>
                </c:pt>
                <c:pt idx="141" formatCode="###,###,###,##0.0000">
                  <c:v>4.1100000000000003</c:v>
                </c:pt>
                <c:pt idx="142" formatCode="###,###,###,##0.0000">
                  <c:v>4.05</c:v>
                </c:pt>
                <c:pt idx="143" formatCode="###,###,###,##0.0000">
                  <c:v>3.97</c:v>
                </c:pt>
                <c:pt idx="144" formatCode="###,###,###,##0.0000">
                  <c:v>3.94</c:v>
                </c:pt>
                <c:pt idx="145" formatCode="###,###,###,##0.0000">
                  <c:v>4.07</c:v>
                </c:pt>
                <c:pt idx="146" formatCode="###,###,###,##0.0000">
                  <c:v>4.0999999999999996</c:v>
                </c:pt>
                <c:pt idx="148" formatCode="###,###,###,##0.0000">
                  <c:v>4.2699999999999996</c:v>
                </c:pt>
                <c:pt idx="149" formatCode="###,###,###,##0.0000">
                  <c:v>4.25</c:v>
                </c:pt>
                <c:pt idx="150" formatCode="###,###,###,##0.0000">
                  <c:v>4.2300000000000004</c:v>
                </c:pt>
                <c:pt idx="151" formatCode="###,###,###,##0.0000">
                  <c:v>4.3099999999999996</c:v>
                </c:pt>
                <c:pt idx="152" formatCode="###,###,###,##0.0000">
                  <c:v>4.34</c:v>
                </c:pt>
                <c:pt idx="153" formatCode="###,###,###,##0.0000">
                  <c:v>4.33</c:v>
                </c:pt>
                <c:pt idx="154" formatCode="###,###,###,##0.0000">
                  <c:v>4.3099999999999996</c:v>
                </c:pt>
                <c:pt idx="155" formatCode="###,###,###,##0.0000">
                  <c:v>4.21</c:v>
                </c:pt>
                <c:pt idx="156" formatCode="###,###,###,##0.0000">
                  <c:v>4.2300000000000004</c:v>
                </c:pt>
                <c:pt idx="157" formatCode="###,###,###,##0.0000">
                  <c:v>4.41</c:v>
                </c:pt>
                <c:pt idx="158" formatCode="###,###,###,##0.0000">
                  <c:v>4.5199999999999996</c:v>
                </c:pt>
                <c:pt idx="159" formatCode="###,###,###,##0.0000">
                  <c:v>4.51</c:v>
                </c:pt>
                <c:pt idx="160" formatCode="###,###,###,##0.0000">
                  <c:v>4.59</c:v>
                </c:pt>
                <c:pt idx="161" formatCode="###,###,###,##0.0000">
                  <c:v>4.6399999999999997</c:v>
                </c:pt>
                <c:pt idx="162" formatCode="###,###,###,##0.0000">
                  <c:v>4.5999999999999996</c:v>
                </c:pt>
                <c:pt idx="163" formatCode="###,###,###,##0.0000">
                  <c:v>4.67</c:v>
                </c:pt>
                <c:pt idx="164" formatCode="###,###,###,##0.0000">
                  <c:v>4.6399999999999997</c:v>
                </c:pt>
                <c:pt idx="165" formatCode="###,###,###,##0.0000">
                  <c:v>4.49</c:v>
                </c:pt>
                <c:pt idx="166" formatCode="###,###,###,##0.0000">
                  <c:v>4.47</c:v>
                </c:pt>
                <c:pt idx="167" formatCode="###,###,###,##0.0000">
                  <c:v>4.58</c:v>
                </c:pt>
                <c:pt idx="168" formatCode="###,###,###,##0.0000">
                  <c:v>4.5999999999999996</c:v>
                </c:pt>
                <c:pt idx="169" formatCode="###,###,###,##0.0000">
                  <c:v>4.6100000000000003</c:v>
                </c:pt>
                <c:pt idx="170" formatCode="###,###,###,##0.0000">
                  <c:v>4.59</c:v>
                </c:pt>
                <c:pt idx="171" formatCode="###,###,###,##0.0000">
                  <c:v>4.76</c:v>
                </c:pt>
                <c:pt idx="172" formatCode="###,###,###,##0.0000">
                  <c:v>4.8099999999999996</c:v>
                </c:pt>
                <c:pt idx="174" formatCode="###,###,###,##0.0000">
                  <c:v>4.9800000000000004</c:v>
                </c:pt>
                <c:pt idx="175" formatCode="###,###,###,##0.0000">
                  <c:v>4.9800000000000004</c:v>
                </c:pt>
                <c:pt idx="176" formatCode="###,###,###,##0.0000">
                  <c:v>4.95</c:v>
                </c:pt>
                <c:pt idx="177" formatCode="###,###,###,##0.0000">
                  <c:v>5.03</c:v>
                </c:pt>
                <c:pt idx="178" formatCode="###,###,###,##0.0000">
                  <c:v>5.0599999999999996</c:v>
                </c:pt>
                <c:pt idx="179" formatCode="###,###,###,##0.0000">
                  <c:v>5.19</c:v>
                </c:pt>
                <c:pt idx="180" formatCode="###,###,###,##0.0000">
                  <c:v>5.32</c:v>
                </c:pt>
                <c:pt idx="182" formatCode="###,###,###,##0.0000">
                  <c:v>5.34</c:v>
                </c:pt>
                <c:pt idx="184" formatCode="###,###,###,##0.0000">
                  <c:v>5.47</c:v>
                </c:pt>
                <c:pt idx="189" formatCode="###,###,###,##0.0000">
                  <c:v>5.49</c:v>
                </c:pt>
                <c:pt idx="190" formatCode="###,###,###,##0.0000">
                  <c:v>5.38</c:v>
                </c:pt>
                <c:pt idx="191" formatCode="###,###,###,##0.0000">
                  <c:v>5.44</c:v>
                </c:pt>
                <c:pt idx="192" formatCode="###,###,###,##0.0000">
                  <c:v>5.38</c:v>
                </c:pt>
                <c:pt idx="193" formatCode="###,###,###,##0.0000">
                  <c:v>5.12</c:v>
                </c:pt>
                <c:pt idx="194" formatCode="###,###,###,##0.0000">
                  <c:v>5.2</c:v>
                </c:pt>
                <c:pt idx="195" formatCode="###,###,###,##0.0000">
                  <c:v>5.4</c:v>
                </c:pt>
                <c:pt idx="196" formatCode="###,###,###,##0.0000">
                  <c:v>5.39</c:v>
                </c:pt>
                <c:pt idx="199" formatCode="###,###,###,##0.0000">
                  <c:v>5.8</c:v>
                </c:pt>
                <c:pt idx="200" formatCode="###,###,###,##0.0000">
                  <c:v>6.06</c:v>
                </c:pt>
                <c:pt idx="201" formatCode="###,###,###,##0.0000">
                  <c:v>6.31</c:v>
                </c:pt>
                <c:pt idx="202" formatCode="###,###,###,##0.0000">
                  <c:v>6.22</c:v>
                </c:pt>
                <c:pt idx="203" formatCode="###,###,###,##0.0000">
                  <c:v>6.19</c:v>
                </c:pt>
                <c:pt idx="204" formatCode="###,###,###,##0.0000">
                  <c:v>6.13</c:v>
                </c:pt>
                <c:pt idx="205" formatCode="###,###,###,##0.0000">
                  <c:v>6.06</c:v>
                </c:pt>
                <c:pt idx="206" formatCode="###,###,###,##0.0000">
                  <c:v>5.98</c:v>
                </c:pt>
                <c:pt idx="207" formatCode="###,###,###,##0.0000">
                  <c:v>6.28</c:v>
                </c:pt>
                <c:pt idx="208" formatCode="###,###,###,##0.0000">
                  <c:v>6.2</c:v>
                </c:pt>
                <c:pt idx="209" formatCode="###,###,###,##0.0000">
                  <c:v>6.18</c:v>
                </c:pt>
                <c:pt idx="210" formatCode="###,###,###,##0.0000">
                  <c:v>6.26</c:v>
                </c:pt>
                <c:pt idx="211" formatCode="###,###,###,##0.0000">
                  <c:v>6.31</c:v>
                </c:pt>
                <c:pt idx="212" formatCode="###,###,###,##0.0000">
                  <c:v>6.35</c:v>
                </c:pt>
                <c:pt idx="213" formatCode="###,###,###,##0.0000">
                  <c:v>6.37</c:v>
                </c:pt>
                <c:pt idx="215" formatCode="###,###,###,##0.0000">
                  <c:v>6.42</c:v>
                </c:pt>
                <c:pt idx="216" formatCode="###,###,###,##0.0000">
                  <c:v>6.32</c:v>
                </c:pt>
                <c:pt idx="217" formatCode="###,###,###,##0.0000">
                  <c:v>6.3</c:v>
                </c:pt>
                <c:pt idx="218" formatCode="###,###,###,##0.0000">
                  <c:v>6.38</c:v>
                </c:pt>
                <c:pt idx="219" formatCode="###,###,###,##0.0000">
                  <c:v>6.43</c:v>
                </c:pt>
                <c:pt idx="220" formatCode="###,###,###,##0.0000">
                  <c:v>6.39</c:v>
                </c:pt>
                <c:pt idx="221" formatCode="###,###,###,##0.0000">
                  <c:v>6.36</c:v>
                </c:pt>
                <c:pt idx="222" formatCode="###,###,###,##0.0000">
                  <c:v>6.24</c:v>
                </c:pt>
                <c:pt idx="223" formatCode="###,###,###,##0.0000">
                  <c:v>6.12</c:v>
                </c:pt>
                <c:pt idx="224" formatCode="###,###,###,##0.0000">
                  <c:v>6.12</c:v>
                </c:pt>
                <c:pt idx="225" formatCode="###,###,###,##0.0000">
                  <c:v>5.85</c:v>
                </c:pt>
                <c:pt idx="226" formatCode="###,###,###,##0.0000">
                  <c:v>6.07</c:v>
                </c:pt>
                <c:pt idx="227" formatCode="###,###,###,##0.0000">
                  <c:v>5.79</c:v>
                </c:pt>
                <c:pt idx="228" formatCode="###,###,###,##0.0000">
                  <c:v>5.8</c:v>
                </c:pt>
                <c:pt idx="229" formatCode="###,###,###,##0.0000">
                  <c:v>5.96</c:v>
                </c:pt>
                <c:pt idx="230" formatCode="###,###,###,##0.0000">
                  <c:v>5.75</c:v>
                </c:pt>
                <c:pt idx="240" formatCode="###,###,###,##0.0000">
                  <c:v>6.2</c:v>
                </c:pt>
                <c:pt idx="241" formatCode="###,###,###,##0.0000">
                  <c:v>6.15</c:v>
                </c:pt>
                <c:pt idx="242" formatCode="###,###,###,##0.0000">
                  <c:v>6.1</c:v>
                </c:pt>
                <c:pt idx="243" formatCode="###,###,###,##0.0000">
                  <c:v>6.24</c:v>
                </c:pt>
                <c:pt idx="244" formatCode="###,###,###,##0.0000">
                  <c:v>6.23</c:v>
                </c:pt>
                <c:pt idx="245" formatCode="###,###,###,##0.0000">
                  <c:v>6.23</c:v>
                </c:pt>
                <c:pt idx="246" formatCode="###,###,###,##0.0000">
                  <c:v>6.37</c:v>
                </c:pt>
                <c:pt idx="247" formatCode="###,###,###,##0.0000">
                  <c:v>6.37</c:v>
                </c:pt>
                <c:pt idx="248" formatCode="###,###,###,##0.0000">
                  <c:v>6.35</c:v>
                </c:pt>
                <c:pt idx="249" formatCode="###,###,###,##0.0000">
                  <c:v>6.38</c:v>
                </c:pt>
                <c:pt idx="250" formatCode="###,###,###,##0.0000">
                  <c:v>6.4550000000000001</c:v>
                </c:pt>
                <c:pt idx="252" formatCode="###,###,###,##0.0000">
                  <c:v>6.48</c:v>
                </c:pt>
                <c:pt idx="253" formatCode="###,###,###,##0.0000">
                  <c:v>6.54</c:v>
                </c:pt>
                <c:pt idx="255" formatCode="###,###,###,##0.0000">
                  <c:v>6.58</c:v>
                </c:pt>
                <c:pt idx="256" formatCode="###,###,###,##0.0000">
                  <c:v>6.59</c:v>
                </c:pt>
                <c:pt idx="257" formatCode="###,###,###,##0.0000">
                  <c:v>6.6524999999999999</c:v>
                </c:pt>
                <c:pt idx="258" formatCode="###,###,###,##0.0000">
                  <c:v>6.65</c:v>
                </c:pt>
                <c:pt idx="259" formatCode="###,###,###,##0.0000">
                  <c:v>6.65</c:v>
                </c:pt>
                <c:pt idx="260" formatCode="###,###,###,##0.0000">
                  <c:v>6.57</c:v>
                </c:pt>
                <c:pt idx="261" formatCode="###,###,###,##0.0000">
                  <c:v>6.61</c:v>
                </c:pt>
                <c:pt idx="262" formatCode="###,###,###,##0.0000">
                  <c:v>6.46</c:v>
                </c:pt>
                <c:pt idx="263" formatCode="###,###,###,##0.0000">
                  <c:v>6.55</c:v>
                </c:pt>
                <c:pt idx="264" formatCode="###,###,###,##0.0000">
                  <c:v>6.36</c:v>
                </c:pt>
                <c:pt idx="265" formatCode="###,###,###,##0.0000">
                  <c:v>6.29</c:v>
                </c:pt>
                <c:pt idx="266" formatCode="###,###,###,##0.0000">
                  <c:v>6.42</c:v>
                </c:pt>
                <c:pt idx="267" formatCode="###,###,###,##0.0000">
                  <c:v>6.46</c:v>
                </c:pt>
                <c:pt idx="268" formatCode="###,###,###,##0.0000">
                  <c:v>6.69</c:v>
                </c:pt>
                <c:pt idx="269" formatCode="###,###,###,##0.0000">
                  <c:v>6.8</c:v>
                </c:pt>
                <c:pt idx="271" formatCode="###,###,###,##0.0000">
                  <c:v>6.86</c:v>
                </c:pt>
                <c:pt idx="272" formatCode="###,###,###,##0.0000">
                  <c:v>6.86</c:v>
                </c:pt>
                <c:pt idx="273" formatCode="###,###,###,##0.0000">
                  <c:v>6.77</c:v>
                </c:pt>
                <c:pt idx="274" formatCode="###,###,###,##0.0000">
                  <c:v>6.9</c:v>
                </c:pt>
                <c:pt idx="275" formatCode="###,###,###,##0.0000">
                  <c:v>6.94</c:v>
                </c:pt>
                <c:pt idx="276" formatCode="###,###,###,##0.0000">
                  <c:v>6.92</c:v>
                </c:pt>
                <c:pt idx="277" formatCode="###,###,###,##0.0000">
                  <c:v>6.84</c:v>
                </c:pt>
                <c:pt idx="278" formatCode="###,###,###,##0.0000">
                  <c:v>6.99</c:v>
                </c:pt>
                <c:pt idx="279" formatCode="###,###,###,##0.0000">
                  <c:v>6.9</c:v>
                </c:pt>
                <c:pt idx="281" formatCode="###,###,###,##0.0000">
                  <c:v>6.9</c:v>
                </c:pt>
                <c:pt idx="282" formatCode="###,###,###,##0.0000">
                  <c:v>7.04</c:v>
                </c:pt>
                <c:pt idx="283" formatCode="###,###,###,##0.0000">
                  <c:v>7.15</c:v>
                </c:pt>
                <c:pt idx="284" formatCode="###,###,###,##0.0000">
                  <c:v>7.17</c:v>
                </c:pt>
                <c:pt idx="285" formatCode="###,###,###,##0.0000">
                  <c:v>7.09</c:v>
                </c:pt>
                <c:pt idx="286" formatCode="###,###,###,##0.0000">
                  <c:v>7.25</c:v>
                </c:pt>
                <c:pt idx="287" formatCode="###,###,###,##0.0000">
                  <c:v>7.22</c:v>
                </c:pt>
                <c:pt idx="288" formatCode="###,###,###,##0.0000">
                  <c:v>7.2</c:v>
                </c:pt>
                <c:pt idx="289" formatCode="###,###,###,##0.0000">
                  <c:v>7.46</c:v>
                </c:pt>
                <c:pt idx="290" formatCode="###,###,###,##0.0000">
                  <c:v>7.46</c:v>
                </c:pt>
                <c:pt idx="292" formatCode="###,###,###,##0.0000">
                  <c:v>7.55</c:v>
                </c:pt>
                <c:pt idx="293" formatCode="###,###,###,##0.0000">
                  <c:v>7.55</c:v>
                </c:pt>
                <c:pt idx="294" formatCode="###,###,###,##0.0000">
                  <c:v>7.45</c:v>
                </c:pt>
                <c:pt idx="295" formatCode="###,###,###,##0.0000">
                  <c:v>7.46</c:v>
                </c:pt>
                <c:pt idx="296" formatCode="###,###,###,##0.0000">
                  <c:v>7.69</c:v>
                </c:pt>
                <c:pt idx="298" formatCode="###,###,###,##0.0000">
                  <c:v>7.68</c:v>
                </c:pt>
                <c:pt idx="299" formatCode="###,###,###,##0.0000">
                  <c:v>7.38</c:v>
                </c:pt>
                <c:pt idx="300" formatCode="###,###,###,##0.0000">
                  <c:v>7.54</c:v>
                </c:pt>
                <c:pt idx="301" formatCode="###,###,###,##0.0000">
                  <c:v>7.48</c:v>
                </c:pt>
                <c:pt idx="302" formatCode="###,###,###,##0.0000">
                  <c:v>7.73</c:v>
                </c:pt>
                <c:pt idx="303" formatCode="###,###,###,##0.0000">
                  <c:v>7.73</c:v>
                </c:pt>
                <c:pt idx="304" formatCode="###,###,###,##0.0000">
                  <c:v>7.85</c:v>
                </c:pt>
                <c:pt idx="305" formatCode="###,###,###,##0.0000">
                  <c:v>7.72</c:v>
                </c:pt>
                <c:pt idx="306" formatCode="###,###,###,##0.0000">
                  <c:v>7.88</c:v>
                </c:pt>
                <c:pt idx="307" formatCode="###,###,###,##0.0000">
                  <c:v>7.78</c:v>
                </c:pt>
                <c:pt idx="308" formatCode="###,###,###,##0.0000">
                  <c:v>7.69</c:v>
                </c:pt>
                <c:pt idx="309" formatCode="###,###,###,##0.0000">
                  <c:v>7.57</c:v>
                </c:pt>
                <c:pt idx="310" formatCode="###,###,###,##0.0000">
                  <c:v>7.53</c:v>
                </c:pt>
                <c:pt idx="311" formatCode="###,###,###,##0.0000">
                  <c:v>7.37</c:v>
                </c:pt>
                <c:pt idx="312" formatCode="###,###,###,##0.0000">
                  <c:v>7.17</c:v>
                </c:pt>
                <c:pt idx="313" formatCode="###,###,###,##0.0000">
                  <c:v>7.18</c:v>
                </c:pt>
                <c:pt idx="314" formatCode="###,###,###,##0.0000">
                  <c:v>7.18</c:v>
                </c:pt>
                <c:pt idx="315" formatCode="###,###,###,##0.0000">
                  <c:v>6.87</c:v>
                </c:pt>
                <c:pt idx="316" formatCode="###,###,###,##0.0000">
                  <c:v>6.9649999999999999</c:v>
                </c:pt>
                <c:pt idx="317" formatCode="###,###,###,##0.0000">
                  <c:v>6.9649999999999999</c:v>
                </c:pt>
                <c:pt idx="318" formatCode="###,###,###,##0.0000">
                  <c:v>7.3650000000000002</c:v>
                </c:pt>
                <c:pt idx="320" formatCode="###,###,###,##0.0000">
                  <c:v>7.31</c:v>
                </c:pt>
                <c:pt idx="321" formatCode="###,###,###,##0.0000">
                  <c:v>7.54</c:v>
                </c:pt>
                <c:pt idx="322" formatCode="###,###,###,##0.0000">
                  <c:v>7.41</c:v>
                </c:pt>
                <c:pt idx="323" formatCode="###,###,###,##0.0000">
                  <c:v>7.23</c:v>
                </c:pt>
                <c:pt idx="324" formatCode="###,###,###,##0.0000">
                  <c:v>7.22</c:v>
                </c:pt>
                <c:pt idx="325" formatCode="###,###,###,##0.0000">
                  <c:v>7.16</c:v>
                </c:pt>
                <c:pt idx="326" formatCode="###,###,###,##0.0000">
                  <c:v>7.46</c:v>
                </c:pt>
                <c:pt idx="328" formatCode="###,###,###,##0.0000">
                  <c:v>7.9</c:v>
                </c:pt>
                <c:pt idx="329" formatCode="###,###,###,##0.0000">
                  <c:v>8.17</c:v>
                </c:pt>
                <c:pt idx="330" formatCode="###,###,###,##0.0000">
                  <c:v>8.23</c:v>
                </c:pt>
                <c:pt idx="331" formatCode="###,###,###,##0.0000">
                  <c:v>8.1999999999999993</c:v>
                </c:pt>
                <c:pt idx="332" formatCode="###,###,###,##0.0000">
                  <c:v>8.15</c:v>
                </c:pt>
                <c:pt idx="333" formatCode="###,###,###,##0.0000">
                  <c:v>8.25</c:v>
                </c:pt>
                <c:pt idx="334" formatCode="###,###,###,##0.0000">
                  <c:v>8.25</c:v>
                </c:pt>
                <c:pt idx="335" formatCode="###,###,###,##0.0000">
                  <c:v>8.11</c:v>
                </c:pt>
                <c:pt idx="336" formatCode="###,###,###,##0.0000">
                  <c:v>8.09</c:v>
                </c:pt>
                <c:pt idx="337" formatCode="###,###,###,##0.0000">
                  <c:v>8.09</c:v>
                </c:pt>
                <c:pt idx="338" formatCode="###,###,###,##0.0000">
                  <c:v>8</c:v>
                </c:pt>
                <c:pt idx="339" formatCode="###,###,###,##0.0000">
                  <c:v>8.09</c:v>
                </c:pt>
                <c:pt idx="340" formatCode="###,###,###,##0.0000">
                  <c:v>8.0500000000000007</c:v>
                </c:pt>
                <c:pt idx="341" formatCode="###,###,###,##0.0000">
                  <c:v>7.9</c:v>
                </c:pt>
                <c:pt idx="343" formatCode="###,###,###,##0.0000">
                  <c:v>7.95</c:v>
                </c:pt>
                <c:pt idx="344" formatCode="###,###,###,##0.0000">
                  <c:v>8.2200000000000006</c:v>
                </c:pt>
                <c:pt idx="346" formatCode="###,###,###,##0.0000">
                  <c:v>8.15</c:v>
                </c:pt>
                <c:pt idx="349" formatCode="###,###,###,##0.0000">
                  <c:v>8.1300000000000008</c:v>
                </c:pt>
                <c:pt idx="350" formatCode="###,###,###,##0.0000">
                  <c:v>7.92</c:v>
                </c:pt>
                <c:pt idx="351" formatCode="###,###,###,##0.0000">
                  <c:v>7.8</c:v>
                </c:pt>
                <c:pt idx="352" formatCode="###,###,###,##0.0000">
                  <c:v>7.8650000000000002</c:v>
                </c:pt>
                <c:pt idx="353" formatCode="###,###,###,##0.0000">
                  <c:v>7.66</c:v>
                </c:pt>
                <c:pt idx="354" formatCode="###,###,###,##0.0000">
                  <c:v>7.43</c:v>
                </c:pt>
                <c:pt idx="355" formatCode="###,###,###,##0.0000">
                  <c:v>7.64</c:v>
                </c:pt>
                <c:pt idx="356" formatCode="###,###,###,##0.0000">
                  <c:v>7.63</c:v>
                </c:pt>
                <c:pt idx="357" formatCode="###,###,###,##0.0000">
                  <c:v>7.33</c:v>
                </c:pt>
                <c:pt idx="358" formatCode="###,###,###,##0.0000">
                  <c:v>7.37</c:v>
                </c:pt>
                <c:pt idx="359" formatCode="###,###,###,##0.0000">
                  <c:v>7.39</c:v>
                </c:pt>
                <c:pt idx="360" formatCode="###,###,###,##0.0000">
                  <c:v>7.55</c:v>
                </c:pt>
                <c:pt idx="361" formatCode="###,###,###,##0.0000">
                  <c:v>7.8</c:v>
                </c:pt>
                <c:pt idx="362" formatCode="###,###,###,##0.0000">
                  <c:v>8.09</c:v>
                </c:pt>
                <c:pt idx="363" formatCode="###,###,###,##0.0000">
                  <c:v>8.1</c:v>
                </c:pt>
                <c:pt idx="364" formatCode="###,###,###,##0.0000">
                  <c:v>8.2100000000000009</c:v>
                </c:pt>
                <c:pt idx="365" formatCode="###,###,###,##0.0000">
                  <c:v>8.15</c:v>
                </c:pt>
                <c:pt idx="366" formatCode="###,###,###,##0.0000">
                  <c:v>7.9325000000000001</c:v>
                </c:pt>
                <c:pt idx="367" formatCode="###,###,###,##0.0000">
                  <c:v>8.02</c:v>
                </c:pt>
                <c:pt idx="368" formatCode="###,###,###,##0.0000">
                  <c:v>8.1950000000000003</c:v>
                </c:pt>
                <c:pt idx="371" formatCode="###,###,###,##0.0000">
                  <c:v>8.0850000000000009</c:v>
                </c:pt>
                <c:pt idx="372" formatCode="###,###,###,##0.0000">
                  <c:v>8.24</c:v>
                </c:pt>
                <c:pt idx="373" formatCode="###,###,###,##0.0000">
                  <c:v>8.32</c:v>
                </c:pt>
                <c:pt idx="374" formatCode="###,###,###,##0.0000">
                  <c:v>8.18</c:v>
                </c:pt>
                <c:pt idx="375" formatCode="###,###,###,##0.0000">
                  <c:v>7.97</c:v>
                </c:pt>
                <c:pt idx="376" formatCode="###,###,###,##0.0000">
                  <c:v>8.01</c:v>
                </c:pt>
                <c:pt idx="378" formatCode="###,###,###,##0.0000">
                  <c:v>8.5</c:v>
                </c:pt>
                <c:pt idx="379" formatCode="###,###,###,##0.0000">
                  <c:v>8.48</c:v>
                </c:pt>
                <c:pt idx="380" formatCode="###,###,###,##0.0000">
                  <c:v>8.43</c:v>
                </c:pt>
                <c:pt idx="381" formatCode="###,###,###,##0.0000">
                  <c:v>8.17</c:v>
                </c:pt>
                <c:pt idx="383" formatCode="###,###,###,##0.0000">
                  <c:v>7.63</c:v>
                </c:pt>
                <c:pt idx="384" formatCode="###,###,###,##0.0000">
                  <c:v>7.61</c:v>
                </c:pt>
                <c:pt idx="385" formatCode="###,###,###,##0.0000">
                  <c:v>7.62</c:v>
                </c:pt>
                <c:pt idx="386" formatCode="###,###,###,##0.0000">
                  <c:v>7.67</c:v>
                </c:pt>
                <c:pt idx="388" formatCode="###,###,###,##0.0000">
                  <c:v>7.4</c:v>
                </c:pt>
                <c:pt idx="389" formatCode="###,###,###,##0.0000">
                  <c:v>7.32</c:v>
                </c:pt>
                <c:pt idx="390" formatCode="###,###,###,##0.0000">
                  <c:v>7.23</c:v>
                </c:pt>
                <c:pt idx="391" formatCode="###,###,###,##0.0000">
                  <c:v>7.46</c:v>
                </c:pt>
                <c:pt idx="392" formatCode="###,###,###,##0.0000">
                  <c:v>7.46</c:v>
                </c:pt>
                <c:pt idx="393" formatCode="###,###,###,##0.0000">
                  <c:v>7.46</c:v>
                </c:pt>
                <c:pt idx="395" formatCode="###,###,###,##0.0000">
                  <c:v>7.08</c:v>
                </c:pt>
                <c:pt idx="396" formatCode="###,###,###,##0.0000">
                  <c:v>7.51</c:v>
                </c:pt>
                <c:pt idx="397" formatCode="###,###,###,##0.0000">
                  <c:v>7.32</c:v>
                </c:pt>
                <c:pt idx="398" formatCode="###,###,###,##0.0000">
                  <c:v>7.16</c:v>
                </c:pt>
                <c:pt idx="399" formatCode="###,###,###,##0.0000">
                  <c:v>7.33</c:v>
                </c:pt>
                <c:pt idx="400" formatCode="###,###,###,##0.0000">
                  <c:v>7.36</c:v>
                </c:pt>
                <c:pt idx="401" formatCode="###,###,###,##0.0000">
                  <c:v>7.59</c:v>
                </c:pt>
                <c:pt idx="402" formatCode="###,###,###,##0.0000">
                  <c:v>7.81</c:v>
                </c:pt>
                <c:pt idx="403" formatCode="###,###,###,##0.0000">
                  <c:v>7.85</c:v>
                </c:pt>
                <c:pt idx="404" formatCode="###,###,###,##0.0000">
                  <c:v>8.0124999999999993</c:v>
                </c:pt>
                <c:pt idx="405" formatCode="###,###,###,##0.0000">
                  <c:v>7.97</c:v>
                </c:pt>
                <c:pt idx="406" formatCode="###,###,###,##0.0000">
                  <c:v>8</c:v>
                </c:pt>
                <c:pt idx="407" formatCode="###,###,###,##0.0000">
                  <c:v>7.92</c:v>
                </c:pt>
                <c:pt idx="408" formatCode="###,###,###,##0.0000">
                  <c:v>7.82</c:v>
                </c:pt>
                <c:pt idx="409" formatCode="###,###,###,##0.0000">
                  <c:v>7.73</c:v>
                </c:pt>
                <c:pt idx="410" formatCode="###,###,###,##0.0000">
                  <c:v>7.62</c:v>
                </c:pt>
                <c:pt idx="411" formatCode="###,###,###,##0.0000">
                  <c:v>7.78</c:v>
                </c:pt>
                <c:pt idx="412" formatCode="###,###,###,##0.0000">
                  <c:v>7.81</c:v>
                </c:pt>
                <c:pt idx="413" formatCode="###,###,###,##0.0000">
                  <c:v>7.69</c:v>
                </c:pt>
                <c:pt idx="415" formatCode="###,###,###,##0.0000">
                  <c:v>7.47</c:v>
                </c:pt>
                <c:pt idx="416" formatCode="###,###,###,##0.0000">
                  <c:v>7.64</c:v>
                </c:pt>
                <c:pt idx="417" formatCode="###,###,###,##0.0000">
                  <c:v>7.92</c:v>
                </c:pt>
                <c:pt idx="418" formatCode="###,###,###,##0.0000">
                  <c:v>7.87</c:v>
                </c:pt>
                <c:pt idx="419" formatCode="###,###,###,##0.0000">
                  <c:v>7.73</c:v>
                </c:pt>
                <c:pt idx="420" formatCode="###,###,###,##0.0000">
                  <c:v>7.72</c:v>
                </c:pt>
                <c:pt idx="421" formatCode="###,###,###,##0.0000">
                  <c:v>7.54</c:v>
                </c:pt>
                <c:pt idx="422" formatCode="###,###,###,##0.0000">
                  <c:v>7.58</c:v>
                </c:pt>
                <c:pt idx="423" formatCode="###,###,###,##0.0000">
                  <c:v>7.57</c:v>
                </c:pt>
                <c:pt idx="424" formatCode="###,###,###,##0.0000">
                  <c:v>7.8049999999999997</c:v>
                </c:pt>
                <c:pt idx="425" formatCode="###,###,###,##0.0000">
                  <c:v>7.79</c:v>
                </c:pt>
                <c:pt idx="426" formatCode="###,###,###,##0.0000">
                  <c:v>7.84</c:v>
                </c:pt>
                <c:pt idx="427" formatCode="###,###,###,##0.0000">
                  <c:v>7.89</c:v>
                </c:pt>
                <c:pt idx="428" formatCode="###,###,###,##0.0000">
                  <c:v>7.82</c:v>
                </c:pt>
                <c:pt idx="429" formatCode="###,###,###,##0.0000">
                  <c:v>7.64</c:v>
                </c:pt>
                <c:pt idx="430" formatCode="###,###,###,##0.0000">
                  <c:v>7.74</c:v>
                </c:pt>
                <c:pt idx="431" formatCode="###,###,###,##0.0000">
                  <c:v>7.83</c:v>
                </c:pt>
                <c:pt idx="432" formatCode="###,###,###,##0.0000">
                  <c:v>7.95</c:v>
                </c:pt>
                <c:pt idx="433" formatCode="###,###,###,##0.0000">
                  <c:v>8.01</c:v>
                </c:pt>
                <c:pt idx="434" formatCode="###,###,###,##0.0000">
                  <c:v>8.1199999999999992</c:v>
                </c:pt>
                <c:pt idx="435" formatCode="###,###,###,##0.0000">
                  <c:v>8.1199999999999992</c:v>
                </c:pt>
                <c:pt idx="436" formatCode="###,###,###,##0.0000">
                  <c:v>8.2799999999999994</c:v>
                </c:pt>
                <c:pt idx="437" formatCode="###,###,###,##0.0000">
                  <c:v>8.3800000000000008</c:v>
                </c:pt>
                <c:pt idx="438" formatCode="###,###,###,##0.0000">
                  <c:v>8.3800000000000008</c:v>
                </c:pt>
                <c:pt idx="439" formatCode="###,###,###,##0.0000">
                  <c:v>7.87</c:v>
                </c:pt>
                <c:pt idx="441" formatCode="###,###,###,##0.0000">
                  <c:v>7.87</c:v>
                </c:pt>
                <c:pt idx="442" formatCode="###,###,###,##0.0000">
                  <c:v>7.87</c:v>
                </c:pt>
                <c:pt idx="443" formatCode="###,###,###,##0.0000">
                  <c:v>7.87</c:v>
                </c:pt>
                <c:pt idx="444" formatCode="###,###,###,##0.0000">
                  <c:v>8.08</c:v>
                </c:pt>
                <c:pt idx="445" formatCode="###,###,###,##0.0000">
                  <c:v>7.9</c:v>
                </c:pt>
                <c:pt idx="446" formatCode="###,###,###,##0.0000">
                  <c:v>7.9</c:v>
                </c:pt>
                <c:pt idx="447" formatCode="###,###,###,##0.0000">
                  <c:v>7.8</c:v>
                </c:pt>
                <c:pt idx="448" formatCode="###,###,###,##0.0000">
                  <c:v>7.82</c:v>
                </c:pt>
                <c:pt idx="449" formatCode="###,###,###,##0.0000">
                  <c:v>7.59</c:v>
                </c:pt>
                <c:pt idx="450" formatCode="###,###,###,##0.0000">
                  <c:v>7.49</c:v>
                </c:pt>
                <c:pt idx="451" formatCode="###,###,###,##0.0000">
                  <c:v>7.49</c:v>
                </c:pt>
                <c:pt idx="452" formatCode="###,###,###,##0.0000">
                  <c:v>7.47</c:v>
                </c:pt>
                <c:pt idx="453" formatCode="###,###,###,##0.0000">
                  <c:v>7.42</c:v>
                </c:pt>
                <c:pt idx="454" formatCode="###,###,###,##0.0000">
                  <c:v>7.09</c:v>
                </c:pt>
                <c:pt idx="455" formatCode="###,###,###,##0.0000">
                  <c:v>6.98</c:v>
                </c:pt>
                <c:pt idx="456" formatCode="###,###,###,##0.0000">
                  <c:v>7.08</c:v>
                </c:pt>
                <c:pt idx="457" formatCode="###,###,###,##0.0000">
                  <c:v>7.14</c:v>
                </c:pt>
                <c:pt idx="458" formatCode="###,###,###,##0.0000">
                  <c:v>6.95</c:v>
                </c:pt>
                <c:pt idx="459" formatCode="###,###,###,##0.0000">
                  <c:v>6.99</c:v>
                </c:pt>
                <c:pt idx="460" formatCode="###,###,###,##0.0000">
                  <c:v>6.57</c:v>
                </c:pt>
                <c:pt idx="461" formatCode="###,###,###,##0.0000">
                  <c:v>6.57</c:v>
                </c:pt>
                <c:pt idx="462" formatCode="###,###,###,##0.0000">
                  <c:v>6.57</c:v>
                </c:pt>
                <c:pt idx="463" formatCode="###,###,###,##0.0000">
                  <c:v>6.72</c:v>
                </c:pt>
                <c:pt idx="464" formatCode="###,###,###,##0.0000">
                  <c:v>6.72</c:v>
                </c:pt>
                <c:pt idx="467" formatCode="###,###,###,##0.0000">
                  <c:v>6.68</c:v>
                </c:pt>
                <c:pt idx="468" formatCode="###,###,###,##0.0000">
                  <c:v>6.73</c:v>
                </c:pt>
                <c:pt idx="469" formatCode="###,###,###,##0.0000">
                  <c:v>7.15</c:v>
                </c:pt>
                <c:pt idx="470" formatCode="###,###,###,##0.0000">
                  <c:v>7.1</c:v>
                </c:pt>
                <c:pt idx="471" formatCode="###,###,###,##0.0000">
                  <c:v>7.06</c:v>
                </c:pt>
                <c:pt idx="472" formatCode="###,###,###,##0.0000">
                  <c:v>7.09</c:v>
                </c:pt>
                <c:pt idx="473" formatCode="###,###,###,##0.0000">
                  <c:v>7.1</c:v>
                </c:pt>
                <c:pt idx="474" formatCode="###,###,###,##0.0000">
                  <c:v>7.13</c:v>
                </c:pt>
                <c:pt idx="475" formatCode="###,###,###,##0.0000">
                  <c:v>7.08</c:v>
                </c:pt>
                <c:pt idx="476" formatCode="###,###,###,##0.0000">
                  <c:v>7.17</c:v>
                </c:pt>
                <c:pt idx="477" formatCode="###,###,###,##0.0000">
                  <c:v>7.15</c:v>
                </c:pt>
                <c:pt idx="478" formatCode="###,###,###,##0.0000">
                  <c:v>7.15</c:v>
                </c:pt>
                <c:pt idx="479" formatCode="###,###,###,##0.0000">
                  <c:v>7.12</c:v>
                </c:pt>
                <c:pt idx="480" formatCode="###,###,###,##0.0000">
                  <c:v>6.98</c:v>
                </c:pt>
                <c:pt idx="481" formatCode="###,###,###,##0.0000">
                  <c:v>7.13</c:v>
                </c:pt>
                <c:pt idx="482" formatCode="###,###,###,##0.0000">
                  <c:v>7.13</c:v>
                </c:pt>
                <c:pt idx="483" formatCode="###,###,###,##0.0000">
                  <c:v>7.17</c:v>
                </c:pt>
                <c:pt idx="484" formatCode="###,###,###,##0.0000">
                  <c:v>7.09</c:v>
                </c:pt>
                <c:pt idx="485" formatCode="###,###,###,##0.0000">
                  <c:v>7.12</c:v>
                </c:pt>
                <c:pt idx="486" formatCode="###,###,###,##0.0000">
                  <c:v>7.2</c:v>
                </c:pt>
                <c:pt idx="487" formatCode="###,###,###,##0.0000">
                  <c:v>7.22</c:v>
                </c:pt>
                <c:pt idx="488" formatCode="###,###,###,##0.0000">
                  <c:v>7.2</c:v>
                </c:pt>
                <c:pt idx="489" formatCode="###,###,###,##0.0000">
                  <c:v>7.27</c:v>
                </c:pt>
                <c:pt idx="490" formatCode="###,###,###,##0.0000">
                  <c:v>7.27</c:v>
                </c:pt>
                <c:pt idx="491" formatCode="###,###,###,##0.0000">
                  <c:v>7.14</c:v>
                </c:pt>
                <c:pt idx="492" formatCode="###,###,###,##0.0000">
                  <c:v>6.52</c:v>
                </c:pt>
                <c:pt idx="493" formatCode="###,###,###,##0.0000">
                  <c:v>7.02</c:v>
                </c:pt>
                <c:pt idx="494" formatCode="###,###,###,##0.0000">
                  <c:v>7.15</c:v>
                </c:pt>
                <c:pt idx="495" formatCode="###,###,###,##0.0000">
                  <c:v>7.13</c:v>
                </c:pt>
                <c:pt idx="496" formatCode="###,###,###,##0.0000">
                  <c:v>6.84</c:v>
                </c:pt>
                <c:pt idx="497" formatCode="###,###,###,##0.0000">
                  <c:v>6.79</c:v>
                </c:pt>
                <c:pt idx="498" formatCode="###,###,###,##0.0000">
                  <c:v>6.66</c:v>
                </c:pt>
                <c:pt idx="499" formatCode="###,###,###,##0.0000">
                  <c:v>6.63</c:v>
                </c:pt>
                <c:pt idx="500" formatCode="###,###,###,##0.0000">
                  <c:v>6.63</c:v>
                </c:pt>
                <c:pt idx="501" formatCode="###,###,###,##0.0000">
                  <c:v>6.63</c:v>
                </c:pt>
                <c:pt idx="502" formatCode="###,###,###,##0.0000">
                  <c:v>6.54</c:v>
                </c:pt>
                <c:pt idx="503" formatCode="###,###,###,##0.0000">
                  <c:v>6.56</c:v>
                </c:pt>
                <c:pt idx="504" formatCode="###,###,###,##0.0000">
                  <c:v>6.63</c:v>
                </c:pt>
                <c:pt idx="505" formatCode="###,###,###,##0.0000">
                  <c:v>6.66</c:v>
                </c:pt>
                <c:pt idx="506" formatCode="###,###,###,##0.0000">
                  <c:v>6.57</c:v>
                </c:pt>
                <c:pt idx="507" formatCode="###,###,###,##0.0000">
                  <c:v>6.57</c:v>
                </c:pt>
                <c:pt idx="508" formatCode="###,###,###,##0.0000">
                  <c:v>6.52</c:v>
                </c:pt>
                <c:pt idx="509" formatCode="###,###,###,##0.0000">
                  <c:v>6.46</c:v>
                </c:pt>
                <c:pt idx="510" formatCode="###,###,###,##0.0000">
                  <c:v>6.52</c:v>
                </c:pt>
                <c:pt idx="511" formatCode="###,###,###,##0.0000">
                  <c:v>6.56</c:v>
                </c:pt>
                <c:pt idx="512" formatCode="###,###,###,##0.0000">
                  <c:v>6.49</c:v>
                </c:pt>
                <c:pt idx="513" formatCode="###,###,###,##0.0000">
                  <c:v>6.47</c:v>
                </c:pt>
                <c:pt idx="514" formatCode="###,###,###,##0.0000">
                  <c:v>6.48</c:v>
                </c:pt>
                <c:pt idx="516" formatCode="###,###,###,##0.0000">
                  <c:v>6.3</c:v>
                </c:pt>
                <c:pt idx="517" formatCode="###,###,###,##0.0000">
                  <c:v>6.32</c:v>
                </c:pt>
                <c:pt idx="518" formatCode="###,###,###,##0.0000">
                  <c:v>6.51</c:v>
                </c:pt>
                <c:pt idx="519" formatCode="###,###,###,##0.0000">
                  <c:v>6.57</c:v>
                </c:pt>
                <c:pt idx="520" formatCode="###,###,###,##0.0000">
                  <c:v>6.57</c:v>
                </c:pt>
                <c:pt idx="521" formatCode="###,###,###,##0.0000">
                  <c:v>6.67</c:v>
                </c:pt>
                <c:pt idx="523" formatCode="###,###,###,##0.0000">
                  <c:v>6.7</c:v>
                </c:pt>
                <c:pt idx="524" formatCode="###,###,###,##0.0000">
                  <c:v>6.7</c:v>
                </c:pt>
                <c:pt idx="525" formatCode="###,###,###,##0.0000">
                  <c:v>6.95</c:v>
                </c:pt>
                <c:pt idx="526" formatCode="###,###,###,##0.0000">
                  <c:v>6.9749999999999996</c:v>
                </c:pt>
                <c:pt idx="528" formatCode="###,###,###,##0.0000">
                  <c:v>6.98</c:v>
                </c:pt>
                <c:pt idx="529" formatCode="###,###,###,##0.0000">
                  <c:v>7.1</c:v>
                </c:pt>
                <c:pt idx="530" formatCode="###,###,###,##0.0000">
                  <c:v>7.1</c:v>
                </c:pt>
                <c:pt idx="531" formatCode="###,###,###,##0.0000">
                  <c:v>6.97</c:v>
                </c:pt>
                <c:pt idx="532" formatCode="###,###,###,##0.0000">
                  <c:v>6.99</c:v>
                </c:pt>
                <c:pt idx="533" formatCode="###,###,###,##0.0000">
                  <c:v>6.99</c:v>
                </c:pt>
                <c:pt idx="534" formatCode="###,###,###,##0.0000">
                  <c:v>7.07</c:v>
                </c:pt>
                <c:pt idx="535" formatCode="###,###,###,##0.0000">
                  <c:v>7.07</c:v>
                </c:pt>
                <c:pt idx="536" formatCode="###,###,###,##0.0000">
                  <c:v>7.07</c:v>
                </c:pt>
                <c:pt idx="538" formatCode="###,###,###,##0.0000">
                  <c:v>7.07</c:v>
                </c:pt>
                <c:pt idx="539" formatCode="###,###,###,##0.0000">
                  <c:v>6.58</c:v>
                </c:pt>
                <c:pt idx="540" formatCode="###,###,###,##0.0000">
                  <c:v>6.58</c:v>
                </c:pt>
                <c:pt idx="541" formatCode="###,###,###,##0.0000">
                  <c:v>6.72</c:v>
                </c:pt>
                <c:pt idx="543" formatCode="###,###,###,##0.0000">
                  <c:v>6.72</c:v>
                </c:pt>
                <c:pt idx="544" formatCode="###,###,###,##0.0000">
                  <c:v>6.78</c:v>
                </c:pt>
                <c:pt idx="545" formatCode="###,###,###,##0.0000">
                  <c:v>6.98</c:v>
                </c:pt>
                <c:pt idx="546" formatCode="###,###,###,##0.0000">
                  <c:v>7.02</c:v>
                </c:pt>
                <c:pt idx="547" formatCode="###,###,###,##0.0000">
                  <c:v>7.12</c:v>
                </c:pt>
                <c:pt idx="549" formatCode="###,###,###,##0.0000">
                  <c:v>7.12</c:v>
                </c:pt>
                <c:pt idx="550" formatCode="###,###,###,##0.0000">
                  <c:v>7.03</c:v>
                </c:pt>
                <c:pt idx="551" formatCode="###,###,###,##0.0000">
                  <c:v>7.06</c:v>
                </c:pt>
                <c:pt idx="552" formatCode="###,###,###,##0.0000">
                  <c:v>7.06</c:v>
                </c:pt>
                <c:pt idx="553" formatCode="###,###,###,##0.0000">
                  <c:v>7.05</c:v>
                </c:pt>
                <c:pt idx="554" formatCode="###,###,###,##0.0000">
                  <c:v>7.06</c:v>
                </c:pt>
                <c:pt idx="555" formatCode="###,###,###,##0.0000">
                  <c:v>7.06</c:v>
                </c:pt>
                <c:pt idx="556" formatCode="###,###,###,##0.0000">
                  <c:v>7.05</c:v>
                </c:pt>
                <c:pt idx="557" formatCode="###,###,###,##0.0000">
                  <c:v>7.06</c:v>
                </c:pt>
                <c:pt idx="558" formatCode="###,###,###,##0.0000">
                  <c:v>7</c:v>
                </c:pt>
                <c:pt idx="559" formatCode="###,###,###,##0.0000">
                  <c:v>6.96</c:v>
                </c:pt>
                <c:pt idx="560" formatCode="###,###,###,##0.0000">
                  <c:v>7.04</c:v>
                </c:pt>
                <c:pt idx="561" formatCode="###,###,###,##0.0000">
                  <c:v>6.98</c:v>
                </c:pt>
                <c:pt idx="562" formatCode="###,###,###,##0.0000">
                  <c:v>6.92</c:v>
                </c:pt>
                <c:pt idx="563" formatCode="###,###,###,##0.0000">
                  <c:v>7.01</c:v>
                </c:pt>
                <c:pt idx="565" formatCode="###,###,###,##0.0000">
                  <c:v>7.07</c:v>
                </c:pt>
                <c:pt idx="566" formatCode="###,###,###,##0.0000">
                  <c:v>6.96</c:v>
                </c:pt>
                <c:pt idx="567" formatCode="###,###,###,##0.0000">
                  <c:v>6.98</c:v>
                </c:pt>
                <c:pt idx="568" formatCode="###,###,###,##0.0000">
                  <c:v>7.03</c:v>
                </c:pt>
                <c:pt idx="569" formatCode="###,###,###,##0.0000">
                  <c:v>7.06</c:v>
                </c:pt>
                <c:pt idx="570" formatCode="###,###,###,##0.0000">
                  <c:v>7.09</c:v>
                </c:pt>
                <c:pt idx="571" formatCode="###,###,###,##0.0000">
                  <c:v>7.19</c:v>
                </c:pt>
                <c:pt idx="572" formatCode="###,###,###,##0.0000">
                  <c:v>7.2</c:v>
                </c:pt>
                <c:pt idx="573" formatCode="###,###,###,##0.0000">
                  <c:v>7.18</c:v>
                </c:pt>
                <c:pt idx="574" formatCode="###,###,###,##0.0000">
                  <c:v>7.17</c:v>
                </c:pt>
                <c:pt idx="575" formatCode="###,###,###,##0.0000">
                  <c:v>7.24</c:v>
                </c:pt>
                <c:pt idx="576" formatCode="###,###,###,##0.0000">
                  <c:v>7.18</c:v>
                </c:pt>
                <c:pt idx="577" formatCode="###,###,###,##0.0000">
                  <c:v>7.03</c:v>
                </c:pt>
                <c:pt idx="578" formatCode="###,###,###,##0.0000">
                  <c:v>7.01</c:v>
                </c:pt>
                <c:pt idx="579" formatCode="###,###,###,##0.0000">
                  <c:v>7.1</c:v>
                </c:pt>
                <c:pt idx="580" formatCode="###,###,###,##0.0000">
                  <c:v>7.24</c:v>
                </c:pt>
                <c:pt idx="581" formatCode="###,###,###,##0.0000">
                  <c:v>7.27</c:v>
                </c:pt>
                <c:pt idx="582" formatCode="###,###,###,##0.0000">
                  <c:v>7.24</c:v>
                </c:pt>
                <c:pt idx="583" formatCode="###,###,###,##0.0000">
                  <c:v>7.34</c:v>
                </c:pt>
                <c:pt idx="584" formatCode="###,###,###,##0.0000">
                  <c:v>7.35</c:v>
                </c:pt>
                <c:pt idx="585" formatCode="###,###,###,##0.0000">
                  <c:v>7.25</c:v>
                </c:pt>
                <c:pt idx="586" formatCode="###,###,###,##0.0000">
                  <c:v>7.08</c:v>
                </c:pt>
                <c:pt idx="588" formatCode="###,###,###,##0.0000">
                  <c:v>7.04</c:v>
                </c:pt>
                <c:pt idx="589" formatCode="###,###,###,##0.0000">
                  <c:v>7.07</c:v>
                </c:pt>
                <c:pt idx="590" formatCode="###,###,###,##0.0000">
                  <c:v>6.98</c:v>
                </c:pt>
                <c:pt idx="591" formatCode="###,###,###,##0.0000">
                  <c:v>6.9</c:v>
                </c:pt>
                <c:pt idx="592" formatCode="###,###,###,##0.0000">
                  <c:v>6.79</c:v>
                </c:pt>
                <c:pt idx="593" formatCode="###,###,###,##0.0000">
                  <c:v>6.62</c:v>
                </c:pt>
                <c:pt idx="596" formatCode="###,###,###,##0.0000">
                  <c:v>7.01</c:v>
                </c:pt>
                <c:pt idx="597" formatCode="###,###,###,##0.0000">
                  <c:v>7.14</c:v>
                </c:pt>
                <c:pt idx="598" formatCode="###,###,###,##0.0000">
                  <c:v>7.18</c:v>
                </c:pt>
                <c:pt idx="599" formatCode="###,###,###,##0.0000">
                  <c:v>7.17</c:v>
                </c:pt>
                <c:pt idx="601" formatCode="###,###,###,##0.0000">
                  <c:v>7.18</c:v>
                </c:pt>
                <c:pt idx="602" formatCode="###,###,###,##0.0000">
                  <c:v>7.09</c:v>
                </c:pt>
                <c:pt idx="603" formatCode="###,###,###,##0.0000">
                  <c:v>6.96</c:v>
                </c:pt>
                <c:pt idx="604" formatCode="###,###,###,##0.0000">
                  <c:v>6.99</c:v>
                </c:pt>
                <c:pt idx="605" formatCode="###,###,###,##0.0000">
                  <c:v>7.01</c:v>
                </c:pt>
                <c:pt idx="606" formatCode="###,###,###,##0.0000">
                  <c:v>6.92</c:v>
                </c:pt>
                <c:pt idx="607" formatCode="###,###,###,##0.0000">
                  <c:v>6.87</c:v>
                </c:pt>
                <c:pt idx="608" formatCode="###,###,###,##0.0000">
                  <c:v>6.78</c:v>
                </c:pt>
                <c:pt idx="609" formatCode="###,###,###,##0.0000">
                  <c:v>6.64</c:v>
                </c:pt>
                <c:pt idx="610" formatCode="###,###,###,##0.0000">
                  <c:v>6.83</c:v>
                </c:pt>
                <c:pt idx="611" formatCode="###,###,###,##0.0000">
                  <c:v>6.74</c:v>
                </c:pt>
                <c:pt idx="612" formatCode="###,###,###,##0.0000">
                  <c:v>6.83</c:v>
                </c:pt>
                <c:pt idx="613" formatCode="###,###,###,##0.0000">
                  <c:v>6.79</c:v>
                </c:pt>
                <c:pt idx="614" formatCode="###,###,###,##0.0000">
                  <c:v>6.72</c:v>
                </c:pt>
                <c:pt idx="615" formatCode="###,###,###,##0.0000">
                  <c:v>6.86</c:v>
                </c:pt>
                <c:pt idx="617" formatCode="###,###,###,##0.0000">
                  <c:v>7.17</c:v>
                </c:pt>
                <c:pt idx="618" formatCode="###,###,###,##0.0000">
                  <c:v>7.21</c:v>
                </c:pt>
                <c:pt idx="619" formatCode="###,###,###,##0.0000">
                  <c:v>7.11</c:v>
                </c:pt>
                <c:pt idx="620" formatCode="###,###,###,##0.0000">
                  <c:v>6.95</c:v>
                </c:pt>
                <c:pt idx="621" formatCode="###,###,###,##0.0000">
                  <c:v>7.01</c:v>
                </c:pt>
                <c:pt idx="622" formatCode="###,###,###,##0.0000">
                  <c:v>7.1</c:v>
                </c:pt>
                <c:pt idx="623" formatCode="###,###,###,##0.0000">
                  <c:v>7.1</c:v>
                </c:pt>
                <c:pt idx="624" formatCode="###,###,###,##0.0000">
                  <c:v>7.13</c:v>
                </c:pt>
                <c:pt idx="625" formatCode="###,###,###,##0.0000">
                  <c:v>6.93</c:v>
                </c:pt>
                <c:pt idx="626" formatCode="###,###,###,##0.0000">
                  <c:v>6.71</c:v>
                </c:pt>
                <c:pt idx="629" formatCode="###,###,###,##0.0000">
                  <c:v>6.8</c:v>
                </c:pt>
                <c:pt idx="630" formatCode="###,###,###,##0.0000">
                  <c:v>7.03</c:v>
                </c:pt>
                <c:pt idx="631" formatCode="###,###,###,##0.0000">
                  <c:v>7.11</c:v>
                </c:pt>
                <c:pt idx="632" formatCode="###,###,###,##0.0000">
                  <c:v>7.22</c:v>
                </c:pt>
                <c:pt idx="633" formatCode="###,###,###,##0.0000">
                  <c:v>7.2</c:v>
                </c:pt>
                <c:pt idx="634" formatCode="###,###,###,##0.0000">
                  <c:v>6.75</c:v>
                </c:pt>
                <c:pt idx="635" formatCode="###,###,###,##0.0000">
                  <c:v>6.8</c:v>
                </c:pt>
                <c:pt idx="636" formatCode="###,###,###,##0.0000">
                  <c:v>6.55</c:v>
                </c:pt>
                <c:pt idx="638" formatCode="###,###,###,##0.0000">
                  <c:v>6.53</c:v>
                </c:pt>
                <c:pt idx="639" formatCode="###,###,###,##0.0000">
                  <c:v>6.38</c:v>
                </c:pt>
                <c:pt idx="640" formatCode="###,###,###,##0.0000">
                  <c:v>6.33</c:v>
                </c:pt>
                <c:pt idx="641" formatCode="###,###,###,##0.0000">
                  <c:v>6.27</c:v>
                </c:pt>
                <c:pt idx="643" formatCode="###,###,###,##0.0000">
                  <c:v>6.38</c:v>
                </c:pt>
                <c:pt idx="644" formatCode="###,###,###,##0.0000">
                  <c:v>6.42</c:v>
                </c:pt>
                <c:pt idx="645" formatCode="###,###,###,##0.0000">
                  <c:v>6.59</c:v>
                </c:pt>
                <c:pt idx="646" formatCode="###,###,###,##0.0000">
                  <c:v>6.68</c:v>
                </c:pt>
                <c:pt idx="647" formatCode="###,###,###,##0.0000">
                  <c:v>6.73</c:v>
                </c:pt>
                <c:pt idx="648" formatCode="###,###,###,##0.0000">
                  <c:v>6.66</c:v>
                </c:pt>
                <c:pt idx="649" formatCode="###,###,###,##0.0000">
                  <c:v>6.59</c:v>
                </c:pt>
                <c:pt idx="650" formatCode="###,###,###,##0.0000">
                  <c:v>6.75</c:v>
                </c:pt>
                <c:pt idx="651" formatCode="###,###,###,##0.0000">
                  <c:v>6.85</c:v>
                </c:pt>
                <c:pt idx="652" formatCode="###,###,###,##0.0000">
                  <c:v>6.62</c:v>
                </c:pt>
                <c:pt idx="653" formatCode="###,###,###,##0.0000">
                  <c:v>6.77</c:v>
                </c:pt>
                <c:pt idx="654" formatCode="###,###,###,##0.0000">
                  <c:v>6.9</c:v>
                </c:pt>
                <c:pt idx="655" formatCode="###,###,###,##0.0000">
                  <c:v>6.84</c:v>
                </c:pt>
                <c:pt idx="656" formatCode="###,###,###,##0.0000">
                  <c:v>6.63</c:v>
                </c:pt>
                <c:pt idx="657" formatCode="###,###,###,##0.0000">
                  <c:v>6.66</c:v>
                </c:pt>
                <c:pt idx="658" formatCode="###,###,###,##0.0000">
                  <c:v>7.07</c:v>
                </c:pt>
                <c:pt idx="659" formatCode="###,###,###,##0.0000">
                  <c:v>7.2</c:v>
                </c:pt>
                <c:pt idx="660" formatCode="###,###,###,##0.0000">
                  <c:v>7.13</c:v>
                </c:pt>
                <c:pt idx="661" formatCode="###,###,###,##0.0000">
                  <c:v>7.12</c:v>
                </c:pt>
                <c:pt idx="663" formatCode="###,###,###,##0.0000">
                  <c:v>7.34</c:v>
                </c:pt>
                <c:pt idx="664" formatCode="###,###,###,##0.0000">
                  <c:v>7.5</c:v>
                </c:pt>
                <c:pt idx="666" formatCode="###,###,###,##0.0000">
                  <c:v>7.76</c:v>
                </c:pt>
                <c:pt idx="667" formatCode="###,###,###,##0.0000">
                  <c:v>8.19</c:v>
                </c:pt>
                <c:pt idx="668" formatCode="###,###,###,##0.0000">
                  <c:v>8.06</c:v>
                </c:pt>
                <c:pt idx="669" formatCode="###,###,###,##0.0000">
                  <c:v>8.4</c:v>
                </c:pt>
                <c:pt idx="671" formatCode="###,###,###,##0.0000">
                  <c:v>8.08</c:v>
                </c:pt>
                <c:pt idx="672" formatCode="###,###,###,##0.0000">
                  <c:v>8.35</c:v>
                </c:pt>
                <c:pt idx="673" formatCode="###,###,###,##0.0000">
                  <c:v>8.41</c:v>
                </c:pt>
                <c:pt idx="674" formatCode="###,###,###,##0.0000">
                  <c:v>8.6199999999999992</c:v>
                </c:pt>
                <c:pt idx="675" formatCode="###,###,###,##0.0000">
                  <c:v>8.57</c:v>
                </c:pt>
                <c:pt idx="676" formatCode="###,###,###,##0.0000">
                  <c:v>8.7799999999999994</c:v>
                </c:pt>
                <c:pt idx="677" formatCode="###,###,###,##0.0000">
                  <c:v>8.8800000000000008</c:v>
                </c:pt>
                <c:pt idx="678" formatCode="###,###,###,##0.0000">
                  <c:v>9.0500000000000007</c:v>
                </c:pt>
                <c:pt idx="679" formatCode="###,###,###,##0.0000">
                  <c:v>8.9499999999999993</c:v>
                </c:pt>
                <c:pt idx="680" formatCode="###,###,###,##0.0000">
                  <c:v>8.69</c:v>
                </c:pt>
                <c:pt idx="681" formatCode="###,###,###,##0.0000">
                  <c:v>8.6300000000000008</c:v>
                </c:pt>
                <c:pt idx="682" formatCode="###,###,###,##0.0000">
                  <c:v>8.49</c:v>
                </c:pt>
                <c:pt idx="683" formatCode="###,###,###,##0.0000">
                  <c:v>8.6199999999999992</c:v>
                </c:pt>
                <c:pt idx="684" formatCode="###,###,###,##0.0000">
                  <c:v>8.83</c:v>
                </c:pt>
                <c:pt idx="685" formatCode="###,###,###,##0.0000">
                  <c:v>8.69</c:v>
                </c:pt>
                <c:pt idx="686" formatCode="###,###,###,##0.0000">
                  <c:v>8.6</c:v>
                </c:pt>
                <c:pt idx="687" formatCode="###,###,###,##0.0000">
                  <c:v>8.51</c:v>
                </c:pt>
                <c:pt idx="688" formatCode="###,###,###,##0.0000">
                  <c:v>8.65</c:v>
                </c:pt>
                <c:pt idx="689" formatCode="###,###,###,##0.0000">
                  <c:v>8.56</c:v>
                </c:pt>
                <c:pt idx="690" formatCode="###,###,###,##0.0000">
                  <c:v>8.49</c:v>
                </c:pt>
                <c:pt idx="691" formatCode="###,###,###,##0.0000">
                  <c:v>8.61</c:v>
                </c:pt>
                <c:pt idx="692" formatCode="###,###,###,##0.0000">
                  <c:v>8.68</c:v>
                </c:pt>
                <c:pt idx="693" formatCode="###,###,###,##0.0000">
                  <c:v>8.41</c:v>
                </c:pt>
                <c:pt idx="694" formatCode="###,###,###,##0.0000">
                  <c:v>8.16</c:v>
                </c:pt>
                <c:pt idx="695" formatCode="###,###,###,##0.0000">
                  <c:v>8</c:v>
                </c:pt>
                <c:pt idx="696" formatCode="###,###,###,##0.0000">
                  <c:v>8.2200000000000006</c:v>
                </c:pt>
                <c:pt idx="697" formatCode="###,###,###,##0.0000">
                  <c:v>8.2899999999999991</c:v>
                </c:pt>
                <c:pt idx="698" formatCode="###,###,###,##0.0000">
                  <c:v>8.3000000000000007</c:v>
                </c:pt>
                <c:pt idx="699" formatCode="###,###,###,##0.0000">
                  <c:v>8.4600000000000009</c:v>
                </c:pt>
                <c:pt idx="700" formatCode="###,###,###,##0.0000">
                  <c:v>8.6300000000000008</c:v>
                </c:pt>
                <c:pt idx="701" formatCode="###,###,###,##0.0000">
                  <c:v>8.64</c:v>
                </c:pt>
                <c:pt idx="702" formatCode="###,###,###,##0.0000">
                  <c:v>8.4600000000000009</c:v>
                </c:pt>
                <c:pt idx="703" formatCode="###,###,###,##0.0000">
                  <c:v>8.41</c:v>
                </c:pt>
                <c:pt idx="704" formatCode="###,###,###,##0.0000">
                  <c:v>8.31</c:v>
                </c:pt>
                <c:pt idx="705" formatCode="###,###,###,##0.0000">
                  <c:v>8.26</c:v>
                </c:pt>
                <c:pt idx="706" formatCode="###,###,###,##0.0000">
                  <c:v>8.4700000000000006</c:v>
                </c:pt>
                <c:pt idx="707" formatCode="###,###,###,##0.0000">
                  <c:v>8.48</c:v>
                </c:pt>
                <c:pt idx="709" formatCode="###,###,###,##0.0000">
                  <c:v>8.39</c:v>
                </c:pt>
                <c:pt idx="710" formatCode="###,###,###,##0.0000">
                  <c:v>8.56</c:v>
                </c:pt>
                <c:pt idx="711" formatCode="###,###,###,##0.0000">
                  <c:v>8.35</c:v>
                </c:pt>
                <c:pt idx="712" formatCode="###,###,###,##0.0000">
                  <c:v>8.33</c:v>
                </c:pt>
                <c:pt idx="713" formatCode="###,###,###,##0.0000">
                  <c:v>8.14</c:v>
                </c:pt>
                <c:pt idx="714" formatCode="###,###,###,##0.0000">
                  <c:v>8.06</c:v>
                </c:pt>
                <c:pt idx="715" formatCode="###,###,###,##0.0000">
                  <c:v>8.19</c:v>
                </c:pt>
                <c:pt idx="716" formatCode="###,###,###,##0.0000">
                  <c:v>8.11</c:v>
                </c:pt>
                <c:pt idx="717" formatCode="###,###,###,##0.0000">
                  <c:v>8.17</c:v>
                </c:pt>
                <c:pt idx="718" formatCode="###,###,###,##0.0000">
                  <c:v>8.27</c:v>
                </c:pt>
                <c:pt idx="719" formatCode="###,###,###,##0.0000">
                  <c:v>8.0399999999999991</c:v>
                </c:pt>
                <c:pt idx="720" formatCode="###,###,###,##0.0000">
                  <c:v>7.99</c:v>
                </c:pt>
                <c:pt idx="721" formatCode="###,###,###,##0.0000">
                  <c:v>8.18</c:v>
                </c:pt>
                <c:pt idx="722" formatCode="###,###,###,##0.0000">
                  <c:v>8.07</c:v>
                </c:pt>
                <c:pt idx="723" formatCode="###,###,###,##0.0000">
                  <c:v>8.1</c:v>
                </c:pt>
                <c:pt idx="725" formatCode="###,###,###,##0.0000">
                  <c:v>8.08</c:v>
                </c:pt>
                <c:pt idx="726" formatCode="###,###,###,##0.0000">
                  <c:v>7.92</c:v>
                </c:pt>
                <c:pt idx="727" formatCode="###,###,###,##0.0000">
                  <c:v>7.82</c:v>
                </c:pt>
                <c:pt idx="730" formatCode="###,###,###,##0.0000">
                  <c:v>8.1999999999999993</c:v>
                </c:pt>
                <c:pt idx="731" formatCode="###,###,###,##0.0000">
                  <c:v>8.1999999999999993</c:v>
                </c:pt>
                <c:pt idx="732" formatCode="###,###,###,##0.0000">
                  <c:v>8.1999999999999993</c:v>
                </c:pt>
                <c:pt idx="733" formatCode="###,###,###,##0.0000">
                  <c:v>8.23</c:v>
                </c:pt>
                <c:pt idx="734" formatCode="###,###,###,##0.0000">
                  <c:v>8.2200000000000006</c:v>
                </c:pt>
                <c:pt idx="735" formatCode="###,###,###,##0.0000">
                  <c:v>8.14</c:v>
                </c:pt>
                <c:pt idx="736" formatCode="###,###,###,##0.0000">
                  <c:v>8.06</c:v>
                </c:pt>
                <c:pt idx="737" formatCode="###,###,###,##0.0000">
                  <c:v>8.07</c:v>
                </c:pt>
                <c:pt idx="738" formatCode="###,###,###,##0.0000">
                  <c:v>8.01</c:v>
                </c:pt>
                <c:pt idx="739" formatCode="###,###,###,##0.0000">
                  <c:v>8.3800000000000008</c:v>
                </c:pt>
                <c:pt idx="740" formatCode="###,###,###,##0.0000">
                  <c:v>8.17</c:v>
                </c:pt>
                <c:pt idx="741" formatCode="###,###,###,##0.0000">
                  <c:v>8.02</c:v>
                </c:pt>
                <c:pt idx="742" formatCode="###,###,###,##0.0000">
                  <c:v>8.0299999999999994</c:v>
                </c:pt>
                <c:pt idx="743" formatCode="###,###,###,##0.0000">
                  <c:v>8.1</c:v>
                </c:pt>
                <c:pt idx="744" formatCode="###,###,###,##0.0000">
                  <c:v>8.27</c:v>
                </c:pt>
                <c:pt idx="745" formatCode="###,###,###,##0.0000">
                  <c:v>8.2799999999999994</c:v>
                </c:pt>
                <c:pt idx="746" formatCode="###,###,###,##0.0000">
                  <c:v>8.27</c:v>
                </c:pt>
                <c:pt idx="747" formatCode="###,###,###,##0.0000">
                  <c:v>8.23</c:v>
                </c:pt>
                <c:pt idx="749" formatCode="###,###,###,##0.0000">
                  <c:v>8.1</c:v>
                </c:pt>
                <c:pt idx="750" formatCode="###,###,###,##0.0000">
                  <c:v>8.0500000000000007</c:v>
                </c:pt>
                <c:pt idx="751" formatCode="###,###,###,##0.0000">
                  <c:v>8.0399999999999991</c:v>
                </c:pt>
                <c:pt idx="752" formatCode="###,###,###,##0.0000">
                  <c:v>8.11</c:v>
                </c:pt>
                <c:pt idx="753" formatCode="###,###,###,##0.0000">
                  <c:v>8.26</c:v>
                </c:pt>
                <c:pt idx="754" formatCode="###,###,###,##0.0000">
                  <c:v>8.17</c:v>
                </c:pt>
                <c:pt idx="755" formatCode="###,###,###,##0.0000">
                  <c:v>8.06</c:v>
                </c:pt>
                <c:pt idx="756" formatCode="###,###,###,##0.0000">
                  <c:v>8.02</c:v>
                </c:pt>
                <c:pt idx="757" formatCode="###,###,###,##0.0000">
                  <c:v>8.09</c:v>
                </c:pt>
                <c:pt idx="758" formatCode="###,###,###,##0.0000">
                  <c:v>8.1199999999999992</c:v>
                </c:pt>
                <c:pt idx="759" formatCode="###,###,###,##0.0000">
                  <c:v>8.1300000000000008</c:v>
                </c:pt>
                <c:pt idx="760" formatCode="###,###,###,##0.0000">
                  <c:v>8.11</c:v>
                </c:pt>
                <c:pt idx="761" formatCode="###,###,###,##0.0000">
                  <c:v>7.92</c:v>
                </c:pt>
                <c:pt idx="762" formatCode="###,###,###,##0.0000">
                  <c:v>8.01</c:v>
                </c:pt>
                <c:pt idx="763" formatCode="###,###,###,##0.0000">
                  <c:v>8.0399999999999991</c:v>
                </c:pt>
                <c:pt idx="764" formatCode="###,###,###,##0.0000">
                  <c:v>8.0299999999999994</c:v>
                </c:pt>
                <c:pt idx="767" formatCode="###,###,###,##0.0000">
                  <c:v>8.35</c:v>
                </c:pt>
                <c:pt idx="769" formatCode="###,###,###,##0.0000">
                  <c:v>8.35</c:v>
                </c:pt>
                <c:pt idx="770" formatCode="###,###,###,##0.0000">
                  <c:v>8.25</c:v>
                </c:pt>
                <c:pt idx="771" formatCode="###,###,###,##0.0000">
                  <c:v>8.31</c:v>
                </c:pt>
                <c:pt idx="772" formatCode="###,###,###,##0.0000">
                  <c:v>8.31</c:v>
                </c:pt>
                <c:pt idx="773" formatCode="###,###,###,##0.0000">
                  <c:v>8.43</c:v>
                </c:pt>
                <c:pt idx="774" formatCode="###,###,###,##0.0000">
                  <c:v>8.34</c:v>
                </c:pt>
                <c:pt idx="775" formatCode="###,###,###,##0.0000">
                  <c:v>8.27</c:v>
                </c:pt>
                <c:pt idx="776" formatCode="###,###,###,##0.0000">
                  <c:v>8.27</c:v>
                </c:pt>
                <c:pt idx="777" formatCode="###,###,###,##0.0000">
                  <c:v>8.27</c:v>
                </c:pt>
                <c:pt idx="778" formatCode="###,###,###,##0.0000">
                  <c:v>8.33</c:v>
                </c:pt>
                <c:pt idx="780" formatCode="###,###,###,##0.0000">
                  <c:v>8.1</c:v>
                </c:pt>
                <c:pt idx="781" formatCode="###,###,###,##0.0000">
                  <c:v>8.02</c:v>
                </c:pt>
                <c:pt idx="783" formatCode="###,###,###,##0.0000">
                  <c:v>7.89</c:v>
                </c:pt>
                <c:pt idx="784" formatCode="###,###,###,##0.0000">
                  <c:v>7.78</c:v>
                </c:pt>
                <c:pt idx="785" formatCode="###,###,###,##0.0000">
                  <c:v>7.88</c:v>
                </c:pt>
                <c:pt idx="787" formatCode="###,###,###,##0.0000">
                  <c:v>7.75</c:v>
                </c:pt>
                <c:pt idx="788" formatCode="###,###,###,##0.0000">
                  <c:v>7.58</c:v>
                </c:pt>
                <c:pt idx="790" formatCode="###,###,###,##0.0000">
                  <c:v>7.53</c:v>
                </c:pt>
                <c:pt idx="792" formatCode="###,###,###,##0.0000">
                  <c:v>7.57</c:v>
                </c:pt>
                <c:pt idx="793" formatCode="###,###,###,##0.0000">
                  <c:v>7.48</c:v>
                </c:pt>
                <c:pt idx="794" formatCode="###,###,###,##0.0000">
                  <c:v>7.47</c:v>
                </c:pt>
                <c:pt idx="795" formatCode="###,###,###,##0.0000">
                  <c:v>7.49</c:v>
                </c:pt>
                <c:pt idx="796" formatCode="###,###,###,##0.0000">
                  <c:v>7.53</c:v>
                </c:pt>
                <c:pt idx="797" formatCode="###,###,###,##0.0000">
                  <c:v>7.52</c:v>
                </c:pt>
                <c:pt idx="801" formatCode="###,###,###,##0.0000">
                  <c:v>7.42</c:v>
                </c:pt>
                <c:pt idx="802" formatCode="###,###,###,##0.0000">
                  <c:v>7.48</c:v>
                </c:pt>
                <c:pt idx="804" formatCode="###,###,###,##0.0000">
                  <c:v>7.53</c:v>
                </c:pt>
                <c:pt idx="805" formatCode="###,###,###,##0.0000">
                  <c:v>7.57</c:v>
                </c:pt>
                <c:pt idx="810" formatCode="###,###,###,##0.0000">
                  <c:v>7.79</c:v>
                </c:pt>
                <c:pt idx="814" formatCode="###,###,###,##0.0000">
                  <c:v>7.7</c:v>
                </c:pt>
                <c:pt idx="815" formatCode="###,###,###,##0.0000">
                  <c:v>7.75</c:v>
                </c:pt>
                <c:pt idx="817" formatCode="###,###,###,##0.0000">
                  <c:v>7.82</c:v>
                </c:pt>
                <c:pt idx="818" formatCode="###,###,###,##0.0000">
                  <c:v>7.83</c:v>
                </c:pt>
                <c:pt idx="819" formatCode="###,###,###,##0.0000">
                  <c:v>7.94</c:v>
                </c:pt>
                <c:pt idx="820" formatCode="###,###,###,##0.0000">
                  <c:v>7.95</c:v>
                </c:pt>
                <c:pt idx="821" formatCode="###,###,###,##0.0000">
                  <c:v>7.94</c:v>
                </c:pt>
                <c:pt idx="822" formatCode="###,###,###,##0.0000">
                  <c:v>7.92</c:v>
                </c:pt>
                <c:pt idx="823" formatCode="###,###,###,##0.0000">
                  <c:v>7.87</c:v>
                </c:pt>
                <c:pt idx="824" formatCode="###,###,###,##0.0000">
                  <c:v>7.82</c:v>
                </c:pt>
                <c:pt idx="825" formatCode="###,###,###,##0.0000">
                  <c:v>7.71</c:v>
                </c:pt>
                <c:pt idx="826" formatCode="###,###,###,##0.0000">
                  <c:v>7.7</c:v>
                </c:pt>
                <c:pt idx="827" formatCode="###,###,###,##0.0000">
                  <c:v>7.64</c:v>
                </c:pt>
                <c:pt idx="828" formatCode="###,###,###,##0.0000">
                  <c:v>7.57</c:v>
                </c:pt>
                <c:pt idx="829" formatCode="###,###,###,##0.0000">
                  <c:v>7.6</c:v>
                </c:pt>
                <c:pt idx="830" formatCode="###,###,###,##0.0000">
                  <c:v>7.59</c:v>
                </c:pt>
                <c:pt idx="834" formatCode="###,###,###,##0.0000">
                  <c:v>7.63</c:v>
                </c:pt>
                <c:pt idx="835" formatCode="###,###,###,##0.0000">
                  <c:v>7.61</c:v>
                </c:pt>
                <c:pt idx="836" formatCode="###,###,###,##0.0000">
                  <c:v>7.61</c:v>
                </c:pt>
                <c:pt idx="837" formatCode="###,###,###,##0.0000">
                  <c:v>7.66</c:v>
                </c:pt>
                <c:pt idx="838" formatCode="###,###,###,##0.0000">
                  <c:v>7.53</c:v>
                </c:pt>
                <c:pt idx="839" formatCode="###,###,###,##0.0000">
                  <c:v>7.59</c:v>
                </c:pt>
                <c:pt idx="840" formatCode="###,###,###,##0.0000">
                  <c:v>7.7</c:v>
                </c:pt>
                <c:pt idx="841" formatCode="###,###,###,##0.0000">
                  <c:v>7.73</c:v>
                </c:pt>
                <c:pt idx="842" formatCode="###,###,###,##0.0000">
                  <c:v>7.84</c:v>
                </c:pt>
                <c:pt idx="843" formatCode="###,###,###,##0.0000">
                  <c:v>7.84</c:v>
                </c:pt>
                <c:pt idx="844" formatCode="###,###,###,##0.0000">
                  <c:v>7.81</c:v>
                </c:pt>
                <c:pt idx="845" formatCode="###,###,###,##0.0000">
                  <c:v>7.88</c:v>
                </c:pt>
                <c:pt idx="846" formatCode="###,###,###,##0.0000">
                  <c:v>7.64</c:v>
                </c:pt>
                <c:pt idx="847" formatCode="###,###,###,##0.0000">
                  <c:v>7.66</c:v>
                </c:pt>
                <c:pt idx="848" formatCode="###,###,###,##0.0000">
                  <c:v>7.79</c:v>
                </c:pt>
                <c:pt idx="849" formatCode="###,###,###,##0.0000">
                  <c:v>7.87</c:v>
                </c:pt>
                <c:pt idx="850" formatCode="###,###,###,##0.0000">
                  <c:v>7.91</c:v>
                </c:pt>
                <c:pt idx="851" formatCode="###,###,###,##0.0000">
                  <c:v>7.82</c:v>
                </c:pt>
                <c:pt idx="852" formatCode="###,###,###,##0.0000">
                  <c:v>7.85</c:v>
                </c:pt>
                <c:pt idx="853" formatCode="###,###,###,##0.0000">
                  <c:v>7.85</c:v>
                </c:pt>
                <c:pt idx="854" formatCode="###,###,###,##0.0000">
                  <c:v>7.89</c:v>
                </c:pt>
                <c:pt idx="855" formatCode="###,###,###,##0.0000">
                  <c:v>7.96</c:v>
                </c:pt>
                <c:pt idx="856" formatCode="###,###,###,##0.0000">
                  <c:v>7.98</c:v>
                </c:pt>
                <c:pt idx="857" formatCode="###,###,###,##0.0000">
                  <c:v>7.97</c:v>
                </c:pt>
                <c:pt idx="858" formatCode="###,###,###,##0.0000">
                  <c:v>7.87</c:v>
                </c:pt>
                <c:pt idx="859" formatCode="###,###,###,##0.0000">
                  <c:v>7.97</c:v>
                </c:pt>
                <c:pt idx="860" formatCode="###,###,###,##0.0000">
                  <c:v>7.94</c:v>
                </c:pt>
                <c:pt idx="864" formatCode="###,###,###,##0.0000">
                  <c:v>7.57</c:v>
                </c:pt>
                <c:pt idx="865" formatCode="###,###,###,##0.0000">
                  <c:v>7</c:v>
                </c:pt>
                <c:pt idx="866" formatCode="###,###,###,##0.0000">
                  <c:v>6.96</c:v>
                </c:pt>
                <c:pt idx="867" formatCode="###,###,###,##0.0000">
                  <c:v>6.99</c:v>
                </c:pt>
                <c:pt idx="868" formatCode="###,###,###,##0.0000">
                  <c:v>6.87</c:v>
                </c:pt>
                <c:pt idx="871" formatCode="###,###,###,##0.0000">
                  <c:v>6.86</c:v>
                </c:pt>
                <c:pt idx="872" formatCode="###,###,###,##0.0000">
                  <c:v>6.93</c:v>
                </c:pt>
                <c:pt idx="873" formatCode="###,###,###,##0.0000">
                  <c:v>7.06</c:v>
                </c:pt>
                <c:pt idx="874" formatCode="###,###,###,##0.0000">
                  <c:v>7.11</c:v>
                </c:pt>
                <c:pt idx="875" formatCode="###,###,###,##0.0000">
                  <c:v>7.15</c:v>
                </c:pt>
                <c:pt idx="876" formatCode="###,###,###,##0.0000">
                  <c:v>7.23</c:v>
                </c:pt>
                <c:pt idx="877" formatCode="###,###,###,##0.0000">
                  <c:v>7.11</c:v>
                </c:pt>
                <c:pt idx="878" formatCode="###,###,###,##0.0000">
                  <c:v>7.25</c:v>
                </c:pt>
                <c:pt idx="879" formatCode="###,###,###,##0.0000">
                  <c:v>7.2</c:v>
                </c:pt>
                <c:pt idx="880" formatCode="###,###,###,##0.0000">
                  <c:v>7.08</c:v>
                </c:pt>
                <c:pt idx="881" formatCode="###,###,###,##0.0000">
                  <c:v>7.15</c:v>
                </c:pt>
                <c:pt idx="882" formatCode="###,###,###,##0.0000">
                  <c:v>7.08</c:v>
                </c:pt>
                <c:pt idx="883" formatCode="###,###,###,##0.0000">
                  <c:v>7.07</c:v>
                </c:pt>
                <c:pt idx="885" formatCode="###,###,###,##0.0000">
                  <c:v>7.13</c:v>
                </c:pt>
                <c:pt idx="888" formatCode="###,###,###,##0.0000">
                  <c:v>7.1</c:v>
                </c:pt>
                <c:pt idx="889" formatCode="###,###,###,##0.0000">
                  <c:v>7.38</c:v>
                </c:pt>
                <c:pt idx="890" formatCode="###,###,###,##0.0000">
                  <c:v>7.52</c:v>
                </c:pt>
                <c:pt idx="891" formatCode="###,###,###,##0.0000">
                  <c:v>7.46</c:v>
                </c:pt>
                <c:pt idx="895" formatCode="###,###,###,##0.0000">
                  <c:v>7.29</c:v>
                </c:pt>
                <c:pt idx="896" formatCode="###,###,###,##0.0000">
                  <c:v>7.25</c:v>
                </c:pt>
                <c:pt idx="897" formatCode="###,###,###,##0.0000">
                  <c:v>7.44</c:v>
                </c:pt>
                <c:pt idx="898" formatCode="###,###,###,##0.0000">
                  <c:v>7.34</c:v>
                </c:pt>
                <c:pt idx="899" formatCode="###,###,###,##0.0000">
                  <c:v>7.6</c:v>
                </c:pt>
                <c:pt idx="900" formatCode="###,###,###,##0.0000">
                  <c:v>7.49</c:v>
                </c:pt>
                <c:pt idx="901" formatCode="###,###,###,##0.0000">
                  <c:v>7.45</c:v>
                </c:pt>
                <c:pt idx="902" formatCode="###,###,###,##0.0000">
                  <c:v>7.36</c:v>
                </c:pt>
                <c:pt idx="904" formatCode="###,###,###,##0.0000">
                  <c:v>7.44</c:v>
                </c:pt>
                <c:pt idx="907" formatCode="###,###,###,##0.0000">
                  <c:v>7.65</c:v>
                </c:pt>
                <c:pt idx="910" formatCode="###,###,###,##0.0000">
                  <c:v>7.75</c:v>
                </c:pt>
                <c:pt idx="911" formatCode="###,###,###,##0.0000">
                  <c:v>7.74</c:v>
                </c:pt>
                <c:pt idx="912" formatCode="###,###,###,##0.0000">
                  <c:v>7.61</c:v>
                </c:pt>
                <c:pt idx="913" formatCode="###,###,###,##0.0000">
                  <c:v>7.67</c:v>
                </c:pt>
                <c:pt idx="914" formatCode="###,###,###,##0.0000">
                  <c:v>7.57</c:v>
                </c:pt>
                <c:pt idx="920" formatCode="###,###,###,##0.0000">
                  <c:v>7.68</c:v>
                </c:pt>
                <c:pt idx="921" formatCode="###,###,###,##0.0000">
                  <c:v>7.54</c:v>
                </c:pt>
                <c:pt idx="922" formatCode="###,###,###,##0.0000">
                  <c:v>7.63</c:v>
                </c:pt>
                <c:pt idx="923" formatCode="###,###,###,##0.0000">
                  <c:v>7.57</c:v>
                </c:pt>
                <c:pt idx="925" formatCode="###,###,###,##0.0000">
                  <c:v>7.65</c:v>
                </c:pt>
                <c:pt idx="927" formatCode="###,###,###,##0.0000">
                  <c:v>7.64</c:v>
                </c:pt>
                <c:pt idx="928" formatCode="###,###,###,##0.0000">
                  <c:v>7.82</c:v>
                </c:pt>
                <c:pt idx="929" formatCode="###,###,###,##0.0000">
                  <c:v>7.72</c:v>
                </c:pt>
                <c:pt idx="931" formatCode="###,###,###,##0.0000">
                  <c:v>7.47</c:v>
                </c:pt>
                <c:pt idx="932" formatCode="###,###,###,##0.0000">
                  <c:v>7.48</c:v>
                </c:pt>
                <c:pt idx="933" formatCode="###,###,###,##0.0000">
                  <c:v>7.54</c:v>
                </c:pt>
                <c:pt idx="934" formatCode="###,###,###,##0.0000">
                  <c:v>7.62</c:v>
                </c:pt>
                <c:pt idx="936" formatCode="###,###,###,##0.0000">
                  <c:v>7.75</c:v>
                </c:pt>
                <c:pt idx="937" formatCode="###,###,###,##0.0000">
                  <c:v>7.54</c:v>
                </c:pt>
                <c:pt idx="938" formatCode="###,###,###,##0.0000">
                  <c:v>7.3</c:v>
                </c:pt>
                <c:pt idx="940" formatCode="###,###,###,##0.0000">
                  <c:v>7.3</c:v>
                </c:pt>
                <c:pt idx="941" formatCode="###,###,###,##0.0000">
                  <c:v>7.41</c:v>
                </c:pt>
                <c:pt idx="943" formatCode="###,###,###,##0.0000">
                  <c:v>7.61</c:v>
                </c:pt>
                <c:pt idx="944" formatCode="###,###,###,##0.0000">
                  <c:v>7.65</c:v>
                </c:pt>
                <c:pt idx="945" formatCode="###,###,###,##0.0000">
                  <c:v>7.67</c:v>
                </c:pt>
                <c:pt idx="946" formatCode="###,###,###,##0.0000">
                  <c:v>7.38</c:v>
                </c:pt>
                <c:pt idx="947" formatCode="###,###,###,##0.0000">
                  <c:v>7.29</c:v>
                </c:pt>
                <c:pt idx="948" formatCode="###,###,###,##0.0000">
                  <c:v>7.35</c:v>
                </c:pt>
                <c:pt idx="949" formatCode="###,###,###,##0.0000">
                  <c:v>7.14</c:v>
                </c:pt>
                <c:pt idx="950" formatCode="###,###,###,##0.0000">
                  <c:v>7.17</c:v>
                </c:pt>
                <c:pt idx="951" formatCode="###,###,###,##0.0000">
                  <c:v>7.16</c:v>
                </c:pt>
                <c:pt idx="952" formatCode="###,###,###,##0.0000">
                  <c:v>7.31</c:v>
                </c:pt>
                <c:pt idx="953" formatCode="###,###,###,##0.0000">
                  <c:v>7.17</c:v>
                </c:pt>
                <c:pt idx="954" formatCode="###,###,###,##0.0000">
                  <c:v>8.2799999999999994</c:v>
                </c:pt>
                <c:pt idx="955" formatCode="###,###,###,##0.0000">
                  <c:v>6.9</c:v>
                </c:pt>
                <c:pt idx="956" formatCode="###,###,###,##0.0000">
                  <c:v>6.24</c:v>
                </c:pt>
                <c:pt idx="957" formatCode="###,###,###,##0.0000">
                  <c:v>6.3049999999999997</c:v>
                </c:pt>
                <c:pt idx="959" formatCode="###,###,###,##0.0000">
                  <c:v>6.38</c:v>
                </c:pt>
                <c:pt idx="960" formatCode="###,###,###,##0.0000">
                  <c:v>6.17</c:v>
                </c:pt>
                <c:pt idx="962" formatCode="###,###,###,##0.0000">
                  <c:v>5.86</c:v>
                </c:pt>
                <c:pt idx="963" formatCode="###,###,###,##0.0000">
                  <c:v>5.75</c:v>
                </c:pt>
                <c:pt idx="964" formatCode="###,###,###,##0.0000">
                  <c:v>5.77</c:v>
                </c:pt>
                <c:pt idx="965" formatCode="###,###,###,##0.0000">
                  <c:v>5.74</c:v>
                </c:pt>
                <c:pt idx="966" formatCode="###,###,###,##0.0000">
                  <c:v>5.67</c:v>
                </c:pt>
                <c:pt idx="967" formatCode="###,###,###,##0.0000">
                  <c:v>5.93</c:v>
                </c:pt>
                <c:pt idx="968" formatCode="###,###,###,##0.0000">
                  <c:v>5.63</c:v>
                </c:pt>
                <c:pt idx="969" formatCode="###,###,###,##0.0000">
                  <c:v>5.68</c:v>
                </c:pt>
                <c:pt idx="970" formatCode="###,###,###,##0.0000">
                  <c:v>5.98</c:v>
                </c:pt>
                <c:pt idx="971" formatCode="###,###,###,##0.0000">
                  <c:v>6.05</c:v>
                </c:pt>
                <c:pt idx="972" formatCode="###,###,###,##0.0000">
                  <c:v>6.17</c:v>
                </c:pt>
                <c:pt idx="973" formatCode="###,###,###,##0.0000">
                  <c:v>6.21</c:v>
                </c:pt>
                <c:pt idx="974" formatCode="###,###,###,##0.0000">
                  <c:v>6.36</c:v>
                </c:pt>
                <c:pt idx="975" formatCode="###,###,###,##0.0000">
                  <c:v>6.3</c:v>
                </c:pt>
                <c:pt idx="976" formatCode="###,###,###,##0.0000">
                  <c:v>6.61</c:v>
                </c:pt>
                <c:pt idx="977" formatCode="###,###,###,##0.0000">
                  <c:v>6.78</c:v>
                </c:pt>
                <c:pt idx="978" formatCode="###,###,###,##0.0000">
                  <c:v>6.72</c:v>
                </c:pt>
                <c:pt idx="979" formatCode="###,###,###,##0.0000">
                  <c:v>6.51</c:v>
                </c:pt>
                <c:pt idx="980" formatCode="###,###,###,##0.0000">
                  <c:v>6.5</c:v>
                </c:pt>
                <c:pt idx="983" formatCode="###,###,###,##0.0000">
                  <c:v>5.96</c:v>
                </c:pt>
                <c:pt idx="984" formatCode="###,###,###,##0.0000">
                  <c:v>5.61</c:v>
                </c:pt>
                <c:pt idx="985" formatCode="###,###,###,##0.0000">
                  <c:v>5.5</c:v>
                </c:pt>
                <c:pt idx="986" formatCode="###,###,###,##0.0000">
                  <c:v>5.48</c:v>
                </c:pt>
                <c:pt idx="987" formatCode="###,###,###,##0.0000">
                  <c:v>5.43</c:v>
                </c:pt>
                <c:pt idx="988" formatCode="###,###,###,##0.0000">
                  <c:v>5.34</c:v>
                </c:pt>
                <c:pt idx="989" formatCode="###,###,###,##0.0000">
                  <c:v>5.36</c:v>
                </c:pt>
                <c:pt idx="990" formatCode="###,###,###,##0.0000">
                  <c:v>5.39</c:v>
                </c:pt>
                <c:pt idx="991" formatCode="###,###,###,##0.0000">
                  <c:v>5.35</c:v>
                </c:pt>
                <c:pt idx="992" formatCode="###,###,###,##0.0000">
                  <c:v>5.28</c:v>
                </c:pt>
                <c:pt idx="993" formatCode="###,###,###,##0.0000">
                  <c:v>5.27</c:v>
                </c:pt>
                <c:pt idx="994" formatCode="###,###,###,##0.0000">
                  <c:v>5.19</c:v>
                </c:pt>
                <c:pt idx="995" formatCode="###,###,###,##0.0000">
                  <c:v>5.21</c:v>
                </c:pt>
                <c:pt idx="996" formatCode="###,###,###,##0.0000">
                  <c:v>5.23</c:v>
                </c:pt>
                <c:pt idx="998" formatCode="###,###,###,##0.0000">
                  <c:v>5.14</c:v>
                </c:pt>
                <c:pt idx="999" formatCode="###,###,###,##0.0000">
                  <c:v>5.0999999999999996</c:v>
                </c:pt>
                <c:pt idx="1000" formatCode="###,###,###,##0.0000">
                  <c:v>5.07</c:v>
                </c:pt>
                <c:pt idx="1002" formatCode="###,###,###,##0.0000">
                  <c:v>5.17</c:v>
                </c:pt>
                <c:pt idx="1005" formatCode="###,###,###,##0.0000">
                  <c:v>5.15</c:v>
                </c:pt>
                <c:pt idx="1006" formatCode="###,###,###,##0.0000">
                  <c:v>5.01</c:v>
                </c:pt>
                <c:pt idx="1007" formatCode="###,###,###,##0.0000">
                  <c:v>5.01</c:v>
                </c:pt>
                <c:pt idx="1019" formatCode="###,###,###,##0.0000">
                  <c:v>5.07</c:v>
                </c:pt>
                <c:pt idx="1020" formatCode="###,###,###,##0.0000">
                  <c:v>5.16</c:v>
                </c:pt>
                <c:pt idx="1021" formatCode="###,###,###,##0.0000">
                  <c:v>5.14</c:v>
                </c:pt>
                <c:pt idx="1022" formatCode="###,###,###,##0.0000">
                  <c:v>5.15</c:v>
                </c:pt>
                <c:pt idx="1023" formatCode="###,###,###,##0.0000">
                  <c:v>5.09</c:v>
                </c:pt>
                <c:pt idx="1024" formatCode="###,###,###,##0.0000">
                  <c:v>5.13</c:v>
                </c:pt>
                <c:pt idx="1025" formatCode="###,###,###,##0.0000">
                  <c:v>5.1100000000000003</c:v>
                </c:pt>
                <c:pt idx="1026" formatCode="###,###,###,##0.0000">
                  <c:v>5.17</c:v>
                </c:pt>
                <c:pt idx="1027" formatCode="###,###,###,##0.0000">
                  <c:v>5.08</c:v>
                </c:pt>
                <c:pt idx="1062" formatCode="###,###,###,##0.0000">
                  <c:v>4.9800000000000004</c:v>
                </c:pt>
                <c:pt idx="1065" formatCode="###,###,###,##0.0000">
                  <c:v>4.99</c:v>
                </c:pt>
                <c:pt idx="1066" formatCode="###,###,###,##0.0000">
                  <c:v>5.03</c:v>
                </c:pt>
                <c:pt idx="1067" formatCode="###,###,###,##0.0000">
                  <c:v>5.05</c:v>
                </c:pt>
                <c:pt idx="1070" formatCode="###,###,###,##0.0000">
                  <c:v>5.0599999999999996</c:v>
                </c:pt>
                <c:pt idx="1071" formatCode="###,###,###,##0.0000">
                  <c:v>4.9800000000000004</c:v>
                </c:pt>
                <c:pt idx="1073" formatCode="###,###,###,##0.0000">
                  <c:v>4.96</c:v>
                </c:pt>
                <c:pt idx="1074" formatCode="###,###,###,##0.0000">
                  <c:v>4.95</c:v>
                </c:pt>
                <c:pt idx="1075" formatCode="###,###,###,##0.0000">
                  <c:v>4.97</c:v>
                </c:pt>
                <c:pt idx="1080" formatCode="###,###,###,##0.0000">
                  <c:v>4.8499999999999996</c:v>
                </c:pt>
                <c:pt idx="1082" formatCode="###,###,###,##0.0000">
                  <c:v>5.07</c:v>
                </c:pt>
                <c:pt idx="1083" formatCode="###,###,###,##0.0000">
                  <c:v>5.04</c:v>
                </c:pt>
                <c:pt idx="1084" formatCode="###,###,###,##0.0000">
                  <c:v>4.95</c:v>
                </c:pt>
                <c:pt idx="1085" formatCode="###,###,###,##0.0000">
                  <c:v>5.01</c:v>
                </c:pt>
                <c:pt idx="1095" formatCode="###,###,###,##0.0000">
                  <c:v>5.08</c:v>
                </c:pt>
                <c:pt idx="1096" formatCode="###,###,###,##0.0000">
                  <c:v>5.15</c:v>
                </c:pt>
                <c:pt idx="1097" formatCode="###,###,###,##0.0000">
                  <c:v>5.13</c:v>
                </c:pt>
                <c:pt idx="1098" formatCode="###,###,###,##0.0000">
                  <c:v>5.16</c:v>
                </c:pt>
                <c:pt idx="1099" formatCode="###,###,###,##0.0000">
                  <c:v>5.15</c:v>
                </c:pt>
                <c:pt idx="1100" formatCode="###,###,###,##0.0000">
                  <c:v>5.17</c:v>
                </c:pt>
                <c:pt idx="1102" formatCode="###,###,###,##0.0000">
                  <c:v>5.21</c:v>
                </c:pt>
                <c:pt idx="1103" formatCode="###,###,###,##0.0000">
                  <c:v>5.2</c:v>
                </c:pt>
                <c:pt idx="1104" formatCode="###,###,###,##0.0000">
                  <c:v>5.18</c:v>
                </c:pt>
                <c:pt idx="1105" formatCode="###,###,###,##0.0000">
                  <c:v>5.17</c:v>
                </c:pt>
                <c:pt idx="1106" formatCode="###,###,###,##0.0000">
                  <c:v>5.17</c:v>
                </c:pt>
                <c:pt idx="1108" formatCode="###,###,###,##0.0000">
                  <c:v>5.25</c:v>
                </c:pt>
                <c:pt idx="1109" formatCode="###,###,###,##0.0000">
                  <c:v>5.25</c:v>
                </c:pt>
                <c:pt idx="1110" formatCode="###,###,###,##0.0000">
                  <c:v>5.39</c:v>
                </c:pt>
                <c:pt idx="1111" formatCode="###,###,###,##0.0000">
                  <c:v>5.43</c:v>
                </c:pt>
                <c:pt idx="1112" formatCode="###,###,###,##0.0000">
                  <c:v>5.45</c:v>
                </c:pt>
                <c:pt idx="1113" formatCode="###,###,###,##0.0000">
                  <c:v>5.47</c:v>
                </c:pt>
                <c:pt idx="1114" formatCode="###,###,###,##0.0000">
                  <c:v>5.51</c:v>
                </c:pt>
                <c:pt idx="1115" formatCode="###,###,###,##0.0000">
                  <c:v>5.52</c:v>
                </c:pt>
                <c:pt idx="1116" formatCode="###,###,###,##0.0000">
                  <c:v>5.52</c:v>
                </c:pt>
                <c:pt idx="1117" formatCode="###,###,###,##0.0000">
                  <c:v>5.54</c:v>
                </c:pt>
                <c:pt idx="1118" formatCode="###,###,###,##0.0000">
                  <c:v>5.55</c:v>
                </c:pt>
                <c:pt idx="1119" formatCode="###,###,###,##0.0000">
                  <c:v>5.56</c:v>
                </c:pt>
                <c:pt idx="1120" formatCode="###,###,###,##0.0000">
                  <c:v>5.65</c:v>
                </c:pt>
                <c:pt idx="1121" formatCode="###,###,###,##0.0000">
                  <c:v>5.73</c:v>
                </c:pt>
                <c:pt idx="1122" formatCode="###,###,###,##0.0000">
                  <c:v>5.71</c:v>
                </c:pt>
                <c:pt idx="1123" formatCode="###,###,###,##0.0000">
                  <c:v>5.7</c:v>
                </c:pt>
                <c:pt idx="1124" formatCode="###,###,###,##0.0000">
                  <c:v>5.68</c:v>
                </c:pt>
                <c:pt idx="1125" formatCode="###,###,###,##0.0000">
                  <c:v>5.7</c:v>
                </c:pt>
                <c:pt idx="1126" formatCode="###,###,###,##0.0000">
                  <c:v>5.71</c:v>
                </c:pt>
                <c:pt idx="1127" formatCode="###,###,###,##0.0000">
                  <c:v>5.73</c:v>
                </c:pt>
                <c:pt idx="1128" formatCode="###,###,###,##0.0000">
                  <c:v>5.61</c:v>
                </c:pt>
                <c:pt idx="1129" formatCode="###,###,###,##0.0000">
                  <c:v>5.65</c:v>
                </c:pt>
                <c:pt idx="1131" formatCode="###,###,###,##0.0000">
                  <c:v>5.52</c:v>
                </c:pt>
                <c:pt idx="1132" formatCode="###,###,###,##0.0000">
                  <c:v>5.51</c:v>
                </c:pt>
                <c:pt idx="1133" formatCode="###,###,###,##0.0000">
                  <c:v>5.61</c:v>
                </c:pt>
                <c:pt idx="1134" formatCode="###,###,###,##0.0000">
                  <c:v>5.6</c:v>
                </c:pt>
                <c:pt idx="1136" formatCode="###,###,###,##0.0000">
                  <c:v>5.59</c:v>
                </c:pt>
                <c:pt idx="1137" formatCode="###,###,###,##0.0000">
                  <c:v>5.67</c:v>
                </c:pt>
                <c:pt idx="1138" formatCode="###,###,###,##0.0000">
                  <c:v>5.75</c:v>
                </c:pt>
                <c:pt idx="1139" formatCode="###,###,###,##0.0000">
                  <c:v>5.75</c:v>
                </c:pt>
                <c:pt idx="1140" formatCode="###,###,###,##0.0000">
                  <c:v>5.6</c:v>
                </c:pt>
                <c:pt idx="1141" formatCode="###,###,###,##0.0000">
                  <c:v>5.64</c:v>
                </c:pt>
                <c:pt idx="1142" formatCode="###,###,###,##0.0000">
                  <c:v>5.64</c:v>
                </c:pt>
                <c:pt idx="1143" formatCode="###,###,###,##0.0000">
                  <c:v>5.61</c:v>
                </c:pt>
                <c:pt idx="1144" formatCode="###,###,###,##0.0000">
                  <c:v>5.69</c:v>
                </c:pt>
                <c:pt idx="1145" formatCode="###,###,###,##0.0000">
                  <c:v>5.64</c:v>
                </c:pt>
                <c:pt idx="1146" formatCode="###,###,###,##0.0000">
                  <c:v>5.63</c:v>
                </c:pt>
                <c:pt idx="1147" formatCode="###,###,###,##0.0000">
                  <c:v>5.59</c:v>
                </c:pt>
                <c:pt idx="1148" formatCode="###,###,###,##0.0000">
                  <c:v>5.64</c:v>
                </c:pt>
                <c:pt idx="1149" formatCode="###,###,###,##0.0000">
                  <c:v>5.64</c:v>
                </c:pt>
                <c:pt idx="1150" formatCode="###,###,###,##0.0000">
                  <c:v>5.58</c:v>
                </c:pt>
                <c:pt idx="1153" formatCode="###,###,###,##0.0000">
                  <c:v>5.58</c:v>
                </c:pt>
                <c:pt idx="1157" formatCode="###,###,###,##0.0000">
                  <c:v>5.66</c:v>
                </c:pt>
                <c:pt idx="1158" formatCode="###,###,###,##0.0000">
                  <c:v>5.71</c:v>
                </c:pt>
                <c:pt idx="1159" formatCode="###,###,###,##0.0000">
                  <c:v>5.71</c:v>
                </c:pt>
                <c:pt idx="1160" formatCode="###,###,###,##0.0000">
                  <c:v>5.8</c:v>
                </c:pt>
                <c:pt idx="1161" formatCode="###,###,###,##0.0000">
                  <c:v>5.79</c:v>
                </c:pt>
                <c:pt idx="1162" formatCode="###,###,###,##0.0000">
                  <c:v>5.64</c:v>
                </c:pt>
                <c:pt idx="1164" formatCode="###,###,###,##0.0000">
                  <c:v>5.53</c:v>
                </c:pt>
                <c:pt idx="1165" formatCode="###,###,###,##0.0000">
                  <c:v>5.62</c:v>
                </c:pt>
                <c:pt idx="1166" formatCode="###,###,###,##0.0000">
                  <c:v>5.74</c:v>
                </c:pt>
                <c:pt idx="1167" formatCode="###,###,###,##0.0000">
                  <c:v>5.71</c:v>
                </c:pt>
                <c:pt idx="1168" formatCode="###,###,###,##0.0000">
                  <c:v>5.74</c:v>
                </c:pt>
                <c:pt idx="1170" formatCode="###,###,###,##0.0000">
                  <c:v>5.66</c:v>
                </c:pt>
                <c:pt idx="1171" formatCode="###,###,###,##0.0000">
                  <c:v>5.62</c:v>
                </c:pt>
                <c:pt idx="1173" formatCode="###,###,###,##0.0000">
                  <c:v>5.59</c:v>
                </c:pt>
                <c:pt idx="1174" formatCode="###,###,###,##0.0000">
                  <c:v>5.47</c:v>
                </c:pt>
                <c:pt idx="1175" formatCode="###,###,###,##0.0000">
                  <c:v>5.46</c:v>
                </c:pt>
                <c:pt idx="1176" formatCode="###,###,###,##0.0000">
                  <c:v>5.39</c:v>
                </c:pt>
                <c:pt idx="1177" formatCode="###,###,###,##0.0000">
                  <c:v>5.35</c:v>
                </c:pt>
                <c:pt idx="1178" formatCode="###,###,###,##0.0000">
                  <c:v>5.37</c:v>
                </c:pt>
                <c:pt idx="1179" formatCode="###,###,###,##0.0000">
                  <c:v>5.4</c:v>
                </c:pt>
                <c:pt idx="1181" formatCode="###,###,###,##0.0000">
                  <c:v>5.41</c:v>
                </c:pt>
                <c:pt idx="1182" formatCode="###,###,###,##0.0000">
                  <c:v>5.31</c:v>
                </c:pt>
                <c:pt idx="1183" formatCode="###,###,###,##0.0000">
                  <c:v>5.39</c:v>
                </c:pt>
                <c:pt idx="1184" formatCode="###,###,###,##0.0000">
                  <c:v>5.37</c:v>
                </c:pt>
                <c:pt idx="1186" formatCode="###,###,###,##0.0000">
                  <c:v>5.31</c:v>
                </c:pt>
                <c:pt idx="1187" formatCode="###,###,###,##0.0000">
                  <c:v>5.31</c:v>
                </c:pt>
                <c:pt idx="1188" formatCode="###,###,###,##0.0000">
                  <c:v>5.22</c:v>
                </c:pt>
                <c:pt idx="1189" formatCode="###,###,###,##0.0000">
                  <c:v>5.19</c:v>
                </c:pt>
                <c:pt idx="1190" formatCode="###,###,###,##0.0000">
                  <c:v>5.13</c:v>
                </c:pt>
                <c:pt idx="1191" formatCode="###,###,###,##0.0000">
                  <c:v>5.25</c:v>
                </c:pt>
                <c:pt idx="1192" formatCode="###,###,###,##0.0000">
                  <c:v>5.17</c:v>
                </c:pt>
                <c:pt idx="1193" formatCode="###,###,###,##0.0000">
                  <c:v>5.1100000000000003</c:v>
                </c:pt>
                <c:pt idx="1194" formatCode="###,###,###,##0.0000">
                  <c:v>5.09</c:v>
                </c:pt>
                <c:pt idx="1195" formatCode="###,###,###,##0.0000">
                  <c:v>5.15</c:v>
                </c:pt>
                <c:pt idx="1196" formatCode="###,###,###,##0.0000">
                  <c:v>5.18</c:v>
                </c:pt>
                <c:pt idx="1199" formatCode="###,###,###,##0.0000">
                  <c:v>5.14</c:v>
                </c:pt>
                <c:pt idx="1200" formatCode="###,###,###,##0.0000">
                  <c:v>5.23</c:v>
                </c:pt>
                <c:pt idx="1201" formatCode="###,###,###,##0.0000">
                  <c:v>5.26</c:v>
                </c:pt>
                <c:pt idx="1202" formatCode="###,###,###,##0.0000">
                  <c:v>5.17</c:v>
                </c:pt>
                <c:pt idx="1203" formatCode="###,###,###,##0.0000">
                  <c:v>5.1100000000000003</c:v>
                </c:pt>
                <c:pt idx="1206" formatCode="###,###,###,##0.0000">
                  <c:v>5.0999999999999996</c:v>
                </c:pt>
                <c:pt idx="1207" formatCode="###,###,###,##0.0000">
                  <c:v>4.9000000000000004</c:v>
                </c:pt>
                <c:pt idx="1208" formatCode="###,###,###,##0.0000">
                  <c:v>4.84</c:v>
                </c:pt>
                <c:pt idx="1209" formatCode="###,###,###,##0.0000">
                  <c:v>4.8499999999999996</c:v>
                </c:pt>
                <c:pt idx="1211" formatCode="###,###,###,##0.0000">
                  <c:v>4.83</c:v>
                </c:pt>
                <c:pt idx="1212" formatCode="###,###,###,##0.0000">
                  <c:v>4.72</c:v>
                </c:pt>
                <c:pt idx="1213" formatCode="###,###,###,##0.0000">
                  <c:v>4.7</c:v>
                </c:pt>
                <c:pt idx="1214" formatCode="###,###,###,##0.0000">
                  <c:v>4.67</c:v>
                </c:pt>
                <c:pt idx="1215" formatCode="###,###,###,##0.0000">
                  <c:v>4.62</c:v>
                </c:pt>
                <c:pt idx="1216" formatCode="###,###,###,##0.0000">
                  <c:v>4.57</c:v>
                </c:pt>
                <c:pt idx="1217" formatCode="###,###,###,##0.0000">
                  <c:v>4.58</c:v>
                </c:pt>
                <c:pt idx="1218" formatCode="###,###,###,##0.0000">
                  <c:v>4.51</c:v>
                </c:pt>
                <c:pt idx="1219" formatCode="###,###,###,##0.0000">
                  <c:v>4.6100000000000003</c:v>
                </c:pt>
                <c:pt idx="1220" formatCode="###,###,###,##0.0000">
                  <c:v>4.63</c:v>
                </c:pt>
                <c:pt idx="1222" formatCode="###,###,###,##0.0000">
                  <c:v>4.66</c:v>
                </c:pt>
                <c:pt idx="1223" formatCode="###,###,###,##0.0000">
                  <c:v>4.57</c:v>
                </c:pt>
                <c:pt idx="1224" formatCode="###,###,###,##0.0000">
                  <c:v>4.57</c:v>
                </c:pt>
                <c:pt idx="1225" formatCode="###,###,###,##0.0000">
                  <c:v>4.6100000000000003</c:v>
                </c:pt>
                <c:pt idx="1226" formatCode="###,###,###,##0.0000">
                  <c:v>4.55</c:v>
                </c:pt>
                <c:pt idx="1228" formatCode="###,###,###,##0.0000">
                  <c:v>4.6100000000000003</c:v>
                </c:pt>
                <c:pt idx="1229" formatCode="###,###,###,##0.0000">
                  <c:v>4.6100000000000003</c:v>
                </c:pt>
                <c:pt idx="1230" formatCode="###,###,###,##0.0000">
                  <c:v>4.5999999999999996</c:v>
                </c:pt>
                <c:pt idx="1231" formatCode="###,###,###,##0.0000">
                  <c:v>4.5999999999999996</c:v>
                </c:pt>
                <c:pt idx="1232" formatCode="###,###,###,##0.0000">
                  <c:v>4.45</c:v>
                </c:pt>
                <c:pt idx="1233" formatCode="###,###,###,##0.0000">
                  <c:v>4.53</c:v>
                </c:pt>
                <c:pt idx="1234" formatCode="###,###,###,##0.0000">
                  <c:v>4.4400000000000004</c:v>
                </c:pt>
                <c:pt idx="1235" formatCode="###,###,###,##0.0000">
                  <c:v>4.5</c:v>
                </c:pt>
                <c:pt idx="1236" formatCode="###,###,###,##0.0000">
                  <c:v>4.43</c:v>
                </c:pt>
                <c:pt idx="1239" formatCode="###,###,###,##0.0000">
                  <c:v>4.4400000000000004</c:v>
                </c:pt>
                <c:pt idx="1240" formatCode="###,###,###,##0.0000">
                  <c:v>4.3600000000000003</c:v>
                </c:pt>
                <c:pt idx="1241" formatCode="###,###,###,##0.0000">
                  <c:v>4.42</c:v>
                </c:pt>
                <c:pt idx="1242" formatCode="###,###,###,##0.0000">
                  <c:v>4.46</c:v>
                </c:pt>
                <c:pt idx="1243" formatCode="###,###,###,##0.0000">
                  <c:v>4.51</c:v>
                </c:pt>
                <c:pt idx="1244" formatCode="###,###,###,##0.0000">
                  <c:v>4.47</c:v>
                </c:pt>
                <c:pt idx="1245" formatCode="###,###,###,##0.0000">
                  <c:v>4.47</c:v>
                </c:pt>
                <c:pt idx="1246" formatCode="###,###,###,##0.0000">
                  <c:v>4.45</c:v>
                </c:pt>
                <c:pt idx="1247" formatCode="###,###,###,##0.0000">
                  <c:v>4.53</c:v>
                </c:pt>
                <c:pt idx="1248" formatCode="###,###,###,##0.0000">
                  <c:v>4.57</c:v>
                </c:pt>
                <c:pt idx="1249" formatCode="###,###,###,##0.0000">
                  <c:v>4.49</c:v>
                </c:pt>
                <c:pt idx="1250" formatCode="###,###,###,##0.0000">
                  <c:v>4.43</c:v>
                </c:pt>
                <c:pt idx="1251" formatCode="###,###,###,##0.0000">
                  <c:v>4.49</c:v>
                </c:pt>
                <c:pt idx="1252" formatCode="###,###,###,##0.0000">
                  <c:v>4.55</c:v>
                </c:pt>
                <c:pt idx="1255" formatCode="###,###,###,##0.0000">
                  <c:v>4.53</c:v>
                </c:pt>
                <c:pt idx="1256" formatCode="###,###,###,##0.0000">
                  <c:v>4.38</c:v>
                </c:pt>
                <c:pt idx="1257" formatCode="###,###,###,##0.0000">
                  <c:v>4.38</c:v>
                </c:pt>
                <c:pt idx="1258" formatCode="###,###,###,##0.0000">
                  <c:v>4.13</c:v>
                </c:pt>
                <c:pt idx="1259" formatCode="###,###,###,##0.0000">
                  <c:v>4.3</c:v>
                </c:pt>
                <c:pt idx="1260" formatCode="###,###,###,##0.0000">
                  <c:v>4.22</c:v>
                </c:pt>
                <c:pt idx="1261" formatCode="###,###,###,##0.0000">
                  <c:v>4.18</c:v>
                </c:pt>
                <c:pt idx="1262" formatCode="###,###,###,##0.0000">
                  <c:v>4.1900000000000004</c:v>
                </c:pt>
                <c:pt idx="1263" formatCode="###,###,###,##0.0000">
                  <c:v>4.1500000000000004</c:v>
                </c:pt>
                <c:pt idx="1264" formatCode="###,###,###,##0.0000">
                  <c:v>4.13</c:v>
                </c:pt>
                <c:pt idx="1265" formatCode="###,###,###,##0.0000">
                  <c:v>4.16</c:v>
                </c:pt>
                <c:pt idx="1266" formatCode="###,###,###,##0.0000">
                  <c:v>4.17</c:v>
                </c:pt>
                <c:pt idx="1267" formatCode="###,###,###,##0.0000">
                  <c:v>4.1500000000000004</c:v>
                </c:pt>
                <c:pt idx="1268" formatCode="###,###,###,##0.0000">
                  <c:v>4.13</c:v>
                </c:pt>
                <c:pt idx="1270" formatCode="###,###,###,##0.0000">
                  <c:v>4.09</c:v>
                </c:pt>
                <c:pt idx="1271" formatCode="###,###,###,##0.0000">
                  <c:v>4.07</c:v>
                </c:pt>
                <c:pt idx="1272" formatCode="###,###,###,##0.0000">
                  <c:v>4.03</c:v>
                </c:pt>
                <c:pt idx="1273" formatCode="###,###,###,##0.0000">
                  <c:v>4.12</c:v>
                </c:pt>
                <c:pt idx="1274" formatCode="###,###,###,##0.0000">
                  <c:v>4.08</c:v>
                </c:pt>
                <c:pt idx="1276" formatCode="###,###,###,##0.0000">
                  <c:v>4.04</c:v>
                </c:pt>
                <c:pt idx="1277" formatCode="###,###,###,##0.0000">
                  <c:v>4.0274999999999999</c:v>
                </c:pt>
                <c:pt idx="1278" formatCode="###,###,###,##0.0000">
                  <c:v>3.9925000000000002</c:v>
                </c:pt>
                <c:pt idx="1279" formatCode="###,###,###,##0.0000">
                  <c:v>4.03</c:v>
                </c:pt>
                <c:pt idx="1280" formatCode="###,###,###,##0.0000">
                  <c:v>4.0199999999999996</c:v>
                </c:pt>
                <c:pt idx="1281" formatCode="###,###,###,##0.0000">
                  <c:v>3.97</c:v>
                </c:pt>
                <c:pt idx="1282" formatCode="###,###,###,##0.0000">
                  <c:v>4</c:v>
                </c:pt>
                <c:pt idx="1283" formatCode="###,###,###,##0.0000">
                  <c:v>4.0599999999999996</c:v>
                </c:pt>
                <c:pt idx="1284" formatCode="###,###,###,##0.0000">
                  <c:v>3.91</c:v>
                </c:pt>
                <c:pt idx="1285" formatCode="###,###,###,##0.0000">
                  <c:v>3.92</c:v>
                </c:pt>
                <c:pt idx="1288" formatCode="###,###,###,##0.0000">
                  <c:v>3.84</c:v>
                </c:pt>
                <c:pt idx="1289" formatCode="###,###,###,##0.0000">
                  <c:v>4.18</c:v>
                </c:pt>
                <c:pt idx="1290" formatCode="###,###,###,##0.0000">
                  <c:v>4.12</c:v>
                </c:pt>
                <c:pt idx="1291" formatCode="###,###,###,##0.0000">
                  <c:v>4.13</c:v>
                </c:pt>
                <c:pt idx="1292" formatCode="###,###,###,##0.0000">
                  <c:v>4.05</c:v>
                </c:pt>
                <c:pt idx="1293" formatCode="###,###,###,##0.0000">
                  <c:v>4.07</c:v>
                </c:pt>
                <c:pt idx="1294" formatCode="###,###,###,##0.0000">
                  <c:v>4.1500000000000004</c:v>
                </c:pt>
                <c:pt idx="1295" formatCode="###,###,###,##0.0000">
                  <c:v>4.1399999999999997</c:v>
                </c:pt>
                <c:pt idx="1296" formatCode="###,###,###,##0.0000">
                  <c:v>4.2300000000000004</c:v>
                </c:pt>
                <c:pt idx="1297" formatCode="###,###,###,##0.0000">
                  <c:v>4.21</c:v>
                </c:pt>
                <c:pt idx="1298" formatCode="###,###,###,##0.0000">
                  <c:v>4.3099999999999996</c:v>
                </c:pt>
                <c:pt idx="1299" formatCode="###,###,###,##0.0000">
                  <c:v>4.3600000000000003</c:v>
                </c:pt>
                <c:pt idx="1300" formatCode="###,###,###,##0.0000">
                  <c:v>4.5</c:v>
                </c:pt>
                <c:pt idx="1301" formatCode="###,###,###,##0.0000">
                  <c:v>4.54</c:v>
                </c:pt>
                <c:pt idx="1302" formatCode="###,###,###,##0.0000">
                  <c:v>4.5599999999999996</c:v>
                </c:pt>
                <c:pt idx="1303" formatCode="###,###,###,##0.0000">
                  <c:v>4.5599999999999996</c:v>
                </c:pt>
                <c:pt idx="1304" formatCode="###,###,###,##0.0000">
                  <c:v>4.49</c:v>
                </c:pt>
                <c:pt idx="1305" formatCode="###,###,###,##0.0000">
                  <c:v>4.53</c:v>
                </c:pt>
                <c:pt idx="1306" formatCode="###,###,###,##0.0000">
                  <c:v>4.5199999999999996</c:v>
                </c:pt>
                <c:pt idx="1307" formatCode="###,###,###,##0.0000">
                  <c:v>4.5</c:v>
                </c:pt>
                <c:pt idx="1308" formatCode="###,###,###,##0.0000">
                  <c:v>4.5199999999999996</c:v>
                </c:pt>
                <c:pt idx="1309" formatCode="###,###,###,##0.0000">
                  <c:v>4.57</c:v>
                </c:pt>
                <c:pt idx="1310" formatCode="###,###,###,##0.0000">
                  <c:v>4.63</c:v>
                </c:pt>
                <c:pt idx="1311" formatCode="###,###,###,##0.0000">
                  <c:v>4.7</c:v>
                </c:pt>
                <c:pt idx="1312" formatCode="###,###,###,##0.0000">
                  <c:v>4.63</c:v>
                </c:pt>
                <c:pt idx="1313" formatCode="###,###,###,##0.0000">
                  <c:v>4.59</c:v>
                </c:pt>
                <c:pt idx="1314" formatCode="###,###,###,##0.0000">
                  <c:v>4.49</c:v>
                </c:pt>
                <c:pt idx="1315" formatCode="###,###,###,##0.0000">
                  <c:v>4.4000000000000004</c:v>
                </c:pt>
                <c:pt idx="1316" formatCode="###,###,###,##0.0000">
                  <c:v>4.5199999999999996</c:v>
                </c:pt>
                <c:pt idx="1317" formatCode="###,###,###,##0.0000">
                  <c:v>4.51</c:v>
                </c:pt>
                <c:pt idx="1318" formatCode="###,###,###,##0.0000">
                  <c:v>4.47</c:v>
                </c:pt>
                <c:pt idx="1319" formatCode="###,###,###,##0.0000">
                  <c:v>4.54</c:v>
                </c:pt>
                <c:pt idx="1321" formatCode="###,###,###,##0.0000">
                  <c:v>4.54</c:v>
                </c:pt>
                <c:pt idx="1323" formatCode="###,###,###,##0.0000">
                  <c:v>4.57</c:v>
                </c:pt>
                <c:pt idx="1324" formatCode="###,###,###,##0.0000">
                  <c:v>4.45</c:v>
                </c:pt>
                <c:pt idx="1325" formatCode="###,###,###,##0.0000">
                  <c:v>4.49</c:v>
                </c:pt>
                <c:pt idx="1326" formatCode="###,###,###,##0.0000">
                  <c:v>4.42</c:v>
                </c:pt>
                <c:pt idx="1327" formatCode="###,###,###,##0.0000">
                  <c:v>4.51</c:v>
                </c:pt>
                <c:pt idx="1328" formatCode="###,###,###,##0.0000">
                  <c:v>4.54</c:v>
                </c:pt>
                <c:pt idx="1329" formatCode="###,###,###,##0.0000">
                  <c:v>4.59</c:v>
                </c:pt>
                <c:pt idx="1330" formatCode="###,###,###,##0.0000">
                  <c:v>4.51</c:v>
                </c:pt>
                <c:pt idx="1331" formatCode="###,###,###,##0.0000">
                  <c:v>4.5</c:v>
                </c:pt>
                <c:pt idx="1332" formatCode="###,###,###,##0.0000">
                  <c:v>4.5199999999999996</c:v>
                </c:pt>
                <c:pt idx="1333" formatCode="###,###,###,##0.0000">
                  <c:v>4.58</c:v>
                </c:pt>
                <c:pt idx="1334" formatCode="###,###,###,##0.0000">
                  <c:v>4.59</c:v>
                </c:pt>
                <c:pt idx="1335" formatCode="###,###,###,##0.0000">
                  <c:v>4.5599999999999996</c:v>
                </c:pt>
                <c:pt idx="1336" formatCode="###,###,###,##0.0000">
                  <c:v>4.55</c:v>
                </c:pt>
                <c:pt idx="1337" formatCode="###,###,###,##0.0000">
                  <c:v>4.6100000000000003</c:v>
                </c:pt>
                <c:pt idx="1339" formatCode="###,###,###,##0.0000">
                  <c:v>4.59</c:v>
                </c:pt>
                <c:pt idx="1340" formatCode="###,###,###,##0.0000">
                  <c:v>4.63</c:v>
                </c:pt>
                <c:pt idx="1341" formatCode="###,###,###,##0.0000">
                  <c:v>4.6399999999999997</c:v>
                </c:pt>
                <c:pt idx="1344" formatCode="###,###,###,##0.0000">
                  <c:v>4.57</c:v>
                </c:pt>
                <c:pt idx="1345" formatCode="###,###,###,##0.0000">
                  <c:v>4.59</c:v>
                </c:pt>
                <c:pt idx="1346" formatCode="###,###,###,##0.0000">
                  <c:v>4.53</c:v>
                </c:pt>
                <c:pt idx="1347" formatCode="###,###,###,##0.0000">
                  <c:v>4.4400000000000004</c:v>
                </c:pt>
                <c:pt idx="1349" formatCode="###,###,###,##0.0000">
                  <c:v>4.42</c:v>
                </c:pt>
                <c:pt idx="1350" formatCode="###,###,###,##0.0000">
                  <c:v>4.53</c:v>
                </c:pt>
                <c:pt idx="1351" formatCode="###,###,###,##0.0000">
                  <c:v>4.55</c:v>
                </c:pt>
                <c:pt idx="1352" formatCode="###,###,###,##0.0000">
                  <c:v>4.41</c:v>
                </c:pt>
                <c:pt idx="1353" formatCode="###,###,###,##0.0000">
                  <c:v>4.4400000000000004</c:v>
                </c:pt>
                <c:pt idx="1355" formatCode="###,###,###,##0.0000">
                  <c:v>4.5</c:v>
                </c:pt>
                <c:pt idx="1356" formatCode="###,###,###,##0.0000">
                  <c:v>4.5199999999999996</c:v>
                </c:pt>
                <c:pt idx="1357" formatCode="###,###,###,##0.0000">
                  <c:v>4.45</c:v>
                </c:pt>
                <c:pt idx="1358" formatCode="###,###,###,##0.0000">
                  <c:v>4.43</c:v>
                </c:pt>
                <c:pt idx="1359" formatCode="###,###,###,##0.0000">
                  <c:v>4.43</c:v>
                </c:pt>
                <c:pt idx="1361" formatCode="###,###,###,##0.0000">
                  <c:v>4.5199999999999996</c:v>
                </c:pt>
                <c:pt idx="1362" formatCode="###,###,###,##0.0000">
                  <c:v>4.5599999999999996</c:v>
                </c:pt>
                <c:pt idx="1363" formatCode="###,###,###,##0.0000">
                  <c:v>4.54</c:v>
                </c:pt>
                <c:pt idx="1364" formatCode="###,###,###,##0.0000">
                  <c:v>4.46</c:v>
                </c:pt>
                <c:pt idx="1365" formatCode="###,###,###,##0.0000">
                  <c:v>4.45</c:v>
                </c:pt>
                <c:pt idx="1366" formatCode="###,###,###,##0.0000">
                  <c:v>4.42</c:v>
                </c:pt>
                <c:pt idx="1367" formatCode="###,###,###,##0.0000">
                  <c:v>4.38</c:v>
                </c:pt>
                <c:pt idx="1368" formatCode="###,###,###,##0.0000">
                  <c:v>4.29</c:v>
                </c:pt>
                <c:pt idx="1369" formatCode="###,###,###,##0.0000">
                  <c:v>4.26</c:v>
                </c:pt>
                <c:pt idx="1371" formatCode="###,###,###,##0.0000">
                  <c:v>4.25</c:v>
                </c:pt>
                <c:pt idx="1372" formatCode="###,###,###,##0.0000">
                  <c:v>4.28</c:v>
                </c:pt>
                <c:pt idx="1373" formatCode="###,###,###,##0.0000">
                  <c:v>4.4400000000000004</c:v>
                </c:pt>
                <c:pt idx="1374" formatCode="###,###,###,##0.0000">
                  <c:v>4.43</c:v>
                </c:pt>
                <c:pt idx="1375" formatCode="###,###,###,##0.0000">
                  <c:v>4.4400000000000004</c:v>
                </c:pt>
                <c:pt idx="1376" formatCode="###,###,###,##0.0000">
                  <c:v>4.4400000000000004</c:v>
                </c:pt>
                <c:pt idx="1377" formatCode="###,###,###,##0.0000">
                  <c:v>4.4800000000000004</c:v>
                </c:pt>
                <c:pt idx="1378" formatCode="###,###,###,##0.0000">
                  <c:v>4.45</c:v>
                </c:pt>
                <c:pt idx="1379" formatCode="###,###,###,##0.0000">
                  <c:v>4.4000000000000004</c:v>
                </c:pt>
                <c:pt idx="1380" formatCode="###,###,###,##0.0000">
                  <c:v>4.38</c:v>
                </c:pt>
                <c:pt idx="1383" formatCode="###,###,###,##0.0000">
                  <c:v>4.42</c:v>
                </c:pt>
                <c:pt idx="1384" formatCode="###,###,###,##0.0000">
                  <c:v>4.42</c:v>
                </c:pt>
                <c:pt idx="1385" formatCode="###,###,###,##0.0000">
                  <c:v>4.4400000000000004</c:v>
                </c:pt>
                <c:pt idx="1386" formatCode="###,###,###,##0.0000">
                  <c:v>4.47</c:v>
                </c:pt>
                <c:pt idx="1387" formatCode="###,###,###,##0.0000">
                  <c:v>4.43</c:v>
                </c:pt>
                <c:pt idx="1388" formatCode="###,###,###,##0.0000">
                  <c:v>4.38</c:v>
                </c:pt>
                <c:pt idx="1389" formatCode="###,###,###,##0.0000">
                  <c:v>4.37</c:v>
                </c:pt>
                <c:pt idx="1390" formatCode="###,###,###,##0.0000">
                  <c:v>4.3499999999999996</c:v>
                </c:pt>
                <c:pt idx="1391" formatCode="###,###,###,##0.0000">
                  <c:v>4.4000000000000004</c:v>
                </c:pt>
                <c:pt idx="1393" formatCode="###,###,###,##0.0000">
                  <c:v>4.45</c:v>
                </c:pt>
                <c:pt idx="1394" formatCode="###,###,###,##0.0000">
                  <c:v>4.37</c:v>
                </c:pt>
                <c:pt idx="1395" formatCode="###,###,###,##0.0000">
                  <c:v>4.42</c:v>
                </c:pt>
                <c:pt idx="1396" formatCode="###,###,###,##0.0000">
                  <c:v>4.4000000000000004</c:v>
                </c:pt>
                <c:pt idx="1397" formatCode="###,###,###,##0.0000">
                  <c:v>4.43</c:v>
                </c:pt>
                <c:pt idx="1398" formatCode="###,###,###,##0.0000">
                  <c:v>4.38</c:v>
                </c:pt>
                <c:pt idx="1399" formatCode="###,###,###,##0.0000">
                  <c:v>4.4400000000000004</c:v>
                </c:pt>
                <c:pt idx="1400" formatCode="###,###,###,##0.0000">
                  <c:v>4.42</c:v>
                </c:pt>
                <c:pt idx="1401" formatCode="###,###,###,##0.0000">
                  <c:v>4.46</c:v>
                </c:pt>
                <c:pt idx="1402" formatCode="###,###,###,##0.0000">
                  <c:v>4.43</c:v>
                </c:pt>
                <c:pt idx="1403" formatCode="###,###,###,##0.0000">
                  <c:v>4.37</c:v>
                </c:pt>
                <c:pt idx="1404" formatCode="###,###,###,##0.0000">
                  <c:v>4.3600000000000003</c:v>
                </c:pt>
                <c:pt idx="1405" formatCode="###,###,###,##0.0000">
                  <c:v>4.3</c:v>
                </c:pt>
                <c:pt idx="1406" formatCode="###,###,###,##0.0000">
                  <c:v>4.33</c:v>
                </c:pt>
                <c:pt idx="1407" formatCode="###,###,###,##0.0000">
                  <c:v>4.33</c:v>
                </c:pt>
                <c:pt idx="1408" formatCode="###,###,###,##0.0000">
                  <c:v>4.4400000000000004</c:v>
                </c:pt>
                <c:pt idx="1409" formatCode="###,###,###,##0.0000">
                  <c:v>4.5</c:v>
                </c:pt>
                <c:pt idx="1410" formatCode="###,###,###,##0.0000">
                  <c:v>4.53</c:v>
                </c:pt>
                <c:pt idx="1411" formatCode="###,###,###,##0.0000">
                  <c:v>4.55</c:v>
                </c:pt>
                <c:pt idx="1412" formatCode="###,###,###,##0.0000">
                  <c:v>4.5199999999999996</c:v>
                </c:pt>
                <c:pt idx="1413" formatCode="###,###,###,##0.0000">
                  <c:v>4.5199999999999996</c:v>
                </c:pt>
                <c:pt idx="1414" formatCode="###,###,###,##0.0000">
                  <c:v>4.5599999999999996</c:v>
                </c:pt>
                <c:pt idx="1415" formatCode="###,###,###,##0.0000">
                  <c:v>4.37</c:v>
                </c:pt>
                <c:pt idx="1416" formatCode="###,###,###,##0.0000">
                  <c:v>4.42</c:v>
                </c:pt>
                <c:pt idx="1419" formatCode="###,###,###,##0.0000">
                  <c:v>4.42</c:v>
                </c:pt>
                <c:pt idx="1420" formatCode="###,###,###,##0.0000">
                  <c:v>4.41</c:v>
                </c:pt>
                <c:pt idx="1421" formatCode="###,###,###,##0.0000">
                  <c:v>4.37</c:v>
                </c:pt>
                <c:pt idx="1422" formatCode="###,###,###,##0.0000">
                  <c:v>4.3600000000000003</c:v>
                </c:pt>
                <c:pt idx="1423" formatCode="###,###,###,##0.0000">
                  <c:v>4.3600000000000003</c:v>
                </c:pt>
                <c:pt idx="1424" formatCode="###,###,###,##0.0000">
                  <c:v>4.3</c:v>
                </c:pt>
                <c:pt idx="1425" formatCode="###,###,###,##0.0000">
                  <c:v>4.33</c:v>
                </c:pt>
                <c:pt idx="1426" formatCode="###,###,###,##0.0000">
                  <c:v>4.3600000000000003</c:v>
                </c:pt>
                <c:pt idx="1427" formatCode="###,###,###,##0.0000">
                  <c:v>4.37</c:v>
                </c:pt>
                <c:pt idx="1428" formatCode="###,###,###,##0.0000">
                  <c:v>4.41</c:v>
                </c:pt>
                <c:pt idx="1429" formatCode="###,###,###,##0.0000">
                  <c:v>4.4000000000000004</c:v>
                </c:pt>
                <c:pt idx="1430" formatCode="###,###,###,##0.0000">
                  <c:v>4.3499999999999996</c:v>
                </c:pt>
                <c:pt idx="1431" formatCode="###,###,###,##0.0000">
                  <c:v>4.3899999999999997</c:v>
                </c:pt>
                <c:pt idx="1432" formatCode="###,###,###,##0.0000">
                  <c:v>4.3499999999999996</c:v>
                </c:pt>
                <c:pt idx="1433" formatCode="###,###,###,##0.0000">
                  <c:v>4.29</c:v>
                </c:pt>
                <c:pt idx="1435" formatCode="###,###,###,##0.0000">
                  <c:v>4.2699999999999996</c:v>
                </c:pt>
                <c:pt idx="1436" formatCode="###,###,###,##0.0000">
                  <c:v>4.3099999999999996</c:v>
                </c:pt>
                <c:pt idx="1437" formatCode="###,###,###,##0.0000">
                  <c:v>4.1900000000000004</c:v>
                </c:pt>
                <c:pt idx="1438" formatCode="###,###,###,##0.0000">
                  <c:v>4.18</c:v>
                </c:pt>
                <c:pt idx="1439" formatCode="###,###,###,##0.0000">
                  <c:v>4.1900000000000004</c:v>
                </c:pt>
                <c:pt idx="1440" formatCode="###,###,###,##0.0000">
                  <c:v>4.24</c:v>
                </c:pt>
                <c:pt idx="1441" formatCode="###,###,###,##0.0000">
                  <c:v>4.2</c:v>
                </c:pt>
                <c:pt idx="1443" formatCode="###,###,###,##0.0000">
                  <c:v>4.21</c:v>
                </c:pt>
                <c:pt idx="1444" formatCode="###,###,###,##0.0000">
                  <c:v>4.1900000000000004</c:v>
                </c:pt>
                <c:pt idx="1445" formatCode="###,###,###,##0.0000">
                  <c:v>4.26</c:v>
                </c:pt>
                <c:pt idx="1446" formatCode="###,###,###,##0.0000">
                  <c:v>4.25</c:v>
                </c:pt>
                <c:pt idx="1447" formatCode="###,###,###,##0.0000">
                  <c:v>4.26</c:v>
                </c:pt>
                <c:pt idx="1448" formatCode="###,###,###,##0.0000">
                  <c:v>4.2699999999999996</c:v>
                </c:pt>
                <c:pt idx="1449" formatCode="###,###,###,##0.0000">
                  <c:v>4.17</c:v>
                </c:pt>
                <c:pt idx="1450" formatCode="###,###,###,##0.0000">
                  <c:v>4.1500000000000004</c:v>
                </c:pt>
                <c:pt idx="1451" formatCode="###,###,###,##0.0000">
                  <c:v>4.1900000000000004</c:v>
                </c:pt>
                <c:pt idx="1452" formatCode="###,###,###,##0.0000">
                  <c:v>4.17</c:v>
                </c:pt>
                <c:pt idx="1454" formatCode="###,###,###,##0.0000">
                  <c:v>4.13</c:v>
                </c:pt>
                <c:pt idx="1455" formatCode="###,###,###,##0.0000">
                  <c:v>4.09</c:v>
                </c:pt>
                <c:pt idx="1456" formatCode="###,###,###,##0.0000">
                  <c:v>4.13</c:v>
                </c:pt>
                <c:pt idx="1457" formatCode="###,###,###,##0.0000">
                  <c:v>4.1100000000000003</c:v>
                </c:pt>
                <c:pt idx="1459" formatCode="###,###,###,##0.0000">
                  <c:v>4.1100000000000003</c:v>
                </c:pt>
                <c:pt idx="1460" formatCode="###,###,###,##0.0000">
                  <c:v>4.1100000000000003</c:v>
                </c:pt>
                <c:pt idx="1461" formatCode="###,###,###,##0.0000">
                  <c:v>4.1500000000000004</c:v>
                </c:pt>
                <c:pt idx="1462" formatCode="###,###,###,##0.0000">
                  <c:v>4.1500000000000004</c:v>
                </c:pt>
                <c:pt idx="1463" formatCode="###,###,###,##0.0000">
                  <c:v>5.62</c:v>
                </c:pt>
                <c:pt idx="1464" formatCode="###,###,###,##0.0000">
                  <c:v>5.62</c:v>
                </c:pt>
                <c:pt idx="1465" formatCode="###,###,###,##0.0000">
                  <c:v>4.21</c:v>
                </c:pt>
                <c:pt idx="1466" formatCode="###,###,###,##0.0000">
                  <c:v>4.13</c:v>
                </c:pt>
                <c:pt idx="1467" formatCode="###,###,###,##0.0000">
                  <c:v>4.13</c:v>
                </c:pt>
                <c:pt idx="1468" formatCode="###,###,###,##0.0000">
                  <c:v>4.09</c:v>
                </c:pt>
                <c:pt idx="1469" formatCode="###,###,###,##0.0000">
                  <c:v>4.04</c:v>
                </c:pt>
                <c:pt idx="1473" formatCode="###,###,###,##0.0000">
                  <c:v>4.16</c:v>
                </c:pt>
                <c:pt idx="1477" formatCode="###,###,###,##0.0000">
                  <c:v>4.34</c:v>
                </c:pt>
                <c:pt idx="1478" formatCode="###,###,###,##0.0000">
                  <c:v>4.42</c:v>
                </c:pt>
                <c:pt idx="1479" formatCode="###,###,###,##0.0000">
                  <c:v>6.16</c:v>
                </c:pt>
                <c:pt idx="1480" formatCode="###,###,###,##0.0000">
                  <c:v>4.74</c:v>
                </c:pt>
                <c:pt idx="1481" formatCode="###,###,###,##0.0000">
                  <c:v>6.26</c:v>
                </c:pt>
                <c:pt idx="1482" formatCode="###,###,###,##0.0000">
                  <c:v>4.8</c:v>
                </c:pt>
                <c:pt idx="1484" formatCode="###,###,###,##0.0000">
                  <c:v>4.67</c:v>
                </c:pt>
                <c:pt idx="1485" formatCode="###,###,###,##0.0000">
                  <c:v>4.68</c:v>
                </c:pt>
                <c:pt idx="1486" formatCode="###,###,###,##0.0000">
                  <c:v>4.74</c:v>
                </c:pt>
                <c:pt idx="1487" formatCode="###,###,###,##0.0000">
                  <c:v>4.7300000000000004</c:v>
                </c:pt>
                <c:pt idx="1488" formatCode="###,###,###,##0.0000">
                  <c:v>4.78</c:v>
                </c:pt>
                <c:pt idx="1489" formatCode="###,###,###,##0.0000">
                  <c:v>4.82</c:v>
                </c:pt>
                <c:pt idx="1490" formatCode="###,###,###,##0.0000">
                  <c:v>4.72</c:v>
                </c:pt>
                <c:pt idx="1491" formatCode="###,###,###,##0.0000">
                  <c:v>4.76</c:v>
                </c:pt>
                <c:pt idx="1492" formatCode="###,###,###,##0.0000">
                  <c:v>4.76</c:v>
                </c:pt>
                <c:pt idx="1493" formatCode="###,###,###,##0.0000">
                  <c:v>4.6399999999999997</c:v>
                </c:pt>
                <c:pt idx="1494" formatCode="###,###,###,##0.0000">
                  <c:v>4.5</c:v>
                </c:pt>
                <c:pt idx="1495" formatCode="###,###,###,##0.0000">
                  <c:v>4.51</c:v>
                </c:pt>
                <c:pt idx="1496" formatCode="###,###,###,##0.0000">
                  <c:v>4.49</c:v>
                </c:pt>
                <c:pt idx="1497" formatCode="###,###,###,##0.0000">
                  <c:v>4.4800000000000004</c:v>
                </c:pt>
                <c:pt idx="1499" formatCode="###,###,###,##0.0000">
                  <c:v>4.18</c:v>
                </c:pt>
                <c:pt idx="1500" formatCode="###,###,###,##0.0000">
                  <c:v>4.21</c:v>
                </c:pt>
                <c:pt idx="1501" formatCode="###,###,###,##0.0000">
                  <c:v>4.1500000000000004</c:v>
                </c:pt>
                <c:pt idx="1502" formatCode="###,###,###,##0.0000">
                  <c:v>4.1500000000000004</c:v>
                </c:pt>
                <c:pt idx="1503" formatCode="###,###,###,##0.0000">
                  <c:v>4.2</c:v>
                </c:pt>
                <c:pt idx="1504" formatCode="###,###,###,##0.0000">
                  <c:v>4.1399999999999997</c:v>
                </c:pt>
                <c:pt idx="1505" formatCode="###,###,###,##0.0000">
                  <c:v>4.16</c:v>
                </c:pt>
                <c:pt idx="1506" formatCode="###,###,###,##0.0000">
                  <c:v>4.2</c:v>
                </c:pt>
                <c:pt idx="1507" formatCode="###,###,###,##0.0000">
                  <c:v>4.12</c:v>
                </c:pt>
                <c:pt idx="1509" formatCode="###,###,###,##0.0000">
                  <c:v>4.3</c:v>
                </c:pt>
                <c:pt idx="1510" formatCode="###,###,###,##0.0000">
                  <c:v>4.16</c:v>
                </c:pt>
                <c:pt idx="1511" formatCode="###,###,###,##0.0000">
                  <c:v>3.94</c:v>
                </c:pt>
                <c:pt idx="1512" formatCode="###,###,###,##0.0000">
                  <c:v>4</c:v>
                </c:pt>
                <c:pt idx="1513" formatCode="###,###,###,##0.0000">
                  <c:v>3.97</c:v>
                </c:pt>
                <c:pt idx="1514" formatCode="###,###,###,##0.0000">
                  <c:v>4.03</c:v>
                </c:pt>
                <c:pt idx="1515" formatCode="###,###,###,##0.0000">
                  <c:v>4.07</c:v>
                </c:pt>
                <c:pt idx="1516" formatCode="###,###,###,##0.0000">
                  <c:v>4.07</c:v>
                </c:pt>
                <c:pt idx="1517" formatCode="###,###,###,##0.0000">
                  <c:v>4.13</c:v>
                </c:pt>
                <c:pt idx="1518" formatCode="###,###,###,##0.0000">
                  <c:v>4.07</c:v>
                </c:pt>
                <c:pt idx="1519" formatCode="###,###,###,##0.0000">
                  <c:v>4.16</c:v>
                </c:pt>
                <c:pt idx="1520" formatCode="###,###,###,##0.0000">
                  <c:v>4.13</c:v>
                </c:pt>
                <c:pt idx="1521" formatCode="###,###,###,##0.0000">
                  <c:v>4.1500000000000004</c:v>
                </c:pt>
                <c:pt idx="1522" formatCode="###,###,###,##0.0000">
                  <c:v>4.17</c:v>
                </c:pt>
                <c:pt idx="1523" formatCode="###,###,###,##0.0000">
                  <c:v>4.16</c:v>
                </c:pt>
                <c:pt idx="1527" formatCode="###,###,###,##0.0000">
                  <c:v>4.04</c:v>
                </c:pt>
                <c:pt idx="1530" formatCode="###,###,###,##0.0000">
                  <c:v>4.09</c:v>
                </c:pt>
                <c:pt idx="1531" formatCode="###,###,###,##0.0000">
                  <c:v>4.1100000000000003</c:v>
                </c:pt>
                <c:pt idx="1532" formatCode="###,###,###,##0.0000">
                  <c:v>4.16</c:v>
                </c:pt>
                <c:pt idx="1533" formatCode="###,###,###,##0.0000">
                  <c:v>4.16</c:v>
                </c:pt>
                <c:pt idx="1534" formatCode="###,###,###,##0.0000">
                  <c:v>4.38</c:v>
                </c:pt>
                <c:pt idx="1535" formatCode="###,###,###,##0.0000">
                  <c:v>4.28</c:v>
                </c:pt>
                <c:pt idx="1536" formatCode="###,###,###,##0.0000">
                  <c:v>4.2300000000000004</c:v>
                </c:pt>
                <c:pt idx="1537" formatCode="###,###,###,##0.0000">
                  <c:v>4.17</c:v>
                </c:pt>
                <c:pt idx="1538" formatCode="###,###,###,##0.0000">
                  <c:v>4.12</c:v>
                </c:pt>
                <c:pt idx="1540" formatCode="###,###,###,##0.0000">
                  <c:v>4.22</c:v>
                </c:pt>
                <c:pt idx="1542" formatCode="###,###,###,##0.0000">
                  <c:v>4.2</c:v>
                </c:pt>
                <c:pt idx="1543" formatCode="###,###,###,##0.0000">
                  <c:v>4.18</c:v>
                </c:pt>
                <c:pt idx="1544" formatCode="###,###,###,##0.0000">
                  <c:v>4.29</c:v>
                </c:pt>
                <c:pt idx="1545" formatCode="###,###,###,##0.0000">
                  <c:v>4.2699999999999996</c:v>
                </c:pt>
                <c:pt idx="1546" formatCode="###,###,###,##0.0000">
                  <c:v>4.29</c:v>
                </c:pt>
                <c:pt idx="1547" formatCode="###,###,###,##0.0000">
                  <c:v>4.41</c:v>
                </c:pt>
                <c:pt idx="1548" formatCode="###,###,###,##0.0000">
                  <c:v>4.45</c:v>
                </c:pt>
                <c:pt idx="1549" formatCode="###,###,###,##0.0000">
                  <c:v>4.37</c:v>
                </c:pt>
                <c:pt idx="1550" formatCode="###,###,###,##0.0000">
                  <c:v>4.43</c:v>
                </c:pt>
                <c:pt idx="1551" formatCode="###,###,###,##0.0000">
                  <c:v>4.4800000000000004</c:v>
                </c:pt>
                <c:pt idx="1552" formatCode="###,###,###,##0.0000">
                  <c:v>4.3899999999999997</c:v>
                </c:pt>
                <c:pt idx="1553" formatCode="###,###,###,##0.0000">
                  <c:v>4.34</c:v>
                </c:pt>
                <c:pt idx="1554" formatCode="###,###,###,##0.0000">
                  <c:v>4.26</c:v>
                </c:pt>
                <c:pt idx="1556" formatCode="###,###,###,##0.0000">
                  <c:v>4.2300000000000004</c:v>
                </c:pt>
                <c:pt idx="1559" formatCode="###,###,###,##0.0000">
                  <c:v>4.2</c:v>
                </c:pt>
                <c:pt idx="1560" formatCode="###,###,###,##0.0000">
                  <c:v>4.2</c:v>
                </c:pt>
                <c:pt idx="1561" formatCode="###,###,###,##0.0000">
                  <c:v>4.18</c:v>
                </c:pt>
                <c:pt idx="1562" formatCode="###,###,###,##0.0000">
                  <c:v>4.22</c:v>
                </c:pt>
                <c:pt idx="1564" formatCode="###,###,###,##0.0000">
                  <c:v>4.3600000000000003</c:v>
                </c:pt>
                <c:pt idx="1565" formatCode="###,###,###,##0.0000">
                  <c:v>4.38</c:v>
                </c:pt>
                <c:pt idx="1566" formatCode="###,###,###,##0.0000">
                  <c:v>4.38</c:v>
                </c:pt>
                <c:pt idx="1567" formatCode="###,###,###,##0.0000">
                  <c:v>4.47</c:v>
                </c:pt>
                <c:pt idx="1568" formatCode="###,###,###,##0.0000">
                  <c:v>4.42</c:v>
                </c:pt>
                <c:pt idx="1569" formatCode="###,###,###,##0.0000">
                  <c:v>4.3600000000000003</c:v>
                </c:pt>
                <c:pt idx="1570" formatCode="###,###,###,##0.0000">
                  <c:v>4.3899999999999997</c:v>
                </c:pt>
                <c:pt idx="1572" formatCode="###,###,###,##0.0000">
                  <c:v>4.3899999999999997</c:v>
                </c:pt>
                <c:pt idx="1573" formatCode="###,###,###,##0.0000">
                  <c:v>4.34</c:v>
                </c:pt>
                <c:pt idx="1574" formatCode="###,###,###,##0.0000">
                  <c:v>4.38</c:v>
                </c:pt>
                <c:pt idx="1575" formatCode="###,###,###,##0.0000">
                  <c:v>4.38</c:v>
                </c:pt>
                <c:pt idx="1576" formatCode="###,###,###,##0.0000">
                  <c:v>4.25</c:v>
                </c:pt>
                <c:pt idx="1577" formatCode="###,###,###,##0.0000">
                  <c:v>4.25</c:v>
                </c:pt>
                <c:pt idx="1578" formatCode="###,###,###,##0.0000">
                  <c:v>4.2</c:v>
                </c:pt>
                <c:pt idx="1579" formatCode="###,###,###,##0.0000">
                  <c:v>4.13</c:v>
                </c:pt>
                <c:pt idx="1580" formatCode="###,###,###,##0.0000">
                  <c:v>4.16</c:v>
                </c:pt>
                <c:pt idx="1581" formatCode="###,###,###,##0.0000">
                  <c:v>4.0999999999999996</c:v>
                </c:pt>
                <c:pt idx="1582" formatCode="###,###,###,##0.0000">
                  <c:v>4.0999999999999996</c:v>
                </c:pt>
                <c:pt idx="1583" formatCode="###,###,###,##0.0000">
                  <c:v>4.13</c:v>
                </c:pt>
                <c:pt idx="1584" formatCode="###,###,###,##0.0000">
                  <c:v>4.1500000000000004</c:v>
                </c:pt>
                <c:pt idx="1585" formatCode="###,###,###,##0.0000">
                  <c:v>4.16</c:v>
                </c:pt>
                <c:pt idx="1586" formatCode="###,###,###,##0.0000">
                  <c:v>4.17</c:v>
                </c:pt>
                <c:pt idx="1587" formatCode="###,###,###,##0.0000">
                  <c:v>4.17</c:v>
                </c:pt>
                <c:pt idx="1588" formatCode="###,###,###,##0.0000">
                  <c:v>4.1900000000000004</c:v>
                </c:pt>
                <c:pt idx="1589" formatCode="###,###,###,##0.0000">
                  <c:v>4.1900000000000004</c:v>
                </c:pt>
                <c:pt idx="1591" formatCode="###,###,###,##0.0000">
                  <c:v>4.2</c:v>
                </c:pt>
                <c:pt idx="1592" formatCode="###,###,###,##0.0000">
                  <c:v>4.1100000000000003</c:v>
                </c:pt>
                <c:pt idx="1595" formatCode="###,###,###,##0.0000">
                  <c:v>4.13</c:v>
                </c:pt>
                <c:pt idx="1596" formatCode="###,###,###,##0.0000">
                  <c:v>4.25</c:v>
                </c:pt>
                <c:pt idx="1597" formatCode="###,###,###,##0.0000">
                  <c:v>4.25</c:v>
                </c:pt>
                <c:pt idx="1598" formatCode="###,###,###,##0.0000">
                  <c:v>4.18</c:v>
                </c:pt>
                <c:pt idx="1599" formatCode="###,###,###,##0.0000">
                  <c:v>4.18</c:v>
                </c:pt>
                <c:pt idx="1602" formatCode="###,###,###,##0.0000">
                  <c:v>4.2300000000000004</c:v>
                </c:pt>
                <c:pt idx="1603" formatCode="###,###,###,##0.0000">
                  <c:v>4.2699999999999996</c:v>
                </c:pt>
                <c:pt idx="1604" formatCode="###,###,###,##0.0000">
                  <c:v>4.25</c:v>
                </c:pt>
                <c:pt idx="1605" formatCode="###,###,###,##0.0000">
                  <c:v>4.18</c:v>
                </c:pt>
                <c:pt idx="1606" formatCode="###,###,###,##0.0000">
                  <c:v>4.18</c:v>
                </c:pt>
                <c:pt idx="1608" formatCode="###,###,###,##0.0000">
                  <c:v>4.18</c:v>
                </c:pt>
                <c:pt idx="1609" formatCode="###,###,###,##0.0000">
                  <c:v>4.1500000000000004</c:v>
                </c:pt>
                <c:pt idx="1610" formatCode="###,###,###,##0.0000">
                  <c:v>4.08</c:v>
                </c:pt>
                <c:pt idx="1611" formatCode="###,###,###,##0.0000">
                  <c:v>4.03</c:v>
                </c:pt>
                <c:pt idx="1614" formatCode="###,###,###,##0.0000">
                  <c:v>3.98</c:v>
                </c:pt>
                <c:pt idx="1615" formatCode="###,###,###,##0.0000">
                  <c:v>4.05</c:v>
                </c:pt>
                <c:pt idx="1617" formatCode="###,###,###,##0.0000">
                  <c:v>3.96</c:v>
                </c:pt>
                <c:pt idx="1618" formatCode="###,###,###,##0.0000">
                  <c:v>3.98</c:v>
                </c:pt>
                <c:pt idx="1619" formatCode="###,###,###,##0.0000">
                  <c:v>3.98</c:v>
                </c:pt>
                <c:pt idx="1620" formatCode="###,###,###,##0.0000">
                  <c:v>3.98</c:v>
                </c:pt>
                <c:pt idx="1621" formatCode="###,###,###,##0.0000">
                  <c:v>4</c:v>
                </c:pt>
                <c:pt idx="1623" formatCode="###,###,###,##0.0000">
                  <c:v>3.95</c:v>
                </c:pt>
                <c:pt idx="1624" formatCode="###,###,###,##0.0000">
                  <c:v>3.95</c:v>
                </c:pt>
                <c:pt idx="1625" formatCode="###,###,###,##0.0000">
                  <c:v>4.0199999999999996</c:v>
                </c:pt>
                <c:pt idx="1626" formatCode="###,###,###,##0.0000">
                  <c:v>4.04</c:v>
                </c:pt>
                <c:pt idx="1627" formatCode="###,###,###,##0.0000">
                  <c:v>4.0999999999999996</c:v>
                </c:pt>
                <c:pt idx="1629" formatCode="###,###,###,##0.0000">
                  <c:v>4.0999999999999996</c:v>
                </c:pt>
                <c:pt idx="1630" formatCode="###,###,###,##0.0000">
                  <c:v>4.1500000000000004</c:v>
                </c:pt>
                <c:pt idx="1631" formatCode="###,###,###,##0.0000">
                  <c:v>4.16</c:v>
                </c:pt>
                <c:pt idx="1632" formatCode="###,###,###,##0.0000">
                  <c:v>4.17</c:v>
                </c:pt>
                <c:pt idx="1633" formatCode="###,###,###,##0.0000">
                  <c:v>4.17</c:v>
                </c:pt>
                <c:pt idx="1634" formatCode="###,###,###,##0.0000">
                  <c:v>4.17</c:v>
                </c:pt>
                <c:pt idx="1635" formatCode="###,###,###,##0.0000">
                  <c:v>4.16</c:v>
                </c:pt>
                <c:pt idx="1636" formatCode="###,###,###,##0.0000">
                  <c:v>4.16</c:v>
                </c:pt>
                <c:pt idx="1637" formatCode="###,###,###,##0.0000">
                  <c:v>4.21</c:v>
                </c:pt>
                <c:pt idx="1639" formatCode="###,###,###,##0.0000">
                  <c:v>4.21</c:v>
                </c:pt>
                <c:pt idx="1640" formatCode="###,###,###,##0.0000">
                  <c:v>4.18</c:v>
                </c:pt>
                <c:pt idx="1641" formatCode="###,###,###,##0.0000">
                  <c:v>4.18</c:v>
                </c:pt>
                <c:pt idx="1642" formatCode="###,###,###,##0.0000">
                  <c:v>4.17</c:v>
                </c:pt>
                <c:pt idx="1643" formatCode="###,###,###,##0.0000">
                  <c:v>4.13</c:v>
                </c:pt>
                <c:pt idx="1645" formatCode="###,###,###,##0.0000">
                  <c:v>4.0999999999999996</c:v>
                </c:pt>
                <c:pt idx="1646" formatCode="###,###,###,##0.0000">
                  <c:v>4.05</c:v>
                </c:pt>
                <c:pt idx="1647" formatCode="###,###,###,##0.0000">
                  <c:v>4.03</c:v>
                </c:pt>
                <c:pt idx="1648" formatCode="###,###,###,##0.0000">
                  <c:v>4.0199999999999996</c:v>
                </c:pt>
                <c:pt idx="1649" formatCode="###,###,###,##0.0000">
                  <c:v>4.01</c:v>
                </c:pt>
                <c:pt idx="1655" formatCode="###,###,###,##0.0000">
                  <c:v>4.07</c:v>
                </c:pt>
                <c:pt idx="1657" formatCode="###,###,###,##0.0000">
                  <c:v>4.07</c:v>
                </c:pt>
                <c:pt idx="1658" formatCode="###,###,###,##0.0000">
                  <c:v>4.05</c:v>
                </c:pt>
                <c:pt idx="1659" formatCode="###,###,###,##0.0000">
                  <c:v>4</c:v>
                </c:pt>
                <c:pt idx="1660" formatCode="###,###,###,##0.0000">
                  <c:v>3.98</c:v>
                </c:pt>
                <c:pt idx="1661" formatCode="###,###,###,##0.0000">
                  <c:v>3.91</c:v>
                </c:pt>
                <c:pt idx="1662" formatCode="###,###,###,##0.0000">
                  <c:v>3.91</c:v>
                </c:pt>
                <c:pt idx="1663" formatCode="###,###,###,##0.0000">
                  <c:v>3.91</c:v>
                </c:pt>
                <c:pt idx="1664" formatCode="###,###,###,##0.0000">
                  <c:v>3.96</c:v>
                </c:pt>
                <c:pt idx="1665" formatCode="###,###,###,##0.0000">
                  <c:v>3.96</c:v>
                </c:pt>
                <c:pt idx="1666" formatCode="###,###,###,##0.0000">
                  <c:v>3.96</c:v>
                </c:pt>
                <c:pt idx="1667" formatCode="###,###,###,##0.0000">
                  <c:v>3.96</c:v>
                </c:pt>
                <c:pt idx="1668" formatCode="###,###,###,##0.0000">
                  <c:v>3.96</c:v>
                </c:pt>
                <c:pt idx="1669" formatCode="###,###,###,##0.0000">
                  <c:v>3.95</c:v>
                </c:pt>
                <c:pt idx="1672" formatCode="###,###,###,##0.0000">
                  <c:v>4.09</c:v>
                </c:pt>
                <c:pt idx="1673" formatCode="###,###,###,##0.0000">
                  <c:v>4.09</c:v>
                </c:pt>
                <c:pt idx="1674" formatCode="###,###,###,##0.0000">
                  <c:v>4.07</c:v>
                </c:pt>
                <c:pt idx="1675" formatCode="###,###,###,##0.0000">
                  <c:v>4.0599999999999996</c:v>
                </c:pt>
                <c:pt idx="1678" formatCode="###,###,###,##0.0000">
                  <c:v>4.05</c:v>
                </c:pt>
                <c:pt idx="1679" formatCode="###,###,###,##0.0000">
                  <c:v>4.07</c:v>
                </c:pt>
                <c:pt idx="1680" formatCode="###,###,###,##0.0000">
                  <c:v>4.08</c:v>
                </c:pt>
                <c:pt idx="1681" formatCode="###,###,###,##0.0000">
                  <c:v>4.07</c:v>
                </c:pt>
                <c:pt idx="1683" formatCode="###,###,###,##0.0000">
                  <c:v>4.09</c:v>
                </c:pt>
                <c:pt idx="1684" formatCode="###,###,###,##0.0000">
                  <c:v>4.1100000000000003</c:v>
                </c:pt>
                <c:pt idx="1685" formatCode="###,###,###,##0.0000">
                  <c:v>4.05</c:v>
                </c:pt>
                <c:pt idx="1686" formatCode="###,###,###,##0.0000">
                  <c:v>3.89</c:v>
                </c:pt>
                <c:pt idx="1687" formatCode="###,###,###,##0.0000">
                  <c:v>3.96</c:v>
                </c:pt>
                <c:pt idx="1688" formatCode="###,###,###,##0.0000">
                  <c:v>3.96</c:v>
                </c:pt>
                <c:pt idx="1689" formatCode="###,###,###,##0.0000">
                  <c:v>3.99</c:v>
                </c:pt>
                <c:pt idx="1690" formatCode="###,###,###,##0.0000">
                  <c:v>4.01</c:v>
                </c:pt>
                <c:pt idx="1691" formatCode="###,###,###,##0.0000">
                  <c:v>4.05</c:v>
                </c:pt>
                <c:pt idx="1692" formatCode="###,###,###,##0.0000">
                  <c:v>4.05</c:v>
                </c:pt>
                <c:pt idx="1694" formatCode="###,###,###,##0.0000">
                  <c:v>4</c:v>
                </c:pt>
                <c:pt idx="1695" formatCode="###,###,###,##0.0000">
                  <c:v>4.0599999999999996</c:v>
                </c:pt>
                <c:pt idx="1696" formatCode="###,###,###,##0.0000">
                  <c:v>4.18</c:v>
                </c:pt>
                <c:pt idx="1697" formatCode="###,###,###,##0.0000">
                  <c:v>4.18</c:v>
                </c:pt>
                <c:pt idx="1698" formatCode="###,###,###,##0.0000">
                  <c:v>4.22</c:v>
                </c:pt>
                <c:pt idx="1699" formatCode="###,###,###,##0.0000">
                  <c:v>4.25</c:v>
                </c:pt>
                <c:pt idx="1700" formatCode="###,###,###,##0.0000">
                  <c:v>4.28</c:v>
                </c:pt>
                <c:pt idx="1701" formatCode="###,###,###,##0.0000">
                  <c:v>4.3899999999999997</c:v>
                </c:pt>
                <c:pt idx="1702" formatCode="###,###,###,##0.0000">
                  <c:v>4.3899999999999997</c:v>
                </c:pt>
                <c:pt idx="1703" formatCode="###,###,###,##0.0000">
                  <c:v>4.16</c:v>
                </c:pt>
                <c:pt idx="1704" formatCode="###,###,###,##0.0000">
                  <c:v>4.21</c:v>
                </c:pt>
                <c:pt idx="1705" formatCode="###,###,###,##0.0000">
                  <c:v>4.26</c:v>
                </c:pt>
                <c:pt idx="1706" formatCode="###,###,###,##0.0000">
                  <c:v>4.25</c:v>
                </c:pt>
                <c:pt idx="1707" formatCode="###,###,###,##0.0000">
                  <c:v>4.32</c:v>
                </c:pt>
                <c:pt idx="1708" formatCode="###,###,###,##0.0000">
                  <c:v>4.3499999999999996</c:v>
                </c:pt>
                <c:pt idx="1710" formatCode="###,###,###,##0.0000">
                  <c:v>4.34</c:v>
                </c:pt>
                <c:pt idx="1711" formatCode="###,###,###,##0.0000">
                  <c:v>4.2</c:v>
                </c:pt>
                <c:pt idx="1712" formatCode="###,###,###,##0.0000">
                  <c:v>4.1500000000000004</c:v>
                </c:pt>
                <c:pt idx="1713" formatCode="###,###,###,##0.0000">
                  <c:v>4.1399999999999997</c:v>
                </c:pt>
                <c:pt idx="1714" formatCode="###,###,###,##0.0000">
                  <c:v>4.2</c:v>
                </c:pt>
                <c:pt idx="1715" formatCode="###,###,###,##0.0000">
                  <c:v>4.12</c:v>
                </c:pt>
                <c:pt idx="1716" formatCode="###,###,###,##0.0000">
                  <c:v>4.24</c:v>
                </c:pt>
                <c:pt idx="1717" formatCode="###,###,###,##0.0000">
                  <c:v>4.2</c:v>
                </c:pt>
                <c:pt idx="1718" formatCode="###,###,###,##0.0000">
                  <c:v>4.3099999999999996</c:v>
                </c:pt>
                <c:pt idx="1719" formatCode="###,###,###,##0.0000">
                  <c:v>4.3</c:v>
                </c:pt>
                <c:pt idx="1720" formatCode="###,###,###,##0.0000">
                  <c:v>4.29</c:v>
                </c:pt>
                <c:pt idx="1721" formatCode="###,###,###,##0.0000">
                  <c:v>4.29</c:v>
                </c:pt>
                <c:pt idx="1722" formatCode="###,###,###,##0.0000">
                  <c:v>4.29</c:v>
                </c:pt>
                <c:pt idx="1724" formatCode="###,###,###,##0.0000">
                  <c:v>4.29</c:v>
                </c:pt>
                <c:pt idx="1725" formatCode="###,###,###,##0.0000">
                  <c:v>4.3099999999999996</c:v>
                </c:pt>
                <c:pt idx="1726" formatCode="###,###,###,##0.0000">
                  <c:v>4.3099999999999996</c:v>
                </c:pt>
                <c:pt idx="1727" formatCode="###,###,###,##0.0000">
                  <c:v>4.3099999999999996</c:v>
                </c:pt>
                <c:pt idx="1728" formatCode="###,###,###,##0.0000">
                  <c:v>4.3099999999999996</c:v>
                </c:pt>
                <c:pt idx="1729" formatCode="###,###,###,##0.0000">
                  <c:v>4.3099999999999996</c:v>
                </c:pt>
                <c:pt idx="1731" formatCode="###,###,###,##0.0000">
                  <c:v>4.3499999999999996</c:v>
                </c:pt>
                <c:pt idx="1732" formatCode="###,###,###,##0.0000">
                  <c:v>4.47</c:v>
                </c:pt>
                <c:pt idx="1733" formatCode="###,###,###,##0.0000">
                  <c:v>4.51</c:v>
                </c:pt>
                <c:pt idx="1734" formatCode="###,###,###,##0.0000">
                  <c:v>4.58</c:v>
                </c:pt>
                <c:pt idx="1735" formatCode="###,###,###,##0.0000">
                  <c:v>4.67</c:v>
                </c:pt>
                <c:pt idx="1736" formatCode="###,###,###,##0.0000">
                  <c:v>4.68</c:v>
                </c:pt>
                <c:pt idx="1737" formatCode="###,###,###,##0.0000">
                  <c:v>4.71</c:v>
                </c:pt>
                <c:pt idx="1738" formatCode="###,###,###,##0.0000">
                  <c:v>4.66</c:v>
                </c:pt>
                <c:pt idx="1739" formatCode="###,###,###,##0.0000">
                  <c:v>4.63</c:v>
                </c:pt>
                <c:pt idx="1741" formatCode="###,###,###,##0.0000">
                  <c:v>4.63</c:v>
                </c:pt>
                <c:pt idx="1742" formatCode="###,###,###,##0.0000">
                  <c:v>4.76</c:v>
                </c:pt>
                <c:pt idx="1743" formatCode="###,###,###,##0.0000">
                  <c:v>4.7</c:v>
                </c:pt>
                <c:pt idx="1744" formatCode="###,###,###,##0.0000">
                  <c:v>4.66</c:v>
                </c:pt>
                <c:pt idx="1745" formatCode="###,###,###,##0.0000">
                  <c:v>4.79</c:v>
                </c:pt>
                <c:pt idx="1746" formatCode="###,###,###,##0.0000">
                  <c:v>4.62</c:v>
                </c:pt>
                <c:pt idx="1747" formatCode="###,###,###,##0.0000">
                  <c:v>4.37</c:v>
                </c:pt>
                <c:pt idx="1748" formatCode="###,###,###,##0.0000">
                  <c:v>4.34</c:v>
                </c:pt>
                <c:pt idx="1749" formatCode="###,###,###,##0.0000">
                  <c:v>4.37</c:v>
                </c:pt>
                <c:pt idx="1750" formatCode="###,###,###,##0.0000">
                  <c:v>4.34</c:v>
                </c:pt>
                <c:pt idx="1751" formatCode="###,###,###,##0.0000">
                  <c:v>4.45</c:v>
                </c:pt>
                <c:pt idx="1752" formatCode="###,###,###,##0.0000">
                  <c:v>4.45</c:v>
                </c:pt>
                <c:pt idx="1753" formatCode="###,###,###,##0.0000">
                  <c:v>4.3499999999999996</c:v>
                </c:pt>
                <c:pt idx="1754" formatCode="###,###,###,##0.0000">
                  <c:v>4.22</c:v>
                </c:pt>
                <c:pt idx="1755" formatCode="###,###,###,##0.0000">
                  <c:v>4.18</c:v>
                </c:pt>
                <c:pt idx="1757" formatCode="###,###,###,##0.0000">
                  <c:v>4.09</c:v>
                </c:pt>
                <c:pt idx="1758" formatCode="###,###,###,##0.0000">
                  <c:v>4.01</c:v>
                </c:pt>
                <c:pt idx="1759" formatCode="###,###,###,##0.0000">
                  <c:v>4.01</c:v>
                </c:pt>
                <c:pt idx="1760" formatCode="###,###,###,##0.0000">
                  <c:v>4.12</c:v>
                </c:pt>
                <c:pt idx="1762" formatCode="###,###,###,##0.0000">
                  <c:v>4.05</c:v>
                </c:pt>
                <c:pt idx="1763" formatCode="###,###,###,##0.0000">
                  <c:v>4.0999999999999996</c:v>
                </c:pt>
                <c:pt idx="1764" formatCode="###,###,###,##0.0000">
                  <c:v>4.2300000000000004</c:v>
                </c:pt>
                <c:pt idx="1765" formatCode="###,###,###,##0.0000">
                  <c:v>4.1900000000000004</c:v>
                </c:pt>
                <c:pt idx="1766" formatCode="###,###,###,##0.0000">
                  <c:v>4.13</c:v>
                </c:pt>
                <c:pt idx="1767" formatCode="###,###,###,##0.0000">
                  <c:v>4.18</c:v>
                </c:pt>
                <c:pt idx="1768" formatCode="###,###,###,##0.0000">
                  <c:v>4.03</c:v>
                </c:pt>
                <c:pt idx="1769" formatCode="###,###,###,##0.0000">
                  <c:v>3.98</c:v>
                </c:pt>
                <c:pt idx="1770" formatCode="###,###,###,##0.0000">
                  <c:v>3.95</c:v>
                </c:pt>
                <c:pt idx="1771" formatCode="###,###,###,##0.0000">
                  <c:v>3.96</c:v>
                </c:pt>
                <c:pt idx="1772" formatCode="###,###,###,##0.0000">
                  <c:v>4.07</c:v>
                </c:pt>
                <c:pt idx="1773" formatCode="###,###,###,##0.0000">
                  <c:v>4.05</c:v>
                </c:pt>
                <c:pt idx="1775" formatCode="###,###,###,##0.0000">
                  <c:v>4.01</c:v>
                </c:pt>
                <c:pt idx="1776" formatCode="###,###,###,##0.0000">
                  <c:v>4.01</c:v>
                </c:pt>
                <c:pt idx="1778" formatCode="###,###,###,##0.0000">
                  <c:v>3.93</c:v>
                </c:pt>
                <c:pt idx="1779" formatCode="###,###,###,##0.0000">
                  <c:v>3.86</c:v>
                </c:pt>
                <c:pt idx="1781" formatCode="###,###,###,##0.0000">
                  <c:v>3.77</c:v>
                </c:pt>
                <c:pt idx="1782" formatCode="###,###,###,##0.0000">
                  <c:v>3.83</c:v>
                </c:pt>
                <c:pt idx="1783" formatCode="###,###,###,##0.0000">
                  <c:v>3.87</c:v>
                </c:pt>
                <c:pt idx="1784" formatCode="###,###,###,##0.0000">
                  <c:v>3.84</c:v>
                </c:pt>
                <c:pt idx="1785" formatCode="###,###,###,##0.0000">
                  <c:v>3.8</c:v>
                </c:pt>
                <c:pt idx="1786" formatCode="###,###,###,##0.0000">
                  <c:v>3.73</c:v>
                </c:pt>
                <c:pt idx="1787" formatCode="###,###,###,##0.0000">
                  <c:v>3.74</c:v>
                </c:pt>
                <c:pt idx="1788" formatCode="###,###,###,##0.0000">
                  <c:v>3.79</c:v>
                </c:pt>
                <c:pt idx="1789" formatCode="###,###,###,##0.0000">
                  <c:v>3.8</c:v>
                </c:pt>
                <c:pt idx="1790" formatCode="###,###,###,##0.0000">
                  <c:v>3.82</c:v>
                </c:pt>
                <c:pt idx="1791" formatCode="###,###,###,##0.0000">
                  <c:v>3.84</c:v>
                </c:pt>
                <c:pt idx="1792" formatCode="###,###,###,##0.0000">
                  <c:v>3.86</c:v>
                </c:pt>
                <c:pt idx="1794" formatCode="###,###,###,##0.0000">
                  <c:v>3.85</c:v>
                </c:pt>
                <c:pt idx="1795" formatCode="###,###,###,##0.0000">
                  <c:v>3.85</c:v>
                </c:pt>
                <c:pt idx="1796" formatCode="###,###,###,##0.0000">
                  <c:v>3.84</c:v>
                </c:pt>
                <c:pt idx="1797" formatCode="###,###,###,##0.0000">
                  <c:v>3.8</c:v>
                </c:pt>
                <c:pt idx="1798" formatCode="###,###,###,##0.0000">
                  <c:v>3.65</c:v>
                </c:pt>
                <c:pt idx="1799" formatCode="###,###,###,##0.0000">
                  <c:v>3.62</c:v>
                </c:pt>
                <c:pt idx="1800" formatCode="###,###,###,##0.0000">
                  <c:v>3.61</c:v>
                </c:pt>
                <c:pt idx="1801" formatCode="###,###,###,##0.0000">
                  <c:v>3.59</c:v>
                </c:pt>
                <c:pt idx="1802" formatCode="###,###,###,##0.0000">
                  <c:v>3.61</c:v>
                </c:pt>
                <c:pt idx="1803" formatCode="###,###,###,##0.0000">
                  <c:v>3.71</c:v>
                </c:pt>
                <c:pt idx="1805" formatCode="###,###,###,##0.0000">
                  <c:v>3.74</c:v>
                </c:pt>
                <c:pt idx="1806" formatCode="###,###,###,##0.0000">
                  <c:v>3.78</c:v>
                </c:pt>
                <c:pt idx="1807" formatCode="###,###,###,##0.0000">
                  <c:v>3.81</c:v>
                </c:pt>
                <c:pt idx="1808" formatCode="###,###,###,##0.0000">
                  <c:v>3.83</c:v>
                </c:pt>
                <c:pt idx="1810" formatCode="###,###,###,##0.0000">
                  <c:v>3.83</c:v>
                </c:pt>
                <c:pt idx="1811" formatCode="###,###,###,##0.0000">
                  <c:v>3.67</c:v>
                </c:pt>
                <c:pt idx="1812" formatCode="###,###,###,##0.0000">
                  <c:v>3.72</c:v>
                </c:pt>
                <c:pt idx="1813" formatCode="###,###,###,##0.0000">
                  <c:v>3.7</c:v>
                </c:pt>
                <c:pt idx="1814" formatCode="###,###,###,##0.0000">
                  <c:v>3.77</c:v>
                </c:pt>
                <c:pt idx="1816" formatCode="###,###,###,##0.0000">
                  <c:v>3.76</c:v>
                </c:pt>
                <c:pt idx="1817" formatCode="###,###,###,##0.0000">
                  <c:v>3.76</c:v>
                </c:pt>
                <c:pt idx="1818" formatCode="###,###,###,##0.0000">
                  <c:v>3.76</c:v>
                </c:pt>
                <c:pt idx="1819" formatCode="###,###,###,##0.0000">
                  <c:v>3.73</c:v>
                </c:pt>
                <c:pt idx="1820" formatCode="###,###,###,##0.0000">
                  <c:v>3.72</c:v>
                </c:pt>
                <c:pt idx="1821" formatCode="###,###,###,##0.0000">
                  <c:v>3.65</c:v>
                </c:pt>
                <c:pt idx="1822" formatCode="###,###,###,##0.0000">
                  <c:v>3.68</c:v>
                </c:pt>
                <c:pt idx="1823" formatCode="###,###,###,##0.0000">
                  <c:v>3.65</c:v>
                </c:pt>
                <c:pt idx="1824" formatCode="###,###,###,##0.0000">
                  <c:v>3.65</c:v>
                </c:pt>
                <c:pt idx="1825" formatCode="###,###,###,##0.0000">
                  <c:v>3.73</c:v>
                </c:pt>
                <c:pt idx="1826" formatCode="###,###,###,##0.0000">
                  <c:v>3.77</c:v>
                </c:pt>
                <c:pt idx="1827" formatCode="###,###,###,##0.0000">
                  <c:v>3.85</c:v>
                </c:pt>
                <c:pt idx="1828" formatCode="###,###,###,##0.0000">
                  <c:v>3.83</c:v>
                </c:pt>
                <c:pt idx="1829" formatCode="###,###,###,##0.0000">
                  <c:v>3.76</c:v>
                </c:pt>
                <c:pt idx="1830" formatCode="###,###,###,##0.0000">
                  <c:v>3.76</c:v>
                </c:pt>
                <c:pt idx="1833" formatCode="###,###,###,##0.0000">
                  <c:v>3.78</c:v>
                </c:pt>
                <c:pt idx="1834" formatCode="###,###,###,##0.0000">
                  <c:v>3.81</c:v>
                </c:pt>
                <c:pt idx="1835" formatCode="###,###,###,##0.0000">
                  <c:v>3.72</c:v>
                </c:pt>
                <c:pt idx="1836" formatCode="###,###,###,##0.0000">
                  <c:v>3.85</c:v>
                </c:pt>
                <c:pt idx="1837" formatCode="###,###,###,##0.0000">
                  <c:v>3.89</c:v>
                </c:pt>
                <c:pt idx="1838" formatCode="###,###,###,##0.0000">
                  <c:v>3.88</c:v>
                </c:pt>
                <c:pt idx="1839" formatCode="###,###,###,##0.0000">
                  <c:v>3.88</c:v>
                </c:pt>
                <c:pt idx="1840" formatCode="###,###,###,##0.0000">
                  <c:v>3.91</c:v>
                </c:pt>
                <c:pt idx="1841" formatCode="###,###,###,##0.0000">
                  <c:v>3.85</c:v>
                </c:pt>
                <c:pt idx="1842" formatCode="###,###,###,##0.0000">
                  <c:v>3.87</c:v>
                </c:pt>
                <c:pt idx="1843" formatCode="###,###,###,##0.0000">
                  <c:v>3.81</c:v>
                </c:pt>
                <c:pt idx="1844" formatCode="###,###,###,##0.0000">
                  <c:v>3.84</c:v>
                </c:pt>
                <c:pt idx="1845" formatCode="###,###,###,##0.0000">
                  <c:v>3.88</c:v>
                </c:pt>
                <c:pt idx="1846" formatCode="###,###,###,##0.0000">
                  <c:v>3.91</c:v>
                </c:pt>
                <c:pt idx="1847" formatCode="###,###,###,##0.0000">
                  <c:v>3.89</c:v>
                </c:pt>
                <c:pt idx="1848" formatCode="###,###,###,##0.0000">
                  <c:v>4.01</c:v>
                </c:pt>
                <c:pt idx="1852" formatCode="###,###,###,##0.0000">
                  <c:v>3.91</c:v>
                </c:pt>
                <c:pt idx="1853" formatCode="###,###,###,##0.0000">
                  <c:v>3.88</c:v>
                </c:pt>
                <c:pt idx="1854" formatCode="###,###,###,##0.0000">
                  <c:v>3.96</c:v>
                </c:pt>
                <c:pt idx="1855" formatCode="###,###,###,##0.0000">
                  <c:v>3.8</c:v>
                </c:pt>
                <c:pt idx="1856" formatCode="###,###,###,##0.0000">
                  <c:v>3.86</c:v>
                </c:pt>
                <c:pt idx="1857" formatCode="###,###,###,##0.0000">
                  <c:v>3.82</c:v>
                </c:pt>
                <c:pt idx="1858" formatCode="###,###,###,##0.0000">
                  <c:v>3.72</c:v>
                </c:pt>
                <c:pt idx="1859" formatCode="###,###,###,##0.0000">
                  <c:v>3.77</c:v>
                </c:pt>
                <c:pt idx="1860" formatCode="###,###,###,##0.0000">
                  <c:v>3.77</c:v>
                </c:pt>
                <c:pt idx="1861" formatCode="###,###,###,##0.0000">
                  <c:v>3.77</c:v>
                </c:pt>
                <c:pt idx="1862" formatCode="###,###,###,##0.0000">
                  <c:v>3.81</c:v>
                </c:pt>
                <c:pt idx="1864" formatCode="###,###,###,##0.0000">
                  <c:v>3.85</c:v>
                </c:pt>
                <c:pt idx="1865" formatCode="###,###,###,##0.0000">
                  <c:v>3.86</c:v>
                </c:pt>
                <c:pt idx="1866" formatCode="###,###,###,##0.0000">
                  <c:v>3.84</c:v>
                </c:pt>
                <c:pt idx="1868" formatCode="###,###,###,##0.0000">
                  <c:v>3.84</c:v>
                </c:pt>
                <c:pt idx="1869" formatCode="###,###,###,##0.0000">
                  <c:v>3.84</c:v>
                </c:pt>
                <c:pt idx="1870" formatCode="###,###,###,##0.0000">
                  <c:v>3.8</c:v>
                </c:pt>
                <c:pt idx="1871" formatCode="###,###,###,##0.0000">
                  <c:v>3.7</c:v>
                </c:pt>
                <c:pt idx="1872" formatCode="###,###,###,##0.0000">
                  <c:v>3.7</c:v>
                </c:pt>
                <c:pt idx="1873" formatCode="###,###,###,##0.0000">
                  <c:v>3.7</c:v>
                </c:pt>
                <c:pt idx="1874" formatCode="###,###,###,##0.0000">
                  <c:v>3.83</c:v>
                </c:pt>
                <c:pt idx="1875" formatCode="###,###,###,##0.0000">
                  <c:v>3.92</c:v>
                </c:pt>
                <c:pt idx="1876" formatCode="###,###,###,##0.0000">
                  <c:v>3.86</c:v>
                </c:pt>
                <c:pt idx="1877" formatCode="###,###,###,##0.0000">
                  <c:v>3.82</c:v>
                </c:pt>
                <c:pt idx="1878" formatCode="###,###,###,##0.0000">
                  <c:v>3.91</c:v>
                </c:pt>
                <c:pt idx="1880" formatCode="###,###,###,##0.0000">
                  <c:v>3.92</c:v>
                </c:pt>
                <c:pt idx="1881" formatCode="###,###,###,##0.0000">
                  <c:v>3.93</c:v>
                </c:pt>
                <c:pt idx="1882" formatCode="###,###,###,##0.0000">
                  <c:v>3.95</c:v>
                </c:pt>
                <c:pt idx="1883" formatCode="###,###,###,##0.0000">
                  <c:v>3.95</c:v>
                </c:pt>
                <c:pt idx="1884" formatCode="###,###,###,##0.0000">
                  <c:v>3.87</c:v>
                </c:pt>
                <c:pt idx="1885" formatCode="###,###,###,##0.0000">
                  <c:v>3.87</c:v>
                </c:pt>
                <c:pt idx="1887" formatCode="###,###,###,##0.0000">
                  <c:v>3.8</c:v>
                </c:pt>
                <c:pt idx="1888" formatCode="###,###,###,##0.0000">
                  <c:v>3.8</c:v>
                </c:pt>
                <c:pt idx="1891" formatCode="###,###,###,##0.0000">
                  <c:v>3.79</c:v>
                </c:pt>
                <c:pt idx="1892" formatCode="###,###,###,##0.0000">
                  <c:v>3.88</c:v>
                </c:pt>
                <c:pt idx="1893" formatCode="###,###,###,##0.0000">
                  <c:v>3.86</c:v>
                </c:pt>
                <c:pt idx="1894" formatCode="###,###,###,##0.0000">
                  <c:v>3.95</c:v>
                </c:pt>
                <c:pt idx="1897" formatCode="###,###,###,##0.0000">
                  <c:v>3.95</c:v>
                </c:pt>
                <c:pt idx="1898" formatCode="###,###,###,##0.0000">
                  <c:v>3.95</c:v>
                </c:pt>
                <c:pt idx="1899" formatCode="###,###,###,##0.0000">
                  <c:v>3.95</c:v>
                </c:pt>
                <c:pt idx="1900" formatCode="###,###,###,##0.0000">
                  <c:v>3.95</c:v>
                </c:pt>
                <c:pt idx="1901" formatCode="###,###,###,##0.0000">
                  <c:v>3.95</c:v>
                </c:pt>
                <c:pt idx="1902" formatCode="###,###,###,##0.0000">
                  <c:v>4.0199999999999996</c:v>
                </c:pt>
                <c:pt idx="1903" formatCode="###,###,###,##0.0000">
                  <c:v>4</c:v>
                </c:pt>
                <c:pt idx="1904" formatCode="###,###,###,##0.0000">
                  <c:v>4</c:v>
                </c:pt>
                <c:pt idx="1905" formatCode="###,###,###,##0.0000">
                  <c:v>4.01</c:v>
                </c:pt>
                <c:pt idx="1907" formatCode="###,###,###,##0.0000">
                  <c:v>4.01</c:v>
                </c:pt>
                <c:pt idx="1908" formatCode="###,###,###,##0.0000">
                  <c:v>4.07</c:v>
                </c:pt>
                <c:pt idx="1909" formatCode="###,###,###,##0.0000">
                  <c:v>4.08</c:v>
                </c:pt>
                <c:pt idx="1910" formatCode="###,###,###,##0.0000">
                  <c:v>4.12</c:v>
                </c:pt>
                <c:pt idx="1912" formatCode="###,###,###,##0.0000">
                  <c:v>4.1100000000000003</c:v>
                </c:pt>
                <c:pt idx="1913" formatCode="###,###,###,##0.0000">
                  <c:v>4.05</c:v>
                </c:pt>
                <c:pt idx="1914" formatCode="###,###,###,##0.0000">
                  <c:v>4.08</c:v>
                </c:pt>
                <c:pt idx="1915" formatCode="###,###,###,##0.0000">
                  <c:v>4.0599999999999996</c:v>
                </c:pt>
                <c:pt idx="1916" formatCode="###,###,###,##0.0000">
                  <c:v>4.03</c:v>
                </c:pt>
                <c:pt idx="1917" formatCode="###,###,###,##0.0000">
                  <c:v>4</c:v>
                </c:pt>
                <c:pt idx="1918" formatCode="###,###,###,##0.0000">
                  <c:v>4.0199999999999996</c:v>
                </c:pt>
                <c:pt idx="1919" formatCode="###,###,###,##0.0000">
                  <c:v>4.12</c:v>
                </c:pt>
                <c:pt idx="1920" formatCode="###,###,###,##0.0000">
                  <c:v>4.1100000000000003</c:v>
                </c:pt>
                <c:pt idx="1921" formatCode="###,###,###,##0.0000">
                  <c:v>4.09</c:v>
                </c:pt>
                <c:pt idx="1924" formatCode="###,###,###,##0.0000">
                  <c:v>4.07</c:v>
                </c:pt>
                <c:pt idx="1925" formatCode="###,###,###,##0.0000">
                  <c:v>4.1100000000000003</c:v>
                </c:pt>
                <c:pt idx="1926" formatCode="###,###,###,##0.0000">
                  <c:v>4.13</c:v>
                </c:pt>
                <c:pt idx="1927" formatCode="###,###,###,##0.0000">
                  <c:v>4.1100000000000003</c:v>
                </c:pt>
                <c:pt idx="1928" formatCode="###,###,###,##0.0000">
                  <c:v>4.16</c:v>
                </c:pt>
                <c:pt idx="1929" formatCode="###,###,###,##0.0000">
                  <c:v>4.16</c:v>
                </c:pt>
                <c:pt idx="1930" formatCode="###,###,###,##0.0000">
                  <c:v>4.1399999999999997</c:v>
                </c:pt>
                <c:pt idx="1931" formatCode="###,###,###,##0.0000">
                  <c:v>4.2300000000000004</c:v>
                </c:pt>
                <c:pt idx="1932" formatCode="###,###,###,##0.0000">
                  <c:v>4.18</c:v>
                </c:pt>
                <c:pt idx="1933" formatCode="###,###,###,##0.0000">
                  <c:v>4.18</c:v>
                </c:pt>
                <c:pt idx="1935" formatCode="###,###,###,##0.0000">
                  <c:v>4.13</c:v>
                </c:pt>
                <c:pt idx="1936" formatCode="###,###,###,##0.0000">
                  <c:v>4.1500000000000004</c:v>
                </c:pt>
                <c:pt idx="1937" formatCode="###,###,###,##0.0000">
                  <c:v>4.09</c:v>
                </c:pt>
                <c:pt idx="1938" formatCode="###,###,###,##0.0000">
                  <c:v>4.08</c:v>
                </c:pt>
                <c:pt idx="1939" formatCode="###,###,###,##0.0000">
                  <c:v>4.04</c:v>
                </c:pt>
                <c:pt idx="1940" formatCode="###,###,###,##0.0000">
                  <c:v>4.1100000000000003</c:v>
                </c:pt>
                <c:pt idx="1941" formatCode="###,###,###,##0.0000">
                  <c:v>4.1900000000000004</c:v>
                </c:pt>
                <c:pt idx="1942" formatCode="###,###,###,##0.0000">
                  <c:v>4.13</c:v>
                </c:pt>
                <c:pt idx="1943" formatCode="###,###,###,##0.0000">
                  <c:v>4.2</c:v>
                </c:pt>
                <c:pt idx="1944" formatCode="###,###,###,##0.0000">
                  <c:v>4.18</c:v>
                </c:pt>
                <c:pt idx="1945" formatCode="###,###,###,##0.0000">
                  <c:v>4.1500000000000004</c:v>
                </c:pt>
                <c:pt idx="1946" formatCode="###,###,###,##0.0000">
                  <c:v>4.0999999999999996</c:v>
                </c:pt>
                <c:pt idx="1947" formatCode="###,###,###,##0.0000">
                  <c:v>4.04</c:v>
                </c:pt>
                <c:pt idx="1948" formatCode="###,###,###,##0.0000">
                  <c:v>4.04</c:v>
                </c:pt>
                <c:pt idx="1949" formatCode="###,###,###,##0.0000">
                  <c:v>4.04</c:v>
                </c:pt>
                <c:pt idx="1950" formatCode="###,###,###,##0.0000">
                  <c:v>3.99</c:v>
                </c:pt>
                <c:pt idx="1951" formatCode="###,###,###,##0.0000">
                  <c:v>4.01</c:v>
                </c:pt>
                <c:pt idx="1952" formatCode="###,###,###,##0.0000">
                  <c:v>4.03</c:v>
                </c:pt>
                <c:pt idx="1953" formatCode="###,###,###,##0.0000">
                  <c:v>4.03</c:v>
                </c:pt>
                <c:pt idx="1954" formatCode="###,###,###,##0.0000">
                  <c:v>4.03</c:v>
                </c:pt>
                <c:pt idx="1955" formatCode="###,###,###,##0.0000">
                  <c:v>3.99</c:v>
                </c:pt>
                <c:pt idx="1956" formatCode="###,###,###,##0.0000">
                  <c:v>3.97</c:v>
                </c:pt>
                <c:pt idx="1957" formatCode="###,###,###,##0.0000">
                  <c:v>3.93</c:v>
                </c:pt>
                <c:pt idx="1958" formatCode="###,###,###,##0.0000">
                  <c:v>3.89</c:v>
                </c:pt>
                <c:pt idx="1959" formatCode="###,###,###,##0.0000">
                  <c:v>3.89</c:v>
                </c:pt>
                <c:pt idx="1960" formatCode="###,###,###,##0.0000">
                  <c:v>3.9</c:v>
                </c:pt>
                <c:pt idx="1961" formatCode="###,###,###,##0.0000">
                  <c:v>3.9</c:v>
                </c:pt>
                <c:pt idx="1962" formatCode="###,###,###,##0.0000">
                  <c:v>3.89</c:v>
                </c:pt>
                <c:pt idx="1963" formatCode="###,###,###,##0.0000">
                  <c:v>3.96</c:v>
                </c:pt>
                <c:pt idx="1965" formatCode="###,###,###,##0.0000">
                  <c:v>4.0199999999999996</c:v>
                </c:pt>
                <c:pt idx="1966" formatCode="###,###,###,##0.0000">
                  <c:v>3.96</c:v>
                </c:pt>
                <c:pt idx="1967" formatCode="###,###,###,##0.0000">
                  <c:v>3.95</c:v>
                </c:pt>
                <c:pt idx="1968" formatCode="###,###,###,##0.0000">
                  <c:v>3.92</c:v>
                </c:pt>
                <c:pt idx="1969" formatCode="###,###,###,##0.0000">
                  <c:v>3.92</c:v>
                </c:pt>
                <c:pt idx="1970" formatCode="###,###,###,##0.0000">
                  <c:v>3.97</c:v>
                </c:pt>
                <c:pt idx="1971" formatCode="###,###,###,##0.0000">
                  <c:v>3.9950000000000001</c:v>
                </c:pt>
                <c:pt idx="1972" formatCode="###,###,###,##0.0000">
                  <c:v>4.0199999999999996</c:v>
                </c:pt>
                <c:pt idx="1973" formatCode="###,###,###,##0.0000">
                  <c:v>4.04</c:v>
                </c:pt>
                <c:pt idx="1975" formatCode="###,###,###,##0.0000">
                  <c:v>3.99</c:v>
                </c:pt>
                <c:pt idx="1976" formatCode="###,###,###,##0.0000">
                  <c:v>3.95</c:v>
                </c:pt>
                <c:pt idx="1977" formatCode="###,###,###,##0.0000">
                  <c:v>3.95</c:v>
                </c:pt>
                <c:pt idx="1978" formatCode="###,###,###,##0.0000">
                  <c:v>3.91</c:v>
                </c:pt>
                <c:pt idx="1979" formatCode="###,###,###,##0.0000">
                  <c:v>3.91</c:v>
                </c:pt>
                <c:pt idx="1980" formatCode="###,###,###,##0.0000">
                  <c:v>3.93</c:v>
                </c:pt>
                <c:pt idx="1981" formatCode="###,###,###,##0.0000">
                  <c:v>3.99</c:v>
                </c:pt>
                <c:pt idx="1982" formatCode="###,###,###,##0.0000">
                  <c:v>3.93</c:v>
                </c:pt>
                <c:pt idx="1983" formatCode="###,###,###,##0.0000">
                  <c:v>3.96</c:v>
                </c:pt>
                <c:pt idx="1984" formatCode="###,###,###,##0.0000">
                  <c:v>3.92</c:v>
                </c:pt>
                <c:pt idx="1986" formatCode="###,###,###,##0.0000">
                  <c:v>4.05</c:v>
                </c:pt>
                <c:pt idx="1987" formatCode="###,###,###,##0.0000">
                  <c:v>4</c:v>
                </c:pt>
                <c:pt idx="1988" formatCode="###,###,###,##0.0000">
                  <c:v>4.0199999999999996</c:v>
                </c:pt>
                <c:pt idx="1989" formatCode="###,###,###,##0.0000">
                  <c:v>3.99</c:v>
                </c:pt>
                <c:pt idx="1990" formatCode="###,###,###,##0.0000">
                  <c:v>4.04</c:v>
                </c:pt>
                <c:pt idx="1991" formatCode="###,###,###,##0.0000">
                  <c:v>3.99</c:v>
                </c:pt>
                <c:pt idx="1992" formatCode="###,###,###,##0.0000">
                  <c:v>3.99</c:v>
                </c:pt>
                <c:pt idx="1993" formatCode="###,###,###,##0.0000">
                  <c:v>4.0599999999999996</c:v>
                </c:pt>
                <c:pt idx="1994" formatCode="###,###,###,##0.0000">
                  <c:v>4</c:v>
                </c:pt>
                <c:pt idx="1995" formatCode="###,###,###,##0.0000">
                  <c:v>4.0199999999999996</c:v>
                </c:pt>
                <c:pt idx="1996" formatCode="###,###,###,##0.0000">
                  <c:v>3.99</c:v>
                </c:pt>
                <c:pt idx="1997" formatCode="###,###,###,##0.0000">
                  <c:v>3.99</c:v>
                </c:pt>
                <c:pt idx="1998" formatCode="###,###,###,##0.0000">
                  <c:v>4.03</c:v>
                </c:pt>
                <c:pt idx="1999" formatCode="###,###,###,##0.0000">
                  <c:v>3.97</c:v>
                </c:pt>
                <c:pt idx="2000" formatCode="###,###,###,##0.0000">
                  <c:v>4.03</c:v>
                </c:pt>
                <c:pt idx="2002" formatCode="###,###,###,##0.0000">
                  <c:v>4.0599999999999996</c:v>
                </c:pt>
                <c:pt idx="2003" formatCode="###,###,###,##0.0000">
                  <c:v>4.01</c:v>
                </c:pt>
                <c:pt idx="2004" formatCode="###,###,###,##0.0000">
                  <c:v>4.01</c:v>
                </c:pt>
                <c:pt idx="2005" formatCode="###,###,###,##0.0000">
                  <c:v>4.01</c:v>
                </c:pt>
                <c:pt idx="2006" formatCode="###,###,###,##0.0000">
                  <c:v>4.05</c:v>
                </c:pt>
                <c:pt idx="2009" formatCode="###,###,###,##0.0000">
                  <c:v>4.0199999999999996</c:v>
                </c:pt>
                <c:pt idx="2010" formatCode="###,###,###,##0.0000">
                  <c:v>4.05</c:v>
                </c:pt>
                <c:pt idx="2011" formatCode="###,###,###,##0.0000">
                  <c:v>3.96</c:v>
                </c:pt>
                <c:pt idx="2012" formatCode="###,###,###,##0.0000">
                  <c:v>3.99</c:v>
                </c:pt>
                <c:pt idx="2013" formatCode="###,###,###,##0.0000">
                  <c:v>3.99</c:v>
                </c:pt>
                <c:pt idx="2014" formatCode="###,###,###,##0.0000">
                  <c:v>4.0199999999999996</c:v>
                </c:pt>
                <c:pt idx="2015" formatCode="###,###,###,##0.0000">
                  <c:v>4.04</c:v>
                </c:pt>
                <c:pt idx="2016" formatCode="###,###,###,##0.0000">
                  <c:v>4.13</c:v>
                </c:pt>
                <c:pt idx="2017" formatCode="###,###,###,##0.0000">
                  <c:v>4.1399999999999997</c:v>
                </c:pt>
                <c:pt idx="2019" formatCode="###,###,###,##0.0000">
                  <c:v>4.0199999999999996</c:v>
                </c:pt>
                <c:pt idx="2020" formatCode="###,###,###,##0.0000">
                  <c:v>4.0599999999999996</c:v>
                </c:pt>
                <c:pt idx="2021" formatCode="###,###,###,##0.0000">
                  <c:v>4.0199999999999996</c:v>
                </c:pt>
                <c:pt idx="2022" formatCode="###,###,###,##0.0000">
                  <c:v>4.05</c:v>
                </c:pt>
                <c:pt idx="2023" formatCode="###,###,###,##0.0000">
                  <c:v>4.07</c:v>
                </c:pt>
                <c:pt idx="2024" formatCode="###,###,###,##0.0000">
                  <c:v>4.03</c:v>
                </c:pt>
                <c:pt idx="2025" formatCode="###,###,###,##0.0000">
                  <c:v>3.96</c:v>
                </c:pt>
                <c:pt idx="2026" formatCode="###,###,###,##0.0000">
                  <c:v>3.96</c:v>
                </c:pt>
                <c:pt idx="2027" formatCode="###,###,###,##0.0000">
                  <c:v>3.89</c:v>
                </c:pt>
                <c:pt idx="2028" formatCode="###,###,###,##0.0000">
                  <c:v>3.83</c:v>
                </c:pt>
                <c:pt idx="2029" formatCode="###,###,###,##0.0000">
                  <c:v>3.83</c:v>
                </c:pt>
                <c:pt idx="2030" formatCode="###,###,###,##0.0000">
                  <c:v>3.88</c:v>
                </c:pt>
                <c:pt idx="2031" formatCode="###,###,###,##0.0000">
                  <c:v>3.82</c:v>
                </c:pt>
                <c:pt idx="2032" formatCode="###,###,###,##0.0000">
                  <c:v>3.85</c:v>
                </c:pt>
                <c:pt idx="2033" formatCode="###,###,###,##0.0000">
                  <c:v>3.92</c:v>
                </c:pt>
                <c:pt idx="2034" formatCode="###,###,###,##0.0000">
                  <c:v>4.08</c:v>
                </c:pt>
                <c:pt idx="2036" formatCode="###,###,###,##0.0000">
                  <c:v>4.0999999999999996</c:v>
                </c:pt>
                <c:pt idx="2037" formatCode="###,###,###,##0.0000">
                  <c:v>4.05</c:v>
                </c:pt>
                <c:pt idx="2038" formatCode="###,###,###,##0.0000">
                  <c:v>4.13</c:v>
                </c:pt>
                <c:pt idx="2039" formatCode="###,###,###,##0.0000">
                  <c:v>4.2</c:v>
                </c:pt>
                <c:pt idx="2040" formatCode="###,###,###,##0.0000">
                  <c:v>4.17</c:v>
                </c:pt>
                <c:pt idx="2041" formatCode="###,###,###,##0.0000">
                  <c:v>4.01</c:v>
                </c:pt>
                <c:pt idx="2042" formatCode="###,###,###,##0.0000">
                  <c:v>3.85</c:v>
                </c:pt>
                <c:pt idx="2043" formatCode="###,###,###,##0.0000">
                  <c:v>3.92</c:v>
                </c:pt>
                <c:pt idx="2044" formatCode="###,###,###,##0.0000">
                  <c:v>3.9</c:v>
                </c:pt>
                <c:pt idx="2045" formatCode="###,###,###,##0.0000">
                  <c:v>3.98</c:v>
                </c:pt>
                <c:pt idx="2046" formatCode="###,###,###,##0.0000">
                  <c:v>3.97</c:v>
                </c:pt>
                <c:pt idx="2047" formatCode="###,###,###,##0.0000">
                  <c:v>4.03</c:v>
                </c:pt>
                <c:pt idx="2048" formatCode="###,###,###,##0.0000">
                  <c:v>3.99</c:v>
                </c:pt>
                <c:pt idx="2049" formatCode="###,###,###,##0.0000">
                  <c:v>3.89</c:v>
                </c:pt>
                <c:pt idx="2050" formatCode="###,###,###,##0.0000">
                  <c:v>3.84</c:v>
                </c:pt>
                <c:pt idx="2051" formatCode="###,###,###,##0.0000">
                  <c:v>3.83</c:v>
                </c:pt>
                <c:pt idx="2052" formatCode="###,###,###,##0.0000">
                  <c:v>3.9</c:v>
                </c:pt>
                <c:pt idx="2053" formatCode="###,###,###,##0.0000">
                  <c:v>3.9</c:v>
                </c:pt>
                <c:pt idx="2054" formatCode="###,###,###,##0.0000">
                  <c:v>3.85</c:v>
                </c:pt>
                <c:pt idx="2055" formatCode="###,###,###,##0.0000">
                  <c:v>3.79</c:v>
                </c:pt>
                <c:pt idx="2056" formatCode="###,###,###,##0.0000">
                  <c:v>3.82</c:v>
                </c:pt>
                <c:pt idx="2057" formatCode="###,###,###,##0.0000">
                  <c:v>3.8</c:v>
                </c:pt>
                <c:pt idx="2058" formatCode="###,###,###,##0.0000">
                  <c:v>3.84</c:v>
                </c:pt>
                <c:pt idx="2059" formatCode="###,###,###,##0.0000">
                  <c:v>3.88</c:v>
                </c:pt>
                <c:pt idx="2060" formatCode="###,###,###,##0.0000">
                  <c:v>3.8</c:v>
                </c:pt>
                <c:pt idx="2061" formatCode="###,###,###,##0.0000">
                  <c:v>3.88</c:v>
                </c:pt>
                <c:pt idx="2062" formatCode="###,###,###,##0.0000">
                  <c:v>3.92</c:v>
                </c:pt>
                <c:pt idx="2063" formatCode="###,###,###,##0.0000">
                  <c:v>3.78</c:v>
                </c:pt>
                <c:pt idx="2064" formatCode="###,###,###,##0.0000">
                  <c:v>3.81</c:v>
                </c:pt>
                <c:pt idx="2065" formatCode="###,###,###,##0.0000">
                  <c:v>3.73</c:v>
                </c:pt>
                <c:pt idx="2066" formatCode="###,###,###,##0.0000">
                  <c:v>3.7</c:v>
                </c:pt>
                <c:pt idx="2067" formatCode="###,###,###,##0.0000">
                  <c:v>3.7</c:v>
                </c:pt>
                <c:pt idx="2068" formatCode="###,###,###,##0.0000">
                  <c:v>3.7</c:v>
                </c:pt>
                <c:pt idx="2070" formatCode="###,###,###,##0.0000">
                  <c:v>3.69</c:v>
                </c:pt>
                <c:pt idx="2071" formatCode="###,###,###,##0.0000">
                  <c:v>3.66</c:v>
                </c:pt>
                <c:pt idx="2072" formatCode="###,###,###,##0.0000">
                  <c:v>3.62</c:v>
                </c:pt>
                <c:pt idx="2073" formatCode="###,###,###,##0.0000">
                  <c:v>3.62</c:v>
                </c:pt>
                <c:pt idx="2074" formatCode="###,###,###,##0.0000">
                  <c:v>3.59</c:v>
                </c:pt>
                <c:pt idx="2075" formatCode="###,###,###,##0.0000">
                  <c:v>3.56</c:v>
                </c:pt>
                <c:pt idx="2076" formatCode="###,###,###,##0.0000">
                  <c:v>3.54</c:v>
                </c:pt>
                <c:pt idx="2077" formatCode="###,###,###,##0.0000">
                  <c:v>3.49</c:v>
                </c:pt>
                <c:pt idx="2078" formatCode="###,###,###,##0.0000">
                  <c:v>3.49</c:v>
                </c:pt>
                <c:pt idx="2079" formatCode="###,###,###,##0.0000">
                  <c:v>3.54</c:v>
                </c:pt>
                <c:pt idx="2080" formatCode="###,###,###,##0.0000">
                  <c:v>3.62</c:v>
                </c:pt>
                <c:pt idx="2081" formatCode="###,###,###,##0.0000">
                  <c:v>3.54</c:v>
                </c:pt>
                <c:pt idx="2082" formatCode="###,###,###,##0.0000">
                  <c:v>3.69</c:v>
                </c:pt>
                <c:pt idx="2083" formatCode="###,###,###,##0.0000">
                  <c:v>3.63</c:v>
                </c:pt>
                <c:pt idx="2084" formatCode="###,###,###,##0.0000">
                  <c:v>3.77</c:v>
                </c:pt>
                <c:pt idx="2086" formatCode="###,###,###,##0.0000">
                  <c:v>3.77</c:v>
                </c:pt>
                <c:pt idx="2087" formatCode="###,###,###,##0.0000">
                  <c:v>3.7</c:v>
                </c:pt>
                <c:pt idx="2088" formatCode="###,###,###,##0.0000">
                  <c:v>3.68</c:v>
                </c:pt>
                <c:pt idx="2089" formatCode="###,###,###,##0.0000">
                  <c:v>3.72</c:v>
                </c:pt>
                <c:pt idx="2090" formatCode="###,###,###,##0.0000">
                  <c:v>3.7</c:v>
                </c:pt>
                <c:pt idx="2091" formatCode="###,###,###,##0.0000">
                  <c:v>3.67</c:v>
                </c:pt>
                <c:pt idx="2092" formatCode="###,###,###,##0.0000">
                  <c:v>3.63</c:v>
                </c:pt>
                <c:pt idx="2093" formatCode="###,###,###,##0.0000">
                  <c:v>3.67</c:v>
                </c:pt>
                <c:pt idx="2094" formatCode="###,###,###,##0.0000">
                  <c:v>3.7</c:v>
                </c:pt>
                <c:pt idx="2095" formatCode="###,###,###,##0.0000">
                  <c:v>3.73</c:v>
                </c:pt>
                <c:pt idx="2096" formatCode="###,###,###,##0.0000">
                  <c:v>4.8899999999999997</c:v>
                </c:pt>
                <c:pt idx="2097" formatCode="###,###,###,##0.0000">
                  <c:v>3.72</c:v>
                </c:pt>
                <c:pt idx="2098" formatCode="###,###,###,##0.0000">
                  <c:v>3.74</c:v>
                </c:pt>
                <c:pt idx="2099" formatCode="###,###,###,##0.0000">
                  <c:v>3.72</c:v>
                </c:pt>
                <c:pt idx="2100" formatCode="###,###,###,##0.0000">
                  <c:v>3.75</c:v>
                </c:pt>
                <c:pt idx="2102" formatCode="###,###,###,##0.0000">
                  <c:v>3.77</c:v>
                </c:pt>
                <c:pt idx="2103" formatCode="###,###,###,##0.0000">
                  <c:v>3.74</c:v>
                </c:pt>
                <c:pt idx="2104" formatCode="###,###,###,##0.0000">
                  <c:v>3.78</c:v>
                </c:pt>
                <c:pt idx="2105" formatCode="###,###,###,##0.0000">
                  <c:v>3.8</c:v>
                </c:pt>
                <c:pt idx="2106" formatCode="###,###,###,##0.0000">
                  <c:v>3.8</c:v>
                </c:pt>
                <c:pt idx="2107" formatCode="###,###,###,##0.0000">
                  <c:v>3.79</c:v>
                </c:pt>
                <c:pt idx="2108" formatCode="###,###,###,##0.0000">
                  <c:v>3.76</c:v>
                </c:pt>
                <c:pt idx="2109" formatCode="###,###,###,##0.0000">
                  <c:v>3.74</c:v>
                </c:pt>
                <c:pt idx="2110" formatCode="###,###,###,##0.0000">
                  <c:v>3.7</c:v>
                </c:pt>
                <c:pt idx="2111" formatCode="###,###,###,##0.0000">
                  <c:v>3.74</c:v>
                </c:pt>
                <c:pt idx="2112" formatCode="###,###,###,##0.0000">
                  <c:v>3.76</c:v>
                </c:pt>
                <c:pt idx="2113" formatCode="###,###,###,##0.0000">
                  <c:v>3.72</c:v>
                </c:pt>
                <c:pt idx="2114" formatCode="###,###,###,##0.0000">
                  <c:v>3.76</c:v>
                </c:pt>
                <c:pt idx="2115" formatCode="###,###,###,##0.0000">
                  <c:v>3.76</c:v>
                </c:pt>
                <c:pt idx="2116" formatCode="###,###,###,##0.0000">
                  <c:v>3.71</c:v>
                </c:pt>
                <c:pt idx="2117" formatCode="###,###,###,##0.0000">
                  <c:v>3.78</c:v>
                </c:pt>
                <c:pt idx="2118" formatCode="###,###,###,##0.0000">
                  <c:v>3.8</c:v>
                </c:pt>
                <c:pt idx="2119" formatCode="###,###,###,##0.0000">
                  <c:v>3.76</c:v>
                </c:pt>
                <c:pt idx="2120" formatCode="###,###,###,##0.0000">
                  <c:v>3.76</c:v>
                </c:pt>
                <c:pt idx="2121" formatCode="###,###,###,##0.0000">
                  <c:v>3.74</c:v>
                </c:pt>
                <c:pt idx="2122" formatCode="###,###,###,##0.0000">
                  <c:v>3.74</c:v>
                </c:pt>
                <c:pt idx="2123" formatCode="###,###,###,##0.0000">
                  <c:v>3.71</c:v>
                </c:pt>
                <c:pt idx="2124" formatCode="###,###,###,##0.0000">
                  <c:v>3.8</c:v>
                </c:pt>
                <c:pt idx="2125" formatCode="###,###,###,##0.0000">
                  <c:v>3.83</c:v>
                </c:pt>
                <c:pt idx="2126" formatCode="###,###,###,##0.0000">
                  <c:v>3.8</c:v>
                </c:pt>
                <c:pt idx="2127" formatCode="###,###,###,##0.0000">
                  <c:v>3.8</c:v>
                </c:pt>
                <c:pt idx="2128" formatCode="###,###,###,##0.0000">
                  <c:v>3.8</c:v>
                </c:pt>
                <c:pt idx="2129" formatCode="###,###,###,##0.0000">
                  <c:v>3.8</c:v>
                </c:pt>
                <c:pt idx="2130" formatCode="###,###,###,##0.0000">
                  <c:v>3.73</c:v>
                </c:pt>
                <c:pt idx="2131" formatCode="###,###,###,##0.0000">
                  <c:v>3.76</c:v>
                </c:pt>
                <c:pt idx="2132" formatCode="###,###,###,##0.0000">
                  <c:v>3.74</c:v>
                </c:pt>
                <c:pt idx="2133" formatCode="###,###,###,##0.0000">
                  <c:v>3.69</c:v>
                </c:pt>
                <c:pt idx="2134" formatCode="###,###,###,##0.0000">
                  <c:v>3.7</c:v>
                </c:pt>
                <c:pt idx="2135" formatCode="###,###,###,##0.0000">
                  <c:v>3.68</c:v>
                </c:pt>
                <c:pt idx="2136" formatCode="###,###,###,##0.0000">
                  <c:v>3.68</c:v>
                </c:pt>
                <c:pt idx="2137" formatCode="###,###,###,##0.0000">
                  <c:v>3.77</c:v>
                </c:pt>
                <c:pt idx="2138" formatCode="###,###,###,##0.0000">
                  <c:v>3.77</c:v>
                </c:pt>
                <c:pt idx="2139" formatCode="###,###,###,##0.0000">
                  <c:v>3.78</c:v>
                </c:pt>
                <c:pt idx="2141" formatCode="###,###,###,##0.0000">
                  <c:v>3.78</c:v>
                </c:pt>
                <c:pt idx="2142" formatCode="###,###,###,##0.0000">
                  <c:v>3.72</c:v>
                </c:pt>
                <c:pt idx="2143" formatCode="###,###,###,##0.0000">
                  <c:v>3.7</c:v>
                </c:pt>
                <c:pt idx="2144" formatCode="###,###,###,##0.0000">
                  <c:v>3.73</c:v>
                </c:pt>
                <c:pt idx="2145" formatCode="###,###,###,##0.0000">
                  <c:v>3.76</c:v>
                </c:pt>
                <c:pt idx="2146" formatCode="###,###,###,##0.0000">
                  <c:v>3.85</c:v>
                </c:pt>
                <c:pt idx="2147" formatCode="###,###,###,##0.0000">
                  <c:v>3.79</c:v>
                </c:pt>
                <c:pt idx="2148" formatCode="###,###,###,##0.0000">
                  <c:v>3.8</c:v>
                </c:pt>
                <c:pt idx="2149" formatCode="###,###,###,##0.0000">
                  <c:v>3.79</c:v>
                </c:pt>
                <c:pt idx="2150" formatCode="###,###,###,##0.0000">
                  <c:v>3.78</c:v>
                </c:pt>
                <c:pt idx="2151" formatCode="###,###,###,##0.0000">
                  <c:v>3.78</c:v>
                </c:pt>
                <c:pt idx="2153" formatCode="###,###,###,##0.0000">
                  <c:v>3.78</c:v>
                </c:pt>
                <c:pt idx="2154" formatCode="###,###,###,##0.0000">
                  <c:v>3.74</c:v>
                </c:pt>
                <c:pt idx="2155" formatCode="###,###,###,##0.0000">
                  <c:v>3.74</c:v>
                </c:pt>
                <c:pt idx="2156" formatCode="###,###,###,##0.0000">
                  <c:v>3.74</c:v>
                </c:pt>
                <c:pt idx="2157" formatCode="###,###,###,##0.0000">
                  <c:v>3.74</c:v>
                </c:pt>
                <c:pt idx="2158" formatCode="###,###,###,##0.0000">
                  <c:v>3.74</c:v>
                </c:pt>
                <c:pt idx="2159" formatCode="###,###,###,##0.0000">
                  <c:v>3.74</c:v>
                </c:pt>
                <c:pt idx="2160" formatCode="###,###,###,##0.0000">
                  <c:v>3.74</c:v>
                </c:pt>
                <c:pt idx="2161" formatCode="###,###,###,##0.0000">
                  <c:v>3.74</c:v>
                </c:pt>
                <c:pt idx="2162" formatCode="###,###,###,##0.0000">
                  <c:v>3.74</c:v>
                </c:pt>
                <c:pt idx="2164" formatCode="###,###,###,##0.0000">
                  <c:v>3.79</c:v>
                </c:pt>
                <c:pt idx="2165" formatCode="###,###,###,##0.0000">
                  <c:v>3.79</c:v>
                </c:pt>
                <c:pt idx="2166" formatCode="###,###,###,##0.0000">
                  <c:v>3.79</c:v>
                </c:pt>
                <c:pt idx="2167" formatCode="###,###,###,##0.0000">
                  <c:v>3.79</c:v>
                </c:pt>
                <c:pt idx="2169" formatCode="###,###,###,##0.0000">
                  <c:v>3.79</c:v>
                </c:pt>
                <c:pt idx="2170" formatCode="###,###,###,##0.0000">
                  <c:v>3.79</c:v>
                </c:pt>
                <c:pt idx="2171" formatCode="###,###,###,##0.0000">
                  <c:v>3.79</c:v>
                </c:pt>
                <c:pt idx="2172" formatCode="###,###,###,##0.0000">
                  <c:v>3.79</c:v>
                </c:pt>
                <c:pt idx="2173" formatCode="###,###,###,##0.0000">
                  <c:v>3.79</c:v>
                </c:pt>
                <c:pt idx="2174" formatCode="###,###,###,##0.0000">
                  <c:v>3.79</c:v>
                </c:pt>
                <c:pt idx="2175" formatCode="###,###,###,##0.0000">
                  <c:v>3.79</c:v>
                </c:pt>
                <c:pt idx="2176" formatCode="###,###,###,##0.0000">
                  <c:v>3.79</c:v>
                </c:pt>
                <c:pt idx="2177" formatCode="###,###,###,##0.0000">
                  <c:v>3.79</c:v>
                </c:pt>
                <c:pt idx="2179" formatCode="###,###,###,##0.0000">
                  <c:v>3.88</c:v>
                </c:pt>
                <c:pt idx="2180" formatCode="###,###,###,##0.0000">
                  <c:v>3.93</c:v>
                </c:pt>
                <c:pt idx="2181" formatCode="###,###,###,##0.0000">
                  <c:v>3.91</c:v>
                </c:pt>
                <c:pt idx="2182" formatCode="###,###,###,##0.0000">
                  <c:v>3.91</c:v>
                </c:pt>
                <c:pt idx="2184" formatCode="###,###,###,##0.0000">
                  <c:v>3.92</c:v>
                </c:pt>
                <c:pt idx="2185" formatCode="###,###,###,##0.0000">
                  <c:v>3.9</c:v>
                </c:pt>
                <c:pt idx="2186" formatCode="###,###,###,##0.0000">
                  <c:v>4.01</c:v>
                </c:pt>
                <c:pt idx="2187" formatCode="###,###,###,##0.0000">
                  <c:v>3.99</c:v>
                </c:pt>
                <c:pt idx="2188" formatCode="###,###,###,##0.0000">
                  <c:v>4</c:v>
                </c:pt>
                <c:pt idx="2189" formatCode="###,###,###,##0.0000">
                  <c:v>4.04</c:v>
                </c:pt>
                <c:pt idx="2190" formatCode="###,###,###,##0.0000">
                  <c:v>4.07</c:v>
                </c:pt>
                <c:pt idx="2191" formatCode="###,###,###,##0.0000">
                  <c:v>4.07</c:v>
                </c:pt>
                <c:pt idx="2192" formatCode="###,###,###,##0.0000">
                  <c:v>4.07</c:v>
                </c:pt>
                <c:pt idx="2193" formatCode="###,###,###,##0.0000">
                  <c:v>4.07</c:v>
                </c:pt>
                <c:pt idx="2194" formatCode="###,###,###,##0.0000">
                  <c:v>4.05</c:v>
                </c:pt>
                <c:pt idx="2195" formatCode="###,###,###,##0.0000">
                  <c:v>4.09</c:v>
                </c:pt>
                <c:pt idx="2196" formatCode="###,###,###,##0.0000">
                  <c:v>4.1100000000000003</c:v>
                </c:pt>
                <c:pt idx="2197" formatCode="###,###,###,##0.0000">
                  <c:v>4.12</c:v>
                </c:pt>
                <c:pt idx="2198" formatCode="###,###,###,##0.0000">
                  <c:v>4.09</c:v>
                </c:pt>
                <c:pt idx="2201" formatCode="###,###,###,##0.0000">
                  <c:v>4.12</c:v>
                </c:pt>
                <c:pt idx="2202" formatCode="###,###,###,##0.0000">
                  <c:v>4.12</c:v>
                </c:pt>
                <c:pt idx="2203" formatCode="###,###,###,##0.0000">
                  <c:v>4.12</c:v>
                </c:pt>
                <c:pt idx="2204" formatCode="###,###,###,##0.0000">
                  <c:v>4.12</c:v>
                </c:pt>
                <c:pt idx="2205" formatCode="###,###,###,##0.0000">
                  <c:v>4.13</c:v>
                </c:pt>
                <c:pt idx="2207" formatCode="###,###,###,##0.0000">
                  <c:v>4.1100000000000003</c:v>
                </c:pt>
                <c:pt idx="2208" formatCode="###,###,###,##0.0000">
                  <c:v>4.12</c:v>
                </c:pt>
                <c:pt idx="2209" formatCode="###,###,###,##0.0000">
                  <c:v>4.13</c:v>
                </c:pt>
                <c:pt idx="2210" formatCode="###,###,###,##0.0000">
                  <c:v>4.13</c:v>
                </c:pt>
                <c:pt idx="2212" formatCode="###,###,###,##0.0000">
                  <c:v>4.16</c:v>
                </c:pt>
                <c:pt idx="2213" formatCode="###,###,###,##0.0000">
                  <c:v>4.26</c:v>
                </c:pt>
                <c:pt idx="2214" formatCode="###,###,###,##0.0000">
                  <c:v>4.3</c:v>
                </c:pt>
                <c:pt idx="2215" formatCode="###,###,###,##0.0000">
                  <c:v>4.3</c:v>
                </c:pt>
                <c:pt idx="2216" formatCode="###,###,###,##0.0000">
                  <c:v>4.3600000000000003</c:v>
                </c:pt>
                <c:pt idx="2217" formatCode="###,###,###,##0.0000">
                  <c:v>4.41</c:v>
                </c:pt>
                <c:pt idx="2218" formatCode="###,###,###,##0.0000">
                  <c:v>4.43</c:v>
                </c:pt>
                <c:pt idx="2219" formatCode="###,###,###,##0.0000">
                  <c:v>4.43</c:v>
                </c:pt>
                <c:pt idx="2220" formatCode="###,###,###,##0.0000">
                  <c:v>4.43</c:v>
                </c:pt>
                <c:pt idx="2221" formatCode="###,###,###,##0.0000">
                  <c:v>4.53</c:v>
                </c:pt>
                <c:pt idx="2223" formatCode="###,###,###,##0.0000">
                  <c:v>4.5</c:v>
                </c:pt>
                <c:pt idx="2224" formatCode="###,###,###,##0.0000">
                  <c:v>4.46</c:v>
                </c:pt>
                <c:pt idx="2225" formatCode="###,###,###,##0.0000">
                  <c:v>4.3899999999999997</c:v>
                </c:pt>
                <c:pt idx="2226" formatCode="###,###,###,##0.0000">
                  <c:v>4.28</c:v>
                </c:pt>
                <c:pt idx="2227" formatCode="###,###,###,##0.0000">
                  <c:v>4.26</c:v>
                </c:pt>
                <c:pt idx="2228" formatCode="###,###,###,##0.0000">
                  <c:v>4.1500000000000004</c:v>
                </c:pt>
                <c:pt idx="2229" formatCode="###,###,###,##0.0000">
                  <c:v>4.1399999999999997</c:v>
                </c:pt>
                <c:pt idx="2230" formatCode="###,###,###,##0.0000">
                  <c:v>4.16</c:v>
                </c:pt>
                <c:pt idx="2231" formatCode="###,###,###,##0.0000">
                  <c:v>4.18</c:v>
                </c:pt>
                <c:pt idx="2232" formatCode="###,###,###,##0.0000">
                  <c:v>4.1500000000000004</c:v>
                </c:pt>
                <c:pt idx="2233" formatCode="###,###,###,##0.0000">
                  <c:v>4.18</c:v>
                </c:pt>
                <c:pt idx="2234" formatCode="###,###,###,##0.0000">
                  <c:v>4.16</c:v>
                </c:pt>
                <c:pt idx="2235" formatCode="###,###,###,##0.0000">
                  <c:v>4.1500000000000004</c:v>
                </c:pt>
                <c:pt idx="2236" formatCode="###,###,###,##0.0000">
                  <c:v>4.16</c:v>
                </c:pt>
                <c:pt idx="2239" formatCode="###,###,###,##0.0000">
                  <c:v>4.3499999999999996</c:v>
                </c:pt>
                <c:pt idx="2240" formatCode="###,###,###,##0.0000">
                  <c:v>4.34</c:v>
                </c:pt>
                <c:pt idx="2241" formatCode="###,###,###,##0.0000">
                  <c:v>4.29</c:v>
                </c:pt>
                <c:pt idx="2242" formatCode="###,###,###,##0.0000">
                  <c:v>4.47</c:v>
                </c:pt>
                <c:pt idx="2244" formatCode="###,###,###,##0.0000">
                  <c:v>4.4800000000000004</c:v>
                </c:pt>
                <c:pt idx="2245" formatCode="###,###,###,##0.0000">
                  <c:v>4.47</c:v>
                </c:pt>
                <c:pt idx="2246" formatCode="###,###,###,##0.0000">
                  <c:v>4.4400000000000004</c:v>
                </c:pt>
                <c:pt idx="2247" formatCode="###,###,###,##0.0000">
                  <c:v>4.4800000000000004</c:v>
                </c:pt>
                <c:pt idx="2248" formatCode="###,###,###,##0.0000">
                  <c:v>4.45</c:v>
                </c:pt>
                <c:pt idx="2249" formatCode="###,###,###,##0.0000">
                  <c:v>4.47</c:v>
                </c:pt>
                <c:pt idx="2250" formatCode="###,###,###,##0.0000">
                  <c:v>4.4400000000000004</c:v>
                </c:pt>
                <c:pt idx="2251" formatCode="###,###,###,##0.0000">
                  <c:v>4.47</c:v>
                </c:pt>
                <c:pt idx="2252" formatCode="###,###,###,##0.0000">
                  <c:v>4.4000000000000004</c:v>
                </c:pt>
                <c:pt idx="2253" formatCode="###,###,###,##0.0000">
                  <c:v>4.32</c:v>
                </c:pt>
                <c:pt idx="2254" formatCode="###,###,###,##0.0000">
                  <c:v>4.41</c:v>
                </c:pt>
                <c:pt idx="2255" formatCode="###,###,###,##0.0000">
                  <c:v>4.4400000000000004</c:v>
                </c:pt>
                <c:pt idx="2256" formatCode="###,###,###,##0.0000">
                  <c:v>4.51</c:v>
                </c:pt>
                <c:pt idx="2257" formatCode="###,###,###,##0.0000">
                  <c:v>4.51</c:v>
                </c:pt>
                <c:pt idx="2258" formatCode="###,###,###,##0.0000">
                  <c:v>4.51</c:v>
                </c:pt>
                <c:pt idx="2260" formatCode="###,###,###,##0.0000">
                  <c:v>4.51</c:v>
                </c:pt>
                <c:pt idx="2261" formatCode="###,###,###,##0.0000">
                  <c:v>4.53</c:v>
                </c:pt>
                <c:pt idx="2262" formatCode="###,###,###,##0.0000">
                  <c:v>4.49</c:v>
                </c:pt>
                <c:pt idx="2263" formatCode="###,###,###,##0.0000">
                  <c:v>4.55</c:v>
                </c:pt>
                <c:pt idx="2264" formatCode="###,###,###,##0.0000">
                  <c:v>4.55</c:v>
                </c:pt>
                <c:pt idx="2265" formatCode="###,###,###,##0.0000">
                  <c:v>4.5</c:v>
                </c:pt>
                <c:pt idx="2266" formatCode="###,###,###,##0.0000">
                  <c:v>4.5199999999999996</c:v>
                </c:pt>
                <c:pt idx="2267" formatCode="###,###,###,##0.0000">
                  <c:v>4.5199999999999996</c:v>
                </c:pt>
                <c:pt idx="2268" formatCode="###,###,###,##0.0000">
                  <c:v>4.5599999999999996</c:v>
                </c:pt>
                <c:pt idx="2269" formatCode="###,###,###,##0.0000">
                  <c:v>4.51</c:v>
                </c:pt>
                <c:pt idx="2270" formatCode="###,###,###,##0.0000">
                  <c:v>4.51</c:v>
                </c:pt>
                <c:pt idx="2271" formatCode="###,###,###,##0.0000">
                  <c:v>4.5599999999999996</c:v>
                </c:pt>
                <c:pt idx="2272" formatCode="###,###,###,##0.0000">
                  <c:v>4.5199999999999996</c:v>
                </c:pt>
                <c:pt idx="2273" formatCode="###,###,###,##0.0000">
                  <c:v>4.4800000000000004</c:v>
                </c:pt>
                <c:pt idx="2274" formatCode="###,###,###,##0.0000">
                  <c:v>4.55</c:v>
                </c:pt>
                <c:pt idx="2276" formatCode="###,###,###,##0.0000">
                  <c:v>4.5599999999999996</c:v>
                </c:pt>
                <c:pt idx="2277" formatCode="###,###,###,##0.0000">
                  <c:v>4.5599999999999996</c:v>
                </c:pt>
                <c:pt idx="2278" formatCode="###,###,###,##0.0000">
                  <c:v>4.59</c:v>
                </c:pt>
                <c:pt idx="2279" formatCode="###,###,###,##0.0000">
                  <c:v>4.55</c:v>
                </c:pt>
                <c:pt idx="2280" formatCode="###,###,###,##0.0000">
                  <c:v>4.58</c:v>
                </c:pt>
                <c:pt idx="2282" formatCode="###,###,###,##0.0000">
                  <c:v>4.58</c:v>
                </c:pt>
                <c:pt idx="2283" formatCode="###,###,###,##0.0000">
                  <c:v>4.46</c:v>
                </c:pt>
                <c:pt idx="2284" formatCode="###,###,###,##0.0000">
                  <c:v>4.49</c:v>
                </c:pt>
                <c:pt idx="2285" formatCode="###,###,###,##0.0000">
                  <c:v>4.45</c:v>
                </c:pt>
                <c:pt idx="2286" formatCode="###,###,###,##0.0000">
                  <c:v>4.3499999999999996</c:v>
                </c:pt>
                <c:pt idx="2287" formatCode="###,###,###,##0.0000">
                  <c:v>4.38</c:v>
                </c:pt>
                <c:pt idx="2288" formatCode="###,###,###,##0.0000">
                  <c:v>4.32</c:v>
                </c:pt>
                <c:pt idx="2289" formatCode="###,###,###,##0.0000">
                  <c:v>4.3</c:v>
                </c:pt>
                <c:pt idx="2290" formatCode="###,###,###,##0.0000">
                  <c:v>4.3099999999999996</c:v>
                </c:pt>
                <c:pt idx="2292" formatCode="###,###,###,##0.0000">
                  <c:v>4.21</c:v>
                </c:pt>
                <c:pt idx="2293" formatCode="###,###,###,##0.0000">
                  <c:v>4.26</c:v>
                </c:pt>
                <c:pt idx="2294" formatCode="###,###,###,##0.0000">
                  <c:v>4.3</c:v>
                </c:pt>
                <c:pt idx="2295" formatCode="###,###,###,##0.0000">
                  <c:v>4.16</c:v>
                </c:pt>
                <c:pt idx="2296" formatCode="###,###,###,##0.0000">
                  <c:v>4.18</c:v>
                </c:pt>
                <c:pt idx="2297" formatCode="###,###,###,##0.0000">
                  <c:v>4.08</c:v>
                </c:pt>
                <c:pt idx="2298" formatCode="###,###,###,##0.0000">
                  <c:v>4.04</c:v>
                </c:pt>
                <c:pt idx="2299" formatCode="###,###,###,##0.0000">
                  <c:v>4.03</c:v>
                </c:pt>
                <c:pt idx="2300" formatCode="###,###,###,##0.0000">
                  <c:v>4.1100000000000003</c:v>
                </c:pt>
                <c:pt idx="2301" formatCode="###,###,###,##0.0000">
                  <c:v>4.1100000000000003</c:v>
                </c:pt>
                <c:pt idx="2302" formatCode="###,###,###,##0.0000">
                  <c:v>4.05</c:v>
                </c:pt>
                <c:pt idx="2303" formatCode="###,###,###,##0.0000">
                  <c:v>4.08</c:v>
                </c:pt>
                <c:pt idx="2304" formatCode="###,###,###,##0.0000">
                  <c:v>4.05</c:v>
                </c:pt>
                <c:pt idx="2305" formatCode="###,###,###,##0.0000">
                  <c:v>3.99</c:v>
                </c:pt>
                <c:pt idx="2306" formatCode="###,###,###,##0.0000">
                  <c:v>4.04</c:v>
                </c:pt>
                <c:pt idx="2308" formatCode="###,###,###,##0.0000">
                  <c:v>3.9</c:v>
                </c:pt>
                <c:pt idx="2309" formatCode="###,###,###,##0.0000">
                  <c:v>3.98</c:v>
                </c:pt>
                <c:pt idx="2311" formatCode="###,###,###,##0.0000">
                  <c:v>3.97</c:v>
                </c:pt>
                <c:pt idx="2312" formatCode="###,###,###,##0.0000">
                  <c:v>4</c:v>
                </c:pt>
                <c:pt idx="2313" formatCode="###,###,###,##0.0000">
                  <c:v>3.93</c:v>
                </c:pt>
                <c:pt idx="2314" formatCode="###,###,###,##0.0000">
                  <c:v>3.93</c:v>
                </c:pt>
                <c:pt idx="2315" formatCode="###,###,###,##0.0000">
                  <c:v>3.8</c:v>
                </c:pt>
                <c:pt idx="2316" formatCode="###,###,###,##0.0000">
                  <c:v>3.86</c:v>
                </c:pt>
                <c:pt idx="2317" formatCode="###,###,###,##0.0000">
                  <c:v>3.81</c:v>
                </c:pt>
                <c:pt idx="2318" formatCode="###,###,###,##0.0000">
                  <c:v>3.82</c:v>
                </c:pt>
                <c:pt idx="2319" formatCode="###,###,###,##0.0000">
                  <c:v>3.86</c:v>
                </c:pt>
                <c:pt idx="2320" formatCode="###,###,###,##0.0000">
                  <c:v>3.87</c:v>
                </c:pt>
                <c:pt idx="2321" formatCode="###,###,###,##0.0000">
                  <c:v>3.91</c:v>
                </c:pt>
                <c:pt idx="2322" formatCode="###,###,###,##0.0000">
                  <c:v>3.95</c:v>
                </c:pt>
                <c:pt idx="2323" formatCode="###,###,###,##0.0000">
                  <c:v>3.97</c:v>
                </c:pt>
                <c:pt idx="2324" formatCode="###,###,###,##0.0000">
                  <c:v>3.92</c:v>
                </c:pt>
                <c:pt idx="2325" formatCode="###,###,###,##0.0000">
                  <c:v>3.99</c:v>
                </c:pt>
                <c:pt idx="2326" formatCode="###,###,###,##0.0000">
                  <c:v>4.01</c:v>
                </c:pt>
                <c:pt idx="2327" formatCode="###,###,###,##0.0000">
                  <c:v>4.0199999999999996</c:v>
                </c:pt>
                <c:pt idx="2328" formatCode="###,###,###,##0.0000">
                  <c:v>4.07</c:v>
                </c:pt>
                <c:pt idx="2329" formatCode="###,###,###,##0.0000">
                  <c:v>4.12</c:v>
                </c:pt>
                <c:pt idx="2330" formatCode="###,###,###,##0.0000">
                  <c:v>4.0999999999999996</c:v>
                </c:pt>
                <c:pt idx="2331" formatCode="###,###,###,##0.0000">
                  <c:v>4.17</c:v>
                </c:pt>
                <c:pt idx="2332" formatCode="###,###,###,##0.0000">
                  <c:v>4.2</c:v>
                </c:pt>
                <c:pt idx="2333" formatCode="###,###,###,##0.0000">
                  <c:v>4.21</c:v>
                </c:pt>
                <c:pt idx="2334" formatCode="###,###,###,##0.0000">
                  <c:v>4.21</c:v>
                </c:pt>
                <c:pt idx="2335" formatCode="###,###,###,##0.0000">
                  <c:v>4.25</c:v>
                </c:pt>
                <c:pt idx="2336" formatCode="###,###,###,##0.0000">
                  <c:v>4.2300000000000004</c:v>
                </c:pt>
                <c:pt idx="2337" formatCode="###,###,###,##0.0000">
                  <c:v>4.12</c:v>
                </c:pt>
                <c:pt idx="2338" formatCode="###,###,###,##0.0000">
                  <c:v>4.1100000000000003</c:v>
                </c:pt>
                <c:pt idx="2339" formatCode="###,###,###,##0.0000">
                  <c:v>4.17</c:v>
                </c:pt>
                <c:pt idx="2340" formatCode="###,###,###,##0.0000">
                  <c:v>4.16</c:v>
                </c:pt>
                <c:pt idx="2341" formatCode="###,###,###,##0.0000">
                  <c:v>4.18</c:v>
                </c:pt>
                <c:pt idx="2342" formatCode="###,###,###,##0.0000">
                  <c:v>4.16</c:v>
                </c:pt>
                <c:pt idx="2343" formatCode="###,###,###,##0.0000">
                  <c:v>4.1399999999999997</c:v>
                </c:pt>
                <c:pt idx="2344" formatCode="###,###,###,##0.0000">
                  <c:v>4.12</c:v>
                </c:pt>
                <c:pt idx="2345" formatCode="###,###,###,##0.0000">
                  <c:v>4.07</c:v>
                </c:pt>
                <c:pt idx="2346" formatCode="###,###,###,##0.0000">
                  <c:v>4.0199999999999996</c:v>
                </c:pt>
                <c:pt idx="2347" formatCode="###,###,###,##0.0000">
                  <c:v>4.03</c:v>
                </c:pt>
                <c:pt idx="2348" formatCode="###,###,###,##0.0000">
                  <c:v>4.0199999999999996</c:v>
                </c:pt>
                <c:pt idx="2349" formatCode="###,###,###,##0.0000">
                  <c:v>3.99</c:v>
                </c:pt>
                <c:pt idx="2350" formatCode="###,###,###,##0.0000">
                  <c:v>3.95</c:v>
                </c:pt>
                <c:pt idx="2351" formatCode="###,###,###,##0.0000">
                  <c:v>3.96</c:v>
                </c:pt>
                <c:pt idx="2352" formatCode="###,###,###,##0.0000">
                  <c:v>4.0599999999999996</c:v>
                </c:pt>
                <c:pt idx="2354" formatCode="###,###,###,##0.0000">
                  <c:v>4.09</c:v>
                </c:pt>
                <c:pt idx="2355" formatCode="###,###,###,##0.0000">
                  <c:v>4.07</c:v>
                </c:pt>
                <c:pt idx="2356" formatCode="###,###,###,##0.0000">
                  <c:v>4.08</c:v>
                </c:pt>
                <c:pt idx="2357" formatCode="###,###,###,##0.0000">
                  <c:v>4.0599999999999996</c:v>
                </c:pt>
                <c:pt idx="2358" formatCode="###,###,###,##0.0000">
                  <c:v>4.0199999999999996</c:v>
                </c:pt>
                <c:pt idx="2359" formatCode="###,###,###,##0.0000">
                  <c:v>4.0199999999999996</c:v>
                </c:pt>
                <c:pt idx="2360" formatCode="###,###,###,##0.0000">
                  <c:v>3.85</c:v>
                </c:pt>
                <c:pt idx="2361" formatCode="###,###,###,##0.0000">
                  <c:v>3.84</c:v>
                </c:pt>
                <c:pt idx="2362" formatCode="###,###,###,##0.0000">
                  <c:v>3.85</c:v>
                </c:pt>
                <c:pt idx="2363" formatCode="###,###,###,##0.0000">
                  <c:v>3.78</c:v>
                </c:pt>
                <c:pt idx="2364" formatCode="###,###,###,##0.0000">
                  <c:v>3.75</c:v>
                </c:pt>
                <c:pt idx="2365" formatCode="###,###,###,##0.0000">
                  <c:v>3.68</c:v>
                </c:pt>
                <c:pt idx="2366" formatCode="###,###,###,##0.0000">
                  <c:v>3.78</c:v>
                </c:pt>
                <c:pt idx="2367" formatCode="###,###,###,##0.0000">
                  <c:v>3.86</c:v>
                </c:pt>
                <c:pt idx="2368" formatCode="###,###,###,##0.0000">
                  <c:v>3.88</c:v>
                </c:pt>
                <c:pt idx="2369" formatCode="###,###,###,##0.0000">
                  <c:v>3.92</c:v>
                </c:pt>
                <c:pt idx="2370" formatCode="###,###,###,##0.0000">
                  <c:v>3.92</c:v>
                </c:pt>
                <c:pt idx="2371" formatCode="###,###,###,##0.0000">
                  <c:v>3.98</c:v>
                </c:pt>
                <c:pt idx="2372" formatCode="###,###,###,##0.0000">
                  <c:v>3.89</c:v>
                </c:pt>
                <c:pt idx="2375" formatCode="###,###,###,##0.0000">
                  <c:v>4.03</c:v>
                </c:pt>
                <c:pt idx="2376" formatCode="###,###,###,##0.0000">
                  <c:v>4.01</c:v>
                </c:pt>
                <c:pt idx="2377" formatCode="###,###,###,##0.0000">
                  <c:v>4.0199999999999996</c:v>
                </c:pt>
                <c:pt idx="2378" formatCode="###,###,###,##0.0000">
                  <c:v>4.05</c:v>
                </c:pt>
                <c:pt idx="2379" formatCode="###,###,###,##0.0000">
                  <c:v>4.0599999999999996</c:v>
                </c:pt>
                <c:pt idx="2380" formatCode="###,###,###,##0.0000">
                  <c:v>4.05</c:v>
                </c:pt>
                <c:pt idx="2381" formatCode="###,###,###,##0.0000">
                  <c:v>4.03</c:v>
                </c:pt>
                <c:pt idx="2382" formatCode="###,###,###,##0.0000">
                  <c:v>4.03</c:v>
                </c:pt>
                <c:pt idx="2383" formatCode="###,###,###,##0.0000">
                  <c:v>4.01</c:v>
                </c:pt>
                <c:pt idx="2384" formatCode="###,###,###,##0.0000">
                  <c:v>4.12</c:v>
                </c:pt>
                <c:pt idx="2385" formatCode="###,###,###,##0.0000">
                  <c:v>4.1500000000000004</c:v>
                </c:pt>
                <c:pt idx="2386" formatCode="###,###,###,##0.0000">
                  <c:v>4.1100000000000003</c:v>
                </c:pt>
                <c:pt idx="2387" formatCode="###,###,###,##0.0000">
                  <c:v>4.1100000000000003</c:v>
                </c:pt>
                <c:pt idx="2388" formatCode="###,###,###,##0.0000">
                  <c:v>4.12</c:v>
                </c:pt>
                <c:pt idx="2389" formatCode="###,###,###,##0.0000">
                  <c:v>4.09</c:v>
                </c:pt>
                <c:pt idx="2391" formatCode="###,###,###,##0.0000">
                  <c:v>4.07</c:v>
                </c:pt>
                <c:pt idx="2392" formatCode="###,###,###,##0.0000">
                  <c:v>4.08</c:v>
                </c:pt>
                <c:pt idx="2393" formatCode="###,###,###,##0.0000">
                  <c:v>4.08</c:v>
                </c:pt>
                <c:pt idx="2394" formatCode="###,###,###,##0.0000">
                  <c:v>3.97</c:v>
                </c:pt>
                <c:pt idx="2395" formatCode="###,###,###,##0.0000">
                  <c:v>4.05</c:v>
                </c:pt>
                <c:pt idx="2396" formatCode="###,###,###,##0.0000">
                  <c:v>4.05</c:v>
                </c:pt>
                <c:pt idx="2397" formatCode="###,###,###,##0.0000">
                  <c:v>4.03</c:v>
                </c:pt>
                <c:pt idx="2398" formatCode="###,###,###,##0.0000">
                  <c:v>4.01</c:v>
                </c:pt>
                <c:pt idx="2399" formatCode="###,###,###,##0.0000">
                  <c:v>4.01</c:v>
                </c:pt>
                <c:pt idx="2400" formatCode="###,###,###,##0.0000">
                  <c:v>4.1100000000000003</c:v>
                </c:pt>
                <c:pt idx="2401" formatCode="###,###,###,##0.0000">
                  <c:v>4.1100000000000003</c:v>
                </c:pt>
                <c:pt idx="2402" formatCode="###,###,###,##0.0000">
                  <c:v>4.16</c:v>
                </c:pt>
                <c:pt idx="2403" formatCode="###,###,###,##0.0000">
                  <c:v>4.16</c:v>
                </c:pt>
                <c:pt idx="2404" formatCode="###,###,###,##0.0000">
                  <c:v>4.16</c:v>
                </c:pt>
                <c:pt idx="2405" formatCode="###,###,###,##0.0000">
                  <c:v>4.1100000000000003</c:v>
                </c:pt>
                <c:pt idx="2407" formatCode="###,###,###,##0.0000">
                  <c:v>4.1100000000000003</c:v>
                </c:pt>
                <c:pt idx="2408" formatCode="###,###,###,##0.0000">
                  <c:v>4.07</c:v>
                </c:pt>
                <c:pt idx="2409" formatCode="###,###,###,##0.0000">
                  <c:v>4.07</c:v>
                </c:pt>
                <c:pt idx="2410" formatCode="###,###,###,##0.0000">
                  <c:v>4.08</c:v>
                </c:pt>
                <c:pt idx="2411" formatCode="###,###,###,##0.0000">
                  <c:v>4.01</c:v>
                </c:pt>
                <c:pt idx="2412" formatCode="###,###,###,##0.0000">
                  <c:v>4.01</c:v>
                </c:pt>
                <c:pt idx="2413" formatCode="###,###,###,##0.0000">
                  <c:v>3.98</c:v>
                </c:pt>
                <c:pt idx="2414" formatCode="###,###,###,##0.0000">
                  <c:v>3.97</c:v>
                </c:pt>
                <c:pt idx="2415" formatCode="###,###,###,##0.0000">
                  <c:v>4</c:v>
                </c:pt>
                <c:pt idx="2416" formatCode="###,###,###,##0.0000">
                  <c:v>4</c:v>
                </c:pt>
                <c:pt idx="2417" formatCode="###,###,###,##0.0000">
                  <c:v>4</c:v>
                </c:pt>
                <c:pt idx="2418" formatCode="###,###,###,##0.0000">
                  <c:v>3.96</c:v>
                </c:pt>
                <c:pt idx="2419" formatCode="###,###,###,##0.0000">
                  <c:v>4.01</c:v>
                </c:pt>
                <c:pt idx="2420" formatCode="###,###,###,##0.0000">
                  <c:v>4.01</c:v>
                </c:pt>
                <c:pt idx="2421" formatCode="###,###,###,##0.0000">
                  <c:v>4.1100000000000003</c:v>
                </c:pt>
                <c:pt idx="2422" formatCode="###,###,###,##0.0000">
                  <c:v>4.1500000000000004</c:v>
                </c:pt>
                <c:pt idx="2423" formatCode="###,###,###,##0.0000">
                  <c:v>4.1500000000000004</c:v>
                </c:pt>
                <c:pt idx="2424" formatCode="###,###,###,##0.0000">
                  <c:v>4.17</c:v>
                </c:pt>
                <c:pt idx="2425" formatCode="###,###,###,##0.0000">
                  <c:v>4.24</c:v>
                </c:pt>
                <c:pt idx="2426" formatCode="###,###,###,##0.0000">
                  <c:v>4.26</c:v>
                </c:pt>
                <c:pt idx="2427" formatCode="###,###,###,##0.0000">
                  <c:v>4.24</c:v>
                </c:pt>
                <c:pt idx="2428" formatCode="###,###,###,##0.0000">
                  <c:v>4.24</c:v>
                </c:pt>
                <c:pt idx="2429" formatCode="###,###,###,##0.0000">
                  <c:v>4.24</c:v>
                </c:pt>
                <c:pt idx="2430" formatCode="###,###,###,##0.0000">
                  <c:v>4.28</c:v>
                </c:pt>
                <c:pt idx="2431" formatCode="###,###,###,##0.0000">
                  <c:v>4.29</c:v>
                </c:pt>
                <c:pt idx="2432" formatCode="###,###,###,##0.0000">
                  <c:v>4.28</c:v>
                </c:pt>
                <c:pt idx="2433" formatCode="###,###,###,##0.0000">
                  <c:v>4.3</c:v>
                </c:pt>
                <c:pt idx="2434" formatCode="###,###,###,##0.0000">
                  <c:v>4.3</c:v>
                </c:pt>
                <c:pt idx="2435" formatCode="###,###,###,##0.0000">
                  <c:v>4.17</c:v>
                </c:pt>
                <c:pt idx="2436" formatCode="###,###,###,##0.0000">
                  <c:v>4.2</c:v>
                </c:pt>
                <c:pt idx="2437" formatCode="###,###,###,##0.0000">
                  <c:v>4.2</c:v>
                </c:pt>
                <c:pt idx="2438" formatCode="###,###,###,##0.0000">
                  <c:v>4.2</c:v>
                </c:pt>
                <c:pt idx="2439" formatCode="###,###,###,##0.0000">
                  <c:v>4.2</c:v>
                </c:pt>
                <c:pt idx="2440" formatCode="###,###,###,##0.0000">
                  <c:v>4.1399999999999997</c:v>
                </c:pt>
                <c:pt idx="2441" formatCode="###,###,###,##0.0000">
                  <c:v>4.1100000000000003</c:v>
                </c:pt>
                <c:pt idx="2443" formatCode="###,###,###,##0.0000">
                  <c:v>4.0999999999999996</c:v>
                </c:pt>
                <c:pt idx="2444" formatCode="###,###,###,##0.0000">
                  <c:v>4.3899999999999997</c:v>
                </c:pt>
                <c:pt idx="2445" formatCode="###,###,###,##0.0000">
                  <c:v>4.18</c:v>
                </c:pt>
                <c:pt idx="2446" formatCode="###,###,###,##0.0000">
                  <c:v>4.21</c:v>
                </c:pt>
                <c:pt idx="2447" formatCode="###,###,###,##0.0000">
                  <c:v>4.21</c:v>
                </c:pt>
                <c:pt idx="2448" formatCode="###,###,###,##0.0000">
                  <c:v>4.1500000000000004</c:v>
                </c:pt>
                <c:pt idx="2449" formatCode="###,###,###,##0.0000">
                  <c:v>4.2</c:v>
                </c:pt>
                <c:pt idx="2450" formatCode="###,###,###,##0.0000">
                  <c:v>4.2</c:v>
                </c:pt>
                <c:pt idx="2451" formatCode="###,###,###,##0.0000">
                  <c:v>4.1399999999999997</c:v>
                </c:pt>
                <c:pt idx="2452" formatCode="###,###,###,##0.0000">
                  <c:v>4.1399999999999997</c:v>
                </c:pt>
                <c:pt idx="2453" formatCode="###,###,###,##0.0000">
                  <c:v>4.1399999999999997</c:v>
                </c:pt>
                <c:pt idx="2454" formatCode="###,###,###,##0.0000">
                  <c:v>4.1399999999999997</c:v>
                </c:pt>
                <c:pt idx="2455" formatCode="###,###,###,##0.0000">
                  <c:v>4.1500000000000004</c:v>
                </c:pt>
                <c:pt idx="2456" formatCode="###,###,###,##0.0000">
                  <c:v>4.2300000000000004</c:v>
                </c:pt>
                <c:pt idx="2458" formatCode="###,###,###,##0.0000">
                  <c:v>4.2300000000000004</c:v>
                </c:pt>
                <c:pt idx="2459" formatCode="###,###,###,##0.0000">
                  <c:v>4.2300000000000004</c:v>
                </c:pt>
                <c:pt idx="2460" formatCode="###,###,###,##0.0000">
                  <c:v>4.22</c:v>
                </c:pt>
                <c:pt idx="2461" formatCode="###,###,###,##0.0000">
                  <c:v>4.2</c:v>
                </c:pt>
                <c:pt idx="2462" formatCode="###,###,###,##0.0000">
                  <c:v>4.18</c:v>
                </c:pt>
                <c:pt idx="2463" formatCode="###,###,###,##0.0000">
                  <c:v>4.18</c:v>
                </c:pt>
                <c:pt idx="2464" formatCode="###,###,###,##0.0000">
                  <c:v>4.24</c:v>
                </c:pt>
                <c:pt idx="2465" formatCode="###,###,###,##0.0000">
                  <c:v>4.28</c:v>
                </c:pt>
                <c:pt idx="2466" formatCode="###,###,###,##0.0000">
                  <c:v>4.28</c:v>
                </c:pt>
                <c:pt idx="2467" formatCode="###,###,###,##0.0000">
                  <c:v>4.24</c:v>
                </c:pt>
                <c:pt idx="2470" formatCode="###,###,###,##0.0000">
                  <c:v>4.26</c:v>
                </c:pt>
                <c:pt idx="2471" formatCode="###,###,###,##0.0000">
                  <c:v>4.26</c:v>
                </c:pt>
                <c:pt idx="2472" formatCode="###,###,###,##0.0000">
                  <c:v>4.2699999999999996</c:v>
                </c:pt>
                <c:pt idx="2473" formatCode="###,###,###,##0.0000">
                  <c:v>4.24</c:v>
                </c:pt>
                <c:pt idx="2474" formatCode="###,###,###,##0.0000">
                  <c:v>4.21</c:v>
                </c:pt>
                <c:pt idx="2475" formatCode="###,###,###,##0.0000">
                  <c:v>4.2</c:v>
                </c:pt>
                <c:pt idx="2476" formatCode="###,###,###,##0.0000">
                  <c:v>4.2</c:v>
                </c:pt>
                <c:pt idx="2477" formatCode="###,###,###,##0.0000">
                  <c:v>4.25</c:v>
                </c:pt>
                <c:pt idx="2478" formatCode="###,###,###,##0.0000">
                  <c:v>4.26</c:v>
                </c:pt>
                <c:pt idx="2479" formatCode="###,###,###,##0.0000">
                  <c:v>4.22</c:v>
                </c:pt>
                <c:pt idx="2480" formatCode="###,###,###,##0.0000">
                  <c:v>4.22</c:v>
                </c:pt>
                <c:pt idx="2481" formatCode="###,###,###,##0.0000">
                  <c:v>4.17</c:v>
                </c:pt>
                <c:pt idx="2482" formatCode="###,###,###,##0.0000">
                  <c:v>4.18</c:v>
                </c:pt>
                <c:pt idx="2483" formatCode="###,###,###,##0.0000">
                  <c:v>4.18</c:v>
                </c:pt>
                <c:pt idx="2484" formatCode="###,###,###,##0.0000">
                  <c:v>4.22</c:v>
                </c:pt>
                <c:pt idx="2485" formatCode="###,###,###,##0.0000">
                  <c:v>4.22</c:v>
                </c:pt>
                <c:pt idx="2486" formatCode="###,###,###,##0.0000">
                  <c:v>4.24</c:v>
                </c:pt>
                <c:pt idx="2487" formatCode="###,###,###,##0.0000">
                  <c:v>4.24</c:v>
                </c:pt>
                <c:pt idx="2488" formatCode="###,###,###,##0.0000">
                  <c:v>4.22</c:v>
                </c:pt>
                <c:pt idx="2489" formatCode="###,###,###,##0.0000">
                  <c:v>4.1100000000000003</c:v>
                </c:pt>
                <c:pt idx="2490" formatCode="###,###,###,##0.0000">
                  <c:v>4.1100000000000003</c:v>
                </c:pt>
                <c:pt idx="2491" formatCode="###,###,###,##0.0000">
                  <c:v>4.22</c:v>
                </c:pt>
                <c:pt idx="2492" formatCode="###,###,###,##0.0000">
                  <c:v>4.2300000000000004</c:v>
                </c:pt>
                <c:pt idx="2493" formatCode="###,###,###,##0.0000">
                  <c:v>4.2</c:v>
                </c:pt>
                <c:pt idx="2494" formatCode="###,###,###,##0.0000">
                  <c:v>4.1100000000000003</c:v>
                </c:pt>
                <c:pt idx="2496" formatCode="###,###,###,##0.0000">
                  <c:v>4.1100000000000003</c:v>
                </c:pt>
                <c:pt idx="2497" formatCode="###,###,###,##0.0000">
                  <c:v>4.13</c:v>
                </c:pt>
                <c:pt idx="2498" formatCode="###,###,###,##0.0000">
                  <c:v>4.13</c:v>
                </c:pt>
                <c:pt idx="2499" formatCode="###,###,###,##0.0000">
                  <c:v>4.17</c:v>
                </c:pt>
                <c:pt idx="2500" formatCode="###,###,###,##0.0000">
                  <c:v>4.2</c:v>
                </c:pt>
                <c:pt idx="2501" formatCode="###,###,###,##0.0000">
                  <c:v>4.2</c:v>
                </c:pt>
                <c:pt idx="2502" formatCode="###,###,###,##0.0000">
                  <c:v>4.18</c:v>
                </c:pt>
                <c:pt idx="2503" formatCode="###,###,###,##0.0000">
                  <c:v>4.18</c:v>
                </c:pt>
                <c:pt idx="2504" formatCode="###,###,###,##0.0000">
                  <c:v>4.18</c:v>
                </c:pt>
                <c:pt idx="2505" formatCode="###,###,###,##0.0000">
                  <c:v>4.24</c:v>
                </c:pt>
                <c:pt idx="2506" formatCode="###,###,###,##0.0000">
                  <c:v>4.24</c:v>
                </c:pt>
                <c:pt idx="2507" formatCode="###,###,###,##0.0000">
                  <c:v>4.24</c:v>
                </c:pt>
                <c:pt idx="2508" formatCode="###,###,###,##0.0000">
                  <c:v>4.21</c:v>
                </c:pt>
                <c:pt idx="2509" formatCode="###,###,###,##0.0000">
                  <c:v>4.21</c:v>
                </c:pt>
                <c:pt idx="2510" formatCode="###,###,###,##0.0000">
                  <c:v>4.03</c:v>
                </c:pt>
                <c:pt idx="2512" formatCode="###,###,###,##0.0000">
                  <c:v>4.08</c:v>
                </c:pt>
                <c:pt idx="2513" formatCode="###,###,###,##0.0000">
                  <c:v>4.08</c:v>
                </c:pt>
                <c:pt idx="2514" formatCode="###,###,###,##0.0000">
                  <c:v>4.09</c:v>
                </c:pt>
                <c:pt idx="2515" formatCode="###,###,###,##0.0000">
                  <c:v>4.09</c:v>
                </c:pt>
                <c:pt idx="2516" formatCode="###,###,###,##0.0000">
                  <c:v>4.09</c:v>
                </c:pt>
                <c:pt idx="2517" formatCode="###,###,###,##0.0000">
                  <c:v>4.0599999999999996</c:v>
                </c:pt>
                <c:pt idx="2518" formatCode="###,###,###,##0.0000">
                  <c:v>4.0599999999999996</c:v>
                </c:pt>
                <c:pt idx="2519" formatCode="###,###,###,##0.0000">
                  <c:v>4.08</c:v>
                </c:pt>
                <c:pt idx="2520" formatCode="###,###,###,##0.0000">
                  <c:v>4.0599999999999996</c:v>
                </c:pt>
                <c:pt idx="2521" formatCode="###,###,###,##0.0000">
                  <c:v>4.07</c:v>
                </c:pt>
                <c:pt idx="2522" formatCode="###,###,###,##0.0000">
                  <c:v>4.09</c:v>
                </c:pt>
                <c:pt idx="2523" formatCode="###,###,###,##0.0000">
                  <c:v>4.05</c:v>
                </c:pt>
                <c:pt idx="2524" formatCode="###,###,###,##0.0000">
                  <c:v>4.04</c:v>
                </c:pt>
                <c:pt idx="2525" formatCode="###,###,###,##0.0000">
                  <c:v>4.05</c:v>
                </c:pt>
                <c:pt idx="2526" formatCode="###,###,###,##0.0000">
                  <c:v>4.05</c:v>
                </c:pt>
                <c:pt idx="2528" formatCode="###,###,###,##0.0000">
                  <c:v>4.01</c:v>
                </c:pt>
                <c:pt idx="2529" formatCode="###,###,###,##0.0000">
                  <c:v>3.97</c:v>
                </c:pt>
                <c:pt idx="2530" formatCode="###,###,###,##0.0000">
                  <c:v>3.93</c:v>
                </c:pt>
                <c:pt idx="2531" formatCode="###,###,###,##0.0000">
                  <c:v>3.93</c:v>
                </c:pt>
                <c:pt idx="2532" formatCode="###,###,###,##0.0000">
                  <c:v>3.97</c:v>
                </c:pt>
                <c:pt idx="2534" formatCode="###,###,###,##0.0000">
                  <c:v>3.98</c:v>
                </c:pt>
                <c:pt idx="2535" formatCode="###,###,###,##0.0000">
                  <c:v>3.99</c:v>
                </c:pt>
                <c:pt idx="2536" formatCode="###,###,###,##0.0000">
                  <c:v>4.0599999999999996</c:v>
                </c:pt>
                <c:pt idx="2537" formatCode="###,###,###,##0.0000">
                  <c:v>4.08</c:v>
                </c:pt>
                <c:pt idx="2538" formatCode="###,###,###,##0.0000">
                  <c:v>4.09</c:v>
                </c:pt>
                <c:pt idx="2540" formatCode="###,###,###,##0.0000">
                  <c:v>4.0199999999999996</c:v>
                </c:pt>
                <c:pt idx="2541" formatCode="###,###,###,##0.0000">
                  <c:v>4.0199999999999996</c:v>
                </c:pt>
                <c:pt idx="2542" formatCode="###,###,###,##0.0000">
                  <c:v>4.0199999999999996</c:v>
                </c:pt>
                <c:pt idx="2543" formatCode="###,###,###,##0.0000">
                  <c:v>3.9</c:v>
                </c:pt>
                <c:pt idx="2544" formatCode="###,###,###,##0.0000">
                  <c:v>3.88</c:v>
                </c:pt>
                <c:pt idx="2545" formatCode="###,###,###,##0.0000">
                  <c:v>3.88</c:v>
                </c:pt>
                <c:pt idx="2546" formatCode="###,###,###,##0.0000">
                  <c:v>4.13</c:v>
                </c:pt>
                <c:pt idx="2547" formatCode="###,###,###,##0.0000">
                  <c:v>4.21</c:v>
                </c:pt>
                <c:pt idx="2548" formatCode="###,###,###,##0.0000">
                  <c:v>4.24</c:v>
                </c:pt>
                <c:pt idx="2549" formatCode="###,###,###,##0.0000">
                  <c:v>4.32</c:v>
                </c:pt>
                <c:pt idx="2550" formatCode="###,###,###,##0.0000">
                  <c:v>4.28</c:v>
                </c:pt>
                <c:pt idx="2551" formatCode="###,###,###,##0.0000">
                  <c:v>4.28</c:v>
                </c:pt>
                <c:pt idx="2552" formatCode="###,###,###,##0.0000">
                  <c:v>4.45</c:v>
                </c:pt>
                <c:pt idx="2553" formatCode="###,###,###,##0.0000">
                  <c:v>4.4000000000000004</c:v>
                </c:pt>
                <c:pt idx="2554" formatCode="###,###,###,##0.0000">
                  <c:v>4.49</c:v>
                </c:pt>
                <c:pt idx="2555" formatCode="###,###,###,##0.0000">
                  <c:v>4.49</c:v>
                </c:pt>
                <c:pt idx="2556" formatCode="###,###,###,##0.0000">
                  <c:v>4.7</c:v>
                </c:pt>
                <c:pt idx="2557" formatCode="###,###,###,##0.0000">
                  <c:v>4.8899999999999997</c:v>
                </c:pt>
                <c:pt idx="2558" formatCode="###,###,###,##0.0000">
                  <c:v>4.97</c:v>
                </c:pt>
                <c:pt idx="2559" formatCode="###,###,###,##0.0000">
                  <c:v>4.99</c:v>
                </c:pt>
                <c:pt idx="2560" formatCode="###,###,###,##0.0000">
                  <c:v>4.7300000000000004</c:v>
                </c:pt>
                <c:pt idx="2561" formatCode="###,###,###,##0.0000">
                  <c:v>4.71</c:v>
                </c:pt>
                <c:pt idx="2562" formatCode="###,###,###,##0.0000">
                  <c:v>4.66</c:v>
                </c:pt>
                <c:pt idx="2563" formatCode="###,###,###,##0.0000">
                  <c:v>4.66</c:v>
                </c:pt>
                <c:pt idx="2564" formatCode="###,###,###,##0.0000">
                  <c:v>4.74</c:v>
                </c:pt>
                <c:pt idx="2565" formatCode="###,###,###,##0.0000">
                  <c:v>4.74</c:v>
                </c:pt>
                <c:pt idx="2566" formatCode="###,###,###,##0.0000">
                  <c:v>5.98</c:v>
                </c:pt>
                <c:pt idx="2567" formatCode="###,###,###,##0.0000">
                  <c:v>5.98</c:v>
                </c:pt>
                <c:pt idx="2568" formatCode="###,###,###,##0.0000">
                  <c:v>4.95</c:v>
                </c:pt>
                <c:pt idx="2569" formatCode="###,###,###,##0.0000">
                  <c:v>5.12</c:v>
                </c:pt>
                <c:pt idx="2570" formatCode="###,###,###,##0.0000">
                  <c:v>5.1100000000000003</c:v>
                </c:pt>
                <c:pt idx="2571" formatCode="###,###,###,##0.0000">
                  <c:v>5.1100000000000003</c:v>
                </c:pt>
                <c:pt idx="2572" formatCode="###,###,###,##0.0000">
                  <c:v>5.09</c:v>
                </c:pt>
                <c:pt idx="2573" formatCode="###,###,###,##0.0000">
                  <c:v>5.07</c:v>
                </c:pt>
                <c:pt idx="2574" formatCode="###,###,###,##0.0000">
                  <c:v>5.09</c:v>
                </c:pt>
                <c:pt idx="2575" formatCode="###,###,###,##0.0000">
                  <c:v>5.05</c:v>
                </c:pt>
                <c:pt idx="2576" formatCode="###,###,###,##0.0000">
                  <c:v>5.0999999999999996</c:v>
                </c:pt>
                <c:pt idx="2577" formatCode="###,###,###,##0.0000">
                  <c:v>5.05</c:v>
                </c:pt>
                <c:pt idx="2578" formatCode="###,###,###,##0.0000">
                  <c:v>5</c:v>
                </c:pt>
                <c:pt idx="2579" formatCode="###,###,###,##0.0000">
                  <c:v>5.01</c:v>
                </c:pt>
                <c:pt idx="2581" formatCode="###,###,###,##0.0000">
                  <c:v>5.01</c:v>
                </c:pt>
                <c:pt idx="2582" formatCode="###,###,###,##0.0000">
                  <c:v>4.58</c:v>
                </c:pt>
                <c:pt idx="2583" formatCode="###,###,###,##0.0000">
                  <c:v>4.59</c:v>
                </c:pt>
                <c:pt idx="2584" formatCode="###,###,###,##0.0000">
                  <c:v>4.76</c:v>
                </c:pt>
                <c:pt idx="2585" formatCode="###,###,###,##0.0000">
                  <c:v>4.8</c:v>
                </c:pt>
                <c:pt idx="2586" formatCode="###,###,###,##0.0000">
                  <c:v>4.78</c:v>
                </c:pt>
                <c:pt idx="2587" formatCode="###,###,###,##0.0000">
                  <c:v>4.7699999999999996</c:v>
                </c:pt>
                <c:pt idx="2588" formatCode="###,###,###,##0.0000">
                  <c:v>4.75</c:v>
                </c:pt>
                <c:pt idx="2589" formatCode="###,###,###,##0.0000">
                  <c:v>4.79</c:v>
                </c:pt>
                <c:pt idx="2590" formatCode="###,###,###,##0.0000">
                  <c:v>5.0199999999999996</c:v>
                </c:pt>
                <c:pt idx="2591" formatCode="###,###,###,##0.0000">
                  <c:v>5.0199999999999996</c:v>
                </c:pt>
                <c:pt idx="2592" formatCode="###,###,###,##0.0000">
                  <c:v>4.99</c:v>
                </c:pt>
                <c:pt idx="2593" formatCode="###,###,###,##0.0000">
                  <c:v>4.8600000000000003</c:v>
                </c:pt>
                <c:pt idx="2594" formatCode="###,###,###,##0.0000">
                  <c:v>4.88</c:v>
                </c:pt>
                <c:pt idx="2595" formatCode="###,###,###,##0.0000">
                  <c:v>4.8</c:v>
                </c:pt>
                <c:pt idx="2597" formatCode="###,###,###,##0.0000">
                  <c:v>4.7699999999999996</c:v>
                </c:pt>
                <c:pt idx="2598" formatCode="###,###,###,##0.0000">
                  <c:v>4.7699999999999996</c:v>
                </c:pt>
                <c:pt idx="2599" formatCode="###,###,###,##0.0000">
                  <c:v>4.78</c:v>
                </c:pt>
                <c:pt idx="2600" formatCode="###,###,###,##0.0000">
                  <c:v>4.76</c:v>
                </c:pt>
                <c:pt idx="2601" formatCode="###,###,###,##0.0000">
                  <c:v>4.7</c:v>
                </c:pt>
                <c:pt idx="2602" formatCode="###,###,###,##0.0000">
                  <c:v>4.7</c:v>
                </c:pt>
                <c:pt idx="2603" formatCode="###,###,###,##0.0000">
                  <c:v>4.7</c:v>
                </c:pt>
                <c:pt idx="2604" formatCode="###,###,###,##0.0000">
                  <c:v>4.51</c:v>
                </c:pt>
                <c:pt idx="2605" formatCode="###,###,###,##0.0000">
                  <c:v>4.51</c:v>
                </c:pt>
                <c:pt idx="2606" formatCode="###,###,###,##0.0000">
                  <c:v>4.3899999999999997</c:v>
                </c:pt>
                <c:pt idx="2607" formatCode="###,###,###,##0.0000">
                  <c:v>4.4400000000000004</c:v>
                </c:pt>
                <c:pt idx="2608" formatCode="###,###,###,##0.0000">
                  <c:v>4.42</c:v>
                </c:pt>
                <c:pt idx="2609" formatCode="###,###,###,##0.0000">
                  <c:v>4.4400000000000004</c:v>
                </c:pt>
                <c:pt idx="2610" formatCode="###,###,###,##0.0000">
                  <c:v>4.5</c:v>
                </c:pt>
                <c:pt idx="2611" formatCode="###,###,###,##0.0000">
                  <c:v>4.5</c:v>
                </c:pt>
                <c:pt idx="2613" formatCode="###,###,###,##0.0000">
                  <c:v>4.43</c:v>
                </c:pt>
                <c:pt idx="2614" formatCode="###,###,###,##0.0000">
                  <c:v>4.12</c:v>
                </c:pt>
                <c:pt idx="2615" formatCode="###,###,###,##0.0000">
                  <c:v>3.93</c:v>
                </c:pt>
                <c:pt idx="2616" formatCode="###,###,###,##0.0000">
                  <c:v>3.93</c:v>
                </c:pt>
                <c:pt idx="2617" formatCode="###,###,###,##0.0000">
                  <c:v>3.93</c:v>
                </c:pt>
                <c:pt idx="2618" formatCode="###,###,###,##0.0000">
                  <c:v>3.97</c:v>
                </c:pt>
                <c:pt idx="2619" formatCode="###,###,###,##0.0000">
                  <c:v>3.97</c:v>
                </c:pt>
                <c:pt idx="2620" formatCode="###,###,###,##0.0000">
                  <c:v>3.92</c:v>
                </c:pt>
                <c:pt idx="2621" formatCode="###,###,###,##0.0000">
                  <c:v>3.92</c:v>
                </c:pt>
                <c:pt idx="2622" formatCode="###,###,###,##0.0000">
                  <c:v>3.9</c:v>
                </c:pt>
                <c:pt idx="2623" formatCode="###,###,###,##0.0000">
                  <c:v>3.92</c:v>
                </c:pt>
                <c:pt idx="2624" formatCode="###,###,###,##0.0000">
                  <c:v>3.95</c:v>
                </c:pt>
                <c:pt idx="2625" formatCode="###,###,###,##0.0000">
                  <c:v>4.01</c:v>
                </c:pt>
                <c:pt idx="2626" formatCode="###,###,###,##0.0000">
                  <c:v>4.01</c:v>
                </c:pt>
                <c:pt idx="2627" formatCode="###,###,###,##0.0000">
                  <c:v>3.93</c:v>
                </c:pt>
                <c:pt idx="2629" formatCode="###,###,###,##0.0000">
                  <c:v>3.93</c:v>
                </c:pt>
                <c:pt idx="2630" formatCode="###,###,###,##0.0000">
                  <c:v>3.84</c:v>
                </c:pt>
                <c:pt idx="2631" formatCode="###,###,###,##0.0000">
                  <c:v>3.87</c:v>
                </c:pt>
                <c:pt idx="2633" formatCode="###,###,###,##0.0000">
                  <c:v>3.82</c:v>
                </c:pt>
                <c:pt idx="2634" formatCode="###,###,###,##0.0000">
                  <c:v>3.87</c:v>
                </c:pt>
                <c:pt idx="2635" formatCode="###,###,###,##0.0000">
                  <c:v>3.94</c:v>
                </c:pt>
                <c:pt idx="2636" formatCode="###,###,###,##0.0000">
                  <c:v>3.93</c:v>
                </c:pt>
                <c:pt idx="2637" formatCode="###,###,###,##0.0000">
                  <c:v>3.93</c:v>
                </c:pt>
                <c:pt idx="2638" formatCode="###,###,###,##0.0000">
                  <c:v>4.01</c:v>
                </c:pt>
                <c:pt idx="2639" formatCode="###,###,###,##0.0000">
                  <c:v>4.05</c:v>
                </c:pt>
                <c:pt idx="2640" formatCode="###,###,###,##0.0000">
                  <c:v>4.01</c:v>
                </c:pt>
                <c:pt idx="2641" formatCode="###,###,###,##0.0000">
                  <c:v>4.03</c:v>
                </c:pt>
                <c:pt idx="2642" formatCode="###,###,###,##0.0000">
                  <c:v>4.05</c:v>
                </c:pt>
                <c:pt idx="2643" formatCode="###,###,###,##0.0000">
                  <c:v>4.0599999999999996</c:v>
                </c:pt>
                <c:pt idx="2644" formatCode="###,###,###,##0.0000">
                  <c:v>4.05</c:v>
                </c:pt>
                <c:pt idx="2645" formatCode="###,###,###,##0.0000">
                  <c:v>4.05</c:v>
                </c:pt>
                <c:pt idx="2646" formatCode="###,###,###,##0.0000">
                  <c:v>4.0199999999999996</c:v>
                </c:pt>
                <c:pt idx="2647" formatCode="###,###,###,##0.0000">
                  <c:v>4.01</c:v>
                </c:pt>
                <c:pt idx="2648" formatCode="###,###,###,##0.0000">
                  <c:v>4.01</c:v>
                </c:pt>
                <c:pt idx="2650" formatCode="###,###,###,##0.0000">
                  <c:v>4.09</c:v>
                </c:pt>
                <c:pt idx="2651" formatCode="###,###,###,##0.0000">
                  <c:v>4.2</c:v>
                </c:pt>
                <c:pt idx="2652" formatCode="###,###,###,##0.0000">
                  <c:v>4.2</c:v>
                </c:pt>
                <c:pt idx="2653" formatCode="###,###,###,##0.0000">
                  <c:v>4.17</c:v>
                </c:pt>
                <c:pt idx="2654" formatCode="###,###,###,##0.0000">
                  <c:v>4.17</c:v>
                </c:pt>
                <c:pt idx="2655" formatCode="###,###,###,##0.0000">
                  <c:v>4.1900000000000004</c:v>
                </c:pt>
                <c:pt idx="2656" formatCode="###,###,###,##0.0000">
                  <c:v>4.29</c:v>
                </c:pt>
                <c:pt idx="2657" formatCode="###,###,###,##0.0000">
                  <c:v>4.2</c:v>
                </c:pt>
                <c:pt idx="2658" formatCode="###,###,###,##0.0000">
                  <c:v>4.08</c:v>
                </c:pt>
                <c:pt idx="2659" formatCode="###,###,###,##0.0000">
                  <c:v>4.26</c:v>
                </c:pt>
                <c:pt idx="2661" formatCode="###,###,###,##0.0000">
                  <c:v>4.26</c:v>
                </c:pt>
                <c:pt idx="2662" formatCode="###,###,###,##0.0000">
                  <c:v>4.26</c:v>
                </c:pt>
                <c:pt idx="2663" formatCode="###,###,###,##0.0000">
                  <c:v>4.25</c:v>
                </c:pt>
                <c:pt idx="2664" formatCode="###,###,###,##0.0000">
                  <c:v>4.28</c:v>
                </c:pt>
                <c:pt idx="2665" formatCode="###,###,###,##0.0000">
                  <c:v>4.24</c:v>
                </c:pt>
                <c:pt idx="2667" formatCode="###,###,###,##0.0000">
                  <c:v>4.24</c:v>
                </c:pt>
                <c:pt idx="2668" formatCode="###,###,###,##0.0000">
                  <c:v>4.21</c:v>
                </c:pt>
                <c:pt idx="2669" formatCode="###,###,###,##0.0000">
                  <c:v>4.21</c:v>
                </c:pt>
                <c:pt idx="2670" formatCode="###,###,###,##0.0000">
                  <c:v>4.21</c:v>
                </c:pt>
                <c:pt idx="2671" formatCode="###,###,###,##0.0000">
                  <c:v>4.2</c:v>
                </c:pt>
                <c:pt idx="2672" formatCode="###,###,###,##0.0000">
                  <c:v>4.2</c:v>
                </c:pt>
                <c:pt idx="2673" formatCode="###,###,###,##0.0000">
                  <c:v>4.17</c:v>
                </c:pt>
                <c:pt idx="2674" formatCode="###,###,###,##0.0000">
                  <c:v>4.1900000000000004</c:v>
                </c:pt>
                <c:pt idx="2675" formatCode="###,###,###,##0.0000">
                  <c:v>4.24</c:v>
                </c:pt>
                <c:pt idx="2676" formatCode="###,###,###,##0.0000">
                  <c:v>4.4000000000000004</c:v>
                </c:pt>
                <c:pt idx="2677" formatCode="###,###,###,##0.0000">
                  <c:v>4.25</c:v>
                </c:pt>
                <c:pt idx="2678" formatCode="###,###,###,##0.0000">
                  <c:v>4.25</c:v>
                </c:pt>
                <c:pt idx="2679" formatCode="###,###,###,##0.0000">
                  <c:v>4.24</c:v>
                </c:pt>
                <c:pt idx="2680" formatCode="###,###,###,##0.0000">
                  <c:v>4.24</c:v>
                </c:pt>
                <c:pt idx="2681" formatCode="###,###,###,##0.0000">
                  <c:v>4.1900000000000004</c:v>
                </c:pt>
                <c:pt idx="2683" formatCode="###,###,###,##0.0000">
                  <c:v>4.1900000000000004</c:v>
                </c:pt>
                <c:pt idx="2684" formatCode="###,###,###,##0.0000">
                  <c:v>4.1500000000000004</c:v>
                </c:pt>
                <c:pt idx="2685" formatCode="###,###,###,##0.0000">
                  <c:v>4.1900000000000004</c:v>
                </c:pt>
                <c:pt idx="2686" formatCode="###,###,###,##0.0000">
                  <c:v>4.17</c:v>
                </c:pt>
                <c:pt idx="2687" formatCode="###,###,###,##0.0000">
                  <c:v>4.13</c:v>
                </c:pt>
                <c:pt idx="2688" formatCode="###,###,###,##0.0000">
                  <c:v>4.13</c:v>
                </c:pt>
                <c:pt idx="2689" formatCode="###,###,###,##0.0000">
                  <c:v>4.0999999999999996</c:v>
                </c:pt>
                <c:pt idx="2690" formatCode="###,###,###,##0.0000">
                  <c:v>4.12</c:v>
                </c:pt>
                <c:pt idx="2691" formatCode="###,###,###,##0.0000">
                  <c:v>4.09</c:v>
                </c:pt>
                <c:pt idx="2692" formatCode="###,###,###,##0.0000">
                  <c:v>4.1100000000000003</c:v>
                </c:pt>
                <c:pt idx="2693" formatCode="###,###,###,##0.0000">
                  <c:v>4.1100000000000003</c:v>
                </c:pt>
                <c:pt idx="2694" formatCode="###,###,###,##0.0000">
                  <c:v>4.12</c:v>
                </c:pt>
                <c:pt idx="2695" formatCode="###,###,###,##0.0000">
                  <c:v>4.18</c:v>
                </c:pt>
                <c:pt idx="2696" formatCode="###,###,###,##0.0000">
                  <c:v>4.1399999999999997</c:v>
                </c:pt>
                <c:pt idx="2697" formatCode="###,###,###,##0.0000">
                  <c:v>4.1399999999999997</c:v>
                </c:pt>
                <c:pt idx="2699" formatCode="###,###,###,##0.0000">
                  <c:v>4.24</c:v>
                </c:pt>
                <c:pt idx="2700" formatCode="###,###,###,##0.0000">
                  <c:v>4.2300000000000004</c:v>
                </c:pt>
                <c:pt idx="2701" formatCode="###,###,###,##0.0000">
                  <c:v>4.2</c:v>
                </c:pt>
                <c:pt idx="2702" formatCode="###,###,###,##0.0000">
                  <c:v>4.16</c:v>
                </c:pt>
                <c:pt idx="2703" formatCode="###,###,###,##0.0000">
                  <c:v>4.17</c:v>
                </c:pt>
                <c:pt idx="2704" formatCode="###,###,###,##0.0000">
                  <c:v>4.16</c:v>
                </c:pt>
                <c:pt idx="2705" formatCode="###,###,###,##0.0000">
                  <c:v>4.1399999999999997</c:v>
                </c:pt>
                <c:pt idx="2706" formatCode="###,###,###,##0.0000">
                  <c:v>4.08</c:v>
                </c:pt>
                <c:pt idx="2707" formatCode="###,###,###,##0.0000">
                  <c:v>4.1500000000000004</c:v>
                </c:pt>
                <c:pt idx="2708" formatCode="###,###,###,##0.0000">
                  <c:v>4.18</c:v>
                </c:pt>
                <c:pt idx="2709" formatCode="###,###,###,##0.0000">
                  <c:v>4.25</c:v>
                </c:pt>
                <c:pt idx="2710" formatCode="###,###,###,##0.0000">
                  <c:v>4.32</c:v>
                </c:pt>
                <c:pt idx="2711" formatCode="###,###,###,##0.0000">
                  <c:v>4.26</c:v>
                </c:pt>
                <c:pt idx="2712" formatCode="###,###,###,##0.0000">
                  <c:v>4.26</c:v>
                </c:pt>
                <c:pt idx="2713" formatCode="###,###,###,##0.0000">
                  <c:v>4.2699999999999996</c:v>
                </c:pt>
                <c:pt idx="2714" formatCode="###,###,###,##0.0000">
                  <c:v>4.28</c:v>
                </c:pt>
                <c:pt idx="2715" formatCode="###,###,###,##0.0000">
                  <c:v>4.28</c:v>
                </c:pt>
                <c:pt idx="2716" formatCode="###,###,###,##0.0000">
                  <c:v>4.28</c:v>
                </c:pt>
                <c:pt idx="2717" formatCode="###,###,###,##0.0000">
                  <c:v>4.26</c:v>
                </c:pt>
                <c:pt idx="2718" formatCode="###,###,###,##0.0000">
                  <c:v>4.28</c:v>
                </c:pt>
                <c:pt idx="2719" formatCode="###,###,###,##0.0000">
                  <c:v>4.26</c:v>
                </c:pt>
                <c:pt idx="2720" formatCode="###,###,###,##0.0000">
                  <c:v>4.26</c:v>
                </c:pt>
                <c:pt idx="2721" formatCode="###,###,###,##0.0000">
                  <c:v>4.3899999999999997</c:v>
                </c:pt>
                <c:pt idx="2722" formatCode="###,###,###,##0.0000">
                  <c:v>4.34</c:v>
                </c:pt>
                <c:pt idx="2723" formatCode="###,###,###,##0.0000">
                  <c:v>4.33</c:v>
                </c:pt>
                <c:pt idx="2724" formatCode="###,###,###,##0.0000">
                  <c:v>4.33</c:v>
                </c:pt>
                <c:pt idx="2725" formatCode="###,###,###,##0.0000">
                  <c:v>4.3</c:v>
                </c:pt>
                <c:pt idx="2726" formatCode="###,###,###,##0.0000">
                  <c:v>4.32</c:v>
                </c:pt>
                <c:pt idx="2727" formatCode="###,###,###,##0.0000">
                  <c:v>4.3499999999999996</c:v>
                </c:pt>
                <c:pt idx="2728" formatCode="###,###,###,##0.0000">
                  <c:v>4.3899999999999997</c:v>
                </c:pt>
                <c:pt idx="2729" formatCode="###,###,###,##0.0000">
                  <c:v>4.38</c:v>
                </c:pt>
                <c:pt idx="2730" formatCode="###,###,###,##0.0000">
                  <c:v>4.3600000000000003</c:v>
                </c:pt>
                <c:pt idx="2731" formatCode="###,###,###,##0.0000">
                  <c:v>4.24</c:v>
                </c:pt>
                <c:pt idx="2732" formatCode="###,###,###,##0.0000">
                  <c:v>4.34</c:v>
                </c:pt>
                <c:pt idx="2734" formatCode="###,###,###,##0.0000">
                  <c:v>4.34</c:v>
                </c:pt>
                <c:pt idx="2735" formatCode="###,###,###,##0.0000">
                  <c:v>4.3099999999999996</c:v>
                </c:pt>
                <c:pt idx="2736" formatCode="###,###,###,##0.0000">
                  <c:v>4.38</c:v>
                </c:pt>
                <c:pt idx="2737" formatCode="###,###,###,##0.0000">
                  <c:v>4.51</c:v>
                </c:pt>
                <c:pt idx="2738" formatCode="###,###,###,##0.0000">
                  <c:v>4.4000000000000004</c:v>
                </c:pt>
                <c:pt idx="2739" formatCode="###,###,###,##0.0000">
                  <c:v>4.34</c:v>
                </c:pt>
                <c:pt idx="2740" formatCode="###,###,###,##0.0000">
                  <c:v>4.3899999999999997</c:v>
                </c:pt>
                <c:pt idx="2741" formatCode="###,###,###,##0.0000">
                  <c:v>4.37</c:v>
                </c:pt>
                <c:pt idx="2742" formatCode="###,###,###,##0.0000">
                  <c:v>4.32</c:v>
                </c:pt>
                <c:pt idx="2743" formatCode="###,###,###,##0.0000">
                  <c:v>4.34</c:v>
                </c:pt>
                <c:pt idx="2744" formatCode="###,###,###,##0.0000">
                  <c:v>4.29</c:v>
                </c:pt>
                <c:pt idx="2745" formatCode="###,###,###,##0.0000">
                  <c:v>4.32</c:v>
                </c:pt>
                <c:pt idx="2746" formatCode="###,###,###,##0.0000">
                  <c:v>4.3099999999999996</c:v>
                </c:pt>
                <c:pt idx="2747" formatCode="###,###,###,##0.0000">
                  <c:v>4.28</c:v>
                </c:pt>
                <c:pt idx="2748" formatCode="###,###,###,##0.0000">
                  <c:v>4.32</c:v>
                </c:pt>
                <c:pt idx="2749" formatCode="###,###,###,##0.0000">
                  <c:v>4.3099999999999996</c:v>
                </c:pt>
                <c:pt idx="2750" formatCode="###,###,###,##0.0000">
                  <c:v>4.33</c:v>
                </c:pt>
                <c:pt idx="2751" formatCode="###,###,###,##0.0000">
                  <c:v>4.3600000000000003</c:v>
                </c:pt>
                <c:pt idx="2752" formatCode="###,###,###,##0.0000">
                  <c:v>4.32</c:v>
                </c:pt>
                <c:pt idx="2753" formatCode="###,###,###,##0.0000">
                  <c:v>4.28</c:v>
                </c:pt>
                <c:pt idx="2754" formatCode="###,###,###,##0.0000">
                  <c:v>4.28</c:v>
                </c:pt>
                <c:pt idx="2755" formatCode="###,###,###,##0.0000">
                  <c:v>4.33</c:v>
                </c:pt>
                <c:pt idx="2756" formatCode="###,###,###,##0.0000">
                  <c:v>4.3</c:v>
                </c:pt>
                <c:pt idx="2757" formatCode="###,###,###,##0.0000">
                  <c:v>4.28</c:v>
                </c:pt>
                <c:pt idx="2758" formatCode="###,###,###,##0.0000">
                  <c:v>4.2699999999999996</c:v>
                </c:pt>
                <c:pt idx="2759" formatCode="###,###,###,##0.0000">
                  <c:v>4.22</c:v>
                </c:pt>
                <c:pt idx="2760" formatCode="###,###,###,##0.0000">
                  <c:v>4.2</c:v>
                </c:pt>
                <c:pt idx="2761" formatCode="###,###,###,##0.0000">
                  <c:v>4.18</c:v>
                </c:pt>
                <c:pt idx="2762" formatCode="###,###,###,##0.0000">
                  <c:v>4.1100000000000003</c:v>
                </c:pt>
                <c:pt idx="2763" formatCode="###,###,###,##0.0000">
                  <c:v>4.1399999999999997</c:v>
                </c:pt>
                <c:pt idx="2765" formatCode="###,###,###,##0.0000">
                  <c:v>4.2699999999999996</c:v>
                </c:pt>
                <c:pt idx="2766" formatCode="###,###,###,##0.0000">
                  <c:v>4.34</c:v>
                </c:pt>
                <c:pt idx="2767" formatCode="###,###,###,##0.0000">
                  <c:v>4.3899999999999997</c:v>
                </c:pt>
                <c:pt idx="2768" formatCode="###,###,###,##0.0000">
                  <c:v>4.3600000000000003</c:v>
                </c:pt>
                <c:pt idx="2769" formatCode="###,###,###,##0.0000">
                  <c:v>4.29</c:v>
                </c:pt>
                <c:pt idx="2770" formatCode="###,###,###,##0.0000">
                  <c:v>4.2699999999999996</c:v>
                </c:pt>
                <c:pt idx="2771" formatCode="###,###,###,##0.0000">
                  <c:v>4.28</c:v>
                </c:pt>
                <c:pt idx="2772" formatCode="###,###,###,##0.0000">
                  <c:v>4.24</c:v>
                </c:pt>
                <c:pt idx="2773" formatCode="###,###,###,##0.0000">
                  <c:v>4.16</c:v>
                </c:pt>
                <c:pt idx="2774" formatCode="###,###,###,##0.0000">
                  <c:v>4.16</c:v>
                </c:pt>
                <c:pt idx="2775" formatCode="###,###,###,##0.0000">
                  <c:v>4.05</c:v>
                </c:pt>
                <c:pt idx="2776" formatCode="###,###,###,##0.0000">
                  <c:v>3.94</c:v>
                </c:pt>
                <c:pt idx="2777" formatCode="###,###,###,##0.0000">
                  <c:v>3.85</c:v>
                </c:pt>
                <c:pt idx="2778" formatCode="###,###,###,##0.0000">
                  <c:v>6.34</c:v>
                </c:pt>
                <c:pt idx="2779" formatCode="###,###,###,##0.0000">
                  <c:v>3.93</c:v>
                </c:pt>
                <c:pt idx="2780" formatCode="###,###,###,##0.0000">
                  <c:v>3.92</c:v>
                </c:pt>
                <c:pt idx="2781" formatCode="###,###,###,##0.0000">
                  <c:v>3.96</c:v>
                </c:pt>
                <c:pt idx="2782" formatCode="###,###,###,##0.0000">
                  <c:v>3.98</c:v>
                </c:pt>
                <c:pt idx="2783" formatCode="###,###,###,##0.0000">
                  <c:v>3.99</c:v>
                </c:pt>
                <c:pt idx="2784" formatCode="###,###,###,##0.0000">
                  <c:v>3.96</c:v>
                </c:pt>
                <c:pt idx="2785" formatCode="###,###,###,##0.0000">
                  <c:v>3.91</c:v>
                </c:pt>
                <c:pt idx="2786" formatCode="###,###,###,##0.0000">
                  <c:v>3.91</c:v>
                </c:pt>
                <c:pt idx="2787" formatCode="###,###,###,##0.0000">
                  <c:v>3.88</c:v>
                </c:pt>
                <c:pt idx="2788" formatCode="###,###,###,##0.0000">
                  <c:v>3.87</c:v>
                </c:pt>
                <c:pt idx="2789" formatCode="###,###,###,##0.0000">
                  <c:v>3.84</c:v>
                </c:pt>
                <c:pt idx="2790" formatCode="###,###,###,##0.0000">
                  <c:v>3.81</c:v>
                </c:pt>
                <c:pt idx="2791" formatCode="###,###,###,##0.0000">
                  <c:v>3.85</c:v>
                </c:pt>
                <c:pt idx="2792" formatCode="###,###,###,##0.0000">
                  <c:v>3.83</c:v>
                </c:pt>
                <c:pt idx="2793" formatCode="###,###,###,##0.0000">
                  <c:v>3.83</c:v>
                </c:pt>
                <c:pt idx="2794" formatCode="###,###,###,##0.0000">
                  <c:v>3.85</c:v>
                </c:pt>
                <c:pt idx="2795" formatCode="###,###,###,##0.0000">
                  <c:v>3.85</c:v>
                </c:pt>
                <c:pt idx="2796" formatCode="###,###,###,##0.0000">
                  <c:v>3.77</c:v>
                </c:pt>
                <c:pt idx="2797" formatCode="###,###,###,##0.0000">
                  <c:v>3.7</c:v>
                </c:pt>
                <c:pt idx="2798" formatCode="###,###,###,##0.0000">
                  <c:v>3.71</c:v>
                </c:pt>
                <c:pt idx="2799" formatCode="###,###,###,##0.0000">
                  <c:v>3.7</c:v>
                </c:pt>
                <c:pt idx="2800" formatCode="###,###,###,##0.0000">
                  <c:v>3.62</c:v>
                </c:pt>
                <c:pt idx="2801" formatCode="###,###,###,##0.0000">
                  <c:v>3.57</c:v>
                </c:pt>
                <c:pt idx="2802" formatCode="###,###,###,##0.0000">
                  <c:v>3.65</c:v>
                </c:pt>
                <c:pt idx="2803" formatCode="###,###,###,##0.0000">
                  <c:v>3.67</c:v>
                </c:pt>
                <c:pt idx="2804" formatCode="###,###,###,##0.0000">
                  <c:v>3.64</c:v>
                </c:pt>
                <c:pt idx="2806" formatCode="###,###,###,##0.0000">
                  <c:v>3.54</c:v>
                </c:pt>
                <c:pt idx="2807" formatCode="###,###,###,##0.0000">
                  <c:v>3.5</c:v>
                </c:pt>
                <c:pt idx="2808" formatCode="###,###,###,##0.0000">
                  <c:v>3.51</c:v>
                </c:pt>
                <c:pt idx="2809" formatCode="###,###,###,##0.0000">
                  <c:v>3.58</c:v>
                </c:pt>
                <c:pt idx="2810" formatCode="###,###,###,##0.0000">
                  <c:v>3.56</c:v>
                </c:pt>
                <c:pt idx="2811" formatCode="###,###,###,##0.0000">
                  <c:v>3.56</c:v>
                </c:pt>
                <c:pt idx="2812" formatCode="###,###,###,##0.0000">
                  <c:v>3.57</c:v>
                </c:pt>
                <c:pt idx="2813" formatCode="###,###,###,##0.0000">
                  <c:v>3.58</c:v>
                </c:pt>
                <c:pt idx="2814" formatCode="###,###,###,##0.0000">
                  <c:v>3.62</c:v>
                </c:pt>
                <c:pt idx="2815" formatCode="###,###,###,##0.0000">
                  <c:v>3.63</c:v>
                </c:pt>
                <c:pt idx="2818" formatCode="###,###,###,##0.0000">
                  <c:v>3.63</c:v>
                </c:pt>
                <c:pt idx="2819" formatCode="###,###,###,##0.0000">
                  <c:v>3.66</c:v>
                </c:pt>
                <c:pt idx="2820" formatCode="###,###,###,##0.0000">
                  <c:v>3.63</c:v>
                </c:pt>
                <c:pt idx="2821" formatCode="###,###,###,##0.0000">
                  <c:v>3.63</c:v>
                </c:pt>
                <c:pt idx="2822" formatCode="###,###,###,##0.0000">
                  <c:v>3.64</c:v>
                </c:pt>
                <c:pt idx="2823" formatCode="###,###,###,##0.0000">
                  <c:v>3.66</c:v>
                </c:pt>
                <c:pt idx="2824" formatCode="###,###,###,##0.0000">
                  <c:v>3.69</c:v>
                </c:pt>
                <c:pt idx="2825" formatCode="###,###,###,##0.0000">
                  <c:v>3.67</c:v>
                </c:pt>
                <c:pt idx="2826" formatCode="###,###,###,##0.0000">
                  <c:v>3.66</c:v>
                </c:pt>
                <c:pt idx="2827" formatCode="###,###,###,##0.0000">
                  <c:v>3.66</c:v>
                </c:pt>
                <c:pt idx="2828" formatCode="###,###,###,##0.0000">
                  <c:v>3.66</c:v>
                </c:pt>
                <c:pt idx="2829" formatCode="###,###,###,##0.0000">
                  <c:v>3.67</c:v>
                </c:pt>
                <c:pt idx="2830" formatCode="###,###,###,##0.0000">
                  <c:v>3.68</c:v>
                </c:pt>
                <c:pt idx="2831" formatCode="###,###,###,##0.0000">
                  <c:v>3.76</c:v>
                </c:pt>
                <c:pt idx="2832" formatCode="###,###,###,##0.0000">
                  <c:v>3.73</c:v>
                </c:pt>
                <c:pt idx="2834" formatCode="###,###,###,##0.0000">
                  <c:v>3.69</c:v>
                </c:pt>
                <c:pt idx="2835" formatCode="###,###,###,##0.0000">
                  <c:v>3.7</c:v>
                </c:pt>
                <c:pt idx="2836" formatCode="###,###,###,##0.0000">
                  <c:v>3.67</c:v>
                </c:pt>
                <c:pt idx="2837" formatCode="###,###,###,##0.0000">
                  <c:v>3.72</c:v>
                </c:pt>
                <c:pt idx="2838" formatCode="###,###,###,##0.0000">
                  <c:v>3.77</c:v>
                </c:pt>
                <c:pt idx="2839" formatCode="###,###,###,##0.0000">
                  <c:v>3.8</c:v>
                </c:pt>
                <c:pt idx="2840" formatCode="###,###,###,##0.0000">
                  <c:v>3.73</c:v>
                </c:pt>
                <c:pt idx="2842" formatCode="###,###,###,##0.0000">
                  <c:v>3.76</c:v>
                </c:pt>
                <c:pt idx="2843" formatCode="###,###,###,##0.0000">
                  <c:v>3.76</c:v>
                </c:pt>
                <c:pt idx="2844" formatCode="###,###,###,##0.0000">
                  <c:v>3.75</c:v>
                </c:pt>
                <c:pt idx="2845" formatCode="###,###,###,##0.0000">
                  <c:v>3.75</c:v>
                </c:pt>
                <c:pt idx="2846" formatCode="###,###,###,##0.0000">
                  <c:v>3.77</c:v>
                </c:pt>
                <c:pt idx="2847" formatCode="###,###,###,##0.0000">
                  <c:v>3.78</c:v>
                </c:pt>
                <c:pt idx="2848" formatCode="###,###,###,##0.0000">
                  <c:v>3.8</c:v>
                </c:pt>
                <c:pt idx="2850" formatCode="###,###,###,##0.0000">
                  <c:v>3.76</c:v>
                </c:pt>
                <c:pt idx="2851" formatCode="###,###,###,##0.0000">
                  <c:v>3.73</c:v>
                </c:pt>
                <c:pt idx="2852" formatCode="###,###,###,##0.0000">
                  <c:v>3.72</c:v>
                </c:pt>
                <c:pt idx="2853" formatCode="###,###,###,##0.0000">
                  <c:v>3.67</c:v>
                </c:pt>
                <c:pt idx="2854" formatCode="###,###,###,##0.0000">
                  <c:v>3.67</c:v>
                </c:pt>
                <c:pt idx="2856" formatCode="###,###,###,##0.0000">
                  <c:v>3.76</c:v>
                </c:pt>
                <c:pt idx="2857" formatCode="###,###,###,##0.0000">
                  <c:v>3.92</c:v>
                </c:pt>
                <c:pt idx="2858" formatCode="###,###,###,##0.0000">
                  <c:v>4</c:v>
                </c:pt>
                <c:pt idx="2859" formatCode="###,###,###,##0.0000">
                  <c:v>3.94</c:v>
                </c:pt>
                <c:pt idx="2860" formatCode="###,###,###,##0.0000">
                  <c:v>3.94</c:v>
                </c:pt>
                <c:pt idx="2861" formatCode="###,###,###,##0.0000">
                  <c:v>3.98</c:v>
                </c:pt>
                <c:pt idx="2862" formatCode="###,###,###,##0.0000">
                  <c:v>3.97</c:v>
                </c:pt>
                <c:pt idx="2863" formatCode="###,###,###,##0.0000">
                  <c:v>4</c:v>
                </c:pt>
                <c:pt idx="2864" formatCode="###,###,###,##0.0000">
                  <c:v>4</c:v>
                </c:pt>
                <c:pt idx="2865" formatCode="###,###,###,##0.0000">
                  <c:v>3.87</c:v>
                </c:pt>
                <c:pt idx="2866" formatCode="###,###,###,##0.0000">
                  <c:v>3.79</c:v>
                </c:pt>
                <c:pt idx="2867" formatCode="###,###,###,##0.0000">
                  <c:v>3.76</c:v>
                </c:pt>
                <c:pt idx="2868" formatCode="###,###,###,##0.0000">
                  <c:v>3.79</c:v>
                </c:pt>
                <c:pt idx="2869" formatCode="###,###,###,##0.0000">
                  <c:v>3.83</c:v>
                </c:pt>
                <c:pt idx="2870" formatCode="###,###,###,##0.0000">
                  <c:v>3.89</c:v>
                </c:pt>
                <c:pt idx="2871" formatCode="###,###,###,##0.0000">
                  <c:v>3.84</c:v>
                </c:pt>
                <c:pt idx="2872" formatCode="###,###,###,##0.0000">
                  <c:v>3.79</c:v>
                </c:pt>
                <c:pt idx="2873" formatCode="###,###,###,##0.0000">
                  <c:v>3.88</c:v>
                </c:pt>
                <c:pt idx="2874" formatCode="###,###,###,##0.0000">
                  <c:v>3.88</c:v>
                </c:pt>
                <c:pt idx="2875" formatCode="###,###,###,##0.0000">
                  <c:v>3.86</c:v>
                </c:pt>
                <c:pt idx="2876" formatCode="###,###,###,##0.0000">
                  <c:v>3.85</c:v>
                </c:pt>
                <c:pt idx="2877" formatCode="###,###,###,##0.0000">
                  <c:v>3.78</c:v>
                </c:pt>
                <c:pt idx="2878" formatCode="###,###,###,##0.0000">
                  <c:v>3.71</c:v>
                </c:pt>
                <c:pt idx="2879" formatCode="###,###,###,##0.0000">
                  <c:v>3.67</c:v>
                </c:pt>
                <c:pt idx="2880" formatCode="###,###,###,##0.0000">
                  <c:v>3.67</c:v>
                </c:pt>
                <c:pt idx="2881" formatCode="###,###,###,##0.0000">
                  <c:v>3.7</c:v>
                </c:pt>
                <c:pt idx="2882" formatCode="###,###,###,##0.0000">
                  <c:v>3.58</c:v>
                </c:pt>
                <c:pt idx="2883" formatCode="###,###,###,##0.0000">
                  <c:v>3.59</c:v>
                </c:pt>
                <c:pt idx="2884" formatCode="###,###,###,##0.0000">
                  <c:v>3.59</c:v>
                </c:pt>
                <c:pt idx="2885" formatCode="###,###,###,##0.0000">
                  <c:v>3.56</c:v>
                </c:pt>
                <c:pt idx="2886" formatCode="###,###,###,##0.0000">
                  <c:v>3.59</c:v>
                </c:pt>
                <c:pt idx="2887" formatCode="###,###,###,##0.0000">
                  <c:v>3.6</c:v>
                </c:pt>
                <c:pt idx="2888" formatCode="###,###,###,##0.0000">
                  <c:v>3.62</c:v>
                </c:pt>
                <c:pt idx="2889" formatCode="###,###,###,##0.0000">
                  <c:v>3.75</c:v>
                </c:pt>
                <c:pt idx="2890" formatCode="###,###,###,##0.0000">
                  <c:v>3.79</c:v>
                </c:pt>
                <c:pt idx="2891" formatCode="###,###,###,##0.0000">
                  <c:v>3.85</c:v>
                </c:pt>
                <c:pt idx="2892" formatCode="###,###,###,##0.0000">
                  <c:v>3.83</c:v>
                </c:pt>
                <c:pt idx="2893" formatCode="###,###,###,##0.0000">
                  <c:v>3.8</c:v>
                </c:pt>
                <c:pt idx="2894" formatCode="###,###,###,##0.0000">
                  <c:v>3.79</c:v>
                </c:pt>
                <c:pt idx="2895" formatCode="###,###,###,##0.0000">
                  <c:v>3.82</c:v>
                </c:pt>
                <c:pt idx="2896" formatCode="###,###,###,##0.0000">
                  <c:v>3.86</c:v>
                </c:pt>
                <c:pt idx="2897" formatCode="###,###,###,##0.0000">
                  <c:v>3.98</c:v>
                </c:pt>
                <c:pt idx="2898" formatCode="###,###,###,##0.0000">
                  <c:v>3.98</c:v>
                </c:pt>
                <c:pt idx="2899" formatCode="###,###,###,##0.0000">
                  <c:v>4.0199999999999996</c:v>
                </c:pt>
                <c:pt idx="2900" formatCode="###,###,###,##0.0000">
                  <c:v>4.04</c:v>
                </c:pt>
                <c:pt idx="2901" formatCode="###,###,###,##0.0000">
                  <c:v>4.0599999999999996</c:v>
                </c:pt>
                <c:pt idx="2902" formatCode="###,###,###,##0.0000">
                  <c:v>4.07</c:v>
                </c:pt>
                <c:pt idx="2903" formatCode="###,###,###,##0.0000">
                  <c:v>4.08</c:v>
                </c:pt>
                <c:pt idx="2904" formatCode="###,###,###,##0.0000">
                  <c:v>4.08</c:v>
                </c:pt>
                <c:pt idx="2905" formatCode="###,###,###,##0.0000">
                  <c:v>4.07</c:v>
                </c:pt>
                <c:pt idx="2906" formatCode="###,###,###,##0.0000">
                  <c:v>4.07</c:v>
                </c:pt>
                <c:pt idx="2907" formatCode="###,###,###,##0.0000">
                  <c:v>4.09</c:v>
                </c:pt>
                <c:pt idx="2908" formatCode="###,###,###,##0.0000">
                  <c:v>4.08</c:v>
                </c:pt>
                <c:pt idx="2909" formatCode="###,###,###,##0.0000">
                  <c:v>4.13</c:v>
                </c:pt>
                <c:pt idx="2910" formatCode="###,###,###,##0.0000">
                  <c:v>4.16</c:v>
                </c:pt>
                <c:pt idx="2911" formatCode="###,###,###,##0.0000">
                  <c:v>4.18</c:v>
                </c:pt>
                <c:pt idx="2912" formatCode="###,###,###,##0.0000">
                  <c:v>4.1399999999999997</c:v>
                </c:pt>
                <c:pt idx="2913" formatCode="###,###,###,##0.0000">
                  <c:v>4.2</c:v>
                </c:pt>
                <c:pt idx="2914" formatCode="###,###,###,##0.0000">
                  <c:v>4.33</c:v>
                </c:pt>
                <c:pt idx="2915" formatCode="###,###,###,##0.0000">
                  <c:v>4.33</c:v>
                </c:pt>
                <c:pt idx="2917" formatCode="###,###,###,##0.0000">
                  <c:v>4.33</c:v>
                </c:pt>
                <c:pt idx="2918" formatCode="###,###,###,##0.0000">
                  <c:v>4.33</c:v>
                </c:pt>
                <c:pt idx="2919" formatCode="###,###,###,##0.0000">
                  <c:v>4.33</c:v>
                </c:pt>
                <c:pt idx="2920" formatCode="###,###,###,##0.0000">
                  <c:v>4.33</c:v>
                </c:pt>
                <c:pt idx="2921" formatCode="###,###,###,##0.0000">
                  <c:v>4.33</c:v>
                </c:pt>
                <c:pt idx="2923" formatCode="###,###,###,##0.0000">
                  <c:v>4.33</c:v>
                </c:pt>
                <c:pt idx="2924" formatCode="###,###,###,##0.0000">
                  <c:v>4.33</c:v>
                </c:pt>
                <c:pt idx="2925" formatCode="###,###,###,##0.0000">
                  <c:v>4.33</c:v>
                </c:pt>
                <c:pt idx="2926" formatCode="###,###,###,##0.0000">
                  <c:v>4.33</c:v>
                </c:pt>
                <c:pt idx="2927" formatCode="###,###,###,##0.0000">
                  <c:v>4.33</c:v>
                </c:pt>
                <c:pt idx="2928" formatCode="###,###,###,##0.0000">
                  <c:v>4.33</c:v>
                </c:pt>
                <c:pt idx="2929" formatCode="###,###,###,##0.0000">
                  <c:v>4.33</c:v>
                </c:pt>
                <c:pt idx="2930" formatCode="###,###,###,##0.0000">
                  <c:v>4.33</c:v>
                </c:pt>
                <c:pt idx="2931" formatCode="###,###,###,##0.0000">
                  <c:v>4.33</c:v>
                </c:pt>
                <c:pt idx="2932" formatCode="###,###,###,##0.0000">
                  <c:v>4.33</c:v>
                </c:pt>
                <c:pt idx="2934" formatCode="###,###,###,##0.0000">
                  <c:v>4.33</c:v>
                </c:pt>
                <c:pt idx="2935" formatCode="###,###,###,##0.0000">
                  <c:v>4.33</c:v>
                </c:pt>
                <c:pt idx="2936" formatCode="###,###,###,##0.0000">
                  <c:v>4.33</c:v>
                </c:pt>
                <c:pt idx="2937" formatCode="###,###,###,##0.0000">
                  <c:v>4.33</c:v>
                </c:pt>
                <c:pt idx="2938" formatCode="###,###,###,##0.0000">
                  <c:v>4.33</c:v>
                </c:pt>
                <c:pt idx="2939" formatCode="###,###,###,##0.0000">
                  <c:v>4.33</c:v>
                </c:pt>
                <c:pt idx="2940" formatCode="###,###,###,##0.0000">
                  <c:v>4.33</c:v>
                </c:pt>
                <c:pt idx="2941" formatCode="###,###,###,##0.0000">
                  <c:v>4.33</c:v>
                </c:pt>
                <c:pt idx="2942" formatCode="###,###,###,##0.0000">
                  <c:v>4.33</c:v>
                </c:pt>
                <c:pt idx="2943" formatCode="###,###,###,##0.0000">
                  <c:v>4.33</c:v>
                </c:pt>
                <c:pt idx="2944" formatCode="###,###,###,##0.0000">
                  <c:v>4.33</c:v>
                </c:pt>
                <c:pt idx="2945" formatCode="###,###,###,##0.0000">
                  <c:v>4.33</c:v>
                </c:pt>
                <c:pt idx="2946" formatCode="###,###,###,##0.0000">
                  <c:v>4.33</c:v>
                </c:pt>
                <c:pt idx="2947" formatCode="###,###,###,##0.0000">
                  <c:v>4.33</c:v>
                </c:pt>
                <c:pt idx="2948" formatCode="###,###,###,##0.0000">
                  <c:v>4.33</c:v>
                </c:pt>
                <c:pt idx="2950" formatCode="###,###,###,##0.0000">
                  <c:v>4.33</c:v>
                </c:pt>
                <c:pt idx="2951" formatCode="###,###,###,##0.0000">
                  <c:v>4.33</c:v>
                </c:pt>
                <c:pt idx="2952" formatCode="###,###,###,##0.0000">
                  <c:v>4.33</c:v>
                </c:pt>
                <c:pt idx="2953" formatCode="###,###,###,##0.0000">
                  <c:v>4.33</c:v>
                </c:pt>
                <c:pt idx="2954" formatCode="###,###,###,##0.0000">
                  <c:v>4.33</c:v>
                </c:pt>
                <c:pt idx="2955" formatCode="###,###,###,##0.0000">
                  <c:v>4.33</c:v>
                </c:pt>
                <c:pt idx="2956" formatCode="###,###,###,##0.0000">
                  <c:v>4.33</c:v>
                </c:pt>
                <c:pt idx="2957" formatCode="###,###,###,##0.0000">
                  <c:v>4.33</c:v>
                </c:pt>
                <c:pt idx="2958" formatCode="###,###,###,##0.0000">
                  <c:v>4.33</c:v>
                </c:pt>
                <c:pt idx="2959" formatCode="###,###,###,##0.0000">
                  <c:v>4.33</c:v>
                </c:pt>
                <c:pt idx="2960" formatCode="###,###,###,##0.0000">
                  <c:v>4.33</c:v>
                </c:pt>
                <c:pt idx="2961" formatCode="###,###,###,##0.0000">
                  <c:v>4.33</c:v>
                </c:pt>
                <c:pt idx="2962" formatCode="###,###,###,##0.0000">
                  <c:v>4.33</c:v>
                </c:pt>
                <c:pt idx="2963" formatCode="###,###,###,##0.0000">
                  <c:v>4.33</c:v>
                </c:pt>
                <c:pt idx="2964" formatCode="###,###,###,##0.0000">
                  <c:v>4.33</c:v>
                </c:pt>
                <c:pt idx="2965" formatCode="###,###,###,##0.0000">
                  <c:v>4.33</c:v>
                </c:pt>
                <c:pt idx="2966" formatCode="###,###,###,##0.0000">
                  <c:v>4.33</c:v>
                </c:pt>
                <c:pt idx="2967" formatCode="###,###,###,##0.0000">
                  <c:v>4.33</c:v>
                </c:pt>
                <c:pt idx="2968" formatCode="###,###,###,##0.0000">
                  <c:v>4.33</c:v>
                </c:pt>
                <c:pt idx="2969" formatCode="###,###,###,##0.0000">
                  <c:v>4.33</c:v>
                </c:pt>
                <c:pt idx="2970" formatCode="###,###,###,##0.0000">
                  <c:v>4.33</c:v>
                </c:pt>
                <c:pt idx="2971" formatCode="###,###,###,##0.0000">
                  <c:v>4.33</c:v>
                </c:pt>
                <c:pt idx="2972" formatCode="###,###,###,##0.0000">
                  <c:v>4.33</c:v>
                </c:pt>
                <c:pt idx="2973" formatCode="###,###,###,##0.0000">
                  <c:v>4.33</c:v>
                </c:pt>
                <c:pt idx="2974" formatCode="###,###,###,##0.0000">
                  <c:v>4.33</c:v>
                </c:pt>
                <c:pt idx="3056" formatCode="###,###,###,##0.0000">
                  <c:v>6.25</c:v>
                </c:pt>
                <c:pt idx="3057" formatCode="###,###,###,##0.0000">
                  <c:v>6.27</c:v>
                </c:pt>
                <c:pt idx="3058" formatCode="###,###,###,##0.0000">
                  <c:v>6.27</c:v>
                </c:pt>
                <c:pt idx="3059" formatCode="###,###,###,##0.0000">
                  <c:v>6.21</c:v>
                </c:pt>
                <c:pt idx="3060" formatCode="###,###,###,##0.0000">
                  <c:v>6.27</c:v>
                </c:pt>
                <c:pt idx="3061" formatCode="###,###,###,##0.0000">
                  <c:v>6.21</c:v>
                </c:pt>
                <c:pt idx="3062" formatCode="###,###,###,##0.0000">
                  <c:v>6.11</c:v>
                </c:pt>
                <c:pt idx="3063" formatCode="###,###,###,##0.0000">
                  <c:v>6.36</c:v>
                </c:pt>
                <c:pt idx="3064" formatCode="###,###,###,##0.0000">
                  <c:v>6.29</c:v>
                </c:pt>
                <c:pt idx="3065" formatCode="###,###,###,##0.0000">
                  <c:v>6.29</c:v>
                </c:pt>
                <c:pt idx="3066" formatCode="###,###,###,##0.0000">
                  <c:v>6.22</c:v>
                </c:pt>
                <c:pt idx="3067" formatCode="###,###,###,##0.0000">
                  <c:v>6.23</c:v>
                </c:pt>
                <c:pt idx="3068" formatCode="###,###,###,##0.0000">
                  <c:v>6.29</c:v>
                </c:pt>
                <c:pt idx="3069" formatCode="###,###,###,##0.0000">
                  <c:v>6.48</c:v>
                </c:pt>
                <c:pt idx="3070" formatCode="###,###,###,##0.0000">
                  <c:v>6.45</c:v>
                </c:pt>
                <c:pt idx="3072" formatCode="###,###,###,##0.0000">
                  <c:v>6.36</c:v>
                </c:pt>
                <c:pt idx="3073" formatCode="###,###,###,##0.0000">
                  <c:v>6.46</c:v>
                </c:pt>
                <c:pt idx="3074" formatCode="###,###,###,##0.0000">
                  <c:v>6.6</c:v>
                </c:pt>
                <c:pt idx="3075" formatCode="###,###,###,##0.0000">
                  <c:v>6.53</c:v>
                </c:pt>
                <c:pt idx="3076" formatCode="###,###,###,##0.0000">
                  <c:v>6.48</c:v>
                </c:pt>
                <c:pt idx="3077" formatCode="###,###,###,##0.0000">
                  <c:v>6.54</c:v>
                </c:pt>
                <c:pt idx="3078" formatCode="###,###,###,##0.0000">
                  <c:v>6.69</c:v>
                </c:pt>
                <c:pt idx="3079" formatCode="###,###,###,##0.0000">
                  <c:v>6.88</c:v>
                </c:pt>
                <c:pt idx="3080" formatCode="###,###,###,##0.0000">
                  <c:v>7.15</c:v>
                </c:pt>
                <c:pt idx="3081" formatCode="###,###,###,##0.0000">
                  <c:v>7.2</c:v>
                </c:pt>
                <c:pt idx="3083" formatCode="###,###,###,##0.0000">
                  <c:v>7.45</c:v>
                </c:pt>
                <c:pt idx="3084" formatCode="###,###,###,##0.0000">
                  <c:v>7.59</c:v>
                </c:pt>
                <c:pt idx="3085" formatCode="###,###,###,##0.0000">
                  <c:v>7.5</c:v>
                </c:pt>
                <c:pt idx="3086" formatCode="###,###,###,##0.0000">
                  <c:v>7.65</c:v>
                </c:pt>
                <c:pt idx="3087" formatCode="###,###,###,##0.0000">
                  <c:v>8.0299999999999994</c:v>
                </c:pt>
                <c:pt idx="3088" formatCode="###,###,###,##0.0000">
                  <c:v>7.95</c:v>
                </c:pt>
                <c:pt idx="3089" formatCode="###,###,###,##0.0000">
                  <c:v>8.08</c:v>
                </c:pt>
                <c:pt idx="3090" formatCode="###,###,###,##0.0000">
                  <c:v>8.16</c:v>
                </c:pt>
                <c:pt idx="3091" formatCode="###,###,###,##0.0000">
                  <c:v>8.2100000000000009</c:v>
                </c:pt>
                <c:pt idx="3092" formatCode="###,###,###,##0.0000">
                  <c:v>8.35</c:v>
                </c:pt>
                <c:pt idx="3094" formatCode="###,###,###,##0.0000">
                  <c:v>8.11</c:v>
                </c:pt>
                <c:pt idx="3095" formatCode="###,###,###,##0.0000">
                  <c:v>8.1999999999999993</c:v>
                </c:pt>
                <c:pt idx="3096" formatCode="###,###,###,##0.0000">
                  <c:v>8.15</c:v>
                </c:pt>
                <c:pt idx="3097" formatCode="###,###,###,##0.0000">
                  <c:v>7.65</c:v>
                </c:pt>
                <c:pt idx="3098" formatCode="###,###,###,##0.0000">
                  <c:v>7.34</c:v>
                </c:pt>
                <c:pt idx="3099" formatCode="###,###,###,##0.0000">
                  <c:v>7.34</c:v>
                </c:pt>
                <c:pt idx="3100" formatCode="###,###,###,##0.0000">
                  <c:v>7.49</c:v>
                </c:pt>
                <c:pt idx="3101" formatCode="###,###,###,##0.0000">
                  <c:v>7.49</c:v>
                </c:pt>
                <c:pt idx="3102" formatCode="###,###,###,##0.0000">
                  <c:v>7.56</c:v>
                </c:pt>
                <c:pt idx="3103" formatCode="###,###,###,##0.0000">
                  <c:v>7.51</c:v>
                </c:pt>
                <c:pt idx="3104" formatCode="###,###,###,##0.0000">
                  <c:v>7.49</c:v>
                </c:pt>
                <c:pt idx="3105" formatCode="###,###,###,##0.0000">
                  <c:v>7.14</c:v>
                </c:pt>
                <c:pt idx="3106" formatCode="###,###,###,##0.0000">
                  <c:v>7.18</c:v>
                </c:pt>
                <c:pt idx="3107" formatCode="###,###,###,##0.0000">
                  <c:v>7.55</c:v>
                </c:pt>
                <c:pt idx="3108" formatCode="###,###,###,##0.0000">
                  <c:v>7.48</c:v>
                </c:pt>
                <c:pt idx="3109" formatCode="###,###,###,##0.0000">
                  <c:v>7.48</c:v>
                </c:pt>
                <c:pt idx="3110" formatCode="###,###,###,##0.0000">
                  <c:v>7.73</c:v>
                </c:pt>
                <c:pt idx="3111" formatCode="###,###,###,##0.0000">
                  <c:v>7.59</c:v>
                </c:pt>
                <c:pt idx="3112" formatCode="###,###,###,##0.0000">
                  <c:v>7.42</c:v>
                </c:pt>
                <c:pt idx="3113" formatCode="###,###,###,##0.0000">
                  <c:v>7.63</c:v>
                </c:pt>
                <c:pt idx="3114" formatCode="###,###,###,##0.0000">
                  <c:v>7.6</c:v>
                </c:pt>
                <c:pt idx="3115" formatCode="###,###,###,##0.0000">
                  <c:v>7.5</c:v>
                </c:pt>
                <c:pt idx="3116" formatCode="###,###,###,##0.0000">
                  <c:v>7.61</c:v>
                </c:pt>
                <c:pt idx="3117" formatCode="###,###,###,##0.0000">
                  <c:v>7.69</c:v>
                </c:pt>
                <c:pt idx="3118" formatCode="###,###,###,##0.0000">
                  <c:v>7.55</c:v>
                </c:pt>
                <c:pt idx="3119" formatCode="###,###,###,##0.0000">
                  <c:v>7.3</c:v>
                </c:pt>
                <c:pt idx="3120" formatCode="###,###,###,##0.0000">
                  <c:v>7.37</c:v>
                </c:pt>
                <c:pt idx="3121" formatCode="###,###,###,##0.0000">
                  <c:v>7.42</c:v>
                </c:pt>
                <c:pt idx="3122" formatCode="###,###,###,##0.0000">
                  <c:v>6.99</c:v>
                </c:pt>
                <c:pt idx="3123" formatCode="###,###,###,##0.0000">
                  <c:v>7.21</c:v>
                </c:pt>
                <c:pt idx="3125" formatCode="###,###,###,##0.0000">
                  <c:v>7.25</c:v>
                </c:pt>
                <c:pt idx="3126" formatCode="###,###,###,##0.0000">
                  <c:v>7.26</c:v>
                </c:pt>
                <c:pt idx="3127" formatCode="###,###,###,##0.0000">
                  <c:v>7.28</c:v>
                </c:pt>
                <c:pt idx="3128" formatCode="###,###,###,##0.0000">
                  <c:v>7.17</c:v>
                </c:pt>
                <c:pt idx="3129" formatCode="###,###,###,##0.0000">
                  <c:v>6.97</c:v>
                </c:pt>
                <c:pt idx="3130" formatCode="###,###,###,##0.0000">
                  <c:v>7.36</c:v>
                </c:pt>
                <c:pt idx="3131" formatCode="###,###,###,##0.0000">
                  <c:v>7.6</c:v>
                </c:pt>
                <c:pt idx="3132" formatCode="###,###,###,##0.0000">
                  <c:v>7.85</c:v>
                </c:pt>
                <c:pt idx="3133" formatCode="###,###,###,##0.0000">
                  <c:v>7.72</c:v>
                </c:pt>
                <c:pt idx="3134" formatCode="###,###,###,##0.0000">
                  <c:v>7.5</c:v>
                </c:pt>
                <c:pt idx="3135" formatCode="###,###,###,##0.0000">
                  <c:v>7.5</c:v>
                </c:pt>
                <c:pt idx="3136" formatCode="###,###,###,##0.0000">
                  <c:v>7.08</c:v>
                </c:pt>
                <c:pt idx="3137" formatCode="###,###,###,##0.0000">
                  <c:v>6.7</c:v>
                </c:pt>
                <c:pt idx="3138" formatCode="###,###,###,##0.0000">
                  <c:v>6.64</c:v>
                </c:pt>
                <c:pt idx="3139" formatCode="###,###,###,##0.0000">
                  <c:v>6.56</c:v>
                </c:pt>
                <c:pt idx="3141" formatCode="###,###,###,##0.0000">
                  <c:v>6.72</c:v>
                </c:pt>
                <c:pt idx="3142" formatCode="###,###,###,##0.0000">
                  <c:v>6.96</c:v>
                </c:pt>
                <c:pt idx="3143" formatCode="###,###,###,##0.0000">
                  <c:v>7.13</c:v>
                </c:pt>
                <c:pt idx="3144" formatCode="###,###,###,##0.0000">
                  <c:v>7.09</c:v>
                </c:pt>
                <c:pt idx="3145" formatCode="###,###,###,##0.0000">
                  <c:v>7</c:v>
                </c:pt>
                <c:pt idx="3146" formatCode="###,###,###,##0.0000">
                  <c:v>7</c:v>
                </c:pt>
                <c:pt idx="3147" formatCode="###,###,###,##0.0000">
                  <c:v>7.16</c:v>
                </c:pt>
                <c:pt idx="3148" formatCode="###,###,###,##0.0000">
                  <c:v>7.16</c:v>
                </c:pt>
                <c:pt idx="3149" formatCode="###,###,###,##0.0000">
                  <c:v>7.26</c:v>
                </c:pt>
                <c:pt idx="3150" formatCode="###,###,###,##0.0000">
                  <c:v>7.09</c:v>
                </c:pt>
                <c:pt idx="3151" formatCode="###,###,###,##0.0000">
                  <c:v>7.09</c:v>
                </c:pt>
                <c:pt idx="3152" formatCode="###,###,###,##0.0000">
                  <c:v>7.11</c:v>
                </c:pt>
                <c:pt idx="3153" formatCode="###,###,###,##0.0000">
                  <c:v>7.11</c:v>
                </c:pt>
                <c:pt idx="3154" formatCode="###,###,###,##0.0000">
                  <c:v>7.2</c:v>
                </c:pt>
                <c:pt idx="3155" formatCode="###,###,###,##0.0000">
                  <c:v>7.09</c:v>
                </c:pt>
                <c:pt idx="3157" formatCode="###,###,###,##0.0000">
                  <c:v>6.68</c:v>
                </c:pt>
                <c:pt idx="3158" formatCode="###,###,###,##0.0000">
                  <c:v>6.58</c:v>
                </c:pt>
                <c:pt idx="3159" formatCode="###,###,###,##0.0000">
                  <c:v>6.55</c:v>
                </c:pt>
                <c:pt idx="3160" formatCode="###,###,###,##0.0000">
                  <c:v>6.6</c:v>
                </c:pt>
                <c:pt idx="3161" formatCode="###,###,###,##0.0000">
                  <c:v>6.59</c:v>
                </c:pt>
                <c:pt idx="3162" formatCode="###,###,###,##0.0000">
                  <c:v>6.55</c:v>
                </c:pt>
                <c:pt idx="3163" formatCode="###,###,###,##0.0000">
                  <c:v>6.46</c:v>
                </c:pt>
                <c:pt idx="3164" formatCode="###,###,###,##0.0000">
                  <c:v>6.53</c:v>
                </c:pt>
                <c:pt idx="3165" formatCode="###,###,###,##0.0000">
                  <c:v>6.53</c:v>
                </c:pt>
                <c:pt idx="3166" formatCode="###,###,###,##0.0000">
                  <c:v>6.73</c:v>
                </c:pt>
                <c:pt idx="3167" formatCode="###,###,###,##0.0000">
                  <c:v>6.69</c:v>
                </c:pt>
                <c:pt idx="3168" formatCode="###,###,###,##0.0000">
                  <c:v>6.69</c:v>
                </c:pt>
                <c:pt idx="3169" formatCode="###,###,###,##0.0000">
                  <c:v>6.69</c:v>
                </c:pt>
                <c:pt idx="3170" formatCode="###,###,###,##0.0000">
                  <c:v>6.44</c:v>
                </c:pt>
                <c:pt idx="3171" formatCode="###,###,###,##0.0000">
                  <c:v>6.33</c:v>
                </c:pt>
                <c:pt idx="3172" formatCode="###,###,###,##0.0000">
                  <c:v>6.32</c:v>
                </c:pt>
                <c:pt idx="3173" formatCode="###,###,###,##0.0000">
                  <c:v>6.41</c:v>
                </c:pt>
                <c:pt idx="3174" formatCode="###,###,###,##0.0000">
                  <c:v>6.48</c:v>
                </c:pt>
                <c:pt idx="3175" formatCode="###,###,###,##0.0000">
                  <c:v>6.55</c:v>
                </c:pt>
                <c:pt idx="3176" formatCode="###,###,###,##0.0000">
                  <c:v>6.6</c:v>
                </c:pt>
                <c:pt idx="3177" formatCode="###,###,###,##0.0000">
                  <c:v>6.42</c:v>
                </c:pt>
                <c:pt idx="3178" formatCode="###,###,###,##0.0000">
                  <c:v>6.36</c:v>
                </c:pt>
                <c:pt idx="3179" formatCode="###,###,###,##0.0000">
                  <c:v>6.36</c:v>
                </c:pt>
                <c:pt idx="3180" formatCode="###,###,###,##0.0000">
                  <c:v>6.36</c:v>
                </c:pt>
                <c:pt idx="3181" formatCode="###,###,###,##0.0000">
                  <c:v>6.36</c:v>
                </c:pt>
                <c:pt idx="3182" formatCode="###,###,###,##0.0000">
                  <c:v>6.36</c:v>
                </c:pt>
                <c:pt idx="3183" formatCode="###,###,###,##0.0000">
                  <c:v>6.36</c:v>
                </c:pt>
                <c:pt idx="3184" formatCode="###,###,###,##0.0000">
                  <c:v>6.36</c:v>
                </c:pt>
                <c:pt idx="3185" formatCode="###,###,###,##0.0000">
                  <c:v>6.36</c:v>
                </c:pt>
                <c:pt idx="3186" formatCode="###,###,###,##0.0000">
                  <c:v>6.36</c:v>
                </c:pt>
                <c:pt idx="3187" formatCode="###,###,###,##0.0000">
                  <c:v>6.36</c:v>
                </c:pt>
                <c:pt idx="3188" formatCode="###,###,###,##0.0000">
                  <c:v>6.36</c:v>
                </c:pt>
                <c:pt idx="3189" formatCode="###,###,###,##0.0000">
                  <c:v>6.36</c:v>
                </c:pt>
                <c:pt idx="3190" formatCode="###,###,###,##0.0000">
                  <c:v>6.36</c:v>
                </c:pt>
                <c:pt idx="3191" formatCode="###,###,###,##0.0000">
                  <c:v>6.36</c:v>
                </c:pt>
                <c:pt idx="3193" formatCode="###,###,###,##0.0000">
                  <c:v>6.36</c:v>
                </c:pt>
                <c:pt idx="3194" formatCode="###,###,###,##0.0000">
                  <c:v>6.36</c:v>
                </c:pt>
                <c:pt idx="3195" formatCode="###,###,###,##0.0000">
                  <c:v>6.36</c:v>
                </c:pt>
                <c:pt idx="3196" formatCode="###,###,###,##0.0000">
                  <c:v>6.36</c:v>
                </c:pt>
                <c:pt idx="3197" formatCode="###,###,###,##0.0000">
                  <c:v>6.36</c:v>
                </c:pt>
                <c:pt idx="3199" formatCode="###,###,###,##0.0000">
                  <c:v>6.36</c:v>
                </c:pt>
                <c:pt idx="3200" formatCode="###,###,###,##0.0000">
                  <c:v>6.36</c:v>
                </c:pt>
                <c:pt idx="3201" formatCode="###,###,###,##0.0000">
                  <c:v>6.36</c:v>
                </c:pt>
                <c:pt idx="3202" formatCode="###,###,###,##0.0000">
                  <c:v>6.36</c:v>
                </c:pt>
                <c:pt idx="3203" formatCode="###,###,###,##0.0000">
                  <c:v>6.24</c:v>
                </c:pt>
                <c:pt idx="3204" formatCode="###,###,###,##0.0000">
                  <c:v>6.19</c:v>
                </c:pt>
                <c:pt idx="3205" formatCode="###,###,###,##0.0000">
                  <c:v>6.16</c:v>
                </c:pt>
                <c:pt idx="3206" formatCode="###,###,###,##0.0000">
                  <c:v>6.11</c:v>
                </c:pt>
                <c:pt idx="3207" formatCode="###,###,###,##0.0000">
                  <c:v>6.12</c:v>
                </c:pt>
                <c:pt idx="3208" formatCode="###,###,###,##0.0000">
                  <c:v>6.05</c:v>
                </c:pt>
                <c:pt idx="3211" formatCode="###,###,###,##0.0000">
                  <c:v>6.02</c:v>
                </c:pt>
                <c:pt idx="3212" formatCode="###,###,###,##0.0000">
                  <c:v>5.92</c:v>
                </c:pt>
                <c:pt idx="3213" formatCode="###,###,###,##0.0000">
                  <c:v>5.82</c:v>
                </c:pt>
                <c:pt idx="3214" formatCode="###,###,###,##0.0000">
                  <c:v>5.88</c:v>
                </c:pt>
                <c:pt idx="3215" formatCode="###,###,###,##0.0000">
                  <c:v>5.97</c:v>
                </c:pt>
                <c:pt idx="3216" formatCode="###,###,###,##0.0000">
                  <c:v>6.04</c:v>
                </c:pt>
                <c:pt idx="3217" formatCode="###,###,###,##0.0000">
                  <c:v>6.04</c:v>
                </c:pt>
                <c:pt idx="3218" formatCode="###,###,###,##0.0000">
                  <c:v>6.13</c:v>
                </c:pt>
                <c:pt idx="3219" formatCode="###,###,###,##0.0000">
                  <c:v>6.06</c:v>
                </c:pt>
                <c:pt idx="3220" formatCode="###,###,###,##0.0000">
                  <c:v>6.11</c:v>
                </c:pt>
                <c:pt idx="3221" formatCode="###,###,###,##0.0000">
                  <c:v>6.11</c:v>
                </c:pt>
                <c:pt idx="3222" formatCode="###,###,###,##0.0000">
                  <c:v>6.03</c:v>
                </c:pt>
                <c:pt idx="3223" formatCode="###,###,###,##0.0000">
                  <c:v>6.17</c:v>
                </c:pt>
                <c:pt idx="3224" formatCode="###,###,###,##0.0000">
                  <c:v>6.23</c:v>
                </c:pt>
                <c:pt idx="3225" formatCode="###,###,###,##0.0000">
                  <c:v>6.28</c:v>
                </c:pt>
                <c:pt idx="3227" formatCode="###,###,###,##0.0000">
                  <c:v>6.48</c:v>
                </c:pt>
                <c:pt idx="3228" formatCode="###,###,###,##0.0000">
                  <c:v>6.38</c:v>
                </c:pt>
                <c:pt idx="3229" formatCode="###,###,###,##0.0000">
                  <c:v>6.29</c:v>
                </c:pt>
                <c:pt idx="3230" formatCode="###,###,###,##0.0000">
                  <c:v>6.22</c:v>
                </c:pt>
                <c:pt idx="3231" formatCode="###,###,###,##0.0000">
                  <c:v>6.15</c:v>
                </c:pt>
                <c:pt idx="3232" formatCode="#,##0.00">
                  <c:v>6.14</c:v>
                </c:pt>
                <c:pt idx="3233" formatCode="#,##0.00">
                  <c:v>6.12</c:v>
                </c:pt>
                <c:pt idx="3234" formatCode="#,##0.00">
                  <c:v>6.26</c:v>
                </c:pt>
                <c:pt idx="3235" formatCode="#,##0.00">
                  <c:v>6.26</c:v>
                </c:pt>
                <c:pt idx="3236" formatCode="#,##0.00">
                  <c:v>6.34</c:v>
                </c:pt>
                <c:pt idx="3239" formatCode="#,##0.00">
                  <c:v>6.33</c:v>
                </c:pt>
                <c:pt idx="3240" formatCode="#,##0.00">
                  <c:v>6.27</c:v>
                </c:pt>
                <c:pt idx="3241" formatCode="#,##0.00">
                  <c:v>6.32</c:v>
                </c:pt>
                <c:pt idx="3242" formatCode="#,##0.00">
                  <c:v>6.29</c:v>
                </c:pt>
                <c:pt idx="3243" formatCode="#,##0.00">
                  <c:v>6.27</c:v>
                </c:pt>
                <c:pt idx="3246" formatCode="#,##0.00">
                  <c:v>6.33</c:v>
                </c:pt>
                <c:pt idx="3247" formatCode="#,##0.00">
                  <c:v>6.51</c:v>
                </c:pt>
                <c:pt idx="3248" formatCode="#,##0.00">
                  <c:v>6.5</c:v>
                </c:pt>
                <c:pt idx="3249" formatCode="#,##0.00">
                  <c:v>6.5</c:v>
                </c:pt>
                <c:pt idx="3250" formatCode="#,##0.00">
                  <c:v>6.5</c:v>
                </c:pt>
                <c:pt idx="3253" formatCode="#,##0.00">
                  <c:v>6.52</c:v>
                </c:pt>
                <c:pt idx="3254" formatCode="#,##0.00">
                  <c:v>6.38</c:v>
                </c:pt>
                <c:pt idx="3255" formatCode="#,##0.00">
                  <c:v>6.44</c:v>
                </c:pt>
                <c:pt idx="3256" formatCode="#,##0.00">
                  <c:v>6.54</c:v>
                </c:pt>
                <c:pt idx="3257" formatCode="#,##0.00">
                  <c:v>6.62</c:v>
                </c:pt>
                <c:pt idx="3260" formatCode="#,##0.00">
                  <c:v>6.6</c:v>
                </c:pt>
                <c:pt idx="3261" formatCode="#,##0.00">
                  <c:v>6.66</c:v>
                </c:pt>
                <c:pt idx="3262" formatCode="#,##0.00">
                  <c:v>6.68</c:v>
                </c:pt>
                <c:pt idx="3263" formatCode="#,##0.00">
                  <c:v>6.72</c:v>
                </c:pt>
                <c:pt idx="3264" formatCode="#,##0.00">
                  <c:v>6.7</c:v>
                </c:pt>
                <c:pt idx="3267" formatCode="#,##0.00">
                  <c:v>6.66</c:v>
                </c:pt>
                <c:pt idx="3268" formatCode="#,##0.00">
                  <c:v>6.72</c:v>
                </c:pt>
                <c:pt idx="3269" formatCode="#,##0.00">
                  <c:v>6.67</c:v>
                </c:pt>
                <c:pt idx="3270" formatCode="#,##0.00">
                  <c:v>6.73</c:v>
                </c:pt>
                <c:pt idx="3271" formatCode="#,##0.00">
                  <c:v>6.75</c:v>
                </c:pt>
                <c:pt idx="3274" formatCode="#,##0.00">
                  <c:v>6.72</c:v>
                </c:pt>
                <c:pt idx="3275" formatCode="#,##0.00">
                  <c:v>6.76</c:v>
                </c:pt>
                <c:pt idx="3276" formatCode="#,##0.00">
                  <c:v>6.8</c:v>
                </c:pt>
                <c:pt idx="3277" formatCode="#,##0.00">
                  <c:v>6.83</c:v>
                </c:pt>
                <c:pt idx="3278" formatCode="#,##0.00">
                  <c:v>6.83</c:v>
                </c:pt>
                <c:pt idx="3281" formatCode="#,##0.00">
                  <c:v>6.92</c:v>
                </c:pt>
                <c:pt idx="3282" formatCode="#,##0.00">
                  <c:v>6.88</c:v>
                </c:pt>
                <c:pt idx="3283" formatCode="#,##0.00">
                  <c:v>6.89</c:v>
                </c:pt>
                <c:pt idx="3284" formatCode="#,##0.00">
                  <c:v>6.79</c:v>
                </c:pt>
                <c:pt idx="3285" formatCode="#,##0.00">
                  <c:v>6.79</c:v>
                </c:pt>
                <c:pt idx="3288" formatCode="#,##0.00">
                  <c:v>6.7</c:v>
                </c:pt>
                <c:pt idx="3289" formatCode="#,##0.00">
                  <c:v>6.91</c:v>
                </c:pt>
                <c:pt idx="3290" formatCode="#,##0.00">
                  <c:v>6.84</c:v>
                </c:pt>
                <c:pt idx="3291" formatCode="#,##0.00">
                  <c:v>6.86</c:v>
                </c:pt>
                <c:pt idx="3292" formatCode="#,##0.00">
                  <c:v>6.89</c:v>
                </c:pt>
                <c:pt idx="3295" formatCode="#,##0.00">
                  <c:v>6.83</c:v>
                </c:pt>
                <c:pt idx="3296" formatCode="#,##0.00">
                  <c:v>6.89</c:v>
                </c:pt>
                <c:pt idx="3297" formatCode="#,##0.00">
                  <c:v>6.87</c:v>
                </c:pt>
                <c:pt idx="3298" formatCode="#,##0.00">
                  <c:v>6.76</c:v>
                </c:pt>
                <c:pt idx="3299" formatCode="#,##0.00">
                  <c:v>6.85</c:v>
                </c:pt>
                <c:pt idx="3302" formatCode="#,##0.00">
                  <c:v>6.85</c:v>
                </c:pt>
                <c:pt idx="3303" formatCode="#,##0.00">
                  <c:v>6.88</c:v>
                </c:pt>
                <c:pt idx="3304" formatCode="#,##0.00">
                  <c:v>7.11</c:v>
                </c:pt>
                <c:pt idx="3305" formatCode="#,##0.00">
                  <c:v>7.11</c:v>
                </c:pt>
                <c:pt idx="3306" formatCode="#,##0.00">
                  <c:v>7.17</c:v>
                </c:pt>
                <c:pt idx="3309" formatCode="#,##0.00">
                  <c:v>7.21</c:v>
                </c:pt>
                <c:pt idx="3310" formatCode="#,##0.00">
                  <c:v>7.2</c:v>
                </c:pt>
                <c:pt idx="3311" formatCode="#,##0.00">
                  <c:v>7.38</c:v>
                </c:pt>
                <c:pt idx="3312" formatCode="#,##0.00">
                  <c:v>7.36</c:v>
                </c:pt>
                <c:pt idx="3313" formatCode="#,##0.00">
                  <c:v>7.47</c:v>
                </c:pt>
                <c:pt idx="3316" formatCode="#,##0.00">
                  <c:v>7.37</c:v>
                </c:pt>
                <c:pt idx="3317" formatCode="#,##0.00">
                  <c:v>7.28</c:v>
                </c:pt>
                <c:pt idx="3318" formatCode="#,##0.00">
                  <c:v>7.15</c:v>
                </c:pt>
                <c:pt idx="3319" formatCode="#,##0.00">
                  <c:v>7.1</c:v>
                </c:pt>
                <c:pt idx="3320" formatCode="#,##0.00">
                  <c:v>7.13</c:v>
                </c:pt>
                <c:pt idx="3323" formatCode="#,##0.00">
                  <c:v>7.28</c:v>
                </c:pt>
                <c:pt idx="3324" formatCode="#,##0.00">
                  <c:v>7.29</c:v>
                </c:pt>
                <c:pt idx="3325" formatCode="#,##0.00">
                  <c:v>7.44</c:v>
                </c:pt>
                <c:pt idx="3326" formatCode="#,##0.00">
                  <c:v>7.39</c:v>
                </c:pt>
                <c:pt idx="3327" formatCode="#,##0.00">
                  <c:v>7.48</c:v>
                </c:pt>
                <c:pt idx="3328" formatCode="#,##0.00">
                  <c:v>7.53</c:v>
                </c:pt>
                <c:pt idx="3329" formatCode="#,##0.00">
                  <c:v>7.35</c:v>
                </c:pt>
                <c:pt idx="3330" formatCode="#,##0.00">
                  <c:v>7.37</c:v>
                </c:pt>
                <c:pt idx="3331" formatCode="#,##0.00">
                  <c:v>7.4</c:v>
                </c:pt>
                <c:pt idx="3332" formatCode="#,##0.00">
                  <c:v>7.44</c:v>
                </c:pt>
                <c:pt idx="3334" formatCode="#,##0.00">
                  <c:v>7.44</c:v>
                </c:pt>
                <c:pt idx="3335" formatCode="#,##0.00">
                  <c:v>7.65</c:v>
                </c:pt>
                <c:pt idx="3336" formatCode="#,##0.00">
                  <c:v>7.74</c:v>
                </c:pt>
                <c:pt idx="3337" formatCode="#,##0.00">
                  <c:v>7.85</c:v>
                </c:pt>
                <c:pt idx="3338" formatCode="#,##0.00">
                  <c:v>7.49</c:v>
                </c:pt>
                <c:pt idx="3339" formatCode="#,##0.00">
                  <c:v>7.87</c:v>
                </c:pt>
                <c:pt idx="3340" formatCode="#,##0.00">
                  <c:v>8.24</c:v>
                </c:pt>
                <c:pt idx="3348" formatCode="#,##0.00">
                  <c:v>8.67</c:v>
                </c:pt>
                <c:pt idx="3349" formatCode="#,##0.00">
                  <c:v>8.5299999999999994</c:v>
                </c:pt>
                <c:pt idx="3350" formatCode="#,##0.00">
                  <c:v>8.6199999999999992</c:v>
                </c:pt>
                <c:pt idx="3351" formatCode="#,##0.00">
                  <c:v>8.34</c:v>
                </c:pt>
                <c:pt idx="3352" formatCode="#,##0.00">
                  <c:v>8.59</c:v>
                </c:pt>
                <c:pt idx="3353" formatCode="#,##0.00">
                  <c:v>8.52</c:v>
                </c:pt>
                <c:pt idx="3356" formatCode="#,##0.00">
                  <c:v>8.67</c:v>
                </c:pt>
                <c:pt idx="3357" formatCode="#,##0.00">
                  <c:v>8.6300000000000008</c:v>
                </c:pt>
                <c:pt idx="3358" formatCode="#,##0.00">
                  <c:v>8.68</c:v>
                </c:pt>
                <c:pt idx="3359" formatCode="#,##0.00">
                  <c:v>8.56</c:v>
                </c:pt>
                <c:pt idx="3360" formatCode="#,##0.00">
                  <c:v>8.6199999999999992</c:v>
                </c:pt>
                <c:pt idx="3361" formatCode="#,##0.00">
                  <c:v>8.56</c:v>
                </c:pt>
                <c:pt idx="3362" formatCode="#,##0.00">
                  <c:v>8.34</c:v>
                </c:pt>
                <c:pt idx="3363" formatCode="#,##0.00">
                  <c:v>8.57</c:v>
                </c:pt>
                <c:pt idx="3364" formatCode="#,##0.00">
                  <c:v>8.68</c:v>
                </c:pt>
                <c:pt idx="3365" formatCode="#,##0.00">
                  <c:v>8.3699999999999992</c:v>
                </c:pt>
                <c:pt idx="3367" formatCode="#,##0.00">
                  <c:v>8.5299999999999994</c:v>
                </c:pt>
                <c:pt idx="3368" formatCode="#,##0.00">
                  <c:v>8.6199999999999992</c:v>
                </c:pt>
                <c:pt idx="3369" formatCode="#,##0.00">
                  <c:v>8.6300000000000008</c:v>
                </c:pt>
                <c:pt idx="3370" formatCode="#,##0.00">
                  <c:v>8.65</c:v>
                </c:pt>
                <c:pt idx="3374" formatCode="#,##0.00">
                  <c:v>8.7100000000000009</c:v>
                </c:pt>
                <c:pt idx="3375" formatCode="#,##0.00">
                  <c:v>8.83</c:v>
                </c:pt>
                <c:pt idx="3376" formatCode="#,##0.00">
                  <c:v>8.9</c:v>
                </c:pt>
                <c:pt idx="3377" formatCode="#,##0.00">
                  <c:v>8.92</c:v>
                </c:pt>
                <c:pt idx="3378" formatCode="#,##0.00">
                  <c:v>8.92</c:v>
                </c:pt>
                <c:pt idx="3381" formatCode="#,##0.00">
                  <c:v>9.15</c:v>
                </c:pt>
                <c:pt idx="3382" formatCode="#,##0.00">
                  <c:v>9.06</c:v>
                </c:pt>
                <c:pt idx="3383" formatCode="#,##0.00">
                  <c:v>9.0399999999999991</c:v>
                </c:pt>
                <c:pt idx="3384" formatCode="#,##0.00">
                  <c:v>8.8800000000000008</c:v>
                </c:pt>
                <c:pt idx="3385" formatCode="#,##0.00">
                  <c:v>8.81</c:v>
                </c:pt>
                <c:pt idx="3388" formatCode="#,##0.00">
                  <c:v>8.89</c:v>
                </c:pt>
                <c:pt idx="3389" formatCode="#,##0.00">
                  <c:v>8.92</c:v>
                </c:pt>
                <c:pt idx="3390" formatCode="#,##0.00">
                  <c:v>9.0399999999999991</c:v>
                </c:pt>
                <c:pt idx="3391" formatCode="#,##0.00">
                  <c:v>9.0399999999999991</c:v>
                </c:pt>
                <c:pt idx="3392" formatCode="#,##0.00">
                  <c:v>9.07</c:v>
                </c:pt>
                <c:pt idx="3395" formatCode="#,##0.00">
                  <c:v>8.9700000000000006</c:v>
                </c:pt>
                <c:pt idx="3396" formatCode="#,##0.00">
                  <c:v>8.8699999999999992</c:v>
                </c:pt>
                <c:pt idx="3397" formatCode="#,##0.00">
                  <c:v>8.85</c:v>
                </c:pt>
                <c:pt idx="3398" formatCode="#,##0.00">
                  <c:v>8.9</c:v>
                </c:pt>
                <c:pt idx="3399" formatCode="#,##0.00">
                  <c:v>8.7899999999999991</c:v>
                </c:pt>
                <c:pt idx="3402" formatCode="#,##0.00">
                  <c:v>8.7100000000000009</c:v>
                </c:pt>
                <c:pt idx="3403" formatCode="#,##0.00">
                  <c:v>8.73</c:v>
                </c:pt>
                <c:pt idx="3404" formatCode="#,##0.00">
                  <c:v>8.89</c:v>
                </c:pt>
                <c:pt idx="3405" formatCode="#,##0.00">
                  <c:v>9</c:v>
                </c:pt>
                <c:pt idx="3406" formatCode="#,##0.00">
                  <c:v>8.81</c:v>
                </c:pt>
                <c:pt idx="3409" formatCode="#,##0.00">
                  <c:v>8.81</c:v>
                </c:pt>
                <c:pt idx="3410" formatCode="#,##0.00">
                  <c:v>8.81</c:v>
                </c:pt>
                <c:pt idx="3411" formatCode="#,##0.00">
                  <c:v>8.81</c:v>
                </c:pt>
                <c:pt idx="3412" formatCode="#,##0.00">
                  <c:v>8.7100000000000009</c:v>
                </c:pt>
                <c:pt idx="3414" formatCode="#,##0.00">
                  <c:v>8.74</c:v>
                </c:pt>
                <c:pt idx="3415" formatCode="#,##0.00">
                  <c:v>8.6300000000000008</c:v>
                </c:pt>
                <c:pt idx="3416" formatCode="#,##0.00">
                  <c:v>8.64</c:v>
                </c:pt>
                <c:pt idx="3417" formatCode="#,##0.00">
                  <c:v>8.56</c:v>
                </c:pt>
                <c:pt idx="3419" formatCode="#,##0.00">
                  <c:v>8.69</c:v>
                </c:pt>
                <c:pt idx="3420" formatCode="#,##0.00">
                  <c:v>8.4499999999999993</c:v>
                </c:pt>
                <c:pt idx="3421" formatCode="#,##0.00">
                  <c:v>8.2100000000000009</c:v>
                </c:pt>
                <c:pt idx="3422" formatCode="#,##0.00">
                  <c:v>8.1999999999999993</c:v>
                </c:pt>
                <c:pt idx="3423" formatCode="#,##0.00">
                  <c:v>8.16</c:v>
                </c:pt>
                <c:pt idx="3424" formatCode="#,##0.00">
                  <c:v>8.32</c:v>
                </c:pt>
                <c:pt idx="3425" formatCode="#,##0.00">
                  <c:v>8.4700000000000006</c:v>
                </c:pt>
                <c:pt idx="3426" formatCode="#,##0.00">
                  <c:v>8.5399999999999991</c:v>
                </c:pt>
                <c:pt idx="3427" formatCode="#,##0.00">
                  <c:v>8.6300000000000008</c:v>
                </c:pt>
                <c:pt idx="3429" formatCode="#,##0.00">
                  <c:v>8.6199999999999992</c:v>
                </c:pt>
                <c:pt idx="3430" formatCode="#,##0.00">
                  <c:v>8.6</c:v>
                </c:pt>
                <c:pt idx="3431" formatCode="#,##0.00">
                  <c:v>8.66</c:v>
                </c:pt>
                <c:pt idx="3432" formatCode="#,##0.00">
                  <c:v>8.8000000000000007</c:v>
                </c:pt>
                <c:pt idx="3433" formatCode="#,##0.00">
                  <c:v>8.76</c:v>
                </c:pt>
                <c:pt idx="3436" formatCode="#,##0.00">
                  <c:v>8.76</c:v>
                </c:pt>
                <c:pt idx="3437" formatCode="#,##0.00">
                  <c:v>8.5299999999999994</c:v>
                </c:pt>
                <c:pt idx="3438" formatCode="#,##0.00">
                  <c:v>8.65</c:v>
                </c:pt>
                <c:pt idx="3439" formatCode="#,##0.00">
                  <c:v>8.4700000000000006</c:v>
                </c:pt>
                <c:pt idx="3440" formatCode="#,##0.00">
                  <c:v>8.5</c:v>
                </c:pt>
                <c:pt idx="3443" formatCode="#,##0.00">
                  <c:v>8.44</c:v>
                </c:pt>
                <c:pt idx="3444" formatCode="#,##0.00">
                  <c:v>8.59</c:v>
                </c:pt>
                <c:pt idx="3445" formatCode="#,##0.00">
                  <c:v>8.6999999999999993</c:v>
                </c:pt>
                <c:pt idx="3446" formatCode="#,##0.00">
                  <c:v>8.44</c:v>
                </c:pt>
                <c:pt idx="3447" formatCode="#,##0.00">
                  <c:v>8.44</c:v>
                </c:pt>
                <c:pt idx="3450" formatCode="#,##0.00">
                  <c:v>8.44</c:v>
                </c:pt>
                <c:pt idx="3451" formatCode="#,##0.00">
                  <c:v>8.26</c:v>
                </c:pt>
                <c:pt idx="3452" formatCode="#,##0.00">
                  <c:v>8.34</c:v>
                </c:pt>
                <c:pt idx="3453" formatCode="#,##0.00">
                  <c:v>8.3699999999999992</c:v>
                </c:pt>
                <c:pt idx="3454" formatCode="#,##0.00">
                  <c:v>8.68</c:v>
                </c:pt>
                <c:pt idx="3457" formatCode="#,##0.00">
                  <c:v>8.7100000000000009</c:v>
                </c:pt>
                <c:pt idx="3458" formatCode="#,##0.00">
                  <c:v>8.23</c:v>
                </c:pt>
                <c:pt idx="3459" formatCode="#,##0.00">
                  <c:v>8.3000000000000007</c:v>
                </c:pt>
                <c:pt idx="3460" formatCode="#,##0.00">
                  <c:v>7.79</c:v>
                </c:pt>
                <c:pt idx="3461" formatCode="#,##0.00">
                  <c:v>7.79</c:v>
                </c:pt>
                <c:pt idx="3464" formatCode="#,##0.00">
                  <c:v>7.79</c:v>
                </c:pt>
                <c:pt idx="3465" formatCode="#,##0.00">
                  <c:v>7.79</c:v>
                </c:pt>
                <c:pt idx="3466" formatCode="#,##0.00">
                  <c:v>7.79</c:v>
                </c:pt>
                <c:pt idx="3467" formatCode="#,##0.00">
                  <c:v>7.79</c:v>
                </c:pt>
                <c:pt idx="3468" formatCode="#,##0.00">
                  <c:v>7.79</c:v>
                </c:pt>
                <c:pt idx="3471" formatCode="#,##0.00">
                  <c:v>7.79</c:v>
                </c:pt>
                <c:pt idx="3472" formatCode="#,##0.00">
                  <c:v>7.79</c:v>
                </c:pt>
                <c:pt idx="3473" formatCode="#,##0.00">
                  <c:v>7.65</c:v>
                </c:pt>
                <c:pt idx="3474" formatCode="#,##0.00">
                  <c:v>7.79</c:v>
                </c:pt>
                <c:pt idx="3475" formatCode="#,##0.00">
                  <c:v>7.81</c:v>
                </c:pt>
                <c:pt idx="3478" formatCode="#,##0.00">
                  <c:v>7.26</c:v>
                </c:pt>
                <c:pt idx="3479" formatCode="#,##0.00">
                  <c:v>7.11</c:v>
                </c:pt>
                <c:pt idx="3480" formatCode="#,##0.00">
                  <c:v>7.11</c:v>
                </c:pt>
                <c:pt idx="3481" formatCode="#,##0.00">
                  <c:v>7.22</c:v>
                </c:pt>
                <c:pt idx="3482" formatCode="#,##0.00">
                  <c:v>7.3</c:v>
                </c:pt>
                <c:pt idx="3485" formatCode="#,##0.00">
                  <c:v>7.28</c:v>
                </c:pt>
                <c:pt idx="3486" formatCode="#,##0.00">
                  <c:v>7.35</c:v>
                </c:pt>
                <c:pt idx="3487" formatCode="#,##0.00">
                  <c:v>7.41</c:v>
                </c:pt>
                <c:pt idx="3488" formatCode="#,##0.00">
                  <c:v>7.49</c:v>
                </c:pt>
                <c:pt idx="3489" formatCode="#,##0.00">
                  <c:v>7.59</c:v>
                </c:pt>
                <c:pt idx="3492" formatCode="#,##0.00">
                  <c:v>7.46</c:v>
                </c:pt>
                <c:pt idx="3493" formatCode="#,##0.00">
                  <c:v>7.24</c:v>
                </c:pt>
                <c:pt idx="3494" formatCode="#,##0.00">
                  <c:v>7.28</c:v>
                </c:pt>
                <c:pt idx="3495" formatCode="#,##0.00">
                  <c:v>7.33</c:v>
                </c:pt>
                <c:pt idx="3496" formatCode="#,##0.00">
                  <c:v>7.39</c:v>
                </c:pt>
                <c:pt idx="3499" formatCode="#,##0.00">
                  <c:v>7.47</c:v>
                </c:pt>
                <c:pt idx="3500" formatCode="#,##0.00">
                  <c:v>7.73</c:v>
                </c:pt>
                <c:pt idx="3501" formatCode="#,##0.00">
                  <c:v>7.73</c:v>
                </c:pt>
                <c:pt idx="3502" formatCode="#,##0.00">
                  <c:v>7.73</c:v>
                </c:pt>
                <c:pt idx="3503" formatCode="#,##0.00">
                  <c:v>7.73</c:v>
                </c:pt>
                <c:pt idx="3506" formatCode="#,##0.00">
                  <c:v>7.73</c:v>
                </c:pt>
                <c:pt idx="3507" formatCode="#,##0.00">
                  <c:v>7.73</c:v>
                </c:pt>
                <c:pt idx="3508" formatCode="#,##0.00">
                  <c:v>7.73</c:v>
                </c:pt>
                <c:pt idx="3509" formatCode="#,##0.00">
                  <c:v>7.63</c:v>
                </c:pt>
                <c:pt idx="3510" formatCode="#,##0.00">
                  <c:v>7.73</c:v>
                </c:pt>
                <c:pt idx="3513" formatCode="#,##0.00">
                  <c:v>7.73</c:v>
                </c:pt>
                <c:pt idx="3514" formatCode="#,##0.00">
                  <c:v>7.85</c:v>
                </c:pt>
                <c:pt idx="3515" formatCode="#,##0.00">
                  <c:v>7.81</c:v>
                </c:pt>
                <c:pt idx="3516" formatCode="#,##0.00">
                  <c:v>7.81</c:v>
                </c:pt>
                <c:pt idx="3517" formatCode="#,##0.00">
                  <c:v>8.01</c:v>
                </c:pt>
                <c:pt idx="3520" formatCode="#,##0.00">
                  <c:v>8.0500000000000007</c:v>
                </c:pt>
                <c:pt idx="3521" formatCode="#,##0.00">
                  <c:v>8.02</c:v>
                </c:pt>
                <c:pt idx="3522" formatCode="#,##0.00">
                  <c:v>7.92</c:v>
                </c:pt>
                <c:pt idx="3523" formatCode="#,##0.00">
                  <c:v>7.87</c:v>
                </c:pt>
                <c:pt idx="3524" formatCode="#,##0.00">
                  <c:v>7.87</c:v>
                </c:pt>
                <c:pt idx="3527" formatCode="#,##0.00">
                  <c:v>7.88</c:v>
                </c:pt>
                <c:pt idx="3528" formatCode="#,##0.00">
                  <c:v>8.0500000000000007</c:v>
                </c:pt>
                <c:pt idx="3529" formatCode="#,##0.00">
                  <c:v>8.0500000000000007</c:v>
                </c:pt>
                <c:pt idx="3530" formatCode="#,##0.00">
                  <c:v>8.08</c:v>
                </c:pt>
                <c:pt idx="3531" formatCode="#,##0.00">
                  <c:v>7.97</c:v>
                </c:pt>
                <c:pt idx="3534" formatCode="#,##0.00">
                  <c:v>7.86</c:v>
                </c:pt>
                <c:pt idx="3535" formatCode="#,##0.00">
                  <c:v>8</c:v>
                </c:pt>
                <c:pt idx="3536" formatCode="#,##0.00">
                  <c:v>8.0299999999999994</c:v>
                </c:pt>
                <c:pt idx="3537" formatCode="#,##0.00">
                  <c:v>8.02</c:v>
                </c:pt>
                <c:pt idx="3541" formatCode="#,##0.00">
                  <c:v>7.95</c:v>
                </c:pt>
                <c:pt idx="3542" formatCode="#,##0.00">
                  <c:v>8.32</c:v>
                </c:pt>
                <c:pt idx="3543" formatCode="#,##0.00">
                  <c:v>8.33</c:v>
                </c:pt>
                <c:pt idx="3544" formatCode="#,##0.00">
                  <c:v>8.25</c:v>
                </c:pt>
                <c:pt idx="3545" formatCode="#,##0.00">
                  <c:v>8.83</c:v>
                </c:pt>
                <c:pt idx="3548" formatCode="#,##0.00">
                  <c:v>8.98</c:v>
                </c:pt>
                <c:pt idx="3549" formatCode="#,##0.00">
                  <c:v>8.92</c:v>
                </c:pt>
                <c:pt idx="3550" formatCode="#,##0.00">
                  <c:v>8.92</c:v>
                </c:pt>
                <c:pt idx="3551" formatCode="#,##0.00">
                  <c:v>8.9499999999999993</c:v>
                </c:pt>
                <c:pt idx="3552" formatCode="#,##0.00">
                  <c:v>8.8699999999999992</c:v>
                </c:pt>
                <c:pt idx="3555" formatCode="#,##0.00">
                  <c:v>8.8000000000000007</c:v>
                </c:pt>
                <c:pt idx="3556" formatCode="#,##0.00">
                  <c:v>8.7799999999999994</c:v>
                </c:pt>
                <c:pt idx="3557" formatCode="#,##0.00">
                  <c:v>8.75</c:v>
                </c:pt>
                <c:pt idx="3558" formatCode="#,##0.00">
                  <c:v>8.81</c:v>
                </c:pt>
                <c:pt idx="3559" formatCode="#,##0.00">
                  <c:v>8.81</c:v>
                </c:pt>
                <c:pt idx="3562" formatCode="#,##0.00">
                  <c:v>8.7799999999999994</c:v>
                </c:pt>
                <c:pt idx="3563" formatCode="#,##0.00">
                  <c:v>8.83</c:v>
                </c:pt>
                <c:pt idx="3564" formatCode="#,##0.00">
                  <c:v>8.82</c:v>
                </c:pt>
                <c:pt idx="3565" formatCode="#,##0.00">
                  <c:v>8.7899999999999991</c:v>
                </c:pt>
                <c:pt idx="3566" formatCode="#,##0.00">
                  <c:v>8.7799999999999994</c:v>
                </c:pt>
                <c:pt idx="3569" formatCode="#,##0.00">
                  <c:v>8.8800000000000008</c:v>
                </c:pt>
                <c:pt idx="3570" formatCode="#,##0.00">
                  <c:v>8.57</c:v>
                </c:pt>
                <c:pt idx="3571" formatCode="#,##0.00">
                  <c:v>8.4700000000000006</c:v>
                </c:pt>
                <c:pt idx="3572" formatCode="#,##0.00">
                  <c:v>8.4600000000000009</c:v>
                </c:pt>
                <c:pt idx="3573" formatCode="#,##0.00">
                  <c:v>8.48</c:v>
                </c:pt>
                <c:pt idx="3576" formatCode="#,##0.00">
                  <c:v>8.43</c:v>
                </c:pt>
                <c:pt idx="3577" formatCode="#,##0.00">
                  <c:v>8.34</c:v>
                </c:pt>
                <c:pt idx="3578" formatCode="#,##0.00">
                  <c:v>8.31</c:v>
                </c:pt>
                <c:pt idx="3579" formatCode="#,##0.00">
                  <c:v>8.0399999999999991</c:v>
                </c:pt>
                <c:pt idx="3580" formatCode="#,##0.00">
                  <c:v>8.08</c:v>
                </c:pt>
                <c:pt idx="3583" formatCode="#,##0.00">
                  <c:v>8.08</c:v>
                </c:pt>
                <c:pt idx="3584" formatCode="#,##0.00">
                  <c:v>8.16</c:v>
                </c:pt>
                <c:pt idx="3585" formatCode="#,##0.00">
                  <c:v>8.15</c:v>
                </c:pt>
                <c:pt idx="3586" formatCode="#,##0.00">
                  <c:v>7.96</c:v>
                </c:pt>
                <c:pt idx="3587" formatCode="#,##0.00">
                  <c:v>7.97</c:v>
                </c:pt>
                <c:pt idx="3590" formatCode="#,##0.00">
                  <c:v>7.88</c:v>
                </c:pt>
                <c:pt idx="3591" formatCode="#,##0.00">
                  <c:v>7.86</c:v>
                </c:pt>
                <c:pt idx="3592" formatCode="#,##0.00">
                  <c:v>7.9</c:v>
                </c:pt>
                <c:pt idx="3594" formatCode="#,##0.00">
                  <c:v>7.9</c:v>
                </c:pt>
                <c:pt idx="3597" formatCode="#,##0.00">
                  <c:v>7.96</c:v>
                </c:pt>
                <c:pt idx="3598" formatCode="#,##0.00">
                  <c:v>7.93</c:v>
                </c:pt>
                <c:pt idx="3599" formatCode="#,##0.00">
                  <c:v>7.89</c:v>
                </c:pt>
                <c:pt idx="3600" formatCode="#,##0.00">
                  <c:v>7.71</c:v>
                </c:pt>
                <c:pt idx="3601" formatCode="#,##0.00">
                  <c:v>7.57</c:v>
                </c:pt>
                <c:pt idx="3604" formatCode="#,##0.00">
                  <c:v>7.51</c:v>
                </c:pt>
                <c:pt idx="3605" formatCode="#,##0.00">
                  <c:v>7.48</c:v>
                </c:pt>
                <c:pt idx="3606" formatCode="#,##0.00">
                  <c:v>7.52</c:v>
                </c:pt>
                <c:pt idx="3607" formatCode="#,##0.00">
                  <c:v>7.53</c:v>
                </c:pt>
                <c:pt idx="3608" formatCode="#,##0.00">
                  <c:v>7.54</c:v>
                </c:pt>
                <c:pt idx="3611" formatCode="#,##0.00">
                  <c:v>7.64</c:v>
                </c:pt>
                <c:pt idx="3612" formatCode="#,##0.00">
                  <c:v>7.66</c:v>
                </c:pt>
                <c:pt idx="3613" formatCode="#,##0.00">
                  <c:v>7.63</c:v>
                </c:pt>
                <c:pt idx="3614" formatCode="#,##0.00">
                  <c:v>7.66</c:v>
                </c:pt>
                <c:pt idx="3615" formatCode="#,##0.00">
                  <c:v>7.66</c:v>
                </c:pt>
                <c:pt idx="3618" formatCode="#,##0.00">
                  <c:v>7.6</c:v>
                </c:pt>
                <c:pt idx="3619" formatCode="#,##0.00">
                  <c:v>7.65</c:v>
                </c:pt>
                <c:pt idx="3620" formatCode="#,##0.00">
                  <c:v>7.72</c:v>
                </c:pt>
                <c:pt idx="3621" formatCode="#,##0.00">
                  <c:v>7.7</c:v>
                </c:pt>
                <c:pt idx="3622" formatCode="#,##0.00">
                  <c:v>7.76</c:v>
                </c:pt>
                <c:pt idx="3626" formatCode="#,##0.00">
                  <c:v>7.85</c:v>
                </c:pt>
                <c:pt idx="3627" formatCode="#,##0.00">
                  <c:v>7.93</c:v>
                </c:pt>
                <c:pt idx="3628" formatCode="#,##0.00">
                  <c:v>7.89</c:v>
                </c:pt>
                <c:pt idx="3632" formatCode="@">
                  <c:v>7.8</c:v>
                </c:pt>
                <c:pt idx="3633" formatCode="@">
                  <c:v>7.8</c:v>
                </c:pt>
                <c:pt idx="3634" formatCode="@">
                  <c:v>7.6</c:v>
                </c:pt>
                <c:pt idx="3635" formatCode="@">
                  <c:v>7.59</c:v>
                </c:pt>
                <c:pt idx="3639" formatCode="@">
                  <c:v>7.49</c:v>
                </c:pt>
                <c:pt idx="3640" formatCode="@">
                  <c:v>7.51</c:v>
                </c:pt>
                <c:pt idx="3641" formatCode="@">
                  <c:v>7.52</c:v>
                </c:pt>
                <c:pt idx="3642" formatCode="@">
                  <c:v>7.67</c:v>
                </c:pt>
                <c:pt idx="3646" formatCode="#,##0.00_ ">
                  <c:v>7.71</c:v>
                </c:pt>
                <c:pt idx="3647" formatCode="#,##0.00_ ">
                  <c:v>7.81</c:v>
                </c:pt>
                <c:pt idx="3648" formatCode="#,##0.00_ ">
                  <c:v>7.77</c:v>
                </c:pt>
                <c:pt idx="3649" formatCode="#,##0.00_ ">
                  <c:v>7.73</c:v>
                </c:pt>
                <c:pt idx="3651" formatCode="#,##0.00_ ">
                  <c:v>7.62</c:v>
                </c:pt>
                <c:pt idx="3652" formatCode="#,##0.00_ ">
                  <c:v>7.73</c:v>
                </c:pt>
                <c:pt idx="3653" formatCode="#,##0.00_ ">
                  <c:v>7.71</c:v>
                </c:pt>
                <c:pt idx="3654" formatCode="#,##0.00_ ">
                  <c:v>7.78</c:v>
                </c:pt>
                <c:pt idx="3655" formatCode="#,##0.00_ ">
                  <c:v>7.79</c:v>
                </c:pt>
                <c:pt idx="3658" formatCode="#,##0.00_ ">
                  <c:v>7.8</c:v>
                </c:pt>
                <c:pt idx="3659" formatCode="#,##0.00_ ">
                  <c:v>7.76</c:v>
                </c:pt>
                <c:pt idx="3660" formatCode="#,##0.00_ ">
                  <c:v>7.69</c:v>
                </c:pt>
                <c:pt idx="3661" formatCode="#,##0.00_ ">
                  <c:v>7.64</c:v>
                </c:pt>
                <c:pt idx="3663" formatCode="#,##0.00_ ">
                  <c:v>7.67</c:v>
                </c:pt>
                <c:pt idx="3664" formatCode="#,##0.00_ ">
                  <c:v>7.62</c:v>
                </c:pt>
                <c:pt idx="3665" formatCode="#,##0.00_ ">
                  <c:v>7.67</c:v>
                </c:pt>
                <c:pt idx="3666" formatCode="#,##0.00_ ">
                  <c:v>7.59</c:v>
                </c:pt>
                <c:pt idx="3668" formatCode="#,##0.00_ ">
                  <c:v>7.73</c:v>
                </c:pt>
                <c:pt idx="3669" formatCode="#,##0.00_ ">
                  <c:v>7.67</c:v>
                </c:pt>
                <c:pt idx="3670" formatCode="#,##0.00_ ">
                  <c:v>7.61</c:v>
                </c:pt>
                <c:pt idx="3671" formatCode="#,##0.00_ ">
                  <c:v>7.6</c:v>
                </c:pt>
                <c:pt idx="3673" formatCode="#,##0.00_ ">
                  <c:v>7.62</c:v>
                </c:pt>
                <c:pt idx="3674" formatCode="#,##0.00_ ">
                  <c:v>7.65</c:v>
                </c:pt>
                <c:pt idx="3675" formatCode="#,##0.00_ ">
                  <c:v>7.58</c:v>
                </c:pt>
                <c:pt idx="3676" formatCode="#,##0.00_ ">
                  <c:v>7.42</c:v>
                </c:pt>
                <c:pt idx="3678" formatCode="#,##0.00_ ">
                  <c:v>7.25</c:v>
                </c:pt>
                <c:pt idx="3679" formatCode="#,##0.00_ ">
                  <c:v>7.13</c:v>
                </c:pt>
                <c:pt idx="3680" formatCode="#,##0.00_ ">
                  <c:v>7.25</c:v>
                </c:pt>
                <c:pt idx="3681" formatCode="#,##0.00_ ">
                  <c:v>7.22</c:v>
                </c:pt>
                <c:pt idx="3683" formatCode="#,##0.00_ ">
                  <c:v>7.29</c:v>
                </c:pt>
                <c:pt idx="3684" formatCode="#,##0.00_ ">
                  <c:v>7.26</c:v>
                </c:pt>
                <c:pt idx="3685" formatCode="#,##0.00_ ">
                  <c:v>7.19</c:v>
                </c:pt>
                <c:pt idx="3686" formatCode="#,##0.00_ ">
                  <c:v>7.03</c:v>
                </c:pt>
                <c:pt idx="3688" formatCode="#,##0.00_ ">
                  <c:v>7.06</c:v>
                </c:pt>
                <c:pt idx="3689" formatCode="#,##0.00_ ">
                  <c:v>7.11</c:v>
                </c:pt>
                <c:pt idx="3690" formatCode="#,##0.00_ ">
                  <c:v>7.1</c:v>
                </c:pt>
                <c:pt idx="3691" formatCode="#,##0.00_ ">
                  <c:v>7.17</c:v>
                </c:pt>
                <c:pt idx="3693" formatCode="#,##0.00_ ">
                  <c:v>7.17</c:v>
                </c:pt>
                <c:pt idx="3694" formatCode="#,##0.00_ ">
                  <c:v>7.14</c:v>
                </c:pt>
                <c:pt idx="3695" formatCode="#,##0.00_ ">
                  <c:v>7.17</c:v>
                </c:pt>
                <c:pt idx="3696" formatCode="#,##0.00_ ">
                  <c:v>7.2</c:v>
                </c:pt>
                <c:pt idx="3698" formatCode="#,##0.00_ ">
                  <c:v>7.31</c:v>
                </c:pt>
                <c:pt idx="3699" formatCode="#,##0.00_ ">
                  <c:v>7.37</c:v>
                </c:pt>
                <c:pt idx="3700" formatCode="#,##0.00_ ">
                  <c:v>7.39</c:v>
                </c:pt>
                <c:pt idx="3701" formatCode="#,##0.00_ ">
                  <c:v>7.42</c:v>
                </c:pt>
                <c:pt idx="3703" formatCode="#,##0.00_ ">
                  <c:v>7.5</c:v>
                </c:pt>
                <c:pt idx="3704" formatCode="#,##0.00_ ">
                  <c:v>7.45</c:v>
                </c:pt>
                <c:pt idx="3705" formatCode="#,##0.00_ ">
                  <c:v>7.44</c:v>
                </c:pt>
                <c:pt idx="3706" formatCode="#,##0.00_ ">
                  <c:v>7.34</c:v>
                </c:pt>
                <c:pt idx="3708" formatCode="#,##0.00_ ">
                  <c:v>7.45</c:v>
                </c:pt>
                <c:pt idx="3709" formatCode="#,##0.00_ ">
                  <c:v>7.42</c:v>
                </c:pt>
                <c:pt idx="3710" formatCode="#,##0.00_ ">
                  <c:v>7.47</c:v>
                </c:pt>
                <c:pt idx="3711" formatCode="#,##0.00_ ">
                  <c:v>7.39</c:v>
                </c:pt>
                <c:pt idx="3713" formatCode="#,##0.00_ ">
                  <c:v>7.63</c:v>
                </c:pt>
                <c:pt idx="3714" formatCode="#,##0.00_ ">
                  <c:v>7.64</c:v>
                </c:pt>
                <c:pt idx="3715" formatCode="#,##0.00_ ">
                  <c:v>7.57</c:v>
                </c:pt>
                <c:pt idx="3716" formatCode="#,##0.00_ ">
                  <c:v>7.48</c:v>
                </c:pt>
                <c:pt idx="3717" formatCode="#,##0.00_ ">
                  <c:v>7.48</c:v>
                </c:pt>
                <c:pt idx="3719" formatCode="#,##0.00_ ">
                  <c:v>7.36</c:v>
                </c:pt>
                <c:pt idx="3720" formatCode="#,##0.00_ ">
                  <c:v>7.15</c:v>
                </c:pt>
                <c:pt idx="3721" formatCode="#,##0.00_ ">
                  <c:v>7.1</c:v>
                </c:pt>
                <c:pt idx="3722" formatCode="#,##0.00_ ">
                  <c:v>6.96</c:v>
                </c:pt>
                <c:pt idx="3723" formatCode="#,##0.00_ ">
                  <c:v>7.05</c:v>
                </c:pt>
                <c:pt idx="3725" formatCode="#,##0.00_ ">
                  <c:v>7.04</c:v>
                </c:pt>
                <c:pt idx="3726" formatCode="#,##0.00_ ">
                  <c:v>7.02</c:v>
                </c:pt>
                <c:pt idx="3727" formatCode="#,##0.00_ ">
                  <c:v>7.1</c:v>
                </c:pt>
                <c:pt idx="3728" formatCode="#,##0.00_ ">
                  <c:v>7.01</c:v>
                </c:pt>
                <c:pt idx="3729" formatCode="#,##0.00_ ">
                  <c:v>7.06</c:v>
                </c:pt>
                <c:pt idx="3731" formatCode="#,##0.00_ ">
                  <c:v>7.06</c:v>
                </c:pt>
                <c:pt idx="3732" formatCode="#,##0.00_ ">
                  <c:v>6.92</c:v>
                </c:pt>
                <c:pt idx="3733" formatCode="#,##0.00_ ">
                  <c:v>6.95</c:v>
                </c:pt>
                <c:pt idx="3734" formatCode="#,##0.00_ ">
                  <c:v>6.82</c:v>
                </c:pt>
                <c:pt idx="3736" formatCode="#,##0.00_ ">
                  <c:v>6.95</c:v>
                </c:pt>
                <c:pt idx="3737" formatCode="#,##0.00_ ">
                  <c:v>6.61</c:v>
                </c:pt>
                <c:pt idx="3738" formatCode="#,##0.00_ ">
                  <c:v>6.41</c:v>
                </c:pt>
                <c:pt idx="3739" formatCode="#,##0.00_ ">
                  <c:v>6.35</c:v>
                </c:pt>
                <c:pt idx="3742" formatCode="#,##0.00_ ">
                  <c:v>6.5</c:v>
                </c:pt>
                <c:pt idx="3743" formatCode="#,##0.00_ ">
                  <c:v>6.5</c:v>
                </c:pt>
                <c:pt idx="3744" formatCode="#,##0.00_ ">
                  <c:v>6.67</c:v>
                </c:pt>
                <c:pt idx="3745" formatCode="#,##0.00_ ">
                  <c:v>6.7</c:v>
                </c:pt>
                <c:pt idx="3747" formatCode="#,##0.00_ ">
                  <c:v>6.83</c:v>
                </c:pt>
                <c:pt idx="3748" formatCode="#,##0.00_ ">
                  <c:v>6.73</c:v>
                </c:pt>
                <c:pt idx="3749" formatCode="#,##0.00_ ">
                  <c:v>6.73</c:v>
                </c:pt>
                <c:pt idx="3750" formatCode="#,##0.00_ ">
                  <c:v>6.56</c:v>
                </c:pt>
                <c:pt idx="3751" formatCode="#,##0.00_ ">
                  <c:v>6.72</c:v>
                </c:pt>
                <c:pt idx="3752" formatCode="#,##0.00_ ">
                  <c:v>6.72</c:v>
                </c:pt>
                <c:pt idx="3753" formatCode="#,##0.00_ ">
                  <c:v>6.72</c:v>
                </c:pt>
                <c:pt idx="3754" formatCode="#,##0.00_ ">
                  <c:v>6.61</c:v>
                </c:pt>
                <c:pt idx="3755" formatCode="#,##0.00_ ">
                  <c:v>6.71</c:v>
                </c:pt>
                <c:pt idx="3756" formatCode="#,##0.00_ ">
                  <c:v>6.68</c:v>
                </c:pt>
                <c:pt idx="3757" formatCode="#,##0.00_ ">
                  <c:v>6.74</c:v>
                </c:pt>
                <c:pt idx="3760" formatCode="0.00_ ">
                  <c:v>6.81</c:v>
                </c:pt>
                <c:pt idx="3761" formatCode="0.00_ ">
                  <c:v>6.72</c:v>
                </c:pt>
                <c:pt idx="3762" formatCode="0.00_ ">
                  <c:v>6.67</c:v>
                </c:pt>
                <c:pt idx="3763" formatCode="0.00_ ">
                  <c:v>6.83</c:v>
                </c:pt>
                <c:pt idx="3765" formatCode="#,##0.00_ ">
                  <c:v>7</c:v>
                </c:pt>
                <c:pt idx="3766" formatCode="#,##0.00_ ">
                  <c:v>7.03</c:v>
                </c:pt>
                <c:pt idx="3767" formatCode="#,##0.00_ ">
                  <c:v>7.3</c:v>
                </c:pt>
                <c:pt idx="3768" formatCode="#,##0.00_ ">
                  <c:v>7.2</c:v>
                </c:pt>
                <c:pt idx="3770" formatCode="#,##0.00_ ">
                  <c:v>6.97</c:v>
                </c:pt>
                <c:pt idx="3771" formatCode="#,##0.00_ ">
                  <c:v>6.82</c:v>
                </c:pt>
                <c:pt idx="3772" formatCode="#,##0.00_ ">
                  <c:v>6.49</c:v>
                </c:pt>
                <c:pt idx="3773" formatCode="#,##0.00_ ">
                  <c:v>6.4</c:v>
                </c:pt>
                <c:pt idx="3775" formatCode="#,##0.00_ ">
                  <c:v>6.02</c:v>
                </c:pt>
                <c:pt idx="3776" formatCode="#,##0.00_ ">
                  <c:v>6.02</c:v>
                </c:pt>
                <c:pt idx="3777" formatCode="#,##0.00_ ">
                  <c:v>5.93</c:v>
                </c:pt>
                <c:pt idx="3778" formatCode="#,##0.00_ ">
                  <c:v>5.93</c:v>
                </c:pt>
                <c:pt idx="3780" formatCode="#,##0.00_ ">
                  <c:v>6.15</c:v>
                </c:pt>
                <c:pt idx="3781" formatCode="#,##0.00_ ">
                  <c:v>6.16</c:v>
                </c:pt>
                <c:pt idx="3782" formatCode="#,##0.00_ ">
                  <c:v>5.94</c:v>
                </c:pt>
                <c:pt idx="3783" formatCode="#,##0.00_ ">
                  <c:v>6.38</c:v>
                </c:pt>
                <c:pt idx="3784" formatCode="#,##0.00_ ">
                  <c:v>6.44</c:v>
                </c:pt>
                <c:pt idx="3785" formatCode="#,##0.00_ ">
                  <c:v>6.44</c:v>
                </c:pt>
                <c:pt idx="3789" formatCode="#,##0.00_ ">
                  <c:v>6.44</c:v>
                </c:pt>
                <c:pt idx="3791" formatCode="#,##0.00_ ">
                  <c:v>6.44</c:v>
                </c:pt>
                <c:pt idx="3792" formatCode="#,##0.00_ ">
                  <c:v>6.44</c:v>
                </c:pt>
                <c:pt idx="3793" formatCode="#,##0.00_ ">
                  <c:v>6.44</c:v>
                </c:pt>
                <c:pt idx="3794" formatCode="#,##0.00_ ">
                  <c:v>6.44</c:v>
                </c:pt>
                <c:pt idx="3795" formatCode="#,##0.00_ ">
                  <c:v>6.44</c:v>
                </c:pt>
                <c:pt idx="3796" formatCode="#,##0.00_ ">
                  <c:v>5.31</c:v>
                </c:pt>
                <c:pt idx="3797" formatCode="#,##0.00_ ">
                  <c:v>5.23</c:v>
                </c:pt>
                <c:pt idx="3798" formatCode="#,##0.00_ ">
                  <c:v>5.15</c:v>
                </c:pt>
                <c:pt idx="3799" formatCode="#,##0.00_ ">
                  <c:v>5.19</c:v>
                </c:pt>
                <c:pt idx="3802" formatCode="#,##0.00_ ">
                  <c:v>5.17</c:v>
                </c:pt>
                <c:pt idx="3803" formatCode="#,##0.00_ ">
                  <c:v>5.2</c:v>
                </c:pt>
                <c:pt idx="3804" formatCode="#,##0.00_ ">
                  <c:v>5.15</c:v>
                </c:pt>
                <c:pt idx="3805" formatCode="#,##0.00_ ">
                  <c:v>5.18</c:v>
                </c:pt>
                <c:pt idx="3806" formatCode="#,##0.00_ ">
                  <c:v>5.09</c:v>
                </c:pt>
                <c:pt idx="3809" formatCode="#,##0.00_ ">
                  <c:v>5.0999999999999996</c:v>
                </c:pt>
                <c:pt idx="3810" formatCode="#,##0.00_ ">
                  <c:v>5.0999999999999996</c:v>
                </c:pt>
                <c:pt idx="3811" formatCode="#,##0.00_ ">
                  <c:v>5.04</c:v>
                </c:pt>
                <c:pt idx="3812" formatCode="#,##0.00_ ">
                  <c:v>5.07</c:v>
                </c:pt>
                <c:pt idx="3813" formatCode="#,##0.00_ ">
                  <c:v>5.14</c:v>
                </c:pt>
                <c:pt idx="3816" formatCode="#,##0.00_ ">
                  <c:v>5.04</c:v>
                </c:pt>
                <c:pt idx="3817" formatCode="#,##0.00_ ">
                  <c:v>5.29</c:v>
                </c:pt>
                <c:pt idx="3818" formatCode="#,##0.00_ ">
                  <c:v>5.39</c:v>
                </c:pt>
                <c:pt idx="3819" formatCode="#,##0.00_ ">
                  <c:v>5.35</c:v>
                </c:pt>
                <c:pt idx="3820" formatCode="#,##0.00_ ">
                  <c:v>5.33</c:v>
                </c:pt>
                <c:pt idx="3823" formatCode="#,##0.00_ ">
                  <c:v>5.41</c:v>
                </c:pt>
                <c:pt idx="3824" formatCode="#,##0.00_ ">
                  <c:v>5.32</c:v>
                </c:pt>
                <c:pt idx="3825" formatCode="#,##0.00_ ">
                  <c:v>5.24</c:v>
                </c:pt>
                <c:pt idx="3826" formatCode="#,##0.00_ ">
                  <c:v>5.55</c:v>
                </c:pt>
                <c:pt idx="3827" formatCode="#,##0.00_ ">
                  <c:v>5.59</c:v>
                </c:pt>
                <c:pt idx="3830" formatCode="#,##0.00_ ">
                  <c:v>5.59</c:v>
                </c:pt>
                <c:pt idx="3831" formatCode="#,##0.00_ ">
                  <c:v>5.65</c:v>
                </c:pt>
                <c:pt idx="3832" formatCode="#,##0.00_ ">
                  <c:v>5.66</c:v>
                </c:pt>
                <c:pt idx="3833" formatCode="#,##0.00_ ">
                  <c:v>5.72</c:v>
                </c:pt>
                <c:pt idx="3834" formatCode="#,##0.00_ ">
                  <c:v>5.69</c:v>
                </c:pt>
                <c:pt idx="3837" formatCode="#,##0.00_ ">
                  <c:v>5.71</c:v>
                </c:pt>
                <c:pt idx="3838" formatCode="#,##0.00_ ">
                  <c:v>5.62</c:v>
                </c:pt>
                <c:pt idx="3839" formatCode="#,##0.00_ ">
                  <c:v>5.68</c:v>
                </c:pt>
                <c:pt idx="3840" formatCode="#,##0.00_ ">
                  <c:v>5.66</c:v>
                </c:pt>
                <c:pt idx="3841" formatCode="#,##0.00_ ">
                  <c:v>5.62</c:v>
                </c:pt>
                <c:pt idx="3844" formatCode="#,##0.00_ ">
                  <c:v>5.57</c:v>
                </c:pt>
                <c:pt idx="3845" formatCode="#,##0.00_ ">
                  <c:v>5.62</c:v>
                </c:pt>
                <c:pt idx="3846" formatCode="#,##0.00_ ">
                  <c:v>5.68</c:v>
                </c:pt>
                <c:pt idx="3847" formatCode="#,##0.00_ ">
                  <c:v>5.58</c:v>
                </c:pt>
                <c:pt idx="3848" formatCode="#,##0.00_ ">
                  <c:v>5.6</c:v>
                </c:pt>
                <c:pt idx="3851" formatCode="#,##0.00_ ">
                  <c:v>5.64</c:v>
                </c:pt>
                <c:pt idx="3852" formatCode="#,##0.00_ ">
                  <c:v>5.62</c:v>
                </c:pt>
                <c:pt idx="3853" formatCode="#,##0.00_ ">
                  <c:v>5.67</c:v>
                </c:pt>
                <c:pt idx="3854" formatCode="#,##0.00_ ">
                  <c:v>5.87</c:v>
                </c:pt>
                <c:pt idx="3855" formatCode="#,##0.00_ ">
                  <c:v>5.75</c:v>
                </c:pt>
                <c:pt idx="3862" formatCode="#,##0.00_ ">
                  <c:v>5.67</c:v>
                </c:pt>
                <c:pt idx="3865" formatCode="@">
                  <c:v>5.67</c:v>
                </c:pt>
                <c:pt idx="3866" formatCode="@">
                  <c:v>5.67</c:v>
                </c:pt>
                <c:pt idx="3867" formatCode="@">
                  <c:v>5.67</c:v>
                </c:pt>
                <c:pt idx="3868" formatCode="@">
                  <c:v>5.67</c:v>
                </c:pt>
                <c:pt idx="3869" formatCode="@">
                  <c:v>5.67</c:v>
                </c:pt>
                <c:pt idx="3872" formatCode="@">
                  <c:v>5.67</c:v>
                </c:pt>
                <c:pt idx="3873" formatCode="@">
                  <c:v>5.67</c:v>
                </c:pt>
                <c:pt idx="3874" formatCode="@">
                  <c:v>5.67</c:v>
                </c:pt>
                <c:pt idx="3875" formatCode="@">
                  <c:v>5.67</c:v>
                </c:pt>
                <c:pt idx="3876" formatCode="@">
                  <c:v>5.67</c:v>
                </c:pt>
                <c:pt idx="3879" formatCode="@">
                  <c:v>5.67</c:v>
                </c:pt>
                <c:pt idx="3880" formatCode="@">
                  <c:v>5.67</c:v>
                </c:pt>
                <c:pt idx="3881" formatCode="@">
                  <c:v>5.67</c:v>
                </c:pt>
                <c:pt idx="3882" formatCode="@">
                  <c:v>5.67</c:v>
                </c:pt>
                <c:pt idx="3883" formatCode="@">
                  <c:v>5.67</c:v>
                </c:pt>
                <c:pt idx="3886" formatCode="@">
                  <c:v>5.67</c:v>
                </c:pt>
                <c:pt idx="3887" formatCode="@">
                  <c:v>5.46</c:v>
                </c:pt>
                <c:pt idx="3888" formatCode="@">
                  <c:v>5.46</c:v>
                </c:pt>
                <c:pt idx="3889" formatCode="@">
                  <c:v>5.46</c:v>
                </c:pt>
                <c:pt idx="3890" formatCode="@">
                  <c:v>5.46</c:v>
                </c:pt>
                <c:pt idx="3893" formatCode="@">
                  <c:v>5.46</c:v>
                </c:pt>
                <c:pt idx="3894" formatCode="@">
                  <c:v>5.46</c:v>
                </c:pt>
                <c:pt idx="3895" formatCode="@">
                  <c:v>5.46</c:v>
                </c:pt>
                <c:pt idx="3896" formatCode="@">
                  <c:v>5.3</c:v>
                </c:pt>
                <c:pt idx="3897" formatCode="@">
                  <c:v>5.3</c:v>
                </c:pt>
                <c:pt idx="3900" formatCode="@">
                  <c:v>5.4</c:v>
                </c:pt>
                <c:pt idx="3901" formatCode="@">
                  <c:v>5.41</c:v>
                </c:pt>
                <c:pt idx="3902" formatCode="@">
                  <c:v>5.33</c:v>
                </c:pt>
                <c:pt idx="3903" formatCode="@">
                  <c:v>5.37</c:v>
                </c:pt>
                <c:pt idx="3904" formatCode="@">
                  <c:v>5.29</c:v>
                </c:pt>
                <c:pt idx="3907" formatCode="@">
                  <c:v>5.32</c:v>
                </c:pt>
                <c:pt idx="3908" formatCode="@">
                  <c:v>5.19</c:v>
                </c:pt>
                <c:pt idx="3909" formatCode="@">
                  <c:v>5.18</c:v>
                </c:pt>
                <c:pt idx="3910" formatCode="@">
                  <c:v>5.18</c:v>
                </c:pt>
                <c:pt idx="3911" formatCode="@">
                  <c:v>5.18</c:v>
                </c:pt>
                <c:pt idx="3949" formatCode="@">
                  <c:v>5.0999999999999996</c:v>
                </c:pt>
                <c:pt idx="3950" formatCode="@">
                  <c:v>5.0999999999999996</c:v>
                </c:pt>
                <c:pt idx="3951" formatCode="@">
                  <c:v>5.0999999999999996</c:v>
                </c:pt>
                <c:pt idx="3952" formatCode="@">
                  <c:v>5.0999999999999996</c:v>
                </c:pt>
                <c:pt idx="3953" formatCode="@">
                  <c:v>5.0999999999999996</c:v>
                </c:pt>
                <c:pt idx="3956" formatCode="@">
                  <c:v>5.0999999999999996</c:v>
                </c:pt>
                <c:pt idx="3957" formatCode="@">
                  <c:v>5.0999999999999996</c:v>
                </c:pt>
                <c:pt idx="3958" formatCode="@">
                  <c:v>5.0999999999999996</c:v>
                </c:pt>
                <c:pt idx="3959" formatCode="@">
                  <c:v>5.0999999999999996</c:v>
                </c:pt>
                <c:pt idx="3960" formatCode="@">
                  <c:v>5.0999999999999996</c:v>
                </c:pt>
                <c:pt idx="3963" formatCode="@">
                  <c:v>5.0999999999999996</c:v>
                </c:pt>
                <c:pt idx="3964" formatCode="@">
                  <c:v>5.0999999999999996</c:v>
                </c:pt>
                <c:pt idx="3965" formatCode="@">
                  <c:v>4.8600000000000003</c:v>
                </c:pt>
                <c:pt idx="3966" formatCode="@">
                  <c:v>4.87</c:v>
                </c:pt>
                <c:pt idx="3967" formatCode="@">
                  <c:v>4.8899999999999997</c:v>
                </c:pt>
                <c:pt idx="3970" formatCode="@">
                  <c:v>4.8899999999999997</c:v>
                </c:pt>
                <c:pt idx="3971" formatCode="@">
                  <c:v>4.9000000000000004</c:v>
                </c:pt>
                <c:pt idx="3972" formatCode="@">
                  <c:v>4.96</c:v>
                </c:pt>
                <c:pt idx="3973" formatCode="@">
                  <c:v>4.95</c:v>
                </c:pt>
                <c:pt idx="3974" formatCode="@">
                  <c:v>4.9000000000000004</c:v>
                </c:pt>
                <c:pt idx="3977" formatCode="@">
                  <c:v>4.84</c:v>
                </c:pt>
                <c:pt idx="3978" formatCode="@">
                  <c:v>5.05</c:v>
                </c:pt>
                <c:pt idx="3979" formatCode="@">
                  <c:v>5.0599999999999996</c:v>
                </c:pt>
                <c:pt idx="3980" formatCode="@">
                  <c:v>5.05</c:v>
                </c:pt>
                <c:pt idx="3981" formatCode="@">
                  <c:v>5</c:v>
                </c:pt>
                <c:pt idx="3984" formatCode="@">
                  <c:v>5</c:v>
                </c:pt>
                <c:pt idx="3985" formatCode="@">
                  <c:v>4.96</c:v>
                </c:pt>
                <c:pt idx="3986" formatCode="@">
                  <c:v>4.92</c:v>
                </c:pt>
                <c:pt idx="3987" formatCode="@">
                  <c:v>4.91</c:v>
                </c:pt>
                <c:pt idx="3988" formatCode="@">
                  <c:v>4.82</c:v>
                </c:pt>
                <c:pt idx="3998" formatCode="#,##0.00_ ">
                  <c:v>4.7</c:v>
                </c:pt>
                <c:pt idx="3999" formatCode="#,##0.00_ ">
                  <c:v>4.72</c:v>
                </c:pt>
                <c:pt idx="4000" formatCode="#,##0.00_ ">
                  <c:v>4.6399999999999997</c:v>
                </c:pt>
                <c:pt idx="4001" formatCode="#,##0.00_ ">
                  <c:v>4.6100000000000003</c:v>
                </c:pt>
                <c:pt idx="4002" formatCode="#,##0.00_ ">
                  <c:v>4.55</c:v>
                </c:pt>
              </c:numCache>
            </c:numRef>
          </c:val>
          <c:smooth val="1"/>
          <c:extLst xmlns:c16r2="http://schemas.microsoft.com/office/drawing/2015/06/chart">
            <c:ext xmlns:c16="http://schemas.microsoft.com/office/drawing/2014/chart" uri="{C3380CC4-5D6E-409C-BE32-E72D297353CC}">
              <c16:uniqueId val="{00000001-0FA6-4F08-8B53-EF7F4596D0AD}"/>
            </c:ext>
          </c:extLst>
        </c:ser>
        <c:ser>
          <c:idx val="1"/>
          <c:order val="1"/>
          <c:tx>
            <c:strRef>
              <c:f>全球粮价!$K$11</c:f>
              <c:strCache>
                <c:ptCount val="1"/>
                <c:pt idx="0">
                  <c:v>国际小麦（美元/蒲式耳，右）</c:v>
                </c:pt>
              </c:strCache>
            </c:strRef>
          </c:tx>
          <c:spPr>
            <a:ln w="12700" cap="rnd" cmpd="sng" algn="ctr">
              <a:solidFill>
                <a:srgbClr val="C8C8C8"/>
              </a:solidFill>
              <a:prstDash val="solid"/>
              <a:round/>
            </a:ln>
          </c:spPr>
          <c:marker>
            <c:symbol val="diamond"/>
            <c:size val="2"/>
            <c:spPr>
              <a:solidFill>
                <a:srgbClr val="C8C8C8"/>
              </a:solidFill>
              <a:ln w="12700" cap="flat" cmpd="sng" algn="ctr">
                <a:noFill/>
                <a:prstDash val="solid"/>
                <a:round/>
              </a:ln>
            </c:spPr>
          </c:marker>
          <c:cat>
            <c:numRef>
              <c:f>全球粮价!$A$12:$A$5003</c:f>
              <c:numCache>
                <c:formatCode>yyyy\-mm\-dd;@</c:formatCode>
                <c:ptCount val="4992"/>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40209</c:v>
                </c:pt>
                <c:pt idx="21">
                  <c:v>40210</c:v>
                </c:pt>
                <c:pt idx="22">
                  <c:v>40211</c:v>
                </c:pt>
                <c:pt idx="23">
                  <c:v>40212</c:v>
                </c:pt>
                <c:pt idx="24">
                  <c:v>40213</c:v>
                </c:pt>
                <c:pt idx="25">
                  <c:v>40214</c:v>
                </c:pt>
                <c:pt idx="26">
                  <c:v>40217</c:v>
                </c:pt>
                <c:pt idx="27">
                  <c:v>40218</c:v>
                </c:pt>
                <c:pt idx="28">
                  <c:v>40219</c:v>
                </c:pt>
                <c:pt idx="29">
                  <c:v>40220</c:v>
                </c:pt>
                <c:pt idx="30">
                  <c:v>40221</c:v>
                </c:pt>
                <c:pt idx="31">
                  <c:v>40229</c:v>
                </c:pt>
                <c:pt idx="32">
                  <c:v>40230</c:v>
                </c:pt>
                <c:pt idx="33">
                  <c:v>40231</c:v>
                </c:pt>
                <c:pt idx="34">
                  <c:v>40232</c:v>
                </c:pt>
                <c:pt idx="35">
                  <c:v>40233</c:v>
                </c:pt>
                <c:pt idx="36">
                  <c:v>40234</c:v>
                </c:pt>
                <c:pt idx="37">
                  <c:v>40235</c:v>
                </c:pt>
                <c:pt idx="38">
                  <c:v>40237</c:v>
                </c:pt>
                <c:pt idx="39">
                  <c:v>40238</c:v>
                </c:pt>
                <c:pt idx="40">
                  <c:v>40239</c:v>
                </c:pt>
                <c:pt idx="41">
                  <c:v>40240</c:v>
                </c:pt>
                <c:pt idx="42">
                  <c:v>40241</c:v>
                </c:pt>
                <c:pt idx="43">
                  <c:v>40242</c:v>
                </c:pt>
                <c:pt idx="44">
                  <c:v>40245</c:v>
                </c:pt>
                <c:pt idx="45">
                  <c:v>40246</c:v>
                </c:pt>
                <c:pt idx="46">
                  <c:v>40247</c:v>
                </c:pt>
                <c:pt idx="47">
                  <c:v>40248</c:v>
                </c:pt>
                <c:pt idx="48">
                  <c:v>40249</c:v>
                </c:pt>
                <c:pt idx="49">
                  <c:v>40252</c:v>
                </c:pt>
                <c:pt idx="50">
                  <c:v>40253</c:v>
                </c:pt>
                <c:pt idx="51">
                  <c:v>40254</c:v>
                </c:pt>
                <c:pt idx="52">
                  <c:v>40255</c:v>
                </c:pt>
                <c:pt idx="53">
                  <c:v>40256</c:v>
                </c:pt>
                <c:pt idx="54">
                  <c:v>40259</c:v>
                </c:pt>
                <c:pt idx="55">
                  <c:v>40260</c:v>
                </c:pt>
                <c:pt idx="56">
                  <c:v>40261</c:v>
                </c:pt>
                <c:pt idx="57">
                  <c:v>40262</c:v>
                </c:pt>
                <c:pt idx="58">
                  <c:v>40263</c:v>
                </c:pt>
                <c:pt idx="59">
                  <c:v>40266</c:v>
                </c:pt>
                <c:pt idx="60">
                  <c:v>40267</c:v>
                </c:pt>
                <c:pt idx="61">
                  <c:v>40268</c:v>
                </c:pt>
                <c:pt idx="62">
                  <c:v>40269</c:v>
                </c:pt>
                <c:pt idx="63">
                  <c:v>40270</c:v>
                </c:pt>
                <c:pt idx="64">
                  <c:v>40274</c:v>
                </c:pt>
                <c:pt idx="65">
                  <c:v>40275</c:v>
                </c:pt>
                <c:pt idx="66">
                  <c:v>40277</c:v>
                </c:pt>
                <c:pt idx="67">
                  <c:v>40280</c:v>
                </c:pt>
                <c:pt idx="68">
                  <c:v>40281</c:v>
                </c:pt>
                <c:pt idx="69">
                  <c:v>40282</c:v>
                </c:pt>
                <c:pt idx="70">
                  <c:v>40283</c:v>
                </c:pt>
                <c:pt idx="71">
                  <c:v>40284</c:v>
                </c:pt>
                <c:pt idx="72">
                  <c:v>40287</c:v>
                </c:pt>
                <c:pt idx="73">
                  <c:v>40288</c:v>
                </c:pt>
                <c:pt idx="74">
                  <c:v>40289</c:v>
                </c:pt>
                <c:pt idx="75">
                  <c:v>40290</c:v>
                </c:pt>
                <c:pt idx="76">
                  <c:v>40291</c:v>
                </c:pt>
                <c:pt idx="77">
                  <c:v>40294</c:v>
                </c:pt>
                <c:pt idx="78">
                  <c:v>40295</c:v>
                </c:pt>
                <c:pt idx="79">
                  <c:v>40296</c:v>
                </c:pt>
                <c:pt idx="80">
                  <c:v>40297</c:v>
                </c:pt>
                <c:pt idx="81">
                  <c:v>40298</c:v>
                </c:pt>
                <c:pt idx="82">
                  <c:v>40303</c:v>
                </c:pt>
                <c:pt idx="83">
                  <c:v>40304</c:v>
                </c:pt>
                <c:pt idx="84">
                  <c:v>40305</c:v>
                </c:pt>
                <c:pt idx="85">
                  <c:v>40308</c:v>
                </c:pt>
                <c:pt idx="86">
                  <c:v>40309</c:v>
                </c:pt>
                <c:pt idx="87">
                  <c:v>40310</c:v>
                </c:pt>
                <c:pt idx="88">
                  <c:v>40311</c:v>
                </c:pt>
                <c:pt idx="89">
                  <c:v>40312</c:v>
                </c:pt>
                <c:pt idx="90">
                  <c:v>40315</c:v>
                </c:pt>
                <c:pt idx="91">
                  <c:v>40316</c:v>
                </c:pt>
                <c:pt idx="92">
                  <c:v>40317</c:v>
                </c:pt>
                <c:pt idx="93">
                  <c:v>40318</c:v>
                </c:pt>
                <c:pt idx="94">
                  <c:v>40319</c:v>
                </c:pt>
                <c:pt idx="95">
                  <c:v>40322</c:v>
                </c:pt>
                <c:pt idx="96">
                  <c:v>40323</c:v>
                </c:pt>
                <c:pt idx="97">
                  <c:v>40324</c:v>
                </c:pt>
                <c:pt idx="98">
                  <c:v>40325</c:v>
                </c:pt>
                <c:pt idx="99">
                  <c:v>40326</c:v>
                </c:pt>
                <c:pt idx="100">
                  <c:v>40329</c:v>
                </c:pt>
                <c:pt idx="101">
                  <c:v>40330</c:v>
                </c:pt>
                <c:pt idx="102">
                  <c:v>40331</c:v>
                </c:pt>
                <c:pt idx="103">
                  <c:v>40332</c:v>
                </c:pt>
                <c:pt idx="104">
                  <c:v>40333</c:v>
                </c:pt>
                <c:pt idx="105">
                  <c:v>40336</c:v>
                </c:pt>
                <c:pt idx="106">
                  <c:v>40337</c:v>
                </c:pt>
                <c:pt idx="107">
                  <c:v>40338</c:v>
                </c:pt>
                <c:pt idx="108">
                  <c:v>40339</c:v>
                </c:pt>
                <c:pt idx="109">
                  <c:v>40340</c:v>
                </c:pt>
                <c:pt idx="110">
                  <c:v>40341</c:v>
                </c:pt>
                <c:pt idx="111">
                  <c:v>40342</c:v>
                </c:pt>
                <c:pt idx="112">
                  <c:v>40343</c:v>
                </c:pt>
                <c:pt idx="113">
                  <c:v>40344</c:v>
                </c:pt>
                <c:pt idx="114">
                  <c:v>40345</c:v>
                </c:pt>
                <c:pt idx="115">
                  <c:v>40346</c:v>
                </c:pt>
                <c:pt idx="116">
                  <c:v>40347</c:v>
                </c:pt>
                <c:pt idx="117">
                  <c:v>40350</c:v>
                </c:pt>
                <c:pt idx="118">
                  <c:v>40351</c:v>
                </c:pt>
                <c:pt idx="119">
                  <c:v>40352</c:v>
                </c:pt>
                <c:pt idx="120">
                  <c:v>40353</c:v>
                </c:pt>
                <c:pt idx="121">
                  <c:v>40354</c:v>
                </c:pt>
                <c:pt idx="122">
                  <c:v>40357</c:v>
                </c:pt>
                <c:pt idx="123">
                  <c:v>40358</c:v>
                </c:pt>
                <c:pt idx="124">
                  <c:v>40359</c:v>
                </c:pt>
                <c:pt idx="125">
                  <c:v>40360</c:v>
                </c:pt>
                <c:pt idx="126">
                  <c:v>40361</c:v>
                </c:pt>
                <c:pt idx="127">
                  <c:v>40364</c:v>
                </c:pt>
                <c:pt idx="128">
                  <c:v>40365</c:v>
                </c:pt>
                <c:pt idx="129">
                  <c:v>40366</c:v>
                </c:pt>
                <c:pt idx="130">
                  <c:v>40367</c:v>
                </c:pt>
                <c:pt idx="131">
                  <c:v>40368</c:v>
                </c:pt>
                <c:pt idx="132">
                  <c:v>40371</c:v>
                </c:pt>
                <c:pt idx="133">
                  <c:v>40372</c:v>
                </c:pt>
                <c:pt idx="134">
                  <c:v>40373</c:v>
                </c:pt>
                <c:pt idx="135">
                  <c:v>40374</c:v>
                </c:pt>
                <c:pt idx="136">
                  <c:v>40375</c:v>
                </c:pt>
                <c:pt idx="137">
                  <c:v>40378</c:v>
                </c:pt>
                <c:pt idx="138">
                  <c:v>40379</c:v>
                </c:pt>
                <c:pt idx="139">
                  <c:v>40380</c:v>
                </c:pt>
                <c:pt idx="140">
                  <c:v>40381</c:v>
                </c:pt>
                <c:pt idx="141">
                  <c:v>40382</c:v>
                </c:pt>
                <c:pt idx="142">
                  <c:v>40385</c:v>
                </c:pt>
                <c:pt idx="143">
                  <c:v>40386</c:v>
                </c:pt>
                <c:pt idx="144">
                  <c:v>40387</c:v>
                </c:pt>
                <c:pt idx="145">
                  <c:v>40388</c:v>
                </c:pt>
                <c:pt idx="146">
                  <c:v>40389</c:v>
                </c:pt>
                <c:pt idx="147">
                  <c:v>40390</c:v>
                </c:pt>
                <c:pt idx="148">
                  <c:v>40392</c:v>
                </c:pt>
                <c:pt idx="149">
                  <c:v>40393</c:v>
                </c:pt>
                <c:pt idx="150">
                  <c:v>40394</c:v>
                </c:pt>
                <c:pt idx="151">
                  <c:v>40395</c:v>
                </c:pt>
                <c:pt idx="152">
                  <c:v>40396</c:v>
                </c:pt>
                <c:pt idx="153">
                  <c:v>40399</c:v>
                </c:pt>
                <c:pt idx="154">
                  <c:v>40400</c:v>
                </c:pt>
                <c:pt idx="155">
                  <c:v>40401</c:v>
                </c:pt>
                <c:pt idx="156">
                  <c:v>40402</c:v>
                </c:pt>
                <c:pt idx="157">
                  <c:v>40403</c:v>
                </c:pt>
                <c:pt idx="158">
                  <c:v>40406</c:v>
                </c:pt>
                <c:pt idx="159">
                  <c:v>40407</c:v>
                </c:pt>
                <c:pt idx="160">
                  <c:v>40408</c:v>
                </c:pt>
                <c:pt idx="161">
                  <c:v>40409</c:v>
                </c:pt>
                <c:pt idx="162">
                  <c:v>40410</c:v>
                </c:pt>
                <c:pt idx="163">
                  <c:v>40413</c:v>
                </c:pt>
                <c:pt idx="164">
                  <c:v>40414</c:v>
                </c:pt>
                <c:pt idx="165">
                  <c:v>40415</c:v>
                </c:pt>
                <c:pt idx="166">
                  <c:v>40416</c:v>
                </c:pt>
                <c:pt idx="167">
                  <c:v>40417</c:v>
                </c:pt>
                <c:pt idx="168">
                  <c:v>40420</c:v>
                </c:pt>
                <c:pt idx="169">
                  <c:v>40421</c:v>
                </c:pt>
                <c:pt idx="170">
                  <c:v>40422</c:v>
                </c:pt>
                <c:pt idx="171">
                  <c:v>40423</c:v>
                </c:pt>
                <c:pt idx="172">
                  <c:v>40424</c:v>
                </c:pt>
                <c:pt idx="173">
                  <c:v>40427</c:v>
                </c:pt>
                <c:pt idx="174">
                  <c:v>40428</c:v>
                </c:pt>
                <c:pt idx="175">
                  <c:v>40429</c:v>
                </c:pt>
                <c:pt idx="176">
                  <c:v>40430</c:v>
                </c:pt>
                <c:pt idx="177">
                  <c:v>40431</c:v>
                </c:pt>
                <c:pt idx="178">
                  <c:v>40434</c:v>
                </c:pt>
                <c:pt idx="179">
                  <c:v>40435</c:v>
                </c:pt>
                <c:pt idx="180">
                  <c:v>40436</c:v>
                </c:pt>
                <c:pt idx="181">
                  <c:v>40437</c:v>
                </c:pt>
                <c:pt idx="182">
                  <c:v>40438</c:v>
                </c:pt>
                <c:pt idx="183">
                  <c:v>40440</c:v>
                </c:pt>
                <c:pt idx="184">
                  <c:v>40441</c:v>
                </c:pt>
                <c:pt idx="185">
                  <c:v>40442</c:v>
                </c:pt>
                <c:pt idx="186">
                  <c:v>40446</c:v>
                </c:pt>
                <c:pt idx="187">
                  <c:v>40447</c:v>
                </c:pt>
                <c:pt idx="188">
                  <c:v>40448</c:v>
                </c:pt>
                <c:pt idx="189">
                  <c:v>40449</c:v>
                </c:pt>
                <c:pt idx="190">
                  <c:v>40450</c:v>
                </c:pt>
                <c:pt idx="191">
                  <c:v>40451</c:v>
                </c:pt>
                <c:pt idx="192">
                  <c:v>40452</c:v>
                </c:pt>
                <c:pt idx="193">
                  <c:v>40455</c:v>
                </c:pt>
                <c:pt idx="194">
                  <c:v>40456</c:v>
                </c:pt>
                <c:pt idx="195">
                  <c:v>40457</c:v>
                </c:pt>
                <c:pt idx="196">
                  <c:v>40458</c:v>
                </c:pt>
                <c:pt idx="197">
                  <c:v>40459</c:v>
                </c:pt>
                <c:pt idx="198">
                  <c:v>40460</c:v>
                </c:pt>
                <c:pt idx="199">
                  <c:v>40462</c:v>
                </c:pt>
                <c:pt idx="200">
                  <c:v>40463</c:v>
                </c:pt>
                <c:pt idx="201">
                  <c:v>40464</c:v>
                </c:pt>
                <c:pt idx="202">
                  <c:v>40465</c:v>
                </c:pt>
                <c:pt idx="203">
                  <c:v>40466</c:v>
                </c:pt>
                <c:pt idx="204">
                  <c:v>40469</c:v>
                </c:pt>
                <c:pt idx="205">
                  <c:v>40470</c:v>
                </c:pt>
                <c:pt idx="206">
                  <c:v>40471</c:v>
                </c:pt>
                <c:pt idx="207">
                  <c:v>40472</c:v>
                </c:pt>
                <c:pt idx="208">
                  <c:v>40473</c:v>
                </c:pt>
                <c:pt idx="209">
                  <c:v>40476</c:v>
                </c:pt>
                <c:pt idx="210">
                  <c:v>40477</c:v>
                </c:pt>
                <c:pt idx="211">
                  <c:v>40478</c:v>
                </c:pt>
                <c:pt idx="212">
                  <c:v>40479</c:v>
                </c:pt>
                <c:pt idx="213">
                  <c:v>40480</c:v>
                </c:pt>
                <c:pt idx="214">
                  <c:v>40482</c:v>
                </c:pt>
                <c:pt idx="215">
                  <c:v>40483</c:v>
                </c:pt>
                <c:pt idx="216">
                  <c:v>40484</c:v>
                </c:pt>
                <c:pt idx="217">
                  <c:v>40485</c:v>
                </c:pt>
                <c:pt idx="218">
                  <c:v>40486</c:v>
                </c:pt>
                <c:pt idx="219">
                  <c:v>40487</c:v>
                </c:pt>
                <c:pt idx="220">
                  <c:v>40490</c:v>
                </c:pt>
                <c:pt idx="221">
                  <c:v>40491</c:v>
                </c:pt>
                <c:pt idx="222">
                  <c:v>40492</c:v>
                </c:pt>
                <c:pt idx="223">
                  <c:v>40493</c:v>
                </c:pt>
                <c:pt idx="224">
                  <c:v>40494</c:v>
                </c:pt>
                <c:pt idx="225">
                  <c:v>40497</c:v>
                </c:pt>
                <c:pt idx="226">
                  <c:v>40498</c:v>
                </c:pt>
                <c:pt idx="227">
                  <c:v>40499</c:v>
                </c:pt>
                <c:pt idx="228">
                  <c:v>40500</c:v>
                </c:pt>
                <c:pt idx="229">
                  <c:v>40501</c:v>
                </c:pt>
                <c:pt idx="230">
                  <c:v>40504</c:v>
                </c:pt>
                <c:pt idx="231">
                  <c:v>40505</c:v>
                </c:pt>
                <c:pt idx="232">
                  <c:v>40506</c:v>
                </c:pt>
                <c:pt idx="233">
                  <c:v>40507</c:v>
                </c:pt>
                <c:pt idx="234">
                  <c:v>40508</c:v>
                </c:pt>
                <c:pt idx="235">
                  <c:v>40511</c:v>
                </c:pt>
                <c:pt idx="236">
                  <c:v>40512</c:v>
                </c:pt>
                <c:pt idx="237">
                  <c:v>40513</c:v>
                </c:pt>
                <c:pt idx="238">
                  <c:v>40514</c:v>
                </c:pt>
                <c:pt idx="239">
                  <c:v>40515</c:v>
                </c:pt>
                <c:pt idx="240">
                  <c:v>40518</c:v>
                </c:pt>
                <c:pt idx="241">
                  <c:v>40519</c:v>
                </c:pt>
                <c:pt idx="242">
                  <c:v>40520</c:v>
                </c:pt>
                <c:pt idx="243">
                  <c:v>40521</c:v>
                </c:pt>
                <c:pt idx="244">
                  <c:v>40522</c:v>
                </c:pt>
                <c:pt idx="245">
                  <c:v>40525</c:v>
                </c:pt>
                <c:pt idx="246">
                  <c:v>40526</c:v>
                </c:pt>
                <c:pt idx="247">
                  <c:v>40527</c:v>
                </c:pt>
                <c:pt idx="248">
                  <c:v>40528</c:v>
                </c:pt>
                <c:pt idx="249">
                  <c:v>40529</c:v>
                </c:pt>
                <c:pt idx="250">
                  <c:v>40532</c:v>
                </c:pt>
                <c:pt idx="251">
                  <c:v>40533</c:v>
                </c:pt>
                <c:pt idx="252">
                  <c:v>40534</c:v>
                </c:pt>
                <c:pt idx="253">
                  <c:v>40535</c:v>
                </c:pt>
                <c:pt idx="254">
                  <c:v>40536</c:v>
                </c:pt>
                <c:pt idx="255">
                  <c:v>40539</c:v>
                </c:pt>
                <c:pt idx="256">
                  <c:v>40540</c:v>
                </c:pt>
                <c:pt idx="257">
                  <c:v>40541</c:v>
                </c:pt>
                <c:pt idx="258">
                  <c:v>40542</c:v>
                </c:pt>
                <c:pt idx="259">
                  <c:v>40543</c:v>
                </c:pt>
                <c:pt idx="260">
                  <c:v>40546</c:v>
                </c:pt>
                <c:pt idx="261">
                  <c:v>40547</c:v>
                </c:pt>
                <c:pt idx="262">
                  <c:v>40548</c:v>
                </c:pt>
                <c:pt idx="263">
                  <c:v>40549</c:v>
                </c:pt>
                <c:pt idx="264">
                  <c:v>40550</c:v>
                </c:pt>
                <c:pt idx="265">
                  <c:v>40553</c:v>
                </c:pt>
                <c:pt idx="266">
                  <c:v>40554</c:v>
                </c:pt>
                <c:pt idx="267">
                  <c:v>40555</c:v>
                </c:pt>
                <c:pt idx="268">
                  <c:v>40556</c:v>
                </c:pt>
                <c:pt idx="269">
                  <c:v>40557</c:v>
                </c:pt>
                <c:pt idx="270">
                  <c:v>40560</c:v>
                </c:pt>
                <c:pt idx="271">
                  <c:v>40561</c:v>
                </c:pt>
                <c:pt idx="272">
                  <c:v>40562</c:v>
                </c:pt>
                <c:pt idx="273">
                  <c:v>40563</c:v>
                </c:pt>
                <c:pt idx="274">
                  <c:v>40564</c:v>
                </c:pt>
                <c:pt idx="275">
                  <c:v>40567</c:v>
                </c:pt>
                <c:pt idx="276">
                  <c:v>40568</c:v>
                </c:pt>
                <c:pt idx="277">
                  <c:v>40569</c:v>
                </c:pt>
                <c:pt idx="278">
                  <c:v>40570</c:v>
                </c:pt>
                <c:pt idx="279">
                  <c:v>40571</c:v>
                </c:pt>
                <c:pt idx="280">
                  <c:v>40573</c:v>
                </c:pt>
                <c:pt idx="281">
                  <c:v>40574</c:v>
                </c:pt>
                <c:pt idx="282">
                  <c:v>40575</c:v>
                </c:pt>
                <c:pt idx="283">
                  <c:v>40576</c:v>
                </c:pt>
                <c:pt idx="284">
                  <c:v>40577</c:v>
                </c:pt>
                <c:pt idx="285">
                  <c:v>40578</c:v>
                </c:pt>
                <c:pt idx="286">
                  <c:v>40581</c:v>
                </c:pt>
                <c:pt idx="287">
                  <c:v>40582</c:v>
                </c:pt>
                <c:pt idx="288">
                  <c:v>40583</c:v>
                </c:pt>
                <c:pt idx="289">
                  <c:v>40584</c:v>
                </c:pt>
                <c:pt idx="290">
                  <c:v>40585</c:v>
                </c:pt>
                <c:pt idx="291">
                  <c:v>40586</c:v>
                </c:pt>
                <c:pt idx="292">
                  <c:v>40588</c:v>
                </c:pt>
                <c:pt idx="293">
                  <c:v>40589</c:v>
                </c:pt>
                <c:pt idx="294">
                  <c:v>40590</c:v>
                </c:pt>
                <c:pt idx="295">
                  <c:v>40591</c:v>
                </c:pt>
                <c:pt idx="296">
                  <c:v>40592</c:v>
                </c:pt>
                <c:pt idx="297">
                  <c:v>40595</c:v>
                </c:pt>
                <c:pt idx="298">
                  <c:v>40596</c:v>
                </c:pt>
                <c:pt idx="299">
                  <c:v>40597</c:v>
                </c:pt>
                <c:pt idx="300">
                  <c:v>40598</c:v>
                </c:pt>
                <c:pt idx="301">
                  <c:v>40599</c:v>
                </c:pt>
                <c:pt idx="302">
                  <c:v>40602</c:v>
                </c:pt>
                <c:pt idx="303">
                  <c:v>40603</c:v>
                </c:pt>
                <c:pt idx="304">
                  <c:v>40604</c:v>
                </c:pt>
                <c:pt idx="305">
                  <c:v>40605</c:v>
                </c:pt>
                <c:pt idx="306">
                  <c:v>40606</c:v>
                </c:pt>
                <c:pt idx="307">
                  <c:v>40609</c:v>
                </c:pt>
                <c:pt idx="308">
                  <c:v>40610</c:v>
                </c:pt>
                <c:pt idx="309">
                  <c:v>40611</c:v>
                </c:pt>
                <c:pt idx="310">
                  <c:v>40612</c:v>
                </c:pt>
                <c:pt idx="311">
                  <c:v>40613</c:v>
                </c:pt>
                <c:pt idx="312">
                  <c:v>40616</c:v>
                </c:pt>
                <c:pt idx="313">
                  <c:v>40617</c:v>
                </c:pt>
                <c:pt idx="314">
                  <c:v>40618</c:v>
                </c:pt>
                <c:pt idx="315">
                  <c:v>40619</c:v>
                </c:pt>
                <c:pt idx="316">
                  <c:v>40620</c:v>
                </c:pt>
                <c:pt idx="317">
                  <c:v>40623</c:v>
                </c:pt>
                <c:pt idx="318">
                  <c:v>40624</c:v>
                </c:pt>
                <c:pt idx="319">
                  <c:v>40625</c:v>
                </c:pt>
                <c:pt idx="320">
                  <c:v>40626</c:v>
                </c:pt>
                <c:pt idx="321">
                  <c:v>40627</c:v>
                </c:pt>
                <c:pt idx="322">
                  <c:v>40630</c:v>
                </c:pt>
                <c:pt idx="323">
                  <c:v>40631</c:v>
                </c:pt>
                <c:pt idx="324">
                  <c:v>40632</c:v>
                </c:pt>
                <c:pt idx="325">
                  <c:v>40633</c:v>
                </c:pt>
                <c:pt idx="326">
                  <c:v>40634</c:v>
                </c:pt>
                <c:pt idx="327">
                  <c:v>40635</c:v>
                </c:pt>
                <c:pt idx="328">
                  <c:v>40637</c:v>
                </c:pt>
                <c:pt idx="329">
                  <c:v>40638</c:v>
                </c:pt>
                <c:pt idx="330">
                  <c:v>40639</c:v>
                </c:pt>
                <c:pt idx="331">
                  <c:v>40640</c:v>
                </c:pt>
                <c:pt idx="332">
                  <c:v>40641</c:v>
                </c:pt>
                <c:pt idx="333">
                  <c:v>40644</c:v>
                </c:pt>
                <c:pt idx="334">
                  <c:v>40645</c:v>
                </c:pt>
                <c:pt idx="335">
                  <c:v>40646</c:v>
                </c:pt>
                <c:pt idx="336">
                  <c:v>40647</c:v>
                </c:pt>
                <c:pt idx="337">
                  <c:v>40648</c:v>
                </c:pt>
                <c:pt idx="338">
                  <c:v>40651</c:v>
                </c:pt>
                <c:pt idx="339">
                  <c:v>40652</c:v>
                </c:pt>
                <c:pt idx="340">
                  <c:v>40653</c:v>
                </c:pt>
                <c:pt idx="341">
                  <c:v>40654</c:v>
                </c:pt>
                <c:pt idx="342">
                  <c:v>40655</c:v>
                </c:pt>
                <c:pt idx="343">
                  <c:v>40658</c:v>
                </c:pt>
                <c:pt idx="344">
                  <c:v>40659</c:v>
                </c:pt>
                <c:pt idx="345">
                  <c:v>40660</c:v>
                </c:pt>
                <c:pt idx="346">
                  <c:v>40661</c:v>
                </c:pt>
                <c:pt idx="347">
                  <c:v>40662</c:v>
                </c:pt>
                <c:pt idx="348">
                  <c:v>40663</c:v>
                </c:pt>
                <c:pt idx="349">
                  <c:v>40665</c:v>
                </c:pt>
                <c:pt idx="350">
                  <c:v>40666</c:v>
                </c:pt>
                <c:pt idx="351">
                  <c:v>40667</c:v>
                </c:pt>
                <c:pt idx="352">
                  <c:v>40668</c:v>
                </c:pt>
                <c:pt idx="353">
                  <c:v>40669</c:v>
                </c:pt>
                <c:pt idx="354">
                  <c:v>40672</c:v>
                </c:pt>
                <c:pt idx="355">
                  <c:v>40673</c:v>
                </c:pt>
                <c:pt idx="356">
                  <c:v>40674</c:v>
                </c:pt>
                <c:pt idx="357">
                  <c:v>40675</c:v>
                </c:pt>
                <c:pt idx="358">
                  <c:v>40676</c:v>
                </c:pt>
                <c:pt idx="359">
                  <c:v>40679</c:v>
                </c:pt>
                <c:pt idx="360">
                  <c:v>40680</c:v>
                </c:pt>
                <c:pt idx="361">
                  <c:v>40681</c:v>
                </c:pt>
                <c:pt idx="362">
                  <c:v>40682</c:v>
                </c:pt>
                <c:pt idx="363">
                  <c:v>40683</c:v>
                </c:pt>
                <c:pt idx="364">
                  <c:v>40686</c:v>
                </c:pt>
                <c:pt idx="365">
                  <c:v>40687</c:v>
                </c:pt>
                <c:pt idx="366">
                  <c:v>40688</c:v>
                </c:pt>
                <c:pt idx="367">
                  <c:v>40689</c:v>
                </c:pt>
                <c:pt idx="368">
                  <c:v>40690</c:v>
                </c:pt>
                <c:pt idx="369">
                  <c:v>40693</c:v>
                </c:pt>
                <c:pt idx="370">
                  <c:v>40694</c:v>
                </c:pt>
                <c:pt idx="371">
                  <c:v>40695</c:v>
                </c:pt>
                <c:pt idx="372">
                  <c:v>40696</c:v>
                </c:pt>
                <c:pt idx="373">
                  <c:v>40697</c:v>
                </c:pt>
                <c:pt idx="374">
                  <c:v>40700</c:v>
                </c:pt>
                <c:pt idx="375">
                  <c:v>40701</c:v>
                </c:pt>
                <c:pt idx="376">
                  <c:v>40702</c:v>
                </c:pt>
                <c:pt idx="377">
                  <c:v>40703</c:v>
                </c:pt>
                <c:pt idx="378">
                  <c:v>40704</c:v>
                </c:pt>
                <c:pt idx="379">
                  <c:v>40707</c:v>
                </c:pt>
                <c:pt idx="380">
                  <c:v>40708</c:v>
                </c:pt>
                <c:pt idx="381">
                  <c:v>40709</c:v>
                </c:pt>
                <c:pt idx="382">
                  <c:v>40710</c:v>
                </c:pt>
                <c:pt idx="383">
                  <c:v>40711</c:v>
                </c:pt>
                <c:pt idx="384">
                  <c:v>40714</c:v>
                </c:pt>
                <c:pt idx="385">
                  <c:v>40715</c:v>
                </c:pt>
                <c:pt idx="386">
                  <c:v>40716</c:v>
                </c:pt>
                <c:pt idx="387">
                  <c:v>40717</c:v>
                </c:pt>
                <c:pt idx="388">
                  <c:v>40718</c:v>
                </c:pt>
                <c:pt idx="389">
                  <c:v>40721</c:v>
                </c:pt>
                <c:pt idx="390">
                  <c:v>40722</c:v>
                </c:pt>
                <c:pt idx="391">
                  <c:v>40723</c:v>
                </c:pt>
                <c:pt idx="392">
                  <c:v>40724</c:v>
                </c:pt>
                <c:pt idx="393">
                  <c:v>40725</c:v>
                </c:pt>
                <c:pt idx="394">
                  <c:v>40728</c:v>
                </c:pt>
                <c:pt idx="395">
                  <c:v>40729</c:v>
                </c:pt>
                <c:pt idx="396">
                  <c:v>40730</c:v>
                </c:pt>
                <c:pt idx="397">
                  <c:v>40731</c:v>
                </c:pt>
                <c:pt idx="398">
                  <c:v>40732</c:v>
                </c:pt>
                <c:pt idx="399">
                  <c:v>40735</c:v>
                </c:pt>
                <c:pt idx="400">
                  <c:v>40736</c:v>
                </c:pt>
                <c:pt idx="401">
                  <c:v>40737</c:v>
                </c:pt>
                <c:pt idx="402">
                  <c:v>40738</c:v>
                </c:pt>
                <c:pt idx="403">
                  <c:v>40739</c:v>
                </c:pt>
                <c:pt idx="404">
                  <c:v>40742</c:v>
                </c:pt>
                <c:pt idx="405">
                  <c:v>40743</c:v>
                </c:pt>
                <c:pt idx="406">
                  <c:v>40744</c:v>
                </c:pt>
                <c:pt idx="407">
                  <c:v>40745</c:v>
                </c:pt>
                <c:pt idx="408">
                  <c:v>40746</c:v>
                </c:pt>
                <c:pt idx="409">
                  <c:v>40749</c:v>
                </c:pt>
                <c:pt idx="410">
                  <c:v>40750</c:v>
                </c:pt>
                <c:pt idx="411">
                  <c:v>40751</c:v>
                </c:pt>
                <c:pt idx="412">
                  <c:v>40752</c:v>
                </c:pt>
                <c:pt idx="413">
                  <c:v>40753</c:v>
                </c:pt>
                <c:pt idx="414">
                  <c:v>40755</c:v>
                </c:pt>
                <c:pt idx="415">
                  <c:v>40756</c:v>
                </c:pt>
                <c:pt idx="416">
                  <c:v>40757</c:v>
                </c:pt>
                <c:pt idx="417">
                  <c:v>40758</c:v>
                </c:pt>
                <c:pt idx="418">
                  <c:v>40759</c:v>
                </c:pt>
                <c:pt idx="419">
                  <c:v>40760</c:v>
                </c:pt>
                <c:pt idx="420">
                  <c:v>40763</c:v>
                </c:pt>
                <c:pt idx="421">
                  <c:v>40764</c:v>
                </c:pt>
                <c:pt idx="422">
                  <c:v>40765</c:v>
                </c:pt>
                <c:pt idx="423">
                  <c:v>40766</c:v>
                </c:pt>
                <c:pt idx="424">
                  <c:v>40767</c:v>
                </c:pt>
                <c:pt idx="425">
                  <c:v>40770</c:v>
                </c:pt>
                <c:pt idx="426">
                  <c:v>40771</c:v>
                </c:pt>
                <c:pt idx="427">
                  <c:v>40772</c:v>
                </c:pt>
                <c:pt idx="428">
                  <c:v>40773</c:v>
                </c:pt>
                <c:pt idx="429">
                  <c:v>40774</c:v>
                </c:pt>
                <c:pt idx="430">
                  <c:v>40777</c:v>
                </c:pt>
                <c:pt idx="431">
                  <c:v>40778</c:v>
                </c:pt>
                <c:pt idx="432">
                  <c:v>40779</c:v>
                </c:pt>
                <c:pt idx="433">
                  <c:v>40780</c:v>
                </c:pt>
                <c:pt idx="434">
                  <c:v>40781</c:v>
                </c:pt>
                <c:pt idx="435">
                  <c:v>40784</c:v>
                </c:pt>
                <c:pt idx="436">
                  <c:v>40785</c:v>
                </c:pt>
                <c:pt idx="437">
                  <c:v>40786</c:v>
                </c:pt>
                <c:pt idx="438">
                  <c:v>40787</c:v>
                </c:pt>
                <c:pt idx="439">
                  <c:v>40788</c:v>
                </c:pt>
                <c:pt idx="440">
                  <c:v>40791</c:v>
                </c:pt>
                <c:pt idx="441">
                  <c:v>40792</c:v>
                </c:pt>
                <c:pt idx="442">
                  <c:v>40793</c:v>
                </c:pt>
                <c:pt idx="443">
                  <c:v>40794</c:v>
                </c:pt>
                <c:pt idx="444">
                  <c:v>40795</c:v>
                </c:pt>
                <c:pt idx="445">
                  <c:v>40798</c:v>
                </c:pt>
                <c:pt idx="446">
                  <c:v>40799</c:v>
                </c:pt>
                <c:pt idx="447">
                  <c:v>40800</c:v>
                </c:pt>
                <c:pt idx="448">
                  <c:v>40801</c:v>
                </c:pt>
                <c:pt idx="449">
                  <c:v>40802</c:v>
                </c:pt>
                <c:pt idx="450">
                  <c:v>40805</c:v>
                </c:pt>
                <c:pt idx="451">
                  <c:v>40806</c:v>
                </c:pt>
                <c:pt idx="452">
                  <c:v>40807</c:v>
                </c:pt>
                <c:pt idx="453">
                  <c:v>40808</c:v>
                </c:pt>
                <c:pt idx="454">
                  <c:v>40809</c:v>
                </c:pt>
                <c:pt idx="455">
                  <c:v>40812</c:v>
                </c:pt>
                <c:pt idx="456">
                  <c:v>40813</c:v>
                </c:pt>
                <c:pt idx="457">
                  <c:v>40814</c:v>
                </c:pt>
                <c:pt idx="458">
                  <c:v>40815</c:v>
                </c:pt>
                <c:pt idx="459">
                  <c:v>40816</c:v>
                </c:pt>
                <c:pt idx="460">
                  <c:v>40819</c:v>
                </c:pt>
                <c:pt idx="461">
                  <c:v>40820</c:v>
                </c:pt>
                <c:pt idx="462">
                  <c:v>40821</c:v>
                </c:pt>
                <c:pt idx="463">
                  <c:v>40822</c:v>
                </c:pt>
                <c:pt idx="464">
                  <c:v>40823</c:v>
                </c:pt>
                <c:pt idx="465">
                  <c:v>40824</c:v>
                </c:pt>
                <c:pt idx="466">
                  <c:v>40825</c:v>
                </c:pt>
                <c:pt idx="467">
                  <c:v>40826</c:v>
                </c:pt>
                <c:pt idx="468">
                  <c:v>40827</c:v>
                </c:pt>
                <c:pt idx="469">
                  <c:v>40828</c:v>
                </c:pt>
                <c:pt idx="470">
                  <c:v>40829</c:v>
                </c:pt>
                <c:pt idx="471">
                  <c:v>40830</c:v>
                </c:pt>
                <c:pt idx="472">
                  <c:v>40833</c:v>
                </c:pt>
                <c:pt idx="473">
                  <c:v>40834</c:v>
                </c:pt>
                <c:pt idx="474">
                  <c:v>40835</c:v>
                </c:pt>
                <c:pt idx="475">
                  <c:v>40836</c:v>
                </c:pt>
                <c:pt idx="476">
                  <c:v>40837</c:v>
                </c:pt>
                <c:pt idx="477">
                  <c:v>40840</c:v>
                </c:pt>
                <c:pt idx="478">
                  <c:v>40841</c:v>
                </c:pt>
                <c:pt idx="479">
                  <c:v>40842</c:v>
                </c:pt>
                <c:pt idx="480">
                  <c:v>40843</c:v>
                </c:pt>
                <c:pt idx="481">
                  <c:v>40844</c:v>
                </c:pt>
                <c:pt idx="482">
                  <c:v>40847</c:v>
                </c:pt>
                <c:pt idx="483">
                  <c:v>40848</c:v>
                </c:pt>
                <c:pt idx="484">
                  <c:v>40849</c:v>
                </c:pt>
                <c:pt idx="485">
                  <c:v>40850</c:v>
                </c:pt>
                <c:pt idx="486">
                  <c:v>40851</c:v>
                </c:pt>
                <c:pt idx="487">
                  <c:v>40854</c:v>
                </c:pt>
                <c:pt idx="488">
                  <c:v>40855</c:v>
                </c:pt>
                <c:pt idx="489">
                  <c:v>40856</c:v>
                </c:pt>
                <c:pt idx="490">
                  <c:v>40857</c:v>
                </c:pt>
                <c:pt idx="491">
                  <c:v>40858</c:v>
                </c:pt>
                <c:pt idx="492">
                  <c:v>40861</c:v>
                </c:pt>
                <c:pt idx="493">
                  <c:v>40862</c:v>
                </c:pt>
                <c:pt idx="494">
                  <c:v>40863</c:v>
                </c:pt>
                <c:pt idx="495">
                  <c:v>40864</c:v>
                </c:pt>
                <c:pt idx="496">
                  <c:v>40865</c:v>
                </c:pt>
                <c:pt idx="497">
                  <c:v>40868</c:v>
                </c:pt>
                <c:pt idx="498">
                  <c:v>40869</c:v>
                </c:pt>
                <c:pt idx="499">
                  <c:v>40870</c:v>
                </c:pt>
                <c:pt idx="500">
                  <c:v>40871</c:v>
                </c:pt>
                <c:pt idx="501">
                  <c:v>40872</c:v>
                </c:pt>
                <c:pt idx="502">
                  <c:v>40875</c:v>
                </c:pt>
                <c:pt idx="503">
                  <c:v>40876</c:v>
                </c:pt>
                <c:pt idx="504">
                  <c:v>40877</c:v>
                </c:pt>
                <c:pt idx="505">
                  <c:v>40878</c:v>
                </c:pt>
                <c:pt idx="506">
                  <c:v>40879</c:v>
                </c:pt>
                <c:pt idx="507">
                  <c:v>40882</c:v>
                </c:pt>
                <c:pt idx="508">
                  <c:v>40883</c:v>
                </c:pt>
                <c:pt idx="509">
                  <c:v>40884</c:v>
                </c:pt>
                <c:pt idx="510">
                  <c:v>40885</c:v>
                </c:pt>
                <c:pt idx="511">
                  <c:v>40886</c:v>
                </c:pt>
                <c:pt idx="512">
                  <c:v>40889</c:v>
                </c:pt>
                <c:pt idx="513">
                  <c:v>40890</c:v>
                </c:pt>
                <c:pt idx="514">
                  <c:v>40891</c:v>
                </c:pt>
                <c:pt idx="515">
                  <c:v>40892</c:v>
                </c:pt>
                <c:pt idx="516">
                  <c:v>40893</c:v>
                </c:pt>
                <c:pt idx="517">
                  <c:v>40896</c:v>
                </c:pt>
                <c:pt idx="518">
                  <c:v>40897</c:v>
                </c:pt>
                <c:pt idx="519">
                  <c:v>40898</c:v>
                </c:pt>
                <c:pt idx="520">
                  <c:v>40899</c:v>
                </c:pt>
                <c:pt idx="521">
                  <c:v>40900</c:v>
                </c:pt>
                <c:pt idx="522">
                  <c:v>40903</c:v>
                </c:pt>
                <c:pt idx="523">
                  <c:v>40904</c:v>
                </c:pt>
                <c:pt idx="524">
                  <c:v>40905</c:v>
                </c:pt>
                <c:pt idx="525">
                  <c:v>40906</c:v>
                </c:pt>
                <c:pt idx="526">
                  <c:v>40907</c:v>
                </c:pt>
                <c:pt idx="527">
                  <c:v>40908</c:v>
                </c:pt>
                <c:pt idx="528">
                  <c:v>40911</c:v>
                </c:pt>
                <c:pt idx="529">
                  <c:v>40912</c:v>
                </c:pt>
                <c:pt idx="530">
                  <c:v>40913</c:v>
                </c:pt>
                <c:pt idx="531">
                  <c:v>40914</c:v>
                </c:pt>
                <c:pt idx="532">
                  <c:v>40917</c:v>
                </c:pt>
                <c:pt idx="533">
                  <c:v>40918</c:v>
                </c:pt>
                <c:pt idx="534">
                  <c:v>40919</c:v>
                </c:pt>
                <c:pt idx="535">
                  <c:v>40920</c:v>
                </c:pt>
                <c:pt idx="536">
                  <c:v>40921</c:v>
                </c:pt>
                <c:pt idx="537">
                  <c:v>40924</c:v>
                </c:pt>
                <c:pt idx="538">
                  <c:v>40925</c:v>
                </c:pt>
                <c:pt idx="539">
                  <c:v>40926</c:v>
                </c:pt>
                <c:pt idx="540">
                  <c:v>40927</c:v>
                </c:pt>
                <c:pt idx="541">
                  <c:v>40928</c:v>
                </c:pt>
                <c:pt idx="542">
                  <c:v>40929</c:v>
                </c:pt>
                <c:pt idx="543">
                  <c:v>40931</c:v>
                </c:pt>
                <c:pt idx="544">
                  <c:v>40932</c:v>
                </c:pt>
                <c:pt idx="545">
                  <c:v>40933</c:v>
                </c:pt>
                <c:pt idx="546">
                  <c:v>40934</c:v>
                </c:pt>
                <c:pt idx="547">
                  <c:v>40935</c:v>
                </c:pt>
                <c:pt idx="548">
                  <c:v>40937</c:v>
                </c:pt>
                <c:pt idx="549">
                  <c:v>40938</c:v>
                </c:pt>
                <c:pt idx="550">
                  <c:v>40939</c:v>
                </c:pt>
                <c:pt idx="551">
                  <c:v>40940</c:v>
                </c:pt>
                <c:pt idx="552">
                  <c:v>40941</c:v>
                </c:pt>
                <c:pt idx="553">
                  <c:v>40942</c:v>
                </c:pt>
                <c:pt idx="554">
                  <c:v>40945</c:v>
                </c:pt>
                <c:pt idx="555">
                  <c:v>40946</c:v>
                </c:pt>
                <c:pt idx="556">
                  <c:v>40947</c:v>
                </c:pt>
                <c:pt idx="557">
                  <c:v>40948</c:v>
                </c:pt>
                <c:pt idx="558">
                  <c:v>40949</c:v>
                </c:pt>
                <c:pt idx="559">
                  <c:v>40952</c:v>
                </c:pt>
                <c:pt idx="560">
                  <c:v>40953</c:v>
                </c:pt>
                <c:pt idx="561">
                  <c:v>40954</c:v>
                </c:pt>
                <c:pt idx="562">
                  <c:v>40955</c:v>
                </c:pt>
                <c:pt idx="563">
                  <c:v>40956</c:v>
                </c:pt>
                <c:pt idx="564">
                  <c:v>40959</c:v>
                </c:pt>
                <c:pt idx="565">
                  <c:v>40960</c:v>
                </c:pt>
                <c:pt idx="566">
                  <c:v>40961</c:v>
                </c:pt>
                <c:pt idx="567">
                  <c:v>40962</c:v>
                </c:pt>
                <c:pt idx="568">
                  <c:v>40963</c:v>
                </c:pt>
                <c:pt idx="569">
                  <c:v>40966</c:v>
                </c:pt>
                <c:pt idx="570">
                  <c:v>40967</c:v>
                </c:pt>
                <c:pt idx="571">
                  <c:v>40968</c:v>
                </c:pt>
                <c:pt idx="572">
                  <c:v>40969</c:v>
                </c:pt>
                <c:pt idx="573">
                  <c:v>40970</c:v>
                </c:pt>
                <c:pt idx="574">
                  <c:v>40973</c:v>
                </c:pt>
                <c:pt idx="575">
                  <c:v>40974</c:v>
                </c:pt>
                <c:pt idx="576">
                  <c:v>40975</c:v>
                </c:pt>
                <c:pt idx="577">
                  <c:v>40976</c:v>
                </c:pt>
                <c:pt idx="578">
                  <c:v>40977</c:v>
                </c:pt>
                <c:pt idx="579">
                  <c:v>40980</c:v>
                </c:pt>
                <c:pt idx="580">
                  <c:v>40981</c:v>
                </c:pt>
                <c:pt idx="581">
                  <c:v>40982</c:v>
                </c:pt>
                <c:pt idx="582">
                  <c:v>40983</c:v>
                </c:pt>
                <c:pt idx="583">
                  <c:v>40984</c:v>
                </c:pt>
                <c:pt idx="584">
                  <c:v>40987</c:v>
                </c:pt>
                <c:pt idx="585">
                  <c:v>40988</c:v>
                </c:pt>
                <c:pt idx="586">
                  <c:v>40989</c:v>
                </c:pt>
                <c:pt idx="587">
                  <c:v>40990</c:v>
                </c:pt>
                <c:pt idx="588">
                  <c:v>40991</c:v>
                </c:pt>
                <c:pt idx="589">
                  <c:v>40994</c:v>
                </c:pt>
                <c:pt idx="590">
                  <c:v>40995</c:v>
                </c:pt>
                <c:pt idx="591">
                  <c:v>40996</c:v>
                </c:pt>
                <c:pt idx="592">
                  <c:v>40997</c:v>
                </c:pt>
                <c:pt idx="593">
                  <c:v>40998</c:v>
                </c:pt>
                <c:pt idx="594">
                  <c:v>40999</c:v>
                </c:pt>
                <c:pt idx="595">
                  <c:v>41000</c:v>
                </c:pt>
                <c:pt idx="596">
                  <c:v>41001</c:v>
                </c:pt>
                <c:pt idx="597">
                  <c:v>41002</c:v>
                </c:pt>
                <c:pt idx="598">
                  <c:v>41003</c:v>
                </c:pt>
                <c:pt idx="599">
                  <c:v>41004</c:v>
                </c:pt>
                <c:pt idx="600">
                  <c:v>41005</c:v>
                </c:pt>
                <c:pt idx="601">
                  <c:v>41008</c:v>
                </c:pt>
                <c:pt idx="602">
                  <c:v>41009</c:v>
                </c:pt>
                <c:pt idx="603">
                  <c:v>41010</c:v>
                </c:pt>
                <c:pt idx="604">
                  <c:v>41011</c:v>
                </c:pt>
                <c:pt idx="605">
                  <c:v>41012</c:v>
                </c:pt>
                <c:pt idx="606">
                  <c:v>41015</c:v>
                </c:pt>
                <c:pt idx="607">
                  <c:v>41016</c:v>
                </c:pt>
                <c:pt idx="608">
                  <c:v>41017</c:v>
                </c:pt>
                <c:pt idx="609">
                  <c:v>41018</c:v>
                </c:pt>
                <c:pt idx="610">
                  <c:v>41019</c:v>
                </c:pt>
                <c:pt idx="611">
                  <c:v>41022</c:v>
                </c:pt>
                <c:pt idx="612">
                  <c:v>41023</c:v>
                </c:pt>
                <c:pt idx="613">
                  <c:v>41024</c:v>
                </c:pt>
                <c:pt idx="614">
                  <c:v>41025</c:v>
                </c:pt>
                <c:pt idx="615">
                  <c:v>41026</c:v>
                </c:pt>
                <c:pt idx="616">
                  <c:v>41027</c:v>
                </c:pt>
                <c:pt idx="617">
                  <c:v>41029</c:v>
                </c:pt>
                <c:pt idx="618">
                  <c:v>41030</c:v>
                </c:pt>
                <c:pt idx="619">
                  <c:v>41031</c:v>
                </c:pt>
                <c:pt idx="620">
                  <c:v>41032</c:v>
                </c:pt>
                <c:pt idx="621">
                  <c:v>41033</c:v>
                </c:pt>
                <c:pt idx="622">
                  <c:v>41036</c:v>
                </c:pt>
                <c:pt idx="623">
                  <c:v>41037</c:v>
                </c:pt>
                <c:pt idx="624">
                  <c:v>41038</c:v>
                </c:pt>
                <c:pt idx="625">
                  <c:v>41039</c:v>
                </c:pt>
                <c:pt idx="626">
                  <c:v>41040</c:v>
                </c:pt>
                <c:pt idx="627">
                  <c:v>41043</c:v>
                </c:pt>
                <c:pt idx="628">
                  <c:v>41044</c:v>
                </c:pt>
                <c:pt idx="629">
                  <c:v>41045</c:v>
                </c:pt>
                <c:pt idx="630">
                  <c:v>41046</c:v>
                </c:pt>
                <c:pt idx="631">
                  <c:v>41047</c:v>
                </c:pt>
                <c:pt idx="632">
                  <c:v>41050</c:v>
                </c:pt>
                <c:pt idx="633">
                  <c:v>41051</c:v>
                </c:pt>
                <c:pt idx="634">
                  <c:v>41052</c:v>
                </c:pt>
                <c:pt idx="635">
                  <c:v>41053</c:v>
                </c:pt>
                <c:pt idx="636">
                  <c:v>41054</c:v>
                </c:pt>
                <c:pt idx="637">
                  <c:v>41057</c:v>
                </c:pt>
                <c:pt idx="638">
                  <c:v>41058</c:v>
                </c:pt>
                <c:pt idx="639">
                  <c:v>41059</c:v>
                </c:pt>
                <c:pt idx="640">
                  <c:v>41060</c:v>
                </c:pt>
                <c:pt idx="641">
                  <c:v>41061</c:v>
                </c:pt>
                <c:pt idx="642">
                  <c:v>41064</c:v>
                </c:pt>
                <c:pt idx="643">
                  <c:v>41065</c:v>
                </c:pt>
                <c:pt idx="644">
                  <c:v>41066</c:v>
                </c:pt>
                <c:pt idx="645">
                  <c:v>41067</c:v>
                </c:pt>
                <c:pt idx="646">
                  <c:v>41068</c:v>
                </c:pt>
                <c:pt idx="647">
                  <c:v>41071</c:v>
                </c:pt>
                <c:pt idx="648">
                  <c:v>41072</c:v>
                </c:pt>
                <c:pt idx="649">
                  <c:v>41073</c:v>
                </c:pt>
                <c:pt idx="650">
                  <c:v>41074</c:v>
                </c:pt>
                <c:pt idx="651">
                  <c:v>41075</c:v>
                </c:pt>
                <c:pt idx="652">
                  <c:v>41078</c:v>
                </c:pt>
                <c:pt idx="653">
                  <c:v>41079</c:v>
                </c:pt>
                <c:pt idx="654">
                  <c:v>41080</c:v>
                </c:pt>
                <c:pt idx="655">
                  <c:v>41081</c:v>
                </c:pt>
                <c:pt idx="656">
                  <c:v>41082</c:v>
                </c:pt>
                <c:pt idx="657">
                  <c:v>41085</c:v>
                </c:pt>
                <c:pt idx="658">
                  <c:v>41086</c:v>
                </c:pt>
                <c:pt idx="659">
                  <c:v>41087</c:v>
                </c:pt>
                <c:pt idx="660">
                  <c:v>41088</c:v>
                </c:pt>
                <c:pt idx="661">
                  <c:v>41089</c:v>
                </c:pt>
                <c:pt idx="662">
                  <c:v>41090</c:v>
                </c:pt>
                <c:pt idx="663">
                  <c:v>41092</c:v>
                </c:pt>
                <c:pt idx="664">
                  <c:v>41093</c:v>
                </c:pt>
                <c:pt idx="665">
                  <c:v>41094</c:v>
                </c:pt>
                <c:pt idx="666">
                  <c:v>41095</c:v>
                </c:pt>
                <c:pt idx="667">
                  <c:v>41096</c:v>
                </c:pt>
                <c:pt idx="668">
                  <c:v>41099</c:v>
                </c:pt>
                <c:pt idx="669">
                  <c:v>41100</c:v>
                </c:pt>
                <c:pt idx="670">
                  <c:v>41101</c:v>
                </c:pt>
                <c:pt idx="671">
                  <c:v>41102</c:v>
                </c:pt>
                <c:pt idx="672">
                  <c:v>41103</c:v>
                </c:pt>
                <c:pt idx="673">
                  <c:v>41106</c:v>
                </c:pt>
                <c:pt idx="674">
                  <c:v>41107</c:v>
                </c:pt>
                <c:pt idx="675">
                  <c:v>41108</c:v>
                </c:pt>
                <c:pt idx="676">
                  <c:v>41109</c:v>
                </c:pt>
                <c:pt idx="677">
                  <c:v>41110</c:v>
                </c:pt>
                <c:pt idx="678">
                  <c:v>41113</c:v>
                </c:pt>
                <c:pt idx="679">
                  <c:v>41114</c:v>
                </c:pt>
                <c:pt idx="680">
                  <c:v>41115</c:v>
                </c:pt>
                <c:pt idx="681">
                  <c:v>41116</c:v>
                </c:pt>
                <c:pt idx="682">
                  <c:v>41117</c:v>
                </c:pt>
                <c:pt idx="683">
                  <c:v>41120</c:v>
                </c:pt>
                <c:pt idx="684">
                  <c:v>41121</c:v>
                </c:pt>
                <c:pt idx="685">
                  <c:v>41122</c:v>
                </c:pt>
                <c:pt idx="686">
                  <c:v>41123</c:v>
                </c:pt>
                <c:pt idx="687">
                  <c:v>41124</c:v>
                </c:pt>
                <c:pt idx="688">
                  <c:v>41127</c:v>
                </c:pt>
                <c:pt idx="689">
                  <c:v>41128</c:v>
                </c:pt>
                <c:pt idx="690">
                  <c:v>41129</c:v>
                </c:pt>
                <c:pt idx="691">
                  <c:v>41130</c:v>
                </c:pt>
                <c:pt idx="692">
                  <c:v>41131</c:v>
                </c:pt>
                <c:pt idx="693">
                  <c:v>41134</c:v>
                </c:pt>
                <c:pt idx="694">
                  <c:v>41135</c:v>
                </c:pt>
                <c:pt idx="695">
                  <c:v>41136</c:v>
                </c:pt>
                <c:pt idx="696">
                  <c:v>41137</c:v>
                </c:pt>
                <c:pt idx="697">
                  <c:v>41138</c:v>
                </c:pt>
                <c:pt idx="698">
                  <c:v>41141</c:v>
                </c:pt>
                <c:pt idx="699">
                  <c:v>41142</c:v>
                </c:pt>
                <c:pt idx="700">
                  <c:v>41143</c:v>
                </c:pt>
                <c:pt idx="701">
                  <c:v>41144</c:v>
                </c:pt>
                <c:pt idx="702">
                  <c:v>41145</c:v>
                </c:pt>
                <c:pt idx="703">
                  <c:v>41148</c:v>
                </c:pt>
                <c:pt idx="704">
                  <c:v>41149</c:v>
                </c:pt>
                <c:pt idx="705">
                  <c:v>41150</c:v>
                </c:pt>
                <c:pt idx="706">
                  <c:v>41151</c:v>
                </c:pt>
                <c:pt idx="707">
                  <c:v>41152</c:v>
                </c:pt>
                <c:pt idx="708">
                  <c:v>41155</c:v>
                </c:pt>
                <c:pt idx="709">
                  <c:v>41156</c:v>
                </c:pt>
                <c:pt idx="710">
                  <c:v>41157</c:v>
                </c:pt>
                <c:pt idx="711">
                  <c:v>41158</c:v>
                </c:pt>
                <c:pt idx="712">
                  <c:v>41159</c:v>
                </c:pt>
                <c:pt idx="713">
                  <c:v>41162</c:v>
                </c:pt>
                <c:pt idx="714">
                  <c:v>41163</c:v>
                </c:pt>
                <c:pt idx="715">
                  <c:v>41164</c:v>
                </c:pt>
                <c:pt idx="716">
                  <c:v>41165</c:v>
                </c:pt>
                <c:pt idx="717">
                  <c:v>41166</c:v>
                </c:pt>
                <c:pt idx="718">
                  <c:v>41169</c:v>
                </c:pt>
                <c:pt idx="719">
                  <c:v>41170</c:v>
                </c:pt>
                <c:pt idx="720">
                  <c:v>41171</c:v>
                </c:pt>
                <c:pt idx="721">
                  <c:v>41172</c:v>
                </c:pt>
                <c:pt idx="722">
                  <c:v>41173</c:v>
                </c:pt>
                <c:pt idx="723">
                  <c:v>41176</c:v>
                </c:pt>
                <c:pt idx="724">
                  <c:v>41177</c:v>
                </c:pt>
                <c:pt idx="725">
                  <c:v>41178</c:v>
                </c:pt>
                <c:pt idx="726">
                  <c:v>41179</c:v>
                </c:pt>
                <c:pt idx="727">
                  <c:v>41180</c:v>
                </c:pt>
                <c:pt idx="728">
                  <c:v>41181</c:v>
                </c:pt>
                <c:pt idx="729">
                  <c:v>41182</c:v>
                </c:pt>
                <c:pt idx="730">
                  <c:v>41183</c:v>
                </c:pt>
                <c:pt idx="731">
                  <c:v>41184</c:v>
                </c:pt>
                <c:pt idx="732">
                  <c:v>41185</c:v>
                </c:pt>
                <c:pt idx="733">
                  <c:v>41186</c:v>
                </c:pt>
                <c:pt idx="734">
                  <c:v>41187</c:v>
                </c:pt>
                <c:pt idx="735">
                  <c:v>41190</c:v>
                </c:pt>
                <c:pt idx="736">
                  <c:v>41191</c:v>
                </c:pt>
                <c:pt idx="737">
                  <c:v>41192</c:v>
                </c:pt>
                <c:pt idx="738">
                  <c:v>41193</c:v>
                </c:pt>
                <c:pt idx="739">
                  <c:v>41194</c:v>
                </c:pt>
                <c:pt idx="740">
                  <c:v>41197</c:v>
                </c:pt>
                <c:pt idx="741">
                  <c:v>41198</c:v>
                </c:pt>
                <c:pt idx="742">
                  <c:v>41199</c:v>
                </c:pt>
                <c:pt idx="743">
                  <c:v>41200</c:v>
                </c:pt>
                <c:pt idx="744">
                  <c:v>41201</c:v>
                </c:pt>
                <c:pt idx="745">
                  <c:v>41204</c:v>
                </c:pt>
                <c:pt idx="746">
                  <c:v>41205</c:v>
                </c:pt>
                <c:pt idx="747">
                  <c:v>41206</c:v>
                </c:pt>
                <c:pt idx="748">
                  <c:v>41207</c:v>
                </c:pt>
                <c:pt idx="749">
                  <c:v>41208</c:v>
                </c:pt>
                <c:pt idx="750">
                  <c:v>41211</c:v>
                </c:pt>
                <c:pt idx="751">
                  <c:v>41212</c:v>
                </c:pt>
                <c:pt idx="752">
                  <c:v>41213</c:v>
                </c:pt>
                <c:pt idx="753">
                  <c:v>41214</c:v>
                </c:pt>
                <c:pt idx="754">
                  <c:v>41215</c:v>
                </c:pt>
                <c:pt idx="755">
                  <c:v>41218</c:v>
                </c:pt>
                <c:pt idx="756">
                  <c:v>41219</c:v>
                </c:pt>
                <c:pt idx="757">
                  <c:v>41220</c:v>
                </c:pt>
                <c:pt idx="758">
                  <c:v>41221</c:v>
                </c:pt>
                <c:pt idx="759">
                  <c:v>41222</c:v>
                </c:pt>
                <c:pt idx="760">
                  <c:v>41225</c:v>
                </c:pt>
                <c:pt idx="761">
                  <c:v>41226</c:v>
                </c:pt>
                <c:pt idx="762">
                  <c:v>41227</c:v>
                </c:pt>
                <c:pt idx="763">
                  <c:v>41228</c:v>
                </c:pt>
                <c:pt idx="764">
                  <c:v>41229</c:v>
                </c:pt>
                <c:pt idx="765">
                  <c:v>41232</c:v>
                </c:pt>
                <c:pt idx="766">
                  <c:v>41233</c:v>
                </c:pt>
                <c:pt idx="767">
                  <c:v>41234</c:v>
                </c:pt>
                <c:pt idx="768">
                  <c:v>41235</c:v>
                </c:pt>
                <c:pt idx="769">
                  <c:v>41236</c:v>
                </c:pt>
                <c:pt idx="770">
                  <c:v>41239</c:v>
                </c:pt>
                <c:pt idx="771">
                  <c:v>41240</c:v>
                </c:pt>
                <c:pt idx="772">
                  <c:v>41241</c:v>
                </c:pt>
                <c:pt idx="773">
                  <c:v>41242</c:v>
                </c:pt>
                <c:pt idx="774">
                  <c:v>41243</c:v>
                </c:pt>
                <c:pt idx="775">
                  <c:v>41246</c:v>
                </c:pt>
                <c:pt idx="776">
                  <c:v>41247</c:v>
                </c:pt>
                <c:pt idx="777">
                  <c:v>41248</c:v>
                </c:pt>
                <c:pt idx="778">
                  <c:v>41249</c:v>
                </c:pt>
                <c:pt idx="779">
                  <c:v>41250</c:v>
                </c:pt>
                <c:pt idx="780">
                  <c:v>41253</c:v>
                </c:pt>
                <c:pt idx="781">
                  <c:v>41254</c:v>
                </c:pt>
                <c:pt idx="782">
                  <c:v>41255</c:v>
                </c:pt>
                <c:pt idx="783">
                  <c:v>41256</c:v>
                </c:pt>
                <c:pt idx="784">
                  <c:v>41257</c:v>
                </c:pt>
                <c:pt idx="785">
                  <c:v>41260</c:v>
                </c:pt>
                <c:pt idx="786">
                  <c:v>41261</c:v>
                </c:pt>
                <c:pt idx="787">
                  <c:v>41262</c:v>
                </c:pt>
                <c:pt idx="788">
                  <c:v>41263</c:v>
                </c:pt>
                <c:pt idx="789">
                  <c:v>41264</c:v>
                </c:pt>
                <c:pt idx="790">
                  <c:v>41267</c:v>
                </c:pt>
                <c:pt idx="791">
                  <c:v>41268</c:v>
                </c:pt>
                <c:pt idx="792">
                  <c:v>41269</c:v>
                </c:pt>
                <c:pt idx="793">
                  <c:v>41270</c:v>
                </c:pt>
                <c:pt idx="794">
                  <c:v>41271</c:v>
                </c:pt>
                <c:pt idx="795">
                  <c:v>41274</c:v>
                </c:pt>
                <c:pt idx="796">
                  <c:v>41276</c:v>
                </c:pt>
                <c:pt idx="797">
                  <c:v>41277</c:v>
                </c:pt>
                <c:pt idx="798">
                  <c:v>41278</c:v>
                </c:pt>
                <c:pt idx="799">
                  <c:v>41279</c:v>
                </c:pt>
                <c:pt idx="800">
                  <c:v>41280</c:v>
                </c:pt>
                <c:pt idx="801">
                  <c:v>41281</c:v>
                </c:pt>
                <c:pt idx="802">
                  <c:v>41282</c:v>
                </c:pt>
                <c:pt idx="803">
                  <c:v>41283</c:v>
                </c:pt>
                <c:pt idx="804">
                  <c:v>41284</c:v>
                </c:pt>
                <c:pt idx="805">
                  <c:v>41285</c:v>
                </c:pt>
                <c:pt idx="806">
                  <c:v>41288</c:v>
                </c:pt>
                <c:pt idx="807">
                  <c:v>41289</c:v>
                </c:pt>
                <c:pt idx="808">
                  <c:v>41290</c:v>
                </c:pt>
                <c:pt idx="809">
                  <c:v>41291</c:v>
                </c:pt>
                <c:pt idx="810">
                  <c:v>41292</c:v>
                </c:pt>
                <c:pt idx="811">
                  <c:v>41295</c:v>
                </c:pt>
                <c:pt idx="812">
                  <c:v>41296</c:v>
                </c:pt>
                <c:pt idx="813">
                  <c:v>41297</c:v>
                </c:pt>
                <c:pt idx="814">
                  <c:v>41298</c:v>
                </c:pt>
                <c:pt idx="815">
                  <c:v>41299</c:v>
                </c:pt>
                <c:pt idx="816">
                  <c:v>41302</c:v>
                </c:pt>
                <c:pt idx="817">
                  <c:v>41303</c:v>
                </c:pt>
                <c:pt idx="818">
                  <c:v>41304</c:v>
                </c:pt>
                <c:pt idx="819">
                  <c:v>41305</c:v>
                </c:pt>
                <c:pt idx="820">
                  <c:v>41306</c:v>
                </c:pt>
                <c:pt idx="821">
                  <c:v>41309</c:v>
                </c:pt>
                <c:pt idx="822">
                  <c:v>41310</c:v>
                </c:pt>
                <c:pt idx="823">
                  <c:v>41311</c:v>
                </c:pt>
                <c:pt idx="824">
                  <c:v>41312</c:v>
                </c:pt>
                <c:pt idx="825">
                  <c:v>41313</c:v>
                </c:pt>
                <c:pt idx="826">
                  <c:v>41316</c:v>
                </c:pt>
                <c:pt idx="827">
                  <c:v>41317</c:v>
                </c:pt>
                <c:pt idx="828">
                  <c:v>41318</c:v>
                </c:pt>
                <c:pt idx="829">
                  <c:v>41319</c:v>
                </c:pt>
                <c:pt idx="830">
                  <c:v>41320</c:v>
                </c:pt>
                <c:pt idx="831">
                  <c:v>41321</c:v>
                </c:pt>
                <c:pt idx="832">
                  <c:v>41322</c:v>
                </c:pt>
                <c:pt idx="833">
                  <c:v>41323</c:v>
                </c:pt>
                <c:pt idx="834">
                  <c:v>41324</c:v>
                </c:pt>
                <c:pt idx="835">
                  <c:v>41325</c:v>
                </c:pt>
                <c:pt idx="836">
                  <c:v>41326</c:v>
                </c:pt>
                <c:pt idx="837">
                  <c:v>41327</c:v>
                </c:pt>
                <c:pt idx="838">
                  <c:v>41330</c:v>
                </c:pt>
                <c:pt idx="839">
                  <c:v>41331</c:v>
                </c:pt>
                <c:pt idx="840">
                  <c:v>41332</c:v>
                </c:pt>
                <c:pt idx="841">
                  <c:v>41333</c:v>
                </c:pt>
                <c:pt idx="842">
                  <c:v>41334</c:v>
                </c:pt>
                <c:pt idx="843">
                  <c:v>41337</c:v>
                </c:pt>
                <c:pt idx="844">
                  <c:v>41338</c:v>
                </c:pt>
                <c:pt idx="845">
                  <c:v>41339</c:v>
                </c:pt>
                <c:pt idx="846">
                  <c:v>41340</c:v>
                </c:pt>
                <c:pt idx="847">
                  <c:v>41341</c:v>
                </c:pt>
                <c:pt idx="848">
                  <c:v>41344</c:v>
                </c:pt>
                <c:pt idx="849">
                  <c:v>41345</c:v>
                </c:pt>
                <c:pt idx="850">
                  <c:v>41346</c:v>
                </c:pt>
                <c:pt idx="851">
                  <c:v>41347</c:v>
                </c:pt>
                <c:pt idx="852">
                  <c:v>41348</c:v>
                </c:pt>
                <c:pt idx="853">
                  <c:v>41351</c:v>
                </c:pt>
                <c:pt idx="854">
                  <c:v>41352</c:v>
                </c:pt>
                <c:pt idx="855">
                  <c:v>41353</c:v>
                </c:pt>
                <c:pt idx="856">
                  <c:v>41354</c:v>
                </c:pt>
                <c:pt idx="857">
                  <c:v>41355</c:v>
                </c:pt>
                <c:pt idx="858">
                  <c:v>41358</c:v>
                </c:pt>
                <c:pt idx="859">
                  <c:v>41359</c:v>
                </c:pt>
                <c:pt idx="860">
                  <c:v>41360</c:v>
                </c:pt>
                <c:pt idx="861">
                  <c:v>41361</c:v>
                </c:pt>
                <c:pt idx="862">
                  <c:v>41362</c:v>
                </c:pt>
                <c:pt idx="863">
                  <c:v>41364</c:v>
                </c:pt>
                <c:pt idx="864">
                  <c:v>41365</c:v>
                </c:pt>
                <c:pt idx="865">
                  <c:v>41366</c:v>
                </c:pt>
                <c:pt idx="866">
                  <c:v>41367</c:v>
                </c:pt>
                <c:pt idx="867">
                  <c:v>41368</c:v>
                </c:pt>
                <c:pt idx="868">
                  <c:v>41369</c:v>
                </c:pt>
                <c:pt idx="869">
                  <c:v>41370</c:v>
                </c:pt>
                <c:pt idx="870">
                  <c:v>41371</c:v>
                </c:pt>
                <c:pt idx="871">
                  <c:v>41372</c:v>
                </c:pt>
                <c:pt idx="872">
                  <c:v>41373</c:v>
                </c:pt>
                <c:pt idx="873">
                  <c:v>41374</c:v>
                </c:pt>
                <c:pt idx="874">
                  <c:v>41375</c:v>
                </c:pt>
                <c:pt idx="875">
                  <c:v>41376</c:v>
                </c:pt>
                <c:pt idx="876">
                  <c:v>41379</c:v>
                </c:pt>
                <c:pt idx="877">
                  <c:v>41380</c:v>
                </c:pt>
                <c:pt idx="878">
                  <c:v>41381</c:v>
                </c:pt>
                <c:pt idx="879">
                  <c:v>41382</c:v>
                </c:pt>
                <c:pt idx="880">
                  <c:v>41383</c:v>
                </c:pt>
                <c:pt idx="881">
                  <c:v>41386</c:v>
                </c:pt>
                <c:pt idx="882">
                  <c:v>41387</c:v>
                </c:pt>
                <c:pt idx="883">
                  <c:v>41388</c:v>
                </c:pt>
                <c:pt idx="884">
                  <c:v>41389</c:v>
                </c:pt>
                <c:pt idx="885">
                  <c:v>41390</c:v>
                </c:pt>
                <c:pt idx="886">
                  <c:v>41391</c:v>
                </c:pt>
                <c:pt idx="887">
                  <c:v>41392</c:v>
                </c:pt>
                <c:pt idx="888">
                  <c:v>41393</c:v>
                </c:pt>
                <c:pt idx="889">
                  <c:v>41394</c:v>
                </c:pt>
                <c:pt idx="890">
                  <c:v>41395</c:v>
                </c:pt>
                <c:pt idx="891">
                  <c:v>41396</c:v>
                </c:pt>
                <c:pt idx="892">
                  <c:v>41397</c:v>
                </c:pt>
                <c:pt idx="893">
                  <c:v>41400</c:v>
                </c:pt>
                <c:pt idx="894">
                  <c:v>41401</c:v>
                </c:pt>
                <c:pt idx="895">
                  <c:v>41402</c:v>
                </c:pt>
                <c:pt idx="896">
                  <c:v>41403</c:v>
                </c:pt>
                <c:pt idx="897">
                  <c:v>41404</c:v>
                </c:pt>
                <c:pt idx="898">
                  <c:v>41407</c:v>
                </c:pt>
                <c:pt idx="899">
                  <c:v>41408</c:v>
                </c:pt>
                <c:pt idx="900">
                  <c:v>41409</c:v>
                </c:pt>
                <c:pt idx="901">
                  <c:v>41410</c:v>
                </c:pt>
                <c:pt idx="902">
                  <c:v>41411</c:v>
                </c:pt>
                <c:pt idx="903">
                  <c:v>41414</c:v>
                </c:pt>
                <c:pt idx="904">
                  <c:v>41415</c:v>
                </c:pt>
                <c:pt idx="905">
                  <c:v>41416</c:v>
                </c:pt>
                <c:pt idx="906">
                  <c:v>41417</c:v>
                </c:pt>
                <c:pt idx="907">
                  <c:v>41418</c:v>
                </c:pt>
                <c:pt idx="908">
                  <c:v>41421</c:v>
                </c:pt>
                <c:pt idx="909">
                  <c:v>41422</c:v>
                </c:pt>
                <c:pt idx="910">
                  <c:v>41423</c:v>
                </c:pt>
                <c:pt idx="911">
                  <c:v>41424</c:v>
                </c:pt>
                <c:pt idx="912">
                  <c:v>41425</c:v>
                </c:pt>
                <c:pt idx="913">
                  <c:v>41428</c:v>
                </c:pt>
                <c:pt idx="914">
                  <c:v>41429</c:v>
                </c:pt>
                <c:pt idx="915">
                  <c:v>41430</c:v>
                </c:pt>
                <c:pt idx="916">
                  <c:v>41431</c:v>
                </c:pt>
                <c:pt idx="917">
                  <c:v>41432</c:v>
                </c:pt>
                <c:pt idx="918">
                  <c:v>41433</c:v>
                </c:pt>
                <c:pt idx="919">
                  <c:v>41434</c:v>
                </c:pt>
                <c:pt idx="920">
                  <c:v>41435</c:v>
                </c:pt>
                <c:pt idx="921">
                  <c:v>41436</c:v>
                </c:pt>
                <c:pt idx="922">
                  <c:v>41437</c:v>
                </c:pt>
                <c:pt idx="923">
                  <c:v>41438</c:v>
                </c:pt>
                <c:pt idx="924">
                  <c:v>41439</c:v>
                </c:pt>
                <c:pt idx="925">
                  <c:v>41442</c:v>
                </c:pt>
                <c:pt idx="926">
                  <c:v>41443</c:v>
                </c:pt>
                <c:pt idx="927">
                  <c:v>41444</c:v>
                </c:pt>
                <c:pt idx="928">
                  <c:v>41445</c:v>
                </c:pt>
                <c:pt idx="929">
                  <c:v>41446</c:v>
                </c:pt>
                <c:pt idx="930">
                  <c:v>41449</c:v>
                </c:pt>
                <c:pt idx="931">
                  <c:v>41450</c:v>
                </c:pt>
                <c:pt idx="932">
                  <c:v>41451</c:v>
                </c:pt>
                <c:pt idx="933">
                  <c:v>41452</c:v>
                </c:pt>
                <c:pt idx="934">
                  <c:v>41453</c:v>
                </c:pt>
                <c:pt idx="935">
                  <c:v>41455</c:v>
                </c:pt>
                <c:pt idx="936">
                  <c:v>41456</c:v>
                </c:pt>
                <c:pt idx="937">
                  <c:v>41457</c:v>
                </c:pt>
                <c:pt idx="938">
                  <c:v>41458</c:v>
                </c:pt>
                <c:pt idx="939">
                  <c:v>41459</c:v>
                </c:pt>
                <c:pt idx="940">
                  <c:v>41460</c:v>
                </c:pt>
                <c:pt idx="941">
                  <c:v>41463</c:v>
                </c:pt>
                <c:pt idx="942">
                  <c:v>41464</c:v>
                </c:pt>
                <c:pt idx="943">
                  <c:v>41465</c:v>
                </c:pt>
                <c:pt idx="944">
                  <c:v>41466</c:v>
                </c:pt>
                <c:pt idx="945">
                  <c:v>41467</c:v>
                </c:pt>
                <c:pt idx="946">
                  <c:v>41470</c:v>
                </c:pt>
                <c:pt idx="947">
                  <c:v>41471</c:v>
                </c:pt>
                <c:pt idx="948">
                  <c:v>41472</c:v>
                </c:pt>
                <c:pt idx="949">
                  <c:v>41473</c:v>
                </c:pt>
                <c:pt idx="950">
                  <c:v>41474</c:v>
                </c:pt>
                <c:pt idx="951">
                  <c:v>41477</c:v>
                </c:pt>
                <c:pt idx="952">
                  <c:v>41478</c:v>
                </c:pt>
                <c:pt idx="953">
                  <c:v>41479</c:v>
                </c:pt>
                <c:pt idx="954">
                  <c:v>41480</c:v>
                </c:pt>
                <c:pt idx="955">
                  <c:v>41481</c:v>
                </c:pt>
                <c:pt idx="956">
                  <c:v>41484</c:v>
                </c:pt>
                <c:pt idx="957">
                  <c:v>41485</c:v>
                </c:pt>
                <c:pt idx="958">
                  <c:v>41486</c:v>
                </c:pt>
                <c:pt idx="959">
                  <c:v>41487</c:v>
                </c:pt>
                <c:pt idx="960">
                  <c:v>41488</c:v>
                </c:pt>
                <c:pt idx="961">
                  <c:v>41491</c:v>
                </c:pt>
                <c:pt idx="962">
                  <c:v>41492</c:v>
                </c:pt>
                <c:pt idx="963">
                  <c:v>41493</c:v>
                </c:pt>
                <c:pt idx="964">
                  <c:v>41494</c:v>
                </c:pt>
                <c:pt idx="965">
                  <c:v>41495</c:v>
                </c:pt>
                <c:pt idx="966">
                  <c:v>41498</c:v>
                </c:pt>
                <c:pt idx="967">
                  <c:v>41499</c:v>
                </c:pt>
                <c:pt idx="968">
                  <c:v>41500</c:v>
                </c:pt>
                <c:pt idx="969">
                  <c:v>41501</c:v>
                </c:pt>
                <c:pt idx="970">
                  <c:v>41502</c:v>
                </c:pt>
                <c:pt idx="971">
                  <c:v>41505</c:v>
                </c:pt>
                <c:pt idx="972">
                  <c:v>41506</c:v>
                </c:pt>
                <c:pt idx="973">
                  <c:v>41507</c:v>
                </c:pt>
                <c:pt idx="974">
                  <c:v>41508</c:v>
                </c:pt>
                <c:pt idx="975">
                  <c:v>41509</c:v>
                </c:pt>
                <c:pt idx="976">
                  <c:v>41512</c:v>
                </c:pt>
                <c:pt idx="977">
                  <c:v>41513</c:v>
                </c:pt>
                <c:pt idx="978">
                  <c:v>41514</c:v>
                </c:pt>
                <c:pt idx="979">
                  <c:v>41515</c:v>
                </c:pt>
                <c:pt idx="980">
                  <c:v>41516</c:v>
                </c:pt>
                <c:pt idx="981">
                  <c:v>41517</c:v>
                </c:pt>
                <c:pt idx="982">
                  <c:v>41519</c:v>
                </c:pt>
                <c:pt idx="983">
                  <c:v>41520</c:v>
                </c:pt>
                <c:pt idx="984">
                  <c:v>41521</c:v>
                </c:pt>
                <c:pt idx="985">
                  <c:v>41522</c:v>
                </c:pt>
                <c:pt idx="986">
                  <c:v>41523</c:v>
                </c:pt>
                <c:pt idx="987">
                  <c:v>41526</c:v>
                </c:pt>
                <c:pt idx="988">
                  <c:v>41527</c:v>
                </c:pt>
                <c:pt idx="989">
                  <c:v>41528</c:v>
                </c:pt>
                <c:pt idx="990">
                  <c:v>41529</c:v>
                </c:pt>
                <c:pt idx="991">
                  <c:v>41530</c:v>
                </c:pt>
                <c:pt idx="992">
                  <c:v>41533</c:v>
                </c:pt>
                <c:pt idx="993">
                  <c:v>41534</c:v>
                </c:pt>
                <c:pt idx="994">
                  <c:v>41535</c:v>
                </c:pt>
                <c:pt idx="995">
                  <c:v>41536</c:v>
                </c:pt>
                <c:pt idx="996">
                  <c:v>41537</c:v>
                </c:pt>
                <c:pt idx="997">
                  <c:v>41539</c:v>
                </c:pt>
                <c:pt idx="998">
                  <c:v>41540</c:v>
                </c:pt>
                <c:pt idx="999">
                  <c:v>41541</c:v>
                </c:pt>
                <c:pt idx="1000">
                  <c:v>41542</c:v>
                </c:pt>
                <c:pt idx="1001">
                  <c:v>41543</c:v>
                </c:pt>
                <c:pt idx="1002">
                  <c:v>41544</c:v>
                </c:pt>
                <c:pt idx="1003">
                  <c:v>41545</c:v>
                </c:pt>
                <c:pt idx="1004">
                  <c:v>41546</c:v>
                </c:pt>
                <c:pt idx="1005">
                  <c:v>41547</c:v>
                </c:pt>
                <c:pt idx="1006">
                  <c:v>41548</c:v>
                </c:pt>
                <c:pt idx="1007">
                  <c:v>41549</c:v>
                </c:pt>
                <c:pt idx="1008">
                  <c:v>41550</c:v>
                </c:pt>
                <c:pt idx="1009">
                  <c:v>41551</c:v>
                </c:pt>
                <c:pt idx="1010">
                  <c:v>41554</c:v>
                </c:pt>
                <c:pt idx="1011">
                  <c:v>41555</c:v>
                </c:pt>
                <c:pt idx="1012">
                  <c:v>41556</c:v>
                </c:pt>
                <c:pt idx="1013">
                  <c:v>41557</c:v>
                </c:pt>
                <c:pt idx="1014">
                  <c:v>41558</c:v>
                </c:pt>
                <c:pt idx="1015">
                  <c:v>41559</c:v>
                </c:pt>
                <c:pt idx="1016">
                  <c:v>41561</c:v>
                </c:pt>
                <c:pt idx="1017">
                  <c:v>41562</c:v>
                </c:pt>
                <c:pt idx="1018">
                  <c:v>41563</c:v>
                </c:pt>
                <c:pt idx="1019">
                  <c:v>41564</c:v>
                </c:pt>
                <c:pt idx="1020">
                  <c:v>41565</c:v>
                </c:pt>
                <c:pt idx="1021">
                  <c:v>41568</c:v>
                </c:pt>
                <c:pt idx="1022">
                  <c:v>41569</c:v>
                </c:pt>
                <c:pt idx="1023">
                  <c:v>41570</c:v>
                </c:pt>
                <c:pt idx="1024">
                  <c:v>41571</c:v>
                </c:pt>
                <c:pt idx="1025">
                  <c:v>41572</c:v>
                </c:pt>
                <c:pt idx="1026">
                  <c:v>41575</c:v>
                </c:pt>
                <c:pt idx="1027">
                  <c:v>41576</c:v>
                </c:pt>
                <c:pt idx="1028">
                  <c:v>41577</c:v>
                </c:pt>
                <c:pt idx="1029">
                  <c:v>41578</c:v>
                </c:pt>
                <c:pt idx="1030">
                  <c:v>41579</c:v>
                </c:pt>
                <c:pt idx="1031">
                  <c:v>41582</c:v>
                </c:pt>
                <c:pt idx="1032">
                  <c:v>41583</c:v>
                </c:pt>
                <c:pt idx="1033">
                  <c:v>41584</c:v>
                </c:pt>
                <c:pt idx="1034">
                  <c:v>41585</c:v>
                </c:pt>
                <c:pt idx="1035">
                  <c:v>41586</c:v>
                </c:pt>
                <c:pt idx="1036">
                  <c:v>41589</c:v>
                </c:pt>
                <c:pt idx="1037">
                  <c:v>41590</c:v>
                </c:pt>
                <c:pt idx="1038">
                  <c:v>41591</c:v>
                </c:pt>
                <c:pt idx="1039">
                  <c:v>41592</c:v>
                </c:pt>
                <c:pt idx="1040">
                  <c:v>41593</c:v>
                </c:pt>
                <c:pt idx="1041">
                  <c:v>41596</c:v>
                </c:pt>
                <c:pt idx="1042">
                  <c:v>41597</c:v>
                </c:pt>
                <c:pt idx="1043">
                  <c:v>41598</c:v>
                </c:pt>
                <c:pt idx="1044">
                  <c:v>41599</c:v>
                </c:pt>
                <c:pt idx="1045">
                  <c:v>41600</c:v>
                </c:pt>
                <c:pt idx="1046">
                  <c:v>41603</c:v>
                </c:pt>
                <c:pt idx="1047">
                  <c:v>41604</c:v>
                </c:pt>
                <c:pt idx="1048">
                  <c:v>41605</c:v>
                </c:pt>
                <c:pt idx="1049">
                  <c:v>41606</c:v>
                </c:pt>
                <c:pt idx="1050">
                  <c:v>41607</c:v>
                </c:pt>
                <c:pt idx="1051">
                  <c:v>41608</c:v>
                </c:pt>
                <c:pt idx="1052">
                  <c:v>41610</c:v>
                </c:pt>
                <c:pt idx="1053">
                  <c:v>41611</c:v>
                </c:pt>
                <c:pt idx="1054">
                  <c:v>41612</c:v>
                </c:pt>
                <c:pt idx="1055">
                  <c:v>41613</c:v>
                </c:pt>
                <c:pt idx="1056">
                  <c:v>41614</c:v>
                </c:pt>
                <c:pt idx="1057">
                  <c:v>41617</c:v>
                </c:pt>
                <c:pt idx="1058">
                  <c:v>41618</c:v>
                </c:pt>
                <c:pt idx="1059">
                  <c:v>41619</c:v>
                </c:pt>
                <c:pt idx="1060">
                  <c:v>41620</c:v>
                </c:pt>
                <c:pt idx="1061">
                  <c:v>41621</c:v>
                </c:pt>
                <c:pt idx="1062">
                  <c:v>41624</c:v>
                </c:pt>
                <c:pt idx="1063">
                  <c:v>41625</c:v>
                </c:pt>
                <c:pt idx="1064">
                  <c:v>41626</c:v>
                </c:pt>
                <c:pt idx="1065">
                  <c:v>41627</c:v>
                </c:pt>
                <c:pt idx="1066">
                  <c:v>41628</c:v>
                </c:pt>
                <c:pt idx="1067">
                  <c:v>41631</c:v>
                </c:pt>
                <c:pt idx="1068">
                  <c:v>41632</c:v>
                </c:pt>
                <c:pt idx="1069">
                  <c:v>41633</c:v>
                </c:pt>
                <c:pt idx="1070">
                  <c:v>41634</c:v>
                </c:pt>
                <c:pt idx="1071">
                  <c:v>41635</c:v>
                </c:pt>
                <c:pt idx="1072">
                  <c:v>41638</c:v>
                </c:pt>
                <c:pt idx="1073">
                  <c:v>41639</c:v>
                </c:pt>
                <c:pt idx="1074">
                  <c:v>41641</c:v>
                </c:pt>
                <c:pt idx="1075">
                  <c:v>41642</c:v>
                </c:pt>
                <c:pt idx="1076">
                  <c:v>41645</c:v>
                </c:pt>
                <c:pt idx="1077">
                  <c:v>41646</c:v>
                </c:pt>
                <c:pt idx="1078">
                  <c:v>41647</c:v>
                </c:pt>
                <c:pt idx="1079">
                  <c:v>41648</c:v>
                </c:pt>
                <c:pt idx="1080">
                  <c:v>41649</c:v>
                </c:pt>
                <c:pt idx="1081">
                  <c:v>41652</c:v>
                </c:pt>
                <c:pt idx="1082">
                  <c:v>41653</c:v>
                </c:pt>
                <c:pt idx="1083">
                  <c:v>41654</c:v>
                </c:pt>
                <c:pt idx="1084">
                  <c:v>41655</c:v>
                </c:pt>
                <c:pt idx="1085">
                  <c:v>41656</c:v>
                </c:pt>
                <c:pt idx="1086">
                  <c:v>41659</c:v>
                </c:pt>
                <c:pt idx="1087">
                  <c:v>41660</c:v>
                </c:pt>
                <c:pt idx="1088">
                  <c:v>41661</c:v>
                </c:pt>
                <c:pt idx="1089">
                  <c:v>41662</c:v>
                </c:pt>
                <c:pt idx="1090">
                  <c:v>41663</c:v>
                </c:pt>
                <c:pt idx="1091">
                  <c:v>41665</c:v>
                </c:pt>
                <c:pt idx="1092">
                  <c:v>41666</c:v>
                </c:pt>
                <c:pt idx="1093">
                  <c:v>41667</c:v>
                </c:pt>
                <c:pt idx="1094">
                  <c:v>41668</c:v>
                </c:pt>
                <c:pt idx="1095">
                  <c:v>41669</c:v>
                </c:pt>
                <c:pt idx="1096">
                  <c:v>41670</c:v>
                </c:pt>
                <c:pt idx="1097">
                  <c:v>41674</c:v>
                </c:pt>
                <c:pt idx="1098">
                  <c:v>41675</c:v>
                </c:pt>
                <c:pt idx="1099">
                  <c:v>41676</c:v>
                </c:pt>
                <c:pt idx="1100">
                  <c:v>41677</c:v>
                </c:pt>
                <c:pt idx="1101">
                  <c:v>41678</c:v>
                </c:pt>
                <c:pt idx="1102">
                  <c:v>41680</c:v>
                </c:pt>
                <c:pt idx="1103">
                  <c:v>41681</c:v>
                </c:pt>
                <c:pt idx="1104">
                  <c:v>41682</c:v>
                </c:pt>
                <c:pt idx="1105">
                  <c:v>41683</c:v>
                </c:pt>
                <c:pt idx="1106">
                  <c:v>41684</c:v>
                </c:pt>
                <c:pt idx="1107">
                  <c:v>41687</c:v>
                </c:pt>
                <c:pt idx="1108">
                  <c:v>41688</c:v>
                </c:pt>
                <c:pt idx="1109">
                  <c:v>41689</c:v>
                </c:pt>
                <c:pt idx="1110">
                  <c:v>41690</c:v>
                </c:pt>
                <c:pt idx="1111">
                  <c:v>41691</c:v>
                </c:pt>
                <c:pt idx="1112">
                  <c:v>41694</c:v>
                </c:pt>
                <c:pt idx="1113">
                  <c:v>41695</c:v>
                </c:pt>
                <c:pt idx="1114">
                  <c:v>41696</c:v>
                </c:pt>
                <c:pt idx="1115">
                  <c:v>41697</c:v>
                </c:pt>
                <c:pt idx="1116">
                  <c:v>41698</c:v>
                </c:pt>
                <c:pt idx="1117">
                  <c:v>41701</c:v>
                </c:pt>
                <c:pt idx="1118">
                  <c:v>41702</c:v>
                </c:pt>
                <c:pt idx="1119">
                  <c:v>41703</c:v>
                </c:pt>
                <c:pt idx="1120">
                  <c:v>41704</c:v>
                </c:pt>
                <c:pt idx="1121">
                  <c:v>41705</c:v>
                </c:pt>
                <c:pt idx="1122">
                  <c:v>41708</c:v>
                </c:pt>
                <c:pt idx="1123">
                  <c:v>41709</c:v>
                </c:pt>
                <c:pt idx="1124">
                  <c:v>41710</c:v>
                </c:pt>
                <c:pt idx="1125">
                  <c:v>41711</c:v>
                </c:pt>
                <c:pt idx="1126">
                  <c:v>41712</c:v>
                </c:pt>
                <c:pt idx="1127">
                  <c:v>41715</c:v>
                </c:pt>
                <c:pt idx="1128">
                  <c:v>41716</c:v>
                </c:pt>
                <c:pt idx="1129">
                  <c:v>41717</c:v>
                </c:pt>
                <c:pt idx="1130">
                  <c:v>41718</c:v>
                </c:pt>
                <c:pt idx="1131">
                  <c:v>41719</c:v>
                </c:pt>
                <c:pt idx="1132">
                  <c:v>41722</c:v>
                </c:pt>
                <c:pt idx="1133">
                  <c:v>41723</c:v>
                </c:pt>
                <c:pt idx="1134">
                  <c:v>41724</c:v>
                </c:pt>
                <c:pt idx="1135">
                  <c:v>41725</c:v>
                </c:pt>
                <c:pt idx="1136">
                  <c:v>41726</c:v>
                </c:pt>
                <c:pt idx="1137">
                  <c:v>41729</c:v>
                </c:pt>
                <c:pt idx="1138">
                  <c:v>41730</c:v>
                </c:pt>
                <c:pt idx="1139">
                  <c:v>41731</c:v>
                </c:pt>
                <c:pt idx="1140">
                  <c:v>41732</c:v>
                </c:pt>
                <c:pt idx="1141">
                  <c:v>41733</c:v>
                </c:pt>
                <c:pt idx="1142">
                  <c:v>41736</c:v>
                </c:pt>
                <c:pt idx="1143">
                  <c:v>41737</c:v>
                </c:pt>
                <c:pt idx="1144">
                  <c:v>41738</c:v>
                </c:pt>
                <c:pt idx="1145">
                  <c:v>41739</c:v>
                </c:pt>
                <c:pt idx="1146">
                  <c:v>41740</c:v>
                </c:pt>
                <c:pt idx="1147">
                  <c:v>41743</c:v>
                </c:pt>
                <c:pt idx="1148">
                  <c:v>41744</c:v>
                </c:pt>
                <c:pt idx="1149">
                  <c:v>41745</c:v>
                </c:pt>
                <c:pt idx="1150">
                  <c:v>41746</c:v>
                </c:pt>
                <c:pt idx="1151">
                  <c:v>41747</c:v>
                </c:pt>
                <c:pt idx="1152">
                  <c:v>41749</c:v>
                </c:pt>
                <c:pt idx="1153">
                  <c:v>41750</c:v>
                </c:pt>
                <c:pt idx="1154">
                  <c:v>41751</c:v>
                </c:pt>
                <c:pt idx="1155">
                  <c:v>41752</c:v>
                </c:pt>
                <c:pt idx="1156">
                  <c:v>41753</c:v>
                </c:pt>
                <c:pt idx="1157">
                  <c:v>41754</c:v>
                </c:pt>
                <c:pt idx="1158">
                  <c:v>41757</c:v>
                </c:pt>
                <c:pt idx="1159">
                  <c:v>41758</c:v>
                </c:pt>
                <c:pt idx="1160">
                  <c:v>41759</c:v>
                </c:pt>
                <c:pt idx="1161">
                  <c:v>41760</c:v>
                </c:pt>
                <c:pt idx="1162">
                  <c:v>41761</c:v>
                </c:pt>
                <c:pt idx="1163">
                  <c:v>41763</c:v>
                </c:pt>
                <c:pt idx="1164">
                  <c:v>41764</c:v>
                </c:pt>
                <c:pt idx="1165">
                  <c:v>41765</c:v>
                </c:pt>
                <c:pt idx="1166">
                  <c:v>41766</c:v>
                </c:pt>
                <c:pt idx="1167">
                  <c:v>41767</c:v>
                </c:pt>
                <c:pt idx="1168">
                  <c:v>41768</c:v>
                </c:pt>
                <c:pt idx="1169">
                  <c:v>41769</c:v>
                </c:pt>
                <c:pt idx="1170">
                  <c:v>41771</c:v>
                </c:pt>
                <c:pt idx="1171">
                  <c:v>41772</c:v>
                </c:pt>
                <c:pt idx="1172">
                  <c:v>41773</c:v>
                </c:pt>
                <c:pt idx="1173">
                  <c:v>41774</c:v>
                </c:pt>
                <c:pt idx="1174">
                  <c:v>41775</c:v>
                </c:pt>
                <c:pt idx="1175">
                  <c:v>41778</c:v>
                </c:pt>
                <c:pt idx="1176">
                  <c:v>41779</c:v>
                </c:pt>
                <c:pt idx="1177">
                  <c:v>41780</c:v>
                </c:pt>
                <c:pt idx="1178">
                  <c:v>41781</c:v>
                </c:pt>
                <c:pt idx="1179">
                  <c:v>41782</c:v>
                </c:pt>
                <c:pt idx="1180">
                  <c:v>41785</c:v>
                </c:pt>
                <c:pt idx="1181">
                  <c:v>41786</c:v>
                </c:pt>
                <c:pt idx="1182">
                  <c:v>41787</c:v>
                </c:pt>
                <c:pt idx="1183">
                  <c:v>41788</c:v>
                </c:pt>
                <c:pt idx="1184">
                  <c:v>41789</c:v>
                </c:pt>
                <c:pt idx="1185">
                  <c:v>41790</c:v>
                </c:pt>
                <c:pt idx="1186">
                  <c:v>41792</c:v>
                </c:pt>
                <c:pt idx="1187">
                  <c:v>41793</c:v>
                </c:pt>
                <c:pt idx="1188">
                  <c:v>41794</c:v>
                </c:pt>
                <c:pt idx="1189">
                  <c:v>41795</c:v>
                </c:pt>
                <c:pt idx="1190">
                  <c:v>41796</c:v>
                </c:pt>
                <c:pt idx="1191">
                  <c:v>41799</c:v>
                </c:pt>
                <c:pt idx="1192">
                  <c:v>41800</c:v>
                </c:pt>
                <c:pt idx="1193">
                  <c:v>41801</c:v>
                </c:pt>
                <c:pt idx="1194">
                  <c:v>41802</c:v>
                </c:pt>
                <c:pt idx="1195">
                  <c:v>41803</c:v>
                </c:pt>
                <c:pt idx="1196">
                  <c:v>41806</c:v>
                </c:pt>
                <c:pt idx="1197">
                  <c:v>41807</c:v>
                </c:pt>
                <c:pt idx="1198">
                  <c:v>41808</c:v>
                </c:pt>
                <c:pt idx="1199">
                  <c:v>41809</c:v>
                </c:pt>
                <c:pt idx="1200">
                  <c:v>41810</c:v>
                </c:pt>
                <c:pt idx="1201">
                  <c:v>41813</c:v>
                </c:pt>
                <c:pt idx="1202">
                  <c:v>41814</c:v>
                </c:pt>
                <c:pt idx="1203">
                  <c:v>41815</c:v>
                </c:pt>
                <c:pt idx="1204">
                  <c:v>41816</c:v>
                </c:pt>
                <c:pt idx="1205">
                  <c:v>41817</c:v>
                </c:pt>
                <c:pt idx="1206">
                  <c:v>41820</c:v>
                </c:pt>
                <c:pt idx="1207">
                  <c:v>41821</c:v>
                </c:pt>
                <c:pt idx="1208">
                  <c:v>41822</c:v>
                </c:pt>
                <c:pt idx="1209">
                  <c:v>41823</c:v>
                </c:pt>
                <c:pt idx="1210">
                  <c:v>41824</c:v>
                </c:pt>
                <c:pt idx="1211">
                  <c:v>41827</c:v>
                </c:pt>
                <c:pt idx="1212">
                  <c:v>41828</c:v>
                </c:pt>
                <c:pt idx="1213">
                  <c:v>41829</c:v>
                </c:pt>
                <c:pt idx="1214">
                  <c:v>41830</c:v>
                </c:pt>
                <c:pt idx="1215">
                  <c:v>41831</c:v>
                </c:pt>
                <c:pt idx="1216">
                  <c:v>41834</c:v>
                </c:pt>
                <c:pt idx="1217">
                  <c:v>41835</c:v>
                </c:pt>
                <c:pt idx="1218">
                  <c:v>41836</c:v>
                </c:pt>
                <c:pt idx="1219">
                  <c:v>41837</c:v>
                </c:pt>
                <c:pt idx="1220">
                  <c:v>41838</c:v>
                </c:pt>
                <c:pt idx="1221">
                  <c:v>41840</c:v>
                </c:pt>
                <c:pt idx="1222">
                  <c:v>41841</c:v>
                </c:pt>
                <c:pt idx="1223">
                  <c:v>41842</c:v>
                </c:pt>
                <c:pt idx="1224">
                  <c:v>41843</c:v>
                </c:pt>
                <c:pt idx="1225">
                  <c:v>41844</c:v>
                </c:pt>
                <c:pt idx="1226">
                  <c:v>41845</c:v>
                </c:pt>
                <c:pt idx="1227">
                  <c:v>41848</c:v>
                </c:pt>
                <c:pt idx="1228">
                  <c:v>41849</c:v>
                </c:pt>
                <c:pt idx="1229">
                  <c:v>41850</c:v>
                </c:pt>
                <c:pt idx="1230">
                  <c:v>41851</c:v>
                </c:pt>
                <c:pt idx="1231">
                  <c:v>41852</c:v>
                </c:pt>
                <c:pt idx="1232">
                  <c:v>41855</c:v>
                </c:pt>
                <c:pt idx="1233">
                  <c:v>41856</c:v>
                </c:pt>
                <c:pt idx="1234">
                  <c:v>41857</c:v>
                </c:pt>
                <c:pt idx="1235">
                  <c:v>41858</c:v>
                </c:pt>
                <c:pt idx="1236">
                  <c:v>41859</c:v>
                </c:pt>
                <c:pt idx="1237">
                  <c:v>41861</c:v>
                </c:pt>
                <c:pt idx="1238">
                  <c:v>41862</c:v>
                </c:pt>
                <c:pt idx="1239">
                  <c:v>41863</c:v>
                </c:pt>
                <c:pt idx="1240">
                  <c:v>41864</c:v>
                </c:pt>
                <c:pt idx="1241">
                  <c:v>41865</c:v>
                </c:pt>
                <c:pt idx="1242">
                  <c:v>41866</c:v>
                </c:pt>
                <c:pt idx="1243">
                  <c:v>41869</c:v>
                </c:pt>
                <c:pt idx="1244">
                  <c:v>41870</c:v>
                </c:pt>
                <c:pt idx="1245">
                  <c:v>41871</c:v>
                </c:pt>
                <c:pt idx="1246">
                  <c:v>41872</c:v>
                </c:pt>
                <c:pt idx="1247">
                  <c:v>41873</c:v>
                </c:pt>
                <c:pt idx="1248">
                  <c:v>41876</c:v>
                </c:pt>
                <c:pt idx="1249">
                  <c:v>41877</c:v>
                </c:pt>
                <c:pt idx="1250">
                  <c:v>41878</c:v>
                </c:pt>
                <c:pt idx="1251">
                  <c:v>41879</c:v>
                </c:pt>
                <c:pt idx="1252">
                  <c:v>41880</c:v>
                </c:pt>
                <c:pt idx="1253">
                  <c:v>41882</c:v>
                </c:pt>
                <c:pt idx="1254">
                  <c:v>41883</c:v>
                </c:pt>
                <c:pt idx="1255">
                  <c:v>41884</c:v>
                </c:pt>
                <c:pt idx="1256">
                  <c:v>41885</c:v>
                </c:pt>
                <c:pt idx="1257">
                  <c:v>41886</c:v>
                </c:pt>
                <c:pt idx="1258">
                  <c:v>41887</c:v>
                </c:pt>
                <c:pt idx="1259">
                  <c:v>41890</c:v>
                </c:pt>
                <c:pt idx="1260">
                  <c:v>41891</c:v>
                </c:pt>
                <c:pt idx="1261">
                  <c:v>41892</c:v>
                </c:pt>
                <c:pt idx="1262">
                  <c:v>41893</c:v>
                </c:pt>
                <c:pt idx="1263">
                  <c:v>41894</c:v>
                </c:pt>
                <c:pt idx="1264">
                  <c:v>41897</c:v>
                </c:pt>
                <c:pt idx="1265">
                  <c:v>41898</c:v>
                </c:pt>
                <c:pt idx="1266">
                  <c:v>41899</c:v>
                </c:pt>
                <c:pt idx="1267">
                  <c:v>41900</c:v>
                </c:pt>
                <c:pt idx="1268">
                  <c:v>41901</c:v>
                </c:pt>
                <c:pt idx="1269">
                  <c:v>41902</c:v>
                </c:pt>
                <c:pt idx="1270">
                  <c:v>41904</c:v>
                </c:pt>
                <c:pt idx="1271">
                  <c:v>41905</c:v>
                </c:pt>
                <c:pt idx="1272">
                  <c:v>41906</c:v>
                </c:pt>
                <c:pt idx="1273">
                  <c:v>41907</c:v>
                </c:pt>
                <c:pt idx="1274">
                  <c:v>41908</c:v>
                </c:pt>
                <c:pt idx="1275">
                  <c:v>41910</c:v>
                </c:pt>
                <c:pt idx="1276">
                  <c:v>41911</c:v>
                </c:pt>
                <c:pt idx="1277">
                  <c:v>41912</c:v>
                </c:pt>
                <c:pt idx="1278">
                  <c:v>41913</c:v>
                </c:pt>
                <c:pt idx="1279">
                  <c:v>41914</c:v>
                </c:pt>
                <c:pt idx="1280">
                  <c:v>41915</c:v>
                </c:pt>
                <c:pt idx="1281">
                  <c:v>41918</c:v>
                </c:pt>
                <c:pt idx="1282">
                  <c:v>41919</c:v>
                </c:pt>
                <c:pt idx="1283">
                  <c:v>41920</c:v>
                </c:pt>
                <c:pt idx="1284">
                  <c:v>41921</c:v>
                </c:pt>
                <c:pt idx="1285">
                  <c:v>41922</c:v>
                </c:pt>
                <c:pt idx="1286">
                  <c:v>41923</c:v>
                </c:pt>
                <c:pt idx="1287">
                  <c:v>41925</c:v>
                </c:pt>
                <c:pt idx="1288">
                  <c:v>41926</c:v>
                </c:pt>
                <c:pt idx="1289">
                  <c:v>41927</c:v>
                </c:pt>
                <c:pt idx="1290">
                  <c:v>41928</c:v>
                </c:pt>
                <c:pt idx="1291">
                  <c:v>41929</c:v>
                </c:pt>
                <c:pt idx="1292">
                  <c:v>41932</c:v>
                </c:pt>
                <c:pt idx="1293">
                  <c:v>41933</c:v>
                </c:pt>
                <c:pt idx="1294">
                  <c:v>41934</c:v>
                </c:pt>
                <c:pt idx="1295">
                  <c:v>41935</c:v>
                </c:pt>
                <c:pt idx="1296">
                  <c:v>41936</c:v>
                </c:pt>
                <c:pt idx="1297">
                  <c:v>41939</c:v>
                </c:pt>
                <c:pt idx="1298">
                  <c:v>41940</c:v>
                </c:pt>
                <c:pt idx="1299">
                  <c:v>41941</c:v>
                </c:pt>
                <c:pt idx="1300">
                  <c:v>41942</c:v>
                </c:pt>
                <c:pt idx="1301">
                  <c:v>41943</c:v>
                </c:pt>
                <c:pt idx="1302">
                  <c:v>41946</c:v>
                </c:pt>
                <c:pt idx="1303">
                  <c:v>41947</c:v>
                </c:pt>
                <c:pt idx="1304">
                  <c:v>41948</c:v>
                </c:pt>
                <c:pt idx="1305">
                  <c:v>41949</c:v>
                </c:pt>
                <c:pt idx="1306">
                  <c:v>41950</c:v>
                </c:pt>
                <c:pt idx="1307">
                  <c:v>41953</c:v>
                </c:pt>
                <c:pt idx="1308">
                  <c:v>41954</c:v>
                </c:pt>
                <c:pt idx="1309">
                  <c:v>41955</c:v>
                </c:pt>
                <c:pt idx="1310">
                  <c:v>41956</c:v>
                </c:pt>
                <c:pt idx="1311">
                  <c:v>41957</c:v>
                </c:pt>
                <c:pt idx="1312">
                  <c:v>41960</c:v>
                </c:pt>
                <c:pt idx="1313">
                  <c:v>41961</c:v>
                </c:pt>
                <c:pt idx="1314">
                  <c:v>41962</c:v>
                </c:pt>
                <c:pt idx="1315">
                  <c:v>41963</c:v>
                </c:pt>
                <c:pt idx="1316">
                  <c:v>41964</c:v>
                </c:pt>
                <c:pt idx="1317">
                  <c:v>41967</c:v>
                </c:pt>
                <c:pt idx="1318">
                  <c:v>41968</c:v>
                </c:pt>
                <c:pt idx="1319">
                  <c:v>41969</c:v>
                </c:pt>
                <c:pt idx="1320">
                  <c:v>41970</c:v>
                </c:pt>
                <c:pt idx="1321">
                  <c:v>41971</c:v>
                </c:pt>
                <c:pt idx="1322">
                  <c:v>41973</c:v>
                </c:pt>
                <c:pt idx="1323">
                  <c:v>41974</c:v>
                </c:pt>
                <c:pt idx="1324">
                  <c:v>41975</c:v>
                </c:pt>
                <c:pt idx="1325">
                  <c:v>41976</c:v>
                </c:pt>
                <c:pt idx="1326">
                  <c:v>41977</c:v>
                </c:pt>
                <c:pt idx="1327">
                  <c:v>41978</c:v>
                </c:pt>
                <c:pt idx="1328">
                  <c:v>41981</c:v>
                </c:pt>
                <c:pt idx="1329">
                  <c:v>41982</c:v>
                </c:pt>
                <c:pt idx="1330">
                  <c:v>41983</c:v>
                </c:pt>
                <c:pt idx="1331">
                  <c:v>41984</c:v>
                </c:pt>
                <c:pt idx="1332">
                  <c:v>41985</c:v>
                </c:pt>
                <c:pt idx="1333">
                  <c:v>41988</c:v>
                </c:pt>
                <c:pt idx="1334">
                  <c:v>41989</c:v>
                </c:pt>
                <c:pt idx="1335">
                  <c:v>41990</c:v>
                </c:pt>
                <c:pt idx="1336">
                  <c:v>41991</c:v>
                </c:pt>
                <c:pt idx="1337">
                  <c:v>41992</c:v>
                </c:pt>
                <c:pt idx="1338">
                  <c:v>41993</c:v>
                </c:pt>
                <c:pt idx="1339">
                  <c:v>41995</c:v>
                </c:pt>
                <c:pt idx="1340">
                  <c:v>41996</c:v>
                </c:pt>
                <c:pt idx="1341">
                  <c:v>41997</c:v>
                </c:pt>
                <c:pt idx="1342">
                  <c:v>41998</c:v>
                </c:pt>
                <c:pt idx="1343">
                  <c:v>41999</c:v>
                </c:pt>
                <c:pt idx="1344">
                  <c:v>42002</c:v>
                </c:pt>
                <c:pt idx="1345">
                  <c:v>42003</c:v>
                </c:pt>
                <c:pt idx="1346">
                  <c:v>42004</c:v>
                </c:pt>
                <c:pt idx="1347">
                  <c:v>42006</c:v>
                </c:pt>
                <c:pt idx="1348">
                  <c:v>42008</c:v>
                </c:pt>
                <c:pt idx="1349">
                  <c:v>42009</c:v>
                </c:pt>
                <c:pt idx="1350">
                  <c:v>42010</c:v>
                </c:pt>
                <c:pt idx="1351">
                  <c:v>42011</c:v>
                </c:pt>
                <c:pt idx="1352">
                  <c:v>42012</c:v>
                </c:pt>
                <c:pt idx="1353">
                  <c:v>42013</c:v>
                </c:pt>
                <c:pt idx="1354">
                  <c:v>42014</c:v>
                </c:pt>
                <c:pt idx="1355">
                  <c:v>42016</c:v>
                </c:pt>
                <c:pt idx="1356">
                  <c:v>42017</c:v>
                </c:pt>
                <c:pt idx="1357">
                  <c:v>42018</c:v>
                </c:pt>
                <c:pt idx="1358">
                  <c:v>42019</c:v>
                </c:pt>
                <c:pt idx="1359">
                  <c:v>42020</c:v>
                </c:pt>
                <c:pt idx="1360">
                  <c:v>42023</c:v>
                </c:pt>
                <c:pt idx="1361">
                  <c:v>42024</c:v>
                </c:pt>
                <c:pt idx="1362">
                  <c:v>42025</c:v>
                </c:pt>
                <c:pt idx="1363">
                  <c:v>42026</c:v>
                </c:pt>
                <c:pt idx="1364">
                  <c:v>42027</c:v>
                </c:pt>
                <c:pt idx="1365">
                  <c:v>42030</c:v>
                </c:pt>
                <c:pt idx="1366">
                  <c:v>42031</c:v>
                </c:pt>
                <c:pt idx="1367">
                  <c:v>42032</c:v>
                </c:pt>
                <c:pt idx="1368">
                  <c:v>42033</c:v>
                </c:pt>
                <c:pt idx="1369">
                  <c:v>42034</c:v>
                </c:pt>
                <c:pt idx="1370">
                  <c:v>42035</c:v>
                </c:pt>
                <c:pt idx="1371">
                  <c:v>42037</c:v>
                </c:pt>
                <c:pt idx="1372">
                  <c:v>42038</c:v>
                </c:pt>
                <c:pt idx="1373">
                  <c:v>42039</c:v>
                </c:pt>
                <c:pt idx="1374">
                  <c:v>42040</c:v>
                </c:pt>
                <c:pt idx="1375">
                  <c:v>42041</c:v>
                </c:pt>
                <c:pt idx="1376">
                  <c:v>42044</c:v>
                </c:pt>
                <c:pt idx="1377">
                  <c:v>42045</c:v>
                </c:pt>
                <c:pt idx="1378">
                  <c:v>42046</c:v>
                </c:pt>
                <c:pt idx="1379">
                  <c:v>42047</c:v>
                </c:pt>
                <c:pt idx="1380">
                  <c:v>42048</c:v>
                </c:pt>
                <c:pt idx="1381">
                  <c:v>42050</c:v>
                </c:pt>
                <c:pt idx="1382">
                  <c:v>42051</c:v>
                </c:pt>
                <c:pt idx="1383">
                  <c:v>42052</c:v>
                </c:pt>
                <c:pt idx="1384">
                  <c:v>42053</c:v>
                </c:pt>
                <c:pt idx="1385">
                  <c:v>42054</c:v>
                </c:pt>
                <c:pt idx="1386">
                  <c:v>42055</c:v>
                </c:pt>
                <c:pt idx="1387">
                  <c:v>42058</c:v>
                </c:pt>
                <c:pt idx="1388">
                  <c:v>42059</c:v>
                </c:pt>
                <c:pt idx="1389">
                  <c:v>42060</c:v>
                </c:pt>
                <c:pt idx="1390">
                  <c:v>42061</c:v>
                </c:pt>
                <c:pt idx="1391">
                  <c:v>42062</c:v>
                </c:pt>
                <c:pt idx="1392">
                  <c:v>42063</c:v>
                </c:pt>
                <c:pt idx="1393">
                  <c:v>42065</c:v>
                </c:pt>
                <c:pt idx="1394">
                  <c:v>42066</c:v>
                </c:pt>
                <c:pt idx="1395">
                  <c:v>42067</c:v>
                </c:pt>
                <c:pt idx="1396">
                  <c:v>42068</c:v>
                </c:pt>
                <c:pt idx="1397">
                  <c:v>42069</c:v>
                </c:pt>
                <c:pt idx="1398">
                  <c:v>42072</c:v>
                </c:pt>
                <c:pt idx="1399">
                  <c:v>42073</c:v>
                </c:pt>
                <c:pt idx="1400">
                  <c:v>42074</c:v>
                </c:pt>
                <c:pt idx="1401">
                  <c:v>42075</c:v>
                </c:pt>
                <c:pt idx="1402">
                  <c:v>42076</c:v>
                </c:pt>
                <c:pt idx="1403">
                  <c:v>42079</c:v>
                </c:pt>
                <c:pt idx="1404">
                  <c:v>42080</c:v>
                </c:pt>
                <c:pt idx="1405">
                  <c:v>42081</c:v>
                </c:pt>
                <c:pt idx="1406">
                  <c:v>42082</c:v>
                </c:pt>
                <c:pt idx="1407">
                  <c:v>42083</c:v>
                </c:pt>
                <c:pt idx="1408">
                  <c:v>42086</c:v>
                </c:pt>
                <c:pt idx="1409">
                  <c:v>42087</c:v>
                </c:pt>
                <c:pt idx="1410">
                  <c:v>42088</c:v>
                </c:pt>
                <c:pt idx="1411">
                  <c:v>42089</c:v>
                </c:pt>
                <c:pt idx="1412">
                  <c:v>42090</c:v>
                </c:pt>
                <c:pt idx="1413">
                  <c:v>42093</c:v>
                </c:pt>
                <c:pt idx="1414">
                  <c:v>42094</c:v>
                </c:pt>
                <c:pt idx="1415">
                  <c:v>42095</c:v>
                </c:pt>
                <c:pt idx="1416">
                  <c:v>42096</c:v>
                </c:pt>
                <c:pt idx="1417">
                  <c:v>42097</c:v>
                </c:pt>
                <c:pt idx="1418">
                  <c:v>42100</c:v>
                </c:pt>
                <c:pt idx="1419">
                  <c:v>42101</c:v>
                </c:pt>
                <c:pt idx="1420">
                  <c:v>42102</c:v>
                </c:pt>
                <c:pt idx="1421">
                  <c:v>42103</c:v>
                </c:pt>
                <c:pt idx="1422">
                  <c:v>42104</c:v>
                </c:pt>
                <c:pt idx="1423">
                  <c:v>42107</c:v>
                </c:pt>
                <c:pt idx="1424">
                  <c:v>42108</c:v>
                </c:pt>
                <c:pt idx="1425">
                  <c:v>42109</c:v>
                </c:pt>
                <c:pt idx="1426">
                  <c:v>42110</c:v>
                </c:pt>
                <c:pt idx="1427">
                  <c:v>42111</c:v>
                </c:pt>
                <c:pt idx="1428">
                  <c:v>42114</c:v>
                </c:pt>
                <c:pt idx="1429">
                  <c:v>42115</c:v>
                </c:pt>
                <c:pt idx="1430">
                  <c:v>42116</c:v>
                </c:pt>
                <c:pt idx="1431">
                  <c:v>42117</c:v>
                </c:pt>
                <c:pt idx="1432">
                  <c:v>42118</c:v>
                </c:pt>
                <c:pt idx="1433">
                  <c:v>42121</c:v>
                </c:pt>
                <c:pt idx="1434">
                  <c:v>42122</c:v>
                </c:pt>
                <c:pt idx="1435">
                  <c:v>42123</c:v>
                </c:pt>
                <c:pt idx="1436">
                  <c:v>42124</c:v>
                </c:pt>
                <c:pt idx="1437">
                  <c:v>42128</c:v>
                </c:pt>
                <c:pt idx="1438">
                  <c:v>42129</c:v>
                </c:pt>
                <c:pt idx="1439">
                  <c:v>42130</c:v>
                </c:pt>
                <c:pt idx="1440">
                  <c:v>42131</c:v>
                </c:pt>
                <c:pt idx="1441">
                  <c:v>42132</c:v>
                </c:pt>
                <c:pt idx="1442">
                  <c:v>42134</c:v>
                </c:pt>
                <c:pt idx="1443">
                  <c:v>42135</c:v>
                </c:pt>
                <c:pt idx="1444">
                  <c:v>42136</c:v>
                </c:pt>
                <c:pt idx="1445">
                  <c:v>42137</c:v>
                </c:pt>
                <c:pt idx="1446">
                  <c:v>42138</c:v>
                </c:pt>
                <c:pt idx="1447">
                  <c:v>42139</c:v>
                </c:pt>
                <c:pt idx="1448">
                  <c:v>42142</c:v>
                </c:pt>
                <c:pt idx="1449">
                  <c:v>42143</c:v>
                </c:pt>
                <c:pt idx="1450">
                  <c:v>42144</c:v>
                </c:pt>
                <c:pt idx="1451">
                  <c:v>42145</c:v>
                </c:pt>
                <c:pt idx="1452">
                  <c:v>42146</c:v>
                </c:pt>
                <c:pt idx="1453">
                  <c:v>42149</c:v>
                </c:pt>
                <c:pt idx="1454">
                  <c:v>42150</c:v>
                </c:pt>
                <c:pt idx="1455">
                  <c:v>42151</c:v>
                </c:pt>
                <c:pt idx="1456">
                  <c:v>42152</c:v>
                </c:pt>
                <c:pt idx="1457">
                  <c:v>42153</c:v>
                </c:pt>
                <c:pt idx="1458">
                  <c:v>42155</c:v>
                </c:pt>
                <c:pt idx="1459">
                  <c:v>42156</c:v>
                </c:pt>
                <c:pt idx="1460">
                  <c:v>42157</c:v>
                </c:pt>
                <c:pt idx="1461">
                  <c:v>42158</c:v>
                </c:pt>
                <c:pt idx="1462">
                  <c:v>42159</c:v>
                </c:pt>
                <c:pt idx="1463">
                  <c:v>42160</c:v>
                </c:pt>
                <c:pt idx="1464">
                  <c:v>42163</c:v>
                </c:pt>
                <c:pt idx="1465">
                  <c:v>42164</c:v>
                </c:pt>
                <c:pt idx="1466">
                  <c:v>42165</c:v>
                </c:pt>
                <c:pt idx="1467">
                  <c:v>42166</c:v>
                </c:pt>
                <c:pt idx="1468">
                  <c:v>42167</c:v>
                </c:pt>
                <c:pt idx="1469">
                  <c:v>42170</c:v>
                </c:pt>
                <c:pt idx="1470">
                  <c:v>42171</c:v>
                </c:pt>
                <c:pt idx="1471">
                  <c:v>42172</c:v>
                </c:pt>
                <c:pt idx="1472">
                  <c:v>42173</c:v>
                </c:pt>
                <c:pt idx="1473">
                  <c:v>42174</c:v>
                </c:pt>
                <c:pt idx="1474">
                  <c:v>42175</c:v>
                </c:pt>
                <c:pt idx="1475">
                  <c:v>42178</c:v>
                </c:pt>
                <c:pt idx="1476">
                  <c:v>42179</c:v>
                </c:pt>
                <c:pt idx="1477">
                  <c:v>42180</c:v>
                </c:pt>
                <c:pt idx="1478">
                  <c:v>42181</c:v>
                </c:pt>
                <c:pt idx="1479">
                  <c:v>42184</c:v>
                </c:pt>
                <c:pt idx="1480">
                  <c:v>42185</c:v>
                </c:pt>
                <c:pt idx="1481">
                  <c:v>42186</c:v>
                </c:pt>
                <c:pt idx="1482">
                  <c:v>42187</c:v>
                </c:pt>
                <c:pt idx="1483">
                  <c:v>42188</c:v>
                </c:pt>
                <c:pt idx="1484">
                  <c:v>42191</c:v>
                </c:pt>
                <c:pt idx="1485">
                  <c:v>42192</c:v>
                </c:pt>
                <c:pt idx="1486">
                  <c:v>42193</c:v>
                </c:pt>
                <c:pt idx="1487">
                  <c:v>42194</c:v>
                </c:pt>
                <c:pt idx="1488">
                  <c:v>42195</c:v>
                </c:pt>
                <c:pt idx="1489">
                  <c:v>42198</c:v>
                </c:pt>
                <c:pt idx="1490">
                  <c:v>42199</c:v>
                </c:pt>
                <c:pt idx="1491">
                  <c:v>42200</c:v>
                </c:pt>
                <c:pt idx="1492">
                  <c:v>42201</c:v>
                </c:pt>
                <c:pt idx="1493">
                  <c:v>42202</c:v>
                </c:pt>
                <c:pt idx="1494">
                  <c:v>42205</c:v>
                </c:pt>
                <c:pt idx="1495">
                  <c:v>42206</c:v>
                </c:pt>
                <c:pt idx="1496">
                  <c:v>42207</c:v>
                </c:pt>
                <c:pt idx="1497">
                  <c:v>42208</c:v>
                </c:pt>
                <c:pt idx="1498">
                  <c:v>42209</c:v>
                </c:pt>
                <c:pt idx="1499">
                  <c:v>42212</c:v>
                </c:pt>
                <c:pt idx="1500">
                  <c:v>42213</c:v>
                </c:pt>
                <c:pt idx="1501">
                  <c:v>42214</c:v>
                </c:pt>
                <c:pt idx="1502">
                  <c:v>42215</c:v>
                </c:pt>
                <c:pt idx="1503">
                  <c:v>42216</c:v>
                </c:pt>
                <c:pt idx="1504">
                  <c:v>42219</c:v>
                </c:pt>
                <c:pt idx="1505">
                  <c:v>42220</c:v>
                </c:pt>
                <c:pt idx="1506">
                  <c:v>42221</c:v>
                </c:pt>
                <c:pt idx="1507">
                  <c:v>42222</c:v>
                </c:pt>
                <c:pt idx="1508">
                  <c:v>42223</c:v>
                </c:pt>
                <c:pt idx="1509">
                  <c:v>42226</c:v>
                </c:pt>
                <c:pt idx="1510">
                  <c:v>42227</c:v>
                </c:pt>
                <c:pt idx="1511">
                  <c:v>42228</c:v>
                </c:pt>
                <c:pt idx="1512">
                  <c:v>42229</c:v>
                </c:pt>
                <c:pt idx="1513">
                  <c:v>42230</c:v>
                </c:pt>
                <c:pt idx="1514">
                  <c:v>42233</c:v>
                </c:pt>
                <c:pt idx="1515">
                  <c:v>42234</c:v>
                </c:pt>
                <c:pt idx="1516">
                  <c:v>42235</c:v>
                </c:pt>
                <c:pt idx="1517">
                  <c:v>42236</c:v>
                </c:pt>
                <c:pt idx="1518">
                  <c:v>42237</c:v>
                </c:pt>
                <c:pt idx="1519">
                  <c:v>42240</c:v>
                </c:pt>
                <c:pt idx="1520">
                  <c:v>42241</c:v>
                </c:pt>
                <c:pt idx="1521">
                  <c:v>42242</c:v>
                </c:pt>
                <c:pt idx="1522">
                  <c:v>42243</c:v>
                </c:pt>
                <c:pt idx="1523">
                  <c:v>42244</c:v>
                </c:pt>
                <c:pt idx="1524">
                  <c:v>42247</c:v>
                </c:pt>
                <c:pt idx="1525">
                  <c:v>42248</c:v>
                </c:pt>
                <c:pt idx="1526">
                  <c:v>42249</c:v>
                </c:pt>
                <c:pt idx="1527">
                  <c:v>42251</c:v>
                </c:pt>
                <c:pt idx="1528">
                  <c:v>42253</c:v>
                </c:pt>
                <c:pt idx="1529">
                  <c:v>42254</c:v>
                </c:pt>
                <c:pt idx="1530">
                  <c:v>42255</c:v>
                </c:pt>
                <c:pt idx="1531">
                  <c:v>42256</c:v>
                </c:pt>
                <c:pt idx="1532">
                  <c:v>42257</c:v>
                </c:pt>
                <c:pt idx="1533">
                  <c:v>42258</c:v>
                </c:pt>
                <c:pt idx="1534">
                  <c:v>42261</c:v>
                </c:pt>
                <c:pt idx="1535">
                  <c:v>42262</c:v>
                </c:pt>
                <c:pt idx="1536">
                  <c:v>42263</c:v>
                </c:pt>
                <c:pt idx="1537">
                  <c:v>42264</c:v>
                </c:pt>
                <c:pt idx="1538">
                  <c:v>42265</c:v>
                </c:pt>
                <c:pt idx="1539">
                  <c:v>42267</c:v>
                </c:pt>
                <c:pt idx="1540">
                  <c:v>42268</c:v>
                </c:pt>
                <c:pt idx="1541">
                  <c:v>42269</c:v>
                </c:pt>
                <c:pt idx="1542">
                  <c:v>42270</c:v>
                </c:pt>
                <c:pt idx="1543">
                  <c:v>42271</c:v>
                </c:pt>
                <c:pt idx="1544">
                  <c:v>42272</c:v>
                </c:pt>
                <c:pt idx="1545">
                  <c:v>42275</c:v>
                </c:pt>
                <c:pt idx="1546">
                  <c:v>42276</c:v>
                </c:pt>
                <c:pt idx="1547">
                  <c:v>42277</c:v>
                </c:pt>
                <c:pt idx="1548">
                  <c:v>42278</c:v>
                </c:pt>
                <c:pt idx="1549">
                  <c:v>42279</c:v>
                </c:pt>
                <c:pt idx="1550">
                  <c:v>42282</c:v>
                </c:pt>
                <c:pt idx="1551">
                  <c:v>42283</c:v>
                </c:pt>
                <c:pt idx="1552">
                  <c:v>42284</c:v>
                </c:pt>
                <c:pt idx="1553">
                  <c:v>42285</c:v>
                </c:pt>
                <c:pt idx="1554">
                  <c:v>42286</c:v>
                </c:pt>
                <c:pt idx="1555">
                  <c:v>42287</c:v>
                </c:pt>
                <c:pt idx="1556">
                  <c:v>42289</c:v>
                </c:pt>
                <c:pt idx="1557">
                  <c:v>42290</c:v>
                </c:pt>
                <c:pt idx="1558">
                  <c:v>42291</c:v>
                </c:pt>
                <c:pt idx="1559">
                  <c:v>42292</c:v>
                </c:pt>
                <c:pt idx="1560">
                  <c:v>42293</c:v>
                </c:pt>
                <c:pt idx="1561">
                  <c:v>42296</c:v>
                </c:pt>
                <c:pt idx="1562">
                  <c:v>42297</c:v>
                </c:pt>
                <c:pt idx="1563">
                  <c:v>42298</c:v>
                </c:pt>
                <c:pt idx="1564">
                  <c:v>42299</c:v>
                </c:pt>
                <c:pt idx="1565">
                  <c:v>42300</c:v>
                </c:pt>
                <c:pt idx="1566">
                  <c:v>42303</c:v>
                </c:pt>
                <c:pt idx="1567">
                  <c:v>42304</c:v>
                </c:pt>
                <c:pt idx="1568">
                  <c:v>42305</c:v>
                </c:pt>
                <c:pt idx="1569">
                  <c:v>42306</c:v>
                </c:pt>
                <c:pt idx="1570">
                  <c:v>42307</c:v>
                </c:pt>
                <c:pt idx="1571">
                  <c:v>42308</c:v>
                </c:pt>
                <c:pt idx="1572">
                  <c:v>42310</c:v>
                </c:pt>
                <c:pt idx="1573">
                  <c:v>42311</c:v>
                </c:pt>
                <c:pt idx="1574">
                  <c:v>42312</c:v>
                </c:pt>
                <c:pt idx="1575">
                  <c:v>42313</c:v>
                </c:pt>
                <c:pt idx="1576">
                  <c:v>42314</c:v>
                </c:pt>
                <c:pt idx="1577">
                  <c:v>42317</c:v>
                </c:pt>
                <c:pt idx="1578">
                  <c:v>42318</c:v>
                </c:pt>
                <c:pt idx="1579">
                  <c:v>42319</c:v>
                </c:pt>
                <c:pt idx="1580">
                  <c:v>42320</c:v>
                </c:pt>
                <c:pt idx="1581">
                  <c:v>42321</c:v>
                </c:pt>
                <c:pt idx="1582">
                  <c:v>42324</c:v>
                </c:pt>
                <c:pt idx="1583">
                  <c:v>42325</c:v>
                </c:pt>
                <c:pt idx="1584">
                  <c:v>42326</c:v>
                </c:pt>
                <c:pt idx="1585">
                  <c:v>42327</c:v>
                </c:pt>
                <c:pt idx="1586">
                  <c:v>42328</c:v>
                </c:pt>
                <c:pt idx="1587">
                  <c:v>42331</c:v>
                </c:pt>
                <c:pt idx="1588">
                  <c:v>42332</c:v>
                </c:pt>
                <c:pt idx="1589">
                  <c:v>42333</c:v>
                </c:pt>
                <c:pt idx="1590">
                  <c:v>42334</c:v>
                </c:pt>
                <c:pt idx="1591">
                  <c:v>42335</c:v>
                </c:pt>
                <c:pt idx="1592">
                  <c:v>42338</c:v>
                </c:pt>
                <c:pt idx="1593">
                  <c:v>42339</c:v>
                </c:pt>
                <c:pt idx="1594">
                  <c:v>42340</c:v>
                </c:pt>
                <c:pt idx="1595">
                  <c:v>42341</c:v>
                </c:pt>
                <c:pt idx="1596">
                  <c:v>42342</c:v>
                </c:pt>
                <c:pt idx="1597">
                  <c:v>42345</c:v>
                </c:pt>
                <c:pt idx="1598">
                  <c:v>42346</c:v>
                </c:pt>
                <c:pt idx="1599">
                  <c:v>42347</c:v>
                </c:pt>
                <c:pt idx="1600">
                  <c:v>42348</c:v>
                </c:pt>
                <c:pt idx="1601">
                  <c:v>42349</c:v>
                </c:pt>
                <c:pt idx="1602">
                  <c:v>42352</c:v>
                </c:pt>
                <c:pt idx="1603">
                  <c:v>42353</c:v>
                </c:pt>
                <c:pt idx="1604">
                  <c:v>42354</c:v>
                </c:pt>
                <c:pt idx="1605">
                  <c:v>42355</c:v>
                </c:pt>
                <c:pt idx="1606">
                  <c:v>42356</c:v>
                </c:pt>
                <c:pt idx="1607">
                  <c:v>42358</c:v>
                </c:pt>
                <c:pt idx="1608">
                  <c:v>42359</c:v>
                </c:pt>
                <c:pt idx="1609">
                  <c:v>42360</c:v>
                </c:pt>
                <c:pt idx="1610">
                  <c:v>42361</c:v>
                </c:pt>
                <c:pt idx="1611">
                  <c:v>42362</c:v>
                </c:pt>
                <c:pt idx="1612">
                  <c:v>42363</c:v>
                </c:pt>
                <c:pt idx="1613">
                  <c:v>42366</c:v>
                </c:pt>
                <c:pt idx="1614">
                  <c:v>42367</c:v>
                </c:pt>
                <c:pt idx="1615">
                  <c:v>42368</c:v>
                </c:pt>
                <c:pt idx="1616">
                  <c:v>42369</c:v>
                </c:pt>
                <c:pt idx="1617">
                  <c:v>42373</c:v>
                </c:pt>
                <c:pt idx="1618">
                  <c:v>42374</c:v>
                </c:pt>
                <c:pt idx="1619">
                  <c:v>42375</c:v>
                </c:pt>
                <c:pt idx="1620">
                  <c:v>42376</c:v>
                </c:pt>
                <c:pt idx="1621">
                  <c:v>42377</c:v>
                </c:pt>
                <c:pt idx="1622">
                  <c:v>42379</c:v>
                </c:pt>
                <c:pt idx="1623">
                  <c:v>42380</c:v>
                </c:pt>
                <c:pt idx="1624">
                  <c:v>42381</c:v>
                </c:pt>
                <c:pt idx="1625">
                  <c:v>42382</c:v>
                </c:pt>
                <c:pt idx="1626">
                  <c:v>42383</c:v>
                </c:pt>
                <c:pt idx="1627">
                  <c:v>42384</c:v>
                </c:pt>
                <c:pt idx="1628">
                  <c:v>42387</c:v>
                </c:pt>
                <c:pt idx="1629">
                  <c:v>42388</c:v>
                </c:pt>
                <c:pt idx="1630">
                  <c:v>42389</c:v>
                </c:pt>
                <c:pt idx="1631">
                  <c:v>42390</c:v>
                </c:pt>
                <c:pt idx="1632">
                  <c:v>42391</c:v>
                </c:pt>
                <c:pt idx="1633">
                  <c:v>42394</c:v>
                </c:pt>
                <c:pt idx="1634">
                  <c:v>42395</c:v>
                </c:pt>
                <c:pt idx="1635">
                  <c:v>42396</c:v>
                </c:pt>
                <c:pt idx="1636">
                  <c:v>42397</c:v>
                </c:pt>
                <c:pt idx="1637">
                  <c:v>42398</c:v>
                </c:pt>
                <c:pt idx="1638">
                  <c:v>42400</c:v>
                </c:pt>
                <c:pt idx="1639">
                  <c:v>42401</c:v>
                </c:pt>
                <c:pt idx="1640">
                  <c:v>42402</c:v>
                </c:pt>
                <c:pt idx="1641">
                  <c:v>42403</c:v>
                </c:pt>
                <c:pt idx="1642">
                  <c:v>42404</c:v>
                </c:pt>
                <c:pt idx="1643">
                  <c:v>42405</c:v>
                </c:pt>
                <c:pt idx="1644">
                  <c:v>42406</c:v>
                </c:pt>
                <c:pt idx="1645">
                  <c:v>42408</c:v>
                </c:pt>
                <c:pt idx="1646">
                  <c:v>42409</c:v>
                </c:pt>
                <c:pt idx="1647">
                  <c:v>42410</c:v>
                </c:pt>
                <c:pt idx="1648">
                  <c:v>42411</c:v>
                </c:pt>
                <c:pt idx="1649">
                  <c:v>42412</c:v>
                </c:pt>
                <c:pt idx="1650">
                  <c:v>42414</c:v>
                </c:pt>
                <c:pt idx="1651">
                  <c:v>42415</c:v>
                </c:pt>
                <c:pt idx="1652">
                  <c:v>42416</c:v>
                </c:pt>
                <c:pt idx="1653">
                  <c:v>42417</c:v>
                </c:pt>
                <c:pt idx="1654">
                  <c:v>42418</c:v>
                </c:pt>
                <c:pt idx="1655">
                  <c:v>42419</c:v>
                </c:pt>
                <c:pt idx="1656">
                  <c:v>42420</c:v>
                </c:pt>
                <c:pt idx="1657">
                  <c:v>42422</c:v>
                </c:pt>
                <c:pt idx="1658">
                  <c:v>42423</c:v>
                </c:pt>
                <c:pt idx="1659">
                  <c:v>42424</c:v>
                </c:pt>
                <c:pt idx="1660">
                  <c:v>42425</c:v>
                </c:pt>
                <c:pt idx="1661">
                  <c:v>42426</c:v>
                </c:pt>
                <c:pt idx="1662">
                  <c:v>42429</c:v>
                </c:pt>
                <c:pt idx="1663">
                  <c:v>42430</c:v>
                </c:pt>
                <c:pt idx="1664">
                  <c:v>42431</c:v>
                </c:pt>
                <c:pt idx="1665">
                  <c:v>42432</c:v>
                </c:pt>
                <c:pt idx="1666">
                  <c:v>42433</c:v>
                </c:pt>
                <c:pt idx="1667">
                  <c:v>42436</c:v>
                </c:pt>
                <c:pt idx="1668">
                  <c:v>42437</c:v>
                </c:pt>
                <c:pt idx="1669">
                  <c:v>42438</c:v>
                </c:pt>
                <c:pt idx="1670">
                  <c:v>42439</c:v>
                </c:pt>
                <c:pt idx="1671">
                  <c:v>42440</c:v>
                </c:pt>
                <c:pt idx="1672">
                  <c:v>42443</c:v>
                </c:pt>
                <c:pt idx="1673">
                  <c:v>42444</c:v>
                </c:pt>
                <c:pt idx="1674">
                  <c:v>42445</c:v>
                </c:pt>
                <c:pt idx="1675">
                  <c:v>42446</c:v>
                </c:pt>
                <c:pt idx="1676">
                  <c:v>42447</c:v>
                </c:pt>
                <c:pt idx="1677">
                  <c:v>42449</c:v>
                </c:pt>
                <c:pt idx="1678">
                  <c:v>42450</c:v>
                </c:pt>
                <c:pt idx="1679">
                  <c:v>42451</c:v>
                </c:pt>
                <c:pt idx="1680">
                  <c:v>42452</c:v>
                </c:pt>
                <c:pt idx="1681">
                  <c:v>42453</c:v>
                </c:pt>
                <c:pt idx="1682">
                  <c:v>42454</c:v>
                </c:pt>
                <c:pt idx="1683">
                  <c:v>42457</c:v>
                </c:pt>
                <c:pt idx="1684">
                  <c:v>42458</c:v>
                </c:pt>
                <c:pt idx="1685">
                  <c:v>42459</c:v>
                </c:pt>
                <c:pt idx="1686">
                  <c:v>42460</c:v>
                </c:pt>
                <c:pt idx="1687">
                  <c:v>42461</c:v>
                </c:pt>
                <c:pt idx="1688">
                  <c:v>42464</c:v>
                </c:pt>
                <c:pt idx="1689">
                  <c:v>42465</c:v>
                </c:pt>
                <c:pt idx="1690">
                  <c:v>42466</c:v>
                </c:pt>
                <c:pt idx="1691">
                  <c:v>42467</c:v>
                </c:pt>
                <c:pt idx="1692">
                  <c:v>42468</c:v>
                </c:pt>
                <c:pt idx="1693">
                  <c:v>42470</c:v>
                </c:pt>
                <c:pt idx="1694">
                  <c:v>42471</c:v>
                </c:pt>
                <c:pt idx="1695">
                  <c:v>42472</c:v>
                </c:pt>
                <c:pt idx="1696">
                  <c:v>42473</c:v>
                </c:pt>
                <c:pt idx="1697">
                  <c:v>42474</c:v>
                </c:pt>
                <c:pt idx="1698">
                  <c:v>42475</c:v>
                </c:pt>
                <c:pt idx="1699">
                  <c:v>42478</c:v>
                </c:pt>
                <c:pt idx="1700">
                  <c:v>42479</c:v>
                </c:pt>
                <c:pt idx="1701">
                  <c:v>42480</c:v>
                </c:pt>
                <c:pt idx="1702">
                  <c:v>42481</c:v>
                </c:pt>
                <c:pt idx="1703">
                  <c:v>42482</c:v>
                </c:pt>
                <c:pt idx="1704">
                  <c:v>42485</c:v>
                </c:pt>
                <c:pt idx="1705">
                  <c:v>42486</c:v>
                </c:pt>
                <c:pt idx="1706">
                  <c:v>42487</c:v>
                </c:pt>
                <c:pt idx="1707">
                  <c:v>42488</c:v>
                </c:pt>
                <c:pt idx="1708">
                  <c:v>42489</c:v>
                </c:pt>
                <c:pt idx="1709">
                  <c:v>42490</c:v>
                </c:pt>
                <c:pt idx="1710">
                  <c:v>42492</c:v>
                </c:pt>
                <c:pt idx="1711">
                  <c:v>42493</c:v>
                </c:pt>
                <c:pt idx="1712">
                  <c:v>42494</c:v>
                </c:pt>
                <c:pt idx="1713">
                  <c:v>42495</c:v>
                </c:pt>
                <c:pt idx="1714">
                  <c:v>42496</c:v>
                </c:pt>
                <c:pt idx="1715">
                  <c:v>42499</c:v>
                </c:pt>
                <c:pt idx="1716">
                  <c:v>42500</c:v>
                </c:pt>
                <c:pt idx="1717">
                  <c:v>42501</c:v>
                </c:pt>
                <c:pt idx="1718">
                  <c:v>42502</c:v>
                </c:pt>
                <c:pt idx="1719">
                  <c:v>42503</c:v>
                </c:pt>
                <c:pt idx="1720">
                  <c:v>42506</c:v>
                </c:pt>
                <c:pt idx="1721">
                  <c:v>42507</c:v>
                </c:pt>
                <c:pt idx="1722">
                  <c:v>42508</c:v>
                </c:pt>
                <c:pt idx="1723">
                  <c:v>42509</c:v>
                </c:pt>
                <c:pt idx="1724">
                  <c:v>42510</c:v>
                </c:pt>
                <c:pt idx="1725">
                  <c:v>42513</c:v>
                </c:pt>
                <c:pt idx="1726">
                  <c:v>42514</c:v>
                </c:pt>
                <c:pt idx="1727">
                  <c:v>42515</c:v>
                </c:pt>
                <c:pt idx="1728">
                  <c:v>42516</c:v>
                </c:pt>
                <c:pt idx="1729">
                  <c:v>42517</c:v>
                </c:pt>
                <c:pt idx="1730">
                  <c:v>42520</c:v>
                </c:pt>
                <c:pt idx="1731">
                  <c:v>42521</c:v>
                </c:pt>
                <c:pt idx="1732">
                  <c:v>42522</c:v>
                </c:pt>
                <c:pt idx="1733">
                  <c:v>42523</c:v>
                </c:pt>
                <c:pt idx="1734">
                  <c:v>42524</c:v>
                </c:pt>
                <c:pt idx="1735">
                  <c:v>42527</c:v>
                </c:pt>
                <c:pt idx="1736">
                  <c:v>42528</c:v>
                </c:pt>
                <c:pt idx="1737">
                  <c:v>42529</c:v>
                </c:pt>
                <c:pt idx="1738">
                  <c:v>42530</c:v>
                </c:pt>
                <c:pt idx="1739">
                  <c:v>42531</c:v>
                </c:pt>
                <c:pt idx="1740">
                  <c:v>42533</c:v>
                </c:pt>
                <c:pt idx="1741">
                  <c:v>42534</c:v>
                </c:pt>
                <c:pt idx="1742">
                  <c:v>42535</c:v>
                </c:pt>
                <c:pt idx="1743">
                  <c:v>42536</c:v>
                </c:pt>
                <c:pt idx="1744">
                  <c:v>42537</c:v>
                </c:pt>
                <c:pt idx="1745">
                  <c:v>42538</c:v>
                </c:pt>
                <c:pt idx="1746">
                  <c:v>42541</c:v>
                </c:pt>
                <c:pt idx="1747">
                  <c:v>42542</c:v>
                </c:pt>
                <c:pt idx="1748">
                  <c:v>42543</c:v>
                </c:pt>
                <c:pt idx="1749">
                  <c:v>42544</c:v>
                </c:pt>
                <c:pt idx="1750">
                  <c:v>42545</c:v>
                </c:pt>
                <c:pt idx="1751">
                  <c:v>42548</c:v>
                </c:pt>
                <c:pt idx="1752">
                  <c:v>42549</c:v>
                </c:pt>
                <c:pt idx="1753">
                  <c:v>42550</c:v>
                </c:pt>
                <c:pt idx="1754">
                  <c:v>42551</c:v>
                </c:pt>
                <c:pt idx="1755">
                  <c:v>42552</c:v>
                </c:pt>
                <c:pt idx="1756">
                  <c:v>42555</c:v>
                </c:pt>
                <c:pt idx="1757">
                  <c:v>42556</c:v>
                </c:pt>
                <c:pt idx="1758">
                  <c:v>42557</c:v>
                </c:pt>
                <c:pt idx="1759">
                  <c:v>42558</c:v>
                </c:pt>
                <c:pt idx="1760">
                  <c:v>42559</c:v>
                </c:pt>
                <c:pt idx="1761">
                  <c:v>42561</c:v>
                </c:pt>
                <c:pt idx="1762">
                  <c:v>42562</c:v>
                </c:pt>
                <c:pt idx="1763">
                  <c:v>42563</c:v>
                </c:pt>
                <c:pt idx="1764">
                  <c:v>42564</c:v>
                </c:pt>
                <c:pt idx="1765">
                  <c:v>42565</c:v>
                </c:pt>
                <c:pt idx="1766">
                  <c:v>42566</c:v>
                </c:pt>
                <c:pt idx="1767">
                  <c:v>42569</c:v>
                </c:pt>
                <c:pt idx="1768">
                  <c:v>42570</c:v>
                </c:pt>
                <c:pt idx="1769">
                  <c:v>42571</c:v>
                </c:pt>
                <c:pt idx="1770">
                  <c:v>42572</c:v>
                </c:pt>
                <c:pt idx="1771">
                  <c:v>42573</c:v>
                </c:pt>
                <c:pt idx="1772">
                  <c:v>42576</c:v>
                </c:pt>
                <c:pt idx="1773">
                  <c:v>42577</c:v>
                </c:pt>
                <c:pt idx="1774">
                  <c:v>42578</c:v>
                </c:pt>
                <c:pt idx="1775">
                  <c:v>42579</c:v>
                </c:pt>
                <c:pt idx="1776">
                  <c:v>42580</c:v>
                </c:pt>
                <c:pt idx="1777">
                  <c:v>42582</c:v>
                </c:pt>
                <c:pt idx="1778">
                  <c:v>42583</c:v>
                </c:pt>
                <c:pt idx="1779">
                  <c:v>42584</c:v>
                </c:pt>
                <c:pt idx="1780">
                  <c:v>42585</c:v>
                </c:pt>
                <c:pt idx="1781">
                  <c:v>42586</c:v>
                </c:pt>
                <c:pt idx="1782">
                  <c:v>42587</c:v>
                </c:pt>
                <c:pt idx="1783">
                  <c:v>42590</c:v>
                </c:pt>
                <c:pt idx="1784">
                  <c:v>42591</c:v>
                </c:pt>
                <c:pt idx="1785">
                  <c:v>42592</c:v>
                </c:pt>
                <c:pt idx="1786">
                  <c:v>42593</c:v>
                </c:pt>
                <c:pt idx="1787">
                  <c:v>42594</c:v>
                </c:pt>
                <c:pt idx="1788">
                  <c:v>42597</c:v>
                </c:pt>
                <c:pt idx="1789">
                  <c:v>42598</c:v>
                </c:pt>
                <c:pt idx="1790">
                  <c:v>42599</c:v>
                </c:pt>
                <c:pt idx="1791">
                  <c:v>42600</c:v>
                </c:pt>
                <c:pt idx="1792">
                  <c:v>42601</c:v>
                </c:pt>
                <c:pt idx="1793">
                  <c:v>42602</c:v>
                </c:pt>
                <c:pt idx="1794">
                  <c:v>42604</c:v>
                </c:pt>
                <c:pt idx="1795">
                  <c:v>42605</c:v>
                </c:pt>
                <c:pt idx="1796">
                  <c:v>42606</c:v>
                </c:pt>
                <c:pt idx="1797">
                  <c:v>42607</c:v>
                </c:pt>
                <c:pt idx="1798">
                  <c:v>42608</c:v>
                </c:pt>
                <c:pt idx="1799">
                  <c:v>42611</c:v>
                </c:pt>
                <c:pt idx="1800">
                  <c:v>42612</c:v>
                </c:pt>
                <c:pt idx="1801">
                  <c:v>42613</c:v>
                </c:pt>
                <c:pt idx="1802">
                  <c:v>42614</c:v>
                </c:pt>
                <c:pt idx="1803">
                  <c:v>42615</c:v>
                </c:pt>
                <c:pt idx="1804">
                  <c:v>42618</c:v>
                </c:pt>
                <c:pt idx="1805">
                  <c:v>42619</c:v>
                </c:pt>
                <c:pt idx="1806">
                  <c:v>42620</c:v>
                </c:pt>
                <c:pt idx="1807">
                  <c:v>42621</c:v>
                </c:pt>
                <c:pt idx="1808">
                  <c:v>42622</c:v>
                </c:pt>
                <c:pt idx="1809">
                  <c:v>42623</c:v>
                </c:pt>
                <c:pt idx="1810">
                  <c:v>42625</c:v>
                </c:pt>
                <c:pt idx="1811">
                  <c:v>42626</c:v>
                </c:pt>
                <c:pt idx="1812">
                  <c:v>42627</c:v>
                </c:pt>
                <c:pt idx="1813">
                  <c:v>42628</c:v>
                </c:pt>
                <c:pt idx="1814">
                  <c:v>42629</c:v>
                </c:pt>
                <c:pt idx="1815">
                  <c:v>42631</c:v>
                </c:pt>
                <c:pt idx="1816">
                  <c:v>42632</c:v>
                </c:pt>
                <c:pt idx="1817">
                  <c:v>42633</c:v>
                </c:pt>
                <c:pt idx="1818">
                  <c:v>42634</c:v>
                </c:pt>
                <c:pt idx="1819">
                  <c:v>42635</c:v>
                </c:pt>
                <c:pt idx="1820">
                  <c:v>42636</c:v>
                </c:pt>
                <c:pt idx="1821">
                  <c:v>42639</c:v>
                </c:pt>
                <c:pt idx="1822">
                  <c:v>42640</c:v>
                </c:pt>
                <c:pt idx="1823">
                  <c:v>42641</c:v>
                </c:pt>
                <c:pt idx="1824">
                  <c:v>42642</c:v>
                </c:pt>
                <c:pt idx="1825">
                  <c:v>42643</c:v>
                </c:pt>
                <c:pt idx="1826">
                  <c:v>42646</c:v>
                </c:pt>
                <c:pt idx="1827">
                  <c:v>42647</c:v>
                </c:pt>
                <c:pt idx="1828">
                  <c:v>42648</c:v>
                </c:pt>
                <c:pt idx="1829">
                  <c:v>42649</c:v>
                </c:pt>
                <c:pt idx="1830">
                  <c:v>42650</c:v>
                </c:pt>
                <c:pt idx="1831">
                  <c:v>42651</c:v>
                </c:pt>
                <c:pt idx="1832">
                  <c:v>42652</c:v>
                </c:pt>
                <c:pt idx="1833">
                  <c:v>42653</c:v>
                </c:pt>
                <c:pt idx="1834">
                  <c:v>42654</c:v>
                </c:pt>
                <c:pt idx="1835">
                  <c:v>42655</c:v>
                </c:pt>
                <c:pt idx="1836">
                  <c:v>42656</c:v>
                </c:pt>
                <c:pt idx="1837">
                  <c:v>42657</c:v>
                </c:pt>
                <c:pt idx="1838">
                  <c:v>42660</c:v>
                </c:pt>
                <c:pt idx="1839">
                  <c:v>42661</c:v>
                </c:pt>
                <c:pt idx="1840">
                  <c:v>42662</c:v>
                </c:pt>
                <c:pt idx="1841">
                  <c:v>42663</c:v>
                </c:pt>
                <c:pt idx="1842">
                  <c:v>42664</c:v>
                </c:pt>
                <c:pt idx="1843">
                  <c:v>42667</c:v>
                </c:pt>
                <c:pt idx="1844">
                  <c:v>42668</c:v>
                </c:pt>
                <c:pt idx="1845">
                  <c:v>42669</c:v>
                </c:pt>
                <c:pt idx="1846">
                  <c:v>42670</c:v>
                </c:pt>
                <c:pt idx="1847">
                  <c:v>42671</c:v>
                </c:pt>
                <c:pt idx="1848">
                  <c:v>42674</c:v>
                </c:pt>
                <c:pt idx="1849">
                  <c:v>42675</c:v>
                </c:pt>
                <c:pt idx="1850">
                  <c:v>42676</c:v>
                </c:pt>
                <c:pt idx="1851">
                  <c:v>42677</c:v>
                </c:pt>
                <c:pt idx="1852">
                  <c:v>42678</c:v>
                </c:pt>
                <c:pt idx="1853">
                  <c:v>42681</c:v>
                </c:pt>
                <c:pt idx="1854">
                  <c:v>42682</c:v>
                </c:pt>
                <c:pt idx="1855">
                  <c:v>42683</c:v>
                </c:pt>
                <c:pt idx="1856">
                  <c:v>42684</c:v>
                </c:pt>
                <c:pt idx="1857">
                  <c:v>42685</c:v>
                </c:pt>
                <c:pt idx="1858">
                  <c:v>42688</c:v>
                </c:pt>
                <c:pt idx="1859">
                  <c:v>42689</c:v>
                </c:pt>
                <c:pt idx="1860">
                  <c:v>42690</c:v>
                </c:pt>
                <c:pt idx="1861">
                  <c:v>42691</c:v>
                </c:pt>
                <c:pt idx="1862">
                  <c:v>42692</c:v>
                </c:pt>
                <c:pt idx="1863">
                  <c:v>42694</c:v>
                </c:pt>
                <c:pt idx="1864">
                  <c:v>42695</c:v>
                </c:pt>
                <c:pt idx="1865">
                  <c:v>42696</c:v>
                </c:pt>
                <c:pt idx="1866">
                  <c:v>42697</c:v>
                </c:pt>
                <c:pt idx="1867">
                  <c:v>42698</c:v>
                </c:pt>
                <c:pt idx="1868">
                  <c:v>42699</c:v>
                </c:pt>
                <c:pt idx="1869">
                  <c:v>42702</c:v>
                </c:pt>
                <c:pt idx="1870">
                  <c:v>42703</c:v>
                </c:pt>
                <c:pt idx="1871">
                  <c:v>42704</c:v>
                </c:pt>
                <c:pt idx="1872">
                  <c:v>42705</c:v>
                </c:pt>
                <c:pt idx="1873">
                  <c:v>42706</c:v>
                </c:pt>
                <c:pt idx="1874">
                  <c:v>42709</c:v>
                </c:pt>
                <c:pt idx="1875">
                  <c:v>42710</c:v>
                </c:pt>
                <c:pt idx="1876">
                  <c:v>42711</c:v>
                </c:pt>
                <c:pt idx="1877">
                  <c:v>42712</c:v>
                </c:pt>
                <c:pt idx="1878">
                  <c:v>42713</c:v>
                </c:pt>
                <c:pt idx="1879">
                  <c:v>42714</c:v>
                </c:pt>
                <c:pt idx="1880">
                  <c:v>42716</c:v>
                </c:pt>
                <c:pt idx="1881">
                  <c:v>42717</c:v>
                </c:pt>
                <c:pt idx="1882">
                  <c:v>42718</c:v>
                </c:pt>
                <c:pt idx="1883">
                  <c:v>42719</c:v>
                </c:pt>
                <c:pt idx="1884">
                  <c:v>42720</c:v>
                </c:pt>
                <c:pt idx="1885">
                  <c:v>42723</c:v>
                </c:pt>
                <c:pt idx="1886">
                  <c:v>42724</c:v>
                </c:pt>
                <c:pt idx="1887">
                  <c:v>42725</c:v>
                </c:pt>
                <c:pt idx="1888">
                  <c:v>42726</c:v>
                </c:pt>
                <c:pt idx="1889">
                  <c:v>42727</c:v>
                </c:pt>
                <c:pt idx="1890">
                  <c:v>42730</c:v>
                </c:pt>
                <c:pt idx="1891">
                  <c:v>42731</c:v>
                </c:pt>
                <c:pt idx="1892">
                  <c:v>42732</c:v>
                </c:pt>
                <c:pt idx="1893">
                  <c:v>42733</c:v>
                </c:pt>
                <c:pt idx="1894">
                  <c:v>42734</c:v>
                </c:pt>
                <c:pt idx="1895">
                  <c:v>42735</c:v>
                </c:pt>
                <c:pt idx="1896">
                  <c:v>42737</c:v>
                </c:pt>
                <c:pt idx="1897">
                  <c:v>42738</c:v>
                </c:pt>
                <c:pt idx="1898">
                  <c:v>42739</c:v>
                </c:pt>
                <c:pt idx="1899">
                  <c:v>42740</c:v>
                </c:pt>
                <c:pt idx="1900">
                  <c:v>42741</c:v>
                </c:pt>
                <c:pt idx="1901">
                  <c:v>42744</c:v>
                </c:pt>
                <c:pt idx="1902">
                  <c:v>42745</c:v>
                </c:pt>
                <c:pt idx="1903">
                  <c:v>42746</c:v>
                </c:pt>
                <c:pt idx="1904">
                  <c:v>42747</c:v>
                </c:pt>
                <c:pt idx="1905">
                  <c:v>42748</c:v>
                </c:pt>
                <c:pt idx="1906">
                  <c:v>42751</c:v>
                </c:pt>
                <c:pt idx="1907">
                  <c:v>42752</c:v>
                </c:pt>
                <c:pt idx="1908">
                  <c:v>42753</c:v>
                </c:pt>
                <c:pt idx="1909">
                  <c:v>42754</c:v>
                </c:pt>
                <c:pt idx="1910">
                  <c:v>42755</c:v>
                </c:pt>
                <c:pt idx="1911">
                  <c:v>42757</c:v>
                </c:pt>
                <c:pt idx="1912">
                  <c:v>42758</c:v>
                </c:pt>
                <c:pt idx="1913">
                  <c:v>42759</c:v>
                </c:pt>
                <c:pt idx="1914">
                  <c:v>42760</c:v>
                </c:pt>
                <c:pt idx="1915">
                  <c:v>42761</c:v>
                </c:pt>
                <c:pt idx="1916">
                  <c:v>42762</c:v>
                </c:pt>
                <c:pt idx="1917">
                  <c:v>42765</c:v>
                </c:pt>
                <c:pt idx="1918">
                  <c:v>42766</c:v>
                </c:pt>
                <c:pt idx="1919">
                  <c:v>42767</c:v>
                </c:pt>
                <c:pt idx="1920">
                  <c:v>42768</c:v>
                </c:pt>
                <c:pt idx="1921">
                  <c:v>42769</c:v>
                </c:pt>
                <c:pt idx="1922">
                  <c:v>42770</c:v>
                </c:pt>
                <c:pt idx="1923">
                  <c:v>42771</c:v>
                </c:pt>
                <c:pt idx="1924">
                  <c:v>42772</c:v>
                </c:pt>
                <c:pt idx="1925">
                  <c:v>42773</c:v>
                </c:pt>
                <c:pt idx="1926">
                  <c:v>42774</c:v>
                </c:pt>
                <c:pt idx="1927">
                  <c:v>42775</c:v>
                </c:pt>
                <c:pt idx="1928">
                  <c:v>42776</c:v>
                </c:pt>
                <c:pt idx="1929">
                  <c:v>42779</c:v>
                </c:pt>
                <c:pt idx="1930">
                  <c:v>42780</c:v>
                </c:pt>
                <c:pt idx="1931">
                  <c:v>42781</c:v>
                </c:pt>
                <c:pt idx="1932">
                  <c:v>42782</c:v>
                </c:pt>
                <c:pt idx="1933">
                  <c:v>42783</c:v>
                </c:pt>
                <c:pt idx="1934">
                  <c:v>42786</c:v>
                </c:pt>
                <c:pt idx="1935">
                  <c:v>42787</c:v>
                </c:pt>
                <c:pt idx="1936">
                  <c:v>42788</c:v>
                </c:pt>
                <c:pt idx="1937">
                  <c:v>42789</c:v>
                </c:pt>
                <c:pt idx="1938">
                  <c:v>42790</c:v>
                </c:pt>
                <c:pt idx="1939">
                  <c:v>42793</c:v>
                </c:pt>
                <c:pt idx="1940">
                  <c:v>42794</c:v>
                </c:pt>
                <c:pt idx="1941">
                  <c:v>42795</c:v>
                </c:pt>
                <c:pt idx="1942">
                  <c:v>42796</c:v>
                </c:pt>
                <c:pt idx="1943">
                  <c:v>42797</c:v>
                </c:pt>
                <c:pt idx="1944">
                  <c:v>42800</c:v>
                </c:pt>
                <c:pt idx="1945">
                  <c:v>42801</c:v>
                </c:pt>
                <c:pt idx="1946">
                  <c:v>42802</c:v>
                </c:pt>
                <c:pt idx="1947">
                  <c:v>42803</c:v>
                </c:pt>
                <c:pt idx="1948">
                  <c:v>42804</c:v>
                </c:pt>
                <c:pt idx="1949">
                  <c:v>42807</c:v>
                </c:pt>
                <c:pt idx="1950">
                  <c:v>42808</c:v>
                </c:pt>
                <c:pt idx="1951">
                  <c:v>42809</c:v>
                </c:pt>
                <c:pt idx="1952">
                  <c:v>42810</c:v>
                </c:pt>
                <c:pt idx="1953">
                  <c:v>42811</c:v>
                </c:pt>
                <c:pt idx="1954">
                  <c:v>42814</c:v>
                </c:pt>
                <c:pt idx="1955">
                  <c:v>42815</c:v>
                </c:pt>
                <c:pt idx="1956">
                  <c:v>42816</c:v>
                </c:pt>
                <c:pt idx="1957">
                  <c:v>42817</c:v>
                </c:pt>
                <c:pt idx="1958">
                  <c:v>42818</c:v>
                </c:pt>
                <c:pt idx="1959">
                  <c:v>42821</c:v>
                </c:pt>
                <c:pt idx="1960">
                  <c:v>42822</c:v>
                </c:pt>
                <c:pt idx="1961">
                  <c:v>42823</c:v>
                </c:pt>
                <c:pt idx="1962">
                  <c:v>42824</c:v>
                </c:pt>
                <c:pt idx="1963">
                  <c:v>42825</c:v>
                </c:pt>
                <c:pt idx="1964">
                  <c:v>42826</c:v>
                </c:pt>
                <c:pt idx="1965">
                  <c:v>42828</c:v>
                </c:pt>
                <c:pt idx="1966">
                  <c:v>42829</c:v>
                </c:pt>
                <c:pt idx="1967">
                  <c:v>42830</c:v>
                </c:pt>
                <c:pt idx="1968">
                  <c:v>42831</c:v>
                </c:pt>
                <c:pt idx="1969">
                  <c:v>42832</c:v>
                </c:pt>
                <c:pt idx="1970">
                  <c:v>42835</c:v>
                </c:pt>
                <c:pt idx="1971">
                  <c:v>42836</c:v>
                </c:pt>
                <c:pt idx="1972">
                  <c:v>42837</c:v>
                </c:pt>
                <c:pt idx="1973">
                  <c:v>42838</c:v>
                </c:pt>
                <c:pt idx="1974">
                  <c:v>42839</c:v>
                </c:pt>
                <c:pt idx="1975">
                  <c:v>42842</c:v>
                </c:pt>
                <c:pt idx="1976">
                  <c:v>42843</c:v>
                </c:pt>
                <c:pt idx="1977">
                  <c:v>42844</c:v>
                </c:pt>
                <c:pt idx="1978">
                  <c:v>42845</c:v>
                </c:pt>
                <c:pt idx="1979">
                  <c:v>42846</c:v>
                </c:pt>
                <c:pt idx="1980">
                  <c:v>42849</c:v>
                </c:pt>
                <c:pt idx="1981">
                  <c:v>42850</c:v>
                </c:pt>
                <c:pt idx="1982">
                  <c:v>42851</c:v>
                </c:pt>
                <c:pt idx="1983">
                  <c:v>42852</c:v>
                </c:pt>
                <c:pt idx="1984">
                  <c:v>42853</c:v>
                </c:pt>
                <c:pt idx="1985">
                  <c:v>42855</c:v>
                </c:pt>
                <c:pt idx="1986">
                  <c:v>42856</c:v>
                </c:pt>
                <c:pt idx="1987">
                  <c:v>42857</c:v>
                </c:pt>
                <c:pt idx="1988">
                  <c:v>42858</c:v>
                </c:pt>
                <c:pt idx="1989">
                  <c:v>42859</c:v>
                </c:pt>
                <c:pt idx="1990">
                  <c:v>42860</c:v>
                </c:pt>
                <c:pt idx="1991">
                  <c:v>42863</c:v>
                </c:pt>
                <c:pt idx="1992">
                  <c:v>42864</c:v>
                </c:pt>
                <c:pt idx="1993">
                  <c:v>42865</c:v>
                </c:pt>
                <c:pt idx="1994">
                  <c:v>42866</c:v>
                </c:pt>
                <c:pt idx="1995">
                  <c:v>42867</c:v>
                </c:pt>
                <c:pt idx="1996">
                  <c:v>42870</c:v>
                </c:pt>
                <c:pt idx="1997">
                  <c:v>42871</c:v>
                </c:pt>
                <c:pt idx="1998">
                  <c:v>42872</c:v>
                </c:pt>
                <c:pt idx="1999">
                  <c:v>42873</c:v>
                </c:pt>
                <c:pt idx="2000">
                  <c:v>42874</c:v>
                </c:pt>
                <c:pt idx="2001">
                  <c:v>42875</c:v>
                </c:pt>
                <c:pt idx="2002">
                  <c:v>42877</c:v>
                </c:pt>
                <c:pt idx="2003">
                  <c:v>42878</c:v>
                </c:pt>
                <c:pt idx="2004">
                  <c:v>42879</c:v>
                </c:pt>
                <c:pt idx="2005">
                  <c:v>42880</c:v>
                </c:pt>
                <c:pt idx="2006">
                  <c:v>42881</c:v>
                </c:pt>
                <c:pt idx="2007">
                  <c:v>42882</c:v>
                </c:pt>
                <c:pt idx="2008">
                  <c:v>42884</c:v>
                </c:pt>
                <c:pt idx="2009">
                  <c:v>42885</c:v>
                </c:pt>
                <c:pt idx="2010">
                  <c:v>42886</c:v>
                </c:pt>
                <c:pt idx="2011">
                  <c:v>42887</c:v>
                </c:pt>
                <c:pt idx="2012">
                  <c:v>42888</c:v>
                </c:pt>
                <c:pt idx="2013">
                  <c:v>42891</c:v>
                </c:pt>
                <c:pt idx="2014">
                  <c:v>42892</c:v>
                </c:pt>
                <c:pt idx="2015">
                  <c:v>42893</c:v>
                </c:pt>
                <c:pt idx="2016">
                  <c:v>42894</c:v>
                </c:pt>
                <c:pt idx="2017">
                  <c:v>42895</c:v>
                </c:pt>
                <c:pt idx="2018">
                  <c:v>42896</c:v>
                </c:pt>
                <c:pt idx="2019">
                  <c:v>42898</c:v>
                </c:pt>
                <c:pt idx="2020">
                  <c:v>42899</c:v>
                </c:pt>
                <c:pt idx="2021">
                  <c:v>42900</c:v>
                </c:pt>
                <c:pt idx="2022">
                  <c:v>42901</c:v>
                </c:pt>
                <c:pt idx="2023">
                  <c:v>42902</c:v>
                </c:pt>
                <c:pt idx="2024">
                  <c:v>42905</c:v>
                </c:pt>
                <c:pt idx="2025">
                  <c:v>42906</c:v>
                </c:pt>
                <c:pt idx="2026">
                  <c:v>42907</c:v>
                </c:pt>
                <c:pt idx="2027">
                  <c:v>42908</c:v>
                </c:pt>
                <c:pt idx="2028">
                  <c:v>42909</c:v>
                </c:pt>
                <c:pt idx="2029">
                  <c:v>42912</c:v>
                </c:pt>
                <c:pt idx="2030">
                  <c:v>42913</c:v>
                </c:pt>
                <c:pt idx="2031">
                  <c:v>42914</c:v>
                </c:pt>
                <c:pt idx="2032">
                  <c:v>42915</c:v>
                </c:pt>
                <c:pt idx="2033">
                  <c:v>42916</c:v>
                </c:pt>
                <c:pt idx="2034">
                  <c:v>42919</c:v>
                </c:pt>
                <c:pt idx="2035">
                  <c:v>42920</c:v>
                </c:pt>
                <c:pt idx="2036">
                  <c:v>42921</c:v>
                </c:pt>
                <c:pt idx="2037">
                  <c:v>42922</c:v>
                </c:pt>
                <c:pt idx="2038">
                  <c:v>42923</c:v>
                </c:pt>
                <c:pt idx="2039">
                  <c:v>42926</c:v>
                </c:pt>
                <c:pt idx="2040">
                  <c:v>42927</c:v>
                </c:pt>
                <c:pt idx="2041">
                  <c:v>42928</c:v>
                </c:pt>
                <c:pt idx="2042">
                  <c:v>42929</c:v>
                </c:pt>
                <c:pt idx="2043">
                  <c:v>42930</c:v>
                </c:pt>
                <c:pt idx="2044">
                  <c:v>42933</c:v>
                </c:pt>
                <c:pt idx="2045">
                  <c:v>42934</c:v>
                </c:pt>
                <c:pt idx="2046">
                  <c:v>42935</c:v>
                </c:pt>
                <c:pt idx="2047">
                  <c:v>42936</c:v>
                </c:pt>
                <c:pt idx="2048">
                  <c:v>42937</c:v>
                </c:pt>
                <c:pt idx="2049">
                  <c:v>42940</c:v>
                </c:pt>
                <c:pt idx="2050">
                  <c:v>42941</c:v>
                </c:pt>
                <c:pt idx="2051">
                  <c:v>42942</c:v>
                </c:pt>
                <c:pt idx="2052">
                  <c:v>42943</c:v>
                </c:pt>
                <c:pt idx="2053">
                  <c:v>42944</c:v>
                </c:pt>
                <c:pt idx="2054">
                  <c:v>42947</c:v>
                </c:pt>
                <c:pt idx="2055">
                  <c:v>42948</c:v>
                </c:pt>
                <c:pt idx="2056">
                  <c:v>42949</c:v>
                </c:pt>
                <c:pt idx="2057">
                  <c:v>42950</c:v>
                </c:pt>
                <c:pt idx="2058">
                  <c:v>42951</c:v>
                </c:pt>
                <c:pt idx="2059">
                  <c:v>42954</c:v>
                </c:pt>
                <c:pt idx="2060">
                  <c:v>42955</c:v>
                </c:pt>
                <c:pt idx="2061">
                  <c:v>42956</c:v>
                </c:pt>
                <c:pt idx="2062">
                  <c:v>42957</c:v>
                </c:pt>
                <c:pt idx="2063">
                  <c:v>42958</c:v>
                </c:pt>
                <c:pt idx="2064">
                  <c:v>42961</c:v>
                </c:pt>
                <c:pt idx="2065">
                  <c:v>42962</c:v>
                </c:pt>
                <c:pt idx="2066">
                  <c:v>42963</c:v>
                </c:pt>
                <c:pt idx="2067">
                  <c:v>42964</c:v>
                </c:pt>
                <c:pt idx="2068">
                  <c:v>42965</c:v>
                </c:pt>
                <c:pt idx="2069">
                  <c:v>42967</c:v>
                </c:pt>
                <c:pt idx="2070">
                  <c:v>42968</c:v>
                </c:pt>
                <c:pt idx="2071">
                  <c:v>42969</c:v>
                </c:pt>
                <c:pt idx="2072">
                  <c:v>42970</c:v>
                </c:pt>
                <c:pt idx="2073">
                  <c:v>42971</c:v>
                </c:pt>
                <c:pt idx="2074">
                  <c:v>42972</c:v>
                </c:pt>
                <c:pt idx="2075">
                  <c:v>42975</c:v>
                </c:pt>
                <c:pt idx="2076">
                  <c:v>42976</c:v>
                </c:pt>
                <c:pt idx="2077">
                  <c:v>42977</c:v>
                </c:pt>
                <c:pt idx="2078">
                  <c:v>42978</c:v>
                </c:pt>
                <c:pt idx="2079">
                  <c:v>42979</c:v>
                </c:pt>
                <c:pt idx="2080">
                  <c:v>42982</c:v>
                </c:pt>
                <c:pt idx="2081">
                  <c:v>42983</c:v>
                </c:pt>
                <c:pt idx="2082">
                  <c:v>42984</c:v>
                </c:pt>
                <c:pt idx="2083">
                  <c:v>42985</c:v>
                </c:pt>
                <c:pt idx="2084">
                  <c:v>42986</c:v>
                </c:pt>
                <c:pt idx="2085">
                  <c:v>42988</c:v>
                </c:pt>
                <c:pt idx="2086">
                  <c:v>42989</c:v>
                </c:pt>
                <c:pt idx="2087">
                  <c:v>42990</c:v>
                </c:pt>
                <c:pt idx="2088">
                  <c:v>42991</c:v>
                </c:pt>
                <c:pt idx="2089">
                  <c:v>42992</c:v>
                </c:pt>
                <c:pt idx="2090">
                  <c:v>42993</c:v>
                </c:pt>
                <c:pt idx="2091">
                  <c:v>42996</c:v>
                </c:pt>
                <c:pt idx="2092">
                  <c:v>42997</c:v>
                </c:pt>
                <c:pt idx="2093">
                  <c:v>42998</c:v>
                </c:pt>
                <c:pt idx="2094">
                  <c:v>42999</c:v>
                </c:pt>
                <c:pt idx="2095">
                  <c:v>43000</c:v>
                </c:pt>
                <c:pt idx="2096">
                  <c:v>43003</c:v>
                </c:pt>
                <c:pt idx="2097">
                  <c:v>43004</c:v>
                </c:pt>
                <c:pt idx="2098">
                  <c:v>43005</c:v>
                </c:pt>
                <c:pt idx="2099">
                  <c:v>43006</c:v>
                </c:pt>
                <c:pt idx="2100">
                  <c:v>43007</c:v>
                </c:pt>
                <c:pt idx="2101">
                  <c:v>43008</c:v>
                </c:pt>
                <c:pt idx="2102">
                  <c:v>43010</c:v>
                </c:pt>
                <c:pt idx="2103">
                  <c:v>43011</c:v>
                </c:pt>
                <c:pt idx="2104">
                  <c:v>43012</c:v>
                </c:pt>
                <c:pt idx="2105">
                  <c:v>43013</c:v>
                </c:pt>
                <c:pt idx="2106">
                  <c:v>43014</c:v>
                </c:pt>
                <c:pt idx="2107">
                  <c:v>43017</c:v>
                </c:pt>
                <c:pt idx="2108">
                  <c:v>43018</c:v>
                </c:pt>
                <c:pt idx="2109">
                  <c:v>43019</c:v>
                </c:pt>
                <c:pt idx="2110">
                  <c:v>43020</c:v>
                </c:pt>
                <c:pt idx="2111">
                  <c:v>43021</c:v>
                </c:pt>
                <c:pt idx="2112">
                  <c:v>43024</c:v>
                </c:pt>
                <c:pt idx="2113">
                  <c:v>43025</c:v>
                </c:pt>
                <c:pt idx="2114">
                  <c:v>43026</c:v>
                </c:pt>
                <c:pt idx="2115">
                  <c:v>43027</c:v>
                </c:pt>
                <c:pt idx="2116">
                  <c:v>43028</c:v>
                </c:pt>
                <c:pt idx="2117">
                  <c:v>43031</c:v>
                </c:pt>
                <c:pt idx="2118">
                  <c:v>43032</c:v>
                </c:pt>
                <c:pt idx="2119">
                  <c:v>43033</c:v>
                </c:pt>
                <c:pt idx="2120">
                  <c:v>43034</c:v>
                </c:pt>
                <c:pt idx="2121">
                  <c:v>43035</c:v>
                </c:pt>
                <c:pt idx="2122">
                  <c:v>43038</c:v>
                </c:pt>
                <c:pt idx="2123">
                  <c:v>43039</c:v>
                </c:pt>
                <c:pt idx="2124">
                  <c:v>43040</c:v>
                </c:pt>
                <c:pt idx="2125">
                  <c:v>43041</c:v>
                </c:pt>
                <c:pt idx="2126">
                  <c:v>43042</c:v>
                </c:pt>
                <c:pt idx="2127">
                  <c:v>43045</c:v>
                </c:pt>
                <c:pt idx="2128">
                  <c:v>43046</c:v>
                </c:pt>
                <c:pt idx="2129">
                  <c:v>43047</c:v>
                </c:pt>
                <c:pt idx="2130">
                  <c:v>43048</c:v>
                </c:pt>
                <c:pt idx="2131">
                  <c:v>43049</c:v>
                </c:pt>
                <c:pt idx="2132">
                  <c:v>43052</c:v>
                </c:pt>
                <c:pt idx="2133">
                  <c:v>43053</c:v>
                </c:pt>
                <c:pt idx="2134">
                  <c:v>43054</c:v>
                </c:pt>
                <c:pt idx="2135">
                  <c:v>43055</c:v>
                </c:pt>
                <c:pt idx="2136">
                  <c:v>43056</c:v>
                </c:pt>
                <c:pt idx="2137">
                  <c:v>43059</c:v>
                </c:pt>
                <c:pt idx="2138">
                  <c:v>43060</c:v>
                </c:pt>
                <c:pt idx="2139">
                  <c:v>43061</c:v>
                </c:pt>
                <c:pt idx="2140">
                  <c:v>43062</c:v>
                </c:pt>
                <c:pt idx="2141">
                  <c:v>43063</c:v>
                </c:pt>
                <c:pt idx="2142">
                  <c:v>43066</c:v>
                </c:pt>
                <c:pt idx="2143">
                  <c:v>43067</c:v>
                </c:pt>
                <c:pt idx="2144">
                  <c:v>43068</c:v>
                </c:pt>
                <c:pt idx="2145">
                  <c:v>43069</c:v>
                </c:pt>
                <c:pt idx="2146">
                  <c:v>43070</c:v>
                </c:pt>
                <c:pt idx="2147">
                  <c:v>43073</c:v>
                </c:pt>
                <c:pt idx="2148">
                  <c:v>43074</c:v>
                </c:pt>
                <c:pt idx="2149">
                  <c:v>43075</c:v>
                </c:pt>
                <c:pt idx="2150">
                  <c:v>43076</c:v>
                </c:pt>
                <c:pt idx="2151">
                  <c:v>43077</c:v>
                </c:pt>
                <c:pt idx="2152">
                  <c:v>43079</c:v>
                </c:pt>
                <c:pt idx="2153">
                  <c:v>43080</c:v>
                </c:pt>
                <c:pt idx="2154">
                  <c:v>43081</c:v>
                </c:pt>
                <c:pt idx="2155">
                  <c:v>43082</c:v>
                </c:pt>
                <c:pt idx="2156">
                  <c:v>43083</c:v>
                </c:pt>
                <c:pt idx="2157">
                  <c:v>43084</c:v>
                </c:pt>
                <c:pt idx="2158">
                  <c:v>43087</c:v>
                </c:pt>
                <c:pt idx="2159">
                  <c:v>43088</c:v>
                </c:pt>
                <c:pt idx="2160">
                  <c:v>43089</c:v>
                </c:pt>
                <c:pt idx="2161">
                  <c:v>43090</c:v>
                </c:pt>
                <c:pt idx="2162">
                  <c:v>43091</c:v>
                </c:pt>
                <c:pt idx="2163">
                  <c:v>43094</c:v>
                </c:pt>
                <c:pt idx="2164">
                  <c:v>43095</c:v>
                </c:pt>
                <c:pt idx="2165">
                  <c:v>43096</c:v>
                </c:pt>
                <c:pt idx="2166">
                  <c:v>43097</c:v>
                </c:pt>
                <c:pt idx="2167">
                  <c:v>43098</c:v>
                </c:pt>
                <c:pt idx="2168">
                  <c:v>43100</c:v>
                </c:pt>
                <c:pt idx="2169">
                  <c:v>43102</c:v>
                </c:pt>
                <c:pt idx="2170">
                  <c:v>43103</c:v>
                </c:pt>
                <c:pt idx="2171">
                  <c:v>43104</c:v>
                </c:pt>
                <c:pt idx="2172">
                  <c:v>43105</c:v>
                </c:pt>
                <c:pt idx="2173">
                  <c:v>43108</c:v>
                </c:pt>
                <c:pt idx="2174">
                  <c:v>43109</c:v>
                </c:pt>
                <c:pt idx="2175">
                  <c:v>43110</c:v>
                </c:pt>
                <c:pt idx="2176">
                  <c:v>43111</c:v>
                </c:pt>
                <c:pt idx="2177">
                  <c:v>43112</c:v>
                </c:pt>
                <c:pt idx="2178">
                  <c:v>43115</c:v>
                </c:pt>
                <c:pt idx="2179">
                  <c:v>43116</c:v>
                </c:pt>
                <c:pt idx="2180">
                  <c:v>43117</c:v>
                </c:pt>
                <c:pt idx="2181">
                  <c:v>43118</c:v>
                </c:pt>
                <c:pt idx="2182">
                  <c:v>43119</c:v>
                </c:pt>
                <c:pt idx="2183">
                  <c:v>43120</c:v>
                </c:pt>
                <c:pt idx="2184">
                  <c:v>43122</c:v>
                </c:pt>
                <c:pt idx="2185">
                  <c:v>43123</c:v>
                </c:pt>
                <c:pt idx="2186">
                  <c:v>43124</c:v>
                </c:pt>
                <c:pt idx="2187">
                  <c:v>43125</c:v>
                </c:pt>
                <c:pt idx="2188">
                  <c:v>43126</c:v>
                </c:pt>
                <c:pt idx="2189">
                  <c:v>43129</c:v>
                </c:pt>
                <c:pt idx="2190">
                  <c:v>43130</c:v>
                </c:pt>
                <c:pt idx="2191">
                  <c:v>43131</c:v>
                </c:pt>
                <c:pt idx="2192">
                  <c:v>43132</c:v>
                </c:pt>
                <c:pt idx="2193">
                  <c:v>43133</c:v>
                </c:pt>
                <c:pt idx="2194">
                  <c:v>43136</c:v>
                </c:pt>
                <c:pt idx="2195">
                  <c:v>43137</c:v>
                </c:pt>
                <c:pt idx="2196">
                  <c:v>43138</c:v>
                </c:pt>
                <c:pt idx="2197">
                  <c:v>43139</c:v>
                </c:pt>
                <c:pt idx="2198">
                  <c:v>43140</c:v>
                </c:pt>
                <c:pt idx="2199">
                  <c:v>43141</c:v>
                </c:pt>
                <c:pt idx="2200">
                  <c:v>43142</c:v>
                </c:pt>
                <c:pt idx="2201">
                  <c:v>43143</c:v>
                </c:pt>
                <c:pt idx="2202">
                  <c:v>43144</c:v>
                </c:pt>
                <c:pt idx="2203">
                  <c:v>43145</c:v>
                </c:pt>
                <c:pt idx="2204">
                  <c:v>43146</c:v>
                </c:pt>
                <c:pt idx="2205">
                  <c:v>43147</c:v>
                </c:pt>
                <c:pt idx="2206">
                  <c:v>43150</c:v>
                </c:pt>
                <c:pt idx="2207">
                  <c:v>43151</c:v>
                </c:pt>
                <c:pt idx="2208">
                  <c:v>43152</c:v>
                </c:pt>
                <c:pt idx="2209">
                  <c:v>43153</c:v>
                </c:pt>
                <c:pt idx="2210">
                  <c:v>43154</c:v>
                </c:pt>
                <c:pt idx="2211">
                  <c:v>43155</c:v>
                </c:pt>
                <c:pt idx="2212">
                  <c:v>43157</c:v>
                </c:pt>
                <c:pt idx="2213">
                  <c:v>43158</c:v>
                </c:pt>
                <c:pt idx="2214">
                  <c:v>43159</c:v>
                </c:pt>
                <c:pt idx="2215">
                  <c:v>43160</c:v>
                </c:pt>
                <c:pt idx="2216">
                  <c:v>43161</c:v>
                </c:pt>
                <c:pt idx="2217">
                  <c:v>43164</c:v>
                </c:pt>
                <c:pt idx="2218">
                  <c:v>43165</c:v>
                </c:pt>
                <c:pt idx="2219">
                  <c:v>43166</c:v>
                </c:pt>
                <c:pt idx="2220">
                  <c:v>43167</c:v>
                </c:pt>
                <c:pt idx="2221">
                  <c:v>43168</c:v>
                </c:pt>
                <c:pt idx="2222">
                  <c:v>43169</c:v>
                </c:pt>
                <c:pt idx="2223">
                  <c:v>43171</c:v>
                </c:pt>
                <c:pt idx="2224">
                  <c:v>43172</c:v>
                </c:pt>
                <c:pt idx="2225">
                  <c:v>43173</c:v>
                </c:pt>
                <c:pt idx="2226">
                  <c:v>43174</c:v>
                </c:pt>
                <c:pt idx="2227">
                  <c:v>43175</c:v>
                </c:pt>
                <c:pt idx="2228">
                  <c:v>43178</c:v>
                </c:pt>
                <c:pt idx="2229">
                  <c:v>43179</c:v>
                </c:pt>
                <c:pt idx="2230">
                  <c:v>43180</c:v>
                </c:pt>
                <c:pt idx="2231">
                  <c:v>43181</c:v>
                </c:pt>
                <c:pt idx="2232">
                  <c:v>43182</c:v>
                </c:pt>
                <c:pt idx="2233">
                  <c:v>43185</c:v>
                </c:pt>
                <c:pt idx="2234">
                  <c:v>43186</c:v>
                </c:pt>
                <c:pt idx="2235">
                  <c:v>43187</c:v>
                </c:pt>
                <c:pt idx="2236">
                  <c:v>43188</c:v>
                </c:pt>
                <c:pt idx="2237">
                  <c:v>43189</c:v>
                </c:pt>
                <c:pt idx="2238">
                  <c:v>43190</c:v>
                </c:pt>
                <c:pt idx="2239">
                  <c:v>43192</c:v>
                </c:pt>
                <c:pt idx="2240">
                  <c:v>43193</c:v>
                </c:pt>
                <c:pt idx="2241">
                  <c:v>43194</c:v>
                </c:pt>
                <c:pt idx="2242">
                  <c:v>43196</c:v>
                </c:pt>
                <c:pt idx="2243">
                  <c:v>43198</c:v>
                </c:pt>
                <c:pt idx="2244">
                  <c:v>43199</c:v>
                </c:pt>
                <c:pt idx="2245">
                  <c:v>43200</c:v>
                </c:pt>
                <c:pt idx="2246">
                  <c:v>43201</c:v>
                </c:pt>
                <c:pt idx="2247">
                  <c:v>43202</c:v>
                </c:pt>
                <c:pt idx="2248">
                  <c:v>43203</c:v>
                </c:pt>
                <c:pt idx="2249">
                  <c:v>43206</c:v>
                </c:pt>
                <c:pt idx="2250">
                  <c:v>43207</c:v>
                </c:pt>
                <c:pt idx="2251">
                  <c:v>43208</c:v>
                </c:pt>
                <c:pt idx="2252">
                  <c:v>43209</c:v>
                </c:pt>
                <c:pt idx="2253">
                  <c:v>43210</c:v>
                </c:pt>
                <c:pt idx="2254">
                  <c:v>43213</c:v>
                </c:pt>
                <c:pt idx="2255">
                  <c:v>43214</c:v>
                </c:pt>
                <c:pt idx="2256">
                  <c:v>43215</c:v>
                </c:pt>
                <c:pt idx="2257">
                  <c:v>43216</c:v>
                </c:pt>
                <c:pt idx="2258">
                  <c:v>43217</c:v>
                </c:pt>
                <c:pt idx="2259">
                  <c:v>43218</c:v>
                </c:pt>
                <c:pt idx="2260">
                  <c:v>43220</c:v>
                </c:pt>
                <c:pt idx="2261">
                  <c:v>43221</c:v>
                </c:pt>
                <c:pt idx="2262">
                  <c:v>43222</c:v>
                </c:pt>
                <c:pt idx="2263">
                  <c:v>43223</c:v>
                </c:pt>
                <c:pt idx="2264">
                  <c:v>43224</c:v>
                </c:pt>
                <c:pt idx="2265">
                  <c:v>43227</c:v>
                </c:pt>
                <c:pt idx="2266">
                  <c:v>43228</c:v>
                </c:pt>
                <c:pt idx="2267">
                  <c:v>43229</c:v>
                </c:pt>
                <c:pt idx="2268">
                  <c:v>43230</c:v>
                </c:pt>
                <c:pt idx="2269">
                  <c:v>43231</c:v>
                </c:pt>
                <c:pt idx="2270">
                  <c:v>43234</c:v>
                </c:pt>
                <c:pt idx="2271">
                  <c:v>43235</c:v>
                </c:pt>
                <c:pt idx="2272">
                  <c:v>43236</c:v>
                </c:pt>
                <c:pt idx="2273">
                  <c:v>43237</c:v>
                </c:pt>
                <c:pt idx="2274">
                  <c:v>43238</c:v>
                </c:pt>
                <c:pt idx="2275">
                  <c:v>43240</c:v>
                </c:pt>
                <c:pt idx="2276">
                  <c:v>43241</c:v>
                </c:pt>
                <c:pt idx="2277">
                  <c:v>43242</c:v>
                </c:pt>
                <c:pt idx="2278">
                  <c:v>43243</c:v>
                </c:pt>
                <c:pt idx="2279">
                  <c:v>43244</c:v>
                </c:pt>
                <c:pt idx="2280">
                  <c:v>43245</c:v>
                </c:pt>
                <c:pt idx="2281">
                  <c:v>43248</c:v>
                </c:pt>
                <c:pt idx="2282">
                  <c:v>43249</c:v>
                </c:pt>
                <c:pt idx="2283">
                  <c:v>43250</c:v>
                </c:pt>
                <c:pt idx="2284">
                  <c:v>43251</c:v>
                </c:pt>
                <c:pt idx="2285">
                  <c:v>43252</c:v>
                </c:pt>
                <c:pt idx="2286">
                  <c:v>43255</c:v>
                </c:pt>
                <c:pt idx="2287">
                  <c:v>43256</c:v>
                </c:pt>
                <c:pt idx="2288">
                  <c:v>43257</c:v>
                </c:pt>
                <c:pt idx="2289">
                  <c:v>43258</c:v>
                </c:pt>
                <c:pt idx="2290">
                  <c:v>43259</c:v>
                </c:pt>
                <c:pt idx="2291">
                  <c:v>43261</c:v>
                </c:pt>
                <c:pt idx="2292">
                  <c:v>43262</c:v>
                </c:pt>
                <c:pt idx="2293">
                  <c:v>43263</c:v>
                </c:pt>
                <c:pt idx="2294">
                  <c:v>43264</c:v>
                </c:pt>
                <c:pt idx="2295">
                  <c:v>43265</c:v>
                </c:pt>
                <c:pt idx="2296">
                  <c:v>43266</c:v>
                </c:pt>
                <c:pt idx="2297">
                  <c:v>43269</c:v>
                </c:pt>
                <c:pt idx="2298">
                  <c:v>43270</c:v>
                </c:pt>
                <c:pt idx="2299">
                  <c:v>43271</c:v>
                </c:pt>
                <c:pt idx="2300">
                  <c:v>43272</c:v>
                </c:pt>
                <c:pt idx="2301">
                  <c:v>43273</c:v>
                </c:pt>
                <c:pt idx="2302">
                  <c:v>43276</c:v>
                </c:pt>
                <c:pt idx="2303">
                  <c:v>43277</c:v>
                </c:pt>
                <c:pt idx="2304">
                  <c:v>43278</c:v>
                </c:pt>
                <c:pt idx="2305">
                  <c:v>43279</c:v>
                </c:pt>
                <c:pt idx="2306">
                  <c:v>43280</c:v>
                </c:pt>
                <c:pt idx="2307">
                  <c:v>43281</c:v>
                </c:pt>
                <c:pt idx="2308">
                  <c:v>43283</c:v>
                </c:pt>
                <c:pt idx="2309">
                  <c:v>43284</c:v>
                </c:pt>
                <c:pt idx="2310">
                  <c:v>43285</c:v>
                </c:pt>
                <c:pt idx="2311">
                  <c:v>43286</c:v>
                </c:pt>
                <c:pt idx="2312">
                  <c:v>43287</c:v>
                </c:pt>
                <c:pt idx="2313">
                  <c:v>43290</c:v>
                </c:pt>
                <c:pt idx="2314">
                  <c:v>43291</c:v>
                </c:pt>
                <c:pt idx="2315">
                  <c:v>43292</c:v>
                </c:pt>
                <c:pt idx="2316">
                  <c:v>43293</c:v>
                </c:pt>
                <c:pt idx="2317">
                  <c:v>43294</c:v>
                </c:pt>
                <c:pt idx="2318">
                  <c:v>43297</c:v>
                </c:pt>
                <c:pt idx="2319">
                  <c:v>43298</c:v>
                </c:pt>
                <c:pt idx="2320">
                  <c:v>43299</c:v>
                </c:pt>
                <c:pt idx="2321">
                  <c:v>43300</c:v>
                </c:pt>
                <c:pt idx="2322">
                  <c:v>43301</c:v>
                </c:pt>
                <c:pt idx="2323">
                  <c:v>43304</c:v>
                </c:pt>
                <c:pt idx="2324">
                  <c:v>43305</c:v>
                </c:pt>
                <c:pt idx="2325">
                  <c:v>43306</c:v>
                </c:pt>
                <c:pt idx="2326">
                  <c:v>43307</c:v>
                </c:pt>
                <c:pt idx="2327">
                  <c:v>43308</c:v>
                </c:pt>
                <c:pt idx="2328">
                  <c:v>43311</c:v>
                </c:pt>
                <c:pt idx="2329">
                  <c:v>43312</c:v>
                </c:pt>
                <c:pt idx="2330">
                  <c:v>43313</c:v>
                </c:pt>
                <c:pt idx="2331">
                  <c:v>43314</c:v>
                </c:pt>
                <c:pt idx="2332">
                  <c:v>43315</c:v>
                </c:pt>
                <c:pt idx="2333">
                  <c:v>43318</c:v>
                </c:pt>
                <c:pt idx="2334">
                  <c:v>43319</c:v>
                </c:pt>
                <c:pt idx="2335">
                  <c:v>43320</c:v>
                </c:pt>
                <c:pt idx="2336">
                  <c:v>43321</c:v>
                </c:pt>
                <c:pt idx="2337">
                  <c:v>43322</c:v>
                </c:pt>
                <c:pt idx="2338">
                  <c:v>43325</c:v>
                </c:pt>
                <c:pt idx="2339">
                  <c:v>43326</c:v>
                </c:pt>
                <c:pt idx="2340">
                  <c:v>43327</c:v>
                </c:pt>
                <c:pt idx="2341">
                  <c:v>43328</c:v>
                </c:pt>
                <c:pt idx="2342">
                  <c:v>43329</c:v>
                </c:pt>
                <c:pt idx="2343">
                  <c:v>43332</c:v>
                </c:pt>
                <c:pt idx="2344">
                  <c:v>43333</c:v>
                </c:pt>
                <c:pt idx="2345">
                  <c:v>43334</c:v>
                </c:pt>
                <c:pt idx="2346">
                  <c:v>43335</c:v>
                </c:pt>
                <c:pt idx="2347">
                  <c:v>43336</c:v>
                </c:pt>
                <c:pt idx="2348">
                  <c:v>43339</c:v>
                </c:pt>
                <c:pt idx="2349">
                  <c:v>43340</c:v>
                </c:pt>
                <c:pt idx="2350">
                  <c:v>43341</c:v>
                </c:pt>
                <c:pt idx="2351">
                  <c:v>43342</c:v>
                </c:pt>
                <c:pt idx="2352">
                  <c:v>43343</c:v>
                </c:pt>
                <c:pt idx="2353">
                  <c:v>43346</c:v>
                </c:pt>
                <c:pt idx="2354">
                  <c:v>43347</c:v>
                </c:pt>
                <c:pt idx="2355">
                  <c:v>43348</c:v>
                </c:pt>
                <c:pt idx="2356">
                  <c:v>43349</c:v>
                </c:pt>
                <c:pt idx="2357">
                  <c:v>43350</c:v>
                </c:pt>
                <c:pt idx="2358">
                  <c:v>43353</c:v>
                </c:pt>
                <c:pt idx="2359">
                  <c:v>43354</c:v>
                </c:pt>
                <c:pt idx="2360">
                  <c:v>43355</c:v>
                </c:pt>
                <c:pt idx="2361">
                  <c:v>43356</c:v>
                </c:pt>
                <c:pt idx="2362">
                  <c:v>43357</c:v>
                </c:pt>
                <c:pt idx="2363">
                  <c:v>43360</c:v>
                </c:pt>
                <c:pt idx="2364">
                  <c:v>43361</c:v>
                </c:pt>
                <c:pt idx="2365">
                  <c:v>43362</c:v>
                </c:pt>
                <c:pt idx="2366">
                  <c:v>43363</c:v>
                </c:pt>
                <c:pt idx="2367">
                  <c:v>43364</c:v>
                </c:pt>
                <c:pt idx="2368">
                  <c:v>43367</c:v>
                </c:pt>
                <c:pt idx="2369">
                  <c:v>43368</c:v>
                </c:pt>
                <c:pt idx="2370">
                  <c:v>43369</c:v>
                </c:pt>
                <c:pt idx="2371">
                  <c:v>43370</c:v>
                </c:pt>
                <c:pt idx="2372">
                  <c:v>43371</c:v>
                </c:pt>
                <c:pt idx="2373">
                  <c:v>43372</c:v>
                </c:pt>
                <c:pt idx="2374">
                  <c:v>43373</c:v>
                </c:pt>
                <c:pt idx="2375">
                  <c:v>43374</c:v>
                </c:pt>
                <c:pt idx="2376">
                  <c:v>43375</c:v>
                </c:pt>
                <c:pt idx="2377">
                  <c:v>43376</c:v>
                </c:pt>
                <c:pt idx="2378">
                  <c:v>43377</c:v>
                </c:pt>
                <c:pt idx="2379">
                  <c:v>43378</c:v>
                </c:pt>
                <c:pt idx="2380">
                  <c:v>43381</c:v>
                </c:pt>
                <c:pt idx="2381">
                  <c:v>43382</c:v>
                </c:pt>
                <c:pt idx="2382">
                  <c:v>43383</c:v>
                </c:pt>
                <c:pt idx="2383">
                  <c:v>43384</c:v>
                </c:pt>
                <c:pt idx="2384">
                  <c:v>43385</c:v>
                </c:pt>
                <c:pt idx="2385">
                  <c:v>43388</c:v>
                </c:pt>
                <c:pt idx="2386">
                  <c:v>43389</c:v>
                </c:pt>
                <c:pt idx="2387">
                  <c:v>43390</c:v>
                </c:pt>
                <c:pt idx="2388">
                  <c:v>43391</c:v>
                </c:pt>
                <c:pt idx="2389">
                  <c:v>43392</c:v>
                </c:pt>
                <c:pt idx="2390">
                  <c:v>43393</c:v>
                </c:pt>
                <c:pt idx="2391">
                  <c:v>43395</c:v>
                </c:pt>
                <c:pt idx="2392">
                  <c:v>43396</c:v>
                </c:pt>
                <c:pt idx="2393">
                  <c:v>43397</c:v>
                </c:pt>
                <c:pt idx="2394">
                  <c:v>43398</c:v>
                </c:pt>
                <c:pt idx="2395">
                  <c:v>43399</c:v>
                </c:pt>
                <c:pt idx="2396">
                  <c:v>43402</c:v>
                </c:pt>
                <c:pt idx="2397">
                  <c:v>43403</c:v>
                </c:pt>
                <c:pt idx="2398">
                  <c:v>43404</c:v>
                </c:pt>
                <c:pt idx="2399">
                  <c:v>43405</c:v>
                </c:pt>
                <c:pt idx="2400">
                  <c:v>43406</c:v>
                </c:pt>
                <c:pt idx="2401">
                  <c:v>43409</c:v>
                </c:pt>
                <c:pt idx="2402">
                  <c:v>43410</c:v>
                </c:pt>
                <c:pt idx="2403">
                  <c:v>43411</c:v>
                </c:pt>
                <c:pt idx="2404">
                  <c:v>43412</c:v>
                </c:pt>
                <c:pt idx="2405">
                  <c:v>43413</c:v>
                </c:pt>
                <c:pt idx="2406">
                  <c:v>43414</c:v>
                </c:pt>
                <c:pt idx="2407">
                  <c:v>43416</c:v>
                </c:pt>
                <c:pt idx="2408">
                  <c:v>43417</c:v>
                </c:pt>
                <c:pt idx="2409">
                  <c:v>43418</c:v>
                </c:pt>
                <c:pt idx="2410">
                  <c:v>43419</c:v>
                </c:pt>
                <c:pt idx="2411">
                  <c:v>43420</c:v>
                </c:pt>
                <c:pt idx="2412">
                  <c:v>43423</c:v>
                </c:pt>
                <c:pt idx="2413">
                  <c:v>43424</c:v>
                </c:pt>
                <c:pt idx="2414">
                  <c:v>43425</c:v>
                </c:pt>
                <c:pt idx="2415">
                  <c:v>43426</c:v>
                </c:pt>
                <c:pt idx="2416">
                  <c:v>43427</c:v>
                </c:pt>
                <c:pt idx="2417">
                  <c:v>43430</c:v>
                </c:pt>
                <c:pt idx="2418">
                  <c:v>43431</c:v>
                </c:pt>
                <c:pt idx="2419">
                  <c:v>43432</c:v>
                </c:pt>
                <c:pt idx="2420">
                  <c:v>43433</c:v>
                </c:pt>
                <c:pt idx="2421">
                  <c:v>43434</c:v>
                </c:pt>
                <c:pt idx="2422">
                  <c:v>43437</c:v>
                </c:pt>
                <c:pt idx="2423">
                  <c:v>43438</c:v>
                </c:pt>
                <c:pt idx="2424">
                  <c:v>43439</c:v>
                </c:pt>
                <c:pt idx="2425">
                  <c:v>43440</c:v>
                </c:pt>
                <c:pt idx="2426">
                  <c:v>43441</c:v>
                </c:pt>
                <c:pt idx="2427">
                  <c:v>43444</c:v>
                </c:pt>
                <c:pt idx="2428">
                  <c:v>43445</c:v>
                </c:pt>
                <c:pt idx="2429">
                  <c:v>43446</c:v>
                </c:pt>
                <c:pt idx="2430">
                  <c:v>43447</c:v>
                </c:pt>
                <c:pt idx="2431">
                  <c:v>43448</c:v>
                </c:pt>
                <c:pt idx="2432">
                  <c:v>43451</c:v>
                </c:pt>
                <c:pt idx="2433">
                  <c:v>43452</c:v>
                </c:pt>
                <c:pt idx="2434">
                  <c:v>43453</c:v>
                </c:pt>
                <c:pt idx="2435">
                  <c:v>43454</c:v>
                </c:pt>
                <c:pt idx="2436">
                  <c:v>43455</c:v>
                </c:pt>
                <c:pt idx="2437">
                  <c:v>43458</c:v>
                </c:pt>
                <c:pt idx="2438">
                  <c:v>43459</c:v>
                </c:pt>
                <c:pt idx="2439">
                  <c:v>43460</c:v>
                </c:pt>
                <c:pt idx="2440">
                  <c:v>43461</c:v>
                </c:pt>
                <c:pt idx="2441">
                  <c:v>43462</c:v>
                </c:pt>
                <c:pt idx="2442">
                  <c:v>43463</c:v>
                </c:pt>
                <c:pt idx="2443">
                  <c:v>43465</c:v>
                </c:pt>
                <c:pt idx="2444">
                  <c:v>43467</c:v>
                </c:pt>
                <c:pt idx="2445">
                  <c:v>43468</c:v>
                </c:pt>
                <c:pt idx="2446">
                  <c:v>43469</c:v>
                </c:pt>
                <c:pt idx="2447">
                  <c:v>43472</c:v>
                </c:pt>
                <c:pt idx="2448">
                  <c:v>43473</c:v>
                </c:pt>
                <c:pt idx="2449">
                  <c:v>43474</c:v>
                </c:pt>
                <c:pt idx="2450">
                  <c:v>43475</c:v>
                </c:pt>
                <c:pt idx="2451">
                  <c:v>43476</c:v>
                </c:pt>
                <c:pt idx="2452">
                  <c:v>43479</c:v>
                </c:pt>
                <c:pt idx="2453">
                  <c:v>43480</c:v>
                </c:pt>
                <c:pt idx="2454">
                  <c:v>43481</c:v>
                </c:pt>
                <c:pt idx="2455">
                  <c:v>43482</c:v>
                </c:pt>
                <c:pt idx="2456">
                  <c:v>43483</c:v>
                </c:pt>
                <c:pt idx="2457">
                  <c:v>43485</c:v>
                </c:pt>
                <c:pt idx="2458">
                  <c:v>43486</c:v>
                </c:pt>
                <c:pt idx="2459">
                  <c:v>43487</c:v>
                </c:pt>
                <c:pt idx="2460">
                  <c:v>43488</c:v>
                </c:pt>
                <c:pt idx="2461">
                  <c:v>43489</c:v>
                </c:pt>
                <c:pt idx="2462">
                  <c:v>43490</c:v>
                </c:pt>
                <c:pt idx="2463">
                  <c:v>43493</c:v>
                </c:pt>
                <c:pt idx="2464">
                  <c:v>43494</c:v>
                </c:pt>
                <c:pt idx="2465">
                  <c:v>43495</c:v>
                </c:pt>
                <c:pt idx="2466">
                  <c:v>43496</c:v>
                </c:pt>
                <c:pt idx="2467">
                  <c:v>43497</c:v>
                </c:pt>
                <c:pt idx="2468">
                  <c:v>43498</c:v>
                </c:pt>
                <c:pt idx="2469">
                  <c:v>43499</c:v>
                </c:pt>
                <c:pt idx="2470">
                  <c:v>43500</c:v>
                </c:pt>
                <c:pt idx="2471">
                  <c:v>43501</c:v>
                </c:pt>
                <c:pt idx="2472">
                  <c:v>43502</c:v>
                </c:pt>
                <c:pt idx="2473">
                  <c:v>43503</c:v>
                </c:pt>
                <c:pt idx="2474">
                  <c:v>43504</c:v>
                </c:pt>
                <c:pt idx="2475">
                  <c:v>43507</c:v>
                </c:pt>
                <c:pt idx="2476">
                  <c:v>43508</c:v>
                </c:pt>
                <c:pt idx="2477">
                  <c:v>43509</c:v>
                </c:pt>
                <c:pt idx="2478">
                  <c:v>43510</c:v>
                </c:pt>
                <c:pt idx="2479">
                  <c:v>43511</c:v>
                </c:pt>
                <c:pt idx="2480">
                  <c:v>43514</c:v>
                </c:pt>
                <c:pt idx="2481">
                  <c:v>43515</c:v>
                </c:pt>
                <c:pt idx="2482">
                  <c:v>43516</c:v>
                </c:pt>
                <c:pt idx="2483">
                  <c:v>43517</c:v>
                </c:pt>
                <c:pt idx="2484">
                  <c:v>43518</c:v>
                </c:pt>
                <c:pt idx="2485">
                  <c:v>43521</c:v>
                </c:pt>
                <c:pt idx="2486">
                  <c:v>43522</c:v>
                </c:pt>
                <c:pt idx="2487">
                  <c:v>43523</c:v>
                </c:pt>
                <c:pt idx="2488">
                  <c:v>43524</c:v>
                </c:pt>
                <c:pt idx="2489">
                  <c:v>43525</c:v>
                </c:pt>
                <c:pt idx="2490">
                  <c:v>43528</c:v>
                </c:pt>
                <c:pt idx="2491">
                  <c:v>43529</c:v>
                </c:pt>
                <c:pt idx="2492">
                  <c:v>43530</c:v>
                </c:pt>
                <c:pt idx="2493">
                  <c:v>43531</c:v>
                </c:pt>
                <c:pt idx="2494">
                  <c:v>43532</c:v>
                </c:pt>
                <c:pt idx="2495">
                  <c:v>43534</c:v>
                </c:pt>
                <c:pt idx="2496">
                  <c:v>43535</c:v>
                </c:pt>
                <c:pt idx="2497">
                  <c:v>43536</c:v>
                </c:pt>
                <c:pt idx="2498">
                  <c:v>43537</c:v>
                </c:pt>
                <c:pt idx="2499">
                  <c:v>43538</c:v>
                </c:pt>
                <c:pt idx="2500">
                  <c:v>43539</c:v>
                </c:pt>
                <c:pt idx="2501">
                  <c:v>43542</c:v>
                </c:pt>
                <c:pt idx="2502">
                  <c:v>43543</c:v>
                </c:pt>
                <c:pt idx="2503">
                  <c:v>43544</c:v>
                </c:pt>
                <c:pt idx="2504">
                  <c:v>43545</c:v>
                </c:pt>
                <c:pt idx="2505">
                  <c:v>43546</c:v>
                </c:pt>
                <c:pt idx="2506">
                  <c:v>43549</c:v>
                </c:pt>
                <c:pt idx="2507">
                  <c:v>43550</c:v>
                </c:pt>
                <c:pt idx="2508">
                  <c:v>43551</c:v>
                </c:pt>
                <c:pt idx="2509">
                  <c:v>43552</c:v>
                </c:pt>
                <c:pt idx="2510">
                  <c:v>43553</c:v>
                </c:pt>
                <c:pt idx="2511">
                  <c:v>43555</c:v>
                </c:pt>
                <c:pt idx="2512">
                  <c:v>43556</c:v>
                </c:pt>
                <c:pt idx="2513">
                  <c:v>43557</c:v>
                </c:pt>
                <c:pt idx="2514">
                  <c:v>43558</c:v>
                </c:pt>
                <c:pt idx="2515">
                  <c:v>43559</c:v>
                </c:pt>
                <c:pt idx="2516">
                  <c:v>43560</c:v>
                </c:pt>
                <c:pt idx="2517">
                  <c:v>43563</c:v>
                </c:pt>
                <c:pt idx="2518">
                  <c:v>43564</c:v>
                </c:pt>
                <c:pt idx="2519">
                  <c:v>43565</c:v>
                </c:pt>
                <c:pt idx="2520">
                  <c:v>43566</c:v>
                </c:pt>
                <c:pt idx="2521">
                  <c:v>43567</c:v>
                </c:pt>
                <c:pt idx="2522">
                  <c:v>43570</c:v>
                </c:pt>
                <c:pt idx="2523">
                  <c:v>43571</c:v>
                </c:pt>
                <c:pt idx="2524">
                  <c:v>43572</c:v>
                </c:pt>
                <c:pt idx="2525">
                  <c:v>43573</c:v>
                </c:pt>
                <c:pt idx="2526">
                  <c:v>43574</c:v>
                </c:pt>
                <c:pt idx="2527">
                  <c:v>43575</c:v>
                </c:pt>
                <c:pt idx="2528">
                  <c:v>43577</c:v>
                </c:pt>
                <c:pt idx="2529">
                  <c:v>43578</c:v>
                </c:pt>
                <c:pt idx="2530">
                  <c:v>43579</c:v>
                </c:pt>
                <c:pt idx="2531">
                  <c:v>43580</c:v>
                </c:pt>
                <c:pt idx="2532">
                  <c:v>43581</c:v>
                </c:pt>
                <c:pt idx="2533">
                  <c:v>43583</c:v>
                </c:pt>
                <c:pt idx="2534">
                  <c:v>43584</c:v>
                </c:pt>
                <c:pt idx="2535">
                  <c:v>43585</c:v>
                </c:pt>
                <c:pt idx="2536">
                  <c:v>43586</c:v>
                </c:pt>
                <c:pt idx="2537">
                  <c:v>43587</c:v>
                </c:pt>
                <c:pt idx="2538">
                  <c:v>43588</c:v>
                </c:pt>
                <c:pt idx="2539">
                  <c:v>43590</c:v>
                </c:pt>
                <c:pt idx="2540">
                  <c:v>43591</c:v>
                </c:pt>
                <c:pt idx="2541">
                  <c:v>43592</c:v>
                </c:pt>
                <c:pt idx="2542">
                  <c:v>43593</c:v>
                </c:pt>
                <c:pt idx="2543">
                  <c:v>43594</c:v>
                </c:pt>
                <c:pt idx="2544">
                  <c:v>43595</c:v>
                </c:pt>
                <c:pt idx="2545">
                  <c:v>43598</c:v>
                </c:pt>
                <c:pt idx="2546">
                  <c:v>43599</c:v>
                </c:pt>
                <c:pt idx="2547">
                  <c:v>43600</c:v>
                </c:pt>
                <c:pt idx="2548">
                  <c:v>43601</c:v>
                </c:pt>
                <c:pt idx="2549">
                  <c:v>43602</c:v>
                </c:pt>
                <c:pt idx="2550">
                  <c:v>43605</c:v>
                </c:pt>
                <c:pt idx="2551">
                  <c:v>43606</c:v>
                </c:pt>
                <c:pt idx="2552">
                  <c:v>43607</c:v>
                </c:pt>
                <c:pt idx="2553">
                  <c:v>43608</c:v>
                </c:pt>
                <c:pt idx="2554">
                  <c:v>43609</c:v>
                </c:pt>
                <c:pt idx="2555">
                  <c:v>43612</c:v>
                </c:pt>
                <c:pt idx="2556">
                  <c:v>43613</c:v>
                </c:pt>
                <c:pt idx="2557">
                  <c:v>43614</c:v>
                </c:pt>
                <c:pt idx="2558">
                  <c:v>43615</c:v>
                </c:pt>
                <c:pt idx="2559">
                  <c:v>43616</c:v>
                </c:pt>
                <c:pt idx="2560">
                  <c:v>43619</c:v>
                </c:pt>
                <c:pt idx="2561">
                  <c:v>43620</c:v>
                </c:pt>
                <c:pt idx="2562">
                  <c:v>43621</c:v>
                </c:pt>
                <c:pt idx="2563">
                  <c:v>43622</c:v>
                </c:pt>
                <c:pt idx="2564">
                  <c:v>43623</c:v>
                </c:pt>
                <c:pt idx="2565">
                  <c:v>43626</c:v>
                </c:pt>
                <c:pt idx="2566">
                  <c:v>43627</c:v>
                </c:pt>
                <c:pt idx="2567">
                  <c:v>43628</c:v>
                </c:pt>
                <c:pt idx="2568">
                  <c:v>43629</c:v>
                </c:pt>
                <c:pt idx="2569">
                  <c:v>43630</c:v>
                </c:pt>
                <c:pt idx="2570">
                  <c:v>43633</c:v>
                </c:pt>
                <c:pt idx="2571">
                  <c:v>43634</c:v>
                </c:pt>
                <c:pt idx="2572">
                  <c:v>43635</c:v>
                </c:pt>
                <c:pt idx="2573">
                  <c:v>43636</c:v>
                </c:pt>
                <c:pt idx="2574">
                  <c:v>43637</c:v>
                </c:pt>
                <c:pt idx="2575">
                  <c:v>43640</c:v>
                </c:pt>
                <c:pt idx="2576">
                  <c:v>43641</c:v>
                </c:pt>
                <c:pt idx="2577">
                  <c:v>43642</c:v>
                </c:pt>
                <c:pt idx="2578">
                  <c:v>43643</c:v>
                </c:pt>
                <c:pt idx="2579">
                  <c:v>43644</c:v>
                </c:pt>
                <c:pt idx="2580">
                  <c:v>43646</c:v>
                </c:pt>
                <c:pt idx="2581">
                  <c:v>43647</c:v>
                </c:pt>
                <c:pt idx="2582">
                  <c:v>43648</c:v>
                </c:pt>
                <c:pt idx="2583">
                  <c:v>43649</c:v>
                </c:pt>
                <c:pt idx="2584">
                  <c:v>43650</c:v>
                </c:pt>
                <c:pt idx="2585">
                  <c:v>43651</c:v>
                </c:pt>
                <c:pt idx="2586">
                  <c:v>43654</c:v>
                </c:pt>
                <c:pt idx="2587">
                  <c:v>43655</c:v>
                </c:pt>
                <c:pt idx="2588">
                  <c:v>43656</c:v>
                </c:pt>
                <c:pt idx="2589">
                  <c:v>43657</c:v>
                </c:pt>
                <c:pt idx="2590">
                  <c:v>43658</c:v>
                </c:pt>
                <c:pt idx="2591">
                  <c:v>43661</c:v>
                </c:pt>
                <c:pt idx="2592">
                  <c:v>43662</c:v>
                </c:pt>
                <c:pt idx="2593">
                  <c:v>43663</c:v>
                </c:pt>
                <c:pt idx="2594">
                  <c:v>43664</c:v>
                </c:pt>
                <c:pt idx="2595">
                  <c:v>43665</c:v>
                </c:pt>
                <c:pt idx="2596">
                  <c:v>43666</c:v>
                </c:pt>
                <c:pt idx="2597">
                  <c:v>43668</c:v>
                </c:pt>
                <c:pt idx="2598">
                  <c:v>43669</c:v>
                </c:pt>
                <c:pt idx="2599">
                  <c:v>43670</c:v>
                </c:pt>
                <c:pt idx="2600">
                  <c:v>43671</c:v>
                </c:pt>
                <c:pt idx="2601">
                  <c:v>43672</c:v>
                </c:pt>
                <c:pt idx="2602">
                  <c:v>43675</c:v>
                </c:pt>
                <c:pt idx="2603">
                  <c:v>43676</c:v>
                </c:pt>
                <c:pt idx="2604">
                  <c:v>43677</c:v>
                </c:pt>
                <c:pt idx="2605">
                  <c:v>43678</c:v>
                </c:pt>
                <c:pt idx="2606">
                  <c:v>43679</c:v>
                </c:pt>
                <c:pt idx="2607">
                  <c:v>43682</c:v>
                </c:pt>
                <c:pt idx="2608">
                  <c:v>43683</c:v>
                </c:pt>
                <c:pt idx="2609">
                  <c:v>43684</c:v>
                </c:pt>
                <c:pt idx="2610">
                  <c:v>43685</c:v>
                </c:pt>
                <c:pt idx="2611">
                  <c:v>43686</c:v>
                </c:pt>
                <c:pt idx="2612">
                  <c:v>43687</c:v>
                </c:pt>
                <c:pt idx="2613">
                  <c:v>43689</c:v>
                </c:pt>
                <c:pt idx="2614">
                  <c:v>43690</c:v>
                </c:pt>
                <c:pt idx="2615">
                  <c:v>43691</c:v>
                </c:pt>
                <c:pt idx="2616">
                  <c:v>43692</c:v>
                </c:pt>
                <c:pt idx="2617">
                  <c:v>43693</c:v>
                </c:pt>
                <c:pt idx="2618">
                  <c:v>43696</c:v>
                </c:pt>
                <c:pt idx="2619">
                  <c:v>43697</c:v>
                </c:pt>
                <c:pt idx="2620">
                  <c:v>43698</c:v>
                </c:pt>
                <c:pt idx="2621">
                  <c:v>43699</c:v>
                </c:pt>
                <c:pt idx="2622">
                  <c:v>43700</c:v>
                </c:pt>
                <c:pt idx="2623">
                  <c:v>43703</c:v>
                </c:pt>
                <c:pt idx="2624">
                  <c:v>43704</c:v>
                </c:pt>
                <c:pt idx="2625">
                  <c:v>43705</c:v>
                </c:pt>
                <c:pt idx="2626">
                  <c:v>43706</c:v>
                </c:pt>
                <c:pt idx="2627">
                  <c:v>43707</c:v>
                </c:pt>
                <c:pt idx="2628">
                  <c:v>43708</c:v>
                </c:pt>
                <c:pt idx="2629">
                  <c:v>43710</c:v>
                </c:pt>
                <c:pt idx="2630">
                  <c:v>43711</c:v>
                </c:pt>
                <c:pt idx="2631">
                  <c:v>43712</c:v>
                </c:pt>
                <c:pt idx="2632">
                  <c:v>43713</c:v>
                </c:pt>
                <c:pt idx="2633">
                  <c:v>43714</c:v>
                </c:pt>
                <c:pt idx="2634">
                  <c:v>43717</c:v>
                </c:pt>
                <c:pt idx="2635">
                  <c:v>43718</c:v>
                </c:pt>
                <c:pt idx="2636">
                  <c:v>43719</c:v>
                </c:pt>
                <c:pt idx="2637">
                  <c:v>43720</c:v>
                </c:pt>
                <c:pt idx="2638">
                  <c:v>43721</c:v>
                </c:pt>
                <c:pt idx="2639">
                  <c:v>43724</c:v>
                </c:pt>
                <c:pt idx="2640">
                  <c:v>43725</c:v>
                </c:pt>
                <c:pt idx="2641">
                  <c:v>43726</c:v>
                </c:pt>
                <c:pt idx="2642">
                  <c:v>43727</c:v>
                </c:pt>
                <c:pt idx="2643">
                  <c:v>43728</c:v>
                </c:pt>
                <c:pt idx="2644">
                  <c:v>43731</c:v>
                </c:pt>
                <c:pt idx="2645">
                  <c:v>43732</c:v>
                </c:pt>
                <c:pt idx="2646">
                  <c:v>43733</c:v>
                </c:pt>
                <c:pt idx="2647">
                  <c:v>43734</c:v>
                </c:pt>
                <c:pt idx="2648">
                  <c:v>43735</c:v>
                </c:pt>
                <c:pt idx="2649">
                  <c:v>43737</c:v>
                </c:pt>
                <c:pt idx="2650">
                  <c:v>43738</c:v>
                </c:pt>
                <c:pt idx="2651">
                  <c:v>43739</c:v>
                </c:pt>
                <c:pt idx="2652">
                  <c:v>43740</c:v>
                </c:pt>
                <c:pt idx="2653">
                  <c:v>43741</c:v>
                </c:pt>
                <c:pt idx="2654">
                  <c:v>43742</c:v>
                </c:pt>
                <c:pt idx="2655">
                  <c:v>43745</c:v>
                </c:pt>
                <c:pt idx="2656">
                  <c:v>43746</c:v>
                </c:pt>
                <c:pt idx="2657">
                  <c:v>43747</c:v>
                </c:pt>
                <c:pt idx="2658">
                  <c:v>43748</c:v>
                </c:pt>
                <c:pt idx="2659">
                  <c:v>43749</c:v>
                </c:pt>
                <c:pt idx="2660">
                  <c:v>43750</c:v>
                </c:pt>
                <c:pt idx="2661">
                  <c:v>43752</c:v>
                </c:pt>
                <c:pt idx="2662">
                  <c:v>43753</c:v>
                </c:pt>
                <c:pt idx="2663">
                  <c:v>43754</c:v>
                </c:pt>
                <c:pt idx="2664">
                  <c:v>43755</c:v>
                </c:pt>
                <c:pt idx="2665">
                  <c:v>43756</c:v>
                </c:pt>
                <c:pt idx="2666">
                  <c:v>43758</c:v>
                </c:pt>
                <c:pt idx="2667">
                  <c:v>43759</c:v>
                </c:pt>
                <c:pt idx="2668">
                  <c:v>43760</c:v>
                </c:pt>
                <c:pt idx="2669">
                  <c:v>43761</c:v>
                </c:pt>
                <c:pt idx="2670">
                  <c:v>43762</c:v>
                </c:pt>
                <c:pt idx="2671">
                  <c:v>43763</c:v>
                </c:pt>
                <c:pt idx="2672">
                  <c:v>43766</c:v>
                </c:pt>
                <c:pt idx="2673">
                  <c:v>43767</c:v>
                </c:pt>
                <c:pt idx="2674">
                  <c:v>43768</c:v>
                </c:pt>
                <c:pt idx="2675">
                  <c:v>43769</c:v>
                </c:pt>
                <c:pt idx="2676">
                  <c:v>43770</c:v>
                </c:pt>
                <c:pt idx="2677">
                  <c:v>43773</c:v>
                </c:pt>
                <c:pt idx="2678">
                  <c:v>43774</c:v>
                </c:pt>
                <c:pt idx="2679">
                  <c:v>43775</c:v>
                </c:pt>
                <c:pt idx="2680">
                  <c:v>43776</c:v>
                </c:pt>
                <c:pt idx="2681">
                  <c:v>43777</c:v>
                </c:pt>
                <c:pt idx="2682">
                  <c:v>43779</c:v>
                </c:pt>
                <c:pt idx="2683">
                  <c:v>43780</c:v>
                </c:pt>
                <c:pt idx="2684">
                  <c:v>43781</c:v>
                </c:pt>
                <c:pt idx="2685">
                  <c:v>43782</c:v>
                </c:pt>
                <c:pt idx="2686">
                  <c:v>43783</c:v>
                </c:pt>
                <c:pt idx="2687">
                  <c:v>43784</c:v>
                </c:pt>
                <c:pt idx="2688">
                  <c:v>43787</c:v>
                </c:pt>
                <c:pt idx="2689">
                  <c:v>43788</c:v>
                </c:pt>
                <c:pt idx="2690">
                  <c:v>43789</c:v>
                </c:pt>
                <c:pt idx="2691">
                  <c:v>43790</c:v>
                </c:pt>
                <c:pt idx="2692">
                  <c:v>43791</c:v>
                </c:pt>
                <c:pt idx="2693">
                  <c:v>43794</c:v>
                </c:pt>
                <c:pt idx="2694">
                  <c:v>43795</c:v>
                </c:pt>
                <c:pt idx="2695">
                  <c:v>43796</c:v>
                </c:pt>
                <c:pt idx="2696">
                  <c:v>43797</c:v>
                </c:pt>
                <c:pt idx="2697">
                  <c:v>43798</c:v>
                </c:pt>
                <c:pt idx="2698">
                  <c:v>43799</c:v>
                </c:pt>
                <c:pt idx="2699">
                  <c:v>43801</c:v>
                </c:pt>
                <c:pt idx="2700">
                  <c:v>43802</c:v>
                </c:pt>
                <c:pt idx="2701">
                  <c:v>43803</c:v>
                </c:pt>
                <c:pt idx="2702">
                  <c:v>43804</c:v>
                </c:pt>
                <c:pt idx="2703">
                  <c:v>43805</c:v>
                </c:pt>
                <c:pt idx="2704">
                  <c:v>43808</c:v>
                </c:pt>
                <c:pt idx="2705">
                  <c:v>43809</c:v>
                </c:pt>
                <c:pt idx="2706">
                  <c:v>43810</c:v>
                </c:pt>
                <c:pt idx="2707">
                  <c:v>43811</c:v>
                </c:pt>
                <c:pt idx="2708">
                  <c:v>43812</c:v>
                </c:pt>
                <c:pt idx="2709">
                  <c:v>43815</c:v>
                </c:pt>
                <c:pt idx="2710">
                  <c:v>43816</c:v>
                </c:pt>
                <c:pt idx="2711">
                  <c:v>43817</c:v>
                </c:pt>
                <c:pt idx="2712">
                  <c:v>43818</c:v>
                </c:pt>
                <c:pt idx="2713">
                  <c:v>43819</c:v>
                </c:pt>
                <c:pt idx="2714">
                  <c:v>43822</c:v>
                </c:pt>
                <c:pt idx="2715">
                  <c:v>43823</c:v>
                </c:pt>
                <c:pt idx="2716">
                  <c:v>43824</c:v>
                </c:pt>
                <c:pt idx="2717">
                  <c:v>43825</c:v>
                </c:pt>
                <c:pt idx="2718">
                  <c:v>43826</c:v>
                </c:pt>
                <c:pt idx="2719">
                  <c:v>43829</c:v>
                </c:pt>
                <c:pt idx="2720">
                  <c:v>43830</c:v>
                </c:pt>
                <c:pt idx="2721">
                  <c:v>43832</c:v>
                </c:pt>
                <c:pt idx="2722">
                  <c:v>43833</c:v>
                </c:pt>
                <c:pt idx="2723">
                  <c:v>43836</c:v>
                </c:pt>
                <c:pt idx="2724">
                  <c:v>43837</c:v>
                </c:pt>
                <c:pt idx="2725">
                  <c:v>43838</c:v>
                </c:pt>
                <c:pt idx="2726">
                  <c:v>43839</c:v>
                </c:pt>
                <c:pt idx="2727">
                  <c:v>43840</c:v>
                </c:pt>
                <c:pt idx="2728">
                  <c:v>43843</c:v>
                </c:pt>
                <c:pt idx="2729">
                  <c:v>43844</c:v>
                </c:pt>
                <c:pt idx="2730">
                  <c:v>43845</c:v>
                </c:pt>
                <c:pt idx="2731">
                  <c:v>43846</c:v>
                </c:pt>
                <c:pt idx="2732">
                  <c:v>43847</c:v>
                </c:pt>
                <c:pt idx="2733">
                  <c:v>43849</c:v>
                </c:pt>
                <c:pt idx="2734">
                  <c:v>43850</c:v>
                </c:pt>
                <c:pt idx="2735">
                  <c:v>43851</c:v>
                </c:pt>
                <c:pt idx="2736">
                  <c:v>43852</c:v>
                </c:pt>
                <c:pt idx="2737">
                  <c:v>43853</c:v>
                </c:pt>
                <c:pt idx="2738">
                  <c:v>43854</c:v>
                </c:pt>
                <c:pt idx="2739">
                  <c:v>43857</c:v>
                </c:pt>
                <c:pt idx="2740">
                  <c:v>43858</c:v>
                </c:pt>
                <c:pt idx="2741">
                  <c:v>43859</c:v>
                </c:pt>
                <c:pt idx="2742">
                  <c:v>43860</c:v>
                </c:pt>
                <c:pt idx="2743">
                  <c:v>43861</c:v>
                </c:pt>
                <c:pt idx="2744">
                  <c:v>43864</c:v>
                </c:pt>
                <c:pt idx="2745">
                  <c:v>43865</c:v>
                </c:pt>
                <c:pt idx="2746">
                  <c:v>43866</c:v>
                </c:pt>
                <c:pt idx="2747">
                  <c:v>43867</c:v>
                </c:pt>
                <c:pt idx="2748">
                  <c:v>43868</c:v>
                </c:pt>
                <c:pt idx="2749">
                  <c:v>43871</c:v>
                </c:pt>
                <c:pt idx="2750">
                  <c:v>43872</c:v>
                </c:pt>
                <c:pt idx="2751">
                  <c:v>43873</c:v>
                </c:pt>
                <c:pt idx="2752">
                  <c:v>43874</c:v>
                </c:pt>
                <c:pt idx="2753">
                  <c:v>43875</c:v>
                </c:pt>
                <c:pt idx="2754">
                  <c:v>43878</c:v>
                </c:pt>
                <c:pt idx="2755">
                  <c:v>43879</c:v>
                </c:pt>
                <c:pt idx="2756">
                  <c:v>43880</c:v>
                </c:pt>
                <c:pt idx="2757">
                  <c:v>43881</c:v>
                </c:pt>
                <c:pt idx="2758">
                  <c:v>43882</c:v>
                </c:pt>
                <c:pt idx="2759">
                  <c:v>43885</c:v>
                </c:pt>
                <c:pt idx="2760">
                  <c:v>43886</c:v>
                </c:pt>
                <c:pt idx="2761">
                  <c:v>43887</c:v>
                </c:pt>
                <c:pt idx="2762">
                  <c:v>43888</c:v>
                </c:pt>
                <c:pt idx="2763">
                  <c:v>43889</c:v>
                </c:pt>
                <c:pt idx="2764">
                  <c:v>43890</c:v>
                </c:pt>
                <c:pt idx="2765">
                  <c:v>43892</c:v>
                </c:pt>
                <c:pt idx="2766">
                  <c:v>43893</c:v>
                </c:pt>
                <c:pt idx="2767">
                  <c:v>43894</c:v>
                </c:pt>
                <c:pt idx="2768">
                  <c:v>43895</c:v>
                </c:pt>
                <c:pt idx="2769">
                  <c:v>43896</c:v>
                </c:pt>
                <c:pt idx="2770">
                  <c:v>43899</c:v>
                </c:pt>
                <c:pt idx="2771">
                  <c:v>43900</c:v>
                </c:pt>
                <c:pt idx="2772">
                  <c:v>43901</c:v>
                </c:pt>
                <c:pt idx="2773">
                  <c:v>43902</c:v>
                </c:pt>
                <c:pt idx="2774">
                  <c:v>43903</c:v>
                </c:pt>
                <c:pt idx="2775">
                  <c:v>43906</c:v>
                </c:pt>
                <c:pt idx="2776">
                  <c:v>43907</c:v>
                </c:pt>
                <c:pt idx="2777">
                  <c:v>43908</c:v>
                </c:pt>
                <c:pt idx="2778">
                  <c:v>43909</c:v>
                </c:pt>
                <c:pt idx="2779">
                  <c:v>43910</c:v>
                </c:pt>
                <c:pt idx="2780">
                  <c:v>43913</c:v>
                </c:pt>
                <c:pt idx="2781">
                  <c:v>43914</c:v>
                </c:pt>
                <c:pt idx="2782">
                  <c:v>43915</c:v>
                </c:pt>
                <c:pt idx="2783">
                  <c:v>43916</c:v>
                </c:pt>
                <c:pt idx="2784">
                  <c:v>43917</c:v>
                </c:pt>
                <c:pt idx="2785">
                  <c:v>43920</c:v>
                </c:pt>
                <c:pt idx="2786">
                  <c:v>43921</c:v>
                </c:pt>
                <c:pt idx="2787">
                  <c:v>43922</c:v>
                </c:pt>
                <c:pt idx="2788">
                  <c:v>43923</c:v>
                </c:pt>
                <c:pt idx="2789">
                  <c:v>43924</c:v>
                </c:pt>
                <c:pt idx="2790">
                  <c:v>43927</c:v>
                </c:pt>
                <c:pt idx="2791">
                  <c:v>43928</c:v>
                </c:pt>
                <c:pt idx="2792">
                  <c:v>43929</c:v>
                </c:pt>
                <c:pt idx="2793">
                  <c:v>43930</c:v>
                </c:pt>
                <c:pt idx="2794">
                  <c:v>43931</c:v>
                </c:pt>
                <c:pt idx="2795">
                  <c:v>43934</c:v>
                </c:pt>
                <c:pt idx="2796">
                  <c:v>43935</c:v>
                </c:pt>
                <c:pt idx="2797">
                  <c:v>43936</c:v>
                </c:pt>
                <c:pt idx="2798">
                  <c:v>43937</c:v>
                </c:pt>
                <c:pt idx="2799">
                  <c:v>43938</c:v>
                </c:pt>
                <c:pt idx="2800">
                  <c:v>43941</c:v>
                </c:pt>
                <c:pt idx="2801">
                  <c:v>43942</c:v>
                </c:pt>
                <c:pt idx="2802">
                  <c:v>43943</c:v>
                </c:pt>
                <c:pt idx="2803">
                  <c:v>43944</c:v>
                </c:pt>
                <c:pt idx="2804">
                  <c:v>43945</c:v>
                </c:pt>
                <c:pt idx="2805">
                  <c:v>43947</c:v>
                </c:pt>
                <c:pt idx="2806">
                  <c:v>43948</c:v>
                </c:pt>
                <c:pt idx="2807">
                  <c:v>43949</c:v>
                </c:pt>
                <c:pt idx="2808">
                  <c:v>43950</c:v>
                </c:pt>
                <c:pt idx="2809">
                  <c:v>43951</c:v>
                </c:pt>
                <c:pt idx="2810">
                  <c:v>43952</c:v>
                </c:pt>
                <c:pt idx="2811">
                  <c:v>43955</c:v>
                </c:pt>
                <c:pt idx="2812">
                  <c:v>43956</c:v>
                </c:pt>
                <c:pt idx="2813">
                  <c:v>43957</c:v>
                </c:pt>
                <c:pt idx="2814">
                  <c:v>43958</c:v>
                </c:pt>
                <c:pt idx="2815">
                  <c:v>43959</c:v>
                </c:pt>
                <c:pt idx="2816">
                  <c:v>43960</c:v>
                </c:pt>
                <c:pt idx="2817">
                  <c:v>43961</c:v>
                </c:pt>
                <c:pt idx="2818">
                  <c:v>43962</c:v>
                </c:pt>
                <c:pt idx="2819">
                  <c:v>43963</c:v>
                </c:pt>
                <c:pt idx="2820">
                  <c:v>43964</c:v>
                </c:pt>
                <c:pt idx="2821">
                  <c:v>43965</c:v>
                </c:pt>
                <c:pt idx="2822">
                  <c:v>43966</c:v>
                </c:pt>
                <c:pt idx="2823">
                  <c:v>43969</c:v>
                </c:pt>
                <c:pt idx="2824">
                  <c:v>43970</c:v>
                </c:pt>
                <c:pt idx="2825">
                  <c:v>43971</c:v>
                </c:pt>
                <c:pt idx="2826">
                  <c:v>43972</c:v>
                </c:pt>
                <c:pt idx="2827">
                  <c:v>43973</c:v>
                </c:pt>
                <c:pt idx="2828">
                  <c:v>43976</c:v>
                </c:pt>
                <c:pt idx="2829">
                  <c:v>43977</c:v>
                </c:pt>
                <c:pt idx="2830">
                  <c:v>43978</c:v>
                </c:pt>
                <c:pt idx="2831">
                  <c:v>43979</c:v>
                </c:pt>
                <c:pt idx="2832">
                  <c:v>43980</c:v>
                </c:pt>
                <c:pt idx="2833">
                  <c:v>43982</c:v>
                </c:pt>
                <c:pt idx="2834">
                  <c:v>43983</c:v>
                </c:pt>
                <c:pt idx="2835">
                  <c:v>43984</c:v>
                </c:pt>
                <c:pt idx="2836">
                  <c:v>43985</c:v>
                </c:pt>
                <c:pt idx="2837">
                  <c:v>43986</c:v>
                </c:pt>
                <c:pt idx="2838">
                  <c:v>43987</c:v>
                </c:pt>
                <c:pt idx="2839">
                  <c:v>43990</c:v>
                </c:pt>
                <c:pt idx="2840">
                  <c:v>43991</c:v>
                </c:pt>
                <c:pt idx="2841">
                  <c:v>43992</c:v>
                </c:pt>
                <c:pt idx="2842">
                  <c:v>43993</c:v>
                </c:pt>
                <c:pt idx="2843">
                  <c:v>43994</c:v>
                </c:pt>
                <c:pt idx="2844">
                  <c:v>43997</c:v>
                </c:pt>
                <c:pt idx="2845">
                  <c:v>43998</c:v>
                </c:pt>
                <c:pt idx="2846">
                  <c:v>43999</c:v>
                </c:pt>
                <c:pt idx="2847">
                  <c:v>44000</c:v>
                </c:pt>
                <c:pt idx="2848">
                  <c:v>44001</c:v>
                </c:pt>
                <c:pt idx="2849">
                  <c:v>44002</c:v>
                </c:pt>
                <c:pt idx="2850">
                  <c:v>44004</c:v>
                </c:pt>
                <c:pt idx="2851">
                  <c:v>44005</c:v>
                </c:pt>
                <c:pt idx="2852">
                  <c:v>44006</c:v>
                </c:pt>
                <c:pt idx="2853">
                  <c:v>44007</c:v>
                </c:pt>
                <c:pt idx="2854">
                  <c:v>44008</c:v>
                </c:pt>
                <c:pt idx="2855">
                  <c:v>44010</c:v>
                </c:pt>
                <c:pt idx="2856">
                  <c:v>44011</c:v>
                </c:pt>
                <c:pt idx="2857">
                  <c:v>44012</c:v>
                </c:pt>
                <c:pt idx="2858">
                  <c:v>44013</c:v>
                </c:pt>
                <c:pt idx="2859">
                  <c:v>44014</c:v>
                </c:pt>
                <c:pt idx="2860">
                  <c:v>44015</c:v>
                </c:pt>
                <c:pt idx="2861">
                  <c:v>44018</c:v>
                </c:pt>
                <c:pt idx="2862">
                  <c:v>44019</c:v>
                </c:pt>
                <c:pt idx="2863">
                  <c:v>44020</c:v>
                </c:pt>
                <c:pt idx="2864">
                  <c:v>44021</c:v>
                </c:pt>
                <c:pt idx="2865">
                  <c:v>44022</c:v>
                </c:pt>
                <c:pt idx="2866">
                  <c:v>44025</c:v>
                </c:pt>
                <c:pt idx="2867">
                  <c:v>44026</c:v>
                </c:pt>
                <c:pt idx="2868">
                  <c:v>44027</c:v>
                </c:pt>
                <c:pt idx="2869">
                  <c:v>44028</c:v>
                </c:pt>
                <c:pt idx="2870">
                  <c:v>44029</c:v>
                </c:pt>
                <c:pt idx="2871">
                  <c:v>44032</c:v>
                </c:pt>
                <c:pt idx="2872">
                  <c:v>44033</c:v>
                </c:pt>
                <c:pt idx="2873">
                  <c:v>44034</c:v>
                </c:pt>
                <c:pt idx="2874">
                  <c:v>44035</c:v>
                </c:pt>
                <c:pt idx="2875">
                  <c:v>44036</c:v>
                </c:pt>
                <c:pt idx="2876">
                  <c:v>44039</c:v>
                </c:pt>
                <c:pt idx="2877">
                  <c:v>44040</c:v>
                </c:pt>
                <c:pt idx="2878">
                  <c:v>44041</c:v>
                </c:pt>
                <c:pt idx="2879">
                  <c:v>44042</c:v>
                </c:pt>
                <c:pt idx="2880">
                  <c:v>44043</c:v>
                </c:pt>
                <c:pt idx="2881">
                  <c:v>44046</c:v>
                </c:pt>
                <c:pt idx="2882">
                  <c:v>44047</c:v>
                </c:pt>
                <c:pt idx="2883">
                  <c:v>44048</c:v>
                </c:pt>
                <c:pt idx="2884">
                  <c:v>44049</c:v>
                </c:pt>
                <c:pt idx="2885">
                  <c:v>44050</c:v>
                </c:pt>
                <c:pt idx="2886">
                  <c:v>44053</c:v>
                </c:pt>
                <c:pt idx="2887">
                  <c:v>44054</c:v>
                </c:pt>
                <c:pt idx="2888">
                  <c:v>44055</c:v>
                </c:pt>
                <c:pt idx="2889">
                  <c:v>44056</c:v>
                </c:pt>
                <c:pt idx="2890">
                  <c:v>44057</c:v>
                </c:pt>
                <c:pt idx="2891">
                  <c:v>44060</c:v>
                </c:pt>
                <c:pt idx="2892">
                  <c:v>44061</c:v>
                </c:pt>
                <c:pt idx="2893">
                  <c:v>44062</c:v>
                </c:pt>
                <c:pt idx="2894">
                  <c:v>44063</c:v>
                </c:pt>
                <c:pt idx="2895">
                  <c:v>44064</c:v>
                </c:pt>
                <c:pt idx="2896">
                  <c:v>44067</c:v>
                </c:pt>
                <c:pt idx="2897">
                  <c:v>44068</c:v>
                </c:pt>
                <c:pt idx="2898">
                  <c:v>44069</c:v>
                </c:pt>
                <c:pt idx="2899">
                  <c:v>44070</c:v>
                </c:pt>
                <c:pt idx="2900">
                  <c:v>44071</c:v>
                </c:pt>
                <c:pt idx="2901">
                  <c:v>44074</c:v>
                </c:pt>
                <c:pt idx="2902">
                  <c:v>44075</c:v>
                </c:pt>
                <c:pt idx="2903">
                  <c:v>44076</c:v>
                </c:pt>
                <c:pt idx="2904">
                  <c:v>44077</c:v>
                </c:pt>
                <c:pt idx="2905">
                  <c:v>44078</c:v>
                </c:pt>
                <c:pt idx="2906">
                  <c:v>44081</c:v>
                </c:pt>
                <c:pt idx="2907">
                  <c:v>44082</c:v>
                </c:pt>
                <c:pt idx="2908">
                  <c:v>44083</c:v>
                </c:pt>
                <c:pt idx="2909">
                  <c:v>44084</c:v>
                </c:pt>
                <c:pt idx="2910">
                  <c:v>44085</c:v>
                </c:pt>
                <c:pt idx="2911">
                  <c:v>44088</c:v>
                </c:pt>
                <c:pt idx="2912">
                  <c:v>44089</c:v>
                </c:pt>
                <c:pt idx="2913">
                  <c:v>44090</c:v>
                </c:pt>
                <c:pt idx="2914">
                  <c:v>44091</c:v>
                </c:pt>
                <c:pt idx="2915">
                  <c:v>44092</c:v>
                </c:pt>
                <c:pt idx="2916">
                  <c:v>44094</c:v>
                </c:pt>
                <c:pt idx="2917">
                  <c:v>44095</c:v>
                </c:pt>
                <c:pt idx="2918">
                  <c:v>44096</c:v>
                </c:pt>
                <c:pt idx="2919">
                  <c:v>44097</c:v>
                </c:pt>
                <c:pt idx="2920">
                  <c:v>44098</c:v>
                </c:pt>
                <c:pt idx="2921">
                  <c:v>44099</c:v>
                </c:pt>
                <c:pt idx="2922">
                  <c:v>44101</c:v>
                </c:pt>
                <c:pt idx="2923">
                  <c:v>44102</c:v>
                </c:pt>
                <c:pt idx="2924">
                  <c:v>44103</c:v>
                </c:pt>
                <c:pt idx="2925">
                  <c:v>44104</c:v>
                </c:pt>
                <c:pt idx="2926">
                  <c:v>44105</c:v>
                </c:pt>
                <c:pt idx="2927">
                  <c:v>44106</c:v>
                </c:pt>
                <c:pt idx="2928">
                  <c:v>44109</c:v>
                </c:pt>
                <c:pt idx="2929">
                  <c:v>44110</c:v>
                </c:pt>
                <c:pt idx="2930">
                  <c:v>44111</c:v>
                </c:pt>
                <c:pt idx="2931">
                  <c:v>44112</c:v>
                </c:pt>
                <c:pt idx="2932">
                  <c:v>44113</c:v>
                </c:pt>
                <c:pt idx="2933">
                  <c:v>44114</c:v>
                </c:pt>
                <c:pt idx="2934">
                  <c:v>44116</c:v>
                </c:pt>
                <c:pt idx="2935">
                  <c:v>44117</c:v>
                </c:pt>
                <c:pt idx="2936">
                  <c:v>44118</c:v>
                </c:pt>
                <c:pt idx="2937">
                  <c:v>44119</c:v>
                </c:pt>
                <c:pt idx="2938">
                  <c:v>44120</c:v>
                </c:pt>
                <c:pt idx="2939">
                  <c:v>44123</c:v>
                </c:pt>
                <c:pt idx="2940">
                  <c:v>44124</c:v>
                </c:pt>
                <c:pt idx="2941">
                  <c:v>44125</c:v>
                </c:pt>
                <c:pt idx="2942">
                  <c:v>44126</c:v>
                </c:pt>
                <c:pt idx="2943">
                  <c:v>44127</c:v>
                </c:pt>
                <c:pt idx="2944">
                  <c:v>44130</c:v>
                </c:pt>
                <c:pt idx="2945">
                  <c:v>44131</c:v>
                </c:pt>
                <c:pt idx="2946">
                  <c:v>44132</c:v>
                </c:pt>
                <c:pt idx="2947">
                  <c:v>44133</c:v>
                </c:pt>
                <c:pt idx="2948">
                  <c:v>44134</c:v>
                </c:pt>
                <c:pt idx="2949">
                  <c:v>44135</c:v>
                </c:pt>
                <c:pt idx="2950">
                  <c:v>44137</c:v>
                </c:pt>
                <c:pt idx="2951">
                  <c:v>44138</c:v>
                </c:pt>
                <c:pt idx="2952">
                  <c:v>44139</c:v>
                </c:pt>
                <c:pt idx="2953">
                  <c:v>44140</c:v>
                </c:pt>
                <c:pt idx="2954">
                  <c:v>44141</c:v>
                </c:pt>
                <c:pt idx="2955">
                  <c:v>44144</c:v>
                </c:pt>
                <c:pt idx="2956">
                  <c:v>44145</c:v>
                </c:pt>
                <c:pt idx="2957">
                  <c:v>44146</c:v>
                </c:pt>
                <c:pt idx="2958">
                  <c:v>44147</c:v>
                </c:pt>
                <c:pt idx="2959">
                  <c:v>44148</c:v>
                </c:pt>
                <c:pt idx="2960">
                  <c:v>44151</c:v>
                </c:pt>
                <c:pt idx="2961">
                  <c:v>44152</c:v>
                </c:pt>
                <c:pt idx="2962">
                  <c:v>44153</c:v>
                </c:pt>
                <c:pt idx="2963">
                  <c:v>44154</c:v>
                </c:pt>
                <c:pt idx="2964">
                  <c:v>44155</c:v>
                </c:pt>
                <c:pt idx="2965">
                  <c:v>44158</c:v>
                </c:pt>
                <c:pt idx="2966">
                  <c:v>44159</c:v>
                </c:pt>
                <c:pt idx="2967">
                  <c:v>44160</c:v>
                </c:pt>
                <c:pt idx="2968">
                  <c:v>44161</c:v>
                </c:pt>
                <c:pt idx="2969">
                  <c:v>44162</c:v>
                </c:pt>
                <c:pt idx="2970">
                  <c:v>44165</c:v>
                </c:pt>
                <c:pt idx="2971">
                  <c:v>44166</c:v>
                </c:pt>
                <c:pt idx="2972">
                  <c:v>44167</c:v>
                </c:pt>
                <c:pt idx="2973">
                  <c:v>44168</c:v>
                </c:pt>
                <c:pt idx="2974">
                  <c:v>44169</c:v>
                </c:pt>
                <c:pt idx="2975">
                  <c:v>44172</c:v>
                </c:pt>
                <c:pt idx="2976">
                  <c:v>44173</c:v>
                </c:pt>
                <c:pt idx="2977">
                  <c:v>44174</c:v>
                </c:pt>
                <c:pt idx="2978">
                  <c:v>44175</c:v>
                </c:pt>
                <c:pt idx="2979">
                  <c:v>44176</c:v>
                </c:pt>
                <c:pt idx="2980">
                  <c:v>44179</c:v>
                </c:pt>
                <c:pt idx="2981">
                  <c:v>44180</c:v>
                </c:pt>
                <c:pt idx="2982">
                  <c:v>44181</c:v>
                </c:pt>
                <c:pt idx="2983">
                  <c:v>44182</c:v>
                </c:pt>
                <c:pt idx="2984">
                  <c:v>44183</c:v>
                </c:pt>
                <c:pt idx="2985">
                  <c:v>44185</c:v>
                </c:pt>
                <c:pt idx="2986">
                  <c:v>44186</c:v>
                </c:pt>
                <c:pt idx="2987">
                  <c:v>44187</c:v>
                </c:pt>
                <c:pt idx="2988">
                  <c:v>44188</c:v>
                </c:pt>
                <c:pt idx="2989">
                  <c:v>44189</c:v>
                </c:pt>
                <c:pt idx="2990">
                  <c:v>44190</c:v>
                </c:pt>
                <c:pt idx="2991">
                  <c:v>44193</c:v>
                </c:pt>
                <c:pt idx="2992">
                  <c:v>44194</c:v>
                </c:pt>
                <c:pt idx="2993">
                  <c:v>44195</c:v>
                </c:pt>
                <c:pt idx="2994">
                  <c:v>44196</c:v>
                </c:pt>
                <c:pt idx="2995">
                  <c:v>44200</c:v>
                </c:pt>
                <c:pt idx="2996">
                  <c:v>44201</c:v>
                </c:pt>
                <c:pt idx="2997">
                  <c:v>44202</c:v>
                </c:pt>
                <c:pt idx="2998">
                  <c:v>44203</c:v>
                </c:pt>
                <c:pt idx="2999">
                  <c:v>44204</c:v>
                </c:pt>
                <c:pt idx="3000">
                  <c:v>44206</c:v>
                </c:pt>
                <c:pt idx="3001">
                  <c:v>44207</c:v>
                </c:pt>
                <c:pt idx="3002">
                  <c:v>44208</c:v>
                </c:pt>
                <c:pt idx="3003">
                  <c:v>44209</c:v>
                </c:pt>
                <c:pt idx="3004">
                  <c:v>44210</c:v>
                </c:pt>
                <c:pt idx="3005">
                  <c:v>44211</c:v>
                </c:pt>
                <c:pt idx="3006">
                  <c:v>44214</c:v>
                </c:pt>
                <c:pt idx="3007">
                  <c:v>44215</c:v>
                </c:pt>
                <c:pt idx="3008">
                  <c:v>44216</c:v>
                </c:pt>
                <c:pt idx="3009">
                  <c:v>44217</c:v>
                </c:pt>
                <c:pt idx="3010">
                  <c:v>44218</c:v>
                </c:pt>
                <c:pt idx="3011">
                  <c:v>44221</c:v>
                </c:pt>
                <c:pt idx="3012">
                  <c:v>44222</c:v>
                </c:pt>
                <c:pt idx="3013">
                  <c:v>44223</c:v>
                </c:pt>
                <c:pt idx="3014">
                  <c:v>44224</c:v>
                </c:pt>
                <c:pt idx="3015">
                  <c:v>44225</c:v>
                </c:pt>
                <c:pt idx="3016">
                  <c:v>44227</c:v>
                </c:pt>
                <c:pt idx="3017">
                  <c:v>44228</c:v>
                </c:pt>
                <c:pt idx="3018">
                  <c:v>44229</c:v>
                </c:pt>
                <c:pt idx="3019">
                  <c:v>44230</c:v>
                </c:pt>
                <c:pt idx="3020">
                  <c:v>44231</c:v>
                </c:pt>
                <c:pt idx="3021">
                  <c:v>44232</c:v>
                </c:pt>
                <c:pt idx="3022">
                  <c:v>44234</c:v>
                </c:pt>
                <c:pt idx="3023">
                  <c:v>44235</c:v>
                </c:pt>
                <c:pt idx="3024">
                  <c:v>44236</c:v>
                </c:pt>
                <c:pt idx="3025">
                  <c:v>44237</c:v>
                </c:pt>
                <c:pt idx="3026">
                  <c:v>44238</c:v>
                </c:pt>
                <c:pt idx="3027">
                  <c:v>44239</c:v>
                </c:pt>
                <c:pt idx="3028">
                  <c:v>44242</c:v>
                </c:pt>
                <c:pt idx="3029">
                  <c:v>44243</c:v>
                </c:pt>
                <c:pt idx="3030">
                  <c:v>44244</c:v>
                </c:pt>
                <c:pt idx="3031">
                  <c:v>44245</c:v>
                </c:pt>
                <c:pt idx="3032">
                  <c:v>44246</c:v>
                </c:pt>
                <c:pt idx="3033">
                  <c:v>44247</c:v>
                </c:pt>
                <c:pt idx="3034">
                  <c:v>44249</c:v>
                </c:pt>
                <c:pt idx="3035">
                  <c:v>44250</c:v>
                </c:pt>
                <c:pt idx="3036">
                  <c:v>44251</c:v>
                </c:pt>
                <c:pt idx="3037">
                  <c:v>44252</c:v>
                </c:pt>
                <c:pt idx="3038">
                  <c:v>44253</c:v>
                </c:pt>
                <c:pt idx="3039">
                  <c:v>44255</c:v>
                </c:pt>
                <c:pt idx="3040">
                  <c:v>44256</c:v>
                </c:pt>
                <c:pt idx="3041">
                  <c:v>44257</c:v>
                </c:pt>
                <c:pt idx="3042">
                  <c:v>44258</c:v>
                </c:pt>
                <c:pt idx="3043">
                  <c:v>44259</c:v>
                </c:pt>
                <c:pt idx="3044">
                  <c:v>44260</c:v>
                </c:pt>
                <c:pt idx="3045">
                  <c:v>44263</c:v>
                </c:pt>
                <c:pt idx="3046">
                  <c:v>44264</c:v>
                </c:pt>
                <c:pt idx="3047">
                  <c:v>44265</c:v>
                </c:pt>
                <c:pt idx="3048">
                  <c:v>44266</c:v>
                </c:pt>
                <c:pt idx="3049">
                  <c:v>44267</c:v>
                </c:pt>
                <c:pt idx="3050">
                  <c:v>44270</c:v>
                </c:pt>
                <c:pt idx="3051">
                  <c:v>44271</c:v>
                </c:pt>
                <c:pt idx="3052">
                  <c:v>44272</c:v>
                </c:pt>
                <c:pt idx="3053">
                  <c:v>44273</c:v>
                </c:pt>
                <c:pt idx="3054">
                  <c:v>44274</c:v>
                </c:pt>
                <c:pt idx="3055">
                  <c:v>44275</c:v>
                </c:pt>
                <c:pt idx="3056">
                  <c:v>44277</c:v>
                </c:pt>
                <c:pt idx="3057">
                  <c:v>44278</c:v>
                </c:pt>
                <c:pt idx="3058">
                  <c:v>44279</c:v>
                </c:pt>
                <c:pt idx="3059">
                  <c:v>44280</c:v>
                </c:pt>
                <c:pt idx="3060">
                  <c:v>44281</c:v>
                </c:pt>
                <c:pt idx="3061">
                  <c:v>44284</c:v>
                </c:pt>
                <c:pt idx="3062">
                  <c:v>44285</c:v>
                </c:pt>
                <c:pt idx="3063">
                  <c:v>44286</c:v>
                </c:pt>
                <c:pt idx="3064">
                  <c:v>44287</c:v>
                </c:pt>
                <c:pt idx="3065">
                  <c:v>44288</c:v>
                </c:pt>
                <c:pt idx="3066">
                  <c:v>44291</c:v>
                </c:pt>
                <c:pt idx="3067">
                  <c:v>44292</c:v>
                </c:pt>
                <c:pt idx="3068">
                  <c:v>44293</c:v>
                </c:pt>
                <c:pt idx="3069">
                  <c:v>44294</c:v>
                </c:pt>
                <c:pt idx="3070">
                  <c:v>44295</c:v>
                </c:pt>
                <c:pt idx="3071">
                  <c:v>44296</c:v>
                </c:pt>
                <c:pt idx="3072">
                  <c:v>44298</c:v>
                </c:pt>
                <c:pt idx="3073">
                  <c:v>44299</c:v>
                </c:pt>
                <c:pt idx="3074">
                  <c:v>44300</c:v>
                </c:pt>
                <c:pt idx="3075">
                  <c:v>44301</c:v>
                </c:pt>
                <c:pt idx="3076">
                  <c:v>44302</c:v>
                </c:pt>
                <c:pt idx="3077">
                  <c:v>44305</c:v>
                </c:pt>
                <c:pt idx="3078">
                  <c:v>44306</c:v>
                </c:pt>
                <c:pt idx="3079">
                  <c:v>44307</c:v>
                </c:pt>
                <c:pt idx="3080">
                  <c:v>44308</c:v>
                </c:pt>
                <c:pt idx="3081">
                  <c:v>44309</c:v>
                </c:pt>
                <c:pt idx="3082">
                  <c:v>44311</c:v>
                </c:pt>
                <c:pt idx="3083">
                  <c:v>44312</c:v>
                </c:pt>
                <c:pt idx="3084">
                  <c:v>44313</c:v>
                </c:pt>
                <c:pt idx="3085">
                  <c:v>44314</c:v>
                </c:pt>
                <c:pt idx="3086">
                  <c:v>44315</c:v>
                </c:pt>
                <c:pt idx="3087">
                  <c:v>44316</c:v>
                </c:pt>
                <c:pt idx="3088">
                  <c:v>44319</c:v>
                </c:pt>
                <c:pt idx="3089">
                  <c:v>44320</c:v>
                </c:pt>
                <c:pt idx="3090">
                  <c:v>44321</c:v>
                </c:pt>
                <c:pt idx="3091">
                  <c:v>44322</c:v>
                </c:pt>
                <c:pt idx="3092">
                  <c:v>44323</c:v>
                </c:pt>
                <c:pt idx="3093">
                  <c:v>44324</c:v>
                </c:pt>
                <c:pt idx="3094">
                  <c:v>44326</c:v>
                </c:pt>
                <c:pt idx="3095">
                  <c:v>44327</c:v>
                </c:pt>
                <c:pt idx="3096">
                  <c:v>44328</c:v>
                </c:pt>
                <c:pt idx="3097">
                  <c:v>44329</c:v>
                </c:pt>
                <c:pt idx="3098">
                  <c:v>44330</c:v>
                </c:pt>
                <c:pt idx="3099">
                  <c:v>44333</c:v>
                </c:pt>
                <c:pt idx="3100">
                  <c:v>44334</c:v>
                </c:pt>
                <c:pt idx="3101">
                  <c:v>44335</c:v>
                </c:pt>
                <c:pt idx="3102">
                  <c:v>44336</c:v>
                </c:pt>
                <c:pt idx="3103">
                  <c:v>44337</c:v>
                </c:pt>
                <c:pt idx="3104">
                  <c:v>44340</c:v>
                </c:pt>
                <c:pt idx="3105">
                  <c:v>44341</c:v>
                </c:pt>
                <c:pt idx="3106">
                  <c:v>44342</c:v>
                </c:pt>
                <c:pt idx="3107">
                  <c:v>44343</c:v>
                </c:pt>
                <c:pt idx="3108">
                  <c:v>44344</c:v>
                </c:pt>
                <c:pt idx="3109">
                  <c:v>44347</c:v>
                </c:pt>
                <c:pt idx="3110">
                  <c:v>44348</c:v>
                </c:pt>
                <c:pt idx="3111">
                  <c:v>44349</c:v>
                </c:pt>
                <c:pt idx="3112">
                  <c:v>44350</c:v>
                </c:pt>
                <c:pt idx="3113">
                  <c:v>44351</c:v>
                </c:pt>
                <c:pt idx="3114">
                  <c:v>44354</c:v>
                </c:pt>
                <c:pt idx="3115">
                  <c:v>44355</c:v>
                </c:pt>
                <c:pt idx="3116">
                  <c:v>44356</c:v>
                </c:pt>
                <c:pt idx="3117">
                  <c:v>44357</c:v>
                </c:pt>
                <c:pt idx="3118">
                  <c:v>44358</c:v>
                </c:pt>
                <c:pt idx="3119">
                  <c:v>44361</c:v>
                </c:pt>
                <c:pt idx="3120">
                  <c:v>44362</c:v>
                </c:pt>
                <c:pt idx="3121">
                  <c:v>44363</c:v>
                </c:pt>
                <c:pt idx="3122">
                  <c:v>44364</c:v>
                </c:pt>
                <c:pt idx="3123">
                  <c:v>44365</c:v>
                </c:pt>
                <c:pt idx="3124">
                  <c:v>44367</c:v>
                </c:pt>
                <c:pt idx="3125">
                  <c:v>44368</c:v>
                </c:pt>
                <c:pt idx="3126">
                  <c:v>44369</c:v>
                </c:pt>
                <c:pt idx="3127">
                  <c:v>44370</c:v>
                </c:pt>
                <c:pt idx="3128">
                  <c:v>44371</c:v>
                </c:pt>
                <c:pt idx="3129">
                  <c:v>44372</c:v>
                </c:pt>
                <c:pt idx="3130">
                  <c:v>44375</c:v>
                </c:pt>
                <c:pt idx="3131">
                  <c:v>44376</c:v>
                </c:pt>
                <c:pt idx="3132">
                  <c:v>44377</c:v>
                </c:pt>
                <c:pt idx="3133">
                  <c:v>44378</c:v>
                </c:pt>
                <c:pt idx="3134">
                  <c:v>44379</c:v>
                </c:pt>
                <c:pt idx="3135">
                  <c:v>44382</c:v>
                </c:pt>
                <c:pt idx="3136">
                  <c:v>44383</c:v>
                </c:pt>
                <c:pt idx="3137">
                  <c:v>44384</c:v>
                </c:pt>
                <c:pt idx="3138">
                  <c:v>44385</c:v>
                </c:pt>
                <c:pt idx="3139">
                  <c:v>44386</c:v>
                </c:pt>
                <c:pt idx="3140">
                  <c:v>44387</c:v>
                </c:pt>
                <c:pt idx="3141">
                  <c:v>44389</c:v>
                </c:pt>
                <c:pt idx="3142">
                  <c:v>44390</c:v>
                </c:pt>
                <c:pt idx="3143">
                  <c:v>44391</c:v>
                </c:pt>
                <c:pt idx="3144">
                  <c:v>44392</c:v>
                </c:pt>
                <c:pt idx="3145">
                  <c:v>44393</c:v>
                </c:pt>
                <c:pt idx="3146">
                  <c:v>44396</c:v>
                </c:pt>
                <c:pt idx="3147">
                  <c:v>44397</c:v>
                </c:pt>
                <c:pt idx="3148">
                  <c:v>44398</c:v>
                </c:pt>
                <c:pt idx="3149">
                  <c:v>44399</c:v>
                </c:pt>
                <c:pt idx="3150">
                  <c:v>44400</c:v>
                </c:pt>
                <c:pt idx="3151">
                  <c:v>44403</c:v>
                </c:pt>
                <c:pt idx="3152">
                  <c:v>44404</c:v>
                </c:pt>
                <c:pt idx="3153">
                  <c:v>44405</c:v>
                </c:pt>
                <c:pt idx="3154">
                  <c:v>44406</c:v>
                </c:pt>
                <c:pt idx="3155">
                  <c:v>44407</c:v>
                </c:pt>
                <c:pt idx="3156">
                  <c:v>44408</c:v>
                </c:pt>
                <c:pt idx="3157">
                  <c:v>44410</c:v>
                </c:pt>
                <c:pt idx="3158">
                  <c:v>44411</c:v>
                </c:pt>
                <c:pt idx="3159">
                  <c:v>44412</c:v>
                </c:pt>
                <c:pt idx="3160">
                  <c:v>44413</c:v>
                </c:pt>
                <c:pt idx="3161">
                  <c:v>44414</c:v>
                </c:pt>
                <c:pt idx="3162">
                  <c:v>44417</c:v>
                </c:pt>
                <c:pt idx="3163">
                  <c:v>44418</c:v>
                </c:pt>
                <c:pt idx="3164">
                  <c:v>44419</c:v>
                </c:pt>
                <c:pt idx="3165">
                  <c:v>44420</c:v>
                </c:pt>
                <c:pt idx="3166">
                  <c:v>44421</c:v>
                </c:pt>
                <c:pt idx="3167">
                  <c:v>44424</c:v>
                </c:pt>
                <c:pt idx="3168">
                  <c:v>44425</c:v>
                </c:pt>
                <c:pt idx="3169">
                  <c:v>44426</c:v>
                </c:pt>
                <c:pt idx="3170">
                  <c:v>44427</c:v>
                </c:pt>
                <c:pt idx="3171">
                  <c:v>44428</c:v>
                </c:pt>
                <c:pt idx="3172">
                  <c:v>44431</c:v>
                </c:pt>
                <c:pt idx="3173">
                  <c:v>44432</c:v>
                </c:pt>
                <c:pt idx="3174">
                  <c:v>44433</c:v>
                </c:pt>
                <c:pt idx="3175">
                  <c:v>44434</c:v>
                </c:pt>
                <c:pt idx="3176">
                  <c:v>44435</c:v>
                </c:pt>
                <c:pt idx="3177">
                  <c:v>44438</c:v>
                </c:pt>
                <c:pt idx="3178">
                  <c:v>44439</c:v>
                </c:pt>
                <c:pt idx="3179">
                  <c:v>44440</c:v>
                </c:pt>
                <c:pt idx="3180">
                  <c:v>44441</c:v>
                </c:pt>
                <c:pt idx="3181">
                  <c:v>44442</c:v>
                </c:pt>
                <c:pt idx="3182">
                  <c:v>44445</c:v>
                </c:pt>
                <c:pt idx="3183">
                  <c:v>44446</c:v>
                </c:pt>
                <c:pt idx="3184">
                  <c:v>44447</c:v>
                </c:pt>
                <c:pt idx="3185">
                  <c:v>44448</c:v>
                </c:pt>
                <c:pt idx="3186">
                  <c:v>44449</c:v>
                </c:pt>
                <c:pt idx="3187">
                  <c:v>44452</c:v>
                </c:pt>
                <c:pt idx="3188">
                  <c:v>44453</c:v>
                </c:pt>
                <c:pt idx="3189">
                  <c:v>44454</c:v>
                </c:pt>
                <c:pt idx="3190">
                  <c:v>44455</c:v>
                </c:pt>
                <c:pt idx="3191">
                  <c:v>44456</c:v>
                </c:pt>
                <c:pt idx="3192">
                  <c:v>44457</c:v>
                </c:pt>
                <c:pt idx="3193">
                  <c:v>44459</c:v>
                </c:pt>
                <c:pt idx="3194">
                  <c:v>44460</c:v>
                </c:pt>
                <c:pt idx="3195">
                  <c:v>44461</c:v>
                </c:pt>
                <c:pt idx="3196">
                  <c:v>44462</c:v>
                </c:pt>
                <c:pt idx="3197">
                  <c:v>44463</c:v>
                </c:pt>
                <c:pt idx="3198">
                  <c:v>44465</c:v>
                </c:pt>
                <c:pt idx="3199">
                  <c:v>44466</c:v>
                </c:pt>
                <c:pt idx="3200">
                  <c:v>44467</c:v>
                </c:pt>
                <c:pt idx="3201">
                  <c:v>44468</c:v>
                </c:pt>
                <c:pt idx="3202">
                  <c:v>44469</c:v>
                </c:pt>
                <c:pt idx="3203">
                  <c:v>44470</c:v>
                </c:pt>
                <c:pt idx="3204">
                  <c:v>44473</c:v>
                </c:pt>
                <c:pt idx="3205">
                  <c:v>44474</c:v>
                </c:pt>
                <c:pt idx="3206">
                  <c:v>44475</c:v>
                </c:pt>
                <c:pt idx="3207">
                  <c:v>44476</c:v>
                </c:pt>
                <c:pt idx="3208">
                  <c:v>44477</c:v>
                </c:pt>
                <c:pt idx="3209">
                  <c:v>44478</c:v>
                </c:pt>
                <c:pt idx="3210">
                  <c:v>44479</c:v>
                </c:pt>
                <c:pt idx="3211">
                  <c:v>44480</c:v>
                </c:pt>
                <c:pt idx="3212">
                  <c:v>44481</c:v>
                </c:pt>
                <c:pt idx="3213">
                  <c:v>44482</c:v>
                </c:pt>
                <c:pt idx="3214">
                  <c:v>44483</c:v>
                </c:pt>
                <c:pt idx="3215">
                  <c:v>44484</c:v>
                </c:pt>
                <c:pt idx="3216">
                  <c:v>44487</c:v>
                </c:pt>
                <c:pt idx="3217">
                  <c:v>44488</c:v>
                </c:pt>
                <c:pt idx="3218">
                  <c:v>44489</c:v>
                </c:pt>
                <c:pt idx="3219">
                  <c:v>44490</c:v>
                </c:pt>
                <c:pt idx="3220">
                  <c:v>44491</c:v>
                </c:pt>
                <c:pt idx="3221">
                  <c:v>44494</c:v>
                </c:pt>
                <c:pt idx="3222">
                  <c:v>44495</c:v>
                </c:pt>
                <c:pt idx="3223">
                  <c:v>44496</c:v>
                </c:pt>
                <c:pt idx="3224">
                  <c:v>44497</c:v>
                </c:pt>
                <c:pt idx="3225">
                  <c:v>44498</c:v>
                </c:pt>
                <c:pt idx="3226">
                  <c:v>44500</c:v>
                </c:pt>
                <c:pt idx="3227">
                  <c:v>44501</c:v>
                </c:pt>
                <c:pt idx="3228">
                  <c:v>44502</c:v>
                </c:pt>
                <c:pt idx="3229">
                  <c:v>44503</c:v>
                </c:pt>
                <c:pt idx="3230">
                  <c:v>44504</c:v>
                </c:pt>
                <c:pt idx="3231">
                  <c:v>44505</c:v>
                </c:pt>
                <c:pt idx="3232">
                  <c:v>44508</c:v>
                </c:pt>
                <c:pt idx="3233">
                  <c:v>44509</c:v>
                </c:pt>
                <c:pt idx="3234">
                  <c:v>44510</c:v>
                </c:pt>
                <c:pt idx="3235">
                  <c:v>44511</c:v>
                </c:pt>
                <c:pt idx="3236">
                  <c:v>44512</c:v>
                </c:pt>
                <c:pt idx="3237">
                  <c:v>44513</c:v>
                </c:pt>
                <c:pt idx="3238">
                  <c:v>44514</c:v>
                </c:pt>
                <c:pt idx="3239">
                  <c:v>44515</c:v>
                </c:pt>
                <c:pt idx="3240">
                  <c:v>44516</c:v>
                </c:pt>
                <c:pt idx="3241">
                  <c:v>44517</c:v>
                </c:pt>
                <c:pt idx="3242">
                  <c:v>44518</c:v>
                </c:pt>
                <c:pt idx="3243">
                  <c:v>44519</c:v>
                </c:pt>
                <c:pt idx="3244">
                  <c:v>44520</c:v>
                </c:pt>
                <c:pt idx="3245">
                  <c:v>44521</c:v>
                </c:pt>
                <c:pt idx="3246">
                  <c:v>44522</c:v>
                </c:pt>
                <c:pt idx="3247">
                  <c:v>44523</c:v>
                </c:pt>
                <c:pt idx="3248">
                  <c:v>44524</c:v>
                </c:pt>
                <c:pt idx="3249">
                  <c:v>44525</c:v>
                </c:pt>
                <c:pt idx="3250">
                  <c:v>44526</c:v>
                </c:pt>
                <c:pt idx="3251">
                  <c:v>44527</c:v>
                </c:pt>
                <c:pt idx="3252">
                  <c:v>44528</c:v>
                </c:pt>
                <c:pt idx="3253">
                  <c:v>44529</c:v>
                </c:pt>
                <c:pt idx="3254">
                  <c:v>44530</c:v>
                </c:pt>
                <c:pt idx="3255">
                  <c:v>44531</c:v>
                </c:pt>
                <c:pt idx="3256">
                  <c:v>44532</c:v>
                </c:pt>
                <c:pt idx="3257">
                  <c:v>44533</c:v>
                </c:pt>
                <c:pt idx="3258">
                  <c:v>44534</c:v>
                </c:pt>
                <c:pt idx="3259">
                  <c:v>44535</c:v>
                </c:pt>
                <c:pt idx="3260">
                  <c:v>44536</c:v>
                </c:pt>
                <c:pt idx="3261">
                  <c:v>44537</c:v>
                </c:pt>
                <c:pt idx="3262">
                  <c:v>44538</c:v>
                </c:pt>
                <c:pt idx="3263">
                  <c:v>44539</c:v>
                </c:pt>
                <c:pt idx="3264">
                  <c:v>44540</c:v>
                </c:pt>
                <c:pt idx="3265">
                  <c:v>44541</c:v>
                </c:pt>
                <c:pt idx="3266">
                  <c:v>44542</c:v>
                </c:pt>
                <c:pt idx="3267">
                  <c:v>44543</c:v>
                </c:pt>
                <c:pt idx="3268">
                  <c:v>44544</c:v>
                </c:pt>
                <c:pt idx="3269">
                  <c:v>44545</c:v>
                </c:pt>
                <c:pt idx="3270">
                  <c:v>44546</c:v>
                </c:pt>
                <c:pt idx="3271">
                  <c:v>44547</c:v>
                </c:pt>
                <c:pt idx="3272">
                  <c:v>44548</c:v>
                </c:pt>
                <c:pt idx="3273">
                  <c:v>44549</c:v>
                </c:pt>
                <c:pt idx="3274">
                  <c:v>44550</c:v>
                </c:pt>
                <c:pt idx="3275">
                  <c:v>44551</c:v>
                </c:pt>
                <c:pt idx="3276">
                  <c:v>44552</c:v>
                </c:pt>
                <c:pt idx="3277">
                  <c:v>44553</c:v>
                </c:pt>
                <c:pt idx="3278">
                  <c:v>44554</c:v>
                </c:pt>
                <c:pt idx="3279">
                  <c:v>44555</c:v>
                </c:pt>
                <c:pt idx="3280">
                  <c:v>44556</c:v>
                </c:pt>
                <c:pt idx="3281">
                  <c:v>44557</c:v>
                </c:pt>
                <c:pt idx="3282">
                  <c:v>44558</c:v>
                </c:pt>
                <c:pt idx="3283">
                  <c:v>44559</c:v>
                </c:pt>
                <c:pt idx="3284">
                  <c:v>44560</c:v>
                </c:pt>
                <c:pt idx="3285">
                  <c:v>44561</c:v>
                </c:pt>
                <c:pt idx="3286">
                  <c:v>44562</c:v>
                </c:pt>
                <c:pt idx="3287">
                  <c:v>44563</c:v>
                </c:pt>
                <c:pt idx="3288">
                  <c:v>44564</c:v>
                </c:pt>
                <c:pt idx="3289">
                  <c:v>44565</c:v>
                </c:pt>
                <c:pt idx="3290">
                  <c:v>44566</c:v>
                </c:pt>
                <c:pt idx="3291">
                  <c:v>44567</c:v>
                </c:pt>
                <c:pt idx="3292">
                  <c:v>44568</c:v>
                </c:pt>
                <c:pt idx="3293">
                  <c:v>44569</c:v>
                </c:pt>
                <c:pt idx="3294">
                  <c:v>44570</c:v>
                </c:pt>
                <c:pt idx="3295">
                  <c:v>44571</c:v>
                </c:pt>
                <c:pt idx="3296">
                  <c:v>44572</c:v>
                </c:pt>
                <c:pt idx="3297">
                  <c:v>44573</c:v>
                </c:pt>
                <c:pt idx="3298">
                  <c:v>44574</c:v>
                </c:pt>
                <c:pt idx="3299">
                  <c:v>44575</c:v>
                </c:pt>
                <c:pt idx="3300">
                  <c:v>44576</c:v>
                </c:pt>
                <c:pt idx="3301">
                  <c:v>44577</c:v>
                </c:pt>
                <c:pt idx="3302">
                  <c:v>44578</c:v>
                </c:pt>
                <c:pt idx="3303">
                  <c:v>44579</c:v>
                </c:pt>
                <c:pt idx="3304">
                  <c:v>44580</c:v>
                </c:pt>
                <c:pt idx="3305">
                  <c:v>44581</c:v>
                </c:pt>
                <c:pt idx="3306">
                  <c:v>44582</c:v>
                </c:pt>
                <c:pt idx="3307">
                  <c:v>44583</c:v>
                </c:pt>
                <c:pt idx="3308">
                  <c:v>44584</c:v>
                </c:pt>
                <c:pt idx="3309">
                  <c:v>44585</c:v>
                </c:pt>
                <c:pt idx="3310">
                  <c:v>44586</c:v>
                </c:pt>
                <c:pt idx="3311">
                  <c:v>44587</c:v>
                </c:pt>
                <c:pt idx="3312">
                  <c:v>44588</c:v>
                </c:pt>
                <c:pt idx="3313">
                  <c:v>44589</c:v>
                </c:pt>
                <c:pt idx="3314">
                  <c:v>44590</c:v>
                </c:pt>
                <c:pt idx="3315">
                  <c:v>44591</c:v>
                </c:pt>
                <c:pt idx="3316">
                  <c:v>44592</c:v>
                </c:pt>
                <c:pt idx="3317">
                  <c:v>44593</c:v>
                </c:pt>
                <c:pt idx="3318">
                  <c:v>44594</c:v>
                </c:pt>
                <c:pt idx="3319">
                  <c:v>44595</c:v>
                </c:pt>
                <c:pt idx="3320">
                  <c:v>44596</c:v>
                </c:pt>
                <c:pt idx="3321">
                  <c:v>44597</c:v>
                </c:pt>
                <c:pt idx="3322">
                  <c:v>44598</c:v>
                </c:pt>
                <c:pt idx="3323">
                  <c:v>44599</c:v>
                </c:pt>
                <c:pt idx="3324">
                  <c:v>44600</c:v>
                </c:pt>
                <c:pt idx="3325">
                  <c:v>44601</c:v>
                </c:pt>
                <c:pt idx="3326">
                  <c:v>44602</c:v>
                </c:pt>
                <c:pt idx="3327">
                  <c:v>44603</c:v>
                </c:pt>
                <c:pt idx="3328">
                  <c:v>44606</c:v>
                </c:pt>
                <c:pt idx="3329">
                  <c:v>44607</c:v>
                </c:pt>
                <c:pt idx="3330">
                  <c:v>44608</c:v>
                </c:pt>
                <c:pt idx="3331">
                  <c:v>44609</c:v>
                </c:pt>
                <c:pt idx="3332">
                  <c:v>44610</c:v>
                </c:pt>
                <c:pt idx="3333">
                  <c:v>44612</c:v>
                </c:pt>
                <c:pt idx="3334">
                  <c:v>44613</c:v>
                </c:pt>
                <c:pt idx="3335">
                  <c:v>44614</c:v>
                </c:pt>
                <c:pt idx="3336">
                  <c:v>44615</c:v>
                </c:pt>
                <c:pt idx="3337">
                  <c:v>44616</c:v>
                </c:pt>
                <c:pt idx="3338">
                  <c:v>44617</c:v>
                </c:pt>
                <c:pt idx="3339">
                  <c:v>44620</c:v>
                </c:pt>
                <c:pt idx="3340">
                  <c:v>44621</c:v>
                </c:pt>
                <c:pt idx="3341">
                  <c:v>44622</c:v>
                </c:pt>
                <c:pt idx="3342">
                  <c:v>44623</c:v>
                </c:pt>
                <c:pt idx="3343">
                  <c:v>44624</c:v>
                </c:pt>
                <c:pt idx="3344">
                  <c:v>44627</c:v>
                </c:pt>
                <c:pt idx="3345">
                  <c:v>44628</c:v>
                </c:pt>
                <c:pt idx="3346">
                  <c:v>44629</c:v>
                </c:pt>
                <c:pt idx="3347">
                  <c:v>44630</c:v>
                </c:pt>
                <c:pt idx="3348">
                  <c:v>44631</c:v>
                </c:pt>
                <c:pt idx="3349">
                  <c:v>44634</c:v>
                </c:pt>
                <c:pt idx="3350">
                  <c:v>44635</c:v>
                </c:pt>
                <c:pt idx="3351">
                  <c:v>44636</c:v>
                </c:pt>
                <c:pt idx="3352">
                  <c:v>44637</c:v>
                </c:pt>
                <c:pt idx="3353">
                  <c:v>44638</c:v>
                </c:pt>
                <c:pt idx="3354">
                  <c:v>44639</c:v>
                </c:pt>
                <c:pt idx="3355">
                  <c:v>44640</c:v>
                </c:pt>
                <c:pt idx="3356">
                  <c:v>44641</c:v>
                </c:pt>
                <c:pt idx="3357">
                  <c:v>44642</c:v>
                </c:pt>
                <c:pt idx="3358">
                  <c:v>44643</c:v>
                </c:pt>
                <c:pt idx="3359">
                  <c:v>44644</c:v>
                </c:pt>
                <c:pt idx="3360">
                  <c:v>44645</c:v>
                </c:pt>
                <c:pt idx="3361">
                  <c:v>44648</c:v>
                </c:pt>
                <c:pt idx="3362">
                  <c:v>44649</c:v>
                </c:pt>
                <c:pt idx="3363">
                  <c:v>44650</c:v>
                </c:pt>
                <c:pt idx="3364">
                  <c:v>44651</c:v>
                </c:pt>
                <c:pt idx="3365">
                  <c:v>44652</c:v>
                </c:pt>
                <c:pt idx="3366">
                  <c:v>44653</c:v>
                </c:pt>
                <c:pt idx="3367">
                  <c:v>44655</c:v>
                </c:pt>
                <c:pt idx="3368">
                  <c:v>44656</c:v>
                </c:pt>
                <c:pt idx="3369">
                  <c:v>44657</c:v>
                </c:pt>
                <c:pt idx="3370">
                  <c:v>44658</c:v>
                </c:pt>
                <c:pt idx="3371">
                  <c:v>44659</c:v>
                </c:pt>
                <c:pt idx="3372">
                  <c:v>44660</c:v>
                </c:pt>
                <c:pt idx="3373">
                  <c:v>44661</c:v>
                </c:pt>
                <c:pt idx="3374">
                  <c:v>44662</c:v>
                </c:pt>
                <c:pt idx="3375">
                  <c:v>44663</c:v>
                </c:pt>
                <c:pt idx="3376">
                  <c:v>44664</c:v>
                </c:pt>
                <c:pt idx="3377">
                  <c:v>44665</c:v>
                </c:pt>
                <c:pt idx="3378">
                  <c:v>44666</c:v>
                </c:pt>
                <c:pt idx="3379">
                  <c:v>44667</c:v>
                </c:pt>
                <c:pt idx="3380">
                  <c:v>44668</c:v>
                </c:pt>
                <c:pt idx="3381">
                  <c:v>44669</c:v>
                </c:pt>
                <c:pt idx="3382">
                  <c:v>44670</c:v>
                </c:pt>
                <c:pt idx="3383">
                  <c:v>44671</c:v>
                </c:pt>
                <c:pt idx="3384">
                  <c:v>44672</c:v>
                </c:pt>
                <c:pt idx="3385">
                  <c:v>44673</c:v>
                </c:pt>
                <c:pt idx="3386">
                  <c:v>44674</c:v>
                </c:pt>
                <c:pt idx="3387">
                  <c:v>44675</c:v>
                </c:pt>
                <c:pt idx="3388">
                  <c:v>44676</c:v>
                </c:pt>
                <c:pt idx="3389">
                  <c:v>44677</c:v>
                </c:pt>
                <c:pt idx="3390">
                  <c:v>44678</c:v>
                </c:pt>
                <c:pt idx="3391">
                  <c:v>44679</c:v>
                </c:pt>
                <c:pt idx="3392">
                  <c:v>44680</c:v>
                </c:pt>
                <c:pt idx="3393">
                  <c:v>44681</c:v>
                </c:pt>
                <c:pt idx="3394">
                  <c:v>44682</c:v>
                </c:pt>
                <c:pt idx="3395">
                  <c:v>44683</c:v>
                </c:pt>
                <c:pt idx="3396">
                  <c:v>44684</c:v>
                </c:pt>
                <c:pt idx="3397">
                  <c:v>44685</c:v>
                </c:pt>
                <c:pt idx="3398">
                  <c:v>44686</c:v>
                </c:pt>
                <c:pt idx="3399">
                  <c:v>44687</c:v>
                </c:pt>
                <c:pt idx="3400">
                  <c:v>44688</c:v>
                </c:pt>
                <c:pt idx="3401">
                  <c:v>44689</c:v>
                </c:pt>
                <c:pt idx="3402">
                  <c:v>44690</c:v>
                </c:pt>
                <c:pt idx="3403">
                  <c:v>44691</c:v>
                </c:pt>
                <c:pt idx="3404">
                  <c:v>44692</c:v>
                </c:pt>
                <c:pt idx="3405">
                  <c:v>44693</c:v>
                </c:pt>
                <c:pt idx="3406">
                  <c:v>44694</c:v>
                </c:pt>
                <c:pt idx="3407">
                  <c:v>44695</c:v>
                </c:pt>
                <c:pt idx="3408">
                  <c:v>44696</c:v>
                </c:pt>
                <c:pt idx="3409">
                  <c:v>44697</c:v>
                </c:pt>
                <c:pt idx="3410">
                  <c:v>44698</c:v>
                </c:pt>
                <c:pt idx="3411">
                  <c:v>44699</c:v>
                </c:pt>
                <c:pt idx="3412">
                  <c:v>44700</c:v>
                </c:pt>
                <c:pt idx="3413">
                  <c:v>44701</c:v>
                </c:pt>
                <c:pt idx="3414">
                  <c:v>44704</c:v>
                </c:pt>
                <c:pt idx="3415">
                  <c:v>44705</c:v>
                </c:pt>
                <c:pt idx="3416">
                  <c:v>44706</c:v>
                </c:pt>
                <c:pt idx="3417">
                  <c:v>44707</c:v>
                </c:pt>
                <c:pt idx="3418">
                  <c:v>44708</c:v>
                </c:pt>
                <c:pt idx="3419">
                  <c:v>44711</c:v>
                </c:pt>
                <c:pt idx="3420">
                  <c:v>44712</c:v>
                </c:pt>
                <c:pt idx="3421">
                  <c:v>44713</c:v>
                </c:pt>
                <c:pt idx="3422">
                  <c:v>44714</c:v>
                </c:pt>
                <c:pt idx="3423">
                  <c:v>44715</c:v>
                </c:pt>
                <c:pt idx="3424">
                  <c:v>44718</c:v>
                </c:pt>
                <c:pt idx="3425">
                  <c:v>44719</c:v>
                </c:pt>
                <c:pt idx="3426">
                  <c:v>44720</c:v>
                </c:pt>
                <c:pt idx="3427">
                  <c:v>44721</c:v>
                </c:pt>
                <c:pt idx="3428">
                  <c:v>44722</c:v>
                </c:pt>
                <c:pt idx="3429">
                  <c:v>44725</c:v>
                </c:pt>
                <c:pt idx="3430">
                  <c:v>44726</c:v>
                </c:pt>
                <c:pt idx="3431">
                  <c:v>44727</c:v>
                </c:pt>
                <c:pt idx="3432">
                  <c:v>44728</c:v>
                </c:pt>
                <c:pt idx="3433">
                  <c:v>44729</c:v>
                </c:pt>
                <c:pt idx="3434">
                  <c:v>44730</c:v>
                </c:pt>
                <c:pt idx="3435">
                  <c:v>44731</c:v>
                </c:pt>
                <c:pt idx="3436">
                  <c:v>44732</c:v>
                </c:pt>
                <c:pt idx="3437">
                  <c:v>44733</c:v>
                </c:pt>
                <c:pt idx="3438">
                  <c:v>44734</c:v>
                </c:pt>
                <c:pt idx="3439">
                  <c:v>44735</c:v>
                </c:pt>
                <c:pt idx="3440">
                  <c:v>44736</c:v>
                </c:pt>
                <c:pt idx="3441">
                  <c:v>44737</c:v>
                </c:pt>
                <c:pt idx="3442">
                  <c:v>44738</c:v>
                </c:pt>
                <c:pt idx="3443">
                  <c:v>44739</c:v>
                </c:pt>
                <c:pt idx="3444">
                  <c:v>44740</c:v>
                </c:pt>
                <c:pt idx="3445">
                  <c:v>44741</c:v>
                </c:pt>
                <c:pt idx="3446">
                  <c:v>44742</c:v>
                </c:pt>
                <c:pt idx="3447">
                  <c:v>44743</c:v>
                </c:pt>
                <c:pt idx="3448">
                  <c:v>44744</c:v>
                </c:pt>
                <c:pt idx="3449">
                  <c:v>44745</c:v>
                </c:pt>
                <c:pt idx="3450">
                  <c:v>44746</c:v>
                </c:pt>
                <c:pt idx="3451">
                  <c:v>44747</c:v>
                </c:pt>
                <c:pt idx="3452">
                  <c:v>44748</c:v>
                </c:pt>
                <c:pt idx="3453">
                  <c:v>44749</c:v>
                </c:pt>
                <c:pt idx="3454">
                  <c:v>44750</c:v>
                </c:pt>
                <c:pt idx="3455">
                  <c:v>44751</c:v>
                </c:pt>
                <c:pt idx="3456">
                  <c:v>44752</c:v>
                </c:pt>
                <c:pt idx="3457">
                  <c:v>44753</c:v>
                </c:pt>
                <c:pt idx="3458">
                  <c:v>44754</c:v>
                </c:pt>
                <c:pt idx="3459">
                  <c:v>44755</c:v>
                </c:pt>
                <c:pt idx="3460">
                  <c:v>44756</c:v>
                </c:pt>
                <c:pt idx="3461">
                  <c:v>44757</c:v>
                </c:pt>
                <c:pt idx="3462">
                  <c:v>44758</c:v>
                </c:pt>
                <c:pt idx="3463">
                  <c:v>44759</c:v>
                </c:pt>
                <c:pt idx="3464">
                  <c:v>44760</c:v>
                </c:pt>
                <c:pt idx="3465">
                  <c:v>44761</c:v>
                </c:pt>
                <c:pt idx="3466">
                  <c:v>44762</c:v>
                </c:pt>
                <c:pt idx="3467">
                  <c:v>44763</c:v>
                </c:pt>
                <c:pt idx="3468">
                  <c:v>44764</c:v>
                </c:pt>
                <c:pt idx="3469">
                  <c:v>44765</c:v>
                </c:pt>
                <c:pt idx="3470">
                  <c:v>44766</c:v>
                </c:pt>
                <c:pt idx="3471">
                  <c:v>44767</c:v>
                </c:pt>
                <c:pt idx="3472">
                  <c:v>44768</c:v>
                </c:pt>
                <c:pt idx="3473">
                  <c:v>44769</c:v>
                </c:pt>
                <c:pt idx="3474">
                  <c:v>44770</c:v>
                </c:pt>
                <c:pt idx="3475">
                  <c:v>44771</c:v>
                </c:pt>
                <c:pt idx="3476">
                  <c:v>44772</c:v>
                </c:pt>
                <c:pt idx="3477">
                  <c:v>44773</c:v>
                </c:pt>
                <c:pt idx="3478">
                  <c:v>44774</c:v>
                </c:pt>
                <c:pt idx="3479">
                  <c:v>44775</c:v>
                </c:pt>
                <c:pt idx="3480">
                  <c:v>44776</c:v>
                </c:pt>
                <c:pt idx="3481">
                  <c:v>44777</c:v>
                </c:pt>
                <c:pt idx="3482">
                  <c:v>44778</c:v>
                </c:pt>
                <c:pt idx="3483">
                  <c:v>44779</c:v>
                </c:pt>
                <c:pt idx="3484">
                  <c:v>44780</c:v>
                </c:pt>
                <c:pt idx="3485">
                  <c:v>44781</c:v>
                </c:pt>
                <c:pt idx="3486">
                  <c:v>44782</c:v>
                </c:pt>
                <c:pt idx="3487">
                  <c:v>44783</c:v>
                </c:pt>
                <c:pt idx="3488">
                  <c:v>44784</c:v>
                </c:pt>
                <c:pt idx="3489">
                  <c:v>44785</c:v>
                </c:pt>
                <c:pt idx="3490">
                  <c:v>44786</c:v>
                </c:pt>
                <c:pt idx="3491">
                  <c:v>44787</c:v>
                </c:pt>
                <c:pt idx="3492">
                  <c:v>44788</c:v>
                </c:pt>
                <c:pt idx="3493">
                  <c:v>44789</c:v>
                </c:pt>
                <c:pt idx="3494">
                  <c:v>44790</c:v>
                </c:pt>
                <c:pt idx="3495">
                  <c:v>44791</c:v>
                </c:pt>
                <c:pt idx="3496">
                  <c:v>44792</c:v>
                </c:pt>
                <c:pt idx="3497">
                  <c:v>44793</c:v>
                </c:pt>
                <c:pt idx="3498">
                  <c:v>44794</c:v>
                </c:pt>
                <c:pt idx="3499">
                  <c:v>44795</c:v>
                </c:pt>
                <c:pt idx="3500">
                  <c:v>44796</c:v>
                </c:pt>
                <c:pt idx="3501">
                  <c:v>44797</c:v>
                </c:pt>
                <c:pt idx="3502">
                  <c:v>44798</c:v>
                </c:pt>
                <c:pt idx="3503">
                  <c:v>44799</c:v>
                </c:pt>
                <c:pt idx="3504">
                  <c:v>44800</c:v>
                </c:pt>
                <c:pt idx="3505">
                  <c:v>44801</c:v>
                </c:pt>
                <c:pt idx="3506">
                  <c:v>44802</c:v>
                </c:pt>
                <c:pt idx="3507">
                  <c:v>44803</c:v>
                </c:pt>
                <c:pt idx="3508">
                  <c:v>44804</c:v>
                </c:pt>
                <c:pt idx="3509">
                  <c:v>44805</c:v>
                </c:pt>
                <c:pt idx="3510">
                  <c:v>44806</c:v>
                </c:pt>
                <c:pt idx="3511">
                  <c:v>44807</c:v>
                </c:pt>
                <c:pt idx="3512">
                  <c:v>44808</c:v>
                </c:pt>
                <c:pt idx="3513">
                  <c:v>44809</c:v>
                </c:pt>
                <c:pt idx="3514">
                  <c:v>44810</c:v>
                </c:pt>
                <c:pt idx="3515">
                  <c:v>44811</c:v>
                </c:pt>
                <c:pt idx="3516">
                  <c:v>44812</c:v>
                </c:pt>
                <c:pt idx="3517">
                  <c:v>44813</c:v>
                </c:pt>
                <c:pt idx="3518">
                  <c:v>44814</c:v>
                </c:pt>
                <c:pt idx="3519">
                  <c:v>44815</c:v>
                </c:pt>
                <c:pt idx="3520">
                  <c:v>44816</c:v>
                </c:pt>
                <c:pt idx="3521">
                  <c:v>44817</c:v>
                </c:pt>
                <c:pt idx="3522">
                  <c:v>44818</c:v>
                </c:pt>
                <c:pt idx="3523">
                  <c:v>44819</c:v>
                </c:pt>
                <c:pt idx="3524">
                  <c:v>44820</c:v>
                </c:pt>
                <c:pt idx="3525">
                  <c:v>44821</c:v>
                </c:pt>
                <c:pt idx="3526">
                  <c:v>44822</c:v>
                </c:pt>
                <c:pt idx="3527">
                  <c:v>44823</c:v>
                </c:pt>
                <c:pt idx="3528">
                  <c:v>44824</c:v>
                </c:pt>
                <c:pt idx="3529">
                  <c:v>44825</c:v>
                </c:pt>
                <c:pt idx="3530">
                  <c:v>44826</c:v>
                </c:pt>
                <c:pt idx="3531">
                  <c:v>44827</c:v>
                </c:pt>
                <c:pt idx="3532">
                  <c:v>44828</c:v>
                </c:pt>
                <c:pt idx="3533">
                  <c:v>44829</c:v>
                </c:pt>
                <c:pt idx="3534">
                  <c:v>44830</c:v>
                </c:pt>
                <c:pt idx="3535">
                  <c:v>44831</c:v>
                </c:pt>
                <c:pt idx="3536">
                  <c:v>44832</c:v>
                </c:pt>
                <c:pt idx="3537">
                  <c:v>44833</c:v>
                </c:pt>
                <c:pt idx="3538">
                  <c:v>44834</c:v>
                </c:pt>
                <c:pt idx="3539">
                  <c:v>44835</c:v>
                </c:pt>
                <c:pt idx="3540">
                  <c:v>44836</c:v>
                </c:pt>
                <c:pt idx="3541">
                  <c:v>44837</c:v>
                </c:pt>
                <c:pt idx="3542">
                  <c:v>44838</c:v>
                </c:pt>
                <c:pt idx="3543">
                  <c:v>44839</c:v>
                </c:pt>
                <c:pt idx="3544">
                  <c:v>44840</c:v>
                </c:pt>
                <c:pt idx="3545">
                  <c:v>44841</c:v>
                </c:pt>
                <c:pt idx="3546">
                  <c:v>44842</c:v>
                </c:pt>
                <c:pt idx="3547">
                  <c:v>44843</c:v>
                </c:pt>
                <c:pt idx="3548">
                  <c:v>44844</c:v>
                </c:pt>
                <c:pt idx="3549">
                  <c:v>44845</c:v>
                </c:pt>
                <c:pt idx="3550">
                  <c:v>44846</c:v>
                </c:pt>
                <c:pt idx="3551">
                  <c:v>44847</c:v>
                </c:pt>
                <c:pt idx="3552">
                  <c:v>44848</c:v>
                </c:pt>
                <c:pt idx="3553">
                  <c:v>44849</c:v>
                </c:pt>
                <c:pt idx="3554">
                  <c:v>44850</c:v>
                </c:pt>
                <c:pt idx="3555">
                  <c:v>44851</c:v>
                </c:pt>
                <c:pt idx="3556">
                  <c:v>44852</c:v>
                </c:pt>
                <c:pt idx="3557">
                  <c:v>44853</c:v>
                </c:pt>
                <c:pt idx="3558">
                  <c:v>44854</c:v>
                </c:pt>
                <c:pt idx="3559">
                  <c:v>44855</c:v>
                </c:pt>
                <c:pt idx="3560">
                  <c:v>44856</c:v>
                </c:pt>
                <c:pt idx="3561">
                  <c:v>44857</c:v>
                </c:pt>
                <c:pt idx="3562">
                  <c:v>44858</c:v>
                </c:pt>
                <c:pt idx="3563">
                  <c:v>44859</c:v>
                </c:pt>
                <c:pt idx="3564">
                  <c:v>44860</c:v>
                </c:pt>
                <c:pt idx="3565">
                  <c:v>44861</c:v>
                </c:pt>
                <c:pt idx="3566">
                  <c:v>44862</c:v>
                </c:pt>
                <c:pt idx="3567">
                  <c:v>44863</c:v>
                </c:pt>
                <c:pt idx="3568">
                  <c:v>44864</c:v>
                </c:pt>
                <c:pt idx="3569">
                  <c:v>44865</c:v>
                </c:pt>
                <c:pt idx="3570">
                  <c:v>44866</c:v>
                </c:pt>
                <c:pt idx="3571">
                  <c:v>44867</c:v>
                </c:pt>
                <c:pt idx="3572">
                  <c:v>44868</c:v>
                </c:pt>
                <c:pt idx="3573">
                  <c:v>44869</c:v>
                </c:pt>
                <c:pt idx="3574">
                  <c:v>44870</c:v>
                </c:pt>
                <c:pt idx="3575">
                  <c:v>44871</c:v>
                </c:pt>
                <c:pt idx="3576">
                  <c:v>44872</c:v>
                </c:pt>
                <c:pt idx="3577">
                  <c:v>44873</c:v>
                </c:pt>
                <c:pt idx="3578">
                  <c:v>44874</c:v>
                </c:pt>
                <c:pt idx="3579">
                  <c:v>44875</c:v>
                </c:pt>
                <c:pt idx="3580">
                  <c:v>44876</c:v>
                </c:pt>
                <c:pt idx="3581">
                  <c:v>44877</c:v>
                </c:pt>
                <c:pt idx="3582">
                  <c:v>44878</c:v>
                </c:pt>
                <c:pt idx="3583">
                  <c:v>44879</c:v>
                </c:pt>
                <c:pt idx="3584">
                  <c:v>44880</c:v>
                </c:pt>
                <c:pt idx="3585">
                  <c:v>44881</c:v>
                </c:pt>
                <c:pt idx="3586">
                  <c:v>44882</c:v>
                </c:pt>
                <c:pt idx="3587">
                  <c:v>44883</c:v>
                </c:pt>
                <c:pt idx="3588">
                  <c:v>44884</c:v>
                </c:pt>
                <c:pt idx="3589">
                  <c:v>44885</c:v>
                </c:pt>
                <c:pt idx="3590">
                  <c:v>44886</c:v>
                </c:pt>
                <c:pt idx="3591">
                  <c:v>44887</c:v>
                </c:pt>
                <c:pt idx="3592">
                  <c:v>44888</c:v>
                </c:pt>
                <c:pt idx="3593">
                  <c:v>44889</c:v>
                </c:pt>
                <c:pt idx="3594">
                  <c:v>44890</c:v>
                </c:pt>
                <c:pt idx="3595">
                  <c:v>44891</c:v>
                </c:pt>
                <c:pt idx="3596">
                  <c:v>44892</c:v>
                </c:pt>
                <c:pt idx="3597">
                  <c:v>44893</c:v>
                </c:pt>
                <c:pt idx="3598">
                  <c:v>44894</c:v>
                </c:pt>
                <c:pt idx="3599">
                  <c:v>44895</c:v>
                </c:pt>
                <c:pt idx="3600">
                  <c:v>44896</c:v>
                </c:pt>
                <c:pt idx="3601">
                  <c:v>44897</c:v>
                </c:pt>
                <c:pt idx="3602">
                  <c:v>44898</c:v>
                </c:pt>
                <c:pt idx="3603">
                  <c:v>44899</c:v>
                </c:pt>
                <c:pt idx="3604">
                  <c:v>44900</c:v>
                </c:pt>
                <c:pt idx="3605">
                  <c:v>44901</c:v>
                </c:pt>
                <c:pt idx="3606">
                  <c:v>44902</c:v>
                </c:pt>
                <c:pt idx="3607">
                  <c:v>44903</c:v>
                </c:pt>
                <c:pt idx="3608">
                  <c:v>44904</c:v>
                </c:pt>
                <c:pt idx="3609">
                  <c:v>44905</c:v>
                </c:pt>
                <c:pt idx="3610">
                  <c:v>44906</c:v>
                </c:pt>
                <c:pt idx="3611">
                  <c:v>44907</c:v>
                </c:pt>
                <c:pt idx="3612">
                  <c:v>44908</c:v>
                </c:pt>
                <c:pt idx="3613">
                  <c:v>44909</c:v>
                </c:pt>
                <c:pt idx="3614">
                  <c:v>44910</c:v>
                </c:pt>
                <c:pt idx="3615">
                  <c:v>44911</c:v>
                </c:pt>
                <c:pt idx="3616">
                  <c:v>44912</c:v>
                </c:pt>
                <c:pt idx="3617">
                  <c:v>44913</c:v>
                </c:pt>
                <c:pt idx="3618">
                  <c:v>44914</c:v>
                </c:pt>
                <c:pt idx="3619">
                  <c:v>44915</c:v>
                </c:pt>
                <c:pt idx="3620">
                  <c:v>44916</c:v>
                </c:pt>
                <c:pt idx="3621">
                  <c:v>44917</c:v>
                </c:pt>
                <c:pt idx="3622">
                  <c:v>44918</c:v>
                </c:pt>
                <c:pt idx="3623">
                  <c:v>44919</c:v>
                </c:pt>
                <c:pt idx="3624">
                  <c:v>44920</c:v>
                </c:pt>
                <c:pt idx="3625">
                  <c:v>44921</c:v>
                </c:pt>
                <c:pt idx="3626">
                  <c:v>44922</c:v>
                </c:pt>
                <c:pt idx="3627">
                  <c:v>44923</c:v>
                </c:pt>
                <c:pt idx="3628">
                  <c:v>44924</c:v>
                </c:pt>
                <c:pt idx="3629">
                  <c:v>44925</c:v>
                </c:pt>
                <c:pt idx="3630">
                  <c:v>44926</c:v>
                </c:pt>
                <c:pt idx="3631">
                  <c:v>44927</c:v>
                </c:pt>
                <c:pt idx="3632">
                  <c:v>44928</c:v>
                </c:pt>
                <c:pt idx="3633">
                  <c:v>44929</c:v>
                </c:pt>
                <c:pt idx="3634">
                  <c:v>44930</c:v>
                </c:pt>
                <c:pt idx="3635">
                  <c:v>44931</c:v>
                </c:pt>
                <c:pt idx="3636">
                  <c:v>44932</c:v>
                </c:pt>
                <c:pt idx="3637">
                  <c:v>44933</c:v>
                </c:pt>
                <c:pt idx="3638">
                  <c:v>44934</c:v>
                </c:pt>
                <c:pt idx="3639">
                  <c:v>44935</c:v>
                </c:pt>
                <c:pt idx="3640">
                  <c:v>44936</c:v>
                </c:pt>
                <c:pt idx="3641">
                  <c:v>44937</c:v>
                </c:pt>
                <c:pt idx="3642">
                  <c:v>44938</c:v>
                </c:pt>
                <c:pt idx="3643">
                  <c:v>44939</c:v>
                </c:pt>
                <c:pt idx="3644">
                  <c:v>44940</c:v>
                </c:pt>
                <c:pt idx="3645">
                  <c:v>44941</c:v>
                </c:pt>
                <c:pt idx="3646" formatCode="yyyy\-mm\-dd">
                  <c:v>44942</c:v>
                </c:pt>
                <c:pt idx="3647" formatCode="yyyy\-mm\-dd">
                  <c:v>44943</c:v>
                </c:pt>
                <c:pt idx="3648" formatCode="yyyy\-mm\-dd">
                  <c:v>44944</c:v>
                </c:pt>
                <c:pt idx="3649" formatCode="yyyy\-mm\-dd">
                  <c:v>44945</c:v>
                </c:pt>
                <c:pt idx="3650" formatCode="yyyy\-mm\-dd">
                  <c:v>44946</c:v>
                </c:pt>
                <c:pt idx="3651" formatCode="yyyy\-mm\-dd">
                  <c:v>44949</c:v>
                </c:pt>
                <c:pt idx="3652" formatCode="yyyy\-mm\-dd">
                  <c:v>44950</c:v>
                </c:pt>
                <c:pt idx="3653" formatCode="yyyy\-mm\-dd">
                  <c:v>44951</c:v>
                </c:pt>
                <c:pt idx="3654" formatCode="yyyy\-mm\-dd">
                  <c:v>44952</c:v>
                </c:pt>
                <c:pt idx="3655" formatCode="yyyy\-mm\-dd">
                  <c:v>44953</c:v>
                </c:pt>
                <c:pt idx="3656" formatCode="yyyy\-mm\-dd">
                  <c:v>44954</c:v>
                </c:pt>
                <c:pt idx="3657" formatCode="yyyy\-mm\-dd">
                  <c:v>44955</c:v>
                </c:pt>
                <c:pt idx="3658" formatCode="yyyy\-mm\-dd">
                  <c:v>44956</c:v>
                </c:pt>
                <c:pt idx="3659" formatCode="yyyy\-mm\-dd">
                  <c:v>44957</c:v>
                </c:pt>
                <c:pt idx="3660" formatCode="yyyy\-mm\-dd">
                  <c:v>44958</c:v>
                </c:pt>
                <c:pt idx="3661" formatCode="yyyy\-mm\-dd">
                  <c:v>44959</c:v>
                </c:pt>
                <c:pt idx="3662" formatCode="yyyy\-mm\-dd">
                  <c:v>44960</c:v>
                </c:pt>
                <c:pt idx="3663" formatCode="yyyy\-mm\-dd">
                  <c:v>44963</c:v>
                </c:pt>
                <c:pt idx="3664" formatCode="yyyy\-mm\-dd">
                  <c:v>44964</c:v>
                </c:pt>
                <c:pt idx="3665" formatCode="yyyy\-mm\-dd">
                  <c:v>44965</c:v>
                </c:pt>
                <c:pt idx="3666" formatCode="yyyy\-mm\-dd">
                  <c:v>44966</c:v>
                </c:pt>
                <c:pt idx="3667" formatCode="yyyy\-mm\-dd">
                  <c:v>44967</c:v>
                </c:pt>
                <c:pt idx="3668" formatCode="yyyy\-mm\-dd">
                  <c:v>44970</c:v>
                </c:pt>
                <c:pt idx="3669" formatCode="yyyy\-mm\-dd">
                  <c:v>44971</c:v>
                </c:pt>
                <c:pt idx="3670" formatCode="yyyy\-mm\-dd">
                  <c:v>44972</c:v>
                </c:pt>
                <c:pt idx="3671" formatCode="yyyy\-mm\-dd">
                  <c:v>44973</c:v>
                </c:pt>
                <c:pt idx="3672" formatCode="yyyy\-mm\-dd">
                  <c:v>44974</c:v>
                </c:pt>
                <c:pt idx="3673" formatCode="yyyy\-mm\-dd">
                  <c:v>44977</c:v>
                </c:pt>
                <c:pt idx="3674" formatCode="yyyy\-mm\-dd">
                  <c:v>44978</c:v>
                </c:pt>
                <c:pt idx="3675" formatCode="yyyy\-mm\-dd">
                  <c:v>44979</c:v>
                </c:pt>
                <c:pt idx="3676" formatCode="yyyy\-mm\-dd">
                  <c:v>44980</c:v>
                </c:pt>
                <c:pt idx="3677" formatCode="yyyy\-mm\-dd">
                  <c:v>44981</c:v>
                </c:pt>
                <c:pt idx="3678" formatCode="yyyy\-mm\-dd">
                  <c:v>44984</c:v>
                </c:pt>
                <c:pt idx="3679" formatCode="yyyy\-mm\-dd">
                  <c:v>44985</c:v>
                </c:pt>
                <c:pt idx="3680" formatCode="yyyy\-mm\-dd">
                  <c:v>44986</c:v>
                </c:pt>
                <c:pt idx="3681" formatCode="yyyy\-mm\-dd">
                  <c:v>44987</c:v>
                </c:pt>
                <c:pt idx="3682" formatCode="yyyy\-mm\-dd">
                  <c:v>44988</c:v>
                </c:pt>
                <c:pt idx="3683" formatCode="yyyy\-mm\-dd">
                  <c:v>44991</c:v>
                </c:pt>
                <c:pt idx="3684" formatCode="yyyy\-mm\-dd">
                  <c:v>44992</c:v>
                </c:pt>
                <c:pt idx="3685" formatCode="yyyy\-mm\-dd">
                  <c:v>44993</c:v>
                </c:pt>
                <c:pt idx="3686" formatCode="yyyy\-mm\-dd">
                  <c:v>44994</c:v>
                </c:pt>
                <c:pt idx="3687" formatCode="yyyy\-mm\-dd">
                  <c:v>44995</c:v>
                </c:pt>
                <c:pt idx="3688" formatCode="yyyy\-mm\-dd">
                  <c:v>44998</c:v>
                </c:pt>
                <c:pt idx="3689" formatCode="yyyy\-mm\-dd">
                  <c:v>44999</c:v>
                </c:pt>
                <c:pt idx="3690" formatCode="yyyy\-mm\-dd">
                  <c:v>45000</c:v>
                </c:pt>
                <c:pt idx="3691" formatCode="yyyy\-mm\-dd">
                  <c:v>45001</c:v>
                </c:pt>
                <c:pt idx="3692" formatCode="yyyy\-mm\-dd">
                  <c:v>45002</c:v>
                </c:pt>
                <c:pt idx="3693" formatCode="yyyy\-mm\-dd">
                  <c:v>45005</c:v>
                </c:pt>
                <c:pt idx="3694" formatCode="yyyy\-mm\-dd">
                  <c:v>45006</c:v>
                </c:pt>
                <c:pt idx="3695" formatCode="yyyy\-mm\-dd">
                  <c:v>45007</c:v>
                </c:pt>
                <c:pt idx="3696" formatCode="yyyy\-mm\-dd">
                  <c:v>45008</c:v>
                </c:pt>
                <c:pt idx="3697" formatCode="yyyy\-mm\-dd">
                  <c:v>45009</c:v>
                </c:pt>
                <c:pt idx="3698" formatCode="yyyy\-mm\-dd">
                  <c:v>45012</c:v>
                </c:pt>
                <c:pt idx="3699" formatCode="yyyy\-mm\-dd">
                  <c:v>45013</c:v>
                </c:pt>
                <c:pt idx="3700" formatCode="yyyy\-mm\-dd">
                  <c:v>45014</c:v>
                </c:pt>
                <c:pt idx="3701" formatCode="yyyy\-mm\-dd">
                  <c:v>45015</c:v>
                </c:pt>
                <c:pt idx="3702" formatCode="yyyy\-mm\-dd">
                  <c:v>45016</c:v>
                </c:pt>
                <c:pt idx="3703" formatCode="yyyy\-mm\-dd">
                  <c:v>45019</c:v>
                </c:pt>
                <c:pt idx="3704" formatCode="yyyy\-mm\-dd">
                  <c:v>45020</c:v>
                </c:pt>
                <c:pt idx="3705" formatCode="yyyy\-mm\-dd">
                  <c:v>45021</c:v>
                </c:pt>
                <c:pt idx="3706" formatCode="yyyy\-mm\-dd">
                  <c:v>45022</c:v>
                </c:pt>
                <c:pt idx="3707" formatCode="yyyy\-mm\-dd">
                  <c:v>45023</c:v>
                </c:pt>
                <c:pt idx="3708" formatCode="yyyy\-mm\-dd">
                  <c:v>45026</c:v>
                </c:pt>
                <c:pt idx="3709" formatCode="yyyy\-mm\-dd">
                  <c:v>45027</c:v>
                </c:pt>
                <c:pt idx="3710" formatCode="yyyy\-mm\-dd">
                  <c:v>45028</c:v>
                </c:pt>
                <c:pt idx="3711" formatCode="yyyy\-mm\-dd">
                  <c:v>45029</c:v>
                </c:pt>
                <c:pt idx="3712" formatCode="yyyy\-mm\-dd">
                  <c:v>45030</c:v>
                </c:pt>
                <c:pt idx="3713" formatCode="yyyy\-mm\-dd">
                  <c:v>45033</c:v>
                </c:pt>
                <c:pt idx="3714" formatCode="yyyy\-mm\-dd">
                  <c:v>45034</c:v>
                </c:pt>
                <c:pt idx="3715" formatCode="yyyy\-mm\-dd">
                  <c:v>45035</c:v>
                </c:pt>
                <c:pt idx="3716" formatCode="yyyy\-mm\-dd">
                  <c:v>45036</c:v>
                </c:pt>
                <c:pt idx="3717" formatCode="yyyy\-mm\-dd">
                  <c:v>45037</c:v>
                </c:pt>
                <c:pt idx="3718" formatCode="yyyy\-mm\-dd">
                  <c:v>45039</c:v>
                </c:pt>
                <c:pt idx="3719" formatCode="yyyy\-mm\-dd">
                  <c:v>45040</c:v>
                </c:pt>
                <c:pt idx="3720" formatCode="yyyy\-mm\-dd">
                  <c:v>45041</c:v>
                </c:pt>
                <c:pt idx="3721" formatCode="yyyy\-mm\-dd">
                  <c:v>45042</c:v>
                </c:pt>
                <c:pt idx="3722" formatCode="yyyy\-mm\-dd">
                  <c:v>45043</c:v>
                </c:pt>
                <c:pt idx="3723" formatCode="yyyy\-mm\-dd">
                  <c:v>45044</c:v>
                </c:pt>
                <c:pt idx="3724" formatCode="yyyy\-mm\-dd">
                  <c:v>45046</c:v>
                </c:pt>
                <c:pt idx="3725" formatCode="yyyy\-mm\-dd">
                  <c:v>45047</c:v>
                </c:pt>
                <c:pt idx="3726" formatCode="yyyy\-mm\-dd">
                  <c:v>45048</c:v>
                </c:pt>
                <c:pt idx="3727" formatCode="yyyy\-mm\-dd">
                  <c:v>45049</c:v>
                </c:pt>
                <c:pt idx="3728" formatCode="yyyy\-mm\-dd">
                  <c:v>45050</c:v>
                </c:pt>
                <c:pt idx="3729" formatCode="yyyy\-mm\-dd">
                  <c:v>45051</c:v>
                </c:pt>
                <c:pt idx="3730" formatCode="yyyy\-mm\-dd">
                  <c:v>45052</c:v>
                </c:pt>
                <c:pt idx="3731" formatCode="yyyy\-mm\-dd">
                  <c:v>45054</c:v>
                </c:pt>
                <c:pt idx="3732" formatCode="yyyy\-mm\-dd">
                  <c:v>45055</c:v>
                </c:pt>
                <c:pt idx="3733" formatCode="yyyy\-mm\-dd">
                  <c:v>45056</c:v>
                </c:pt>
                <c:pt idx="3734" formatCode="yyyy\-mm\-dd">
                  <c:v>45057</c:v>
                </c:pt>
                <c:pt idx="3735" formatCode="yyyy\-mm\-dd">
                  <c:v>45058</c:v>
                </c:pt>
                <c:pt idx="3736" formatCode="yyyy\-mm\-dd">
                  <c:v>45061</c:v>
                </c:pt>
                <c:pt idx="3737" formatCode="yyyy\-mm\-dd">
                  <c:v>45062</c:v>
                </c:pt>
                <c:pt idx="3738" formatCode="yyyy\-mm\-dd">
                  <c:v>45063</c:v>
                </c:pt>
                <c:pt idx="3739" formatCode="yyyy\-mm\-dd">
                  <c:v>45064</c:v>
                </c:pt>
                <c:pt idx="3740" formatCode="yyyy\-mm\-dd">
                  <c:v>45065</c:v>
                </c:pt>
                <c:pt idx="3741" formatCode="yyyy\-mm\-dd">
                  <c:v>45066</c:v>
                </c:pt>
                <c:pt idx="3742" formatCode="yyyy\-mm\-dd">
                  <c:v>45068</c:v>
                </c:pt>
                <c:pt idx="3743" formatCode="yyyy\-mm\-dd">
                  <c:v>45069</c:v>
                </c:pt>
                <c:pt idx="3744" formatCode="yyyy\-mm\-dd">
                  <c:v>45070</c:v>
                </c:pt>
                <c:pt idx="3745" formatCode="yyyy\-mm\-dd">
                  <c:v>45071</c:v>
                </c:pt>
                <c:pt idx="3746" formatCode="yyyy\-mm\-dd">
                  <c:v>45072</c:v>
                </c:pt>
                <c:pt idx="3747" formatCode="yyyy\-mm\-dd">
                  <c:v>45075</c:v>
                </c:pt>
                <c:pt idx="3748" formatCode="yyyy\-mm\-dd">
                  <c:v>45076</c:v>
                </c:pt>
                <c:pt idx="3749" formatCode="yyyy\-mm\-dd">
                  <c:v>45077</c:v>
                </c:pt>
                <c:pt idx="3750" formatCode="yyyy\-mm\-dd">
                  <c:v>45078</c:v>
                </c:pt>
                <c:pt idx="3751" formatCode="yyyy\-mm\-dd">
                  <c:v>45079</c:v>
                </c:pt>
                <c:pt idx="3752" formatCode="yyyy\-mm\-dd">
                  <c:v>45080</c:v>
                </c:pt>
                <c:pt idx="3753" formatCode="yyyy\-mm\-dd">
                  <c:v>45081</c:v>
                </c:pt>
                <c:pt idx="3754" formatCode="yyyy\-mm\-dd">
                  <c:v>45082</c:v>
                </c:pt>
                <c:pt idx="3755" formatCode="yyyy\-mm\-dd">
                  <c:v>45083</c:v>
                </c:pt>
                <c:pt idx="3756" formatCode="yyyy\-mm\-dd">
                  <c:v>45084</c:v>
                </c:pt>
                <c:pt idx="3757" formatCode="yyyy\-mm\-dd">
                  <c:v>45085</c:v>
                </c:pt>
                <c:pt idx="3758" formatCode="yyyy\-mm\-dd">
                  <c:v>45086</c:v>
                </c:pt>
                <c:pt idx="3759" formatCode="yyyy\-mm\-dd">
                  <c:v>45087</c:v>
                </c:pt>
                <c:pt idx="3760" formatCode="yyyy\-mm\-dd">
                  <c:v>45089</c:v>
                </c:pt>
                <c:pt idx="3761" formatCode="yyyy\-mm\-dd">
                  <c:v>45090</c:v>
                </c:pt>
                <c:pt idx="3762" formatCode="yyyy\-mm\-dd">
                  <c:v>45091</c:v>
                </c:pt>
                <c:pt idx="3763" formatCode="yyyy\-mm\-dd">
                  <c:v>45092</c:v>
                </c:pt>
                <c:pt idx="3764" formatCode="yyyy\-mm\-dd">
                  <c:v>45093</c:v>
                </c:pt>
                <c:pt idx="3765" formatCode="yyyy\-mm\-dd">
                  <c:v>45096</c:v>
                </c:pt>
                <c:pt idx="3766" formatCode="yyyy\-mm\-dd">
                  <c:v>45097</c:v>
                </c:pt>
                <c:pt idx="3767" formatCode="yyyy\-mm\-dd">
                  <c:v>45098</c:v>
                </c:pt>
                <c:pt idx="3768" formatCode="yyyy\-mm\-dd">
                  <c:v>45099</c:v>
                </c:pt>
                <c:pt idx="3769" formatCode="yyyy\-mm\-dd">
                  <c:v>45102</c:v>
                </c:pt>
                <c:pt idx="3770" formatCode="yyyy\-mm\-dd">
                  <c:v>45103</c:v>
                </c:pt>
                <c:pt idx="3771" formatCode="yyyy\-mm\-dd">
                  <c:v>45104</c:v>
                </c:pt>
                <c:pt idx="3772" formatCode="yyyy\-mm\-dd">
                  <c:v>45105</c:v>
                </c:pt>
                <c:pt idx="3773" formatCode="yyyy\-mm\-dd">
                  <c:v>45106</c:v>
                </c:pt>
                <c:pt idx="3774" formatCode="yyyy\-mm\-dd">
                  <c:v>45107</c:v>
                </c:pt>
                <c:pt idx="3775" formatCode="yyyy\-mm\-dd">
                  <c:v>45110</c:v>
                </c:pt>
                <c:pt idx="3776" formatCode="yyyy\-mm\-dd">
                  <c:v>45111</c:v>
                </c:pt>
                <c:pt idx="3777" formatCode="yyyy\-mm\-dd">
                  <c:v>45112</c:v>
                </c:pt>
                <c:pt idx="3778" formatCode="yyyy\-mm\-dd">
                  <c:v>45113</c:v>
                </c:pt>
                <c:pt idx="3779" formatCode="yyyy\-mm\-dd">
                  <c:v>45114</c:v>
                </c:pt>
                <c:pt idx="3780" formatCode="yyyy\-mm\-dd">
                  <c:v>45117</c:v>
                </c:pt>
                <c:pt idx="3781" formatCode="yyyy\-mm\-dd">
                  <c:v>45118</c:v>
                </c:pt>
                <c:pt idx="3782" formatCode="yyyy\-mm\-dd">
                  <c:v>45119</c:v>
                </c:pt>
                <c:pt idx="3783" formatCode="yyyy\-mm\-dd">
                  <c:v>45120</c:v>
                </c:pt>
                <c:pt idx="3784" formatCode="yyyy\-mm\-dd">
                  <c:v>45121</c:v>
                </c:pt>
                <c:pt idx="3785" formatCode="yyyy\-mm\-dd">
                  <c:v>45124</c:v>
                </c:pt>
                <c:pt idx="3786" formatCode="yyyy\-mm\-dd">
                  <c:v>45125</c:v>
                </c:pt>
                <c:pt idx="3787" formatCode="yyyy\-mm\-dd">
                  <c:v>45126</c:v>
                </c:pt>
                <c:pt idx="3788" formatCode="yyyy\-mm\-dd">
                  <c:v>45127</c:v>
                </c:pt>
                <c:pt idx="3789" formatCode="yyyy\-mm\-dd">
                  <c:v>45128</c:v>
                </c:pt>
                <c:pt idx="3790" formatCode="yyyy\-mm\-dd">
                  <c:v>45131</c:v>
                </c:pt>
                <c:pt idx="3791" formatCode="yyyy\-mm\-dd">
                  <c:v>45132</c:v>
                </c:pt>
                <c:pt idx="3792" formatCode="yyyy\-mm\-dd">
                  <c:v>45133</c:v>
                </c:pt>
                <c:pt idx="3793" formatCode="yyyy\-mm\-dd">
                  <c:v>45134</c:v>
                </c:pt>
                <c:pt idx="3794" formatCode="yyyy\-mm\-dd">
                  <c:v>45135</c:v>
                </c:pt>
                <c:pt idx="3795" formatCode="yyyy\-mm\-dd">
                  <c:v>45138</c:v>
                </c:pt>
                <c:pt idx="3796" formatCode="yyyy\-mm\-dd">
                  <c:v>45139</c:v>
                </c:pt>
                <c:pt idx="3797" formatCode="yyyy\-mm\-dd">
                  <c:v>45140</c:v>
                </c:pt>
                <c:pt idx="3798" formatCode="yyyy\-mm\-dd">
                  <c:v>45141</c:v>
                </c:pt>
                <c:pt idx="3799" formatCode="yyyy\-mm\-dd">
                  <c:v>45142</c:v>
                </c:pt>
                <c:pt idx="3800" formatCode="yyyy\-mm\-dd">
                  <c:v>45143</c:v>
                </c:pt>
                <c:pt idx="3801" formatCode="yyyy\-mm\-dd">
                  <c:v>45144</c:v>
                </c:pt>
                <c:pt idx="3802" formatCode="yyyy\-mm\-dd">
                  <c:v>45145</c:v>
                </c:pt>
                <c:pt idx="3803" formatCode="yyyy\-mm\-dd">
                  <c:v>45146</c:v>
                </c:pt>
                <c:pt idx="3804" formatCode="yyyy\-mm\-dd">
                  <c:v>45147</c:v>
                </c:pt>
                <c:pt idx="3805" formatCode="yyyy\-mm\-dd">
                  <c:v>45148</c:v>
                </c:pt>
                <c:pt idx="3806" formatCode="yyyy\-mm\-dd">
                  <c:v>45149</c:v>
                </c:pt>
                <c:pt idx="3807" formatCode="yyyy\-mm\-dd">
                  <c:v>45150</c:v>
                </c:pt>
                <c:pt idx="3808" formatCode="yyyy\-mm\-dd">
                  <c:v>45151</c:v>
                </c:pt>
                <c:pt idx="3809" formatCode="yyyy\-mm\-dd">
                  <c:v>45152</c:v>
                </c:pt>
                <c:pt idx="3810" formatCode="yyyy\-mm\-dd">
                  <c:v>45153</c:v>
                </c:pt>
                <c:pt idx="3811" formatCode="yyyy\-mm\-dd">
                  <c:v>45154</c:v>
                </c:pt>
                <c:pt idx="3812" formatCode="yyyy\-mm\-dd">
                  <c:v>45155</c:v>
                </c:pt>
                <c:pt idx="3813" formatCode="yyyy\-mm\-dd">
                  <c:v>45156</c:v>
                </c:pt>
                <c:pt idx="3814" formatCode="yyyy\-mm\-dd">
                  <c:v>45157</c:v>
                </c:pt>
                <c:pt idx="3815" formatCode="yyyy\-mm\-dd">
                  <c:v>45158</c:v>
                </c:pt>
                <c:pt idx="3816" formatCode="yyyy\-mm\-dd">
                  <c:v>45159</c:v>
                </c:pt>
                <c:pt idx="3817" formatCode="yyyy\-mm\-dd">
                  <c:v>45160</c:v>
                </c:pt>
                <c:pt idx="3818" formatCode="yyyy\-mm\-dd">
                  <c:v>45161</c:v>
                </c:pt>
                <c:pt idx="3819" formatCode="yyyy\-mm\-dd">
                  <c:v>45162</c:v>
                </c:pt>
                <c:pt idx="3820" formatCode="yyyy\-mm\-dd">
                  <c:v>45163</c:v>
                </c:pt>
                <c:pt idx="3821" formatCode="yyyy\-mm\-dd">
                  <c:v>45164</c:v>
                </c:pt>
                <c:pt idx="3822" formatCode="yyyy\-mm\-dd">
                  <c:v>45165</c:v>
                </c:pt>
                <c:pt idx="3823" formatCode="yyyy\-mm\-dd">
                  <c:v>45166</c:v>
                </c:pt>
                <c:pt idx="3824" formatCode="yyyy\-mm\-dd">
                  <c:v>45167</c:v>
                </c:pt>
                <c:pt idx="3825" formatCode="yyyy\-mm\-dd">
                  <c:v>45168</c:v>
                </c:pt>
                <c:pt idx="3826" formatCode="yyyy\-mm\-dd">
                  <c:v>45169</c:v>
                </c:pt>
                <c:pt idx="3827" formatCode="yyyy\-mm\-dd">
                  <c:v>45170</c:v>
                </c:pt>
                <c:pt idx="3828" formatCode="yyyy\-mm\-dd">
                  <c:v>45171</c:v>
                </c:pt>
                <c:pt idx="3829" formatCode="yyyy\-mm\-dd">
                  <c:v>45172</c:v>
                </c:pt>
                <c:pt idx="3830" formatCode="yyyy\-mm\-dd">
                  <c:v>45173</c:v>
                </c:pt>
                <c:pt idx="3831" formatCode="yyyy\-mm\-dd">
                  <c:v>45174</c:v>
                </c:pt>
                <c:pt idx="3832" formatCode="yyyy\-mm\-dd">
                  <c:v>45175</c:v>
                </c:pt>
                <c:pt idx="3833" formatCode="yyyy\-mm\-dd">
                  <c:v>45176</c:v>
                </c:pt>
                <c:pt idx="3834" formatCode="yyyy\-mm\-dd">
                  <c:v>45177</c:v>
                </c:pt>
                <c:pt idx="3835" formatCode="yyyy\-mm\-dd">
                  <c:v>45178</c:v>
                </c:pt>
                <c:pt idx="3836" formatCode="yyyy\-mm\-dd">
                  <c:v>45179</c:v>
                </c:pt>
                <c:pt idx="3837" formatCode="yyyy\-mm\-dd">
                  <c:v>45180</c:v>
                </c:pt>
                <c:pt idx="3838" formatCode="yyyy\-mm\-dd">
                  <c:v>45181</c:v>
                </c:pt>
                <c:pt idx="3839" formatCode="yyyy\-mm\-dd">
                  <c:v>45182</c:v>
                </c:pt>
                <c:pt idx="3840" formatCode="yyyy\-mm\-dd">
                  <c:v>45183</c:v>
                </c:pt>
                <c:pt idx="3841" formatCode="yyyy\-mm\-dd">
                  <c:v>45184</c:v>
                </c:pt>
                <c:pt idx="3842" formatCode="yyyy\-mm\-dd">
                  <c:v>45185</c:v>
                </c:pt>
                <c:pt idx="3843" formatCode="yyyy\-mm\-dd">
                  <c:v>45186</c:v>
                </c:pt>
                <c:pt idx="3844" formatCode="yyyy\-mm\-dd">
                  <c:v>45187</c:v>
                </c:pt>
                <c:pt idx="3845" formatCode="yyyy\-mm\-dd">
                  <c:v>45188</c:v>
                </c:pt>
                <c:pt idx="3846" formatCode="yyyy\-mm\-dd">
                  <c:v>45189</c:v>
                </c:pt>
                <c:pt idx="3847" formatCode="yyyy\-mm\-dd">
                  <c:v>45190</c:v>
                </c:pt>
                <c:pt idx="3848" formatCode="yyyy\-mm\-dd">
                  <c:v>45191</c:v>
                </c:pt>
                <c:pt idx="3849" formatCode="yyyy\-mm\-dd">
                  <c:v>45192</c:v>
                </c:pt>
                <c:pt idx="3850" formatCode="yyyy\-mm\-dd">
                  <c:v>45193</c:v>
                </c:pt>
                <c:pt idx="3851" formatCode="yyyy\-mm\-dd">
                  <c:v>45194</c:v>
                </c:pt>
                <c:pt idx="3852" formatCode="yyyy\-mm\-dd">
                  <c:v>45195</c:v>
                </c:pt>
                <c:pt idx="3853" formatCode="yyyy\-mm\-dd">
                  <c:v>45196</c:v>
                </c:pt>
                <c:pt idx="3854" formatCode="yyyy\-mm\-dd">
                  <c:v>45197</c:v>
                </c:pt>
                <c:pt idx="3855" formatCode="yyyy\-mm\-dd">
                  <c:v>45198</c:v>
                </c:pt>
                <c:pt idx="3856" formatCode="yyyy\-mm\-dd">
                  <c:v>45199</c:v>
                </c:pt>
                <c:pt idx="3857" formatCode="yyyy\-mm\-dd">
                  <c:v>45200</c:v>
                </c:pt>
                <c:pt idx="3858" formatCode="yyyy\-mm\-dd">
                  <c:v>45201</c:v>
                </c:pt>
                <c:pt idx="3859" formatCode="yyyy\-mm\-dd">
                  <c:v>45202</c:v>
                </c:pt>
                <c:pt idx="3860" formatCode="yyyy\-mm\-dd">
                  <c:v>45203</c:v>
                </c:pt>
                <c:pt idx="3861" formatCode="yyyy\-mm\-dd">
                  <c:v>45204</c:v>
                </c:pt>
                <c:pt idx="3862" formatCode="yyyy\-mm\-dd">
                  <c:v>45205</c:v>
                </c:pt>
                <c:pt idx="3863" formatCode="yyyy\-mm\-dd">
                  <c:v>45206</c:v>
                </c:pt>
                <c:pt idx="3864" formatCode="yyyy\-mm\-dd">
                  <c:v>45207</c:v>
                </c:pt>
                <c:pt idx="3865" formatCode="yyyy\-mm\-dd">
                  <c:v>45208</c:v>
                </c:pt>
                <c:pt idx="3866" formatCode="yyyy\-mm\-dd">
                  <c:v>45209</c:v>
                </c:pt>
                <c:pt idx="3867" formatCode="yyyy\-mm\-dd">
                  <c:v>45210</c:v>
                </c:pt>
                <c:pt idx="3868" formatCode="yyyy\-mm\-dd">
                  <c:v>45211</c:v>
                </c:pt>
                <c:pt idx="3869" formatCode="yyyy\-mm\-dd">
                  <c:v>45212</c:v>
                </c:pt>
                <c:pt idx="3870" formatCode="yyyy\-mm\-dd">
                  <c:v>45213</c:v>
                </c:pt>
                <c:pt idx="3871" formatCode="yyyy\-mm\-dd">
                  <c:v>45214</c:v>
                </c:pt>
                <c:pt idx="3872" formatCode="yyyy\-mm\-dd">
                  <c:v>45215</c:v>
                </c:pt>
                <c:pt idx="3873" formatCode="yyyy\-mm\-dd">
                  <c:v>45216</c:v>
                </c:pt>
                <c:pt idx="3874" formatCode="yyyy\-mm\-dd">
                  <c:v>45217</c:v>
                </c:pt>
                <c:pt idx="3875" formatCode="yyyy\-mm\-dd">
                  <c:v>45218</c:v>
                </c:pt>
                <c:pt idx="3876" formatCode="yyyy\-mm\-dd">
                  <c:v>45219</c:v>
                </c:pt>
                <c:pt idx="3877" formatCode="yyyy\-mm\-dd">
                  <c:v>45220</c:v>
                </c:pt>
                <c:pt idx="3878" formatCode="yyyy\-mm\-dd">
                  <c:v>45221</c:v>
                </c:pt>
                <c:pt idx="3879" formatCode="yyyy\-mm\-dd">
                  <c:v>45222</c:v>
                </c:pt>
                <c:pt idx="3880" formatCode="yyyy\-mm\-dd">
                  <c:v>45223</c:v>
                </c:pt>
                <c:pt idx="3881" formatCode="yyyy\-mm\-dd">
                  <c:v>45224</c:v>
                </c:pt>
                <c:pt idx="3882" formatCode="yyyy\-mm\-dd">
                  <c:v>45225</c:v>
                </c:pt>
                <c:pt idx="3883" formatCode="yyyy\-mm\-dd">
                  <c:v>45226</c:v>
                </c:pt>
                <c:pt idx="3884" formatCode="yyyy\-mm\-dd">
                  <c:v>45227</c:v>
                </c:pt>
                <c:pt idx="3885" formatCode="yyyy\-mm\-dd">
                  <c:v>45228</c:v>
                </c:pt>
                <c:pt idx="3886" formatCode="yyyy\-mm\-dd">
                  <c:v>45229</c:v>
                </c:pt>
                <c:pt idx="3887" formatCode="yyyy\-mm\-dd">
                  <c:v>45230</c:v>
                </c:pt>
                <c:pt idx="3888" formatCode="yyyy\-mm\-dd">
                  <c:v>45231</c:v>
                </c:pt>
                <c:pt idx="3889" formatCode="yyyy\-mm\-dd">
                  <c:v>45232</c:v>
                </c:pt>
                <c:pt idx="3890" formatCode="yyyy\-mm\-dd">
                  <c:v>45233</c:v>
                </c:pt>
                <c:pt idx="3891" formatCode="yyyy\-mm\-dd">
                  <c:v>45234</c:v>
                </c:pt>
                <c:pt idx="3892" formatCode="yyyy\-mm\-dd">
                  <c:v>45235</c:v>
                </c:pt>
                <c:pt idx="3893" formatCode="yyyy\-mm\-dd">
                  <c:v>45236</c:v>
                </c:pt>
                <c:pt idx="3894" formatCode="yyyy\-mm\-dd">
                  <c:v>45237</c:v>
                </c:pt>
                <c:pt idx="3895" formatCode="yyyy\-mm\-dd">
                  <c:v>45238</c:v>
                </c:pt>
                <c:pt idx="3896" formatCode="yyyy\-mm\-dd">
                  <c:v>45239</c:v>
                </c:pt>
                <c:pt idx="3897" formatCode="yyyy\-mm\-dd">
                  <c:v>45240</c:v>
                </c:pt>
                <c:pt idx="3898" formatCode="yyyy\-mm\-dd">
                  <c:v>45241</c:v>
                </c:pt>
                <c:pt idx="3899" formatCode="yyyy\-mm\-dd">
                  <c:v>45242</c:v>
                </c:pt>
                <c:pt idx="3900" formatCode="yyyy\-mm\-dd">
                  <c:v>45243</c:v>
                </c:pt>
                <c:pt idx="3901" formatCode="yyyy\-mm\-dd">
                  <c:v>45244</c:v>
                </c:pt>
                <c:pt idx="3902" formatCode="yyyy\-mm\-dd">
                  <c:v>45245</c:v>
                </c:pt>
                <c:pt idx="3903" formatCode="yyyy\-mm\-dd">
                  <c:v>45246</c:v>
                </c:pt>
                <c:pt idx="3904" formatCode="yyyy\-mm\-dd">
                  <c:v>45247</c:v>
                </c:pt>
                <c:pt idx="3905" formatCode="yyyy\-mm\-dd">
                  <c:v>45248</c:v>
                </c:pt>
                <c:pt idx="3906" formatCode="yyyy\-mm\-dd">
                  <c:v>45249</c:v>
                </c:pt>
                <c:pt idx="3907" formatCode="yyyy\-mm\-dd">
                  <c:v>45250</c:v>
                </c:pt>
                <c:pt idx="3908" formatCode="yyyy\-mm\-dd">
                  <c:v>45251</c:v>
                </c:pt>
                <c:pt idx="3909" formatCode="yyyy\-mm\-dd">
                  <c:v>45252</c:v>
                </c:pt>
                <c:pt idx="3910" formatCode="yyyy\-mm\-dd">
                  <c:v>45253</c:v>
                </c:pt>
                <c:pt idx="3911" formatCode="yyyy\-mm\-dd">
                  <c:v>45254</c:v>
                </c:pt>
                <c:pt idx="3912" formatCode="yyyy\-mm\-dd">
                  <c:v>45255</c:v>
                </c:pt>
                <c:pt idx="3913" formatCode="yyyy\-mm\-dd">
                  <c:v>45256</c:v>
                </c:pt>
                <c:pt idx="3914" formatCode="yyyy\-mm\-dd">
                  <c:v>45257</c:v>
                </c:pt>
                <c:pt idx="3915" formatCode="yyyy\-mm\-dd">
                  <c:v>45258</c:v>
                </c:pt>
                <c:pt idx="3916" formatCode="yyyy\-mm\-dd">
                  <c:v>45259</c:v>
                </c:pt>
                <c:pt idx="3917" formatCode="yyyy\-mm\-dd">
                  <c:v>45260</c:v>
                </c:pt>
                <c:pt idx="3918" formatCode="yyyy\-mm\-dd">
                  <c:v>45261</c:v>
                </c:pt>
                <c:pt idx="3919" formatCode="yyyy\-mm\-dd">
                  <c:v>45262</c:v>
                </c:pt>
                <c:pt idx="3920" formatCode="yyyy\-mm\-dd">
                  <c:v>45263</c:v>
                </c:pt>
                <c:pt idx="3921" formatCode="yyyy\-mm\-dd">
                  <c:v>45264</c:v>
                </c:pt>
                <c:pt idx="3922" formatCode="yyyy\-mm\-dd">
                  <c:v>45265</c:v>
                </c:pt>
                <c:pt idx="3923" formatCode="yyyy\-mm\-dd">
                  <c:v>45266</c:v>
                </c:pt>
                <c:pt idx="3924" formatCode="yyyy\-mm\-dd">
                  <c:v>45267</c:v>
                </c:pt>
                <c:pt idx="3925" formatCode="yyyy\-mm\-dd">
                  <c:v>45268</c:v>
                </c:pt>
                <c:pt idx="3926" formatCode="yyyy\-mm\-dd">
                  <c:v>45269</c:v>
                </c:pt>
                <c:pt idx="3927" formatCode="yyyy\-mm\-dd">
                  <c:v>45270</c:v>
                </c:pt>
                <c:pt idx="3928" formatCode="yyyy\-mm\-dd">
                  <c:v>45271</c:v>
                </c:pt>
                <c:pt idx="3929" formatCode="yyyy\-mm\-dd">
                  <c:v>45272</c:v>
                </c:pt>
                <c:pt idx="3930" formatCode="yyyy\-mm\-dd">
                  <c:v>45273</c:v>
                </c:pt>
                <c:pt idx="3931" formatCode="yyyy\-mm\-dd">
                  <c:v>45274</c:v>
                </c:pt>
                <c:pt idx="3932" formatCode="yyyy\-mm\-dd">
                  <c:v>45275</c:v>
                </c:pt>
                <c:pt idx="3933" formatCode="yyyy\-mm\-dd">
                  <c:v>45276</c:v>
                </c:pt>
                <c:pt idx="3934" formatCode="yyyy\-mm\-dd">
                  <c:v>45277</c:v>
                </c:pt>
                <c:pt idx="3935" formatCode="yyyy\-mm\-dd">
                  <c:v>45278</c:v>
                </c:pt>
                <c:pt idx="3936" formatCode="yyyy\-mm\-dd">
                  <c:v>45279</c:v>
                </c:pt>
                <c:pt idx="3937" formatCode="yyyy\-mm\-dd">
                  <c:v>45280</c:v>
                </c:pt>
                <c:pt idx="3938" formatCode="yyyy\-mm\-dd">
                  <c:v>45281</c:v>
                </c:pt>
                <c:pt idx="3939" formatCode="yyyy\-mm\-dd">
                  <c:v>45282</c:v>
                </c:pt>
                <c:pt idx="3940" formatCode="yyyy\-mm\-dd">
                  <c:v>45283</c:v>
                </c:pt>
                <c:pt idx="3941" formatCode="yyyy\-mm\-dd">
                  <c:v>45284</c:v>
                </c:pt>
                <c:pt idx="3942" formatCode="yyyy\-mm\-dd">
                  <c:v>45285</c:v>
                </c:pt>
                <c:pt idx="3943" formatCode="yyyy\-mm\-dd">
                  <c:v>45286</c:v>
                </c:pt>
                <c:pt idx="3944" formatCode="yyyy\-mm\-dd">
                  <c:v>45287</c:v>
                </c:pt>
                <c:pt idx="3945" formatCode="yyyy\-mm\-dd">
                  <c:v>45288</c:v>
                </c:pt>
                <c:pt idx="3946" formatCode="yyyy\-mm\-dd">
                  <c:v>45289</c:v>
                </c:pt>
                <c:pt idx="3947" formatCode="yyyy\-mm\-dd">
                  <c:v>45290</c:v>
                </c:pt>
                <c:pt idx="3948" formatCode="yyyy\-mm\-dd">
                  <c:v>45291</c:v>
                </c:pt>
                <c:pt idx="3949" formatCode="yyyy\-mm\-dd">
                  <c:v>45292</c:v>
                </c:pt>
                <c:pt idx="3950" formatCode="yyyy\-mm\-dd">
                  <c:v>45293</c:v>
                </c:pt>
                <c:pt idx="3951" formatCode="yyyy\-mm\-dd">
                  <c:v>45294</c:v>
                </c:pt>
                <c:pt idx="3952" formatCode="yyyy\-mm\-dd">
                  <c:v>45295</c:v>
                </c:pt>
                <c:pt idx="3953" formatCode="yyyy\-mm\-dd">
                  <c:v>45296</c:v>
                </c:pt>
                <c:pt idx="3954" formatCode="yyyy\-mm\-dd">
                  <c:v>45297</c:v>
                </c:pt>
                <c:pt idx="3955" formatCode="yyyy\-mm\-dd">
                  <c:v>45298</c:v>
                </c:pt>
                <c:pt idx="3956" formatCode="yyyy\-mm\-dd">
                  <c:v>45299</c:v>
                </c:pt>
                <c:pt idx="3957" formatCode="yyyy\-mm\-dd">
                  <c:v>45300</c:v>
                </c:pt>
                <c:pt idx="3958" formatCode="yyyy\-mm\-dd">
                  <c:v>45301</c:v>
                </c:pt>
                <c:pt idx="3959" formatCode="yyyy\-mm\-dd">
                  <c:v>45302</c:v>
                </c:pt>
                <c:pt idx="3960" formatCode="yyyy\-mm\-dd">
                  <c:v>45303</c:v>
                </c:pt>
                <c:pt idx="3961" formatCode="yyyy\-mm\-dd">
                  <c:v>45304</c:v>
                </c:pt>
                <c:pt idx="3962" formatCode="yyyy\-mm\-dd">
                  <c:v>45305</c:v>
                </c:pt>
                <c:pt idx="3963" formatCode="yyyy\-mm\-dd">
                  <c:v>45306</c:v>
                </c:pt>
                <c:pt idx="3964" formatCode="yyyy\-mm\-dd">
                  <c:v>45307</c:v>
                </c:pt>
                <c:pt idx="3965" formatCode="yyyy\-mm\-dd">
                  <c:v>45308</c:v>
                </c:pt>
                <c:pt idx="3966" formatCode="yyyy\-mm\-dd">
                  <c:v>45309</c:v>
                </c:pt>
                <c:pt idx="3967" formatCode="yyyy\-mm\-dd">
                  <c:v>45310</c:v>
                </c:pt>
                <c:pt idx="3968" formatCode="yyyy\-mm\-dd">
                  <c:v>45311</c:v>
                </c:pt>
                <c:pt idx="3969" formatCode="yyyy\-mm\-dd">
                  <c:v>45312</c:v>
                </c:pt>
                <c:pt idx="3970" formatCode="yyyy\-mm\-dd">
                  <c:v>45313</c:v>
                </c:pt>
                <c:pt idx="3971" formatCode="yyyy\-mm\-dd">
                  <c:v>45314</c:v>
                </c:pt>
                <c:pt idx="3972" formatCode="yyyy\-mm\-dd">
                  <c:v>45315</c:v>
                </c:pt>
                <c:pt idx="3973" formatCode="yyyy\-mm\-dd">
                  <c:v>45316</c:v>
                </c:pt>
                <c:pt idx="3974" formatCode="yyyy\-mm\-dd">
                  <c:v>45317</c:v>
                </c:pt>
                <c:pt idx="3975" formatCode="yyyy\-mm\-dd">
                  <c:v>45318</c:v>
                </c:pt>
                <c:pt idx="3976" formatCode="yyyy\-mm\-dd">
                  <c:v>45319</c:v>
                </c:pt>
                <c:pt idx="3977" formatCode="yyyy\-mm\-dd">
                  <c:v>45320</c:v>
                </c:pt>
                <c:pt idx="3978" formatCode="yyyy\-mm\-dd">
                  <c:v>45321</c:v>
                </c:pt>
                <c:pt idx="3979" formatCode="yyyy\-mm\-dd">
                  <c:v>45322</c:v>
                </c:pt>
                <c:pt idx="3980" formatCode="yyyy\-mm\-dd">
                  <c:v>45323</c:v>
                </c:pt>
                <c:pt idx="3981" formatCode="yyyy\-mm\-dd">
                  <c:v>45324</c:v>
                </c:pt>
                <c:pt idx="3982" formatCode="yyyy\-mm\-dd">
                  <c:v>45325</c:v>
                </c:pt>
                <c:pt idx="3983" formatCode="yyyy\-mm\-dd">
                  <c:v>45326</c:v>
                </c:pt>
                <c:pt idx="3984" formatCode="yyyy\-mm\-dd">
                  <c:v>45327</c:v>
                </c:pt>
                <c:pt idx="3985" formatCode="yyyy\-mm\-dd">
                  <c:v>45328</c:v>
                </c:pt>
                <c:pt idx="3986" formatCode="yyyy\-mm\-dd">
                  <c:v>45329</c:v>
                </c:pt>
                <c:pt idx="3987" formatCode="yyyy\-mm\-dd">
                  <c:v>45330</c:v>
                </c:pt>
                <c:pt idx="3988" formatCode="yyyy\-mm\-dd">
                  <c:v>45331</c:v>
                </c:pt>
                <c:pt idx="3989" formatCode="yyyy\-mm\-dd">
                  <c:v>45332</c:v>
                </c:pt>
                <c:pt idx="3990" formatCode="yyyy\-mm\-dd">
                  <c:v>45333</c:v>
                </c:pt>
                <c:pt idx="3991" formatCode="yyyy\-mm\-dd">
                  <c:v>45334</c:v>
                </c:pt>
                <c:pt idx="3992" formatCode="yyyy\-mm\-dd">
                  <c:v>45335</c:v>
                </c:pt>
                <c:pt idx="3993" formatCode="yyyy\-mm\-dd">
                  <c:v>45336</c:v>
                </c:pt>
                <c:pt idx="3994" formatCode="yyyy\-mm\-dd">
                  <c:v>45337</c:v>
                </c:pt>
                <c:pt idx="3995" formatCode="yyyy\-mm\-dd">
                  <c:v>45338</c:v>
                </c:pt>
                <c:pt idx="3996" formatCode="yyyy\-mm\-dd">
                  <c:v>45339</c:v>
                </c:pt>
                <c:pt idx="3997" formatCode="yyyy\-mm\-dd">
                  <c:v>45340</c:v>
                </c:pt>
                <c:pt idx="3998" formatCode="yyyy\-mm\-dd">
                  <c:v>45341</c:v>
                </c:pt>
                <c:pt idx="3999" formatCode="yyyy\-mm\-dd">
                  <c:v>45342</c:v>
                </c:pt>
                <c:pt idx="4000" formatCode="yyyy\-mm\-dd">
                  <c:v>45343</c:v>
                </c:pt>
                <c:pt idx="4001" formatCode="yyyy\-mm\-dd">
                  <c:v>45344</c:v>
                </c:pt>
                <c:pt idx="4002" formatCode="yyyy\-mm\-dd">
                  <c:v>45345</c:v>
                </c:pt>
                <c:pt idx="4003" formatCode="yyyy\-mm\-dd">
                  <c:v>45346</c:v>
                </c:pt>
                <c:pt idx="4004" formatCode="yyyy\-mm\-dd">
                  <c:v>45347</c:v>
                </c:pt>
                <c:pt idx="4005" formatCode="yyyy\-mm\-dd">
                  <c:v>45348</c:v>
                </c:pt>
                <c:pt idx="4006" formatCode="yyyy\-mm\-dd">
                  <c:v>45349</c:v>
                </c:pt>
                <c:pt idx="4007" formatCode="yyyy\-mm\-dd">
                  <c:v>45350</c:v>
                </c:pt>
                <c:pt idx="4008" formatCode="yyyy\-mm\-dd">
                  <c:v>45351</c:v>
                </c:pt>
                <c:pt idx="4009" formatCode="yyyy\-mm\-dd">
                  <c:v>45352</c:v>
                </c:pt>
              </c:numCache>
            </c:numRef>
          </c:cat>
          <c:val>
            <c:numRef>
              <c:f>全球粮价!$K$12:$K$5003</c:f>
              <c:numCache>
                <c:formatCode>General</c:formatCode>
                <c:ptCount val="4992"/>
                <c:pt idx="84" formatCode="###,###,###,##0.0000">
                  <c:v>5.3925000000000001</c:v>
                </c:pt>
                <c:pt idx="85" formatCode="###,###,###,##0.0000">
                  <c:v>5.415</c:v>
                </c:pt>
                <c:pt idx="86" formatCode="###,###,###,##0.0000">
                  <c:v>5.26</c:v>
                </c:pt>
                <c:pt idx="87" formatCode="###,###,###,##0.0000">
                  <c:v>5.26</c:v>
                </c:pt>
                <c:pt idx="88" formatCode="###,###,###,##0.0000">
                  <c:v>5.2</c:v>
                </c:pt>
                <c:pt idx="89" formatCode="###,###,###,##0.0000">
                  <c:v>5.0599999999999996</c:v>
                </c:pt>
                <c:pt idx="90" formatCode="###,###,###,##0.0000">
                  <c:v>5.01</c:v>
                </c:pt>
                <c:pt idx="91" formatCode="###,###,###,##0.0000">
                  <c:v>4.9800000000000004</c:v>
                </c:pt>
                <c:pt idx="92" formatCode="###,###,###,##0.0000">
                  <c:v>4.9800000000000004</c:v>
                </c:pt>
                <c:pt idx="93" formatCode="###,###,###,##0.0000">
                  <c:v>4.97</c:v>
                </c:pt>
                <c:pt idx="94" formatCode="###,###,###,##0.0000">
                  <c:v>5.05</c:v>
                </c:pt>
                <c:pt idx="95" formatCode="###,###,###,##0.0000">
                  <c:v>5.17</c:v>
                </c:pt>
                <c:pt idx="96" formatCode="###,###,###,##0.0000">
                  <c:v>5.15</c:v>
                </c:pt>
                <c:pt idx="97" formatCode="###,###,###,##0.0000">
                  <c:v>5.0549999999999997</c:v>
                </c:pt>
                <c:pt idx="98" formatCode="###,###,###,##0.0000">
                  <c:v>5.14</c:v>
                </c:pt>
                <c:pt idx="99" formatCode="###,###,###,##0.0000">
                  <c:v>5.2</c:v>
                </c:pt>
                <c:pt idx="101" formatCode="###,###,###,##0.0000">
                  <c:v>5.05</c:v>
                </c:pt>
                <c:pt idx="102" formatCode="###,###,###,##0.0000">
                  <c:v>4.9800000000000004</c:v>
                </c:pt>
                <c:pt idx="108" formatCode="###,###,###,##0.0000">
                  <c:v>4.7</c:v>
                </c:pt>
                <c:pt idx="109" formatCode="###,###,###,##0.0000">
                  <c:v>4.79</c:v>
                </c:pt>
                <c:pt idx="112" formatCode="###,###,###,##0.0000">
                  <c:v>4.8499999999999996</c:v>
                </c:pt>
                <c:pt idx="113" formatCode="###,###,###,##0.0000">
                  <c:v>4.9800000000000004</c:v>
                </c:pt>
                <c:pt idx="114" formatCode="###,###,###,##0.0000">
                  <c:v>4.9974999999999996</c:v>
                </c:pt>
                <c:pt idx="115" formatCode="###,###,###,##0.0000">
                  <c:v>5.08</c:v>
                </c:pt>
                <c:pt idx="116" formatCode="###,###,###,##0.0000">
                  <c:v>5.07</c:v>
                </c:pt>
                <c:pt idx="117" formatCode="###,###,###,##0.0000">
                  <c:v>5.09</c:v>
                </c:pt>
                <c:pt idx="118" formatCode="###,###,###,##0.0000">
                  <c:v>5.0999999999999996</c:v>
                </c:pt>
                <c:pt idx="119" formatCode="###,###,###,##0.0000">
                  <c:v>5.08</c:v>
                </c:pt>
                <c:pt idx="120" formatCode="###,###,###,##0.0000">
                  <c:v>5.0999999999999996</c:v>
                </c:pt>
                <c:pt idx="121" formatCode="###,###,###,##0.0000">
                  <c:v>5.14</c:v>
                </c:pt>
                <c:pt idx="122" formatCode="###,###,###,##0.0000">
                  <c:v>5.07</c:v>
                </c:pt>
                <c:pt idx="123" formatCode="###,###,###,##0.0000">
                  <c:v>5.0449999999999999</c:v>
                </c:pt>
                <c:pt idx="124" formatCode="###,###,###,##0.0000">
                  <c:v>5</c:v>
                </c:pt>
                <c:pt idx="125" formatCode="###,###,###,##0.0000">
                  <c:v>5.21</c:v>
                </c:pt>
                <c:pt idx="126" formatCode="###,###,###,##0.0000">
                  <c:v>5.45</c:v>
                </c:pt>
                <c:pt idx="128" formatCode="###,###,###,##0.0000">
                  <c:v>5.48</c:v>
                </c:pt>
                <c:pt idx="129" formatCode="###,###,###,##0.0000">
                  <c:v>5.52</c:v>
                </c:pt>
                <c:pt idx="131" formatCode="###,###,###,##0.0000">
                  <c:v>5.95</c:v>
                </c:pt>
                <c:pt idx="132" formatCode="###,###,###,##0.0000">
                  <c:v>5.81</c:v>
                </c:pt>
                <c:pt idx="133" formatCode="###,###,###,##0.0000">
                  <c:v>5.76</c:v>
                </c:pt>
                <c:pt idx="134" formatCode="###,###,###,##0.0000">
                  <c:v>5.92</c:v>
                </c:pt>
                <c:pt idx="135" formatCode="###,###,###,##0.0000">
                  <c:v>5.94</c:v>
                </c:pt>
                <c:pt idx="136" formatCode="###,###,###,##0.0000">
                  <c:v>6.2625000000000002</c:v>
                </c:pt>
                <c:pt idx="137" formatCode="###,###,###,##0.0000">
                  <c:v>6.2</c:v>
                </c:pt>
                <c:pt idx="138" formatCode="###,###,###,##0.0000">
                  <c:v>6.1224999999999996</c:v>
                </c:pt>
                <c:pt idx="139" formatCode="###,###,###,##0.0000">
                  <c:v>6.07</c:v>
                </c:pt>
                <c:pt idx="140" formatCode="###,###,###,##0.0000">
                  <c:v>6.2</c:v>
                </c:pt>
                <c:pt idx="141" formatCode="###,###,###,##0.0000">
                  <c:v>6.3</c:v>
                </c:pt>
                <c:pt idx="142" formatCode="###,###,###,##0.0000">
                  <c:v>6.22</c:v>
                </c:pt>
                <c:pt idx="143" formatCode="###,###,###,##0.0000">
                  <c:v>6.16</c:v>
                </c:pt>
                <c:pt idx="144" formatCode="###,###,###,##0.0000">
                  <c:v>6.2</c:v>
                </c:pt>
                <c:pt idx="145" formatCode="###,###,###,##0.0000">
                  <c:v>6.4050000000000002</c:v>
                </c:pt>
                <c:pt idx="146" formatCode="###,###,###,##0.0000">
                  <c:v>6.49</c:v>
                </c:pt>
                <c:pt idx="148" formatCode="###,###,###,##0.0000">
                  <c:v>6.7949999999999999</c:v>
                </c:pt>
                <c:pt idx="149" formatCode="###,###,###,##0.0000">
                  <c:v>7.07</c:v>
                </c:pt>
                <c:pt idx="150" formatCode="###,###,###,##0.0000">
                  <c:v>6.89</c:v>
                </c:pt>
                <c:pt idx="151" formatCode="###,###,###,##0.0000">
                  <c:v>7.2575000000000003</c:v>
                </c:pt>
                <c:pt idx="152" formatCode="###,###,###,##0.0000">
                  <c:v>7.96</c:v>
                </c:pt>
                <c:pt idx="153" formatCode="###,###,###,##0.0000">
                  <c:v>7.41</c:v>
                </c:pt>
                <c:pt idx="154" formatCode="###,###,###,##0.0000">
                  <c:v>7.38</c:v>
                </c:pt>
                <c:pt idx="155" formatCode="###,###,###,##0.0000">
                  <c:v>7.19</c:v>
                </c:pt>
                <c:pt idx="156" formatCode="###,###,###,##0.0000">
                  <c:v>7.27</c:v>
                </c:pt>
                <c:pt idx="157" formatCode="###,###,###,##0.0000">
                  <c:v>7.46</c:v>
                </c:pt>
                <c:pt idx="158" formatCode="###,###,###,##0.0000">
                  <c:v>7.3250000000000002</c:v>
                </c:pt>
                <c:pt idx="159" formatCode="###,###,###,##0.0000">
                  <c:v>6.8875000000000002</c:v>
                </c:pt>
                <c:pt idx="160" formatCode="###,###,###,##0.0000">
                  <c:v>6.76</c:v>
                </c:pt>
                <c:pt idx="161" formatCode="###,###,###,##0.0000">
                  <c:v>6.76</c:v>
                </c:pt>
                <c:pt idx="162" formatCode="###,###,###,##0.0000">
                  <c:v>6.99</c:v>
                </c:pt>
                <c:pt idx="163" formatCode="###,###,###,##0.0000">
                  <c:v>6.97</c:v>
                </c:pt>
                <c:pt idx="164" formatCode="###,###,###,##0.0000">
                  <c:v>7.1</c:v>
                </c:pt>
                <c:pt idx="165" formatCode="###,###,###,##0.0000">
                  <c:v>6.9474999999999998</c:v>
                </c:pt>
                <c:pt idx="166" formatCode="###,###,###,##0.0000">
                  <c:v>6.73</c:v>
                </c:pt>
                <c:pt idx="167" formatCode="###,###,###,##0.0000">
                  <c:v>6.82</c:v>
                </c:pt>
                <c:pt idx="168" formatCode="###,###,###,##0.0000">
                  <c:v>7.03</c:v>
                </c:pt>
                <c:pt idx="169" formatCode="###,###,###,##0.0000">
                  <c:v>7.26</c:v>
                </c:pt>
                <c:pt idx="170" formatCode="###,###,###,##0.0000">
                  <c:v>7.18</c:v>
                </c:pt>
                <c:pt idx="171" formatCode="###,###,###,##0.0000">
                  <c:v>7.51</c:v>
                </c:pt>
                <c:pt idx="172" formatCode="###,###,###,##0.0000">
                  <c:v>7.59</c:v>
                </c:pt>
                <c:pt idx="174" formatCode="###,###,###,##0.0000">
                  <c:v>7.86</c:v>
                </c:pt>
                <c:pt idx="175" formatCode="###,###,###,##0.0000">
                  <c:v>7.78</c:v>
                </c:pt>
                <c:pt idx="176" formatCode="###,###,###,##0.0000">
                  <c:v>7.49</c:v>
                </c:pt>
                <c:pt idx="177" formatCode="###,###,###,##0.0000">
                  <c:v>7.73</c:v>
                </c:pt>
                <c:pt idx="178" formatCode="###,###,###,##0.0000">
                  <c:v>7.7175000000000002</c:v>
                </c:pt>
                <c:pt idx="179" formatCode="###,###,###,##0.0000">
                  <c:v>7.8</c:v>
                </c:pt>
                <c:pt idx="180" formatCode="###,###,###,##0.0000">
                  <c:v>7.72</c:v>
                </c:pt>
                <c:pt idx="182" formatCode="###,###,###,##0.0000">
                  <c:v>7.53</c:v>
                </c:pt>
                <c:pt idx="184" formatCode="###,###,###,##0.0000">
                  <c:v>7.7</c:v>
                </c:pt>
                <c:pt idx="189" formatCode="###,###,###,##0.0000">
                  <c:v>7.3150000000000004</c:v>
                </c:pt>
                <c:pt idx="190" formatCode="###,###,###,##0.0000">
                  <c:v>7.0975000000000001</c:v>
                </c:pt>
                <c:pt idx="191" formatCode="###,###,###,##0.0000">
                  <c:v>7.11</c:v>
                </c:pt>
                <c:pt idx="192" formatCode="###,###,###,##0.0000">
                  <c:v>7.02</c:v>
                </c:pt>
                <c:pt idx="193" formatCode="###,###,###,##0.0000">
                  <c:v>6.85</c:v>
                </c:pt>
                <c:pt idx="194" formatCode="###,###,###,##0.0000">
                  <c:v>6.75</c:v>
                </c:pt>
                <c:pt idx="195" formatCode="###,###,###,##0.0000">
                  <c:v>6.93</c:v>
                </c:pt>
                <c:pt idx="196" formatCode="###,###,###,##0.0000">
                  <c:v>6.91</c:v>
                </c:pt>
                <c:pt idx="199" formatCode="###,###,###,##0.0000">
                  <c:v>7.4924999999999997</c:v>
                </c:pt>
                <c:pt idx="200" formatCode="###,###,###,##0.0000">
                  <c:v>7.47</c:v>
                </c:pt>
                <c:pt idx="201" formatCode="###,###,###,##0.0000">
                  <c:v>7.45</c:v>
                </c:pt>
                <c:pt idx="202" formatCode="###,###,###,##0.0000">
                  <c:v>7.4275000000000002</c:v>
                </c:pt>
                <c:pt idx="203" formatCode="###,###,###,##0.0000">
                  <c:v>7.4074999999999998</c:v>
                </c:pt>
                <c:pt idx="204" formatCode="###,###,###,##0.0000">
                  <c:v>7.4450000000000003</c:v>
                </c:pt>
                <c:pt idx="205" formatCode="###,###,###,##0.0000">
                  <c:v>7.3</c:v>
                </c:pt>
                <c:pt idx="206" formatCode="###,###,###,##0.0000">
                  <c:v>7.1150000000000002</c:v>
                </c:pt>
                <c:pt idx="207" formatCode="###,###,###,##0.0000">
                  <c:v>7.28</c:v>
                </c:pt>
                <c:pt idx="208" formatCode="###,###,###,##0.0000">
                  <c:v>7.14</c:v>
                </c:pt>
                <c:pt idx="209" formatCode="###,###,###,##0.0000">
                  <c:v>7.2074999999999996</c:v>
                </c:pt>
                <c:pt idx="210" formatCode="###,###,###,##0.0000">
                  <c:v>7.24</c:v>
                </c:pt>
                <c:pt idx="211" formatCode="###,###,###,##0.0000">
                  <c:v>7.45</c:v>
                </c:pt>
                <c:pt idx="212" formatCode="###,###,###,##0.0000">
                  <c:v>7.55</c:v>
                </c:pt>
                <c:pt idx="213" formatCode="###,###,###,##0.0000">
                  <c:v>7.81</c:v>
                </c:pt>
                <c:pt idx="215" formatCode="###,###,###,##0.0000">
                  <c:v>7.82</c:v>
                </c:pt>
                <c:pt idx="216" formatCode="###,###,###,##0.0000">
                  <c:v>7.65</c:v>
                </c:pt>
                <c:pt idx="217" formatCode="###,###,###,##0.0000">
                  <c:v>7.57</c:v>
                </c:pt>
                <c:pt idx="218" formatCode="###,###,###,##0.0000">
                  <c:v>7.53</c:v>
                </c:pt>
                <c:pt idx="219" formatCode="###,###,###,##0.0000">
                  <c:v>7.76</c:v>
                </c:pt>
                <c:pt idx="220" formatCode="###,###,###,##0.0000">
                  <c:v>7.9375</c:v>
                </c:pt>
                <c:pt idx="221" formatCode="###,###,###,##0.0000">
                  <c:v>8.0399999999999991</c:v>
                </c:pt>
                <c:pt idx="222" formatCode="###,###,###,##0.0000">
                  <c:v>7.9175000000000004</c:v>
                </c:pt>
                <c:pt idx="223" formatCode="###,###,###,##0.0000">
                  <c:v>7.8</c:v>
                </c:pt>
                <c:pt idx="224" formatCode="###,###,###,##0.0000">
                  <c:v>7.84</c:v>
                </c:pt>
                <c:pt idx="225" formatCode="###,###,###,##0.0000">
                  <c:v>7.5425000000000004</c:v>
                </c:pt>
                <c:pt idx="226" formatCode="###,###,###,##0.0000">
                  <c:v>7.65</c:v>
                </c:pt>
                <c:pt idx="227" formatCode="###,###,###,##0.0000">
                  <c:v>7.19</c:v>
                </c:pt>
                <c:pt idx="228" formatCode="###,###,###,##0.0000">
                  <c:v>7.25</c:v>
                </c:pt>
                <c:pt idx="229" formatCode="###,###,###,##0.0000">
                  <c:v>7.43</c:v>
                </c:pt>
                <c:pt idx="230" formatCode="###,###,###,##0.0000">
                  <c:v>7.37</c:v>
                </c:pt>
                <c:pt idx="240" formatCode="###,###,###,##0.0000">
                  <c:v>8.44</c:v>
                </c:pt>
                <c:pt idx="241" formatCode="###,###,###,##0.0000">
                  <c:v>8.56</c:v>
                </c:pt>
                <c:pt idx="242" formatCode="###,###,###,##0.0000">
                  <c:v>8.4975000000000005</c:v>
                </c:pt>
                <c:pt idx="243" formatCode="###,###,###,##0.0000">
                  <c:v>8.4700000000000006</c:v>
                </c:pt>
                <c:pt idx="244" formatCode="###,###,###,##0.0000">
                  <c:v>8.51</c:v>
                </c:pt>
                <c:pt idx="245" formatCode="###,###,###,##0.0000">
                  <c:v>8.3800000000000008</c:v>
                </c:pt>
                <c:pt idx="246" formatCode="###,###,###,##0.0000">
                  <c:v>8.43</c:v>
                </c:pt>
                <c:pt idx="247" formatCode="###,###,###,##0.0000">
                  <c:v>8.26</c:v>
                </c:pt>
                <c:pt idx="248" formatCode="###,###,###,##0.0000">
                  <c:v>8.27</c:v>
                </c:pt>
                <c:pt idx="249" formatCode="###,###,###,##0.0000">
                  <c:v>8.1199999999999992</c:v>
                </c:pt>
                <c:pt idx="250" formatCode="###,###,###,##0.0000">
                  <c:v>8.19</c:v>
                </c:pt>
                <c:pt idx="252" formatCode="###,###,###,##0.0000">
                  <c:v>8.3000000000000007</c:v>
                </c:pt>
                <c:pt idx="253" formatCode="###,###,###,##0.0000">
                  <c:v>8.56</c:v>
                </c:pt>
                <c:pt idx="255" formatCode="###,###,###,##0.0000">
                  <c:v>8.5399999999999991</c:v>
                </c:pt>
                <c:pt idx="256" formatCode="###,###,###,##0.0000">
                  <c:v>8.51</c:v>
                </c:pt>
                <c:pt idx="257" formatCode="###,###,###,##0.0000">
                  <c:v>8.6824999999999992</c:v>
                </c:pt>
                <c:pt idx="258" formatCode="###,###,###,##0.0000">
                  <c:v>8.6925000000000008</c:v>
                </c:pt>
                <c:pt idx="259" formatCode="###,###,###,##0.0000">
                  <c:v>8.6925000000000008</c:v>
                </c:pt>
                <c:pt idx="260" formatCode="###,###,###,##0.0000">
                  <c:v>8.5474999999999994</c:v>
                </c:pt>
                <c:pt idx="261" formatCode="###,###,###,##0.0000">
                  <c:v>8.7100000000000009</c:v>
                </c:pt>
                <c:pt idx="262" formatCode="###,###,###,##0.0000">
                  <c:v>8.5500000000000007</c:v>
                </c:pt>
                <c:pt idx="263" formatCode="###,###,###,##0.0000">
                  <c:v>8.73</c:v>
                </c:pt>
                <c:pt idx="264" formatCode="###,###,###,##0.0000">
                  <c:v>8.52</c:v>
                </c:pt>
                <c:pt idx="265" formatCode="###,###,###,##0.0000">
                  <c:v>8.3699999999999992</c:v>
                </c:pt>
                <c:pt idx="266" formatCode="###,###,###,##0.0000">
                  <c:v>8.3224999999999998</c:v>
                </c:pt>
                <c:pt idx="267" formatCode="###,###,###,##0.0000">
                  <c:v>8.2449999999999992</c:v>
                </c:pt>
                <c:pt idx="268" formatCode="###,###,###,##0.0000">
                  <c:v>8.35</c:v>
                </c:pt>
                <c:pt idx="269" formatCode="###,###,###,##0.0000">
                  <c:v>8.4600000000000009</c:v>
                </c:pt>
                <c:pt idx="271" formatCode="###,###,###,##0.0000">
                  <c:v>8.36</c:v>
                </c:pt>
                <c:pt idx="272" formatCode="###,###,###,##0.0000">
                  <c:v>8.36</c:v>
                </c:pt>
                <c:pt idx="273" formatCode="###,###,###,##0.0000">
                  <c:v>8.66</c:v>
                </c:pt>
                <c:pt idx="274" formatCode="###,###,###,##0.0000">
                  <c:v>8.7200000000000006</c:v>
                </c:pt>
                <c:pt idx="275" formatCode="###,###,###,##0.0000">
                  <c:v>8.93</c:v>
                </c:pt>
                <c:pt idx="276" formatCode="###,###,###,##0.0000">
                  <c:v>9.0500000000000007</c:v>
                </c:pt>
                <c:pt idx="277" formatCode="###,###,###,##0.0000">
                  <c:v>9.08</c:v>
                </c:pt>
                <c:pt idx="278" formatCode="###,###,###,##0.0000">
                  <c:v>9.34</c:v>
                </c:pt>
                <c:pt idx="279" formatCode="###,###,###,##0.0000">
                  <c:v>9.2799999999999994</c:v>
                </c:pt>
                <c:pt idx="281" formatCode="###,###,###,##0.0000">
                  <c:v>9.2799999999999994</c:v>
                </c:pt>
                <c:pt idx="282" formatCode="###,###,###,##0.0000">
                  <c:v>9.18</c:v>
                </c:pt>
                <c:pt idx="283" formatCode="###,###,###,##0.0000">
                  <c:v>9.1300000000000008</c:v>
                </c:pt>
                <c:pt idx="284" formatCode="###,###,###,##0.0000">
                  <c:v>9.4600000000000009</c:v>
                </c:pt>
                <c:pt idx="285" formatCode="###,###,###,##0.0000">
                  <c:v>9.48</c:v>
                </c:pt>
                <c:pt idx="286" formatCode="###,###,###,##0.0000">
                  <c:v>9.42</c:v>
                </c:pt>
                <c:pt idx="287" formatCode="###,###,###,##0.0000">
                  <c:v>9.4700000000000006</c:v>
                </c:pt>
                <c:pt idx="288" formatCode="###,###,###,##0.0000">
                  <c:v>9.6300000000000008</c:v>
                </c:pt>
                <c:pt idx="289" formatCode="###,###,###,##0.0000">
                  <c:v>9.76</c:v>
                </c:pt>
                <c:pt idx="290" formatCode="###,###,###,##0.0000">
                  <c:v>9.5274999999999999</c:v>
                </c:pt>
                <c:pt idx="292" formatCode="###,###,###,##0.0000">
                  <c:v>9.57</c:v>
                </c:pt>
                <c:pt idx="293" formatCode="###,###,###,##0.0000">
                  <c:v>9.57</c:v>
                </c:pt>
                <c:pt idx="294" formatCode="###,###,###,##0.0000">
                  <c:v>9.31</c:v>
                </c:pt>
                <c:pt idx="295" formatCode="###,###,###,##0.0000">
                  <c:v>9.2799999999999994</c:v>
                </c:pt>
                <c:pt idx="296" formatCode="###,###,###,##0.0000">
                  <c:v>9.41</c:v>
                </c:pt>
                <c:pt idx="298" formatCode="###,###,###,##0.0000">
                  <c:v>9.1199999999999992</c:v>
                </c:pt>
                <c:pt idx="299" formatCode="###,###,###,##0.0000">
                  <c:v>8.5500000000000007</c:v>
                </c:pt>
                <c:pt idx="300" formatCode="###,###,###,##0.0000">
                  <c:v>8.56</c:v>
                </c:pt>
                <c:pt idx="301" formatCode="###,###,###,##0.0000">
                  <c:v>8.3725000000000005</c:v>
                </c:pt>
                <c:pt idx="302" formatCode="###,###,###,##0.0000">
                  <c:v>8.7624999999999993</c:v>
                </c:pt>
                <c:pt idx="303" formatCode="###,###,###,##0.0000">
                  <c:v>8.7624999999999993</c:v>
                </c:pt>
                <c:pt idx="304" formatCode="###,###,###,##0.0000">
                  <c:v>8.82</c:v>
                </c:pt>
                <c:pt idx="305" formatCode="###,###,###,##0.0000">
                  <c:v>8.74</c:v>
                </c:pt>
                <c:pt idx="306" formatCode="###,###,###,##0.0000">
                  <c:v>8.86</c:v>
                </c:pt>
                <c:pt idx="307" formatCode="###,###,###,##0.0000">
                  <c:v>8.99</c:v>
                </c:pt>
                <c:pt idx="308" formatCode="###,###,###,##0.0000">
                  <c:v>8.68</c:v>
                </c:pt>
                <c:pt idx="309" formatCode="###,###,###,##0.0000">
                  <c:v>8.4700000000000006</c:v>
                </c:pt>
                <c:pt idx="310" formatCode="###,###,###,##0.0000">
                  <c:v>8.24</c:v>
                </c:pt>
                <c:pt idx="311" formatCode="###,###,###,##0.0000">
                  <c:v>8.1</c:v>
                </c:pt>
                <c:pt idx="312" formatCode="###,###,###,##0.0000">
                  <c:v>7.9</c:v>
                </c:pt>
                <c:pt idx="313" formatCode="###,###,###,##0.0000">
                  <c:v>8.02</c:v>
                </c:pt>
                <c:pt idx="314" formatCode="###,###,###,##0.0000">
                  <c:v>8.02</c:v>
                </c:pt>
                <c:pt idx="315" formatCode="###,###,###,##0.0000">
                  <c:v>7.46</c:v>
                </c:pt>
                <c:pt idx="316" formatCode="###,###,###,##0.0000">
                  <c:v>7.89</c:v>
                </c:pt>
                <c:pt idx="317" formatCode="###,###,###,##0.0000">
                  <c:v>7.89</c:v>
                </c:pt>
                <c:pt idx="318" formatCode="###,###,###,##0.0000">
                  <c:v>8.06</c:v>
                </c:pt>
                <c:pt idx="320" formatCode="###,###,###,##0.0000">
                  <c:v>7.99</c:v>
                </c:pt>
                <c:pt idx="321" formatCode="###,###,###,##0.0000">
                  <c:v>8.25</c:v>
                </c:pt>
                <c:pt idx="322" formatCode="###,###,###,##0.0000">
                  <c:v>8.2100000000000009</c:v>
                </c:pt>
                <c:pt idx="323" formatCode="###,###,###,##0.0000">
                  <c:v>8.25</c:v>
                </c:pt>
                <c:pt idx="324" formatCode="###,###,###,##0.0000">
                  <c:v>8.4</c:v>
                </c:pt>
                <c:pt idx="325" formatCode="###,###,###,##0.0000">
                  <c:v>8.3000000000000007</c:v>
                </c:pt>
                <c:pt idx="326" formatCode="###,###,###,##0.0000">
                  <c:v>8.68</c:v>
                </c:pt>
                <c:pt idx="328" formatCode="###,###,###,##0.0000">
                  <c:v>8.52</c:v>
                </c:pt>
                <c:pt idx="329" formatCode="###,###,###,##0.0000">
                  <c:v>8.85</c:v>
                </c:pt>
                <c:pt idx="330" formatCode="###,###,###,##0.0000">
                  <c:v>8.81</c:v>
                </c:pt>
                <c:pt idx="331" formatCode="###,###,###,##0.0000">
                  <c:v>8.7200000000000006</c:v>
                </c:pt>
                <c:pt idx="332" formatCode="###,###,###,##0.0000">
                  <c:v>8.56</c:v>
                </c:pt>
                <c:pt idx="333" formatCode="###,###,###,##0.0000">
                  <c:v>8.8000000000000007</c:v>
                </c:pt>
                <c:pt idx="334" formatCode="###,###,###,##0.0000">
                  <c:v>8.7799999999999994</c:v>
                </c:pt>
                <c:pt idx="335" formatCode="###,###,###,##0.0000">
                  <c:v>8.3699999999999992</c:v>
                </c:pt>
                <c:pt idx="336" formatCode="###,###,###,##0.0000">
                  <c:v>8.31</c:v>
                </c:pt>
                <c:pt idx="337" formatCode="###,###,###,##0.0000">
                  <c:v>8.2200000000000006</c:v>
                </c:pt>
                <c:pt idx="338" formatCode="###,###,###,##0.0000">
                  <c:v>8.24</c:v>
                </c:pt>
                <c:pt idx="339" formatCode="###,###,###,##0.0000">
                  <c:v>8.49</c:v>
                </c:pt>
                <c:pt idx="340" formatCode="###,###,###,##0.0000">
                  <c:v>8.58</c:v>
                </c:pt>
                <c:pt idx="341" formatCode="###,###,###,##0.0000">
                  <c:v>8.5299999999999994</c:v>
                </c:pt>
                <c:pt idx="343" formatCode="###,###,###,##0.0000">
                  <c:v>8.6950000000000003</c:v>
                </c:pt>
                <c:pt idx="344" formatCode="###,###,###,##0.0000">
                  <c:v>8.9600000000000009</c:v>
                </c:pt>
                <c:pt idx="346" formatCode="###,###,###,##0.0000">
                  <c:v>8.52</c:v>
                </c:pt>
                <c:pt idx="349" formatCode="###,###,###,##0.0000">
                  <c:v>8.42</c:v>
                </c:pt>
                <c:pt idx="350" formatCode="###,###,###,##0.0000">
                  <c:v>8.3000000000000007</c:v>
                </c:pt>
                <c:pt idx="351" formatCode="###,###,###,##0.0000">
                  <c:v>8.32</c:v>
                </c:pt>
                <c:pt idx="352" formatCode="###,###,###,##0.0000">
                  <c:v>8.19</c:v>
                </c:pt>
                <c:pt idx="353" formatCode="###,###,###,##0.0000">
                  <c:v>8.01</c:v>
                </c:pt>
                <c:pt idx="354" formatCode="###,###,###,##0.0000">
                  <c:v>8.1199999999999992</c:v>
                </c:pt>
                <c:pt idx="355" formatCode="###,###,###,##0.0000">
                  <c:v>8.43</c:v>
                </c:pt>
                <c:pt idx="356" formatCode="###,###,###,##0.0000">
                  <c:v>8.5374999999999996</c:v>
                </c:pt>
                <c:pt idx="357" formatCode="###,###,###,##0.0000">
                  <c:v>8.2200000000000006</c:v>
                </c:pt>
                <c:pt idx="358" formatCode="###,###,###,##0.0000">
                  <c:v>7.98</c:v>
                </c:pt>
                <c:pt idx="359" formatCode="###,###,###,##0.0000">
                  <c:v>7.88</c:v>
                </c:pt>
                <c:pt idx="360" formatCode="###,###,###,##0.0000">
                  <c:v>7.97</c:v>
                </c:pt>
                <c:pt idx="361" formatCode="###,###,###,##0.0000">
                  <c:v>8.24</c:v>
                </c:pt>
                <c:pt idx="362" formatCode="###,###,###,##0.0000">
                  <c:v>8.77</c:v>
                </c:pt>
                <c:pt idx="363" formatCode="###,###,###,##0.0000">
                  <c:v>8.7200000000000006</c:v>
                </c:pt>
                <c:pt idx="364" formatCode="###,###,###,##0.0000">
                  <c:v>8.67</c:v>
                </c:pt>
                <c:pt idx="365" formatCode="###,###,###,##0.0000">
                  <c:v>8.6300000000000008</c:v>
                </c:pt>
                <c:pt idx="366" formatCode="###,###,###,##0.0000">
                  <c:v>8.3699999999999992</c:v>
                </c:pt>
                <c:pt idx="367" formatCode="###,###,###,##0.0000">
                  <c:v>8.6649999999999991</c:v>
                </c:pt>
                <c:pt idx="368" formatCode="###,###,###,##0.0000">
                  <c:v>8.8975000000000009</c:v>
                </c:pt>
                <c:pt idx="371" formatCode="###,###,###,##0.0000">
                  <c:v>8.57</c:v>
                </c:pt>
                <c:pt idx="372" formatCode="###,###,###,##0.0000">
                  <c:v>8.34</c:v>
                </c:pt>
                <c:pt idx="373" formatCode="###,###,###,##0.0000">
                  <c:v>8.4700000000000006</c:v>
                </c:pt>
                <c:pt idx="374" formatCode="###,###,###,##0.0000">
                  <c:v>8.51</c:v>
                </c:pt>
                <c:pt idx="375" formatCode="###,###,###,##0.0000">
                  <c:v>8.2200000000000006</c:v>
                </c:pt>
                <c:pt idx="376" formatCode="###,###,###,##0.0000">
                  <c:v>8.11</c:v>
                </c:pt>
                <c:pt idx="378" formatCode="###,###,###,##0.0000">
                  <c:v>8.1300000000000008</c:v>
                </c:pt>
                <c:pt idx="379" formatCode="###,###,###,##0.0000">
                  <c:v>8.24</c:v>
                </c:pt>
                <c:pt idx="380" formatCode="###,###,###,##0.0000">
                  <c:v>8.08</c:v>
                </c:pt>
                <c:pt idx="381" formatCode="###,###,###,##0.0000">
                  <c:v>8.0124999999999993</c:v>
                </c:pt>
                <c:pt idx="383" formatCode="###,###,###,##0.0000">
                  <c:v>7.38</c:v>
                </c:pt>
                <c:pt idx="384" formatCode="###,###,###,##0.0000">
                  <c:v>7.43</c:v>
                </c:pt>
                <c:pt idx="385" formatCode="###,###,###,##0.0000">
                  <c:v>7.32</c:v>
                </c:pt>
                <c:pt idx="386" formatCode="###,###,###,##0.0000">
                  <c:v>7.47</c:v>
                </c:pt>
                <c:pt idx="388" formatCode="###,###,###,##0.0000">
                  <c:v>7.24</c:v>
                </c:pt>
                <c:pt idx="389" formatCode="###,###,###,##0.0000">
                  <c:v>7.0575000000000001</c:v>
                </c:pt>
                <c:pt idx="390" formatCode="###,###,###,##0.0000">
                  <c:v>6.95</c:v>
                </c:pt>
                <c:pt idx="391" formatCode="###,###,###,##0.0000">
                  <c:v>7.14</c:v>
                </c:pt>
                <c:pt idx="392" formatCode="###,###,###,##0.0000">
                  <c:v>7.16</c:v>
                </c:pt>
                <c:pt idx="393" formatCode="###,###,###,##0.0000">
                  <c:v>6.62</c:v>
                </c:pt>
                <c:pt idx="395" formatCode="###,###,###,##0.0000">
                  <c:v>6.6224999999999996</c:v>
                </c:pt>
                <c:pt idx="396" formatCode="###,###,###,##0.0000">
                  <c:v>6.8849999999999998</c:v>
                </c:pt>
                <c:pt idx="397" formatCode="###,###,###,##0.0000">
                  <c:v>6.81</c:v>
                </c:pt>
                <c:pt idx="398" formatCode="###,###,###,##0.0000">
                  <c:v>6.93</c:v>
                </c:pt>
                <c:pt idx="399" formatCode="###,###,###,##0.0000">
                  <c:v>7.11</c:v>
                </c:pt>
                <c:pt idx="400" formatCode="###,###,###,##0.0000">
                  <c:v>7.02</c:v>
                </c:pt>
                <c:pt idx="401" formatCode="###,###,###,##0.0000">
                  <c:v>7.35</c:v>
                </c:pt>
                <c:pt idx="402" formatCode="###,###,###,##0.0000">
                  <c:v>7.77</c:v>
                </c:pt>
                <c:pt idx="403" formatCode="###,###,###,##0.0000">
                  <c:v>7.62</c:v>
                </c:pt>
                <c:pt idx="404" formatCode="###,###,###,##0.0000">
                  <c:v>7.48</c:v>
                </c:pt>
                <c:pt idx="405" formatCode="###,###,###,##0.0000">
                  <c:v>7.3949999999999996</c:v>
                </c:pt>
                <c:pt idx="406" formatCode="###,###,###,##0.0000">
                  <c:v>7.4850000000000003</c:v>
                </c:pt>
                <c:pt idx="407" formatCode="###,###,###,##0.0000">
                  <c:v>7.45</c:v>
                </c:pt>
                <c:pt idx="408" formatCode="###,###,###,##0.0000">
                  <c:v>7.17</c:v>
                </c:pt>
                <c:pt idx="409" formatCode="###,###,###,##0.0000">
                  <c:v>7.35</c:v>
                </c:pt>
                <c:pt idx="410" formatCode="###,###,###,##0.0000">
                  <c:v>7.31</c:v>
                </c:pt>
                <c:pt idx="411" formatCode="###,###,###,##0.0000">
                  <c:v>7.37</c:v>
                </c:pt>
                <c:pt idx="412" formatCode="###,###,###,##0.0000">
                  <c:v>7.47</c:v>
                </c:pt>
                <c:pt idx="413" formatCode="###,###,###,##0.0000">
                  <c:v>7.4</c:v>
                </c:pt>
                <c:pt idx="415" formatCode="###,###,###,##0.0000">
                  <c:v>7.1550000000000002</c:v>
                </c:pt>
                <c:pt idx="416" formatCode="###,###,###,##0.0000">
                  <c:v>7.25</c:v>
                </c:pt>
                <c:pt idx="417" formatCode="###,###,###,##0.0000">
                  <c:v>7.67</c:v>
                </c:pt>
                <c:pt idx="418" formatCode="###,###,###,##0.0000">
                  <c:v>7.58</c:v>
                </c:pt>
                <c:pt idx="419" formatCode="###,###,###,##0.0000">
                  <c:v>7.22</c:v>
                </c:pt>
                <c:pt idx="420" formatCode="###,###,###,##0.0000">
                  <c:v>7.19</c:v>
                </c:pt>
                <c:pt idx="421" formatCode="###,###,###,##0.0000">
                  <c:v>6.915</c:v>
                </c:pt>
                <c:pt idx="422" formatCode="###,###,###,##0.0000">
                  <c:v>7.08</c:v>
                </c:pt>
                <c:pt idx="423" formatCode="###,###,###,##0.0000">
                  <c:v>7.25</c:v>
                </c:pt>
                <c:pt idx="424" formatCode="###,###,###,##0.0000">
                  <c:v>7.41</c:v>
                </c:pt>
                <c:pt idx="425" formatCode="###,###,###,##0.0000">
                  <c:v>7.4</c:v>
                </c:pt>
                <c:pt idx="426" formatCode="###,###,###,##0.0000">
                  <c:v>7.5</c:v>
                </c:pt>
                <c:pt idx="427" formatCode="###,###,###,##0.0000">
                  <c:v>7.59</c:v>
                </c:pt>
                <c:pt idx="428" formatCode="###,###,###,##0.0000">
                  <c:v>7.59</c:v>
                </c:pt>
                <c:pt idx="429" formatCode="###,###,###,##0.0000">
                  <c:v>7.43</c:v>
                </c:pt>
                <c:pt idx="430" formatCode="###,###,###,##0.0000">
                  <c:v>7.66</c:v>
                </c:pt>
                <c:pt idx="431" formatCode="###,###,###,##0.0000">
                  <c:v>7.71</c:v>
                </c:pt>
                <c:pt idx="432" formatCode="###,###,###,##0.0000">
                  <c:v>7.83</c:v>
                </c:pt>
                <c:pt idx="433" formatCode="###,###,###,##0.0000">
                  <c:v>7.79</c:v>
                </c:pt>
                <c:pt idx="434" formatCode="###,###,###,##0.0000">
                  <c:v>7.9024999999999999</c:v>
                </c:pt>
                <c:pt idx="435" formatCode="###,###,###,##0.0000">
                  <c:v>7.96</c:v>
                </c:pt>
                <c:pt idx="436" formatCode="###,###,###,##0.0000">
                  <c:v>7.9225000000000003</c:v>
                </c:pt>
                <c:pt idx="437" formatCode="###,###,###,##0.0000">
                  <c:v>7.92</c:v>
                </c:pt>
                <c:pt idx="438" formatCode="###,###,###,##0.0000">
                  <c:v>7.92</c:v>
                </c:pt>
                <c:pt idx="439" formatCode="###,###,###,##0.0000">
                  <c:v>7.79</c:v>
                </c:pt>
                <c:pt idx="441" formatCode="###,###,###,##0.0000">
                  <c:v>7.79</c:v>
                </c:pt>
                <c:pt idx="442" formatCode="###,###,###,##0.0000">
                  <c:v>7.79</c:v>
                </c:pt>
                <c:pt idx="443" formatCode="###,###,###,##0.0000">
                  <c:v>7.79</c:v>
                </c:pt>
                <c:pt idx="444" formatCode="###,###,###,##0.0000">
                  <c:v>7.93</c:v>
                </c:pt>
                <c:pt idx="445" formatCode="###,###,###,##0.0000">
                  <c:v>7.93</c:v>
                </c:pt>
                <c:pt idx="446" formatCode="###,###,###,##0.0000">
                  <c:v>7.93</c:v>
                </c:pt>
                <c:pt idx="447" formatCode="###,###,###,##0.0000">
                  <c:v>7.37</c:v>
                </c:pt>
                <c:pt idx="448" formatCode="###,###,###,##0.0000">
                  <c:v>7.4</c:v>
                </c:pt>
                <c:pt idx="449" formatCode="###,###,###,##0.0000">
                  <c:v>7.3</c:v>
                </c:pt>
                <c:pt idx="450" formatCode="###,###,###,##0.0000">
                  <c:v>7.22</c:v>
                </c:pt>
                <c:pt idx="451" formatCode="###,###,###,##0.0000">
                  <c:v>7.08</c:v>
                </c:pt>
                <c:pt idx="452" formatCode="###,###,###,##0.0000">
                  <c:v>7.1</c:v>
                </c:pt>
                <c:pt idx="453" formatCode="###,###,###,##0.0000">
                  <c:v>7.12</c:v>
                </c:pt>
                <c:pt idx="454" formatCode="###,###,###,##0.0000">
                  <c:v>6.0875000000000004</c:v>
                </c:pt>
                <c:pt idx="455" formatCode="###,###,###,##0.0000">
                  <c:v>6.88</c:v>
                </c:pt>
                <c:pt idx="456" formatCode="###,###,###,##0.0000">
                  <c:v>6.96</c:v>
                </c:pt>
                <c:pt idx="457" formatCode="###,###,###,##0.0000">
                  <c:v>7.06</c:v>
                </c:pt>
                <c:pt idx="458" formatCode="###,###,###,##0.0000">
                  <c:v>6.84</c:v>
                </c:pt>
                <c:pt idx="459" formatCode="###,###,###,##0.0000">
                  <c:v>7.07</c:v>
                </c:pt>
                <c:pt idx="460" formatCode="###,###,###,##0.0000">
                  <c:v>6.62</c:v>
                </c:pt>
                <c:pt idx="461" formatCode="###,###,###,##0.0000">
                  <c:v>6.87</c:v>
                </c:pt>
                <c:pt idx="462" formatCode="###,###,###,##0.0000">
                  <c:v>6.87</c:v>
                </c:pt>
                <c:pt idx="463" formatCode="###,###,###,##0.0000">
                  <c:v>6.9</c:v>
                </c:pt>
                <c:pt idx="464" formatCode="###,###,###,##0.0000">
                  <c:v>6.81</c:v>
                </c:pt>
                <c:pt idx="467" formatCode="###,###,###,##0.0000">
                  <c:v>6.73</c:v>
                </c:pt>
                <c:pt idx="468" formatCode="###,###,###,##0.0000">
                  <c:v>6.74</c:v>
                </c:pt>
                <c:pt idx="469" formatCode="###,###,###,##0.0000">
                  <c:v>7.22</c:v>
                </c:pt>
                <c:pt idx="470" formatCode="###,###,###,##0.0000">
                  <c:v>6.88</c:v>
                </c:pt>
                <c:pt idx="471" formatCode="###,###,###,##0.0000">
                  <c:v>6.81</c:v>
                </c:pt>
                <c:pt idx="472" formatCode="###,###,###,##0.0000">
                  <c:v>6.84</c:v>
                </c:pt>
                <c:pt idx="473" formatCode="###,###,###,##0.0000">
                  <c:v>6.86</c:v>
                </c:pt>
                <c:pt idx="474" formatCode="###,###,###,##0.0000">
                  <c:v>6.84</c:v>
                </c:pt>
                <c:pt idx="475" formatCode="###,###,###,##0.0000">
                  <c:v>6.81</c:v>
                </c:pt>
                <c:pt idx="476" formatCode="###,###,###,##0.0000">
                  <c:v>6.92</c:v>
                </c:pt>
                <c:pt idx="477" formatCode="###,###,###,##0.0000">
                  <c:v>6.93</c:v>
                </c:pt>
                <c:pt idx="478" formatCode="###,###,###,##0.0000">
                  <c:v>7.05</c:v>
                </c:pt>
                <c:pt idx="479" formatCode="###,###,###,##0.0000">
                  <c:v>6.99</c:v>
                </c:pt>
                <c:pt idx="480" formatCode="###,###,###,##0.0000">
                  <c:v>6.84</c:v>
                </c:pt>
                <c:pt idx="481" formatCode="###,###,###,##0.0000">
                  <c:v>7.09</c:v>
                </c:pt>
                <c:pt idx="482" formatCode="###,###,###,##0.0000">
                  <c:v>7.09</c:v>
                </c:pt>
                <c:pt idx="483" formatCode="###,###,###,##0.0000">
                  <c:v>7.09</c:v>
                </c:pt>
                <c:pt idx="484" formatCode="###,###,###,##0.0000">
                  <c:v>6.93</c:v>
                </c:pt>
                <c:pt idx="485" formatCode="###,###,###,##0.0000">
                  <c:v>7.06</c:v>
                </c:pt>
                <c:pt idx="486" formatCode="###,###,###,##0.0000">
                  <c:v>7.17</c:v>
                </c:pt>
                <c:pt idx="487" formatCode="###,###,###,##0.0000">
                  <c:v>7.17</c:v>
                </c:pt>
                <c:pt idx="488" formatCode="###,###,###,##0.0000">
                  <c:v>7.19</c:v>
                </c:pt>
                <c:pt idx="489" formatCode="###,###,###,##0.0000">
                  <c:v>7.38</c:v>
                </c:pt>
                <c:pt idx="490" formatCode="###,###,###,##0.0000">
                  <c:v>7.38</c:v>
                </c:pt>
                <c:pt idx="491" formatCode="###,###,###,##0.0000">
                  <c:v>6.95</c:v>
                </c:pt>
                <c:pt idx="492" formatCode="###,###,###,##0.0000">
                  <c:v>6.69</c:v>
                </c:pt>
                <c:pt idx="493" formatCode="###,###,###,##0.0000">
                  <c:v>6.91</c:v>
                </c:pt>
                <c:pt idx="494" formatCode="###,###,###,##0.0000">
                  <c:v>7.08</c:v>
                </c:pt>
                <c:pt idx="495" formatCode="###,###,###,##0.0000">
                  <c:v>6.89</c:v>
                </c:pt>
                <c:pt idx="496" formatCode="###,###,###,##0.0000">
                  <c:v>6.65</c:v>
                </c:pt>
                <c:pt idx="497" formatCode="###,###,###,##0.0000">
                  <c:v>6.69</c:v>
                </c:pt>
                <c:pt idx="498" formatCode="###,###,###,##0.0000">
                  <c:v>6.64</c:v>
                </c:pt>
                <c:pt idx="499" formatCode="###,###,###,##0.0000">
                  <c:v>6.61</c:v>
                </c:pt>
                <c:pt idx="500" formatCode="###,###,###,##0.0000">
                  <c:v>6.61</c:v>
                </c:pt>
                <c:pt idx="501" formatCode="###,###,###,##0.0000">
                  <c:v>6.61</c:v>
                </c:pt>
                <c:pt idx="502" formatCode="###,###,###,##0.0000">
                  <c:v>6.54</c:v>
                </c:pt>
                <c:pt idx="503" formatCode="###,###,###,##0.0000">
                  <c:v>6.5</c:v>
                </c:pt>
                <c:pt idx="504" formatCode="###,###,###,##0.0000">
                  <c:v>6.7</c:v>
                </c:pt>
                <c:pt idx="505" formatCode="###,###,###,##0.0000">
                  <c:v>6.71</c:v>
                </c:pt>
                <c:pt idx="506" formatCode="###,###,###,##0.0000">
                  <c:v>6.74</c:v>
                </c:pt>
                <c:pt idx="507" formatCode="###,###,###,##0.0000">
                  <c:v>6.74</c:v>
                </c:pt>
                <c:pt idx="508" formatCode="###,###,###,##0.0000">
                  <c:v>6.86</c:v>
                </c:pt>
                <c:pt idx="509" formatCode="###,###,###,##0.0000">
                  <c:v>6.67</c:v>
                </c:pt>
                <c:pt idx="510" formatCode="###,###,###,##0.0000">
                  <c:v>6.86</c:v>
                </c:pt>
                <c:pt idx="511" formatCode="###,###,###,##0.0000">
                  <c:v>6.62</c:v>
                </c:pt>
                <c:pt idx="512" formatCode="###,###,###,##0.0000">
                  <c:v>6.54</c:v>
                </c:pt>
                <c:pt idx="513" formatCode="###,###,###,##0.0000">
                  <c:v>6.52</c:v>
                </c:pt>
                <c:pt idx="514" formatCode="###,###,###,##0.0000">
                  <c:v>6.58</c:v>
                </c:pt>
                <c:pt idx="516" formatCode="###,###,###,##0.0000">
                  <c:v>6.32</c:v>
                </c:pt>
                <c:pt idx="517" formatCode="###,###,###,##0.0000">
                  <c:v>6.36</c:v>
                </c:pt>
                <c:pt idx="518" formatCode="###,###,###,##0.0000">
                  <c:v>6.53</c:v>
                </c:pt>
                <c:pt idx="519" formatCode="###,###,###,##0.0000">
                  <c:v>6.64</c:v>
                </c:pt>
                <c:pt idx="520" formatCode="###,###,###,##0.0000">
                  <c:v>6.64</c:v>
                </c:pt>
                <c:pt idx="521" formatCode="###,###,###,##0.0000">
                  <c:v>6.82</c:v>
                </c:pt>
                <c:pt idx="523" formatCode="###,###,###,##0.0000">
                  <c:v>6.82</c:v>
                </c:pt>
                <c:pt idx="524" formatCode="###,###,###,##0.0000">
                  <c:v>6.82</c:v>
                </c:pt>
                <c:pt idx="525" formatCode="###,###,###,##0.0000">
                  <c:v>7.04</c:v>
                </c:pt>
                <c:pt idx="526" formatCode="###,###,###,##0.0000">
                  <c:v>7.0774999999999997</c:v>
                </c:pt>
                <c:pt idx="528" formatCode="###,###,###,##0.0000">
                  <c:v>7.08</c:v>
                </c:pt>
                <c:pt idx="529" formatCode="###,###,###,##0.0000">
                  <c:v>7.11</c:v>
                </c:pt>
                <c:pt idx="530" formatCode="###,###,###,##0.0000">
                  <c:v>7.11</c:v>
                </c:pt>
                <c:pt idx="531" formatCode="###,###,###,##0.0000">
                  <c:v>6.88</c:v>
                </c:pt>
                <c:pt idx="532" formatCode="###,###,###,##0.0000">
                  <c:v>6.83</c:v>
                </c:pt>
                <c:pt idx="533" formatCode="###,###,###,##0.0000">
                  <c:v>6.95</c:v>
                </c:pt>
                <c:pt idx="534" formatCode="###,###,###,##0.0000">
                  <c:v>6.96</c:v>
                </c:pt>
                <c:pt idx="535" formatCode="###,###,###,##0.0000">
                  <c:v>6.96</c:v>
                </c:pt>
                <c:pt idx="536" formatCode="###,###,###,##0.0000">
                  <c:v>6.98</c:v>
                </c:pt>
                <c:pt idx="538" formatCode="###,###,###,##0.0000">
                  <c:v>6.98</c:v>
                </c:pt>
                <c:pt idx="539" formatCode="###,###,###,##0.0000">
                  <c:v>6.62</c:v>
                </c:pt>
                <c:pt idx="540" formatCode="###,###,###,##0.0000">
                  <c:v>6.5</c:v>
                </c:pt>
                <c:pt idx="541" formatCode="###,###,###,##0.0000">
                  <c:v>6.66</c:v>
                </c:pt>
                <c:pt idx="543" formatCode="###,###,###,##0.0000">
                  <c:v>6.66</c:v>
                </c:pt>
                <c:pt idx="544" formatCode="###,###,###,##0.0000">
                  <c:v>6.73</c:v>
                </c:pt>
                <c:pt idx="545" formatCode="###,###,###,##0.0000">
                  <c:v>6.96</c:v>
                </c:pt>
                <c:pt idx="546" formatCode="###,###,###,##0.0000">
                  <c:v>7.06</c:v>
                </c:pt>
                <c:pt idx="547" formatCode="###,###,###,##0.0000">
                  <c:v>7.19</c:v>
                </c:pt>
                <c:pt idx="549" formatCode="###,###,###,##0.0000">
                  <c:v>7.12</c:v>
                </c:pt>
                <c:pt idx="550" formatCode="###,###,###,##0.0000">
                  <c:v>7.1</c:v>
                </c:pt>
                <c:pt idx="551" formatCode="###,###,###,##0.0000">
                  <c:v>7.37</c:v>
                </c:pt>
                <c:pt idx="552" formatCode="###,###,###,##0.0000">
                  <c:v>7.44</c:v>
                </c:pt>
                <c:pt idx="553" formatCode="###,###,###,##0.0000">
                  <c:v>7.34</c:v>
                </c:pt>
                <c:pt idx="554" formatCode="###,###,###,##0.0000">
                  <c:v>7.32</c:v>
                </c:pt>
                <c:pt idx="555" formatCode="###,###,###,##0.0000">
                  <c:v>7.39</c:v>
                </c:pt>
                <c:pt idx="556" formatCode="###,###,###,##0.0000">
                  <c:v>7.32</c:v>
                </c:pt>
                <c:pt idx="557" formatCode="###,###,###,##0.0000">
                  <c:v>7.33</c:v>
                </c:pt>
                <c:pt idx="558" formatCode="###,###,###,##0.0000">
                  <c:v>7.18</c:v>
                </c:pt>
                <c:pt idx="559" formatCode="###,###,###,##0.0000">
                  <c:v>7</c:v>
                </c:pt>
                <c:pt idx="560" formatCode="###,###,###,##0.0000">
                  <c:v>7.09</c:v>
                </c:pt>
                <c:pt idx="561" formatCode="###,###,###,##0.0000">
                  <c:v>7.03</c:v>
                </c:pt>
                <c:pt idx="562" formatCode="###,###,###,##0.0000">
                  <c:v>6.94</c:v>
                </c:pt>
                <c:pt idx="563" formatCode="###,###,###,##0.0000">
                  <c:v>6.96</c:v>
                </c:pt>
                <c:pt idx="565" formatCode="###,###,###,##0.0000">
                  <c:v>7.1</c:v>
                </c:pt>
                <c:pt idx="566" formatCode="###,###,###,##0.0000">
                  <c:v>6.96</c:v>
                </c:pt>
                <c:pt idx="567" formatCode="###,###,###,##0.0000">
                  <c:v>6.95</c:v>
                </c:pt>
                <c:pt idx="568" formatCode="###,###,###,##0.0000">
                  <c:v>6.99</c:v>
                </c:pt>
                <c:pt idx="569" formatCode="###,###,###,##0.0000">
                  <c:v>7.05</c:v>
                </c:pt>
                <c:pt idx="570" formatCode="###,###,###,##0.0000">
                  <c:v>7.09</c:v>
                </c:pt>
                <c:pt idx="571" formatCode="###,###,###,##0.0000">
                  <c:v>7.26</c:v>
                </c:pt>
                <c:pt idx="572" formatCode="###,###,###,##0.0000">
                  <c:v>7.23</c:v>
                </c:pt>
                <c:pt idx="573" formatCode="###,###,###,##0.0000">
                  <c:v>7.19</c:v>
                </c:pt>
                <c:pt idx="574" formatCode="###,###,###,##0.0000">
                  <c:v>7.3</c:v>
                </c:pt>
                <c:pt idx="575" formatCode="###,###,###,##0.0000">
                  <c:v>7.27</c:v>
                </c:pt>
                <c:pt idx="576" formatCode="###,###,###,##0.0000">
                  <c:v>7.14</c:v>
                </c:pt>
                <c:pt idx="577" formatCode="###,###,###,##0.0000">
                  <c:v>6.93</c:v>
                </c:pt>
                <c:pt idx="578" formatCode="###,###,###,##0.0000">
                  <c:v>6.91</c:v>
                </c:pt>
                <c:pt idx="579" formatCode="###,###,###,##0.0000">
                  <c:v>6.99</c:v>
                </c:pt>
                <c:pt idx="580" formatCode="###,###,###,##0.0000">
                  <c:v>7.07</c:v>
                </c:pt>
                <c:pt idx="581" formatCode="###,###,###,##0.0000">
                  <c:v>7.05</c:v>
                </c:pt>
                <c:pt idx="582" formatCode="###,###,###,##0.0000">
                  <c:v>6.99</c:v>
                </c:pt>
                <c:pt idx="583" formatCode="###,###,###,##0.0000">
                  <c:v>7.2</c:v>
                </c:pt>
                <c:pt idx="584" formatCode="###,###,###,##0.0000">
                  <c:v>7.29</c:v>
                </c:pt>
                <c:pt idx="585" formatCode="###,###,###,##0.0000">
                  <c:v>7.09</c:v>
                </c:pt>
                <c:pt idx="586" formatCode="###,###,###,##0.0000">
                  <c:v>7</c:v>
                </c:pt>
                <c:pt idx="588" formatCode="###,###,###,##0.0000">
                  <c:v>7.04</c:v>
                </c:pt>
                <c:pt idx="589" formatCode="###,###,###,##0.0000">
                  <c:v>7.12</c:v>
                </c:pt>
                <c:pt idx="590" formatCode="###,###,###,##0.0000">
                  <c:v>7.17</c:v>
                </c:pt>
                <c:pt idx="591" formatCode="###,###,###,##0.0000">
                  <c:v>6.98</c:v>
                </c:pt>
                <c:pt idx="592" formatCode="###,###,###,##0.0000">
                  <c:v>6.89</c:v>
                </c:pt>
                <c:pt idx="593" formatCode="###,###,###,##0.0000">
                  <c:v>6.73</c:v>
                </c:pt>
                <c:pt idx="596" formatCode="###,###,###,##0.0000">
                  <c:v>7.21</c:v>
                </c:pt>
                <c:pt idx="597" formatCode="###,###,###,##0.0000">
                  <c:v>7.19</c:v>
                </c:pt>
                <c:pt idx="598" formatCode="###,###,###,##0.0000">
                  <c:v>7.21</c:v>
                </c:pt>
                <c:pt idx="599" formatCode="###,###,###,##0.0000">
                  <c:v>7.01</c:v>
                </c:pt>
                <c:pt idx="601" formatCode="###,###,###,##0.0000">
                  <c:v>7.01</c:v>
                </c:pt>
                <c:pt idx="602" formatCode="###,###,###,##0.0000">
                  <c:v>7.06</c:v>
                </c:pt>
                <c:pt idx="603" formatCode="###,###,###,##0.0000">
                  <c:v>6.9</c:v>
                </c:pt>
                <c:pt idx="604" formatCode="###,###,###,##0.0000">
                  <c:v>6.94</c:v>
                </c:pt>
                <c:pt idx="605" formatCode="###,###,###,##0.0000">
                  <c:v>7.03</c:v>
                </c:pt>
                <c:pt idx="606" formatCode="###,###,###,##0.0000">
                  <c:v>6.86</c:v>
                </c:pt>
                <c:pt idx="607" formatCode="###,###,###,##0.0000">
                  <c:v>6.79</c:v>
                </c:pt>
                <c:pt idx="608" formatCode="###,###,###,##0.0000">
                  <c:v>6.78</c:v>
                </c:pt>
                <c:pt idx="609" formatCode="###,###,###,##0.0000">
                  <c:v>6.73</c:v>
                </c:pt>
                <c:pt idx="610" formatCode="###,###,###,##0.0000">
                  <c:v>6.87</c:v>
                </c:pt>
                <c:pt idx="611" formatCode="###,###,###,##0.0000">
                  <c:v>6.76</c:v>
                </c:pt>
                <c:pt idx="612" formatCode="###,###,###,##0.0000">
                  <c:v>6.85</c:v>
                </c:pt>
                <c:pt idx="613" formatCode="###,###,###,##0.0000">
                  <c:v>6.84</c:v>
                </c:pt>
                <c:pt idx="614" formatCode="###,###,###,##0.0000">
                  <c:v>6.76</c:v>
                </c:pt>
                <c:pt idx="615" formatCode="###,###,###,##0.0000">
                  <c:v>6.85</c:v>
                </c:pt>
                <c:pt idx="617" formatCode="###,###,###,##0.0000">
                  <c:v>7.03</c:v>
                </c:pt>
                <c:pt idx="618" formatCode="###,###,###,##0.0000">
                  <c:v>7.08</c:v>
                </c:pt>
                <c:pt idx="619" formatCode="###,###,###,##0.0000">
                  <c:v>6.95</c:v>
                </c:pt>
                <c:pt idx="620" formatCode="###,###,###,##0.0000">
                  <c:v>6.66</c:v>
                </c:pt>
                <c:pt idx="621" formatCode="###,###,###,##0.0000">
                  <c:v>6.67</c:v>
                </c:pt>
                <c:pt idx="622" formatCode="###,###,###,##0.0000">
                  <c:v>6.62</c:v>
                </c:pt>
                <c:pt idx="623" formatCode="###,###,###,##0.0000">
                  <c:v>6.66</c:v>
                </c:pt>
                <c:pt idx="624" formatCode="###,###,###,##0.0000">
                  <c:v>6.69</c:v>
                </c:pt>
                <c:pt idx="625" formatCode="###,###,###,##0.0000">
                  <c:v>6.55</c:v>
                </c:pt>
                <c:pt idx="626" formatCode="###,###,###,##0.0000">
                  <c:v>6.6</c:v>
                </c:pt>
                <c:pt idx="629" formatCode="###,###,###,##0.0000">
                  <c:v>6.6</c:v>
                </c:pt>
                <c:pt idx="630" formatCode="###,###,###,##0.0000">
                  <c:v>6.9</c:v>
                </c:pt>
                <c:pt idx="631" formatCode="###,###,###,##0.0000">
                  <c:v>7.09</c:v>
                </c:pt>
                <c:pt idx="632" formatCode="###,###,###,##0.0000">
                  <c:v>7.46</c:v>
                </c:pt>
                <c:pt idx="633" formatCode="###,###,###,##0.0000">
                  <c:v>7.51</c:v>
                </c:pt>
                <c:pt idx="634" formatCode="###,###,###,##0.0000">
                  <c:v>7.27</c:v>
                </c:pt>
                <c:pt idx="635" formatCode="###,###,###,##0.0000">
                  <c:v>6.98</c:v>
                </c:pt>
                <c:pt idx="636" formatCode="###,###,###,##0.0000">
                  <c:v>6.89</c:v>
                </c:pt>
                <c:pt idx="638" formatCode="###,###,###,##0.0000">
                  <c:v>7.01</c:v>
                </c:pt>
                <c:pt idx="639" formatCode="###,###,###,##0.0000">
                  <c:v>6.78</c:v>
                </c:pt>
                <c:pt idx="640" formatCode="###,###,###,##0.0000">
                  <c:v>6.75</c:v>
                </c:pt>
                <c:pt idx="641" formatCode="###,###,###,##0.0000">
                  <c:v>6.64</c:v>
                </c:pt>
                <c:pt idx="643" formatCode="###,###,###,##0.0000">
                  <c:v>6.48</c:v>
                </c:pt>
                <c:pt idx="644" formatCode="###,###,###,##0.0000">
                  <c:v>6.34</c:v>
                </c:pt>
                <c:pt idx="645" formatCode="###,###,###,##0.0000">
                  <c:v>6.52</c:v>
                </c:pt>
                <c:pt idx="646" formatCode="###,###,###,##0.0000">
                  <c:v>6.71</c:v>
                </c:pt>
                <c:pt idx="647" formatCode="###,###,###,##0.0000">
                  <c:v>6.58</c:v>
                </c:pt>
                <c:pt idx="648" formatCode="###,###,###,##0.0000">
                  <c:v>6.58</c:v>
                </c:pt>
                <c:pt idx="649" formatCode="###,###,###,##0.0000">
                  <c:v>6.46</c:v>
                </c:pt>
                <c:pt idx="650" formatCode="###,###,###,##0.0000">
                  <c:v>6.5</c:v>
                </c:pt>
                <c:pt idx="651" formatCode="###,###,###,##0.0000">
                  <c:v>6.6</c:v>
                </c:pt>
                <c:pt idx="652" formatCode="###,###,###,##0.0000">
                  <c:v>6.51</c:v>
                </c:pt>
                <c:pt idx="653" formatCode="###,###,###,##0.0000">
                  <c:v>6.74</c:v>
                </c:pt>
                <c:pt idx="654" formatCode="###,###,###,##0.0000">
                  <c:v>6.85</c:v>
                </c:pt>
                <c:pt idx="655" formatCode="###,###,###,##0.0000">
                  <c:v>6.99</c:v>
                </c:pt>
                <c:pt idx="656" formatCode="###,###,###,##0.0000">
                  <c:v>6.96</c:v>
                </c:pt>
                <c:pt idx="657" formatCode="###,###,###,##0.0000">
                  <c:v>7.05</c:v>
                </c:pt>
                <c:pt idx="658" formatCode="###,###,###,##0.0000">
                  <c:v>7.56</c:v>
                </c:pt>
                <c:pt idx="659" formatCode="###,###,###,##0.0000">
                  <c:v>7.61</c:v>
                </c:pt>
                <c:pt idx="660" formatCode="###,###,###,##0.0000">
                  <c:v>7.64</c:v>
                </c:pt>
                <c:pt idx="661" formatCode="###,###,###,##0.0000">
                  <c:v>7.64</c:v>
                </c:pt>
                <c:pt idx="663" formatCode="###,###,###,##0.0000">
                  <c:v>7.64</c:v>
                </c:pt>
                <c:pt idx="664" formatCode="###,###,###,##0.0000">
                  <c:v>7.87</c:v>
                </c:pt>
                <c:pt idx="666" formatCode="###,###,###,##0.0000">
                  <c:v>8.1300000000000008</c:v>
                </c:pt>
                <c:pt idx="667" formatCode="###,###,###,##0.0000">
                  <c:v>8.52</c:v>
                </c:pt>
                <c:pt idx="668" formatCode="###,###,###,##0.0000">
                  <c:v>8.18</c:v>
                </c:pt>
                <c:pt idx="669" formatCode="###,###,###,##0.0000">
                  <c:v>8.36</c:v>
                </c:pt>
                <c:pt idx="671" formatCode="###,###,###,##0.0000">
                  <c:v>8.31</c:v>
                </c:pt>
                <c:pt idx="672" formatCode="###,###,###,##0.0000">
                  <c:v>8.52</c:v>
                </c:pt>
                <c:pt idx="673" formatCode="###,###,###,##0.0000">
                  <c:v>8.56</c:v>
                </c:pt>
                <c:pt idx="674" formatCode="###,###,###,##0.0000">
                  <c:v>8.93</c:v>
                </c:pt>
                <c:pt idx="675" formatCode="###,###,###,##0.0000">
                  <c:v>8.91</c:v>
                </c:pt>
                <c:pt idx="676" formatCode="###,###,###,##0.0000">
                  <c:v>9.14</c:v>
                </c:pt>
                <c:pt idx="677" formatCode="###,###,###,##0.0000">
                  <c:v>9.48</c:v>
                </c:pt>
                <c:pt idx="678" formatCode="###,###,###,##0.0000">
                  <c:v>9.56</c:v>
                </c:pt>
                <c:pt idx="679" formatCode="###,###,###,##0.0000">
                  <c:v>9.25</c:v>
                </c:pt>
                <c:pt idx="680" formatCode="###,###,###,##0.0000">
                  <c:v>8.91</c:v>
                </c:pt>
                <c:pt idx="681" formatCode="###,###,###,##0.0000">
                  <c:v>9.16</c:v>
                </c:pt>
                <c:pt idx="682" formatCode="###,###,###,##0.0000">
                  <c:v>8.99</c:v>
                </c:pt>
                <c:pt idx="683" formatCode="###,###,###,##0.0000">
                  <c:v>9.1300000000000008</c:v>
                </c:pt>
                <c:pt idx="684" formatCode="###,###,###,##0.0000">
                  <c:v>9.27</c:v>
                </c:pt>
                <c:pt idx="685" formatCode="###,###,###,##0.0000">
                  <c:v>9.01</c:v>
                </c:pt>
                <c:pt idx="686" formatCode="###,###,###,##0.0000">
                  <c:v>8.94</c:v>
                </c:pt>
                <c:pt idx="687" formatCode="###,###,###,##0.0000">
                  <c:v>8.81</c:v>
                </c:pt>
                <c:pt idx="688" formatCode="###,###,###,##0.0000">
                  <c:v>9.07</c:v>
                </c:pt>
                <c:pt idx="689" formatCode="###,###,###,##0.0000">
                  <c:v>9.1300000000000008</c:v>
                </c:pt>
                <c:pt idx="690" formatCode="###,###,###,##0.0000">
                  <c:v>9.11</c:v>
                </c:pt>
                <c:pt idx="691" formatCode="###,###,###,##0.0000">
                  <c:v>9.2100000000000009</c:v>
                </c:pt>
                <c:pt idx="692" formatCode="###,###,###,##0.0000">
                  <c:v>9.35</c:v>
                </c:pt>
                <c:pt idx="693" formatCode="###,###,###,##0.0000">
                  <c:v>9.07</c:v>
                </c:pt>
                <c:pt idx="694" formatCode="###,###,###,##0.0000">
                  <c:v>8.7899999999999991</c:v>
                </c:pt>
                <c:pt idx="695" formatCode="###,###,###,##0.0000">
                  <c:v>8.64</c:v>
                </c:pt>
                <c:pt idx="696" formatCode="###,###,###,##0.0000">
                  <c:v>8.7899999999999991</c:v>
                </c:pt>
                <c:pt idx="697" formatCode="###,###,###,##0.0000">
                  <c:v>8.94</c:v>
                </c:pt>
                <c:pt idx="698" formatCode="###,###,###,##0.0000">
                  <c:v>9.1</c:v>
                </c:pt>
                <c:pt idx="699" formatCode="###,###,###,##0.0000">
                  <c:v>9.14</c:v>
                </c:pt>
                <c:pt idx="700" formatCode="###,###,###,##0.0000">
                  <c:v>9.36</c:v>
                </c:pt>
                <c:pt idx="701" formatCode="###,###,###,##0.0000">
                  <c:v>9.34</c:v>
                </c:pt>
                <c:pt idx="702" formatCode="###,###,###,##0.0000">
                  <c:v>9.17</c:v>
                </c:pt>
                <c:pt idx="703" formatCode="###,###,###,##0.0000">
                  <c:v>9.1300000000000008</c:v>
                </c:pt>
                <c:pt idx="704" formatCode="###,###,###,##0.0000">
                  <c:v>9.07</c:v>
                </c:pt>
                <c:pt idx="705" formatCode="###,###,###,##0.0000">
                  <c:v>9</c:v>
                </c:pt>
                <c:pt idx="706" formatCode="###,###,###,##0.0000">
                  <c:v>9.31</c:v>
                </c:pt>
                <c:pt idx="707" formatCode="###,###,###,##0.0000">
                  <c:v>9.34</c:v>
                </c:pt>
                <c:pt idx="709" formatCode="###,###,###,##0.0000">
                  <c:v>9.1300000000000008</c:v>
                </c:pt>
                <c:pt idx="710" formatCode="###,###,###,##0.0000">
                  <c:v>9.31</c:v>
                </c:pt>
                <c:pt idx="711" formatCode="###,###,###,##0.0000">
                  <c:v>9.1199999999999992</c:v>
                </c:pt>
                <c:pt idx="712" formatCode="###,###,###,##0.0000">
                  <c:v>9.36</c:v>
                </c:pt>
                <c:pt idx="713" formatCode="###,###,###,##0.0000">
                  <c:v>9.5</c:v>
                </c:pt>
                <c:pt idx="714" formatCode="###,###,###,##0.0000">
                  <c:v>9.34</c:v>
                </c:pt>
                <c:pt idx="715" formatCode="###,###,###,##0.0000">
                  <c:v>9.26</c:v>
                </c:pt>
                <c:pt idx="716" formatCode="###,###,###,##0.0000">
                  <c:v>9.35</c:v>
                </c:pt>
                <c:pt idx="717" formatCode="###,###,###,##0.0000">
                  <c:v>9.4700000000000006</c:v>
                </c:pt>
                <c:pt idx="718" formatCode="###,###,###,##0.0000">
                  <c:v>9.69</c:v>
                </c:pt>
                <c:pt idx="719" formatCode="###,###,###,##0.0000">
                  <c:v>9.32</c:v>
                </c:pt>
                <c:pt idx="720" formatCode="###,###,###,##0.0000">
                  <c:v>9.1199999999999992</c:v>
                </c:pt>
                <c:pt idx="721" formatCode="###,###,###,##0.0000">
                  <c:v>9.31</c:v>
                </c:pt>
                <c:pt idx="722" formatCode="###,###,###,##0.0000">
                  <c:v>9.2899999999999991</c:v>
                </c:pt>
                <c:pt idx="723" formatCode="###,###,###,##0.0000">
                  <c:v>9.49</c:v>
                </c:pt>
                <c:pt idx="725" formatCode="###,###,###,##0.0000">
                  <c:v>9.3800000000000008</c:v>
                </c:pt>
                <c:pt idx="726" formatCode="###,###,###,##0.0000">
                  <c:v>9.2100000000000009</c:v>
                </c:pt>
                <c:pt idx="727" formatCode="###,###,###,##0.0000">
                  <c:v>9.08</c:v>
                </c:pt>
                <c:pt idx="730" formatCode="###,###,###,##0.0000">
                  <c:v>9.5500000000000007</c:v>
                </c:pt>
                <c:pt idx="731" formatCode="###,###,###,##0.0000">
                  <c:v>9.41</c:v>
                </c:pt>
                <c:pt idx="732" formatCode="###,###,###,##0.0000">
                  <c:v>9.41</c:v>
                </c:pt>
                <c:pt idx="733" formatCode="###,###,###,##0.0000">
                  <c:v>9.2899999999999991</c:v>
                </c:pt>
                <c:pt idx="734" formatCode="###,###,###,##0.0000">
                  <c:v>9.25</c:v>
                </c:pt>
                <c:pt idx="735" formatCode="###,###,###,##0.0000">
                  <c:v>9.17</c:v>
                </c:pt>
                <c:pt idx="736" formatCode="###,###,###,##0.0000">
                  <c:v>9.1999999999999993</c:v>
                </c:pt>
                <c:pt idx="737" formatCode="###,###,###,##0.0000">
                  <c:v>9.23</c:v>
                </c:pt>
                <c:pt idx="738" formatCode="###,###,###,##0.0000">
                  <c:v>9.2899999999999991</c:v>
                </c:pt>
                <c:pt idx="739" formatCode="###,###,###,##0.0000">
                  <c:v>9.4499999999999993</c:v>
                </c:pt>
                <c:pt idx="740" formatCode="###,###,###,##0.0000">
                  <c:v>9.14</c:v>
                </c:pt>
                <c:pt idx="741" formatCode="###,###,###,##0.0000">
                  <c:v>9.06</c:v>
                </c:pt>
                <c:pt idx="742" formatCode="###,###,###,##0.0000">
                  <c:v>9.0500000000000007</c:v>
                </c:pt>
                <c:pt idx="743" formatCode="###,###,###,##0.0000">
                  <c:v>9.1300000000000008</c:v>
                </c:pt>
                <c:pt idx="744" formatCode="###,###,###,##0.0000">
                  <c:v>9.25</c:v>
                </c:pt>
                <c:pt idx="745" formatCode="###,###,###,##0.0000">
                  <c:v>9.2899999999999991</c:v>
                </c:pt>
                <c:pt idx="746" formatCode="###,###,###,##0.0000">
                  <c:v>9.3699999999999992</c:v>
                </c:pt>
                <c:pt idx="747" formatCode="###,###,###,##0.0000">
                  <c:v>9.2799999999999994</c:v>
                </c:pt>
                <c:pt idx="749" formatCode="###,###,###,##0.0000">
                  <c:v>9.33</c:v>
                </c:pt>
                <c:pt idx="750" formatCode="###,###,###,##0.0000">
                  <c:v>9.25</c:v>
                </c:pt>
                <c:pt idx="751" formatCode="###,###,###,##0.0000">
                  <c:v>9.23</c:v>
                </c:pt>
                <c:pt idx="752" formatCode="###,###,###,##0.0000">
                  <c:v>9.2200000000000006</c:v>
                </c:pt>
                <c:pt idx="753" formatCode="###,###,###,##0.0000">
                  <c:v>9.32</c:v>
                </c:pt>
                <c:pt idx="754" formatCode="###,###,###,##0.0000">
                  <c:v>9.39</c:v>
                </c:pt>
                <c:pt idx="755" formatCode="###,###,###,##0.0000">
                  <c:v>9.35</c:v>
                </c:pt>
                <c:pt idx="756" formatCode="###,###,###,##0.0000">
                  <c:v>9.3699999999999992</c:v>
                </c:pt>
                <c:pt idx="757" formatCode="###,###,###,##0.0000">
                  <c:v>9.48</c:v>
                </c:pt>
                <c:pt idx="758" formatCode="###,###,###,##0.0000">
                  <c:v>9.65</c:v>
                </c:pt>
                <c:pt idx="759" formatCode="###,###,###,##0.0000">
                  <c:v>9.7799999999999994</c:v>
                </c:pt>
                <c:pt idx="760" formatCode="###,###,###,##0.0000">
                  <c:v>9.6</c:v>
                </c:pt>
                <c:pt idx="761" formatCode="###,###,###,##0.0000">
                  <c:v>9.35</c:v>
                </c:pt>
                <c:pt idx="762" formatCode="###,###,###,##0.0000">
                  <c:v>9.31</c:v>
                </c:pt>
                <c:pt idx="763" formatCode="###,###,###,##0.0000">
                  <c:v>9.2799999999999994</c:v>
                </c:pt>
                <c:pt idx="764" formatCode="###,###,###,##0.0000">
                  <c:v>9.2799999999999994</c:v>
                </c:pt>
                <c:pt idx="767" formatCode="###,###,###,##0.0000">
                  <c:v>9.26</c:v>
                </c:pt>
                <c:pt idx="769" formatCode="###,###,###,##0.0000">
                  <c:v>9.26</c:v>
                </c:pt>
                <c:pt idx="770" formatCode="###,###,###,##0.0000">
                  <c:v>9.35</c:v>
                </c:pt>
                <c:pt idx="771" formatCode="###,###,###,##0.0000">
                  <c:v>9.39</c:v>
                </c:pt>
                <c:pt idx="772" formatCode="###,###,###,##0.0000">
                  <c:v>9.66</c:v>
                </c:pt>
                <c:pt idx="773" formatCode="###,###,###,##0.0000">
                  <c:v>9.74</c:v>
                </c:pt>
                <c:pt idx="774" formatCode="###,###,###,##0.0000">
                  <c:v>9.6300000000000008</c:v>
                </c:pt>
                <c:pt idx="775" formatCode="###,###,###,##0.0000">
                  <c:v>9.36</c:v>
                </c:pt>
                <c:pt idx="776" formatCode="###,###,###,##0.0000">
                  <c:v>9.33</c:v>
                </c:pt>
                <c:pt idx="777" formatCode="###,###,###,##0.0000">
                  <c:v>9.2200000000000006</c:v>
                </c:pt>
                <c:pt idx="778" formatCode="###,###,###,##0.0000">
                  <c:v>9.23</c:v>
                </c:pt>
                <c:pt idx="780" formatCode="###,###,###,##0.0000">
                  <c:v>9.25</c:v>
                </c:pt>
                <c:pt idx="781" formatCode="###,###,###,##0.0000">
                  <c:v>9.18</c:v>
                </c:pt>
                <c:pt idx="783" formatCode="###,###,###,##0.0000">
                  <c:v>8.82</c:v>
                </c:pt>
                <c:pt idx="784" formatCode="###,###,###,##0.0000">
                  <c:v>8.77</c:v>
                </c:pt>
                <c:pt idx="785" formatCode="###,###,###,##0.0000">
                  <c:v>8.82</c:v>
                </c:pt>
                <c:pt idx="787" formatCode="###,###,###,##0.0000">
                  <c:v>8.7899999999999991</c:v>
                </c:pt>
                <c:pt idx="788" formatCode="###,###,###,##0.0000">
                  <c:v>8.73</c:v>
                </c:pt>
                <c:pt idx="790" formatCode="###,###,###,##0.0000">
                  <c:v>8.59</c:v>
                </c:pt>
                <c:pt idx="792" formatCode="###,###,###,##0.0000">
                  <c:v>8.6300000000000008</c:v>
                </c:pt>
                <c:pt idx="793" formatCode="###,###,###,##0.0000">
                  <c:v>8.4600000000000009</c:v>
                </c:pt>
                <c:pt idx="794" formatCode="###,###,###,##0.0000">
                  <c:v>8.4499999999999993</c:v>
                </c:pt>
                <c:pt idx="795" formatCode="###,###,###,##0.0000">
                  <c:v>8.51</c:v>
                </c:pt>
                <c:pt idx="796" formatCode="###,###,###,##0.0000">
                  <c:v>8.51</c:v>
                </c:pt>
                <c:pt idx="797" formatCode="###,###,###,##0.0000">
                  <c:v>8.33</c:v>
                </c:pt>
                <c:pt idx="801" formatCode="###,###,###,##0.0000">
                  <c:v>8.25</c:v>
                </c:pt>
                <c:pt idx="802" formatCode="###,###,###,##0.0000">
                  <c:v>8.32</c:v>
                </c:pt>
                <c:pt idx="804" formatCode="###,###,###,##0.0000">
                  <c:v>8.1999999999999993</c:v>
                </c:pt>
                <c:pt idx="805" formatCode="###,###,###,##0.0000">
                  <c:v>8.2100000000000009</c:v>
                </c:pt>
                <c:pt idx="810" formatCode="###,###,###,##0.0000">
                  <c:v>8.5</c:v>
                </c:pt>
                <c:pt idx="814" formatCode="###,###,###,##0.0000">
                  <c:v>8.4499999999999993</c:v>
                </c:pt>
                <c:pt idx="815" formatCode="###,###,###,##0.0000">
                  <c:v>8.41</c:v>
                </c:pt>
                <c:pt idx="817" formatCode="###,###,###,##0.0000">
                  <c:v>8.5500000000000007</c:v>
                </c:pt>
                <c:pt idx="818" formatCode="###,###,###,##0.0000">
                  <c:v>8.52</c:v>
                </c:pt>
                <c:pt idx="819" formatCode="###,###,###,##0.0000">
                  <c:v>8.59</c:v>
                </c:pt>
                <c:pt idx="820" formatCode="###,###,###,##0.0000">
                  <c:v>8.51</c:v>
                </c:pt>
                <c:pt idx="821" formatCode="###,###,###,##0.0000">
                  <c:v>8.3800000000000008</c:v>
                </c:pt>
                <c:pt idx="822" formatCode="###,###,###,##0.0000">
                  <c:v>8.36</c:v>
                </c:pt>
                <c:pt idx="823" formatCode="###,###,###,##0.0000">
                  <c:v>8.32</c:v>
                </c:pt>
                <c:pt idx="824" formatCode="###,###,###,##0.0000">
                  <c:v>8.39</c:v>
                </c:pt>
                <c:pt idx="825" formatCode="###,###,###,##0.0000">
                  <c:v>8.3699999999999992</c:v>
                </c:pt>
                <c:pt idx="826" formatCode="###,###,###,##0.0000">
                  <c:v>8.36</c:v>
                </c:pt>
                <c:pt idx="827" formatCode="###,###,###,##0.0000">
                  <c:v>8.2100000000000009</c:v>
                </c:pt>
                <c:pt idx="828" formatCode="###,###,###,##0.0000">
                  <c:v>8.1199999999999992</c:v>
                </c:pt>
                <c:pt idx="829" formatCode="###,###,###,##0.0000">
                  <c:v>8.16</c:v>
                </c:pt>
                <c:pt idx="830" formatCode="###,###,###,##0.0000">
                  <c:v>8.09</c:v>
                </c:pt>
                <c:pt idx="834" formatCode="###,###,###,##0.0000">
                  <c:v>8.19</c:v>
                </c:pt>
                <c:pt idx="835" formatCode="###,###,###,##0.0000">
                  <c:v>8.09</c:v>
                </c:pt>
                <c:pt idx="836" formatCode="###,###,###,##0.0000">
                  <c:v>8.09</c:v>
                </c:pt>
                <c:pt idx="837" formatCode="###,###,###,##0.0000">
                  <c:v>8.16</c:v>
                </c:pt>
                <c:pt idx="838" formatCode="###,###,###,##0.0000">
                  <c:v>7.88</c:v>
                </c:pt>
                <c:pt idx="839" formatCode="###,###,###,##0.0000">
                  <c:v>7.69</c:v>
                </c:pt>
                <c:pt idx="840" formatCode="###,###,###,##0.0000">
                  <c:v>7.76</c:v>
                </c:pt>
                <c:pt idx="841" formatCode="###,###,###,##0.0000">
                  <c:v>7.76</c:v>
                </c:pt>
                <c:pt idx="842" formatCode="###,###,###,##0.0000">
                  <c:v>7.75</c:v>
                </c:pt>
                <c:pt idx="843" formatCode="###,###,###,##0.0000">
                  <c:v>7.82</c:v>
                </c:pt>
                <c:pt idx="844" formatCode="###,###,###,##0.0000">
                  <c:v>7.65</c:v>
                </c:pt>
                <c:pt idx="845" formatCode="###,###,###,##0.0000">
                  <c:v>7.66</c:v>
                </c:pt>
                <c:pt idx="846" formatCode="###,###,###,##0.0000">
                  <c:v>7.5</c:v>
                </c:pt>
                <c:pt idx="847" formatCode="###,###,###,##0.0000">
                  <c:v>7.64</c:v>
                </c:pt>
                <c:pt idx="848" formatCode="###,###,###,##0.0000">
                  <c:v>7.65</c:v>
                </c:pt>
                <c:pt idx="849" formatCode="###,###,###,##0.0000">
                  <c:v>7.67</c:v>
                </c:pt>
                <c:pt idx="850" formatCode="###,###,###,##0.0000">
                  <c:v>7.7</c:v>
                </c:pt>
                <c:pt idx="851" formatCode="###,###,###,##0.0000">
                  <c:v>7.8</c:v>
                </c:pt>
                <c:pt idx="852" formatCode="###,###,###,##0.0000">
                  <c:v>7.97</c:v>
                </c:pt>
                <c:pt idx="853" formatCode="###,###,###,##0.0000">
                  <c:v>7.97</c:v>
                </c:pt>
                <c:pt idx="854" formatCode="###,###,###,##0.0000">
                  <c:v>7.84</c:v>
                </c:pt>
                <c:pt idx="855" formatCode="###,###,###,##0.0000">
                  <c:v>7.94</c:v>
                </c:pt>
                <c:pt idx="856" formatCode="###,###,###,##0.0000">
                  <c:v>8.01</c:v>
                </c:pt>
                <c:pt idx="857" formatCode="###,###,###,##0.0000">
                  <c:v>7.88</c:v>
                </c:pt>
                <c:pt idx="858" formatCode="###,###,###,##0.0000">
                  <c:v>7.82</c:v>
                </c:pt>
                <c:pt idx="859" formatCode="###,###,###,##0.0000">
                  <c:v>7.8</c:v>
                </c:pt>
                <c:pt idx="860" formatCode="###,###,###,##0.0000">
                  <c:v>7.82</c:v>
                </c:pt>
                <c:pt idx="864" formatCode="###,###,###,##0.0000">
                  <c:v>7.82</c:v>
                </c:pt>
                <c:pt idx="865" formatCode="###,###,###,##0.0000">
                  <c:v>7.13</c:v>
                </c:pt>
                <c:pt idx="866" formatCode="###,###,###,##0.0000">
                  <c:v>7.23</c:v>
                </c:pt>
                <c:pt idx="867" formatCode="###,###,###,##0.0000">
                  <c:v>7.49</c:v>
                </c:pt>
                <c:pt idx="868" formatCode="###,###,###,##0.0000">
                  <c:v>7.47</c:v>
                </c:pt>
                <c:pt idx="871" formatCode="###,###,###,##0.0000">
                  <c:v>7.52</c:v>
                </c:pt>
                <c:pt idx="872" formatCode="###,###,###,##0.0000">
                  <c:v>7.65</c:v>
                </c:pt>
                <c:pt idx="873" formatCode="###,###,###,##0.0000">
                  <c:v>7.61</c:v>
                </c:pt>
                <c:pt idx="874" formatCode="###,###,###,##0.0000">
                  <c:v>7.49</c:v>
                </c:pt>
                <c:pt idx="875" formatCode="###,###,###,##0.0000">
                  <c:v>7.5</c:v>
                </c:pt>
                <c:pt idx="876" formatCode="###,###,###,##0.0000">
                  <c:v>7.75</c:v>
                </c:pt>
                <c:pt idx="877" formatCode="###,###,###,##0.0000">
                  <c:v>7.56</c:v>
                </c:pt>
                <c:pt idx="878" formatCode="###,###,###,##0.0000">
                  <c:v>7.67</c:v>
                </c:pt>
                <c:pt idx="879" formatCode="###,###,###,##0.0000">
                  <c:v>7.66</c:v>
                </c:pt>
                <c:pt idx="880" formatCode="###,###,###,##0.0000">
                  <c:v>7.61</c:v>
                </c:pt>
                <c:pt idx="881" formatCode="###,###,###,##0.0000">
                  <c:v>7.69</c:v>
                </c:pt>
                <c:pt idx="882" formatCode="###,###,###,##0.0000">
                  <c:v>7.55</c:v>
                </c:pt>
                <c:pt idx="883" formatCode="###,###,###,##0.0000">
                  <c:v>7.6</c:v>
                </c:pt>
                <c:pt idx="885" formatCode="###,###,###,##0.0000">
                  <c:v>7.63</c:v>
                </c:pt>
                <c:pt idx="888" formatCode="###,###,###,##0.0000">
                  <c:v>7.51</c:v>
                </c:pt>
                <c:pt idx="889" formatCode="###,###,###,##0.0000">
                  <c:v>7.68</c:v>
                </c:pt>
                <c:pt idx="890" formatCode="###,###,###,##0.0000">
                  <c:v>7.81</c:v>
                </c:pt>
                <c:pt idx="891" formatCode="###,###,###,##0.0000">
                  <c:v>7.72</c:v>
                </c:pt>
                <c:pt idx="895" formatCode="###,###,###,##0.0000">
                  <c:v>7.67</c:v>
                </c:pt>
                <c:pt idx="896" formatCode="###,###,###,##0.0000">
                  <c:v>7.58</c:v>
                </c:pt>
                <c:pt idx="897" formatCode="###,###,###,##0.0000">
                  <c:v>7.71</c:v>
                </c:pt>
                <c:pt idx="898" formatCode="###,###,###,##0.0000">
                  <c:v>7.52</c:v>
                </c:pt>
                <c:pt idx="899" formatCode="###,###,###,##0.0000">
                  <c:v>7.57</c:v>
                </c:pt>
                <c:pt idx="900" formatCode="###,###,###,##0.0000">
                  <c:v>7.56</c:v>
                </c:pt>
                <c:pt idx="901" formatCode="###,###,###,##0.0000">
                  <c:v>7.48</c:v>
                </c:pt>
                <c:pt idx="902" formatCode="###,###,###,##0.0000">
                  <c:v>7.31</c:v>
                </c:pt>
                <c:pt idx="904" formatCode="###,###,###,##0.0000">
                  <c:v>7.38</c:v>
                </c:pt>
                <c:pt idx="907" formatCode="###,###,###,##0.0000">
                  <c:v>7.71</c:v>
                </c:pt>
                <c:pt idx="910" formatCode="###,###,###,##0.0000">
                  <c:v>7.51</c:v>
                </c:pt>
                <c:pt idx="911" formatCode="###,###,###,##0.0000">
                  <c:v>7.58</c:v>
                </c:pt>
                <c:pt idx="912" formatCode="###,###,###,##0.0000">
                  <c:v>7.58</c:v>
                </c:pt>
                <c:pt idx="913" formatCode="###,###,###,##0.0000">
                  <c:v>7.58</c:v>
                </c:pt>
                <c:pt idx="914" formatCode="###,###,###,##0.0000">
                  <c:v>7.59</c:v>
                </c:pt>
                <c:pt idx="920" formatCode="###,###,###,##0.0000">
                  <c:v>7.5</c:v>
                </c:pt>
                <c:pt idx="921" formatCode="###,###,###,##0.0000">
                  <c:v>7.36</c:v>
                </c:pt>
                <c:pt idx="922" formatCode="###,###,###,##0.0000">
                  <c:v>7.51</c:v>
                </c:pt>
                <c:pt idx="923" formatCode="###,###,###,##0.0000">
                  <c:v>7.33</c:v>
                </c:pt>
                <c:pt idx="925" formatCode="###,###,###,##0.0000">
                  <c:v>7.31</c:v>
                </c:pt>
                <c:pt idx="927" formatCode="###,###,###,##0.0000">
                  <c:v>7.27</c:v>
                </c:pt>
                <c:pt idx="928" formatCode="###,###,###,##0.0000">
                  <c:v>7.44</c:v>
                </c:pt>
                <c:pt idx="929" formatCode="###,###,###,##0.0000">
                  <c:v>7.39</c:v>
                </c:pt>
                <c:pt idx="931" formatCode="###,###,###,##0.0000">
                  <c:v>7.14</c:v>
                </c:pt>
                <c:pt idx="932" formatCode="###,###,###,##0.0000">
                  <c:v>6.98</c:v>
                </c:pt>
                <c:pt idx="933" formatCode="###,###,###,##0.0000">
                  <c:v>6.95</c:v>
                </c:pt>
                <c:pt idx="934" formatCode="###,###,###,##0.0000">
                  <c:v>6.86</c:v>
                </c:pt>
                <c:pt idx="936" formatCode="###,###,###,##0.0000">
                  <c:v>6.76</c:v>
                </c:pt>
                <c:pt idx="937" formatCode="###,###,###,##0.0000">
                  <c:v>6.78</c:v>
                </c:pt>
                <c:pt idx="938" formatCode="###,###,###,##0.0000">
                  <c:v>6.72</c:v>
                </c:pt>
                <c:pt idx="940" formatCode="###,###,###,##0.0000">
                  <c:v>6.84</c:v>
                </c:pt>
                <c:pt idx="941" formatCode="###,###,###,##0.0000">
                  <c:v>6.83</c:v>
                </c:pt>
                <c:pt idx="943" formatCode="###,###,###,##0.0000">
                  <c:v>7.13</c:v>
                </c:pt>
                <c:pt idx="944" formatCode="###,###,###,##0.0000">
                  <c:v>7.13</c:v>
                </c:pt>
                <c:pt idx="945" formatCode="###,###,###,##0.0000">
                  <c:v>7.21</c:v>
                </c:pt>
                <c:pt idx="946" formatCode="###,###,###,##0.0000">
                  <c:v>7.21</c:v>
                </c:pt>
                <c:pt idx="947" formatCode="###,###,###,##0.0000">
                  <c:v>7.21</c:v>
                </c:pt>
                <c:pt idx="948" formatCode="###,###,###,##0.0000">
                  <c:v>7.11</c:v>
                </c:pt>
                <c:pt idx="949" formatCode="###,###,###,##0.0000">
                  <c:v>7.08</c:v>
                </c:pt>
                <c:pt idx="950" formatCode="###,###,###,##0.0000">
                  <c:v>7.02</c:v>
                </c:pt>
                <c:pt idx="951" formatCode="###,###,###,##0.0000">
                  <c:v>7.04</c:v>
                </c:pt>
                <c:pt idx="952" formatCode="###,###,###,##0.0000">
                  <c:v>7.01</c:v>
                </c:pt>
                <c:pt idx="953" formatCode="###,###,###,##0.0000">
                  <c:v>6.93</c:v>
                </c:pt>
                <c:pt idx="954" formatCode="###,###,###,##0.0000">
                  <c:v>7</c:v>
                </c:pt>
                <c:pt idx="955" formatCode="###,###,###,##0.0000">
                  <c:v>6.98</c:v>
                </c:pt>
                <c:pt idx="956" formatCode="###,###,###,##0.0000">
                  <c:v>7.01</c:v>
                </c:pt>
                <c:pt idx="957" formatCode="###,###,###,##0.0000">
                  <c:v>7.03</c:v>
                </c:pt>
                <c:pt idx="959" formatCode="###,###,###,##0.0000">
                  <c:v>7.18</c:v>
                </c:pt>
                <c:pt idx="960" formatCode="###,###,###,##0.0000">
                  <c:v>7.11</c:v>
                </c:pt>
                <c:pt idx="962" formatCode="###,###,###,##0.0000">
                  <c:v>7.03</c:v>
                </c:pt>
                <c:pt idx="963" formatCode="###,###,###,##0.0000">
                  <c:v>7.06</c:v>
                </c:pt>
                <c:pt idx="964" formatCode="###,###,###,##0.0000">
                  <c:v>6.96</c:v>
                </c:pt>
                <c:pt idx="965" formatCode="###,###,###,##0.0000">
                  <c:v>6.93</c:v>
                </c:pt>
                <c:pt idx="966" formatCode="###,###,###,##0.0000">
                  <c:v>6.77</c:v>
                </c:pt>
                <c:pt idx="967" formatCode="###,###,###,##0.0000">
                  <c:v>6.75</c:v>
                </c:pt>
                <c:pt idx="968" formatCode="###,###,###,##0.0000">
                  <c:v>6.68</c:v>
                </c:pt>
                <c:pt idx="969" formatCode="###,###,###,##0.0000">
                  <c:v>6.67</c:v>
                </c:pt>
                <c:pt idx="970" formatCode="###,###,###,##0.0000">
                  <c:v>6.75</c:v>
                </c:pt>
                <c:pt idx="971" formatCode="###,###,###,##0.0000">
                  <c:v>6.71</c:v>
                </c:pt>
                <c:pt idx="972" formatCode="###,###,###,##0.0000">
                  <c:v>6.81</c:v>
                </c:pt>
                <c:pt idx="973" formatCode="###,###,###,##0.0000">
                  <c:v>6.8</c:v>
                </c:pt>
                <c:pt idx="974" formatCode="###,###,###,##0.0000">
                  <c:v>6.79</c:v>
                </c:pt>
                <c:pt idx="975" formatCode="###,###,###,##0.0000">
                  <c:v>6.74</c:v>
                </c:pt>
                <c:pt idx="976" formatCode="###,###,###,##0.0000">
                  <c:v>6.77</c:v>
                </c:pt>
                <c:pt idx="977" formatCode="###,###,###,##0.0000">
                  <c:v>6.96</c:v>
                </c:pt>
                <c:pt idx="978" formatCode="###,###,###,##0.0000">
                  <c:v>6.96</c:v>
                </c:pt>
                <c:pt idx="979" formatCode="###,###,###,##0.0000">
                  <c:v>6.94</c:v>
                </c:pt>
                <c:pt idx="980" formatCode="###,###,###,##0.0000">
                  <c:v>6.84</c:v>
                </c:pt>
                <c:pt idx="983" formatCode="###,###,###,##0.0000">
                  <c:v>6.91</c:v>
                </c:pt>
                <c:pt idx="984" formatCode="###,###,###,##0.0000">
                  <c:v>6.9</c:v>
                </c:pt>
                <c:pt idx="985" formatCode="###,###,###,##0.0000">
                  <c:v>6.79</c:v>
                </c:pt>
                <c:pt idx="986" formatCode="###,###,###,##0.0000">
                  <c:v>6.69</c:v>
                </c:pt>
                <c:pt idx="987" formatCode="###,###,###,##0.0000">
                  <c:v>6.74</c:v>
                </c:pt>
                <c:pt idx="988" formatCode="###,###,###,##0.0000">
                  <c:v>6.7</c:v>
                </c:pt>
                <c:pt idx="989" formatCode="###,###,###,##0.0000">
                  <c:v>6.92</c:v>
                </c:pt>
                <c:pt idx="990" formatCode="###,###,###,##0.0000">
                  <c:v>6.93</c:v>
                </c:pt>
                <c:pt idx="991" formatCode="###,###,###,##0.0000">
                  <c:v>7.01</c:v>
                </c:pt>
                <c:pt idx="992" formatCode="###,###,###,##0.0000">
                  <c:v>6.92</c:v>
                </c:pt>
                <c:pt idx="993" formatCode="###,###,###,##0.0000">
                  <c:v>6.94</c:v>
                </c:pt>
                <c:pt idx="994" formatCode="###,###,###,##0.0000">
                  <c:v>7.06</c:v>
                </c:pt>
                <c:pt idx="995" formatCode="###,###,###,##0.0000">
                  <c:v>7.09</c:v>
                </c:pt>
                <c:pt idx="996" formatCode="###,###,###,##0.0000">
                  <c:v>7.2</c:v>
                </c:pt>
                <c:pt idx="998" formatCode="###,###,###,##0.0000">
                  <c:v>7.11</c:v>
                </c:pt>
                <c:pt idx="999" formatCode="###,###,###,##0.0000">
                  <c:v>7.18</c:v>
                </c:pt>
                <c:pt idx="1000" formatCode="###,###,###,##0.0000">
                  <c:v>7.26</c:v>
                </c:pt>
                <c:pt idx="1002" formatCode="###,###,###,##0.0000">
                  <c:v>7.51</c:v>
                </c:pt>
                <c:pt idx="1005" formatCode="###,###,###,##0.0000">
                  <c:v>7.56</c:v>
                </c:pt>
                <c:pt idx="1006" formatCode="###,###,###,##0.0000">
                  <c:v>7.49</c:v>
                </c:pt>
                <c:pt idx="1007" formatCode="###,###,###,##0.0000">
                  <c:v>7.49</c:v>
                </c:pt>
                <c:pt idx="1019" formatCode="###,###,###,##0.0000">
                  <c:v>7.51</c:v>
                </c:pt>
                <c:pt idx="1020" formatCode="###,###,###,##0.0000">
                  <c:v>7.74</c:v>
                </c:pt>
                <c:pt idx="1021" formatCode="###,###,###,##0.0000">
                  <c:v>7.93</c:v>
                </c:pt>
                <c:pt idx="1022" formatCode="###,###,###,##0.0000">
                  <c:v>7.88</c:v>
                </c:pt>
                <c:pt idx="1023" formatCode="###,###,###,##0.0000">
                  <c:v>7.93</c:v>
                </c:pt>
                <c:pt idx="1024" formatCode="###,###,###,##0.0000">
                  <c:v>7.94</c:v>
                </c:pt>
                <c:pt idx="1025" formatCode="###,###,###,##0.0000">
                  <c:v>7.93</c:v>
                </c:pt>
                <c:pt idx="1026" formatCode="###,###,###,##0.0000">
                  <c:v>7.87</c:v>
                </c:pt>
                <c:pt idx="1027" formatCode="###,###,###,##0.0000">
                  <c:v>7.78</c:v>
                </c:pt>
                <c:pt idx="1062" formatCode="###,###,###,##0.0000">
                  <c:v>7.3</c:v>
                </c:pt>
                <c:pt idx="1065" formatCode="###,###,###,##0.0000">
                  <c:v>7.1</c:v>
                </c:pt>
                <c:pt idx="1066" formatCode="###,###,###,##0.0000">
                  <c:v>7.13</c:v>
                </c:pt>
                <c:pt idx="1067" formatCode="###,###,###,##0.0000">
                  <c:v>7.16</c:v>
                </c:pt>
                <c:pt idx="1070" formatCode="###,###,###,##0.0000">
                  <c:v>7.11</c:v>
                </c:pt>
                <c:pt idx="1071" formatCode="###,###,###,##0.0000">
                  <c:v>7.09</c:v>
                </c:pt>
                <c:pt idx="1073" formatCode="###,###,###,##0.0000">
                  <c:v>7.05</c:v>
                </c:pt>
                <c:pt idx="1074" formatCode="###,###,###,##0.0000">
                  <c:v>7.1</c:v>
                </c:pt>
                <c:pt idx="1075" formatCode="###,###,###,##0.0000">
                  <c:v>7.02</c:v>
                </c:pt>
                <c:pt idx="1080" formatCode="###,###,###,##0.0000">
                  <c:v>6.84</c:v>
                </c:pt>
                <c:pt idx="1082" formatCode="###,###,###,##0.0000">
                  <c:v>6.67</c:v>
                </c:pt>
                <c:pt idx="1083" formatCode="###,###,###,##0.0000">
                  <c:v>6.74</c:v>
                </c:pt>
                <c:pt idx="1084" formatCode="###,###,###,##0.0000">
                  <c:v>6.6</c:v>
                </c:pt>
                <c:pt idx="1085" formatCode="###,###,###,##0.0000">
                  <c:v>6.6</c:v>
                </c:pt>
                <c:pt idx="1095" formatCode="###,###,###,##0.0000">
                  <c:v>6.64</c:v>
                </c:pt>
                <c:pt idx="1096" formatCode="###,###,###,##0.0000">
                  <c:v>6.51</c:v>
                </c:pt>
                <c:pt idx="1097" formatCode="###,###,###,##0.0000">
                  <c:v>6.57</c:v>
                </c:pt>
                <c:pt idx="1098" formatCode="###,###,###,##0.0000">
                  <c:v>6.77</c:v>
                </c:pt>
                <c:pt idx="1099" formatCode="###,###,###,##0.0000">
                  <c:v>6.93</c:v>
                </c:pt>
                <c:pt idx="1100" formatCode="###,###,###,##0.0000">
                  <c:v>6.89</c:v>
                </c:pt>
                <c:pt idx="1102" formatCode="###,###,###,##0.0000">
                  <c:v>6.83</c:v>
                </c:pt>
                <c:pt idx="1103" formatCode="###,###,###,##0.0000">
                  <c:v>6.9</c:v>
                </c:pt>
                <c:pt idx="1104" formatCode="###,###,###,##0.0000">
                  <c:v>7.01</c:v>
                </c:pt>
                <c:pt idx="1105" formatCode="###,###,###,##0.0000">
                  <c:v>6.93</c:v>
                </c:pt>
                <c:pt idx="1106" formatCode="###,###,###,##0.0000">
                  <c:v>7.01</c:v>
                </c:pt>
                <c:pt idx="1108" formatCode="###,###,###,##0.0000">
                  <c:v>7.04</c:v>
                </c:pt>
                <c:pt idx="1109" formatCode="###,###,###,##0.0000">
                  <c:v>7.04</c:v>
                </c:pt>
                <c:pt idx="1110" formatCode="###,###,###,##0.0000">
                  <c:v>7.28</c:v>
                </c:pt>
                <c:pt idx="1111" formatCode="###,###,###,##0.0000">
                  <c:v>7.26</c:v>
                </c:pt>
                <c:pt idx="1112" formatCode="###,###,###,##0.0000">
                  <c:v>7.22</c:v>
                </c:pt>
                <c:pt idx="1113" formatCode="###,###,###,##0.0000">
                  <c:v>7.3</c:v>
                </c:pt>
                <c:pt idx="1114" formatCode="###,###,###,##0.0000">
                  <c:v>7.28</c:v>
                </c:pt>
                <c:pt idx="1115" formatCode="###,###,###,##0.0000">
                  <c:v>7.21</c:v>
                </c:pt>
                <c:pt idx="1116" formatCode="###,###,###,##0.0000">
                  <c:v>7.11</c:v>
                </c:pt>
                <c:pt idx="1117" formatCode="###,###,###,##0.0000">
                  <c:v>7.12</c:v>
                </c:pt>
                <c:pt idx="1118" formatCode="###,###,###,##0.0000">
                  <c:v>7.27</c:v>
                </c:pt>
                <c:pt idx="1119" formatCode="###,###,###,##0.0000">
                  <c:v>7.29</c:v>
                </c:pt>
                <c:pt idx="1120" formatCode="###,###,###,##0.0000">
                  <c:v>7.4</c:v>
                </c:pt>
                <c:pt idx="1121" formatCode="###,###,###,##0.0000">
                  <c:v>7.43</c:v>
                </c:pt>
                <c:pt idx="1122" formatCode="###,###,###,##0.0000">
                  <c:v>7.57</c:v>
                </c:pt>
                <c:pt idx="1123" formatCode="###,###,###,##0.0000">
                  <c:v>7.55</c:v>
                </c:pt>
                <c:pt idx="1124" formatCode="###,###,###,##0.0000">
                  <c:v>7.62</c:v>
                </c:pt>
                <c:pt idx="1125" formatCode="###,###,###,##0.0000">
                  <c:v>7.84</c:v>
                </c:pt>
                <c:pt idx="1126" formatCode="###,###,###,##0.0000">
                  <c:v>7.51</c:v>
                </c:pt>
                <c:pt idx="1127" formatCode="###,###,###,##0.0000">
                  <c:v>7.93</c:v>
                </c:pt>
                <c:pt idx="1128" formatCode="###,###,###,##0.0000">
                  <c:v>7.85</c:v>
                </c:pt>
                <c:pt idx="1129" formatCode="###,###,###,##0.0000">
                  <c:v>8.0299999999999994</c:v>
                </c:pt>
                <c:pt idx="1131" formatCode="###,###,###,##0.0000">
                  <c:v>8.14</c:v>
                </c:pt>
                <c:pt idx="1132" formatCode="###,###,###,##0.0000">
                  <c:v>8.01</c:v>
                </c:pt>
                <c:pt idx="1133" formatCode="###,###,###,##0.0000">
                  <c:v>8.2100000000000009</c:v>
                </c:pt>
                <c:pt idx="1134" formatCode="###,###,###,##0.0000">
                  <c:v>8.19</c:v>
                </c:pt>
                <c:pt idx="1136" formatCode="###,###,###,##0.0000">
                  <c:v>7.89</c:v>
                </c:pt>
                <c:pt idx="1137" formatCode="###,###,###,##0.0000">
                  <c:v>7.88</c:v>
                </c:pt>
                <c:pt idx="1138" formatCode="###,###,###,##0.0000">
                  <c:v>7.9</c:v>
                </c:pt>
                <c:pt idx="1139" formatCode="###,###,###,##0.0000">
                  <c:v>7.68</c:v>
                </c:pt>
                <c:pt idx="1140" formatCode="###,###,###,##0.0000">
                  <c:v>7.47</c:v>
                </c:pt>
                <c:pt idx="1141" formatCode="###,###,###,##0.0000">
                  <c:v>7.54</c:v>
                </c:pt>
                <c:pt idx="1142" formatCode="###,###,###,##0.0000">
                  <c:v>7.46</c:v>
                </c:pt>
                <c:pt idx="1143" formatCode="###,###,###,##0.0000">
                  <c:v>7.53</c:v>
                </c:pt>
                <c:pt idx="1144" formatCode="###,###,###,##0.0000">
                  <c:v>7.48</c:v>
                </c:pt>
                <c:pt idx="1145" formatCode="###,###,###,##0.0000">
                  <c:v>7.37</c:v>
                </c:pt>
                <c:pt idx="1146" formatCode="###,###,###,##0.0000">
                  <c:v>7.29</c:v>
                </c:pt>
                <c:pt idx="1147" formatCode="###,###,###,##0.0000">
                  <c:v>7.27</c:v>
                </c:pt>
                <c:pt idx="1148" formatCode="###,###,###,##0.0000">
                  <c:v>7.45</c:v>
                </c:pt>
                <c:pt idx="1149" formatCode="###,###,###,##0.0000">
                  <c:v>7.68</c:v>
                </c:pt>
                <c:pt idx="1150" formatCode="###,###,###,##0.0000">
                  <c:v>7.56</c:v>
                </c:pt>
                <c:pt idx="1153" formatCode="###,###,###,##0.0000">
                  <c:v>7.58</c:v>
                </c:pt>
                <c:pt idx="1157" formatCode="###,###,###,##0.0000">
                  <c:v>7.61</c:v>
                </c:pt>
                <c:pt idx="1158" formatCode="###,###,###,##0.0000">
                  <c:v>7.71</c:v>
                </c:pt>
                <c:pt idx="1159" formatCode="###,###,###,##0.0000">
                  <c:v>7.72</c:v>
                </c:pt>
                <c:pt idx="1160" formatCode="###,###,###,##0.0000">
                  <c:v>7.79</c:v>
                </c:pt>
                <c:pt idx="1161" formatCode="###,###,###,##0.0000">
                  <c:v>7.84</c:v>
                </c:pt>
                <c:pt idx="1162" formatCode="###,###,###,##0.0000">
                  <c:v>7.58</c:v>
                </c:pt>
                <c:pt idx="1164" formatCode="###,###,###,##0.0000">
                  <c:v>7.67</c:v>
                </c:pt>
                <c:pt idx="1165" formatCode="###,###,###,##0.0000">
                  <c:v>7.8</c:v>
                </c:pt>
                <c:pt idx="1166" formatCode="###,###,###,##0.0000">
                  <c:v>7.92</c:v>
                </c:pt>
                <c:pt idx="1167" formatCode="###,###,###,##0.0000">
                  <c:v>7.94</c:v>
                </c:pt>
                <c:pt idx="1168" formatCode="###,###,###,##0.0000">
                  <c:v>7.94</c:v>
                </c:pt>
                <c:pt idx="1170" formatCode="###,###,###,##0.0000">
                  <c:v>7.8</c:v>
                </c:pt>
                <c:pt idx="1171" formatCode="###,###,###,##0.0000">
                  <c:v>7.76</c:v>
                </c:pt>
                <c:pt idx="1173" formatCode="###,###,###,##0.0000">
                  <c:v>7.46</c:v>
                </c:pt>
                <c:pt idx="1174" formatCode="###,###,###,##0.0000">
                  <c:v>7.36</c:v>
                </c:pt>
                <c:pt idx="1175" formatCode="###,###,###,##0.0000">
                  <c:v>7.32</c:v>
                </c:pt>
                <c:pt idx="1176" formatCode="###,###,###,##0.0000">
                  <c:v>7.32</c:v>
                </c:pt>
                <c:pt idx="1177" formatCode="###,###,###,##0.0000">
                  <c:v>7.32</c:v>
                </c:pt>
                <c:pt idx="1178" formatCode="###,###,###,##0.0000">
                  <c:v>7.32</c:v>
                </c:pt>
                <c:pt idx="1179" formatCode="###,###,###,##0.0000">
                  <c:v>7.32</c:v>
                </c:pt>
                <c:pt idx="1181" formatCode="###,###,###,##0.0000">
                  <c:v>7.32</c:v>
                </c:pt>
                <c:pt idx="1182" formatCode="###,###,###,##0.0000">
                  <c:v>7.32</c:v>
                </c:pt>
                <c:pt idx="1183" formatCode="###,###,###,##0.0000">
                  <c:v>6.91</c:v>
                </c:pt>
                <c:pt idx="1184" formatCode="###,###,###,##0.0000">
                  <c:v>6.83</c:v>
                </c:pt>
                <c:pt idx="1186" formatCode="###,###,###,##0.0000">
                  <c:v>6.68</c:v>
                </c:pt>
                <c:pt idx="1187" formatCode="###,###,###,##0.0000">
                  <c:v>6.63</c:v>
                </c:pt>
                <c:pt idx="1188" formatCode="###,###,###,##0.0000">
                  <c:v>6.55</c:v>
                </c:pt>
                <c:pt idx="1189" formatCode="###,###,###,##0.0000">
                  <c:v>6.59</c:v>
                </c:pt>
                <c:pt idx="1190" formatCode="###,###,###,##0.0000">
                  <c:v>6.5</c:v>
                </c:pt>
                <c:pt idx="1191" formatCode="###,###,###,##0.0000">
                  <c:v>6.62</c:v>
                </c:pt>
                <c:pt idx="1192" formatCode="###,###,###,##0.0000">
                  <c:v>6.49</c:v>
                </c:pt>
                <c:pt idx="1193" formatCode="###,###,###,##0.0000">
                  <c:v>6.43</c:v>
                </c:pt>
                <c:pt idx="1194" formatCode="###,###,###,##0.0000">
                  <c:v>6.31</c:v>
                </c:pt>
                <c:pt idx="1195" formatCode="###,###,###,##0.0000">
                  <c:v>6.29</c:v>
                </c:pt>
                <c:pt idx="1196" formatCode="###,###,###,##0.0000">
                  <c:v>6.3</c:v>
                </c:pt>
                <c:pt idx="1199" formatCode="###,###,###,##0.0000">
                  <c:v>6.37</c:v>
                </c:pt>
                <c:pt idx="1200" formatCode="###,###,###,##0.0000">
                  <c:v>6.44</c:v>
                </c:pt>
                <c:pt idx="1201" formatCode="###,###,###,##0.0000">
                  <c:v>6.45</c:v>
                </c:pt>
                <c:pt idx="1202" formatCode="###,###,###,##0.0000">
                  <c:v>6.38</c:v>
                </c:pt>
                <c:pt idx="1203" formatCode="###,###,###,##0.0000">
                  <c:v>6.32</c:v>
                </c:pt>
                <c:pt idx="1206" formatCode="###,###,###,##0.0000">
                  <c:v>6.58</c:v>
                </c:pt>
                <c:pt idx="1207" formatCode="###,###,###,##0.0000">
                  <c:v>6.34</c:v>
                </c:pt>
                <c:pt idx="1208" formatCode="###,###,###,##0.0000">
                  <c:v>6.17</c:v>
                </c:pt>
                <c:pt idx="1209" formatCode="###,###,###,##0.0000">
                  <c:v>6.2</c:v>
                </c:pt>
                <c:pt idx="1211" formatCode="###,###,###,##0.0000">
                  <c:v>6.39</c:v>
                </c:pt>
                <c:pt idx="1212" formatCode="###,###,###,##0.0000">
                  <c:v>6.15</c:v>
                </c:pt>
                <c:pt idx="1213" formatCode="###,###,###,##0.0000">
                  <c:v>6.12</c:v>
                </c:pt>
                <c:pt idx="1214" formatCode="###,###,###,##0.0000">
                  <c:v>6.07</c:v>
                </c:pt>
                <c:pt idx="1215" formatCode="###,###,###,##0.0000">
                  <c:v>6</c:v>
                </c:pt>
                <c:pt idx="1216" formatCode="###,###,###,##0.0000">
                  <c:v>5.78</c:v>
                </c:pt>
                <c:pt idx="1217" formatCode="###,###,###,##0.0000">
                  <c:v>5.89</c:v>
                </c:pt>
                <c:pt idx="1218" formatCode="###,###,###,##0.0000">
                  <c:v>5.85</c:v>
                </c:pt>
                <c:pt idx="1219" formatCode="###,###,###,##0.0000">
                  <c:v>5.9</c:v>
                </c:pt>
                <c:pt idx="1220" formatCode="###,###,###,##0.0000">
                  <c:v>5.85</c:v>
                </c:pt>
                <c:pt idx="1222" formatCode="###,###,###,##0.0000">
                  <c:v>5.87</c:v>
                </c:pt>
                <c:pt idx="1223" formatCode="###,###,###,##0.0000">
                  <c:v>5.82</c:v>
                </c:pt>
                <c:pt idx="1224" formatCode="###,###,###,##0.0000">
                  <c:v>5.76</c:v>
                </c:pt>
                <c:pt idx="1225" formatCode="###,###,###,##0.0000">
                  <c:v>5.82</c:v>
                </c:pt>
                <c:pt idx="1226" formatCode="###,###,###,##0.0000">
                  <c:v>5.8</c:v>
                </c:pt>
                <c:pt idx="1228" formatCode="###,###,###,##0.0000">
                  <c:v>5.86</c:v>
                </c:pt>
                <c:pt idx="1229" formatCode="###,###,###,##0.0000">
                  <c:v>5.72</c:v>
                </c:pt>
                <c:pt idx="1230" formatCode="###,###,###,##0.0000">
                  <c:v>5.79</c:v>
                </c:pt>
                <c:pt idx="1231" formatCode="###,###,###,##0.0000">
                  <c:v>5.82</c:v>
                </c:pt>
                <c:pt idx="1232" formatCode="###,###,###,##0.0000">
                  <c:v>5.92</c:v>
                </c:pt>
                <c:pt idx="1233" formatCode="###,###,###,##0.0000">
                  <c:v>6.03</c:v>
                </c:pt>
                <c:pt idx="1234" formatCode="###,###,###,##0.0000">
                  <c:v>6.11</c:v>
                </c:pt>
                <c:pt idx="1235" formatCode="###,###,###,##0.0000">
                  <c:v>6.24</c:v>
                </c:pt>
                <c:pt idx="1236" formatCode="###,###,###,##0.0000">
                  <c:v>6.21</c:v>
                </c:pt>
                <c:pt idx="1239" formatCode="###,###,###,##0.0000">
                  <c:v>6.01</c:v>
                </c:pt>
                <c:pt idx="1240" formatCode="###,###,###,##0.0000">
                  <c:v>5.92</c:v>
                </c:pt>
                <c:pt idx="1241" formatCode="###,###,###,##0.0000">
                  <c:v>5.88</c:v>
                </c:pt>
                <c:pt idx="1242" formatCode="###,###,###,##0.0000">
                  <c:v>5.87</c:v>
                </c:pt>
                <c:pt idx="1243" formatCode="###,###,###,##0.0000">
                  <c:v>6.01</c:v>
                </c:pt>
                <c:pt idx="1244" formatCode="###,###,###,##0.0000">
                  <c:v>5.95</c:v>
                </c:pt>
                <c:pt idx="1245" formatCode="###,###,###,##0.0000">
                  <c:v>5.97</c:v>
                </c:pt>
                <c:pt idx="1246" formatCode="###,###,###,##0.0000">
                  <c:v>5.87</c:v>
                </c:pt>
                <c:pt idx="1247" formatCode="###,###,###,##0.0000">
                  <c:v>5.94</c:v>
                </c:pt>
                <c:pt idx="1248" formatCode="###,###,###,##0.0000">
                  <c:v>5.94</c:v>
                </c:pt>
                <c:pt idx="1249" formatCode="###,###,###,##0.0000">
                  <c:v>5.94</c:v>
                </c:pt>
                <c:pt idx="1250" formatCode="###,###,###,##0.0000">
                  <c:v>5.94</c:v>
                </c:pt>
                <c:pt idx="1251" formatCode="###,###,###,##0.0000">
                  <c:v>5.94</c:v>
                </c:pt>
                <c:pt idx="1252" formatCode="###,###,###,##0.0000">
                  <c:v>5.94</c:v>
                </c:pt>
                <c:pt idx="1255" formatCode="###,###,###,##0.0000">
                  <c:v>5.94</c:v>
                </c:pt>
                <c:pt idx="1256" formatCode="###,###,###,##0.0000">
                  <c:v>5.86</c:v>
                </c:pt>
                <c:pt idx="1257" formatCode="###,###,###,##0.0000">
                  <c:v>4.18</c:v>
                </c:pt>
                <c:pt idx="1258" formatCode="###,###,###,##0.0000">
                  <c:v>5.67</c:v>
                </c:pt>
                <c:pt idx="1259" formatCode="###,###,###,##0.0000">
                  <c:v>5.72</c:v>
                </c:pt>
                <c:pt idx="1260" formatCode="###,###,###,##0.0000">
                  <c:v>5.69</c:v>
                </c:pt>
                <c:pt idx="1261" formatCode="###,###,###,##0.0000">
                  <c:v>5.65</c:v>
                </c:pt>
                <c:pt idx="1262" formatCode="###,###,###,##0.0000">
                  <c:v>5.62</c:v>
                </c:pt>
                <c:pt idx="1263" formatCode="###,###,###,##0.0000">
                  <c:v>5.52</c:v>
                </c:pt>
                <c:pt idx="1264" formatCode="###,###,###,##0.0000">
                  <c:v>5.48</c:v>
                </c:pt>
                <c:pt idx="1265" formatCode="###,###,###,##0.0000">
                  <c:v>5.46</c:v>
                </c:pt>
                <c:pt idx="1266" formatCode="###,###,###,##0.0000">
                  <c:v>5.44</c:v>
                </c:pt>
                <c:pt idx="1267" formatCode="###,###,###,##0.0000">
                  <c:v>5.44</c:v>
                </c:pt>
                <c:pt idx="1268" formatCode="###,###,###,##0.0000">
                  <c:v>5.38</c:v>
                </c:pt>
                <c:pt idx="1270" formatCode="###,###,###,##0.0000">
                  <c:v>5.27</c:v>
                </c:pt>
                <c:pt idx="1271" formatCode="###,###,###,##0.0000">
                  <c:v>5.34</c:v>
                </c:pt>
                <c:pt idx="1272" formatCode="###,###,###,##0.0000">
                  <c:v>5.39</c:v>
                </c:pt>
                <c:pt idx="1273" formatCode="###,###,###,##0.0000">
                  <c:v>5.45</c:v>
                </c:pt>
                <c:pt idx="1274" formatCode="###,###,###,##0.0000">
                  <c:v>5.42</c:v>
                </c:pt>
                <c:pt idx="1276" formatCode="###,###,###,##0.0000">
                  <c:v>5.44</c:v>
                </c:pt>
                <c:pt idx="1277" formatCode="###,###,###,##0.0000">
                  <c:v>5.4675000000000002</c:v>
                </c:pt>
                <c:pt idx="1278" formatCode="###,###,###,##0.0000">
                  <c:v>5.53</c:v>
                </c:pt>
                <c:pt idx="1279" formatCode="###,###,###,##0.0000">
                  <c:v>5.54</c:v>
                </c:pt>
                <c:pt idx="1280" formatCode="###,###,###,##0.0000">
                  <c:v>5.57</c:v>
                </c:pt>
                <c:pt idx="1281" formatCode="###,###,###,##0.0000">
                  <c:v>5.63</c:v>
                </c:pt>
                <c:pt idx="1282" formatCode="###,###,###,##0.0000">
                  <c:v>5.72</c:v>
                </c:pt>
                <c:pt idx="1283" formatCode="###,###,###,##0.0000">
                  <c:v>5.87</c:v>
                </c:pt>
                <c:pt idx="1284" formatCode="###,###,###,##0.0000">
                  <c:v>5.88</c:v>
                </c:pt>
                <c:pt idx="1285" formatCode="###,###,###,##0.0000">
                  <c:v>5.76</c:v>
                </c:pt>
                <c:pt idx="1287" formatCode="###,###,###,##0.0000">
                  <c:v>5.76</c:v>
                </c:pt>
                <c:pt idx="1288" formatCode="###,###,###,##0.0000">
                  <c:v>5.84</c:v>
                </c:pt>
                <c:pt idx="1289" formatCode="###,###,###,##0.0000">
                  <c:v>5.99</c:v>
                </c:pt>
                <c:pt idx="1290" formatCode="###,###,###,##0.0000">
                  <c:v>5.87</c:v>
                </c:pt>
                <c:pt idx="1291" formatCode="###,###,###,##0.0000">
                  <c:v>6.02</c:v>
                </c:pt>
                <c:pt idx="1292" formatCode="###,###,###,##0.0000">
                  <c:v>6.07</c:v>
                </c:pt>
                <c:pt idx="1293" formatCode="###,###,###,##0.0000">
                  <c:v>6.06</c:v>
                </c:pt>
                <c:pt idx="1294" formatCode="###,###,###,##0.0000">
                  <c:v>6.15</c:v>
                </c:pt>
                <c:pt idx="1295" formatCode="###,###,###,##0.0000">
                  <c:v>6.12</c:v>
                </c:pt>
                <c:pt idx="1296" formatCode="###,###,###,##0.0000">
                  <c:v>6.17</c:v>
                </c:pt>
                <c:pt idx="1297" formatCode="###,###,###,##0.0000">
                  <c:v>6.08</c:v>
                </c:pt>
                <c:pt idx="1298" formatCode="###,###,###,##0.0000">
                  <c:v>6.2</c:v>
                </c:pt>
                <c:pt idx="1299" formatCode="###,###,###,##0.0000">
                  <c:v>6.31</c:v>
                </c:pt>
                <c:pt idx="1300" formatCode="###,###,###,##0.0000">
                  <c:v>6.39</c:v>
                </c:pt>
                <c:pt idx="1301" formatCode="###,###,###,##0.0000">
                  <c:v>6.37</c:v>
                </c:pt>
                <c:pt idx="1302" formatCode="###,###,###,##0.0000">
                  <c:v>6.33</c:v>
                </c:pt>
                <c:pt idx="1303" formatCode="###,###,###,##0.0000">
                  <c:v>6.39</c:v>
                </c:pt>
                <c:pt idx="1304" formatCode="###,###,###,##0.0000">
                  <c:v>6.31</c:v>
                </c:pt>
                <c:pt idx="1305" formatCode="###,###,###,##0.0000">
                  <c:v>6.25</c:v>
                </c:pt>
                <c:pt idx="1306" formatCode="###,###,###,##0.0000">
                  <c:v>6.21</c:v>
                </c:pt>
                <c:pt idx="1307" formatCode="###,###,###,##0.0000">
                  <c:v>6.15</c:v>
                </c:pt>
                <c:pt idx="1308" formatCode="###,###,###,##0.0000">
                  <c:v>6.18</c:v>
                </c:pt>
                <c:pt idx="1309" formatCode="###,###,###,##0.0000">
                  <c:v>6.28</c:v>
                </c:pt>
                <c:pt idx="1310" formatCode="###,###,###,##0.0000">
                  <c:v>6.45</c:v>
                </c:pt>
                <c:pt idx="1311" formatCode="###,###,###,##0.0000">
                  <c:v>6.56</c:v>
                </c:pt>
                <c:pt idx="1312" formatCode="###,###,###,##0.0000">
                  <c:v>6.63</c:v>
                </c:pt>
                <c:pt idx="1313" formatCode="###,###,###,##0.0000">
                  <c:v>6.54</c:v>
                </c:pt>
                <c:pt idx="1314" formatCode="###,###,###,##0.0000">
                  <c:v>6.5</c:v>
                </c:pt>
                <c:pt idx="1315" formatCode="###,###,###,##0.0000">
                  <c:v>6.4</c:v>
                </c:pt>
                <c:pt idx="1317" formatCode="###,###,###,##0.0000">
                  <c:v>6.53</c:v>
                </c:pt>
                <c:pt idx="1318" formatCode="###,###,###,##0.0000">
                  <c:v>6.48</c:v>
                </c:pt>
                <c:pt idx="1319" formatCode="###,###,###,##0.0000">
                  <c:v>6.57</c:v>
                </c:pt>
                <c:pt idx="1321" formatCode="###,###,###,##0.0000">
                  <c:v>6.57</c:v>
                </c:pt>
                <c:pt idx="1323" formatCode="###,###,###,##0.0000">
                  <c:v>6.68</c:v>
                </c:pt>
                <c:pt idx="1324" formatCode="###,###,###,##0.0000">
                  <c:v>6.95</c:v>
                </c:pt>
                <c:pt idx="1325" formatCode="###,###,###,##0.0000">
                  <c:v>7.1</c:v>
                </c:pt>
                <c:pt idx="1326" formatCode="###,###,###,##0.0000">
                  <c:v>6.9550000000000001</c:v>
                </c:pt>
                <c:pt idx="1327" formatCode="###,###,###,##0.0000">
                  <c:v>6.93</c:v>
                </c:pt>
                <c:pt idx="1328" formatCode="###,###,###,##0.0000">
                  <c:v>7</c:v>
                </c:pt>
                <c:pt idx="1329" formatCode="###,###,###,##0.0000">
                  <c:v>7.13</c:v>
                </c:pt>
                <c:pt idx="1330" formatCode="###,###,###,##0.0000">
                  <c:v>6.94</c:v>
                </c:pt>
                <c:pt idx="1331" formatCode="###,###,###,##0.0000">
                  <c:v>6.91</c:v>
                </c:pt>
                <c:pt idx="1332" formatCode="###,###,###,##0.0000">
                  <c:v>6.92</c:v>
                </c:pt>
                <c:pt idx="1333" formatCode="###,###,###,##0.0000">
                  <c:v>7.17</c:v>
                </c:pt>
                <c:pt idx="1334" formatCode="###,###,###,##0.0000">
                  <c:v>7.26</c:v>
                </c:pt>
                <c:pt idx="1335" formatCode="###,###,###,##0.0000">
                  <c:v>7.42</c:v>
                </c:pt>
                <c:pt idx="1336" formatCode="###,###,###,##0.0000">
                  <c:v>7.37</c:v>
                </c:pt>
                <c:pt idx="1337" formatCode="###,###,###,##0.0000">
                  <c:v>7.6</c:v>
                </c:pt>
                <c:pt idx="1339" formatCode="###,###,###,##0.0000">
                  <c:v>7.47</c:v>
                </c:pt>
                <c:pt idx="1340" formatCode="###,###,###,##0.0000">
                  <c:v>7.32</c:v>
                </c:pt>
                <c:pt idx="1341" formatCode="###,###,###,##0.0000">
                  <c:v>7.33</c:v>
                </c:pt>
                <c:pt idx="1344" formatCode="###,###,###,##0.0000">
                  <c:v>7.09</c:v>
                </c:pt>
                <c:pt idx="1345" formatCode="###,###,###,##0.0000">
                  <c:v>7.08</c:v>
                </c:pt>
                <c:pt idx="1346" formatCode="###,###,###,##0.0000">
                  <c:v>6.85</c:v>
                </c:pt>
                <c:pt idx="1347" formatCode="###,###,###,##0.0000">
                  <c:v>6.75</c:v>
                </c:pt>
                <c:pt idx="1349" formatCode="###,###,###,##0.0000">
                  <c:v>6.67</c:v>
                </c:pt>
                <c:pt idx="1350" formatCode="###,###,###,##0.0000">
                  <c:v>6.75</c:v>
                </c:pt>
                <c:pt idx="1351" formatCode="###,###,###,##0.0000">
                  <c:v>6.81</c:v>
                </c:pt>
                <c:pt idx="1352" formatCode="###,###,###,##0.0000">
                  <c:v>6.7</c:v>
                </c:pt>
                <c:pt idx="1353" formatCode="###,###,###,##0.0000">
                  <c:v>6.72</c:v>
                </c:pt>
                <c:pt idx="1355" formatCode="###,###,###,##0.0000">
                  <c:v>6.66</c:v>
                </c:pt>
                <c:pt idx="1356" formatCode="###,###,###,##0.0000">
                  <c:v>6.51</c:v>
                </c:pt>
                <c:pt idx="1357" formatCode="###,###,###,##0.0000">
                  <c:v>6.39</c:v>
                </c:pt>
                <c:pt idx="1358" formatCode="###,###,###,##0.0000">
                  <c:v>6.28</c:v>
                </c:pt>
                <c:pt idx="1359" formatCode="###,###,###,##0.0000">
                  <c:v>6.18</c:v>
                </c:pt>
                <c:pt idx="1361" formatCode="###,###,###,##0.0000">
                  <c:v>6.15</c:v>
                </c:pt>
                <c:pt idx="1362" formatCode="###,###,###,##0.0000">
                  <c:v>6.2</c:v>
                </c:pt>
                <c:pt idx="1363" formatCode="###,###,###,##0.0000">
                  <c:v>6.17</c:v>
                </c:pt>
                <c:pt idx="1364" formatCode="###,###,###,##0.0000">
                  <c:v>6.14</c:v>
                </c:pt>
                <c:pt idx="1365" formatCode="###,###,###,##0.0000">
                  <c:v>6.15</c:v>
                </c:pt>
                <c:pt idx="1366" formatCode="###,###,###,##0.0000">
                  <c:v>6.01</c:v>
                </c:pt>
                <c:pt idx="1367" formatCode="###,###,###,##0.0000">
                  <c:v>6</c:v>
                </c:pt>
                <c:pt idx="1368" formatCode="###,###,###,##0.0000">
                  <c:v>5.86</c:v>
                </c:pt>
                <c:pt idx="1369" formatCode="###,###,###,##0.0000">
                  <c:v>5.88</c:v>
                </c:pt>
                <c:pt idx="1371" formatCode="###,###,###,##0.0000">
                  <c:v>5.83</c:v>
                </c:pt>
                <c:pt idx="1372" formatCode="###,###,###,##0.0000">
                  <c:v>5.73</c:v>
                </c:pt>
                <c:pt idx="1373" formatCode="###,###,###,##0.0000">
                  <c:v>5.91</c:v>
                </c:pt>
                <c:pt idx="1374" formatCode="###,###,###,##0.0000">
                  <c:v>5.86</c:v>
                </c:pt>
                <c:pt idx="1375" formatCode="###,###,###,##0.0000">
                  <c:v>6.01</c:v>
                </c:pt>
                <c:pt idx="1376" formatCode="###,###,###,##0.0000">
                  <c:v>6.05</c:v>
                </c:pt>
                <c:pt idx="1377" formatCode="###,###,###,##0.0000">
                  <c:v>6.1</c:v>
                </c:pt>
                <c:pt idx="1378" formatCode="###,###,###,##0.0000">
                  <c:v>6.04</c:v>
                </c:pt>
                <c:pt idx="1379" formatCode="###,###,###,##0.0000">
                  <c:v>6.06</c:v>
                </c:pt>
                <c:pt idx="1380" formatCode="###,###,###,##0.0000">
                  <c:v>5.96</c:v>
                </c:pt>
                <c:pt idx="1383" formatCode="###,###,###,##0.0000">
                  <c:v>6.13</c:v>
                </c:pt>
                <c:pt idx="1384" formatCode="###,###,###,##0.0000">
                  <c:v>6.13</c:v>
                </c:pt>
                <c:pt idx="1385" formatCode="###,###,###,##0.0000">
                  <c:v>6.14</c:v>
                </c:pt>
                <c:pt idx="1386" formatCode="###,###,###,##0.0000">
                  <c:v>6.07</c:v>
                </c:pt>
                <c:pt idx="1387" formatCode="###,###,###,##0.0000">
                  <c:v>5.93</c:v>
                </c:pt>
                <c:pt idx="1388" formatCode="###,###,###,##0.0000">
                  <c:v>5.9</c:v>
                </c:pt>
                <c:pt idx="1389" formatCode="###,###,###,##0.0000">
                  <c:v>5.91</c:v>
                </c:pt>
                <c:pt idx="1390" formatCode="###,###,###,##0.0000">
                  <c:v>5.83</c:v>
                </c:pt>
                <c:pt idx="1391" formatCode="###,###,###,##0.0000">
                  <c:v>5.91</c:v>
                </c:pt>
                <c:pt idx="1393" formatCode="###,###,###,##0.0000">
                  <c:v>6.08</c:v>
                </c:pt>
                <c:pt idx="1394" formatCode="###,###,###,##0.0000">
                  <c:v>5.92</c:v>
                </c:pt>
                <c:pt idx="1395" formatCode="###,###,###,##0.0000">
                  <c:v>5.94</c:v>
                </c:pt>
                <c:pt idx="1396" formatCode="###,###,###,##0.0000">
                  <c:v>5.84</c:v>
                </c:pt>
                <c:pt idx="1397" formatCode="###,###,###,##0.0000">
                  <c:v>5.71</c:v>
                </c:pt>
                <c:pt idx="1398" formatCode="###,###,###,##0.0000">
                  <c:v>5.67</c:v>
                </c:pt>
                <c:pt idx="1399" formatCode="###,###,###,##0.0000">
                  <c:v>5.78</c:v>
                </c:pt>
                <c:pt idx="1400" formatCode="###,###,###,##0.0000">
                  <c:v>5.83</c:v>
                </c:pt>
                <c:pt idx="1401" formatCode="###,###,###,##0.0000">
                  <c:v>5.89</c:v>
                </c:pt>
                <c:pt idx="1402" formatCode="###,###,###,##0.0000">
                  <c:v>5.97</c:v>
                </c:pt>
                <c:pt idx="1403" formatCode="###,###,###,##0.0000">
                  <c:v>5.92</c:v>
                </c:pt>
                <c:pt idx="1404" formatCode="###,###,###,##0.0000">
                  <c:v>6.04</c:v>
                </c:pt>
                <c:pt idx="1405" formatCode="###,###,###,##0.0000">
                  <c:v>5.99</c:v>
                </c:pt>
                <c:pt idx="1406" formatCode="###,###,###,##0.0000">
                  <c:v>6</c:v>
                </c:pt>
                <c:pt idx="1407" formatCode="###,###,###,##0.0000">
                  <c:v>6.02</c:v>
                </c:pt>
                <c:pt idx="1408" formatCode="###,###,###,##0.0000">
                  <c:v>6.2</c:v>
                </c:pt>
                <c:pt idx="1409" formatCode="###,###,###,##0.0000">
                  <c:v>6.24</c:v>
                </c:pt>
                <c:pt idx="1410" formatCode="###,###,###,##0.0000">
                  <c:v>6.13</c:v>
                </c:pt>
                <c:pt idx="1411" formatCode="###,###,###,##0.0000">
                  <c:v>6.09</c:v>
                </c:pt>
                <c:pt idx="1412" formatCode="###,###,###,##0.0000">
                  <c:v>5.89</c:v>
                </c:pt>
                <c:pt idx="1413" formatCode="###,###,###,##0.0000">
                  <c:v>5.97</c:v>
                </c:pt>
                <c:pt idx="1414" formatCode="###,###,###,##0.0000">
                  <c:v>6.15</c:v>
                </c:pt>
                <c:pt idx="1415" formatCode="###,###,###,##0.0000">
                  <c:v>5.97</c:v>
                </c:pt>
                <c:pt idx="1416" formatCode="###,###,###,##0.0000">
                  <c:v>6.06</c:v>
                </c:pt>
                <c:pt idx="1419" formatCode="###,###,###,##0.0000">
                  <c:v>6.11</c:v>
                </c:pt>
                <c:pt idx="1420" formatCode="###,###,###,##0.0000">
                  <c:v>6.04</c:v>
                </c:pt>
                <c:pt idx="1421" formatCode="###,###,###,##0.0000">
                  <c:v>6.04</c:v>
                </c:pt>
                <c:pt idx="1422" formatCode="###,###,###,##0.0000">
                  <c:v>5.98</c:v>
                </c:pt>
                <c:pt idx="1423" formatCode="###,###,###,##0.0000">
                  <c:v>6.02</c:v>
                </c:pt>
                <c:pt idx="1424" formatCode="###,###,###,##0.0000">
                  <c:v>5.77</c:v>
                </c:pt>
                <c:pt idx="1425" formatCode="###,###,###,##0.0000">
                  <c:v>5.7</c:v>
                </c:pt>
                <c:pt idx="1426" formatCode="###,###,###,##0.0000">
                  <c:v>5.63</c:v>
                </c:pt>
                <c:pt idx="1428" formatCode="###,###,###,##0.0000">
                  <c:v>5.65</c:v>
                </c:pt>
                <c:pt idx="1429" formatCode="###,###,###,##0.0000">
                  <c:v>5.69</c:v>
                </c:pt>
                <c:pt idx="1430" formatCode="###,###,###,##0.0000">
                  <c:v>5.71</c:v>
                </c:pt>
                <c:pt idx="1431" formatCode="###,###,###,##0.0000">
                  <c:v>5.64</c:v>
                </c:pt>
                <c:pt idx="1432" formatCode="###,###,###,##0.0000">
                  <c:v>5.63</c:v>
                </c:pt>
                <c:pt idx="1433" formatCode="###,###,###,##0.0000">
                  <c:v>5.56</c:v>
                </c:pt>
                <c:pt idx="1435" formatCode="###,###,###,##0.0000">
                  <c:v>5.32</c:v>
                </c:pt>
                <c:pt idx="1436" formatCode="###,###,###,##0.0000">
                  <c:v>5.22</c:v>
                </c:pt>
                <c:pt idx="1437" formatCode="###,###,###,##0.0000">
                  <c:v>5.14</c:v>
                </c:pt>
                <c:pt idx="1438" formatCode="###,###,###,##0.0000">
                  <c:v>5.12</c:v>
                </c:pt>
                <c:pt idx="1439" formatCode="###,###,###,##0.0000">
                  <c:v>5.09</c:v>
                </c:pt>
                <c:pt idx="1440" formatCode="###,###,###,##0.0000">
                  <c:v>5.22</c:v>
                </c:pt>
                <c:pt idx="1441" formatCode="###,###,###,##0.0000">
                  <c:v>5.2</c:v>
                </c:pt>
                <c:pt idx="1443" formatCode="###,###,###,##0.0000">
                  <c:v>5.29</c:v>
                </c:pt>
                <c:pt idx="1444" formatCode="###,###,###,##0.0000">
                  <c:v>5.31</c:v>
                </c:pt>
                <c:pt idx="1445" formatCode="###,###,###,##0.0000">
                  <c:v>5.32</c:v>
                </c:pt>
                <c:pt idx="1446" formatCode="###,###,###,##0.0000">
                  <c:v>5.34</c:v>
                </c:pt>
                <c:pt idx="1447" formatCode="###,###,###,##0.0000">
                  <c:v>5.61</c:v>
                </c:pt>
                <c:pt idx="1448" formatCode="###,###,###,##0.0000">
                  <c:v>5.74</c:v>
                </c:pt>
                <c:pt idx="1449" formatCode="###,###,###,##0.0000">
                  <c:v>5.64</c:v>
                </c:pt>
                <c:pt idx="1450" formatCode="###,###,###,##0.0000">
                  <c:v>5.73</c:v>
                </c:pt>
                <c:pt idx="1451" formatCode="###,###,###,##0.0000">
                  <c:v>5.85</c:v>
                </c:pt>
                <c:pt idx="1452" formatCode="###,###,###,##0.0000">
                  <c:v>5.78</c:v>
                </c:pt>
                <c:pt idx="1454" formatCode="###,###,###,##0.0000">
                  <c:v>5.59</c:v>
                </c:pt>
                <c:pt idx="1455" formatCode="###,###,###,##0.0000">
                  <c:v>5.53</c:v>
                </c:pt>
                <c:pt idx="1456" formatCode="###,###,###,##0.0000">
                  <c:v>5.54</c:v>
                </c:pt>
                <c:pt idx="1457" formatCode="###,###,###,##0.0000">
                  <c:v>5.42</c:v>
                </c:pt>
                <c:pt idx="1459" formatCode="###,###,###,##0.0000">
                  <c:v>5.42</c:v>
                </c:pt>
                <c:pt idx="1460" formatCode="###,###,###,##0.0000">
                  <c:v>5.42</c:v>
                </c:pt>
                <c:pt idx="1461" formatCode="###,###,###,##0.0000">
                  <c:v>5.61</c:v>
                </c:pt>
                <c:pt idx="1462" formatCode="###,###,###,##0.0000">
                  <c:v>5.61</c:v>
                </c:pt>
                <c:pt idx="1463" formatCode="###,###,###,##0.0000">
                  <c:v>5.69</c:v>
                </c:pt>
                <c:pt idx="1464" formatCode="###,###,###,##0.0000">
                  <c:v>5.69</c:v>
                </c:pt>
                <c:pt idx="1465" formatCode="###,###,###,##0.0000">
                  <c:v>5.77</c:v>
                </c:pt>
                <c:pt idx="1466" formatCode="###,###,###,##0.0000">
                  <c:v>5.43</c:v>
                </c:pt>
                <c:pt idx="1467" formatCode="###,###,###,##0.0000">
                  <c:v>5.34</c:v>
                </c:pt>
                <c:pt idx="1468" formatCode="###,###,###,##0.0000">
                  <c:v>5.34</c:v>
                </c:pt>
                <c:pt idx="1469" formatCode="###,###,###,##0.0000">
                  <c:v>5.19</c:v>
                </c:pt>
                <c:pt idx="1473" formatCode="###,###,###,##0.0000">
                  <c:v>5.21</c:v>
                </c:pt>
                <c:pt idx="1477" formatCode="###,###,###,##0.0000">
                  <c:v>5.64</c:v>
                </c:pt>
                <c:pt idx="1478" formatCode="###,###,###,##0.0000">
                  <c:v>5.92</c:v>
                </c:pt>
                <c:pt idx="1479" formatCode="###,###,###,##0.0000">
                  <c:v>5.92</c:v>
                </c:pt>
                <c:pt idx="1480" formatCode="###,###,###,##0.0000">
                  <c:v>6.55</c:v>
                </c:pt>
                <c:pt idx="1481" formatCode="###,###,###,##0.0000">
                  <c:v>6.55</c:v>
                </c:pt>
                <c:pt idx="1482" formatCode="###,###,###,##0.0000">
                  <c:v>6.3</c:v>
                </c:pt>
                <c:pt idx="1484" formatCode="###,###,###,##0.0000">
                  <c:v>6.3</c:v>
                </c:pt>
                <c:pt idx="1485" formatCode="###,###,###,##0.0000">
                  <c:v>6.1</c:v>
                </c:pt>
                <c:pt idx="1486" formatCode="###,###,###,##0.0000">
                  <c:v>6.09</c:v>
                </c:pt>
                <c:pt idx="1487" formatCode="###,###,###,##0.0000">
                  <c:v>6.09</c:v>
                </c:pt>
                <c:pt idx="1488" formatCode="###,###,###,##0.0000">
                  <c:v>6.06</c:v>
                </c:pt>
                <c:pt idx="1489" formatCode="###,###,###,##0.0000">
                  <c:v>6.06</c:v>
                </c:pt>
                <c:pt idx="1490" formatCode="###,###,###,##0.0000">
                  <c:v>5.91</c:v>
                </c:pt>
                <c:pt idx="1491" formatCode="###,###,###,##0.0000">
                  <c:v>5.85</c:v>
                </c:pt>
                <c:pt idx="1492" formatCode="###,###,###,##0.0000">
                  <c:v>5.77</c:v>
                </c:pt>
                <c:pt idx="1493" formatCode="###,###,###,##0.0000">
                  <c:v>5.64</c:v>
                </c:pt>
                <c:pt idx="1494" formatCode="###,###,###,##0.0000">
                  <c:v>5.43</c:v>
                </c:pt>
                <c:pt idx="1495" formatCode="###,###,###,##0.0000">
                  <c:v>5.3</c:v>
                </c:pt>
                <c:pt idx="1496" formatCode="###,###,###,##0.0000">
                  <c:v>5.22</c:v>
                </c:pt>
                <c:pt idx="1497" formatCode="###,###,###,##0.0000">
                  <c:v>5.3</c:v>
                </c:pt>
                <c:pt idx="1499" formatCode="###,###,###,##0.0000">
                  <c:v>5.13</c:v>
                </c:pt>
                <c:pt idx="1500" formatCode="###,###,###,##0.0000">
                  <c:v>5.21</c:v>
                </c:pt>
                <c:pt idx="1501" formatCode="###,###,###,##0.0000">
                  <c:v>5.16</c:v>
                </c:pt>
                <c:pt idx="1502" formatCode="###,###,###,##0.0000">
                  <c:v>5.16</c:v>
                </c:pt>
                <c:pt idx="1503" formatCode="###,###,###,##0.0000">
                  <c:v>5.32</c:v>
                </c:pt>
                <c:pt idx="1504" formatCode="###,###,###,##0.0000">
                  <c:v>5.32</c:v>
                </c:pt>
                <c:pt idx="1505" formatCode="###,###,###,##0.0000">
                  <c:v>5.32</c:v>
                </c:pt>
                <c:pt idx="1506" formatCode="###,###,###,##0.0000">
                  <c:v>5.17</c:v>
                </c:pt>
                <c:pt idx="1507" formatCode="###,###,###,##0.0000">
                  <c:v>5.22</c:v>
                </c:pt>
                <c:pt idx="1509" formatCode="###,###,###,##0.0000">
                  <c:v>5.41</c:v>
                </c:pt>
                <c:pt idx="1510" formatCode="###,###,###,##0.0000">
                  <c:v>5.22</c:v>
                </c:pt>
                <c:pt idx="1511" formatCode="###,###,###,##0.0000">
                  <c:v>5.07</c:v>
                </c:pt>
                <c:pt idx="1512" formatCode="###,###,###,##0.0000">
                  <c:v>5.04</c:v>
                </c:pt>
                <c:pt idx="1513" formatCode="###,###,###,##0.0000">
                  <c:v>5.07</c:v>
                </c:pt>
                <c:pt idx="1514" formatCode="###,###,###,##0.0000">
                  <c:v>5.01</c:v>
                </c:pt>
                <c:pt idx="1515" formatCode="###,###,###,##0.0000">
                  <c:v>4.95</c:v>
                </c:pt>
                <c:pt idx="1516" formatCode="###,###,###,##0.0000">
                  <c:v>4.97</c:v>
                </c:pt>
                <c:pt idx="1517" formatCode="###,###,###,##0.0000">
                  <c:v>5.1100000000000003</c:v>
                </c:pt>
                <c:pt idx="1518" formatCode="###,###,###,##0.0000">
                  <c:v>5.05</c:v>
                </c:pt>
                <c:pt idx="1519" formatCode="###,###,###,##0.0000">
                  <c:v>5.08</c:v>
                </c:pt>
                <c:pt idx="1520" formatCode="###,###,###,##0.0000">
                  <c:v>5</c:v>
                </c:pt>
                <c:pt idx="1521" formatCode="###,###,###,##0.0000">
                  <c:v>4.95</c:v>
                </c:pt>
                <c:pt idx="1522" formatCode="###,###,###,##0.0000">
                  <c:v>4.8899999999999997</c:v>
                </c:pt>
                <c:pt idx="1523" formatCode="###,###,###,##0.0000">
                  <c:v>4.91</c:v>
                </c:pt>
                <c:pt idx="1527" formatCode="###,###,###,##0.0000">
                  <c:v>4.9800000000000004</c:v>
                </c:pt>
                <c:pt idx="1530" formatCode="###,###,###,##0.0000">
                  <c:v>5.05</c:v>
                </c:pt>
                <c:pt idx="1531" formatCode="###,###,###,##0.0000">
                  <c:v>5.04</c:v>
                </c:pt>
                <c:pt idx="1532" formatCode="###,###,###,##0.0000">
                  <c:v>5.0999999999999996</c:v>
                </c:pt>
                <c:pt idx="1533" formatCode="###,###,###,##0.0000">
                  <c:v>5.0999999999999996</c:v>
                </c:pt>
                <c:pt idx="1534" formatCode="###,###,###,##0.0000">
                  <c:v>5.36</c:v>
                </c:pt>
                <c:pt idx="1535" formatCode="###,###,###,##0.0000">
                  <c:v>5.3</c:v>
                </c:pt>
                <c:pt idx="1536" formatCode="###,###,###,##0.0000">
                  <c:v>5.23</c:v>
                </c:pt>
                <c:pt idx="1537" formatCode="###,###,###,##0.0000">
                  <c:v>5.16</c:v>
                </c:pt>
                <c:pt idx="1538" formatCode="###,###,###,##0.0000">
                  <c:v>5.32</c:v>
                </c:pt>
                <c:pt idx="1540" formatCode="###,###,###,##0.0000">
                  <c:v>5.46</c:v>
                </c:pt>
                <c:pt idx="1542" formatCode="###,###,###,##0.0000">
                  <c:v>5.53</c:v>
                </c:pt>
                <c:pt idx="1543" formatCode="###,###,###,##0.0000">
                  <c:v>5.42</c:v>
                </c:pt>
                <c:pt idx="1544" formatCode="###,###,###,##0.0000">
                  <c:v>5.53</c:v>
                </c:pt>
                <c:pt idx="1545" formatCode="###,###,###,##0.0000">
                  <c:v>5.51</c:v>
                </c:pt>
                <c:pt idx="1546" formatCode="###,###,###,##0.0000">
                  <c:v>5.54</c:v>
                </c:pt>
                <c:pt idx="1547" formatCode="###,###,###,##0.0000">
                  <c:v>5.63</c:v>
                </c:pt>
                <c:pt idx="1548" formatCode="###,###,###,##0.0000">
                  <c:v>5.66</c:v>
                </c:pt>
                <c:pt idx="1549" formatCode="###,###,###,##0.0000">
                  <c:v>5.63</c:v>
                </c:pt>
                <c:pt idx="1550" formatCode="###,###,###,##0.0000">
                  <c:v>5.66</c:v>
                </c:pt>
                <c:pt idx="1551" formatCode="###,###,###,##0.0000">
                  <c:v>5.76</c:v>
                </c:pt>
                <c:pt idx="1552" formatCode="###,###,###,##0.0000">
                  <c:v>5.67</c:v>
                </c:pt>
                <c:pt idx="1553" formatCode="###,###,###,##0.0000">
                  <c:v>5.61</c:v>
                </c:pt>
                <c:pt idx="1554" formatCode="###,###,###,##0.0000">
                  <c:v>5.54</c:v>
                </c:pt>
                <c:pt idx="1556" formatCode="###,###,###,##0.0000">
                  <c:v>5.52</c:v>
                </c:pt>
                <c:pt idx="1559" formatCode="###,###,###,##0.0000">
                  <c:v>5.51</c:v>
                </c:pt>
                <c:pt idx="1560" formatCode="###,###,###,##0.0000">
                  <c:v>5.51</c:v>
                </c:pt>
                <c:pt idx="1561" formatCode="###,###,###,##0.0000">
                  <c:v>5.36</c:v>
                </c:pt>
                <c:pt idx="1562" formatCode="###,###,###,##0.0000">
                  <c:v>5.46</c:v>
                </c:pt>
                <c:pt idx="1564" formatCode="###,###,###,##0.0000">
                  <c:v>5.51</c:v>
                </c:pt>
                <c:pt idx="1565" formatCode="###,###,###,##0.0000">
                  <c:v>5.51</c:v>
                </c:pt>
                <c:pt idx="1566" formatCode="###,###,###,##0.0000">
                  <c:v>5.51</c:v>
                </c:pt>
                <c:pt idx="1567" formatCode="###,###,###,##0.0000">
                  <c:v>5.69</c:v>
                </c:pt>
                <c:pt idx="1568" formatCode="###,###,###,##0.0000">
                  <c:v>5.69</c:v>
                </c:pt>
                <c:pt idx="1569" formatCode="###,###,###,##0.0000">
                  <c:v>5.66</c:v>
                </c:pt>
                <c:pt idx="1570" formatCode="###,###,###,##0.0000">
                  <c:v>5.77</c:v>
                </c:pt>
                <c:pt idx="1572" formatCode="###,###,###,##0.0000">
                  <c:v>5.77</c:v>
                </c:pt>
                <c:pt idx="1573" formatCode="###,###,###,##0.0000">
                  <c:v>5.58</c:v>
                </c:pt>
                <c:pt idx="1574" formatCode="###,###,###,##0.0000">
                  <c:v>5.66</c:v>
                </c:pt>
                <c:pt idx="1575" formatCode="###,###,###,##0.0000">
                  <c:v>5.79</c:v>
                </c:pt>
                <c:pt idx="1576" formatCode="###,###,###,##0.0000">
                  <c:v>5.68</c:v>
                </c:pt>
                <c:pt idx="1577" formatCode="###,###,###,##0.0000">
                  <c:v>5.68</c:v>
                </c:pt>
                <c:pt idx="1578" formatCode="###,###,###,##0.0000">
                  <c:v>5.54</c:v>
                </c:pt>
                <c:pt idx="1579" formatCode="###,###,###,##0.0000">
                  <c:v>5.44</c:v>
                </c:pt>
                <c:pt idx="1580" formatCode="###,###,###,##0.0000">
                  <c:v>5.48</c:v>
                </c:pt>
                <c:pt idx="1581" formatCode="###,###,###,##0.0000">
                  <c:v>5.49</c:v>
                </c:pt>
                <c:pt idx="1582" formatCode="###,###,###,##0.0000">
                  <c:v>5.49</c:v>
                </c:pt>
                <c:pt idx="1583" formatCode="###,###,###,##0.0000">
                  <c:v>5.47</c:v>
                </c:pt>
                <c:pt idx="1584" formatCode="###,###,###,##0.0000">
                  <c:v>5.38</c:v>
                </c:pt>
                <c:pt idx="1585" formatCode="###,###,###,##0.0000">
                  <c:v>5.33</c:v>
                </c:pt>
                <c:pt idx="1586" formatCode="###,###,###,##0.0000">
                  <c:v>5.39</c:v>
                </c:pt>
                <c:pt idx="1587" formatCode="###,###,###,##0.0000">
                  <c:v>5.45</c:v>
                </c:pt>
                <c:pt idx="1588" formatCode="###,###,###,##0.0000">
                  <c:v>5.45</c:v>
                </c:pt>
                <c:pt idx="1589" formatCode="###,###,###,##0.0000">
                  <c:v>5.45</c:v>
                </c:pt>
                <c:pt idx="1591" formatCode="###,###,###,##0.0000">
                  <c:v>5.45</c:v>
                </c:pt>
                <c:pt idx="1592" formatCode="###,###,###,##0.0000">
                  <c:v>5.0999999999999996</c:v>
                </c:pt>
                <c:pt idx="1595" formatCode="###,###,###,##0.0000">
                  <c:v>5.07</c:v>
                </c:pt>
                <c:pt idx="1596" formatCode="###,###,###,##0.0000">
                  <c:v>5.24</c:v>
                </c:pt>
                <c:pt idx="1597" formatCode="###,###,###,##0.0000">
                  <c:v>5.24</c:v>
                </c:pt>
                <c:pt idx="1598" formatCode="###,###,###,##0.0000">
                  <c:v>5.23</c:v>
                </c:pt>
                <c:pt idx="1599" formatCode="###,###,###,##0.0000">
                  <c:v>5.23</c:v>
                </c:pt>
                <c:pt idx="1602" formatCode="###,###,###,##0.0000">
                  <c:v>5.34</c:v>
                </c:pt>
                <c:pt idx="1603" formatCode="###,###,###,##0.0000">
                  <c:v>5.34</c:v>
                </c:pt>
                <c:pt idx="1604" formatCode="###,###,###,##0.0000">
                  <c:v>5.34</c:v>
                </c:pt>
                <c:pt idx="1605" formatCode="###,###,###,##0.0000">
                  <c:v>5.26</c:v>
                </c:pt>
                <c:pt idx="1606" formatCode="###,###,###,##0.0000">
                  <c:v>5.27</c:v>
                </c:pt>
                <c:pt idx="1608" formatCode="###,###,###,##0.0000">
                  <c:v>5.27</c:v>
                </c:pt>
                <c:pt idx="1609" formatCode="###,###,###,##0.0000">
                  <c:v>5.19</c:v>
                </c:pt>
                <c:pt idx="1610" formatCode="###,###,###,##0.0000">
                  <c:v>5.12</c:v>
                </c:pt>
                <c:pt idx="1611" formatCode="###,###,###,##0.0000">
                  <c:v>5.09</c:v>
                </c:pt>
                <c:pt idx="1614" formatCode="###,###,###,##0.0000">
                  <c:v>5.07</c:v>
                </c:pt>
                <c:pt idx="1615" formatCode="###,###,###,##0.0000">
                  <c:v>5.16</c:v>
                </c:pt>
                <c:pt idx="1617" formatCode="###,###,###,##0.0000">
                  <c:v>5.03</c:v>
                </c:pt>
                <c:pt idx="1618" formatCode="###,###,###,##0.0000">
                  <c:v>5.01</c:v>
                </c:pt>
                <c:pt idx="1619" formatCode="###,###,###,##0.0000">
                  <c:v>5.01</c:v>
                </c:pt>
                <c:pt idx="1620" formatCode="###,###,###,##0.0000">
                  <c:v>5.03</c:v>
                </c:pt>
                <c:pt idx="1621" formatCode="###,###,###,##0.0000">
                  <c:v>5.18</c:v>
                </c:pt>
                <c:pt idx="1623" formatCode="###,###,###,##0.0000">
                  <c:v>5.09</c:v>
                </c:pt>
                <c:pt idx="1624" formatCode="###,###,###,##0.0000">
                  <c:v>5.09</c:v>
                </c:pt>
                <c:pt idx="1625" formatCode="###,###,###,##0.0000">
                  <c:v>5.21</c:v>
                </c:pt>
                <c:pt idx="1626" formatCode="###,###,###,##0.0000">
                  <c:v>5.18</c:v>
                </c:pt>
                <c:pt idx="1627" formatCode="###,###,###,##0.0000">
                  <c:v>5.19</c:v>
                </c:pt>
                <c:pt idx="1629" formatCode="###,###,###,##0.0000">
                  <c:v>5.19</c:v>
                </c:pt>
                <c:pt idx="1630" formatCode="###,###,###,##0.0000">
                  <c:v>5.2</c:v>
                </c:pt>
                <c:pt idx="1631" formatCode="###,###,###,##0.0000">
                  <c:v>5.16</c:v>
                </c:pt>
                <c:pt idx="1632" formatCode="###,###,###,##0.0000">
                  <c:v>5.3</c:v>
                </c:pt>
                <c:pt idx="1633" formatCode="###,###,###,##0.0000">
                  <c:v>5.36</c:v>
                </c:pt>
                <c:pt idx="1634" formatCode="###,###,###,##0.0000">
                  <c:v>5.36</c:v>
                </c:pt>
                <c:pt idx="1635" formatCode="###,###,###,##0.0000">
                  <c:v>5.4</c:v>
                </c:pt>
                <c:pt idx="1636" formatCode="###,###,###,##0.0000">
                  <c:v>5.4</c:v>
                </c:pt>
                <c:pt idx="1637" formatCode="###,###,###,##0.0000">
                  <c:v>5.29</c:v>
                </c:pt>
                <c:pt idx="1639" formatCode="###,###,###,##0.0000">
                  <c:v>5.29</c:v>
                </c:pt>
                <c:pt idx="1640" formatCode="###,###,###,##0.0000">
                  <c:v>5.25</c:v>
                </c:pt>
                <c:pt idx="1641" formatCode="###,###,###,##0.0000">
                  <c:v>5.25</c:v>
                </c:pt>
                <c:pt idx="1642" formatCode="###,###,###,##0.0000">
                  <c:v>5.35</c:v>
                </c:pt>
                <c:pt idx="1643" formatCode="###,###,###,##0.0000">
                  <c:v>5.28</c:v>
                </c:pt>
                <c:pt idx="1645" formatCode="###,###,###,##0.0000">
                  <c:v>5.22</c:v>
                </c:pt>
                <c:pt idx="1646" formatCode="###,###,###,##0.0000">
                  <c:v>5.09</c:v>
                </c:pt>
                <c:pt idx="1647" formatCode="###,###,###,##0.0000">
                  <c:v>5.07</c:v>
                </c:pt>
                <c:pt idx="1648" formatCode="###,###,###,##0.0000">
                  <c:v>5.1100000000000003</c:v>
                </c:pt>
                <c:pt idx="1649" formatCode="###,###,###,##0.0000">
                  <c:v>5.07</c:v>
                </c:pt>
                <c:pt idx="1655" formatCode="###,###,###,##0.0000">
                  <c:v>5.18</c:v>
                </c:pt>
                <c:pt idx="1657" formatCode="###,###,###,##0.0000">
                  <c:v>5.18</c:v>
                </c:pt>
                <c:pt idx="1658" formatCode="###,###,###,##0.0000">
                  <c:v>5.09</c:v>
                </c:pt>
                <c:pt idx="1659" formatCode="###,###,###,##0.0000">
                  <c:v>4.9800000000000004</c:v>
                </c:pt>
                <c:pt idx="1660" formatCode="###,###,###,##0.0000">
                  <c:v>4.93</c:v>
                </c:pt>
                <c:pt idx="1661" formatCode="###,###,###,##0.0000">
                  <c:v>4.93</c:v>
                </c:pt>
                <c:pt idx="1662" formatCode="###,###,###,##0.0000">
                  <c:v>4.95</c:v>
                </c:pt>
                <c:pt idx="1663" formatCode="###,###,###,##0.0000">
                  <c:v>4.95</c:v>
                </c:pt>
                <c:pt idx="1664" formatCode="###,###,###,##0.0000">
                  <c:v>4.8899999999999997</c:v>
                </c:pt>
                <c:pt idx="1665" formatCode="###,###,###,##0.0000">
                  <c:v>5.0199999999999996</c:v>
                </c:pt>
                <c:pt idx="1666" formatCode="###,###,###,##0.0000">
                  <c:v>5.1100000000000003</c:v>
                </c:pt>
                <c:pt idx="1667" formatCode="###,###,###,##0.0000">
                  <c:v>5.1100000000000003</c:v>
                </c:pt>
                <c:pt idx="1668" formatCode="###,###,###,##0.0000">
                  <c:v>5.08</c:v>
                </c:pt>
                <c:pt idx="1669" formatCode="###,###,###,##0.0000">
                  <c:v>5.0999999999999996</c:v>
                </c:pt>
                <c:pt idx="1672" formatCode="###,###,###,##0.0000">
                  <c:v>5.19</c:v>
                </c:pt>
                <c:pt idx="1673" formatCode="###,###,###,##0.0000">
                  <c:v>5.19</c:v>
                </c:pt>
                <c:pt idx="1674" formatCode="###,###,###,##0.0000">
                  <c:v>5.17</c:v>
                </c:pt>
                <c:pt idx="1675" formatCode="###,###,###,##0.0000">
                  <c:v>5.21</c:v>
                </c:pt>
                <c:pt idx="1678" formatCode="###,###,###,##0.0000">
                  <c:v>5.13</c:v>
                </c:pt>
                <c:pt idx="1679" formatCode="###,###,###,##0.0000">
                  <c:v>5.1100000000000003</c:v>
                </c:pt>
                <c:pt idx="1680" formatCode="###,###,###,##0.0000">
                  <c:v>5.12</c:v>
                </c:pt>
                <c:pt idx="1681" formatCode="###,###,###,##0.0000">
                  <c:v>5.08</c:v>
                </c:pt>
                <c:pt idx="1683" formatCode="###,###,###,##0.0000">
                  <c:v>5.21</c:v>
                </c:pt>
                <c:pt idx="1684" formatCode="###,###,###,##0.0000">
                  <c:v>5.22</c:v>
                </c:pt>
                <c:pt idx="1685" formatCode="###,###,###,##0.0000">
                  <c:v>5.09</c:v>
                </c:pt>
                <c:pt idx="1686" formatCode="###,###,###,##0.0000">
                  <c:v>5.22</c:v>
                </c:pt>
                <c:pt idx="1687" formatCode="###,###,###,##0.0000">
                  <c:v>5.26</c:v>
                </c:pt>
                <c:pt idx="1688" formatCode="###,###,###,##0.0000">
                  <c:v>5.25</c:v>
                </c:pt>
                <c:pt idx="1689" formatCode="###,###,###,##0.0000">
                  <c:v>5.24</c:v>
                </c:pt>
                <c:pt idx="1690" formatCode="###,###,###,##0.0000">
                  <c:v>5.13</c:v>
                </c:pt>
                <c:pt idx="1691" formatCode="###,###,###,##0.0000">
                  <c:v>5.07</c:v>
                </c:pt>
                <c:pt idx="1692" formatCode="###,###,###,##0.0000">
                  <c:v>5.0999999999999996</c:v>
                </c:pt>
                <c:pt idx="1694" formatCode="###,###,###,##0.0000">
                  <c:v>4.97</c:v>
                </c:pt>
                <c:pt idx="1695" formatCode="###,###,###,##0.0000">
                  <c:v>5.03</c:v>
                </c:pt>
                <c:pt idx="1696" formatCode="###,###,###,##0.0000">
                  <c:v>5.14</c:v>
                </c:pt>
                <c:pt idx="1697" formatCode="###,###,###,##0.0000">
                  <c:v>5.13</c:v>
                </c:pt>
                <c:pt idx="1698" formatCode="###,###,###,##0.0000">
                  <c:v>5.14</c:v>
                </c:pt>
                <c:pt idx="1699" formatCode="###,###,###,##0.0000">
                  <c:v>5.27</c:v>
                </c:pt>
                <c:pt idx="1700" formatCode="###,###,###,##0.0000">
                  <c:v>5.4</c:v>
                </c:pt>
                <c:pt idx="1701" formatCode="###,###,###,##0.0000">
                  <c:v>5.58</c:v>
                </c:pt>
                <c:pt idx="1702" formatCode="###,###,###,##0.0000">
                  <c:v>5.58</c:v>
                </c:pt>
                <c:pt idx="1703" formatCode="###,###,###,##0.0000">
                  <c:v>5.21</c:v>
                </c:pt>
                <c:pt idx="1704" formatCode="###,###,###,##0.0000">
                  <c:v>5.25</c:v>
                </c:pt>
                <c:pt idx="1705" formatCode="###,###,###,##0.0000">
                  <c:v>5.34</c:v>
                </c:pt>
                <c:pt idx="1706" formatCode="###,###,###,##0.0000">
                  <c:v>5.28</c:v>
                </c:pt>
                <c:pt idx="1707" formatCode="###,###,###,##0.0000">
                  <c:v>5.3</c:v>
                </c:pt>
                <c:pt idx="1708" formatCode="###,###,###,##0.0000">
                  <c:v>5.33</c:v>
                </c:pt>
                <c:pt idx="1710" formatCode="###,###,###,##0.0000">
                  <c:v>5.32</c:v>
                </c:pt>
                <c:pt idx="1711" formatCode="###,###,###,##0.0000">
                  <c:v>5.16</c:v>
                </c:pt>
                <c:pt idx="1712" formatCode="###,###,###,##0.0000">
                  <c:v>5.16</c:v>
                </c:pt>
                <c:pt idx="1713" formatCode="###,###,###,##0.0000">
                  <c:v>5.12</c:v>
                </c:pt>
                <c:pt idx="1714" formatCode="###,###,###,##0.0000">
                  <c:v>5.13</c:v>
                </c:pt>
                <c:pt idx="1715" formatCode="###,###,###,##0.0000">
                  <c:v>5.13</c:v>
                </c:pt>
                <c:pt idx="1716" formatCode="###,###,###,##0.0000">
                  <c:v>5.0599999999999996</c:v>
                </c:pt>
                <c:pt idx="1717" formatCode="###,###,###,##0.0000">
                  <c:v>5.04</c:v>
                </c:pt>
                <c:pt idx="1718" formatCode="###,###,###,##0.0000">
                  <c:v>5.13</c:v>
                </c:pt>
                <c:pt idx="1719" formatCode="###,###,###,##0.0000">
                  <c:v>5.2</c:v>
                </c:pt>
                <c:pt idx="1720" formatCode="###,###,###,##0.0000">
                  <c:v>5.2</c:v>
                </c:pt>
                <c:pt idx="1721" formatCode="###,###,###,##0.0000">
                  <c:v>5.2</c:v>
                </c:pt>
                <c:pt idx="1722" formatCode="###,###,###,##0.0000">
                  <c:v>5.2</c:v>
                </c:pt>
                <c:pt idx="1724" formatCode="###,###,###,##0.0000">
                  <c:v>5.2</c:v>
                </c:pt>
                <c:pt idx="1725" formatCode="###,###,###,##0.0000">
                  <c:v>5.07</c:v>
                </c:pt>
                <c:pt idx="1726" formatCode="###,###,###,##0.0000">
                  <c:v>5.07</c:v>
                </c:pt>
                <c:pt idx="1727" formatCode="###,###,###,##0.0000">
                  <c:v>5.07</c:v>
                </c:pt>
                <c:pt idx="1728" formatCode="###,###,###,##0.0000">
                  <c:v>5.24</c:v>
                </c:pt>
                <c:pt idx="1729" formatCode="###,###,###,##0.0000">
                  <c:v>5.22</c:v>
                </c:pt>
                <c:pt idx="1731" formatCode="###,###,###,##0.0000">
                  <c:v>4.99</c:v>
                </c:pt>
                <c:pt idx="1732" formatCode="###,###,###,##0.0000">
                  <c:v>5.09</c:v>
                </c:pt>
                <c:pt idx="1733" formatCode="###,###,###,##0.0000">
                  <c:v>5.24</c:v>
                </c:pt>
                <c:pt idx="1734" formatCode="###,###,###,##0.0000">
                  <c:v>5.35</c:v>
                </c:pt>
                <c:pt idx="1735" formatCode="###,###,###,##0.0000">
                  <c:v>5.45</c:v>
                </c:pt>
                <c:pt idx="1736" formatCode="###,###,###,##0.0000">
                  <c:v>5.45</c:v>
                </c:pt>
                <c:pt idx="1737" formatCode="###,###,###,##0.0000">
                  <c:v>5.55</c:v>
                </c:pt>
                <c:pt idx="1738" formatCode="###,###,###,##0.0000">
                  <c:v>5.4</c:v>
                </c:pt>
                <c:pt idx="1739" formatCode="###,###,###,##0.0000">
                  <c:v>5.15</c:v>
                </c:pt>
                <c:pt idx="1741" formatCode="###,###,###,##0.0000">
                  <c:v>5.15</c:v>
                </c:pt>
                <c:pt idx="1742" formatCode="###,###,###,##0.0000">
                  <c:v>4.9800000000000004</c:v>
                </c:pt>
                <c:pt idx="1743" formatCode="###,###,###,##0.0000">
                  <c:v>4.91</c:v>
                </c:pt>
                <c:pt idx="1744" formatCode="###,###,###,##0.0000">
                  <c:v>4.88</c:v>
                </c:pt>
                <c:pt idx="1745" formatCode="###,###,###,##0.0000">
                  <c:v>4.96</c:v>
                </c:pt>
                <c:pt idx="1746" formatCode="###,###,###,##0.0000">
                  <c:v>4.9800000000000004</c:v>
                </c:pt>
                <c:pt idx="1747" formatCode="###,###,###,##0.0000">
                  <c:v>4.8899999999999997</c:v>
                </c:pt>
                <c:pt idx="1748" formatCode="###,###,###,##0.0000">
                  <c:v>4.9400000000000004</c:v>
                </c:pt>
                <c:pt idx="1749" formatCode="###,###,###,##0.0000">
                  <c:v>4.8899999999999997</c:v>
                </c:pt>
                <c:pt idx="1750" formatCode="###,###,###,##0.0000">
                  <c:v>4.9000000000000004</c:v>
                </c:pt>
                <c:pt idx="1751" formatCode="###,###,###,##0.0000">
                  <c:v>4.87</c:v>
                </c:pt>
                <c:pt idx="1752" formatCode="###,###,###,##0.0000">
                  <c:v>4.79</c:v>
                </c:pt>
                <c:pt idx="1753" formatCode="###,###,###,##0.0000">
                  <c:v>4.6399999999999997</c:v>
                </c:pt>
                <c:pt idx="1754" formatCode="###,###,###,##0.0000">
                  <c:v>4.66</c:v>
                </c:pt>
                <c:pt idx="1755" formatCode="###,###,###,##0.0000">
                  <c:v>4.5999999999999996</c:v>
                </c:pt>
                <c:pt idx="1757" formatCode="###,###,###,##0.0000">
                  <c:v>4.6100000000000003</c:v>
                </c:pt>
                <c:pt idx="1758" formatCode="###,###,###,##0.0000">
                  <c:v>4.57</c:v>
                </c:pt>
                <c:pt idx="1759" formatCode="###,###,###,##0.0000">
                  <c:v>4.55</c:v>
                </c:pt>
                <c:pt idx="1760" formatCode="###,###,###,##0.0000">
                  <c:v>4.6500000000000004</c:v>
                </c:pt>
                <c:pt idx="1762" formatCode="###,###,###,##0.0000">
                  <c:v>4.6399999999999997</c:v>
                </c:pt>
                <c:pt idx="1763" formatCode="###,###,###,##0.0000">
                  <c:v>4.72</c:v>
                </c:pt>
                <c:pt idx="1764" formatCode="###,###,###,##0.0000">
                  <c:v>4.6500000000000004</c:v>
                </c:pt>
                <c:pt idx="1765" formatCode="###,###,###,##0.0000">
                  <c:v>4.59</c:v>
                </c:pt>
                <c:pt idx="1766" formatCode="###,###,###,##0.0000">
                  <c:v>4.54</c:v>
                </c:pt>
                <c:pt idx="1767" formatCode="###,###,###,##0.0000">
                  <c:v>4.59</c:v>
                </c:pt>
                <c:pt idx="1768" formatCode="###,###,###,##0.0000">
                  <c:v>4.4800000000000004</c:v>
                </c:pt>
                <c:pt idx="1769" formatCode="###,###,###,##0.0000">
                  <c:v>4.43</c:v>
                </c:pt>
                <c:pt idx="1770" formatCode="###,###,###,##0.0000">
                  <c:v>4.43</c:v>
                </c:pt>
                <c:pt idx="1771" formatCode="###,###,###,##0.0000">
                  <c:v>4.5</c:v>
                </c:pt>
                <c:pt idx="1772" formatCode="###,###,###,##0.0000">
                  <c:v>4.54</c:v>
                </c:pt>
                <c:pt idx="1773" formatCode="###,###,###,##0.0000">
                  <c:v>4.4000000000000004</c:v>
                </c:pt>
                <c:pt idx="1775" formatCode="###,###,###,##0.0000">
                  <c:v>4.2</c:v>
                </c:pt>
                <c:pt idx="1776" formatCode="###,###,###,##0.0000">
                  <c:v>4.18</c:v>
                </c:pt>
                <c:pt idx="1778" formatCode="###,###,###,##0.0000">
                  <c:v>4.26</c:v>
                </c:pt>
                <c:pt idx="1779" formatCode="###,###,###,##0.0000">
                  <c:v>4.21</c:v>
                </c:pt>
                <c:pt idx="1781" formatCode="###,###,###,##0.0000">
                  <c:v>4.2300000000000004</c:v>
                </c:pt>
                <c:pt idx="1782" formatCode="###,###,###,##0.0000">
                  <c:v>4.3600000000000003</c:v>
                </c:pt>
                <c:pt idx="1783" formatCode="###,###,###,##0.0000">
                  <c:v>4.37</c:v>
                </c:pt>
                <c:pt idx="1784" formatCode="###,###,###,##0.0000">
                  <c:v>4.37</c:v>
                </c:pt>
                <c:pt idx="1785" formatCode="###,###,###,##0.0000">
                  <c:v>4.42</c:v>
                </c:pt>
                <c:pt idx="1786" formatCode="###,###,###,##0.0000">
                  <c:v>4.3600000000000003</c:v>
                </c:pt>
                <c:pt idx="1787" formatCode="###,###,###,##0.0000">
                  <c:v>4.43</c:v>
                </c:pt>
                <c:pt idx="1788" formatCode="###,###,###,##0.0000">
                  <c:v>4.42</c:v>
                </c:pt>
                <c:pt idx="1789" formatCode="###,###,###,##0.0000">
                  <c:v>4.43</c:v>
                </c:pt>
                <c:pt idx="1790" formatCode="###,###,###,##0.0000">
                  <c:v>4.46</c:v>
                </c:pt>
                <c:pt idx="1791" formatCode="###,###,###,##0.0000">
                  <c:v>4.47</c:v>
                </c:pt>
                <c:pt idx="1792" formatCode="###,###,###,##0.0000">
                  <c:v>4.47</c:v>
                </c:pt>
                <c:pt idx="1794" formatCode="###,###,###,##0.0000">
                  <c:v>4.3499999999999996</c:v>
                </c:pt>
                <c:pt idx="1795" formatCode="###,###,###,##0.0000">
                  <c:v>4.33</c:v>
                </c:pt>
                <c:pt idx="1796" formatCode="###,###,###,##0.0000">
                  <c:v>4.34</c:v>
                </c:pt>
                <c:pt idx="1797" formatCode="###,###,###,##0.0000">
                  <c:v>4.3099999999999996</c:v>
                </c:pt>
                <c:pt idx="1798" formatCode="###,###,###,##0.0000">
                  <c:v>4.1399999999999997</c:v>
                </c:pt>
                <c:pt idx="1799" formatCode="###,###,###,##0.0000">
                  <c:v>4.01</c:v>
                </c:pt>
                <c:pt idx="1800" formatCode="###,###,###,##0.0000">
                  <c:v>3.93</c:v>
                </c:pt>
                <c:pt idx="1801" formatCode="###,###,###,##0.0000">
                  <c:v>3.91</c:v>
                </c:pt>
                <c:pt idx="1802" formatCode="###,###,###,##0.0000">
                  <c:v>4.08</c:v>
                </c:pt>
                <c:pt idx="1803" formatCode="###,###,###,##0.0000">
                  <c:v>4.13</c:v>
                </c:pt>
                <c:pt idx="1805" formatCode="###,###,###,##0.0000">
                  <c:v>4.18</c:v>
                </c:pt>
                <c:pt idx="1806" formatCode="###,###,###,##0.0000">
                  <c:v>4.2300000000000004</c:v>
                </c:pt>
                <c:pt idx="1807" formatCode="###,###,###,##0.0000">
                  <c:v>4.26</c:v>
                </c:pt>
                <c:pt idx="1808" formatCode="###,###,###,##0.0000">
                  <c:v>4.24</c:v>
                </c:pt>
                <c:pt idx="1810" formatCode="###,###,###,##0.0000">
                  <c:v>4.24</c:v>
                </c:pt>
                <c:pt idx="1811" formatCode="###,###,###,##0.0000">
                  <c:v>4.26</c:v>
                </c:pt>
                <c:pt idx="1812" formatCode="###,###,###,##0.0000">
                  <c:v>4.28</c:v>
                </c:pt>
                <c:pt idx="1813" formatCode="###,###,###,##0.0000">
                  <c:v>4.24</c:v>
                </c:pt>
                <c:pt idx="1814" formatCode="###,###,###,##0.0000">
                  <c:v>4.28</c:v>
                </c:pt>
                <c:pt idx="1816" formatCode="###,###,###,##0.0000">
                  <c:v>4.29</c:v>
                </c:pt>
                <c:pt idx="1817" formatCode="###,###,###,##0.0000">
                  <c:v>4.3099999999999996</c:v>
                </c:pt>
                <c:pt idx="1818" formatCode="###,###,###,##0.0000">
                  <c:v>4.33</c:v>
                </c:pt>
                <c:pt idx="1819" formatCode="###,###,###,##0.0000">
                  <c:v>4.3</c:v>
                </c:pt>
                <c:pt idx="1820" formatCode="###,###,###,##0.0000">
                  <c:v>4.3</c:v>
                </c:pt>
                <c:pt idx="1821" formatCode="###,###,###,##0.0000">
                  <c:v>4.21</c:v>
                </c:pt>
                <c:pt idx="1822" formatCode="###,###,###,##0.0000">
                  <c:v>4.29</c:v>
                </c:pt>
                <c:pt idx="1823" formatCode="###,###,###,##0.0000">
                  <c:v>4.28</c:v>
                </c:pt>
                <c:pt idx="1824" formatCode="###,###,###,##0.0000">
                  <c:v>4.29</c:v>
                </c:pt>
                <c:pt idx="1825" formatCode="###,###,###,##0.0000">
                  <c:v>4.29</c:v>
                </c:pt>
                <c:pt idx="1826" formatCode="###,###,###,##0.0000">
                  <c:v>4.29</c:v>
                </c:pt>
                <c:pt idx="1827" formatCode="###,###,###,##0.0000">
                  <c:v>4.29</c:v>
                </c:pt>
                <c:pt idx="1828" formatCode="###,###,###,##0.0000">
                  <c:v>4.29</c:v>
                </c:pt>
                <c:pt idx="1829" formatCode="###,###,###,##0.0000">
                  <c:v>4.29</c:v>
                </c:pt>
                <c:pt idx="1830" formatCode="###,###,###,##0.0000">
                  <c:v>4.29</c:v>
                </c:pt>
                <c:pt idx="1833" formatCode="###,###,###,##0.0000">
                  <c:v>4.3899999999999997</c:v>
                </c:pt>
                <c:pt idx="1834" formatCode="###,###,###,##0.0000">
                  <c:v>4.42</c:v>
                </c:pt>
                <c:pt idx="1835" formatCode="###,###,###,##0.0000">
                  <c:v>4.32</c:v>
                </c:pt>
                <c:pt idx="1836" formatCode="###,###,###,##0.0000">
                  <c:v>4.51</c:v>
                </c:pt>
                <c:pt idx="1837" formatCode="###,###,###,##0.0000">
                  <c:v>4.5599999999999996</c:v>
                </c:pt>
                <c:pt idx="1838" formatCode="###,###,###,##0.0000">
                  <c:v>4.59</c:v>
                </c:pt>
                <c:pt idx="1839" formatCode="###,###,###,##0.0000">
                  <c:v>4.55</c:v>
                </c:pt>
                <c:pt idx="1840" formatCode="###,###,###,##0.0000">
                  <c:v>4.55</c:v>
                </c:pt>
                <c:pt idx="1841" formatCode="###,###,###,##0.0000">
                  <c:v>4.5199999999999996</c:v>
                </c:pt>
                <c:pt idx="1842" formatCode="###,###,###,##0.0000">
                  <c:v>4.49</c:v>
                </c:pt>
                <c:pt idx="1843" formatCode="###,###,###,##0.0000">
                  <c:v>4.37</c:v>
                </c:pt>
                <c:pt idx="1844" formatCode="###,###,###,##0.0000">
                  <c:v>4.3899999999999997</c:v>
                </c:pt>
                <c:pt idx="1845" formatCode="###,###,###,##0.0000">
                  <c:v>4.47</c:v>
                </c:pt>
                <c:pt idx="1846" formatCode="###,###,###,##0.0000">
                  <c:v>4.59</c:v>
                </c:pt>
                <c:pt idx="1847" formatCode="###,###,###,##0.0000">
                  <c:v>4.53</c:v>
                </c:pt>
                <c:pt idx="1848" formatCode="###,###,###,##0.0000">
                  <c:v>4.66</c:v>
                </c:pt>
                <c:pt idx="1852" formatCode="###,###,###,##0.0000">
                  <c:v>4.6399999999999997</c:v>
                </c:pt>
                <c:pt idx="1853" formatCode="###,###,###,##0.0000">
                  <c:v>4.5999999999999996</c:v>
                </c:pt>
                <c:pt idx="1854" formatCode="###,###,###,##0.0000">
                  <c:v>4.6500000000000004</c:v>
                </c:pt>
                <c:pt idx="1855" formatCode="###,###,###,##0.0000">
                  <c:v>4.57</c:v>
                </c:pt>
                <c:pt idx="1856" formatCode="###,###,###,##0.0000">
                  <c:v>4.5</c:v>
                </c:pt>
                <c:pt idx="1857" formatCode="###,###,###,##0.0000">
                  <c:v>4.4800000000000004</c:v>
                </c:pt>
                <c:pt idx="1858" formatCode="###,###,###,##0.0000">
                  <c:v>4.3899999999999997</c:v>
                </c:pt>
                <c:pt idx="1859" formatCode="###,###,###,##0.0000">
                  <c:v>4.4400000000000004</c:v>
                </c:pt>
                <c:pt idx="1860" formatCode="###,###,###,##0.0000">
                  <c:v>4.4400000000000004</c:v>
                </c:pt>
                <c:pt idx="1861" formatCode="###,###,###,##0.0000">
                  <c:v>4.4800000000000004</c:v>
                </c:pt>
                <c:pt idx="1862" formatCode="###,###,###,##0.0000">
                  <c:v>4.53</c:v>
                </c:pt>
                <c:pt idx="1864" formatCode="###,###,###,##0.0000">
                  <c:v>4.55</c:v>
                </c:pt>
                <c:pt idx="1865" formatCode="###,###,###,##0.0000">
                  <c:v>4.5199999999999996</c:v>
                </c:pt>
                <c:pt idx="1866" formatCode="###,###,###,##0.0000">
                  <c:v>4.47</c:v>
                </c:pt>
                <c:pt idx="1868" formatCode="###,###,###,##0.0000">
                  <c:v>4.47</c:v>
                </c:pt>
                <c:pt idx="1869" formatCode="###,###,###,##0.0000">
                  <c:v>4.47</c:v>
                </c:pt>
                <c:pt idx="1870" formatCode="###,###,###,##0.0000">
                  <c:v>4.34</c:v>
                </c:pt>
                <c:pt idx="1871" formatCode="###,###,###,##0.0000">
                  <c:v>4.29</c:v>
                </c:pt>
                <c:pt idx="1872" formatCode="###,###,###,##0.0000">
                  <c:v>4.38</c:v>
                </c:pt>
                <c:pt idx="1873" formatCode="###,###,###,##0.0000">
                  <c:v>4.34</c:v>
                </c:pt>
                <c:pt idx="1874" formatCode="###,###,###,##0.0000">
                  <c:v>4.38</c:v>
                </c:pt>
                <c:pt idx="1875" formatCode="###,###,###,##0.0000">
                  <c:v>4.42</c:v>
                </c:pt>
                <c:pt idx="1876" formatCode="###,###,###,##0.0000">
                  <c:v>4.3099999999999996</c:v>
                </c:pt>
                <c:pt idx="1877" formatCode="###,###,###,##0.0000">
                  <c:v>4.38</c:v>
                </c:pt>
                <c:pt idx="1878" formatCode="###,###,###,##0.0000">
                  <c:v>4.46</c:v>
                </c:pt>
                <c:pt idx="1880" formatCode="###,###,###,##0.0000">
                  <c:v>4.47</c:v>
                </c:pt>
                <c:pt idx="1881" formatCode="###,###,###,##0.0000">
                  <c:v>4.47</c:v>
                </c:pt>
                <c:pt idx="1882" formatCode="###,###,###,##0.0000">
                  <c:v>4.4800000000000004</c:v>
                </c:pt>
                <c:pt idx="1883" formatCode="###,###,###,##0.0000">
                  <c:v>4.4800000000000004</c:v>
                </c:pt>
                <c:pt idx="1884" formatCode="###,###,###,##0.0000">
                  <c:v>4.3899999999999997</c:v>
                </c:pt>
                <c:pt idx="1885" formatCode="###,###,###,##0.0000">
                  <c:v>4.3899999999999997</c:v>
                </c:pt>
                <c:pt idx="1887" formatCode="###,###,###,##0.0000">
                  <c:v>4.32</c:v>
                </c:pt>
                <c:pt idx="1888" formatCode="###,###,###,##0.0000">
                  <c:v>4.32</c:v>
                </c:pt>
                <c:pt idx="1891" formatCode="###,###,###,##0.0000">
                  <c:v>4.26</c:v>
                </c:pt>
                <c:pt idx="1892" formatCode="###,###,###,##0.0000">
                  <c:v>4.43</c:v>
                </c:pt>
                <c:pt idx="1893" formatCode="###,###,###,##0.0000">
                  <c:v>4.3600000000000003</c:v>
                </c:pt>
                <c:pt idx="1894" formatCode="###,###,###,##0.0000">
                  <c:v>4.4800000000000004</c:v>
                </c:pt>
                <c:pt idx="1897" formatCode="###,###,###,##0.0000">
                  <c:v>4.4800000000000004</c:v>
                </c:pt>
                <c:pt idx="1898" formatCode="###,###,###,##0.0000">
                  <c:v>4.47</c:v>
                </c:pt>
                <c:pt idx="1899" formatCode="###,###,###,##0.0000">
                  <c:v>4.59</c:v>
                </c:pt>
                <c:pt idx="1900" formatCode="###,###,###,##0.0000">
                  <c:v>4.63</c:v>
                </c:pt>
                <c:pt idx="1901" formatCode="###,###,###,##0.0000">
                  <c:v>4.63</c:v>
                </c:pt>
                <c:pt idx="1902" formatCode="###,###,###,##0.0000">
                  <c:v>4.67</c:v>
                </c:pt>
                <c:pt idx="1903" formatCode="###,###,###,##0.0000">
                  <c:v>4.67</c:v>
                </c:pt>
                <c:pt idx="1904" formatCode="###,###,###,##0.0000">
                  <c:v>4.67</c:v>
                </c:pt>
                <c:pt idx="1905" formatCode="###,###,###,##0.0000">
                  <c:v>4.66</c:v>
                </c:pt>
                <c:pt idx="1907" formatCode="###,###,###,##0.0000">
                  <c:v>4.66</c:v>
                </c:pt>
                <c:pt idx="1908" formatCode="###,###,###,##0.0000">
                  <c:v>4.71</c:v>
                </c:pt>
                <c:pt idx="1909" formatCode="###,###,###,##0.0000">
                  <c:v>4.74</c:v>
                </c:pt>
                <c:pt idx="1910" formatCode="###,###,###,##0.0000">
                  <c:v>4.78</c:v>
                </c:pt>
                <c:pt idx="1912" formatCode="###,###,###,##0.0000">
                  <c:v>4.83</c:v>
                </c:pt>
                <c:pt idx="1913" formatCode="###,###,###,##0.0000">
                  <c:v>4.7699999999999996</c:v>
                </c:pt>
                <c:pt idx="1914" formatCode="###,###,###,##0.0000">
                  <c:v>4.74</c:v>
                </c:pt>
                <c:pt idx="1915" formatCode="###,###,###,##0.0000">
                  <c:v>4.7699999999999996</c:v>
                </c:pt>
                <c:pt idx="1916" formatCode="###,###,###,##0.0000">
                  <c:v>4.71</c:v>
                </c:pt>
                <c:pt idx="1917" formatCode="###,###,###,##0.0000">
                  <c:v>4.66</c:v>
                </c:pt>
                <c:pt idx="1918" formatCode="###,###,###,##0.0000">
                  <c:v>4.66</c:v>
                </c:pt>
                <c:pt idx="1919" formatCode="###,###,###,##0.0000">
                  <c:v>4.84</c:v>
                </c:pt>
                <c:pt idx="1920" formatCode="###,###,###,##0.0000">
                  <c:v>4.8600000000000003</c:v>
                </c:pt>
                <c:pt idx="1921" formatCode="###,###,###,##0.0000">
                  <c:v>4.8600000000000003</c:v>
                </c:pt>
                <c:pt idx="1924" formatCode="###,###,###,##0.0000">
                  <c:v>4.74</c:v>
                </c:pt>
                <c:pt idx="1925" formatCode="###,###,###,##0.0000">
                  <c:v>4.83</c:v>
                </c:pt>
                <c:pt idx="1926" formatCode="###,###,###,##0.0000">
                  <c:v>4.84</c:v>
                </c:pt>
                <c:pt idx="1927" formatCode="###,###,###,##0.0000">
                  <c:v>4.95</c:v>
                </c:pt>
                <c:pt idx="1928" formatCode="###,###,###,##0.0000">
                  <c:v>5.01</c:v>
                </c:pt>
                <c:pt idx="1929" formatCode="###,###,###,##0.0000">
                  <c:v>5.01</c:v>
                </c:pt>
                <c:pt idx="1930" formatCode="###,###,###,##0.0000">
                  <c:v>5.01</c:v>
                </c:pt>
                <c:pt idx="1931" formatCode="###,###,###,##0.0000">
                  <c:v>5.07</c:v>
                </c:pt>
                <c:pt idx="1932" formatCode="###,###,###,##0.0000">
                  <c:v>5.0199999999999996</c:v>
                </c:pt>
                <c:pt idx="1933" formatCode="###,###,###,##0.0000">
                  <c:v>5.0199999999999996</c:v>
                </c:pt>
                <c:pt idx="1935" formatCode="###,###,###,##0.0000">
                  <c:v>4.91</c:v>
                </c:pt>
                <c:pt idx="1936" formatCode="###,###,###,##0.0000">
                  <c:v>4.96</c:v>
                </c:pt>
                <c:pt idx="1937" formatCode="###,###,###,##0.0000">
                  <c:v>4.93</c:v>
                </c:pt>
                <c:pt idx="1938" formatCode="###,###,###,##0.0000">
                  <c:v>4.8600000000000003</c:v>
                </c:pt>
                <c:pt idx="1939" formatCode="###,###,###,##0.0000">
                  <c:v>4.74</c:v>
                </c:pt>
                <c:pt idx="1940" formatCode="###,###,###,##0.0000">
                  <c:v>4.8</c:v>
                </c:pt>
                <c:pt idx="1941" formatCode="###,###,###,##0.0000">
                  <c:v>4.91</c:v>
                </c:pt>
                <c:pt idx="1942" formatCode="###,###,###,##0.0000">
                  <c:v>4.9000000000000004</c:v>
                </c:pt>
                <c:pt idx="1943" formatCode="###,###,###,##0.0000">
                  <c:v>4.93</c:v>
                </c:pt>
                <c:pt idx="1944" formatCode="###,###,###,##0.0000">
                  <c:v>4.93</c:v>
                </c:pt>
                <c:pt idx="1945" formatCode="###,###,###,##0.0000">
                  <c:v>4.91</c:v>
                </c:pt>
                <c:pt idx="1946" formatCode="###,###,###,##0.0000">
                  <c:v>4.83</c:v>
                </c:pt>
                <c:pt idx="1947" formatCode="###,###,###,##0.0000">
                  <c:v>4.8</c:v>
                </c:pt>
                <c:pt idx="1948" formatCode="###,###,###,##0.0000">
                  <c:v>4.8</c:v>
                </c:pt>
                <c:pt idx="1949" formatCode="###,###,###,##0.0000">
                  <c:v>4.8</c:v>
                </c:pt>
                <c:pt idx="1950" formatCode="###,###,###,##0.0000">
                  <c:v>4.76</c:v>
                </c:pt>
                <c:pt idx="1951" formatCode="###,###,###,##0.0000">
                  <c:v>4.82</c:v>
                </c:pt>
                <c:pt idx="1952" formatCode="###,###,###,##0.0000">
                  <c:v>4.82</c:v>
                </c:pt>
                <c:pt idx="1953" formatCode="###,###,###,##0.0000">
                  <c:v>4.82</c:v>
                </c:pt>
                <c:pt idx="1954" formatCode="###,###,###,##0.0000">
                  <c:v>4.76</c:v>
                </c:pt>
                <c:pt idx="1955" formatCode="###,###,###,##0.0000">
                  <c:v>4.72</c:v>
                </c:pt>
                <c:pt idx="1956" formatCode="###,###,###,##0.0000">
                  <c:v>4.7</c:v>
                </c:pt>
                <c:pt idx="1957" formatCode="###,###,###,##0.0000">
                  <c:v>4.6900000000000004</c:v>
                </c:pt>
                <c:pt idx="1958" formatCode="###,###,###,##0.0000">
                  <c:v>4.7300000000000004</c:v>
                </c:pt>
                <c:pt idx="1959" formatCode="###,###,###,##0.0000">
                  <c:v>4.6900000000000004</c:v>
                </c:pt>
                <c:pt idx="1960" formatCode="###,###,###,##0.0000">
                  <c:v>4.72</c:v>
                </c:pt>
                <c:pt idx="1961" formatCode="###,###,###,##0.0000">
                  <c:v>4.74</c:v>
                </c:pt>
                <c:pt idx="1962" formatCode="###,###,###,##0.0000">
                  <c:v>4.6900000000000004</c:v>
                </c:pt>
                <c:pt idx="1963" formatCode="###,###,###,##0.0000">
                  <c:v>4.74</c:v>
                </c:pt>
                <c:pt idx="1965" formatCode="###,###,###,##0.0000">
                  <c:v>4.7699999999999996</c:v>
                </c:pt>
                <c:pt idx="1966" formatCode="###,###,###,##0.0000">
                  <c:v>4.76</c:v>
                </c:pt>
                <c:pt idx="1967" formatCode="###,###,###,##0.0000">
                  <c:v>4.79</c:v>
                </c:pt>
                <c:pt idx="1968" formatCode="###,###,###,##0.0000">
                  <c:v>4.72</c:v>
                </c:pt>
                <c:pt idx="1969" formatCode="###,###,###,##0.0000">
                  <c:v>4.7300000000000004</c:v>
                </c:pt>
                <c:pt idx="1970" formatCode="###,###,###,##0.0000">
                  <c:v>4.76</c:v>
                </c:pt>
                <c:pt idx="1971" formatCode="###,###,###,##0.0000">
                  <c:v>4</c:v>
                </c:pt>
                <c:pt idx="1972" formatCode="###,###,###,##0.0000">
                  <c:v>4.8099999999999996</c:v>
                </c:pt>
                <c:pt idx="1973" formatCode="###,###,###,##0.0000">
                  <c:v>4.8</c:v>
                </c:pt>
                <c:pt idx="1975" formatCode="###,###,###,##0.0000">
                  <c:v>4.6900000000000004</c:v>
                </c:pt>
                <c:pt idx="1976" formatCode="###,###,###,##0.0000">
                  <c:v>4.7</c:v>
                </c:pt>
                <c:pt idx="1977" formatCode="###,###,###,##0.0000">
                  <c:v>4.66</c:v>
                </c:pt>
                <c:pt idx="1978" formatCode="###,###,###,##0.0000">
                  <c:v>4.51</c:v>
                </c:pt>
                <c:pt idx="1979" formatCode="###,###,###,##0.0000">
                  <c:v>4.51</c:v>
                </c:pt>
                <c:pt idx="1980" formatCode="###,###,###,##0.0000">
                  <c:v>4.43</c:v>
                </c:pt>
                <c:pt idx="1981" formatCode="###,###,###,##0.0000">
                  <c:v>4.49</c:v>
                </c:pt>
                <c:pt idx="1982" formatCode="###,###,###,##0.0000">
                  <c:v>4.4800000000000004</c:v>
                </c:pt>
                <c:pt idx="1983" formatCode="###,###,###,##0.0000">
                  <c:v>4.53</c:v>
                </c:pt>
                <c:pt idx="1984" formatCode="###,###,###,##0.0000">
                  <c:v>4.68</c:v>
                </c:pt>
                <c:pt idx="1986" formatCode="###,###,###,##0.0000">
                  <c:v>4.88</c:v>
                </c:pt>
                <c:pt idx="1987" formatCode="###,###,###,##0.0000">
                  <c:v>4.87</c:v>
                </c:pt>
                <c:pt idx="1988" formatCode="###,###,###,##0.0000">
                  <c:v>4.88</c:v>
                </c:pt>
                <c:pt idx="1989" formatCode="###,###,###,##0.0000">
                  <c:v>4.71</c:v>
                </c:pt>
                <c:pt idx="1990" formatCode="###,###,###,##0.0000">
                  <c:v>4.72</c:v>
                </c:pt>
                <c:pt idx="1991" formatCode="###,###,###,##0.0000">
                  <c:v>4.6399999999999997</c:v>
                </c:pt>
                <c:pt idx="1992" formatCode="###,###,###,##0.0000">
                  <c:v>4.7</c:v>
                </c:pt>
                <c:pt idx="1993" formatCode="###,###,###,##0.0000">
                  <c:v>4.74</c:v>
                </c:pt>
                <c:pt idx="1994" formatCode="###,###,###,##0.0000">
                  <c:v>4.76</c:v>
                </c:pt>
                <c:pt idx="1995" formatCode="###,###,###,##0.0000">
                  <c:v>4.75</c:v>
                </c:pt>
                <c:pt idx="1996" formatCode="###,###,###,##0.0000">
                  <c:v>4.6500000000000004</c:v>
                </c:pt>
                <c:pt idx="1997" formatCode="###,###,###,##0.0000">
                  <c:v>4.66</c:v>
                </c:pt>
                <c:pt idx="1998" formatCode="###,###,###,##0.0000">
                  <c:v>4.6900000000000004</c:v>
                </c:pt>
                <c:pt idx="1999" formatCode="###,###,###,##0.0000">
                  <c:v>4.68</c:v>
                </c:pt>
                <c:pt idx="2000" formatCode="###,###,###,##0.0000">
                  <c:v>4.7699999999999996</c:v>
                </c:pt>
                <c:pt idx="2002" formatCode="###,###,###,##0.0000">
                  <c:v>4.76</c:v>
                </c:pt>
                <c:pt idx="2003" formatCode="###,###,###,##0.0000">
                  <c:v>4.72</c:v>
                </c:pt>
                <c:pt idx="2004" formatCode="###,###,###,##0.0000">
                  <c:v>4.74</c:v>
                </c:pt>
                <c:pt idx="2005" formatCode="###,###,###,##0.0000">
                  <c:v>4.74</c:v>
                </c:pt>
                <c:pt idx="2006" formatCode="###,###,###,##0.0000">
                  <c:v>4.82</c:v>
                </c:pt>
                <c:pt idx="2009" formatCode="###,###,###,##0.0000">
                  <c:v>4.8</c:v>
                </c:pt>
                <c:pt idx="2010" formatCode="###,###,###,##0.0000">
                  <c:v>4.79</c:v>
                </c:pt>
                <c:pt idx="2011" formatCode="###,###,###,##0.0000">
                  <c:v>4.7</c:v>
                </c:pt>
                <c:pt idx="2012" formatCode="###,###,###,##0.0000">
                  <c:v>4.74</c:v>
                </c:pt>
                <c:pt idx="2013" formatCode="###,###,###,##0.0000">
                  <c:v>4.74</c:v>
                </c:pt>
                <c:pt idx="2014" formatCode="###,###,###,##0.0000">
                  <c:v>4.8099999999999996</c:v>
                </c:pt>
                <c:pt idx="2015" formatCode="###,###,###,##0.0000">
                  <c:v>4.88</c:v>
                </c:pt>
                <c:pt idx="2016" formatCode="###,###,###,##0.0000">
                  <c:v>4.9800000000000004</c:v>
                </c:pt>
                <c:pt idx="2017" formatCode="###,###,###,##0.0000">
                  <c:v>4.96</c:v>
                </c:pt>
                <c:pt idx="2019" formatCode="###,###,###,##0.0000">
                  <c:v>4.7699999999999996</c:v>
                </c:pt>
                <c:pt idx="2020" formatCode="###,###,###,##0.0000">
                  <c:v>4.88</c:v>
                </c:pt>
                <c:pt idx="2021" formatCode="###,###,###,##0.0000">
                  <c:v>4.8600000000000003</c:v>
                </c:pt>
                <c:pt idx="2022" formatCode="###,###,###,##0.0000">
                  <c:v>4.97</c:v>
                </c:pt>
                <c:pt idx="2023" formatCode="###,###,###,##0.0000">
                  <c:v>5.08</c:v>
                </c:pt>
                <c:pt idx="2024" formatCode="###,###,###,##0.0000">
                  <c:v>5.15</c:v>
                </c:pt>
                <c:pt idx="2025" formatCode="###,###,###,##0.0000">
                  <c:v>5.0999999999999996</c:v>
                </c:pt>
                <c:pt idx="2026" formatCode="###,###,###,##0.0000">
                  <c:v>5.12</c:v>
                </c:pt>
                <c:pt idx="2027" formatCode="###,###,###,##0.0000">
                  <c:v>5.0199999999999996</c:v>
                </c:pt>
                <c:pt idx="2028" formatCode="###,###,###,##0.0000">
                  <c:v>5.03</c:v>
                </c:pt>
                <c:pt idx="2029" formatCode="###,###,###,##0.0000">
                  <c:v>4.9400000000000004</c:v>
                </c:pt>
                <c:pt idx="2030" formatCode="###,###,###,##0.0000">
                  <c:v>4.97</c:v>
                </c:pt>
                <c:pt idx="2031" formatCode="###,###,###,##0.0000">
                  <c:v>5</c:v>
                </c:pt>
                <c:pt idx="2032" formatCode="###,###,###,##0.0000">
                  <c:v>5.18</c:v>
                </c:pt>
                <c:pt idx="2033" formatCode="###,###,###,##0.0000">
                  <c:v>5.51</c:v>
                </c:pt>
                <c:pt idx="2034" formatCode="###,###,###,##0.0000">
                  <c:v>5.9</c:v>
                </c:pt>
                <c:pt idx="2036" formatCode="###,###,###,##0.0000">
                  <c:v>5.95</c:v>
                </c:pt>
                <c:pt idx="2037" formatCode="###,###,###,##0.0000">
                  <c:v>5.8</c:v>
                </c:pt>
                <c:pt idx="2038" formatCode="###,###,###,##0.0000">
                  <c:v>5.77</c:v>
                </c:pt>
                <c:pt idx="2039" formatCode="###,###,###,##0.0000">
                  <c:v>5.85</c:v>
                </c:pt>
                <c:pt idx="2040" formatCode="###,###,###,##0.0000">
                  <c:v>5.88</c:v>
                </c:pt>
                <c:pt idx="2041" formatCode="###,###,###,##0.0000">
                  <c:v>5.72</c:v>
                </c:pt>
                <c:pt idx="2042" formatCode="###,###,###,##0.0000">
                  <c:v>5.47</c:v>
                </c:pt>
                <c:pt idx="2043" formatCode="###,###,###,##0.0000">
                  <c:v>5.52</c:v>
                </c:pt>
                <c:pt idx="2044" formatCode="###,###,###,##0.0000">
                  <c:v>5.41</c:v>
                </c:pt>
                <c:pt idx="2045" formatCode="###,###,###,##0.0000">
                  <c:v>5.45</c:v>
                </c:pt>
                <c:pt idx="2046" formatCode="###,###,###,##0.0000">
                  <c:v>5.39</c:v>
                </c:pt>
                <c:pt idx="2047" formatCode="###,###,###,##0.0000">
                  <c:v>5.39</c:v>
                </c:pt>
                <c:pt idx="2048" formatCode="###,###,###,##0.0000">
                  <c:v>5.44</c:v>
                </c:pt>
                <c:pt idx="2049" formatCode="###,###,###,##0.0000">
                  <c:v>5.22</c:v>
                </c:pt>
                <c:pt idx="2050" formatCode="###,###,###,##0.0000">
                  <c:v>5.0999999999999996</c:v>
                </c:pt>
                <c:pt idx="2051" formatCode="###,###,###,##0.0000">
                  <c:v>5.13</c:v>
                </c:pt>
                <c:pt idx="2052" formatCode="###,###,###,##0.0000">
                  <c:v>5.16</c:v>
                </c:pt>
                <c:pt idx="2053" formatCode="###,###,###,##0.0000">
                  <c:v>5.22</c:v>
                </c:pt>
                <c:pt idx="2054" formatCode="###,###,###,##0.0000">
                  <c:v>5.12</c:v>
                </c:pt>
                <c:pt idx="2055" formatCode="###,###,###,##0.0000">
                  <c:v>5.0999999999999996</c:v>
                </c:pt>
                <c:pt idx="2056" formatCode="###,###,###,##0.0000">
                  <c:v>5</c:v>
                </c:pt>
                <c:pt idx="2057" formatCode="###,###,###,##0.0000">
                  <c:v>4.95</c:v>
                </c:pt>
                <c:pt idx="2058" formatCode="###,###,###,##0.0000">
                  <c:v>4.93</c:v>
                </c:pt>
                <c:pt idx="2059" formatCode="###,###,###,##0.0000">
                  <c:v>4.95</c:v>
                </c:pt>
                <c:pt idx="2060" formatCode="###,###,###,##0.0000">
                  <c:v>4.95</c:v>
                </c:pt>
                <c:pt idx="2061" formatCode="###,###,###,##0.0000">
                  <c:v>4.91</c:v>
                </c:pt>
                <c:pt idx="2062" formatCode="###,###,###,##0.0000">
                  <c:v>4.92</c:v>
                </c:pt>
                <c:pt idx="2063" formatCode="###,###,###,##0.0000">
                  <c:v>4.71</c:v>
                </c:pt>
                <c:pt idx="2064" formatCode="###,###,###,##0.0000">
                  <c:v>4.7300000000000004</c:v>
                </c:pt>
                <c:pt idx="2065" formatCode="###,###,###,##0.0000">
                  <c:v>4.6100000000000003</c:v>
                </c:pt>
                <c:pt idx="2066" formatCode="###,###,###,##0.0000">
                  <c:v>4.54</c:v>
                </c:pt>
                <c:pt idx="2067" formatCode="###,###,###,##0.0000">
                  <c:v>4.54</c:v>
                </c:pt>
                <c:pt idx="2068" formatCode="###,###,###,##0.0000">
                  <c:v>4.51</c:v>
                </c:pt>
                <c:pt idx="2070" formatCode="###,###,###,##0.0000">
                  <c:v>4.45</c:v>
                </c:pt>
                <c:pt idx="2071" formatCode="###,###,###,##0.0000">
                  <c:v>4.42</c:v>
                </c:pt>
                <c:pt idx="2072" formatCode="###,###,###,##0.0000">
                  <c:v>4.43</c:v>
                </c:pt>
                <c:pt idx="2073" formatCode="###,###,###,##0.0000">
                  <c:v>4.49</c:v>
                </c:pt>
                <c:pt idx="2074" formatCode="###,###,###,##0.0000">
                  <c:v>4.49</c:v>
                </c:pt>
                <c:pt idx="2075" formatCode="###,###,###,##0.0000">
                  <c:v>4.4400000000000004</c:v>
                </c:pt>
                <c:pt idx="2076" formatCode="###,###,###,##0.0000">
                  <c:v>4.51</c:v>
                </c:pt>
                <c:pt idx="2077" formatCode="###,###,###,##0.0000">
                  <c:v>4.51</c:v>
                </c:pt>
                <c:pt idx="2078" formatCode="###,###,###,##0.0000">
                  <c:v>4.51</c:v>
                </c:pt>
                <c:pt idx="2079" formatCode="###,###,###,##0.0000">
                  <c:v>4.51</c:v>
                </c:pt>
                <c:pt idx="2080" formatCode="###,###,###,##0.0000">
                  <c:v>4.6399999999999997</c:v>
                </c:pt>
                <c:pt idx="2081" formatCode="###,###,###,##0.0000">
                  <c:v>4.51</c:v>
                </c:pt>
                <c:pt idx="2082" formatCode="###,###,###,##0.0000">
                  <c:v>4.71</c:v>
                </c:pt>
                <c:pt idx="2083" formatCode="###,###,###,##0.0000">
                  <c:v>4.62</c:v>
                </c:pt>
                <c:pt idx="2084" formatCode="###,###,###,##0.0000">
                  <c:v>4.68</c:v>
                </c:pt>
                <c:pt idx="2086" formatCode="###,###,###,##0.0000">
                  <c:v>4.6500000000000004</c:v>
                </c:pt>
                <c:pt idx="2087" formatCode="###,###,###,##0.0000">
                  <c:v>4.72</c:v>
                </c:pt>
                <c:pt idx="2088" formatCode="###,###,###,##0.0000">
                  <c:v>4.7300000000000004</c:v>
                </c:pt>
                <c:pt idx="2089" formatCode="###,###,###,##0.0000">
                  <c:v>4.7300000000000004</c:v>
                </c:pt>
                <c:pt idx="2090" formatCode="###,###,###,##0.0000">
                  <c:v>4.79</c:v>
                </c:pt>
                <c:pt idx="2091" formatCode="###,###,###,##0.0000">
                  <c:v>4.74</c:v>
                </c:pt>
                <c:pt idx="2092" formatCode="###,###,###,##0.0000">
                  <c:v>4.7300000000000004</c:v>
                </c:pt>
                <c:pt idx="2093" formatCode="###,###,###,##0.0000">
                  <c:v>4.8</c:v>
                </c:pt>
                <c:pt idx="2094" formatCode="###,###,###,##0.0000">
                  <c:v>4.82</c:v>
                </c:pt>
                <c:pt idx="2095" formatCode="###,###,###,##0.0000">
                  <c:v>4.8</c:v>
                </c:pt>
                <c:pt idx="2096" formatCode="###,###,###,##0.0000">
                  <c:v>4.8</c:v>
                </c:pt>
                <c:pt idx="2097" formatCode="###,###,###,##0.0000">
                  <c:v>4.9400000000000004</c:v>
                </c:pt>
                <c:pt idx="2098" formatCode="###,###,###,##0.0000">
                  <c:v>5.01</c:v>
                </c:pt>
                <c:pt idx="2099" formatCode="###,###,###,##0.0000">
                  <c:v>4.95</c:v>
                </c:pt>
                <c:pt idx="2100" formatCode="###,###,###,##0.0000">
                  <c:v>4.88</c:v>
                </c:pt>
                <c:pt idx="2102" formatCode="###,###,###,##0.0000">
                  <c:v>4.9000000000000004</c:v>
                </c:pt>
                <c:pt idx="2103" formatCode="###,###,###,##0.0000">
                  <c:v>4.93</c:v>
                </c:pt>
                <c:pt idx="2104" formatCode="###,###,###,##0.0000">
                  <c:v>4.87</c:v>
                </c:pt>
                <c:pt idx="2105" formatCode="###,###,###,##0.0000">
                  <c:v>4.91</c:v>
                </c:pt>
                <c:pt idx="2106" formatCode="###,###,###,##0.0000">
                  <c:v>4.93</c:v>
                </c:pt>
                <c:pt idx="2107" formatCode="###,###,###,##0.0000">
                  <c:v>4.88</c:v>
                </c:pt>
                <c:pt idx="2108" formatCode="###,###,###,##0.0000">
                  <c:v>4.76</c:v>
                </c:pt>
                <c:pt idx="2109" formatCode="###,###,###,##0.0000">
                  <c:v>4.76</c:v>
                </c:pt>
                <c:pt idx="2110" formatCode="###,###,###,##0.0000">
                  <c:v>4.6900000000000004</c:v>
                </c:pt>
                <c:pt idx="2111" formatCode="###,###,###,##0.0000">
                  <c:v>4.74</c:v>
                </c:pt>
                <c:pt idx="2112" formatCode="###,###,###,##0.0000">
                  <c:v>4.8</c:v>
                </c:pt>
                <c:pt idx="2113" formatCode="###,###,###,##0.0000">
                  <c:v>4.79</c:v>
                </c:pt>
                <c:pt idx="2114" formatCode="###,###,###,##0.0000">
                  <c:v>4.74</c:v>
                </c:pt>
                <c:pt idx="2115" formatCode="###,###,###,##0.0000">
                  <c:v>4.7699999999999996</c:v>
                </c:pt>
                <c:pt idx="2116" formatCode="###,###,###,##0.0000">
                  <c:v>4.7</c:v>
                </c:pt>
                <c:pt idx="2117" formatCode="###,###,###,##0.0000">
                  <c:v>4.8099999999999996</c:v>
                </c:pt>
                <c:pt idx="2118" formatCode="###,###,###,##0.0000">
                  <c:v>4.82</c:v>
                </c:pt>
                <c:pt idx="2119" formatCode="###,###,###,##0.0000">
                  <c:v>4.8</c:v>
                </c:pt>
                <c:pt idx="2120" formatCode="###,###,###,##0.0000">
                  <c:v>4.7699999999999996</c:v>
                </c:pt>
                <c:pt idx="2121" formatCode="###,###,###,##0.0000">
                  <c:v>4.72</c:v>
                </c:pt>
                <c:pt idx="2122" formatCode="###,###,###,##0.0000">
                  <c:v>4.7</c:v>
                </c:pt>
                <c:pt idx="2123" formatCode="###,###,###,##0.0000">
                  <c:v>4.63</c:v>
                </c:pt>
                <c:pt idx="2124" formatCode="###,###,###,##0.0000">
                  <c:v>4.72</c:v>
                </c:pt>
                <c:pt idx="2125" formatCode="###,###,###,##0.0000">
                  <c:v>4.8</c:v>
                </c:pt>
                <c:pt idx="2126" formatCode="###,###,###,##0.0000">
                  <c:v>4.8</c:v>
                </c:pt>
                <c:pt idx="2127" formatCode="###,###,###,##0.0000">
                  <c:v>4.8499999999999996</c:v>
                </c:pt>
                <c:pt idx="2128" formatCode="###,###,###,##0.0000">
                  <c:v>4.8099999999999996</c:v>
                </c:pt>
                <c:pt idx="2129" formatCode="###,###,###,##0.0000">
                  <c:v>4.8099999999999996</c:v>
                </c:pt>
                <c:pt idx="2130" formatCode="###,###,###,##0.0000">
                  <c:v>4.83</c:v>
                </c:pt>
                <c:pt idx="2131" formatCode="###,###,###,##0.0000">
                  <c:v>4.8600000000000003</c:v>
                </c:pt>
                <c:pt idx="2132" formatCode="###,###,###,##0.0000">
                  <c:v>4.79</c:v>
                </c:pt>
                <c:pt idx="2133" formatCode="###,###,###,##0.0000">
                  <c:v>4.83</c:v>
                </c:pt>
                <c:pt idx="2134" formatCode="###,###,###,##0.0000">
                  <c:v>4.72</c:v>
                </c:pt>
                <c:pt idx="2135" formatCode="###,###,###,##0.0000">
                  <c:v>4.76</c:v>
                </c:pt>
                <c:pt idx="2136" formatCode="###,###,###,##0.0000">
                  <c:v>4.76</c:v>
                </c:pt>
                <c:pt idx="2137" formatCode="###,###,###,##0.0000">
                  <c:v>4.76</c:v>
                </c:pt>
                <c:pt idx="2138" formatCode="###,###,###,##0.0000">
                  <c:v>4.76</c:v>
                </c:pt>
                <c:pt idx="2139" formatCode="###,###,###,##0.0000">
                  <c:v>4.8</c:v>
                </c:pt>
                <c:pt idx="2141" formatCode="###,###,###,##0.0000">
                  <c:v>4.8</c:v>
                </c:pt>
                <c:pt idx="2142" formatCode="###,###,###,##0.0000">
                  <c:v>4.6399999999999997</c:v>
                </c:pt>
                <c:pt idx="2143" formatCode="###,###,###,##0.0000">
                  <c:v>4.6399999999999997</c:v>
                </c:pt>
                <c:pt idx="2144" formatCode="###,###,###,##0.0000">
                  <c:v>4.7</c:v>
                </c:pt>
                <c:pt idx="2145" formatCode="###,###,###,##0.0000">
                  <c:v>4.63</c:v>
                </c:pt>
                <c:pt idx="2146" formatCode="###,###,###,##0.0000">
                  <c:v>4.72</c:v>
                </c:pt>
                <c:pt idx="2147" formatCode="###,###,###,##0.0000">
                  <c:v>4.68</c:v>
                </c:pt>
                <c:pt idx="2148" formatCode="###,###,###,##0.0000">
                  <c:v>4.6399999999999997</c:v>
                </c:pt>
                <c:pt idx="2149" formatCode="###,###,###,##0.0000">
                  <c:v>4.5599999999999996</c:v>
                </c:pt>
                <c:pt idx="2150" formatCode="###,###,###,##0.0000">
                  <c:v>4.5599999999999996</c:v>
                </c:pt>
                <c:pt idx="2151" formatCode="###,###,###,##0.0000">
                  <c:v>4.6399999999999997</c:v>
                </c:pt>
                <c:pt idx="2153" formatCode="###,###,###,##0.0000">
                  <c:v>4.6399999999999997</c:v>
                </c:pt>
                <c:pt idx="2154" formatCode="###,###,###,##0.0000">
                  <c:v>4.5599999999999996</c:v>
                </c:pt>
                <c:pt idx="2155" formatCode="###,###,###,##0.0000">
                  <c:v>4.5599999999999996</c:v>
                </c:pt>
                <c:pt idx="2156" formatCode="###,###,###,##0.0000">
                  <c:v>4.5599999999999996</c:v>
                </c:pt>
                <c:pt idx="2157" formatCode="###,###,###,##0.0000">
                  <c:v>4.5599999999999996</c:v>
                </c:pt>
                <c:pt idx="2158" formatCode="###,###,###,##0.0000">
                  <c:v>4.5599999999999996</c:v>
                </c:pt>
                <c:pt idx="2159" formatCode="###,###,###,##0.0000">
                  <c:v>4.5599999999999996</c:v>
                </c:pt>
                <c:pt idx="2160" formatCode="###,###,###,##0.0000">
                  <c:v>4.5599999999999996</c:v>
                </c:pt>
                <c:pt idx="2161" formatCode="###,###,###,##0.0000">
                  <c:v>4.5599999999999996</c:v>
                </c:pt>
                <c:pt idx="2162" formatCode="###,###,###,##0.0000">
                  <c:v>4.5599999999999996</c:v>
                </c:pt>
                <c:pt idx="2164" formatCode="###,###,###,##0.0000">
                  <c:v>4.67</c:v>
                </c:pt>
                <c:pt idx="2165" formatCode="###,###,###,##0.0000">
                  <c:v>4.67</c:v>
                </c:pt>
                <c:pt idx="2166" formatCode="###,###,###,##0.0000">
                  <c:v>4.67</c:v>
                </c:pt>
                <c:pt idx="2167" formatCode="###,###,###,##0.0000">
                  <c:v>4.67</c:v>
                </c:pt>
                <c:pt idx="2169" formatCode="###,###,###,##0.0000">
                  <c:v>4.67</c:v>
                </c:pt>
                <c:pt idx="2170" formatCode="###,###,###,##0.0000">
                  <c:v>4.67</c:v>
                </c:pt>
                <c:pt idx="2171" formatCode="###,###,###,##0.0000">
                  <c:v>4.67</c:v>
                </c:pt>
                <c:pt idx="2172" formatCode="###,###,###,##0.0000">
                  <c:v>4.67</c:v>
                </c:pt>
                <c:pt idx="2173" formatCode="###,###,###,##0.0000">
                  <c:v>4.67</c:v>
                </c:pt>
                <c:pt idx="2174" formatCode="###,###,###,##0.0000">
                  <c:v>4.67</c:v>
                </c:pt>
                <c:pt idx="2175" formatCode="###,###,###,##0.0000">
                  <c:v>4.67</c:v>
                </c:pt>
                <c:pt idx="2176" formatCode="###,###,###,##0.0000">
                  <c:v>4.67</c:v>
                </c:pt>
                <c:pt idx="2177" formatCode="###,###,###,##0.0000">
                  <c:v>4.67</c:v>
                </c:pt>
                <c:pt idx="2179" formatCode="###,###,###,##0.0000">
                  <c:v>4.66</c:v>
                </c:pt>
                <c:pt idx="2180" formatCode="###,###,###,##0.0000">
                  <c:v>4.72</c:v>
                </c:pt>
                <c:pt idx="2181" formatCode="###,###,###,##0.0000">
                  <c:v>4.75</c:v>
                </c:pt>
                <c:pt idx="2182" formatCode="###,###,###,##0.0000">
                  <c:v>4.75</c:v>
                </c:pt>
                <c:pt idx="2184" formatCode="###,###,###,##0.0000">
                  <c:v>4.76</c:v>
                </c:pt>
                <c:pt idx="2185" formatCode="###,###,###,##0.0000">
                  <c:v>4.7</c:v>
                </c:pt>
                <c:pt idx="2186" formatCode="###,###,###,##0.0000">
                  <c:v>4.83</c:v>
                </c:pt>
                <c:pt idx="2187" formatCode="###,###,###,##0.0000">
                  <c:v>4.84</c:v>
                </c:pt>
                <c:pt idx="2188" formatCode="###,###,###,##0.0000">
                  <c:v>4.88</c:v>
                </c:pt>
                <c:pt idx="2189" formatCode="###,###,###,##0.0000">
                  <c:v>5.04</c:v>
                </c:pt>
                <c:pt idx="2190" formatCode="###,###,###,##0.0000">
                  <c:v>5.07</c:v>
                </c:pt>
                <c:pt idx="2191" formatCode="###,###,###,##0.0000">
                  <c:v>5.0199999999999996</c:v>
                </c:pt>
                <c:pt idx="2192" formatCode="###,###,###,##0.0000">
                  <c:v>5.1100000000000003</c:v>
                </c:pt>
                <c:pt idx="2193" formatCode="###,###,###,##0.0000">
                  <c:v>5.07</c:v>
                </c:pt>
                <c:pt idx="2194" formatCode="###,###,###,##0.0000">
                  <c:v>5.03</c:v>
                </c:pt>
                <c:pt idx="2195" formatCode="###,###,###,##0.0000">
                  <c:v>5.0599999999999996</c:v>
                </c:pt>
                <c:pt idx="2196" formatCode="###,###,###,##0.0000">
                  <c:v>5.2</c:v>
                </c:pt>
                <c:pt idx="2197" formatCode="###,###,###,##0.0000">
                  <c:v>5.14</c:v>
                </c:pt>
                <c:pt idx="2198" formatCode="###,###,###,##0.0000">
                  <c:v>5.0999999999999996</c:v>
                </c:pt>
                <c:pt idx="2201" formatCode="###,###,###,##0.0000">
                  <c:v>5.24</c:v>
                </c:pt>
                <c:pt idx="2202" formatCode="###,###,###,##0.0000">
                  <c:v>5.21</c:v>
                </c:pt>
                <c:pt idx="2203" formatCode="###,###,###,##0.0000">
                  <c:v>5.16</c:v>
                </c:pt>
                <c:pt idx="2204" formatCode="###,###,###,##0.0000">
                  <c:v>5.16</c:v>
                </c:pt>
                <c:pt idx="2205" formatCode="###,###,###,##0.0000">
                  <c:v>5.18</c:v>
                </c:pt>
                <c:pt idx="2207" formatCode="###,###,###,##0.0000">
                  <c:v>5.09</c:v>
                </c:pt>
                <c:pt idx="2208" formatCode="###,###,###,##0.0000">
                  <c:v>5.09</c:v>
                </c:pt>
                <c:pt idx="2209" formatCode="###,###,###,##0.0000">
                  <c:v>5.1100000000000003</c:v>
                </c:pt>
                <c:pt idx="2210" formatCode="###,###,###,##0.0000">
                  <c:v>5.13</c:v>
                </c:pt>
                <c:pt idx="2212" formatCode="###,###,###,##0.0000">
                  <c:v>5.22</c:v>
                </c:pt>
                <c:pt idx="2213" formatCode="###,###,###,##0.0000">
                  <c:v>5.25</c:v>
                </c:pt>
                <c:pt idx="2214" formatCode="###,###,###,##0.0000">
                  <c:v>5.45</c:v>
                </c:pt>
                <c:pt idx="2215" formatCode="###,###,###,##0.0000">
                  <c:v>5.57</c:v>
                </c:pt>
                <c:pt idx="2216" formatCode="###,###,###,##0.0000">
                  <c:v>5.61</c:v>
                </c:pt>
                <c:pt idx="2217" formatCode="###,###,###,##0.0000">
                  <c:v>5.69</c:v>
                </c:pt>
                <c:pt idx="2218" formatCode="###,###,###,##0.0000">
                  <c:v>5.64</c:v>
                </c:pt>
                <c:pt idx="2219" formatCode="###,###,###,##0.0000">
                  <c:v>5.57</c:v>
                </c:pt>
                <c:pt idx="2220" formatCode="###,###,###,##0.0000">
                  <c:v>5.46</c:v>
                </c:pt>
                <c:pt idx="2221" formatCode="###,###,###,##0.0000">
                  <c:v>5.44</c:v>
                </c:pt>
                <c:pt idx="2223" formatCode="###,###,###,##0.0000">
                  <c:v>5.46</c:v>
                </c:pt>
                <c:pt idx="2224" formatCode="###,###,###,##0.0000">
                  <c:v>5.51</c:v>
                </c:pt>
                <c:pt idx="2225" formatCode="###,###,###,##0.0000">
                  <c:v>5.54</c:v>
                </c:pt>
                <c:pt idx="2226" formatCode="###,###,###,##0.0000">
                  <c:v>5.44</c:v>
                </c:pt>
                <c:pt idx="2227" formatCode="###,###,###,##0.0000">
                  <c:v>5.31</c:v>
                </c:pt>
                <c:pt idx="2228" formatCode="###,###,###,##0.0000">
                  <c:v>5.14</c:v>
                </c:pt>
                <c:pt idx="2229" formatCode="###,###,###,##0.0000">
                  <c:v>5.18</c:v>
                </c:pt>
                <c:pt idx="2230" formatCode="###,###,###,##0.0000">
                  <c:v>5.12</c:v>
                </c:pt>
                <c:pt idx="2231" formatCode="###,###,###,##0.0000">
                  <c:v>5.19</c:v>
                </c:pt>
                <c:pt idx="2232" formatCode="###,###,###,##0.0000">
                  <c:v>5.14</c:v>
                </c:pt>
                <c:pt idx="2233" formatCode="###,###,###,##0.0000">
                  <c:v>5.18</c:v>
                </c:pt>
                <c:pt idx="2234" formatCode="###,###,###,##0.0000">
                  <c:v>5.18</c:v>
                </c:pt>
                <c:pt idx="2235" formatCode="###,###,###,##0.0000">
                  <c:v>5.16</c:v>
                </c:pt>
                <c:pt idx="2236" formatCode="###,###,###,##0.0000">
                  <c:v>5.07</c:v>
                </c:pt>
                <c:pt idx="2239" formatCode="###,###,###,##0.0000">
                  <c:v>5.0599999999999996</c:v>
                </c:pt>
                <c:pt idx="2240" formatCode="###,###,###,##0.0000">
                  <c:v>5.16</c:v>
                </c:pt>
                <c:pt idx="2241" formatCode="###,###,###,##0.0000">
                  <c:v>5.14</c:v>
                </c:pt>
                <c:pt idx="2242" formatCode="###,###,###,##0.0000">
                  <c:v>5.3</c:v>
                </c:pt>
                <c:pt idx="2244" formatCode="###,###,###,##0.0000">
                  <c:v>5.49</c:v>
                </c:pt>
                <c:pt idx="2245" formatCode="###,###,###,##0.0000">
                  <c:v>5.47</c:v>
                </c:pt>
                <c:pt idx="2246" formatCode="###,###,###,##0.0000">
                  <c:v>5.45</c:v>
                </c:pt>
                <c:pt idx="2247" formatCode="###,###,###,##0.0000">
                  <c:v>5.39</c:v>
                </c:pt>
                <c:pt idx="2248" formatCode="###,###,###,##0.0000">
                  <c:v>5.32</c:v>
                </c:pt>
                <c:pt idx="2249" formatCode="###,###,###,##0.0000">
                  <c:v>5.2</c:v>
                </c:pt>
                <c:pt idx="2250" formatCode="###,###,###,##0.0000">
                  <c:v>5.36</c:v>
                </c:pt>
                <c:pt idx="2251" formatCode="###,###,###,##0.0000">
                  <c:v>5.45</c:v>
                </c:pt>
                <c:pt idx="2252" formatCode="###,###,###,##0.0000">
                  <c:v>5.47</c:v>
                </c:pt>
                <c:pt idx="2253" formatCode="###,###,###,##0.0000">
                  <c:v>5.33</c:v>
                </c:pt>
                <c:pt idx="2254" formatCode="###,###,###,##0.0000">
                  <c:v>5.28</c:v>
                </c:pt>
                <c:pt idx="2255" formatCode="###,###,###,##0.0000">
                  <c:v>5.39</c:v>
                </c:pt>
                <c:pt idx="2256" formatCode="###,###,###,##0.0000">
                  <c:v>5.53</c:v>
                </c:pt>
                <c:pt idx="2257" formatCode="###,###,###,##0.0000">
                  <c:v>4.5</c:v>
                </c:pt>
                <c:pt idx="2258" formatCode="###,###,###,##0.0000">
                  <c:v>5.55</c:v>
                </c:pt>
                <c:pt idx="2260" formatCode="###,###,###,##0.0000">
                  <c:v>5.76</c:v>
                </c:pt>
                <c:pt idx="2261" formatCode="###,###,###,##0.0000">
                  <c:v>5.8</c:v>
                </c:pt>
                <c:pt idx="2262" formatCode="###,###,###,##0.0000">
                  <c:v>5.77</c:v>
                </c:pt>
                <c:pt idx="2263" formatCode="###,###,###,##0.0000">
                  <c:v>5.88</c:v>
                </c:pt>
                <c:pt idx="2264" formatCode="###,###,###,##0.0000">
                  <c:v>5.76</c:v>
                </c:pt>
                <c:pt idx="2265" formatCode="###,###,###,##0.0000">
                  <c:v>5.61</c:v>
                </c:pt>
                <c:pt idx="2266" formatCode="###,###,###,##0.0000">
                  <c:v>5.64</c:v>
                </c:pt>
                <c:pt idx="2267" formatCode="###,###,###,##0.0000">
                  <c:v>5.61</c:v>
                </c:pt>
                <c:pt idx="2268" formatCode="###,###,###,##0.0000">
                  <c:v>5.57</c:v>
                </c:pt>
                <c:pt idx="2269" formatCode="###,###,###,##0.0000">
                  <c:v>5.49</c:v>
                </c:pt>
                <c:pt idx="2270" formatCode="###,###,###,##0.0000">
                  <c:v>5.41</c:v>
                </c:pt>
                <c:pt idx="2271" formatCode="###,###,###,##0.0000">
                  <c:v>5.43</c:v>
                </c:pt>
                <c:pt idx="2272" formatCode="###,###,###,##0.0000">
                  <c:v>5.44</c:v>
                </c:pt>
                <c:pt idx="2273" formatCode="###,###,###,##0.0000">
                  <c:v>5.47</c:v>
                </c:pt>
                <c:pt idx="2274" formatCode="###,###,###,##0.0000">
                  <c:v>5.68</c:v>
                </c:pt>
                <c:pt idx="2276" formatCode="###,###,###,##0.0000">
                  <c:v>5.57</c:v>
                </c:pt>
                <c:pt idx="2277" formatCode="###,###,###,##0.0000">
                  <c:v>5.72</c:v>
                </c:pt>
                <c:pt idx="2278" formatCode="###,###,###,##0.0000">
                  <c:v>5.81</c:v>
                </c:pt>
                <c:pt idx="2279" formatCode="###,###,###,##0.0000">
                  <c:v>5.8</c:v>
                </c:pt>
                <c:pt idx="2280" formatCode="###,###,###,##0.0000">
                  <c:v>5.89</c:v>
                </c:pt>
                <c:pt idx="2282" formatCode="###,###,###,##0.0000">
                  <c:v>5.89</c:v>
                </c:pt>
                <c:pt idx="2283" formatCode="###,###,###,##0.0000">
                  <c:v>5.72</c:v>
                </c:pt>
                <c:pt idx="2284" formatCode="###,###,###,##0.0000">
                  <c:v>5.76</c:v>
                </c:pt>
                <c:pt idx="2285" formatCode="###,###,###,##0.0000">
                  <c:v>5.78</c:v>
                </c:pt>
                <c:pt idx="2286" formatCode="###,###,###,##0.0000">
                  <c:v>5.6</c:v>
                </c:pt>
                <c:pt idx="2287" formatCode="###,###,###,##0.0000">
                  <c:v>5.68</c:v>
                </c:pt>
                <c:pt idx="2288" formatCode="###,###,###,##0.0000">
                  <c:v>5.78</c:v>
                </c:pt>
                <c:pt idx="2289" formatCode="###,###,###,##0.0000">
                  <c:v>5.85</c:v>
                </c:pt>
                <c:pt idx="2290" formatCode="###,###,###,##0.0000">
                  <c:v>5.78</c:v>
                </c:pt>
                <c:pt idx="2292" formatCode="###,###,###,##0.0000">
                  <c:v>5.72</c:v>
                </c:pt>
                <c:pt idx="2293" formatCode="###,###,###,##0.0000">
                  <c:v>5.75</c:v>
                </c:pt>
                <c:pt idx="2294" formatCode="###,###,###,##0.0000">
                  <c:v>5.74</c:v>
                </c:pt>
                <c:pt idx="2295" formatCode="###,###,###,##0.0000">
                  <c:v>5.61</c:v>
                </c:pt>
                <c:pt idx="2296" formatCode="###,###,###,##0.0000">
                  <c:v>5.63</c:v>
                </c:pt>
                <c:pt idx="2297" formatCode="###,###,###,##0.0000">
                  <c:v>5.5</c:v>
                </c:pt>
                <c:pt idx="2298" formatCode="###,###,###,##0.0000">
                  <c:v>5.34</c:v>
                </c:pt>
                <c:pt idx="2299" formatCode="###,###,###,##0.0000">
                  <c:v>5.34</c:v>
                </c:pt>
                <c:pt idx="2300" formatCode="###,###,###,##0.0000">
                  <c:v>5.53</c:v>
                </c:pt>
                <c:pt idx="2301" formatCode="###,###,###,##0.0000">
                  <c:v>5.49</c:v>
                </c:pt>
                <c:pt idx="2302" formatCode="###,###,###,##0.0000">
                  <c:v>5.35</c:v>
                </c:pt>
                <c:pt idx="2303" formatCode="###,###,###,##0.0000">
                  <c:v>5.3</c:v>
                </c:pt>
                <c:pt idx="2304" formatCode="###,###,###,##0.0000">
                  <c:v>5.39</c:v>
                </c:pt>
                <c:pt idx="2305" formatCode="###,###,###,##0.0000">
                  <c:v>5.39</c:v>
                </c:pt>
                <c:pt idx="2306" formatCode="###,###,###,##0.0000">
                  <c:v>5.57</c:v>
                </c:pt>
                <c:pt idx="2308" formatCode="###,###,###,##0.0000">
                  <c:v>5.39</c:v>
                </c:pt>
                <c:pt idx="2309" formatCode="###,###,###,##0.0000">
                  <c:v>5.46</c:v>
                </c:pt>
                <c:pt idx="2311" formatCode="###,###,###,##0.0000">
                  <c:v>5.59</c:v>
                </c:pt>
                <c:pt idx="2312" formatCode="###,###,###,##0.0000">
                  <c:v>5.72</c:v>
                </c:pt>
                <c:pt idx="2313" formatCode="###,###,###,##0.0000">
                  <c:v>5.58</c:v>
                </c:pt>
                <c:pt idx="2314" formatCode="###,###,###,##0.0000">
                  <c:v>5.58</c:v>
                </c:pt>
                <c:pt idx="2315" formatCode="###,###,###,##0.0000">
                  <c:v>5.22</c:v>
                </c:pt>
                <c:pt idx="2316" formatCode="###,###,###,##0.0000">
                  <c:v>5.34</c:v>
                </c:pt>
                <c:pt idx="2317" formatCode="###,###,###,##0.0000">
                  <c:v>5.47</c:v>
                </c:pt>
                <c:pt idx="2318" formatCode="###,###,###,##0.0000">
                  <c:v>5.39</c:v>
                </c:pt>
                <c:pt idx="2319" formatCode="###,###,###,##0.0000">
                  <c:v>5.48</c:v>
                </c:pt>
                <c:pt idx="2320" formatCode="###,###,###,##0.0000">
                  <c:v>5.45</c:v>
                </c:pt>
                <c:pt idx="2321" formatCode="###,###,###,##0.0000">
                  <c:v>5.54</c:v>
                </c:pt>
                <c:pt idx="2322" formatCode="###,###,###,##0.0000">
                  <c:v>5.66</c:v>
                </c:pt>
                <c:pt idx="2323" formatCode="###,###,###,##0.0000">
                  <c:v>5.64</c:v>
                </c:pt>
                <c:pt idx="2324" formatCode="###,###,###,##0.0000">
                  <c:v>5.6</c:v>
                </c:pt>
                <c:pt idx="2325" formatCode="###,###,###,##0.0000">
                  <c:v>5.93</c:v>
                </c:pt>
                <c:pt idx="2326" formatCode="###,###,###,##0.0000">
                  <c:v>5.86</c:v>
                </c:pt>
                <c:pt idx="2327" formatCode="###,###,###,##0.0000">
                  <c:v>5.8</c:v>
                </c:pt>
                <c:pt idx="2328" formatCode="###,###,###,##0.0000">
                  <c:v>5.97</c:v>
                </c:pt>
                <c:pt idx="2329" formatCode="###,###,###,##0.0000">
                  <c:v>6.04</c:v>
                </c:pt>
                <c:pt idx="2330" formatCode="###,###,###,##0.0000">
                  <c:v>6.13</c:v>
                </c:pt>
                <c:pt idx="2331" formatCode="###,###,###,##0.0000">
                  <c:v>6.16</c:v>
                </c:pt>
                <c:pt idx="2332" formatCode="###,###,###,##0.0000">
                  <c:v>6.11</c:v>
                </c:pt>
                <c:pt idx="2333" formatCode="###,###,###,##0.0000">
                  <c:v>6.3</c:v>
                </c:pt>
                <c:pt idx="2334" formatCode="###,###,###,##0.0000">
                  <c:v>6.23</c:v>
                </c:pt>
                <c:pt idx="2335" formatCode="###,###,###,##0.0000">
                  <c:v>6.25</c:v>
                </c:pt>
                <c:pt idx="2336" formatCode="###,###,###,##0.0000">
                  <c:v>6.14</c:v>
                </c:pt>
                <c:pt idx="2337" formatCode="###,###,###,##0.0000">
                  <c:v>5.97</c:v>
                </c:pt>
                <c:pt idx="2338" formatCode="###,###,###,##0.0000">
                  <c:v>5.78</c:v>
                </c:pt>
                <c:pt idx="2339" formatCode="###,###,###,##0.0000">
                  <c:v>5.92</c:v>
                </c:pt>
                <c:pt idx="2340" formatCode="###,###,###,##0.0000">
                  <c:v>5.82</c:v>
                </c:pt>
                <c:pt idx="2341" formatCode="###,###,###,##0.0000">
                  <c:v>5.92</c:v>
                </c:pt>
                <c:pt idx="2342" formatCode="###,###,###,##0.0000">
                  <c:v>6.05</c:v>
                </c:pt>
                <c:pt idx="2343" formatCode="###,###,###,##0.0000">
                  <c:v>5.87</c:v>
                </c:pt>
                <c:pt idx="2344" formatCode="###,###,###,##0.0000">
                  <c:v>5.72</c:v>
                </c:pt>
                <c:pt idx="2345" formatCode="###,###,###,##0.0000">
                  <c:v>5.76</c:v>
                </c:pt>
                <c:pt idx="2346" formatCode="###,###,###,##0.0000">
                  <c:v>5.67</c:v>
                </c:pt>
                <c:pt idx="2347" formatCode="###,###,###,##0.0000">
                  <c:v>5.6</c:v>
                </c:pt>
                <c:pt idx="2348" formatCode="###,###,###,##0.0000">
                  <c:v>5.44</c:v>
                </c:pt>
                <c:pt idx="2349" formatCode="###,###,###,##0.0000">
                  <c:v>5.46</c:v>
                </c:pt>
                <c:pt idx="2350" formatCode="###,###,###,##0.0000">
                  <c:v>5.66</c:v>
                </c:pt>
                <c:pt idx="2351" formatCode="###,###,###,##0.0000">
                  <c:v>5.62</c:v>
                </c:pt>
                <c:pt idx="2352" formatCode="###,###,###,##0.0000">
                  <c:v>5.74</c:v>
                </c:pt>
                <c:pt idx="2354" formatCode="###,###,###,##0.0000">
                  <c:v>5.63</c:v>
                </c:pt>
                <c:pt idx="2355" formatCode="###,###,###,##0.0000">
                  <c:v>5.59</c:v>
                </c:pt>
                <c:pt idx="2356" formatCode="###,###,###,##0.0000">
                  <c:v>5.46</c:v>
                </c:pt>
                <c:pt idx="2357" formatCode="###,###,###,##0.0000">
                  <c:v>5.45</c:v>
                </c:pt>
                <c:pt idx="2358" formatCode="###,###,###,##0.0000">
                  <c:v>5.63</c:v>
                </c:pt>
                <c:pt idx="2359" formatCode="###,###,###,##0.0000">
                  <c:v>5.49</c:v>
                </c:pt>
                <c:pt idx="2360" formatCode="###,###,###,##0.0000">
                  <c:v>5.37</c:v>
                </c:pt>
                <c:pt idx="2361" formatCode="###,###,###,##0.0000">
                  <c:v>5.27</c:v>
                </c:pt>
                <c:pt idx="2362" formatCode="###,###,###,##0.0000">
                  <c:v>5.41</c:v>
                </c:pt>
                <c:pt idx="2363" formatCode="###,###,###,##0.0000">
                  <c:v>5.36</c:v>
                </c:pt>
                <c:pt idx="2364" formatCode="###,###,###,##0.0000">
                  <c:v>5.41</c:v>
                </c:pt>
                <c:pt idx="2365" formatCode="###,###,###,##0.0000">
                  <c:v>5.53</c:v>
                </c:pt>
                <c:pt idx="2366" formatCode="###,###,###,##0.0000">
                  <c:v>5.54</c:v>
                </c:pt>
                <c:pt idx="2367" formatCode="###,###,###,##0.0000">
                  <c:v>5.52</c:v>
                </c:pt>
                <c:pt idx="2368" formatCode="###,###,###,##0.0000">
                  <c:v>5.57</c:v>
                </c:pt>
                <c:pt idx="2369" formatCode="###,###,###,##0.0000">
                  <c:v>5.51</c:v>
                </c:pt>
                <c:pt idx="2370" formatCode="###,###,###,##0.0000">
                  <c:v>5.47</c:v>
                </c:pt>
                <c:pt idx="2371" formatCode="###,###,###,##0.0000">
                  <c:v>5.43</c:v>
                </c:pt>
                <c:pt idx="2372" formatCode="###,###,###,##0.0000">
                  <c:v>5.49</c:v>
                </c:pt>
                <c:pt idx="2375" formatCode="###,###,###,##0.0000">
                  <c:v>5.59</c:v>
                </c:pt>
                <c:pt idx="2376" formatCode="###,###,###,##0.0000">
                  <c:v>5.69</c:v>
                </c:pt>
                <c:pt idx="2377" formatCode="###,###,###,##0.0000">
                  <c:v>5.65</c:v>
                </c:pt>
                <c:pt idx="2378" formatCode="###,###,###,##0.0000">
                  <c:v>5.73</c:v>
                </c:pt>
                <c:pt idx="2379" formatCode="###,###,###,##0.0000">
                  <c:v>5.76</c:v>
                </c:pt>
                <c:pt idx="2380" formatCode="###,###,###,##0.0000">
                  <c:v>5.69</c:v>
                </c:pt>
                <c:pt idx="2381" formatCode="###,###,###,##0.0000">
                  <c:v>5.7</c:v>
                </c:pt>
                <c:pt idx="2382" formatCode="###,###,###,##0.0000">
                  <c:v>5.7</c:v>
                </c:pt>
                <c:pt idx="2383" formatCode="###,###,###,##0.0000">
                  <c:v>5.66</c:v>
                </c:pt>
                <c:pt idx="2384" formatCode="###,###,###,##0.0000">
                  <c:v>5.72</c:v>
                </c:pt>
                <c:pt idx="2385" formatCode="###,###,###,##0.0000">
                  <c:v>5.8</c:v>
                </c:pt>
                <c:pt idx="2386" formatCode="###,###,###,##0.0000">
                  <c:v>5.82</c:v>
                </c:pt>
                <c:pt idx="2387" formatCode="###,###,###,##0.0000">
                  <c:v>5.82</c:v>
                </c:pt>
                <c:pt idx="2388" formatCode="###,###,###,##0.0000">
                  <c:v>5.67</c:v>
                </c:pt>
                <c:pt idx="2389" formatCode="###,###,###,##0.0000">
                  <c:v>5.71</c:v>
                </c:pt>
                <c:pt idx="2391" formatCode="###,###,###,##0.0000">
                  <c:v>5.68</c:v>
                </c:pt>
                <c:pt idx="2392" formatCode="###,###,###,##0.0000">
                  <c:v>5.67</c:v>
                </c:pt>
                <c:pt idx="2393" formatCode="###,###,###,##0.0000">
                  <c:v>5.67</c:v>
                </c:pt>
                <c:pt idx="2394" formatCode="###,###,###,##0.0000">
                  <c:v>5.47</c:v>
                </c:pt>
                <c:pt idx="2395" formatCode="###,###,###,##0.0000">
                  <c:v>5.65</c:v>
                </c:pt>
                <c:pt idx="2396" formatCode="###,###,###,##0.0000">
                  <c:v>5.65</c:v>
                </c:pt>
                <c:pt idx="2397" formatCode="###,###,###,##0.0000">
                  <c:v>5.64</c:v>
                </c:pt>
                <c:pt idx="2398" formatCode="###,###,###,##0.0000">
                  <c:v>5.61</c:v>
                </c:pt>
                <c:pt idx="2399" formatCode="###,###,###,##0.0000">
                  <c:v>5.61</c:v>
                </c:pt>
                <c:pt idx="2400" formatCode="###,###,###,##0.0000">
                  <c:v>5.79</c:v>
                </c:pt>
                <c:pt idx="2401" formatCode="###,###,###,##0.0000">
                  <c:v>5.79</c:v>
                </c:pt>
                <c:pt idx="2402" formatCode="###,###,###,##0.0000">
                  <c:v>5.8</c:v>
                </c:pt>
                <c:pt idx="2403" formatCode="###,###,###,##0.0000">
                  <c:v>5.8</c:v>
                </c:pt>
                <c:pt idx="2404" formatCode="###,###,###,##0.0000">
                  <c:v>5.78</c:v>
                </c:pt>
                <c:pt idx="2405" formatCode="###,###,###,##0.0000">
                  <c:v>5.72</c:v>
                </c:pt>
                <c:pt idx="2407" formatCode="###,###,###,##0.0000">
                  <c:v>5.72</c:v>
                </c:pt>
                <c:pt idx="2408" formatCode="###,###,###,##0.0000">
                  <c:v>5.72</c:v>
                </c:pt>
                <c:pt idx="2409" formatCode="###,###,###,##0.0000">
                  <c:v>5.72</c:v>
                </c:pt>
                <c:pt idx="2410" formatCode="###,###,###,##0.0000">
                  <c:v>5.61</c:v>
                </c:pt>
                <c:pt idx="2411" formatCode="###,###,###,##0.0000">
                  <c:v>5.72</c:v>
                </c:pt>
                <c:pt idx="2412" formatCode="###,###,###,##0.0000">
                  <c:v>5.72</c:v>
                </c:pt>
                <c:pt idx="2413" formatCode="###,###,###,##0.0000">
                  <c:v>5.64</c:v>
                </c:pt>
                <c:pt idx="2414" formatCode="###,###,###,##0.0000">
                  <c:v>5.66</c:v>
                </c:pt>
                <c:pt idx="2415" formatCode="###,###,###,##0.0000">
                  <c:v>5.64</c:v>
                </c:pt>
                <c:pt idx="2416" formatCode="###,###,###,##0.0000">
                  <c:v>5.64</c:v>
                </c:pt>
                <c:pt idx="2417" formatCode="###,###,###,##0.0000">
                  <c:v>5.64</c:v>
                </c:pt>
                <c:pt idx="2418" formatCode="###,###,###,##0.0000">
                  <c:v>5.68</c:v>
                </c:pt>
                <c:pt idx="2419" formatCode="###,###,###,##0.0000">
                  <c:v>5.61</c:v>
                </c:pt>
                <c:pt idx="2420" formatCode="###,###,###,##0.0000">
                  <c:v>5.61</c:v>
                </c:pt>
                <c:pt idx="2421" formatCode="###,###,###,##0.0000">
                  <c:v>5.86</c:v>
                </c:pt>
                <c:pt idx="2422" formatCode="###,###,###,##0.0000">
                  <c:v>5.88</c:v>
                </c:pt>
                <c:pt idx="2423" formatCode="###,###,###,##0.0000">
                  <c:v>5.88</c:v>
                </c:pt>
                <c:pt idx="2424" formatCode="###,###,###,##0.0000">
                  <c:v>5.85</c:v>
                </c:pt>
                <c:pt idx="2425" formatCode="###,###,###,##0.0000">
                  <c:v>5.79</c:v>
                </c:pt>
                <c:pt idx="2426" formatCode="###,###,###,##0.0000">
                  <c:v>5.96</c:v>
                </c:pt>
                <c:pt idx="2427" formatCode="###,###,###,##0.0000">
                  <c:v>5.9</c:v>
                </c:pt>
                <c:pt idx="2428" formatCode="###,###,###,##0.0000">
                  <c:v>5.9</c:v>
                </c:pt>
                <c:pt idx="2429" formatCode="###,###,###,##0.0000">
                  <c:v>5.86</c:v>
                </c:pt>
                <c:pt idx="2430" formatCode="###,###,###,##0.0000">
                  <c:v>6.01</c:v>
                </c:pt>
                <c:pt idx="2431" formatCode="###,###,###,##0.0000">
                  <c:v>5.95</c:v>
                </c:pt>
                <c:pt idx="2432" formatCode="###,###,###,##0.0000">
                  <c:v>6</c:v>
                </c:pt>
                <c:pt idx="2433" formatCode="###,###,###,##0.0000">
                  <c:v>5.98</c:v>
                </c:pt>
                <c:pt idx="2434" formatCode="###,###,###,##0.0000">
                  <c:v>5.98</c:v>
                </c:pt>
                <c:pt idx="2435" formatCode="###,###,###,##0.0000">
                  <c:v>5.89</c:v>
                </c:pt>
                <c:pt idx="2436" formatCode="###,###,###,##0.0000">
                  <c:v>5.79</c:v>
                </c:pt>
                <c:pt idx="2437" formatCode="###,###,###,##0.0000">
                  <c:v>5.79</c:v>
                </c:pt>
                <c:pt idx="2438" formatCode="###,###,###,##0.0000">
                  <c:v>5.79</c:v>
                </c:pt>
                <c:pt idx="2439" formatCode="###,###,###,##0.0000">
                  <c:v>5.79</c:v>
                </c:pt>
                <c:pt idx="2440" formatCode="###,###,###,##0.0000">
                  <c:v>5.76</c:v>
                </c:pt>
                <c:pt idx="2441" formatCode="###,###,###,##0.0000">
                  <c:v>5.76</c:v>
                </c:pt>
                <c:pt idx="2443" formatCode="###,###,###,##0.0000">
                  <c:v>5.78</c:v>
                </c:pt>
                <c:pt idx="2444" formatCode="###,###,###,##0.0000">
                  <c:v>6.6</c:v>
                </c:pt>
                <c:pt idx="2445" formatCode="###,###,###,##0.0000">
                  <c:v>5.94</c:v>
                </c:pt>
                <c:pt idx="2446" formatCode="###,###,###,##0.0000">
                  <c:v>5.97</c:v>
                </c:pt>
                <c:pt idx="2447" formatCode="###,###,###,##0.0000">
                  <c:v>5.97</c:v>
                </c:pt>
                <c:pt idx="2448" formatCode="###,###,###,##0.0000">
                  <c:v>5.98</c:v>
                </c:pt>
                <c:pt idx="2449" formatCode="###,###,###,##0.0000">
                  <c:v>6</c:v>
                </c:pt>
                <c:pt idx="2450" formatCode="###,###,###,##0.0000">
                  <c:v>6</c:v>
                </c:pt>
                <c:pt idx="2451" formatCode="###,###,###,##0.0000">
                  <c:v>5.99</c:v>
                </c:pt>
                <c:pt idx="2452" formatCode="###,###,###,##0.0000">
                  <c:v>5.99</c:v>
                </c:pt>
                <c:pt idx="2453" formatCode="###,###,###,##0.0000">
                  <c:v>5.96</c:v>
                </c:pt>
                <c:pt idx="2454" formatCode="###,###,###,##0.0000">
                  <c:v>5.96</c:v>
                </c:pt>
                <c:pt idx="2455" formatCode="###,###,###,##0.0000">
                  <c:v>5.95</c:v>
                </c:pt>
                <c:pt idx="2456" formatCode="###,###,###,##0.0000">
                  <c:v>6</c:v>
                </c:pt>
                <c:pt idx="2458" formatCode="###,###,###,##0.0000">
                  <c:v>6</c:v>
                </c:pt>
                <c:pt idx="2459" formatCode="###,###,###,##0.0000">
                  <c:v>6</c:v>
                </c:pt>
                <c:pt idx="2460" formatCode="###,###,###,##0.0000">
                  <c:v>6.04</c:v>
                </c:pt>
                <c:pt idx="2461" formatCode="###,###,###,##0.0000">
                  <c:v>6.05</c:v>
                </c:pt>
                <c:pt idx="2462" formatCode="###,###,###,##0.0000">
                  <c:v>6.04</c:v>
                </c:pt>
                <c:pt idx="2463" formatCode="###,###,###,##0.0000">
                  <c:v>6.04</c:v>
                </c:pt>
                <c:pt idx="2464" formatCode="###,###,###,##0.0000">
                  <c:v>5.94</c:v>
                </c:pt>
                <c:pt idx="2465" formatCode="###,###,###,##0.0000">
                  <c:v>6</c:v>
                </c:pt>
                <c:pt idx="2466" formatCode="###,###,###,##0.0000">
                  <c:v>6</c:v>
                </c:pt>
                <c:pt idx="2467" formatCode="###,###,###,##0.0000">
                  <c:v>5.99</c:v>
                </c:pt>
                <c:pt idx="2470" formatCode="###,###,###,##0.0000">
                  <c:v>6.09</c:v>
                </c:pt>
                <c:pt idx="2471" formatCode="###,###,###,##0.0000">
                  <c:v>6.09</c:v>
                </c:pt>
                <c:pt idx="2472" formatCode="###,###,###,##0.0000">
                  <c:v>6.18</c:v>
                </c:pt>
                <c:pt idx="2473" formatCode="###,###,###,##0.0000">
                  <c:v>6.01</c:v>
                </c:pt>
                <c:pt idx="2474" formatCode="###,###,###,##0.0000">
                  <c:v>6.05</c:v>
                </c:pt>
                <c:pt idx="2475" formatCode="###,###,###,##0.0000">
                  <c:v>6.06</c:v>
                </c:pt>
                <c:pt idx="2476" formatCode="###,###,###,##0.0000">
                  <c:v>6.06</c:v>
                </c:pt>
                <c:pt idx="2477" formatCode="###,###,###,##0.0000">
                  <c:v>6.08</c:v>
                </c:pt>
                <c:pt idx="2478" formatCode="###,###,###,##0.0000">
                  <c:v>6.1</c:v>
                </c:pt>
                <c:pt idx="2479" formatCode="###,###,###,##0.0000">
                  <c:v>5.92</c:v>
                </c:pt>
                <c:pt idx="2480" formatCode="###,###,###,##0.0000">
                  <c:v>5.92</c:v>
                </c:pt>
                <c:pt idx="2481" formatCode="###,###,###,##0.0000">
                  <c:v>5.78</c:v>
                </c:pt>
                <c:pt idx="2482" formatCode="###,###,###,##0.0000">
                  <c:v>5.69</c:v>
                </c:pt>
                <c:pt idx="2483" formatCode="###,###,###,##0.0000">
                  <c:v>5.69</c:v>
                </c:pt>
                <c:pt idx="2484" formatCode="###,###,###,##0.0000">
                  <c:v>5.74</c:v>
                </c:pt>
                <c:pt idx="2485" formatCode="###,###,###,##0.0000">
                  <c:v>5.74</c:v>
                </c:pt>
                <c:pt idx="2486" formatCode="###,###,###,##0.0000">
                  <c:v>5.5</c:v>
                </c:pt>
                <c:pt idx="2487" formatCode="###,###,###,##0.0000">
                  <c:v>5.5</c:v>
                </c:pt>
                <c:pt idx="2488" formatCode="###,###,###,##0.0000">
                  <c:v>5.51</c:v>
                </c:pt>
                <c:pt idx="2489" formatCode="###,###,###,##0.0000">
                  <c:v>5.44</c:v>
                </c:pt>
                <c:pt idx="2490" formatCode="###,###,###,##0.0000">
                  <c:v>5.44</c:v>
                </c:pt>
                <c:pt idx="2491" formatCode="###,###,###,##0.0000">
                  <c:v>5.41</c:v>
                </c:pt>
                <c:pt idx="2492" formatCode="###,###,###,##0.0000">
                  <c:v>5.48</c:v>
                </c:pt>
                <c:pt idx="2493" formatCode="###,###,###,##0.0000">
                  <c:v>5.35</c:v>
                </c:pt>
                <c:pt idx="2494" formatCode="###,###,###,##0.0000">
                  <c:v>5.24</c:v>
                </c:pt>
                <c:pt idx="2496" formatCode="###,###,###,##0.0000">
                  <c:v>5.24</c:v>
                </c:pt>
                <c:pt idx="2497" formatCode="###,###,###,##0.0000">
                  <c:v>5.38</c:v>
                </c:pt>
                <c:pt idx="2498" formatCode="###,###,###,##0.0000">
                  <c:v>5.38</c:v>
                </c:pt>
                <c:pt idx="2499" formatCode="###,###,###,##0.0000">
                  <c:v>5.4</c:v>
                </c:pt>
                <c:pt idx="2500" formatCode="###,###,###,##0.0000">
                  <c:v>5.49</c:v>
                </c:pt>
                <c:pt idx="2501" formatCode="###,###,###,##0.0000">
                  <c:v>5.49</c:v>
                </c:pt>
                <c:pt idx="2502" formatCode="###,###,###,##0.0000">
                  <c:v>5.44</c:v>
                </c:pt>
                <c:pt idx="2503" formatCode="###,###,###,##0.0000">
                  <c:v>5.52</c:v>
                </c:pt>
                <c:pt idx="2504" formatCode="###,###,###,##0.0000">
                  <c:v>5.52</c:v>
                </c:pt>
                <c:pt idx="2505" formatCode="###,###,###,##0.0000">
                  <c:v>5.57</c:v>
                </c:pt>
                <c:pt idx="2506" formatCode="###,###,###,##0.0000">
                  <c:v>5.57</c:v>
                </c:pt>
                <c:pt idx="2507" formatCode="###,###,###,##0.0000">
                  <c:v>5.57</c:v>
                </c:pt>
                <c:pt idx="2508" formatCode="###,###,###,##0.0000">
                  <c:v>5.57</c:v>
                </c:pt>
                <c:pt idx="2509" formatCode="###,###,###,##0.0000">
                  <c:v>5.53</c:v>
                </c:pt>
                <c:pt idx="2510" formatCode="###,###,###,##0.0000">
                  <c:v>5.46</c:v>
                </c:pt>
                <c:pt idx="2512" formatCode="###,###,###,##0.0000">
                  <c:v>5.48</c:v>
                </c:pt>
                <c:pt idx="2513" formatCode="###,###,###,##0.0000">
                  <c:v>5.48</c:v>
                </c:pt>
                <c:pt idx="2514" formatCode="###,###,###,##0.0000">
                  <c:v>5.56</c:v>
                </c:pt>
                <c:pt idx="2515" formatCode="###,###,###,##0.0000">
                  <c:v>5.56</c:v>
                </c:pt>
                <c:pt idx="2516" formatCode="###,###,###,##0.0000">
                  <c:v>5.53</c:v>
                </c:pt>
                <c:pt idx="2517" formatCode="###,###,###,##0.0000">
                  <c:v>5.5</c:v>
                </c:pt>
                <c:pt idx="2518" formatCode="###,###,###,##0.0000">
                  <c:v>5.43</c:v>
                </c:pt>
                <c:pt idx="2519" formatCode="###,###,###,##0.0000">
                  <c:v>5.41</c:v>
                </c:pt>
                <c:pt idx="2520" formatCode="###,###,###,##0.0000">
                  <c:v>5.43</c:v>
                </c:pt>
                <c:pt idx="2521" formatCode="###,###,###,##0.0000">
                  <c:v>5.49</c:v>
                </c:pt>
                <c:pt idx="2522" formatCode="###,###,###,##0.0000">
                  <c:v>5.43</c:v>
                </c:pt>
                <c:pt idx="2523" formatCode="###,###,###,##0.0000">
                  <c:v>5.28</c:v>
                </c:pt>
                <c:pt idx="2524" formatCode="###,###,###,##0.0000">
                  <c:v>5.3</c:v>
                </c:pt>
                <c:pt idx="2525" formatCode="###,###,###,##0.0000">
                  <c:v>5.28</c:v>
                </c:pt>
                <c:pt idx="2526" formatCode="###,###,###,##0.0000">
                  <c:v>5.28</c:v>
                </c:pt>
                <c:pt idx="2528" formatCode="###,###,###,##0.0000">
                  <c:v>5.2</c:v>
                </c:pt>
                <c:pt idx="2529" formatCode="###,###,###,##0.0000">
                  <c:v>5.23</c:v>
                </c:pt>
                <c:pt idx="2530" formatCode="###,###,###,##0.0000">
                  <c:v>5.17</c:v>
                </c:pt>
                <c:pt idx="2531" formatCode="###,###,###,##0.0000">
                  <c:v>5.17</c:v>
                </c:pt>
                <c:pt idx="2532" formatCode="###,###,###,##0.0000">
                  <c:v>5.2</c:v>
                </c:pt>
                <c:pt idx="2534" formatCode="###,###,###,##0.0000">
                  <c:v>5.12</c:v>
                </c:pt>
                <c:pt idx="2535" formatCode="###,###,###,##0.0000">
                  <c:v>5.05</c:v>
                </c:pt>
                <c:pt idx="2536" formatCode="###,###,###,##0.0000">
                  <c:v>5.07</c:v>
                </c:pt>
                <c:pt idx="2537" formatCode="###,###,###,##0.0000">
                  <c:v>5.15</c:v>
                </c:pt>
                <c:pt idx="2538" formatCode="###,###,###,##0.0000">
                  <c:v>5.0999999999999996</c:v>
                </c:pt>
                <c:pt idx="2540" formatCode="###,###,###,##0.0000">
                  <c:v>5.1100000000000003</c:v>
                </c:pt>
                <c:pt idx="2541" formatCode="###,###,###,##0.0000">
                  <c:v>5.1100000000000003</c:v>
                </c:pt>
                <c:pt idx="2542" formatCode="###,###,###,##0.0000">
                  <c:v>5.1100000000000003</c:v>
                </c:pt>
                <c:pt idx="2543" formatCode="###,###,###,##0.0000">
                  <c:v>5.05</c:v>
                </c:pt>
                <c:pt idx="2544" formatCode="###,###,###,##0.0000">
                  <c:v>5</c:v>
                </c:pt>
                <c:pt idx="2545" formatCode="###,###,###,##0.0000">
                  <c:v>5</c:v>
                </c:pt>
                <c:pt idx="2546" formatCode="###,###,###,##0.0000">
                  <c:v>5.24</c:v>
                </c:pt>
                <c:pt idx="2547" formatCode="###,###,###,##0.0000">
                  <c:v>5.33</c:v>
                </c:pt>
                <c:pt idx="2548" formatCode="###,###,###,##0.0000">
                  <c:v>5.42</c:v>
                </c:pt>
                <c:pt idx="2549" formatCode="###,###,###,##0.0000">
                  <c:v>5.4</c:v>
                </c:pt>
                <c:pt idx="2550" formatCode="###,###,###,##0.0000">
                  <c:v>5.53</c:v>
                </c:pt>
                <c:pt idx="2551" formatCode="###,###,###,##0.0000">
                  <c:v>5.53</c:v>
                </c:pt>
                <c:pt idx="2552" formatCode="###,###,###,##0.0000">
                  <c:v>5.48</c:v>
                </c:pt>
                <c:pt idx="2553" formatCode="###,###,###,##0.0000">
                  <c:v>5.45</c:v>
                </c:pt>
                <c:pt idx="2554" formatCode="###,###,###,##0.0000">
                  <c:v>5.58</c:v>
                </c:pt>
                <c:pt idx="2555" formatCode="###,###,###,##0.0000">
                  <c:v>5.58</c:v>
                </c:pt>
                <c:pt idx="2556" formatCode="###,###,###,##0.0000">
                  <c:v>5.8</c:v>
                </c:pt>
                <c:pt idx="2557" formatCode="###,###,###,##0.0000">
                  <c:v>5.76</c:v>
                </c:pt>
                <c:pt idx="2558" formatCode="###,###,###,##0.0000">
                  <c:v>5.76</c:v>
                </c:pt>
                <c:pt idx="2559" formatCode="###,###,###,##0.0000">
                  <c:v>5.82</c:v>
                </c:pt>
                <c:pt idx="2560" formatCode="###,###,###,##0.0000">
                  <c:v>5.83</c:v>
                </c:pt>
                <c:pt idx="2561" formatCode="###,###,###,##0.0000">
                  <c:v>5.76</c:v>
                </c:pt>
                <c:pt idx="2562" formatCode="###,###,###,##0.0000">
                  <c:v>5.74</c:v>
                </c:pt>
                <c:pt idx="2563" formatCode="###,###,###,##0.0000">
                  <c:v>5.74</c:v>
                </c:pt>
                <c:pt idx="2564" formatCode="###,###,###,##0.0000">
                  <c:v>5.84</c:v>
                </c:pt>
                <c:pt idx="2565" formatCode="###,###,###,##0.0000">
                  <c:v>5.88</c:v>
                </c:pt>
                <c:pt idx="2566" formatCode="###,###,###,##0.0000">
                  <c:v>5.88</c:v>
                </c:pt>
                <c:pt idx="2567" formatCode="###,###,###,##0.0000">
                  <c:v>5.88</c:v>
                </c:pt>
                <c:pt idx="2568" formatCode="###,###,###,##0.0000">
                  <c:v>6.07</c:v>
                </c:pt>
                <c:pt idx="2569" formatCode="###,###,###,##0.0000">
                  <c:v>6.19</c:v>
                </c:pt>
                <c:pt idx="2570" formatCode="###,###,###,##0.0000">
                  <c:v>6.2</c:v>
                </c:pt>
                <c:pt idx="2571" formatCode="###,###,###,##0.0000">
                  <c:v>6.2</c:v>
                </c:pt>
                <c:pt idx="2572" formatCode="###,###,###,##0.0000">
                  <c:v>6.12</c:v>
                </c:pt>
                <c:pt idx="2573" formatCode="###,###,###,##0.0000">
                  <c:v>6.13</c:v>
                </c:pt>
                <c:pt idx="2574" formatCode="###,###,###,##0.0000">
                  <c:v>6.06</c:v>
                </c:pt>
                <c:pt idx="2575" formatCode="###,###,###,##0.0000">
                  <c:v>6.05</c:v>
                </c:pt>
                <c:pt idx="2576" formatCode="###,###,###,##0.0000">
                  <c:v>6.07</c:v>
                </c:pt>
                <c:pt idx="2577" formatCode="###,###,###,##0.0000">
                  <c:v>6.15</c:v>
                </c:pt>
                <c:pt idx="2578" formatCode="###,###,###,##0.0000">
                  <c:v>6.13</c:v>
                </c:pt>
                <c:pt idx="2579" formatCode="###,###,###,##0.0000">
                  <c:v>6.06</c:v>
                </c:pt>
                <c:pt idx="2581" formatCode="###,###,###,##0.0000">
                  <c:v>6.06</c:v>
                </c:pt>
                <c:pt idx="2582" formatCode="###,###,###,##0.0000">
                  <c:v>5.72</c:v>
                </c:pt>
                <c:pt idx="2583" formatCode="###,###,###,##0.0000">
                  <c:v>5.42</c:v>
                </c:pt>
                <c:pt idx="2584" formatCode="###,###,###,##0.0000">
                  <c:v>5.51</c:v>
                </c:pt>
                <c:pt idx="2585" formatCode="###,###,###,##0.0000">
                  <c:v>5.59</c:v>
                </c:pt>
                <c:pt idx="2586" formatCode="###,###,###,##0.0000">
                  <c:v>5.48</c:v>
                </c:pt>
                <c:pt idx="2587" formatCode="###,###,###,##0.0000">
                  <c:v>5.5</c:v>
                </c:pt>
                <c:pt idx="2588" formatCode="###,###,###,##0.0000">
                  <c:v>5.48</c:v>
                </c:pt>
                <c:pt idx="2589" formatCode="###,###,###,##0.0000">
                  <c:v>5.51</c:v>
                </c:pt>
                <c:pt idx="2590" formatCode="###,###,###,##0.0000">
                  <c:v>5.72</c:v>
                </c:pt>
                <c:pt idx="2591" formatCode="###,###,###,##0.0000">
                  <c:v>5.72</c:v>
                </c:pt>
                <c:pt idx="2592" formatCode="###,###,###,##0.0000">
                  <c:v>5.61</c:v>
                </c:pt>
                <c:pt idx="2593" formatCode="###,###,###,##0.0000">
                  <c:v>5.57</c:v>
                </c:pt>
                <c:pt idx="2594" formatCode="###,###,###,##0.0000">
                  <c:v>5.55</c:v>
                </c:pt>
                <c:pt idx="2595" formatCode="###,###,###,##0.0000">
                  <c:v>5.48</c:v>
                </c:pt>
                <c:pt idx="2597" formatCode="###,###,###,##0.0000">
                  <c:v>5.45</c:v>
                </c:pt>
                <c:pt idx="2598" formatCode="###,###,###,##0.0000">
                  <c:v>5.45</c:v>
                </c:pt>
                <c:pt idx="2599" formatCode="###,###,###,##0.0000">
                  <c:v>5.41</c:v>
                </c:pt>
                <c:pt idx="2600" formatCode="###,###,###,##0.0000">
                  <c:v>5.53</c:v>
                </c:pt>
                <c:pt idx="2601" formatCode="###,###,###,##0.0000">
                  <c:v>5.45</c:v>
                </c:pt>
                <c:pt idx="2602" formatCode="###,###,###,##0.0000">
                  <c:v>5.45</c:v>
                </c:pt>
                <c:pt idx="2603" formatCode="###,###,###,##0.0000">
                  <c:v>5.52</c:v>
                </c:pt>
                <c:pt idx="2604" formatCode="###,###,###,##0.0000">
                  <c:v>5.34</c:v>
                </c:pt>
                <c:pt idx="2605" formatCode="###,###,###,##0.0000">
                  <c:v>5.34</c:v>
                </c:pt>
                <c:pt idx="2606" formatCode="###,###,###,##0.0000">
                  <c:v>5.37</c:v>
                </c:pt>
                <c:pt idx="2607" formatCode="###,###,###,##0.0000">
                  <c:v>5.47</c:v>
                </c:pt>
                <c:pt idx="2608" formatCode="###,###,###,##0.0000">
                  <c:v>5.45</c:v>
                </c:pt>
                <c:pt idx="2609" formatCode="###,###,###,##0.0000">
                  <c:v>5.47</c:v>
                </c:pt>
                <c:pt idx="2610" formatCode="###,###,###,##0.0000">
                  <c:v>5.6</c:v>
                </c:pt>
                <c:pt idx="2611" formatCode="###,###,###,##0.0000">
                  <c:v>5.63</c:v>
                </c:pt>
                <c:pt idx="2613" formatCode="###,###,###,##0.0000">
                  <c:v>5.62</c:v>
                </c:pt>
                <c:pt idx="2614" formatCode="###,###,###,##0.0000">
                  <c:v>5.41</c:v>
                </c:pt>
                <c:pt idx="2615" formatCode="###,###,###,##0.0000">
                  <c:v>5.34</c:v>
                </c:pt>
                <c:pt idx="2616" formatCode="###,###,###,##0.0000">
                  <c:v>5.31</c:v>
                </c:pt>
                <c:pt idx="2617" formatCode="###,###,###,##0.0000">
                  <c:v>5.31</c:v>
                </c:pt>
                <c:pt idx="2618" formatCode="###,###,###,##0.0000">
                  <c:v>5.26</c:v>
                </c:pt>
                <c:pt idx="2619" formatCode="###,###,###,##0.0000">
                  <c:v>5.26</c:v>
                </c:pt>
                <c:pt idx="2620" formatCode="###,###,###,##0.0000">
                  <c:v>5.22</c:v>
                </c:pt>
                <c:pt idx="2621" formatCode="###,###,###,##0.0000">
                  <c:v>5.22</c:v>
                </c:pt>
                <c:pt idx="2622" formatCode="###,###,###,##0.0000">
                  <c:v>5.35</c:v>
                </c:pt>
                <c:pt idx="2623" formatCode="###,###,###,##0.0000">
                  <c:v>5.34</c:v>
                </c:pt>
                <c:pt idx="2624" formatCode="###,###,###,##0.0000">
                  <c:v>5.34</c:v>
                </c:pt>
                <c:pt idx="2625" formatCode="###,###,###,##0.0000">
                  <c:v>5.32</c:v>
                </c:pt>
                <c:pt idx="2626" formatCode="###,###,###,##0.0000">
                  <c:v>5.32</c:v>
                </c:pt>
                <c:pt idx="2627" formatCode="###,###,###,##0.0000">
                  <c:v>5.1100000000000003</c:v>
                </c:pt>
                <c:pt idx="2629" formatCode="###,###,###,##0.0000">
                  <c:v>5.1100000000000003</c:v>
                </c:pt>
                <c:pt idx="2630" formatCode="###,###,###,##0.0000">
                  <c:v>5.21</c:v>
                </c:pt>
                <c:pt idx="2631" formatCode="###,###,###,##0.0000">
                  <c:v>5.35</c:v>
                </c:pt>
                <c:pt idx="2633" formatCode="###,###,###,##0.0000">
                  <c:v>5.33</c:v>
                </c:pt>
                <c:pt idx="2634" formatCode="###,###,###,##0.0000">
                  <c:v>5.43</c:v>
                </c:pt>
                <c:pt idx="2635" formatCode="###,###,###,##0.0000">
                  <c:v>5.51</c:v>
                </c:pt>
                <c:pt idx="2636" formatCode="###,###,###,##0.0000">
                  <c:v>5.47</c:v>
                </c:pt>
                <c:pt idx="2637" formatCode="###,###,###,##0.0000">
                  <c:v>5.47</c:v>
                </c:pt>
                <c:pt idx="2638" formatCode="###,###,###,##0.0000">
                  <c:v>5.53</c:v>
                </c:pt>
                <c:pt idx="2639" formatCode="###,###,###,##0.0000">
                  <c:v>5.59</c:v>
                </c:pt>
                <c:pt idx="2640" formatCode="###,###,###,##0.0000">
                  <c:v>5.54</c:v>
                </c:pt>
                <c:pt idx="2641" formatCode="###,###,###,##0.0000">
                  <c:v>5.59</c:v>
                </c:pt>
                <c:pt idx="2642" formatCode="###,###,###,##0.0000">
                  <c:v>5.58</c:v>
                </c:pt>
                <c:pt idx="2643" formatCode="###,###,###,##0.0000">
                  <c:v>5.59</c:v>
                </c:pt>
                <c:pt idx="2644" formatCode="###,###,###,##0.0000">
                  <c:v>5.53</c:v>
                </c:pt>
                <c:pt idx="2645" formatCode="###,###,###,##0.0000">
                  <c:v>5.53</c:v>
                </c:pt>
                <c:pt idx="2646" formatCode="###,###,###,##0.0000">
                  <c:v>5.45</c:v>
                </c:pt>
                <c:pt idx="2647" formatCode="###,###,###,##0.0000">
                  <c:v>5.52</c:v>
                </c:pt>
                <c:pt idx="2648" formatCode="###,###,###,##0.0000">
                  <c:v>5.52</c:v>
                </c:pt>
                <c:pt idx="2650" formatCode="###,###,###,##0.0000">
                  <c:v>5.61</c:v>
                </c:pt>
                <c:pt idx="2651" formatCode="###,###,###,##0.0000">
                  <c:v>5.74</c:v>
                </c:pt>
                <c:pt idx="2652" formatCode="###,###,###,##0.0000">
                  <c:v>5.74</c:v>
                </c:pt>
                <c:pt idx="2653" formatCode="###,###,###,##0.0000">
                  <c:v>5.54</c:v>
                </c:pt>
                <c:pt idx="2654" formatCode="###,###,###,##0.0000">
                  <c:v>5.55</c:v>
                </c:pt>
                <c:pt idx="2655" formatCode="###,###,###,##0.0000">
                  <c:v>5.54</c:v>
                </c:pt>
                <c:pt idx="2656" formatCode="###,###,###,##0.0000">
                  <c:v>5.65</c:v>
                </c:pt>
                <c:pt idx="2657" formatCode="###,###,###,##0.0000">
                  <c:v>5.65</c:v>
                </c:pt>
                <c:pt idx="2658" formatCode="###,###,###,##0.0000">
                  <c:v>5.58</c:v>
                </c:pt>
                <c:pt idx="2659" formatCode="###,###,###,##0.0000">
                  <c:v>5.73</c:v>
                </c:pt>
                <c:pt idx="2661" formatCode="###,###,###,##0.0000">
                  <c:v>5.73</c:v>
                </c:pt>
                <c:pt idx="2662" formatCode="###,###,###,##0.0000">
                  <c:v>5.76</c:v>
                </c:pt>
                <c:pt idx="2663" formatCode="###,###,###,##0.0000">
                  <c:v>5.78</c:v>
                </c:pt>
                <c:pt idx="2664" formatCode="###,###,###,##0.0000">
                  <c:v>5.91</c:v>
                </c:pt>
                <c:pt idx="2665" formatCode="###,###,###,##0.0000">
                  <c:v>5.97</c:v>
                </c:pt>
                <c:pt idx="2667" formatCode="###,###,###,##0.0000">
                  <c:v>5.97</c:v>
                </c:pt>
                <c:pt idx="2668" formatCode="###,###,###,##0.0000">
                  <c:v>5.83</c:v>
                </c:pt>
                <c:pt idx="2669" formatCode="###,###,###,##0.0000">
                  <c:v>5.83</c:v>
                </c:pt>
                <c:pt idx="2670" formatCode="###,###,###,##0.0000">
                  <c:v>5.86</c:v>
                </c:pt>
                <c:pt idx="2671" formatCode="###,###,###,##0.0000">
                  <c:v>5.83</c:v>
                </c:pt>
                <c:pt idx="2672" formatCode="###,###,###,##0.0000">
                  <c:v>5.83</c:v>
                </c:pt>
                <c:pt idx="2673" formatCode="###,###,###,##0.0000">
                  <c:v>5.76</c:v>
                </c:pt>
                <c:pt idx="2674" formatCode="###,###,###,##0.0000">
                  <c:v>5.76</c:v>
                </c:pt>
                <c:pt idx="2675" formatCode="###,###,###,##0.0000">
                  <c:v>5.74</c:v>
                </c:pt>
                <c:pt idx="2676" formatCode="###,###,###,##0.0000">
                  <c:v>6.06</c:v>
                </c:pt>
                <c:pt idx="2677" formatCode="###,###,###,##0.0000">
                  <c:v>6</c:v>
                </c:pt>
                <c:pt idx="2678" formatCode="###,###,###,##0.0000">
                  <c:v>6</c:v>
                </c:pt>
                <c:pt idx="2679" formatCode="###,###,###,##0.0000">
                  <c:v>6.05</c:v>
                </c:pt>
                <c:pt idx="2680" formatCode="###,###,###,##0.0000">
                  <c:v>6.09</c:v>
                </c:pt>
                <c:pt idx="2681" formatCode="###,###,###,##0.0000">
                  <c:v>6</c:v>
                </c:pt>
                <c:pt idx="2683" formatCode="###,###,###,##0.0000">
                  <c:v>6</c:v>
                </c:pt>
                <c:pt idx="2684" formatCode="###,###,###,##0.0000">
                  <c:v>5.96</c:v>
                </c:pt>
                <c:pt idx="2685" formatCode="###,###,###,##0.0000">
                  <c:v>6.07</c:v>
                </c:pt>
                <c:pt idx="2686" formatCode="###,###,###,##0.0000">
                  <c:v>5.99</c:v>
                </c:pt>
                <c:pt idx="2687" formatCode="###,###,###,##0.0000">
                  <c:v>5.93</c:v>
                </c:pt>
                <c:pt idx="2688" formatCode="###,###,###,##0.0000">
                  <c:v>5.93</c:v>
                </c:pt>
                <c:pt idx="2689" formatCode="###,###,###,##0.0000">
                  <c:v>5.97</c:v>
                </c:pt>
                <c:pt idx="2690" formatCode="###,###,###,##0.0000">
                  <c:v>6.07</c:v>
                </c:pt>
                <c:pt idx="2691" formatCode="###,###,###,##0.0000">
                  <c:v>6.11</c:v>
                </c:pt>
                <c:pt idx="2692" formatCode="###,###,###,##0.0000">
                  <c:v>6.1</c:v>
                </c:pt>
                <c:pt idx="2693" formatCode="###,###,###,##0.0000">
                  <c:v>6.1</c:v>
                </c:pt>
                <c:pt idx="2694" formatCode="###,###,###,##0.0000">
                  <c:v>6.26</c:v>
                </c:pt>
                <c:pt idx="2695" formatCode="###,###,###,##0.0000">
                  <c:v>6.25</c:v>
                </c:pt>
                <c:pt idx="2696" formatCode="###,###,###,##0.0000">
                  <c:v>6.24</c:v>
                </c:pt>
                <c:pt idx="2697" formatCode="###,###,###,##0.0000">
                  <c:v>6.24</c:v>
                </c:pt>
                <c:pt idx="2699" formatCode="###,###,###,##0.0000">
                  <c:v>6.43</c:v>
                </c:pt>
                <c:pt idx="2700" formatCode="###,###,###,##0.0000">
                  <c:v>6.3</c:v>
                </c:pt>
                <c:pt idx="2701" formatCode="###,###,###,##0.0000">
                  <c:v>6.35</c:v>
                </c:pt>
                <c:pt idx="2702" formatCode="###,###,###,##0.0000">
                  <c:v>6.32</c:v>
                </c:pt>
                <c:pt idx="2703" formatCode="###,###,###,##0.0000">
                  <c:v>6.32</c:v>
                </c:pt>
                <c:pt idx="2704" formatCode="###,###,###,##0.0000">
                  <c:v>6.32</c:v>
                </c:pt>
                <c:pt idx="2705" formatCode="###,###,###,##0.0000">
                  <c:v>6.35</c:v>
                </c:pt>
                <c:pt idx="2706" formatCode="###,###,###,##0.0000">
                  <c:v>6.31</c:v>
                </c:pt>
                <c:pt idx="2707" formatCode="###,###,###,##0.0000">
                  <c:v>6.39</c:v>
                </c:pt>
                <c:pt idx="2708" formatCode="###,###,###,##0.0000">
                  <c:v>6.39</c:v>
                </c:pt>
                <c:pt idx="2709" formatCode="###,###,###,##0.0000">
                  <c:v>6.5</c:v>
                </c:pt>
                <c:pt idx="2710" formatCode="###,###,###,##0.0000">
                  <c:v>6.56</c:v>
                </c:pt>
                <c:pt idx="2711" formatCode="###,###,###,##0.0000">
                  <c:v>6.48</c:v>
                </c:pt>
                <c:pt idx="2712" formatCode="###,###,###,##0.0000">
                  <c:v>6.45</c:v>
                </c:pt>
                <c:pt idx="2713" formatCode="###,###,###,##0.0000">
                  <c:v>6.42</c:v>
                </c:pt>
                <c:pt idx="2714" formatCode="###,###,###,##0.0000">
                  <c:v>6.39</c:v>
                </c:pt>
                <c:pt idx="2715" formatCode="###,###,###,##0.0000">
                  <c:v>6.39</c:v>
                </c:pt>
                <c:pt idx="2716" formatCode="###,###,###,##0.0000">
                  <c:v>6.39</c:v>
                </c:pt>
                <c:pt idx="2717" formatCode="###,###,###,##0.0000">
                  <c:v>6.49</c:v>
                </c:pt>
                <c:pt idx="2718" formatCode="###,###,###,##0.0000">
                  <c:v>6.56</c:v>
                </c:pt>
                <c:pt idx="2719" formatCode="###,###,###,##0.0000">
                  <c:v>6.56</c:v>
                </c:pt>
                <c:pt idx="2720" formatCode="###,###,###,##0.0000">
                  <c:v>6.59</c:v>
                </c:pt>
                <c:pt idx="2721" formatCode="###,###,###,##0.0000">
                  <c:v>6.6</c:v>
                </c:pt>
                <c:pt idx="2722" formatCode="###,###,###,##0.0000">
                  <c:v>6.55</c:v>
                </c:pt>
                <c:pt idx="2723" formatCode="###,###,###,##0.0000">
                  <c:v>6.5</c:v>
                </c:pt>
                <c:pt idx="2724" formatCode="###,###,###,##0.0000">
                  <c:v>6.5</c:v>
                </c:pt>
                <c:pt idx="2725" formatCode="###,###,###,##0.0000">
                  <c:v>6.5</c:v>
                </c:pt>
                <c:pt idx="2726" formatCode="###,###,###,##0.0000">
                  <c:v>6.63</c:v>
                </c:pt>
                <c:pt idx="2727" formatCode="###,###,###,##0.0000">
                  <c:v>6.64</c:v>
                </c:pt>
                <c:pt idx="2728" formatCode="###,###,###,##0.0000">
                  <c:v>6.62</c:v>
                </c:pt>
                <c:pt idx="2729" formatCode="###,###,###,##0.0000">
                  <c:v>6.68</c:v>
                </c:pt>
                <c:pt idx="2730" formatCode="###,###,###,##0.0000">
                  <c:v>6.73</c:v>
                </c:pt>
                <c:pt idx="2731" formatCode="###,###,###,##0.0000">
                  <c:v>6.65</c:v>
                </c:pt>
                <c:pt idx="2732" formatCode="###,###,###,##0.0000">
                  <c:v>6.7</c:v>
                </c:pt>
                <c:pt idx="2734" formatCode="###,###,###,##0.0000">
                  <c:v>6.7</c:v>
                </c:pt>
                <c:pt idx="2735" formatCode="###,###,###,##0.0000">
                  <c:v>6.71</c:v>
                </c:pt>
                <c:pt idx="2736" formatCode="###,###,###,##0.0000">
                  <c:v>6.78</c:v>
                </c:pt>
                <c:pt idx="2737" formatCode="###,###,###,##0.0000">
                  <c:v>6.8</c:v>
                </c:pt>
                <c:pt idx="2738" formatCode="###,###,###,##0.0000">
                  <c:v>6.74</c:v>
                </c:pt>
                <c:pt idx="2739" formatCode="###,###,###,##0.0000">
                  <c:v>6.72</c:v>
                </c:pt>
                <c:pt idx="2740" formatCode="###,###,###,##0.0000">
                  <c:v>6.85</c:v>
                </c:pt>
                <c:pt idx="2741" formatCode="###,###,###,##0.0000">
                  <c:v>6.77</c:v>
                </c:pt>
                <c:pt idx="2742" formatCode="###,###,###,##0.0000">
                  <c:v>6.61</c:v>
                </c:pt>
                <c:pt idx="2743" formatCode="###,###,###,##0.0000">
                  <c:v>6.54</c:v>
                </c:pt>
                <c:pt idx="2744" formatCode="###,###,###,##0.0000">
                  <c:v>6.55</c:v>
                </c:pt>
                <c:pt idx="2745" formatCode="###,###,###,##0.0000">
                  <c:v>6.57</c:v>
                </c:pt>
                <c:pt idx="2746" formatCode="###,###,###,##0.0000">
                  <c:v>6.62</c:v>
                </c:pt>
                <c:pt idx="2747" formatCode="###,###,###,##0.0000">
                  <c:v>6.56</c:v>
                </c:pt>
                <c:pt idx="2748" formatCode="###,###,###,##0.0000">
                  <c:v>6.59</c:v>
                </c:pt>
                <c:pt idx="2749" formatCode="###,###,###,##0.0000">
                  <c:v>6.52</c:v>
                </c:pt>
                <c:pt idx="2750" formatCode="###,###,###,##0.0000">
                  <c:v>6.42</c:v>
                </c:pt>
                <c:pt idx="2751" formatCode="###,###,###,##0.0000">
                  <c:v>6.47</c:v>
                </c:pt>
                <c:pt idx="2752" formatCode="###,###,###,##0.0000">
                  <c:v>6.44</c:v>
                </c:pt>
                <c:pt idx="2753" formatCode="###,###,###,##0.0000">
                  <c:v>6.43</c:v>
                </c:pt>
                <c:pt idx="2754" formatCode="###,###,###,##0.0000">
                  <c:v>6.43</c:v>
                </c:pt>
                <c:pt idx="2755" formatCode="###,###,###,##0.0000">
                  <c:v>6.67</c:v>
                </c:pt>
                <c:pt idx="2756" formatCode="###,###,###,##0.0000">
                  <c:v>6.65</c:v>
                </c:pt>
                <c:pt idx="2757" formatCode="###,###,###,##0.0000">
                  <c:v>6.6</c:v>
                </c:pt>
                <c:pt idx="2758" formatCode="###,###,###,##0.0000">
                  <c:v>6.51</c:v>
                </c:pt>
                <c:pt idx="2759" formatCode="###,###,###,##0.0000">
                  <c:v>6.36</c:v>
                </c:pt>
                <c:pt idx="2760" formatCode="###,###,###,##0.0000">
                  <c:v>6.39</c:v>
                </c:pt>
                <c:pt idx="2761" formatCode="###,###,###,##0.0000">
                  <c:v>6.4</c:v>
                </c:pt>
                <c:pt idx="2762" formatCode="###,###,###,##0.0000">
                  <c:v>6.29</c:v>
                </c:pt>
                <c:pt idx="2763" formatCode="###,###,###,##0.0000">
                  <c:v>6.29</c:v>
                </c:pt>
                <c:pt idx="2765" formatCode="###,###,###,##0.0000">
                  <c:v>6.26</c:v>
                </c:pt>
                <c:pt idx="2766" formatCode="###,###,###,##0.0000">
                  <c:v>6.29</c:v>
                </c:pt>
                <c:pt idx="2767" formatCode="###,###,###,##0.0000">
                  <c:v>5.93</c:v>
                </c:pt>
                <c:pt idx="2768" formatCode="###,###,###,##0.0000">
                  <c:v>5.94</c:v>
                </c:pt>
                <c:pt idx="2769" formatCode="###,###,###,##0.0000">
                  <c:v>5.91</c:v>
                </c:pt>
                <c:pt idx="2770" formatCode="###,###,###,##0.0000">
                  <c:v>5.94</c:v>
                </c:pt>
                <c:pt idx="2771" formatCode="###,###,###,##0.0000">
                  <c:v>5.97</c:v>
                </c:pt>
                <c:pt idx="2772" formatCode="###,###,###,##0.0000">
                  <c:v>5.88</c:v>
                </c:pt>
                <c:pt idx="2773" formatCode="###,###,###,##0.0000">
                  <c:v>5.8</c:v>
                </c:pt>
                <c:pt idx="2774" formatCode="###,###,###,##0.0000">
                  <c:v>5.81</c:v>
                </c:pt>
                <c:pt idx="2775" formatCode="###,###,###,##0.0000">
                  <c:v>5.73</c:v>
                </c:pt>
                <c:pt idx="2776" formatCode="###,###,###,##0.0000">
                  <c:v>5.74</c:v>
                </c:pt>
                <c:pt idx="2777" formatCode="###,###,###,##0.0000">
                  <c:v>5.83</c:v>
                </c:pt>
                <c:pt idx="2778" formatCode="###,###,###,##0.0000">
                  <c:v>7.31</c:v>
                </c:pt>
                <c:pt idx="2779" formatCode="###,###,###,##0.0000">
                  <c:v>6.14</c:v>
                </c:pt>
                <c:pt idx="2780" formatCode="###,###,###,##0.0000">
                  <c:v>6.38</c:v>
                </c:pt>
                <c:pt idx="2781" formatCode="###,###,###,##0.0000">
                  <c:v>6.36</c:v>
                </c:pt>
                <c:pt idx="2782" formatCode="###,###,###,##0.0000">
                  <c:v>6.55</c:v>
                </c:pt>
                <c:pt idx="2783" formatCode="###,###,###,##0.0000">
                  <c:v>6.44</c:v>
                </c:pt>
                <c:pt idx="2784" formatCode="###,###,###,##0.0000">
                  <c:v>6.46</c:v>
                </c:pt>
                <c:pt idx="2785" formatCode="###,###,###,##0.0000">
                  <c:v>6.45</c:v>
                </c:pt>
                <c:pt idx="2786" formatCode="###,###,###,##0.0000">
                  <c:v>6.45</c:v>
                </c:pt>
                <c:pt idx="2787" formatCode="###,###,###,##0.0000">
                  <c:v>6.1</c:v>
                </c:pt>
                <c:pt idx="2788" formatCode="###,###,###,##0.0000">
                  <c:v>6.02</c:v>
                </c:pt>
                <c:pt idx="2789" formatCode="###,###,###,##0.0000">
                  <c:v>6.09</c:v>
                </c:pt>
                <c:pt idx="2790" formatCode="###,###,###,##0.0000">
                  <c:v>6.16</c:v>
                </c:pt>
                <c:pt idx="2791" formatCode="###,###,###,##0.0000">
                  <c:v>6.09</c:v>
                </c:pt>
                <c:pt idx="2792" formatCode="###,###,###,##0.0000">
                  <c:v>6.13</c:v>
                </c:pt>
                <c:pt idx="2793" formatCode="###,###,###,##0.0000">
                  <c:v>6.13</c:v>
                </c:pt>
                <c:pt idx="2794" formatCode="###,###,###,##0.0000">
                  <c:v>6.22</c:v>
                </c:pt>
                <c:pt idx="2795" formatCode="###,###,###,##0.0000">
                  <c:v>6.2</c:v>
                </c:pt>
                <c:pt idx="2796" formatCode="###,###,###,##0.0000">
                  <c:v>6.14</c:v>
                </c:pt>
                <c:pt idx="2797" formatCode="###,###,###,##0.0000">
                  <c:v>6</c:v>
                </c:pt>
                <c:pt idx="2798" formatCode="###,###,###,##0.0000">
                  <c:v>5.9</c:v>
                </c:pt>
                <c:pt idx="2799" formatCode="###,###,###,##0.0000">
                  <c:v>5.93</c:v>
                </c:pt>
                <c:pt idx="2800" formatCode="###,###,###,##0.0000">
                  <c:v>6.09</c:v>
                </c:pt>
                <c:pt idx="2801" formatCode="###,###,###,##0.0000">
                  <c:v>6.07</c:v>
                </c:pt>
                <c:pt idx="2802" formatCode="###,###,###,##0.0000">
                  <c:v>6.03</c:v>
                </c:pt>
                <c:pt idx="2803" formatCode="###,###,###,##0.0000">
                  <c:v>6.07</c:v>
                </c:pt>
                <c:pt idx="2804" formatCode="###,###,###,##0.0000">
                  <c:v>5.87</c:v>
                </c:pt>
                <c:pt idx="2806" formatCode="###,###,###,##0.0000">
                  <c:v>5.81</c:v>
                </c:pt>
                <c:pt idx="2807" formatCode="###,###,###,##0.0000">
                  <c:v>5.87</c:v>
                </c:pt>
                <c:pt idx="2808" formatCode="###,###,###,##0.0000">
                  <c:v>5.8</c:v>
                </c:pt>
                <c:pt idx="2809" formatCode="###,###,###,##0.0000">
                  <c:v>5.9</c:v>
                </c:pt>
                <c:pt idx="2810" formatCode="###,###,###,##0.0000">
                  <c:v>5.82</c:v>
                </c:pt>
                <c:pt idx="2811" formatCode="###,###,###,##0.0000">
                  <c:v>5.8</c:v>
                </c:pt>
                <c:pt idx="2812" formatCode="###,###,###,##0.0000">
                  <c:v>5.71</c:v>
                </c:pt>
                <c:pt idx="2813" formatCode="###,###,###,##0.0000">
                  <c:v>5.71</c:v>
                </c:pt>
                <c:pt idx="2814" formatCode="###,###,###,##0.0000">
                  <c:v>5.72</c:v>
                </c:pt>
                <c:pt idx="2815" formatCode="###,###,###,##0.0000">
                  <c:v>5.77</c:v>
                </c:pt>
                <c:pt idx="2818" formatCode="###,###,###,##0.0000">
                  <c:v>5.72</c:v>
                </c:pt>
                <c:pt idx="2819" formatCode="###,###,###,##0.0000">
                  <c:v>5.7</c:v>
                </c:pt>
                <c:pt idx="2820" formatCode="###,###,###,##0.0000">
                  <c:v>5.57</c:v>
                </c:pt>
                <c:pt idx="2821" formatCode="###,###,###,##0.0000">
                  <c:v>5.57</c:v>
                </c:pt>
                <c:pt idx="2822" formatCode="###,###,###,##0.0000">
                  <c:v>5.55</c:v>
                </c:pt>
                <c:pt idx="2823" formatCode="###,###,###,##0.0000">
                  <c:v>5.54</c:v>
                </c:pt>
                <c:pt idx="2824" formatCode="###,###,###,##0.0000">
                  <c:v>5.56</c:v>
                </c:pt>
                <c:pt idx="2825" formatCode="###,###,###,##0.0000">
                  <c:v>5.74</c:v>
                </c:pt>
                <c:pt idx="2826" formatCode="###,###,###,##0.0000">
                  <c:v>5.76</c:v>
                </c:pt>
                <c:pt idx="2827" formatCode="###,###,###,##0.0000">
                  <c:v>5.58</c:v>
                </c:pt>
                <c:pt idx="2828" formatCode="###,###,###,##0.0000">
                  <c:v>5.58</c:v>
                </c:pt>
                <c:pt idx="2829" formatCode="###,###,###,##0.0000">
                  <c:v>5.56</c:v>
                </c:pt>
                <c:pt idx="2830" formatCode="###,###,###,##0.0000">
                  <c:v>5.64</c:v>
                </c:pt>
                <c:pt idx="2831" formatCode="###,###,###,##0.0000">
                  <c:v>5.74</c:v>
                </c:pt>
                <c:pt idx="2832" formatCode="###,###,###,##0.0000">
                  <c:v>5.81</c:v>
                </c:pt>
                <c:pt idx="2834" formatCode="###,###,###,##0.0000">
                  <c:v>5.65</c:v>
                </c:pt>
                <c:pt idx="2835" formatCode="###,###,###,##0.0000">
                  <c:v>5.58</c:v>
                </c:pt>
                <c:pt idx="2836" formatCode="###,###,###,##0.0000">
                  <c:v>5.62</c:v>
                </c:pt>
                <c:pt idx="2837" formatCode="###,###,###,##0.0000">
                  <c:v>5.74</c:v>
                </c:pt>
                <c:pt idx="2838" formatCode="###,###,###,##0.0000">
                  <c:v>5.65</c:v>
                </c:pt>
                <c:pt idx="2839" formatCode="###,###,###,##0.0000">
                  <c:v>5.61</c:v>
                </c:pt>
                <c:pt idx="2840" formatCode="###,###,###,##0.0000">
                  <c:v>5.55</c:v>
                </c:pt>
                <c:pt idx="2842" formatCode="###,###,###,##0.0000">
                  <c:v>5.47</c:v>
                </c:pt>
                <c:pt idx="2843" formatCode="###,###,###,##0.0000">
                  <c:v>5.5</c:v>
                </c:pt>
                <c:pt idx="2844" formatCode="###,###,###,##0.0000">
                  <c:v>5.53</c:v>
                </c:pt>
                <c:pt idx="2845" formatCode="###,###,###,##0.0000">
                  <c:v>5.44</c:v>
                </c:pt>
                <c:pt idx="2846" formatCode="###,###,###,##0.0000">
                  <c:v>5.37</c:v>
                </c:pt>
                <c:pt idx="2847" formatCode="###,###,###,##0.0000">
                  <c:v>5.28</c:v>
                </c:pt>
                <c:pt idx="2848" formatCode="###,###,###,##0.0000">
                  <c:v>5.26</c:v>
                </c:pt>
                <c:pt idx="2850" formatCode="###,###,###,##0.0000">
                  <c:v>5.27</c:v>
                </c:pt>
                <c:pt idx="2851" formatCode="###,###,###,##0.0000">
                  <c:v>5.28</c:v>
                </c:pt>
                <c:pt idx="2852" formatCode="###,###,###,##0.0000">
                  <c:v>5.23</c:v>
                </c:pt>
                <c:pt idx="2853" formatCode="###,###,###,##0.0000">
                  <c:v>5.31</c:v>
                </c:pt>
                <c:pt idx="2854" formatCode="###,###,###,##0.0000">
                  <c:v>5.18</c:v>
                </c:pt>
                <c:pt idx="2856" formatCode="###,###,###,##0.0000">
                  <c:v>5.18</c:v>
                </c:pt>
                <c:pt idx="2857" formatCode="###,###,###,##0.0000">
                  <c:v>5.35</c:v>
                </c:pt>
                <c:pt idx="2858" formatCode="###,###,###,##0.0000">
                  <c:v>5.44</c:v>
                </c:pt>
                <c:pt idx="2859" formatCode="###,###,###,##0.0000">
                  <c:v>5.35</c:v>
                </c:pt>
                <c:pt idx="2860" formatCode="###,###,###,##0.0000">
                  <c:v>5.35</c:v>
                </c:pt>
                <c:pt idx="2861" formatCode="###,###,###,##0.0000">
                  <c:v>5.34</c:v>
                </c:pt>
                <c:pt idx="2862" formatCode="###,###,###,##0.0000">
                  <c:v>5.37</c:v>
                </c:pt>
                <c:pt idx="2863" formatCode="###,###,###,##0.0000">
                  <c:v>5.63</c:v>
                </c:pt>
                <c:pt idx="2864" formatCode="###,###,###,##0.0000">
                  <c:v>5.71</c:v>
                </c:pt>
                <c:pt idx="2865" formatCode="###,###,###,##0.0000">
                  <c:v>5.91</c:v>
                </c:pt>
                <c:pt idx="2866" formatCode="###,###,###,##0.0000">
                  <c:v>5.75</c:v>
                </c:pt>
                <c:pt idx="2867" formatCode="###,###,###,##0.0000">
                  <c:v>5.75</c:v>
                </c:pt>
                <c:pt idx="2868" formatCode="###,###,###,##0.0000">
                  <c:v>6.01</c:v>
                </c:pt>
                <c:pt idx="2869" formatCode="###,###,###,##0.0000">
                  <c:v>5.95</c:v>
                </c:pt>
                <c:pt idx="2870" formatCode="###,###,###,##0.0000">
                  <c:v>5.95</c:v>
                </c:pt>
                <c:pt idx="2871" formatCode="###,###,###,##0.0000">
                  <c:v>5.82</c:v>
                </c:pt>
                <c:pt idx="2872" formatCode="###,###,###,##0.0000">
                  <c:v>5.88</c:v>
                </c:pt>
                <c:pt idx="2873" formatCode="###,###,###,##0.0000">
                  <c:v>5.95</c:v>
                </c:pt>
                <c:pt idx="2874" formatCode="###,###,###,##0.0000">
                  <c:v>5.89</c:v>
                </c:pt>
                <c:pt idx="2875" formatCode="###,###,###,##0.0000">
                  <c:v>5.93</c:v>
                </c:pt>
                <c:pt idx="2876" formatCode="###,###,###,##0.0000">
                  <c:v>5.82</c:v>
                </c:pt>
                <c:pt idx="2877" formatCode="###,###,###,##0.0000">
                  <c:v>5.78</c:v>
                </c:pt>
                <c:pt idx="2878" formatCode="###,###,###,##0.0000">
                  <c:v>5.87</c:v>
                </c:pt>
                <c:pt idx="2879" formatCode="###,###,###,##0.0000">
                  <c:v>5.86</c:v>
                </c:pt>
                <c:pt idx="2880" formatCode="###,###,###,##0.0000">
                  <c:v>5.88</c:v>
                </c:pt>
                <c:pt idx="2881" formatCode="###,###,###,##0.0000">
                  <c:v>5.81</c:v>
                </c:pt>
                <c:pt idx="2882" formatCode="###,###,###,##0.0000">
                  <c:v>5.68</c:v>
                </c:pt>
                <c:pt idx="2883" formatCode="###,###,###,##0.0000">
                  <c:v>5.71</c:v>
                </c:pt>
                <c:pt idx="2884" formatCode="###,###,###,##0.0000">
                  <c:v>5.56</c:v>
                </c:pt>
                <c:pt idx="2885" formatCode="###,###,###,##0.0000">
                  <c:v>5.51</c:v>
                </c:pt>
                <c:pt idx="2886" formatCode="###,###,###,##0.0000">
                  <c:v>5.46</c:v>
                </c:pt>
                <c:pt idx="2887" formatCode="###,###,###,##0.0000">
                  <c:v>5.5</c:v>
                </c:pt>
                <c:pt idx="2888" formatCode="###,###,###,##0.0000">
                  <c:v>5.41</c:v>
                </c:pt>
                <c:pt idx="2889" formatCode="###,###,###,##0.0000">
                  <c:v>5.47</c:v>
                </c:pt>
                <c:pt idx="2890" formatCode="###,###,###,##0.0000">
                  <c:v>5.5</c:v>
                </c:pt>
                <c:pt idx="2891" formatCode="###,###,###,##0.0000">
                  <c:v>5.66</c:v>
                </c:pt>
                <c:pt idx="2892" formatCode="###,###,###,##0.0000">
                  <c:v>5.56</c:v>
                </c:pt>
                <c:pt idx="2893" formatCode="###,###,###,##0.0000">
                  <c:v>5.62</c:v>
                </c:pt>
                <c:pt idx="2894" formatCode="###,###,###,##0.0000">
                  <c:v>5.69</c:v>
                </c:pt>
                <c:pt idx="2895" formatCode="###,###,###,##0.0000">
                  <c:v>5.77</c:v>
                </c:pt>
                <c:pt idx="2897" formatCode="###,###,###,##0.0000">
                  <c:v>5.77</c:v>
                </c:pt>
                <c:pt idx="2898" formatCode="###,###,###,##0.0000">
                  <c:v>5.82</c:v>
                </c:pt>
                <c:pt idx="2899" formatCode="###,###,###,##0.0000">
                  <c:v>5.92</c:v>
                </c:pt>
                <c:pt idx="2900" formatCode="###,###,###,##0.0000">
                  <c:v>5.89</c:v>
                </c:pt>
                <c:pt idx="2901" formatCode="###,###,###,##0.0000">
                  <c:v>5.94</c:v>
                </c:pt>
                <c:pt idx="2902" formatCode="###,###,###,##0.0000">
                  <c:v>6.1</c:v>
                </c:pt>
                <c:pt idx="2903" formatCode="###,###,###,##0.0000">
                  <c:v>6.02</c:v>
                </c:pt>
                <c:pt idx="2904" formatCode="###,###,###,##0.0000">
                  <c:v>6.02</c:v>
                </c:pt>
                <c:pt idx="2905" formatCode="###,###,###,##0.0000">
                  <c:v>5.95</c:v>
                </c:pt>
                <c:pt idx="2906" formatCode="###,###,###,##0.0000">
                  <c:v>5.95</c:v>
                </c:pt>
                <c:pt idx="2907" formatCode="###,###,###,##0.0000">
                  <c:v>5.89</c:v>
                </c:pt>
                <c:pt idx="2908" formatCode="###,###,###,##0.0000">
                  <c:v>5.88</c:v>
                </c:pt>
                <c:pt idx="2909" formatCode="###,###,###,##0.0000">
                  <c:v>5.93</c:v>
                </c:pt>
                <c:pt idx="2910" formatCode="###,###,###,##0.0000">
                  <c:v>5.87</c:v>
                </c:pt>
                <c:pt idx="2911" formatCode="###,###,###,##0.0000">
                  <c:v>5.45</c:v>
                </c:pt>
                <c:pt idx="2912" formatCode="###,###,###,##0.0000">
                  <c:v>5.83</c:v>
                </c:pt>
                <c:pt idx="2913" formatCode="###,###,###,##0.0000">
                  <c:v>5.87</c:v>
                </c:pt>
                <c:pt idx="2914" formatCode="###,###,###,##0.0000">
                  <c:v>5.91</c:v>
                </c:pt>
                <c:pt idx="2915" formatCode="###,###,###,##0.0000">
                  <c:v>5.91</c:v>
                </c:pt>
                <c:pt idx="2917" formatCode="###,###,###,##0.0000">
                  <c:v>5.91</c:v>
                </c:pt>
                <c:pt idx="2918" formatCode="###,###,###,##0.0000">
                  <c:v>5.91</c:v>
                </c:pt>
                <c:pt idx="2919" formatCode="###,###,###,##0.0000">
                  <c:v>5.91</c:v>
                </c:pt>
                <c:pt idx="2920" formatCode="###,###,###,##0.0000">
                  <c:v>5.91</c:v>
                </c:pt>
                <c:pt idx="2921" formatCode="###,###,###,##0.0000">
                  <c:v>5.91</c:v>
                </c:pt>
                <c:pt idx="2923" formatCode="###,###,###,##0.0000">
                  <c:v>5.91</c:v>
                </c:pt>
                <c:pt idx="2924" formatCode="###,###,###,##0.0000">
                  <c:v>5.91</c:v>
                </c:pt>
                <c:pt idx="2925" formatCode="###,###,###,##0.0000">
                  <c:v>5.91</c:v>
                </c:pt>
                <c:pt idx="2926" formatCode="###,###,###,##0.0000">
                  <c:v>5.91</c:v>
                </c:pt>
                <c:pt idx="2927" formatCode="###,###,###,##0.0000">
                  <c:v>5.91</c:v>
                </c:pt>
                <c:pt idx="2928" formatCode="###,###,###,##0.0000">
                  <c:v>5.91</c:v>
                </c:pt>
                <c:pt idx="2929" formatCode="###,###,###,##0.0000">
                  <c:v>5.91</c:v>
                </c:pt>
                <c:pt idx="2930" formatCode="###,###,###,##0.0000">
                  <c:v>5.91</c:v>
                </c:pt>
                <c:pt idx="2931" formatCode="###,###,###,##0.0000">
                  <c:v>5.91</c:v>
                </c:pt>
                <c:pt idx="2932" formatCode="###,###,###,##0.0000">
                  <c:v>5.91</c:v>
                </c:pt>
                <c:pt idx="2934" formatCode="###,###,###,##0.0000">
                  <c:v>5.91</c:v>
                </c:pt>
                <c:pt idx="2935" formatCode="###,###,###,##0.0000">
                  <c:v>5.91</c:v>
                </c:pt>
                <c:pt idx="2936" formatCode="###,###,###,##0.0000">
                  <c:v>5.91</c:v>
                </c:pt>
                <c:pt idx="2937" formatCode="###,###,###,##0.0000">
                  <c:v>5.91</c:v>
                </c:pt>
                <c:pt idx="2938" formatCode="###,###,###,##0.0000">
                  <c:v>5.91</c:v>
                </c:pt>
                <c:pt idx="2939" formatCode="###,###,###,##0.0000">
                  <c:v>5.91</c:v>
                </c:pt>
                <c:pt idx="2940" formatCode="###,###,###,##0.0000">
                  <c:v>5.91</c:v>
                </c:pt>
                <c:pt idx="2941" formatCode="###,###,###,##0.0000">
                  <c:v>5.91</c:v>
                </c:pt>
                <c:pt idx="2942" formatCode="###,###,###,##0.0000">
                  <c:v>5.91</c:v>
                </c:pt>
                <c:pt idx="2943" formatCode="###,###,###,##0.0000">
                  <c:v>5.91</c:v>
                </c:pt>
                <c:pt idx="2944" formatCode="###,###,###,##0.0000">
                  <c:v>5.91</c:v>
                </c:pt>
                <c:pt idx="2945" formatCode="###,###,###,##0.0000">
                  <c:v>5.91</c:v>
                </c:pt>
                <c:pt idx="2946" formatCode="###,###,###,##0.0000">
                  <c:v>5.91</c:v>
                </c:pt>
                <c:pt idx="2947" formatCode="###,###,###,##0.0000">
                  <c:v>5.91</c:v>
                </c:pt>
                <c:pt idx="2948" formatCode="###,###,###,##0.0000">
                  <c:v>5.91</c:v>
                </c:pt>
                <c:pt idx="2950" formatCode="###,###,###,##0.0000">
                  <c:v>5.91</c:v>
                </c:pt>
                <c:pt idx="2951" formatCode="###,###,###,##0.0000">
                  <c:v>5.91</c:v>
                </c:pt>
                <c:pt idx="2952" formatCode="###,###,###,##0.0000">
                  <c:v>5.91</c:v>
                </c:pt>
                <c:pt idx="2953" formatCode="###,###,###,##0.0000">
                  <c:v>5.91</c:v>
                </c:pt>
                <c:pt idx="2954" formatCode="###,###,###,##0.0000">
                  <c:v>5.91</c:v>
                </c:pt>
                <c:pt idx="2955" formatCode="###,###,###,##0.0000">
                  <c:v>5.91</c:v>
                </c:pt>
                <c:pt idx="2956" formatCode="###,###,###,##0.0000">
                  <c:v>5.91</c:v>
                </c:pt>
                <c:pt idx="2957" formatCode="###,###,###,##0.0000">
                  <c:v>5.91</c:v>
                </c:pt>
                <c:pt idx="2958" formatCode="###,###,###,##0.0000">
                  <c:v>5.91</c:v>
                </c:pt>
                <c:pt idx="2959" formatCode="###,###,###,##0.0000">
                  <c:v>5.91</c:v>
                </c:pt>
                <c:pt idx="2960" formatCode="###,###,###,##0.0000">
                  <c:v>5.91</c:v>
                </c:pt>
                <c:pt idx="2961" formatCode="###,###,###,##0.0000">
                  <c:v>5.91</c:v>
                </c:pt>
                <c:pt idx="2962" formatCode="###,###,###,##0.0000">
                  <c:v>5.91</c:v>
                </c:pt>
                <c:pt idx="2963" formatCode="###,###,###,##0.0000">
                  <c:v>5.91</c:v>
                </c:pt>
                <c:pt idx="2964" formatCode="###,###,###,##0.0000">
                  <c:v>5.91</c:v>
                </c:pt>
                <c:pt idx="2965" formatCode="###,###,###,##0.0000">
                  <c:v>5.91</c:v>
                </c:pt>
                <c:pt idx="2966" formatCode="###,###,###,##0.0000">
                  <c:v>5.91</c:v>
                </c:pt>
                <c:pt idx="2967" formatCode="###,###,###,##0.0000">
                  <c:v>5.91</c:v>
                </c:pt>
                <c:pt idx="2968" formatCode="###,###,###,##0.0000">
                  <c:v>5.91</c:v>
                </c:pt>
                <c:pt idx="2969" formatCode="###,###,###,##0.0000">
                  <c:v>5.91</c:v>
                </c:pt>
                <c:pt idx="2970" formatCode="###,###,###,##0.0000">
                  <c:v>5.91</c:v>
                </c:pt>
                <c:pt idx="2971" formatCode="###,###,###,##0.0000">
                  <c:v>5.91</c:v>
                </c:pt>
                <c:pt idx="2972" formatCode="###,###,###,##0.0000">
                  <c:v>5.91</c:v>
                </c:pt>
                <c:pt idx="2973" formatCode="###,###,###,##0.0000">
                  <c:v>5.91</c:v>
                </c:pt>
                <c:pt idx="2974" formatCode="###,###,###,##0.0000">
                  <c:v>5.91</c:v>
                </c:pt>
                <c:pt idx="3056" formatCode="###,###,###,##0.0000">
                  <c:v>7.31</c:v>
                </c:pt>
                <c:pt idx="3057" formatCode="###,###,###,##0.0000">
                  <c:v>7.39</c:v>
                </c:pt>
                <c:pt idx="3058" formatCode="###,###,###,##0.0000">
                  <c:v>7.26</c:v>
                </c:pt>
                <c:pt idx="3059" formatCode="###,###,###,##0.0000">
                  <c:v>7.14</c:v>
                </c:pt>
                <c:pt idx="3060" formatCode="###,###,###,##0.0000">
                  <c:v>7.15</c:v>
                </c:pt>
                <c:pt idx="3061" formatCode="###,###,###,##0.0000">
                  <c:v>7.18</c:v>
                </c:pt>
                <c:pt idx="3062" formatCode="###,###,###,##0.0000">
                  <c:v>7.01</c:v>
                </c:pt>
                <c:pt idx="3063" formatCode="###,###,###,##0.0000">
                  <c:v>7.17</c:v>
                </c:pt>
                <c:pt idx="3064" formatCode="###,###,###,##0.0000">
                  <c:v>7.1</c:v>
                </c:pt>
                <c:pt idx="3065" formatCode="###,###,###,##0.0000">
                  <c:v>7.1</c:v>
                </c:pt>
                <c:pt idx="3066" formatCode="###,###,###,##0.0000">
                  <c:v>7.17</c:v>
                </c:pt>
                <c:pt idx="3067" formatCode="###,###,###,##0.0000">
                  <c:v>7.15</c:v>
                </c:pt>
                <c:pt idx="3068" formatCode="###,###,###,##0.0000">
                  <c:v>7.1</c:v>
                </c:pt>
                <c:pt idx="3069" formatCode="###,###,###,##0.0000">
                  <c:v>7.23</c:v>
                </c:pt>
                <c:pt idx="3070" formatCode="###,###,###,##0.0000">
                  <c:v>7.33</c:v>
                </c:pt>
                <c:pt idx="3072" formatCode="###,###,###,##0.0000">
                  <c:v>7.22</c:v>
                </c:pt>
                <c:pt idx="3073" formatCode="###,###,###,##0.0000">
                  <c:v>7.24</c:v>
                </c:pt>
                <c:pt idx="3074" formatCode="###,###,###,##0.0000">
                  <c:v>7.42</c:v>
                </c:pt>
                <c:pt idx="3075" formatCode="###,###,###,##0.0000">
                  <c:v>7.5</c:v>
                </c:pt>
                <c:pt idx="3076" formatCode="###,###,###,##0.0000">
                  <c:v>7.54</c:v>
                </c:pt>
                <c:pt idx="3077" formatCode="###,###,###,##0.0000">
                  <c:v>7.54</c:v>
                </c:pt>
                <c:pt idx="3078" formatCode="###,###,###,##0.0000">
                  <c:v>7.61</c:v>
                </c:pt>
                <c:pt idx="3079" formatCode="###,###,###,##0.0000">
                  <c:v>7.75</c:v>
                </c:pt>
                <c:pt idx="3080" formatCode="###,###,###,##0.0000">
                  <c:v>8.1199999999999992</c:v>
                </c:pt>
                <c:pt idx="3081" formatCode="###,###,###,##0.0000">
                  <c:v>8.1199999999999992</c:v>
                </c:pt>
                <c:pt idx="3083" formatCode="###,###,###,##0.0000">
                  <c:v>8.41</c:v>
                </c:pt>
                <c:pt idx="3084" formatCode="###,###,###,##0.0000">
                  <c:v>8.2799999999999994</c:v>
                </c:pt>
                <c:pt idx="3085" formatCode="###,###,###,##0.0000">
                  <c:v>8.2100000000000009</c:v>
                </c:pt>
                <c:pt idx="3086" formatCode="###,###,###,##0.0000">
                  <c:v>8.3000000000000007</c:v>
                </c:pt>
                <c:pt idx="3087" formatCode="###,###,###,##0.0000">
                  <c:v>8.35</c:v>
                </c:pt>
                <c:pt idx="3088" formatCode="###,###,###,##0.0000">
                  <c:v>8.35</c:v>
                </c:pt>
                <c:pt idx="3089" formatCode="###,###,###,##0.0000">
                  <c:v>8.35</c:v>
                </c:pt>
                <c:pt idx="3090" formatCode="###,###,###,##0.0000">
                  <c:v>8.35</c:v>
                </c:pt>
                <c:pt idx="3091" formatCode="###,###,###,##0.0000">
                  <c:v>8.35</c:v>
                </c:pt>
                <c:pt idx="3092" formatCode="###,###,###,##0.0000">
                  <c:v>8.35</c:v>
                </c:pt>
                <c:pt idx="3094" formatCode="###,###,###,##0.0000">
                  <c:v>8.35</c:v>
                </c:pt>
                <c:pt idx="3095" formatCode="###,###,###,##0.0000">
                  <c:v>8.35</c:v>
                </c:pt>
                <c:pt idx="3096" formatCode="###,###,###,##0.0000">
                  <c:v>8.35</c:v>
                </c:pt>
                <c:pt idx="3097" formatCode="###,###,###,##0.0000">
                  <c:v>8.35</c:v>
                </c:pt>
                <c:pt idx="3098" formatCode="###,###,###,##0.0000">
                  <c:v>8.35</c:v>
                </c:pt>
                <c:pt idx="3099" formatCode="###,###,###,##0.0000">
                  <c:v>8.35</c:v>
                </c:pt>
                <c:pt idx="3100" formatCode="###,###,###,##0.0000">
                  <c:v>8.35</c:v>
                </c:pt>
                <c:pt idx="3101" formatCode="###,###,###,##0.0000">
                  <c:v>8.35</c:v>
                </c:pt>
                <c:pt idx="3102" formatCode="###,###,###,##0.0000">
                  <c:v>8.35</c:v>
                </c:pt>
                <c:pt idx="3103" formatCode="###,###,###,##0.0000">
                  <c:v>8.35</c:v>
                </c:pt>
                <c:pt idx="3104" formatCode="###,###,###,##0.0000">
                  <c:v>8.35</c:v>
                </c:pt>
                <c:pt idx="3105" formatCode="###,###,###,##0.0000">
                  <c:v>8.35</c:v>
                </c:pt>
                <c:pt idx="3106" formatCode="###,###,###,##0.0000">
                  <c:v>8.35</c:v>
                </c:pt>
                <c:pt idx="3107" formatCode="###,###,###,##0.0000">
                  <c:v>7.43</c:v>
                </c:pt>
                <c:pt idx="3108" formatCode="###,###,###,##0.0000">
                  <c:v>7.3</c:v>
                </c:pt>
                <c:pt idx="3109" formatCode="###,###,###,##0.0000">
                  <c:v>7.3</c:v>
                </c:pt>
                <c:pt idx="3110" formatCode="###,###,###,##0.0000">
                  <c:v>7.5</c:v>
                </c:pt>
                <c:pt idx="3111" formatCode="###,###,###,##0.0000">
                  <c:v>7.44</c:v>
                </c:pt>
                <c:pt idx="3112" formatCode="###,###,###,##0.0000">
                  <c:v>7.3</c:v>
                </c:pt>
                <c:pt idx="3113" formatCode="###,###,###,##0.0000">
                  <c:v>7.41</c:v>
                </c:pt>
                <c:pt idx="3114" formatCode="###,###,###,##0.0000">
                  <c:v>7.33</c:v>
                </c:pt>
                <c:pt idx="3115" formatCode="###,###,###,##0.0000">
                  <c:v>7.38</c:v>
                </c:pt>
                <c:pt idx="3116" formatCode="###,###,###,##0.0000">
                  <c:v>7.33</c:v>
                </c:pt>
                <c:pt idx="3117" formatCode="###,###,###,##0.0000">
                  <c:v>7.34</c:v>
                </c:pt>
                <c:pt idx="3118" formatCode="###,###,###,##0.0000">
                  <c:v>7.31</c:v>
                </c:pt>
                <c:pt idx="3119" formatCode="###,###,###,##0.0000">
                  <c:v>7.24</c:v>
                </c:pt>
                <c:pt idx="3120" formatCode="###,###,###,##0.0000">
                  <c:v>7.16</c:v>
                </c:pt>
                <c:pt idx="3121" formatCode="###,###,###,##0.0000">
                  <c:v>7.17</c:v>
                </c:pt>
                <c:pt idx="3122" formatCode="###,###,###,##0.0000">
                  <c:v>6.93</c:v>
                </c:pt>
                <c:pt idx="3123" formatCode="###,###,###,##0.0000">
                  <c:v>7.17</c:v>
                </c:pt>
                <c:pt idx="3125" formatCode="###,###,###,##0.0000">
                  <c:v>7.16</c:v>
                </c:pt>
                <c:pt idx="3126" formatCode="###,###,###,##0.0000">
                  <c:v>7</c:v>
                </c:pt>
                <c:pt idx="3127" formatCode="###,###,###,##0.0000">
                  <c:v>7.08</c:v>
                </c:pt>
                <c:pt idx="3128" formatCode="###,###,###,##0.0000">
                  <c:v>6.98</c:v>
                </c:pt>
                <c:pt idx="3129" formatCode="###,###,###,##0.0000">
                  <c:v>6.79</c:v>
                </c:pt>
                <c:pt idx="3130" formatCode="###,###,###,##0.0000">
                  <c:v>6.88</c:v>
                </c:pt>
                <c:pt idx="3131" formatCode="###,###,###,##0.0000">
                  <c:v>6.7</c:v>
                </c:pt>
                <c:pt idx="3132" formatCode="###,###,###,##0.0000">
                  <c:v>7.02</c:v>
                </c:pt>
                <c:pt idx="3133" formatCode="###,###,###,##0.0000">
                  <c:v>6.89</c:v>
                </c:pt>
                <c:pt idx="3134" formatCode="###,###,###,##0.0000">
                  <c:v>6.76</c:v>
                </c:pt>
                <c:pt idx="3135" formatCode="###,###,###,##0.0000">
                  <c:v>6.76</c:v>
                </c:pt>
                <c:pt idx="3136" formatCode="###,###,###,##0.0000">
                  <c:v>6.5</c:v>
                </c:pt>
                <c:pt idx="3137" formatCode="###,###,###,##0.0000">
                  <c:v>6.46</c:v>
                </c:pt>
                <c:pt idx="3138" formatCode="###,###,###,##0.0000">
                  <c:v>6.43</c:v>
                </c:pt>
                <c:pt idx="3139" formatCode="###,###,###,##0.0000">
                  <c:v>6.4</c:v>
                </c:pt>
                <c:pt idx="3141" formatCode="###,###,###,##0.0000">
                  <c:v>6.66</c:v>
                </c:pt>
                <c:pt idx="3142" formatCode="###,###,###,##0.0000">
                  <c:v>6.59</c:v>
                </c:pt>
                <c:pt idx="3143" formatCode="###,###,###,##0.0000">
                  <c:v>6.8</c:v>
                </c:pt>
                <c:pt idx="3144" formatCode="###,###,###,##0.0000">
                  <c:v>6.97</c:v>
                </c:pt>
                <c:pt idx="3145" formatCode="###,###,###,##0.0000">
                  <c:v>7.18</c:v>
                </c:pt>
                <c:pt idx="3146" formatCode="###,###,###,##0.0000">
                  <c:v>7.23</c:v>
                </c:pt>
                <c:pt idx="3147" formatCode="###,###,###,##0.0000">
                  <c:v>7.26</c:v>
                </c:pt>
                <c:pt idx="3148" formatCode="###,###,###,##0.0000">
                  <c:v>7.36</c:v>
                </c:pt>
                <c:pt idx="3149" formatCode="###,###,###,##0.0000">
                  <c:v>7.16</c:v>
                </c:pt>
                <c:pt idx="3150" formatCode="###,###,###,##0.0000">
                  <c:v>7.08</c:v>
                </c:pt>
                <c:pt idx="3151" formatCode="###,###,###,##0.0000">
                  <c:v>7.08</c:v>
                </c:pt>
                <c:pt idx="3152" formatCode="###,###,###,##0.0000">
                  <c:v>6.98</c:v>
                </c:pt>
                <c:pt idx="3153" formatCode="###,###,###,##0.0000">
                  <c:v>7.13</c:v>
                </c:pt>
                <c:pt idx="3154" formatCode="###,###,###,##0.0000">
                  <c:v>7.29</c:v>
                </c:pt>
                <c:pt idx="3155" formatCode="###,###,###,##0.0000">
                  <c:v>7.28</c:v>
                </c:pt>
                <c:pt idx="3157" formatCode="###,###,###,##0.0000">
                  <c:v>7.58</c:v>
                </c:pt>
                <c:pt idx="3158" formatCode="###,###,###,##0.0000">
                  <c:v>7.48</c:v>
                </c:pt>
                <c:pt idx="3159" formatCode="###,###,###,##0.0000">
                  <c:v>7.46</c:v>
                </c:pt>
                <c:pt idx="3160" formatCode="###,###,###,##0.0000">
                  <c:v>7.4</c:v>
                </c:pt>
                <c:pt idx="3161" formatCode="###,###,###,##0.0000">
                  <c:v>7.46</c:v>
                </c:pt>
                <c:pt idx="3162" formatCode="###,###,###,##0.0000">
                  <c:v>7.38</c:v>
                </c:pt>
                <c:pt idx="3163" formatCode="###,###,###,##0.0000">
                  <c:v>7.41</c:v>
                </c:pt>
                <c:pt idx="3164" formatCode="###,###,###,##0.0000">
                  <c:v>7.41</c:v>
                </c:pt>
                <c:pt idx="3165" formatCode="###,###,###,##0.0000">
                  <c:v>7.41</c:v>
                </c:pt>
                <c:pt idx="3166" formatCode="###,###,###,##0.0000">
                  <c:v>7.77</c:v>
                </c:pt>
                <c:pt idx="3167" formatCode="###,###,###,##0.0000">
                  <c:v>7.75</c:v>
                </c:pt>
                <c:pt idx="3168" formatCode="###,###,###,##0.0000">
                  <c:v>7.75</c:v>
                </c:pt>
                <c:pt idx="3169" formatCode="###,###,###,##0.0000">
                  <c:v>7.75</c:v>
                </c:pt>
                <c:pt idx="3170" formatCode="###,###,###,##0.0000">
                  <c:v>7.44</c:v>
                </c:pt>
                <c:pt idx="3171" formatCode="###,###,###,##0.0000">
                  <c:v>7.31</c:v>
                </c:pt>
                <c:pt idx="3172" formatCode="###,###,###,##0.0000">
                  <c:v>7.37</c:v>
                </c:pt>
                <c:pt idx="3173" formatCode="###,###,###,##0.0000">
                  <c:v>7.36</c:v>
                </c:pt>
                <c:pt idx="3174" formatCode="###,###,###,##0.0000">
                  <c:v>7.29</c:v>
                </c:pt>
                <c:pt idx="3175" formatCode="###,###,###,##0.0000">
                  <c:v>7.43</c:v>
                </c:pt>
                <c:pt idx="3176" formatCode="###,###,###,##0.0000">
                  <c:v>7.36</c:v>
                </c:pt>
                <c:pt idx="3177" formatCode="###,###,###,##0.0000">
                  <c:v>7.27</c:v>
                </c:pt>
                <c:pt idx="3178" formatCode="###,###,###,##0.0000">
                  <c:v>7.25</c:v>
                </c:pt>
                <c:pt idx="3179" formatCode="###,###,###,##0.0000">
                  <c:v>7.31</c:v>
                </c:pt>
                <c:pt idx="3180" formatCode="###,###,###,##0.0000">
                  <c:v>7.33</c:v>
                </c:pt>
                <c:pt idx="3181" formatCode="###,###,###,##0.0000">
                  <c:v>7.35</c:v>
                </c:pt>
                <c:pt idx="3182" formatCode="###,###,###,##0.0000">
                  <c:v>7.35</c:v>
                </c:pt>
                <c:pt idx="3183" formatCode="###,###,###,##0.0000">
                  <c:v>7.3</c:v>
                </c:pt>
                <c:pt idx="3184" formatCode="###,###,###,##0.0000">
                  <c:v>7.19</c:v>
                </c:pt>
                <c:pt idx="3185" formatCode="###,###,###,##0.0000">
                  <c:v>7.02</c:v>
                </c:pt>
                <c:pt idx="3186" formatCode="###,###,###,##0.0000">
                  <c:v>6.96</c:v>
                </c:pt>
                <c:pt idx="3187" formatCode="###,###,###,##0.0000">
                  <c:v>6.95</c:v>
                </c:pt>
                <c:pt idx="3188" formatCode="###,###,###,##0.0000">
                  <c:v>7.15</c:v>
                </c:pt>
                <c:pt idx="3189" formatCode="###,###,###,##0.0000">
                  <c:v>7.15</c:v>
                </c:pt>
                <c:pt idx="3190" formatCode="###,###,###,##0.0000">
                  <c:v>7.15</c:v>
                </c:pt>
                <c:pt idx="3191" formatCode="###,###,###,##0.0000">
                  <c:v>7.15</c:v>
                </c:pt>
                <c:pt idx="3193" formatCode="###,###,###,##0.0000">
                  <c:v>7.15</c:v>
                </c:pt>
                <c:pt idx="3194" formatCode="###,###,###,##0.0000">
                  <c:v>7.15</c:v>
                </c:pt>
                <c:pt idx="3195" formatCode="###,###,###,##0.0000">
                  <c:v>7.15</c:v>
                </c:pt>
                <c:pt idx="3196" formatCode="###,###,###,##0.0000">
                  <c:v>7.15</c:v>
                </c:pt>
                <c:pt idx="3197" formatCode="###,###,###,##0.0000">
                  <c:v>7.15</c:v>
                </c:pt>
                <c:pt idx="3199" formatCode="###,###,###,##0.0000">
                  <c:v>7.15</c:v>
                </c:pt>
                <c:pt idx="3200" formatCode="###,###,###,##0.0000">
                  <c:v>7.15</c:v>
                </c:pt>
                <c:pt idx="3201" formatCode="###,###,###,##0.0000">
                  <c:v>7.15</c:v>
                </c:pt>
                <c:pt idx="3202" formatCode="###,###,###,##0.0000">
                  <c:v>7.15</c:v>
                </c:pt>
                <c:pt idx="3203" formatCode="###,###,###,##0.0000">
                  <c:v>7.15</c:v>
                </c:pt>
                <c:pt idx="3204" formatCode="###,###,###,##0.0000">
                  <c:v>7.15</c:v>
                </c:pt>
                <c:pt idx="3205" formatCode="###,###,###,##0.0000">
                  <c:v>7.15</c:v>
                </c:pt>
                <c:pt idx="3206" formatCode="###,###,###,##0.0000">
                  <c:v>7.15</c:v>
                </c:pt>
                <c:pt idx="3207" formatCode="###,###,###,##0.0000">
                  <c:v>7.15</c:v>
                </c:pt>
                <c:pt idx="3208" formatCode="###,###,###,##0.0000">
                  <c:v>7.15</c:v>
                </c:pt>
                <c:pt idx="3211" formatCode="###,###,###,##0.0000">
                  <c:v>7.15</c:v>
                </c:pt>
                <c:pt idx="3212" formatCode="###,###,###,##0.0000">
                  <c:v>7.15</c:v>
                </c:pt>
                <c:pt idx="3213" formatCode="###,###,###,##0.0000">
                  <c:v>7.15</c:v>
                </c:pt>
                <c:pt idx="3214" formatCode="###,###,###,##0.0000">
                  <c:v>7.15</c:v>
                </c:pt>
                <c:pt idx="3215" formatCode="###,###,###,##0.0000">
                  <c:v>7.15</c:v>
                </c:pt>
                <c:pt idx="3216" formatCode="###,###,###,##0.0000">
                  <c:v>7.15</c:v>
                </c:pt>
                <c:pt idx="3217" formatCode="###,###,###,##0.0000">
                  <c:v>7.15</c:v>
                </c:pt>
                <c:pt idx="3218" formatCode="###,###,###,##0.0000">
                  <c:v>7.15</c:v>
                </c:pt>
                <c:pt idx="3219" formatCode="###,###,###,##0.0000">
                  <c:v>7.15</c:v>
                </c:pt>
                <c:pt idx="3220" formatCode="###,###,###,##0.0000">
                  <c:v>7.15</c:v>
                </c:pt>
                <c:pt idx="3221" formatCode="###,###,###,##0.0000">
                  <c:v>7.15</c:v>
                </c:pt>
                <c:pt idx="3222" formatCode="###,###,###,##0.0000">
                  <c:v>7.15</c:v>
                </c:pt>
                <c:pt idx="3223" formatCode="###,###,###,##0.0000">
                  <c:v>7.15</c:v>
                </c:pt>
                <c:pt idx="3224" formatCode="###,###,###,##0.0000">
                  <c:v>8.52</c:v>
                </c:pt>
                <c:pt idx="3225" formatCode="###,###,###,##0.0000">
                  <c:v>8.52</c:v>
                </c:pt>
                <c:pt idx="3227" formatCode="###,###,###,##0.0000">
                  <c:v>8.82</c:v>
                </c:pt>
                <c:pt idx="3228" formatCode="###,###,###,##0.0000">
                  <c:v>8.83</c:v>
                </c:pt>
                <c:pt idx="3229" formatCode="###,###,###,##0.0000">
                  <c:v>8.73</c:v>
                </c:pt>
                <c:pt idx="3230" formatCode="###,###,###,##0.0000">
                  <c:v>8.66</c:v>
                </c:pt>
                <c:pt idx="3231" formatCode="###,###,###,##0.0000">
                  <c:v>8.58</c:v>
                </c:pt>
                <c:pt idx="3232" formatCode="#,##0.00">
                  <c:v>8.6</c:v>
                </c:pt>
                <c:pt idx="3233" formatCode="#,##0.00">
                  <c:v>8.6999999999999993</c:v>
                </c:pt>
                <c:pt idx="3234" formatCode="#,##0.00">
                  <c:v>8.9499999999999993</c:v>
                </c:pt>
                <c:pt idx="3235" formatCode="#,##0.00">
                  <c:v>9.0399999999999991</c:v>
                </c:pt>
                <c:pt idx="3236" formatCode="#,##0.00">
                  <c:v>9.09</c:v>
                </c:pt>
                <c:pt idx="3239" formatCode="#,##0.00">
                  <c:v>9.18</c:v>
                </c:pt>
                <c:pt idx="3240" formatCode="#,##0.00">
                  <c:v>9</c:v>
                </c:pt>
                <c:pt idx="3241" formatCode="#,##0.00">
                  <c:v>9.1199999999999992</c:v>
                </c:pt>
                <c:pt idx="3242" formatCode="#,##0.00">
                  <c:v>9.09</c:v>
                </c:pt>
                <c:pt idx="3243" formatCode="#,##0.00">
                  <c:v>9.1199999999999992</c:v>
                </c:pt>
                <c:pt idx="3246" formatCode="#,##0.00">
                  <c:v>9.35</c:v>
                </c:pt>
                <c:pt idx="3247" formatCode="#,##0.00">
                  <c:v>9.5500000000000007</c:v>
                </c:pt>
                <c:pt idx="3248" formatCode="#,##0.00">
                  <c:v>9.36</c:v>
                </c:pt>
                <c:pt idx="3249" formatCode="#,##0.00">
                  <c:v>9.36</c:v>
                </c:pt>
                <c:pt idx="3250" formatCode="#,##0.00">
                  <c:v>9.36</c:v>
                </c:pt>
                <c:pt idx="3253" formatCode="#,##0.00">
                  <c:v>9.1199999999999992</c:v>
                </c:pt>
                <c:pt idx="3254" formatCode="#,##0.00">
                  <c:v>8.7799999999999994</c:v>
                </c:pt>
                <c:pt idx="3255" formatCode="#,##0.00">
                  <c:v>8.83</c:v>
                </c:pt>
                <c:pt idx="3256" formatCode="#,##0.00">
                  <c:v>9.17</c:v>
                </c:pt>
                <c:pt idx="3257" formatCode="#,##0.00">
                  <c:v>9.06</c:v>
                </c:pt>
                <c:pt idx="3260" formatCode="#,##0.00">
                  <c:v>9.08</c:v>
                </c:pt>
                <c:pt idx="3261" formatCode="#,##0.00">
                  <c:v>9.1</c:v>
                </c:pt>
                <c:pt idx="3262" formatCode="#,##0.00">
                  <c:v>8.9600000000000009</c:v>
                </c:pt>
                <c:pt idx="3263" formatCode="#,##0.00">
                  <c:v>8.7899999999999991</c:v>
                </c:pt>
                <c:pt idx="3264" formatCode="#,##0.00">
                  <c:v>8.8699999999999992</c:v>
                </c:pt>
                <c:pt idx="3267" formatCode="#,##0.00">
                  <c:v>8.91</c:v>
                </c:pt>
                <c:pt idx="3268" formatCode="#,##0.00">
                  <c:v>8.89</c:v>
                </c:pt>
                <c:pt idx="3269" formatCode="#,##0.00">
                  <c:v>8.58</c:v>
                </c:pt>
                <c:pt idx="3270" formatCode="#,##0.00">
                  <c:v>8.7200000000000006</c:v>
                </c:pt>
                <c:pt idx="3271" formatCode="#,##0.00">
                  <c:v>8.77</c:v>
                </c:pt>
                <c:pt idx="3274" formatCode="#,##0.00">
                  <c:v>8.8000000000000007</c:v>
                </c:pt>
                <c:pt idx="3275" formatCode="#,##0.00">
                  <c:v>8.98</c:v>
                </c:pt>
                <c:pt idx="3276" formatCode="#,##0.00">
                  <c:v>9.1300000000000008</c:v>
                </c:pt>
                <c:pt idx="3277" formatCode="#,##0.00">
                  <c:v>9.14</c:v>
                </c:pt>
                <c:pt idx="3278" formatCode="#,##0.00">
                  <c:v>9.14</c:v>
                </c:pt>
                <c:pt idx="3281" formatCode="#,##0.00">
                  <c:v>9.0299999999999994</c:v>
                </c:pt>
                <c:pt idx="3282" formatCode="#,##0.00">
                  <c:v>8.85</c:v>
                </c:pt>
                <c:pt idx="3283" formatCode="#,##0.00">
                  <c:v>8.9</c:v>
                </c:pt>
                <c:pt idx="3284" formatCode="#,##0.00">
                  <c:v>8.82</c:v>
                </c:pt>
                <c:pt idx="3285" formatCode="#,##0.00">
                  <c:v>8.82</c:v>
                </c:pt>
                <c:pt idx="3288" formatCode="#,##0.00">
                  <c:v>8.6</c:v>
                </c:pt>
                <c:pt idx="3289" formatCode="#,##0.00">
                  <c:v>8.7200000000000006</c:v>
                </c:pt>
                <c:pt idx="3290" formatCode="#,##0.00">
                  <c:v>8.6300000000000008</c:v>
                </c:pt>
                <c:pt idx="3291" formatCode="#,##0.00">
                  <c:v>8.48</c:v>
                </c:pt>
                <c:pt idx="3292" formatCode="#,##0.00">
                  <c:v>8.6</c:v>
                </c:pt>
                <c:pt idx="3295" formatCode="#,##0.00">
                  <c:v>8.64</c:v>
                </c:pt>
                <c:pt idx="3296" formatCode="#,##0.00">
                  <c:v>8.75</c:v>
                </c:pt>
                <c:pt idx="3297" formatCode="#,##0.00">
                  <c:v>8.6199999999999992</c:v>
                </c:pt>
                <c:pt idx="3298" formatCode="#,##0.00">
                  <c:v>8.51</c:v>
                </c:pt>
                <c:pt idx="3299" formatCode="#,##0.00">
                  <c:v>8.4600000000000009</c:v>
                </c:pt>
                <c:pt idx="3302" formatCode="#,##0.00">
                  <c:v>8.4600000000000009</c:v>
                </c:pt>
                <c:pt idx="3303" formatCode="#,##0.00">
                  <c:v>8.73</c:v>
                </c:pt>
                <c:pt idx="3304" formatCode="#,##0.00">
                  <c:v>9.11</c:v>
                </c:pt>
                <c:pt idx="3305" formatCode="#,##0.00">
                  <c:v>9.0500000000000007</c:v>
                </c:pt>
                <c:pt idx="3306" formatCode="#,##0.00">
                  <c:v>8.94</c:v>
                </c:pt>
                <c:pt idx="3309" formatCode="#,##0.00">
                  <c:v>9.15</c:v>
                </c:pt>
                <c:pt idx="3310" formatCode="#,##0.00">
                  <c:v>9.32</c:v>
                </c:pt>
                <c:pt idx="3311" formatCode="#,##0.00">
                  <c:v>9.14</c:v>
                </c:pt>
                <c:pt idx="3312" formatCode="#,##0.00">
                  <c:v>8.9600000000000009</c:v>
                </c:pt>
                <c:pt idx="3313" formatCode="#,##0.00">
                  <c:v>9.06</c:v>
                </c:pt>
                <c:pt idx="3316" formatCode="#,##0.00">
                  <c:v>8.81</c:v>
                </c:pt>
                <c:pt idx="3317" formatCode="#,##0.00">
                  <c:v>8.83</c:v>
                </c:pt>
                <c:pt idx="3318" formatCode="#,##0.00">
                  <c:v>8.69</c:v>
                </c:pt>
                <c:pt idx="3319" formatCode="#,##0.00">
                  <c:v>8.66</c:v>
                </c:pt>
                <c:pt idx="3320" formatCode="#,##0.00">
                  <c:v>8.7799999999999994</c:v>
                </c:pt>
                <c:pt idx="3323" formatCode="#,##0.00">
                  <c:v>8.83</c:v>
                </c:pt>
                <c:pt idx="3324" formatCode="#,##0.00">
                  <c:v>8.98</c:v>
                </c:pt>
                <c:pt idx="3325" formatCode="#,##0.00">
                  <c:v>9.0399999999999991</c:v>
                </c:pt>
                <c:pt idx="3326" formatCode="#,##0.00">
                  <c:v>8.91</c:v>
                </c:pt>
                <c:pt idx="3327" formatCode="#,##0.00">
                  <c:v>9.17</c:v>
                </c:pt>
                <c:pt idx="3328" formatCode="#,##0.00">
                  <c:v>9.19</c:v>
                </c:pt>
                <c:pt idx="3329" formatCode="#,##0.00">
                  <c:v>8.99</c:v>
                </c:pt>
                <c:pt idx="3330" formatCode="#,##0.00">
                  <c:v>8.9700000000000006</c:v>
                </c:pt>
                <c:pt idx="3331" formatCode="#,##0.00">
                  <c:v>9.15</c:v>
                </c:pt>
                <c:pt idx="3332" formatCode="#,##0.00">
                  <c:v>9.14</c:v>
                </c:pt>
                <c:pt idx="3334" formatCode="#,##0.00">
                  <c:v>9.14</c:v>
                </c:pt>
                <c:pt idx="3335" formatCode="#,##0.00">
                  <c:v>9.61</c:v>
                </c:pt>
                <c:pt idx="3336" formatCode="#,##0.00">
                  <c:v>9.93</c:v>
                </c:pt>
                <c:pt idx="3337" formatCode="#,##0.00">
                  <c:v>10.43</c:v>
                </c:pt>
                <c:pt idx="3338" formatCode="#,##0.00">
                  <c:v>9.6</c:v>
                </c:pt>
                <c:pt idx="3339" formatCode="#,##0.00">
                  <c:v>10.45</c:v>
                </c:pt>
                <c:pt idx="3340" formatCode="#,##0.00">
                  <c:v>11.19</c:v>
                </c:pt>
                <c:pt idx="3346" formatCode="#,##0.00">
                  <c:v>13</c:v>
                </c:pt>
                <c:pt idx="3347" formatCode="#,##0.00">
                  <c:v>11.8</c:v>
                </c:pt>
                <c:pt idx="3348" formatCode="#,##0.00">
                  <c:v>11.98</c:v>
                </c:pt>
                <c:pt idx="3349" formatCode="#,##0.00">
                  <c:v>11.76</c:v>
                </c:pt>
                <c:pt idx="3350" formatCode="#,##0.00">
                  <c:v>12.34</c:v>
                </c:pt>
                <c:pt idx="3351" formatCode="#,##0.00">
                  <c:v>11.49</c:v>
                </c:pt>
                <c:pt idx="3352" formatCode="#,##0.00">
                  <c:v>11.77</c:v>
                </c:pt>
                <c:pt idx="3353" formatCode="#,##0.00">
                  <c:v>11.56</c:v>
                </c:pt>
                <c:pt idx="3356" formatCode="#,##0.00">
                  <c:v>12.11</c:v>
                </c:pt>
                <c:pt idx="3357" formatCode="#,##0.00">
                  <c:v>12.1</c:v>
                </c:pt>
                <c:pt idx="3358" formatCode="#,##0.00">
                  <c:v>11.98</c:v>
                </c:pt>
                <c:pt idx="3359" formatCode="#,##0.00">
                  <c:v>11.83</c:v>
                </c:pt>
                <c:pt idx="3360" formatCode="#,##0.00">
                  <c:v>11.99</c:v>
                </c:pt>
                <c:pt idx="3361" formatCode="#,##0.00">
                  <c:v>11.54</c:v>
                </c:pt>
                <c:pt idx="3362" formatCode="#,##0.00">
                  <c:v>11.11</c:v>
                </c:pt>
                <c:pt idx="3363" formatCode="#,##0.00">
                  <c:v>11.29</c:v>
                </c:pt>
                <c:pt idx="3364" formatCode="#,##0.00">
                  <c:v>11.08</c:v>
                </c:pt>
                <c:pt idx="3365" formatCode="#,##0.00">
                  <c:v>10.81</c:v>
                </c:pt>
                <c:pt idx="3367" formatCode="#,##0.00">
                  <c:v>11.07</c:v>
                </c:pt>
                <c:pt idx="3368" formatCode="#,##0.00">
                  <c:v>11.42</c:v>
                </c:pt>
                <c:pt idx="3369" formatCode="#,##0.00">
                  <c:v>11.35</c:v>
                </c:pt>
                <c:pt idx="3370" formatCode="#,##0.00">
                  <c:v>11.17</c:v>
                </c:pt>
                <c:pt idx="3374" formatCode="#,##0.00">
                  <c:v>11.78</c:v>
                </c:pt>
                <c:pt idx="3375" formatCode="#,##0.00">
                  <c:v>12.01</c:v>
                </c:pt>
                <c:pt idx="3376" formatCode="#,##0.00">
                  <c:v>12.1</c:v>
                </c:pt>
                <c:pt idx="3377" formatCode="#,##0.00">
                  <c:v>11.93</c:v>
                </c:pt>
                <c:pt idx="3378" formatCode="#,##0.00">
                  <c:v>11.93</c:v>
                </c:pt>
                <c:pt idx="3381" formatCode="#,##0.00">
                  <c:v>12.17</c:v>
                </c:pt>
                <c:pt idx="3382" formatCode="#,##0.00">
                  <c:v>11.96</c:v>
                </c:pt>
                <c:pt idx="3383" formatCode="#,##0.00">
                  <c:v>11.82</c:v>
                </c:pt>
                <c:pt idx="3384" formatCode="#,##0.00">
                  <c:v>11.62</c:v>
                </c:pt>
                <c:pt idx="3385" formatCode="#,##0.00">
                  <c:v>11.68</c:v>
                </c:pt>
                <c:pt idx="3388" formatCode="#,##0.00">
                  <c:v>11.56</c:v>
                </c:pt>
                <c:pt idx="3389" formatCode="#,##0.00">
                  <c:v>11.78</c:v>
                </c:pt>
                <c:pt idx="3390" formatCode="#,##0.00">
                  <c:v>11.74</c:v>
                </c:pt>
                <c:pt idx="3391" formatCode="#,##0.00">
                  <c:v>11.68</c:v>
                </c:pt>
                <c:pt idx="3392" formatCode="#,##0.00">
                  <c:v>11.38</c:v>
                </c:pt>
                <c:pt idx="3395" formatCode="#,##0.00">
                  <c:v>11.06</c:v>
                </c:pt>
                <c:pt idx="3396" formatCode="#,##0.00">
                  <c:v>10.94</c:v>
                </c:pt>
                <c:pt idx="3397" formatCode="#,##0.00">
                  <c:v>11.26</c:v>
                </c:pt>
                <c:pt idx="3398" formatCode="#,##0.00">
                  <c:v>11.56</c:v>
                </c:pt>
                <c:pt idx="3399" formatCode="#,##0.00">
                  <c:v>11.57</c:v>
                </c:pt>
                <c:pt idx="3402" formatCode="#,##0.00">
                  <c:v>11.42</c:v>
                </c:pt>
                <c:pt idx="3403" formatCode="#,##0.00">
                  <c:v>11.42</c:v>
                </c:pt>
                <c:pt idx="3404" formatCode="#,##0.00">
                  <c:v>11.65</c:v>
                </c:pt>
                <c:pt idx="3405" formatCode="#,##0.00">
                  <c:v>12.31</c:v>
                </c:pt>
                <c:pt idx="3406" formatCode="#,##0.00">
                  <c:v>12.27</c:v>
                </c:pt>
                <c:pt idx="3409" formatCode="#,##0.00">
                  <c:v>12.27</c:v>
                </c:pt>
                <c:pt idx="3410" formatCode="#,##0.00">
                  <c:v>13.37</c:v>
                </c:pt>
                <c:pt idx="3411" formatCode="#,##0.00">
                  <c:v>12.9</c:v>
                </c:pt>
                <c:pt idx="3412" formatCode="#,##0.00">
                  <c:v>12.6</c:v>
                </c:pt>
                <c:pt idx="3414" formatCode="#,##0.00">
                  <c:v>12.49</c:v>
                </c:pt>
                <c:pt idx="3415" formatCode="#,##0.00">
                  <c:v>12.04</c:v>
                </c:pt>
                <c:pt idx="3416" formatCode="#,##0.00">
                  <c:v>11.98</c:v>
                </c:pt>
                <c:pt idx="3417" formatCode="#,##0.00">
                  <c:v>11.93</c:v>
                </c:pt>
                <c:pt idx="3419" formatCode="#,##0.00">
                  <c:v>12.07</c:v>
                </c:pt>
                <c:pt idx="3420" formatCode="#,##0.00">
                  <c:v>11.37</c:v>
                </c:pt>
                <c:pt idx="3421" formatCode="#,##0.00">
                  <c:v>10.68</c:v>
                </c:pt>
                <c:pt idx="3422" formatCode="#,##0.00">
                  <c:v>10.85</c:v>
                </c:pt>
                <c:pt idx="3423" formatCode="#,##0.00">
                  <c:v>10.67</c:v>
                </c:pt>
                <c:pt idx="3424" formatCode="#,##0.00">
                  <c:v>11.2</c:v>
                </c:pt>
                <c:pt idx="3425" formatCode="#,##0.00">
                  <c:v>10.95</c:v>
                </c:pt>
                <c:pt idx="3426" formatCode="#,##0.00">
                  <c:v>10.98</c:v>
                </c:pt>
                <c:pt idx="3427" formatCode="#,##0.00">
                  <c:v>10.95</c:v>
                </c:pt>
                <c:pt idx="3429" formatCode="#,##0.00">
                  <c:v>10.95</c:v>
                </c:pt>
                <c:pt idx="3430" formatCode="#,##0.00">
                  <c:v>10.75</c:v>
                </c:pt>
                <c:pt idx="3431" formatCode="#,##0.00">
                  <c:v>10.74</c:v>
                </c:pt>
                <c:pt idx="3432" formatCode="#,##0.00">
                  <c:v>11.03</c:v>
                </c:pt>
                <c:pt idx="3433" formatCode="#,##0.00">
                  <c:v>10.59</c:v>
                </c:pt>
                <c:pt idx="3436" formatCode="#,##0.00">
                  <c:v>10.59</c:v>
                </c:pt>
                <c:pt idx="3437" formatCode="#,##0.00">
                  <c:v>10</c:v>
                </c:pt>
                <c:pt idx="3438" formatCode="#,##0.00">
                  <c:v>9.9600000000000009</c:v>
                </c:pt>
                <c:pt idx="3439" formatCode="#,##0.00">
                  <c:v>9.5500000000000007</c:v>
                </c:pt>
                <c:pt idx="3440" formatCode="#,##0.00">
                  <c:v>9.41</c:v>
                </c:pt>
                <c:pt idx="3443" formatCode="#,##0.00">
                  <c:v>9.2100000000000009</c:v>
                </c:pt>
                <c:pt idx="3444" formatCode="#,##0.00">
                  <c:v>9.39</c:v>
                </c:pt>
                <c:pt idx="3445" formatCode="#,##0.00">
                  <c:v>9.33</c:v>
                </c:pt>
                <c:pt idx="3446" formatCode="#,##0.00">
                  <c:v>8.86</c:v>
                </c:pt>
                <c:pt idx="3447" formatCode="#,##0.00">
                  <c:v>8.5</c:v>
                </c:pt>
                <c:pt idx="3450" formatCode="#,##0.00">
                  <c:v>8.5</c:v>
                </c:pt>
                <c:pt idx="3451" formatCode="#,##0.00">
                  <c:v>8.1199999999999992</c:v>
                </c:pt>
                <c:pt idx="3452" formatCode="#,##0.00">
                  <c:v>8.11</c:v>
                </c:pt>
                <c:pt idx="3453" formatCode="#,##0.00">
                  <c:v>8.43</c:v>
                </c:pt>
                <c:pt idx="3454" formatCode="#,##0.00">
                  <c:v>8.98</c:v>
                </c:pt>
                <c:pt idx="3457" formatCode="#,##0.00">
                  <c:v>8.6199999999999992</c:v>
                </c:pt>
                <c:pt idx="3458" formatCode="#,##0.00">
                  <c:v>8.1999999999999993</c:v>
                </c:pt>
                <c:pt idx="3459" formatCode="#,##0.00">
                  <c:v>8.17</c:v>
                </c:pt>
                <c:pt idx="3460" formatCode="#,##0.00">
                  <c:v>8.2899999999999991</c:v>
                </c:pt>
                <c:pt idx="3461" formatCode="#,##0.00">
                  <c:v>8.2899999999999991</c:v>
                </c:pt>
                <c:pt idx="3464" formatCode="#,##0.00">
                  <c:v>8.2899999999999991</c:v>
                </c:pt>
                <c:pt idx="3465" formatCode="#,##0.00">
                  <c:v>8.69</c:v>
                </c:pt>
                <c:pt idx="3466" formatCode="#,##0.00">
                  <c:v>8.76</c:v>
                </c:pt>
                <c:pt idx="3467" formatCode="#,##0.00">
                  <c:v>8.6300000000000008</c:v>
                </c:pt>
                <c:pt idx="3468" formatCode="#,##0.00">
                  <c:v>8.1300000000000008</c:v>
                </c:pt>
                <c:pt idx="3471" formatCode="#,##0.00">
                  <c:v>8.24</c:v>
                </c:pt>
                <c:pt idx="3472" formatCode="#,##0.00">
                  <c:v>8.58</c:v>
                </c:pt>
                <c:pt idx="3473" formatCode="#,##0.00">
                  <c:v>8.4499999999999993</c:v>
                </c:pt>
                <c:pt idx="3474" formatCode="#,##0.00">
                  <c:v>8.7100000000000009</c:v>
                </c:pt>
                <c:pt idx="3475" formatCode="#,##0.00">
                  <c:v>8.6199999999999992</c:v>
                </c:pt>
                <c:pt idx="3478" formatCode="#,##0.00">
                  <c:v>8.7200000000000006</c:v>
                </c:pt>
                <c:pt idx="3479" formatCode="#,##0.00">
                  <c:v>8.4700000000000006</c:v>
                </c:pt>
                <c:pt idx="3480" formatCode="#,##0.00">
                  <c:v>8.36</c:v>
                </c:pt>
                <c:pt idx="3481" formatCode="#,##0.00">
                  <c:v>8.5399999999999991</c:v>
                </c:pt>
                <c:pt idx="3482" formatCode="#,##0.00">
                  <c:v>8.48</c:v>
                </c:pt>
                <c:pt idx="3485" formatCode="#,##0.00">
                  <c:v>8.52</c:v>
                </c:pt>
                <c:pt idx="3486" formatCode="#,##0.00">
                  <c:v>8.5299999999999994</c:v>
                </c:pt>
                <c:pt idx="3487" formatCode="#,##0.00">
                  <c:v>8.7200000000000006</c:v>
                </c:pt>
                <c:pt idx="3488" formatCode="#,##0.00">
                  <c:v>8.83</c:v>
                </c:pt>
                <c:pt idx="3489" formatCode="#,##0.00">
                  <c:v>8.7799999999999994</c:v>
                </c:pt>
                <c:pt idx="3492" formatCode="#,##0.00">
                  <c:v>8.73</c:v>
                </c:pt>
                <c:pt idx="3493" formatCode="#,##0.00">
                  <c:v>8.59</c:v>
                </c:pt>
                <c:pt idx="3494" formatCode="#,##0.00">
                  <c:v>8.36</c:v>
                </c:pt>
                <c:pt idx="3495" formatCode="#,##0.00">
                  <c:v>8.0399999999999991</c:v>
                </c:pt>
                <c:pt idx="3496" formatCode="#,##0.00">
                  <c:v>8.26</c:v>
                </c:pt>
                <c:pt idx="3499" formatCode="#,##0.00">
                  <c:v>8.43</c:v>
                </c:pt>
                <c:pt idx="3500" formatCode="#,##0.00">
                  <c:v>8.56</c:v>
                </c:pt>
                <c:pt idx="3501" formatCode="#,##0.00">
                  <c:v>8.68</c:v>
                </c:pt>
                <c:pt idx="3502" formatCode="#,##0.00">
                  <c:v>8.43</c:v>
                </c:pt>
                <c:pt idx="3503" formatCode="#,##0.00">
                  <c:v>8.58</c:v>
                </c:pt>
                <c:pt idx="3506" formatCode="#,##0.00">
                  <c:v>8.93</c:v>
                </c:pt>
                <c:pt idx="3507" formatCode="#,##0.00">
                  <c:v>8.93</c:v>
                </c:pt>
                <c:pt idx="3508" formatCode="#,##0.00">
                  <c:v>8.93</c:v>
                </c:pt>
                <c:pt idx="3509" formatCode="#,##0.00">
                  <c:v>8.73</c:v>
                </c:pt>
                <c:pt idx="3510" formatCode="#,##0.00">
                  <c:v>8.9</c:v>
                </c:pt>
                <c:pt idx="3513" formatCode="#,##0.00">
                  <c:v>8.9</c:v>
                </c:pt>
                <c:pt idx="3514" formatCode="#,##0.00">
                  <c:v>8.9600000000000009</c:v>
                </c:pt>
                <c:pt idx="3515" formatCode="#,##0.00">
                  <c:v>9.23</c:v>
                </c:pt>
                <c:pt idx="3516" formatCode="#,##0.00">
                  <c:v>8.8800000000000008</c:v>
                </c:pt>
                <c:pt idx="3517" formatCode="#,##0.00">
                  <c:v>9.2899999999999991</c:v>
                </c:pt>
                <c:pt idx="3520" formatCode="#,##0.00">
                  <c:v>9.27</c:v>
                </c:pt>
                <c:pt idx="3521" formatCode="#,##0.00">
                  <c:v>9.2799999999999994</c:v>
                </c:pt>
                <c:pt idx="3522" formatCode="#,##0.00">
                  <c:v>9.4</c:v>
                </c:pt>
                <c:pt idx="3523" formatCode="#,##0.00">
                  <c:v>9.1300000000000008</c:v>
                </c:pt>
                <c:pt idx="3524" formatCode="#,##0.00">
                  <c:v>9.2799999999999994</c:v>
                </c:pt>
                <c:pt idx="3527" formatCode="#,##0.00">
                  <c:v>8.98</c:v>
                </c:pt>
                <c:pt idx="3528" formatCode="#,##0.00">
                  <c:v>9.6199999999999992</c:v>
                </c:pt>
                <c:pt idx="3529" formatCode="#,##0.00">
                  <c:v>9.83</c:v>
                </c:pt>
                <c:pt idx="3530" formatCode="#,##0.00">
                  <c:v>9.9</c:v>
                </c:pt>
                <c:pt idx="3531" formatCode="#,##0.00">
                  <c:v>9.59</c:v>
                </c:pt>
                <c:pt idx="3534" formatCode="#,##0.00">
                  <c:v>9.3699999999999992</c:v>
                </c:pt>
                <c:pt idx="3535" formatCode="#,##0.00">
                  <c:v>9.51</c:v>
                </c:pt>
                <c:pt idx="3536" formatCode="#,##0.00">
                  <c:v>9.83</c:v>
                </c:pt>
                <c:pt idx="3537" formatCode="#,##0.00">
                  <c:v>9.76</c:v>
                </c:pt>
                <c:pt idx="3541" formatCode="#,##0.00">
                  <c:v>9.9600000000000009</c:v>
                </c:pt>
                <c:pt idx="3542" formatCode="#,##0.00">
                  <c:v>9.8699999999999992</c:v>
                </c:pt>
                <c:pt idx="3543" formatCode="#,##0.00">
                  <c:v>9.86</c:v>
                </c:pt>
                <c:pt idx="3544" formatCode="#,##0.00">
                  <c:v>9.6300000000000008</c:v>
                </c:pt>
                <c:pt idx="3545" formatCode="#,##0.00">
                  <c:v>9.69</c:v>
                </c:pt>
                <c:pt idx="3548" formatCode="#,##0.00">
                  <c:v>10.26</c:v>
                </c:pt>
                <c:pt idx="3549" formatCode="#,##0.00">
                  <c:v>9.89</c:v>
                </c:pt>
                <c:pt idx="3550" formatCode="#,##0.00">
                  <c:v>9.7100000000000009</c:v>
                </c:pt>
                <c:pt idx="3551" formatCode="#,##0.00">
                  <c:v>9.81</c:v>
                </c:pt>
                <c:pt idx="3552" formatCode="#,##0.00">
                  <c:v>9.48</c:v>
                </c:pt>
                <c:pt idx="3555" formatCode="#,##0.00">
                  <c:v>9.49</c:v>
                </c:pt>
                <c:pt idx="3556" formatCode="#,##0.00">
                  <c:v>9.3800000000000008</c:v>
                </c:pt>
                <c:pt idx="3557" formatCode="#,##0.00">
                  <c:v>9.3000000000000007</c:v>
                </c:pt>
                <c:pt idx="3558" formatCode="#,##0.00">
                  <c:v>9.3800000000000008</c:v>
                </c:pt>
                <c:pt idx="3559" formatCode="#,##0.00">
                  <c:v>9.39</c:v>
                </c:pt>
                <c:pt idx="3562" formatCode="#,##0.00">
                  <c:v>9.27</c:v>
                </c:pt>
                <c:pt idx="3563" formatCode="#,##0.00">
                  <c:v>9.23</c:v>
                </c:pt>
                <c:pt idx="3564" formatCode="#,##0.00">
                  <c:v>9.2899999999999991</c:v>
                </c:pt>
                <c:pt idx="3565" formatCode="#,##0.00">
                  <c:v>9.27</c:v>
                </c:pt>
                <c:pt idx="3566" formatCode="#,##0.00">
                  <c:v>9.18</c:v>
                </c:pt>
                <c:pt idx="3569" formatCode="#,##0.00">
                  <c:v>9.7100000000000009</c:v>
                </c:pt>
                <c:pt idx="3570" formatCode="#,##0.00">
                  <c:v>10</c:v>
                </c:pt>
                <c:pt idx="3571" formatCode="#,##0.00">
                  <c:v>9.44</c:v>
                </c:pt>
                <c:pt idx="3572" formatCode="#,##0.00">
                  <c:v>9.3800000000000008</c:v>
                </c:pt>
                <c:pt idx="3573" formatCode="#,##0.00">
                  <c:v>9.4600000000000009</c:v>
                </c:pt>
                <c:pt idx="3576" formatCode="#,##0.00">
                  <c:v>9.44</c:v>
                </c:pt>
                <c:pt idx="3577" formatCode="#,##0.00">
                  <c:v>9.26</c:v>
                </c:pt>
                <c:pt idx="3578" formatCode="#,##0.00">
                  <c:v>9.0399999999999991</c:v>
                </c:pt>
                <c:pt idx="3579" formatCode="#,##0.00">
                  <c:v>9.0500000000000007</c:v>
                </c:pt>
                <c:pt idx="3580" formatCode="#,##0.00">
                  <c:v>9.16</c:v>
                </c:pt>
                <c:pt idx="3583" formatCode="#,##0.00">
                  <c:v>9.1999999999999993</c:v>
                </c:pt>
                <c:pt idx="3584" formatCode="#,##0.00">
                  <c:v>9.3000000000000007</c:v>
                </c:pt>
                <c:pt idx="3585" formatCode="#,##0.00">
                  <c:v>9.19</c:v>
                </c:pt>
                <c:pt idx="3586" formatCode="#,##0.00">
                  <c:v>9.09</c:v>
                </c:pt>
                <c:pt idx="3587" formatCode="#,##0.00">
                  <c:v>9.0500000000000007</c:v>
                </c:pt>
                <c:pt idx="3590" formatCode="#,##0.00">
                  <c:v>9.01</c:v>
                </c:pt>
                <c:pt idx="3591" formatCode="#,##0.00">
                  <c:v>8.93</c:v>
                </c:pt>
                <c:pt idx="3592" formatCode="#,##0.00">
                  <c:v>8.9499999999999993</c:v>
                </c:pt>
                <c:pt idx="3594" formatCode="#,##0.00">
                  <c:v>8.9499999999999993</c:v>
                </c:pt>
                <c:pt idx="3597" formatCode="#,##0.00">
                  <c:v>8.59</c:v>
                </c:pt>
                <c:pt idx="3598" formatCode="#,##0.00">
                  <c:v>8.6</c:v>
                </c:pt>
                <c:pt idx="3599" formatCode="#,##0.00">
                  <c:v>8.73</c:v>
                </c:pt>
                <c:pt idx="3600" formatCode="#,##0.00">
                  <c:v>8.81</c:v>
                </c:pt>
                <c:pt idx="3601" formatCode="#,##0.00">
                  <c:v>8.64</c:v>
                </c:pt>
                <c:pt idx="3604" formatCode="#,##0.00">
                  <c:v>8.42</c:v>
                </c:pt>
                <c:pt idx="3605" formatCode="#,##0.00">
                  <c:v>8.32</c:v>
                </c:pt>
                <c:pt idx="3606" formatCode="#,##0.00">
                  <c:v>8.5299999999999994</c:v>
                </c:pt>
                <c:pt idx="3607" formatCode="#,##0.00">
                  <c:v>8.5</c:v>
                </c:pt>
                <c:pt idx="3608" formatCode="#,##0.00">
                  <c:v>8.3800000000000008</c:v>
                </c:pt>
                <c:pt idx="3611" formatCode="#,##0.00">
                  <c:v>8.58</c:v>
                </c:pt>
                <c:pt idx="3612" formatCode="#,##0.00">
                  <c:v>8.5399999999999991</c:v>
                </c:pt>
                <c:pt idx="3613" formatCode="#,##0.00">
                  <c:v>8.5299999999999994</c:v>
                </c:pt>
                <c:pt idx="3639" formatCode="@">
                  <c:v>8.51</c:v>
                </c:pt>
                <c:pt idx="3640" formatCode="@">
                  <c:v>8.4</c:v>
                </c:pt>
                <c:pt idx="3641" formatCode="@">
                  <c:v>8.49</c:v>
                </c:pt>
                <c:pt idx="3642" formatCode="@">
                  <c:v>8.52</c:v>
                </c:pt>
                <c:pt idx="3646" formatCode="#,##0.00_ ">
                  <c:v>8.5299999999999994</c:v>
                </c:pt>
                <c:pt idx="3647" formatCode="#,##0.00_ ">
                  <c:v>8.61</c:v>
                </c:pt>
                <c:pt idx="3648" formatCode="#,##0.00_ ">
                  <c:v>8.52</c:v>
                </c:pt>
                <c:pt idx="3649" formatCode="#,##0.00_ ">
                  <c:v>8.44</c:v>
                </c:pt>
                <c:pt idx="3651" formatCode="#,##0.00_ ">
                  <c:v>8.2899999999999991</c:v>
                </c:pt>
                <c:pt idx="3652" formatCode="#,##0.00_ ">
                  <c:v>8.44</c:v>
                </c:pt>
                <c:pt idx="3653" formatCode="#,##0.00_ ">
                  <c:v>8.51</c:v>
                </c:pt>
                <c:pt idx="3654" formatCode="#,##0.00_ ">
                  <c:v>8.6199999999999992</c:v>
                </c:pt>
                <c:pt idx="3655" formatCode="#,##0.00_ ">
                  <c:v>8.59</c:v>
                </c:pt>
                <c:pt idx="3658" formatCode="#,##0.00_ ">
                  <c:v>8.6199999999999992</c:v>
                </c:pt>
                <c:pt idx="3659" formatCode="#,##0.00_ ">
                  <c:v>8.7100000000000009</c:v>
                </c:pt>
                <c:pt idx="3660" formatCode="#,##0.00_ ">
                  <c:v>8.59</c:v>
                </c:pt>
                <c:pt idx="3661" formatCode="#,##0.00_ ">
                  <c:v>8.5399999999999991</c:v>
                </c:pt>
                <c:pt idx="3663" formatCode="#,##0.00_ ">
                  <c:v>8.5</c:v>
                </c:pt>
                <c:pt idx="3664" formatCode="#,##0.00_ ">
                  <c:v>8.49</c:v>
                </c:pt>
                <c:pt idx="3665" formatCode="#,##0.00_ ">
                  <c:v>8.64</c:v>
                </c:pt>
                <c:pt idx="3666" formatCode="#,##0.00_ ">
                  <c:v>8.57</c:v>
                </c:pt>
                <c:pt idx="3668" formatCode="#,##0.00_ ">
                  <c:v>8.91</c:v>
                </c:pt>
                <c:pt idx="3669" formatCode="#,##0.00_ ">
                  <c:v>8.8000000000000007</c:v>
                </c:pt>
                <c:pt idx="3670" formatCode="#,##0.00_ ">
                  <c:v>8.64</c:v>
                </c:pt>
                <c:pt idx="3671" formatCode="#,##0.00_ ">
                  <c:v>8.59</c:v>
                </c:pt>
                <c:pt idx="3673" formatCode="#,##0.00_ ">
                  <c:v>8.6</c:v>
                </c:pt>
                <c:pt idx="3674" formatCode="#,##0.00_ ">
                  <c:v>8.4499999999999993</c:v>
                </c:pt>
                <c:pt idx="3675" formatCode="#,##0.00_ ">
                  <c:v>8.31</c:v>
                </c:pt>
                <c:pt idx="3676" formatCode="#,##0.00_ ">
                  <c:v>8.33</c:v>
                </c:pt>
                <c:pt idx="3678" formatCode="#,##0.00_ ">
                  <c:v>7.9</c:v>
                </c:pt>
                <c:pt idx="3679" formatCode="#,##0.00_ ">
                  <c:v>7.86</c:v>
                </c:pt>
                <c:pt idx="3680" formatCode="#,##0.00_ ">
                  <c:v>7.91</c:v>
                </c:pt>
                <c:pt idx="3681" formatCode="#,##0.00_ ">
                  <c:v>7.96</c:v>
                </c:pt>
                <c:pt idx="3683" formatCode="#,##0.00_ ">
                  <c:v>7.77</c:v>
                </c:pt>
                <c:pt idx="3684" formatCode="#,##0.00_ ">
                  <c:v>7.79</c:v>
                </c:pt>
                <c:pt idx="3685" formatCode="#,##0.00_ ">
                  <c:v>7.69</c:v>
                </c:pt>
                <c:pt idx="3686" formatCode="#,##0.00_ ">
                  <c:v>7.48</c:v>
                </c:pt>
                <c:pt idx="3688" formatCode="#,##0.00_ ">
                  <c:v>7.63</c:v>
                </c:pt>
                <c:pt idx="3689" formatCode="#,##0.00_ ">
                  <c:v>7.76</c:v>
                </c:pt>
                <c:pt idx="3690" formatCode="#,##0.00_ ">
                  <c:v>7.82</c:v>
                </c:pt>
                <c:pt idx="3691" formatCode="#,##0.00_ ">
                  <c:v>7.78</c:v>
                </c:pt>
                <c:pt idx="3693" formatCode="#,##0.00_ ">
                  <c:v>7.8</c:v>
                </c:pt>
                <c:pt idx="3694" formatCode="#,##0.00_ ">
                  <c:v>7.63</c:v>
                </c:pt>
                <c:pt idx="3695" formatCode="#,##0.00_ ">
                  <c:v>7.43</c:v>
                </c:pt>
                <c:pt idx="3696" formatCode="#,##0.00_ ">
                  <c:v>7.41</c:v>
                </c:pt>
                <c:pt idx="3698" formatCode="#,##0.00_ ">
                  <c:v>7.68</c:v>
                </c:pt>
                <c:pt idx="3699" formatCode="#,##0.00_ ">
                  <c:v>7.77</c:v>
                </c:pt>
                <c:pt idx="3700" formatCode="#,##0.00_ ">
                  <c:v>7.84</c:v>
                </c:pt>
                <c:pt idx="3701" formatCode="#,##0.00_ ">
                  <c:v>7.72</c:v>
                </c:pt>
                <c:pt idx="3703" formatCode="#,##0.00_ ">
                  <c:v>7.73</c:v>
                </c:pt>
                <c:pt idx="3704" formatCode="#,##0.00_ ">
                  <c:v>7.72</c:v>
                </c:pt>
                <c:pt idx="3705" formatCode="#,##0.00_ ">
                  <c:v>7.62</c:v>
                </c:pt>
                <c:pt idx="3706" formatCode="#,##0.00_ ">
                  <c:v>7.56</c:v>
                </c:pt>
                <c:pt idx="3708" formatCode="#,##0.00_ ">
                  <c:v>7.59</c:v>
                </c:pt>
                <c:pt idx="3709" formatCode="#,##0.00_ ">
                  <c:v>7.54</c:v>
                </c:pt>
                <c:pt idx="3710" formatCode="#,##0.00_ ">
                  <c:v>7.6</c:v>
                </c:pt>
                <c:pt idx="3711" formatCode="#,##0.00_ ">
                  <c:v>7.61</c:v>
                </c:pt>
                <c:pt idx="3713" formatCode="#,##0.00_ ">
                  <c:v>7.91</c:v>
                </c:pt>
                <c:pt idx="3714" formatCode="#,##0.00_ ">
                  <c:v>7.92</c:v>
                </c:pt>
                <c:pt idx="3715" formatCode="#,##0.00_ ">
                  <c:v>7.71</c:v>
                </c:pt>
                <c:pt idx="3716" formatCode="#,##0.00_ ">
                  <c:v>7.57</c:v>
                </c:pt>
                <c:pt idx="3717" formatCode="#,##0.00_ ">
                  <c:v>7.51</c:v>
                </c:pt>
                <c:pt idx="3719" formatCode="#,##0.00_ ">
                  <c:v>7.33</c:v>
                </c:pt>
                <c:pt idx="3720" formatCode="#,##0.00_ ">
                  <c:v>7.28</c:v>
                </c:pt>
                <c:pt idx="3721" formatCode="#,##0.00_ ">
                  <c:v>7.17</c:v>
                </c:pt>
                <c:pt idx="3722" formatCode="#,##0.00_ ">
                  <c:v>7.04</c:v>
                </c:pt>
                <c:pt idx="3723" formatCode="#,##0.00_ ">
                  <c:v>7.09</c:v>
                </c:pt>
                <c:pt idx="3725" formatCode="#,##0.00_ ">
                  <c:v>6.78</c:v>
                </c:pt>
                <c:pt idx="3726" formatCode="#,##0.00_ ">
                  <c:v>6.7</c:v>
                </c:pt>
                <c:pt idx="3727" formatCode="#,##0.00_ ">
                  <c:v>7.01</c:v>
                </c:pt>
                <c:pt idx="3728" formatCode="#,##0.00_ ">
                  <c:v>7.04</c:v>
                </c:pt>
                <c:pt idx="3729" formatCode="#,##0.00_ ">
                  <c:v>7.21</c:v>
                </c:pt>
                <c:pt idx="3731" formatCode="#,##0.00_ ">
                  <c:v>7.15</c:v>
                </c:pt>
                <c:pt idx="3732" formatCode="#,##0.00_ ">
                  <c:v>7.05</c:v>
                </c:pt>
                <c:pt idx="3733" formatCode="#,##0.00_ ">
                  <c:v>7.03</c:v>
                </c:pt>
                <c:pt idx="3734" formatCode="#,##0.00_ ">
                  <c:v>6.89</c:v>
                </c:pt>
                <c:pt idx="3736" formatCode="#,##0.00_ ">
                  <c:v>7.03</c:v>
                </c:pt>
                <c:pt idx="3737" formatCode="#,##0.00_ ">
                  <c:v>6.99</c:v>
                </c:pt>
                <c:pt idx="3738" formatCode="#,##0.00_ ">
                  <c:v>6.65</c:v>
                </c:pt>
                <c:pt idx="3739" formatCode="#,##0.00_ ">
                  <c:v>6.51</c:v>
                </c:pt>
                <c:pt idx="3742" formatCode="#,##0.00_ ">
                  <c:v>6.44</c:v>
                </c:pt>
                <c:pt idx="3743" formatCode="#,##0.00_ ">
                  <c:v>6.44</c:v>
                </c:pt>
                <c:pt idx="3744" formatCode="#,##0.00_ ">
                  <c:v>6.44</c:v>
                </c:pt>
                <c:pt idx="3745" formatCode="#,##0.00_ ">
                  <c:v>6.44</c:v>
                </c:pt>
                <c:pt idx="3747" formatCode="#,##0.00_ ">
                  <c:v>6.44</c:v>
                </c:pt>
                <c:pt idx="3748" formatCode="#,##0.00_ ">
                  <c:v>6.44</c:v>
                </c:pt>
                <c:pt idx="3749" formatCode="#,##0.00_ ">
                  <c:v>6.44</c:v>
                </c:pt>
                <c:pt idx="3750" formatCode="#,##0.00_ ">
                  <c:v>6.45</c:v>
                </c:pt>
                <c:pt idx="3751" formatCode="#,##0.00_ ">
                  <c:v>6.53</c:v>
                </c:pt>
                <c:pt idx="3752" formatCode="#,##0.00_ ">
                  <c:v>6.53</c:v>
                </c:pt>
                <c:pt idx="3753" formatCode="#,##0.00_ ">
                  <c:v>6.53</c:v>
                </c:pt>
                <c:pt idx="3754" formatCode="#,##0.00_ ">
                  <c:v>6.58</c:v>
                </c:pt>
                <c:pt idx="3755" formatCode="#,##0.00_ ">
                  <c:v>6.62</c:v>
                </c:pt>
                <c:pt idx="3756" formatCode="#,##0.00_ ">
                  <c:v>6.51</c:v>
                </c:pt>
                <c:pt idx="3757" formatCode="#,##0.00_ ">
                  <c:v>6.61</c:v>
                </c:pt>
                <c:pt idx="3760" formatCode="0.00_ ">
                  <c:v>6.68</c:v>
                </c:pt>
                <c:pt idx="3761" formatCode="0.00_ ">
                  <c:v>6.69</c:v>
                </c:pt>
                <c:pt idx="3762" formatCode="0.00_ ">
                  <c:v>6.63</c:v>
                </c:pt>
                <c:pt idx="3763" formatCode="0.00_ ">
                  <c:v>6.94</c:v>
                </c:pt>
                <c:pt idx="3765" formatCode="#,##0.00_ ">
                  <c:v>7.2</c:v>
                </c:pt>
                <c:pt idx="3766" formatCode="#,##0.00_ ">
                  <c:v>7.28</c:v>
                </c:pt>
                <c:pt idx="3767" formatCode="#,##0.00_ ">
                  <c:v>7.67</c:v>
                </c:pt>
                <c:pt idx="3768" formatCode="#,##0.00_ ">
                  <c:v>7.71</c:v>
                </c:pt>
                <c:pt idx="3770" formatCode="#,##0.00_ ">
                  <c:v>7.57</c:v>
                </c:pt>
                <c:pt idx="3771" formatCode="#,##0.00_ ">
                  <c:v>7.17</c:v>
                </c:pt>
                <c:pt idx="3772" formatCode="#,##0.00_ ">
                  <c:v>6.88</c:v>
                </c:pt>
                <c:pt idx="3773" formatCode="#,##0.00_ ">
                  <c:v>6.85</c:v>
                </c:pt>
                <c:pt idx="3775" formatCode="#,##0.00_ ">
                  <c:v>6.68</c:v>
                </c:pt>
                <c:pt idx="3776" formatCode="#,##0.00_ ">
                  <c:v>6.68</c:v>
                </c:pt>
                <c:pt idx="3777" formatCode="#,##0.00_ ">
                  <c:v>7.01</c:v>
                </c:pt>
                <c:pt idx="3778" formatCode="#,##0.00_ ">
                  <c:v>7.01</c:v>
                </c:pt>
                <c:pt idx="3780" formatCode="#,##0.00_ ">
                  <c:v>6.76</c:v>
                </c:pt>
                <c:pt idx="3781" formatCode="#,##0.00_ ">
                  <c:v>6.89</c:v>
                </c:pt>
                <c:pt idx="3782" formatCode="#,##0.00_ ">
                  <c:v>6.47</c:v>
                </c:pt>
                <c:pt idx="3783" formatCode="#,##0.00_ ">
                  <c:v>6.54</c:v>
                </c:pt>
                <c:pt idx="3784" formatCode="#,##0.00_ ">
                  <c:v>6.76</c:v>
                </c:pt>
                <c:pt idx="3785" formatCode="#,##0.00_ ">
                  <c:v>6.76</c:v>
                </c:pt>
                <c:pt idx="3789" formatCode="#,##0.00_ ">
                  <c:v>6.76</c:v>
                </c:pt>
                <c:pt idx="3791" formatCode="#,##0.00_ ">
                  <c:v>6.76</c:v>
                </c:pt>
                <c:pt idx="3792" formatCode="#,##0.00_ ">
                  <c:v>6.76</c:v>
                </c:pt>
                <c:pt idx="3793" formatCode="#,##0.00_ ">
                  <c:v>6.76</c:v>
                </c:pt>
                <c:pt idx="3794" formatCode="#,##0.00_ ">
                  <c:v>6.76</c:v>
                </c:pt>
                <c:pt idx="3795" formatCode="#,##0.00_ ">
                  <c:v>6.76</c:v>
                </c:pt>
                <c:pt idx="3796" formatCode="#,##0.00_ ">
                  <c:v>6.76</c:v>
                </c:pt>
                <c:pt idx="3797" formatCode="#,##0.00_ ">
                  <c:v>6.76</c:v>
                </c:pt>
                <c:pt idx="3798" formatCode="#,##0.00_ ">
                  <c:v>6.76</c:v>
                </c:pt>
                <c:pt idx="3799" formatCode="#,##0.00_ ">
                  <c:v>6.76</c:v>
                </c:pt>
                <c:pt idx="3802" formatCode="#,##0.00_ ">
                  <c:v>6.76</c:v>
                </c:pt>
                <c:pt idx="3803" formatCode="#,##0.00_ ">
                  <c:v>6.71</c:v>
                </c:pt>
                <c:pt idx="3804" formatCode="#,##0.00_ ">
                  <c:v>6.49</c:v>
                </c:pt>
                <c:pt idx="3805" formatCode="#,##0.00_ ">
                  <c:v>6.52</c:v>
                </c:pt>
                <c:pt idx="3806" formatCode="#,##0.00_ ">
                  <c:v>6.41</c:v>
                </c:pt>
                <c:pt idx="3809" formatCode="#,##0.00_ ">
                  <c:v>6.3</c:v>
                </c:pt>
                <c:pt idx="3810" formatCode="#,##0.00_ ">
                  <c:v>6.3</c:v>
                </c:pt>
                <c:pt idx="3811" formatCode="#,##0.00_ ">
                  <c:v>6.12</c:v>
                </c:pt>
                <c:pt idx="3812" formatCode="#,##0.00_ ">
                  <c:v>6.04</c:v>
                </c:pt>
                <c:pt idx="3813" formatCode="#,##0.00_ ">
                  <c:v>6.28</c:v>
                </c:pt>
                <c:pt idx="3816" formatCode="#,##0.00_ ">
                  <c:v>6.14</c:v>
                </c:pt>
                <c:pt idx="3817" formatCode="#,##0.00_ ">
                  <c:v>6.21</c:v>
                </c:pt>
                <c:pt idx="3818" formatCode="#,##0.00_ ">
                  <c:v>6.32</c:v>
                </c:pt>
                <c:pt idx="3819" formatCode="#,##0.00_ ">
                  <c:v>6.23</c:v>
                </c:pt>
                <c:pt idx="3820" formatCode="#,##0.00_ ">
                  <c:v>6.13</c:v>
                </c:pt>
                <c:pt idx="3823" formatCode="#,##0.00_ ">
                  <c:v>6.07</c:v>
                </c:pt>
                <c:pt idx="3824" formatCode="#,##0.00_ ">
                  <c:v>5.89</c:v>
                </c:pt>
                <c:pt idx="3825" formatCode="#,##0.00_ ">
                  <c:v>5.96</c:v>
                </c:pt>
                <c:pt idx="3826" formatCode="#,##0.00_ ">
                  <c:v>5.92</c:v>
                </c:pt>
                <c:pt idx="3827" formatCode="#,##0.00_ ">
                  <c:v>6.07</c:v>
                </c:pt>
                <c:pt idx="3830" formatCode="#,##0.00_ ">
                  <c:v>6.07</c:v>
                </c:pt>
                <c:pt idx="3831" formatCode="#,##0.00_ ">
                  <c:v>6.12</c:v>
                </c:pt>
                <c:pt idx="3832" formatCode="#,##0.00_ ">
                  <c:v>6.2</c:v>
                </c:pt>
                <c:pt idx="3833" formatCode="#,##0.00_ ">
                  <c:v>6.11</c:v>
                </c:pt>
                <c:pt idx="3834" formatCode="#,##0.00_ ">
                  <c:v>6.07</c:v>
                </c:pt>
                <c:pt idx="3837" formatCode="#,##0.00_ ">
                  <c:v>5.95</c:v>
                </c:pt>
                <c:pt idx="3838" formatCode="#,##0.00_ ">
                  <c:v>6</c:v>
                </c:pt>
                <c:pt idx="3839" formatCode="#,##0.00_ ">
                  <c:v>6.08</c:v>
                </c:pt>
                <c:pt idx="3840" formatCode="#,##0.00_ ">
                  <c:v>6.07</c:v>
                </c:pt>
                <c:pt idx="3841" formatCode="#,##0.00_ ">
                  <c:v>6.44</c:v>
                </c:pt>
                <c:pt idx="3844" formatCode="#,##0.00_ ">
                  <c:v>6.31</c:v>
                </c:pt>
                <c:pt idx="3845" formatCode="#,##0.00_ ">
                  <c:v>6.23</c:v>
                </c:pt>
                <c:pt idx="3846" formatCode="#,##0.00_ ">
                  <c:v>6.28</c:v>
                </c:pt>
                <c:pt idx="3847" formatCode="#,##0.00_ ">
                  <c:v>6.15</c:v>
                </c:pt>
                <c:pt idx="3848" formatCode="#,##0.00_ ">
                  <c:v>6.19</c:v>
                </c:pt>
                <c:pt idx="3851" formatCode="#,##0.00_ ">
                  <c:v>6.28</c:v>
                </c:pt>
                <c:pt idx="3852" formatCode="#,##0.00_ ">
                  <c:v>6.28</c:v>
                </c:pt>
                <c:pt idx="3853" formatCode="#,##0.00_ ">
                  <c:v>6.19</c:v>
                </c:pt>
                <c:pt idx="3854" formatCode="#,##0.00_ ">
                  <c:v>6.18</c:v>
                </c:pt>
                <c:pt idx="3855" formatCode="#,##0.00_ ">
                  <c:v>5.81</c:v>
                </c:pt>
                <c:pt idx="3862" formatCode="#,##0.00_ ">
                  <c:v>6.13</c:v>
                </c:pt>
                <c:pt idx="3865" formatCode="@">
                  <c:v>6.17</c:v>
                </c:pt>
                <c:pt idx="3866" formatCode="@">
                  <c:v>6.33</c:v>
                </c:pt>
                <c:pt idx="3867" formatCode="@">
                  <c:v>6.3</c:v>
                </c:pt>
                <c:pt idx="3868" formatCode="@">
                  <c:v>6.46</c:v>
                </c:pt>
                <c:pt idx="3869" formatCode="@">
                  <c:v>6.54</c:v>
                </c:pt>
                <c:pt idx="3872" formatCode="@">
                  <c:v>6.52</c:v>
                </c:pt>
                <c:pt idx="3873" formatCode="@">
                  <c:v>6.45</c:v>
                </c:pt>
                <c:pt idx="3874" formatCode="@">
                  <c:v>6.55</c:v>
                </c:pt>
                <c:pt idx="3875" formatCode="@">
                  <c:v>6.68</c:v>
                </c:pt>
                <c:pt idx="3876" formatCode="@">
                  <c:v>6.6</c:v>
                </c:pt>
                <c:pt idx="3879" formatCode="@">
                  <c:v>6.62</c:v>
                </c:pt>
                <c:pt idx="3880" formatCode="@">
                  <c:v>6.55</c:v>
                </c:pt>
                <c:pt idx="3881" formatCode="@">
                  <c:v>6.43</c:v>
                </c:pt>
                <c:pt idx="3882" formatCode="@">
                  <c:v>6.54</c:v>
                </c:pt>
                <c:pt idx="3883" formatCode="@">
                  <c:v>6.5</c:v>
                </c:pt>
                <c:pt idx="3886" formatCode="@">
                  <c:v>6.4</c:v>
                </c:pt>
                <c:pt idx="3887" formatCode="@">
                  <c:v>6.31</c:v>
                </c:pt>
                <c:pt idx="3888" formatCode="@">
                  <c:v>6.51</c:v>
                </c:pt>
                <c:pt idx="3889" formatCode="@">
                  <c:v>6.55</c:v>
                </c:pt>
                <c:pt idx="3890" formatCode="@">
                  <c:v>6.62</c:v>
                </c:pt>
                <c:pt idx="3893" formatCode="@">
                  <c:v>6.65</c:v>
                </c:pt>
                <c:pt idx="3894" formatCode="@">
                  <c:v>6.6</c:v>
                </c:pt>
                <c:pt idx="3895" formatCode="@">
                  <c:v>6.82</c:v>
                </c:pt>
                <c:pt idx="3896" formatCode="@">
                  <c:v>6.7</c:v>
                </c:pt>
                <c:pt idx="3897" formatCode="@">
                  <c:v>6.7</c:v>
                </c:pt>
                <c:pt idx="3900" formatCode="@">
                  <c:v>6.68</c:v>
                </c:pt>
                <c:pt idx="3901" formatCode="@">
                  <c:v>6.61</c:v>
                </c:pt>
                <c:pt idx="3902" formatCode="@">
                  <c:v>6.5</c:v>
                </c:pt>
                <c:pt idx="3903" formatCode="@">
                  <c:v>6.43</c:v>
                </c:pt>
                <c:pt idx="3904" formatCode="@">
                  <c:v>6.4</c:v>
                </c:pt>
                <c:pt idx="3907" formatCode="@">
                  <c:v>6.33</c:v>
                </c:pt>
                <c:pt idx="3908" formatCode="@">
                  <c:v>6.39</c:v>
                </c:pt>
                <c:pt idx="3909" formatCode="@">
                  <c:v>6.4</c:v>
                </c:pt>
                <c:pt idx="3910" formatCode="@">
                  <c:v>6.4</c:v>
                </c:pt>
                <c:pt idx="3911" formatCode="@">
                  <c:v>6.4</c:v>
                </c:pt>
                <c:pt idx="3949" formatCode="@">
                  <c:v>6.85</c:v>
                </c:pt>
                <c:pt idx="3950" formatCode="@">
                  <c:v>6.74</c:v>
                </c:pt>
                <c:pt idx="3951" formatCode="@">
                  <c:v>6.75</c:v>
                </c:pt>
                <c:pt idx="3952" formatCode="@">
                  <c:v>6.88</c:v>
                </c:pt>
                <c:pt idx="3953" formatCode="@">
                  <c:v>6.9</c:v>
                </c:pt>
                <c:pt idx="3956" formatCode="@">
                  <c:v>6.71</c:v>
                </c:pt>
                <c:pt idx="3957" formatCode="@">
                  <c:v>6.84</c:v>
                </c:pt>
                <c:pt idx="3958" formatCode="@">
                  <c:v>6.85</c:v>
                </c:pt>
                <c:pt idx="3959" formatCode="@">
                  <c:v>6.73</c:v>
                </c:pt>
                <c:pt idx="3960" formatCode="@">
                  <c:v>6.65</c:v>
                </c:pt>
                <c:pt idx="3963" formatCode="@">
                  <c:v>6.65</c:v>
                </c:pt>
                <c:pt idx="3964" formatCode="@">
                  <c:v>6.51</c:v>
                </c:pt>
                <c:pt idx="3965" formatCode="@">
                  <c:v>6.52</c:v>
                </c:pt>
                <c:pt idx="3966" formatCode="@">
                  <c:v>6.55</c:v>
                </c:pt>
                <c:pt idx="3967" formatCode="@">
                  <c:v>6.63</c:v>
                </c:pt>
                <c:pt idx="3970" formatCode="@">
                  <c:v>6.66</c:v>
                </c:pt>
                <c:pt idx="3971" formatCode="@">
                  <c:v>6.66</c:v>
                </c:pt>
                <c:pt idx="3972" formatCode="@">
                  <c:v>6.8</c:v>
                </c:pt>
                <c:pt idx="3973" formatCode="@">
                  <c:v>6.82</c:v>
                </c:pt>
                <c:pt idx="3974" formatCode="@">
                  <c:v>6.7</c:v>
                </c:pt>
                <c:pt idx="3977" formatCode="@">
                  <c:v>6.63</c:v>
                </c:pt>
                <c:pt idx="3978" formatCode="@">
                  <c:v>6.75</c:v>
                </c:pt>
                <c:pt idx="3979" formatCode="@">
                  <c:v>6.65</c:v>
                </c:pt>
                <c:pt idx="3980" formatCode="@">
                  <c:v>6.76</c:v>
                </c:pt>
                <c:pt idx="3981" formatCode="@">
                  <c:v>6.74</c:v>
                </c:pt>
                <c:pt idx="3984" formatCode="@">
                  <c:v>6.7</c:v>
                </c:pt>
                <c:pt idx="3985" formatCode="@">
                  <c:v>6.74</c:v>
                </c:pt>
                <c:pt idx="3986" formatCode="@">
                  <c:v>6.81</c:v>
                </c:pt>
                <c:pt idx="3987" formatCode="@">
                  <c:v>6.68</c:v>
                </c:pt>
                <c:pt idx="3988" formatCode="@">
                  <c:v>6.76</c:v>
                </c:pt>
                <c:pt idx="3998" formatCode="#,##0.00_ ">
                  <c:v>6.4</c:v>
                </c:pt>
                <c:pt idx="3999" formatCode="#,##0.00_ ">
                  <c:v>6.62</c:v>
                </c:pt>
                <c:pt idx="4000" formatCode="#,##0.00_ ">
                  <c:v>6.63</c:v>
                </c:pt>
                <c:pt idx="4001" formatCode="#,##0.00_ ">
                  <c:v>6.63</c:v>
                </c:pt>
                <c:pt idx="4002" formatCode="#,##0.00_ ">
                  <c:v>6.53</c:v>
                </c:pt>
              </c:numCache>
            </c:numRef>
          </c:val>
          <c:smooth val="1"/>
          <c:extLst xmlns:c16r2="http://schemas.microsoft.com/office/drawing/2015/06/chart">
            <c:ext xmlns:c16="http://schemas.microsoft.com/office/drawing/2014/chart" uri="{C3380CC4-5D6E-409C-BE32-E72D297353CC}">
              <c16:uniqueId val="{00000002-0FA6-4F08-8B53-EF7F4596D0AD}"/>
            </c:ext>
          </c:extLst>
        </c:ser>
        <c:dLbls>
          <c:showLegendKey val="0"/>
          <c:showVal val="0"/>
          <c:showCatName val="0"/>
          <c:showSerName val="0"/>
          <c:showPercent val="0"/>
          <c:showBubbleSize val="0"/>
        </c:dLbls>
        <c:marker val="1"/>
        <c:smooth val="0"/>
        <c:axId val="532117344"/>
        <c:axId val="532118976"/>
      </c:lineChart>
      <c:dateAx>
        <c:axId val="532128224"/>
        <c:scaling>
          <c:orientation val="minMax"/>
          <c:min val="43831"/>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800" b="0" i="0" u="none" strike="noStrike" kern="1200" baseline="0">
                <a:solidFill>
                  <a:srgbClr val="000000"/>
                </a:solidFill>
                <a:latin typeface="Arial" panose="020B0604020202020204"/>
                <a:ea typeface="Arial" panose="020B0604020202020204"/>
                <a:cs typeface="Arial" panose="020B0604020202020204"/>
              </a:defRPr>
            </a:pPr>
            <a:endParaRPr lang="zh-CN"/>
          </a:p>
        </c:txPr>
        <c:crossAx val="532123872"/>
        <c:crosses val="autoZero"/>
        <c:auto val="1"/>
        <c:lblOffset val="100"/>
        <c:baseTimeUnit val="days"/>
        <c:majorUnit val="4"/>
        <c:majorTimeUnit val="months"/>
      </c:dateAx>
      <c:valAx>
        <c:axId val="532123872"/>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800" b="0" i="0" u="none" strike="noStrike" kern="1200" baseline="0">
                <a:solidFill>
                  <a:srgbClr val="000000"/>
                </a:solidFill>
                <a:latin typeface="Arial" panose="020B0604020202020204"/>
                <a:ea typeface="Arial" panose="020B0604020202020204"/>
                <a:cs typeface="Arial" panose="020B0604020202020204"/>
              </a:defRPr>
            </a:pPr>
            <a:endParaRPr lang="zh-CN"/>
          </a:p>
        </c:txPr>
        <c:crossAx val="532128224"/>
        <c:crosses val="autoZero"/>
        <c:crossBetween val="between"/>
      </c:valAx>
      <c:dateAx>
        <c:axId val="532117344"/>
        <c:scaling>
          <c:orientation val="minMax"/>
        </c:scaling>
        <c:delete val="1"/>
        <c:axPos val="b"/>
        <c:numFmt formatCode="yyyy\-mm\-dd;@" sourceLinked="1"/>
        <c:majorTickMark val="out"/>
        <c:minorTickMark val="none"/>
        <c:tickLblPos val="nextTo"/>
        <c:crossAx val="532118976"/>
        <c:crosses val="autoZero"/>
        <c:auto val="1"/>
        <c:lblOffset val="100"/>
        <c:baseTimeUnit val="days"/>
        <c:majorUnit val="1"/>
        <c:majorTimeUnit val="days"/>
        <c:minorUnit val="1"/>
        <c:minorTimeUnit val="days"/>
      </c:dateAx>
      <c:valAx>
        <c:axId val="532118976"/>
        <c:scaling>
          <c:orientation val="minMax"/>
        </c:scaling>
        <c:delete val="0"/>
        <c:axPos val="r"/>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800" b="0" i="0" u="none" strike="noStrike" kern="1200" baseline="0">
                <a:solidFill>
                  <a:srgbClr val="000000"/>
                </a:solidFill>
                <a:latin typeface="Arial" panose="020B0604020202020204"/>
                <a:ea typeface="Arial" panose="020B0604020202020204"/>
                <a:cs typeface="Arial" panose="020B0604020202020204"/>
              </a:defRPr>
            </a:pPr>
            <a:endParaRPr lang="zh-CN"/>
          </a:p>
        </c:txPr>
        <c:crossAx val="532117344"/>
        <c:crosses val="max"/>
        <c:crossBetween val="between"/>
      </c:valAx>
      <c:spPr>
        <a:noFill/>
        <a:ln w="25400">
          <a:noFill/>
        </a:ln>
      </c:spPr>
    </c:plotArea>
    <c:legend>
      <c:legendPos val="t"/>
      <c:legendEntry>
        <c:idx val="0"/>
        <c:txPr>
          <a:bodyPr rot="0" spcFirstLastPara="0" vertOverflow="ellipsis" vert="horz" wrap="square" anchor="ctr" anchorCtr="1"/>
          <a:lstStyle/>
          <a:p>
            <a:pPr>
              <a:defRPr lang="zh-CN" sz="900" b="0" i="0" u="none" strike="noStrike" kern="1200" baseline="0">
                <a:solidFill>
                  <a:srgbClr val="000000"/>
                </a:solidFill>
                <a:latin typeface="微软雅黑" panose="020B0503020204020204" charset="-122"/>
                <a:ea typeface="微软雅黑" panose="020B0503020204020204" charset="-122"/>
                <a:cs typeface="华文细黑" panose="02010600040101010101" charset="-122"/>
              </a:defRPr>
            </a:pPr>
            <a:endParaRPr lang="zh-CN"/>
          </a:p>
        </c:txPr>
      </c:legendEntry>
      <c:legendEntry>
        <c:idx val="1"/>
        <c:txPr>
          <a:bodyPr rot="0" spcFirstLastPara="0" vertOverflow="ellipsis" vert="horz" wrap="square" anchor="ctr" anchorCtr="1"/>
          <a:lstStyle/>
          <a:p>
            <a:pPr>
              <a:defRPr lang="zh-CN" sz="900" b="0" i="0" u="none" strike="noStrike" kern="1200" baseline="0">
                <a:solidFill>
                  <a:srgbClr val="000000"/>
                </a:solidFill>
                <a:latin typeface="微软雅黑" panose="020B0503020204020204" charset="-122"/>
                <a:ea typeface="微软雅黑" panose="020B0503020204020204" charset="-122"/>
                <a:cs typeface="华文细黑" panose="02010600040101010101" charset="-122"/>
              </a:defRPr>
            </a:pPr>
            <a:endParaRPr lang="zh-CN"/>
          </a:p>
        </c:txPr>
      </c:legendEntry>
      <c:legendEntry>
        <c:idx val="2"/>
        <c:txPr>
          <a:bodyPr rot="0" spcFirstLastPara="0" vertOverflow="ellipsis" vert="horz" wrap="square" anchor="ctr" anchorCtr="1"/>
          <a:lstStyle/>
          <a:p>
            <a:pPr>
              <a:defRPr lang="zh-CN" sz="900" b="0" i="0" u="none" strike="noStrike" kern="1200" baseline="0">
                <a:solidFill>
                  <a:srgbClr val="000000"/>
                </a:solidFill>
                <a:latin typeface="微软雅黑" panose="020B0503020204020204" charset="-122"/>
                <a:ea typeface="微软雅黑" panose="020B0503020204020204" charset="-122"/>
                <a:cs typeface="华文细黑" panose="02010600040101010101" charset="-122"/>
              </a:defRPr>
            </a:pPr>
            <a:endParaRPr lang="zh-CN"/>
          </a:p>
        </c:txPr>
      </c:legendEntry>
      <c:layout>
        <c:manualLayout>
          <c:xMode val="edge"/>
          <c:yMode val="edge"/>
          <c:x val="7.3770491803278701E-2"/>
          <c:y val="9.0334236675700102E-3"/>
          <c:w val="0.89595182335229195"/>
          <c:h val="0.16485998193315299"/>
        </c:manualLayout>
      </c:layout>
      <c:overlay val="0"/>
      <c:spPr>
        <a:noFill/>
        <a:ln w="25400">
          <a:noFill/>
        </a:ln>
        <a:effectLst/>
      </c:spPr>
      <c:txPr>
        <a:bodyPr rot="0" spcFirstLastPara="0" vertOverflow="ellipsis" vert="horz" wrap="square" anchor="ctr" anchorCtr="1"/>
        <a:lstStyle/>
        <a:p>
          <a:pPr>
            <a:defRPr lang="zh-CN" sz="900" b="0" i="0" u="none" strike="noStrike" kern="1200" baseline="0">
              <a:solidFill>
                <a:srgbClr val="000000"/>
              </a:solidFill>
              <a:latin typeface="微软雅黑" panose="020B0503020204020204" charset="-122"/>
              <a:ea typeface="微软雅黑" panose="020B0503020204020204" charset="-122"/>
              <a:cs typeface="微软雅黑" panose="020B0503020204020204" charset="-122"/>
            </a:defRPr>
          </a:pPr>
          <a:endParaRPr lang="zh-CN"/>
        </a:p>
      </c:txPr>
    </c:legend>
    <c:plotVisOnly val="1"/>
    <c:dispBlanksAs val="span"/>
    <c:showDLblsOverMax val="0"/>
  </c:chart>
  <c:spPr>
    <a:noFill/>
    <a:ln w="25400" cap="flat" cmpd="sng" algn="ctr">
      <a:noFill/>
      <a:prstDash val="solid"/>
      <a:round/>
    </a:ln>
  </c:spPr>
  <c:txPr>
    <a:bodyPr/>
    <a:lstStyle/>
    <a:p>
      <a:pPr>
        <a:defRPr lang="zh-CN" sz="1000">
          <a:latin typeface="微软雅黑" panose="020B0503020204020204" charset="-122"/>
          <a:ea typeface="微软雅黑" panose="020B0503020204020204" charset="-122"/>
          <a:cs typeface="华文细黑" panose="02010600040101010101" charset="-122"/>
        </a:defRPr>
      </a:pPr>
      <a:endParaRPr lang="zh-CN"/>
    </a:p>
  </c:txPr>
  <c:externalData r:id="rId2">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Sheet1!$S$2</c:f>
              <c:strCache>
                <c:ptCount val="1"/>
                <c:pt idx="0">
                  <c:v>表观消费量（万吨）</c:v>
                </c:pt>
              </c:strCache>
            </c:strRef>
          </c:tx>
          <c:spPr>
            <a:solidFill>
              <a:srgbClr val="E10000"/>
            </a:solidFill>
            <a:ln w="6350">
              <a:noFill/>
              <a:prstDash val="solid"/>
            </a:ln>
            <a:effectLst/>
          </c:spPr>
          <c:invertIfNegative val="0"/>
          <c:cat>
            <c:numRef>
              <c:f>Sheet1!$R$3:$R$15</c:f>
              <c:numCache>
                <c:formatCode>General</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2023</c:v>
                </c:pt>
              </c:numCache>
            </c:numRef>
          </c:cat>
          <c:val>
            <c:numRef>
              <c:f>Sheet1!$S$3:$S$15</c:f>
              <c:numCache>
                <c:formatCode>0.0_);[Red]\(0.0\)</c:formatCode>
                <c:ptCount val="13"/>
                <c:pt idx="0">
                  <c:v>1586.72</c:v>
                </c:pt>
                <c:pt idx="1">
                  <c:v>2632.8</c:v>
                </c:pt>
                <c:pt idx="2">
                  <c:v>3142.3399999999997</c:v>
                </c:pt>
                <c:pt idx="3">
                  <c:v>3115.29</c:v>
                </c:pt>
                <c:pt idx="4">
                  <c:v>3076.13</c:v>
                </c:pt>
                <c:pt idx="5">
                  <c:v>3284.1400000000003</c:v>
                </c:pt>
                <c:pt idx="6">
                  <c:v>3106.6280000000002</c:v>
                </c:pt>
                <c:pt idx="7">
                  <c:v>1309.07</c:v>
                </c:pt>
                <c:pt idx="8">
                  <c:v>1337.31</c:v>
                </c:pt>
                <c:pt idx="9">
                  <c:v>1622.34</c:v>
                </c:pt>
                <c:pt idx="10">
                  <c:v>1529.0750000000003</c:v>
                </c:pt>
                <c:pt idx="11">
                  <c:v>1666.33</c:v>
                </c:pt>
                <c:pt idx="12">
                  <c:v>1510.1550000000002</c:v>
                </c:pt>
              </c:numCache>
            </c:numRef>
          </c:val>
          <c:extLst xmlns:c16r2="http://schemas.microsoft.com/office/drawing/2015/06/chart">
            <c:ext xmlns:c16="http://schemas.microsoft.com/office/drawing/2014/chart" uri="{C3380CC4-5D6E-409C-BE32-E72D297353CC}">
              <c16:uniqueId val="{00000000-B8B9-4105-A9C3-EC25701E7716}"/>
            </c:ext>
          </c:extLst>
        </c:ser>
        <c:dLbls>
          <c:showLegendKey val="0"/>
          <c:showVal val="0"/>
          <c:showCatName val="0"/>
          <c:showSerName val="0"/>
          <c:showPercent val="0"/>
          <c:showBubbleSize val="0"/>
        </c:dLbls>
        <c:gapWidth val="219"/>
        <c:overlap val="-27"/>
        <c:axId val="532113536"/>
        <c:axId val="532114080"/>
      </c:barChart>
      <c:lineChart>
        <c:grouping val="standard"/>
        <c:varyColors val="0"/>
        <c:ser>
          <c:idx val="1"/>
          <c:order val="1"/>
          <c:tx>
            <c:strRef>
              <c:f>Sheet1!$T$2</c:f>
              <c:strCache>
                <c:ptCount val="1"/>
                <c:pt idx="0">
                  <c:v>同比增速（右）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Sheet1!$R$3:$R$15</c:f>
              <c:numCache>
                <c:formatCode>General</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2023</c:v>
                </c:pt>
              </c:numCache>
            </c:numRef>
          </c:cat>
          <c:val>
            <c:numRef>
              <c:f>Sheet1!$T$3:$T$15</c:f>
              <c:numCache>
                <c:formatCode>0.0%</c:formatCode>
                <c:ptCount val="13"/>
                <c:pt idx="1">
                  <c:v>0.65927195724513465</c:v>
                </c:pt>
                <c:pt idx="2">
                  <c:v>0.1935353995745972</c:v>
                </c:pt>
                <c:pt idx="3">
                  <c:v>-8.608234627697775E-3</c:v>
                </c:pt>
                <c:pt idx="4">
                  <c:v>-1.2570258306610294E-2</c:v>
                </c:pt>
                <c:pt idx="5">
                  <c:v>6.7620679230071534E-2</c:v>
                </c:pt>
                <c:pt idx="6">
                  <c:v>-5.4051288921909579E-2</c:v>
                </c:pt>
                <c:pt idx="7">
                  <c:v>-0.57862029184054231</c:v>
                </c:pt>
                <c:pt idx="8">
                  <c:v>2.1572566784052727E-2</c:v>
                </c:pt>
                <c:pt idx="9">
                  <c:v>0.21313681943603213</c:v>
                </c:pt>
                <c:pt idx="10">
                  <c:v>-5.7487949505035774E-2</c:v>
                </c:pt>
                <c:pt idx="11">
                  <c:v>8.976341906054297E-2</c:v>
                </c:pt>
                <c:pt idx="12">
                  <c:v>-9.3723932234311191E-2</c:v>
                </c:pt>
              </c:numCache>
            </c:numRef>
          </c:val>
          <c:smooth val="1"/>
          <c:extLst xmlns:c16r2="http://schemas.microsoft.com/office/drawing/2015/06/chart">
            <c:ext xmlns:c16="http://schemas.microsoft.com/office/drawing/2014/chart" uri="{C3380CC4-5D6E-409C-BE32-E72D297353CC}">
              <c16:uniqueId val="{00000001-B8B9-4105-A9C3-EC25701E7716}"/>
            </c:ext>
          </c:extLst>
        </c:ser>
        <c:dLbls>
          <c:showLegendKey val="0"/>
          <c:showVal val="0"/>
          <c:showCatName val="0"/>
          <c:showSerName val="0"/>
          <c:showPercent val="0"/>
          <c:showBubbleSize val="0"/>
        </c:dLbls>
        <c:marker val="1"/>
        <c:smooth val="0"/>
        <c:axId val="532115168"/>
        <c:axId val="532114624"/>
      </c:lineChart>
      <c:catAx>
        <c:axId val="53211353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532114080"/>
        <c:crosses val="autoZero"/>
        <c:auto val="1"/>
        <c:lblAlgn val="ctr"/>
        <c:lblOffset val="100"/>
        <c:noMultiLvlLbl val="0"/>
      </c:catAx>
      <c:valAx>
        <c:axId val="532114080"/>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532113536"/>
        <c:crosses val="autoZero"/>
        <c:crossBetween val="between"/>
      </c:valAx>
      <c:valAx>
        <c:axId val="532114624"/>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532115168"/>
        <c:crosses val="max"/>
        <c:crossBetween val="between"/>
      </c:valAx>
      <c:catAx>
        <c:axId val="532115168"/>
        <c:scaling>
          <c:orientation val="minMax"/>
        </c:scaling>
        <c:delete val="1"/>
        <c:axPos val="b"/>
        <c:numFmt formatCode="General" sourceLinked="1"/>
        <c:majorTickMark val="out"/>
        <c:minorTickMark val="none"/>
        <c:tickLblPos val="nextTo"/>
        <c:crossAx val="532114624"/>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mn-lt"/>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56734831559705E-2"/>
          <c:y val="9.8266528084487298E-2"/>
          <c:w val="0.90192669400190695"/>
          <c:h val="0.812673744650388"/>
        </c:manualLayout>
      </c:layout>
      <c:lineChart>
        <c:grouping val="standard"/>
        <c:varyColors val="0"/>
        <c:ser>
          <c:idx val="0"/>
          <c:order val="0"/>
          <c:tx>
            <c:strRef>
              <c:f>磷肥短期供给!$J$1</c:f>
              <c:strCache>
                <c:ptCount val="1"/>
                <c:pt idx="0">
                  <c:v>磷酸一铵月度港口库存量（万吨）</c:v>
                </c:pt>
              </c:strCache>
            </c:strRef>
          </c:tx>
          <c:spPr>
            <a:ln w="12700" cap="rnd" cmpd="sng" algn="ctr">
              <a:solidFill>
                <a:srgbClr val="E10000"/>
              </a:solidFill>
              <a:prstDash val="solid"/>
              <a:round/>
            </a:ln>
          </c:spPr>
          <c:marker>
            <c:symbol val="diamond"/>
            <c:size val="2"/>
            <c:spPr>
              <a:solidFill>
                <a:srgbClr val="E10000"/>
              </a:solidFill>
              <a:ln w="12700" cap="flat" cmpd="sng" algn="ctr">
                <a:solidFill>
                  <a:srgbClr val="E10000"/>
                </a:solidFill>
                <a:prstDash val="solid"/>
                <a:round/>
              </a:ln>
            </c:spPr>
          </c:marker>
          <c:cat>
            <c:numRef>
              <c:f>磷肥短期供给!$I$10:$I$123</c:f>
              <c:numCache>
                <c:formatCode>m/d/yyyy</c:formatCode>
                <c:ptCount val="114"/>
                <c:pt idx="0">
                  <c:v>45107</c:v>
                </c:pt>
                <c:pt idx="1">
                  <c:v>45077</c:v>
                </c:pt>
                <c:pt idx="2">
                  <c:v>45046</c:v>
                </c:pt>
                <c:pt idx="3">
                  <c:v>45016</c:v>
                </c:pt>
                <c:pt idx="4">
                  <c:v>44985</c:v>
                </c:pt>
                <c:pt idx="5">
                  <c:v>44957</c:v>
                </c:pt>
                <c:pt idx="6">
                  <c:v>44926</c:v>
                </c:pt>
                <c:pt idx="7">
                  <c:v>44895</c:v>
                </c:pt>
                <c:pt idx="8">
                  <c:v>44865</c:v>
                </c:pt>
                <c:pt idx="9">
                  <c:v>44834</c:v>
                </c:pt>
                <c:pt idx="10">
                  <c:v>44804</c:v>
                </c:pt>
                <c:pt idx="11">
                  <c:v>44773</c:v>
                </c:pt>
                <c:pt idx="12">
                  <c:v>44742</c:v>
                </c:pt>
                <c:pt idx="13">
                  <c:v>44712</c:v>
                </c:pt>
                <c:pt idx="14">
                  <c:v>44681</c:v>
                </c:pt>
                <c:pt idx="15">
                  <c:v>44651</c:v>
                </c:pt>
                <c:pt idx="16">
                  <c:v>44620</c:v>
                </c:pt>
                <c:pt idx="17">
                  <c:v>44592</c:v>
                </c:pt>
                <c:pt idx="18">
                  <c:v>44561</c:v>
                </c:pt>
                <c:pt idx="19">
                  <c:v>44530</c:v>
                </c:pt>
                <c:pt idx="20">
                  <c:v>44500</c:v>
                </c:pt>
                <c:pt idx="21">
                  <c:v>44469</c:v>
                </c:pt>
                <c:pt idx="22">
                  <c:v>44439</c:v>
                </c:pt>
                <c:pt idx="23">
                  <c:v>44408</c:v>
                </c:pt>
                <c:pt idx="24">
                  <c:v>44377</c:v>
                </c:pt>
                <c:pt idx="25">
                  <c:v>44347</c:v>
                </c:pt>
                <c:pt idx="26">
                  <c:v>44316</c:v>
                </c:pt>
                <c:pt idx="27">
                  <c:v>44286</c:v>
                </c:pt>
                <c:pt idx="28">
                  <c:v>44255</c:v>
                </c:pt>
                <c:pt idx="29">
                  <c:v>44227</c:v>
                </c:pt>
                <c:pt idx="30">
                  <c:v>44196</c:v>
                </c:pt>
                <c:pt idx="31">
                  <c:v>44165</c:v>
                </c:pt>
                <c:pt idx="32">
                  <c:v>44135</c:v>
                </c:pt>
                <c:pt idx="33">
                  <c:v>44104</c:v>
                </c:pt>
                <c:pt idx="34">
                  <c:v>44074</c:v>
                </c:pt>
                <c:pt idx="35">
                  <c:v>44043</c:v>
                </c:pt>
                <c:pt idx="36">
                  <c:v>44012</c:v>
                </c:pt>
                <c:pt idx="37">
                  <c:v>43982</c:v>
                </c:pt>
                <c:pt idx="38">
                  <c:v>43951</c:v>
                </c:pt>
                <c:pt idx="39">
                  <c:v>43921</c:v>
                </c:pt>
                <c:pt idx="40">
                  <c:v>43890</c:v>
                </c:pt>
                <c:pt idx="41">
                  <c:v>43861</c:v>
                </c:pt>
                <c:pt idx="42">
                  <c:v>43830</c:v>
                </c:pt>
                <c:pt idx="43">
                  <c:v>43799</c:v>
                </c:pt>
                <c:pt idx="44">
                  <c:v>43769</c:v>
                </c:pt>
                <c:pt idx="45">
                  <c:v>43738</c:v>
                </c:pt>
                <c:pt idx="46">
                  <c:v>43708</c:v>
                </c:pt>
                <c:pt idx="47">
                  <c:v>43677</c:v>
                </c:pt>
                <c:pt idx="48">
                  <c:v>43646</c:v>
                </c:pt>
                <c:pt idx="49">
                  <c:v>43616</c:v>
                </c:pt>
                <c:pt idx="50">
                  <c:v>43585</c:v>
                </c:pt>
                <c:pt idx="51">
                  <c:v>43555</c:v>
                </c:pt>
                <c:pt idx="52">
                  <c:v>43524</c:v>
                </c:pt>
                <c:pt idx="53">
                  <c:v>43496</c:v>
                </c:pt>
                <c:pt idx="54">
                  <c:v>43465</c:v>
                </c:pt>
                <c:pt idx="55">
                  <c:v>43434</c:v>
                </c:pt>
                <c:pt idx="56">
                  <c:v>43404</c:v>
                </c:pt>
                <c:pt idx="57">
                  <c:v>43373</c:v>
                </c:pt>
                <c:pt idx="58">
                  <c:v>43343</c:v>
                </c:pt>
                <c:pt idx="59">
                  <c:v>43312</c:v>
                </c:pt>
                <c:pt idx="60">
                  <c:v>43281</c:v>
                </c:pt>
                <c:pt idx="61">
                  <c:v>43251</c:v>
                </c:pt>
                <c:pt idx="62">
                  <c:v>43220</c:v>
                </c:pt>
                <c:pt idx="63">
                  <c:v>43190</c:v>
                </c:pt>
                <c:pt idx="64">
                  <c:v>43159</c:v>
                </c:pt>
                <c:pt idx="65">
                  <c:v>43131</c:v>
                </c:pt>
                <c:pt idx="66">
                  <c:v>43100</c:v>
                </c:pt>
                <c:pt idx="67">
                  <c:v>43069</c:v>
                </c:pt>
                <c:pt idx="68">
                  <c:v>43039</c:v>
                </c:pt>
                <c:pt idx="69">
                  <c:v>43008</c:v>
                </c:pt>
                <c:pt idx="70">
                  <c:v>42978</c:v>
                </c:pt>
                <c:pt idx="71">
                  <c:v>42947</c:v>
                </c:pt>
                <c:pt idx="72">
                  <c:v>42916</c:v>
                </c:pt>
                <c:pt idx="73">
                  <c:v>42886</c:v>
                </c:pt>
                <c:pt idx="74">
                  <c:v>42855</c:v>
                </c:pt>
                <c:pt idx="75">
                  <c:v>42825</c:v>
                </c:pt>
                <c:pt idx="76">
                  <c:v>42794</c:v>
                </c:pt>
                <c:pt idx="77">
                  <c:v>42766</c:v>
                </c:pt>
                <c:pt idx="78">
                  <c:v>42735</c:v>
                </c:pt>
                <c:pt idx="79">
                  <c:v>42704</c:v>
                </c:pt>
                <c:pt idx="80">
                  <c:v>42674</c:v>
                </c:pt>
                <c:pt idx="81">
                  <c:v>42643</c:v>
                </c:pt>
                <c:pt idx="82">
                  <c:v>42613</c:v>
                </c:pt>
                <c:pt idx="83">
                  <c:v>42582</c:v>
                </c:pt>
                <c:pt idx="84">
                  <c:v>42551</c:v>
                </c:pt>
                <c:pt idx="85">
                  <c:v>42521</c:v>
                </c:pt>
                <c:pt idx="86">
                  <c:v>42490</c:v>
                </c:pt>
                <c:pt idx="87">
                  <c:v>42460</c:v>
                </c:pt>
                <c:pt idx="88">
                  <c:v>42429</c:v>
                </c:pt>
                <c:pt idx="89">
                  <c:v>42400</c:v>
                </c:pt>
                <c:pt idx="90">
                  <c:v>42369</c:v>
                </c:pt>
                <c:pt idx="91">
                  <c:v>42338</c:v>
                </c:pt>
                <c:pt idx="92">
                  <c:v>42308</c:v>
                </c:pt>
                <c:pt idx="93">
                  <c:v>42277</c:v>
                </c:pt>
                <c:pt idx="94">
                  <c:v>42247</c:v>
                </c:pt>
                <c:pt idx="95">
                  <c:v>42216</c:v>
                </c:pt>
                <c:pt idx="96">
                  <c:v>42185</c:v>
                </c:pt>
                <c:pt idx="97">
                  <c:v>42155</c:v>
                </c:pt>
                <c:pt idx="98">
                  <c:v>42124</c:v>
                </c:pt>
                <c:pt idx="99">
                  <c:v>42094</c:v>
                </c:pt>
                <c:pt idx="100">
                  <c:v>42063</c:v>
                </c:pt>
                <c:pt idx="101">
                  <c:v>42035</c:v>
                </c:pt>
                <c:pt idx="102">
                  <c:v>42004</c:v>
                </c:pt>
                <c:pt idx="103">
                  <c:v>41973</c:v>
                </c:pt>
                <c:pt idx="104">
                  <c:v>41943</c:v>
                </c:pt>
                <c:pt idx="105">
                  <c:v>41912</c:v>
                </c:pt>
                <c:pt idx="106">
                  <c:v>41882</c:v>
                </c:pt>
                <c:pt idx="107">
                  <c:v>41851</c:v>
                </c:pt>
                <c:pt idx="108">
                  <c:v>41820</c:v>
                </c:pt>
                <c:pt idx="109">
                  <c:v>41790</c:v>
                </c:pt>
                <c:pt idx="110">
                  <c:v>41759</c:v>
                </c:pt>
                <c:pt idx="111">
                  <c:v>41729</c:v>
                </c:pt>
                <c:pt idx="112">
                  <c:v>41698</c:v>
                </c:pt>
                <c:pt idx="113">
                  <c:v>41670</c:v>
                </c:pt>
              </c:numCache>
            </c:numRef>
          </c:cat>
          <c:val>
            <c:numRef>
              <c:f>磷肥短期供给!$J$10:$J$123</c:f>
              <c:numCache>
                <c:formatCode>0.0</c:formatCode>
                <c:ptCount val="114"/>
                <c:pt idx="0">
                  <c:v>11.6</c:v>
                </c:pt>
                <c:pt idx="1">
                  <c:v>14.4</c:v>
                </c:pt>
                <c:pt idx="2">
                  <c:v>12.7</c:v>
                </c:pt>
                <c:pt idx="3">
                  <c:v>7.4</c:v>
                </c:pt>
                <c:pt idx="4">
                  <c:v>10.5</c:v>
                </c:pt>
                <c:pt idx="5">
                  <c:v>16.899999999999999</c:v>
                </c:pt>
                <c:pt idx="6">
                  <c:v>17.7</c:v>
                </c:pt>
                <c:pt idx="7">
                  <c:v>19</c:v>
                </c:pt>
                <c:pt idx="8">
                  <c:v>17.3</c:v>
                </c:pt>
                <c:pt idx="9">
                  <c:v>17.7</c:v>
                </c:pt>
                <c:pt idx="10">
                  <c:v>15.4</c:v>
                </c:pt>
                <c:pt idx="11">
                  <c:v>16.100000000000001</c:v>
                </c:pt>
                <c:pt idx="12">
                  <c:v>15.6</c:v>
                </c:pt>
                <c:pt idx="13">
                  <c:v>16.2</c:v>
                </c:pt>
                <c:pt idx="14">
                  <c:v>8.6</c:v>
                </c:pt>
                <c:pt idx="15">
                  <c:v>13.2</c:v>
                </c:pt>
                <c:pt idx="16">
                  <c:v>8.8000000000000007</c:v>
                </c:pt>
                <c:pt idx="17">
                  <c:v>10.8</c:v>
                </c:pt>
                <c:pt idx="18">
                  <c:v>7.6</c:v>
                </c:pt>
                <c:pt idx="19">
                  <c:v>7</c:v>
                </c:pt>
                <c:pt idx="20">
                  <c:v>9</c:v>
                </c:pt>
                <c:pt idx="21">
                  <c:v>12.6</c:v>
                </c:pt>
                <c:pt idx="22">
                  <c:v>19.100000000000001</c:v>
                </c:pt>
                <c:pt idx="23">
                  <c:v>18.399999999999999</c:v>
                </c:pt>
                <c:pt idx="24">
                  <c:v>24.8</c:v>
                </c:pt>
                <c:pt idx="25">
                  <c:v>16.8</c:v>
                </c:pt>
                <c:pt idx="26">
                  <c:v>20.399999999999999</c:v>
                </c:pt>
                <c:pt idx="27">
                  <c:v>13.6</c:v>
                </c:pt>
                <c:pt idx="28">
                  <c:v>15.4</c:v>
                </c:pt>
                <c:pt idx="29">
                  <c:v>16.100000000000001</c:v>
                </c:pt>
                <c:pt idx="30">
                  <c:v>17.5</c:v>
                </c:pt>
                <c:pt idx="31">
                  <c:v>10.3</c:v>
                </c:pt>
                <c:pt idx="32">
                  <c:v>12</c:v>
                </c:pt>
                <c:pt idx="33">
                  <c:v>11.3</c:v>
                </c:pt>
                <c:pt idx="34">
                  <c:v>8.9</c:v>
                </c:pt>
                <c:pt idx="35">
                  <c:v>8.1</c:v>
                </c:pt>
                <c:pt idx="36">
                  <c:v>9.6999999999999993</c:v>
                </c:pt>
                <c:pt idx="37">
                  <c:v>10.6</c:v>
                </c:pt>
                <c:pt idx="38">
                  <c:v>39.200000000000003</c:v>
                </c:pt>
                <c:pt idx="39">
                  <c:v>38</c:v>
                </c:pt>
                <c:pt idx="40">
                  <c:v>54.8</c:v>
                </c:pt>
                <c:pt idx="41">
                  <c:v>39.700000000000003</c:v>
                </c:pt>
                <c:pt idx="42">
                  <c:v>21.7</c:v>
                </c:pt>
                <c:pt idx="43">
                  <c:v>22.5</c:v>
                </c:pt>
                <c:pt idx="44">
                  <c:v>18.600000000000001</c:v>
                </c:pt>
                <c:pt idx="45">
                  <c:v>18.3</c:v>
                </c:pt>
                <c:pt idx="46">
                  <c:v>17.3</c:v>
                </c:pt>
                <c:pt idx="47">
                  <c:v>18.899999999999999</c:v>
                </c:pt>
                <c:pt idx="48">
                  <c:v>16.3</c:v>
                </c:pt>
                <c:pt idx="49">
                  <c:v>20.6</c:v>
                </c:pt>
                <c:pt idx="50">
                  <c:v>20.7</c:v>
                </c:pt>
                <c:pt idx="51">
                  <c:v>26.8</c:v>
                </c:pt>
                <c:pt idx="52">
                  <c:v>22.93</c:v>
                </c:pt>
                <c:pt idx="53">
                  <c:v>20.13</c:v>
                </c:pt>
                <c:pt idx="54">
                  <c:v>19.5</c:v>
                </c:pt>
                <c:pt idx="55">
                  <c:v>13</c:v>
                </c:pt>
                <c:pt idx="56">
                  <c:v>14.79</c:v>
                </c:pt>
                <c:pt idx="57">
                  <c:v>7.61</c:v>
                </c:pt>
                <c:pt idx="58">
                  <c:v>0</c:v>
                </c:pt>
                <c:pt idx="59">
                  <c:v>13.21</c:v>
                </c:pt>
                <c:pt idx="60">
                  <c:v>52.24</c:v>
                </c:pt>
                <c:pt idx="61">
                  <c:v>119.99</c:v>
                </c:pt>
                <c:pt idx="62">
                  <c:v>209.61</c:v>
                </c:pt>
                <c:pt idx="63">
                  <c:v>259.31400000000002</c:v>
                </c:pt>
                <c:pt idx="64">
                  <c:v>323.32400000000001</c:v>
                </c:pt>
                <c:pt idx="65">
                  <c:v>329.35</c:v>
                </c:pt>
                <c:pt idx="66">
                  <c:v>362.57</c:v>
                </c:pt>
                <c:pt idx="67">
                  <c:v>398.97</c:v>
                </c:pt>
                <c:pt idx="68">
                  <c:v>369.89</c:v>
                </c:pt>
                <c:pt idx="69">
                  <c:v>301.82</c:v>
                </c:pt>
                <c:pt idx="70">
                  <c:v>284.76</c:v>
                </c:pt>
                <c:pt idx="71">
                  <c:v>286.58</c:v>
                </c:pt>
                <c:pt idx="72">
                  <c:v>115</c:v>
                </c:pt>
                <c:pt idx="73">
                  <c:v>212</c:v>
                </c:pt>
                <c:pt idx="74">
                  <c:v>226</c:v>
                </c:pt>
                <c:pt idx="75">
                  <c:v>132</c:v>
                </c:pt>
                <c:pt idx="76">
                  <c:v>100</c:v>
                </c:pt>
                <c:pt idx="77">
                  <c:v>125</c:v>
                </c:pt>
                <c:pt idx="78">
                  <c:v>120</c:v>
                </c:pt>
                <c:pt idx="79">
                  <c:v>168</c:v>
                </c:pt>
                <c:pt idx="80">
                  <c:v>265</c:v>
                </c:pt>
                <c:pt idx="81">
                  <c:v>290</c:v>
                </c:pt>
                <c:pt idx="82">
                  <c:v>335</c:v>
                </c:pt>
                <c:pt idx="83">
                  <c:v>360</c:v>
                </c:pt>
                <c:pt idx="84">
                  <c:v>365</c:v>
                </c:pt>
                <c:pt idx="85">
                  <c:v>315</c:v>
                </c:pt>
                <c:pt idx="86">
                  <c:v>300</c:v>
                </c:pt>
                <c:pt idx="87">
                  <c:v>288</c:v>
                </c:pt>
                <c:pt idx="88">
                  <c:v>319</c:v>
                </c:pt>
                <c:pt idx="89">
                  <c:v>265</c:v>
                </c:pt>
                <c:pt idx="90">
                  <c:v>288</c:v>
                </c:pt>
                <c:pt idx="91">
                  <c:v>245</c:v>
                </c:pt>
                <c:pt idx="92">
                  <c:v>238</c:v>
                </c:pt>
                <c:pt idx="93">
                  <c:v>145</c:v>
                </c:pt>
                <c:pt idx="94">
                  <c:v>148</c:v>
                </c:pt>
                <c:pt idx="95">
                  <c:v>140</c:v>
                </c:pt>
                <c:pt idx="96">
                  <c:v>128</c:v>
                </c:pt>
                <c:pt idx="97">
                  <c:v>130</c:v>
                </c:pt>
                <c:pt idx="98">
                  <c:v>175</c:v>
                </c:pt>
                <c:pt idx="99">
                  <c:v>150</c:v>
                </c:pt>
                <c:pt idx="100">
                  <c:v>180</c:v>
                </c:pt>
                <c:pt idx="101">
                  <c:v>178</c:v>
                </c:pt>
                <c:pt idx="102">
                  <c:v>190</c:v>
                </c:pt>
                <c:pt idx="103">
                  <c:v>175</c:v>
                </c:pt>
                <c:pt idx="104">
                  <c:v>168</c:v>
                </c:pt>
                <c:pt idx="105">
                  <c:v>185</c:v>
                </c:pt>
                <c:pt idx="106">
                  <c:v>205</c:v>
                </c:pt>
                <c:pt idx="107">
                  <c:v>225</c:v>
                </c:pt>
                <c:pt idx="108">
                  <c:v>200</c:v>
                </c:pt>
                <c:pt idx="109">
                  <c:v>175</c:v>
                </c:pt>
                <c:pt idx="110">
                  <c:v>255</c:v>
                </c:pt>
                <c:pt idx="111">
                  <c:v>180</c:v>
                </c:pt>
                <c:pt idx="112">
                  <c:v>198</c:v>
                </c:pt>
                <c:pt idx="113">
                  <c:v>150</c:v>
                </c:pt>
              </c:numCache>
            </c:numRef>
          </c:val>
          <c:smooth val="1"/>
          <c:extLst xmlns:c16r2="http://schemas.microsoft.com/office/drawing/2015/06/chart">
            <c:ext xmlns:c16="http://schemas.microsoft.com/office/drawing/2014/chart" uri="{C3380CC4-5D6E-409C-BE32-E72D297353CC}">
              <c16:uniqueId val="{00000000-0A4B-4219-8793-0D368A223459}"/>
            </c:ext>
          </c:extLst>
        </c:ser>
        <c:dLbls>
          <c:showLegendKey val="0"/>
          <c:showVal val="0"/>
          <c:showCatName val="0"/>
          <c:showSerName val="0"/>
          <c:showPercent val="0"/>
          <c:showBubbleSize val="0"/>
        </c:dLbls>
        <c:marker val="1"/>
        <c:smooth val="0"/>
        <c:axId val="532115712"/>
        <c:axId val="532118432"/>
      </c:lineChart>
      <c:dateAx>
        <c:axId val="532115712"/>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800" b="0" i="0" u="none" strike="noStrike" kern="1200" baseline="0">
                <a:solidFill>
                  <a:schemeClr val="tx1"/>
                </a:solidFill>
                <a:latin typeface="微软雅黑" panose="020B0503020204020204" charset="-122"/>
                <a:ea typeface="微软雅黑" panose="020B0503020204020204" charset="-122"/>
                <a:cs typeface="华文细黑" panose="02010600040101010101" charset="-122"/>
              </a:defRPr>
            </a:pPr>
            <a:endParaRPr lang="zh-CN"/>
          </a:p>
        </c:txPr>
        <c:crossAx val="532118432"/>
        <c:crosses val="autoZero"/>
        <c:auto val="1"/>
        <c:lblOffset val="100"/>
        <c:baseTimeUnit val="months"/>
        <c:majorUnit val="9"/>
        <c:majorTimeUnit val="months"/>
      </c:dateAx>
      <c:valAx>
        <c:axId val="532118432"/>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800" b="0" i="0" u="none" strike="noStrike" kern="1200" baseline="0">
                <a:solidFill>
                  <a:schemeClr val="tx1"/>
                </a:solidFill>
                <a:latin typeface="微软雅黑" panose="020B0503020204020204" charset="-122"/>
                <a:ea typeface="微软雅黑" panose="020B0503020204020204" charset="-122"/>
                <a:cs typeface="华文细黑" panose="02010600040101010101" charset="-122"/>
              </a:defRPr>
            </a:pPr>
            <a:endParaRPr lang="zh-CN"/>
          </a:p>
        </c:txPr>
        <c:crossAx val="532115712"/>
        <c:crosses val="autoZero"/>
        <c:crossBetween val="between"/>
      </c:valAx>
      <c:spPr>
        <a:noFill/>
        <a:ln w="25400">
          <a:noFill/>
        </a:ln>
      </c:spPr>
    </c:plotArea>
    <c:legend>
      <c:legendPos val="t"/>
      <c:overlay val="0"/>
      <c:spPr>
        <a:noFill/>
        <a:ln w="25400">
          <a:noFill/>
        </a:ln>
        <a:effectLst/>
      </c:spPr>
      <c:txPr>
        <a:bodyPr rot="0" spcFirstLastPara="0" vertOverflow="ellipsis" vert="horz" wrap="square" anchor="ctr" anchorCtr="1"/>
        <a:lstStyle/>
        <a:p>
          <a:pPr>
            <a:defRPr lang="zh-CN" sz="800" b="0" i="0" u="none" strike="noStrike" kern="1200" baseline="0">
              <a:solidFill>
                <a:schemeClr val="tx1"/>
              </a:solidFill>
              <a:latin typeface="微软雅黑" panose="020B0503020204020204" charset="-122"/>
              <a:ea typeface="微软雅黑" panose="020B0503020204020204" charset="-122"/>
              <a:cs typeface="华文细黑" panose="02010600040101010101" charset="-122"/>
            </a:defRPr>
          </a:pPr>
          <a:endParaRPr lang="zh-CN"/>
        </a:p>
      </c:txPr>
    </c:legend>
    <c:plotVisOnly val="1"/>
    <c:dispBlanksAs val="gap"/>
    <c:showDLblsOverMax val="0"/>
  </c:chart>
  <c:spPr>
    <a:noFill/>
    <a:ln w="25400" cap="flat" cmpd="sng" algn="ctr">
      <a:noFill/>
      <a:prstDash val="solid"/>
      <a:round/>
    </a:ln>
  </c:spPr>
  <c:txPr>
    <a:bodyPr/>
    <a:lstStyle/>
    <a:p>
      <a:pPr>
        <a:defRPr lang="zh-CN" sz="800">
          <a:latin typeface="微软雅黑" panose="020B0503020204020204" charset="-122"/>
          <a:ea typeface="微软雅黑" panose="020B0503020204020204" charset="-122"/>
          <a:cs typeface="华文细黑" panose="02010600040101010101" charset="-122"/>
        </a:defRPr>
      </a:pPr>
      <a:endParaRPr lang="zh-CN"/>
    </a:p>
  </c:txPr>
  <c:externalData r:id="rId2">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713194444444401E-2"/>
          <c:y val="9.45680555555556E-2"/>
          <c:w val="0.8822902184707051"/>
          <c:h val="0.86900207333042334"/>
        </c:manualLayout>
      </c:layout>
      <c:lineChart>
        <c:grouping val="standard"/>
        <c:varyColors val="0"/>
        <c:ser>
          <c:idx val="0"/>
          <c:order val="0"/>
          <c:tx>
            <c:strRef>
              <c:f>需求测算!$L$31:$L$32</c:f>
              <c:strCache>
                <c:ptCount val="2"/>
                <c:pt idx="0">
                  <c:v>鲜奶</c:v>
                </c:pt>
              </c:strCache>
            </c:strRef>
          </c:tx>
          <c:spPr>
            <a:ln w="12700" cap="rnd" cmpd="sng" algn="ctr">
              <a:solidFill>
                <a:srgbClr val="E10000"/>
              </a:solidFill>
              <a:prstDash val="solid"/>
              <a:round/>
            </a:ln>
          </c:spPr>
          <c:marker>
            <c:symbol val="diamond"/>
            <c:size val="2"/>
            <c:spPr>
              <a:solidFill>
                <a:srgbClr val="E10000"/>
              </a:solidFill>
              <a:ln w="12700" cap="flat" cmpd="sng" algn="ctr">
                <a:solidFill>
                  <a:srgbClr val="E10000"/>
                </a:solidFill>
                <a:prstDash val="solid"/>
                <a:round/>
              </a:ln>
            </c:spPr>
          </c:marker>
          <c:cat>
            <c:strRef>
              <c:f>需求测算!$K$33:$K$44</c:f>
              <c:strCache>
                <c:ptCount val="12"/>
                <c:pt idx="0">
                  <c:v>2018 </c:v>
                </c:pt>
                <c:pt idx="1">
                  <c:v>2019 </c:v>
                </c:pt>
                <c:pt idx="2">
                  <c:v>2020 </c:v>
                </c:pt>
                <c:pt idx="3">
                  <c:v>2021E</c:v>
                </c:pt>
                <c:pt idx="4">
                  <c:v>2022E</c:v>
                </c:pt>
                <c:pt idx="5">
                  <c:v>2023E</c:v>
                </c:pt>
                <c:pt idx="6">
                  <c:v>2024E</c:v>
                </c:pt>
                <c:pt idx="7">
                  <c:v>2025E</c:v>
                </c:pt>
                <c:pt idx="8">
                  <c:v>2026E</c:v>
                </c:pt>
                <c:pt idx="9">
                  <c:v>2027E</c:v>
                </c:pt>
                <c:pt idx="10">
                  <c:v>2028E</c:v>
                </c:pt>
                <c:pt idx="11">
                  <c:v>2029E</c:v>
                </c:pt>
              </c:strCache>
            </c:strRef>
          </c:cat>
          <c:val>
            <c:numRef>
              <c:f>需求测算!$L$33:$L$44</c:f>
              <c:numCache>
                <c:formatCode>0.0%</c:formatCode>
                <c:ptCount val="12"/>
                <c:pt idx="0">
                  <c:v>2.4213793961824992E-2</c:v>
                </c:pt>
                <c:pt idx="1">
                  <c:v>1.8471145373924136E-2</c:v>
                </c:pt>
                <c:pt idx="2">
                  <c:v>2.3433741243608086E-2</c:v>
                </c:pt>
                <c:pt idx="3">
                  <c:v>1.7921460336602468E-2</c:v>
                </c:pt>
                <c:pt idx="4">
                  <c:v>1.9122331204958209E-2</c:v>
                </c:pt>
                <c:pt idx="5">
                  <c:v>1.8968602556151071E-2</c:v>
                </c:pt>
                <c:pt idx="6">
                  <c:v>1.9139675969780834E-2</c:v>
                </c:pt>
                <c:pt idx="7">
                  <c:v>1.8838743953935477E-2</c:v>
                </c:pt>
                <c:pt idx="8">
                  <c:v>1.9430022381315748E-2</c:v>
                </c:pt>
                <c:pt idx="9">
                  <c:v>1.8018284107033988E-2</c:v>
                </c:pt>
                <c:pt idx="10">
                  <c:v>1.7633232237511232E-2</c:v>
                </c:pt>
                <c:pt idx="11">
                  <c:v>1.7100094525894782E-2</c:v>
                </c:pt>
              </c:numCache>
            </c:numRef>
          </c:val>
          <c:smooth val="1"/>
          <c:extLst xmlns:c16r2="http://schemas.microsoft.com/office/drawing/2015/06/chart">
            <c:ext xmlns:c16="http://schemas.microsoft.com/office/drawing/2014/chart" uri="{C3380CC4-5D6E-409C-BE32-E72D297353CC}">
              <c16:uniqueId val="{00000000-8527-4541-B708-6D8A7FF5C82B}"/>
            </c:ext>
          </c:extLst>
        </c:ser>
        <c:ser>
          <c:idx val="1"/>
          <c:order val="1"/>
          <c:tx>
            <c:strRef>
              <c:f>需求测算!$M$31:$M$32</c:f>
              <c:strCache>
                <c:ptCount val="2"/>
                <c:pt idx="0">
                  <c:v>猪肉</c:v>
                </c:pt>
              </c:strCache>
            </c:strRef>
          </c:tx>
          <c:spPr>
            <a:ln w="12700">
              <a:solidFill>
                <a:srgbClr val="C8C8C8"/>
              </a:solidFill>
              <a:prstDash val="solid"/>
            </a:ln>
          </c:spPr>
          <c:marker>
            <c:symbol val="diamond"/>
            <c:size val="2"/>
            <c:spPr>
              <a:solidFill>
                <a:srgbClr val="C8C8C8"/>
              </a:solidFill>
              <a:ln w="12700">
                <a:solidFill>
                  <a:srgbClr val="C8C8C8"/>
                </a:solidFill>
                <a:prstDash val="solid"/>
              </a:ln>
            </c:spPr>
          </c:marker>
          <c:cat>
            <c:strRef>
              <c:f>需求测算!$K$33:$K$44</c:f>
              <c:strCache>
                <c:ptCount val="12"/>
                <c:pt idx="0">
                  <c:v>2018 </c:v>
                </c:pt>
                <c:pt idx="1">
                  <c:v>2019 </c:v>
                </c:pt>
                <c:pt idx="2">
                  <c:v>2020 </c:v>
                </c:pt>
                <c:pt idx="3">
                  <c:v>2021E</c:v>
                </c:pt>
                <c:pt idx="4">
                  <c:v>2022E</c:v>
                </c:pt>
                <c:pt idx="5">
                  <c:v>2023E</c:v>
                </c:pt>
                <c:pt idx="6">
                  <c:v>2024E</c:v>
                </c:pt>
                <c:pt idx="7">
                  <c:v>2025E</c:v>
                </c:pt>
                <c:pt idx="8">
                  <c:v>2026E</c:v>
                </c:pt>
                <c:pt idx="9">
                  <c:v>2027E</c:v>
                </c:pt>
                <c:pt idx="10">
                  <c:v>2028E</c:v>
                </c:pt>
                <c:pt idx="11">
                  <c:v>2029E</c:v>
                </c:pt>
              </c:strCache>
            </c:strRef>
          </c:cat>
          <c:val>
            <c:numRef>
              <c:f>需求测算!$M$33:$M$44</c:f>
              <c:numCache>
                <c:formatCode>0.0%</c:formatCode>
                <c:ptCount val="12"/>
                <c:pt idx="0">
                  <c:v>7.447952061740537E-3</c:v>
                </c:pt>
                <c:pt idx="1">
                  <c:v>-9.1797146955596376E-2</c:v>
                </c:pt>
                <c:pt idx="2">
                  <c:v>-2.7278136345116333E-2</c:v>
                </c:pt>
                <c:pt idx="3">
                  <c:v>2.3285654997523109E-2</c:v>
                </c:pt>
                <c:pt idx="4">
                  <c:v>3.5070118495105662E-2</c:v>
                </c:pt>
                <c:pt idx="5">
                  <c:v>3.0530080684008087E-2</c:v>
                </c:pt>
                <c:pt idx="6">
                  <c:v>3.0922290013402076E-2</c:v>
                </c:pt>
                <c:pt idx="7">
                  <c:v>3.0003709043475491E-2</c:v>
                </c:pt>
                <c:pt idx="8">
                  <c:v>1.4859754571512562E-2</c:v>
                </c:pt>
                <c:pt idx="9">
                  <c:v>6.489765353446364E-3</c:v>
                </c:pt>
                <c:pt idx="10">
                  <c:v>5.4209088096330849E-3</c:v>
                </c:pt>
                <c:pt idx="11">
                  <c:v>5.7494964990942865E-3</c:v>
                </c:pt>
              </c:numCache>
            </c:numRef>
          </c:val>
          <c:smooth val="1"/>
          <c:extLst xmlns:c16r2="http://schemas.microsoft.com/office/drawing/2015/06/chart">
            <c:ext xmlns:c16="http://schemas.microsoft.com/office/drawing/2014/chart" uri="{C3380CC4-5D6E-409C-BE32-E72D297353CC}">
              <c16:uniqueId val="{00000001-8527-4541-B708-6D8A7FF5C82B}"/>
            </c:ext>
          </c:extLst>
        </c:ser>
        <c:ser>
          <c:idx val="2"/>
          <c:order val="2"/>
          <c:tx>
            <c:strRef>
              <c:f>需求测算!$N$31:$N$32</c:f>
              <c:strCache>
                <c:ptCount val="2"/>
                <c:pt idx="0">
                  <c:v>牛肉</c:v>
                </c:pt>
              </c:strCache>
            </c:strRef>
          </c:tx>
          <c:spPr>
            <a:ln w="12700">
              <a:solidFill>
                <a:srgbClr val="FA6400"/>
              </a:solidFill>
              <a:prstDash val="solid"/>
            </a:ln>
          </c:spPr>
          <c:marker>
            <c:symbol val="diamond"/>
            <c:size val="2"/>
            <c:spPr>
              <a:solidFill>
                <a:srgbClr val="FA6400"/>
              </a:solidFill>
              <a:ln w="12700">
                <a:solidFill>
                  <a:srgbClr val="FA6400"/>
                </a:solidFill>
                <a:prstDash val="solid"/>
              </a:ln>
            </c:spPr>
          </c:marker>
          <c:cat>
            <c:strRef>
              <c:f>需求测算!$K$33:$K$44</c:f>
              <c:strCache>
                <c:ptCount val="12"/>
                <c:pt idx="0">
                  <c:v>2018 </c:v>
                </c:pt>
                <c:pt idx="1">
                  <c:v>2019 </c:v>
                </c:pt>
                <c:pt idx="2">
                  <c:v>2020 </c:v>
                </c:pt>
                <c:pt idx="3">
                  <c:v>2021E</c:v>
                </c:pt>
                <c:pt idx="4">
                  <c:v>2022E</c:v>
                </c:pt>
                <c:pt idx="5">
                  <c:v>2023E</c:v>
                </c:pt>
                <c:pt idx="6">
                  <c:v>2024E</c:v>
                </c:pt>
                <c:pt idx="7">
                  <c:v>2025E</c:v>
                </c:pt>
                <c:pt idx="8">
                  <c:v>2026E</c:v>
                </c:pt>
                <c:pt idx="9">
                  <c:v>2027E</c:v>
                </c:pt>
                <c:pt idx="10">
                  <c:v>2028E</c:v>
                </c:pt>
                <c:pt idx="11">
                  <c:v>2029E</c:v>
                </c:pt>
              </c:strCache>
            </c:strRef>
          </c:cat>
          <c:val>
            <c:numRef>
              <c:f>需求测算!$N$33:$N$44</c:f>
              <c:numCache>
                <c:formatCode>0.0%</c:formatCode>
                <c:ptCount val="12"/>
                <c:pt idx="0">
                  <c:v>1.932764303769452E-2</c:v>
                </c:pt>
                <c:pt idx="1">
                  <c:v>1.0880910776883246E-2</c:v>
                </c:pt>
                <c:pt idx="2">
                  <c:v>5.885483359046928E-3</c:v>
                </c:pt>
                <c:pt idx="3">
                  <c:v>7.8539359397478137E-3</c:v>
                </c:pt>
                <c:pt idx="4">
                  <c:v>2.9481102470356735E-3</c:v>
                </c:pt>
                <c:pt idx="5">
                  <c:v>7.2201794560904364E-3</c:v>
                </c:pt>
                <c:pt idx="6">
                  <c:v>6.9043430350714807E-3</c:v>
                </c:pt>
                <c:pt idx="7">
                  <c:v>8.1747862486323264E-3</c:v>
                </c:pt>
                <c:pt idx="8">
                  <c:v>8.9677153868006343E-3</c:v>
                </c:pt>
                <c:pt idx="9">
                  <c:v>8.1267611963649067E-3</c:v>
                </c:pt>
                <c:pt idx="10">
                  <c:v>8.8303079474241208E-3</c:v>
                </c:pt>
                <c:pt idx="11">
                  <c:v>7.3769678735811084E-3</c:v>
                </c:pt>
              </c:numCache>
            </c:numRef>
          </c:val>
          <c:smooth val="1"/>
          <c:extLst xmlns:c16r2="http://schemas.microsoft.com/office/drawing/2015/06/chart">
            <c:ext xmlns:c16="http://schemas.microsoft.com/office/drawing/2014/chart" uri="{C3380CC4-5D6E-409C-BE32-E72D297353CC}">
              <c16:uniqueId val="{00000002-8527-4541-B708-6D8A7FF5C82B}"/>
            </c:ext>
          </c:extLst>
        </c:ser>
        <c:ser>
          <c:idx val="3"/>
          <c:order val="3"/>
          <c:tx>
            <c:strRef>
              <c:f>需求测算!$O$31:$O$32</c:f>
              <c:strCache>
                <c:ptCount val="2"/>
                <c:pt idx="0">
                  <c:v>禽肉</c:v>
                </c:pt>
              </c:strCache>
            </c:strRef>
          </c:tx>
          <c:spPr>
            <a:ln w="12700">
              <a:solidFill>
                <a:srgbClr val="FFC000"/>
              </a:solidFill>
              <a:prstDash val="solid"/>
            </a:ln>
          </c:spPr>
          <c:marker>
            <c:symbol val="diamond"/>
            <c:size val="2"/>
            <c:spPr>
              <a:solidFill>
                <a:srgbClr val="FFC000"/>
              </a:solidFill>
              <a:ln w="12700">
                <a:solidFill>
                  <a:srgbClr val="FFC000"/>
                </a:solidFill>
                <a:prstDash val="solid"/>
              </a:ln>
            </c:spPr>
          </c:marker>
          <c:cat>
            <c:strRef>
              <c:f>需求测算!$K$33:$K$44</c:f>
              <c:strCache>
                <c:ptCount val="12"/>
                <c:pt idx="0">
                  <c:v>2018 </c:v>
                </c:pt>
                <c:pt idx="1">
                  <c:v>2019 </c:v>
                </c:pt>
                <c:pt idx="2">
                  <c:v>2020 </c:v>
                </c:pt>
                <c:pt idx="3">
                  <c:v>2021E</c:v>
                </c:pt>
                <c:pt idx="4">
                  <c:v>2022E</c:v>
                </c:pt>
                <c:pt idx="5">
                  <c:v>2023E</c:v>
                </c:pt>
                <c:pt idx="6">
                  <c:v>2024E</c:v>
                </c:pt>
                <c:pt idx="7">
                  <c:v>2025E</c:v>
                </c:pt>
                <c:pt idx="8">
                  <c:v>2026E</c:v>
                </c:pt>
                <c:pt idx="9">
                  <c:v>2027E</c:v>
                </c:pt>
                <c:pt idx="10">
                  <c:v>2028E</c:v>
                </c:pt>
                <c:pt idx="11">
                  <c:v>2029E</c:v>
                </c:pt>
              </c:strCache>
            </c:strRef>
          </c:cat>
          <c:val>
            <c:numRef>
              <c:f>需求测算!$O$33:$O$44</c:f>
              <c:numCache>
                <c:formatCode>0.0%</c:formatCode>
                <c:ptCount val="12"/>
                <c:pt idx="0">
                  <c:v>2.4339528665598076E-2</c:v>
                </c:pt>
                <c:pt idx="1">
                  <c:v>3.7190197912946088E-2</c:v>
                </c:pt>
                <c:pt idx="2">
                  <c:v>2.0662636272343216E-2</c:v>
                </c:pt>
                <c:pt idx="3">
                  <c:v>9.3453273401158388E-3</c:v>
                </c:pt>
                <c:pt idx="4">
                  <c:v>9.4493466229281786E-3</c:v>
                </c:pt>
                <c:pt idx="5">
                  <c:v>1.1556255313114994E-2</c:v>
                </c:pt>
                <c:pt idx="6">
                  <c:v>1.1385443479751789E-2</c:v>
                </c:pt>
                <c:pt idx="7">
                  <c:v>1.1549068340577451E-2</c:v>
                </c:pt>
                <c:pt idx="8">
                  <c:v>1.1314305870444352E-2</c:v>
                </c:pt>
                <c:pt idx="9">
                  <c:v>1.1396201152670926E-2</c:v>
                </c:pt>
                <c:pt idx="10">
                  <c:v>1.1516253466116178E-2</c:v>
                </c:pt>
                <c:pt idx="11">
                  <c:v>1.1348630910500868E-2</c:v>
                </c:pt>
              </c:numCache>
            </c:numRef>
          </c:val>
          <c:smooth val="1"/>
          <c:extLst xmlns:c16r2="http://schemas.microsoft.com/office/drawing/2015/06/chart">
            <c:ext xmlns:c16="http://schemas.microsoft.com/office/drawing/2014/chart" uri="{C3380CC4-5D6E-409C-BE32-E72D297353CC}">
              <c16:uniqueId val="{00000003-8527-4541-B708-6D8A7FF5C82B}"/>
            </c:ext>
          </c:extLst>
        </c:ser>
        <c:ser>
          <c:idx val="4"/>
          <c:order val="4"/>
          <c:tx>
            <c:strRef>
              <c:f>需求测算!$P$31:$P$32</c:f>
              <c:strCache>
                <c:ptCount val="2"/>
                <c:pt idx="0">
                  <c:v>水产</c:v>
                </c:pt>
              </c:strCache>
            </c:strRef>
          </c:tx>
          <c:spPr>
            <a:ln w="12700">
              <a:solidFill>
                <a:srgbClr val="DCB464"/>
              </a:solidFill>
              <a:prstDash val="solid"/>
            </a:ln>
          </c:spPr>
          <c:marker>
            <c:symbol val="diamond"/>
            <c:size val="2"/>
            <c:spPr>
              <a:solidFill>
                <a:srgbClr val="DCB464"/>
              </a:solidFill>
              <a:ln w="12700">
                <a:solidFill>
                  <a:srgbClr val="DCB464"/>
                </a:solidFill>
                <a:prstDash val="solid"/>
              </a:ln>
            </c:spPr>
          </c:marker>
          <c:cat>
            <c:strRef>
              <c:f>需求测算!$K$33:$K$44</c:f>
              <c:strCache>
                <c:ptCount val="12"/>
                <c:pt idx="0">
                  <c:v>2018 </c:v>
                </c:pt>
                <c:pt idx="1">
                  <c:v>2019 </c:v>
                </c:pt>
                <c:pt idx="2">
                  <c:v>2020 </c:v>
                </c:pt>
                <c:pt idx="3">
                  <c:v>2021E</c:v>
                </c:pt>
                <c:pt idx="4">
                  <c:v>2022E</c:v>
                </c:pt>
                <c:pt idx="5">
                  <c:v>2023E</c:v>
                </c:pt>
                <c:pt idx="6">
                  <c:v>2024E</c:v>
                </c:pt>
                <c:pt idx="7">
                  <c:v>2025E</c:v>
                </c:pt>
                <c:pt idx="8">
                  <c:v>2026E</c:v>
                </c:pt>
                <c:pt idx="9">
                  <c:v>2027E</c:v>
                </c:pt>
                <c:pt idx="10">
                  <c:v>2028E</c:v>
                </c:pt>
                <c:pt idx="11">
                  <c:v>2029E</c:v>
                </c:pt>
              </c:strCache>
            </c:strRef>
          </c:cat>
          <c:val>
            <c:numRef>
              <c:f>需求测算!$P$33:$P$44</c:f>
              <c:numCache>
                <c:formatCode>0.0%</c:formatCode>
                <c:ptCount val="12"/>
                <c:pt idx="0">
                  <c:v>3.2127539283739015E-2</c:v>
                </c:pt>
                <c:pt idx="1">
                  <c:v>2.4165506126988312E-2</c:v>
                </c:pt>
                <c:pt idx="2">
                  <c:v>2.2354358686906828E-2</c:v>
                </c:pt>
                <c:pt idx="3">
                  <c:v>2.0082882034508698E-2</c:v>
                </c:pt>
                <c:pt idx="4">
                  <c:v>2.5827628582808959E-2</c:v>
                </c:pt>
                <c:pt idx="5">
                  <c:v>2.6539099380536113E-2</c:v>
                </c:pt>
                <c:pt idx="6">
                  <c:v>2.503973108427604E-2</c:v>
                </c:pt>
                <c:pt idx="7">
                  <c:v>2.3300415622342419E-2</c:v>
                </c:pt>
                <c:pt idx="8">
                  <c:v>2.2472708666759766E-2</c:v>
                </c:pt>
                <c:pt idx="9">
                  <c:v>1.9893487226851914E-2</c:v>
                </c:pt>
                <c:pt idx="10">
                  <c:v>2.0502967457906252E-2</c:v>
                </c:pt>
                <c:pt idx="11">
                  <c:v>2.0633250768250955E-2</c:v>
                </c:pt>
              </c:numCache>
            </c:numRef>
          </c:val>
          <c:smooth val="1"/>
          <c:extLst xmlns:c16r2="http://schemas.microsoft.com/office/drawing/2015/06/chart">
            <c:ext xmlns:c16="http://schemas.microsoft.com/office/drawing/2014/chart" uri="{C3380CC4-5D6E-409C-BE32-E72D297353CC}">
              <c16:uniqueId val="{00000004-8527-4541-B708-6D8A7FF5C82B}"/>
            </c:ext>
          </c:extLst>
        </c:ser>
        <c:ser>
          <c:idx val="5"/>
          <c:order val="5"/>
          <c:tx>
            <c:strRef>
              <c:f>需求测算!$Q$31:$Q$32</c:f>
              <c:strCache>
                <c:ptCount val="2"/>
                <c:pt idx="0">
                  <c:v>综合增速</c:v>
                </c:pt>
              </c:strCache>
            </c:strRef>
          </c:tx>
          <c:spPr>
            <a:ln w="12700">
              <a:solidFill>
                <a:srgbClr val="B40014"/>
              </a:solidFill>
              <a:prstDash val="solid"/>
            </a:ln>
          </c:spPr>
          <c:marker>
            <c:symbol val="diamond"/>
            <c:size val="2"/>
            <c:spPr>
              <a:solidFill>
                <a:srgbClr val="B40014"/>
              </a:solidFill>
              <a:ln w="12700">
                <a:solidFill>
                  <a:srgbClr val="B40014"/>
                </a:solidFill>
                <a:prstDash val="solid"/>
              </a:ln>
            </c:spPr>
          </c:marker>
          <c:cat>
            <c:strRef>
              <c:f>需求测算!$K$33:$K$44</c:f>
              <c:strCache>
                <c:ptCount val="12"/>
                <c:pt idx="0">
                  <c:v>2018 </c:v>
                </c:pt>
                <c:pt idx="1">
                  <c:v>2019 </c:v>
                </c:pt>
                <c:pt idx="2">
                  <c:v>2020 </c:v>
                </c:pt>
                <c:pt idx="3">
                  <c:v>2021E</c:v>
                </c:pt>
                <c:pt idx="4">
                  <c:v>2022E</c:v>
                </c:pt>
                <c:pt idx="5">
                  <c:v>2023E</c:v>
                </c:pt>
                <c:pt idx="6">
                  <c:v>2024E</c:v>
                </c:pt>
                <c:pt idx="7">
                  <c:v>2025E</c:v>
                </c:pt>
                <c:pt idx="8">
                  <c:v>2026E</c:v>
                </c:pt>
                <c:pt idx="9">
                  <c:v>2027E</c:v>
                </c:pt>
                <c:pt idx="10">
                  <c:v>2028E</c:v>
                </c:pt>
                <c:pt idx="11">
                  <c:v>2029E</c:v>
                </c:pt>
              </c:strCache>
            </c:strRef>
          </c:cat>
          <c:val>
            <c:numRef>
              <c:f>需求测算!$Q$33:$Q$44</c:f>
              <c:numCache>
                <c:formatCode>0.0%</c:formatCode>
                <c:ptCount val="12"/>
                <c:pt idx="0">
                  <c:v>1.6807258946066328E-2</c:v>
                </c:pt>
                <c:pt idx="1">
                  <c:v>-5.2693123909960549E-3</c:v>
                </c:pt>
                <c:pt idx="2">
                  <c:v>5.5893370579741097E-3</c:v>
                </c:pt>
                <c:pt idx="3">
                  <c:v>1.4085909648213454E-2</c:v>
                </c:pt>
                <c:pt idx="4">
                  <c:v>1.6845501279809171E-2</c:v>
                </c:pt>
                <c:pt idx="5">
                  <c:v>1.6777442279888071E-2</c:v>
                </c:pt>
                <c:pt idx="6">
                  <c:v>1.6748346282232835E-2</c:v>
                </c:pt>
                <c:pt idx="7">
                  <c:v>1.6592062007049817E-2</c:v>
                </c:pt>
                <c:pt idx="8">
                  <c:v>1.2982967396292308E-2</c:v>
                </c:pt>
                <c:pt idx="9">
                  <c:v>1.0645685919564987E-2</c:v>
                </c:pt>
                <c:pt idx="10">
                  <c:v>1.0474906394297176E-2</c:v>
                </c:pt>
                <c:pt idx="11">
                  <c:v>1.0312292165717094E-2</c:v>
                </c:pt>
              </c:numCache>
            </c:numRef>
          </c:val>
          <c:smooth val="1"/>
          <c:extLst xmlns:c16r2="http://schemas.microsoft.com/office/drawing/2015/06/chart">
            <c:ext xmlns:c16="http://schemas.microsoft.com/office/drawing/2014/chart" uri="{C3380CC4-5D6E-409C-BE32-E72D297353CC}">
              <c16:uniqueId val="{00000005-8527-4541-B708-6D8A7FF5C82B}"/>
            </c:ext>
          </c:extLst>
        </c:ser>
        <c:dLbls>
          <c:showLegendKey val="0"/>
          <c:showVal val="0"/>
          <c:showCatName val="0"/>
          <c:showSerName val="0"/>
          <c:showPercent val="0"/>
          <c:showBubbleSize val="0"/>
        </c:dLbls>
        <c:marker val="1"/>
        <c:smooth val="0"/>
        <c:axId val="532122240"/>
        <c:axId val="532123328"/>
      </c:lineChart>
      <c:catAx>
        <c:axId val="532122240"/>
        <c:scaling>
          <c:orientation val="minMax"/>
        </c:scaling>
        <c:delete val="0"/>
        <c:axPos val="b"/>
        <c:numFmt formatCode="General" sourceLinked="0"/>
        <c:majorTickMark val="in"/>
        <c:minorTickMark val="none"/>
        <c:tickLblPos val="nextTo"/>
        <c:spPr>
          <a:ln w="6350" cap="flat" cmpd="sng" algn="ctr">
            <a:solidFill>
              <a:srgbClr val="000000"/>
            </a:solidFill>
            <a:prstDash val="solid"/>
            <a:round/>
          </a:ln>
        </c:spPr>
        <c:txPr>
          <a:bodyPr rot="-5400000" vert="horz"/>
          <a:lstStyle/>
          <a:p>
            <a:pPr>
              <a:defRPr/>
            </a:pPr>
            <a:endParaRPr lang="zh-CN"/>
          </a:p>
        </c:txPr>
        <c:crossAx val="532123328"/>
        <c:crosses val="autoZero"/>
        <c:auto val="1"/>
        <c:lblAlgn val="ctr"/>
        <c:lblOffset val="100"/>
        <c:noMultiLvlLbl val="0"/>
      </c:catAx>
      <c:valAx>
        <c:axId val="532123328"/>
        <c:scaling>
          <c:orientation val="minMax"/>
        </c:scaling>
        <c:delete val="0"/>
        <c:axPos val="l"/>
        <c:numFmt formatCode="0%" sourceLinked="0"/>
        <c:majorTickMark val="in"/>
        <c:minorTickMark val="none"/>
        <c:tickLblPos val="nextTo"/>
        <c:spPr>
          <a:ln w="6350" cap="flat" cmpd="sng" algn="ctr">
            <a:solidFill>
              <a:srgbClr val="000000"/>
            </a:solidFill>
            <a:prstDash val="solid"/>
            <a:round/>
          </a:ln>
        </c:spPr>
        <c:txPr>
          <a:bodyPr rot="-60000000" vert="horz"/>
          <a:lstStyle/>
          <a:p>
            <a:pPr>
              <a:defRPr/>
            </a:pPr>
            <a:endParaRPr lang="zh-CN"/>
          </a:p>
        </c:txPr>
        <c:crossAx val="532122240"/>
        <c:crosses val="autoZero"/>
        <c:crossBetween val="between"/>
      </c:valAx>
      <c:spPr>
        <a:noFill/>
        <a:ln w="25400">
          <a:noFill/>
        </a:ln>
      </c:spPr>
    </c:plotArea>
    <c:legend>
      <c:legendPos val="b"/>
      <c:layout>
        <c:manualLayout>
          <c:xMode val="edge"/>
          <c:yMode val="edge"/>
          <c:x val="0"/>
          <c:y val="2.0504629629629631E-3"/>
          <c:w val="1"/>
          <c:h val="9.5521606285464869E-2"/>
        </c:manualLayout>
      </c:layout>
      <c:overlay val="0"/>
      <c:spPr>
        <a:noFill/>
        <a:ln w="25400">
          <a:noFill/>
        </a:ln>
        <a:effectLst/>
      </c:spPr>
      <c:txPr>
        <a:bodyPr rot="0" vert="horz"/>
        <a:lstStyle/>
        <a:p>
          <a:pPr>
            <a:defRPr/>
          </a:pPr>
          <a:endParaRPr lang="zh-CN"/>
        </a:p>
      </c:txPr>
    </c:legend>
    <c:plotVisOnly val="1"/>
    <c:dispBlanksAs val="gap"/>
    <c:showDLblsOverMax val="0"/>
  </c:chart>
  <c:spPr>
    <a:noFill/>
    <a:ln w="25400" cap="flat" cmpd="sng" algn="ctr">
      <a:noFill/>
      <a:prstDash val="solid"/>
      <a:round/>
    </a:ln>
  </c:spPr>
  <c:txPr>
    <a:bodyPr/>
    <a:lstStyle/>
    <a:p>
      <a:pPr>
        <a:defRPr lang="zh-CN" sz="1000">
          <a:latin typeface="微软雅黑" panose="020B0503020204020204" pitchFamily="34" charset="-122"/>
          <a:ea typeface="微软雅黑" panose="020B0503020204020204" pitchFamily="34" charset="-122"/>
          <a:cs typeface="华文细黑" panose="02010600040101010101" charset="-122"/>
        </a:defRPr>
      </a:pPr>
      <a:endParaRPr lang="zh-CN"/>
    </a:p>
  </c:txPr>
  <c:externalData r:id="rId2">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Sheet1!$H$8</c:f>
              <c:strCache>
                <c:ptCount val="1"/>
                <c:pt idx="0">
                  <c:v>全球猪产量（亿头）</c:v>
                </c:pt>
              </c:strCache>
            </c:strRef>
          </c:tx>
          <c:spPr>
            <a:solidFill>
              <a:srgbClr val="E10000"/>
            </a:solidFill>
            <a:ln w="6350">
              <a:noFill/>
              <a:prstDash val="solid"/>
            </a:ln>
            <a:effectLst/>
          </c:spPr>
          <c:invertIfNegative val="0"/>
          <c:cat>
            <c:numRef>
              <c:f>Sheet1!$G$9:$G$30</c:f>
              <c:numCache>
                <c:formatCode>General</c:formatCode>
                <c:ptCount val="22"/>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pt idx="16">
                  <c:v>2016</c:v>
                </c:pt>
                <c:pt idx="17">
                  <c:v>2017</c:v>
                </c:pt>
                <c:pt idx="18">
                  <c:v>2018</c:v>
                </c:pt>
                <c:pt idx="19">
                  <c:v>2019</c:v>
                </c:pt>
                <c:pt idx="20">
                  <c:v>2020</c:v>
                </c:pt>
                <c:pt idx="21">
                  <c:v>2021</c:v>
                </c:pt>
              </c:numCache>
            </c:numRef>
          </c:cat>
          <c:val>
            <c:numRef>
              <c:f>Sheet1!$H$9:$H$30</c:f>
              <c:numCache>
                <c:formatCode>General</c:formatCode>
                <c:ptCount val="22"/>
                <c:pt idx="0">
                  <c:v>10.5</c:v>
                </c:pt>
                <c:pt idx="1">
                  <c:v>11.1</c:v>
                </c:pt>
                <c:pt idx="2">
                  <c:v>11.3</c:v>
                </c:pt>
                <c:pt idx="3">
                  <c:v>11.4</c:v>
                </c:pt>
                <c:pt idx="4">
                  <c:v>11.7</c:v>
                </c:pt>
                <c:pt idx="5">
                  <c:v>12.1</c:v>
                </c:pt>
                <c:pt idx="6">
                  <c:v>12.1</c:v>
                </c:pt>
                <c:pt idx="7">
                  <c:v>12.1</c:v>
                </c:pt>
                <c:pt idx="8">
                  <c:v>11.7</c:v>
                </c:pt>
                <c:pt idx="9">
                  <c:v>11.9</c:v>
                </c:pt>
                <c:pt idx="10">
                  <c:v>12.1</c:v>
                </c:pt>
                <c:pt idx="11">
                  <c:v>12.1</c:v>
                </c:pt>
                <c:pt idx="12">
                  <c:v>12.6</c:v>
                </c:pt>
                <c:pt idx="13">
                  <c:v>12.6</c:v>
                </c:pt>
                <c:pt idx="14">
                  <c:v>12.8</c:v>
                </c:pt>
                <c:pt idx="15">
                  <c:v>12.6</c:v>
                </c:pt>
                <c:pt idx="16">
                  <c:v>12.4</c:v>
                </c:pt>
                <c:pt idx="17">
                  <c:v>12.8</c:v>
                </c:pt>
                <c:pt idx="18">
                  <c:v>12.7</c:v>
                </c:pt>
                <c:pt idx="19">
                  <c:v>10.3</c:v>
                </c:pt>
                <c:pt idx="20">
                  <c:v>11.7</c:v>
                </c:pt>
                <c:pt idx="21">
                  <c:v>12.5</c:v>
                </c:pt>
              </c:numCache>
            </c:numRef>
          </c:val>
          <c:extLst xmlns:c16r2="http://schemas.microsoft.com/office/drawing/2015/06/chart">
            <c:ext xmlns:c16="http://schemas.microsoft.com/office/drawing/2014/chart" uri="{C3380CC4-5D6E-409C-BE32-E72D297353CC}">
              <c16:uniqueId val="{00000000-5292-4FA5-8A15-F924B4F8863F}"/>
            </c:ext>
          </c:extLst>
        </c:ser>
        <c:dLbls>
          <c:showLegendKey val="0"/>
          <c:showVal val="0"/>
          <c:showCatName val="0"/>
          <c:showSerName val="0"/>
          <c:showPercent val="0"/>
          <c:showBubbleSize val="0"/>
        </c:dLbls>
        <c:gapWidth val="219"/>
        <c:axId val="532122784"/>
        <c:axId val="532119520"/>
      </c:barChart>
      <c:lineChart>
        <c:grouping val="standard"/>
        <c:varyColors val="0"/>
        <c:ser>
          <c:idx val="1"/>
          <c:order val="1"/>
          <c:tx>
            <c:strRef>
              <c:f>Sheet1!$I$8</c:f>
              <c:strCache>
                <c:ptCount val="1"/>
                <c:pt idx="0">
                  <c:v>增速（右）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Sheet1!$G$9:$G$30</c:f>
              <c:numCache>
                <c:formatCode>General</c:formatCode>
                <c:ptCount val="22"/>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pt idx="16">
                  <c:v>2016</c:v>
                </c:pt>
                <c:pt idx="17">
                  <c:v>2017</c:v>
                </c:pt>
                <c:pt idx="18">
                  <c:v>2018</c:v>
                </c:pt>
                <c:pt idx="19">
                  <c:v>2019</c:v>
                </c:pt>
                <c:pt idx="20">
                  <c:v>2020</c:v>
                </c:pt>
                <c:pt idx="21">
                  <c:v>2021</c:v>
                </c:pt>
              </c:numCache>
            </c:numRef>
          </c:cat>
          <c:val>
            <c:numRef>
              <c:f>Sheet1!$I$9:$I$30</c:f>
              <c:numCache>
                <c:formatCode>0.0%</c:formatCode>
                <c:ptCount val="22"/>
                <c:pt idx="1">
                  <c:v>5.7142857142857162E-2</c:v>
                </c:pt>
                <c:pt idx="2">
                  <c:v>1.8018018018018056E-2</c:v>
                </c:pt>
                <c:pt idx="3">
                  <c:v>8.8495575221239076E-3</c:v>
                </c:pt>
                <c:pt idx="4">
                  <c:v>2.631578947368407E-2</c:v>
                </c:pt>
                <c:pt idx="5">
                  <c:v>3.4188034188034289E-2</c:v>
                </c:pt>
                <c:pt idx="6">
                  <c:v>0</c:v>
                </c:pt>
                <c:pt idx="7">
                  <c:v>0</c:v>
                </c:pt>
                <c:pt idx="8">
                  <c:v>-3.3057851239669422E-2</c:v>
                </c:pt>
                <c:pt idx="9">
                  <c:v>1.7094017094017255E-2</c:v>
                </c:pt>
                <c:pt idx="10">
                  <c:v>1.6806722689075571E-2</c:v>
                </c:pt>
                <c:pt idx="11">
                  <c:v>0</c:v>
                </c:pt>
                <c:pt idx="12">
                  <c:v>4.1322314049586861E-2</c:v>
                </c:pt>
                <c:pt idx="13">
                  <c:v>0</c:v>
                </c:pt>
                <c:pt idx="14">
                  <c:v>1.5873015873016039E-2</c:v>
                </c:pt>
                <c:pt idx="15">
                  <c:v>-1.5625000000000111E-2</c:v>
                </c:pt>
                <c:pt idx="16">
                  <c:v>-1.5873015873015817E-2</c:v>
                </c:pt>
                <c:pt idx="17">
                  <c:v>3.2258064516129004E-2</c:v>
                </c:pt>
                <c:pt idx="18">
                  <c:v>-7.812500000000111E-3</c:v>
                </c:pt>
                <c:pt idx="19">
                  <c:v>-0.18897637795275579</c:v>
                </c:pt>
                <c:pt idx="20">
                  <c:v>0.13592233009708732</c:v>
                </c:pt>
                <c:pt idx="21">
                  <c:v>6.8376068376068355E-2</c:v>
                </c:pt>
              </c:numCache>
            </c:numRef>
          </c:val>
          <c:smooth val="1"/>
          <c:extLst xmlns:c16r2="http://schemas.microsoft.com/office/drawing/2015/06/chart">
            <c:ext xmlns:c16="http://schemas.microsoft.com/office/drawing/2014/chart" uri="{C3380CC4-5D6E-409C-BE32-E72D297353CC}">
              <c16:uniqueId val="{00000001-5292-4FA5-8A15-F924B4F8863F}"/>
            </c:ext>
          </c:extLst>
        </c:ser>
        <c:dLbls>
          <c:showLegendKey val="0"/>
          <c:showVal val="0"/>
          <c:showCatName val="0"/>
          <c:showSerName val="0"/>
          <c:showPercent val="0"/>
          <c:showBubbleSize val="0"/>
        </c:dLbls>
        <c:marker val="1"/>
        <c:smooth val="0"/>
        <c:axId val="532120608"/>
        <c:axId val="532120064"/>
      </c:lineChart>
      <c:catAx>
        <c:axId val="532122784"/>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5400000" spcFirstLastPara="1" vertOverflow="ellipsis" wrap="square" anchor="ctr" anchorCtr="1"/>
          <a:lstStyle/>
          <a:p>
            <a:pPr>
              <a:defRPr sz="800" b="0" i="0" u="none" strike="noStrike" kern="1200" baseline="0">
                <a:solidFill>
                  <a:srgbClr val="000000"/>
                </a:solidFill>
                <a:latin typeface="Arial"/>
                <a:ea typeface="Arial"/>
                <a:cs typeface="Arial"/>
              </a:defRPr>
            </a:pPr>
            <a:endParaRPr lang="zh-CN"/>
          </a:p>
        </c:txPr>
        <c:crossAx val="532119520"/>
        <c:crosses val="autoZero"/>
        <c:auto val="1"/>
        <c:lblAlgn val="ctr"/>
        <c:lblOffset val="100"/>
        <c:noMultiLvlLbl val="0"/>
      </c:catAx>
      <c:valAx>
        <c:axId val="532119520"/>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532122784"/>
        <c:crosses val="autoZero"/>
        <c:crossBetween val="between"/>
      </c:valAx>
      <c:valAx>
        <c:axId val="532120064"/>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532120608"/>
        <c:crosses val="max"/>
        <c:crossBetween val="between"/>
      </c:valAx>
      <c:catAx>
        <c:axId val="532120608"/>
        <c:scaling>
          <c:orientation val="minMax"/>
        </c:scaling>
        <c:delete val="1"/>
        <c:axPos val="b"/>
        <c:numFmt formatCode="General" sourceLinked="1"/>
        <c:majorTickMark val="out"/>
        <c:minorTickMark val="none"/>
        <c:tickLblPos val="nextTo"/>
        <c:crossAx val="532120064"/>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031900095823931"/>
          <c:y val="0.20693253860742347"/>
          <c:w val="0.77021514018113812"/>
          <c:h val="0.66545922514223776"/>
        </c:manualLayout>
      </c:layout>
      <c:barChart>
        <c:barDir val="col"/>
        <c:grouping val="clustered"/>
        <c:varyColors val="0"/>
        <c:ser>
          <c:idx val="0"/>
          <c:order val="0"/>
          <c:tx>
            <c:strRef>
              <c:f>图7!$Q$3</c:f>
              <c:strCache>
                <c:ptCount val="1"/>
                <c:pt idx="0">
                  <c:v>全球新能源汽车产量（万台）</c:v>
                </c:pt>
              </c:strCache>
            </c:strRef>
          </c:tx>
          <c:spPr>
            <a:solidFill>
              <a:srgbClr val="E10000"/>
            </a:solidFill>
            <a:ln w="6350">
              <a:solidFill>
                <a:srgbClr val="FFFFFF"/>
              </a:solidFill>
              <a:prstDash val="solid"/>
            </a:ln>
            <a:effectLst/>
          </c:spPr>
          <c:invertIfNegative val="0"/>
          <c:cat>
            <c:strRef>
              <c:f>图7!$R$2:$W$2</c:f>
              <c:strCache>
                <c:ptCount val="6"/>
                <c:pt idx="0">
                  <c:v>2020</c:v>
                </c:pt>
                <c:pt idx="1">
                  <c:v>2021</c:v>
                </c:pt>
                <c:pt idx="2">
                  <c:v>2022E</c:v>
                </c:pt>
                <c:pt idx="3">
                  <c:v>2023E</c:v>
                </c:pt>
                <c:pt idx="4">
                  <c:v>2024E</c:v>
                </c:pt>
                <c:pt idx="5">
                  <c:v>2025E</c:v>
                </c:pt>
              </c:strCache>
            </c:strRef>
          </c:cat>
          <c:val>
            <c:numRef>
              <c:f>图7!$R$3:$W$3</c:f>
              <c:numCache>
                <c:formatCode>0</c:formatCode>
                <c:ptCount val="6"/>
                <c:pt idx="0">
                  <c:v>299.42943000000002</c:v>
                </c:pt>
                <c:pt idx="1">
                  <c:v>628.17512618431579</c:v>
                </c:pt>
                <c:pt idx="2">
                  <c:v>1029.8216208640001</c:v>
                </c:pt>
                <c:pt idx="3">
                  <c:v>1379.890004091927</c:v>
                </c:pt>
                <c:pt idx="4">
                  <c:v>1928.9947001800015</c:v>
                </c:pt>
                <c:pt idx="5">
                  <c:v>2509.2349644751234</c:v>
                </c:pt>
              </c:numCache>
            </c:numRef>
          </c:val>
          <c:extLst xmlns:c16r2="http://schemas.microsoft.com/office/drawing/2015/06/chart">
            <c:ext xmlns:c16="http://schemas.microsoft.com/office/drawing/2014/chart" uri="{C3380CC4-5D6E-409C-BE32-E72D297353CC}">
              <c16:uniqueId val="{00000000-536B-43DF-BABF-C250A3726DF4}"/>
            </c:ext>
          </c:extLst>
        </c:ser>
        <c:ser>
          <c:idx val="1"/>
          <c:order val="1"/>
          <c:tx>
            <c:strRef>
              <c:f>图7!$Q$4</c:f>
              <c:strCache>
                <c:ptCount val="1"/>
                <c:pt idx="0">
                  <c:v>国内新能源汽车产量（万台）</c:v>
                </c:pt>
              </c:strCache>
            </c:strRef>
          </c:tx>
          <c:spPr>
            <a:solidFill>
              <a:srgbClr val="C8C8C8"/>
            </a:solidFill>
            <a:ln w="6350">
              <a:solidFill>
                <a:srgbClr val="FFFFFF"/>
              </a:solidFill>
              <a:prstDash val="solid"/>
            </a:ln>
            <a:effectLst/>
          </c:spPr>
          <c:invertIfNegative val="0"/>
          <c:cat>
            <c:strRef>
              <c:f>图7!$R$2:$W$2</c:f>
              <c:strCache>
                <c:ptCount val="6"/>
                <c:pt idx="0">
                  <c:v>2020</c:v>
                </c:pt>
                <c:pt idx="1">
                  <c:v>2021</c:v>
                </c:pt>
                <c:pt idx="2">
                  <c:v>2022E</c:v>
                </c:pt>
                <c:pt idx="3">
                  <c:v>2023E</c:v>
                </c:pt>
                <c:pt idx="4">
                  <c:v>2024E</c:v>
                </c:pt>
                <c:pt idx="5">
                  <c:v>2025E</c:v>
                </c:pt>
              </c:strCache>
            </c:strRef>
          </c:cat>
          <c:val>
            <c:numRef>
              <c:f>图7!$R$4:$W$4</c:f>
              <c:numCache>
                <c:formatCode>0</c:formatCode>
                <c:ptCount val="6"/>
                <c:pt idx="0">
                  <c:v>129.41040000000001</c:v>
                </c:pt>
                <c:pt idx="1">
                  <c:v>338.31830504999999</c:v>
                </c:pt>
                <c:pt idx="2">
                  <c:v>659.82162086400001</c:v>
                </c:pt>
                <c:pt idx="3">
                  <c:v>863.47346770270008</c:v>
                </c:pt>
                <c:pt idx="4">
                  <c:v>1065.1405382879059</c:v>
                </c:pt>
                <c:pt idx="5">
                  <c:v>1320.0755637387647</c:v>
                </c:pt>
              </c:numCache>
            </c:numRef>
          </c:val>
          <c:extLst xmlns:c16r2="http://schemas.microsoft.com/office/drawing/2015/06/chart">
            <c:ext xmlns:c16="http://schemas.microsoft.com/office/drawing/2014/chart" uri="{C3380CC4-5D6E-409C-BE32-E72D297353CC}">
              <c16:uniqueId val="{00000001-536B-43DF-BABF-C250A3726DF4}"/>
            </c:ext>
          </c:extLst>
        </c:ser>
        <c:dLbls>
          <c:showLegendKey val="0"/>
          <c:showVal val="0"/>
          <c:showCatName val="0"/>
          <c:showSerName val="0"/>
          <c:showPercent val="0"/>
          <c:showBubbleSize val="0"/>
        </c:dLbls>
        <c:gapWidth val="219"/>
        <c:axId val="532125504"/>
        <c:axId val="532116256"/>
      </c:barChart>
      <c:lineChart>
        <c:grouping val="standard"/>
        <c:varyColors val="0"/>
        <c:ser>
          <c:idx val="2"/>
          <c:order val="2"/>
          <c:tx>
            <c:strRef>
              <c:f>图7!$Q$5</c:f>
              <c:strCache>
                <c:ptCount val="1"/>
                <c:pt idx="0">
                  <c:v>全球同比（右）</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strRef>
              <c:f>图7!$R$2:$W$2</c:f>
              <c:strCache>
                <c:ptCount val="6"/>
                <c:pt idx="0">
                  <c:v>2020</c:v>
                </c:pt>
                <c:pt idx="1">
                  <c:v>2021</c:v>
                </c:pt>
                <c:pt idx="2">
                  <c:v>2022E</c:v>
                </c:pt>
                <c:pt idx="3">
                  <c:v>2023E</c:v>
                </c:pt>
                <c:pt idx="4">
                  <c:v>2024E</c:v>
                </c:pt>
                <c:pt idx="5">
                  <c:v>2025E</c:v>
                </c:pt>
              </c:strCache>
            </c:strRef>
          </c:cat>
          <c:val>
            <c:numRef>
              <c:f>图7!$R$5:$W$5</c:f>
              <c:numCache>
                <c:formatCode>0%</c:formatCode>
                <c:ptCount val="6"/>
                <c:pt idx="0">
                  <c:v>0.36847242483738984</c:v>
                </c:pt>
                <c:pt idx="1">
                  <c:v>1.0979070967884343</c:v>
                </c:pt>
                <c:pt idx="2">
                  <c:v>0.63938618060122843</c:v>
                </c:pt>
                <c:pt idx="3">
                  <c:v>0.3399310872248209</c:v>
                </c:pt>
                <c:pt idx="4">
                  <c:v>0.39793367185772688</c:v>
                </c:pt>
                <c:pt idx="5">
                  <c:v>0.30079930455017712</c:v>
                </c:pt>
              </c:numCache>
            </c:numRef>
          </c:val>
          <c:smooth val="1"/>
          <c:extLst xmlns:c16r2="http://schemas.microsoft.com/office/drawing/2015/06/chart">
            <c:ext xmlns:c16="http://schemas.microsoft.com/office/drawing/2014/chart" uri="{C3380CC4-5D6E-409C-BE32-E72D297353CC}">
              <c16:uniqueId val="{00000002-536B-43DF-BABF-C250A3726DF4}"/>
            </c:ext>
          </c:extLst>
        </c:ser>
        <c:ser>
          <c:idx val="3"/>
          <c:order val="3"/>
          <c:tx>
            <c:strRef>
              <c:f>图7!$Q$6</c:f>
              <c:strCache>
                <c:ptCount val="1"/>
                <c:pt idx="0">
                  <c:v>国内同比（右侧）</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图7!$R$2:$W$2</c:f>
              <c:strCache>
                <c:ptCount val="6"/>
                <c:pt idx="0">
                  <c:v>2020</c:v>
                </c:pt>
                <c:pt idx="1">
                  <c:v>2021</c:v>
                </c:pt>
                <c:pt idx="2">
                  <c:v>2022E</c:v>
                </c:pt>
                <c:pt idx="3">
                  <c:v>2023E</c:v>
                </c:pt>
                <c:pt idx="4">
                  <c:v>2024E</c:v>
                </c:pt>
                <c:pt idx="5">
                  <c:v>2025E</c:v>
                </c:pt>
              </c:strCache>
            </c:strRef>
          </c:cat>
          <c:val>
            <c:numRef>
              <c:f>图7!$R$6:$W$6</c:f>
              <c:numCache>
                <c:formatCode>0%</c:formatCode>
                <c:ptCount val="6"/>
                <c:pt idx="0">
                  <c:v>0.10225065925305077</c:v>
                </c:pt>
                <c:pt idx="1">
                  <c:v>1.6143053807885606</c:v>
                </c:pt>
                <c:pt idx="2">
                  <c:v>0.95029831674784826</c:v>
                </c:pt>
                <c:pt idx="3">
                  <c:v>0.30864682271555344</c:v>
                </c:pt>
                <c:pt idx="4">
                  <c:v>0.23355329159302118</c:v>
                </c:pt>
                <c:pt idx="5">
                  <c:v>0.23934402671467025</c:v>
                </c:pt>
              </c:numCache>
            </c:numRef>
          </c:val>
          <c:smooth val="1"/>
          <c:extLst xmlns:c16r2="http://schemas.microsoft.com/office/drawing/2015/06/chart">
            <c:ext xmlns:c16="http://schemas.microsoft.com/office/drawing/2014/chart" uri="{C3380CC4-5D6E-409C-BE32-E72D297353CC}">
              <c16:uniqueId val="{00000003-536B-43DF-BABF-C250A3726DF4}"/>
            </c:ext>
          </c:extLst>
        </c:ser>
        <c:dLbls>
          <c:showLegendKey val="0"/>
          <c:showVal val="0"/>
          <c:showCatName val="0"/>
          <c:showSerName val="0"/>
          <c:showPercent val="0"/>
          <c:showBubbleSize val="0"/>
        </c:dLbls>
        <c:marker val="1"/>
        <c:smooth val="0"/>
        <c:axId val="532126048"/>
        <c:axId val="532121152"/>
      </c:lineChart>
      <c:catAx>
        <c:axId val="532125504"/>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en-US" altLang="zh-CN" sz="10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crossAx val="532116256"/>
        <c:crosses val="autoZero"/>
        <c:auto val="1"/>
        <c:lblAlgn val="ctr"/>
        <c:lblOffset val="100"/>
        <c:noMultiLvlLbl val="0"/>
      </c:catAx>
      <c:valAx>
        <c:axId val="532116256"/>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0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crossAx val="532125504"/>
        <c:crosses val="autoZero"/>
        <c:crossBetween val="between"/>
      </c:valAx>
      <c:valAx>
        <c:axId val="532121152"/>
        <c:scaling>
          <c:orientation val="minMax"/>
        </c:scaling>
        <c:delete val="0"/>
        <c:axPos val="r"/>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0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crossAx val="532126048"/>
        <c:crosses val="max"/>
        <c:crossBetween val="between"/>
      </c:valAx>
      <c:catAx>
        <c:axId val="532126048"/>
        <c:scaling>
          <c:orientation val="minMax"/>
        </c:scaling>
        <c:delete val="1"/>
        <c:axPos val="b"/>
        <c:numFmt formatCode="General" sourceLinked="1"/>
        <c:majorTickMark val="out"/>
        <c:minorTickMark val="none"/>
        <c:tickLblPos val="nextTo"/>
        <c:crossAx val="532121152"/>
        <c:crosses val="autoZero"/>
        <c:auto val="1"/>
        <c:lblAlgn val="ctr"/>
        <c:lblOffset val="100"/>
        <c:noMultiLvlLbl val="0"/>
      </c:catAx>
      <c:spPr>
        <a:noFill/>
        <a:ln>
          <a:noFill/>
        </a:ln>
        <a:effectLst/>
      </c:spPr>
    </c:plotArea>
    <c:legend>
      <c:legendPos val="t"/>
      <c:layout>
        <c:manualLayout>
          <c:xMode val="edge"/>
          <c:yMode val="edge"/>
          <c:x val="0"/>
          <c:y val="1.2406612535273709E-3"/>
          <c:w val="1"/>
          <c:h val="0.18628772690327822"/>
        </c:manualLayout>
      </c:layout>
      <c:overlay val="0"/>
      <c:spPr>
        <a:noFill/>
        <a:ln>
          <a:noFill/>
        </a:ln>
        <a:effectLst/>
      </c:spPr>
      <c:txPr>
        <a:bodyPr rot="0" spcFirstLastPara="1" vertOverflow="ellipsis" vert="horz" wrap="square" anchor="ctr" anchorCtr="1"/>
        <a:lstStyle/>
        <a:p>
          <a:pPr>
            <a:defRPr lang="en-US" altLang="zh-CN" sz="9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lang="en-US" altLang="zh-CN" sz="10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031900095823931"/>
          <c:y val="0.15153850781759792"/>
          <c:w val="0.84649840808630339"/>
          <c:h val="0.72085308435718909"/>
        </c:manualLayout>
      </c:layout>
      <c:barChart>
        <c:barDir val="col"/>
        <c:grouping val="clustered"/>
        <c:varyColors val="0"/>
        <c:ser>
          <c:idx val="0"/>
          <c:order val="0"/>
          <c:tx>
            <c:strRef>
              <c:f>图8!$A$2</c:f>
              <c:strCache>
                <c:ptCount val="1"/>
                <c:pt idx="0">
                  <c:v>全球动力电池装机（GWh）</c:v>
                </c:pt>
              </c:strCache>
            </c:strRef>
          </c:tx>
          <c:spPr>
            <a:solidFill>
              <a:srgbClr val="E10000"/>
            </a:solidFill>
            <a:ln w="6350">
              <a:solidFill>
                <a:srgbClr val="FFFFFF"/>
              </a:solidFill>
              <a:prstDash val="solid"/>
            </a:ln>
            <a:effectLst/>
          </c:spPr>
          <c:invertIfNegative val="0"/>
          <c:cat>
            <c:strRef>
              <c:f>图8!$B$1:$G$1</c:f>
              <c:strCache>
                <c:ptCount val="6"/>
                <c:pt idx="0">
                  <c:v>2020</c:v>
                </c:pt>
                <c:pt idx="1">
                  <c:v>2021</c:v>
                </c:pt>
                <c:pt idx="2">
                  <c:v>2022E</c:v>
                </c:pt>
                <c:pt idx="3">
                  <c:v>2023E</c:v>
                </c:pt>
                <c:pt idx="4">
                  <c:v>2024E</c:v>
                </c:pt>
                <c:pt idx="5">
                  <c:v>2025E</c:v>
                </c:pt>
              </c:strCache>
            </c:strRef>
          </c:cat>
          <c:val>
            <c:numRef>
              <c:f>图8!$B$2:$G$2</c:f>
              <c:numCache>
                <c:formatCode>General</c:formatCode>
                <c:ptCount val="6"/>
                <c:pt idx="0">
                  <c:v>129.32759682873422</c:v>
                </c:pt>
                <c:pt idx="1">
                  <c:v>278.45957189307683</c:v>
                </c:pt>
                <c:pt idx="2">
                  <c:v>501.12001195766197</c:v>
                </c:pt>
                <c:pt idx="3">
                  <c:v>758.52349105273413</c:v>
                </c:pt>
                <c:pt idx="4">
                  <c:v>1066.1141065211086</c:v>
                </c:pt>
                <c:pt idx="5">
                  <c:v>1426.4557998253556</c:v>
                </c:pt>
              </c:numCache>
            </c:numRef>
          </c:val>
          <c:extLst xmlns:c16r2="http://schemas.microsoft.com/office/drawing/2015/06/chart">
            <c:ext xmlns:c16="http://schemas.microsoft.com/office/drawing/2014/chart" uri="{C3380CC4-5D6E-409C-BE32-E72D297353CC}">
              <c16:uniqueId val="{00000000-0590-4EA0-87F6-76D3CFF8BAB2}"/>
            </c:ext>
          </c:extLst>
        </c:ser>
        <c:ser>
          <c:idx val="1"/>
          <c:order val="1"/>
          <c:tx>
            <c:strRef>
              <c:f>图8!$A$3</c:f>
              <c:strCache>
                <c:ptCount val="1"/>
                <c:pt idx="0">
                  <c:v>国内动力电池装机（GWh）</c:v>
                </c:pt>
              </c:strCache>
            </c:strRef>
          </c:tx>
          <c:spPr>
            <a:solidFill>
              <a:srgbClr val="C8C8C8"/>
            </a:solidFill>
            <a:ln w="6350">
              <a:solidFill>
                <a:srgbClr val="FFFFFF"/>
              </a:solidFill>
              <a:prstDash val="solid"/>
            </a:ln>
            <a:effectLst/>
          </c:spPr>
          <c:invertIfNegative val="0"/>
          <c:cat>
            <c:strRef>
              <c:f>图8!$B$1:$G$1</c:f>
              <c:strCache>
                <c:ptCount val="6"/>
                <c:pt idx="0">
                  <c:v>2020</c:v>
                </c:pt>
                <c:pt idx="1">
                  <c:v>2021</c:v>
                </c:pt>
                <c:pt idx="2">
                  <c:v>2022E</c:v>
                </c:pt>
                <c:pt idx="3">
                  <c:v>2023E</c:v>
                </c:pt>
                <c:pt idx="4">
                  <c:v>2024E</c:v>
                </c:pt>
                <c:pt idx="5">
                  <c:v>2025E</c:v>
                </c:pt>
              </c:strCache>
            </c:strRef>
          </c:cat>
          <c:val>
            <c:numRef>
              <c:f>图8!$B$3:$G$3</c:f>
              <c:numCache>
                <c:formatCode>General</c:formatCode>
                <c:ptCount val="6"/>
                <c:pt idx="0">
                  <c:v>62.557412380635853</c:v>
                </c:pt>
                <c:pt idx="1">
                  <c:v>153.8036264534517</c:v>
                </c:pt>
                <c:pt idx="2">
                  <c:v>294.98314274035641</c:v>
                </c:pt>
                <c:pt idx="3">
                  <c:v>402.31336465473248</c:v>
                </c:pt>
                <c:pt idx="4">
                  <c:v>511.68974774078117</c:v>
                </c:pt>
                <c:pt idx="5">
                  <c:v>655.00942868366565</c:v>
                </c:pt>
              </c:numCache>
            </c:numRef>
          </c:val>
          <c:extLst xmlns:c16r2="http://schemas.microsoft.com/office/drawing/2015/06/chart">
            <c:ext xmlns:c16="http://schemas.microsoft.com/office/drawing/2014/chart" uri="{C3380CC4-5D6E-409C-BE32-E72D297353CC}">
              <c16:uniqueId val="{00000001-0590-4EA0-87F6-76D3CFF8BAB2}"/>
            </c:ext>
          </c:extLst>
        </c:ser>
        <c:dLbls>
          <c:showLegendKey val="0"/>
          <c:showVal val="0"/>
          <c:showCatName val="0"/>
          <c:showSerName val="0"/>
          <c:showPercent val="0"/>
          <c:showBubbleSize val="0"/>
        </c:dLbls>
        <c:gapWidth val="219"/>
        <c:axId val="532127680"/>
        <c:axId val="532127136"/>
      </c:barChart>
      <c:lineChart>
        <c:grouping val="standard"/>
        <c:varyColors val="0"/>
        <c:ser>
          <c:idx val="2"/>
          <c:order val="2"/>
          <c:tx>
            <c:strRef>
              <c:f>图8!$A$4</c:f>
              <c:strCache>
                <c:ptCount val="1"/>
                <c:pt idx="0">
                  <c:v>全球同比（右）</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strRef>
              <c:f>图8!$B$1:$G$1</c:f>
              <c:strCache>
                <c:ptCount val="6"/>
                <c:pt idx="0">
                  <c:v>2020</c:v>
                </c:pt>
                <c:pt idx="1">
                  <c:v>2021</c:v>
                </c:pt>
                <c:pt idx="2">
                  <c:v>2022E</c:v>
                </c:pt>
                <c:pt idx="3">
                  <c:v>2023E</c:v>
                </c:pt>
                <c:pt idx="4">
                  <c:v>2024E</c:v>
                </c:pt>
                <c:pt idx="5">
                  <c:v>2025E</c:v>
                </c:pt>
              </c:strCache>
            </c:strRef>
          </c:cat>
          <c:val>
            <c:numRef>
              <c:f>图8!$B$4:$G$4</c:f>
              <c:numCache>
                <c:formatCode>0.0%</c:formatCode>
                <c:ptCount val="6"/>
                <c:pt idx="1">
                  <c:v>1.1531334279862548</c:v>
                </c:pt>
                <c:pt idx="2">
                  <c:v>0.79961496223976991</c:v>
                </c:pt>
                <c:pt idx="3">
                  <c:v>0.5136563556691871</c:v>
                </c:pt>
                <c:pt idx="4">
                  <c:v>0.40551231319346193</c:v>
                </c:pt>
                <c:pt idx="5">
                  <c:v>0.33799542760023726</c:v>
                </c:pt>
              </c:numCache>
            </c:numRef>
          </c:val>
          <c:smooth val="1"/>
          <c:extLst xmlns:c16r2="http://schemas.microsoft.com/office/drawing/2015/06/chart">
            <c:ext xmlns:c16="http://schemas.microsoft.com/office/drawing/2014/chart" uri="{C3380CC4-5D6E-409C-BE32-E72D297353CC}">
              <c16:uniqueId val="{00000002-0590-4EA0-87F6-76D3CFF8BAB2}"/>
            </c:ext>
          </c:extLst>
        </c:ser>
        <c:ser>
          <c:idx val="3"/>
          <c:order val="3"/>
          <c:tx>
            <c:strRef>
              <c:f>图8!$A$5</c:f>
              <c:strCache>
                <c:ptCount val="1"/>
                <c:pt idx="0">
                  <c:v>国内同比（右）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图8!$B$1:$G$1</c:f>
              <c:strCache>
                <c:ptCount val="6"/>
                <c:pt idx="0">
                  <c:v>2020</c:v>
                </c:pt>
                <c:pt idx="1">
                  <c:v>2021</c:v>
                </c:pt>
                <c:pt idx="2">
                  <c:v>2022E</c:v>
                </c:pt>
                <c:pt idx="3">
                  <c:v>2023E</c:v>
                </c:pt>
                <c:pt idx="4">
                  <c:v>2024E</c:v>
                </c:pt>
                <c:pt idx="5">
                  <c:v>2025E</c:v>
                </c:pt>
              </c:strCache>
            </c:strRef>
          </c:cat>
          <c:val>
            <c:numRef>
              <c:f>图8!$B$5:$G$5</c:f>
              <c:numCache>
                <c:formatCode>0.0%</c:formatCode>
                <c:ptCount val="6"/>
                <c:pt idx="1">
                  <c:v>1.4585995583963824</c:v>
                </c:pt>
                <c:pt idx="2">
                  <c:v>0.91792059486732813</c:v>
                </c:pt>
                <c:pt idx="3">
                  <c:v>0.36385205241659491</c:v>
                </c:pt>
                <c:pt idx="4">
                  <c:v>0.27186862951946944</c:v>
                </c:pt>
                <c:pt idx="5">
                  <c:v>0.28009097617388523</c:v>
                </c:pt>
              </c:numCache>
            </c:numRef>
          </c:val>
          <c:smooth val="1"/>
          <c:extLst xmlns:c16r2="http://schemas.microsoft.com/office/drawing/2015/06/chart">
            <c:ext xmlns:c16="http://schemas.microsoft.com/office/drawing/2014/chart" uri="{C3380CC4-5D6E-409C-BE32-E72D297353CC}">
              <c16:uniqueId val="{00000003-0590-4EA0-87F6-76D3CFF8BAB2}"/>
            </c:ext>
          </c:extLst>
        </c:ser>
        <c:dLbls>
          <c:showLegendKey val="0"/>
          <c:showVal val="0"/>
          <c:showCatName val="0"/>
          <c:showSerName val="0"/>
          <c:showPercent val="0"/>
          <c:showBubbleSize val="0"/>
        </c:dLbls>
        <c:marker val="1"/>
        <c:smooth val="0"/>
        <c:axId val="532112992"/>
        <c:axId val="532121696"/>
      </c:lineChart>
      <c:catAx>
        <c:axId val="53212768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en-US" altLang="zh-CN" sz="10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crossAx val="532127136"/>
        <c:crosses val="autoZero"/>
        <c:auto val="1"/>
        <c:lblAlgn val="ctr"/>
        <c:lblOffset val="100"/>
        <c:noMultiLvlLbl val="0"/>
      </c:catAx>
      <c:valAx>
        <c:axId val="532127136"/>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0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crossAx val="532127680"/>
        <c:crosses val="autoZero"/>
        <c:crossBetween val="between"/>
      </c:valAx>
      <c:valAx>
        <c:axId val="532121696"/>
        <c:scaling>
          <c:orientation val="minMax"/>
          <c:max val="1.5"/>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0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crossAx val="532112992"/>
        <c:crosses val="max"/>
        <c:crossBetween val="between"/>
        <c:majorUnit val="0.30000000000000004"/>
      </c:valAx>
      <c:catAx>
        <c:axId val="532112992"/>
        <c:scaling>
          <c:orientation val="minMax"/>
        </c:scaling>
        <c:delete val="1"/>
        <c:axPos val="b"/>
        <c:numFmt formatCode="General" sourceLinked="1"/>
        <c:majorTickMark val="out"/>
        <c:minorTickMark val="none"/>
        <c:tickLblPos val="nextTo"/>
        <c:crossAx val="532121696"/>
        <c:crosses val="autoZero"/>
        <c:auto val="1"/>
        <c:lblAlgn val="ctr"/>
        <c:lblOffset val="100"/>
        <c:noMultiLvlLbl val="0"/>
      </c:catAx>
      <c:spPr>
        <a:noFill/>
        <a:ln>
          <a:noFill/>
        </a:ln>
        <a:effectLst/>
      </c:spPr>
    </c:plotArea>
    <c:legend>
      <c:legendPos val="t"/>
      <c:layout>
        <c:manualLayout>
          <c:xMode val="edge"/>
          <c:yMode val="edge"/>
          <c:x val="7.3381898216522037E-2"/>
          <c:y val="0"/>
          <c:w val="0.79797301589926251"/>
          <c:h val="0.18178613064768492"/>
        </c:manualLayout>
      </c:layout>
      <c:overlay val="0"/>
      <c:spPr>
        <a:noFill/>
        <a:ln>
          <a:noFill/>
        </a:ln>
        <a:effectLst/>
      </c:spPr>
      <c:txPr>
        <a:bodyPr rot="0" spcFirstLastPara="1" vertOverflow="ellipsis" vert="horz" wrap="square" anchor="ctr" anchorCtr="1"/>
        <a:lstStyle/>
        <a:p>
          <a:pPr>
            <a:defRPr lang="en-US" altLang="zh-CN" sz="9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lang="en-US" altLang="zh-CN" sz="1000" b="0" i="0" u="none" strike="noStrike" kern="1200" baseline="0">
          <a:solidFill>
            <a:schemeClr val="tx1"/>
          </a:solidFill>
          <a:latin typeface="微软雅黑" panose="020B0503020204020204" pitchFamily="34" charset="-122"/>
          <a:ea typeface="微软雅黑" panose="020B0503020204020204" pitchFamily="34" charset="-122"/>
          <a:cs typeface="华文细黑" panose="02010600040101010101" charset="-122"/>
        </a:defRPr>
      </a:pPr>
      <a:endParaRPr lang="zh-CN"/>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新能源!$K$7</c:f>
              <c:strCache>
                <c:ptCount val="1"/>
                <c:pt idx="0">
                  <c:v>累计装机功率（GW）</c:v>
                </c:pt>
              </c:strCache>
            </c:strRef>
          </c:tx>
          <c:spPr>
            <a:solidFill>
              <a:srgbClr val="E10000"/>
            </a:solidFill>
            <a:ln w="6350">
              <a:noFill/>
              <a:prstDash val="solid"/>
            </a:ln>
            <a:effectLst/>
          </c:spPr>
          <c:invertIfNegative val="0"/>
          <c:cat>
            <c:numRef>
              <c:f>新能源!$J$8:$J$14</c:f>
              <c:numCache>
                <c:formatCode>General</c:formatCode>
                <c:ptCount val="7"/>
                <c:pt idx="0">
                  <c:v>2014</c:v>
                </c:pt>
                <c:pt idx="1">
                  <c:v>2015</c:v>
                </c:pt>
                <c:pt idx="2">
                  <c:v>2016</c:v>
                </c:pt>
                <c:pt idx="3">
                  <c:v>2017</c:v>
                </c:pt>
                <c:pt idx="4">
                  <c:v>2018</c:v>
                </c:pt>
                <c:pt idx="5">
                  <c:v>2019</c:v>
                </c:pt>
                <c:pt idx="6">
                  <c:v>2020</c:v>
                </c:pt>
              </c:numCache>
            </c:numRef>
          </c:cat>
          <c:val>
            <c:numRef>
              <c:f>新能源!$K$8:$K$14</c:f>
              <c:numCache>
                <c:formatCode>General</c:formatCode>
                <c:ptCount val="7"/>
                <c:pt idx="0">
                  <c:v>0.2</c:v>
                </c:pt>
                <c:pt idx="1">
                  <c:v>0.22</c:v>
                </c:pt>
                <c:pt idx="2">
                  <c:v>0.3</c:v>
                </c:pt>
                <c:pt idx="3">
                  <c:v>0.32</c:v>
                </c:pt>
                <c:pt idx="4">
                  <c:v>0.81</c:v>
                </c:pt>
                <c:pt idx="5">
                  <c:v>1.37</c:v>
                </c:pt>
                <c:pt idx="6">
                  <c:v>2.67</c:v>
                </c:pt>
              </c:numCache>
            </c:numRef>
          </c:val>
          <c:extLst xmlns:c16r2="http://schemas.microsoft.com/office/drawing/2015/06/chart">
            <c:ext xmlns:c16="http://schemas.microsoft.com/office/drawing/2014/chart" uri="{C3380CC4-5D6E-409C-BE32-E72D297353CC}">
              <c16:uniqueId val="{00000000-00CC-4C62-9B18-D0797F0B29AC}"/>
            </c:ext>
          </c:extLst>
        </c:ser>
        <c:ser>
          <c:idx val="1"/>
          <c:order val="1"/>
          <c:tx>
            <c:strRef>
              <c:f>新能源!$L$7</c:f>
              <c:strCache>
                <c:ptCount val="1"/>
                <c:pt idx="0">
                  <c:v>累计装机容量（GWh）</c:v>
                </c:pt>
              </c:strCache>
            </c:strRef>
          </c:tx>
          <c:spPr>
            <a:solidFill>
              <a:srgbClr val="C8C8C8"/>
            </a:solidFill>
            <a:ln w="6350">
              <a:noFill/>
              <a:prstDash val="solid"/>
            </a:ln>
            <a:effectLst/>
          </c:spPr>
          <c:invertIfNegative val="0"/>
          <c:trendline>
            <c:spPr>
              <a:ln w="19050" cap="rnd" cmpd="sng">
                <a:solidFill>
                  <a:srgbClr val="FF0000"/>
                </a:solidFill>
                <a:prstDash val="solid"/>
              </a:ln>
              <a:effectLst/>
            </c:spPr>
            <c:trendlineType val="exp"/>
            <c:dispRSqr val="0"/>
            <c:dispEq val="0"/>
          </c:trendline>
          <c:cat>
            <c:numRef>
              <c:f>新能源!$J$8:$J$14</c:f>
              <c:numCache>
                <c:formatCode>General</c:formatCode>
                <c:ptCount val="7"/>
                <c:pt idx="0">
                  <c:v>2014</c:v>
                </c:pt>
                <c:pt idx="1">
                  <c:v>2015</c:v>
                </c:pt>
                <c:pt idx="2">
                  <c:v>2016</c:v>
                </c:pt>
                <c:pt idx="3">
                  <c:v>2017</c:v>
                </c:pt>
                <c:pt idx="4">
                  <c:v>2018</c:v>
                </c:pt>
                <c:pt idx="5">
                  <c:v>2019</c:v>
                </c:pt>
                <c:pt idx="6">
                  <c:v>2020</c:v>
                </c:pt>
              </c:numCache>
            </c:numRef>
          </c:cat>
          <c:val>
            <c:numRef>
              <c:f>新能源!$L$8:$L$14</c:f>
              <c:numCache>
                <c:formatCode>General</c:formatCode>
                <c:ptCount val="7"/>
                <c:pt idx="0">
                  <c:v>0.35</c:v>
                </c:pt>
                <c:pt idx="1">
                  <c:v>0.4</c:v>
                </c:pt>
                <c:pt idx="2">
                  <c:v>0.7</c:v>
                </c:pt>
                <c:pt idx="3">
                  <c:v>0.8</c:v>
                </c:pt>
                <c:pt idx="4">
                  <c:v>1.65</c:v>
                </c:pt>
                <c:pt idx="5">
                  <c:v>2.62</c:v>
                </c:pt>
                <c:pt idx="6">
                  <c:v>4.43</c:v>
                </c:pt>
              </c:numCache>
            </c:numRef>
          </c:val>
          <c:extLst xmlns:c16r2="http://schemas.microsoft.com/office/drawing/2015/06/chart">
            <c:ext xmlns:c16="http://schemas.microsoft.com/office/drawing/2014/chart" uri="{C3380CC4-5D6E-409C-BE32-E72D297353CC}">
              <c16:uniqueId val="{00000001-00CC-4C62-9B18-D0797F0B29AC}"/>
            </c:ext>
          </c:extLst>
        </c:ser>
        <c:dLbls>
          <c:showLegendKey val="0"/>
          <c:showVal val="0"/>
          <c:showCatName val="0"/>
          <c:showSerName val="0"/>
          <c:showPercent val="0"/>
          <c:showBubbleSize val="0"/>
        </c:dLbls>
        <c:gapWidth val="219"/>
        <c:overlap val="-27"/>
        <c:axId val="532124416"/>
        <c:axId val="532124960"/>
      </c:barChart>
      <c:catAx>
        <c:axId val="53212441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zh-CN"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532124960"/>
        <c:crosses val="autoZero"/>
        <c:auto val="1"/>
        <c:lblAlgn val="ctr"/>
        <c:lblOffset val="100"/>
        <c:noMultiLvlLbl val="0"/>
      </c:catAx>
      <c:valAx>
        <c:axId val="532124960"/>
        <c:scaling>
          <c:orientation val="minMax"/>
        </c:scaling>
        <c:delete val="0"/>
        <c:axPos val="l"/>
        <c:majorGridlines>
          <c:spPr>
            <a:ln w="9525" cap="flat" cmpd="sng" algn="ctr">
              <a:noFill/>
              <a:round/>
            </a:ln>
            <a:effec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532124416"/>
        <c:crosses val="autoZero"/>
        <c:crossBetween val="between"/>
        <c:majorUnit val="1"/>
      </c:valAx>
      <c:spPr>
        <a:noFill/>
        <a:ln>
          <a:noFill/>
        </a:ln>
        <a:effectLst/>
      </c:spPr>
    </c:plotArea>
    <c:legend>
      <c:legendPos val="t"/>
      <c:legendEntry>
        <c:idx val="2"/>
        <c:delete val="1"/>
      </c:legendEntry>
      <c:overlay val="0"/>
      <c:spPr>
        <a:noFill/>
        <a:ln>
          <a:noFill/>
        </a:ln>
        <a:effectLst/>
      </c:spPr>
      <c:txPr>
        <a:bodyPr rot="0" spcFirstLastPara="1" vertOverflow="ellipsis" vert="horz" wrap="square" anchor="ctr" anchorCtr="1"/>
        <a:lstStyle/>
        <a:p>
          <a:pPr>
            <a:defRPr lang="zh-CN"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alpha val="0"/>
      </a:sysClr>
    </a:solidFill>
    <a:ln w="9525" cap="flat" cmpd="sng" algn="ctr">
      <a:noFill/>
      <a:round/>
    </a:ln>
    <a:effectLst/>
  </c:spPr>
  <c:txPr>
    <a:bodyPr/>
    <a:lstStyle/>
    <a:p>
      <a:pPr>
        <a:defRPr lang="zh-CN">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535813056227501"/>
          <c:y val="0.10522712362410901"/>
          <c:w val="0.40974780766531699"/>
          <c:h val="0.83227336701450605"/>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7EBD-4DD2-9AD6-E69E0B916DA8}"/>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7EBD-4DD2-9AD6-E69E0B916DA8}"/>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7EBD-4DD2-9AD6-E69E0B916DA8}"/>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7EBD-4DD2-9AD6-E69E0B916DA8}"/>
              </c:ext>
            </c:extLst>
          </c:dPt>
          <c:dLbls>
            <c:dLbl>
              <c:idx val="2"/>
              <c:delete val="1"/>
              <c:extLst xmlns:c16r2="http://schemas.microsoft.com/office/drawing/2015/06/chart">
                <c:ext xmlns:c16="http://schemas.microsoft.com/office/drawing/2014/chart" uri="{C3380CC4-5D6E-409C-BE32-E72D297353CC}">
                  <c16:uniqueId val="{00000005-7EBD-4DD2-9AD6-E69E0B916DA8}"/>
                </c:ext>
                <c:ext xmlns:c15="http://schemas.microsoft.com/office/drawing/2012/chart" uri="{CE6537A1-D6FC-4f65-9D91-7224C49458BB}"/>
              </c:extLst>
            </c:dLbl>
            <c:dLbl>
              <c:idx val="3"/>
              <c:delete val="1"/>
              <c:extLst xmlns:c16r2="http://schemas.microsoft.com/office/drawing/2015/06/chart">
                <c:ext xmlns:c16="http://schemas.microsoft.com/office/drawing/2014/chart" uri="{C3380CC4-5D6E-409C-BE32-E72D297353CC}">
                  <c16:uniqueId val="{00000007-7EBD-4DD2-9AD6-E69E0B916DA8}"/>
                </c:ext>
                <c:ext xmlns:c15="http://schemas.microsoft.com/office/drawing/2012/chart" uri="{CE6537A1-D6FC-4f65-9D91-7224C49458BB}"/>
              </c:extLst>
            </c:dLbl>
            <c:numFmt formatCode="0.0%" sourceLinked="0"/>
            <c:spPr>
              <a:noFill/>
              <a:ln>
                <a:noFill/>
              </a:ln>
              <a:effectLst/>
            </c:spPr>
            <c:txPr>
              <a:bodyPr rot="0" spcFirstLastPara="1" vertOverflow="ellipsis" vert="horz" wrap="square" anchor="ctr" anchorCtr="1"/>
              <a:lstStyle/>
              <a:p>
                <a:pPr>
                  <a:defRPr lang="zh-CN" sz="1000" b="0" i="0" u="none" strike="noStrike" kern="1200" baseline="0">
                    <a:solidFill>
                      <a:schemeClr val="tx1">
                        <a:lumMod val="75000"/>
                        <a:lumOff val="25000"/>
                      </a:schemeClr>
                    </a:solidFill>
                    <a:latin typeface="微软雅黑" panose="020B0503020204020204" pitchFamily="34" charset="-122"/>
                    <a:ea typeface="微软雅黑" panose="020B0503020204020204" pitchFamily="34" charset="-122"/>
                    <a:cs typeface="+mn-cs"/>
                  </a:defRPr>
                </a:pPr>
                <a:endParaRPr lang="zh-CN"/>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新能源!$Z$9:$Z$12</c:f>
              <c:strCache>
                <c:ptCount val="4"/>
                <c:pt idx="0">
                  <c:v>电网侧储能</c:v>
                </c:pt>
                <c:pt idx="1">
                  <c:v>电源侧辅助</c:v>
                </c:pt>
                <c:pt idx="2">
                  <c:v>用户储能</c:v>
                </c:pt>
                <c:pt idx="3">
                  <c:v>分布式储能</c:v>
                </c:pt>
              </c:strCache>
            </c:strRef>
          </c:cat>
          <c:val>
            <c:numRef>
              <c:f>新能源!$AA$9:$AA$12</c:f>
              <c:numCache>
                <c:formatCode>0.00%</c:formatCode>
                <c:ptCount val="4"/>
                <c:pt idx="0">
                  <c:v>0.70799999999999996</c:v>
                </c:pt>
                <c:pt idx="1">
                  <c:v>0.25700000000000001</c:v>
                </c:pt>
                <c:pt idx="2">
                  <c:v>0.02</c:v>
                </c:pt>
                <c:pt idx="3">
                  <c:v>1.4999999999999999E-2</c:v>
                </c:pt>
              </c:numCache>
            </c:numRef>
          </c:val>
          <c:extLst xmlns:c16r2="http://schemas.microsoft.com/office/drawing/2015/06/chart">
            <c:ext xmlns:c16="http://schemas.microsoft.com/office/drawing/2014/chart" uri="{C3380CC4-5D6E-409C-BE32-E72D297353CC}">
              <c16:uniqueId val="{00000008-7EBD-4DD2-9AD6-E69E0B916DA8}"/>
            </c:ext>
          </c:extLst>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lang="zh-CN" sz="10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alpha val="0"/>
      </a:sysClr>
    </a:solidFill>
    <a:ln w="9525" cap="flat" cmpd="sng" algn="ctr">
      <a:noFill/>
      <a:round/>
    </a:ln>
    <a:effectLst/>
  </c:spPr>
  <c:txPr>
    <a:bodyPr/>
    <a:lstStyle/>
    <a:p>
      <a:pPr>
        <a:defRPr lang="zh-CN" sz="100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新能源!$AB$36</c:f>
              <c:strCache>
                <c:ptCount val="1"/>
                <c:pt idx="0">
                  <c:v>储能电池占比</c:v>
                </c:pt>
              </c:strCache>
            </c:strRef>
          </c:tx>
          <c:spPr>
            <a:ln w="19050" cap="rnd">
              <a:solidFill>
                <a:srgbClr val="E10000"/>
              </a:solidFill>
              <a:prstDash val="solid"/>
              <a:round/>
            </a:ln>
            <a:effectLst/>
          </c:spPr>
          <c:marker>
            <c:symbol val="none"/>
          </c:marker>
          <c:cat>
            <c:strRef>
              <c:f>新能源!$AA$37:$AA$42</c:f>
              <c:strCache>
                <c:ptCount val="6"/>
                <c:pt idx="0">
                  <c:v>2020A</c:v>
                </c:pt>
                <c:pt idx="1">
                  <c:v>2021E</c:v>
                </c:pt>
                <c:pt idx="2">
                  <c:v>2022E</c:v>
                </c:pt>
                <c:pt idx="3">
                  <c:v>2023E</c:v>
                </c:pt>
                <c:pt idx="4">
                  <c:v>2024E</c:v>
                </c:pt>
                <c:pt idx="5">
                  <c:v>2025E</c:v>
                </c:pt>
              </c:strCache>
            </c:strRef>
          </c:cat>
          <c:val>
            <c:numRef>
              <c:f>新能源!$AB$37:$AB$42</c:f>
              <c:numCache>
                <c:formatCode>0%</c:formatCode>
                <c:ptCount val="6"/>
                <c:pt idx="0">
                  <c:v>0.31359026369168402</c:v>
                </c:pt>
                <c:pt idx="1">
                  <c:v>0.50194312989002898</c:v>
                </c:pt>
                <c:pt idx="2">
                  <c:v>0.59294043288939502</c:v>
                </c:pt>
                <c:pt idx="3">
                  <c:v>0.68024669766964097</c:v>
                </c:pt>
                <c:pt idx="4">
                  <c:v>0.76642474896970003</c:v>
                </c:pt>
                <c:pt idx="5">
                  <c:v>0.84</c:v>
                </c:pt>
              </c:numCache>
            </c:numRef>
          </c:val>
          <c:smooth val="1"/>
          <c:extLst xmlns:c16r2="http://schemas.microsoft.com/office/drawing/2015/06/chart">
            <c:ext xmlns:c16="http://schemas.microsoft.com/office/drawing/2014/chart" uri="{C3380CC4-5D6E-409C-BE32-E72D297353CC}">
              <c16:uniqueId val="{00000000-A8C0-4BD6-8FE4-8FF05F3699E1}"/>
            </c:ext>
          </c:extLst>
        </c:ser>
        <c:ser>
          <c:idx val="1"/>
          <c:order val="1"/>
          <c:tx>
            <c:strRef>
              <c:f>新能源!$AC$36</c:f>
              <c:strCache>
                <c:ptCount val="1"/>
                <c:pt idx="0">
                  <c:v>动力电池占比</c:v>
                </c:pt>
              </c:strCache>
            </c:strRef>
          </c:tx>
          <c:spPr>
            <a:ln w="19050" cap="rnd">
              <a:solidFill>
                <a:srgbClr val="FFC000"/>
              </a:solidFill>
              <a:prstDash val="solid"/>
              <a:round/>
            </a:ln>
            <a:effectLst/>
          </c:spPr>
          <c:marker>
            <c:symbol val="none"/>
          </c:marker>
          <c:cat>
            <c:strRef>
              <c:f>新能源!$AA$37:$AA$42</c:f>
              <c:strCache>
                <c:ptCount val="6"/>
                <c:pt idx="0">
                  <c:v>2020A</c:v>
                </c:pt>
                <c:pt idx="1">
                  <c:v>2021E</c:v>
                </c:pt>
                <c:pt idx="2">
                  <c:v>2022E</c:v>
                </c:pt>
                <c:pt idx="3">
                  <c:v>2023E</c:v>
                </c:pt>
                <c:pt idx="4">
                  <c:v>2024E</c:v>
                </c:pt>
                <c:pt idx="5">
                  <c:v>2025E</c:v>
                </c:pt>
              </c:strCache>
            </c:strRef>
          </c:cat>
          <c:val>
            <c:numRef>
              <c:f>新能源!$AC$37:$AC$42</c:f>
              <c:numCache>
                <c:formatCode>0%</c:formatCode>
                <c:ptCount val="6"/>
                <c:pt idx="0">
                  <c:v>0.35244477365017901</c:v>
                </c:pt>
                <c:pt idx="1">
                  <c:v>0.45154027061931301</c:v>
                </c:pt>
                <c:pt idx="2">
                  <c:v>0.50722777744613801</c:v>
                </c:pt>
                <c:pt idx="3">
                  <c:v>0.57187726931460603</c:v>
                </c:pt>
                <c:pt idx="4">
                  <c:v>0.58086388062087801</c:v>
                </c:pt>
                <c:pt idx="5">
                  <c:v>0.58244993086738495</c:v>
                </c:pt>
              </c:numCache>
            </c:numRef>
          </c:val>
          <c:smooth val="1"/>
          <c:extLst xmlns:c16r2="http://schemas.microsoft.com/office/drawing/2015/06/chart">
            <c:ext xmlns:c16="http://schemas.microsoft.com/office/drawing/2014/chart" uri="{C3380CC4-5D6E-409C-BE32-E72D297353CC}">
              <c16:uniqueId val="{00000001-A8C0-4BD6-8FE4-8FF05F3699E1}"/>
            </c:ext>
          </c:extLst>
        </c:ser>
        <c:dLbls>
          <c:showLegendKey val="0"/>
          <c:showVal val="0"/>
          <c:showCatName val="0"/>
          <c:showSerName val="0"/>
          <c:showPercent val="0"/>
          <c:showBubbleSize val="0"/>
        </c:dLbls>
        <c:smooth val="0"/>
        <c:axId val="860892848"/>
        <c:axId val="860891760"/>
      </c:lineChart>
      <c:catAx>
        <c:axId val="860892848"/>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zh-CN"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91760"/>
        <c:crosses val="autoZero"/>
        <c:auto val="1"/>
        <c:lblAlgn val="ctr"/>
        <c:lblOffset val="100"/>
        <c:noMultiLvlLbl val="0"/>
      </c:catAx>
      <c:valAx>
        <c:axId val="860891760"/>
        <c:scaling>
          <c:orientation val="minMax"/>
        </c:scaling>
        <c:delete val="0"/>
        <c:axPos val="l"/>
        <c:majorGridlines>
          <c:spPr>
            <a:ln w="9525" cap="flat" cmpd="sng" algn="ctr">
              <a:noFill/>
              <a:round/>
            </a:ln>
            <a:effec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9284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lang="zh-CN"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alpha val="0"/>
      </a:sysClr>
    </a:solidFill>
    <a:ln w="9525" cap="flat" cmpd="sng" algn="ctr">
      <a:noFill/>
      <a:round/>
    </a:ln>
    <a:effectLst/>
  </c:spPr>
  <c:txPr>
    <a:bodyPr/>
    <a:lstStyle/>
    <a:p>
      <a:pPr>
        <a:defRPr lang="zh-CN">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505163579469996"/>
          <c:y val="9.7027344543347188E-2"/>
          <c:w val="0.78598529066190514"/>
          <c:h val="0.7769773148148148"/>
        </c:manualLayout>
      </c:layout>
      <c:barChart>
        <c:barDir val="col"/>
        <c:grouping val="clustered"/>
        <c:varyColors val="0"/>
        <c:ser>
          <c:idx val="0"/>
          <c:order val="0"/>
          <c:tx>
            <c:strRef>
              <c:f>空间丨锂电池需求汇总!$G$63</c:f>
              <c:strCache>
                <c:ptCount val="1"/>
                <c:pt idx="0">
                  <c:v>三元需求</c:v>
                </c:pt>
              </c:strCache>
            </c:strRef>
          </c:tx>
          <c:spPr>
            <a:solidFill>
              <a:srgbClr val="E10000"/>
            </a:solidFill>
            <a:ln w="6350">
              <a:solidFill>
                <a:srgbClr val="FFFFFF"/>
              </a:solidFill>
              <a:prstDash val="solid"/>
            </a:ln>
            <a:effectLst/>
          </c:spPr>
          <c:invertIfNegative val="0"/>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空间丨锂电池需求汇总!$J$63:$Q$63</c:f>
              <c:numCache>
                <c:formatCode>#,##0.0_ </c:formatCode>
                <c:ptCount val="8"/>
                <c:pt idx="0">
                  <c:v>103.52503959953393</c:v>
                </c:pt>
                <c:pt idx="1">
                  <c:v>143.57177756511638</c:v>
                </c:pt>
                <c:pt idx="2">
                  <c:v>179.91527702312854</c:v>
                </c:pt>
                <c:pt idx="3">
                  <c:v>343.08063103542503</c:v>
                </c:pt>
                <c:pt idx="4">
                  <c:v>450.11837540100692</c:v>
                </c:pt>
                <c:pt idx="5">
                  <c:v>523.89014279764842</c:v>
                </c:pt>
                <c:pt idx="6">
                  <c:v>674.72322899019684</c:v>
                </c:pt>
                <c:pt idx="7">
                  <c:v>844.51011833418988</c:v>
                </c:pt>
              </c:numCache>
            </c:numRef>
          </c:val>
          <c:extLst xmlns:c16r2="http://schemas.microsoft.com/office/drawing/2015/06/chart">
            <c:ext xmlns:c16="http://schemas.microsoft.com/office/drawing/2014/chart" uri="{C3380CC4-5D6E-409C-BE32-E72D297353CC}">
              <c16:uniqueId val="{00000000-7E58-4B8B-BEF6-2ABF0D0BC41B}"/>
            </c:ext>
          </c:extLst>
        </c:ser>
        <c:ser>
          <c:idx val="1"/>
          <c:order val="1"/>
          <c:tx>
            <c:strRef>
              <c:f>空间丨锂电池需求汇总!$G$64</c:f>
              <c:strCache>
                <c:ptCount val="1"/>
                <c:pt idx="0">
                  <c:v>铁锂需求</c:v>
                </c:pt>
              </c:strCache>
            </c:strRef>
          </c:tx>
          <c:spPr>
            <a:solidFill>
              <a:srgbClr val="C8C8C8"/>
            </a:solidFill>
            <a:ln w="6350">
              <a:solidFill>
                <a:srgbClr val="FFFFFF"/>
              </a:solidFill>
              <a:prstDash val="solid"/>
            </a:ln>
            <a:effectLst/>
          </c:spPr>
          <c:invertIfNegative val="0"/>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空间丨锂电池需求汇总!$J$64:$Q$64</c:f>
              <c:numCache>
                <c:formatCode>0.0_);[Red]\(0.0\)</c:formatCode>
                <c:ptCount val="8"/>
                <c:pt idx="0">
                  <c:v>33.608453224911145</c:v>
                </c:pt>
                <c:pt idx="1">
                  <c:v>41.867245322054075</c:v>
                </c:pt>
                <c:pt idx="2">
                  <c:v>52.02442559519136</c:v>
                </c:pt>
                <c:pt idx="3">
                  <c:v>160.81731002951537</c:v>
                </c:pt>
                <c:pt idx="4">
                  <c:v>312.72764376489636</c:v>
                </c:pt>
                <c:pt idx="5">
                  <c:v>437.59520319517731</c:v>
                </c:pt>
                <c:pt idx="6">
                  <c:v>633.60474900864722</c:v>
                </c:pt>
                <c:pt idx="7">
                  <c:v>927.52784750366993</c:v>
                </c:pt>
              </c:numCache>
            </c:numRef>
          </c:val>
          <c:extLst xmlns:c16r2="http://schemas.microsoft.com/office/drawing/2015/06/chart">
            <c:ext xmlns:c16="http://schemas.microsoft.com/office/drawing/2014/chart" uri="{C3380CC4-5D6E-409C-BE32-E72D297353CC}">
              <c16:uniqueId val="{00000001-7E58-4B8B-BEF6-2ABF0D0BC41B}"/>
            </c:ext>
          </c:extLst>
        </c:ser>
        <c:dLbls>
          <c:showLegendKey val="0"/>
          <c:showVal val="0"/>
          <c:showCatName val="0"/>
          <c:showSerName val="0"/>
          <c:showPercent val="0"/>
          <c:showBubbleSize val="0"/>
        </c:dLbls>
        <c:gapWidth val="219"/>
        <c:axId val="860892304"/>
        <c:axId val="860893392"/>
      </c:barChart>
      <c:lineChart>
        <c:grouping val="standard"/>
        <c:varyColors val="0"/>
        <c:ser>
          <c:idx val="2"/>
          <c:order val="2"/>
          <c:tx>
            <c:strRef>
              <c:f>空间丨锂电池需求汇总!$G$65</c:f>
              <c:strCache>
                <c:ptCount val="1"/>
                <c:pt idx="0">
                  <c:v>三元增速（右）</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空间丨锂电池需求汇总!$J$65:$Q$65</c:f>
              <c:numCache>
                <c:formatCode>0%</c:formatCode>
                <c:ptCount val="8"/>
                <c:pt idx="1">
                  <c:v>0.38683141895424833</c:v>
                </c:pt>
                <c:pt idx="2">
                  <c:v>0.25313818686634781</c:v>
                </c:pt>
                <c:pt idx="3">
                  <c:v>0.90690105205085603</c:v>
                </c:pt>
                <c:pt idx="4">
                  <c:v>0.31199005330770091</c:v>
                </c:pt>
                <c:pt idx="5">
                  <c:v>0.16389414746936026</c:v>
                </c:pt>
                <c:pt idx="6">
                  <c:v>0.28790976174332683</c:v>
                </c:pt>
                <c:pt idx="7">
                  <c:v>0.25163931231195225</c:v>
                </c:pt>
              </c:numCache>
            </c:numRef>
          </c:val>
          <c:smooth val="1"/>
          <c:extLst xmlns:c16r2="http://schemas.microsoft.com/office/drawing/2015/06/chart">
            <c:ext xmlns:c16="http://schemas.microsoft.com/office/drawing/2014/chart" uri="{C3380CC4-5D6E-409C-BE32-E72D297353CC}">
              <c16:uniqueId val="{00000002-7E58-4B8B-BEF6-2ABF0D0BC41B}"/>
            </c:ext>
          </c:extLst>
        </c:ser>
        <c:ser>
          <c:idx val="3"/>
          <c:order val="3"/>
          <c:tx>
            <c:strRef>
              <c:f>空间丨锂电池需求汇总!$G$66</c:f>
              <c:strCache>
                <c:ptCount val="1"/>
                <c:pt idx="0">
                  <c:v>铁锂增速（右）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空间丨锂电池需求汇总!$J$66:$Q$66</c:f>
              <c:numCache>
                <c:formatCode>0%</c:formatCode>
                <c:ptCount val="8"/>
                <c:pt idx="1">
                  <c:v>0.24573556068987368</c:v>
                </c:pt>
                <c:pt idx="2">
                  <c:v>0.24260445594176372</c:v>
                </c:pt>
                <c:pt idx="3">
                  <c:v>2.0911885751676569</c:v>
                </c:pt>
                <c:pt idx="4">
                  <c:v>0.9446143186171958</c:v>
                </c:pt>
                <c:pt idx="5">
                  <c:v>0.39928532676872774</c:v>
                </c:pt>
                <c:pt idx="6">
                  <c:v>0.44792434739291509</c:v>
                </c:pt>
                <c:pt idx="7">
                  <c:v>0.46389030220322947</c:v>
                </c:pt>
              </c:numCache>
            </c:numRef>
          </c:val>
          <c:smooth val="1"/>
          <c:extLst xmlns:c16r2="http://schemas.microsoft.com/office/drawing/2015/06/chart">
            <c:ext xmlns:c16="http://schemas.microsoft.com/office/drawing/2014/chart" uri="{C3380CC4-5D6E-409C-BE32-E72D297353CC}">
              <c16:uniqueId val="{00000003-7E58-4B8B-BEF6-2ABF0D0BC41B}"/>
            </c:ext>
          </c:extLst>
        </c:ser>
        <c:dLbls>
          <c:showLegendKey val="0"/>
          <c:showVal val="0"/>
          <c:showCatName val="0"/>
          <c:showSerName val="0"/>
          <c:showPercent val="0"/>
          <c:showBubbleSize val="0"/>
        </c:dLbls>
        <c:marker val="1"/>
        <c:smooth val="0"/>
        <c:axId val="860889584"/>
        <c:axId val="860893936"/>
      </c:lineChart>
      <c:catAx>
        <c:axId val="860892304"/>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93392"/>
        <c:crosses val="autoZero"/>
        <c:auto val="1"/>
        <c:lblAlgn val="ctr"/>
        <c:lblOffset val="100"/>
        <c:noMultiLvlLbl val="0"/>
      </c:catAx>
      <c:valAx>
        <c:axId val="86089339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 "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92304"/>
        <c:crosses val="autoZero"/>
        <c:crossBetween val="between"/>
      </c:valAx>
      <c:valAx>
        <c:axId val="860893936"/>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89584"/>
        <c:crosses val="max"/>
        <c:crossBetween val="between"/>
      </c:valAx>
      <c:catAx>
        <c:axId val="860889584"/>
        <c:scaling>
          <c:orientation val="minMax"/>
        </c:scaling>
        <c:delete val="1"/>
        <c:axPos val="b"/>
        <c:numFmt formatCode="General" sourceLinked="1"/>
        <c:majorTickMark val="out"/>
        <c:minorTickMark val="none"/>
        <c:tickLblPos val="nextTo"/>
        <c:crossAx val="860893936"/>
        <c:crosses val="autoZero"/>
        <c:auto val="1"/>
        <c:lblAlgn val="ctr"/>
        <c:lblOffset val="100"/>
        <c:noMultiLvlLbl val="0"/>
      </c:catAx>
      <c:spPr>
        <a:noFill/>
        <a:ln>
          <a:noFill/>
        </a:ln>
        <a:effectLst/>
      </c:spPr>
    </c:plotArea>
    <c:legend>
      <c:legendPos val="b"/>
      <c:layout>
        <c:manualLayout>
          <c:xMode val="edge"/>
          <c:yMode val="edge"/>
          <c:x val="6.0874443355258177E-2"/>
          <c:y val="2.4305968947188031E-3"/>
          <c:w val="0.86537328120448964"/>
          <c:h val="9.1468442947285858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671499384947405E-2"/>
          <c:y val="9.7027344543347188E-2"/>
          <c:w val="0.82136544772548159"/>
          <c:h val="0.78298087303125097"/>
        </c:manualLayout>
      </c:layout>
      <c:barChart>
        <c:barDir val="col"/>
        <c:grouping val="clustered"/>
        <c:varyColors val="0"/>
        <c:ser>
          <c:idx val="0"/>
          <c:order val="0"/>
          <c:tx>
            <c:strRef>
              <c:f>空间丨锂电池需求汇总!$G$49</c:f>
              <c:strCache>
                <c:ptCount val="1"/>
                <c:pt idx="0">
                  <c:v>六氟磷酸锂需求量（万吨）</c:v>
                </c:pt>
              </c:strCache>
            </c:strRef>
          </c:tx>
          <c:spPr>
            <a:solidFill>
              <a:srgbClr val="E10000"/>
            </a:solidFill>
            <a:ln w="6350">
              <a:solidFill>
                <a:srgbClr val="FFFFFF"/>
              </a:solidFill>
              <a:prstDash val="solid"/>
            </a:ln>
            <a:effectLst/>
          </c:spPr>
          <c:invertIfNegative val="0"/>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空间丨锂电池需求汇总!$J$49:$Q$49</c:f>
              <c:numCache>
                <c:formatCode>#,##0.0_ </c:formatCode>
                <c:ptCount val="8"/>
                <c:pt idx="0">
                  <c:v>2.7604301158239117</c:v>
                </c:pt>
                <c:pt idx="1">
                  <c:v>3.3722380591021528</c:v>
                </c:pt>
                <c:pt idx="2">
                  <c:v>4.0902126809699713</c:v>
                </c:pt>
                <c:pt idx="3">
                  <c:v>8.0714191122869838</c:v>
                </c:pt>
                <c:pt idx="4">
                  <c:v>11.847581559927278</c:v>
                </c:pt>
                <c:pt idx="5">
                  <c:v>14.758980843080005</c:v>
                </c:pt>
                <c:pt idx="6">
                  <c:v>19.822581536019332</c:v>
                </c:pt>
                <c:pt idx="7">
                  <c:v>26.577389426867423</c:v>
                </c:pt>
              </c:numCache>
            </c:numRef>
          </c:val>
          <c:extLst xmlns:c16r2="http://schemas.microsoft.com/office/drawing/2015/06/chart">
            <c:ext xmlns:c16="http://schemas.microsoft.com/office/drawing/2014/chart" uri="{C3380CC4-5D6E-409C-BE32-E72D297353CC}">
              <c16:uniqueId val="{00000000-726A-4B4A-A612-399E100CB57A}"/>
            </c:ext>
          </c:extLst>
        </c:ser>
        <c:dLbls>
          <c:showLegendKey val="0"/>
          <c:showVal val="0"/>
          <c:showCatName val="0"/>
          <c:showSerName val="0"/>
          <c:showPercent val="0"/>
          <c:showBubbleSize val="0"/>
        </c:dLbls>
        <c:gapWidth val="219"/>
        <c:axId val="860887952"/>
        <c:axId val="860884144"/>
      </c:barChart>
      <c:lineChart>
        <c:grouping val="standard"/>
        <c:varyColors val="0"/>
        <c:ser>
          <c:idx val="1"/>
          <c:order val="1"/>
          <c:tx>
            <c:strRef>
              <c:f>空间丨锂电池需求汇总!$G$50</c:f>
              <c:strCache>
                <c:ptCount val="1"/>
                <c:pt idx="0">
                  <c:v>增速（右）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空间丨锂电池需求汇总!$J$50:$Q$50</c:f>
              <c:numCache>
                <c:formatCode>0.0%</c:formatCode>
                <c:ptCount val="8"/>
                <c:pt idx="0">
                  <c:v>0.32633385840739937</c:v>
                </c:pt>
                <c:pt idx="1">
                  <c:v>0.22163500527367397</c:v>
                </c:pt>
                <c:pt idx="2">
                  <c:v>0.21290745471835892</c:v>
                </c:pt>
                <c:pt idx="3">
                  <c:v>0.97334949105211122</c:v>
                </c:pt>
                <c:pt idx="4">
                  <c:v>0.46784368338547888</c:v>
                </c:pt>
                <c:pt idx="5">
                  <c:v>0.24573785531049741</c:v>
                </c:pt>
                <c:pt idx="6">
                  <c:v>0.3430860671733631</c:v>
                </c:pt>
                <c:pt idx="7">
                  <c:v>0.34076327942321871</c:v>
                </c:pt>
              </c:numCache>
            </c:numRef>
          </c:val>
          <c:smooth val="1"/>
          <c:extLst xmlns:c16r2="http://schemas.microsoft.com/office/drawing/2015/06/chart">
            <c:ext xmlns:c16="http://schemas.microsoft.com/office/drawing/2014/chart" uri="{C3380CC4-5D6E-409C-BE32-E72D297353CC}">
              <c16:uniqueId val="{00000001-726A-4B4A-A612-399E100CB57A}"/>
            </c:ext>
          </c:extLst>
        </c:ser>
        <c:dLbls>
          <c:showLegendKey val="0"/>
          <c:showVal val="0"/>
          <c:showCatName val="0"/>
          <c:showSerName val="0"/>
          <c:showPercent val="0"/>
          <c:showBubbleSize val="0"/>
        </c:dLbls>
        <c:marker val="1"/>
        <c:smooth val="0"/>
        <c:axId val="860888496"/>
        <c:axId val="860890128"/>
      </c:lineChart>
      <c:catAx>
        <c:axId val="860887952"/>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84144"/>
        <c:crosses val="autoZero"/>
        <c:auto val="1"/>
        <c:lblAlgn val="ctr"/>
        <c:lblOffset val="100"/>
        <c:noMultiLvlLbl val="0"/>
      </c:catAx>
      <c:valAx>
        <c:axId val="86088414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 "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87952"/>
        <c:crosses val="autoZero"/>
        <c:crossBetween val="between"/>
      </c:valAx>
      <c:valAx>
        <c:axId val="860890128"/>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88496"/>
        <c:crosses val="max"/>
        <c:crossBetween val="between"/>
      </c:valAx>
      <c:catAx>
        <c:axId val="860888496"/>
        <c:scaling>
          <c:orientation val="minMax"/>
        </c:scaling>
        <c:delete val="1"/>
        <c:axPos val="b"/>
        <c:numFmt formatCode="General" sourceLinked="1"/>
        <c:majorTickMark val="out"/>
        <c:minorTickMark val="none"/>
        <c:tickLblPos val="nextTo"/>
        <c:crossAx val="860890128"/>
        <c:crosses val="autoZero"/>
        <c:auto val="1"/>
        <c:lblAlgn val="ctr"/>
        <c:lblOffset val="100"/>
        <c:noMultiLvlLbl val="0"/>
      </c:catAx>
      <c:spPr>
        <a:noFill/>
        <a:ln>
          <a:noFill/>
        </a:ln>
        <a:effectLst/>
      </c:spPr>
    </c:plotArea>
    <c:legend>
      <c:legendPos val="b"/>
      <c:layout>
        <c:manualLayout>
          <c:xMode val="edge"/>
          <c:yMode val="edge"/>
          <c:x val="0"/>
          <c:y val="2.4305968947188031E-3"/>
          <c:w val="1"/>
          <c:h val="0.10221919367861211"/>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17150237746891"/>
          <c:y val="5.1712879335260101E-2"/>
          <c:w val="0.45430916239941499"/>
          <c:h val="0.897457550578035"/>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754C-4BF3-AB78-15930EDCB77C}"/>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754C-4BF3-AB78-15930EDCB77C}"/>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754C-4BF3-AB78-15930EDCB77C}"/>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754C-4BF3-AB78-15930EDCB77C}"/>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754C-4BF3-AB78-15930EDCB77C}"/>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754C-4BF3-AB78-15930EDCB77C}"/>
              </c:ext>
            </c:extLst>
          </c:dPt>
          <c:dPt>
            <c:idx val="6"/>
            <c:bubble3D val="0"/>
            <c:spPr>
              <a:solidFill>
                <a:srgbClr val="FABE7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D-754C-4BF3-AB78-15930EDCB77C}"/>
              </c:ext>
            </c:extLst>
          </c:dPt>
          <c:dPt>
            <c:idx val="7"/>
            <c:bubble3D val="0"/>
            <c:spPr>
              <a:solidFill>
                <a:srgbClr val="D741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F-754C-4BF3-AB78-15930EDCB77C}"/>
              </c:ext>
            </c:extLst>
          </c:dPt>
          <c:dPt>
            <c:idx val="8"/>
            <c:bubble3D val="0"/>
            <c:spPr>
              <a:solidFill>
                <a:srgbClr val="DC8C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1-754C-4BF3-AB78-15930EDCB77C}"/>
              </c:ext>
            </c:extLst>
          </c:dPt>
          <c:dPt>
            <c:idx val="9"/>
            <c:bubble3D val="0"/>
            <c:spPr>
              <a:solidFill>
                <a:srgbClr val="785546"/>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3-754C-4BF3-AB78-15930EDCB77C}"/>
              </c:ext>
            </c:extLst>
          </c:dPt>
          <c:cat>
            <c:strRef>
              <c:f>储采比!$L$4:$L$13</c:f>
              <c:strCache>
                <c:ptCount val="10"/>
                <c:pt idx="0">
                  <c:v>中国</c:v>
                </c:pt>
                <c:pt idx="1">
                  <c:v>摩洛哥和西撒哈拉</c:v>
                </c:pt>
                <c:pt idx="2">
                  <c:v>俄罗斯</c:v>
                </c:pt>
                <c:pt idx="3">
                  <c:v>美国</c:v>
                </c:pt>
                <c:pt idx="4">
                  <c:v>约旦</c:v>
                </c:pt>
                <c:pt idx="5">
                  <c:v>沙特</c:v>
                </c:pt>
                <c:pt idx="6">
                  <c:v>埃及</c:v>
                </c:pt>
                <c:pt idx="7">
                  <c:v>巴西</c:v>
                </c:pt>
                <c:pt idx="8">
                  <c:v>阿尔及利亚</c:v>
                </c:pt>
                <c:pt idx="9">
                  <c:v>其他</c:v>
                </c:pt>
              </c:strCache>
            </c:strRef>
          </c:cat>
          <c:val>
            <c:numRef>
              <c:f>储采比!$M$4:$M$13</c:f>
              <c:numCache>
                <c:formatCode>General</c:formatCode>
                <c:ptCount val="10"/>
                <c:pt idx="0">
                  <c:v>0.9</c:v>
                </c:pt>
                <c:pt idx="1">
                  <c:v>0.37</c:v>
                </c:pt>
                <c:pt idx="2">
                  <c:v>0.13</c:v>
                </c:pt>
                <c:pt idx="3">
                  <c:v>0.24</c:v>
                </c:pt>
                <c:pt idx="4">
                  <c:v>9.1999999999999998E-2</c:v>
                </c:pt>
                <c:pt idx="5">
                  <c:v>6.5000000000000002E-2</c:v>
                </c:pt>
                <c:pt idx="6">
                  <c:v>0.05</c:v>
                </c:pt>
                <c:pt idx="7">
                  <c:v>5.5E-2</c:v>
                </c:pt>
                <c:pt idx="8">
                  <c:v>1.2999999999999999E-2</c:v>
                </c:pt>
                <c:pt idx="9">
                  <c:v>0.31500000000000017</c:v>
                </c:pt>
              </c:numCache>
            </c:numRef>
          </c:val>
          <c:extLst xmlns:c16r2="http://schemas.microsoft.com/office/drawing/2015/06/chart">
            <c:ext xmlns:c16="http://schemas.microsoft.com/office/drawing/2014/chart" uri="{C3380CC4-5D6E-409C-BE32-E72D297353CC}">
              <c16:uniqueId val="{00000014-754C-4BF3-AB78-15930EDCB77C}"/>
            </c:ext>
          </c:extLst>
        </c:ser>
        <c:dLbls>
          <c:showLegendKey val="0"/>
          <c:showVal val="0"/>
          <c:showCatName val="0"/>
          <c:showSerName val="0"/>
          <c:showPercent val="0"/>
          <c:showBubbleSize val="0"/>
          <c:showLeaderLines val="1"/>
        </c:dLbls>
        <c:firstSliceAng val="0"/>
      </c:pieChart>
      <c:spPr>
        <a:noFill/>
        <a:ln w="25400">
          <a:noFill/>
        </a:ln>
        <a:effectLst/>
      </c:spPr>
    </c:plotArea>
    <c:legend>
      <c:legendPos val="b"/>
      <c:layout>
        <c:manualLayout>
          <c:xMode val="edge"/>
          <c:yMode val="edge"/>
          <c:x val="0.60453357745779535"/>
          <c:y val="5.3081647398843898E-2"/>
          <c:w val="0.35488238579940418"/>
          <c:h val="0.91501896676300598"/>
        </c:manualLayout>
      </c:layout>
      <c:overlay val="0"/>
      <c:spPr>
        <a:noFill/>
        <a:ln w="25400">
          <a:noFill/>
        </a:ln>
        <a:effectLst/>
      </c:spPr>
      <c:txPr>
        <a:bodyPr rot="0" spcFirstLastPara="1" vertOverflow="ellipsis" vert="horz" wrap="square" anchor="ctr" anchorCtr="1"/>
        <a:lstStyle/>
        <a:p>
          <a:pPr>
            <a:defRPr lang="zh-CN" sz="1000" b="0" i="0" u="none" strike="noStrike" kern="1200" baseline="0">
              <a:solidFill>
                <a:sysClr val="windowText" lastClr="000000"/>
              </a:solidFill>
              <a:latin typeface="微软雅黑" panose="020B0503020204020204" pitchFamily="34" charset="-122"/>
              <a:ea typeface="微软雅黑" panose="020B0503020204020204" pitchFamily="34" charset="-122"/>
              <a:cs typeface="华文细黑" panose="02010600040101010101" charset="-122"/>
            </a:defRPr>
          </a:pPr>
          <a:endParaRPr lang="zh-CN"/>
        </a:p>
      </c:txPr>
    </c:legend>
    <c:plotVisOnly val="1"/>
    <c:dispBlanksAs val="gap"/>
    <c:showDLblsOverMax val="0"/>
  </c:chart>
  <c:spPr>
    <a:noFill/>
    <a:ln w="25400" cap="flat" cmpd="sng" algn="ctr">
      <a:noFill/>
      <a:round/>
    </a:ln>
    <a:effectLst/>
  </c:spPr>
  <c:txPr>
    <a:bodyPr/>
    <a:lstStyle/>
    <a:p>
      <a:pPr>
        <a:defRPr lang="zh-CN" sz="1000">
          <a:solidFill>
            <a:sysClr val="windowText" lastClr="000000"/>
          </a:solidFill>
          <a:latin typeface="微软雅黑" panose="020B0503020204020204" pitchFamily="34" charset="-122"/>
          <a:ea typeface="微软雅黑" panose="020B0503020204020204" pitchFamily="34" charset="-122"/>
          <a:cs typeface="华文细黑" panose="02010600040101010101" charset="-122"/>
        </a:defRPr>
      </a:pPr>
      <a:endParaRPr lang="zh-CN"/>
    </a:p>
  </c:txPr>
  <c:externalData r:id="rId4">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全球磷矿石产量!$BB$8</c:f>
              <c:strCache>
                <c:ptCount val="1"/>
                <c:pt idx="0">
                  <c:v>全球磷矿石产量（亿吨）</c:v>
                </c:pt>
              </c:strCache>
            </c:strRef>
          </c:tx>
          <c:spPr>
            <a:solidFill>
              <a:srgbClr val="E10000"/>
            </a:solidFill>
            <a:ln w="6350">
              <a:noFill/>
              <a:prstDash val="solid"/>
            </a:ln>
            <a:effectLst/>
          </c:spPr>
          <c:invertIfNegative val="0"/>
          <c:cat>
            <c:numRef>
              <c:f>全球磷矿石产量!$BA$22:$BA$33</c:f>
              <c:numCache>
                <c:formatCode>yyyy</c:formatCode>
                <c:ptCount val="12"/>
                <c:pt idx="0">
                  <c:v>40908</c:v>
                </c:pt>
                <c:pt idx="1">
                  <c:v>41274</c:v>
                </c:pt>
                <c:pt idx="2">
                  <c:v>41639</c:v>
                </c:pt>
                <c:pt idx="3">
                  <c:v>42004</c:v>
                </c:pt>
                <c:pt idx="4">
                  <c:v>42369</c:v>
                </c:pt>
                <c:pt idx="5">
                  <c:v>42735</c:v>
                </c:pt>
                <c:pt idx="6">
                  <c:v>43100</c:v>
                </c:pt>
                <c:pt idx="7">
                  <c:v>43465</c:v>
                </c:pt>
                <c:pt idx="8">
                  <c:v>43830</c:v>
                </c:pt>
                <c:pt idx="9">
                  <c:v>44196</c:v>
                </c:pt>
                <c:pt idx="10">
                  <c:v>44561</c:v>
                </c:pt>
                <c:pt idx="11">
                  <c:v>44926</c:v>
                </c:pt>
              </c:numCache>
            </c:numRef>
          </c:cat>
          <c:val>
            <c:numRef>
              <c:f>全球磷矿石产量!$BB$22:$BB$33</c:f>
              <c:numCache>
                <c:formatCode>General</c:formatCode>
                <c:ptCount val="12"/>
                <c:pt idx="0">
                  <c:v>1.98</c:v>
                </c:pt>
                <c:pt idx="1">
                  <c:v>2.17</c:v>
                </c:pt>
                <c:pt idx="2">
                  <c:v>2.25</c:v>
                </c:pt>
                <c:pt idx="3">
                  <c:v>2.1800000000000002</c:v>
                </c:pt>
                <c:pt idx="4">
                  <c:v>2.41</c:v>
                </c:pt>
                <c:pt idx="5">
                  <c:v>2.5499999999999998</c:v>
                </c:pt>
                <c:pt idx="6">
                  <c:v>2.69</c:v>
                </c:pt>
                <c:pt idx="7">
                  <c:v>2.4900000000000002</c:v>
                </c:pt>
                <c:pt idx="8">
                  <c:v>2.27</c:v>
                </c:pt>
                <c:pt idx="9">
                  <c:v>2.19</c:v>
                </c:pt>
                <c:pt idx="10">
                  <c:v>2.2599999999999998</c:v>
                </c:pt>
                <c:pt idx="11">
                  <c:v>2.2000000000000002</c:v>
                </c:pt>
              </c:numCache>
            </c:numRef>
          </c:val>
          <c:extLst xmlns:c16r2="http://schemas.microsoft.com/office/drawing/2015/06/chart">
            <c:ext xmlns:c16="http://schemas.microsoft.com/office/drawing/2014/chart" uri="{C3380CC4-5D6E-409C-BE32-E72D297353CC}">
              <c16:uniqueId val="{00000000-8647-4692-A61D-966EA7BEE07D}"/>
            </c:ext>
          </c:extLst>
        </c:ser>
        <c:dLbls>
          <c:showLegendKey val="0"/>
          <c:showVal val="0"/>
          <c:showCatName val="0"/>
          <c:showSerName val="0"/>
          <c:showPercent val="0"/>
          <c:showBubbleSize val="0"/>
        </c:dLbls>
        <c:gapWidth val="219"/>
        <c:overlap val="-27"/>
        <c:axId val="860884688"/>
        <c:axId val="860894480"/>
      </c:barChart>
      <c:lineChart>
        <c:grouping val="standard"/>
        <c:varyColors val="0"/>
        <c:ser>
          <c:idx val="1"/>
          <c:order val="1"/>
          <c:tx>
            <c:strRef>
              <c:f>全球磷矿石产量!$BC$8</c:f>
              <c:strCache>
                <c:ptCount val="1"/>
                <c:pt idx="0">
                  <c:v>同比（右）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全球磷矿石产量!$BA$22:$BA$33</c:f>
              <c:numCache>
                <c:formatCode>yyyy</c:formatCode>
                <c:ptCount val="12"/>
                <c:pt idx="0">
                  <c:v>40908</c:v>
                </c:pt>
                <c:pt idx="1">
                  <c:v>41274</c:v>
                </c:pt>
                <c:pt idx="2">
                  <c:v>41639</c:v>
                </c:pt>
                <c:pt idx="3">
                  <c:v>42004</c:v>
                </c:pt>
                <c:pt idx="4">
                  <c:v>42369</c:v>
                </c:pt>
                <c:pt idx="5">
                  <c:v>42735</c:v>
                </c:pt>
                <c:pt idx="6">
                  <c:v>43100</c:v>
                </c:pt>
                <c:pt idx="7">
                  <c:v>43465</c:v>
                </c:pt>
                <c:pt idx="8">
                  <c:v>43830</c:v>
                </c:pt>
                <c:pt idx="9">
                  <c:v>44196</c:v>
                </c:pt>
                <c:pt idx="10">
                  <c:v>44561</c:v>
                </c:pt>
                <c:pt idx="11">
                  <c:v>44926</c:v>
                </c:pt>
              </c:numCache>
            </c:numRef>
          </c:cat>
          <c:val>
            <c:numRef>
              <c:f>全球磷矿石产量!$BC$22:$BC$33</c:f>
              <c:numCache>
                <c:formatCode>0.00%</c:formatCode>
                <c:ptCount val="12"/>
                <c:pt idx="0">
                  <c:v>9.3922651933701529E-2</c:v>
                </c:pt>
                <c:pt idx="1">
                  <c:v>9.5959595959596022E-2</c:v>
                </c:pt>
                <c:pt idx="2">
                  <c:v>3.6866359447004671E-2</c:v>
                </c:pt>
                <c:pt idx="3">
                  <c:v>-3.1111111111111089E-2</c:v>
                </c:pt>
                <c:pt idx="4">
                  <c:v>0.10550458715596323</c:v>
                </c:pt>
                <c:pt idx="5">
                  <c:v>5.8091286307053736E-2</c:v>
                </c:pt>
                <c:pt idx="6">
                  <c:v>5.4901960784313752E-2</c:v>
                </c:pt>
                <c:pt idx="7">
                  <c:v>-7.4349442379182062E-2</c:v>
                </c:pt>
                <c:pt idx="8">
                  <c:v>-8.8353413654618573E-2</c:v>
                </c:pt>
                <c:pt idx="9">
                  <c:v>-3.524229074889873E-2</c:v>
                </c:pt>
                <c:pt idx="10">
                  <c:v>3.1963470319634535E-2</c:v>
                </c:pt>
                <c:pt idx="11">
                  <c:v>-2.6548672566371501E-2</c:v>
                </c:pt>
              </c:numCache>
            </c:numRef>
          </c:val>
          <c:smooth val="1"/>
          <c:extLst xmlns:c16r2="http://schemas.microsoft.com/office/drawing/2015/06/chart">
            <c:ext xmlns:c16="http://schemas.microsoft.com/office/drawing/2014/chart" uri="{C3380CC4-5D6E-409C-BE32-E72D297353CC}">
              <c16:uniqueId val="{00000001-8647-4692-A61D-966EA7BEE07D}"/>
            </c:ext>
          </c:extLst>
        </c:ser>
        <c:dLbls>
          <c:showLegendKey val="0"/>
          <c:showVal val="0"/>
          <c:showCatName val="0"/>
          <c:showSerName val="0"/>
          <c:showPercent val="0"/>
          <c:showBubbleSize val="0"/>
        </c:dLbls>
        <c:marker val="1"/>
        <c:smooth val="0"/>
        <c:axId val="860895024"/>
        <c:axId val="860883056"/>
      </c:lineChart>
      <c:dateAx>
        <c:axId val="860884688"/>
        <c:scaling>
          <c:orientation val="minMax"/>
        </c:scaling>
        <c:delete val="0"/>
        <c:axPos val="b"/>
        <c:numFmt formatCode="yyyy"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60894480"/>
        <c:crosses val="autoZero"/>
        <c:auto val="1"/>
        <c:lblOffset val="100"/>
        <c:baseTimeUnit val="years"/>
      </c:dateAx>
      <c:valAx>
        <c:axId val="860894480"/>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60884688"/>
        <c:crosses val="autoZero"/>
        <c:crossBetween val="between"/>
      </c:valAx>
      <c:valAx>
        <c:axId val="860883056"/>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60895024"/>
        <c:crosses val="max"/>
        <c:crossBetween val="between"/>
      </c:valAx>
      <c:dateAx>
        <c:axId val="860895024"/>
        <c:scaling>
          <c:orientation val="minMax"/>
        </c:scaling>
        <c:delete val="1"/>
        <c:axPos val="b"/>
        <c:numFmt formatCode="yyyy" sourceLinked="1"/>
        <c:majorTickMark val="out"/>
        <c:minorTickMark val="none"/>
        <c:tickLblPos val="nextTo"/>
        <c:crossAx val="860883056"/>
        <c:crosses val="autoZero"/>
        <c:auto val="1"/>
        <c:lblOffset val="100"/>
        <c:baseTimeUnit val="years"/>
      </c:date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mn-lt"/>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401777704921001"/>
          <c:y val="9.6486667329758705E-2"/>
          <c:w val="0.412183796408709"/>
          <c:h val="0.824367592817418"/>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EB6D-4E93-B8F5-CE174A089420}"/>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EB6D-4E93-B8F5-CE174A089420}"/>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EB6D-4E93-B8F5-CE174A089420}"/>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EB6D-4E93-B8F5-CE174A089420}"/>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EB6D-4E93-B8F5-CE174A089420}"/>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EB6D-4E93-B8F5-CE174A089420}"/>
              </c:ext>
            </c:extLst>
          </c:dPt>
          <c:dPt>
            <c:idx val="6"/>
            <c:bubble3D val="0"/>
            <c:spPr>
              <a:solidFill>
                <a:srgbClr val="FABE7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D-EB6D-4E93-B8F5-CE174A089420}"/>
              </c:ext>
            </c:extLst>
          </c:dPt>
          <c:dPt>
            <c:idx val="7"/>
            <c:bubble3D val="0"/>
            <c:spPr>
              <a:solidFill>
                <a:srgbClr val="D741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F-EB6D-4E93-B8F5-CE174A089420}"/>
              </c:ext>
            </c:extLst>
          </c:dPt>
          <c:dPt>
            <c:idx val="8"/>
            <c:bubble3D val="0"/>
            <c:spPr>
              <a:solidFill>
                <a:srgbClr val="DC8C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1-EB6D-4E93-B8F5-CE174A089420}"/>
              </c:ext>
            </c:extLst>
          </c:dPt>
          <c:dPt>
            <c:idx val="9"/>
            <c:bubble3D val="0"/>
            <c:spPr>
              <a:solidFill>
                <a:srgbClr val="785546"/>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3-EB6D-4E93-B8F5-CE174A089420}"/>
              </c:ext>
            </c:extLst>
          </c:dPt>
          <c:dPt>
            <c:idx val="10"/>
            <c:bubble3D val="0"/>
            <c:spPr>
              <a:solidFill>
                <a:schemeClr val="accent2">
                  <a:lumMod val="40000"/>
                  <a:lumOff val="60000"/>
                </a:schemeClr>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5-EB6D-4E93-B8F5-CE174A089420}"/>
              </c:ext>
            </c:extLst>
          </c:dPt>
          <c:dLbls>
            <c:delete val="1"/>
          </c:dLbls>
          <c:cat>
            <c:strRef>
              <c:f>全球企业产量!$N$3:$N$13</c:f>
              <c:strCache>
                <c:ptCount val="11"/>
                <c:pt idx="0">
                  <c:v>摩洛哥磷酸盐公司</c:v>
                </c:pt>
                <c:pt idx="1">
                  <c:v>美盛</c:v>
                </c:pt>
                <c:pt idx="2">
                  <c:v>云天化</c:v>
                </c:pt>
                <c:pt idx="3">
                  <c:v>Phos Agro公司</c:v>
                </c:pt>
                <c:pt idx="4">
                  <c:v>CPG</c:v>
                </c:pt>
                <c:pt idx="5">
                  <c:v>约旦磷酸盐公司</c:v>
                </c:pt>
                <c:pt idx="6">
                  <c:v>瓮福集团</c:v>
                </c:pt>
                <c:pt idx="7">
                  <c:v>磷化集团</c:v>
                </c:pt>
                <c:pt idx="8">
                  <c:v>Maaden</c:v>
                </c:pt>
                <c:pt idx="9">
                  <c:v>Nutrien</c:v>
                </c:pt>
                <c:pt idx="10">
                  <c:v>其他</c:v>
                </c:pt>
              </c:strCache>
            </c:strRef>
          </c:cat>
          <c:val>
            <c:numRef>
              <c:f>全球企业产量!$O$3:$O$13</c:f>
              <c:numCache>
                <c:formatCode>0.0</c:formatCode>
                <c:ptCount val="11"/>
                <c:pt idx="0">
                  <c:v>40.700000000000003</c:v>
                </c:pt>
                <c:pt idx="1">
                  <c:v>17.100000000000001</c:v>
                </c:pt>
                <c:pt idx="2">
                  <c:v>12.822900000000001</c:v>
                </c:pt>
                <c:pt idx="3">
                  <c:v>10.5</c:v>
                </c:pt>
                <c:pt idx="4">
                  <c:v>10</c:v>
                </c:pt>
                <c:pt idx="5">
                  <c:v>9.1999999999999993</c:v>
                </c:pt>
                <c:pt idx="6">
                  <c:v>8.36</c:v>
                </c:pt>
                <c:pt idx="7">
                  <c:v>8</c:v>
                </c:pt>
                <c:pt idx="8">
                  <c:v>7.7</c:v>
                </c:pt>
                <c:pt idx="9">
                  <c:v>7</c:v>
                </c:pt>
                <c:pt idx="10">
                  <c:v>91.617099999999994</c:v>
                </c:pt>
              </c:numCache>
            </c:numRef>
          </c:val>
          <c:extLst xmlns:c16r2="http://schemas.microsoft.com/office/drawing/2015/06/chart">
            <c:ext xmlns:c16="http://schemas.microsoft.com/office/drawing/2014/chart" uri="{C3380CC4-5D6E-409C-BE32-E72D297353CC}">
              <c16:uniqueId val="{00000016-EB6D-4E93-B8F5-CE174A089420}"/>
            </c:ext>
          </c:extLst>
        </c:ser>
        <c:dLbls>
          <c:showLegendKey val="0"/>
          <c:showVal val="1"/>
          <c:showCatName val="0"/>
          <c:showSerName val="0"/>
          <c:showPercent val="0"/>
          <c:showBubbleSize val="0"/>
          <c:showLeaderLines val="1"/>
        </c:dLbls>
        <c:firstSliceAng val="0"/>
      </c:pieChart>
      <c:spPr>
        <a:noFill/>
        <a:ln w="25400">
          <a:noFill/>
        </a:ln>
        <a:effectLst/>
      </c:spPr>
    </c:plotArea>
    <c:legend>
      <c:legendPos val="b"/>
      <c:layout>
        <c:manualLayout>
          <c:xMode val="edge"/>
          <c:yMode val="edge"/>
          <c:x val="0.62581609286951678"/>
          <c:y val="2.0945177023121386E-2"/>
          <c:w val="0.28698846586433202"/>
          <c:h val="0.92193145926839704"/>
        </c:manualLayout>
      </c:layout>
      <c:overlay val="0"/>
      <c:spPr>
        <a:noFill/>
        <a:ln w="25400">
          <a:noFill/>
        </a:ln>
        <a:effectLst/>
      </c:spPr>
      <c:txPr>
        <a:bodyPr rot="0" spcFirstLastPara="1" vertOverflow="ellipsis" vert="horz" wrap="square" anchor="ctr" anchorCtr="1"/>
        <a:lstStyle/>
        <a:p>
          <a:pPr>
            <a:defRPr lang="zh-CN" sz="105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noFill/>
    <a:ln w="25400" cap="flat" cmpd="sng" algn="ctr">
      <a:noFill/>
      <a:round/>
    </a:ln>
    <a:effectLst/>
  </c:spPr>
  <c:txPr>
    <a:bodyPr/>
    <a:lstStyle/>
    <a:p>
      <a:pPr>
        <a:defRPr lang="zh-CN" sz="800">
          <a:latin typeface="华文细黑" panose="02010600040101010101" charset="-122"/>
          <a:ea typeface="华文细黑" panose="02010600040101010101" charset="-122"/>
          <a:cs typeface="华文细黑" panose="02010600040101010101" charset="-122"/>
        </a:defRPr>
      </a:pPr>
      <a:endParaRPr lang="zh-CN"/>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3100186800974201E-2"/>
          <c:y val="9.58928797001979E-2"/>
          <c:w val="0.88641596561814195"/>
          <c:h val="0.81073279022821398"/>
        </c:manualLayout>
      </c:layout>
      <c:barChart>
        <c:barDir val="col"/>
        <c:grouping val="clustered"/>
        <c:varyColors val="0"/>
        <c:ser>
          <c:idx val="0"/>
          <c:order val="0"/>
          <c:tx>
            <c:strRef>
              <c:f>全球新增产能!$C$109</c:f>
              <c:strCache>
                <c:ptCount val="1"/>
                <c:pt idx="0">
                  <c:v>新增年产能（万吨）</c:v>
                </c:pt>
              </c:strCache>
            </c:strRef>
          </c:tx>
          <c:spPr>
            <a:solidFill>
              <a:srgbClr val="E10000"/>
            </a:solidFill>
            <a:ln w="6350">
              <a:solidFill>
                <a:srgbClr val="FFFFFF"/>
              </a:solidFill>
              <a:prstDash val="solid"/>
            </a:ln>
            <a:effectLst/>
          </c:spPr>
          <c:invertIfNegative val="0"/>
          <c:cat>
            <c:strRef>
              <c:f>全球新增产能!$B$111:$B$115</c:f>
              <c:strCache>
                <c:ptCount val="5"/>
                <c:pt idx="0">
                  <c:v>2022E</c:v>
                </c:pt>
                <c:pt idx="1">
                  <c:v>2023E</c:v>
                </c:pt>
                <c:pt idx="2">
                  <c:v>2024E</c:v>
                </c:pt>
                <c:pt idx="3">
                  <c:v>2025E</c:v>
                </c:pt>
                <c:pt idx="4">
                  <c:v>2030E</c:v>
                </c:pt>
              </c:strCache>
            </c:strRef>
          </c:cat>
          <c:val>
            <c:numRef>
              <c:f>全球新增产能!$C$111:$C$115</c:f>
              <c:numCache>
                <c:formatCode>General</c:formatCode>
                <c:ptCount val="5"/>
                <c:pt idx="0">
                  <c:v>340</c:v>
                </c:pt>
                <c:pt idx="1">
                  <c:v>410</c:v>
                </c:pt>
                <c:pt idx="2">
                  <c:v>560</c:v>
                </c:pt>
                <c:pt idx="3">
                  <c:v>560</c:v>
                </c:pt>
                <c:pt idx="4">
                  <c:v>2100</c:v>
                </c:pt>
              </c:numCache>
            </c:numRef>
          </c:val>
          <c:extLst xmlns:c16r2="http://schemas.microsoft.com/office/drawing/2015/06/chart">
            <c:ext xmlns:c16="http://schemas.microsoft.com/office/drawing/2014/chart" uri="{C3380CC4-5D6E-409C-BE32-E72D297353CC}">
              <c16:uniqueId val="{00000000-AAD9-437E-9892-B7DBF7897C77}"/>
            </c:ext>
          </c:extLst>
        </c:ser>
        <c:ser>
          <c:idx val="2"/>
          <c:order val="1"/>
          <c:tx>
            <c:strRef>
              <c:f>全球新增产能!$E$109</c:f>
              <c:strCache>
                <c:ptCount val="1"/>
                <c:pt idx="0">
                  <c:v>新增产量（万吨）</c:v>
                </c:pt>
              </c:strCache>
            </c:strRef>
          </c:tx>
          <c:spPr>
            <a:solidFill>
              <a:srgbClr val="C8C8C8"/>
            </a:solidFill>
            <a:ln w="6350">
              <a:solidFill>
                <a:srgbClr val="FFFFFF"/>
              </a:solidFill>
              <a:prstDash val="solid"/>
            </a:ln>
            <a:effectLst/>
          </c:spPr>
          <c:invertIfNegative val="0"/>
          <c:cat>
            <c:strRef>
              <c:f>全球新增产能!$B$111:$B$115</c:f>
              <c:strCache>
                <c:ptCount val="5"/>
                <c:pt idx="0">
                  <c:v>2022E</c:v>
                </c:pt>
                <c:pt idx="1">
                  <c:v>2023E</c:v>
                </c:pt>
                <c:pt idx="2">
                  <c:v>2024E</c:v>
                </c:pt>
                <c:pt idx="3">
                  <c:v>2025E</c:v>
                </c:pt>
                <c:pt idx="4">
                  <c:v>2030E</c:v>
                </c:pt>
              </c:strCache>
            </c:strRef>
          </c:cat>
          <c:val>
            <c:numRef>
              <c:f>全球新增产能!$E$111:$E$115</c:f>
              <c:numCache>
                <c:formatCode>General</c:formatCode>
                <c:ptCount val="5"/>
                <c:pt idx="0">
                  <c:v>204</c:v>
                </c:pt>
                <c:pt idx="1">
                  <c:v>246</c:v>
                </c:pt>
                <c:pt idx="2">
                  <c:v>336</c:v>
                </c:pt>
                <c:pt idx="3">
                  <c:v>336</c:v>
                </c:pt>
                <c:pt idx="4">
                  <c:v>1260</c:v>
                </c:pt>
              </c:numCache>
            </c:numRef>
          </c:val>
          <c:extLst xmlns:c16r2="http://schemas.microsoft.com/office/drawing/2015/06/chart">
            <c:ext xmlns:c16="http://schemas.microsoft.com/office/drawing/2014/chart" uri="{C3380CC4-5D6E-409C-BE32-E72D297353CC}">
              <c16:uniqueId val="{00000001-AAD9-437E-9892-B7DBF7897C77}"/>
            </c:ext>
          </c:extLst>
        </c:ser>
        <c:dLbls>
          <c:showLegendKey val="0"/>
          <c:showVal val="0"/>
          <c:showCatName val="0"/>
          <c:showSerName val="0"/>
          <c:showPercent val="0"/>
          <c:showBubbleSize val="0"/>
        </c:dLbls>
        <c:gapWidth val="150"/>
        <c:axId val="860896112"/>
        <c:axId val="860887408"/>
      </c:barChart>
      <c:catAx>
        <c:axId val="860896112"/>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0" spcFirstLastPara="1" vertOverflow="ellipsis" wrap="square" anchor="ctr" anchorCtr="1"/>
          <a:lstStyle/>
          <a:p>
            <a:pPr>
              <a:defRPr lang="zh-CN" sz="1200" b="0" i="0" u="none" strike="noStrike" kern="1200" baseline="0">
                <a:solidFill>
                  <a:sysClr val="windowText" lastClr="000000"/>
                </a:solidFill>
                <a:latin typeface="Arial" panose="020B0604020202020204" pitchFamily="34" charset="0"/>
                <a:ea typeface="华文细黑" panose="02010600040101010101" charset="-122"/>
                <a:cs typeface="Arial" panose="020B0604020202020204" pitchFamily="34" charset="0"/>
              </a:defRPr>
            </a:pPr>
            <a:endParaRPr lang="zh-CN"/>
          </a:p>
        </c:txPr>
        <c:crossAx val="860887408"/>
        <c:crosses val="autoZero"/>
        <c:auto val="1"/>
        <c:lblAlgn val="ctr"/>
        <c:lblOffset val="100"/>
        <c:noMultiLvlLbl val="0"/>
      </c:catAx>
      <c:valAx>
        <c:axId val="860887408"/>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1200" b="0" i="0" u="none" strike="noStrike" kern="1200" baseline="0">
                <a:solidFill>
                  <a:sysClr val="windowText" lastClr="000000"/>
                </a:solidFill>
                <a:latin typeface="Arial" panose="020B0604020202020204" pitchFamily="34" charset="0"/>
                <a:ea typeface="华文细黑" panose="02010600040101010101" charset="-122"/>
                <a:cs typeface="Arial" panose="020B0604020202020204" pitchFamily="34" charset="0"/>
              </a:defRPr>
            </a:pPr>
            <a:endParaRPr lang="zh-CN"/>
          </a:p>
        </c:txPr>
        <c:crossAx val="860896112"/>
        <c:crosses val="autoZero"/>
        <c:crossBetween val="between"/>
      </c:valAx>
      <c:spPr>
        <a:noFill/>
        <a:ln w="25400">
          <a:noFill/>
        </a:ln>
        <a:effectLst/>
      </c:spPr>
    </c:plotArea>
    <c:legend>
      <c:legendPos val="b"/>
      <c:layout>
        <c:manualLayout>
          <c:xMode val="edge"/>
          <c:yMode val="edge"/>
          <c:x val="7.5575417937622694E-2"/>
          <c:y val="5.7113983746683696E-3"/>
          <c:w val="0.89188002926115584"/>
          <c:h val="9.4369129335260121E-2"/>
        </c:manualLayout>
      </c:layout>
      <c:overlay val="0"/>
      <c:spPr>
        <a:noFill/>
        <a:ln w="25400">
          <a:noFill/>
        </a:ln>
        <a:effectLst/>
      </c:spPr>
      <c:txPr>
        <a:bodyPr rot="0" spcFirstLastPara="1" vertOverflow="ellipsis" vert="horz" wrap="square" anchor="ctr" anchorCtr="1"/>
        <a:lstStyle/>
        <a:p>
          <a:pPr>
            <a:defRPr lang="zh-CN" sz="1200" b="0" i="0" u="none" strike="noStrike" kern="1200" baseline="0">
              <a:solidFill>
                <a:sysClr val="windowText" lastClr="000000"/>
              </a:solidFill>
              <a:latin typeface="Arial" panose="020B0604020202020204" pitchFamily="34" charset="0"/>
              <a:ea typeface="华文细黑" panose="02010600040101010101" charset="-122"/>
              <a:cs typeface="Arial" panose="020B0604020202020204" pitchFamily="34" charset="0"/>
            </a:defRPr>
          </a:pPr>
          <a:endParaRPr lang="zh-CN"/>
        </a:p>
      </c:txPr>
    </c:legend>
    <c:plotVisOnly val="1"/>
    <c:dispBlanksAs val="gap"/>
    <c:showDLblsOverMax val="0"/>
  </c:chart>
  <c:spPr>
    <a:solidFill>
      <a:srgbClr val="FFFFFF">
        <a:alpha val="0"/>
      </a:srgbClr>
    </a:solidFill>
    <a:ln w="25400" cap="flat" cmpd="sng" algn="ctr">
      <a:noFill/>
      <a:round/>
    </a:ln>
    <a:effectLst/>
  </c:spPr>
  <c:txPr>
    <a:bodyPr/>
    <a:lstStyle/>
    <a:p>
      <a:pPr>
        <a:defRPr lang="zh-CN" sz="1200" b="1">
          <a:solidFill>
            <a:sysClr val="windowText" lastClr="000000"/>
          </a:solidFill>
          <a:latin typeface="Arial" panose="020B0604020202020204" pitchFamily="34" charset="0"/>
          <a:ea typeface="华文细黑" panose="02010600040101010101" charset="-122"/>
          <a:cs typeface="Arial" panose="020B0604020202020204" pitchFamily="34" charset="0"/>
        </a:defRPr>
      </a:pPr>
      <a:endParaRPr lang="zh-CN"/>
    </a:p>
  </c:txPr>
  <c:externalData r:id="rId4">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1348207280046396"/>
          <c:y val="8.4964998421735494E-2"/>
          <c:w val="0.86352873634558092"/>
          <c:h val="0.87541631944444442"/>
        </c:manualLayout>
      </c:layout>
      <c:lineChart>
        <c:grouping val="standard"/>
        <c:varyColors val="0"/>
        <c:ser>
          <c:idx val="0"/>
          <c:order val="0"/>
          <c:tx>
            <c:strRef>
              <c:f>磷矿石短期数据!$K$1</c:f>
              <c:strCache>
                <c:ptCount val="1"/>
                <c:pt idx="0">
                  <c:v>磷矿石库存量（万吨）</c:v>
                </c:pt>
              </c:strCache>
            </c:strRef>
          </c:tx>
          <c:spPr>
            <a:ln w="12700">
              <a:solidFill>
                <a:srgbClr val="E10000"/>
              </a:solidFill>
              <a:prstDash val="solid"/>
            </a:ln>
          </c:spPr>
          <c:marker>
            <c:symbol val="diamond"/>
            <c:size val="2"/>
            <c:spPr>
              <a:solidFill>
                <a:srgbClr val="E10000"/>
              </a:solidFill>
              <a:ln w="12700">
                <a:solidFill>
                  <a:srgbClr val="E10000"/>
                </a:solidFill>
                <a:prstDash val="solid"/>
              </a:ln>
            </c:spPr>
          </c:marker>
          <c:cat>
            <c:numRef>
              <c:f>磷矿石短期数据!$J$2:$J$144</c:f>
              <c:numCache>
                <c:formatCode>m/d/yyyy</c:formatCode>
                <c:ptCount val="143"/>
                <c:pt idx="0">
                  <c:v>44926</c:v>
                </c:pt>
                <c:pt idx="1">
                  <c:v>44895</c:v>
                </c:pt>
                <c:pt idx="2">
                  <c:v>44865</c:v>
                </c:pt>
                <c:pt idx="3">
                  <c:v>44834</c:v>
                </c:pt>
                <c:pt idx="4">
                  <c:v>44804</c:v>
                </c:pt>
                <c:pt idx="5">
                  <c:v>44773</c:v>
                </c:pt>
                <c:pt idx="6">
                  <c:v>44742</c:v>
                </c:pt>
                <c:pt idx="7">
                  <c:v>44712</c:v>
                </c:pt>
                <c:pt idx="8">
                  <c:v>44681</c:v>
                </c:pt>
                <c:pt idx="9">
                  <c:v>44651</c:v>
                </c:pt>
                <c:pt idx="10">
                  <c:v>44620</c:v>
                </c:pt>
                <c:pt idx="11">
                  <c:v>44592</c:v>
                </c:pt>
                <c:pt idx="12">
                  <c:v>44561</c:v>
                </c:pt>
                <c:pt idx="13">
                  <c:v>44530</c:v>
                </c:pt>
                <c:pt idx="14">
                  <c:v>44500</c:v>
                </c:pt>
                <c:pt idx="15">
                  <c:v>44469</c:v>
                </c:pt>
                <c:pt idx="16">
                  <c:v>44439</c:v>
                </c:pt>
                <c:pt idx="17">
                  <c:v>44408</c:v>
                </c:pt>
                <c:pt idx="18">
                  <c:v>44377</c:v>
                </c:pt>
                <c:pt idx="19">
                  <c:v>44347</c:v>
                </c:pt>
                <c:pt idx="20">
                  <c:v>44316</c:v>
                </c:pt>
                <c:pt idx="21">
                  <c:v>44286</c:v>
                </c:pt>
                <c:pt idx="22">
                  <c:v>44255</c:v>
                </c:pt>
                <c:pt idx="23">
                  <c:v>44227</c:v>
                </c:pt>
                <c:pt idx="24">
                  <c:v>44196</c:v>
                </c:pt>
                <c:pt idx="25">
                  <c:v>44165</c:v>
                </c:pt>
                <c:pt idx="26">
                  <c:v>44135</c:v>
                </c:pt>
                <c:pt idx="27">
                  <c:v>44104</c:v>
                </c:pt>
                <c:pt idx="28">
                  <c:v>44074</c:v>
                </c:pt>
                <c:pt idx="29">
                  <c:v>44043</c:v>
                </c:pt>
                <c:pt idx="30">
                  <c:v>44012</c:v>
                </c:pt>
                <c:pt idx="31">
                  <c:v>43982</c:v>
                </c:pt>
                <c:pt idx="32">
                  <c:v>43951</c:v>
                </c:pt>
                <c:pt idx="33">
                  <c:v>43921</c:v>
                </c:pt>
                <c:pt idx="34">
                  <c:v>43890</c:v>
                </c:pt>
                <c:pt idx="35">
                  <c:v>43861</c:v>
                </c:pt>
                <c:pt idx="36">
                  <c:v>43830</c:v>
                </c:pt>
                <c:pt idx="37">
                  <c:v>43799</c:v>
                </c:pt>
                <c:pt idx="38">
                  <c:v>43769</c:v>
                </c:pt>
                <c:pt idx="39">
                  <c:v>43738</c:v>
                </c:pt>
                <c:pt idx="40">
                  <c:v>43708</c:v>
                </c:pt>
                <c:pt idx="41">
                  <c:v>43677</c:v>
                </c:pt>
                <c:pt idx="42">
                  <c:v>43646</c:v>
                </c:pt>
                <c:pt idx="43">
                  <c:v>43616</c:v>
                </c:pt>
                <c:pt idx="44">
                  <c:v>43585</c:v>
                </c:pt>
                <c:pt idx="45">
                  <c:v>43555</c:v>
                </c:pt>
                <c:pt idx="46">
                  <c:v>43524</c:v>
                </c:pt>
                <c:pt idx="47">
                  <c:v>43496</c:v>
                </c:pt>
                <c:pt idx="48">
                  <c:v>43465</c:v>
                </c:pt>
                <c:pt idx="49">
                  <c:v>43434</c:v>
                </c:pt>
                <c:pt idx="50">
                  <c:v>43404</c:v>
                </c:pt>
                <c:pt idx="51">
                  <c:v>43373</c:v>
                </c:pt>
                <c:pt idx="52">
                  <c:v>43343</c:v>
                </c:pt>
                <c:pt idx="53">
                  <c:v>43312</c:v>
                </c:pt>
                <c:pt idx="54">
                  <c:v>43281</c:v>
                </c:pt>
                <c:pt idx="55">
                  <c:v>43251</c:v>
                </c:pt>
                <c:pt idx="56">
                  <c:v>43220</c:v>
                </c:pt>
                <c:pt idx="57">
                  <c:v>43190</c:v>
                </c:pt>
                <c:pt idx="58">
                  <c:v>43159</c:v>
                </c:pt>
                <c:pt idx="59">
                  <c:v>43131</c:v>
                </c:pt>
                <c:pt idx="60">
                  <c:v>43100</c:v>
                </c:pt>
                <c:pt idx="61">
                  <c:v>43069</c:v>
                </c:pt>
                <c:pt idx="62">
                  <c:v>43039</c:v>
                </c:pt>
                <c:pt idx="63">
                  <c:v>43008</c:v>
                </c:pt>
                <c:pt idx="64">
                  <c:v>42978</c:v>
                </c:pt>
                <c:pt idx="65">
                  <c:v>42947</c:v>
                </c:pt>
                <c:pt idx="66">
                  <c:v>42916</c:v>
                </c:pt>
                <c:pt idx="67">
                  <c:v>42886</c:v>
                </c:pt>
                <c:pt idx="68">
                  <c:v>42855</c:v>
                </c:pt>
                <c:pt idx="69">
                  <c:v>42825</c:v>
                </c:pt>
                <c:pt idx="70">
                  <c:v>42794</c:v>
                </c:pt>
                <c:pt idx="71">
                  <c:v>42766</c:v>
                </c:pt>
                <c:pt idx="72">
                  <c:v>42735</c:v>
                </c:pt>
                <c:pt idx="73">
                  <c:v>42704</c:v>
                </c:pt>
                <c:pt idx="74">
                  <c:v>42674</c:v>
                </c:pt>
                <c:pt idx="75">
                  <c:v>42643</c:v>
                </c:pt>
                <c:pt idx="76">
                  <c:v>42613</c:v>
                </c:pt>
                <c:pt idx="77">
                  <c:v>42582</c:v>
                </c:pt>
                <c:pt idx="78">
                  <c:v>42551</c:v>
                </c:pt>
                <c:pt idx="79">
                  <c:v>42521</c:v>
                </c:pt>
                <c:pt idx="80">
                  <c:v>42490</c:v>
                </c:pt>
                <c:pt idx="81">
                  <c:v>42460</c:v>
                </c:pt>
                <c:pt idx="82">
                  <c:v>42429</c:v>
                </c:pt>
                <c:pt idx="83">
                  <c:v>42400</c:v>
                </c:pt>
              </c:numCache>
            </c:numRef>
          </c:cat>
          <c:val>
            <c:numRef>
              <c:f>磷矿石短期数据!$K$2:$K$144</c:f>
              <c:numCache>
                <c:formatCode>General</c:formatCode>
                <c:ptCount val="143"/>
                <c:pt idx="0">
                  <c:v>604.48</c:v>
                </c:pt>
                <c:pt idx="1">
                  <c:v>457.67</c:v>
                </c:pt>
                <c:pt idx="2">
                  <c:v>248.08</c:v>
                </c:pt>
                <c:pt idx="3">
                  <c:v>577.97</c:v>
                </c:pt>
                <c:pt idx="4">
                  <c:v>380.39</c:v>
                </c:pt>
                <c:pt idx="5">
                  <c:v>324.01</c:v>
                </c:pt>
                <c:pt idx="6">
                  <c:v>351.19</c:v>
                </c:pt>
                <c:pt idx="7">
                  <c:v>292.05</c:v>
                </c:pt>
                <c:pt idx="8">
                  <c:v>282.02</c:v>
                </c:pt>
                <c:pt idx="9">
                  <c:v>337.75</c:v>
                </c:pt>
                <c:pt idx="10">
                  <c:v>73.09</c:v>
                </c:pt>
                <c:pt idx="11">
                  <c:v>151.66</c:v>
                </c:pt>
                <c:pt idx="12">
                  <c:v>603.12</c:v>
                </c:pt>
                <c:pt idx="13">
                  <c:v>353.28</c:v>
                </c:pt>
                <c:pt idx="14">
                  <c:v>231.3</c:v>
                </c:pt>
                <c:pt idx="15">
                  <c:v>251.21</c:v>
                </c:pt>
                <c:pt idx="16">
                  <c:v>180.45</c:v>
                </c:pt>
                <c:pt idx="17">
                  <c:v>186.03</c:v>
                </c:pt>
                <c:pt idx="18">
                  <c:v>337.37</c:v>
                </c:pt>
                <c:pt idx="19">
                  <c:v>323.41000000000003</c:v>
                </c:pt>
                <c:pt idx="20">
                  <c:v>222.85</c:v>
                </c:pt>
                <c:pt idx="21">
                  <c:v>250.3</c:v>
                </c:pt>
                <c:pt idx="22">
                  <c:v>73.72</c:v>
                </c:pt>
                <c:pt idx="23">
                  <c:v>44.47</c:v>
                </c:pt>
                <c:pt idx="24">
                  <c:v>279.69</c:v>
                </c:pt>
                <c:pt idx="25">
                  <c:v>125.59</c:v>
                </c:pt>
                <c:pt idx="26">
                  <c:v>77.349999999999994</c:v>
                </c:pt>
                <c:pt idx="27">
                  <c:v>285.3</c:v>
                </c:pt>
                <c:pt idx="28">
                  <c:v>259.46999999999997</c:v>
                </c:pt>
                <c:pt idx="29">
                  <c:v>323.96999999999997</c:v>
                </c:pt>
                <c:pt idx="30">
                  <c:v>374.53000000000003</c:v>
                </c:pt>
                <c:pt idx="31">
                  <c:v>232.93</c:v>
                </c:pt>
                <c:pt idx="32">
                  <c:v>194.55</c:v>
                </c:pt>
                <c:pt idx="33">
                  <c:v>3.12</c:v>
                </c:pt>
                <c:pt idx="34">
                  <c:v>-54.77</c:v>
                </c:pt>
                <c:pt idx="35">
                  <c:v>-134.77000000000001</c:v>
                </c:pt>
                <c:pt idx="36">
                  <c:v>517.98</c:v>
                </c:pt>
                <c:pt idx="37">
                  <c:v>263.33999999999997</c:v>
                </c:pt>
                <c:pt idx="38">
                  <c:v>176.89</c:v>
                </c:pt>
                <c:pt idx="39">
                  <c:v>296.20999999999998</c:v>
                </c:pt>
                <c:pt idx="40">
                  <c:v>318.14</c:v>
                </c:pt>
                <c:pt idx="41" formatCode="0.00_ ">
                  <c:v>341.05</c:v>
                </c:pt>
                <c:pt idx="42" formatCode="0.00_ ">
                  <c:v>368.40999999999997</c:v>
                </c:pt>
                <c:pt idx="43" formatCode="0.00_ ">
                  <c:v>364.06</c:v>
                </c:pt>
                <c:pt idx="44" formatCode="0.00_ ">
                  <c:v>295.68</c:v>
                </c:pt>
                <c:pt idx="45" formatCode="0.00_ ">
                  <c:v>298.01</c:v>
                </c:pt>
                <c:pt idx="46" formatCode="0.00_ ">
                  <c:v>-52.55</c:v>
                </c:pt>
                <c:pt idx="47" formatCode="0.00_ ">
                  <c:v>414.58000000000004</c:v>
                </c:pt>
                <c:pt idx="48" formatCode="0.00_ ">
                  <c:v>389.54</c:v>
                </c:pt>
                <c:pt idx="49" formatCode="0.00_ ">
                  <c:v>295.77</c:v>
                </c:pt>
                <c:pt idx="50" formatCode="0.00_ ">
                  <c:v>236.78000000000003</c:v>
                </c:pt>
                <c:pt idx="51" formatCode="0.00_ ">
                  <c:v>340.5</c:v>
                </c:pt>
                <c:pt idx="52" formatCode="0.00_ ">
                  <c:v>368</c:v>
                </c:pt>
                <c:pt idx="53" formatCode="0.00_ ">
                  <c:v>425.51000000000005</c:v>
                </c:pt>
                <c:pt idx="54" formatCode="0.00_ ">
                  <c:v>480</c:v>
                </c:pt>
                <c:pt idx="55" formatCode="0.00_ ">
                  <c:v>450</c:v>
                </c:pt>
                <c:pt idx="56" formatCode="0.00_ ">
                  <c:v>490</c:v>
                </c:pt>
                <c:pt idx="57" formatCode="0.00_ ">
                  <c:v>777.59813999999994</c:v>
                </c:pt>
                <c:pt idx="58" formatCode="0.00_ ">
                  <c:v>627.74664000000007</c:v>
                </c:pt>
                <c:pt idx="59" formatCode="0.00_ ">
                  <c:v>595.10469999999998</c:v>
                </c:pt>
                <c:pt idx="60" formatCode="0.00_ ">
                  <c:v>498.74086</c:v>
                </c:pt>
                <c:pt idx="61" formatCode="0.00_ ">
                  <c:v>201.49250000000001</c:v>
                </c:pt>
                <c:pt idx="62" formatCode="0.00_ ">
                  <c:v>235.32417000000001</c:v>
                </c:pt>
                <c:pt idx="63" formatCode="0.00_ ">
                  <c:v>584.25</c:v>
                </c:pt>
                <c:pt idx="64" formatCode="0.00_ ">
                  <c:v>590.65</c:v>
                </c:pt>
                <c:pt idx="65" formatCode="0.00_ ">
                  <c:v>593.14200000000005</c:v>
                </c:pt>
                <c:pt idx="66" formatCode="0.00_ ">
                  <c:v>748.42908</c:v>
                </c:pt>
                <c:pt idx="67" formatCode="0.00_ ">
                  <c:v>700.79387999999994</c:v>
                </c:pt>
                <c:pt idx="68" formatCode="0.00_ ">
                  <c:v>563.67102</c:v>
                </c:pt>
                <c:pt idx="69" formatCode="0.00_ ">
                  <c:v>571.59709999999995</c:v>
                </c:pt>
                <c:pt idx="70" formatCode="0.00_ ">
                  <c:v>684.68900000000008</c:v>
                </c:pt>
                <c:pt idx="71" formatCode="0.00_ ">
                  <c:v>1177</c:v>
                </c:pt>
                <c:pt idx="72" formatCode="0.00_ ">
                  <c:v>794.4</c:v>
                </c:pt>
                <c:pt idx="73" formatCode="0.00_ ">
                  <c:v>670.11919999999998</c:v>
                </c:pt>
                <c:pt idx="74" formatCode="0.00_ ">
                  <c:v>600</c:v>
                </c:pt>
                <c:pt idx="75" formatCode="0.00_ ">
                  <c:v>641</c:v>
                </c:pt>
                <c:pt idx="76" formatCode="0.00_ ">
                  <c:v>953</c:v>
                </c:pt>
                <c:pt idx="77" formatCode="0.00_ ">
                  <c:v>1120.52</c:v>
                </c:pt>
                <c:pt idx="78" formatCode="0.00_ ">
                  <c:v>1001.5600000000001</c:v>
                </c:pt>
                <c:pt idx="79" formatCode="0.00_ ">
                  <c:v>908.90975999999989</c:v>
                </c:pt>
                <c:pt idx="80" formatCode="0.00_ ">
                  <c:v>889.47095999999999</c:v>
                </c:pt>
                <c:pt idx="81" formatCode="0.00_ ">
                  <c:v>1003.6904000000001</c:v>
                </c:pt>
                <c:pt idx="82" formatCode="0.00_ ">
                  <c:v>702.4</c:v>
                </c:pt>
                <c:pt idx="83" formatCode="0.00_ ">
                  <c:v>1000</c:v>
                </c:pt>
              </c:numCache>
            </c:numRef>
          </c:val>
          <c:smooth val="1"/>
          <c:extLst xmlns:c16r2="http://schemas.microsoft.com/office/drawing/2015/06/chart">
            <c:ext xmlns:c16="http://schemas.microsoft.com/office/drawing/2014/chart" uri="{C3380CC4-5D6E-409C-BE32-E72D297353CC}">
              <c16:uniqueId val="{00000000-62D8-413C-8013-3616DAE5CF37}"/>
            </c:ext>
          </c:extLst>
        </c:ser>
        <c:dLbls>
          <c:showLegendKey val="0"/>
          <c:showVal val="0"/>
          <c:showCatName val="0"/>
          <c:showSerName val="0"/>
          <c:showPercent val="0"/>
          <c:showBubbleSize val="0"/>
        </c:dLbls>
        <c:marker val="1"/>
        <c:smooth val="0"/>
        <c:axId val="860895568"/>
        <c:axId val="860881424"/>
      </c:lineChart>
      <c:dateAx>
        <c:axId val="860895568"/>
        <c:scaling>
          <c:orientation val="minMax"/>
          <c:min val="43070"/>
        </c:scaling>
        <c:delete val="0"/>
        <c:axPos val="b"/>
        <c:numFmt formatCode="yy/mm" sourceLinked="0"/>
        <c:majorTickMark val="in"/>
        <c:minorTickMark val="none"/>
        <c:tickLblPos val="nextTo"/>
        <c:spPr>
          <a:ln w="6350">
            <a:solidFill>
              <a:srgbClr val="000000"/>
            </a:solidFill>
          </a:ln>
        </c:spPr>
        <c:txPr>
          <a:bodyPr rot="0" vert="horz"/>
          <a:lstStyle/>
          <a:p>
            <a:pPr>
              <a:defRPr sz="700">
                <a:solidFill>
                  <a:srgbClr val="000000"/>
                </a:solidFill>
                <a:latin typeface="Arial"/>
                <a:ea typeface="Arial"/>
                <a:cs typeface="Arial"/>
              </a:defRPr>
            </a:pPr>
            <a:endParaRPr lang="zh-CN"/>
          </a:p>
        </c:txPr>
        <c:crossAx val="860881424"/>
        <c:crosses val="autoZero"/>
        <c:auto val="1"/>
        <c:lblOffset val="100"/>
        <c:baseTimeUnit val="months"/>
      </c:dateAx>
      <c:valAx>
        <c:axId val="860881424"/>
        <c:scaling>
          <c:orientation val="minMax"/>
        </c:scaling>
        <c:delete val="0"/>
        <c:axPos val="l"/>
        <c:numFmt formatCode="#,##0_);[Red]\(#,##0\)" sourceLinked="0"/>
        <c:majorTickMark val="in"/>
        <c:minorTickMark val="none"/>
        <c:tickLblPos val="nextTo"/>
        <c:spPr>
          <a:ln w="6350">
            <a:solidFill>
              <a:srgbClr val="000000"/>
            </a:solidFill>
          </a:ln>
        </c:spPr>
        <c:txPr>
          <a:bodyPr/>
          <a:lstStyle/>
          <a:p>
            <a:pPr>
              <a:defRPr sz="700">
                <a:solidFill>
                  <a:srgbClr val="000000"/>
                </a:solidFill>
                <a:latin typeface="Arial"/>
                <a:ea typeface="Arial"/>
                <a:cs typeface="Arial"/>
              </a:defRPr>
            </a:pPr>
            <a:endParaRPr lang="zh-CN"/>
          </a:p>
        </c:txPr>
        <c:crossAx val="860895568"/>
        <c:crosses val="autoZero"/>
        <c:crossBetween val="between"/>
      </c:valAx>
      <c:spPr>
        <a:noFill/>
        <a:ln w="25400">
          <a:noFill/>
        </a:ln>
      </c:spPr>
    </c:plotArea>
    <c:legend>
      <c:legendPos val="t"/>
      <c:layout>
        <c:manualLayout>
          <c:xMode val="edge"/>
          <c:yMode val="edge"/>
          <c:x val="0.27771847070506456"/>
          <c:y val="0"/>
          <c:w val="0.44456305858987089"/>
          <c:h val="0.10492743343518114"/>
        </c:manualLayout>
      </c:layout>
      <c:overlay val="0"/>
      <c:spPr>
        <a:noFill/>
        <a:ln w="25400">
          <a:noFill/>
        </a:ln>
        <a:effectLst/>
      </c:spPr>
      <c:txPr>
        <a:bodyPr/>
        <a:lstStyle/>
        <a:p>
          <a:pPr>
            <a:defRPr sz="700">
              <a:solidFill>
                <a:srgbClr val="000000"/>
              </a:solidFill>
              <a:latin typeface="微软雅黑"/>
              <a:ea typeface="微软雅黑"/>
              <a:cs typeface="微软雅黑"/>
            </a:defRPr>
          </a:pPr>
          <a:endParaRPr lang="zh-CN"/>
        </a:p>
      </c:txPr>
    </c:legend>
    <c:plotVisOnly val="1"/>
    <c:dispBlanksAs val="gap"/>
    <c:showDLblsOverMax val="0"/>
  </c:chart>
  <c:spPr>
    <a:noFill/>
    <a:ln w="25400">
      <a:noFill/>
    </a:ln>
  </c:spPr>
  <c:txPr>
    <a:bodyPr/>
    <a:lstStyle/>
    <a:p>
      <a:pPr>
        <a:defRPr sz="900">
          <a:latin typeface="微软雅黑" panose="020B0503020204020204" pitchFamily="34" charset="-122"/>
          <a:ea typeface="微软雅黑" panose="020B0503020204020204" pitchFamily="34" charset="-122"/>
          <a:cs typeface="华文细黑"/>
        </a:defRPr>
      </a:pPr>
      <a:endParaRPr lang="zh-CN"/>
    </a:p>
  </c:txPr>
  <c:externalData r:id="rId2">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3100186800974201E-2"/>
          <c:y val="9.58928797001979E-2"/>
          <c:w val="0.857383367619588"/>
          <c:h val="0.80754108944937997"/>
        </c:manualLayout>
      </c:layout>
      <c:barChart>
        <c:barDir val="col"/>
        <c:grouping val="clustered"/>
        <c:varyColors val="0"/>
        <c:ser>
          <c:idx val="1"/>
          <c:order val="0"/>
          <c:tx>
            <c:strRef>
              <c:f>'磷肥供求数据 '!$M$112</c:f>
              <c:strCache>
                <c:ptCount val="1"/>
                <c:pt idx="0">
                  <c:v>产量（万吨）</c:v>
                </c:pt>
              </c:strCache>
            </c:strRef>
          </c:tx>
          <c:spPr>
            <a:solidFill>
              <a:srgbClr val="E10000"/>
            </a:solidFill>
            <a:ln w="6350">
              <a:solidFill>
                <a:srgbClr val="FFFFFF"/>
              </a:solidFill>
              <a:prstDash val="solid"/>
            </a:ln>
            <a:effectLst/>
          </c:spPr>
          <c:invertIfNegative val="0"/>
          <c:cat>
            <c:numRef>
              <c:f>'磷肥供求数据 '!$K$113:$K$125</c:f>
              <c:numCache>
                <c:formatCode>General</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2022</c:v>
                </c:pt>
              </c:numCache>
            </c:numRef>
          </c:cat>
          <c:val>
            <c:numRef>
              <c:f>'磷肥供求数据 '!$M$113:$M$125</c:f>
              <c:numCache>
                <c:formatCode>0_ </c:formatCode>
                <c:ptCount val="13"/>
                <c:pt idx="0">
                  <c:v>8122.3</c:v>
                </c:pt>
                <c:pt idx="1">
                  <c:v>9529.6</c:v>
                </c:pt>
                <c:pt idx="2">
                  <c:v>10851.138300000001</c:v>
                </c:pt>
                <c:pt idx="3">
                  <c:v>12043.8</c:v>
                </c:pt>
                <c:pt idx="4">
                  <c:v>14203.7</c:v>
                </c:pt>
                <c:pt idx="5">
                  <c:v>14439.8</c:v>
                </c:pt>
                <c:pt idx="6">
                  <c:v>12313.2377</c:v>
                </c:pt>
                <c:pt idx="7">
                  <c:v>9632.6</c:v>
                </c:pt>
                <c:pt idx="8">
                  <c:v>9332.4</c:v>
                </c:pt>
                <c:pt idx="9">
                  <c:v>8893.2999999999993</c:v>
                </c:pt>
                <c:pt idx="10">
                  <c:v>10289.9</c:v>
                </c:pt>
                <c:pt idx="11">
                  <c:v>10474.5</c:v>
                </c:pt>
                <c:pt idx="12">
                  <c:v>10530.9</c:v>
                </c:pt>
              </c:numCache>
            </c:numRef>
          </c:val>
          <c:extLst xmlns:c16r2="http://schemas.microsoft.com/office/drawing/2015/06/chart">
            <c:ext xmlns:c16="http://schemas.microsoft.com/office/drawing/2014/chart" uri="{C3380CC4-5D6E-409C-BE32-E72D297353CC}">
              <c16:uniqueId val="{00000000-FFE5-4E50-9C6D-C3A104E17BD9}"/>
            </c:ext>
          </c:extLst>
        </c:ser>
        <c:dLbls>
          <c:showLegendKey val="0"/>
          <c:showVal val="0"/>
          <c:showCatName val="0"/>
          <c:showSerName val="0"/>
          <c:showPercent val="0"/>
          <c:showBubbleSize val="0"/>
        </c:dLbls>
        <c:gapWidth val="219"/>
        <c:overlap val="-27"/>
        <c:axId val="860881968"/>
        <c:axId val="860885776"/>
      </c:barChart>
      <c:lineChart>
        <c:grouping val="standard"/>
        <c:varyColors val="0"/>
        <c:ser>
          <c:idx val="2"/>
          <c:order val="1"/>
          <c:tx>
            <c:strRef>
              <c:f>'磷肥供求数据 '!$N$112</c:f>
              <c:strCache>
                <c:ptCount val="1"/>
                <c:pt idx="0">
                  <c:v>产量增速（右）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'磷肥供求数据 '!$K$113:$K$125</c:f>
              <c:numCache>
                <c:formatCode>General</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2022</c:v>
                </c:pt>
              </c:numCache>
            </c:numRef>
          </c:cat>
          <c:val>
            <c:numRef>
              <c:f>'磷肥供求数据 '!$N$113:$N$125</c:f>
              <c:numCache>
                <c:formatCode>0.0%</c:formatCode>
                <c:ptCount val="13"/>
                <c:pt idx="1">
                  <c:v>0.1732637307166689</c:v>
                </c:pt>
                <c:pt idx="2">
                  <c:v>0.13867720575889853</c:v>
                </c:pt>
                <c:pt idx="3">
                  <c:v>0.1099112062740919</c:v>
                </c:pt>
                <c:pt idx="4">
                  <c:v>0.17933708630166567</c:v>
                </c:pt>
                <c:pt idx="5">
                  <c:v>1.6622429366995872E-2</c:v>
                </c:pt>
                <c:pt idx="6">
                  <c:v>-0.14727089710383801</c:v>
                </c:pt>
                <c:pt idx="7">
                  <c:v>-0.21770372385485581</c:v>
                </c:pt>
                <c:pt idx="8">
                  <c:v>-3.1165002180096879E-2</c:v>
                </c:pt>
                <c:pt idx="9">
                  <c:v>-4.7051133684797075E-2</c:v>
                </c:pt>
                <c:pt idx="10">
                  <c:v>0.15703956911382733</c:v>
                </c:pt>
                <c:pt idx="11">
                  <c:v>1.7939921670764525E-2</c:v>
                </c:pt>
                <c:pt idx="12">
                  <c:v>5.3845052269798632E-3</c:v>
                </c:pt>
              </c:numCache>
            </c:numRef>
          </c:val>
          <c:smooth val="1"/>
          <c:extLst xmlns:c16r2="http://schemas.microsoft.com/office/drawing/2015/06/chart">
            <c:ext xmlns:c16="http://schemas.microsoft.com/office/drawing/2014/chart" uri="{C3380CC4-5D6E-409C-BE32-E72D297353CC}">
              <c16:uniqueId val="{00000001-FFE5-4E50-9C6D-C3A104E17BD9}"/>
            </c:ext>
          </c:extLst>
        </c:ser>
        <c:dLbls>
          <c:showLegendKey val="0"/>
          <c:showVal val="0"/>
          <c:showCatName val="0"/>
          <c:showSerName val="0"/>
          <c:showPercent val="0"/>
          <c:showBubbleSize val="0"/>
        </c:dLbls>
        <c:marker val="1"/>
        <c:smooth val="0"/>
        <c:axId val="860885232"/>
        <c:axId val="860882512"/>
      </c:lineChart>
      <c:catAx>
        <c:axId val="860881968"/>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zh-CN" sz="800" b="0" i="0" u="none" strike="noStrike" kern="1200" baseline="0">
                <a:solidFill>
                  <a:srgbClr val="000000"/>
                </a:solidFill>
                <a:latin typeface="Arial"/>
                <a:ea typeface="Arial"/>
                <a:cs typeface="Arial"/>
              </a:defRPr>
            </a:pPr>
            <a:endParaRPr lang="zh-CN"/>
          </a:p>
        </c:txPr>
        <c:crossAx val="860885776"/>
        <c:crosses val="autoZero"/>
        <c:auto val="1"/>
        <c:lblAlgn val="ctr"/>
        <c:lblOffset val="100"/>
        <c:noMultiLvlLbl val="1"/>
      </c:catAx>
      <c:valAx>
        <c:axId val="860885776"/>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rgbClr val="000000"/>
                </a:solidFill>
                <a:latin typeface="Arial"/>
                <a:ea typeface="Arial"/>
                <a:cs typeface="Arial"/>
              </a:defRPr>
            </a:pPr>
            <a:endParaRPr lang="zh-CN"/>
          </a:p>
        </c:txPr>
        <c:crossAx val="860881968"/>
        <c:crosses val="autoZero"/>
        <c:crossBetween val="between"/>
      </c:valAx>
      <c:catAx>
        <c:axId val="860885232"/>
        <c:scaling>
          <c:orientation val="minMax"/>
        </c:scaling>
        <c:delete val="1"/>
        <c:axPos val="b"/>
        <c:numFmt formatCode="General" sourceLinked="1"/>
        <c:majorTickMark val="in"/>
        <c:minorTickMark val="none"/>
        <c:tickLblPos val="nextTo"/>
        <c:crossAx val="860882512"/>
        <c:crosses val="autoZero"/>
        <c:auto val="1"/>
        <c:lblAlgn val="ctr"/>
        <c:lblOffset val="100"/>
        <c:noMultiLvlLbl val="1"/>
      </c:catAx>
      <c:valAx>
        <c:axId val="860882512"/>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rgbClr val="000000"/>
                </a:solidFill>
                <a:latin typeface="Arial"/>
                <a:ea typeface="Arial"/>
                <a:cs typeface="Arial"/>
              </a:defRPr>
            </a:pPr>
            <a:endParaRPr lang="zh-CN"/>
          </a:p>
        </c:txPr>
        <c:crossAx val="860885232"/>
        <c:crosses val="max"/>
        <c:crossBetween val="between"/>
      </c:valAx>
      <c:spPr>
        <a:noFill/>
        <a:ln w="25400">
          <a:noFill/>
        </a:ln>
        <a:effectLst/>
      </c:spPr>
    </c:plotArea>
    <c:legend>
      <c:legendPos val="b"/>
      <c:layout>
        <c:manualLayout>
          <c:xMode val="edge"/>
          <c:yMode val="edge"/>
          <c:x val="7.5575417937622694E-2"/>
          <c:y val="5.7113983746683696E-3"/>
          <c:w val="0.92442458206237699"/>
          <c:h val="0.10305948372614999"/>
        </c:manualLayout>
      </c:layout>
      <c:overlay val="0"/>
      <c:spPr>
        <a:noFill/>
        <a:ln w="25400">
          <a:noFill/>
        </a:ln>
        <a:effectLst/>
      </c:spPr>
      <c:txPr>
        <a:bodyPr rot="0" spcFirstLastPara="1" vertOverflow="ellipsis" vert="horz" wrap="square" anchor="ctr" anchorCtr="1"/>
        <a:lstStyle/>
        <a:p>
          <a:pPr>
            <a:defRPr lang="zh-CN" sz="800" b="0" i="0" u="none" strike="noStrike" kern="1200" baseline="0">
              <a:solidFill>
                <a:srgbClr val="000000"/>
              </a:solidFill>
              <a:latin typeface="微软雅黑" panose="020B0503020204020204" charset="-122"/>
              <a:ea typeface="微软雅黑" panose="020B0503020204020204" pitchFamily="34" charset="-122"/>
              <a:cs typeface="Arial" panose="020B0604020202020204" pitchFamily="7" charset="0"/>
            </a:defRPr>
          </a:pPr>
          <a:endParaRPr lang="zh-CN"/>
        </a:p>
      </c:txPr>
    </c:legend>
    <c:plotVisOnly val="1"/>
    <c:dispBlanksAs val="gap"/>
    <c:showDLblsOverMax val="0"/>
  </c:chart>
  <c:spPr>
    <a:noFill/>
    <a:ln w="25400" cap="flat" cmpd="sng" algn="ctr">
      <a:noFill/>
      <a:round/>
    </a:ln>
    <a:effectLst/>
  </c:spPr>
  <c:txPr>
    <a:bodyPr/>
    <a:lstStyle/>
    <a:p>
      <a:pPr>
        <a:defRPr lang="zh-CN" sz="80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externalData r:id="rId4">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磷肥价格及价差!$W$1</c:f>
              <c:strCache>
                <c:ptCount val="1"/>
                <c:pt idx="0">
                  <c:v>磷矿石（摩洛哥-印度CFR（70-72BPL），美元/吨）</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磷肥价格及价差!$V$3715:$V$6333</c:f>
              <c:numCache>
                <c:formatCode>m/d/yyyy</c:formatCode>
                <c:ptCount val="2619"/>
                <c:pt idx="0">
                  <c:v>42736</c:v>
                </c:pt>
                <c:pt idx="1">
                  <c:v>42737</c:v>
                </c:pt>
                <c:pt idx="2">
                  <c:v>42738</c:v>
                </c:pt>
                <c:pt idx="3">
                  <c:v>42739</c:v>
                </c:pt>
                <c:pt idx="4">
                  <c:v>42740</c:v>
                </c:pt>
                <c:pt idx="5">
                  <c:v>42741</c:v>
                </c:pt>
                <c:pt idx="6">
                  <c:v>42742</c:v>
                </c:pt>
                <c:pt idx="7">
                  <c:v>42743</c:v>
                </c:pt>
                <c:pt idx="8">
                  <c:v>42744</c:v>
                </c:pt>
                <c:pt idx="9">
                  <c:v>42745</c:v>
                </c:pt>
                <c:pt idx="10">
                  <c:v>42746</c:v>
                </c:pt>
                <c:pt idx="11">
                  <c:v>42747</c:v>
                </c:pt>
                <c:pt idx="12">
                  <c:v>42748</c:v>
                </c:pt>
                <c:pt idx="13">
                  <c:v>42749</c:v>
                </c:pt>
                <c:pt idx="14">
                  <c:v>42750</c:v>
                </c:pt>
                <c:pt idx="15">
                  <c:v>42751</c:v>
                </c:pt>
                <c:pt idx="16">
                  <c:v>42752</c:v>
                </c:pt>
                <c:pt idx="17">
                  <c:v>42753</c:v>
                </c:pt>
                <c:pt idx="18">
                  <c:v>42754</c:v>
                </c:pt>
                <c:pt idx="19">
                  <c:v>42755</c:v>
                </c:pt>
                <c:pt idx="20">
                  <c:v>42756</c:v>
                </c:pt>
                <c:pt idx="21">
                  <c:v>42757</c:v>
                </c:pt>
                <c:pt idx="22">
                  <c:v>42758</c:v>
                </c:pt>
                <c:pt idx="23">
                  <c:v>42759</c:v>
                </c:pt>
                <c:pt idx="24">
                  <c:v>42760</c:v>
                </c:pt>
                <c:pt idx="25">
                  <c:v>42761</c:v>
                </c:pt>
                <c:pt idx="26">
                  <c:v>42762</c:v>
                </c:pt>
                <c:pt idx="27">
                  <c:v>42763</c:v>
                </c:pt>
                <c:pt idx="28">
                  <c:v>42764</c:v>
                </c:pt>
                <c:pt idx="29">
                  <c:v>42765</c:v>
                </c:pt>
                <c:pt idx="30">
                  <c:v>42766</c:v>
                </c:pt>
                <c:pt idx="31">
                  <c:v>42767</c:v>
                </c:pt>
                <c:pt idx="32">
                  <c:v>42768</c:v>
                </c:pt>
                <c:pt idx="33">
                  <c:v>42769</c:v>
                </c:pt>
                <c:pt idx="34">
                  <c:v>42770</c:v>
                </c:pt>
                <c:pt idx="35">
                  <c:v>42771</c:v>
                </c:pt>
                <c:pt idx="36">
                  <c:v>42772</c:v>
                </c:pt>
                <c:pt idx="37">
                  <c:v>42773</c:v>
                </c:pt>
                <c:pt idx="38">
                  <c:v>42774</c:v>
                </c:pt>
                <c:pt idx="39">
                  <c:v>42775</c:v>
                </c:pt>
                <c:pt idx="40">
                  <c:v>42776</c:v>
                </c:pt>
                <c:pt idx="41">
                  <c:v>42777</c:v>
                </c:pt>
                <c:pt idx="42">
                  <c:v>42778</c:v>
                </c:pt>
                <c:pt idx="43">
                  <c:v>42779</c:v>
                </c:pt>
                <c:pt idx="44">
                  <c:v>42780</c:v>
                </c:pt>
                <c:pt idx="45">
                  <c:v>42781</c:v>
                </c:pt>
                <c:pt idx="46">
                  <c:v>42782</c:v>
                </c:pt>
                <c:pt idx="47">
                  <c:v>42783</c:v>
                </c:pt>
                <c:pt idx="48">
                  <c:v>42784</c:v>
                </c:pt>
                <c:pt idx="49">
                  <c:v>42785</c:v>
                </c:pt>
                <c:pt idx="50">
                  <c:v>42786</c:v>
                </c:pt>
                <c:pt idx="51">
                  <c:v>42787</c:v>
                </c:pt>
                <c:pt idx="52">
                  <c:v>42788</c:v>
                </c:pt>
                <c:pt idx="53">
                  <c:v>42789</c:v>
                </c:pt>
                <c:pt idx="54">
                  <c:v>42790</c:v>
                </c:pt>
                <c:pt idx="55">
                  <c:v>42791</c:v>
                </c:pt>
                <c:pt idx="56">
                  <c:v>42792</c:v>
                </c:pt>
                <c:pt idx="57">
                  <c:v>42793</c:v>
                </c:pt>
                <c:pt idx="58">
                  <c:v>42794</c:v>
                </c:pt>
                <c:pt idx="59">
                  <c:v>42795</c:v>
                </c:pt>
                <c:pt idx="60">
                  <c:v>42796</c:v>
                </c:pt>
                <c:pt idx="61">
                  <c:v>42797</c:v>
                </c:pt>
                <c:pt idx="62">
                  <c:v>42798</c:v>
                </c:pt>
                <c:pt idx="63">
                  <c:v>42799</c:v>
                </c:pt>
                <c:pt idx="64">
                  <c:v>42800</c:v>
                </c:pt>
                <c:pt idx="65">
                  <c:v>42801</c:v>
                </c:pt>
                <c:pt idx="66">
                  <c:v>42802</c:v>
                </c:pt>
                <c:pt idx="67">
                  <c:v>42803</c:v>
                </c:pt>
                <c:pt idx="68">
                  <c:v>42804</c:v>
                </c:pt>
                <c:pt idx="69">
                  <c:v>42805</c:v>
                </c:pt>
                <c:pt idx="70">
                  <c:v>42806</c:v>
                </c:pt>
                <c:pt idx="71">
                  <c:v>42807</c:v>
                </c:pt>
                <c:pt idx="72">
                  <c:v>42808</c:v>
                </c:pt>
                <c:pt idx="73">
                  <c:v>42809</c:v>
                </c:pt>
                <c:pt idx="74">
                  <c:v>42810</c:v>
                </c:pt>
                <c:pt idx="75">
                  <c:v>42811</c:v>
                </c:pt>
                <c:pt idx="76">
                  <c:v>42812</c:v>
                </c:pt>
                <c:pt idx="77">
                  <c:v>42813</c:v>
                </c:pt>
                <c:pt idx="78">
                  <c:v>42814</c:v>
                </c:pt>
                <c:pt idx="79">
                  <c:v>42815</c:v>
                </c:pt>
                <c:pt idx="80">
                  <c:v>42816</c:v>
                </c:pt>
                <c:pt idx="81">
                  <c:v>42817</c:v>
                </c:pt>
                <c:pt idx="82">
                  <c:v>42818</c:v>
                </c:pt>
                <c:pt idx="83">
                  <c:v>42819</c:v>
                </c:pt>
                <c:pt idx="84">
                  <c:v>42820</c:v>
                </c:pt>
                <c:pt idx="85">
                  <c:v>42821</c:v>
                </c:pt>
                <c:pt idx="86">
                  <c:v>42822</c:v>
                </c:pt>
                <c:pt idx="87">
                  <c:v>42823</c:v>
                </c:pt>
                <c:pt idx="88">
                  <c:v>42824</c:v>
                </c:pt>
                <c:pt idx="89">
                  <c:v>42825</c:v>
                </c:pt>
                <c:pt idx="90">
                  <c:v>42826</c:v>
                </c:pt>
                <c:pt idx="91">
                  <c:v>42827</c:v>
                </c:pt>
                <c:pt idx="92">
                  <c:v>42828</c:v>
                </c:pt>
                <c:pt idx="93">
                  <c:v>42829</c:v>
                </c:pt>
                <c:pt idx="94">
                  <c:v>42830</c:v>
                </c:pt>
                <c:pt idx="95">
                  <c:v>42831</c:v>
                </c:pt>
                <c:pt idx="96">
                  <c:v>42832</c:v>
                </c:pt>
                <c:pt idx="97">
                  <c:v>42833</c:v>
                </c:pt>
                <c:pt idx="98">
                  <c:v>42834</c:v>
                </c:pt>
                <c:pt idx="99">
                  <c:v>42835</c:v>
                </c:pt>
                <c:pt idx="100">
                  <c:v>42836</c:v>
                </c:pt>
                <c:pt idx="101">
                  <c:v>42837</c:v>
                </c:pt>
                <c:pt idx="102">
                  <c:v>42838</c:v>
                </c:pt>
                <c:pt idx="103">
                  <c:v>42839</c:v>
                </c:pt>
                <c:pt idx="104">
                  <c:v>42840</c:v>
                </c:pt>
                <c:pt idx="105">
                  <c:v>42841</c:v>
                </c:pt>
                <c:pt idx="106">
                  <c:v>42842</c:v>
                </c:pt>
                <c:pt idx="107">
                  <c:v>42843</c:v>
                </c:pt>
                <c:pt idx="108">
                  <c:v>42844</c:v>
                </c:pt>
                <c:pt idx="109">
                  <c:v>42845</c:v>
                </c:pt>
                <c:pt idx="110">
                  <c:v>42846</c:v>
                </c:pt>
                <c:pt idx="111">
                  <c:v>42847</c:v>
                </c:pt>
                <c:pt idx="112">
                  <c:v>42848</c:v>
                </c:pt>
                <c:pt idx="113">
                  <c:v>42849</c:v>
                </c:pt>
                <c:pt idx="114">
                  <c:v>42850</c:v>
                </c:pt>
                <c:pt idx="115">
                  <c:v>42851</c:v>
                </c:pt>
                <c:pt idx="116">
                  <c:v>42852</c:v>
                </c:pt>
                <c:pt idx="117">
                  <c:v>42853</c:v>
                </c:pt>
                <c:pt idx="118">
                  <c:v>42854</c:v>
                </c:pt>
                <c:pt idx="119">
                  <c:v>42855</c:v>
                </c:pt>
                <c:pt idx="120">
                  <c:v>42856</c:v>
                </c:pt>
                <c:pt idx="121">
                  <c:v>42857</c:v>
                </c:pt>
                <c:pt idx="122">
                  <c:v>42858</c:v>
                </c:pt>
                <c:pt idx="123">
                  <c:v>42859</c:v>
                </c:pt>
                <c:pt idx="124">
                  <c:v>42860</c:v>
                </c:pt>
                <c:pt idx="125">
                  <c:v>42861</c:v>
                </c:pt>
                <c:pt idx="126">
                  <c:v>42862</c:v>
                </c:pt>
                <c:pt idx="127">
                  <c:v>42863</c:v>
                </c:pt>
                <c:pt idx="128">
                  <c:v>42864</c:v>
                </c:pt>
                <c:pt idx="129">
                  <c:v>42865</c:v>
                </c:pt>
                <c:pt idx="130">
                  <c:v>42866</c:v>
                </c:pt>
                <c:pt idx="131">
                  <c:v>42867</c:v>
                </c:pt>
                <c:pt idx="132">
                  <c:v>42868</c:v>
                </c:pt>
                <c:pt idx="133">
                  <c:v>42869</c:v>
                </c:pt>
                <c:pt idx="134">
                  <c:v>42870</c:v>
                </c:pt>
                <c:pt idx="135">
                  <c:v>42871</c:v>
                </c:pt>
                <c:pt idx="136">
                  <c:v>42872</c:v>
                </c:pt>
                <c:pt idx="137">
                  <c:v>42873</c:v>
                </c:pt>
                <c:pt idx="138">
                  <c:v>42874</c:v>
                </c:pt>
                <c:pt idx="139">
                  <c:v>42875</c:v>
                </c:pt>
                <c:pt idx="140">
                  <c:v>42876</c:v>
                </c:pt>
                <c:pt idx="141">
                  <c:v>42877</c:v>
                </c:pt>
                <c:pt idx="142">
                  <c:v>42878</c:v>
                </c:pt>
                <c:pt idx="143">
                  <c:v>42879</c:v>
                </c:pt>
                <c:pt idx="144">
                  <c:v>42880</c:v>
                </c:pt>
                <c:pt idx="145">
                  <c:v>42881</c:v>
                </c:pt>
                <c:pt idx="146">
                  <c:v>42882</c:v>
                </c:pt>
                <c:pt idx="147">
                  <c:v>42883</c:v>
                </c:pt>
                <c:pt idx="148">
                  <c:v>42884</c:v>
                </c:pt>
                <c:pt idx="149">
                  <c:v>42885</c:v>
                </c:pt>
                <c:pt idx="150">
                  <c:v>42886</c:v>
                </c:pt>
                <c:pt idx="151">
                  <c:v>42887</c:v>
                </c:pt>
                <c:pt idx="152">
                  <c:v>42888</c:v>
                </c:pt>
                <c:pt idx="153">
                  <c:v>42889</c:v>
                </c:pt>
                <c:pt idx="154">
                  <c:v>42890</c:v>
                </c:pt>
                <c:pt idx="155">
                  <c:v>42891</c:v>
                </c:pt>
                <c:pt idx="156">
                  <c:v>42892</c:v>
                </c:pt>
                <c:pt idx="157">
                  <c:v>42893</c:v>
                </c:pt>
                <c:pt idx="158">
                  <c:v>42894</c:v>
                </c:pt>
                <c:pt idx="159">
                  <c:v>42895</c:v>
                </c:pt>
                <c:pt idx="160">
                  <c:v>42896</c:v>
                </c:pt>
                <c:pt idx="161">
                  <c:v>42897</c:v>
                </c:pt>
                <c:pt idx="162">
                  <c:v>42898</c:v>
                </c:pt>
                <c:pt idx="163">
                  <c:v>42899</c:v>
                </c:pt>
                <c:pt idx="164">
                  <c:v>42900</c:v>
                </c:pt>
                <c:pt idx="165">
                  <c:v>42901</c:v>
                </c:pt>
                <c:pt idx="166">
                  <c:v>42902</c:v>
                </c:pt>
                <c:pt idx="167">
                  <c:v>42903</c:v>
                </c:pt>
                <c:pt idx="168">
                  <c:v>42904</c:v>
                </c:pt>
                <c:pt idx="169">
                  <c:v>42905</c:v>
                </c:pt>
                <c:pt idx="170">
                  <c:v>42906</c:v>
                </c:pt>
                <c:pt idx="171">
                  <c:v>42907</c:v>
                </c:pt>
                <c:pt idx="172">
                  <c:v>42908</c:v>
                </c:pt>
                <c:pt idx="173">
                  <c:v>42909</c:v>
                </c:pt>
                <c:pt idx="174">
                  <c:v>42910</c:v>
                </c:pt>
                <c:pt idx="175">
                  <c:v>42911</c:v>
                </c:pt>
                <c:pt idx="176">
                  <c:v>42912</c:v>
                </c:pt>
                <c:pt idx="177">
                  <c:v>42913</c:v>
                </c:pt>
                <c:pt idx="178">
                  <c:v>42914</c:v>
                </c:pt>
                <c:pt idx="179">
                  <c:v>42915</c:v>
                </c:pt>
                <c:pt idx="180">
                  <c:v>42916</c:v>
                </c:pt>
                <c:pt idx="181">
                  <c:v>42917</c:v>
                </c:pt>
                <c:pt idx="182">
                  <c:v>42918</c:v>
                </c:pt>
                <c:pt idx="183">
                  <c:v>42919</c:v>
                </c:pt>
                <c:pt idx="184">
                  <c:v>42920</c:v>
                </c:pt>
                <c:pt idx="185">
                  <c:v>42921</c:v>
                </c:pt>
                <c:pt idx="186">
                  <c:v>42922</c:v>
                </c:pt>
                <c:pt idx="187">
                  <c:v>42923</c:v>
                </c:pt>
                <c:pt idx="188">
                  <c:v>42924</c:v>
                </c:pt>
                <c:pt idx="189">
                  <c:v>42925</c:v>
                </c:pt>
                <c:pt idx="190">
                  <c:v>42926</c:v>
                </c:pt>
                <c:pt idx="191">
                  <c:v>42927</c:v>
                </c:pt>
                <c:pt idx="192">
                  <c:v>42928</c:v>
                </c:pt>
                <c:pt idx="193">
                  <c:v>42929</c:v>
                </c:pt>
                <c:pt idx="194">
                  <c:v>42930</c:v>
                </c:pt>
                <c:pt idx="195">
                  <c:v>42931</c:v>
                </c:pt>
                <c:pt idx="196">
                  <c:v>42932</c:v>
                </c:pt>
                <c:pt idx="197">
                  <c:v>42933</c:v>
                </c:pt>
                <c:pt idx="198">
                  <c:v>42934</c:v>
                </c:pt>
                <c:pt idx="199">
                  <c:v>42935</c:v>
                </c:pt>
                <c:pt idx="200">
                  <c:v>42936</c:v>
                </c:pt>
                <c:pt idx="201">
                  <c:v>42937</c:v>
                </c:pt>
                <c:pt idx="202">
                  <c:v>42938</c:v>
                </c:pt>
                <c:pt idx="203">
                  <c:v>42939</c:v>
                </c:pt>
                <c:pt idx="204">
                  <c:v>42940</c:v>
                </c:pt>
                <c:pt idx="205">
                  <c:v>42941</c:v>
                </c:pt>
                <c:pt idx="206">
                  <c:v>42942</c:v>
                </c:pt>
                <c:pt idx="207">
                  <c:v>42943</c:v>
                </c:pt>
                <c:pt idx="208">
                  <c:v>42944</c:v>
                </c:pt>
                <c:pt idx="209">
                  <c:v>42945</c:v>
                </c:pt>
                <c:pt idx="210">
                  <c:v>42946</c:v>
                </c:pt>
                <c:pt idx="211">
                  <c:v>42947</c:v>
                </c:pt>
                <c:pt idx="212">
                  <c:v>42948</c:v>
                </c:pt>
                <c:pt idx="213">
                  <c:v>42949</c:v>
                </c:pt>
                <c:pt idx="214">
                  <c:v>42950</c:v>
                </c:pt>
                <c:pt idx="215">
                  <c:v>42951</c:v>
                </c:pt>
                <c:pt idx="216">
                  <c:v>42952</c:v>
                </c:pt>
                <c:pt idx="217">
                  <c:v>42953</c:v>
                </c:pt>
                <c:pt idx="218">
                  <c:v>42954</c:v>
                </c:pt>
                <c:pt idx="219">
                  <c:v>42955</c:v>
                </c:pt>
                <c:pt idx="220">
                  <c:v>42956</c:v>
                </c:pt>
                <c:pt idx="221">
                  <c:v>42957</c:v>
                </c:pt>
                <c:pt idx="222">
                  <c:v>42958</c:v>
                </c:pt>
                <c:pt idx="223">
                  <c:v>42959</c:v>
                </c:pt>
                <c:pt idx="224">
                  <c:v>42960</c:v>
                </c:pt>
                <c:pt idx="225">
                  <c:v>42961</c:v>
                </c:pt>
                <c:pt idx="226">
                  <c:v>42962</c:v>
                </c:pt>
                <c:pt idx="227">
                  <c:v>42963</c:v>
                </c:pt>
                <c:pt idx="228">
                  <c:v>42964</c:v>
                </c:pt>
                <c:pt idx="229">
                  <c:v>42965</c:v>
                </c:pt>
                <c:pt idx="230">
                  <c:v>42966</c:v>
                </c:pt>
                <c:pt idx="231">
                  <c:v>42967</c:v>
                </c:pt>
                <c:pt idx="232">
                  <c:v>42968</c:v>
                </c:pt>
                <c:pt idx="233">
                  <c:v>42969</c:v>
                </c:pt>
                <c:pt idx="234">
                  <c:v>42970</c:v>
                </c:pt>
                <c:pt idx="235">
                  <c:v>42971</c:v>
                </c:pt>
                <c:pt idx="236">
                  <c:v>42972</c:v>
                </c:pt>
                <c:pt idx="237">
                  <c:v>42973</c:v>
                </c:pt>
                <c:pt idx="238">
                  <c:v>42974</c:v>
                </c:pt>
                <c:pt idx="239">
                  <c:v>42975</c:v>
                </c:pt>
                <c:pt idx="240">
                  <c:v>42976</c:v>
                </c:pt>
                <c:pt idx="241">
                  <c:v>42977</c:v>
                </c:pt>
                <c:pt idx="242">
                  <c:v>42978</c:v>
                </c:pt>
                <c:pt idx="243">
                  <c:v>42979</c:v>
                </c:pt>
                <c:pt idx="244">
                  <c:v>42980</c:v>
                </c:pt>
                <c:pt idx="245">
                  <c:v>42981</c:v>
                </c:pt>
                <c:pt idx="246">
                  <c:v>42982</c:v>
                </c:pt>
                <c:pt idx="247">
                  <c:v>42983</c:v>
                </c:pt>
                <c:pt idx="248">
                  <c:v>42984</c:v>
                </c:pt>
                <c:pt idx="249">
                  <c:v>42985</c:v>
                </c:pt>
                <c:pt idx="250">
                  <c:v>42986</c:v>
                </c:pt>
                <c:pt idx="251">
                  <c:v>42987</c:v>
                </c:pt>
                <c:pt idx="252">
                  <c:v>42988</c:v>
                </c:pt>
                <c:pt idx="253">
                  <c:v>42989</c:v>
                </c:pt>
                <c:pt idx="254">
                  <c:v>42990</c:v>
                </c:pt>
                <c:pt idx="255">
                  <c:v>42991</c:v>
                </c:pt>
                <c:pt idx="256">
                  <c:v>42992</c:v>
                </c:pt>
                <c:pt idx="257">
                  <c:v>42993</c:v>
                </c:pt>
                <c:pt idx="258">
                  <c:v>42994</c:v>
                </c:pt>
                <c:pt idx="259">
                  <c:v>42995</c:v>
                </c:pt>
                <c:pt idx="260">
                  <c:v>42996</c:v>
                </c:pt>
                <c:pt idx="261">
                  <c:v>42997</c:v>
                </c:pt>
                <c:pt idx="262">
                  <c:v>42998</c:v>
                </c:pt>
                <c:pt idx="263">
                  <c:v>42999</c:v>
                </c:pt>
                <c:pt idx="264">
                  <c:v>43000</c:v>
                </c:pt>
                <c:pt idx="265">
                  <c:v>43001</c:v>
                </c:pt>
                <c:pt idx="266">
                  <c:v>43002</c:v>
                </c:pt>
                <c:pt idx="267">
                  <c:v>43003</c:v>
                </c:pt>
                <c:pt idx="268">
                  <c:v>43004</c:v>
                </c:pt>
                <c:pt idx="269">
                  <c:v>43005</c:v>
                </c:pt>
                <c:pt idx="270">
                  <c:v>43006</c:v>
                </c:pt>
                <c:pt idx="271">
                  <c:v>43007</c:v>
                </c:pt>
                <c:pt idx="272">
                  <c:v>43008</c:v>
                </c:pt>
                <c:pt idx="273">
                  <c:v>43009</c:v>
                </c:pt>
                <c:pt idx="274">
                  <c:v>43010</c:v>
                </c:pt>
                <c:pt idx="275">
                  <c:v>43011</c:v>
                </c:pt>
                <c:pt idx="276">
                  <c:v>43012</c:v>
                </c:pt>
                <c:pt idx="277">
                  <c:v>43013</c:v>
                </c:pt>
                <c:pt idx="278">
                  <c:v>43014</c:v>
                </c:pt>
                <c:pt idx="279">
                  <c:v>43015</c:v>
                </c:pt>
                <c:pt idx="280">
                  <c:v>43016</c:v>
                </c:pt>
                <c:pt idx="281">
                  <c:v>43017</c:v>
                </c:pt>
                <c:pt idx="282">
                  <c:v>43018</c:v>
                </c:pt>
                <c:pt idx="283">
                  <c:v>43019</c:v>
                </c:pt>
                <c:pt idx="284">
                  <c:v>43020</c:v>
                </c:pt>
                <c:pt idx="285">
                  <c:v>43021</c:v>
                </c:pt>
                <c:pt idx="286">
                  <c:v>43022</c:v>
                </c:pt>
                <c:pt idx="287">
                  <c:v>43023</c:v>
                </c:pt>
                <c:pt idx="288">
                  <c:v>43024</c:v>
                </c:pt>
                <c:pt idx="289">
                  <c:v>43025</c:v>
                </c:pt>
                <c:pt idx="290">
                  <c:v>43026</c:v>
                </c:pt>
                <c:pt idx="291">
                  <c:v>43027</c:v>
                </c:pt>
                <c:pt idx="292">
                  <c:v>43028</c:v>
                </c:pt>
                <c:pt idx="293">
                  <c:v>43029</c:v>
                </c:pt>
                <c:pt idx="294">
                  <c:v>43030</c:v>
                </c:pt>
                <c:pt idx="295">
                  <c:v>43031</c:v>
                </c:pt>
                <c:pt idx="296">
                  <c:v>43032</c:v>
                </c:pt>
                <c:pt idx="297">
                  <c:v>43033</c:v>
                </c:pt>
                <c:pt idx="298">
                  <c:v>43034</c:v>
                </c:pt>
                <c:pt idx="299">
                  <c:v>43035</c:v>
                </c:pt>
                <c:pt idx="300">
                  <c:v>43036</c:v>
                </c:pt>
                <c:pt idx="301">
                  <c:v>43037</c:v>
                </c:pt>
                <c:pt idx="302">
                  <c:v>43038</c:v>
                </c:pt>
                <c:pt idx="303">
                  <c:v>43039</c:v>
                </c:pt>
                <c:pt idx="304">
                  <c:v>43040</c:v>
                </c:pt>
                <c:pt idx="305">
                  <c:v>43041</c:v>
                </c:pt>
                <c:pt idx="306">
                  <c:v>43042</c:v>
                </c:pt>
                <c:pt idx="307">
                  <c:v>43043</c:v>
                </c:pt>
                <c:pt idx="308">
                  <c:v>43044</c:v>
                </c:pt>
                <c:pt idx="309">
                  <c:v>43045</c:v>
                </c:pt>
                <c:pt idx="310">
                  <c:v>43046</c:v>
                </c:pt>
                <c:pt idx="311">
                  <c:v>43047</c:v>
                </c:pt>
                <c:pt idx="312">
                  <c:v>43048</c:v>
                </c:pt>
                <c:pt idx="313">
                  <c:v>43049</c:v>
                </c:pt>
                <c:pt idx="314">
                  <c:v>43050</c:v>
                </c:pt>
                <c:pt idx="315">
                  <c:v>43051</c:v>
                </c:pt>
                <c:pt idx="316">
                  <c:v>43052</c:v>
                </c:pt>
                <c:pt idx="317">
                  <c:v>43053</c:v>
                </c:pt>
                <c:pt idx="318">
                  <c:v>43054</c:v>
                </c:pt>
                <c:pt idx="319">
                  <c:v>43055</c:v>
                </c:pt>
                <c:pt idx="320">
                  <c:v>43056</c:v>
                </c:pt>
                <c:pt idx="321">
                  <c:v>43057</c:v>
                </c:pt>
                <c:pt idx="322">
                  <c:v>43058</c:v>
                </c:pt>
                <c:pt idx="323">
                  <c:v>43059</c:v>
                </c:pt>
                <c:pt idx="324">
                  <c:v>43060</c:v>
                </c:pt>
                <c:pt idx="325">
                  <c:v>43061</c:v>
                </c:pt>
                <c:pt idx="326">
                  <c:v>43062</c:v>
                </c:pt>
                <c:pt idx="327">
                  <c:v>43063</c:v>
                </c:pt>
                <c:pt idx="328">
                  <c:v>43064</c:v>
                </c:pt>
                <c:pt idx="329">
                  <c:v>43065</c:v>
                </c:pt>
                <c:pt idx="330">
                  <c:v>43066</c:v>
                </c:pt>
                <c:pt idx="331">
                  <c:v>43067</c:v>
                </c:pt>
                <c:pt idx="332">
                  <c:v>43068</c:v>
                </c:pt>
                <c:pt idx="333">
                  <c:v>43069</c:v>
                </c:pt>
                <c:pt idx="334">
                  <c:v>43070</c:v>
                </c:pt>
                <c:pt idx="335">
                  <c:v>43071</c:v>
                </c:pt>
                <c:pt idx="336">
                  <c:v>43072</c:v>
                </c:pt>
                <c:pt idx="337">
                  <c:v>43073</c:v>
                </c:pt>
                <c:pt idx="338">
                  <c:v>43074</c:v>
                </c:pt>
                <c:pt idx="339">
                  <c:v>43075</c:v>
                </c:pt>
                <c:pt idx="340">
                  <c:v>43076</c:v>
                </c:pt>
                <c:pt idx="341">
                  <c:v>43077</c:v>
                </c:pt>
                <c:pt idx="342">
                  <c:v>43078</c:v>
                </c:pt>
                <c:pt idx="343">
                  <c:v>43079</c:v>
                </c:pt>
                <c:pt idx="344">
                  <c:v>43080</c:v>
                </c:pt>
                <c:pt idx="345">
                  <c:v>43081</c:v>
                </c:pt>
                <c:pt idx="346">
                  <c:v>43082</c:v>
                </c:pt>
                <c:pt idx="347">
                  <c:v>43083</c:v>
                </c:pt>
                <c:pt idx="348">
                  <c:v>43084</c:v>
                </c:pt>
                <c:pt idx="349">
                  <c:v>43085</c:v>
                </c:pt>
                <c:pt idx="350">
                  <c:v>43086</c:v>
                </c:pt>
                <c:pt idx="351">
                  <c:v>43087</c:v>
                </c:pt>
                <c:pt idx="352">
                  <c:v>43088</c:v>
                </c:pt>
                <c:pt idx="353">
                  <c:v>43089</c:v>
                </c:pt>
                <c:pt idx="354">
                  <c:v>43090</c:v>
                </c:pt>
                <c:pt idx="355">
                  <c:v>43091</c:v>
                </c:pt>
                <c:pt idx="356">
                  <c:v>43092</c:v>
                </c:pt>
                <c:pt idx="357">
                  <c:v>43093</c:v>
                </c:pt>
                <c:pt idx="358">
                  <c:v>43094</c:v>
                </c:pt>
                <c:pt idx="359">
                  <c:v>43095</c:v>
                </c:pt>
                <c:pt idx="360">
                  <c:v>43096</c:v>
                </c:pt>
                <c:pt idx="361">
                  <c:v>43097</c:v>
                </c:pt>
                <c:pt idx="362">
                  <c:v>43098</c:v>
                </c:pt>
                <c:pt idx="363">
                  <c:v>43099</c:v>
                </c:pt>
                <c:pt idx="364">
                  <c:v>43100</c:v>
                </c:pt>
                <c:pt idx="365">
                  <c:v>43101</c:v>
                </c:pt>
                <c:pt idx="366">
                  <c:v>43102</c:v>
                </c:pt>
                <c:pt idx="367">
                  <c:v>43103</c:v>
                </c:pt>
                <c:pt idx="368">
                  <c:v>43104</c:v>
                </c:pt>
                <c:pt idx="369">
                  <c:v>43105</c:v>
                </c:pt>
                <c:pt idx="370">
                  <c:v>43106</c:v>
                </c:pt>
                <c:pt idx="371">
                  <c:v>43107</c:v>
                </c:pt>
                <c:pt idx="372">
                  <c:v>43108</c:v>
                </c:pt>
                <c:pt idx="373">
                  <c:v>43109</c:v>
                </c:pt>
                <c:pt idx="374">
                  <c:v>43110</c:v>
                </c:pt>
                <c:pt idx="375">
                  <c:v>43111</c:v>
                </c:pt>
                <c:pt idx="376">
                  <c:v>43112</c:v>
                </c:pt>
                <c:pt idx="377">
                  <c:v>43113</c:v>
                </c:pt>
                <c:pt idx="378">
                  <c:v>43114</c:v>
                </c:pt>
                <c:pt idx="379">
                  <c:v>43115</c:v>
                </c:pt>
                <c:pt idx="380">
                  <c:v>43116</c:v>
                </c:pt>
                <c:pt idx="381">
                  <c:v>43117</c:v>
                </c:pt>
                <c:pt idx="382">
                  <c:v>43118</c:v>
                </c:pt>
                <c:pt idx="383">
                  <c:v>43119</c:v>
                </c:pt>
                <c:pt idx="384">
                  <c:v>43120</c:v>
                </c:pt>
                <c:pt idx="385">
                  <c:v>43121</c:v>
                </c:pt>
                <c:pt idx="386">
                  <c:v>43122</c:v>
                </c:pt>
                <c:pt idx="387">
                  <c:v>43123</c:v>
                </c:pt>
                <c:pt idx="388">
                  <c:v>43124</c:v>
                </c:pt>
                <c:pt idx="389">
                  <c:v>43125</c:v>
                </c:pt>
                <c:pt idx="390">
                  <c:v>43126</c:v>
                </c:pt>
                <c:pt idx="391">
                  <c:v>43127</c:v>
                </c:pt>
                <c:pt idx="392">
                  <c:v>43128</c:v>
                </c:pt>
                <c:pt idx="393">
                  <c:v>43129</c:v>
                </c:pt>
                <c:pt idx="394">
                  <c:v>43130</c:v>
                </c:pt>
                <c:pt idx="395">
                  <c:v>43131</c:v>
                </c:pt>
                <c:pt idx="396">
                  <c:v>43132</c:v>
                </c:pt>
                <c:pt idx="397">
                  <c:v>43133</c:v>
                </c:pt>
                <c:pt idx="398">
                  <c:v>43134</c:v>
                </c:pt>
                <c:pt idx="399">
                  <c:v>43135</c:v>
                </c:pt>
                <c:pt idx="400">
                  <c:v>43136</c:v>
                </c:pt>
                <c:pt idx="401">
                  <c:v>43137</c:v>
                </c:pt>
                <c:pt idx="402">
                  <c:v>43138</c:v>
                </c:pt>
                <c:pt idx="403">
                  <c:v>43139</c:v>
                </c:pt>
                <c:pt idx="404">
                  <c:v>43140</c:v>
                </c:pt>
                <c:pt idx="405">
                  <c:v>43141</c:v>
                </c:pt>
                <c:pt idx="406">
                  <c:v>43142</c:v>
                </c:pt>
                <c:pt idx="407">
                  <c:v>43143</c:v>
                </c:pt>
                <c:pt idx="408">
                  <c:v>43144</c:v>
                </c:pt>
                <c:pt idx="409">
                  <c:v>43145</c:v>
                </c:pt>
                <c:pt idx="410">
                  <c:v>43146</c:v>
                </c:pt>
                <c:pt idx="411">
                  <c:v>43147</c:v>
                </c:pt>
                <c:pt idx="412">
                  <c:v>43148</c:v>
                </c:pt>
                <c:pt idx="413">
                  <c:v>43149</c:v>
                </c:pt>
                <c:pt idx="414">
                  <c:v>43150</c:v>
                </c:pt>
                <c:pt idx="415">
                  <c:v>43151</c:v>
                </c:pt>
                <c:pt idx="416">
                  <c:v>43152</c:v>
                </c:pt>
                <c:pt idx="417">
                  <c:v>43153</c:v>
                </c:pt>
                <c:pt idx="418">
                  <c:v>43154</c:v>
                </c:pt>
                <c:pt idx="419">
                  <c:v>43155</c:v>
                </c:pt>
                <c:pt idx="420">
                  <c:v>43156</c:v>
                </c:pt>
                <c:pt idx="421">
                  <c:v>43157</c:v>
                </c:pt>
                <c:pt idx="422">
                  <c:v>43158</c:v>
                </c:pt>
                <c:pt idx="423">
                  <c:v>43159</c:v>
                </c:pt>
                <c:pt idx="424">
                  <c:v>43160</c:v>
                </c:pt>
                <c:pt idx="425">
                  <c:v>43161</c:v>
                </c:pt>
                <c:pt idx="426">
                  <c:v>43162</c:v>
                </c:pt>
                <c:pt idx="427">
                  <c:v>43163</c:v>
                </c:pt>
                <c:pt idx="428">
                  <c:v>43164</c:v>
                </c:pt>
                <c:pt idx="429">
                  <c:v>43165</c:v>
                </c:pt>
                <c:pt idx="430">
                  <c:v>43166</c:v>
                </c:pt>
                <c:pt idx="431">
                  <c:v>43167</c:v>
                </c:pt>
                <c:pt idx="432">
                  <c:v>43168</c:v>
                </c:pt>
                <c:pt idx="433">
                  <c:v>43169</c:v>
                </c:pt>
                <c:pt idx="434">
                  <c:v>43170</c:v>
                </c:pt>
                <c:pt idx="435">
                  <c:v>43171</c:v>
                </c:pt>
                <c:pt idx="436">
                  <c:v>43172</c:v>
                </c:pt>
                <c:pt idx="437">
                  <c:v>43173</c:v>
                </c:pt>
                <c:pt idx="438">
                  <c:v>43174</c:v>
                </c:pt>
                <c:pt idx="439">
                  <c:v>43175</c:v>
                </c:pt>
                <c:pt idx="440">
                  <c:v>43176</c:v>
                </c:pt>
                <c:pt idx="441">
                  <c:v>43177</c:v>
                </c:pt>
                <c:pt idx="442">
                  <c:v>43178</c:v>
                </c:pt>
                <c:pt idx="443">
                  <c:v>43179</c:v>
                </c:pt>
                <c:pt idx="444">
                  <c:v>43180</c:v>
                </c:pt>
                <c:pt idx="445">
                  <c:v>43181</c:v>
                </c:pt>
                <c:pt idx="446">
                  <c:v>43182</c:v>
                </c:pt>
                <c:pt idx="447">
                  <c:v>43183</c:v>
                </c:pt>
                <c:pt idx="448">
                  <c:v>43184</c:v>
                </c:pt>
                <c:pt idx="449">
                  <c:v>43185</c:v>
                </c:pt>
                <c:pt idx="450">
                  <c:v>43186</c:v>
                </c:pt>
                <c:pt idx="451">
                  <c:v>43187</c:v>
                </c:pt>
                <c:pt idx="452">
                  <c:v>43188</c:v>
                </c:pt>
                <c:pt idx="453">
                  <c:v>43189</c:v>
                </c:pt>
                <c:pt idx="454">
                  <c:v>43190</c:v>
                </c:pt>
                <c:pt idx="455">
                  <c:v>43191</c:v>
                </c:pt>
                <c:pt idx="456">
                  <c:v>43192</c:v>
                </c:pt>
                <c:pt idx="457">
                  <c:v>43193</c:v>
                </c:pt>
                <c:pt idx="458">
                  <c:v>43194</c:v>
                </c:pt>
                <c:pt idx="459">
                  <c:v>43195</c:v>
                </c:pt>
                <c:pt idx="460">
                  <c:v>43196</c:v>
                </c:pt>
                <c:pt idx="461">
                  <c:v>43197</c:v>
                </c:pt>
                <c:pt idx="462">
                  <c:v>43198</c:v>
                </c:pt>
                <c:pt idx="463">
                  <c:v>43199</c:v>
                </c:pt>
                <c:pt idx="464">
                  <c:v>43200</c:v>
                </c:pt>
                <c:pt idx="465">
                  <c:v>43201</c:v>
                </c:pt>
                <c:pt idx="466">
                  <c:v>43202</c:v>
                </c:pt>
                <c:pt idx="467">
                  <c:v>43203</c:v>
                </c:pt>
                <c:pt idx="468">
                  <c:v>43204</c:v>
                </c:pt>
                <c:pt idx="469">
                  <c:v>43205</c:v>
                </c:pt>
                <c:pt idx="470">
                  <c:v>43206</c:v>
                </c:pt>
                <c:pt idx="471">
                  <c:v>43207</c:v>
                </c:pt>
                <c:pt idx="472">
                  <c:v>43208</c:v>
                </c:pt>
                <c:pt idx="473">
                  <c:v>43209</c:v>
                </c:pt>
                <c:pt idx="474">
                  <c:v>43210</c:v>
                </c:pt>
                <c:pt idx="475">
                  <c:v>43211</c:v>
                </c:pt>
                <c:pt idx="476">
                  <c:v>43212</c:v>
                </c:pt>
                <c:pt idx="477">
                  <c:v>43213</c:v>
                </c:pt>
                <c:pt idx="478">
                  <c:v>43214</c:v>
                </c:pt>
                <c:pt idx="479">
                  <c:v>43215</c:v>
                </c:pt>
                <c:pt idx="480">
                  <c:v>43216</c:v>
                </c:pt>
                <c:pt idx="481">
                  <c:v>43217</c:v>
                </c:pt>
                <c:pt idx="482">
                  <c:v>43218</c:v>
                </c:pt>
                <c:pt idx="483">
                  <c:v>43219</c:v>
                </c:pt>
                <c:pt idx="484">
                  <c:v>43220</c:v>
                </c:pt>
                <c:pt idx="485">
                  <c:v>43221</c:v>
                </c:pt>
                <c:pt idx="486">
                  <c:v>43222</c:v>
                </c:pt>
                <c:pt idx="487">
                  <c:v>43223</c:v>
                </c:pt>
                <c:pt idx="488">
                  <c:v>43224</c:v>
                </c:pt>
                <c:pt idx="489">
                  <c:v>43225</c:v>
                </c:pt>
                <c:pt idx="490">
                  <c:v>43226</c:v>
                </c:pt>
                <c:pt idx="491">
                  <c:v>43227</c:v>
                </c:pt>
                <c:pt idx="492">
                  <c:v>43228</c:v>
                </c:pt>
                <c:pt idx="493">
                  <c:v>43229</c:v>
                </c:pt>
                <c:pt idx="494">
                  <c:v>43230</c:v>
                </c:pt>
                <c:pt idx="495">
                  <c:v>43231</c:v>
                </c:pt>
                <c:pt idx="496">
                  <c:v>43232</c:v>
                </c:pt>
                <c:pt idx="497">
                  <c:v>43233</c:v>
                </c:pt>
                <c:pt idx="498">
                  <c:v>43234</c:v>
                </c:pt>
                <c:pt idx="499">
                  <c:v>43235</c:v>
                </c:pt>
                <c:pt idx="500">
                  <c:v>43236</c:v>
                </c:pt>
                <c:pt idx="501">
                  <c:v>43237</c:v>
                </c:pt>
                <c:pt idx="502">
                  <c:v>43238</c:v>
                </c:pt>
                <c:pt idx="503">
                  <c:v>43239</c:v>
                </c:pt>
                <c:pt idx="504">
                  <c:v>43240</c:v>
                </c:pt>
                <c:pt idx="505">
                  <c:v>43241</c:v>
                </c:pt>
                <c:pt idx="506">
                  <c:v>43242</c:v>
                </c:pt>
                <c:pt idx="507">
                  <c:v>43243</c:v>
                </c:pt>
                <c:pt idx="508">
                  <c:v>43244</c:v>
                </c:pt>
                <c:pt idx="509">
                  <c:v>43245</c:v>
                </c:pt>
                <c:pt idx="510">
                  <c:v>43246</c:v>
                </c:pt>
                <c:pt idx="511">
                  <c:v>43247</c:v>
                </c:pt>
                <c:pt idx="512">
                  <c:v>43248</c:v>
                </c:pt>
                <c:pt idx="513">
                  <c:v>43249</c:v>
                </c:pt>
                <c:pt idx="514">
                  <c:v>43250</c:v>
                </c:pt>
                <c:pt idx="515">
                  <c:v>43251</c:v>
                </c:pt>
                <c:pt idx="516">
                  <c:v>43252</c:v>
                </c:pt>
                <c:pt idx="517">
                  <c:v>43253</c:v>
                </c:pt>
                <c:pt idx="518">
                  <c:v>43254</c:v>
                </c:pt>
                <c:pt idx="519">
                  <c:v>43255</c:v>
                </c:pt>
                <c:pt idx="520">
                  <c:v>43256</c:v>
                </c:pt>
                <c:pt idx="521">
                  <c:v>43257</c:v>
                </c:pt>
                <c:pt idx="522">
                  <c:v>43258</c:v>
                </c:pt>
                <c:pt idx="523">
                  <c:v>43259</c:v>
                </c:pt>
                <c:pt idx="524">
                  <c:v>43260</c:v>
                </c:pt>
                <c:pt idx="525">
                  <c:v>43261</c:v>
                </c:pt>
                <c:pt idx="526">
                  <c:v>43262</c:v>
                </c:pt>
                <c:pt idx="527">
                  <c:v>43263</c:v>
                </c:pt>
                <c:pt idx="528">
                  <c:v>43264</c:v>
                </c:pt>
                <c:pt idx="529">
                  <c:v>43265</c:v>
                </c:pt>
                <c:pt idx="530">
                  <c:v>43266</c:v>
                </c:pt>
                <c:pt idx="531">
                  <c:v>43267</c:v>
                </c:pt>
                <c:pt idx="532">
                  <c:v>43268</c:v>
                </c:pt>
                <c:pt idx="533">
                  <c:v>43269</c:v>
                </c:pt>
                <c:pt idx="534">
                  <c:v>43270</c:v>
                </c:pt>
                <c:pt idx="535">
                  <c:v>43271</c:v>
                </c:pt>
                <c:pt idx="536">
                  <c:v>43272</c:v>
                </c:pt>
                <c:pt idx="537">
                  <c:v>43273</c:v>
                </c:pt>
                <c:pt idx="538">
                  <c:v>43274</c:v>
                </c:pt>
                <c:pt idx="539">
                  <c:v>43275</c:v>
                </c:pt>
                <c:pt idx="540">
                  <c:v>43276</c:v>
                </c:pt>
                <c:pt idx="541">
                  <c:v>43277</c:v>
                </c:pt>
                <c:pt idx="542">
                  <c:v>43278</c:v>
                </c:pt>
                <c:pt idx="543">
                  <c:v>43279</c:v>
                </c:pt>
                <c:pt idx="544">
                  <c:v>43280</c:v>
                </c:pt>
                <c:pt idx="545">
                  <c:v>43281</c:v>
                </c:pt>
                <c:pt idx="546">
                  <c:v>43282</c:v>
                </c:pt>
                <c:pt idx="547">
                  <c:v>43283</c:v>
                </c:pt>
                <c:pt idx="548">
                  <c:v>43284</c:v>
                </c:pt>
                <c:pt idx="549">
                  <c:v>43285</c:v>
                </c:pt>
                <c:pt idx="550">
                  <c:v>43286</c:v>
                </c:pt>
                <c:pt idx="551">
                  <c:v>43287</c:v>
                </c:pt>
                <c:pt idx="552">
                  <c:v>43288</c:v>
                </c:pt>
                <c:pt idx="553">
                  <c:v>43289</c:v>
                </c:pt>
                <c:pt idx="554">
                  <c:v>43290</c:v>
                </c:pt>
                <c:pt idx="555">
                  <c:v>43291</c:v>
                </c:pt>
                <c:pt idx="556">
                  <c:v>43292</c:v>
                </c:pt>
                <c:pt idx="557">
                  <c:v>43293</c:v>
                </c:pt>
                <c:pt idx="558">
                  <c:v>43294</c:v>
                </c:pt>
                <c:pt idx="559">
                  <c:v>43295</c:v>
                </c:pt>
                <c:pt idx="560">
                  <c:v>43296</c:v>
                </c:pt>
                <c:pt idx="561">
                  <c:v>43297</c:v>
                </c:pt>
                <c:pt idx="562">
                  <c:v>43298</c:v>
                </c:pt>
                <c:pt idx="563">
                  <c:v>43299</c:v>
                </c:pt>
                <c:pt idx="564">
                  <c:v>43300</c:v>
                </c:pt>
                <c:pt idx="565">
                  <c:v>43301</c:v>
                </c:pt>
                <c:pt idx="566">
                  <c:v>43302</c:v>
                </c:pt>
                <c:pt idx="567">
                  <c:v>43303</c:v>
                </c:pt>
                <c:pt idx="568">
                  <c:v>43304</c:v>
                </c:pt>
                <c:pt idx="569">
                  <c:v>43305</c:v>
                </c:pt>
                <c:pt idx="570">
                  <c:v>43306</c:v>
                </c:pt>
                <c:pt idx="571">
                  <c:v>43307</c:v>
                </c:pt>
                <c:pt idx="572">
                  <c:v>43308</c:v>
                </c:pt>
                <c:pt idx="573">
                  <c:v>43309</c:v>
                </c:pt>
                <c:pt idx="574">
                  <c:v>43310</c:v>
                </c:pt>
                <c:pt idx="575">
                  <c:v>43311</c:v>
                </c:pt>
                <c:pt idx="576">
                  <c:v>43312</c:v>
                </c:pt>
                <c:pt idx="577">
                  <c:v>43313</c:v>
                </c:pt>
                <c:pt idx="578">
                  <c:v>43314</c:v>
                </c:pt>
                <c:pt idx="579">
                  <c:v>43315</c:v>
                </c:pt>
                <c:pt idx="580">
                  <c:v>43316</c:v>
                </c:pt>
                <c:pt idx="581">
                  <c:v>43317</c:v>
                </c:pt>
                <c:pt idx="582">
                  <c:v>43318</c:v>
                </c:pt>
                <c:pt idx="583">
                  <c:v>43319</c:v>
                </c:pt>
                <c:pt idx="584">
                  <c:v>43320</c:v>
                </c:pt>
                <c:pt idx="585">
                  <c:v>43321</c:v>
                </c:pt>
                <c:pt idx="586">
                  <c:v>43322</c:v>
                </c:pt>
                <c:pt idx="587">
                  <c:v>43323</c:v>
                </c:pt>
                <c:pt idx="588">
                  <c:v>43324</c:v>
                </c:pt>
                <c:pt idx="589">
                  <c:v>43325</c:v>
                </c:pt>
                <c:pt idx="590">
                  <c:v>43326</c:v>
                </c:pt>
                <c:pt idx="591">
                  <c:v>43327</c:v>
                </c:pt>
                <c:pt idx="592">
                  <c:v>43328</c:v>
                </c:pt>
                <c:pt idx="593">
                  <c:v>43329</c:v>
                </c:pt>
                <c:pt idx="594">
                  <c:v>43330</c:v>
                </c:pt>
                <c:pt idx="595">
                  <c:v>43331</c:v>
                </c:pt>
                <c:pt idx="596">
                  <c:v>43332</c:v>
                </c:pt>
                <c:pt idx="597">
                  <c:v>43333</c:v>
                </c:pt>
                <c:pt idx="598">
                  <c:v>43334</c:v>
                </c:pt>
                <c:pt idx="599">
                  <c:v>43335</c:v>
                </c:pt>
                <c:pt idx="600">
                  <c:v>43336</c:v>
                </c:pt>
                <c:pt idx="601">
                  <c:v>43337</c:v>
                </c:pt>
                <c:pt idx="602">
                  <c:v>43338</c:v>
                </c:pt>
                <c:pt idx="603">
                  <c:v>43339</c:v>
                </c:pt>
                <c:pt idx="604">
                  <c:v>43340</c:v>
                </c:pt>
                <c:pt idx="605">
                  <c:v>43341</c:v>
                </c:pt>
                <c:pt idx="606">
                  <c:v>43342</c:v>
                </c:pt>
                <c:pt idx="607">
                  <c:v>43343</c:v>
                </c:pt>
                <c:pt idx="608">
                  <c:v>43344</c:v>
                </c:pt>
                <c:pt idx="609">
                  <c:v>43345</c:v>
                </c:pt>
                <c:pt idx="610">
                  <c:v>43346</c:v>
                </c:pt>
                <c:pt idx="611">
                  <c:v>43347</c:v>
                </c:pt>
                <c:pt idx="612">
                  <c:v>43348</c:v>
                </c:pt>
                <c:pt idx="613">
                  <c:v>43349</c:v>
                </c:pt>
                <c:pt idx="614">
                  <c:v>43350</c:v>
                </c:pt>
                <c:pt idx="615">
                  <c:v>43351</c:v>
                </c:pt>
                <c:pt idx="616">
                  <c:v>43352</c:v>
                </c:pt>
                <c:pt idx="617">
                  <c:v>43353</c:v>
                </c:pt>
                <c:pt idx="618">
                  <c:v>43354</c:v>
                </c:pt>
                <c:pt idx="619">
                  <c:v>43355</c:v>
                </c:pt>
                <c:pt idx="620">
                  <c:v>43356</c:v>
                </c:pt>
                <c:pt idx="621">
                  <c:v>43357</c:v>
                </c:pt>
                <c:pt idx="622">
                  <c:v>43358</c:v>
                </c:pt>
                <c:pt idx="623">
                  <c:v>43359</c:v>
                </c:pt>
                <c:pt idx="624">
                  <c:v>43360</c:v>
                </c:pt>
                <c:pt idx="625">
                  <c:v>43361</c:v>
                </c:pt>
                <c:pt idx="626">
                  <c:v>43362</c:v>
                </c:pt>
                <c:pt idx="627">
                  <c:v>43363</c:v>
                </c:pt>
                <c:pt idx="628">
                  <c:v>43364</c:v>
                </c:pt>
                <c:pt idx="629">
                  <c:v>43365</c:v>
                </c:pt>
                <c:pt idx="630">
                  <c:v>43366</c:v>
                </c:pt>
                <c:pt idx="631">
                  <c:v>43367</c:v>
                </c:pt>
                <c:pt idx="632">
                  <c:v>43368</c:v>
                </c:pt>
                <c:pt idx="633">
                  <c:v>43369</c:v>
                </c:pt>
                <c:pt idx="634">
                  <c:v>43370</c:v>
                </c:pt>
                <c:pt idx="635">
                  <c:v>43371</c:v>
                </c:pt>
                <c:pt idx="636">
                  <c:v>43372</c:v>
                </c:pt>
                <c:pt idx="637">
                  <c:v>43373</c:v>
                </c:pt>
                <c:pt idx="638">
                  <c:v>43374</c:v>
                </c:pt>
                <c:pt idx="639">
                  <c:v>43375</c:v>
                </c:pt>
                <c:pt idx="640">
                  <c:v>43376</c:v>
                </c:pt>
                <c:pt idx="641">
                  <c:v>43377</c:v>
                </c:pt>
                <c:pt idx="642">
                  <c:v>43378</c:v>
                </c:pt>
                <c:pt idx="643">
                  <c:v>43379</c:v>
                </c:pt>
                <c:pt idx="644">
                  <c:v>43380</c:v>
                </c:pt>
                <c:pt idx="645">
                  <c:v>43381</c:v>
                </c:pt>
                <c:pt idx="646">
                  <c:v>43382</c:v>
                </c:pt>
                <c:pt idx="647">
                  <c:v>43383</c:v>
                </c:pt>
                <c:pt idx="648">
                  <c:v>43384</c:v>
                </c:pt>
                <c:pt idx="649">
                  <c:v>43385</c:v>
                </c:pt>
                <c:pt idx="650">
                  <c:v>43386</c:v>
                </c:pt>
                <c:pt idx="651">
                  <c:v>43387</c:v>
                </c:pt>
                <c:pt idx="652">
                  <c:v>43388</c:v>
                </c:pt>
                <c:pt idx="653">
                  <c:v>43389</c:v>
                </c:pt>
                <c:pt idx="654">
                  <c:v>43390</c:v>
                </c:pt>
                <c:pt idx="655">
                  <c:v>43391</c:v>
                </c:pt>
                <c:pt idx="656">
                  <c:v>43392</c:v>
                </c:pt>
                <c:pt idx="657">
                  <c:v>43393</c:v>
                </c:pt>
                <c:pt idx="658">
                  <c:v>43394</c:v>
                </c:pt>
                <c:pt idx="659">
                  <c:v>43395</c:v>
                </c:pt>
                <c:pt idx="660">
                  <c:v>43396</c:v>
                </c:pt>
                <c:pt idx="661">
                  <c:v>43397</c:v>
                </c:pt>
                <c:pt idx="662">
                  <c:v>43398</c:v>
                </c:pt>
                <c:pt idx="663">
                  <c:v>43399</c:v>
                </c:pt>
                <c:pt idx="664">
                  <c:v>43400</c:v>
                </c:pt>
                <c:pt idx="665">
                  <c:v>43401</c:v>
                </c:pt>
                <c:pt idx="666">
                  <c:v>43402</c:v>
                </c:pt>
                <c:pt idx="667">
                  <c:v>43403</c:v>
                </c:pt>
                <c:pt idx="668">
                  <c:v>43404</c:v>
                </c:pt>
                <c:pt idx="669">
                  <c:v>43405</c:v>
                </c:pt>
                <c:pt idx="670">
                  <c:v>43406</c:v>
                </c:pt>
                <c:pt idx="671">
                  <c:v>43407</c:v>
                </c:pt>
                <c:pt idx="672">
                  <c:v>43408</c:v>
                </c:pt>
                <c:pt idx="673">
                  <c:v>43409</c:v>
                </c:pt>
                <c:pt idx="674">
                  <c:v>43410</c:v>
                </c:pt>
                <c:pt idx="675">
                  <c:v>43411</c:v>
                </c:pt>
                <c:pt idx="676">
                  <c:v>43412</c:v>
                </c:pt>
                <c:pt idx="677">
                  <c:v>43413</c:v>
                </c:pt>
                <c:pt idx="678">
                  <c:v>43414</c:v>
                </c:pt>
                <c:pt idx="679">
                  <c:v>43415</c:v>
                </c:pt>
                <c:pt idx="680">
                  <c:v>43416</c:v>
                </c:pt>
                <c:pt idx="681">
                  <c:v>43417</c:v>
                </c:pt>
                <c:pt idx="682">
                  <c:v>43418</c:v>
                </c:pt>
                <c:pt idx="683">
                  <c:v>43419</c:v>
                </c:pt>
                <c:pt idx="684">
                  <c:v>43420</c:v>
                </c:pt>
                <c:pt idx="685">
                  <c:v>43421</c:v>
                </c:pt>
                <c:pt idx="686">
                  <c:v>43422</c:v>
                </c:pt>
                <c:pt idx="687">
                  <c:v>43423</c:v>
                </c:pt>
                <c:pt idx="688">
                  <c:v>43424</c:v>
                </c:pt>
                <c:pt idx="689">
                  <c:v>43425</c:v>
                </c:pt>
                <c:pt idx="690">
                  <c:v>43426</c:v>
                </c:pt>
                <c:pt idx="691">
                  <c:v>43427</c:v>
                </c:pt>
                <c:pt idx="692">
                  <c:v>43428</c:v>
                </c:pt>
                <c:pt idx="693">
                  <c:v>43429</c:v>
                </c:pt>
                <c:pt idx="694">
                  <c:v>43430</c:v>
                </c:pt>
                <c:pt idx="695">
                  <c:v>43431</c:v>
                </c:pt>
                <c:pt idx="696">
                  <c:v>43432</c:v>
                </c:pt>
                <c:pt idx="697">
                  <c:v>43433</c:v>
                </c:pt>
                <c:pt idx="698">
                  <c:v>43434</c:v>
                </c:pt>
                <c:pt idx="699">
                  <c:v>43435</c:v>
                </c:pt>
                <c:pt idx="700">
                  <c:v>43436</c:v>
                </c:pt>
                <c:pt idx="701">
                  <c:v>43437</c:v>
                </c:pt>
                <c:pt idx="702">
                  <c:v>43438</c:v>
                </c:pt>
                <c:pt idx="703">
                  <c:v>43439</c:v>
                </c:pt>
                <c:pt idx="704">
                  <c:v>43440</c:v>
                </c:pt>
                <c:pt idx="705">
                  <c:v>43441</c:v>
                </c:pt>
                <c:pt idx="706">
                  <c:v>43442</c:v>
                </c:pt>
                <c:pt idx="707">
                  <c:v>43443</c:v>
                </c:pt>
                <c:pt idx="708">
                  <c:v>43444</c:v>
                </c:pt>
                <c:pt idx="709">
                  <c:v>43445</c:v>
                </c:pt>
                <c:pt idx="710">
                  <c:v>43446</c:v>
                </c:pt>
                <c:pt idx="711">
                  <c:v>43447</c:v>
                </c:pt>
                <c:pt idx="712">
                  <c:v>43448</c:v>
                </c:pt>
                <c:pt idx="713">
                  <c:v>43449</c:v>
                </c:pt>
                <c:pt idx="714">
                  <c:v>43450</c:v>
                </c:pt>
                <c:pt idx="715">
                  <c:v>43451</c:v>
                </c:pt>
                <c:pt idx="716">
                  <c:v>43452</c:v>
                </c:pt>
                <c:pt idx="717">
                  <c:v>43453</c:v>
                </c:pt>
                <c:pt idx="718">
                  <c:v>43454</c:v>
                </c:pt>
                <c:pt idx="719">
                  <c:v>43455</c:v>
                </c:pt>
                <c:pt idx="720">
                  <c:v>43456</c:v>
                </c:pt>
                <c:pt idx="721">
                  <c:v>43457</c:v>
                </c:pt>
                <c:pt idx="722">
                  <c:v>43458</c:v>
                </c:pt>
                <c:pt idx="723">
                  <c:v>43459</c:v>
                </c:pt>
                <c:pt idx="724">
                  <c:v>43460</c:v>
                </c:pt>
                <c:pt idx="725">
                  <c:v>43461</c:v>
                </c:pt>
                <c:pt idx="726">
                  <c:v>43462</c:v>
                </c:pt>
                <c:pt idx="727">
                  <c:v>43463</c:v>
                </c:pt>
                <c:pt idx="728">
                  <c:v>43464</c:v>
                </c:pt>
                <c:pt idx="729">
                  <c:v>43465</c:v>
                </c:pt>
                <c:pt idx="730">
                  <c:v>43466</c:v>
                </c:pt>
                <c:pt idx="731">
                  <c:v>43467</c:v>
                </c:pt>
                <c:pt idx="732">
                  <c:v>43468</c:v>
                </c:pt>
                <c:pt idx="733">
                  <c:v>43469</c:v>
                </c:pt>
                <c:pt idx="734">
                  <c:v>43470</c:v>
                </c:pt>
                <c:pt idx="735">
                  <c:v>43471</c:v>
                </c:pt>
                <c:pt idx="736">
                  <c:v>43472</c:v>
                </c:pt>
                <c:pt idx="737">
                  <c:v>43473</c:v>
                </c:pt>
                <c:pt idx="738">
                  <c:v>43474</c:v>
                </c:pt>
                <c:pt idx="739">
                  <c:v>43475</c:v>
                </c:pt>
                <c:pt idx="740">
                  <c:v>43476</c:v>
                </c:pt>
                <c:pt idx="741">
                  <c:v>43477</c:v>
                </c:pt>
                <c:pt idx="742">
                  <c:v>43478</c:v>
                </c:pt>
                <c:pt idx="743">
                  <c:v>43479</c:v>
                </c:pt>
                <c:pt idx="744">
                  <c:v>43480</c:v>
                </c:pt>
                <c:pt idx="745">
                  <c:v>43481</c:v>
                </c:pt>
                <c:pt idx="746">
                  <c:v>43482</c:v>
                </c:pt>
                <c:pt idx="747">
                  <c:v>43483</c:v>
                </c:pt>
                <c:pt idx="748">
                  <c:v>43484</c:v>
                </c:pt>
                <c:pt idx="749">
                  <c:v>43485</c:v>
                </c:pt>
                <c:pt idx="750">
                  <c:v>43486</c:v>
                </c:pt>
                <c:pt idx="751">
                  <c:v>43487</c:v>
                </c:pt>
                <c:pt idx="752">
                  <c:v>43488</c:v>
                </c:pt>
                <c:pt idx="753">
                  <c:v>43489</c:v>
                </c:pt>
                <c:pt idx="754">
                  <c:v>43490</c:v>
                </c:pt>
                <c:pt idx="755">
                  <c:v>43491</c:v>
                </c:pt>
                <c:pt idx="756">
                  <c:v>43492</c:v>
                </c:pt>
                <c:pt idx="757">
                  <c:v>43493</c:v>
                </c:pt>
                <c:pt idx="758">
                  <c:v>43494</c:v>
                </c:pt>
                <c:pt idx="759">
                  <c:v>43495</c:v>
                </c:pt>
                <c:pt idx="760">
                  <c:v>43496</c:v>
                </c:pt>
                <c:pt idx="761">
                  <c:v>43497</c:v>
                </c:pt>
                <c:pt idx="762">
                  <c:v>43498</c:v>
                </c:pt>
                <c:pt idx="763">
                  <c:v>43499</c:v>
                </c:pt>
                <c:pt idx="764">
                  <c:v>43500</c:v>
                </c:pt>
                <c:pt idx="765">
                  <c:v>43501</c:v>
                </c:pt>
                <c:pt idx="766">
                  <c:v>43502</c:v>
                </c:pt>
                <c:pt idx="767">
                  <c:v>43503</c:v>
                </c:pt>
                <c:pt idx="768">
                  <c:v>43504</c:v>
                </c:pt>
                <c:pt idx="769">
                  <c:v>43505</c:v>
                </c:pt>
                <c:pt idx="770">
                  <c:v>43506</c:v>
                </c:pt>
                <c:pt idx="771">
                  <c:v>43507</c:v>
                </c:pt>
                <c:pt idx="772">
                  <c:v>43508</c:v>
                </c:pt>
                <c:pt idx="773">
                  <c:v>43509</c:v>
                </c:pt>
                <c:pt idx="774">
                  <c:v>43510</c:v>
                </c:pt>
                <c:pt idx="775">
                  <c:v>43511</c:v>
                </c:pt>
                <c:pt idx="776">
                  <c:v>43512</c:v>
                </c:pt>
                <c:pt idx="777">
                  <c:v>43513</c:v>
                </c:pt>
                <c:pt idx="778">
                  <c:v>43514</c:v>
                </c:pt>
                <c:pt idx="779">
                  <c:v>43515</c:v>
                </c:pt>
                <c:pt idx="780">
                  <c:v>43516</c:v>
                </c:pt>
                <c:pt idx="781">
                  <c:v>43517</c:v>
                </c:pt>
                <c:pt idx="782">
                  <c:v>43518</c:v>
                </c:pt>
                <c:pt idx="783">
                  <c:v>43519</c:v>
                </c:pt>
                <c:pt idx="784">
                  <c:v>43520</c:v>
                </c:pt>
                <c:pt idx="785">
                  <c:v>43521</c:v>
                </c:pt>
                <c:pt idx="786">
                  <c:v>43522</c:v>
                </c:pt>
                <c:pt idx="787">
                  <c:v>43523</c:v>
                </c:pt>
                <c:pt idx="788">
                  <c:v>43524</c:v>
                </c:pt>
                <c:pt idx="789">
                  <c:v>43525</c:v>
                </c:pt>
                <c:pt idx="790">
                  <c:v>43526</c:v>
                </c:pt>
                <c:pt idx="791">
                  <c:v>43527</c:v>
                </c:pt>
                <c:pt idx="792">
                  <c:v>43528</c:v>
                </c:pt>
                <c:pt idx="793">
                  <c:v>43529</c:v>
                </c:pt>
                <c:pt idx="794">
                  <c:v>43530</c:v>
                </c:pt>
                <c:pt idx="795">
                  <c:v>43531</c:v>
                </c:pt>
                <c:pt idx="796">
                  <c:v>43532</c:v>
                </c:pt>
                <c:pt idx="797">
                  <c:v>43533</c:v>
                </c:pt>
                <c:pt idx="798">
                  <c:v>43534</c:v>
                </c:pt>
                <c:pt idx="799">
                  <c:v>43535</c:v>
                </c:pt>
                <c:pt idx="800">
                  <c:v>43536</c:v>
                </c:pt>
                <c:pt idx="801">
                  <c:v>43537</c:v>
                </c:pt>
                <c:pt idx="802">
                  <c:v>43538</c:v>
                </c:pt>
                <c:pt idx="803">
                  <c:v>43539</c:v>
                </c:pt>
                <c:pt idx="804">
                  <c:v>43540</c:v>
                </c:pt>
                <c:pt idx="805">
                  <c:v>43541</c:v>
                </c:pt>
                <c:pt idx="806">
                  <c:v>43542</c:v>
                </c:pt>
                <c:pt idx="807">
                  <c:v>43543</c:v>
                </c:pt>
                <c:pt idx="808">
                  <c:v>43544</c:v>
                </c:pt>
                <c:pt idx="809">
                  <c:v>43545</c:v>
                </c:pt>
                <c:pt idx="810">
                  <c:v>43546</c:v>
                </c:pt>
                <c:pt idx="811">
                  <c:v>43547</c:v>
                </c:pt>
                <c:pt idx="812">
                  <c:v>43548</c:v>
                </c:pt>
                <c:pt idx="813">
                  <c:v>43549</c:v>
                </c:pt>
                <c:pt idx="814">
                  <c:v>43550</c:v>
                </c:pt>
                <c:pt idx="815">
                  <c:v>43551</c:v>
                </c:pt>
                <c:pt idx="816">
                  <c:v>43552</c:v>
                </c:pt>
                <c:pt idx="817">
                  <c:v>43553</c:v>
                </c:pt>
                <c:pt idx="818">
                  <c:v>43554</c:v>
                </c:pt>
                <c:pt idx="819">
                  <c:v>43555</c:v>
                </c:pt>
                <c:pt idx="820">
                  <c:v>43556</c:v>
                </c:pt>
                <c:pt idx="821">
                  <c:v>43557</c:v>
                </c:pt>
                <c:pt idx="822">
                  <c:v>43558</c:v>
                </c:pt>
                <c:pt idx="823">
                  <c:v>43559</c:v>
                </c:pt>
                <c:pt idx="824">
                  <c:v>43560</c:v>
                </c:pt>
                <c:pt idx="825">
                  <c:v>43561</c:v>
                </c:pt>
                <c:pt idx="826">
                  <c:v>43562</c:v>
                </c:pt>
                <c:pt idx="827">
                  <c:v>43563</c:v>
                </c:pt>
                <c:pt idx="828">
                  <c:v>43564</c:v>
                </c:pt>
                <c:pt idx="829">
                  <c:v>43565</c:v>
                </c:pt>
                <c:pt idx="830">
                  <c:v>43566</c:v>
                </c:pt>
                <c:pt idx="831">
                  <c:v>43567</c:v>
                </c:pt>
                <c:pt idx="832">
                  <c:v>43568</c:v>
                </c:pt>
                <c:pt idx="833">
                  <c:v>43569</c:v>
                </c:pt>
                <c:pt idx="834">
                  <c:v>43570</c:v>
                </c:pt>
                <c:pt idx="835">
                  <c:v>43571</c:v>
                </c:pt>
                <c:pt idx="836">
                  <c:v>43572</c:v>
                </c:pt>
                <c:pt idx="837">
                  <c:v>43573</c:v>
                </c:pt>
                <c:pt idx="838">
                  <c:v>43574</c:v>
                </c:pt>
                <c:pt idx="839">
                  <c:v>43575</c:v>
                </c:pt>
                <c:pt idx="840">
                  <c:v>43576</c:v>
                </c:pt>
                <c:pt idx="841">
                  <c:v>43577</c:v>
                </c:pt>
                <c:pt idx="842">
                  <c:v>43578</c:v>
                </c:pt>
                <c:pt idx="843">
                  <c:v>43579</c:v>
                </c:pt>
                <c:pt idx="844">
                  <c:v>43580</c:v>
                </c:pt>
                <c:pt idx="845">
                  <c:v>43581</c:v>
                </c:pt>
                <c:pt idx="846">
                  <c:v>43582</c:v>
                </c:pt>
                <c:pt idx="847">
                  <c:v>43583</c:v>
                </c:pt>
                <c:pt idx="848">
                  <c:v>43584</c:v>
                </c:pt>
                <c:pt idx="849">
                  <c:v>43585</c:v>
                </c:pt>
                <c:pt idx="850">
                  <c:v>43586</c:v>
                </c:pt>
                <c:pt idx="851">
                  <c:v>43587</c:v>
                </c:pt>
                <c:pt idx="852">
                  <c:v>43588</c:v>
                </c:pt>
                <c:pt idx="853">
                  <c:v>43589</c:v>
                </c:pt>
                <c:pt idx="854">
                  <c:v>43590</c:v>
                </c:pt>
                <c:pt idx="855">
                  <c:v>43591</c:v>
                </c:pt>
                <c:pt idx="856">
                  <c:v>43592</c:v>
                </c:pt>
                <c:pt idx="857">
                  <c:v>43593</c:v>
                </c:pt>
                <c:pt idx="858">
                  <c:v>43594</c:v>
                </c:pt>
                <c:pt idx="859">
                  <c:v>43595</c:v>
                </c:pt>
                <c:pt idx="860">
                  <c:v>43596</c:v>
                </c:pt>
                <c:pt idx="861">
                  <c:v>43597</c:v>
                </c:pt>
                <c:pt idx="862">
                  <c:v>43598</c:v>
                </c:pt>
                <c:pt idx="863">
                  <c:v>43599</c:v>
                </c:pt>
                <c:pt idx="864">
                  <c:v>43600</c:v>
                </c:pt>
                <c:pt idx="865">
                  <c:v>43601</c:v>
                </c:pt>
                <c:pt idx="866">
                  <c:v>43602</c:v>
                </c:pt>
                <c:pt idx="867">
                  <c:v>43603</c:v>
                </c:pt>
                <c:pt idx="868">
                  <c:v>43604</c:v>
                </c:pt>
                <c:pt idx="869">
                  <c:v>43605</c:v>
                </c:pt>
                <c:pt idx="870">
                  <c:v>43606</c:v>
                </c:pt>
                <c:pt idx="871">
                  <c:v>43607</c:v>
                </c:pt>
                <c:pt idx="872">
                  <c:v>43608</c:v>
                </c:pt>
                <c:pt idx="873">
                  <c:v>43609</c:v>
                </c:pt>
                <c:pt idx="874">
                  <c:v>43610</c:v>
                </c:pt>
                <c:pt idx="875">
                  <c:v>43611</c:v>
                </c:pt>
                <c:pt idx="876">
                  <c:v>43612</c:v>
                </c:pt>
                <c:pt idx="877">
                  <c:v>43613</c:v>
                </c:pt>
                <c:pt idx="878">
                  <c:v>43614</c:v>
                </c:pt>
                <c:pt idx="879">
                  <c:v>43615</c:v>
                </c:pt>
                <c:pt idx="880">
                  <c:v>43616</c:v>
                </c:pt>
                <c:pt idx="881">
                  <c:v>43617</c:v>
                </c:pt>
                <c:pt idx="882">
                  <c:v>43618</c:v>
                </c:pt>
                <c:pt idx="883">
                  <c:v>43619</c:v>
                </c:pt>
                <c:pt idx="884">
                  <c:v>43620</c:v>
                </c:pt>
                <c:pt idx="885">
                  <c:v>43621</c:v>
                </c:pt>
                <c:pt idx="886">
                  <c:v>43622</c:v>
                </c:pt>
                <c:pt idx="887">
                  <c:v>43623</c:v>
                </c:pt>
                <c:pt idx="888">
                  <c:v>43624</c:v>
                </c:pt>
                <c:pt idx="889">
                  <c:v>43625</c:v>
                </c:pt>
                <c:pt idx="890">
                  <c:v>43626</c:v>
                </c:pt>
                <c:pt idx="891">
                  <c:v>43627</c:v>
                </c:pt>
                <c:pt idx="892">
                  <c:v>43628</c:v>
                </c:pt>
                <c:pt idx="893">
                  <c:v>43629</c:v>
                </c:pt>
                <c:pt idx="894">
                  <c:v>43630</c:v>
                </c:pt>
                <c:pt idx="895">
                  <c:v>43631</c:v>
                </c:pt>
                <c:pt idx="896">
                  <c:v>43632</c:v>
                </c:pt>
                <c:pt idx="897">
                  <c:v>43633</c:v>
                </c:pt>
                <c:pt idx="898">
                  <c:v>43634</c:v>
                </c:pt>
                <c:pt idx="899">
                  <c:v>43635</c:v>
                </c:pt>
                <c:pt idx="900">
                  <c:v>43636</c:v>
                </c:pt>
                <c:pt idx="901">
                  <c:v>43637</c:v>
                </c:pt>
                <c:pt idx="902">
                  <c:v>43638</c:v>
                </c:pt>
                <c:pt idx="903">
                  <c:v>43639</c:v>
                </c:pt>
                <c:pt idx="904">
                  <c:v>43640</c:v>
                </c:pt>
                <c:pt idx="905">
                  <c:v>43641</c:v>
                </c:pt>
                <c:pt idx="906">
                  <c:v>43642</c:v>
                </c:pt>
                <c:pt idx="907">
                  <c:v>43643</c:v>
                </c:pt>
                <c:pt idx="908">
                  <c:v>43644</c:v>
                </c:pt>
                <c:pt idx="909">
                  <c:v>43645</c:v>
                </c:pt>
                <c:pt idx="910">
                  <c:v>43646</c:v>
                </c:pt>
                <c:pt idx="911">
                  <c:v>43647</c:v>
                </c:pt>
                <c:pt idx="912">
                  <c:v>43648</c:v>
                </c:pt>
                <c:pt idx="913">
                  <c:v>43649</c:v>
                </c:pt>
                <c:pt idx="914">
                  <c:v>43650</c:v>
                </c:pt>
                <c:pt idx="915">
                  <c:v>43651</c:v>
                </c:pt>
                <c:pt idx="916">
                  <c:v>43652</c:v>
                </c:pt>
                <c:pt idx="917">
                  <c:v>43653</c:v>
                </c:pt>
                <c:pt idx="918">
                  <c:v>43654</c:v>
                </c:pt>
                <c:pt idx="919">
                  <c:v>43655</c:v>
                </c:pt>
                <c:pt idx="920">
                  <c:v>43656</c:v>
                </c:pt>
                <c:pt idx="921">
                  <c:v>43657</c:v>
                </c:pt>
                <c:pt idx="922">
                  <c:v>43658</c:v>
                </c:pt>
                <c:pt idx="923">
                  <c:v>43659</c:v>
                </c:pt>
                <c:pt idx="924">
                  <c:v>43660</c:v>
                </c:pt>
                <c:pt idx="925">
                  <c:v>43661</c:v>
                </c:pt>
                <c:pt idx="926">
                  <c:v>43662</c:v>
                </c:pt>
                <c:pt idx="927">
                  <c:v>43663</c:v>
                </c:pt>
                <c:pt idx="928">
                  <c:v>43664</c:v>
                </c:pt>
                <c:pt idx="929">
                  <c:v>43665</c:v>
                </c:pt>
                <c:pt idx="930">
                  <c:v>43666</c:v>
                </c:pt>
                <c:pt idx="931">
                  <c:v>43667</c:v>
                </c:pt>
                <c:pt idx="932">
                  <c:v>43668</c:v>
                </c:pt>
                <c:pt idx="933">
                  <c:v>43669</c:v>
                </c:pt>
                <c:pt idx="934">
                  <c:v>43670</c:v>
                </c:pt>
                <c:pt idx="935">
                  <c:v>43671</c:v>
                </c:pt>
                <c:pt idx="936">
                  <c:v>43672</c:v>
                </c:pt>
                <c:pt idx="937">
                  <c:v>43673</c:v>
                </c:pt>
                <c:pt idx="938">
                  <c:v>43674</c:v>
                </c:pt>
                <c:pt idx="939">
                  <c:v>43675</c:v>
                </c:pt>
                <c:pt idx="940">
                  <c:v>43676</c:v>
                </c:pt>
                <c:pt idx="941">
                  <c:v>43677</c:v>
                </c:pt>
                <c:pt idx="942">
                  <c:v>43678</c:v>
                </c:pt>
                <c:pt idx="943">
                  <c:v>43679</c:v>
                </c:pt>
                <c:pt idx="944">
                  <c:v>43680</c:v>
                </c:pt>
                <c:pt idx="945">
                  <c:v>43681</c:v>
                </c:pt>
                <c:pt idx="946">
                  <c:v>43682</c:v>
                </c:pt>
                <c:pt idx="947">
                  <c:v>43683</c:v>
                </c:pt>
                <c:pt idx="948">
                  <c:v>43684</c:v>
                </c:pt>
                <c:pt idx="949">
                  <c:v>43685</c:v>
                </c:pt>
                <c:pt idx="950">
                  <c:v>43686</c:v>
                </c:pt>
                <c:pt idx="951">
                  <c:v>43687</c:v>
                </c:pt>
                <c:pt idx="952">
                  <c:v>43688</c:v>
                </c:pt>
                <c:pt idx="953">
                  <c:v>43689</c:v>
                </c:pt>
                <c:pt idx="954">
                  <c:v>43690</c:v>
                </c:pt>
                <c:pt idx="955">
                  <c:v>43691</c:v>
                </c:pt>
                <c:pt idx="956">
                  <c:v>43692</c:v>
                </c:pt>
                <c:pt idx="957">
                  <c:v>43693</c:v>
                </c:pt>
                <c:pt idx="958">
                  <c:v>43694</c:v>
                </c:pt>
                <c:pt idx="959">
                  <c:v>43695</c:v>
                </c:pt>
                <c:pt idx="960">
                  <c:v>43696</c:v>
                </c:pt>
                <c:pt idx="961">
                  <c:v>43697</c:v>
                </c:pt>
                <c:pt idx="962">
                  <c:v>43698</c:v>
                </c:pt>
                <c:pt idx="963">
                  <c:v>43699</c:v>
                </c:pt>
                <c:pt idx="964">
                  <c:v>43700</c:v>
                </c:pt>
                <c:pt idx="965">
                  <c:v>43701</c:v>
                </c:pt>
                <c:pt idx="966">
                  <c:v>43702</c:v>
                </c:pt>
                <c:pt idx="967">
                  <c:v>43703</c:v>
                </c:pt>
                <c:pt idx="968">
                  <c:v>43704</c:v>
                </c:pt>
                <c:pt idx="969">
                  <c:v>43705</c:v>
                </c:pt>
                <c:pt idx="970">
                  <c:v>43706</c:v>
                </c:pt>
                <c:pt idx="971">
                  <c:v>43707</c:v>
                </c:pt>
                <c:pt idx="972">
                  <c:v>43708</c:v>
                </c:pt>
                <c:pt idx="973">
                  <c:v>43709</c:v>
                </c:pt>
                <c:pt idx="974">
                  <c:v>43710</c:v>
                </c:pt>
                <c:pt idx="975">
                  <c:v>43711</c:v>
                </c:pt>
                <c:pt idx="976">
                  <c:v>43712</c:v>
                </c:pt>
                <c:pt idx="977">
                  <c:v>43713</c:v>
                </c:pt>
                <c:pt idx="978">
                  <c:v>43714</c:v>
                </c:pt>
                <c:pt idx="979">
                  <c:v>43715</c:v>
                </c:pt>
                <c:pt idx="980">
                  <c:v>43716</c:v>
                </c:pt>
                <c:pt idx="981">
                  <c:v>43717</c:v>
                </c:pt>
                <c:pt idx="982">
                  <c:v>43718</c:v>
                </c:pt>
                <c:pt idx="983">
                  <c:v>43719</c:v>
                </c:pt>
                <c:pt idx="984">
                  <c:v>43720</c:v>
                </c:pt>
                <c:pt idx="985">
                  <c:v>43721</c:v>
                </c:pt>
                <c:pt idx="986">
                  <c:v>43722</c:v>
                </c:pt>
                <c:pt idx="987">
                  <c:v>43723</c:v>
                </c:pt>
                <c:pt idx="988">
                  <c:v>43724</c:v>
                </c:pt>
                <c:pt idx="989">
                  <c:v>43725</c:v>
                </c:pt>
                <c:pt idx="990">
                  <c:v>43726</c:v>
                </c:pt>
                <c:pt idx="991">
                  <c:v>43727</c:v>
                </c:pt>
                <c:pt idx="992">
                  <c:v>43728</c:v>
                </c:pt>
                <c:pt idx="993">
                  <c:v>43729</c:v>
                </c:pt>
                <c:pt idx="994">
                  <c:v>43730</c:v>
                </c:pt>
                <c:pt idx="995">
                  <c:v>43731</c:v>
                </c:pt>
                <c:pt idx="996">
                  <c:v>43732</c:v>
                </c:pt>
                <c:pt idx="997">
                  <c:v>43733</c:v>
                </c:pt>
                <c:pt idx="998">
                  <c:v>43734</c:v>
                </c:pt>
                <c:pt idx="999">
                  <c:v>43735</c:v>
                </c:pt>
                <c:pt idx="1000">
                  <c:v>43736</c:v>
                </c:pt>
                <c:pt idx="1001">
                  <c:v>43737</c:v>
                </c:pt>
                <c:pt idx="1002">
                  <c:v>43738</c:v>
                </c:pt>
                <c:pt idx="1003">
                  <c:v>43739</c:v>
                </c:pt>
                <c:pt idx="1004">
                  <c:v>43740</c:v>
                </c:pt>
                <c:pt idx="1005">
                  <c:v>43741</c:v>
                </c:pt>
                <c:pt idx="1006">
                  <c:v>43742</c:v>
                </c:pt>
                <c:pt idx="1007">
                  <c:v>43743</c:v>
                </c:pt>
                <c:pt idx="1008">
                  <c:v>43744</c:v>
                </c:pt>
                <c:pt idx="1009">
                  <c:v>43745</c:v>
                </c:pt>
                <c:pt idx="1010">
                  <c:v>43746</c:v>
                </c:pt>
                <c:pt idx="1011">
                  <c:v>43747</c:v>
                </c:pt>
                <c:pt idx="1012">
                  <c:v>43748</c:v>
                </c:pt>
                <c:pt idx="1013">
                  <c:v>43749</c:v>
                </c:pt>
                <c:pt idx="1014">
                  <c:v>43750</c:v>
                </c:pt>
                <c:pt idx="1015">
                  <c:v>43751</c:v>
                </c:pt>
                <c:pt idx="1016">
                  <c:v>43752</c:v>
                </c:pt>
                <c:pt idx="1017">
                  <c:v>43753</c:v>
                </c:pt>
                <c:pt idx="1018">
                  <c:v>43754</c:v>
                </c:pt>
                <c:pt idx="1019">
                  <c:v>43755</c:v>
                </c:pt>
                <c:pt idx="1020">
                  <c:v>43756</c:v>
                </c:pt>
                <c:pt idx="1021">
                  <c:v>43757</c:v>
                </c:pt>
                <c:pt idx="1022">
                  <c:v>43758</c:v>
                </c:pt>
                <c:pt idx="1023">
                  <c:v>43759</c:v>
                </c:pt>
                <c:pt idx="1024">
                  <c:v>43760</c:v>
                </c:pt>
                <c:pt idx="1025">
                  <c:v>43761</c:v>
                </c:pt>
                <c:pt idx="1026">
                  <c:v>43762</c:v>
                </c:pt>
                <c:pt idx="1027">
                  <c:v>43763</c:v>
                </c:pt>
                <c:pt idx="1028">
                  <c:v>43764</c:v>
                </c:pt>
                <c:pt idx="1029">
                  <c:v>43765</c:v>
                </c:pt>
                <c:pt idx="1030">
                  <c:v>43766</c:v>
                </c:pt>
                <c:pt idx="1031">
                  <c:v>43767</c:v>
                </c:pt>
                <c:pt idx="1032">
                  <c:v>43768</c:v>
                </c:pt>
                <c:pt idx="1033">
                  <c:v>43769</c:v>
                </c:pt>
                <c:pt idx="1034">
                  <c:v>43770</c:v>
                </c:pt>
                <c:pt idx="1035">
                  <c:v>43771</c:v>
                </c:pt>
                <c:pt idx="1036">
                  <c:v>43772</c:v>
                </c:pt>
                <c:pt idx="1037">
                  <c:v>43773</c:v>
                </c:pt>
                <c:pt idx="1038">
                  <c:v>43774</c:v>
                </c:pt>
                <c:pt idx="1039">
                  <c:v>43775</c:v>
                </c:pt>
                <c:pt idx="1040">
                  <c:v>43776</c:v>
                </c:pt>
                <c:pt idx="1041">
                  <c:v>43777</c:v>
                </c:pt>
                <c:pt idx="1042">
                  <c:v>43778</c:v>
                </c:pt>
                <c:pt idx="1043">
                  <c:v>43779</c:v>
                </c:pt>
                <c:pt idx="1044">
                  <c:v>43780</c:v>
                </c:pt>
                <c:pt idx="1045">
                  <c:v>43781</c:v>
                </c:pt>
                <c:pt idx="1046">
                  <c:v>43782</c:v>
                </c:pt>
                <c:pt idx="1047">
                  <c:v>43783</c:v>
                </c:pt>
                <c:pt idx="1048">
                  <c:v>43784</c:v>
                </c:pt>
                <c:pt idx="1049">
                  <c:v>43785</c:v>
                </c:pt>
                <c:pt idx="1050">
                  <c:v>43786</c:v>
                </c:pt>
                <c:pt idx="1051">
                  <c:v>43787</c:v>
                </c:pt>
                <c:pt idx="1052">
                  <c:v>43788</c:v>
                </c:pt>
                <c:pt idx="1053">
                  <c:v>43789</c:v>
                </c:pt>
                <c:pt idx="1054">
                  <c:v>43790</c:v>
                </c:pt>
                <c:pt idx="1055">
                  <c:v>43791</c:v>
                </c:pt>
                <c:pt idx="1056">
                  <c:v>43792</c:v>
                </c:pt>
                <c:pt idx="1057">
                  <c:v>43793</c:v>
                </c:pt>
                <c:pt idx="1058">
                  <c:v>43794</c:v>
                </c:pt>
                <c:pt idx="1059">
                  <c:v>43795</c:v>
                </c:pt>
                <c:pt idx="1060">
                  <c:v>43796</c:v>
                </c:pt>
                <c:pt idx="1061">
                  <c:v>43797</c:v>
                </c:pt>
                <c:pt idx="1062">
                  <c:v>43798</c:v>
                </c:pt>
                <c:pt idx="1063">
                  <c:v>43799</c:v>
                </c:pt>
                <c:pt idx="1064">
                  <c:v>43800</c:v>
                </c:pt>
                <c:pt idx="1065">
                  <c:v>43801</c:v>
                </c:pt>
                <c:pt idx="1066">
                  <c:v>43802</c:v>
                </c:pt>
                <c:pt idx="1067">
                  <c:v>43803</c:v>
                </c:pt>
                <c:pt idx="1068">
                  <c:v>43804</c:v>
                </c:pt>
                <c:pt idx="1069">
                  <c:v>43805</c:v>
                </c:pt>
                <c:pt idx="1070">
                  <c:v>43806</c:v>
                </c:pt>
                <c:pt idx="1071">
                  <c:v>43807</c:v>
                </c:pt>
                <c:pt idx="1072">
                  <c:v>43808</c:v>
                </c:pt>
                <c:pt idx="1073">
                  <c:v>43809</c:v>
                </c:pt>
                <c:pt idx="1074">
                  <c:v>43810</c:v>
                </c:pt>
                <c:pt idx="1075">
                  <c:v>43811</c:v>
                </c:pt>
                <c:pt idx="1076">
                  <c:v>43812</c:v>
                </c:pt>
                <c:pt idx="1077">
                  <c:v>43813</c:v>
                </c:pt>
                <c:pt idx="1078">
                  <c:v>43814</c:v>
                </c:pt>
                <c:pt idx="1079">
                  <c:v>43815</c:v>
                </c:pt>
                <c:pt idx="1080">
                  <c:v>43816</c:v>
                </c:pt>
                <c:pt idx="1081">
                  <c:v>43817</c:v>
                </c:pt>
                <c:pt idx="1082">
                  <c:v>43818</c:v>
                </c:pt>
                <c:pt idx="1083">
                  <c:v>43819</c:v>
                </c:pt>
                <c:pt idx="1084">
                  <c:v>43820</c:v>
                </c:pt>
                <c:pt idx="1085">
                  <c:v>43821</c:v>
                </c:pt>
                <c:pt idx="1086">
                  <c:v>43822</c:v>
                </c:pt>
                <c:pt idx="1087">
                  <c:v>43823</c:v>
                </c:pt>
                <c:pt idx="1088">
                  <c:v>43824</c:v>
                </c:pt>
                <c:pt idx="1089">
                  <c:v>43825</c:v>
                </c:pt>
                <c:pt idx="1090">
                  <c:v>43826</c:v>
                </c:pt>
                <c:pt idx="1091">
                  <c:v>43827</c:v>
                </c:pt>
                <c:pt idx="1092">
                  <c:v>43828</c:v>
                </c:pt>
                <c:pt idx="1093">
                  <c:v>43829</c:v>
                </c:pt>
                <c:pt idx="1094">
                  <c:v>43830</c:v>
                </c:pt>
                <c:pt idx="1095">
                  <c:v>43831</c:v>
                </c:pt>
                <c:pt idx="1096">
                  <c:v>43832</c:v>
                </c:pt>
                <c:pt idx="1097">
                  <c:v>43833</c:v>
                </c:pt>
                <c:pt idx="1098">
                  <c:v>43834</c:v>
                </c:pt>
                <c:pt idx="1099">
                  <c:v>43835</c:v>
                </c:pt>
                <c:pt idx="1100">
                  <c:v>43836</c:v>
                </c:pt>
                <c:pt idx="1101">
                  <c:v>43837</c:v>
                </c:pt>
                <c:pt idx="1102">
                  <c:v>43838</c:v>
                </c:pt>
                <c:pt idx="1103">
                  <c:v>43839</c:v>
                </c:pt>
                <c:pt idx="1104">
                  <c:v>43840</c:v>
                </c:pt>
                <c:pt idx="1105">
                  <c:v>43841</c:v>
                </c:pt>
                <c:pt idx="1106">
                  <c:v>43842</c:v>
                </c:pt>
                <c:pt idx="1107">
                  <c:v>43843</c:v>
                </c:pt>
                <c:pt idx="1108">
                  <c:v>43844</c:v>
                </c:pt>
                <c:pt idx="1109">
                  <c:v>43845</c:v>
                </c:pt>
                <c:pt idx="1110">
                  <c:v>43846</c:v>
                </c:pt>
                <c:pt idx="1111">
                  <c:v>43847</c:v>
                </c:pt>
                <c:pt idx="1112">
                  <c:v>43848</c:v>
                </c:pt>
                <c:pt idx="1113">
                  <c:v>43849</c:v>
                </c:pt>
                <c:pt idx="1114">
                  <c:v>43850</c:v>
                </c:pt>
                <c:pt idx="1115">
                  <c:v>43851</c:v>
                </c:pt>
                <c:pt idx="1116">
                  <c:v>43852</c:v>
                </c:pt>
                <c:pt idx="1117">
                  <c:v>43853</c:v>
                </c:pt>
                <c:pt idx="1118">
                  <c:v>43854</c:v>
                </c:pt>
                <c:pt idx="1119">
                  <c:v>43855</c:v>
                </c:pt>
                <c:pt idx="1120">
                  <c:v>43856</c:v>
                </c:pt>
                <c:pt idx="1121">
                  <c:v>43857</c:v>
                </c:pt>
                <c:pt idx="1122">
                  <c:v>43858</c:v>
                </c:pt>
                <c:pt idx="1123">
                  <c:v>43859</c:v>
                </c:pt>
                <c:pt idx="1124">
                  <c:v>43860</c:v>
                </c:pt>
                <c:pt idx="1125">
                  <c:v>43861</c:v>
                </c:pt>
                <c:pt idx="1126">
                  <c:v>43862</c:v>
                </c:pt>
                <c:pt idx="1127">
                  <c:v>43863</c:v>
                </c:pt>
                <c:pt idx="1128">
                  <c:v>43864</c:v>
                </c:pt>
                <c:pt idx="1129">
                  <c:v>43865</c:v>
                </c:pt>
                <c:pt idx="1130">
                  <c:v>43866</c:v>
                </c:pt>
                <c:pt idx="1131">
                  <c:v>43867</c:v>
                </c:pt>
                <c:pt idx="1132">
                  <c:v>43868</c:v>
                </c:pt>
                <c:pt idx="1133">
                  <c:v>43869</c:v>
                </c:pt>
                <c:pt idx="1134">
                  <c:v>43870</c:v>
                </c:pt>
                <c:pt idx="1135">
                  <c:v>43871</c:v>
                </c:pt>
                <c:pt idx="1136">
                  <c:v>43872</c:v>
                </c:pt>
                <c:pt idx="1137">
                  <c:v>43873</c:v>
                </c:pt>
                <c:pt idx="1138">
                  <c:v>43874</c:v>
                </c:pt>
                <c:pt idx="1139">
                  <c:v>43875</c:v>
                </c:pt>
                <c:pt idx="1140">
                  <c:v>43876</c:v>
                </c:pt>
                <c:pt idx="1141">
                  <c:v>43877</c:v>
                </c:pt>
                <c:pt idx="1142">
                  <c:v>43878</c:v>
                </c:pt>
                <c:pt idx="1143">
                  <c:v>43879</c:v>
                </c:pt>
                <c:pt idx="1144">
                  <c:v>43880</c:v>
                </c:pt>
                <c:pt idx="1145">
                  <c:v>43881</c:v>
                </c:pt>
                <c:pt idx="1146">
                  <c:v>43882</c:v>
                </c:pt>
                <c:pt idx="1147">
                  <c:v>43883</c:v>
                </c:pt>
                <c:pt idx="1148">
                  <c:v>43884</c:v>
                </c:pt>
                <c:pt idx="1149">
                  <c:v>43885</c:v>
                </c:pt>
                <c:pt idx="1150">
                  <c:v>43886</c:v>
                </c:pt>
                <c:pt idx="1151">
                  <c:v>43887</c:v>
                </c:pt>
                <c:pt idx="1152">
                  <c:v>43888</c:v>
                </c:pt>
                <c:pt idx="1153">
                  <c:v>43889</c:v>
                </c:pt>
                <c:pt idx="1154">
                  <c:v>43890</c:v>
                </c:pt>
                <c:pt idx="1155">
                  <c:v>43891</c:v>
                </c:pt>
                <c:pt idx="1156">
                  <c:v>43892</c:v>
                </c:pt>
                <c:pt idx="1157">
                  <c:v>43893</c:v>
                </c:pt>
                <c:pt idx="1158">
                  <c:v>43894</c:v>
                </c:pt>
                <c:pt idx="1159">
                  <c:v>43895</c:v>
                </c:pt>
                <c:pt idx="1160">
                  <c:v>43896</c:v>
                </c:pt>
                <c:pt idx="1161">
                  <c:v>43897</c:v>
                </c:pt>
                <c:pt idx="1162">
                  <c:v>43898</c:v>
                </c:pt>
                <c:pt idx="1163">
                  <c:v>43899</c:v>
                </c:pt>
                <c:pt idx="1164">
                  <c:v>43900</c:v>
                </c:pt>
                <c:pt idx="1165">
                  <c:v>43901</c:v>
                </c:pt>
                <c:pt idx="1166">
                  <c:v>43902</c:v>
                </c:pt>
                <c:pt idx="1167">
                  <c:v>43903</c:v>
                </c:pt>
                <c:pt idx="1168">
                  <c:v>43904</c:v>
                </c:pt>
                <c:pt idx="1169">
                  <c:v>43905</c:v>
                </c:pt>
                <c:pt idx="1170">
                  <c:v>43906</c:v>
                </c:pt>
                <c:pt idx="1171">
                  <c:v>43907</c:v>
                </c:pt>
                <c:pt idx="1172">
                  <c:v>43908</c:v>
                </c:pt>
                <c:pt idx="1173">
                  <c:v>43909</c:v>
                </c:pt>
                <c:pt idx="1174">
                  <c:v>43910</c:v>
                </c:pt>
                <c:pt idx="1175">
                  <c:v>43911</c:v>
                </c:pt>
                <c:pt idx="1176">
                  <c:v>43912</c:v>
                </c:pt>
                <c:pt idx="1177">
                  <c:v>43913</c:v>
                </c:pt>
                <c:pt idx="1178">
                  <c:v>43914</c:v>
                </c:pt>
                <c:pt idx="1179">
                  <c:v>43915</c:v>
                </c:pt>
                <c:pt idx="1180">
                  <c:v>43916</c:v>
                </c:pt>
                <c:pt idx="1181">
                  <c:v>43917</c:v>
                </c:pt>
                <c:pt idx="1182">
                  <c:v>43918</c:v>
                </c:pt>
                <c:pt idx="1183">
                  <c:v>43919</c:v>
                </c:pt>
                <c:pt idx="1184">
                  <c:v>43920</c:v>
                </c:pt>
                <c:pt idx="1185">
                  <c:v>43921</c:v>
                </c:pt>
                <c:pt idx="1186">
                  <c:v>43922</c:v>
                </c:pt>
                <c:pt idx="1187">
                  <c:v>43923</c:v>
                </c:pt>
                <c:pt idx="1188">
                  <c:v>43924</c:v>
                </c:pt>
                <c:pt idx="1189">
                  <c:v>43925</c:v>
                </c:pt>
                <c:pt idx="1190">
                  <c:v>43926</c:v>
                </c:pt>
                <c:pt idx="1191">
                  <c:v>43927</c:v>
                </c:pt>
                <c:pt idx="1192">
                  <c:v>43928</c:v>
                </c:pt>
                <c:pt idx="1193">
                  <c:v>43929</c:v>
                </c:pt>
                <c:pt idx="1194">
                  <c:v>43930</c:v>
                </c:pt>
                <c:pt idx="1195">
                  <c:v>43931</c:v>
                </c:pt>
                <c:pt idx="1196">
                  <c:v>43932</c:v>
                </c:pt>
                <c:pt idx="1197">
                  <c:v>43933</c:v>
                </c:pt>
                <c:pt idx="1198">
                  <c:v>43934</c:v>
                </c:pt>
                <c:pt idx="1199">
                  <c:v>43935</c:v>
                </c:pt>
                <c:pt idx="1200">
                  <c:v>43936</c:v>
                </c:pt>
                <c:pt idx="1201">
                  <c:v>43937</c:v>
                </c:pt>
                <c:pt idx="1202">
                  <c:v>43938</c:v>
                </c:pt>
                <c:pt idx="1203">
                  <c:v>43939</c:v>
                </c:pt>
                <c:pt idx="1204">
                  <c:v>43940</c:v>
                </c:pt>
                <c:pt idx="1205">
                  <c:v>43941</c:v>
                </c:pt>
                <c:pt idx="1206">
                  <c:v>43942</c:v>
                </c:pt>
                <c:pt idx="1207">
                  <c:v>43943</c:v>
                </c:pt>
                <c:pt idx="1208">
                  <c:v>43944</c:v>
                </c:pt>
                <c:pt idx="1209">
                  <c:v>43945</c:v>
                </c:pt>
                <c:pt idx="1210">
                  <c:v>43946</c:v>
                </c:pt>
                <c:pt idx="1211">
                  <c:v>43947</c:v>
                </c:pt>
                <c:pt idx="1212">
                  <c:v>43948</c:v>
                </c:pt>
                <c:pt idx="1213">
                  <c:v>43949</c:v>
                </c:pt>
                <c:pt idx="1214">
                  <c:v>43950</c:v>
                </c:pt>
                <c:pt idx="1215">
                  <c:v>43951</c:v>
                </c:pt>
                <c:pt idx="1216">
                  <c:v>43952</c:v>
                </c:pt>
                <c:pt idx="1217">
                  <c:v>43953</c:v>
                </c:pt>
                <c:pt idx="1218">
                  <c:v>43954</c:v>
                </c:pt>
                <c:pt idx="1219">
                  <c:v>43955</c:v>
                </c:pt>
                <c:pt idx="1220">
                  <c:v>43956</c:v>
                </c:pt>
                <c:pt idx="1221">
                  <c:v>43957</c:v>
                </c:pt>
                <c:pt idx="1222">
                  <c:v>43958</c:v>
                </c:pt>
                <c:pt idx="1223">
                  <c:v>43959</c:v>
                </c:pt>
                <c:pt idx="1224">
                  <c:v>43960</c:v>
                </c:pt>
                <c:pt idx="1225">
                  <c:v>43961</c:v>
                </c:pt>
                <c:pt idx="1226">
                  <c:v>43962</c:v>
                </c:pt>
                <c:pt idx="1227">
                  <c:v>43963</c:v>
                </c:pt>
                <c:pt idx="1228">
                  <c:v>43964</c:v>
                </c:pt>
                <c:pt idx="1229">
                  <c:v>43965</c:v>
                </c:pt>
                <c:pt idx="1230">
                  <c:v>43966</c:v>
                </c:pt>
                <c:pt idx="1231">
                  <c:v>43967</c:v>
                </c:pt>
                <c:pt idx="1232">
                  <c:v>43968</c:v>
                </c:pt>
                <c:pt idx="1233">
                  <c:v>43969</c:v>
                </c:pt>
                <c:pt idx="1234">
                  <c:v>43970</c:v>
                </c:pt>
                <c:pt idx="1235">
                  <c:v>43971</c:v>
                </c:pt>
                <c:pt idx="1236">
                  <c:v>43972</c:v>
                </c:pt>
                <c:pt idx="1237">
                  <c:v>43973</c:v>
                </c:pt>
                <c:pt idx="1238">
                  <c:v>43974</c:v>
                </c:pt>
                <c:pt idx="1239">
                  <c:v>43975</c:v>
                </c:pt>
                <c:pt idx="1240">
                  <c:v>43976</c:v>
                </c:pt>
                <c:pt idx="1241">
                  <c:v>43977</c:v>
                </c:pt>
                <c:pt idx="1242">
                  <c:v>43978</c:v>
                </c:pt>
                <c:pt idx="1243">
                  <c:v>43979</c:v>
                </c:pt>
                <c:pt idx="1244">
                  <c:v>43980</c:v>
                </c:pt>
                <c:pt idx="1245">
                  <c:v>43981</c:v>
                </c:pt>
                <c:pt idx="1246">
                  <c:v>43982</c:v>
                </c:pt>
                <c:pt idx="1247">
                  <c:v>43983</c:v>
                </c:pt>
                <c:pt idx="1248">
                  <c:v>43984</c:v>
                </c:pt>
                <c:pt idx="1249">
                  <c:v>43985</c:v>
                </c:pt>
                <c:pt idx="1250">
                  <c:v>43986</c:v>
                </c:pt>
                <c:pt idx="1251">
                  <c:v>43987</c:v>
                </c:pt>
                <c:pt idx="1252">
                  <c:v>43988</c:v>
                </c:pt>
                <c:pt idx="1253">
                  <c:v>43989</c:v>
                </c:pt>
                <c:pt idx="1254">
                  <c:v>43990</c:v>
                </c:pt>
                <c:pt idx="1255">
                  <c:v>43991</c:v>
                </c:pt>
                <c:pt idx="1256">
                  <c:v>43992</c:v>
                </c:pt>
                <c:pt idx="1257">
                  <c:v>43993</c:v>
                </c:pt>
                <c:pt idx="1258">
                  <c:v>43994</c:v>
                </c:pt>
                <c:pt idx="1259">
                  <c:v>43995</c:v>
                </c:pt>
                <c:pt idx="1260">
                  <c:v>43996</c:v>
                </c:pt>
                <c:pt idx="1261">
                  <c:v>43997</c:v>
                </c:pt>
                <c:pt idx="1262">
                  <c:v>43998</c:v>
                </c:pt>
                <c:pt idx="1263">
                  <c:v>43999</c:v>
                </c:pt>
                <c:pt idx="1264">
                  <c:v>44000</c:v>
                </c:pt>
                <c:pt idx="1265">
                  <c:v>44001</c:v>
                </c:pt>
                <c:pt idx="1266">
                  <c:v>44002</c:v>
                </c:pt>
                <c:pt idx="1267">
                  <c:v>44003</c:v>
                </c:pt>
                <c:pt idx="1268">
                  <c:v>44004</c:v>
                </c:pt>
                <c:pt idx="1269">
                  <c:v>44005</c:v>
                </c:pt>
                <c:pt idx="1270">
                  <c:v>44006</c:v>
                </c:pt>
                <c:pt idx="1271">
                  <c:v>44007</c:v>
                </c:pt>
                <c:pt idx="1272">
                  <c:v>44008</c:v>
                </c:pt>
                <c:pt idx="1273">
                  <c:v>44009</c:v>
                </c:pt>
                <c:pt idx="1274">
                  <c:v>44010</c:v>
                </c:pt>
                <c:pt idx="1275">
                  <c:v>44011</c:v>
                </c:pt>
                <c:pt idx="1276">
                  <c:v>44012</c:v>
                </c:pt>
                <c:pt idx="1277">
                  <c:v>44013</c:v>
                </c:pt>
                <c:pt idx="1278">
                  <c:v>44014</c:v>
                </c:pt>
                <c:pt idx="1279">
                  <c:v>44015</c:v>
                </c:pt>
                <c:pt idx="1280">
                  <c:v>44016</c:v>
                </c:pt>
                <c:pt idx="1281">
                  <c:v>44017</c:v>
                </c:pt>
                <c:pt idx="1282">
                  <c:v>44018</c:v>
                </c:pt>
                <c:pt idx="1283">
                  <c:v>44019</c:v>
                </c:pt>
                <c:pt idx="1284">
                  <c:v>44020</c:v>
                </c:pt>
                <c:pt idx="1285">
                  <c:v>44021</c:v>
                </c:pt>
                <c:pt idx="1286">
                  <c:v>44022</c:v>
                </c:pt>
                <c:pt idx="1287">
                  <c:v>44023</c:v>
                </c:pt>
                <c:pt idx="1288">
                  <c:v>44024</c:v>
                </c:pt>
                <c:pt idx="1289">
                  <c:v>44025</c:v>
                </c:pt>
                <c:pt idx="1290">
                  <c:v>44026</c:v>
                </c:pt>
                <c:pt idx="1291">
                  <c:v>44027</c:v>
                </c:pt>
                <c:pt idx="1292">
                  <c:v>44028</c:v>
                </c:pt>
                <c:pt idx="1293">
                  <c:v>44029</c:v>
                </c:pt>
                <c:pt idx="1294">
                  <c:v>44030</c:v>
                </c:pt>
                <c:pt idx="1295">
                  <c:v>44031</c:v>
                </c:pt>
                <c:pt idx="1296">
                  <c:v>44032</c:v>
                </c:pt>
                <c:pt idx="1297">
                  <c:v>44033</c:v>
                </c:pt>
                <c:pt idx="1298">
                  <c:v>44034</c:v>
                </c:pt>
                <c:pt idx="1299">
                  <c:v>44035</c:v>
                </c:pt>
                <c:pt idx="1300">
                  <c:v>44036</c:v>
                </c:pt>
                <c:pt idx="1301">
                  <c:v>44037</c:v>
                </c:pt>
                <c:pt idx="1302">
                  <c:v>44038</c:v>
                </c:pt>
                <c:pt idx="1303">
                  <c:v>44039</c:v>
                </c:pt>
                <c:pt idx="1304">
                  <c:v>44040</c:v>
                </c:pt>
                <c:pt idx="1305">
                  <c:v>44041</c:v>
                </c:pt>
                <c:pt idx="1306">
                  <c:v>44042</c:v>
                </c:pt>
                <c:pt idx="1307">
                  <c:v>44043</c:v>
                </c:pt>
                <c:pt idx="1308">
                  <c:v>44044</c:v>
                </c:pt>
                <c:pt idx="1309">
                  <c:v>44045</c:v>
                </c:pt>
                <c:pt idx="1310">
                  <c:v>44046</c:v>
                </c:pt>
                <c:pt idx="1311">
                  <c:v>44047</c:v>
                </c:pt>
                <c:pt idx="1312">
                  <c:v>44048</c:v>
                </c:pt>
                <c:pt idx="1313">
                  <c:v>44049</c:v>
                </c:pt>
                <c:pt idx="1314">
                  <c:v>44050</c:v>
                </c:pt>
                <c:pt idx="1315">
                  <c:v>44051</c:v>
                </c:pt>
                <c:pt idx="1316">
                  <c:v>44052</c:v>
                </c:pt>
                <c:pt idx="1317">
                  <c:v>44053</c:v>
                </c:pt>
                <c:pt idx="1318">
                  <c:v>44054</c:v>
                </c:pt>
                <c:pt idx="1319">
                  <c:v>44055</c:v>
                </c:pt>
                <c:pt idx="1320">
                  <c:v>44056</c:v>
                </c:pt>
                <c:pt idx="1321">
                  <c:v>44057</c:v>
                </c:pt>
                <c:pt idx="1322">
                  <c:v>44058</c:v>
                </c:pt>
                <c:pt idx="1323">
                  <c:v>44059</c:v>
                </c:pt>
                <c:pt idx="1324">
                  <c:v>44060</c:v>
                </c:pt>
                <c:pt idx="1325">
                  <c:v>44061</c:v>
                </c:pt>
                <c:pt idx="1326">
                  <c:v>44062</c:v>
                </c:pt>
                <c:pt idx="1327">
                  <c:v>44063</c:v>
                </c:pt>
                <c:pt idx="1328">
                  <c:v>44064</c:v>
                </c:pt>
                <c:pt idx="1329">
                  <c:v>44065</c:v>
                </c:pt>
                <c:pt idx="1330">
                  <c:v>44066</c:v>
                </c:pt>
                <c:pt idx="1331">
                  <c:v>44067</c:v>
                </c:pt>
                <c:pt idx="1332">
                  <c:v>44068</c:v>
                </c:pt>
                <c:pt idx="1333">
                  <c:v>44069</c:v>
                </c:pt>
                <c:pt idx="1334">
                  <c:v>44070</c:v>
                </c:pt>
                <c:pt idx="1335">
                  <c:v>44071</c:v>
                </c:pt>
                <c:pt idx="1336">
                  <c:v>44072</c:v>
                </c:pt>
                <c:pt idx="1337">
                  <c:v>44073</c:v>
                </c:pt>
                <c:pt idx="1338">
                  <c:v>44074</c:v>
                </c:pt>
                <c:pt idx="1339">
                  <c:v>44075</c:v>
                </c:pt>
                <c:pt idx="1340">
                  <c:v>44076</c:v>
                </c:pt>
                <c:pt idx="1341">
                  <c:v>44077</c:v>
                </c:pt>
                <c:pt idx="1342">
                  <c:v>44078</c:v>
                </c:pt>
                <c:pt idx="1343">
                  <c:v>44079</c:v>
                </c:pt>
                <c:pt idx="1344">
                  <c:v>44080</c:v>
                </c:pt>
                <c:pt idx="1345">
                  <c:v>44081</c:v>
                </c:pt>
                <c:pt idx="1346">
                  <c:v>44082</c:v>
                </c:pt>
                <c:pt idx="1347">
                  <c:v>44083</c:v>
                </c:pt>
                <c:pt idx="1348">
                  <c:v>44084</c:v>
                </c:pt>
                <c:pt idx="1349">
                  <c:v>44085</c:v>
                </c:pt>
                <c:pt idx="1350">
                  <c:v>44086</c:v>
                </c:pt>
                <c:pt idx="1351">
                  <c:v>44087</c:v>
                </c:pt>
                <c:pt idx="1352">
                  <c:v>44088</c:v>
                </c:pt>
                <c:pt idx="1353">
                  <c:v>44089</c:v>
                </c:pt>
                <c:pt idx="1354">
                  <c:v>44090</c:v>
                </c:pt>
                <c:pt idx="1355">
                  <c:v>44091</c:v>
                </c:pt>
                <c:pt idx="1356">
                  <c:v>44092</c:v>
                </c:pt>
                <c:pt idx="1357">
                  <c:v>44093</c:v>
                </c:pt>
                <c:pt idx="1358">
                  <c:v>44094</c:v>
                </c:pt>
                <c:pt idx="1359">
                  <c:v>44095</c:v>
                </c:pt>
                <c:pt idx="1360">
                  <c:v>44096</c:v>
                </c:pt>
                <c:pt idx="1361">
                  <c:v>44097</c:v>
                </c:pt>
                <c:pt idx="1362">
                  <c:v>44098</c:v>
                </c:pt>
                <c:pt idx="1363">
                  <c:v>44099</c:v>
                </c:pt>
                <c:pt idx="1364">
                  <c:v>44100</c:v>
                </c:pt>
                <c:pt idx="1365">
                  <c:v>44101</c:v>
                </c:pt>
                <c:pt idx="1366">
                  <c:v>44102</c:v>
                </c:pt>
                <c:pt idx="1367">
                  <c:v>44103</c:v>
                </c:pt>
                <c:pt idx="1368">
                  <c:v>44104</c:v>
                </c:pt>
                <c:pt idx="1369">
                  <c:v>44105</c:v>
                </c:pt>
                <c:pt idx="1370">
                  <c:v>44106</c:v>
                </c:pt>
                <c:pt idx="1371">
                  <c:v>44107</c:v>
                </c:pt>
                <c:pt idx="1372">
                  <c:v>44108</c:v>
                </c:pt>
                <c:pt idx="1373">
                  <c:v>44109</c:v>
                </c:pt>
                <c:pt idx="1374">
                  <c:v>44110</c:v>
                </c:pt>
                <c:pt idx="1375">
                  <c:v>44111</c:v>
                </c:pt>
                <c:pt idx="1376">
                  <c:v>44112</c:v>
                </c:pt>
                <c:pt idx="1377">
                  <c:v>44113</c:v>
                </c:pt>
                <c:pt idx="1378">
                  <c:v>44114</c:v>
                </c:pt>
                <c:pt idx="1379">
                  <c:v>44115</c:v>
                </c:pt>
                <c:pt idx="1380">
                  <c:v>44116</c:v>
                </c:pt>
                <c:pt idx="1381">
                  <c:v>44117</c:v>
                </c:pt>
                <c:pt idx="1382">
                  <c:v>44118</c:v>
                </c:pt>
                <c:pt idx="1383">
                  <c:v>44119</c:v>
                </c:pt>
                <c:pt idx="1384">
                  <c:v>44120</c:v>
                </c:pt>
                <c:pt idx="1385">
                  <c:v>44121</c:v>
                </c:pt>
                <c:pt idx="1386">
                  <c:v>44122</c:v>
                </c:pt>
                <c:pt idx="1387">
                  <c:v>44123</c:v>
                </c:pt>
                <c:pt idx="1388">
                  <c:v>44124</c:v>
                </c:pt>
                <c:pt idx="1389">
                  <c:v>44125</c:v>
                </c:pt>
                <c:pt idx="1390">
                  <c:v>44126</c:v>
                </c:pt>
                <c:pt idx="1391">
                  <c:v>44127</c:v>
                </c:pt>
                <c:pt idx="1392">
                  <c:v>44128</c:v>
                </c:pt>
                <c:pt idx="1393">
                  <c:v>44129</c:v>
                </c:pt>
                <c:pt idx="1394">
                  <c:v>44130</c:v>
                </c:pt>
                <c:pt idx="1395">
                  <c:v>44131</c:v>
                </c:pt>
                <c:pt idx="1396">
                  <c:v>44132</c:v>
                </c:pt>
                <c:pt idx="1397">
                  <c:v>44133</c:v>
                </c:pt>
                <c:pt idx="1398">
                  <c:v>44134</c:v>
                </c:pt>
                <c:pt idx="1399">
                  <c:v>44135</c:v>
                </c:pt>
                <c:pt idx="1400">
                  <c:v>44136</c:v>
                </c:pt>
                <c:pt idx="1401">
                  <c:v>44137</c:v>
                </c:pt>
                <c:pt idx="1402">
                  <c:v>44138</c:v>
                </c:pt>
                <c:pt idx="1403">
                  <c:v>44139</c:v>
                </c:pt>
                <c:pt idx="1404">
                  <c:v>44140</c:v>
                </c:pt>
                <c:pt idx="1405">
                  <c:v>44141</c:v>
                </c:pt>
                <c:pt idx="1406">
                  <c:v>44142</c:v>
                </c:pt>
                <c:pt idx="1407">
                  <c:v>44143</c:v>
                </c:pt>
                <c:pt idx="1408">
                  <c:v>44144</c:v>
                </c:pt>
                <c:pt idx="1409">
                  <c:v>44145</c:v>
                </c:pt>
                <c:pt idx="1410">
                  <c:v>44146</c:v>
                </c:pt>
                <c:pt idx="1411">
                  <c:v>44147</c:v>
                </c:pt>
                <c:pt idx="1412">
                  <c:v>44148</c:v>
                </c:pt>
                <c:pt idx="1413">
                  <c:v>44149</c:v>
                </c:pt>
                <c:pt idx="1414">
                  <c:v>44150</c:v>
                </c:pt>
                <c:pt idx="1415">
                  <c:v>44151</c:v>
                </c:pt>
                <c:pt idx="1416">
                  <c:v>44152</c:v>
                </c:pt>
                <c:pt idx="1417">
                  <c:v>44153</c:v>
                </c:pt>
                <c:pt idx="1418">
                  <c:v>44154</c:v>
                </c:pt>
                <c:pt idx="1419">
                  <c:v>44155</c:v>
                </c:pt>
                <c:pt idx="1420">
                  <c:v>44156</c:v>
                </c:pt>
                <c:pt idx="1421">
                  <c:v>44157</c:v>
                </c:pt>
                <c:pt idx="1422">
                  <c:v>44158</c:v>
                </c:pt>
                <c:pt idx="1423">
                  <c:v>44159</c:v>
                </c:pt>
                <c:pt idx="1424">
                  <c:v>44160</c:v>
                </c:pt>
                <c:pt idx="1425">
                  <c:v>44161</c:v>
                </c:pt>
                <c:pt idx="1426">
                  <c:v>44162</c:v>
                </c:pt>
                <c:pt idx="1427">
                  <c:v>44163</c:v>
                </c:pt>
                <c:pt idx="1428">
                  <c:v>44164</c:v>
                </c:pt>
                <c:pt idx="1429">
                  <c:v>44165</c:v>
                </c:pt>
                <c:pt idx="1430">
                  <c:v>44166</c:v>
                </c:pt>
                <c:pt idx="1431">
                  <c:v>44167</c:v>
                </c:pt>
                <c:pt idx="1432">
                  <c:v>44168</c:v>
                </c:pt>
                <c:pt idx="1433">
                  <c:v>44169</c:v>
                </c:pt>
                <c:pt idx="1434">
                  <c:v>44170</c:v>
                </c:pt>
                <c:pt idx="1435">
                  <c:v>44171</c:v>
                </c:pt>
                <c:pt idx="1436">
                  <c:v>44172</c:v>
                </c:pt>
                <c:pt idx="1437">
                  <c:v>44173</c:v>
                </c:pt>
                <c:pt idx="1438">
                  <c:v>44174</c:v>
                </c:pt>
                <c:pt idx="1439">
                  <c:v>44175</c:v>
                </c:pt>
                <c:pt idx="1440">
                  <c:v>44176</c:v>
                </c:pt>
                <c:pt idx="1441">
                  <c:v>44177</c:v>
                </c:pt>
                <c:pt idx="1442">
                  <c:v>44178</c:v>
                </c:pt>
                <c:pt idx="1443">
                  <c:v>44179</c:v>
                </c:pt>
                <c:pt idx="1444">
                  <c:v>44180</c:v>
                </c:pt>
                <c:pt idx="1445">
                  <c:v>44181</c:v>
                </c:pt>
                <c:pt idx="1446">
                  <c:v>44182</c:v>
                </c:pt>
                <c:pt idx="1447">
                  <c:v>44183</c:v>
                </c:pt>
                <c:pt idx="1448">
                  <c:v>44184</c:v>
                </c:pt>
                <c:pt idx="1449">
                  <c:v>44185</c:v>
                </c:pt>
                <c:pt idx="1450">
                  <c:v>44186</c:v>
                </c:pt>
                <c:pt idx="1451">
                  <c:v>44187</c:v>
                </c:pt>
                <c:pt idx="1452">
                  <c:v>44188</c:v>
                </c:pt>
                <c:pt idx="1453">
                  <c:v>44189</c:v>
                </c:pt>
                <c:pt idx="1454">
                  <c:v>44190</c:v>
                </c:pt>
                <c:pt idx="1455">
                  <c:v>44191</c:v>
                </c:pt>
                <c:pt idx="1456">
                  <c:v>44192</c:v>
                </c:pt>
                <c:pt idx="1457">
                  <c:v>44193</c:v>
                </c:pt>
                <c:pt idx="1458">
                  <c:v>44194</c:v>
                </c:pt>
                <c:pt idx="1459">
                  <c:v>44195</c:v>
                </c:pt>
                <c:pt idx="1460">
                  <c:v>44196</c:v>
                </c:pt>
                <c:pt idx="1461">
                  <c:v>44197</c:v>
                </c:pt>
                <c:pt idx="1462">
                  <c:v>44198</c:v>
                </c:pt>
                <c:pt idx="1463">
                  <c:v>44199</c:v>
                </c:pt>
                <c:pt idx="1464">
                  <c:v>44200</c:v>
                </c:pt>
                <c:pt idx="1465">
                  <c:v>44201</c:v>
                </c:pt>
                <c:pt idx="1466">
                  <c:v>44202</c:v>
                </c:pt>
                <c:pt idx="1467">
                  <c:v>44203</c:v>
                </c:pt>
                <c:pt idx="1468">
                  <c:v>44204</c:v>
                </c:pt>
                <c:pt idx="1469">
                  <c:v>44205</c:v>
                </c:pt>
                <c:pt idx="1470">
                  <c:v>44206</c:v>
                </c:pt>
                <c:pt idx="1471">
                  <c:v>44207</c:v>
                </c:pt>
                <c:pt idx="1472">
                  <c:v>44208</c:v>
                </c:pt>
                <c:pt idx="1473">
                  <c:v>44209</c:v>
                </c:pt>
                <c:pt idx="1474">
                  <c:v>44210</c:v>
                </c:pt>
                <c:pt idx="1475">
                  <c:v>44211</c:v>
                </c:pt>
                <c:pt idx="1476">
                  <c:v>44212</c:v>
                </c:pt>
                <c:pt idx="1477">
                  <c:v>44213</c:v>
                </c:pt>
                <c:pt idx="1478">
                  <c:v>44214</c:v>
                </c:pt>
                <c:pt idx="1479">
                  <c:v>44215</c:v>
                </c:pt>
                <c:pt idx="1480">
                  <c:v>44216</c:v>
                </c:pt>
                <c:pt idx="1481">
                  <c:v>44217</c:v>
                </c:pt>
                <c:pt idx="1482">
                  <c:v>44218</c:v>
                </c:pt>
                <c:pt idx="1483">
                  <c:v>44219</c:v>
                </c:pt>
                <c:pt idx="1484">
                  <c:v>44220</c:v>
                </c:pt>
                <c:pt idx="1485">
                  <c:v>44221</c:v>
                </c:pt>
                <c:pt idx="1486">
                  <c:v>44222</c:v>
                </c:pt>
                <c:pt idx="1487">
                  <c:v>44223</c:v>
                </c:pt>
                <c:pt idx="1488">
                  <c:v>44224</c:v>
                </c:pt>
                <c:pt idx="1489">
                  <c:v>44225</c:v>
                </c:pt>
                <c:pt idx="1490">
                  <c:v>44226</c:v>
                </c:pt>
                <c:pt idx="1491">
                  <c:v>44227</c:v>
                </c:pt>
                <c:pt idx="1492">
                  <c:v>44228</c:v>
                </c:pt>
                <c:pt idx="1493">
                  <c:v>44229</c:v>
                </c:pt>
                <c:pt idx="1494">
                  <c:v>44230</c:v>
                </c:pt>
                <c:pt idx="1495">
                  <c:v>44231</c:v>
                </c:pt>
                <c:pt idx="1496">
                  <c:v>44232</c:v>
                </c:pt>
                <c:pt idx="1497">
                  <c:v>44233</c:v>
                </c:pt>
                <c:pt idx="1498">
                  <c:v>44234</c:v>
                </c:pt>
                <c:pt idx="1499">
                  <c:v>44235</c:v>
                </c:pt>
                <c:pt idx="1500">
                  <c:v>44236</c:v>
                </c:pt>
                <c:pt idx="1501">
                  <c:v>44237</c:v>
                </c:pt>
                <c:pt idx="1502">
                  <c:v>44238</c:v>
                </c:pt>
                <c:pt idx="1503">
                  <c:v>44239</c:v>
                </c:pt>
                <c:pt idx="1504">
                  <c:v>44240</c:v>
                </c:pt>
                <c:pt idx="1505">
                  <c:v>44241</c:v>
                </c:pt>
                <c:pt idx="1506">
                  <c:v>44242</c:v>
                </c:pt>
                <c:pt idx="1507">
                  <c:v>44243</c:v>
                </c:pt>
                <c:pt idx="1508">
                  <c:v>44244</c:v>
                </c:pt>
                <c:pt idx="1509">
                  <c:v>44245</c:v>
                </c:pt>
                <c:pt idx="1510">
                  <c:v>44246</c:v>
                </c:pt>
                <c:pt idx="1511">
                  <c:v>44247</c:v>
                </c:pt>
                <c:pt idx="1512">
                  <c:v>44248</c:v>
                </c:pt>
                <c:pt idx="1513">
                  <c:v>44249</c:v>
                </c:pt>
                <c:pt idx="1514">
                  <c:v>44250</c:v>
                </c:pt>
                <c:pt idx="1515">
                  <c:v>44251</c:v>
                </c:pt>
                <c:pt idx="1516">
                  <c:v>44252</c:v>
                </c:pt>
                <c:pt idx="1517">
                  <c:v>44253</c:v>
                </c:pt>
                <c:pt idx="1518">
                  <c:v>44254</c:v>
                </c:pt>
                <c:pt idx="1519">
                  <c:v>44255</c:v>
                </c:pt>
                <c:pt idx="1520">
                  <c:v>44256</c:v>
                </c:pt>
                <c:pt idx="1521">
                  <c:v>44257</c:v>
                </c:pt>
                <c:pt idx="1522">
                  <c:v>44258</c:v>
                </c:pt>
                <c:pt idx="1523">
                  <c:v>44259</c:v>
                </c:pt>
                <c:pt idx="1524">
                  <c:v>44260</c:v>
                </c:pt>
                <c:pt idx="1525">
                  <c:v>44261</c:v>
                </c:pt>
                <c:pt idx="1526">
                  <c:v>44262</c:v>
                </c:pt>
                <c:pt idx="1527">
                  <c:v>44263</c:v>
                </c:pt>
                <c:pt idx="1528">
                  <c:v>44264</c:v>
                </c:pt>
                <c:pt idx="1529">
                  <c:v>44265</c:v>
                </c:pt>
                <c:pt idx="1530">
                  <c:v>44266</c:v>
                </c:pt>
                <c:pt idx="1531">
                  <c:v>44267</c:v>
                </c:pt>
                <c:pt idx="1532">
                  <c:v>44268</c:v>
                </c:pt>
                <c:pt idx="1533">
                  <c:v>44269</c:v>
                </c:pt>
                <c:pt idx="1534">
                  <c:v>44270</c:v>
                </c:pt>
                <c:pt idx="1535">
                  <c:v>44271</c:v>
                </c:pt>
                <c:pt idx="1536">
                  <c:v>44272</c:v>
                </c:pt>
                <c:pt idx="1537">
                  <c:v>44273</c:v>
                </c:pt>
                <c:pt idx="1538">
                  <c:v>44274</c:v>
                </c:pt>
                <c:pt idx="1539">
                  <c:v>44275</c:v>
                </c:pt>
                <c:pt idx="1540">
                  <c:v>44276</c:v>
                </c:pt>
                <c:pt idx="1541">
                  <c:v>44277</c:v>
                </c:pt>
                <c:pt idx="1542">
                  <c:v>44278</c:v>
                </c:pt>
                <c:pt idx="1543">
                  <c:v>44279</c:v>
                </c:pt>
                <c:pt idx="1544">
                  <c:v>44280</c:v>
                </c:pt>
                <c:pt idx="1545">
                  <c:v>44281</c:v>
                </c:pt>
                <c:pt idx="1546">
                  <c:v>44282</c:v>
                </c:pt>
                <c:pt idx="1547">
                  <c:v>44283</c:v>
                </c:pt>
                <c:pt idx="1548">
                  <c:v>44284</c:v>
                </c:pt>
                <c:pt idx="1549">
                  <c:v>44285</c:v>
                </c:pt>
                <c:pt idx="1550">
                  <c:v>44286</c:v>
                </c:pt>
                <c:pt idx="1551">
                  <c:v>44287</c:v>
                </c:pt>
                <c:pt idx="1552">
                  <c:v>44288</c:v>
                </c:pt>
                <c:pt idx="1553">
                  <c:v>44289</c:v>
                </c:pt>
                <c:pt idx="1554">
                  <c:v>44290</c:v>
                </c:pt>
                <c:pt idx="1555">
                  <c:v>44291</c:v>
                </c:pt>
                <c:pt idx="1556">
                  <c:v>44292</c:v>
                </c:pt>
                <c:pt idx="1557">
                  <c:v>44293</c:v>
                </c:pt>
                <c:pt idx="1558">
                  <c:v>44294</c:v>
                </c:pt>
                <c:pt idx="1559">
                  <c:v>44295</c:v>
                </c:pt>
                <c:pt idx="1560">
                  <c:v>44296</c:v>
                </c:pt>
                <c:pt idx="1561">
                  <c:v>44297</c:v>
                </c:pt>
                <c:pt idx="1562">
                  <c:v>44298</c:v>
                </c:pt>
                <c:pt idx="1563">
                  <c:v>44299</c:v>
                </c:pt>
                <c:pt idx="1564">
                  <c:v>44300</c:v>
                </c:pt>
                <c:pt idx="1565">
                  <c:v>44301</c:v>
                </c:pt>
                <c:pt idx="1566">
                  <c:v>44302</c:v>
                </c:pt>
                <c:pt idx="1567">
                  <c:v>44303</c:v>
                </c:pt>
                <c:pt idx="1568">
                  <c:v>44304</c:v>
                </c:pt>
                <c:pt idx="1569">
                  <c:v>44305</c:v>
                </c:pt>
                <c:pt idx="1570">
                  <c:v>44306</c:v>
                </c:pt>
                <c:pt idx="1571">
                  <c:v>44307</c:v>
                </c:pt>
                <c:pt idx="1572">
                  <c:v>44308</c:v>
                </c:pt>
                <c:pt idx="1573">
                  <c:v>44309</c:v>
                </c:pt>
                <c:pt idx="1574">
                  <c:v>44310</c:v>
                </c:pt>
                <c:pt idx="1575">
                  <c:v>44311</c:v>
                </c:pt>
                <c:pt idx="1576">
                  <c:v>44312</c:v>
                </c:pt>
                <c:pt idx="1577">
                  <c:v>44313</c:v>
                </c:pt>
                <c:pt idx="1578">
                  <c:v>44314</c:v>
                </c:pt>
                <c:pt idx="1579">
                  <c:v>44315</c:v>
                </c:pt>
                <c:pt idx="1580">
                  <c:v>44316</c:v>
                </c:pt>
                <c:pt idx="1581">
                  <c:v>44317</c:v>
                </c:pt>
                <c:pt idx="1582">
                  <c:v>44318</c:v>
                </c:pt>
                <c:pt idx="1583">
                  <c:v>44319</c:v>
                </c:pt>
                <c:pt idx="1584">
                  <c:v>44320</c:v>
                </c:pt>
                <c:pt idx="1585">
                  <c:v>44321</c:v>
                </c:pt>
                <c:pt idx="1586">
                  <c:v>44322</c:v>
                </c:pt>
                <c:pt idx="1587">
                  <c:v>44323</c:v>
                </c:pt>
                <c:pt idx="1588">
                  <c:v>44324</c:v>
                </c:pt>
                <c:pt idx="1589">
                  <c:v>44325</c:v>
                </c:pt>
                <c:pt idx="1590">
                  <c:v>44326</c:v>
                </c:pt>
                <c:pt idx="1591">
                  <c:v>44327</c:v>
                </c:pt>
                <c:pt idx="1592">
                  <c:v>44328</c:v>
                </c:pt>
                <c:pt idx="1593">
                  <c:v>44329</c:v>
                </c:pt>
                <c:pt idx="1594">
                  <c:v>44330</c:v>
                </c:pt>
                <c:pt idx="1595">
                  <c:v>44331</c:v>
                </c:pt>
                <c:pt idx="1596">
                  <c:v>44332</c:v>
                </c:pt>
                <c:pt idx="1597">
                  <c:v>44333</c:v>
                </c:pt>
                <c:pt idx="1598">
                  <c:v>44334</c:v>
                </c:pt>
                <c:pt idx="1599">
                  <c:v>44335</c:v>
                </c:pt>
                <c:pt idx="1600">
                  <c:v>44336</c:v>
                </c:pt>
                <c:pt idx="1601">
                  <c:v>44337</c:v>
                </c:pt>
                <c:pt idx="1602">
                  <c:v>44338</c:v>
                </c:pt>
                <c:pt idx="1603">
                  <c:v>44339</c:v>
                </c:pt>
                <c:pt idx="1604">
                  <c:v>44340</c:v>
                </c:pt>
                <c:pt idx="1605">
                  <c:v>44341</c:v>
                </c:pt>
                <c:pt idx="1606">
                  <c:v>44342</c:v>
                </c:pt>
                <c:pt idx="1607">
                  <c:v>44343</c:v>
                </c:pt>
                <c:pt idx="1608">
                  <c:v>44344</c:v>
                </c:pt>
                <c:pt idx="1609">
                  <c:v>44345</c:v>
                </c:pt>
                <c:pt idx="1610">
                  <c:v>44346</c:v>
                </c:pt>
                <c:pt idx="1611">
                  <c:v>44347</c:v>
                </c:pt>
                <c:pt idx="1612">
                  <c:v>44348</c:v>
                </c:pt>
                <c:pt idx="1613">
                  <c:v>44349</c:v>
                </c:pt>
                <c:pt idx="1614">
                  <c:v>44350</c:v>
                </c:pt>
                <c:pt idx="1615">
                  <c:v>44351</c:v>
                </c:pt>
                <c:pt idx="1616">
                  <c:v>44352</c:v>
                </c:pt>
                <c:pt idx="1617">
                  <c:v>44353</c:v>
                </c:pt>
                <c:pt idx="1618">
                  <c:v>44354</c:v>
                </c:pt>
                <c:pt idx="1619">
                  <c:v>44355</c:v>
                </c:pt>
                <c:pt idx="1620">
                  <c:v>44356</c:v>
                </c:pt>
                <c:pt idx="1621">
                  <c:v>44357</c:v>
                </c:pt>
                <c:pt idx="1622">
                  <c:v>44358</c:v>
                </c:pt>
                <c:pt idx="1623">
                  <c:v>44359</c:v>
                </c:pt>
                <c:pt idx="1624">
                  <c:v>44360</c:v>
                </c:pt>
                <c:pt idx="1625">
                  <c:v>44361</c:v>
                </c:pt>
                <c:pt idx="1626">
                  <c:v>44362</c:v>
                </c:pt>
                <c:pt idx="1627">
                  <c:v>44363</c:v>
                </c:pt>
                <c:pt idx="1628">
                  <c:v>44364</c:v>
                </c:pt>
                <c:pt idx="1629">
                  <c:v>44365</c:v>
                </c:pt>
                <c:pt idx="1630">
                  <c:v>44366</c:v>
                </c:pt>
                <c:pt idx="1631">
                  <c:v>44367</c:v>
                </c:pt>
                <c:pt idx="1632">
                  <c:v>44368</c:v>
                </c:pt>
                <c:pt idx="1633">
                  <c:v>44369</c:v>
                </c:pt>
                <c:pt idx="1634">
                  <c:v>44370</c:v>
                </c:pt>
                <c:pt idx="1635">
                  <c:v>44371</c:v>
                </c:pt>
                <c:pt idx="1636">
                  <c:v>44372</c:v>
                </c:pt>
                <c:pt idx="1637">
                  <c:v>44373</c:v>
                </c:pt>
                <c:pt idx="1638">
                  <c:v>44374</c:v>
                </c:pt>
                <c:pt idx="1639">
                  <c:v>44375</c:v>
                </c:pt>
                <c:pt idx="1640">
                  <c:v>44376</c:v>
                </c:pt>
                <c:pt idx="1641">
                  <c:v>44377</c:v>
                </c:pt>
                <c:pt idx="1642">
                  <c:v>44378</c:v>
                </c:pt>
                <c:pt idx="1643">
                  <c:v>44379</c:v>
                </c:pt>
                <c:pt idx="1644">
                  <c:v>44380</c:v>
                </c:pt>
                <c:pt idx="1645">
                  <c:v>44381</c:v>
                </c:pt>
                <c:pt idx="1646">
                  <c:v>44382</c:v>
                </c:pt>
                <c:pt idx="1647">
                  <c:v>44383</c:v>
                </c:pt>
                <c:pt idx="1648">
                  <c:v>44384</c:v>
                </c:pt>
                <c:pt idx="1649">
                  <c:v>44385</c:v>
                </c:pt>
                <c:pt idx="1650">
                  <c:v>44386</c:v>
                </c:pt>
                <c:pt idx="1651">
                  <c:v>44387</c:v>
                </c:pt>
                <c:pt idx="1652">
                  <c:v>44388</c:v>
                </c:pt>
                <c:pt idx="1653">
                  <c:v>44389</c:v>
                </c:pt>
                <c:pt idx="1654">
                  <c:v>44390</c:v>
                </c:pt>
                <c:pt idx="1655">
                  <c:v>44391</c:v>
                </c:pt>
                <c:pt idx="1656">
                  <c:v>44392</c:v>
                </c:pt>
                <c:pt idx="1657">
                  <c:v>44393</c:v>
                </c:pt>
                <c:pt idx="1658">
                  <c:v>44394</c:v>
                </c:pt>
                <c:pt idx="1659">
                  <c:v>44395</c:v>
                </c:pt>
                <c:pt idx="1660">
                  <c:v>44396</c:v>
                </c:pt>
                <c:pt idx="1661">
                  <c:v>44397</c:v>
                </c:pt>
                <c:pt idx="1662">
                  <c:v>44398</c:v>
                </c:pt>
                <c:pt idx="1663">
                  <c:v>44399</c:v>
                </c:pt>
                <c:pt idx="1664">
                  <c:v>44400</c:v>
                </c:pt>
                <c:pt idx="1665">
                  <c:v>44401</c:v>
                </c:pt>
                <c:pt idx="1666">
                  <c:v>44402</c:v>
                </c:pt>
                <c:pt idx="1667">
                  <c:v>44403</c:v>
                </c:pt>
                <c:pt idx="1668">
                  <c:v>44404</c:v>
                </c:pt>
                <c:pt idx="1669">
                  <c:v>44405</c:v>
                </c:pt>
                <c:pt idx="1670">
                  <c:v>44406</c:v>
                </c:pt>
                <c:pt idx="1671">
                  <c:v>44407</c:v>
                </c:pt>
                <c:pt idx="1672">
                  <c:v>44408</c:v>
                </c:pt>
                <c:pt idx="1673">
                  <c:v>44409</c:v>
                </c:pt>
                <c:pt idx="1674">
                  <c:v>44410</c:v>
                </c:pt>
                <c:pt idx="1675">
                  <c:v>44411</c:v>
                </c:pt>
                <c:pt idx="1676">
                  <c:v>44412</c:v>
                </c:pt>
                <c:pt idx="1677">
                  <c:v>44413</c:v>
                </c:pt>
                <c:pt idx="1678">
                  <c:v>44414</c:v>
                </c:pt>
                <c:pt idx="1679">
                  <c:v>44415</c:v>
                </c:pt>
                <c:pt idx="1680">
                  <c:v>44416</c:v>
                </c:pt>
                <c:pt idx="1681">
                  <c:v>44417</c:v>
                </c:pt>
                <c:pt idx="1682">
                  <c:v>44418</c:v>
                </c:pt>
                <c:pt idx="1683">
                  <c:v>44419</c:v>
                </c:pt>
                <c:pt idx="1684">
                  <c:v>44420</c:v>
                </c:pt>
                <c:pt idx="1685">
                  <c:v>44421</c:v>
                </c:pt>
                <c:pt idx="1686">
                  <c:v>44422</c:v>
                </c:pt>
                <c:pt idx="1687">
                  <c:v>44423</c:v>
                </c:pt>
                <c:pt idx="1688">
                  <c:v>44424</c:v>
                </c:pt>
                <c:pt idx="1689">
                  <c:v>44425</c:v>
                </c:pt>
                <c:pt idx="1690">
                  <c:v>44426</c:v>
                </c:pt>
                <c:pt idx="1691">
                  <c:v>44427</c:v>
                </c:pt>
                <c:pt idx="1692">
                  <c:v>44428</c:v>
                </c:pt>
                <c:pt idx="1693">
                  <c:v>44429</c:v>
                </c:pt>
                <c:pt idx="1694">
                  <c:v>44430</c:v>
                </c:pt>
                <c:pt idx="1695">
                  <c:v>44431</c:v>
                </c:pt>
                <c:pt idx="1696">
                  <c:v>44432</c:v>
                </c:pt>
                <c:pt idx="1697">
                  <c:v>44433</c:v>
                </c:pt>
                <c:pt idx="1698">
                  <c:v>44434</c:v>
                </c:pt>
                <c:pt idx="1699">
                  <c:v>44435</c:v>
                </c:pt>
                <c:pt idx="1700">
                  <c:v>44436</c:v>
                </c:pt>
                <c:pt idx="1701">
                  <c:v>44437</c:v>
                </c:pt>
                <c:pt idx="1702">
                  <c:v>44438</c:v>
                </c:pt>
                <c:pt idx="1703">
                  <c:v>44439</c:v>
                </c:pt>
                <c:pt idx="1704">
                  <c:v>44440</c:v>
                </c:pt>
                <c:pt idx="1705">
                  <c:v>44441</c:v>
                </c:pt>
                <c:pt idx="1706">
                  <c:v>44442</c:v>
                </c:pt>
                <c:pt idx="1707">
                  <c:v>44443</c:v>
                </c:pt>
                <c:pt idx="1708">
                  <c:v>44444</c:v>
                </c:pt>
                <c:pt idx="1709">
                  <c:v>44445</c:v>
                </c:pt>
                <c:pt idx="1710">
                  <c:v>44446</c:v>
                </c:pt>
                <c:pt idx="1711">
                  <c:v>44447</c:v>
                </c:pt>
                <c:pt idx="1712">
                  <c:v>44448</c:v>
                </c:pt>
                <c:pt idx="1713">
                  <c:v>44449</c:v>
                </c:pt>
                <c:pt idx="1714">
                  <c:v>44450</c:v>
                </c:pt>
                <c:pt idx="1715">
                  <c:v>44451</c:v>
                </c:pt>
                <c:pt idx="1716">
                  <c:v>44452</c:v>
                </c:pt>
                <c:pt idx="1717">
                  <c:v>44453</c:v>
                </c:pt>
                <c:pt idx="1718">
                  <c:v>44454</c:v>
                </c:pt>
                <c:pt idx="1719">
                  <c:v>44455</c:v>
                </c:pt>
                <c:pt idx="1720">
                  <c:v>44456</c:v>
                </c:pt>
                <c:pt idx="1721">
                  <c:v>44457</c:v>
                </c:pt>
                <c:pt idx="1722">
                  <c:v>44458</c:v>
                </c:pt>
                <c:pt idx="1723">
                  <c:v>44459</c:v>
                </c:pt>
                <c:pt idx="1724">
                  <c:v>44460</c:v>
                </c:pt>
                <c:pt idx="1725">
                  <c:v>44461</c:v>
                </c:pt>
                <c:pt idx="1726">
                  <c:v>44462</c:v>
                </c:pt>
                <c:pt idx="1727">
                  <c:v>44463</c:v>
                </c:pt>
                <c:pt idx="1728">
                  <c:v>44464</c:v>
                </c:pt>
                <c:pt idx="1729">
                  <c:v>44465</c:v>
                </c:pt>
                <c:pt idx="1730">
                  <c:v>44466</c:v>
                </c:pt>
                <c:pt idx="1731">
                  <c:v>44467</c:v>
                </c:pt>
                <c:pt idx="1732">
                  <c:v>44468</c:v>
                </c:pt>
                <c:pt idx="1733">
                  <c:v>44469</c:v>
                </c:pt>
                <c:pt idx="1734">
                  <c:v>44470</c:v>
                </c:pt>
                <c:pt idx="1735">
                  <c:v>44471</c:v>
                </c:pt>
                <c:pt idx="1736">
                  <c:v>44472</c:v>
                </c:pt>
                <c:pt idx="1737">
                  <c:v>44473</c:v>
                </c:pt>
                <c:pt idx="1738">
                  <c:v>44474</c:v>
                </c:pt>
                <c:pt idx="1739">
                  <c:v>44475</c:v>
                </c:pt>
                <c:pt idx="1740">
                  <c:v>44476</c:v>
                </c:pt>
                <c:pt idx="1741">
                  <c:v>44477</c:v>
                </c:pt>
                <c:pt idx="1742">
                  <c:v>44478</c:v>
                </c:pt>
                <c:pt idx="1743">
                  <c:v>44479</c:v>
                </c:pt>
                <c:pt idx="1744">
                  <c:v>44480</c:v>
                </c:pt>
                <c:pt idx="1745">
                  <c:v>44481</c:v>
                </c:pt>
                <c:pt idx="1746">
                  <c:v>44482</c:v>
                </c:pt>
                <c:pt idx="1747">
                  <c:v>44483</c:v>
                </c:pt>
                <c:pt idx="1748">
                  <c:v>44484</c:v>
                </c:pt>
                <c:pt idx="1749">
                  <c:v>44485</c:v>
                </c:pt>
                <c:pt idx="1750">
                  <c:v>44486</c:v>
                </c:pt>
                <c:pt idx="1751">
                  <c:v>44487</c:v>
                </c:pt>
                <c:pt idx="1752">
                  <c:v>44488</c:v>
                </c:pt>
                <c:pt idx="1753">
                  <c:v>44489</c:v>
                </c:pt>
                <c:pt idx="1754">
                  <c:v>44490</c:v>
                </c:pt>
                <c:pt idx="1755">
                  <c:v>44491</c:v>
                </c:pt>
                <c:pt idx="1756">
                  <c:v>44492</c:v>
                </c:pt>
                <c:pt idx="1757">
                  <c:v>44493</c:v>
                </c:pt>
                <c:pt idx="1758">
                  <c:v>44494</c:v>
                </c:pt>
                <c:pt idx="1759">
                  <c:v>44495</c:v>
                </c:pt>
                <c:pt idx="1760">
                  <c:v>44496</c:v>
                </c:pt>
                <c:pt idx="1761">
                  <c:v>44497</c:v>
                </c:pt>
                <c:pt idx="1762">
                  <c:v>44498</c:v>
                </c:pt>
                <c:pt idx="1763">
                  <c:v>44499</c:v>
                </c:pt>
                <c:pt idx="1764">
                  <c:v>44500</c:v>
                </c:pt>
                <c:pt idx="1765">
                  <c:v>44501</c:v>
                </c:pt>
                <c:pt idx="1766">
                  <c:v>44502</c:v>
                </c:pt>
                <c:pt idx="1767">
                  <c:v>44503</c:v>
                </c:pt>
                <c:pt idx="1768">
                  <c:v>44504</c:v>
                </c:pt>
                <c:pt idx="1769">
                  <c:v>44505</c:v>
                </c:pt>
                <c:pt idx="1770">
                  <c:v>44506</c:v>
                </c:pt>
                <c:pt idx="1771">
                  <c:v>44507</c:v>
                </c:pt>
                <c:pt idx="1772">
                  <c:v>44508</c:v>
                </c:pt>
                <c:pt idx="1773">
                  <c:v>44509</c:v>
                </c:pt>
                <c:pt idx="1774">
                  <c:v>44510</c:v>
                </c:pt>
                <c:pt idx="1775">
                  <c:v>44511</c:v>
                </c:pt>
                <c:pt idx="1776">
                  <c:v>44512</c:v>
                </c:pt>
                <c:pt idx="1777">
                  <c:v>44513</c:v>
                </c:pt>
                <c:pt idx="1778">
                  <c:v>44514</c:v>
                </c:pt>
                <c:pt idx="1779">
                  <c:v>44515</c:v>
                </c:pt>
                <c:pt idx="1780">
                  <c:v>44516</c:v>
                </c:pt>
                <c:pt idx="1781">
                  <c:v>44517</c:v>
                </c:pt>
                <c:pt idx="1782">
                  <c:v>44518</c:v>
                </c:pt>
                <c:pt idx="1783">
                  <c:v>44519</c:v>
                </c:pt>
                <c:pt idx="1784">
                  <c:v>44520</c:v>
                </c:pt>
                <c:pt idx="1785">
                  <c:v>44521</c:v>
                </c:pt>
                <c:pt idx="1786">
                  <c:v>44522</c:v>
                </c:pt>
                <c:pt idx="1787">
                  <c:v>44523</c:v>
                </c:pt>
                <c:pt idx="1788">
                  <c:v>44524</c:v>
                </c:pt>
                <c:pt idx="1789">
                  <c:v>44525</c:v>
                </c:pt>
                <c:pt idx="1790">
                  <c:v>44526</c:v>
                </c:pt>
                <c:pt idx="1791">
                  <c:v>44527</c:v>
                </c:pt>
                <c:pt idx="1792">
                  <c:v>44528</c:v>
                </c:pt>
                <c:pt idx="1793">
                  <c:v>44529</c:v>
                </c:pt>
                <c:pt idx="1794">
                  <c:v>44530</c:v>
                </c:pt>
                <c:pt idx="1795">
                  <c:v>44531</c:v>
                </c:pt>
                <c:pt idx="1796">
                  <c:v>44532</c:v>
                </c:pt>
                <c:pt idx="1797">
                  <c:v>44533</c:v>
                </c:pt>
                <c:pt idx="1798">
                  <c:v>44534</c:v>
                </c:pt>
                <c:pt idx="1799">
                  <c:v>44535</c:v>
                </c:pt>
                <c:pt idx="1800">
                  <c:v>44536</c:v>
                </c:pt>
                <c:pt idx="1801">
                  <c:v>44537</c:v>
                </c:pt>
                <c:pt idx="1802">
                  <c:v>44538</c:v>
                </c:pt>
                <c:pt idx="1803">
                  <c:v>44539</c:v>
                </c:pt>
                <c:pt idx="1804">
                  <c:v>44540</c:v>
                </c:pt>
                <c:pt idx="1805">
                  <c:v>44541</c:v>
                </c:pt>
                <c:pt idx="1806">
                  <c:v>44542</c:v>
                </c:pt>
                <c:pt idx="1807">
                  <c:v>44543</c:v>
                </c:pt>
                <c:pt idx="1808">
                  <c:v>44544</c:v>
                </c:pt>
                <c:pt idx="1809">
                  <c:v>44545</c:v>
                </c:pt>
                <c:pt idx="1810">
                  <c:v>44546</c:v>
                </c:pt>
                <c:pt idx="1811">
                  <c:v>44547</c:v>
                </c:pt>
                <c:pt idx="1812">
                  <c:v>44548</c:v>
                </c:pt>
                <c:pt idx="1813">
                  <c:v>44549</c:v>
                </c:pt>
                <c:pt idx="1814">
                  <c:v>44550</c:v>
                </c:pt>
                <c:pt idx="1815">
                  <c:v>44551</c:v>
                </c:pt>
                <c:pt idx="1816">
                  <c:v>44552</c:v>
                </c:pt>
                <c:pt idx="1817">
                  <c:v>44553</c:v>
                </c:pt>
                <c:pt idx="1818">
                  <c:v>44554</c:v>
                </c:pt>
                <c:pt idx="1819">
                  <c:v>44555</c:v>
                </c:pt>
                <c:pt idx="1820">
                  <c:v>44556</c:v>
                </c:pt>
                <c:pt idx="1821">
                  <c:v>44557</c:v>
                </c:pt>
                <c:pt idx="1822">
                  <c:v>44558</c:v>
                </c:pt>
                <c:pt idx="1823">
                  <c:v>44559</c:v>
                </c:pt>
                <c:pt idx="1824">
                  <c:v>44560</c:v>
                </c:pt>
                <c:pt idx="1825">
                  <c:v>44561</c:v>
                </c:pt>
                <c:pt idx="1826">
                  <c:v>44562</c:v>
                </c:pt>
                <c:pt idx="1827">
                  <c:v>44563</c:v>
                </c:pt>
                <c:pt idx="1828">
                  <c:v>44564</c:v>
                </c:pt>
                <c:pt idx="1829">
                  <c:v>44565</c:v>
                </c:pt>
                <c:pt idx="1830">
                  <c:v>44566</c:v>
                </c:pt>
                <c:pt idx="1831">
                  <c:v>44567</c:v>
                </c:pt>
                <c:pt idx="1832">
                  <c:v>44568</c:v>
                </c:pt>
                <c:pt idx="1833">
                  <c:v>44569</c:v>
                </c:pt>
                <c:pt idx="1834">
                  <c:v>44570</c:v>
                </c:pt>
                <c:pt idx="1835">
                  <c:v>44571</c:v>
                </c:pt>
                <c:pt idx="1836">
                  <c:v>44572</c:v>
                </c:pt>
                <c:pt idx="1837">
                  <c:v>44573</c:v>
                </c:pt>
                <c:pt idx="1838">
                  <c:v>44574</c:v>
                </c:pt>
                <c:pt idx="1839">
                  <c:v>44575</c:v>
                </c:pt>
                <c:pt idx="1840">
                  <c:v>44576</c:v>
                </c:pt>
                <c:pt idx="1841">
                  <c:v>44577</c:v>
                </c:pt>
                <c:pt idx="1842">
                  <c:v>44578</c:v>
                </c:pt>
                <c:pt idx="1843">
                  <c:v>44579</c:v>
                </c:pt>
                <c:pt idx="1844">
                  <c:v>44580</c:v>
                </c:pt>
                <c:pt idx="1845">
                  <c:v>44581</c:v>
                </c:pt>
                <c:pt idx="1846">
                  <c:v>44582</c:v>
                </c:pt>
                <c:pt idx="1847">
                  <c:v>44583</c:v>
                </c:pt>
                <c:pt idx="1848">
                  <c:v>44584</c:v>
                </c:pt>
                <c:pt idx="1849">
                  <c:v>44585</c:v>
                </c:pt>
                <c:pt idx="1850">
                  <c:v>44586</c:v>
                </c:pt>
                <c:pt idx="1851">
                  <c:v>44587</c:v>
                </c:pt>
                <c:pt idx="1852">
                  <c:v>44588</c:v>
                </c:pt>
                <c:pt idx="1853">
                  <c:v>44589</c:v>
                </c:pt>
                <c:pt idx="1854">
                  <c:v>44590</c:v>
                </c:pt>
                <c:pt idx="1855">
                  <c:v>44591</c:v>
                </c:pt>
                <c:pt idx="1856">
                  <c:v>44592</c:v>
                </c:pt>
                <c:pt idx="1857">
                  <c:v>44593</c:v>
                </c:pt>
                <c:pt idx="1858">
                  <c:v>44594</c:v>
                </c:pt>
                <c:pt idx="1859">
                  <c:v>44595</c:v>
                </c:pt>
                <c:pt idx="1860">
                  <c:v>44596</c:v>
                </c:pt>
                <c:pt idx="1861">
                  <c:v>44597</c:v>
                </c:pt>
                <c:pt idx="1862">
                  <c:v>44598</c:v>
                </c:pt>
                <c:pt idx="1863">
                  <c:v>44599</c:v>
                </c:pt>
                <c:pt idx="1864">
                  <c:v>44600</c:v>
                </c:pt>
                <c:pt idx="1865">
                  <c:v>44601</c:v>
                </c:pt>
                <c:pt idx="1866">
                  <c:v>44602</c:v>
                </c:pt>
                <c:pt idx="1867">
                  <c:v>44603</c:v>
                </c:pt>
                <c:pt idx="1868">
                  <c:v>44604</c:v>
                </c:pt>
                <c:pt idx="1869">
                  <c:v>44605</c:v>
                </c:pt>
                <c:pt idx="1870">
                  <c:v>44606</c:v>
                </c:pt>
                <c:pt idx="1871">
                  <c:v>44607</c:v>
                </c:pt>
                <c:pt idx="1872">
                  <c:v>44608</c:v>
                </c:pt>
                <c:pt idx="1873">
                  <c:v>44609</c:v>
                </c:pt>
                <c:pt idx="1874">
                  <c:v>44610</c:v>
                </c:pt>
                <c:pt idx="1875">
                  <c:v>44611</c:v>
                </c:pt>
                <c:pt idx="1876">
                  <c:v>44612</c:v>
                </c:pt>
                <c:pt idx="1877">
                  <c:v>44613</c:v>
                </c:pt>
                <c:pt idx="1878">
                  <c:v>44614</c:v>
                </c:pt>
                <c:pt idx="1879">
                  <c:v>44615</c:v>
                </c:pt>
                <c:pt idx="1880">
                  <c:v>44616</c:v>
                </c:pt>
                <c:pt idx="1881">
                  <c:v>44617</c:v>
                </c:pt>
                <c:pt idx="1882">
                  <c:v>44618</c:v>
                </c:pt>
                <c:pt idx="1883">
                  <c:v>44619</c:v>
                </c:pt>
                <c:pt idx="1884">
                  <c:v>44620</c:v>
                </c:pt>
                <c:pt idx="1885">
                  <c:v>44621</c:v>
                </c:pt>
                <c:pt idx="1886">
                  <c:v>44622</c:v>
                </c:pt>
                <c:pt idx="1887">
                  <c:v>44623</c:v>
                </c:pt>
                <c:pt idx="1888">
                  <c:v>44624</c:v>
                </c:pt>
                <c:pt idx="1889">
                  <c:v>44625</c:v>
                </c:pt>
                <c:pt idx="1890">
                  <c:v>44626</c:v>
                </c:pt>
                <c:pt idx="1891">
                  <c:v>44627</c:v>
                </c:pt>
                <c:pt idx="1892">
                  <c:v>44628</c:v>
                </c:pt>
                <c:pt idx="1893">
                  <c:v>44629</c:v>
                </c:pt>
                <c:pt idx="1894">
                  <c:v>44630</c:v>
                </c:pt>
                <c:pt idx="1895">
                  <c:v>44631</c:v>
                </c:pt>
                <c:pt idx="1896">
                  <c:v>44632</c:v>
                </c:pt>
                <c:pt idx="1897">
                  <c:v>44633</c:v>
                </c:pt>
                <c:pt idx="1898">
                  <c:v>44634</c:v>
                </c:pt>
                <c:pt idx="1899">
                  <c:v>44635</c:v>
                </c:pt>
                <c:pt idx="1900">
                  <c:v>44636</c:v>
                </c:pt>
                <c:pt idx="1901">
                  <c:v>44637</c:v>
                </c:pt>
                <c:pt idx="1902">
                  <c:v>44638</c:v>
                </c:pt>
                <c:pt idx="1903">
                  <c:v>44639</c:v>
                </c:pt>
                <c:pt idx="1904">
                  <c:v>44640</c:v>
                </c:pt>
                <c:pt idx="1905">
                  <c:v>44641</c:v>
                </c:pt>
                <c:pt idx="1906">
                  <c:v>44642</c:v>
                </c:pt>
                <c:pt idx="1907">
                  <c:v>44643</c:v>
                </c:pt>
                <c:pt idx="1908">
                  <c:v>44644</c:v>
                </c:pt>
                <c:pt idx="1909">
                  <c:v>44645</c:v>
                </c:pt>
                <c:pt idx="1910">
                  <c:v>44646</c:v>
                </c:pt>
                <c:pt idx="1911">
                  <c:v>44647</c:v>
                </c:pt>
                <c:pt idx="1912">
                  <c:v>44648</c:v>
                </c:pt>
                <c:pt idx="1913">
                  <c:v>44649</c:v>
                </c:pt>
                <c:pt idx="1914">
                  <c:v>44650</c:v>
                </c:pt>
                <c:pt idx="1915">
                  <c:v>44651</c:v>
                </c:pt>
                <c:pt idx="1916">
                  <c:v>44652</c:v>
                </c:pt>
                <c:pt idx="1917">
                  <c:v>44653</c:v>
                </c:pt>
                <c:pt idx="1918">
                  <c:v>44654</c:v>
                </c:pt>
                <c:pt idx="1919">
                  <c:v>44655</c:v>
                </c:pt>
                <c:pt idx="1920">
                  <c:v>44656</c:v>
                </c:pt>
                <c:pt idx="1921">
                  <c:v>44657</c:v>
                </c:pt>
                <c:pt idx="1922">
                  <c:v>44658</c:v>
                </c:pt>
                <c:pt idx="1923">
                  <c:v>44659</c:v>
                </c:pt>
                <c:pt idx="1924">
                  <c:v>44660</c:v>
                </c:pt>
                <c:pt idx="1925">
                  <c:v>44661</c:v>
                </c:pt>
                <c:pt idx="1926">
                  <c:v>44662</c:v>
                </c:pt>
                <c:pt idx="1927">
                  <c:v>44663</c:v>
                </c:pt>
                <c:pt idx="1928">
                  <c:v>44664</c:v>
                </c:pt>
                <c:pt idx="1929">
                  <c:v>44665</c:v>
                </c:pt>
                <c:pt idx="1930">
                  <c:v>44666</c:v>
                </c:pt>
                <c:pt idx="1931">
                  <c:v>44667</c:v>
                </c:pt>
                <c:pt idx="1932">
                  <c:v>44668</c:v>
                </c:pt>
                <c:pt idx="1933">
                  <c:v>44669</c:v>
                </c:pt>
                <c:pt idx="1934">
                  <c:v>44670</c:v>
                </c:pt>
                <c:pt idx="1935">
                  <c:v>44671</c:v>
                </c:pt>
                <c:pt idx="1936">
                  <c:v>44672</c:v>
                </c:pt>
                <c:pt idx="1937">
                  <c:v>44673</c:v>
                </c:pt>
                <c:pt idx="1938">
                  <c:v>44674</c:v>
                </c:pt>
                <c:pt idx="1939">
                  <c:v>44675</c:v>
                </c:pt>
                <c:pt idx="1940">
                  <c:v>44676</c:v>
                </c:pt>
                <c:pt idx="1941">
                  <c:v>44677</c:v>
                </c:pt>
                <c:pt idx="1942">
                  <c:v>44678</c:v>
                </c:pt>
                <c:pt idx="1943">
                  <c:v>44679</c:v>
                </c:pt>
                <c:pt idx="1944">
                  <c:v>44680</c:v>
                </c:pt>
                <c:pt idx="1945">
                  <c:v>44681</c:v>
                </c:pt>
                <c:pt idx="1946">
                  <c:v>44682</c:v>
                </c:pt>
                <c:pt idx="1947">
                  <c:v>44683</c:v>
                </c:pt>
                <c:pt idx="1948">
                  <c:v>44684</c:v>
                </c:pt>
                <c:pt idx="1949">
                  <c:v>44685</c:v>
                </c:pt>
                <c:pt idx="1950">
                  <c:v>44686</c:v>
                </c:pt>
                <c:pt idx="1951">
                  <c:v>44687</c:v>
                </c:pt>
                <c:pt idx="1952">
                  <c:v>44688</c:v>
                </c:pt>
                <c:pt idx="1953">
                  <c:v>44689</c:v>
                </c:pt>
                <c:pt idx="1954">
                  <c:v>44690</c:v>
                </c:pt>
                <c:pt idx="1955">
                  <c:v>44691</c:v>
                </c:pt>
                <c:pt idx="1956">
                  <c:v>44692</c:v>
                </c:pt>
                <c:pt idx="1957">
                  <c:v>44693</c:v>
                </c:pt>
                <c:pt idx="1958">
                  <c:v>44694</c:v>
                </c:pt>
                <c:pt idx="1959">
                  <c:v>44695</c:v>
                </c:pt>
                <c:pt idx="1960">
                  <c:v>44696</c:v>
                </c:pt>
                <c:pt idx="1961">
                  <c:v>44697</c:v>
                </c:pt>
                <c:pt idx="1962">
                  <c:v>44698</c:v>
                </c:pt>
                <c:pt idx="1963">
                  <c:v>44699</c:v>
                </c:pt>
                <c:pt idx="1964">
                  <c:v>44700</c:v>
                </c:pt>
                <c:pt idx="1965">
                  <c:v>44701</c:v>
                </c:pt>
                <c:pt idx="1966">
                  <c:v>44702</c:v>
                </c:pt>
                <c:pt idx="1967">
                  <c:v>44703</c:v>
                </c:pt>
                <c:pt idx="1968">
                  <c:v>44704</c:v>
                </c:pt>
                <c:pt idx="1969">
                  <c:v>44705</c:v>
                </c:pt>
                <c:pt idx="1970">
                  <c:v>44706</c:v>
                </c:pt>
                <c:pt idx="1971">
                  <c:v>44707</c:v>
                </c:pt>
                <c:pt idx="1972">
                  <c:v>44708</c:v>
                </c:pt>
                <c:pt idx="1973">
                  <c:v>44709</c:v>
                </c:pt>
                <c:pt idx="1974">
                  <c:v>44710</c:v>
                </c:pt>
                <c:pt idx="1975">
                  <c:v>44711</c:v>
                </c:pt>
                <c:pt idx="1976">
                  <c:v>44712</c:v>
                </c:pt>
                <c:pt idx="1977">
                  <c:v>44713</c:v>
                </c:pt>
                <c:pt idx="1978">
                  <c:v>44714</c:v>
                </c:pt>
                <c:pt idx="1979">
                  <c:v>44715</c:v>
                </c:pt>
                <c:pt idx="1980">
                  <c:v>44716</c:v>
                </c:pt>
                <c:pt idx="1981">
                  <c:v>44717</c:v>
                </c:pt>
                <c:pt idx="1982">
                  <c:v>44718</c:v>
                </c:pt>
                <c:pt idx="1983">
                  <c:v>44719</c:v>
                </c:pt>
                <c:pt idx="1984">
                  <c:v>44720</c:v>
                </c:pt>
                <c:pt idx="1985">
                  <c:v>44721</c:v>
                </c:pt>
                <c:pt idx="1986">
                  <c:v>44722</c:v>
                </c:pt>
                <c:pt idx="1987">
                  <c:v>44723</c:v>
                </c:pt>
                <c:pt idx="1988">
                  <c:v>44724</c:v>
                </c:pt>
                <c:pt idx="1989">
                  <c:v>44725</c:v>
                </c:pt>
                <c:pt idx="1990">
                  <c:v>44726</c:v>
                </c:pt>
                <c:pt idx="1991">
                  <c:v>44727</c:v>
                </c:pt>
                <c:pt idx="1992">
                  <c:v>44728</c:v>
                </c:pt>
                <c:pt idx="1993">
                  <c:v>44729</c:v>
                </c:pt>
                <c:pt idx="1994">
                  <c:v>44730</c:v>
                </c:pt>
                <c:pt idx="1995">
                  <c:v>44731</c:v>
                </c:pt>
                <c:pt idx="1996">
                  <c:v>44732</c:v>
                </c:pt>
                <c:pt idx="1997">
                  <c:v>44733</c:v>
                </c:pt>
                <c:pt idx="1998">
                  <c:v>44734</c:v>
                </c:pt>
                <c:pt idx="1999">
                  <c:v>44735</c:v>
                </c:pt>
                <c:pt idx="2000">
                  <c:v>44736</c:v>
                </c:pt>
                <c:pt idx="2001">
                  <c:v>44737</c:v>
                </c:pt>
                <c:pt idx="2002">
                  <c:v>44738</c:v>
                </c:pt>
                <c:pt idx="2003">
                  <c:v>44739</c:v>
                </c:pt>
                <c:pt idx="2004">
                  <c:v>44740</c:v>
                </c:pt>
                <c:pt idx="2005">
                  <c:v>44741</c:v>
                </c:pt>
                <c:pt idx="2006">
                  <c:v>44742</c:v>
                </c:pt>
                <c:pt idx="2007">
                  <c:v>44743</c:v>
                </c:pt>
                <c:pt idx="2008">
                  <c:v>44744</c:v>
                </c:pt>
                <c:pt idx="2009">
                  <c:v>44745</c:v>
                </c:pt>
                <c:pt idx="2010">
                  <c:v>44746</c:v>
                </c:pt>
                <c:pt idx="2011">
                  <c:v>44747</c:v>
                </c:pt>
                <c:pt idx="2012">
                  <c:v>44748</c:v>
                </c:pt>
                <c:pt idx="2013">
                  <c:v>44749</c:v>
                </c:pt>
                <c:pt idx="2014">
                  <c:v>44750</c:v>
                </c:pt>
                <c:pt idx="2015">
                  <c:v>44751</c:v>
                </c:pt>
                <c:pt idx="2016">
                  <c:v>44752</c:v>
                </c:pt>
                <c:pt idx="2017">
                  <c:v>44753</c:v>
                </c:pt>
                <c:pt idx="2018">
                  <c:v>44754</c:v>
                </c:pt>
                <c:pt idx="2019">
                  <c:v>44755</c:v>
                </c:pt>
                <c:pt idx="2020">
                  <c:v>44756</c:v>
                </c:pt>
                <c:pt idx="2021">
                  <c:v>44757</c:v>
                </c:pt>
                <c:pt idx="2022">
                  <c:v>44758</c:v>
                </c:pt>
                <c:pt idx="2023">
                  <c:v>44759</c:v>
                </c:pt>
                <c:pt idx="2024">
                  <c:v>44760</c:v>
                </c:pt>
                <c:pt idx="2025">
                  <c:v>44761</c:v>
                </c:pt>
                <c:pt idx="2026">
                  <c:v>44762</c:v>
                </c:pt>
                <c:pt idx="2027">
                  <c:v>44763</c:v>
                </c:pt>
                <c:pt idx="2028">
                  <c:v>44764</c:v>
                </c:pt>
                <c:pt idx="2029">
                  <c:v>44765</c:v>
                </c:pt>
                <c:pt idx="2030">
                  <c:v>44766</c:v>
                </c:pt>
                <c:pt idx="2031">
                  <c:v>44767</c:v>
                </c:pt>
                <c:pt idx="2032">
                  <c:v>44768</c:v>
                </c:pt>
                <c:pt idx="2033">
                  <c:v>44769</c:v>
                </c:pt>
                <c:pt idx="2034">
                  <c:v>44770</c:v>
                </c:pt>
                <c:pt idx="2035">
                  <c:v>44771</c:v>
                </c:pt>
                <c:pt idx="2036">
                  <c:v>44772</c:v>
                </c:pt>
                <c:pt idx="2037">
                  <c:v>44773</c:v>
                </c:pt>
                <c:pt idx="2038">
                  <c:v>44774</c:v>
                </c:pt>
                <c:pt idx="2039">
                  <c:v>44775</c:v>
                </c:pt>
                <c:pt idx="2040">
                  <c:v>44776</c:v>
                </c:pt>
                <c:pt idx="2041">
                  <c:v>44777</c:v>
                </c:pt>
                <c:pt idx="2042">
                  <c:v>44778</c:v>
                </c:pt>
                <c:pt idx="2043">
                  <c:v>44779</c:v>
                </c:pt>
                <c:pt idx="2044">
                  <c:v>44780</c:v>
                </c:pt>
                <c:pt idx="2045">
                  <c:v>44781</c:v>
                </c:pt>
                <c:pt idx="2046">
                  <c:v>44782</c:v>
                </c:pt>
                <c:pt idx="2047">
                  <c:v>44783</c:v>
                </c:pt>
                <c:pt idx="2048">
                  <c:v>44784</c:v>
                </c:pt>
                <c:pt idx="2049">
                  <c:v>44785</c:v>
                </c:pt>
                <c:pt idx="2050">
                  <c:v>44786</c:v>
                </c:pt>
                <c:pt idx="2051">
                  <c:v>44787</c:v>
                </c:pt>
                <c:pt idx="2052">
                  <c:v>44788</c:v>
                </c:pt>
                <c:pt idx="2053">
                  <c:v>44789</c:v>
                </c:pt>
                <c:pt idx="2054">
                  <c:v>44790</c:v>
                </c:pt>
                <c:pt idx="2055">
                  <c:v>44791</c:v>
                </c:pt>
                <c:pt idx="2056">
                  <c:v>44792</c:v>
                </c:pt>
                <c:pt idx="2057">
                  <c:v>44793</c:v>
                </c:pt>
                <c:pt idx="2058">
                  <c:v>44794</c:v>
                </c:pt>
                <c:pt idx="2059">
                  <c:v>44795</c:v>
                </c:pt>
                <c:pt idx="2060">
                  <c:v>44796</c:v>
                </c:pt>
                <c:pt idx="2061">
                  <c:v>44797</c:v>
                </c:pt>
                <c:pt idx="2062">
                  <c:v>44798</c:v>
                </c:pt>
                <c:pt idx="2063">
                  <c:v>44799</c:v>
                </c:pt>
                <c:pt idx="2064">
                  <c:v>44800</c:v>
                </c:pt>
                <c:pt idx="2065">
                  <c:v>44801</c:v>
                </c:pt>
                <c:pt idx="2066">
                  <c:v>44802</c:v>
                </c:pt>
                <c:pt idx="2067">
                  <c:v>44803</c:v>
                </c:pt>
                <c:pt idx="2068">
                  <c:v>44804</c:v>
                </c:pt>
                <c:pt idx="2069">
                  <c:v>44805</c:v>
                </c:pt>
                <c:pt idx="2070">
                  <c:v>44806</c:v>
                </c:pt>
                <c:pt idx="2071">
                  <c:v>44807</c:v>
                </c:pt>
                <c:pt idx="2072">
                  <c:v>44808</c:v>
                </c:pt>
                <c:pt idx="2073">
                  <c:v>44809</c:v>
                </c:pt>
                <c:pt idx="2074">
                  <c:v>44810</c:v>
                </c:pt>
                <c:pt idx="2075">
                  <c:v>44811</c:v>
                </c:pt>
                <c:pt idx="2076">
                  <c:v>44812</c:v>
                </c:pt>
                <c:pt idx="2077">
                  <c:v>44813</c:v>
                </c:pt>
                <c:pt idx="2078">
                  <c:v>44814</c:v>
                </c:pt>
                <c:pt idx="2079">
                  <c:v>44815</c:v>
                </c:pt>
                <c:pt idx="2080">
                  <c:v>44816</c:v>
                </c:pt>
                <c:pt idx="2081">
                  <c:v>44817</c:v>
                </c:pt>
                <c:pt idx="2082">
                  <c:v>44818</c:v>
                </c:pt>
                <c:pt idx="2083">
                  <c:v>44819</c:v>
                </c:pt>
                <c:pt idx="2084">
                  <c:v>44820</c:v>
                </c:pt>
                <c:pt idx="2085">
                  <c:v>44821</c:v>
                </c:pt>
                <c:pt idx="2086">
                  <c:v>44822</c:v>
                </c:pt>
                <c:pt idx="2087">
                  <c:v>44823</c:v>
                </c:pt>
                <c:pt idx="2088">
                  <c:v>44824</c:v>
                </c:pt>
                <c:pt idx="2089">
                  <c:v>44825</c:v>
                </c:pt>
                <c:pt idx="2090">
                  <c:v>44826</c:v>
                </c:pt>
                <c:pt idx="2091">
                  <c:v>44827</c:v>
                </c:pt>
                <c:pt idx="2092">
                  <c:v>44828</c:v>
                </c:pt>
                <c:pt idx="2093">
                  <c:v>44829</c:v>
                </c:pt>
                <c:pt idx="2094">
                  <c:v>44830</c:v>
                </c:pt>
                <c:pt idx="2095">
                  <c:v>44831</c:v>
                </c:pt>
                <c:pt idx="2096">
                  <c:v>44832</c:v>
                </c:pt>
                <c:pt idx="2097">
                  <c:v>44833</c:v>
                </c:pt>
                <c:pt idx="2098">
                  <c:v>44834</c:v>
                </c:pt>
                <c:pt idx="2099">
                  <c:v>44835</c:v>
                </c:pt>
                <c:pt idx="2100">
                  <c:v>44836</c:v>
                </c:pt>
                <c:pt idx="2101">
                  <c:v>44837</c:v>
                </c:pt>
                <c:pt idx="2102">
                  <c:v>44838</c:v>
                </c:pt>
                <c:pt idx="2103">
                  <c:v>44839</c:v>
                </c:pt>
                <c:pt idx="2104">
                  <c:v>44840</c:v>
                </c:pt>
                <c:pt idx="2105">
                  <c:v>44841</c:v>
                </c:pt>
                <c:pt idx="2106">
                  <c:v>44842</c:v>
                </c:pt>
                <c:pt idx="2107">
                  <c:v>44843</c:v>
                </c:pt>
                <c:pt idx="2108">
                  <c:v>44844</c:v>
                </c:pt>
                <c:pt idx="2109">
                  <c:v>44845</c:v>
                </c:pt>
                <c:pt idx="2110">
                  <c:v>44846</c:v>
                </c:pt>
                <c:pt idx="2111">
                  <c:v>44847</c:v>
                </c:pt>
                <c:pt idx="2112">
                  <c:v>44848</c:v>
                </c:pt>
                <c:pt idx="2113">
                  <c:v>44849</c:v>
                </c:pt>
                <c:pt idx="2114">
                  <c:v>44850</c:v>
                </c:pt>
                <c:pt idx="2115">
                  <c:v>44851</c:v>
                </c:pt>
                <c:pt idx="2116">
                  <c:v>44852</c:v>
                </c:pt>
                <c:pt idx="2117">
                  <c:v>44853</c:v>
                </c:pt>
                <c:pt idx="2118">
                  <c:v>44854</c:v>
                </c:pt>
                <c:pt idx="2119">
                  <c:v>44855</c:v>
                </c:pt>
                <c:pt idx="2120">
                  <c:v>44856</c:v>
                </c:pt>
                <c:pt idx="2121">
                  <c:v>44857</c:v>
                </c:pt>
                <c:pt idx="2122">
                  <c:v>44858</c:v>
                </c:pt>
                <c:pt idx="2123">
                  <c:v>44859</c:v>
                </c:pt>
                <c:pt idx="2124">
                  <c:v>44860</c:v>
                </c:pt>
                <c:pt idx="2125">
                  <c:v>44861</c:v>
                </c:pt>
                <c:pt idx="2126">
                  <c:v>44862</c:v>
                </c:pt>
                <c:pt idx="2127">
                  <c:v>44863</c:v>
                </c:pt>
                <c:pt idx="2128">
                  <c:v>44864</c:v>
                </c:pt>
                <c:pt idx="2129">
                  <c:v>44865</c:v>
                </c:pt>
                <c:pt idx="2130">
                  <c:v>44866</c:v>
                </c:pt>
                <c:pt idx="2131">
                  <c:v>44867</c:v>
                </c:pt>
                <c:pt idx="2132">
                  <c:v>44868</c:v>
                </c:pt>
                <c:pt idx="2133">
                  <c:v>44869</c:v>
                </c:pt>
                <c:pt idx="2134">
                  <c:v>44870</c:v>
                </c:pt>
                <c:pt idx="2135">
                  <c:v>44871</c:v>
                </c:pt>
                <c:pt idx="2136">
                  <c:v>44872</c:v>
                </c:pt>
                <c:pt idx="2137">
                  <c:v>44873</c:v>
                </c:pt>
                <c:pt idx="2138">
                  <c:v>44874</c:v>
                </c:pt>
                <c:pt idx="2139">
                  <c:v>44875</c:v>
                </c:pt>
                <c:pt idx="2140">
                  <c:v>44876</c:v>
                </c:pt>
                <c:pt idx="2141">
                  <c:v>44877</c:v>
                </c:pt>
                <c:pt idx="2142">
                  <c:v>44878</c:v>
                </c:pt>
                <c:pt idx="2143">
                  <c:v>44879</c:v>
                </c:pt>
                <c:pt idx="2144">
                  <c:v>44880</c:v>
                </c:pt>
                <c:pt idx="2145">
                  <c:v>44881</c:v>
                </c:pt>
                <c:pt idx="2146">
                  <c:v>44882</c:v>
                </c:pt>
                <c:pt idx="2147">
                  <c:v>44883</c:v>
                </c:pt>
                <c:pt idx="2148">
                  <c:v>44884</c:v>
                </c:pt>
                <c:pt idx="2149">
                  <c:v>44885</c:v>
                </c:pt>
                <c:pt idx="2150">
                  <c:v>44886</c:v>
                </c:pt>
                <c:pt idx="2151">
                  <c:v>44887</c:v>
                </c:pt>
                <c:pt idx="2152">
                  <c:v>44888</c:v>
                </c:pt>
                <c:pt idx="2153">
                  <c:v>44889</c:v>
                </c:pt>
                <c:pt idx="2154">
                  <c:v>44890</c:v>
                </c:pt>
                <c:pt idx="2155">
                  <c:v>44891</c:v>
                </c:pt>
                <c:pt idx="2156">
                  <c:v>44892</c:v>
                </c:pt>
                <c:pt idx="2157">
                  <c:v>44893</c:v>
                </c:pt>
                <c:pt idx="2158">
                  <c:v>44894</c:v>
                </c:pt>
                <c:pt idx="2159">
                  <c:v>44895</c:v>
                </c:pt>
                <c:pt idx="2160">
                  <c:v>44896</c:v>
                </c:pt>
                <c:pt idx="2161">
                  <c:v>44897</c:v>
                </c:pt>
                <c:pt idx="2162">
                  <c:v>44898</c:v>
                </c:pt>
                <c:pt idx="2163">
                  <c:v>44899</c:v>
                </c:pt>
                <c:pt idx="2164">
                  <c:v>44900</c:v>
                </c:pt>
                <c:pt idx="2165">
                  <c:v>44901</c:v>
                </c:pt>
                <c:pt idx="2166">
                  <c:v>44902</c:v>
                </c:pt>
                <c:pt idx="2167">
                  <c:v>44903</c:v>
                </c:pt>
                <c:pt idx="2168">
                  <c:v>44904</c:v>
                </c:pt>
                <c:pt idx="2169">
                  <c:v>44905</c:v>
                </c:pt>
                <c:pt idx="2170">
                  <c:v>44906</c:v>
                </c:pt>
                <c:pt idx="2171">
                  <c:v>44907</c:v>
                </c:pt>
                <c:pt idx="2172">
                  <c:v>44908</c:v>
                </c:pt>
                <c:pt idx="2173">
                  <c:v>44909</c:v>
                </c:pt>
                <c:pt idx="2174">
                  <c:v>44910</c:v>
                </c:pt>
                <c:pt idx="2175">
                  <c:v>44911</c:v>
                </c:pt>
                <c:pt idx="2176">
                  <c:v>44912</c:v>
                </c:pt>
                <c:pt idx="2177">
                  <c:v>44913</c:v>
                </c:pt>
                <c:pt idx="2178">
                  <c:v>44914</c:v>
                </c:pt>
                <c:pt idx="2179">
                  <c:v>44915</c:v>
                </c:pt>
                <c:pt idx="2180">
                  <c:v>44916</c:v>
                </c:pt>
                <c:pt idx="2181">
                  <c:v>44917</c:v>
                </c:pt>
                <c:pt idx="2182">
                  <c:v>44918</c:v>
                </c:pt>
                <c:pt idx="2183">
                  <c:v>44919</c:v>
                </c:pt>
                <c:pt idx="2184">
                  <c:v>44920</c:v>
                </c:pt>
                <c:pt idx="2185">
                  <c:v>44921</c:v>
                </c:pt>
                <c:pt idx="2186">
                  <c:v>44922</c:v>
                </c:pt>
                <c:pt idx="2187">
                  <c:v>44923</c:v>
                </c:pt>
                <c:pt idx="2188">
                  <c:v>44924</c:v>
                </c:pt>
                <c:pt idx="2189">
                  <c:v>44925</c:v>
                </c:pt>
                <c:pt idx="2190">
                  <c:v>44926</c:v>
                </c:pt>
                <c:pt idx="2191">
                  <c:v>44927</c:v>
                </c:pt>
                <c:pt idx="2192">
                  <c:v>44928</c:v>
                </c:pt>
                <c:pt idx="2193">
                  <c:v>44929</c:v>
                </c:pt>
                <c:pt idx="2194">
                  <c:v>44930</c:v>
                </c:pt>
                <c:pt idx="2195">
                  <c:v>44931</c:v>
                </c:pt>
                <c:pt idx="2196">
                  <c:v>44932</c:v>
                </c:pt>
                <c:pt idx="2197">
                  <c:v>44933</c:v>
                </c:pt>
                <c:pt idx="2198">
                  <c:v>44934</c:v>
                </c:pt>
                <c:pt idx="2199">
                  <c:v>44935</c:v>
                </c:pt>
                <c:pt idx="2200">
                  <c:v>44936</c:v>
                </c:pt>
                <c:pt idx="2201">
                  <c:v>44937</c:v>
                </c:pt>
                <c:pt idx="2202">
                  <c:v>44938</c:v>
                </c:pt>
                <c:pt idx="2203">
                  <c:v>44939</c:v>
                </c:pt>
                <c:pt idx="2204">
                  <c:v>44940</c:v>
                </c:pt>
                <c:pt idx="2205">
                  <c:v>44941</c:v>
                </c:pt>
                <c:pt idx="2206">
                  <c:v>44942</c:v>
                </c:pt>
                <c:pt idx="2207">
                  <c:v>44943</c:v>
                </c:pt>
                <c:pt idx="2208">
                  <c:v>44944</c:v>
                </c:pt>
                <c:pt idx="2209">
                  <c:v>44945</c:v>
                </c:pt>
                <c:pt idx="2210">
                  <c:v>44946</c:v>
                </c:pt>
                <c:pt idx="2211">
                  <c:v>44947</c:v>
                </c:pt>
                <c:pt idx="2212">
                  <c:v>44948</c:v>
                </c:pt>
                <c:pt idx="2213">
                  <c:v>44949</c:v>
                </c:pt>
                <c:pt idx="2214">
                  <c:v>44950</c:v>
                </c:pt>
                <c:pt idx="2215">
                  <c:v>44951</c:v>
                </c:pt>
                <c:pt idx="2216">
                  <c:v>44952</c:v>
                </c:pt>
                <c:pt idx="2217">
                  <c:v>44953</c:v>
                </c:pt>
                <c:pt idx="2218">
                  <c:v>44954</c:v>
                </c:pt>
                <c:pt idx="2219">
                  <c:v>44955</c:v>
                </c:pt>
                <c:pt idx="2220">
                  <c:v>44956</c:v>
                </c:pt>
                <c:pt idx="2221">
                  <c:v>44957</c:v>
                </c:pt>
                <c:pt idx="2222">
                  <c:v>44958</c:v>
                </c:pt>
                <c:pt idx="2223">
                  <c:v>44959</c:v>
                </c:pt>
                <c:pt idx="2224">
                  <c:v>44960</c:v>
                </c:pt>
                <c:pt idx="2225">
                  <c:v>44961</c:v>
                </c:pt>
                <c:pt idx="2226">
                  <c:v>44962</c:v>
                </c:pt>
                <c:pt idx="2227">
                  <c:v>44963</c:v>
                </c:pt>
                <c:pt idx="2228">
                  <c:v>44964</c:v>
                </c:pt>
                <c:pt idx="2229">
                  <c:v>44965</c:v>
                </c:pt>
                <c:pt idx="2230">
                  <c:v>44966</c:v>
                </c:pt>
                <c:pt idx="2231">
                  <c:v>44967</c:v>
                </c:pt>
                <c:pt idx="2232">
                  <c:v>44968</c:v>
                </c:pt>
                <c:pt idx="2233">
                  <c:v>44969</c:v>
                </c:pt>
                <c:pt idx="2234">
                  <c:v>44970</c:v>
                </c:pt>
                <c:pt idx="2235">
                  <c:v>44971</c:v>
                </c:pt>
                <c:pt idx="2236">
                  <c:v>44972</c:v>
                </c:pt>
                <c:pt idx="2237">
                  <c:v>44973</c:v>
                </c:pt>
                <c:pt idx="2238">
                  <c:v>44974</c:v>
                </c:pt>
                <c:pt idx="2239">
                  <c:v>44975</c:v>
                </c:pt>
                <c:pt idx="2240">
                  <c:v>44976</c:v>
                </c:pt>
                <c:pt idx="2241">
                  <c:v>44977</c:v>
                </c:pt>
                <c:pt idx="2242">
                  <c:v>44978</c:v>
                </c:pt>
                <c:pt idx="2243">
                  <c:v>44979</c:v>
                </c:pt>
                <c:pt idx="2244">
                  <c:v>44980</c:v>
                </c:pt>
                <c:pt idx="2245">
                  <c:v>44981</c:v>
                </c:pt>
                <c:pt idx="2246">
                  <c:v>44982</c:v>
                </c:pt>
                <c:pt idx="2247">
                  <c:v>44983</c:v>
                </c:pt>
                <c:pt idx="2248">
                  <c:v>44984</c:v>
                </c:pt>
                <c:pt idx="2249">
                  <c:v>44985</c:v>
                </c:pt>
                <c:pt idx="2250">
                  <c:v>44986</c:v>
                </c:pt>
                <c:pt idx="2251">
                  <c:v>44987</c:v>
                </c:pt>
                <c:pt idx="2252">
                  <c:v>44988</c:v>
                </c:pt>
                <c:pt idx="2253">
                  <c:v>44989</c:v>
                </c:pt>
                <c:pt idx="2254">
                  <c:v>44990</c:v>
                </c:pt>
                <c:pt idx="2255">
                  <c:v>44991</c:v>
                </c:pt>
                <c:pt idx="2256">
                  <c:v>44992</c:v>
                </c:pt>
                <c:pt idx="2257">
                  <c:v>44993</c:v>
                </c:pt>
                <c:pt idx="2258">
                  <c:v>44994</c:v>
                </c:pt>
                <c:pt idx="2259">
                  <c:v>44995</c:v>
                </c:pt>
                <c:pt idx="2260">
                  <c:v>44996</c:v>
                </c:pt>
                <c:pt idx="2261">
                  <c:v>44997</c:v>
                </c:pt>
                <c:pt idx="2262">
                  <c:v>44998</c:v>
                </c:pt>
                <c:pt idx="2263">
                  <c:v>44999</c:v>
                </c:pt>
                <c:pt idx="2264">
                  <c:v>45000</c:v>
                </c:pt>
                <c:pt idx="2265">
                  <c:v>45001</c:v>
                </c:pt>
                <c:pt idx="2266">
                  <c:v>45002</c:v>
                </c:pt>
                <c:pt idx="2267">
                  <c:v>45003</c:v>
                </c:pt>
                <c:pt idx="2268">
                  <c:v>45004</c:v>
                </c:pt>
                <c:pt idx="2269">
                  <c:v>45005</c:v>
                </c:pt>
                <c:pt idx="2270">
                  <c:v>45006</c:v>
                </c:pt>
                <c:pt idx="2271">
                  <c:v>45007</c:v>
                </c:pt>
                <c:pt idx="2272">
                  <c:v>45008</c:v>
                </c:pt>
                <c:pt idx="2273">
                  <c:v>45009</c:v>
                </c:pt>
                <c:pt idx="2274">
                  <c:v>45010</c:v>
                </c:pt>
                <c:pt idx="2275">
                  <c:v>45011</c:v>
                </c:pt>
                <c:pt idx="2276">
                  <c:v>45012</c:v>
                </c:pt>
                <c:pt idx="2277">
                  <c:v>45013</c:v>
                </c:pt>
                <c:pt idx="2278">
                  <c:v>45014</c:v>
                </c:pt>
                <c:pt idx="2279">
                  <c:v>45015</c:v>
                </c:pt>
                <c:pt idx="2280">
                  <c:v>45016</c:v>
                </c:pt>
                <c:pt idx="2281">
                  <c:v>45017</c:v>
                </c:pt>
                <c:pt idx="2282">
                  <c:v>45018</c:v>
                </c:pt>
                <c:pt idx="2283">
                  <c:v>45019</c:v>
                </c:pt>
                <c:pt idx="2284">
                  <c:v>45020</c:v>
                </c:pt>
                <c:pt idx="2285">
                  <c:v>45021</c:v>
                </c:pt>
                <c:pt idx="2286">
                  <c:v>45022</c:v>
                </c:pt>
                <c:pt idx="2287">
                  <c:v>45023</c:v>
                </c:pt>
                <c:pt idx="2288">
                  <c:v>45024</c:v>
                </c:pt>
                <c:pt idx="2289">
                  <c:v>45025</c:v>
                </c:pt>
                <c:pt idx="2290">
                  <c:v>45026</c:v>
                </c:pt>
                <c:pt idx="2291">
                  <c:v>45027</c:v>
                </c:pt>
                <c:pt idx="2292">
                  <c:v>45028</c:v>
                </c:pt>
                <c:pt idx="2293">
                  <c:v>45029</c:v>
                </c:pt>
                <c:pt idx="2294">
                  <c:v>45030</c:v>
                </c:pt>
                <c:pt idx="2295">
                  <c:v>45031</c:v>
                </c:pt>
                <c:pt idx="2296">
                  <c:v>45032</c:v>
                </c:pt>
                <c:pt idx="2297">
                  <c:v>45033</c:v>
                </c:pt>
                <c:pt idx="2298">
                  <c:v>45034</c:v>
                </c:pt>
                <c:pt idx="2299">
                  <c:v>45035</c:v>
                </c:pt>
                <c:pt idx="2300">
                  <c:v>45036</c:v>
                </c:pt>
                <c:pt idx="2301">
                  <c:v>45037</c:v>
                </c:pt>
                <c:pt idx="2302">
                  <c:v>45038</c:v>
                </c:pt>
                <c:pt idx="2303">
                  <c:v>45039</c:v>
                </c:pt>
                <c:pt idx="2304">
                  <c:v>45040</c:v>
                </c:pt>
                <c:pt idx="2305">
                  <c:v>45041</c:v>
                </c:pt>
                <c:pt idx="2306">
                  <c:v>45042</c:v>
                </c:pt>
                <c:pt idx="2307">
                  <c:v>45043</c:v>
                </c:pt>
                <c:pt idx="2308">
                  <c:v>45044</c:v>
                </c:pt>
                <c:pt idx="2309">
                  <c:v>45045</c:v>
                </c:pt>
                <c:pt idx="2310">
                  <c:v>45046</c:v>
                </c:pt>
                <c:pt idx="2311">
                  <c:v>45047</c:v>
                </c:pt>
                <c:pt idx="2312">
                  <c:v>45048</c:v>
                </c:pt>
                <c:pt idx="2313">
                  <c:v>45049</c:v>
                </c:pt>
                <c:pt idx="2314">
                  <c:v>45050</c:v>
                </c:pt>
                <c:pt idx="2315">
                  <c:v>45051</c:v>
                </c:pt>
                <c:pt idx="2316">
                  <c:v>45052</c:v>
                </c:pt>
                <c:pt idx="2317">
                  <c:v>45053</c:v>
                </c:pt>
                <c:pt idx="2318">
                  <c:v>45054</c:v>
                </c:pt>
                <c:pt idx="2319">
                  <c:v>45055</c:v>
                </c:pt>
                <c:pt idx="2320">
                  <c:v>45056</c:v>
                </c:pt>
                <c:pt idx="2321">
                  <c:v>45057</c:v>
                </c:pt>
                <c:pt idx="2322">
                  <c:v>45058</c:v>
                </c:pt>
                <c:pt idx="2323">
                  <c:v>45059</c:v>
                </c:pt>
                <c:pt idx="2324">
                  <c:v>45060</c:v>
                </c:pt>
                <c:pt idx="2325">
                  <c:v>45061</c:v>
                </c:pt>
                <c:pt idx="2326">
                  <c:v>45062</c:v>
                </c:pt>
                <c:pt idx="2327">
                  <c:v>45063</c:v>
                </c:pt>
                <c:pt idx="2328">
                  <c:v>45064</c:v>
                </c:pt>
                <c:pt idx="2329">
                  <c:v>45065</c:v>
                </c:pt>
                <c:pt idx="2330">
                  <c:v>45066</c:v>
                </c:pt>
                <c:pt idx="2331">
                  <c:v>45067</c:v>
                </c:pt>
                <c:pt idx="2332">
                  <c:v>45068</c:v>
                </c:pt>
                <c:pt idx="2333">
                  <c:v>45069</c:v>
                </c:pt>
                <c:pt idx="2334">
                  <c:v>45070</c:v>
                </c:pt>
                <c:pt idx="2335">
                  <c:v>45071</c:v>
                </c:pt>
                <c:pt idx="2336">
                  <c:v>45072</c:v>
                </c:pt>
                <c:pt idx="2337">
                  <c:v>45073</c:v>
                </c:pt>
                <c:pt idx="2338">
                  <c:v>45074</c:v>
                </c:pt>
                <c:pt idx="2339">
                  <c:v>45075</c:v>
                </c:pt>
                <c:pt idx="2340">
                  <c:v>45076</c:v>
                </c:pt>
                <c:pt idx="2341">
                  <c:v>45077</c:v>
                </c:pt>
                <c:pt idx="2342">
                  <c:v>45078</c:v>
                </c:pt>
                <c:pt idx="2343">
                  <c:v>45079</c:v>
                </c:pt>
                <c:pt idx="2344">
                  <c:v>45080</c:v>
                </c:pt>
                <c:pt idx="2345">
                  <c:v>45081</c:v>
                </c:pt>
                <c:pt idx="2346">
                  <c:v>45082</c:v>
                </c:pt>
                <c:pt idx="2347">
                  <c:v>45083</c:v>
                </c:pt>
                <c:pt idx="2348">
                  <c:v>45084</c:v>
                </c:pt>
                <c:pt idx="2349">
                  <c:v>45085</c:v>
                </c:pt>
                <c:pt idx="2350">
                  <c:v>45086</c:v>
                </c:pt>
                <c:pt idx="2351">
                  <c:v>45087</c:v>
                </c:pt>
                <c:pt idx="2352">
                  <c:v>45088</c:v>
                </c:pt>
                <c:pt idx="2353">
                  <c:v>45089</c:v>
                </c:pt>
                <c:pt idx="2354">
                  <c:v>45090</c:v>
                </c:pt>
                <c:pt idx="2355">
                  <c:v>45091</c:v>
                </c:pt>
                <c:pt idx="2356">
                  <c:v>45092</c:v>
                </c:pt>
                <c:pt idx="2357">
                  <c:v>45093</c:v>
                </c:pt>
                <c:pt idx="2358">
                  <c:v>45094</c:v>
                </c:pt>
                <c:pt idx="2359">
                  <c:v>45095</c:v>
                </c:pt>
                <c:pt idx="2360">
                  <c:v>45096</c:v>
                </c:pt>
                <c:pt idx="2361">
                  <c:v>45097</c:v>
                </c:pt>
                <c:pt idx="2362">
                  <c:v>45098</c:v>
                </c:pt>
                <c:pt idx="2363">
                  <c:v>45099</c:v>
                </c:pt>
                <c:pt idx="2364">
                  <c:v>45100</c:v>
                </c:pt>
                <c:pt idx="2365">
                  <c:v>45101</c:v>
                </c:pt>
                <c:pt idx="2366">
                  <c:v>45102</c:v>
                </c:pt>
                <c:pt idx="2367">
                  <c:v>45103</c:v>
                </c:pt>
                <c:pt idx="2368">
                  <c:v>45104</c:v>
                </c:pt>
                <c:pt idx="2369">
                  <c:v>45105</c:v>
                </c:pt>
                <c:pt idx="2370">
                  <c:v>45106</c:v>
                </c:pt>
                <c:pt idx="2371">
                  <c:v>45107</c:v>
                </c:pt>
                <c:pt idx="2372">
                  <c:v>45108</c:v>
                </c:pt>
                <c:pt idx="2373">
                  <c:v>45109</c:v>
                </c:pt>
                <c:pt idx="2374">
                  <c:v>45110</c:v>
                </c:pt>
                <c:pt idx="2375">
                  <c:v>45111</c:v>
                </c:pt>
                <c:pt idx="2376">
                  <c:v>45112</c:v>
                </c:pt>
                <c:pt idx="2377">
                  <c:v>45113</c:v>
                </c:pt>
                <c:pt idx="2378">
                  <c:v>45114</c:v>
                </c:pt>
                <c:pt idx="2379">
                  <c:v>45115</c:v>
                </c:pt>
                <c:pt idx="2380">
                  <c:v>45116</c:v>
                </c:pt>
                <c:pt idx="2381">
                  <c:v>45117</c:v>
                </c:pt>
                <c:pt idx="2382">
                  <c:v>45118</c:v>
                </c:pt>
                <c:pt idx="2383">
                  <c:v>45119</c:v>
                </c:pt>
                <c:pt idx="2384">
                  <c:v>45120</c:v>
                </c:pt>
                <c:pt idx="2385">
                  <c:v>45121</c:v>
                </c:pt>
                <c:pt idx="2386">
                  <c:v>45122</c:v>
                </c:pt>
                <c:pt idx="2387">
                  <c:v>45123</c:v>
                </c:pt>
                <c:pt idx="2388">
                  <c:v>45124</c:v>
                </c:pt>
                <c:pt idx="2389">
                  <c:v>45125</c:v>
                </c:pt>
                <c:pt idx="2390">
                  <c:v>45126</c:v>
                </c:pt>
                <c:pt idx="2391">
                  <c:v>45127</c:v>
                </c:pt>
                <c:pt idx="2392">
                  <c:v>45128</c:v>
                </c:pt>
                <c:pt idx="2393">
                  <c:v>45129</c:v>
                </c:pt>
                <c:pt idx="2394">
                  <c:v>45130</c:v>
                </c:pt>
                <c:pt idx="2395">
                  <c:v>45131</c:v>
                </c:pt>
                <c:pt idx="2396">
                  <c:v>45132</c:v>
                </c:pt>
                <c:pt idx="2397">
                  <c:v>45133</c:v>
                </c:pt>
                <c:pt idx="2398">
                  <c:v>45134</c:v>
                </c:pt>
                <c:pt idx="2399">
                  <c:v>45135</c:v>
                </c:pt>
                <c:pt idx="2400">
                  <c:v>45136</c:v>
                </c:pt>
                <c:pt idx="2401">
                  <c:v>45137</c:v>
                </c:pt>
                <c:pt idx="2402">
                  <c:v>45138</c:v>
                </c:pt>
                <c:pt idx="2403">
                  <c:v>45139</c:v>
                </c:pt>
                <c:pt idx="2404">
                  <c:v>45140</c:v>
                </c:pt>
                <c:pt idx="2405">
                  <c:v>45141</c:v>
                </c:pt>
                <c:pt idx="2406">
                  <c:v>45142</c:v>
                </c:pt>
                <c:pt idx="2407">
                  <c:v>45143</c:v>
                </c:pt>
                <c:pt idx="2408">
                  <c:v>45144</c:v>
                </c:pt>
                <c:pt idx="2409">
                  <c:v>45145</c:v>
                </c:pt>
                <c:pt idx="2410">
                  <c:v>45146</c:v>
                </c:pt>
                <c:pt idx="2411">
                  <c:v>45147</c:v>
                </c:pt>
                <c:pt idx="2412">
                  <c:v>45148</c:v>
                </c:pt>
                <c:pt idx="2413">
                  <c:v>45149</c:v>
                </c:pt>
                <c:pt idx="2414">
                  <c:v>45150</c:v>
                </c:pt>
                <c:pt idx="2415">
                  <c:v>45151</c:v>
                </c:pt>
                <c:pt idx="2416">
                  <c:v>45152</c:v>
                </c:pt>
                <c:pt idx="2417">
                  <c:v>45153</c:v>
                </c:pt>
                <c:pt idx="2418">
                  <c:v>45154</c:v>
                </c:pt>
                <c:pt idx="2419">
                  <c:v>45155</c:v>
                </c:pt>
                <c:pt idx="2420">
                  <c:v>45156</c:v>
                </c:pt>
                <c:pt idx="2421">
                  <c:v>45157</c:v>
                </c:pt>
                <c:pt idx="2422">
                  <c:v>45158</c:v>
                </c:pt>
                <c:pt idx="2423">
                  <c:v>45159</c:v>
                </c:pt>
                <c:pt idx="2424">
                  <c:v>45160</c:v>
                </c:pt>
                <c:pt idx="2425">
                  <c:v>45161</c:v>
                </c:pt>
                <c:pt idx="2426">
                  <c:v>45162</c:v>
                </c:pt>
                <c:pt idx="2427">
                  <c:v>45163</c:v>
                </c:pt>
                <c:pt idx="2428">
                  <c:v>45164</c:v>
                </c:pt>
                <c:pt idx="2429">
                  <c:v>45165</c:v>
                </c:pt>
                <c:pt idx="2430">
                  <c:v>45166</c:v>
                </c:pt>
                <c:pt idx="2431">
                  <c:v>45167</c:v>
                </c:pt>
                <c:pt idx="2432">
                  <c:v>45168</c:v>
                </c:pt>
                <c:pt idx="2433">
                  <c:v>45169</c:v>
                </c:pt>
                <c:pt idx="2434">
                  <c:v>45170</c:v>
                </c:pt>
                <c:pt idx="2435">
                  <c:v>45171</c:v>
                </c:pt>
                <c:pt idx="2436">
                  <c:v>45172</c:v>
                </c:pt>
                <c:pt idx="2437">
                  <c:v>45173</c:v>
                </c:pt>
                <c:pt idx="2438">
                  <c:v>45174</c:v>
                </c:pt>
                <c:pt idx="2439">
                  <c:v>45175</c:v>
                </c:pt>
                <c:pt idx="2440">
                  <c:v>45176</c:v>
                </c:pt>
                <c:pt idx="2441">
                  <c:v>45177</c:v>
                </c:pt>
                <c:pt idx="2442">
                  <c:v>45178</c:v>
                </c:pt>
                <c:pt idx="2443">
                  <c:v>45179</c:v>
                </c:pt>
                <c:pt idx="2444">
                  <c:v>45180</c:v>
                </c:pt>
                <c:pt idx="2445">
                  <c:v>45181</c:v>
                </c:pt>
                <c:pt idx="2446">
                  <c:v>45182</c:v>
                </c:pt>
                <c:pt idx="2447">
                  <c:v>45183</c:v>
                </c:pt>
                <c:pt idx="2448">
                  <c:v>45184</c:v>
                </c:pt>
                <c:pt idx="2449">
                  <c:v>45185</c:v>
                </c:pt>
                <c:pt idx="2450">
                  <c:v>45186</c:v>
                </c:pt>
                <c:pt idx="2451">
                  <c:v>45187</c:v>
                </c:pt>
                <c:pt idx="2452">
                  <c:v>45188</c:v>
                </c:pt>
                <c:pt idx="2453">
                  <c:v>45189</c:v>
                </c:pt>
                <c:pt idx="2454">
                  <c:v>45190</c:v>
                </c:pt>
                <c:pt idx="2455">
                  <c:v>45191</c:v>
                </c:pt>
                <c:pt idx="2456">
                  <c:v>45192</c:v>
                </c:pt>
                <c:pt idx="2457">
                  <c:v>45193</c:v>
                </c:pt>
                <c:pt idx="2458">
                  <c:v>45194</c:v>
                </c:pt>
                <c:pt idx="2459">
                  <c:v>45195</c:v>
                </c:pt>
                <c:pt idx="2460">
                  <c:v>45196</c:v>
                </c:pt>
                <c:pt idx="2461">
                  <c:v>45197</c:v>
                </c:pt>
                <c:pt idx="2462">
                  <c:v>45198</c:v>
                </c:pt>
                <c:pt idx="2463">
                  <c:v>45199</c:v>
                </c:pt>
                <c:pt idx="2464">
                  <c:v>45200</c:v>
                </c:pt>
                <c:pt idx="2465">
                  <c:v>45201</c:v>
                </c:pt>
                <c:pt idx="2466">
                  <c:v>45202</c:v>
                </c:pt>
                <c:pt idx="2467">
                  <c:v>45203</c:v>
                </c:pt>
                <c:pt idx="2468">
                  <c:v>45204</c:v>
                </c:pt>
                <c:pt idx="2469">
                  <c:v>45205</c:v>
                </c:pt>
                <c:pt idx="2470">
                  <c:v>45206</c:v>
                </c:pt>
                <c:pt idx="2471">
                  <c:v>45207</c:v>
                </c:pt>
                <c:pt idx="2472">
                  <c:v>45208</c:v>
                </c:pt>
                <c:pt idx="2473">
                  <c:v>45209</c:v>
                </c:pt>
                <c:pt idx="2474">
                  <c:v>45210</c:v>
                </c:pt>
                <c:pt idx="2475">
                  <c:v>45211</c:v>
                </c:pt>
                <c:pt idx="2476">
                  <c:v>45212</c:v>
                </c:pt>
                <c:pt idx="2477">
                  <c:v>45213</c:v>
                </c:pt>
                <c:pt idx="2478">
                  <c:v>45214</c:v>
                </c:pt>
                <c:pt idx="2479">
                  <c:v>45215</c:v>
                </c:pt>
                <c:pt idx="2480">
                  <c:v>45216</c:v>
                </c:pt>
                <c:pt idx="2481">
                  <c:v>45217</c:v>
                </c:pt>
                <c:pt idx="2482">
                  <c:v>45218</c:v>
                </c:pt>
                <c:pt idx="2483">
                  <c:v>45219</c:v>
                </c:pt>
                <c:pt idx="2484">
                  <c:v>45220</c:v>
                </c:pt>
                <c:pt idx="2485">
                  <c:v>45221</c:v>
                </c:pt>
                <c:pt idx="2486">
                  <c:v>45222</c:v>
                </c:pt>
                <c:pt idx="2487">
                  <c:v>45223</c:v>
                </c:pt>
                <c:pt idx="2488">
                  <c:v>45224</c:v>
                </c:pt>
                <c:pt idx="2489">
                  <c:v>45225</c:v>
                </c:pt>
                <c:pt idx="2490">
                  <c:v>45226</c:v>
                </c:pt>
                <c:pt idx="2491">
                  <c:v>45227</c:v>
                </c:pt>
                <c:pt idx="2492">
                  <c:v>45228</c:v>
                </c:pt>
                <c:pt idx="2493">
                  <c:v>45229</c:v>
                </c:pt>
                <c:pt idx="2494">
                  <c:v>45230</c:v>
                </c:pt>
                <c:pt idx="2495">
                  <c:v>45231</c:v>
                </c:pt>
                <c:pt idx="2496">
                  <c:v>45232</c:v>
                </c:pt>
                <c:pt idx="2497">
                  <c:v>45233</c:v>
                </c:pt>
                <c:pt idx="2498">
                  <c:v>45234</c:v>
                </c:pt>
                <c:pt idx="2499">
                  <c:v>45235</c:v>
                </c:pt>
                <c:pt idx="2500">
                  <c:v>45236</c:v>
                </c:pt>
                <c:pt idx="2501">
                  <c:v>45237</c:v>
                </c:pt>
                <c:pt idx="2502">
                  <c:v>45238</c:v>
                </c:pt>
                <c:pt idx="2503">
                  <c:v>45239</c:v>
                </c:pt>
                <c:pt idx="2504">
                  <c:v>45240</c:v>
                </c:pt>
                <c:pt idx="2505">
                  <c:v>45241</c:v>
                </c:pt>
                <c:pt idx="2506">
                  <c:v>45242</c:v>
                </c:pt>
                <c:pt idx="2507">
                  <c:v>45243</c:v>
                </c:pt>
                <c:pt idx="2508">
                  <c:v>45244</c:v>
                </c:pt>
                <c:pt idx="2509">
                  <c:v>45245</c:v>
                </c:pt>
                <c:pt idx="2510">
                  <c:v>45246</c:v>
                </c:pt>
                <c:pt idx="2511">
                  <c:v>45247</c:v>
                </c:pt>
                <c:pt idx="2512">
                  <c:v>45248</c:v>
                </c:pt>
                <c:pt idx="2513">
                  <c:v>45249</c:v>
                </c:pt>
                <c:pt idx="2514">
                  <c:v>45250</c:v>
                </c:pt>
                <c:pt idx="2515">
                  <c:v>45251</c:v>
                </c:pt>
                <c:pt idx="2516">
                  <c:v>45252</c:v>
                </c:pt>
                <c:pt idx="2517">
                  <c:v>45253</c:v>
                </c:pt>
                <c:pt idx="2518">
                  <c:v>45254</c:v>
                </c:pt>
                <c:pt idx="2519">
                  <c:v>45255</c:v>
                </c:pt>
                <c:pt idx="2520">
                  <c:v>45256</c:v>
                </c:pt>
                <c:pt idx="2521">
                  <c:v>45257</c:v>
                </c:pt>
                <c:pt idx="2522">
                  <c:v>45258</c:v>
                </c:pt>
                <c:pt idx="2523">
                  <c:v>45259</c:v>
                </c:pt>
                <c:pt idx="2524">
                  <c:v>45260</c:v>
                </c:pt>
                <c:pt idx="2525">
                  <c:v>45261</c:v>
                </c:pt>
                <c:pt idx="2526">
                  <c:v>45262</c:v>
                </c:pt>
                <c:pt idx="2527">
                  <c:v>45263</c:v>
                </c:pt>
                <c:pt idx="2528">
                  <c:v>45264</c:v>
                </c:pt>
                <c:pt idx="2529">
                  <c:v>45265</c:v>
                </c:pt>
                <c:pt idx="2530">
                  <c:v>45266</c:v>
                </c:pt>
                <c:pt idx="2531">
                  <c:v>45267</c:v>
                </c:pt>
                <c:pt idx="2532">
                  <c:v>45268</c:v>
                </c:pt>
                <c:pt idx="2533">
                  <c:v>45269</c:v>
                </c:pt>
                <c:pt idx="2534">
                  <c:v>45270</c:v>
                </c:pt>
                <c:pt idx="2535">
                  <c:v>45271</c:v>
                </c:pt>
                <c:pt idx="2536">
                  <c:v>45272</c:v>
                </c:pt>
                <c:pt idx="2537">
                  <c:v>45273</c:v>
                </c:pt>
                <c:pt idx="2538">
                  <c:v>45274</c:v>
                </c:pt>
                <c:pt idx="2539">
                  <c:v>45275</c:v>
                </c:pt>
                <c:pt idx="2540">
                  <c:v>45276</c:v>
                </c:pt>
                <c:pt idx="2541">
                  <c:v>45277</c:v>
                </c:pt>
                <c:pt idx="2542">
                  <c:v>45278</c:v>
                </c:pt>
                <c:pt idx="2543">
                  <c:v>45279</c:v>
                </c:pt>
                <c:pt idx="2544">
                  <c:v>45280</c:v>
                </c:pt>
                <c:pt idx="2545">
                  <c:v>45281</c:v>
                </c:pt>
                <c:pt idx="2546">
                  <c:v>45282</c:v>
                </c:pt>
                <c:pt idx="2547">
                  <c:v>45283</c:v>
                </c:pt>
                <c:pt idx="2548">
                  <c:v>45284</c:v>
                </c:pt>
                <c:pt idx="2549">
                  <c:v>45285</c:v>
                </c:pt>
                <c:pt idx="2550">
                  <c:v>45286</c:v>
                </c:pt>
                <c:pt idx="2551">
                  <c:v>45287</c:v>
                </c:pt>
                <c:pt idx="2552">
                  <c:v>45288</c:v>
                </c:pt>
                <c:pt idx="2553">
                  <c:v>45289</c:v>
                </c:pt>
                <c:pt idx="2554">
                  <c:v>45290</c:v>
                </c:pt>
                <c:pt idx="2555">
                  <c:v>45291</c:v>
                </c:pt>
                <c:pt idx="2556">
                  <c:v>45292</c:v>
                </c:pt>
                <c:pt idx="2557">
                  <c:v>45293</c:v>
                </c:pt>
                <c:pt idx="2558">
                  <c:v>45294</c:v>
                </c:pt>
                <c:pt idx="2559">
                  <c:v>45295</c:v>
                </c:pt>
                <c:pt idx="2560">
                  <c:v>45296</c:v>
                </c:pt>
                <c:pt idx="2561">
                  <c:v>45297</c:v>
                </c:pt>
                <c:pt idx="2562">
                  <c:v>45298</c:v>
                </c:pt>
                <c:pt idx="2563">
                  <c:v>45299</c:v>
                </c:pt>
                <c:pt idx="2564">
                  <c:v>45300</c:v>
                </c:pt>
                <c:pt idx="2565">
                  <c:v>45301</c:v>
                </c:pt>
                <c:pt idx="2566">
                  <c:v>45302</c:v>
                </c:pt>
                <c:pt idx="2567">
                  <c:v>45303</c:v>
                </c:pt>
                <c:pt idx="2568">
                  <c:v>45304</c:v>
                </c:pt>
                <c:pt idx="2569">
                  <c:v>45305</c:v>
                </c:pt>
                <c:pt idx="2570">
                  <c:v>45306</c:v>
                </c:pt>
                <c:pt idx="2571">
                  <c:v>45307</c:v>
                </c:pt>
                <c:pt idx="2572">
                  <c:v>45308</c:v>
                </c:pt>
                <c:pt idx="2573">
                  <c:v>45309</c:v>
                </c:pt>
                <c:pt idx="2574">
                  <c:v>45310</c:v>
                </c:pt>
                <c:pt idx="2575">
                  <c:v>45311</c:v>
                </c:pt>
                <c:pt idx="2576">
                  <c:v>45312</c:v>
                </c:pt>
                <c:pt idx="2577">
                  <c:v>45313</c:v>
                </c:pt>
                <c:pt idx="2578">
                  <c:v>45314</c:v>
                </c:pt>
                <c:pt idx="2579">
                  <c:v>45315</c:v>
                </c:pt>
                <c:pt idx="2580">
                  <c:v>45316</c:v>
                </c:pt>
                <c:pt idx="2581">
                  <c:v>45317</c:v>
                </c:pt>
                <c:pt idx="2582">
                  <c:v>45318</c:v>
                </c:pt>
                <c:pt idx="2583">
                  <c:v>45319</c:v>
                </c:pt>
                <c:pt idx="2584">
                  <c:v>45320</c:v>
                </c:pt>
                <c:pt idx="2585">
                  <c:v>45321</c:v>
                </c:pt>
                <c:pt idx="2586">
                  <c:v>45322</c:v>
                </c:pt>
                <c:pt idx="2587">
                  <c:v>45323</c:v>
                </c:pt>
                <c:pt idx="2588">
                  <c:v>45324</c:v>
                </c:pt>
                <c:pt idx="2589">
                  <c:v>45325</c:v>
                </c:pt>
                <c:pt idx="2590">
                  <c:v>45326</c:v>
                </c:pt>
                <c:pt idx="2591">
                  <c:v>45327</c:v>
                </c:pt>
                <c:pt idx="2592">
                  <c:v>45328</c:v>
                </c:pt>
                <c:pt idx="2593">
                  <c:v>45329</c:v>
                </c:pt>
                <c:pt idx="2594">
                  <c:v>45330</c:v>
                </c:pt>
                <c:pt idx="2595">
                  <c:v>45331</c:v>
                </c:pt>
                <c:pt idx="2596">
                  <c:v>45332</c:v>
                </c:pt>
                <c:pt idx="2597">
                  <c:v>45333</c:v>
                </c:pt>
                <c:pt idx="2598">
                  <c:v>45334</c:v>
                </c:pt>
                <c:pt idx="2599">
                  <c:v>45335</c:v>
                </c:pt>
                <c:pt idx="2600">
                  <c:v>45336</c:v>
                </c:pt>
                <c:pt idx="2601">
                  <c:v>45337</c:v>
                </c:pt>
                <c:pt idx="2602">
                  <c:v>45338</c:v>
                </c:pt>
                <c:pt idx="2603">
                  <c:v>45339</c:v>
                </c:pt>
                <c:pt idx="2604">
                  <c:v>45340</c:v>
                </c:pt>
                <c:pt idx="2605">
                  <c:v>45341</c:v>
                </c:pt>
                <c:pt idx="2606">
                  <c:v>45342</c:v>
                </c:pt>
                <c:pt idx="2607">
                  <c:v>45343</c:v>
                </c:pt>
                <c:pt idx="2608">
                  <c:v>45344</c:v>
                </c:pt>
                <c:pt idx="2609">
                  <c:v>45345</c:v>
                </c:pt>
                <c:pt idx="2610">
                  <c:v>45346</c:v>
                </c:pt>
                <c:pt idx="2611">
                  <c:v>45347</c:v>
                </c:pt>
                <c:pt idx="2612">
                  <c:v>45348</c:v>
                </c:pt>
                <c:pt idx="2613">
                  <c:v>45349</c:v>
                </c:pt>
                <c:pt idx="2614">
                  <c:v>45350</c:v>
                </c:pt>
                <c:pt idx="2615">
                  <c:v>45351</c:v>
                </c:pt>
                <c:pt idx="2616">
                  <c:v>45352</c:v>
                </c:pt>
                <c:pt idx="2617">
                  <c:v>45353</c:v>
                </c:pt>
                <c:pt idx="2618">
                  <c:v>45354</c:v>
                </c:pt>
              </c:numCache>
            </c:numRef>
          </c:cat>
          <c:val>
            <c:numRef>
              <c:f>磷肥价格及价差!$W$3715:$W$6333</c:f>
              <c:numCache>
                <c:formatCode>General</c:formatCode>
                <c:ptCount val="2619"/>
                <c:pt idx="0">
                  <c:v>95</c:v>
                </c:pt>
                <c:pt idx="1">
                  <c:v>95</c:v>
                </c:pt>
                <c:pt idx="2">
                  <c:v>95</c:v>
                </c:pt>
                <c:pt idx="3">
                  <c:v>95</c:v>
                </c:pt>
                <c:pt idx="4">
                  <c:v>95</c:v>
                </c:pt>
                <c:pt idx="5">
                  <c:v>95</c:v>
                </c:pt>
                <c:pt idx="6">
                  <c:v>95</c:v>
                </c:pt>
                <c:pt idx="7">
                  <c:v>95</c:v>
                </c:pt>
                <c:pt idx="8">
                  <c:v>95</c:v>
                </c:pt>
                <c:pt idx="9">
                  <c:v>95</c:v>
                </c:pt>
                <c:pt idx="10">
                  <c:v>95</c:v>
                </c:pt>
                <c:pt idx="11">
                  <c:v>95</c:v>
                </c:pt>
                <c:pt idx="12">
                  <c:v>95</c:v>
                </c:pt>
                <c:pt idx="13">
                  <c:v>95</c:v>
                </c:pt>
                <c:pt idx="14">
                  <c:v>95</c:v>
                </c:pt>
                <c:pt idx="15">
                  <c:v>95</c:v>
                </c:pt>
                <c:pt idx="16">
                  <c:v>95</c:v>
                </c:pt>
                <c:pt idx="17">
                  <c:v>95</c:v>
                </c:pt>
                <c:pt idx="18">
                  <c:v>95</c:v>
                </c:pt>
                <c:pt idx="19">
                  <c:v>95</c:v>
                </c:pt>
                <c:pt idx="20">
                  <c:v>95</c:v>
                </c:pt>
                <c:pt idx="21">
                  <c:v>95</c:v>
                </c:pt>
                <c:pt idx="22">
                  <c:v>95</c:v>
                </c:pt>
                <c:pt idx="23">
                  <c:v>95</c:v>
                </c:pt>
                <c:pt idx="24">
                  <c:v>95</c:v>
                </c:pt>
                <c:pt idx="25">
                  <c:v>95</c:v>
                </c:pt>
                <c:pt idx="26">
                  <c:v>95</c:v>
                </c:pt>
                <c:pt idx="27">
                  <c:v>95</c:v>
                </c:pt>
                <c:pt idx="28">
                  <c:v>95</c:v>
                </c:pt>
                <c:pt idx="29">
                  <c:v>95</c:v>
                </c:pt>
                <c:pt idx="30">
                  <c:v>95</c:v>
                </c:pt>
                <c:pt idx="31">
                  <c:v>95</c:v>
                </c:pt>
                <c:pt idx="32">
                  <c:v>95</c:v>
                </c:pt>
                <c:pt idx="33">
                  <c:v>95</c:v>
                </c:pt>
                <c:pt idx="34">
                  <c:v>95</c:v>
                </c:pt>
                <c:pt idx="35">
                  <c:v>95</c:v>
                </c:pt>
                <c:pt idx="36">
                  <c:v>95</c:v>
                </c:pt>
                <c:pt idx="37">
                  <c:v>95</c:v>
                </c:pt>
                <c:pt idx="38">
                  <c:v>95</c:v>
                </c:pt>
                <c:pt idx="39">
                  <c:v>95</c:v>
                </c:pt>
                <c:pt idx="40">
                  <c:v>95</c:v>
                </c:pt>
                <c:pt idx="41">
                  <c:v>95</c:v>
                </c:pt>
                <c:pt idx="42">
                  <c:v>95</c:v>
                </c:pt>
                <c:pt idx="43">
                  <c:v>95</c:v>
                </c:pt>
                <c:pt idx="44">
                  <c:v>95</c:v>
                </c:pt>
                <c:pt idx="45">
                  <c:v>95</c:v>
                </c:pt>
                <c:pt idx="46">
                  <c:v>95</c:v>
                </c:pt>
                <c:pt idx="47">
                  <c:v>95</c:v>
                </c:pt>
                <c:pt idx="48">
                  <c:v>95</c:v>
                </c:pt>
                <c:pt idx="49">
                  <c:v>95</c:v>
                </c:pt>
                <c:pt idx="50">
                  <c:v>95</c:v>
                </c:pt>
                <c:pt idx="51">
                  <c:v>95</c:v>
                </c:pt>
                <c:pt idx="52">
                  <c:v>95</c:v>
                </c:pt>
                <c:pt idx="53">
                  <c:v>95</c:v>
                </c:pt>
                <c:pt idx="54">
                  <c:v>95</c:v>
                </c:pt>
                <c:pt idx="55">
                  <c:v>95</c:v>
                </c:pt>
                <c:pt idx="56">
                  <c:v>95</c:v>
                </c:pt>
                <c:pt idx="57">
                  <c:v>95</c:v>
                </c:pt>
                <c:pt idx="58">
                  <c:v>95</c:v>
                </c:pt>
                <c:pt idx="59">
                  <c:v>95</c:v>
                </c:pt>
                <c:pt idx="60">
                  <c:v>95</c:v>
                </c:pt>
                <c:pt idx="61">
                  <c:v>95</c:v>
                </c:pt>
                <c:pt idx="62">
                  <c:v>95</c:v>
                </c:pt>
                <c:pt idx="63">
                  <c:v>95</c:v>
                </c:pt>
                <c:pt idx="64">
                  <c:v>95</c:v>
                </c:pt>
                <c:pt idx="65">
                  <c:v>95</c:v>
                </c:pt>
                <c:pt idx="66">
                  <c:v>95</c:v>
                </c:pt>
                <c:pt idx="67">
                  <c:v>95</c:v>
                </c:pt>
                <c:pt idx="68">
                  <c:v>95</c:v>
                </c:pt>
                <c:pt idx="69">
                  <c:v>95</c:v>
                </c:pt>
                <c:pt idx="70">
                  <c:v>95</c:v>
                </c:pt>
                <c:pt idx="71">
                  <c:v>95</c:v>
                </c:pt>
                <c:pt idx="72">
                  <c:v>95</c:v>
                </c:pt>
                <c:pt idx="73">
                  <c:v>95</c:v>
                </c:pt>
                <c:pt idx="74">
                  <c:v>95</c:v>
                </c:pt>
                <c:pt idx="75">
                  <c:v>95</c:v>
                </c:pt>
                <c:pt idx="76">
                  <c:v>95</c:v>
                </c:pt>
                <c:pt idx="77">
                  <c:v>95</c:v>
                </c:pt>
                <c:pt idx="78">
                  <c:v>95</c:v>
                </c:pt>
                <c:pt idx="79">
                  <c:v>95</c:v>
                </c:pt>
                <c:pt idx="80">
                  <c:v>95</c:v>
                </c:pt>
                <c:pt idx="81">
                  <c:v>95</c:v>
                </c:pt>
                <c:pt idx="82">
                  <c:v>95</c:v>
                </c:pt>
                <c:pt idx="83">
                  <c:v>95</c:v>
                </c:pt>
                <c:pt idx="84">
                  <c:v>95</c:v>
                </c:pt>
                <c:pt idx="85">
                  <c:v>95</c:v>
                </c:pt>
                <c:pt idx="86">
                  <c:v>95</c:v>
                </c:pt>
                <c:pt idx="87">
                  <c:v>95</c:v>
                </c:pt>
                <c:pt idx="88">
                  <c:v>95</c:v>
                </c:pt>
                <c:pt idx="89">
                  <c:v>95</c:v>
                </c:pt>
                <c:pt idx="90">
                  <c:v>95</c:v>
                </c:pt>
                <c:pt idx="91">
                  <c:v>95</c:v>
                </c:pt>
                <c:pt idx="92">
                  <c:v>95</c:v>
                </c:pt>
                <c:pt idx="93">
                  <c:v>95</c:v>
                </c:pt>
                <c:pt idx="94">
                  <c:v>95</c:v>
                </c:pt>
                <c:pt idx="95">
                  <c:v>95</c:v>
                </c:pt>
                <c:pt idx="96">
                  <c:v>95</c:v>
                </c:pt>
                <c:pt idx="97">
                  <c:v>95</c:v>
                </c:pt>
                <c:pt idx="98">
                  <c:v>95</c:v>
                </c:pt>
                <c:pt idx="99">
                  <c:v>95</c:v>
                </c:pt>
                <c:pt idx="100">
                  <c:v>95</c:v>
                </c:pt>
                <c:pt idx="101">
                  <c:v>95</c:v>
                </c:pt>
                <c:pt idx="102">
                  <c:v>95</c:v>
                </c:pt>
                <c:pt idx="103">
                  <c:v>103</c:v>
                </c:pt>
                <c:pt idx="104">
                  <c:v>103</c:v>
                </c:pt>
                <c:pt idx="105">
                  <c:v>103</c:v>
                </c:pt>
                <c:pt idx="106">
                  <c:v>103</c:v>
                </c:pt>
                <c:pt idx="107">
                  <c:v>103</c:v>
                </c:pt>
                <c:pt idx="108">
                  <c:v>103</c:v>
                </c:pt>
                <c:pt idx="109">
                  <c:v>103</c:v>
                </c:pt>
                <c:pt idx="110">
                  <c:v>103</c:v>
                </c:pt>
                <c:pt idx="111">
                  <c:v>103</c:v>
                </c:pt>
                <c:pt idx="112">
                  <c:v>103</c:v>
                </c:pt>
                <c:pt idx="113">
                  <c:v>103</c:v>
                </c:pt>
                <c:pt idx="114">
                  <c:v>103</c:v>
                </c:pt>
                <c:pt idx="115">
                  <c:v>103</c:v>
                </c:pt>
                <c:pt idx="116">
                  <c:v>103</c:v>
                </c:pt>
                <c:pt idx="117">
                  <c:v>103</c:v>
                </c:pt>
                <c:pt idx="118">
                  <c:v>103</c:v>
                </c:pt>
                <c:pt idx="119">
                  <c:v>103</c:v>
                </c:pt>
                <c:pt idx="120">
                  <c:v>103</c:v>
                </c:pt>
                <c:pt idx="121">
                  <c:v>103</c:v>
                </c:pt>
                <c:pt idx="122">
                  <c:v>103</c:v>
                </c:pt>
                <c:pt idx="123">
                  <c:v>103</c:v>
                </c:pt>
                <c:pt idx="124">
                  <c:v>106</c:v>
                </c:pt>
                <c:pt idx="125">
                  <c:v>106</c:v>
                </c:pt>
                <c:pt idx="126">
                  <c:v>106</c:v>
                </c:pt>
                <c:pt idx="127">
                  <c:v>106</c:v>
                </c:pt>
                <c:pt idx="128">
                  <c:v>106</c:v>
                </c:pt>
                <c:pt idx="129">
                  <c:v>106</c:v>
                </c:pt>
                <c:pt idx="130">
                  <c:v>106</c:v>
                </c:pt>
                <c:pt idx="131">
                  <c:v>106</c:v>
                </c:pt>
                <c:pt idx="132">
                  <c:v>106</c:v>
                </c:pt>
                <c:pt idx="133">
                  <c:v>106</c:v>
                </c:pt>
                <c:pt idx="134">
                  <c:v>106</c:v>
                </c:pt>
                <c:pt idx="135">
                  <c:v>106</c:v>
                </c:pt>
                <c:pt idx="136">
                  <c:v>106</c:v>
                </c:pt>
                <c:pt idx="137">
                  <c:v>106</c:v>
                </c:pt>
                <c:pt idx="138">
                  <c:v>106</c:v>
                </c:pt>
                <c:pt idx="139">
                  <c:v>106</c:v>
                </c:pt>
                <c:pt idx="140">
                  <c:v>106</c:v>
                </c:pt>
                <c:pt idx="141">
                  <c:v>106</c:v>
                </c:pt>
                <c:pt idx="142">
                  <c:v>106</c:v>
                </c:pt>
                <c:pt idx="143">
                  <c:v>106</c:v>
                </c:pt>
                <c:pt idx="144">
                  <c:v>106</c:v>
                </c:pt>
                <c:pt idx="145">
                  <c:v>106</c:v>
                </c:pt>
                <c:pt idx="146">
                  <c:v>106</c:v>
                </c:pt>
                <c:pt idx="147">
                  <c:v>106</c:v>
                </c:pt>
                <c:pt idx="148">
                  <c:v>106</c:v>
                </c:pt>
                <c:pt idx="149">
                  <c:v>106</c:v>
                </c:pt>
                <c:pt idx="150">
                  <c:v>106</c:v>
                </c:pt>
                <c:pt idx="151">
                  <c:v>106</c:v>
                </c:pt>
                <c:pt idx="152">
                  <c:v>106</c:v>
                </c:pt>
                <c:pt idx="153">
                  <c:v>106</c:v>
                </c:pt>
                <c:pt idx="154">
                  <c:v>106</c:v>
                </c:pt>
                <c:pt idx="155">
                  <c:v>106</c:v>
                </c:pt>
                <c:pt idx="156">
                  <c:v>106</c:v>
                </c:pt>
                <c:pt idx="157">
                  <c:v>106</c:v>
                </c:pt>
                <c:pt idx="158">
                  <c:v>106</c:v>
                </c:pt>
                <c:pt idx="159">
                  <c:v>106</c:v>
                </c:pt>
                <c:pt idx="160">
                  <c:v>106</c:v>
                </c:pt>
                <c:pt idx="161">
                  <c:v>106</c:v>
                </c:pt>
                <c:pt idx="162">
                  <c:v>106</c:v>
                </c:pt>
                <c:pt idx="163">
                  <c:v>106</c:v>
                </c:pt>
                <c:pt idx="164">
                  <c:v>106</c:v>
                </c:pt>
                <c:pt idx="165">
                  <c:v>106</c:v>
                </c:pt>
                <c:pt idx="166">
                  <c:v>106</c:v>
                </c:pt>
                <c:pt idx="167">
                  <c:v>106</c:v>
                </c:pt>
                <c:pt idx="168">
                  <c:v>106</c:v>
                </c:pt>
                <c:pt idx="169">
                  <c:v>106</c:v>
                </c:pt>
                <c:pt idx="170">
                  <c:v>106</c:v>
                </c:pt>
                <c:pt idx="171">
                  <c:v>106</c:v>
                </c:pt>
                <c:pt idx="172">
                  <c:v>106</c:v>
                </c:pt>
                <c:pt idx="173">
                  <c:v>106</c:v>
                </c:pt>
                <c:pt idx="174">
                  <c:v>106</c:v>
                </c:pt>
                <c:pt idx="175">
                  <c:v>106</c:v>
                </c:pt>
                <c:pt idx="176">
                  <c:v>106</c:v>
                </c:pt>
                <c:pt idx="177">
                  <c:v>106</c:v>
                </c:pt>
                <c:pt idx="178">
                  <c:v>106</c:v>
                </c:pt>
                <c:pt idx="179">
                  <c:v>106</c:v>
                </c:pt>
                <c:pt idx="180">
                  <c:v>106</c:v>
                </c:pt>
                <c:pt idx="181">
                  <c:v>106</c:v>
                </c:pt>
                <c:pt idx="182">
                  <c:v>106</c:v>
                </c:pt>
                <c:pt idx="183">
                  <c:v>106</c:v>
                </c:pt>
                <c:pt idx="184">
                  <c:v>106</c:v>
                </c:pt>
                <c:pt idx="185">
                  <c:v>106</c:v>
                </c:pt>
                <c:pt idx="186">
                  <c:v>106</c:v>
                </c:pt>
                <c:pt idx="187">
                  <c:v>106</c:v>
                </c:pt>
                <c:pt idx="188">
                  <c:v>106</c:v>
                </c:pt>
                <c:pt idx="189">
                  <c:v>106</c:v>
                </c:pt>
                <c:pt idx="190">
                  <c:v>106</c:v>
                </c:pt>
                <c:pt idx="191">
                  <c:v>106</c:v>
                </c:pt>
                <c:pt idx="192">
                  <c:v>106</c:v>
                </c:pt>
                <c:pt idx="193">
                  <c:v>106</c:v>
                </c:pt>
                <c:pt idx="194">
                  <c:v>106</c:v>
                </c:pt>
                <c:pt idx="195">
                  <c:v>106</c:v>
                </c:pt>
                <c:pt idx="196">
                  <c:v>106</c:v>
                </c:pt>
                <c:pt idx="197">
                  <c:v>106</c:v>
                </c:pt>
                <c:pt idx="198">
                  <c:v>106</c:v>
                </c:pt>
                <c:pt idx="199">
                  <c:v>106</c:v>
                </c:pt>
                <c:pt idx="200">
                  <c:v>106</c:v>
                </c:pt>
                <c:pt idx="201">
                  <c:v>106</c:v>
                </c:pt>
                <c:pt idx="202">
                  <c:v>106</c:v>
                </c:pt>
                <c:pt idx="203">
                  <c:v>106</c:v>
                </c:pt>
                <c:pt idx="204">
                  <c:v>106</c:v>
                </c:pt>
                <c:pt idx="205">
                  <c:v>106</c:v>
                </c:pt>
                <c:pt idx="206">
                  <c:v>106</c:v>
                </c:pt>
                <c:pt idx="207">
                  <c:v>106</c:v>
                </c:pt>
                <c:pt idx="208">
                  <c:v>106</c:v>
                </c:pt>
                <c:pt idx="209">
                  <c:v>106</c:v>
                </c:pt>
                <c:pt idx="210">
                  <c:v>106</c:v>
                </c:pt>
                <c:pt idx="211">
                  <c:v>106</c:v>
                </c:pt>
                <c:pt idx="212">
                  <c:v>106</c:v>
                </c:pt>
                <c:pt idx="213">
                  <c:v>106</c:v>
                </c:pt>
                <c:pt idx="214">
                  <c:v>106</c:v>
                </c:pt>
                <c:pt idx="215">
                  <c:v>106</c:v>
                </c:pt>
                <c:pt idx="216">
                  <c:v>106</c:v>
                </c:pt>
                <c:pt idx="217">
                  <c:v>106</c:v>
                </c:pt>
                <c:pt idx="218">
                  <c:v>106</c:v>
                </c:pt>
                <c:pt idx="219">
                  <c:v>106</c:v>
                </c:pt>
                <c:pt idx="220">
                  <c:v>106</c:v>
                </c:pt>
                <c:pt idx="221">
                  <c:v>106</c:v>
                </c:pt>
                <c:pt idx="222">
                  <c:v>106</c:v>
                </c:pt>
                <c:pt idx="223">
                  <c:v>106</c:v>
                </c:pt>
                <c:pt idx="224">
                  <c:v>106</c:v>
                </c:pt>
                <c:pt idx="225">
                  <c:v>106</c:v>
                </c:pt>
                <c:pt idx="226">
                  <c:v>106</c:v>
                </c:pt>
                <c:pt idx="227">
                  <c:v>106</c:v>
                </c:pt>
                <c:pt idx="228">
                  <c:v>106</c:v>
                </c:pt>
                <c:pt idx="229">
                  <c:v>106</c:v>
                </c:pt>
                <c:pt idx="230">
                  <c:v>106</c:v>
                </c:pt>
                <c:pt idx="231">
                  <c:v>106</c:v>
                </c:pt>
                <c:pt idx="232">
                  <c:v>106</c:v>
                </c:pt>
                <c:pt idx="233">
                  <c:v>106</c:v>
                </c:pt>
                <c:pt idx="234">
                  <c:v>106</c:v>
                </c:pt>
                <c:pt idx="235">
                  <c:v>106</c:v>
                </c:pt>
                <c:pt idx="236">
                  <c:v>101</c:v>
                </c:pt>
                <c:pt idx="237">
                  <c:v>101</c:v>
                </c:pt>
                <c:pt idx="238">
                  <c:v>101</c:v>
                </c:pt>
                <c:pt idx="239">
                  <c:v>101</c:v>
                </c:pt>
                <c:pt idx="240">
                  <c:v>101</c:v>
                </c:pt>
                <c:pt idx="241">
                  <c:v>101</c:v>
                </c:pt>
                <c:pt idx="242">
                  <c:v>101</c:v>
                </c:pt>
                <c:pt idx="243">
                  <c:v>101</c:v>
                </c:pt>
                <c:pt idx="244">
                  <c:v>101</c:v>
                </c:pt>
                <c:pt idx="245">
                  <c:v>101</c:v>
                </c:pt>
                <c:pt idx="246">
                  <c:v>101</c:v>
                </c:pt>
                <c:pt idx="247">
                  <c:v>101</c:v>
                </c:pt>
                <c:pt idx="248">
                  <c:v>101</c:v>
                </c:pt>
                <c:pt idx="249">
                  <c:v>101</c:v>
                </c:pt>
                <c:pt idx="250">
                  <c:v>101</c:v>
                </c:pt>
                <c:pt idx="251">
                  <c:v>101</c:v>
                </c:pt>
                <c:pt idx="252">
                  <c:v>101</c:v>
                </c:pt>
                <c:pt idx="253">
                  <c:v>101</c:v>
                </c:pt>
                <c:pt idx="254">
                  <c:v>101</c:v>
                </c:pt>
                <c:pt idx="255">
                  <c:v>101</c:v>
                </c:pt>
                <c:pt idx="256">
                  <c:v>101</c:v>
                </c:pt>
                <c:pt idx="257">
                  <c:v>101</c:v>
                </c:pt>
                <c:pt idx="258">
                  <c:v>101</c:v>
                </c:pt>
                <c:pt idx="259">
                  <c:v>101</c:v>
                </c:pt>
                <c:pt idx="260">
                  <c:v>101</c:v>
                </c:pt>
                <c:pt idx="261">
                  <c:v>101</c:v>
                </c:pt>
                <c:pt idx="262">
                  <c:v>101</c:v>
                </c:pt>
                <c:pt idx="263">
                  <c:v>101</c:v>
                </c:pt>
                <c:pt idx="264">
                  <c:v>101</c:v>
                </c:pt>
                <c:pt idx="265">
                  <c:v>99</c:v>
                </c:pt>
                <c:pt idx="266">
                  <c:v>99</c:v>
                </c:pt>
                <c:pt idx="267">
                  <c:v>99</c:v>
                </c:pt>
                <c:pt idx="268">
                  <c:v>99</c:v>
                </c:pt>
                <c:pt idx="269">
                  <c:v>99</c:v>
                </c:pt>
                <c:pt idx="270">
                  <c:v>99</c:v>
                </c:pt>
                <c:pt idx="271">
                  <c:v>99</c:v>
                </c:pt>
                <c:pt idx="272">
                  <c:v>99</c:v>
                </c:pt>
                <c:pt idx="273">
                  <c:v>99</c:v>
                </c:pt>
                <c:pt idx="274">
                  <c:v>99</c:v>
                </c:pt>
                <c:pt idx="275">
                  <c:v>99</c:v>
                </c:pt>
                <c:pt idx="276">
                  <c:v>99</c:v>
                </c:pt>
                <c:pt idx="277">
                  <c:v>99</c:v>
                </c:pt>
                <c:pt idx="278">
                  <c:v>99</c:v>
                </c:pt>
                <c:pt idx="279">
                  <c:v>99</c:v>
                </c:pt>
                <c:pt idx="280">
                  <c:v>99</c:v>
                </c:pt>
                <c:pt idx="281">
                  <c:v>99</c:v>
                </c:pt>
                <c:pt idx="282">
                  <c:v>99</c:v>
                </c:pt>
                <c:pt idx="283">
                  <c:v>99</c:v>
                </c:pt>
                <c:pt idx="284">
                  <c:v>99</c:v>
                </c:pt>
                <c:pt idx="285">
                  <c:v>99</c:v>
                </c:pt>
                <c:pt idx="286">
                  <c:v>99</c:v>
                </c:pt>
                <c:pt idx="287">
                  <c:v>99</c:v>
                </c:pt>
                <c:pt idx="288">
                  <c:v>99</c:v>
                </c:pt>
                <c:pt idx="289">
                  <c:v>99</c:v>
                </c:pt>
                <c:pt idx="290">
                  <c:v>99</c:v>
                </c:pt>
                <c:pt idx="291">
                  <c:v>99</c:v>
                </c:pt>
                <c:pt idx="292">
                  <c:v>99</c:v>
                </c:pt>
                <c:pt idx="293">
                  <c:v>99</c:v>
                </c:pt>
                <c:pt idx="294">
                  <c:v>99</c:v>
                </c:pt>
                <c:pt idx="295">
                  <c:v>99</c:v>
                </c:pt>
                <c:pt idx="296">
                  <c:v>99</c:v>
                </c:pt>
                <c:pt idx="297">
                  <c:v>99</c:v>
                </c:pt>
                <c:pt idx="298">
                  <c:v>99</c:v>
                </c:pt>
                <c:pt idx="299">
                  <c:v>99</c:v>
                </c:pt>
                <c:pt idx="300">
                  <c:v>99</c:v>
                </c:pt>
                <c:pt idx="301">
                  <c:v>99</c:v>
                </c:pt>
                <c:pt idx="302">
                  <c:v>99</c:v>
                </c:pt>
                <c:pt idx="303">
                  <c:v>99</c:v>
                </c:pt>
                <c:pt idx="304">
                  <c:v>99</c:v>
                </c:pt>
                <c:pt idx="305">
                  <c:v>99</c:v>
                </c:pt>
                <c:pt idx="306">
                  <c:v>99</c:v>
                </c:pt>
                <c:pt idx="307">
                  <c:v>99</c:v>
                </c:pt>
                <c:pt idx="308">
                  <c:v>99</c:v>
                </c:pt>
                <c:pt idx="309">
                  <c:v>99</c:v>
                </c:pt>
                <c:pt idx="310">
                  <c:v>99</c:v>
                </c:pt>
                <c:pt idx="311">
                  <c:v>99</c:v>
                </c:pt>
                <c:pt idx="312">
                  <c:v>99</c:v>
                </c:pt>
                <c:pt idx="313">
                  <c:v>99</c:v>
                </c:pt>
                <c:pt idx="314">
                  <c:v>99</c:v>
                </c:pt>
                <c:pt idx="315">
                  <c:v>99</c:v>
                </c:pt>
                <c:pt idx="316">
                  <c:v>99</c:v>
                </c:pt>
                <c:pt idx="317">
                  <c:v>99</c:v>
                </c:pt>
                <c:pt idx="318">
                  <c:v>99</c:v>
                </c:pt>
                <c:pt idx="319">
                  <c:v>99</c:v>
                </c:pt>
                <c:pt idx="320">
                  <c:v>99</c:v>
                </c:pt>
                <c:pt idx="321">
                  <c:v>99</c:v>
                </c:pt>
                <c:pt idx="322">
                  <c:v>99</c:v>
                </c:pt>
                <c:pt idx="323">
                  <c:v>99</c:v>
                </c:pt>
                <c:pt idx="324">
                  <c:v>99</c:v>
                </c:pt>
                <c:pt idx="325">
                  <c:v>99</c:v>
                </c:pt>
                <c:pt idx="326">
                  <c:v>99</c:v>
                </c:pt>
                <c:pt idx="327">
                  <c:v>99</c:v>
                </c:pt>
                <c:pt idx="328">
                  <c:v>99</c:v>
                </c:pt>
                <c:pt idx="329">
                  <c:v>99</c:v>
                </c:pt>
                <c:pt idx="330">
                  <c:v>99</c:v>
                </c:pt>
                <c:pt idx="331">
                  <c:v>99</c:v>
                </c:pt>
                <c:pt idx="332">
                  <c:v>99</c:v>
                </c:pt>
                <c:pt idx="333">
                  <c:v>99</c:v>
                </c:pt>
                <c:pt idx="334">
                  <c:v>99</c:v>
                </c:pt>
                <c:pt idx="335">
                  <c:v>99</c:v>
                </c:pt>
                <c:pt idx="336">
                  <c:v>99</c:v>
                </c:pt>
                <c:pt idx="337">
                  <c:v>99</c:v>
                </c:pt>
                <c:pt idx="338">
                  <c:v>99</c:v>
                </c:pt>
                <c:pt idx="339">
                  <c:v>99</c:v>
                </c:pt>
                <c:pt idx="340">
                  <c:v>99</c:v>
                </c:pt>
                <c:pt idx="341">
                  <c:v>99</c:v>
                </c:pt>
                <c:pt idx="342">
                  <c:v>99</c:v>
                </c:pt>
                <c:pt idx="343">
                  <c:v>99</c:v>
                </c:pt>
                <c:pt idx="344">
                  <c:v>99</c:v>
                </c:pt>
                <c:pt idx="345">
                  <c:v>99</c:v>
                </c:pt>
                <c:pt idx="346">
                  <c:v>99</c:v>
                </c:pt>
                <c:pt idx="347">
                  <c:v>99</c:v>
                </c:pt>
                <c:pt idx="348">
                  <c:v>99</c:v>
                </c:pt>
                <c:pt idx="349">
                  <c:v>99</c:v>
                </c:pt>
                <c:pt idx="350">
                  <c:v>99</c:v>
                </c:pt>
                <c:pt idx="351">
                  <c:v>99</c:v>
                </c:pt>
                <c:pt idx="352">
                  <c:v>99</c:v>
                </c:pt>
                <c:pt idx="353">
                  <c:v>99</c:v>
                </c:pt>
                <c:pt idx="354">
                  <c:v>99</c:v>
                </c:pt>
                <c:pt idx="355">
                  <c:v>99</c:v>
                </c:pt>
                <c:pt idx="356">
                  <c:v>99</c:v>
                </c:pt>
                <c:pt idx="357">
                  <c:v>99</c:v>
                </c:pt>
                <c:pt idx="358">
                  <c:v>99</c:v>
                </c:pt>
                <c:pt idx="359">
                  <c:v>99</c:v>
                </c:pt>
                <c:pt idx="360">
                  <c:v>99</c:v>
                </c:pt>
                <c:pt idx="361">
                  <c:v>99</c:v>
                </c:pt>
                <c:pt idx="362">
                  <c:v>99</c:v>
                </c:pt>
                <c:pt idx="363">
                  <c:v>99</c:v>
                </c:pt>
                <c:pt idx="364">
                  <c:v>99</c:v>
                </c:pt>
                <c:pt idx="365">
                  <c:v>99</c:v>
                </c:pt>
                <c:pt idx="366">
                  <c:v>99</c:v>
                </c:pt>
                <c:pt idx="367">
                  <c:v>99</c:v>
                </c:pt>
                <c:pt idx="368">
                  <c:v>99</c:v>
                </c:pt>
                <c:pt idx="369">
                  <c:v>99</c:v>
                </c:pt>
                <c:pt idx="370">
                  <c:v>99</c:v>
                </c:pt>
                <c:pt idx="371">
                  <c:v>99</c:v>
                </c:pt>
                <c:pt idx="372">
                  <c:v>99</c:v>
                </c:pt>
                <c:pt idx="373">
                  <c:v>99</c:v>
                </c:pt>
                <c:pt idx="374">
                  <c:v>99</c:v>
                </c:pt>
                <c:pt idx="375">
                  <c:v>99</c:v>
                </c:pt>
                <c:pt idx="376">
                  <c:v>99</c:v>
                </c:pt>
                <c:pt idx="377">
                  <c:v>99</c:v>
                </c:pt>
                <c:pt idx="378">
                  <c:v>99</c:v>
                </c:pt>
                <c:pt idx="379">
                  <c:v>99</c:v>
                </c:pt>
                <c:pt idx="380">
                  <c:v>99</c:v>
                </c:pt>
                <c:pt idx="381">
                  <c:v>99</c:v>
                </c:pt>
                <c:pt idx="382">
                  <c:v>99</c:v>
                </c:pt>
                <c:pt idx="383">
                  <c:v>99</c:v>
                </c:pt>
                <c:pt idx="384">
                  <c:v>99</c:v>
                </c:pt>
                <c:pt idx="385">
                  <c:v>99</c:v>
                </c:pt>
                <c:pt idx="386">
                  <c:v>99</c:v>
                </c:pt>
                <c:pt idx="387">
                  <c:v>99</c:v>
                </c:pt>
                <c:pt idx="388">
                  <c:v>99</c:v>
                </c:pt>
                <c:pt idx="389">
                  <c:v>99</c:v>
                </c:pt>
                <c:pt idx="390">
                  <c:v>99</c:v>
                </c:pt>
                <c:pt idx="391">
                  <c:v>99</c:v>
                </c:pt>
                <c:pt idx="392">
                  <c:v>99</c:v>
                </c:pt>
                <c:pt idx="393">
                  <c:v>99</c:v>
                </c:pt>
                <c:pt idx="394">
                  <c:v>99</c:v>
                </c:pt>
                <c:pt idx="395">
                  <c:v>99</c:v>
                </c:pt>
                <c:pt idx="396">
                  <c:v>99</c:v>
                </c:pt>
                <c:pt idx="397">
                  <c:v>99</c:v>
                </c:pt>
                <c:pt idx="398">
                  <c:v>99</c:v>
                </c:pt>
                <c:pt idx="399">
                  <c:v>99</c:v>
                </c:pt>
                <c:pt idx="400">
                  <c:v>99</c:v>
                </c:pt>
                <c:pt idx="401">
                  <c:v>99</c:v>
                </c:pt>
                <c:pt idx="402">
                  <c:v>99</c:v>
                </c:pt>
                <c:pt idx="403">
                  <c:v>99</c:v>
                </c:pt>
                <c:pt idx="404">
                  <c:v>99</c:v>
                </c:pt>
                <c:pt idx="405">
                  <c:v>99</c:v>
                </c:pt>
                <c:pt idx="406">
                  <c:v>99</c:v>
                </c:pt>
                <c:pt idx="407">
                  <c:v>99</c:v>
                </c:pt>
                <c:pt idx="408">
                  <c:v>99</c:v>
                </c:pt>
                <c:pt idx="409">
                  <c:v>99</c:v>
                </c:pt>
                <c:pt idx="410">
                  <c:v>99</c:v>
                </c:pt>
                <c:pt idx="411">
                  <c:v>99</c:v>
                </c:pt>
                <c:pt idx="412">
                  <c:v>99</c:v>
                </c:pt>
                <c:pt idx="413">
                  <c:v>99</c:v>
                </c:pt>
                <c:pt idx="414">
                  <c:v>99</c:v>
                </c:pt>
                <c:pt idx="415">
                  <c:v>99</c:v>
                </c:pt>
                <c:pt idx="416">
                  <c:v>99</c:v>
                </c:pt>
                <c:pt idx="417">
                  <c:v>99</c:v>
                </c:pt>
                <c:pt idx="418">
                  <c:v>99</c:v>
                </c:pt>
                <c:pt idx="419">
                  <c:v>99</c:v>
                </c:pt>
                <c:pt idx="420">
                  <c:v>99</c:v>
                </c:pt>
                <c:pt idx="421">
                  <c:v>99</c:v>
                </c:pt>
                <c:pt idx="422">
                  <c:v>99</c:v>
                </c:pt>
                <c:pt idx="423">
                  <c:v>99</c:v>
                </c:pt>
                <c:pt idx="424">
                  <c:v>99</c:v>
                </c:pt>
                <c:pt idx="425">
                  <c:v>99</c:v>
                </c:pt>
                <c:pt idx="426">
                  <c:v>99</c:v>
                </c:pt>
                <c:pt idx="427">
                  <c:v>99</c:v>
                </c:pt>
                <c:pt idx="428">
                  <c:v>99</c:v>
                </c:pt>
                <c:pt idx="429">
                  <c:v>99</c:v>
                </c:pt>
                <c:pt idx="430">
                  <c:v>99</c:v>
                </c:pt>
                <c:pt idx="431">
                  <c:v>99</c:v>
                </c:pt>
                <c:pt idx="432">
                  <c:v>117.5</c:v>
                </c:pt>
                <c:pt idx="433">
                  <c:v>117.5</c:v>
                </c:pt>
                <c:pt idx="434">
                  <c:v>117.5</c:v>
                </c:pt>
                <c:pt idx="435">
                  <c:v>117.5</c:v>
                </c:pt>
                <c:pt idx="436">
                  <c:v>117.5</c:v>
                </c:pt>
                <c:pt idx="437">
                  <c:v>117.5</c:v>
                </c:pt>
                <c:pt idx="438">
                  <c:v>117.5</c:v>
                </c:pt>
                <c:pt idx="439">
                  <c:v>117.5</c:v>
                </c:pt>
                <c:pt idx="440">
                  <c:v>117.5</c:v>
                </c:pt>
                <c:pt idx="441">
                  <c:v>117.5</c:v>
                </c:pt>
                <c:pt idx="442">
                  <c:v>117.5</c:v>
                </c:pt>
                <c:pt idx="443">
                  <c:v>117.5</c:v>
                </c:pt>
                <c:pt idx="444">
                  <c:v>117.5</c:v>
                </c:pt>
                <c:pt idx="445">
                  <c:v>117.5</c:v>
                </c:pt>
                <c:pt idx="446">
                  <c:v>117.5</c:v>
                </c:pt>
                <c:pt idx="447">
                  <c:v>117.5</c:v>
                </c:pt>
                <c:pt idx="448">
                  <c:v>117.5</c:v>
                </c:pt>
                <c:pt idx="449">
                  <c:v>117.5</c:v>
                </c:pt>
                <c:pt idx="450">
                  <c:v>117.5</c:v>
                </c:pt>
                <c:pt idx="451">
                  <c:v>117.5</c:v>
                </c:pt>
                <c:pt idx="452">
                  <c:v>117.5</c:v>
                </c:pt>
                <c:pt idx="453">
                  <c:v>117.5</c:v>
                </c:pt>
                <c:pt idx="454">
                  <c:v>117.5</c:v>
                </c:pt>
                <c:pt idx="455">
                  <c:v>117.5</c:v>
                </c:pt>
                <c:pt idx="456">
                  <c:v>117.5</c:v>
                </c:pt>
                <c:pt idx="457">
                  <c:v>117.5</c:v>
                </c:pt>
                <c:pt idx="458">
                  <c:v>117.5</c:v>
                </c:pt>
                <c:pt idx="459">
                  <c:v>117.5</c:v>
                </c:pt>
                <c:pt idx="460">
                  <c:v>117.5</c:v>
                </c:pt>
                <c:pt idx="461">
                  <c:v>117.5</c:v>
                </c:pt>
                <c:pt idx="462">
                  <c:v>117.5</c:v>
                </c:pt>
                <c:pt idx="463">
                  <c:v>117.5</c:v>
                </c:pt>
                <c:pt idx="464">
                  <c:v>117.5</c:v>
                </c:pt>
                <c:pt idx="465">
                  <c:v>117.5</c:v>
                </c:pt>
                <c:pt idx="466">
                  <c:v>117.5</c:v>
                </c:pt>
                <c:pt idx="467">
                  <c:v>117.5</c:v>
                </c:pt>
                <c:pt idx="468">
                  <c:v>117.5</c:v>
                </c:pt>
                <c:pt idx="469">
                  <c:v>117.5</c:v>
                </c:pt>
                <c:pt idx="470">
                  <c:v>117.5</c:v>
                </c:pt>
                <c:pt idx="471">
                  <c:v>117.5</c:v>
                </c:pt>
                <c:pt idx="472">
                  <c:v>117.5</c:v>
                </c:pt>
                <c:pt idx="473">
                  <c:v>117.5</c:v>
                </c:pt>
                <c:pt idx="474">
                  <c:v>117.5</c:v>
                </c:pt>
                <c:pt idx="475">
                  <c:v>117.5</c:v>
                </c:pt>
                <c:pt idx="476">
                  <c:v>117.5</c:v>
                </c:pt>
                <c:pt idx="477">
                  <c:v>117.5</c:v>
                </c:pt>
                <c:pt idx="478">
                  <c:v>117.5</c:v>
                </c:pt>
                <c:pt idx="479">
                  <c:v>117.5</c:v>
                </c:pt>
                <c:pt idx="480">
                  <c:v>117.5</c:v>
                </c:pt>
                <c:pt idx="481">
                  <c:v>117.5</c:v>
                </c:pt>
                <c:pt idx="482">
                  <c:v>117.5</c:v>
                </c:pt>
                <c:pt idx="483">
                  <c:v>117.5</c:v>
                </c:pt>
                <c:pt idx="484">
                  <c:v>117.5</c:v>
                </c:pt>
                <c:pt idx="485">
                  <c:v>117.5</c:v>
                </c:pt>
                <c:pt idx="486">
                  <c:v>117.5</c:v>
                </c:pt>
                <c:pt idx="487">
                  <c:v>117.5</c:v>
                </c:pt>
                <c:pt idx="488">
                  <c:v>117.5</c:v>
                </c:pt>
                <c:pt idx="489">
                  <c:v>117.5</c:v>
                </c:pt>
                <c:pt idx="490">
                  <c:v>117.5</c:v>
                </c:pt>
                <c:pt idx="491">
                  <c:v>117.5</c:v>
                </c:pt>
                <c:pt idx="492">
                  <c:v>117.5</c:v>
                </c:pt>
                <c:pt idx="493">
                  <c:v>117.5</c:v>
                </c:pt>
                <c:pt idx="494">
                  <c:v>117.5</c:v>
                </c:pt>
                <c:pt idx="495">
                  <c:v>117.5</c:v>
                </c:pt>
                <c:pt idx="496">
                  <c:v>117.5</c:v>
                </c:pt>
                <c:pt idx="497">
                  <c:v>117.5</c:v>
                </c:pt>
                <c:pt idx="498">
                  <c:v>117.5</c:v>
                </c:pt>
                <c:pt idx="499">
                  <c:v>117.5</c:v>
                </c:pt>
                <c:pt idx="500">
                  <c:v>117.5</c:v>
                </c:pt>
                <c:pt idx="501">
                  <c:v>117.5</c:v>
                </c:pt>
                <c:pt idx="502">
                  <c:v>117.5</c:v>
                </c:pt>
                <c:pt idx="503">
                  <c:v>117.5</c:v>
                </c:pt>
                <c:pt idx="504">
                  <c:v>117.5</c:v>
                </c:pt>
                <c:pt idx="505">
                  <c:v>117.5</c:v>
                </c:pt>
                <c:pt idx="506">
                  <c:v>117.5</c:v>
                </c:pt>
                <c:pt idx="507">
                  <c:v>117.5</c:v>
                </c:pt>
                <c:pt idx="508">
                  <c:v>117.5</c:v>
                </c:pt>
                <c:pt idx="509">
                  <c:v>117.5</c:v>
                </c:pt>
                <c:pt idx="510">
                  <c:v>117.5</c:v>
                </c:pt>
                <c:pt idx="511">
                  <c:v>117.5</c:v>
                </c:pt>
                <c:pt idx="512">
                  <c:v>117.5</c:v>
                </c:pt>
                <c:pt idx="513">
                  <c:v>117.5</c:v>
                </c:pt>
                <c:pt idx="514">
                  <c:v>117.5</c:v>
                </c:pt>
                <c:pt idx="515">
                  <c:v>117.5</c:v>
                </c:pt>
                <c:pt idx="516">
                  <c:v>117.5</c:v>
                </c:pt>
                <c:pt idx="517">
                  <c:v>117.5</c:v>
                </c:pt>
                <c:pt idx="518">
                  <c:v>117.5</c:v>
                </c:pt>
                <c:pt idx="519">
                  <c:v>117.5</c:v>
                </c:pt>
                <c:pt idx="520">
                  <c:v>117.5</c:v>
                </c:pt>
                <c:pt idx="521">
                  <c:v>117.5</c:v>
                </c:pt>
                <c:pt idx="522">
                  <c:v>117.5</c:v>
                </c:pt>
                <c:pt idx="523">
                  <c:v>120</c:v>
                </c:pt>
                <c:pt idx="524">
                  <c:v>120</c:v>
                </c:pt>
                <c:pt idx="525">
                  <c:v>120</c:v>
                </c:pt>
                <c:pt idx="526">
                  <c:v>120</c:v>
                </c:pt>
                <c:pt idx="527">
                  <c:v>120</c:v>
                </c:pt>
                <c:pt idx="528">
                  <c:v>120</c:v>
                </c:pt>
                <c:pt idx="529">
                  <c:v>120</c:v>
                </c:pt>
                <c:pt idx="530">
                  <c:v>120</c:v>
                </c:pt>
                <c:pt idx="531">
                  <c:v>131.5</c:v>
                </c:pt>
                <c:pt idx="532">
                  <c:v>131.5</c:v>
                </c:pt>
                <c:pt idx="533">
                  <c:v>131.5</c:v>
                </c:pt>
                <c:pt idx="534">
                  <c:v>131.5</c:v>
                </c:pt>
                <c:pt idx="535">
                  <c:v>131.5</c:v>
                </c:pt>
                <c:pt idx="536">
                  <c:v>131.5</c:v>
                </c:pt>
                <c:pt idx="537">
                  <c:v>131.5</c:v>
                </c:pt>
                <c:pt idx="538">
                  <c:v>131.5</c:v>
                </c:pt>
                <c:pt idx="539">
                  <c:v>131.5</c:v>
                </c:pt>
                <c:pt idx="540">
                  <c:v>131.5</c:v>
                </c:pt>
                <c:pt idx="541">
                  <c:v>131.5</c:v>
                </c:pt>
                <c:pt idx="542">
                  <c:v>131.5</c:v>
                </c:pt>
                <c:pt idx="543">
                  <c:v>131.5</c:v>
                </c:pt>
                <c:pt idx="544">
                  <c:v>131.5</c:v>
                </c:pt>
                <c:pt idx="545">
                  <c:v>131.5</c:v>
                </c:pt>
                <c:pt idx="546">
                  <c:v>131.5</c:v>
                </c:pt>
                <c:pt idx="547">
                  <c:v>131.5</c:v>
                </c:pt>
                <c:pt idx="548">
                  <c:v>131.5</c:v>
                </c:pt>
                <c:pt idx="549">
                  <c:v>131.5</c:v>
                </c:pt>
                <c:pt idx="550">
                  <c:v>131.5</c:v>
                </c:pt>
                <c:pt idx="551">
                  <c:v>131.5</c:v>
                </c:pt>
                <c:pt idx="552">
                  <c:v>131.5</c:v>
                </c:pt>
                <c:pt idx="553">
                  <c:v>131.5</c:v>
                </c:pt>
                <c:pt idx="554">
                  <c:v>131.5</c:v>
                </c:pt>
                <c:pt idx="555">
                  <c:v>131.5</c:v>
                </c:pt>
                <c:pt idx="556">
                  <c:v>131.5</c:v>
                </c:pt>
                <c:pt idx="557">
                  <c:v>131.5</c:v>
                </c:pt>
                <c:pt idx="558">
                  <c:v>131.5</c:v>
                </c:pt>
                <c:pt idx="559">
                  <c:v>131.5</c:v>
                </c:pt>
                <c:pt idx="560">
                  <c:v>131.5</c:v>
                </c:pt>
                <c:pt idx="561">
                  <c:v>131.5</c:v>
                </c:pt>
                <c:pt idx="562">
                  <c:v>131.5</c:v>
                </c:pt>
                <c:pt idx="563">
                  <c:v>131.5</c:v>
                </c:pt>
                <c:pt idx="564">
                  <c:v>131.5</c:v>
                </c:pt>
                <c:pt idx="565">
                  <c:v>131.5</c:v>
                </c:pt>
                <c:pt idx="566">
                  <c:v>131.5</c:v>
                </c:pt>
                <c:pt idx="567">
                  <c:v>131.5</c:v>
                </c:pt>
                <c:pt idx="568">
                  <c:v>131.5</c:v>
                </c:pt>
                <c:pt idx="569">
                  <c:v>131.5</c:v>
                </c:pt>
                <c:pt idx="570">
                  <c:v>131.5</c:v>
                </c:pt>
                <c:pt idx="571">
                  <c:v>131.5</c:v>
                </c:pt>
                <c:pt idx="572">
                  <c:v>131.5</c:v>
                </c:pt>
                <c:pt idx="573">
                  <c:v>131.5</c:v>
                </c:pt>
                <c:pt idx="574">
                  <c:v>131.5</c:v>
                </c:pt>
                <c:pt idx="575">
                  <c:v>131.5</c:v>
                </c:pt>
                <c:pt idx="576">
                  <c:v>131.5</c:v>
                </c:pt>
                <c:pt idx="577">
                  <c:v>131.5</c:v>
                </c:pt>
                <c:pt idx="578">
                  <c:v>131.5</c:v>
                </c:pt>
                <c:pt idx="579">
                  <c:v>131.5</c:v>
                </c:pt>
                <c:pt idx="580">
                  <c:v>131.5</c:v>
                </c:pt>
                <c:pt idx="581">
                  <c:v>131.5</c:v>
                </c:pt>
                <c:pt idx="582">
                  <c:v>131.5</c:v>
                </c:pt>
                <c:pt idx="583">
                  <c:v>131.5</c:v>
                </c:pt>
                <c:pt idx="584">
                  <c:v>131.5</c:v>
                </c:pt>
                <c:pt idx="585">
                  <c:v>131.5</c:v>
                </c:pt>
                <c:pt idx="586">
                  <c:v>131.5</c:v>
                </c:pt>
                <c:pt idx="587">
                  <c:v>131.5</c:v>
                </c:pt>
                <c:pt idx="588">
                  <c:v>131.5</c:v>
                </c:pt>
                <c:pt idx="589">
                  <c:v>131.5</c:v>
                </c:pt>
                <c:pt idx="590">
                  <c:v>131.5</c:v>
                </c:pt>
                <c:pt idx="591">
                  <c:v>131.5</c:v>
                </c:pt>
                <c:pt idx="592">
                  <c:v>131.5</c:v>
                </c:pt>
                <c:pt idx="593">
                  <c:v>131.5</c:v>
                </c:pt>
                <c:pt idx="594">
                  <c:v>131.5</c:v>
                </c:pt>
                <c:pt idx="595">
                  <c:v>131.5</c:v>
                </c:pt>
                <c:pt idx="596">
                  <c:v>131.5</c:v>
                </c:pt>
                <c:pt idx="597">
                  <c:v>131.5</c:v>
                </c:pt>
                <c:pt idx="598">
                  <c:v>131.5</c:v>
                </c:pt>
                <c:pt idx="599">
                  <c:v>131.5</c:v>
                </c:pt>
                <c:pt idx="600">
                  <c:v>131.5</c:v>
                </c:pt>
                <c:pt idx="601">
                  <c:v>131.5</c:v>
                </c:pt>
                <c:pt idx="602">
                  <c:v>131.5</c:v>
                </c:pt>
                <c:pt idx="603">
                  <c:v>131.5</c:v>
                </c:pt>
                <c:pt idx="604">
                  <c:v>131.5</c:v>
                </c:pt>
                <c:pt idx="605">
                  <c:v>131.5</c:v>
                </c:pt>
                <c:pt idx="606">
                  <c:v>131.5</c:v>
                </c:pt>
                <c:pt idx="607">
                  <c:v>131.5</c:v>
                </c:pt>
                <c:pt idx="608">
                  <c:v>131.5</c:v>
                </c:pt>
                <c:pt idx="609">
                  <c:v>131.5</c:v>
                </c:pt>
                <c:pt idx="610">
                  <c:v>131.5</c:v>
                </c:pt>
                <c:pt idx="611">
                  <c:v>131.5</c:v>
                </c:pt>
                <c:pt idx="612">
                  <c:v>131.5</c:v>
                </c:pt>
                <c:pt idx="613">
                  <c:v>131.5</c:v>
                </c:pt>
                <c:pt idx="614">
                  <c:v>131.5</c:v>
                </c:pt>
                <c:pt idx="615">
                  <c:v>131.5</c:v>
                </c:pt>
                <c:pt idx="616">
                  <c:v>131.5</c:v>
                </c:pt>
                <c:pt idx="617">
                  <c:v>131.5</c:v>
                </c:pt>
                <c:pt idx="618">
                  <c:v>131.5</c:v>
                </c:pt>
                <c:pt idx="619">
                  <c:v>131.5</c:v>
                </c:pt>
                <c:pt idx="620">
                  <c:v>131.5</c:v>
                </c:pt>
                <c:pt idx="621">
                  <c:v>131.5</c:v>
                </c:pt>
                <c:pt idx="622">
                  <c:v>131.5</c:v>
                </c:pt>
                <c:pt idx="623">
                  <c:v>131.5</c:v>
                </c:pt>
                <c:pt idx="624">
                  <c:v>131.5</c:v>
                </c:pt>
                <c:pt idx="625">
                  <c:v>131.5</c:v>
                </c:pt>
                <c:pt idx="626">
                  <c:v>131.5</c:v>
                </c:pt>
                <c:pt idx="627">
                  <c:v>131.5</c:v>
                </c:pt>
                <c:pt idx="628">
                  <c:v>131.5</c:v>
                </c:pt>
                <c:pt idx="629">
                  <c:v>131.5</c:v>
                </c:pt>
                <c:pt idx="630">
                  <c:v>131.5</c:v>
                </c:pt>
                <c:pt idx="631">
                  <c:v>131.5</c:v>
                </c:pt>
                <c:pt idx="632">
                  <c:v>131.5</c:v>
                </c:pt>
                <c:pt idx="633">
                  <c:v>131.5</c:v>
                </c:pt>
                <c:pt idx="634">
                  <c:v>131.5</c:v>
                </c:pt>
                <c:pt idx="635">
                  <c:v>131.5</c:v>
                </c:pt>
                <c:pt idx="636">
                  <c:v>131.5</c:v>
                </c:pt>
                <c:pt idx="637">
                  <c:v>131.5</c:v>
                </c:pt>
                <c:pt idx="638">
                  <c:v>131.5</c:v>
                </c:pt>
                <c:pt idx="639">
                  <c:v>131.5</c:v>
                </c:pt>
                <c:pt idx="640">
                  <c:v>131.5</c:v>
                </c:pt>
                <c:pt idx="641">
                  <c:v>131.5</c:v>
                </c:pt>
                <c:pt idx="642">
                  <c:v>131.5</c:v>
                </c:pt>
                <c:pt idx="643">
                  <c:v>131.5</c:v>
                </c:pt>
                <c:pt idx="644">
                  <c:v>131.5</c:v>
                </c:pt>
                <c:pt idx="645">
                  <c:v>131.5</c:v>
                </c:pt>
                <c:pt idx="646">
                  <c:v>131.5</c:v>
                </c:pt>
                <c:pt idx="647">
                  <c:v>131.5</c:v>
                </c:pt>
                <c:pt idx="648">
                  <c:v>131.5</c:v>
                </c:pt>
                <c:pt idx="649">
                  <c:v>131.5</c:v>
                </c:pt>
                <c:pt idx="650">
                  <c:v>131.5</c:v>
                </c:pt>
                <c:pt idx="651">
                  <c:v>131.5</c:v>
                </c:pt>
                <c:pt idx="652">
                  <c:v>131.5</c:v>
                </c:pt>
                <c:pt idx="653">
                  <c:v>131.5</c:v>
                </c:pt>
                <c:pt idx="654">
                  <c:v>131.5</c:v>
                </c:pt>
                <c:pt idx="655">
                  <c:v>131.5</c:v>
                </c:pt>
                <c:pt idx="656">
                  <c:v>131.5</c:v>
                </c:pt>
                <c:pt idx="657">
                  <c:v>131.5</c:v>
                </c:pt>
                <c:pt idx="658">
                  <c:v>131.5</c:v>
                </c:pt>
                <c:pt idx="659">
                  <c:v>131.5</c:v>
                </c:pt>
                <c:pt idx="660">
                  <c:v>131.5</c:v>
                </c:pt>
                <c:pt idx="661">
                  <c:v>131.5</c:v>
                </c:pt>
                <c:pt idx="662">
                  <c:v>131.5</c:v>
                </c:pt>
                <c:pt idx="663">
                  <c:v>131.5</c:v>
                </c:pt>
                <c:pt idx="664">
                  <c:v>131.5</c:v>
                </c:pt>
                <c:pt idx="665">
                  <c:v>131.5</c:v>
                </c:pt>
                <c:pt idx="666">
                  <c:v>131.5</c:v>
                </c:pt>
                <c:pt idx="667">
                  <c:v>131.5</c:v>
                </c:pt>
                <c:pt idx="668">
                  <c:v>131.5</c:v>
                </c:pt>
                <c:pt idx="669">
                  <c:v>131.5</c:v>
                </c:pt>
                <c:pt idx="670">
                  <c:v>131.5</c:v>
                </c:pt>
                <c:pt idx="671">
                  <c:v>131.5</c:v>
                </c:pt>
                <c:pt idx="672">
                  <c:v>131.5</c:v>
                </c:pt>
                <c:pt idx="673">
                  <c:v>131.5</c:v>
                </c:pt>
                <c:pt idx="674">
                  <c:v>131.5</c:v>
                </c:pt>
                <c:pt idx="675">
                  <c:v>131.5</c:v>
                </c:pt>
                <c:pt idx="676">
                  <c:v>131.5</c:v>
                </c:pt>
                <c:pt idx="677">
                  <c:v>131.5</c:v>
                </c:pt>
                <c:pt idx="678">
                  <c:v>131.5</c:v>
                </c:pt>
                <c:pt idx="679">
                  <c:v>131.5</c:v>
                </c:pt>
                <c:pt idx="680">
                  <c:v>131.5</c:v>
                </c:pt>
                <c:pt idx="681">
                  <c:v>131.5</c:v>
                </c:pt>
                <c:pt idx="682">
                  <c:v>131.5</c:v>
                </c:pt>
                <c:pt idx="683">
                  <c:v>131.5</c:v>
                </c:pt>
                <c:pt idx="684">
                  <c:v>131.5</c:v>
                </c:pt>
                <c:pt idx="685">
                  <c:v>131.5</c:v>
                </c:pt>
                <c:pt idx="686">
                  <c:v>131.5</c:v>
                </c:pt>
                <c:pt idx="687">
                  <c:v>131.5</c:v>
                </c:pt>
                <c:pt idx="688">
                  <c:v>131.5</c:v>
                </c:pt>
                <c:pt idx="689">
                  <c:v>131.5</c:v>
                </c:pt>
                <c:pt idx="690">
                  <c:v>131.5</c:v>
                </c:pt>
                <c:pt idx="691">
                  <c:v>131.5</c:v>
                </c:pt>
                <c:pt idx="692">
                  <c:v>131.5</c:v>
                </c:pt>
                <c:pt idx="693">
                  <c:v>131.5</c:v>
                </c:pt>
                <c:pt idx="694">
                  <c:v>131.5</c:v>
                </c:pt>
                <c:pt idx="695">
                  <c:v>131.5</c:v>
                </c:pt>
                <c:pt idx="696">
                  <c:v>131.5</c:v>
                </c:pt>
                <c:pt idx="697">
                  <c:v>131.5</c:v>
                </c:pt>
                <c:pt idx="698">
                  <c:v>131.5</c:v>
                </c:pt>
                <c:pt idx="699">
                  <c:v>138.5</c:v>
                </c:pt>
                <c:pt idx="700">
                  <c:v>138.5</c:v>
                </c:pt>
                <c:pt idx="701">
                  <c:v>138.5</c:v>
                </c:pt>
                <c:pt idx="702">
                  <c:v>138.5</c:v>
                </c:pt>
                <c:pt idx="703">
                  <c:v>138.5</c:v>
                </c:pt>
                <c:pt idx="704">
                  <c:v>138.5</c:v>
                </c:pt>
                <c:pt idx="705">
                  <c:v>138.5</c:v>
                </c:pt>
                <c:pt idx="706">
                  <c:v>137</c:v>
                </c:pt>
                <c:pt idx="707">
                  <c:v>137</c:v>
                </c:pt>
                <c:pt idx="708">
                  <c:v>137</c:v>
                </c:pt>
                <c:pt idx="709">
                  <c:v>137</c:v>
                </c:pt>
                <c:pt idx="710">
                  <c:v>137</c:v>
                </c:pt>
                <c:pt idx="711">
                  <c:v>137</c:v>
                </c:pt>
                <c:pt idx="712">
                  <c:v>137</c:v>
                </c:pt>
                <c:pt idx="713">
                  <c:v>137</c:v>
                </c:pt>
                <c:pt idx="714">
                  <c:v>137</c:v>
                </c:pt>
                <c:pt idx="715">
                  <c:v>137</c:v>
                </c:pt>
                <c:pt idx="716">
                  <c:v>137</c:v>
                </c:pt>
                <c:pt idx="717">
                  <c:v>137</c:v>
                </c:pt>
                <c:pt idx="718">
                  <c:v>137</c:v>
                </c:pt>
                <c:pt idx="719">
                  <c:v>137</c:v>
                </c:pt>
                <c:pt idx="720">
                  <c:v>137</c:v>
                </c:pt>
                <c:pt idx="721">
                  <c:v>137</c:v>
                </c:pt>
                <c:pt idx="722">
                  <c:v>137</c:v>
                </c:pt>
                <c:pt idx="723">
                  <c:v>137</c:v>
                </c:pt>
                <c:pt idx="724">
                  <c:v>137</c:v>
                </c:pt>
                <c:pt idx="725">
                  <c:v>137</c:v>
                </c:pt>
                <c:pt idx="726">
                  <c:v>137</c:v>
                </c:pt>
                <c:pt idx="727">
                  <c:v>137</c:v>
                </c:pt>
                <c:pt idx="728">
                  <c:v>137</c:v>
                </c:pt>
                <c:pt idx="729">
                  <c:v>137</c:v>
                </c:pt>
                <c:pt idx="730">
                  <c:v>137</c:v>
                </c:pt>
                <c:pt idx="731">
                  <c:v>137</c:v>
                </c:pt>
                <c:pt idx="732">
                  <c:v>137</c:v>
                </c:pt>
                <c:pt idx="733">
                  <c:v>137</c:v>
                </c:pt>
                <c:pt idx="734">
                  <c:v>137</c:v>
                </c:pt>
                <c:pt idx="735">
                  <c:v>137</c:v>
                </c:pt>
                <c:pt idx="736">
                  <c:v>137</c:v>
                </c:pt>
                <c:pt idx="737">
                  <c:v>137</c:v>
                </c:pt>
                <c:pt idx="738">
                  <c:v>137</c:v>
                </c:pt>
                <c:pt idx="739">
                  <c:v>137</c:v>
                </c:pt>
                <c:pt idx="740">
                  <c:v>137</c:v>
                </c:pt>
                <c:pt idx="741">
                  <c:v>137</c:v>
                </c:pt>
                <c:pt idx="742">
                  <c:v>137</c:v>
                </c:pt>
                <c:pt idx="743">
                  <c:v>137</c:v>
                </c:pt>
                <c:pt idx="744">
                  <c:v>137</c:v>
                </c:pt>
                <c:pt idx="745">
                  <c:v>137</c:v>
                </c:pt>
                <c:pt idx="746">
                  <c:v>137</c:v>
                </c:pt>
                <c:pt idx="747">
                  <c:v>137</c:v>
                </c:pt>
                <c:pt idx="748">
                  <c:v>137</c:v>
                </c:pt>
                <c:pt idx="749">
                  <c:v>137</c:v>
                </c:pt>
                <c:pt idx="750">
                  <c:v>137</c:v>
                </c:pt>
                <c:pt idx="751">
                  <c:v>137</c:v>
                </c:pt>
                <c:pt idx="752">
                  <c:v>137</c:v>
                </c:pt>
                <c:pt idx="753">
                  <c:v>137</c:v>
                </c:pt>
                <c:pt idx="754">
                  <c:v>137</c:v>
                </c:pt>
                <c:pt idx="755">
                  <c:v>137</c:v>
                </c:pt>
                <c:pt idx="756">
                  <c:v>137</c:v>
                </c:pt>
                <c:pt idx="757">
                  <c:v>137</c:v>
                </c:pt>
                <c:pt idx="758">
                  <c:v>137</c:v>
                </c:pt>
                <c:pt idx="759">
                  <c:v>137</c:v>
                </c:pt>
                <c:pt idx="760">
                  <c:v>137</c:v>
                </c:pt>
                <c:pt idx="761">
                  <c:v>137</c:v>
                </c:pt>
                <c:pt idx="762">
                  <c:v>137</c:v>
                </c:pt>
                <c:pt idx="763">
                  <c:v>137</c:v>
                </c:pt>
                <c:pt idx="764">
                  <c:v>137</c:v>
                </c:pt>
                <c:pt idx="765">
                  <c:v>137</c:v>
                </c:pt>
                <c:pt idx="766">
                  <c:v>137</c:v>
                </c:pt>
                <c:pt idx="767">
                  <c:v>137</c:v>
                </c:pt>
                <c:pt idx="768">
                  <c:v>137</c:v>
                </c:pt>
                <c:pt idx="769">
                  <c:v>137</c:v>
                </c:pt>
                <c:pt idx="770">
                  <c:v>137</c:v>
                </c:pt>
                <c:pt idx="771">
                  <c:v>137</c:v>
                </c:pt>
                <c:pt idx="772">
                  <c:v>137</c:v>
                </c:pt>
                <c:pt idx="773">
                  <c:v>137</c:v>
                </c:pt>
                <c:pt idx="774">
                  <c:v>137</c:v>
                </c:pt>
                <c:pt idx="775">
                  <c:v>137</c:v>
                </c:pt>
                <c:pt idx="776">
                  <c:v>137</c:v>
                </c:pt>
                <c:pt idx="777">
                  <c:v>137</c:v>
                </c:pt>
                <c:pt idx="778">
                  <c:v>137</c:v>
                </c:pt>
                <c:pt idx="779">
                  <c:v>137</c:v>
                </c:pt>
                <c:pt idx="780">
                  <c:v>137</c:v>
                </c:pt>
                <c:pt idx="781">
                  <c:v>137</c:v>
                </c:pt>
                <c:pt idx="782">
                  <c:v>137</c:v>
                </c:pt>
                <c:pt idx="783">
                  <c:v>137</c:v>
                </c:pt>
                <c:pt idx="784">
                  <c:v>137</c:v>
                </c:pt>
                <c:pt idx="785">
                  <c:v>137</c:v>
                </c:pt>
                <c:pt idx="786">
                  <c:v>137</c:v>
                </c:pt>
                <c:pt idx="787">
                  <c:v>137</c:v>
                </c:pt>
                <c:pt idx="788">
                  <c:v>137</c:v>
                </c:pt>
                <c:pt idx="789">
                  <c:v>137</c:v>
                </c:pt>
                <c:pt idx="790">
                  <c:v>137</c:v>
                </c:pt>
                <c:pt idx="791">
                  <c:v>137</c:v>
                </c:pt>
                <c:pt idx="792">
                  <c:v>137</c:v>
                </c:pt>
                <c:pt idx="793">
                  <c:v>137</c:v>
                </c:pt>
                <c:pt idx="794">
                  <c:v>137</c:v>
                </c:pt>
                <c:pt idx="795">
                  <c:v>137</c:v>
                </c:pt>
                <c:pt idx="796">
                  <c:v>137</c:v>
                </c:pt>
                <c:pt idx="797">
                  <c:v>137</c:v>
                </c:pt>
                <c:pt idx="798">
                  <c:v>137</c:v>
                </c:pt>
                <c:pt idx="799">
                  <c:v>137</c:v>
                </c:pt>
                <c:pt idx="800">
                  <c:v>137</c:v>
                </c:pt>
                <c:pt idx="801">
                  <c:v>137</c:v>
                </c:pt>
                <c:pt idx="802">
                  <c:v>137</c:v>
                </c:pt>
                <c:pt idx="803">
                  <c:v>137</c:v>
                </c:pt>
                <c:pt idx="804">
                  <c:v>137</c:v>
                </c:pt>
                <c:pt idx="805">
                  <c:v>137</c:v>
                </c:pt>
                <c:pt idx="806">
                  <c:v>137</c:v>
                </c:pt>
                <c:pt idx="807">
                  <c:v>137</c:v>
                </c:pt>
                <c:pt idx="808">
                  <c:v>137</c:v>
                </c:pt>
                <c:pt idx="809">
                  <c:v>137</c:v>
                </c:pt>
                <c:pt idx="810">
                  <c:v>137</c:v>
                </c:pt>
                <c:pt idx="811">
                  <c:v>137</c:v>
                </c:pt>
                <c:pt idx="812">
                  <c:v>137</c:v>
                </c:pt>
                <c:pt idx="813">
                  <c:v>137</c:v>
                </c:pt>
                <c:pt idx="814">
                  <c:v>137</c:v>
                </c:pt>
                <c:pt idx="815">
                  <c:v>137</c:v>
                </c:pt>
                <c:pt idx="816">
                  <c:v>137</c:v>
                </c:pt>
                <c:pt idx="817">
                  <c:v>137</c:v>
                </c:pt>
                <c:pt idx="818">
                  <c:v>137</c:v>
                </c:pt>
                <c:pt idx="819">
                  <c:v>137</c:v>
                </c:pt>
                <c:pt idx="820">
                  <c:v>137</c:v>
                </c:pt>
                <c:pt idx="821">
                  <c:v>137</c:v>
                </c:pt>
                <c:pt idx="822">
                  <c:v>137</c:v>
                </c:pt>
                <c:pt idx="823">
                  <c:v>137</c:v>
                </c:pt>
                <c:pt idx="824">
                  <c:v>137</c:v>
                </c:pt>
                <c:pt idx="825">
                  <c:v>137</c:v>
                </c:pt>
                <c:pt idx="826">
                  <c:v>137</c:v>
                </c:pt>
                <c:pt idx="827">
                  <c:v>137</c:v>
                </c:pt>
                <c:pt idx="828">
                  <c:v>137</c:v>
                </c:pt>
                <c:pt idx="829">
                  <c:v>137</c:v>
                </c:pt>
                <c:pt idx="830">
                  <c:v>137</c:v>
                </c:pt>
                <c:pt idx="831">
                  <c:v>137</c:v>
                </c:pt>
                <c:pt idx="832">
                  <c:v>137</c:v>
                </c:pt>
                <c:pt idx="833">
                  <c:v>137</c:v>
                </c:pt>
                <c:pt idx="834">
                  <c:v>137</c:v>
                </c:pt>
                <c:pt idx="835">
                  <c:v>137</c:v>
                </c:pt>
                <c:pt idx="836">
                  <c:v>137</c:v>
                </c:pt>
                <c:pt idx="837">
                  <c:v>137</c:v>
                </c:pt>
                <c:pt idx="838">
                  <c:v>137</c:v>
                </c:pt>
                <c:pt idx="839">
                  <c:v>137</c:v>
                </c:pt>
                <c:pt idx="840">
                  <c:v>137</c:v>
                </c:pt>
                <c:pt idx="841">
                  <c:v>137</c:v>
                </c:pt>
                <c:pt idx="842">
                  <c:v>137</c:v>
                </c:pt>
                <c:pt idx="843">
                  <c:v>137</c:v>
                </c:pt>
                <c:pt idx="844">
                  <c:v>137</c:v>
                </c:pt>
                <c:pt idx="845">
                  <c:v>137</c:v>
                </c:pt>
                <c:pt idx="846">
                  <c:v>137</c:v>
                </c:pt>
                <c:pt idx="847">
                  <c:v>137</c:v>
                </c:pt>
                <c:pt idx="848">
                  <c:v>137</c:v>
                </c:pt>
                <c:pt idx="849">
                  <c:v>137</c:v>
                </c:pt>
                <c:pt idx="850">
                  <c:v>137</c:v>
                </c:pt>
                <c:pt idx="851">
                  <c:v>137</c:v>
                </c:pt>
                <c:pt idx="852">
                  <c:v>137</c:v>
                </c:pt>
                <c:pt idx="853">
                  <c:v>137</c:v>
                </c:pt>
                <c:pt idx="854">
                  <c:v>137</c:v>
                </c:pt>
                <c:pt idx="855">
                  <c:v>137</c:v>
                </c:pt>
                <c:pt idx="856">
                  <c:v>137</c:v>
                </c:pt>
                <c:pt idx="857">
                  <c:v>137</c:v>
                </c:pt>
                <c:pt idx="858">
                  <c:v>137</c:v>
                </c:pt>
                <c:pt idx="859">
                  <c:v>137</c:v>
                </c:pt>
                <c:pt idx="860">
                  <c:v>137</c:v>
                </c:pt>
                <c:pt idx="861">
                  <c:v>137</c:v>
                </c:pt>
                <c:pt idx="862">
                  <c:v>137</c:v>
                </c:pt>
                <c:pt idx="863">
                  <c:v>137</c:v>
                </c:pt>
                <c:pt idx="864">
                  <c:v>137</c:v>
                </c:pt>
                <c:pt idx="865">
                  <c:v>137</c:v>
                </c:pt>
                <c:pt idx="866">
                  <c:v>137</c:v>
                </c:pt>
                <c:pt idx="867">
                  <c:v>137</c:v>
                </c:pt>
                <c:pt idx="868">
                  <c:v>137</c:v>
                </c:pt>
                <c:pt idx="869">
                  <c:v>137</c:v>
                </c:pt>
                <c:pt idx="870">
                  <c:v>137</c:v>
                </c:pt>
                <c:pt idx="871">
                  <c:v>137</c:v>
                </c:pt>
                <c:pt idx="872">
                  <c:v>137</c:v>
                </c:pt>
                <c:pt idx="873">
                  <c:v>137</c:v>
                </c:pt>
                <c:pt idx="874">
                  <c:v>137</c:v>
                </c:pt>
                <c:pt idx="875">
                  <c:v>137</c:v>
                </c:pt>
                <c:pt idx="876">
                  <c:v>137</c:v>
                </c:pt>
                <c:pt idx="877">
                  <c:v>137</c:v>
                </c:pt>
                <c:pt idx="878">
                  <c:v>137</c:v>
                </c:pt>
                <c:pt idx="879">
                  <c:v>137</c:v>
                </c:pt>
                <c:pt idx="880">
                  <c:v>137</c:v>
                </c:pt>
                <c:pt idx="881">
                  <c:v>137</c:v>
                </c:pt>
                <c:pt idx="882">
                  <c:v>137</c:v>
                </c:pt>
                <c:pt idx="883">
                  <c:v>137</c:v>
                </c:pt>
                <c:pt idx="884">
                  <c:v>137</c:v>
                </c:pt>
                <c:pt idx="885">
                  <c:v>137</c:v>
                </c:pt>
                <c:pt idx="886">
                  <c:v>137</c:v>
                </c:pt>
                <c:pt idx="887">
                  <c:v>137</c:v>
                </c:pt>
                <c:pt idx="888">
                  <c:v>137</c:v>
                </c:pt>
                <c:pt idx="889">
                  <c:v>137</c:v>
                </c:pt>
                <c:pt idx="890">
                  <c:v>137</c:v>
                </c:pt>
                <c:pt idx="891">
                  <c:v>137</c:v>
                </c:pt>
                <c:pt idx="892">
                  <c:v>137</c:v>
                </c:pt>
                <c:pt idx="893">
                  <c:v>137</c:v>
                </c:pt>
                <c:pt idx="894">
                  <c:v>137</c:v>
                </c:pt>
                <c:pt idx="895">
                  <c:v>137</c:v>
                </c:pt>
                <c:pt idx="896">
                  <c:v>137</c:v>
                </c:pt>
                <c:pt idx="897">
                  <c:v>137</c:v>
                </c:pt>
                <c:pt idx="898">
                  <c:v>137</c:v>
                </c:pt>
                <c:pt idx="899">
                  <c:v>137</c:v>
                </c:pt>
                <c:pt idx="900">
                  <c:v>137</c:v>
                </c:pt>
                <c:pt idx="901">
                  <c:v>137</c:v>
                </c:pt>
                <c:pt idx="902">
                  <c:v>137</c:v>
                </c:pt>
                <c:pt idx="903">
                  <c:v>137</c:v>
                </c:pt>
                <c:pt idx="904">
                  <c:v>137</c:v>
                </c:pt>
                <c:pt idx="905">
                  <c:v>137</c:v>
                </c:pt>
                <c:pt idx="906">
                  <c:v>137</c:v>
                </c:pt>
                <c:pt idx="907">
                  <c:v>137</c:v>
                </c:pt>
                <c:pt idx="908">
                  <c:v>137</c:v>
                </c:pt>
                <c:pt idx="909">
                  <c:v>137</c:v>
                </c:pt>
                <c:pt idx="910">
                  <c:v>137</c:v>
                </c:pt>
                <c:pt idx="911">
                  <c:v>137</c:v>
                </c:pt>
                <c:pt idx="912">
                  <c:v>137</c:v>
                </c:pt>
                <c:pt idx="913">
                  <c:v>137</c:v>
                </c:pt>
                <c:pt idx="914">
                  <c:v>137</c:v>
                </c:pt>
                <c:pt idx="915">
                  <c:v>137</c:v>
                </c:pt>
                <c:pt idx="916">
                  <c:v>137</c:v>
                </c:pt>
                <c:pt idx="917">
                  <c:v>137</c:v>
                </c:pt>
                <c:pt idx="918">
                  <c:v>137</c:v>
                </c:pt>
                <c:pt idx="919">
                  <c:v>137</c:v>
                </c:pt>
                <c:pt idx="920">
                  <c:v>137</c:v>
                </c:pt>
                <c:pt idx="921">
                  <c:v>137</c:v>
                </c:pt>
                <c:pt idx="922">
                  <c:v>137</c:v>
                </c:pt>
                <c:pt idx="923">
                  <c:v>137</c:v>
                </c:pt>
                <c:pt idx="924">
                  <c:v>137</c:v>
                </c:pt>
                <c:pt idx="925">
                  <c:v>137</c:v>
                </c:pt>
                <c:pt idx="926">
                  <c:v>137</c:v>
                </c:pt>
                <c:pt idx="927">
                  <c:v>137</c:v>
                </c:pt>
                <c:pt idx="928">
                  <c:v>137</c:v>
                </c:pt>
                <c:pt idx="929">
                  <c:v>137</c:v>
                </c:pt>
                <c:pt idx="930">
                  <c:v>137</c:v>
                </c:pt>
                <c:pt idx="931">
                  <c:v>137</c:v>
                </c:pt>
                <c:pt idx="932">
                  <c:v>137</c:v>
                </c:pt>
                <c:pt idx="933">
                  <c:v>137</c:v>
                </c:pt>
                <c:pt idx="934">
                  <c:v>137</c:v>
                </c:pt>
                <c:pt idx="935">
                  <c:v>137</c:v>
                </c:pt>
                <c:pt idx="936">
                  <c:v>137</c:v>
                </c:pt>
                <c:pt idx="937">
                  <c:v>137</c:v>
                </c:pt>
                <c:pt idx="938">
                  <c:v>137</c:v>
                </c:pt>
                <c:pt idx="939">
                  <c:v>137</c:v>
                </c:pt>
                <c:pt idx="940">
                  <c:v>137</c:v>
                </c:pt>
                <c:pt idx="941">
                  <c:v>137</c:v>
                </c:pt>
                <c:pt idx="942">
                  <c:v>137</c:v>
                </c:pt>
                <c:pt idx="943">
                  <c:v>137.5</c:v>
                </c:pt>
                <c:pt idx="944">
                  <c:v>137.5</c:v>
                </c:pt>
                <c:pt idx="945">
                  <c:v>137.5</c:v>
                </c:pt>
                <c:pt idx="946">
                  <c:v>137.5</c:v>
                </c:pt>
                <c:pt idx="947">
                  <c:v>137.5</c:v>
                </c:pt>
                <c:pt idx="948">
                  <c:v>137.5</c:v>
                </c:pt>
                <c:pt idx="949">
                  <c:v>137.5</c:v>
                </c:pt>
                <c:pt idx="950">
                  <c:v>137.5</c:v>
                </c:pt>
                <c:pt idx="951">
                  <c:v>137.5</c:v>
                </c:pt>
                <c:pt idx="952">
                  <c:v>137.5</c:v>
                </c:pt>
                <c:pt idx="953">
                  <c:v>137.5</c:v>
                </c:pt>
                <c:pt idx="954">
                  <c:v>137.5</c:v>
                </c:pt>
                <c:pt idx="955">
                  <c:v>137.5</c:v>
                </c:pt>
                <c:pt idx="956">
                  <c:v>137.5</c:v>
                </c:pt>
                <c:pt idx="957">
                  <c:v>125</c:v>
                </c:pt>
                <c:pt idx="958">
                  <c:v>125</c:v>
                </c:pt>
                <c:pt idx="959">
                  <c:v>125</c:v>
                </c:pt>
                <c:pt idx="960">
                  <c:v>125</c:v>
                </c:pt>
                <c:pt idx="961">
                  <c:v>125</c:v>
                </c:pt>
                <c:pt idx="962">
                  <c:v>125</c:v>
                </c:pt>
                <c:pt idx="963">
                  <c:v>125</c:v>
                </c:pt>
                <c:pt idx="964">
                  <c:v>125</c:v>
                </c:pt>
                <c:pt idx="965">
                  <c:v>125</c:v>
                </c:pt>
                <c:pt idx="966">
                  <c:v>125</c:v>
                </c:pt>
                <c:pt idx="967">
                  <c:v>125</c:v>
                </c:pt>
                <c:pt idx="968">
                  <c:v>125</c:v>
                </c:pt>
                <c:pt idx="969">
                  <c:v>125</c:v>
                </c:pt>
                <c:pt idx="970">
                  <c:v>125</c:v>
                </c:pt>
                <c:pt idx="971">
                  <c:v>125</c:v>
                </c:pt>
                <c:pt idx="972">
                  <c:v>125</c:v>
                </c:pt>
                <c:pt idx="973">
                  <c:v>125</c:v>
                </c:pt>
                <c:pt idx="974">
                  <c:v>125</c:v>
                </c:pt>
                <c:pt idx="975">
                  <c:v>125</c:v>
                </c:pt>
                <c:pt idx="976">
                  <c:v>125</c:v>
                </c:pt>
                <c:pt idx="977">
                  <c:v>125</c:v>
                </c:pt>
                <c:pt idx="978">
                  <c:v>125</c:v>
                </c:pt>
                <c:pt idx="979">
                  <c:v>125</c:v>
                </c:pt>
                <c:pt idx="980">
                  <c:v>125</c:v>
                </c:pt>
                <c:pt idx="981">
                  <c:v>125</c:v>
                </c:pt>
                <c:pt idx="982">
                  <c:v>125</c:v>
                </c:pt>
                <c:pt idx="983">
                  <c:v>125</c:v>
                </c:pt>
                <c:pt idx="984">
                  <c:v>125</c:v>
                </c:pt>
                <c:pt idx="985">
                  <c:v>125</c:v>
                </c:pt>
                <c:pt idx="986">
                  <c:v>125</c:v>
                </c:pt>
                <c:pt idx="987">
                  <c:v>125</c:v>
                </c:pt>
                <c:pt idx="988">
                  <c:v>125</c:v>
                </c:pt>
                <c:pt idx="989">
                  <c:v>125</c:v>
                </c:pt>
                <c:pt idx="990">
                  <c:v>125</c:v>
                </c:pt>
                <c:pt idx="991">
                  <c:v>125</c:v>
                </c:pt>
                <c:pt idx="992">
                  <c:v>125</c:v>
                </c:pt>
                <c:pt idx="993">
                  <c:v>125</c:v>
                </c:pt>
                <c:pt idx="994">
                  <c:v>125</c:v>
                </c:pt>
                <c:pt idx="995">
                  <c:v>125</c:v>
                </c:pt>
                <c:pt idx="996">
                  <c:v>125</c:v>
                </c:pt>
                <c:pt idx="997">
                  <c:v>125</c:v>
                </c:pt>
                <c:pt idx="998">
                  <c:v>125</c:v>
                </c:pt>
                <c:pt idx="999">
                  <c:v>125</c:v>
                </c:pt>
                <c:pt idx="1000">
                  <c:v>125</c:v>
                </c:pt>
                <c:pt idx="1001">
                  <c:v>125</c:v>
                </c:pt>
                <c:pt idx="1002">
                  <c:v>125</c:v>
                </c:pt>
                <c:pt idx="1003">
                  <c:v>125</c:v>
                </c:pt>
                <c:pt idx="1004">
                  <c:v>125</c:v>
                </c:pt>
                <c:pt idx="1005">
                  <c:v>125</c:v>
                </c:pt>
                <c:pt idx="1006">
                  <c:v>125</c:v>
                </c:pt>
                <c:pt idx="1007">
                  <c:v>125</c:v>
                </c:pt>
                <c:pt idx="1008">
                  <c:v>125</c:v>
                </c:pt>
                <c:pt idx="1009">
                  <c:v>125</c:v>
                </c:pt>
                <c:pt idx="1010">
                  <c:v>125</c:v>
                </c:pt>
                <c:pt idx="1011">
                  <c:v>125</c:v>
                </c:pt>
                <c:pt idx="1012">
                  <c:v>125</c:v>
                </c:pt>
                <c:pt idx="1013">
                  <c:v>125</c:v>
                </c:pt>
                <c:pt idx="1014">
                  <c:v>125</c:v>
                </c:pt>
                <c:pt idx="1015">
                  <c:v>125</c:v>
                </c:pt>
                <c:pt idx="1016">
                  <c:v>125</c:v>
                </c:pt>
                <c:pt idx="1017">
                  <c:v>125</c:v>
                </c:pt>
                <c:pt idx="1018">
                  <c:v>125</c:v>
                </c:pt>
                <c:pt idx="1019">
                  <c:v>125</c:v>
                </c:pt>
                <c:pt idx="1020">
                  <c:v>125</c:v>
                </c:pt>
                <c:pt idx="1021">
                  <c:v>125</c:v>
                </c:pt>
                <c:pt idx="1022">
                  <c:v>125</c:v>
                </c:pt>
                <c:pt idx="1023">
                  <c:v>125</c:v>
                </c:pt>
                <c:pt idx="1024">
                  <c:v>125</c:v>
                </c:pt>
                <c:pt idx="1025">
                  <c:v>125</c:v>
                </c:pt>
                <c:pt idx="1026">
                  <c:v>125</c:v>
                </c:pt>
                <c:pt idx="1027">
                  <c:v>125</c:v>
                </c:pt>
                <c:pt idx="1028">
                  <c:v>125</c:v>
                </c:pt>
                <c:pt idx="1029">
                  <c:v>125</c:v>
                </c:pt>
                <c:pt idx="1030">
                  <c:v>125</c:v>
                </c:pt>
                <c:pt idx="1031">
                  <c:v>125</c:v>
                </c:pt>
                <c:pt idx="1032">
                  <c:v>125</c:v>
                </c:pt>
                <c:pt idx="1033">
                  <c:v>125</c:v>
                </c:pt>
                <c:pt idx="1034">
                  <c:v>125</c:v>
                </c:pt>
                <c:pt idx="1035">
                  <c:v>125</c:v>
                </c:pt>
                <c:pt idx="1036">
                  <c:v>125</c:v>
                </c:pt>
                <c:pt idx="1037">
                  <c:v>125</c:v>
                </c:pt>
                <c:pt idx="1038">
                  <c:v>125</c:v>
                </c:pt>
                <c:pt idx="1039">
                  <c:v>125</c:v>
                </c:pt>
                <c:pt idx="1040">
                  <c:v>125</c:v>
                </c:pt>
                <c:pt idx="1041">
                  <c:v>122.5</c:v>
                </c:pt>
                <c:pt idx="1042">
                  <c:v>122.5</c:v>
                </c:pt>
                <c:pt idx="1043">
                  <c:v>122.5</c:v>
                </c:pt>
                <c:pt idx="1044">
                  <c:v>122.5</c:v>
                </c:pt>
                <c:pt idx="1045">
                  <c:v>122.5</c:v>
                </c:pt>
                <c:pt idx="1046">
                  <c:v>122.5</c:v>
                </c:pt>
                <c:pt idx="1047">
                  <c:v>122.5</c:v>
                </c:pt>
                <c:pt idx="1048">
                  <c:v>122.5</c:v>
                </c:pt>
                <c:pt idx="1049">
                  <c:v>122.5</c:v>
                </c:pt>
                <c:pt idx="1050">
                  <c:v>122.5</c:v>
                </c:pt>
                <c:pt idx="1051">
                  <c:v>122.5</c:v>
                </c:pt>
                <c:pt idx="1052">
                  <c:v>122.5</c:v>
                </c:pt>
                <c:pt idx="1053">
                  <c:v>122.5</c:v>
                </c:pt>
                <c:pt idx="1054">
                  <c:v>122.5</c:v>
                </c:pt>
                <c:pt idx="1055">
                  <c:v>122.5</c:v>
                </c:pt>
                <c:pt idx="1056">
                  <c:v>122.5</c:v>
                </c:pt>
                <c:pt idx="1057">
                  <c:v>122.5</c:v>
                </c:pt>
                <c:pt idx="1058">
                  <c:v>122.5</c:v>
                </c:pt>
                <c:pt idx="1059">
                  <c:v>122.5</c:v>
                </c:pt>
                <c:pt idx="1060">
                  <c:v>122.5</c:v>
                </c:pt>
                <c:pt idx="1061">
                  <c:v>122.5</c:v>
                </c:pt>
                <c:pt idx="1062">
                  <c:v>122.5</c:v>
                </c:pt>
                <c:pt idx="1063">
                  <c:v>122.5</c:v>
                </c:pt>
                <c:pt idx="1064">
                  <c:v>122.5</c:v>
                </c:pt>
                <c:pt idx="1065">
                  <c:v>122.5</c:v>
                </c:pt>
                <c:pt idx="1066">
                  <c:v>122.5</c:v>
                </c:pt>
                <c:pt idx="1067">
                  <c:v>122.5</c:v>
                </c:pt>
                <c:pt idx="1068">
                  <c:v>122.5</c:v>
                </c:pt>
                <c:pt idx="1069">
                  <c:v>122.5</c:v>
                </c:pt>
                <c:pt idx="1070">
                  <c:v>122.5</c:v>
                </c:pt>
                <c:pt idx="1071">
                  <c:v>122.5</c:v>
                </c:pt>
                <c:pt idx="1072">
                  <c:v>122.5</c:v>
                </c:pt>
                <c:pt idx="1073">
                  <c:v>122.5</c:v>
                </c:pt>
                <c:pt idx="1074">
                  <c:v>122.5</c:v>
                </c:pt>
                <c:pt idx="1075">
                  <c:v>122.5</c:v>
                </c:pt>
                <c:pt idx="1076">
                  <c:v>122.5</c:v>
                </c:pt>
                <c:pt idx="1077">
                  <c:v>122.5</c:v>
                </c:pt>
                <c:pt idx="1078">
                  <c:v>122.5</c:v>
                </c:pt>
                <c:pt idx="1079">
                  <c:v>122.5</c:v>
                </c:pt>
                <c:pt idx="1080">
                  <c:v>122.5</c:v>
                </c:pt>
                <c:pt idx="1081">
                  <c:v>122.5</c:v>
                </c:pt>
                <c:pt idx="1082">
                  <c:v>122.5</c:v>
                </c:pt>
                <c:pt idx="1083">
                  <c:v>122.5</c:v>
                </c:pt>
                <c:pt idx="1084">
                  <c:v>122.5</c:v>
                </c:pt>
                <c:pt idx="1085">
                  <c:v>122.5</c:v>
                </c:pt>
                <c:pt idx="1086">
                  <c:v>122.5</c:v>
                </c:pt>
                <c:pt idx="1087">
                  <c:v>122.5</c:v>
                </c:pt>
                <c:pt idx="1088">
                  <c:v>122.5</c:v>
                </c:pt>
                <c:pt idx="1089">
                  <c:v>122.5</c:v>
                </c:pt>
                <c:pt idx="1090">
                  <c:v>122.5</c:v>
                </c:pt>
                <c:pt idx="1091">
                  <c:v>122.5</c:v>
                </c:pt>
                <c:pt idx="1092">
                  <c:v>122.5</c:v>
                </c:pt>
                <c:pt idx="1093">
                  <c:v>122.5</c:v>
                </c:pt>
                <c:pt idx="1094">
                  <c:v>122.5</c:v>
                </c:pt>
                <c:pt idx="1095">
                  <c:v>122.5</c:v>
                </c:pt>
                <c:pt idx="1096">
                  <c:v>122.5</c:v>
                </c:pt>
                <c:pt idx="1097">
                  <c:v>122.5</c:v>
                </c:pt>
                <c:pt idx="1098">
                  <c:v>122.5</c:v>
                </c:pt>
                <c:pt idx="1099">
                  <c:v>122.5</c:v>
                </c:pt>
                <c:pt idx="1100">
                  <c:v>122.5</c:v>
                </c:pt>
                <c:pt idx="1101">
                  <c:v>122.5</c:v>
                </c:pt>
                <c:pt idx="1102">
                  <c:v>122.5</c:v>
                </c:pt>
                <c:pt idx="1103">
                  <c:v>122.5</c:v>
                </c:pt>
                <c:pt idx="1104">
                  <c:v>122.5</c:v>
                </c:pt>
                <c:pt idx="1105">
                  <c:v>122.5</c:v>
                </c:pt>
                <c:pt idx="1106">
                  <c:v>122.5</c:v>
                </c:pt>
                <c:pt idx="1107">
                  <c:v>122.5</c:v>
                </c:pt>
                <c:pt idx="1108">
                  <c:v>122.5</c:v>
                </c:pt>
                <c:pt idx="1109">
                  <c:v>122.5</c:v>
                </c:pt>
                <c:pt idx="1110">
                  <c:v>122.5</c:v>
                </c:pt>
                <c:pt idx="1111">
                  <c:v>122.5</c:v>
                </c:pt>
                <c:pt idx="1112">
                  <c:v>122.5</c:v>
                </c:pt>
                <c:pt idx="1113">
                  <c:v>122.5</c:v>
                </c:pt>
                <c:pt idx="1114">
                  <c:v>122.5</c:v>
                </c:pt>
                <c:pt idx="1115">
                  <c:v>122.5</c:v>
                </c:pt>
                <c:pt idx="1116">
                  <c:v>122.5</c:v>
                </c:pt>
                <c:pt idx="1117">
                  <c:v>122.5</c:v>
                </c:pt>
                <c:pt idx="1118">
                  <c:v>122.5</c:v>
                </c:pt>
                <c:pt idx="1119">
                  <c:v>122.5</c:v>
                </c:pt>
                <c:pt idx="1120">
                  <c:v>122.5</c:v>
                </c:pt>
                <c:pt idx="1121">
                  <c:v>122.5</c:v>
                </c:pt>
                <c:pt idx="1122">
                  <c:v>122.5</c:v>
                </c:pt>
                <c:pt idx="1123">
                  <c:v>122.5</c:v>
                </c:pt>
                <c:pt idx="1124">
                  <c:v>122.5</c:v>
                </c:pt>
                <c:pt idx="1125">
                  <c:v>122.5</c:v>
                </c:pt>
                <c:pt idx="1126">
                  <c:v>122.5</c:v>
                </c:pt>
                <c:pt idx="1127">
                  <c:v>122.5</c:v>
                </c:pt>
                <c:pt idx="1128">
                  <c:v>122.5</c:v>
                </c:pt>
                <c:pt idx="1129">
                  <c:v>122.5</c:v>
                </c:pt>
                <c:pt idx="1130">
                  <c:v>122.5</c:v>
                </c:pt>
                <c:pt idx="1131">
                  <c:v>122.5</c:v>
                </c:pt>
                <c:pt idx="1132">
                  <c:v>122.5</c:v>
                </c:pt>
                <c:pt idx="1133">
                  <c:v>122.5</c:v>
                </c:pt>
                <c:pt idx="1134">
                  <c:v>122.5</c:v>
                </c:pt>
                <c:pt idx="1135">
                  <c:v>122.5</c:v>
                </c:pt>
                <c:pt idx="1136">
                  <c:v>122.5</c:v>
                </c:pt>
                <c:pt idx="1137">
                  <c:v>122.5</c:v>
                </c:pt>
                <c:pt idx="1138">
                  <c:v>122.5</c:v>
                </c:pt>
                <c:pt idx="1139">
                  <c:v>122.5</c:v>
                </c:pt>
                <c:pt idx="1140">
                  <c:v>122.5</c:v>
                </c:pt>
                <c:pt idx="1141">
                  <c:v>122.5</c:v>
                </c:pt>
                <c:pt idx="1142">
                  <c:v>122.5</c:v>
                </c:pt>
                <c:pt idx="1143">
                  <c:v>122.5</c:v>
                </c:pt>
                <c:pt idx="1144">
                  <c:v>122.5</c:v>
                </c:pt>
                <c:pt idx="1145">
                  <c:v>122.5</c:v>
                </c:pt>
                <c:pt idx="1146">
                  <c:v>122.5</c:v>
                </c:pt>
                <c:pt idx="1147">
                  <c:v>122.5</c:v>
                </c:pt>
                <c:pt idx="1148">
                  <c:v>122.5</c:v>
                </c:pt>
                <c:pt idx="1149">
                  <c:v>122.5</c:v>
                </c:pt>
                <c:pt idx="1150">
                  <c:v>122.5</c:v>
                </c:pt>
                <c:pt idx="1151">
                  <c:v>122.5</c:v>
                </c:pt>
                <c:pt idx="1152">
                  <c:v>122.5</c:v>
                </c:pt>
                <c:pt idx="1153">
                  <c:v>122.5</c:v>
                </c:pt>
                <c:pt idx="1154">
                  <c:v>122.5</c:v>
                </c:pt>
                <c:pt idx="1155">
                  <c:v>122.5</c:v>
                </c:pt>
                <c:pt idx="1156">
                  <c:v>122.5</c:v>
                </c:pt>
                <c:pt idx="1157">
                  <c:v>122.5</c:v>
                </c:pt>
                <c:pt idx="1158">
                  <c:v>122.5</c:v>
                </c:pt>
                <c:pt idx="1159">
                  <c:v>122.5</c:v>
                </c:pt>
                <c:pt idx="1160">
                  <c:v>122.5</c:v>
                </c:pt>
                <c:pt idx="1161">
                  <c:v>122.5</c:v>
                </c:pt>
                <c:pt idx="1162">
                  <c:v>122.5</c:v>
                </c:pt>
                <c:pt idx="1163">
                  <c:v>122.5</c:v>
                </c:pt>
                <c:pt idx="1164">
                  <c:v>122.5</c:v>
                </c:pt>
                <c:pt idx="1165">
                  <c:v>122.5</c:v>
                </c:pt>
                <c:pt idx="1166">
                  <c:v>122.5</c:v>
                </c:pt>
                <c:pt idx="1167">
                  <c:v>115</c:v>
                </c:pt>
                <c:pt idx="1168">
                  <c:v>115</c:v>
                </c:pt>
                <c:pt idx="1169">
                  <c:v>115</c:v>
                </c:pt>
                <c:pt idx="1170">
                  <c:v>115</c:v>
                </c:pt>
                <c:pt idx="1171">
                  <c:v>115</c:v>
                </c:pt>
                <c:pt idx="1172">
                  <c:v>115</c:v>
                </c:pt>
                <c:pt idx="1173">
                  <c:v>115</c:v>
                </c:pt>
                <c:pt idx="1174">
                  <c:v>115</c:v>
                </c:pt>
                <c:pt idx="1175">
                  <c:v>115</c:v>
                </c:pt>
                <c:pt idx="1176">
                  <c:v>115</c:v>
                </c:pt>
                <c:pt idx="1177">
                  <c:v>115</c:v>
                </c:pt>
                <c:pt idx="1178">
                  <c:v>115</c:v>
                </c:pt>
                <c:pt idx="1179">
                  <c:v>115</c:v>
                </c:pt>
                <c:pt idx="1180">
                  <c:v>115</c:v>
                </c:pt>
                <c:pt idx="1181">
                  <c:v>115</c:v>
                </c:pt>
                <c:pt idx="1182">
                  <c:v>115</c:v>
                </c:pt>
                <c:pt idx="1183">
                  <c:v>115</c:v>
                </c:pt>
                <c:pt idx="1184">
                  <c:v>115</c:v>
                </c:pt>
                <c:pt idx="1185">
                  <c:v>115</c:v>
                </c:pt>
                <c:pt idx="1186">
                  <c:v>115</c:v>
                </c:pt>
                <c:pt idx="1187">
                  <c:v>115</c:v>
                </c:pt>
                <c:pt idx="1188">
                  <c:v>115</c:v>
                </c:pt>
                <c:pt idx="1189">
                  <c:v>115</c:v>
                </c:pt>
                <c:pt idx="1190">
                  <c:v>115</c:v>
                </c:pt>
                <c:pt idx="1191">
                  <c:v>115</c:v>
                </c:pt>
                <c:pt idx="1192">
                  <c:v>115</c:v>
                </c:pt>
                <c:pt idx="1193">
                  <c:v>115</c:v>
                </c:pt>
                <c:pt idx="1194">
                  <c:v>115</c:v>
                </c:pt>
                <c:pt idx="1195">
                  <c:v>115</c:v>
                </c:pt>
                <c:pt idx="1196">
                  <c:v>115</c:v>
                </c:pt>
                <c:pt idx="1197">
                  <c:v>115</c:v>
                </c:pt>
                <c:pt idx="1198">
                  <c:v>115</c:v>
                </c:pt>
                <c:pt idx="1199">
                  <c:v>115</c:v>
                </c:pt>
                <c:pt idx="1200">
                  <c:v>115</c:v>
                </c:pt>
                <c:pt idx="1201">
                  <c:v>115</c:v>
                </c:pt>
                <c:pt idx="1202">
                  <c:v>115</c:v>
                </c:pt>
                <c:pt idx="1203">
                  <c:v>115</c:v>
                </c:pt>
                <c:pt idx="1204">
                  <c:v>115</c:v>
                </c:pt>
                <c:pt idx="1205">
                  <c:v>115</c:v>
                </c:pt>
                <c:pt idx="1206">
                  <c:v>115</c:v>
                </c:pt>
                <c:pt idx="1207">
                  <c:v>115</c:v>
                </c:pt>
                <c:pt idx="1208">
                  <c:v>115</c:v>
                </c:pt>
                <c:pt idx="1209">
                  <c:v>115</c:v>
                </c:pt>
                <c:pt idx="1210">
                  <c:v>115</c:v>
                </c:pt>
                <c:pt idx="1211">
                  <c:v>115</c:v>
                </c:pt>
                <c:pt idx="1212">
                  <c:v>115</c:v>
                </c:pt>
                <c:pt idx="1213">
                  <c:v>115</c:v>
                </c:pt>
                <c:pt idx="1214">
                  <c:v>115</c:v>
                </c:pt>
                <c:pt idx="1215">
                  <c:v>115</c:v>
                </c:pt>
                <c:pt idx="1216">
                  <c:v>115</c:v>
                </c:pt>
                <c:pt idx="1217">
                  <c:v>115</c:v>
                </c:pt>
                <c:pt idx="1218">
                  <c:v>115</c:v>
                </c:pt>
                <c:pt idx="1219">
                  <c:v>115</c:v>
                </c:pt>
                <c:pt idx="1220">
                  <c:v>115</c:v>
                </c:pt>
                <c:pt idx="1221">
                  <c:v>115</c:v>
                </c:pt>
                <c:pt idx="1222">
                  <c:v>115</c:v>
                </c:pt>
                <c:pt idx="1223">
                  <c:v>115</c:v>
                </c:pt>
                <c:pt idx="1224">
                  <c:v>115</c:v>
                </c:pt>
                <c:pt idx="1225">
                  <c:v>115</c:v>
                </c:pt>
                <c:pt idx="1226">
                  <c:v>115</c:v>
                </c:pt>
                <c:pt idx="1227">
                  <c:v>115</c:v>
                </c:pt>
                <c:pt idx="1228">
                  <c:v>115</c:v>
                </c:pt>
                <c:pt idx="1229">
                  <c:v>115</c:v>
                </c:pt>
                <c:pt idx="1230">
                  <c:v>115</c:v>
                </c:pt>
                <c:pt idx="1231">
                  <c:v>115</c:v>
                </c:pt>
                <c:pt idx="1232">
                  <c:v>115</c:v>
                </c:pt>
                <c:pt idx="1233">
                  <c:v>115</c:v>
                </c:pt>
                <c:pt idx="1234">
                  <c:v>115</c:v>
                </c:pt>
                <c:pt idx="1235">
                  <c:v>115</c:v>
                </c:pt>
                <c:pt idx="1236">
                  <c:v>115</c:v>
                </c:pt>
                <c:pt idx="1237">
                  <c:v>115</c:v>
                </c:pt>
                <c:pt idx="1238">
                  <c:v>115</c:v>
                </c:pt>
                <c:pt idx="1239">
                  <c:v>115</c:v>
                </c:pt>
                <c:pt idx="1240">
                  <c:v>115</c:v>
                </c:pt>
                <c:pt idx="1241">
                  <c:v>115</c:v>
                </c:pt>
                <c:pt idx="1242">
                  <c:v>115</c:v>
                </c:pt>
                <c:pt idx="1243">
                  <c:v>115</c:v>
                </c:pt>
                <c:pt idx="1244">
                  <c:v>115</c:v>
                </c:pt>
                <c:pt idx="1245">
                  <c:v>115</c:v>
                </c:pt>
                <c:pt idx="1246">
                  <c:v>115</c:v>
                </c:pt>
                <c:pt idx="1247">
                  <c:v>115</c:v>
                </c:pt>
                <c:pt idx="1248">
                  <c:v>115</c:v>
                </c:pt>
                <c:pt idx="1249">
                  <c:v>115</c:v>
                </c:pt>
                <c:pt idx="1250">
                  <c:v>115</c:v>
                </c:pt>
                <c:pt idx="1251">
                  <c:v>115</c:v>
                </c:pt>
                <c:pt idx="1252">
                  <c:v>115</c:v>
                </c:pt>
                <c:pt idx="1253">
                  <c:v>115</c:v>
                </c:pt>
                <c:pt idx="1254">
                  <c:v>115</c:v>
                </c:pt>
                <c:pt idx="1255">
                  <c:v>115</c:v>
                </c:pt>
                <c:pt idx="1256">
                  <c:v>115</c:v>
                </c:pt>
                <c:pt idx="1257">
                  <c:v>115</c:v>
                </c:pt>
                <c:pt idx="1258">
                  <c:v>115</c:v>
                </c:pt>
                <c:pt idx="1259">
                  <c:v>115</c:v>
                </c:pt>
                <c:pt idx="1260">
                  <c:v>115</c:v>
                </c:pt>
                <c:pt idx="1261">
                  <c:v>115</c:v>
                </c:pt>
                <c:pt idx="1262">
                  <c:v>115</c:v>
                </c:pt>
                <c:pt idx="1263">
                  <c:v>115</c:v>
                </c:pt>
                <c:pt idx="1264">
                  <c:v>115</c:v>
                </c:pt>
                <c:pt idx="1265">
                  <c:v>115</c:v>
                </c:pt>
                <c:pt idx="1266">
                  <c:v>115</c:v>
                </c:pt>
                <c:pt idx="1267">
                  <c:v>115</c:v>
                </c:pt>
                <c:pt idx="1268">
                  <c:v>115</c:v>
                </c:pt>
                <c:pt idx="1269">
                  <c:v>115</c:v>
                </c:pt>
                <c:pt idx="1270">
                  <c:v>115</c:v>
                </c:pt>
                <c:pt idx="1271">
                  <c:v>115</c:v>
                </c:pt>
                <c:pt idx="1272">
                  <c:v>115</c:v>
                </c:pt>
                <c:pt idx="1273">
                  <c:v>115</c:v>
                </c:pt>
                <c:pt idx="1274">
                  <c:v>115</c:v>
                </c:pt>
                <c:pt idx="1275">
                  <c:v>115</c:v>
                </c:pt>
                <c:pt idx="1276">
                  <c:v>115</c:v>
                </c:pt>
                <c:pt idx="1277">
                  <c:v>115</c:v>
                </c:pt>
                <c:pt idx="1278">
                  <c:v>115</c:v>
                </c:pt>
                <c:pt idx="1279">
                  <c:v>115</c:v>
                </c:pt>
                <c:pt idx="1280">
                  <c:v>115</c:v>
                </c:pt>
                <c:pt idx="1281">
                  <c:v>115</c:v>
                </c:pt>
                <c:pt idx="1282">
                  <c:v>115</c:v>
                </c:pt>
                <c:pt idx="1283">
                  <c:v>115</c:v>
                </c:pt>
                <c:pt idx="1284">
                  <c:v>115</c:v>
                </c:pt>
                <c:pt idx="1285">
                  <c:v>115</c:v>
                </c:pt>
                <c:pt idx="1286">
                  <c:v>115</c:v>
                </c:pt>
                <c:pt idx="1287">
                  <c:v>115</c:v>
                </c:pt>
                <c:pt idx="1288">
                  <c:v>115</c:v>
                </c:pt>
                <c:pt idx="1289">
                  <c:v>115</c:v>
                </c:pt>
                <c:pt idx="1290">
                  <c:v>115</c:v>
                </c:pt>
                <c:pt idx="1291">
                  <c:v>115</c:v>
                </c:pt>
                <c:pt idx="1292">
                  <c:v>115</c:v>
                </c:pt>
                <c:pt idx="1293">
                  <c:v>115</c:v>
                </c:pt>
                <c:pt idx="1294">
                  <c:v>115</c:v>
                </c:pt>
                <c:pt idx="1295">
                  <c:v>115</c:v>
                </c:pt>
                <c:pt idx="1296">
                  <c:v>115</c:v>
                </c:pt>
                <c:pt idx="1297">
                  <c:v>115</c:v>
                </c:pt>
                <c:pt idx="1298">
                  <c:v>115</c:v>
                </c:pt>
                <c:pt idx="1299">
                  <c:v>115</c:v>
                </c:pt>
                <c:pt idx="1300">
                  <c:v>115</c:v>
                </c:pt>
                <c:pt idx="1301">
                  <c:v>115</c:v>
                </c:pt>
                <c:pt idx="1302">
                  <c:v>115</c:v>
                </c:pt>
                <c:pt idx="1303">
                  <c:v>115</c:v>
                </c:pt>
                <c:pt idx="1304">
                  <c:v>115</c:v>
                </c:pt>
                <c:pt idx="1305">
                  <c:v>115</c:v>
                </c:pt>
                <c:pt idx="1306">
                  <c:v>115</c:v>
                </c:pt>
                <c:pt idx="1307">
                  <c:v>115</c:v>
                </c:pt>
                <c:pt idx="1308">
                  <c:v>115</c:v>
                </c:pt>
                <c:pt idx="1309">
                  <c:v>115</c:v>
                </c:pt>
                <c:pt idx="1310">
                  <c:v>115</c:v>
                </c:pt>
                <c:pt idx="1311">
                  <c:v>115</c:v>
                </c:pt>
                <c:pt idx="1312">
                  <c:v>115</c:v>
                </c:pt>
                <c:pt idx="1313">
                  <c:v>115</c:v>
                </c:pt>
                <c:pt idx="1314">
                  <c:v>99</c:v>
                </c:pt>
                <c:pt idx="1315">
                  <c:v>99</c:v>
                </c:pt>
                <c:pt idx="1316">
                  <c:v>99</c:v>
                </c:pt>
                <c:pt idx="1317">
                  <c:v>99</c:v>
                </c:pt>
                <c:pt idx="1318">
                  <c:v>99</c:v>
                </c:pt>
                <c:pt idx="1319">
                  <c:v>99</c:v>
                </c:pt>
                <c:pt idx="1320">
                  <c:v>99</c:v>
                </c:pt>
                <c:pt idx="1321">
                  <c:v>99</c:v>
                </c:pt>
                <c:pt idx="1322">
                  <c:v>99</c:v>
                </c:pt>
                <c:pt idx="1323">
                  <c:v>99</c:v>
                </c:pt>
                <c:pt idx="1324">
                  <c:v>99</c:v>
                </c:pt>
                <c:pt idx="1325">
                  <c:v>99</c:v>
                </c:pt>
                <c:pt idx="1326">
                  <c:v>99</c:v>
                </c:pt>
                <c:pt idx="1327">
                  <c:v>99</c:v>
                </c:pt>
                <c:pt idx="1328">
                  <c:v>99</c:v>
                </c:pt>
                <c:pt idx="1329">
                  <c:v>99</c:v>
                </c:pt>
                <c:pt idx="1330">
                  <c:v>99</c:v>
                </c:pt>
                <c:pt idx="1331">
                  <c:v>99</c:v>
                </c:pt>
                <c:pt idx="1332">
                  <c:v>99</c:v>
                </c:pt>
                <c:pt idx="1333">
                  <c:v>99</c:v>
                </c:pt>
                <c:pt idx="1334">
                  <c:v>99</c:v>
                </c:pt>
                <c:pt idx="1335">
                  <c:v>99</c:v>
                </c:pt>
                <c:pt idx="1336">
                  <c:v>99</c:v>
                </c:pt>
                <c:pt idx="1337">
                  <c:v>99</c:v>
                </c:pt>
                <c:pt idx="1338">
                  <c:v>99</c:v>
                </c:pt>
                <c:pt idx="1339">
                  <c:v>99</c:v>
                </c:pt>
                <c:pt idx="1340">
                  <c:v>99</c:v>
                </c:pt>
                <c:pt idx="1341">
                  <c:v>99</c:v>
                </c:pt>
                <c:pt idx="1342">
                  <c:v>99</c:v>
                </c:pt>
                <c:pt idx="1343">
                  <c:v>99</c:v>
                </c:pt>
                <c:pt idx="1344">
                  <c:v>99</c:v>
                </c:pt>
                <c:pt idx="1345">
                  <c:v>99</c:v>
                </c:pt>
                <c:pt idx="1346">
                  <c:v>99</c:v>
                </c:pt>
                <c:pt idx="1347">
                  <c:v>99</c:v>
                </c:pt>
                <c:pt idx="1348">
                  <c:v>99</c:v>
                </c:pt>
                <c:pt idx="1349">
                  <c:v>99</c:v>
                </c:pt>
                <c:pt idx="1350">
                  <c:v>99</c:v>
                </c:pt>
                <c:pt idx="1351">
                  <c:v>99</c:v>
                </c:pt>
                <c:pt idx="1352">
                  <c:v>99</c:v>
                </c:pt>
                <c:pt idx="1353">
                  <c:v>99</c:v>
                </c:pt>
                <c:pt idx="1354">
                  <c:v>99</c:v>
                </c:pt>
                <c:pt idx="1355">
                  <c:v>99</c:v>
                </c:pt>
                <c:pt idx="1356">
                  <c:v>99</c:v>
                </c:pt>
                <c:pt idx="1357">
                  <c:v>99</c:v>
                </c:pt>
                <c:pt idx="1358">
                  <c:v>99</c:v>
                </c:pt>
                <c:pt idx="1359">
                  <c:v>99</c:v>
                </c:pt>
                <c:pt idx="1360">
                  <c:v>99</c:v>
                </c:pt>
                <c:pt idx="1361">
                  <c:v>99</c:v>
                </c:pt>
                <c:pt idx="1362">
                  <c:v>99</c:v>
                </c:pt>
                <c:pt idx="1363">
                  <c:v>99</c:v>
                </c:pt>
                <c:pt idx="1364">
                  <c:v>99</c:v>
                </c:pt>
                <c:pt idx="1365">
                  <c:v>99</c:v>
                </c:pt>
                <c:pt idx="1366">
                  <c:v>99</c:v>
                </c:pt>
                <c:pt idx="1367">
                  <c:v>99</c:v>
                </c:pt>
                <c:pt idx="1368">
                  <c:v>99</c:v>
                </c:pt>
                <c:pt idx="1369">
                  <c:v>99</c:v>
                </c:pt>
                <c:pt idx="1370">
                  <c:v>99</c:v>
                </c:pt>
                <c:pt idx="1371">
                  <c:v>99</c:v>
                </c:pt>
                <c:pt idx="1372">
                  <c:v>99</c:v>
                </c:pt>
                <c:pt idx="1373">
                  <c:v>99</c:v>
                </c:pt>
                <c:pt idx="1374">
                  <c:v>99</c:v>
                </c:pt>
                <c:pt idx="1375">
                  <c:v>99</c:v>
                </c:pt>
                <c:pt idx="1376">
                  <c:v>99</c:v>
                </c:pt>
                <c:pt idx="1377">
                  <c:v>99</c:v>
                </c:pt>
                <c:pt idx="1378">
                  <c:v>99</c:v>
                </c:pt>
                <c:pt idx="1379">
                  <c:v>99</c:v>
                </c:pt>
                <c:pt idx="1380">
                  <c:v>99</c:v>
                </c:pt>
                <c:pt idx="1381">
                  <c:v>99</c:v>
                </c:pt>
                <c:pt idx="1382">
                  <c:v>99</c:v>
                </c:pt>
                <c:pt idx="1383">
                  <c:v>99</c:v>
                </c:pt>
                <c:pt idx="1384">
                  <c:v>99</c:v>
                </c:pt>
                <c:pt idx="1385">
                  <c:v>99</c:v>
                </c:pt>
                <c:pt idx="1386">
                  <c:v>99</c:v>
                </c:pt>
                <c:pt idx="1387">
                  <c:v>99</c:v>
                </c:pt>
                <c:pt idx="1388">
                  <c:v>99</c:v>
                </c:pt>
                <c:pt idx="1389">
                  <c:v>99</c:v>
                </c:pt>
                <c:pt idx="1390">
                  <c:v>99</c:v>
                </c:pt>
                <c:pt idx="1391">
                  <c:v>99</c:v>
                </c:pt>
                <c:pt idx="1392">
                  <c:v>99</c:v>
                </c:pt>
                <c:pt idx="1393">
                  <c:v>99</c:v>
                </c:pt>
                <c:pt idx="1394">
                  <c:v>99</c:v>
                </c:pt>
                <c:pt idx="1395">
                  <c:v>99</c:v>
                </c:pt>
                <c:pt idx="1396">
                  <c:v>99</c:v>
                </c:pt>
                <c:pt idx="1397">
                  <c:v>99</c:v>
                </c:pt>
                <c:pt idx="1398">
                  <c:v>99</c:v>
                </c:pt>
                <c:pt idx="1399">
                  <c:v>99</c:v>
                </c:pt>
                <c:pt idx="1400">
                  <c:v>99</c:v>
                </c:pt>
                <c:pt idx="1401">
                  <c:v>99</c:v>
                </c:pt>
                <c:pt idx="1402">
                  <c:v>99</c:v>
                </c:pt>
                <c:pt idx="1403">
                  <c:v>99</c:v>
                </c:pt>
                <c:pt idx="1404">
                  <c:v>99</c:v>
                </c:pt>
                <c:pt idx="1405">
                  <c:v>99</c:v>
                </c:pt>
                <c:pt idx="1406">
                  <c:v>99</c:v>
                </c:pt>
                <c:pt idx="1407">
                  <c:v>99</c:v>
                </c:pt>
                <c:pt idx="1408">
                  <c:v>99</c:v>
                </c:pt>
                <c:pt idx="1409">
                  <c:v>99</c:v>
                </c:pt>
                <c:pt idx="1410">
                  <c:v>99</c:v>
                </c:pt>
                <c:pt idx="1411">
                  <c:v>99</c:v>
                </c:pt>
                <c:pt idx="1412">
                  <c:v>99</c:v>
                </c:pt>
                <c:pt idx="1413">
                  <c:v>99</c:v>
                </c:pt>
                <c:pt idx="1414">
                  <c:v>99</c:v>
                </c:pt>
                <c:pt idx="1415">
                  <c:v>99</c:v>
                </c:pt>
                <c:pt idx="1416">
                  <c:v>99</c:v>
                </c:pt>
                <c:pt idx="1417">
                  <c:v>99</c:v>
                </c:pt>
                <c:pt idx="1418">
                  <c:v>99</c:v>
                </c:pt>
                <c:pt idx="1419">
                  <c:v>99</c:v>
                </c:pt>
                <c:pt idx="1420">
                  <c:v>99</c:v>
                </c:pt>
                <c:pt idx="1421">
                  <c:v>99</c:v>
                </c:pt>
                <c:pt idx="1422">
                  <c:v>99</c:v>
                </c:pt>
                <c:pt idx="1423">
                  <c:v>99</c:v>
                </c:pt>
                <c:pt idx="1424">
                  <c:v>99</c:v>
                </c:pt>
                <c:pt idx="1425">
                  <c:v>99</c:v>
                </c:pt>
                <c:pt idx="1426">
                  <c:v>99</c:v>
                </c:pt>
                <c:pt idx="1427">
                  <c:v>102.5</c:v>
                </c:pt>
                <c:pt idx="1428">
                  <c:v>102.5</c:v>
                </c:pt>
                <c:pt idx="1429">
                  <c:v>102.5</c:v>
                </c:pt>
                <c:pt idx="1430">
                  <c:v>102.5</c:v>
                </c:pt>
                <c:pt idx="1431">
                  <c:v>102.5</c:v>
                </c:pt>
                <c:pt idx="1432">
                  <c:v>102.5</c:v>
                </c:pt>
                <c:pt idx="1433">
                  <c:v>102.5</c:v>
                </c:pt>
                <c:pt idx="1434">
                  <c:v>102.5</c:v>
                </c:pt>
                <c:pt idx="1435">
                  <c:v>102.5</c:v>
                </c:pt>
                <c:pt idx="1436">
                  <c:v>102.5</c:v>
                </c:pt>
                <c:pt idx="1437">
                  <c:v>102.5</c:v>
                </c:pt>
                <c:pt idx="1438">
                  <c:v>102.5</c:v>
                </c:pt>
                <c:pt idx="1439">
                  <c:v>102.5</c:v>
                </c:pt>
                <c:pt idx="1440">
                  <c:v>102.5</c:v>
                </c:pt>
                <c:pt idx="1441">
                  <c:v>102.5</c:v>
                </c:pt>
                <c:pt idx="1442">
                  <c:v>102.5</c:v>
                </c:pt>
                <c:pt idx="1443">
                  <c:v>102.5</c:v>
                </c:pt>
                <c:pt idx="1444">
                  <c:v>102.5</c:v>
                </c:pt>
                <c:pt idx="1445">
                  <c:v>102.5</c:v>
                </c:pt>
                <c:pt idx="1446">
                  <c:v>102.5</c:v>
                </c:pt>
                <c:pt idx="1447">
                  <c:v>102.5</c:v>
                </c:pt>
                <c:pt idx="1448">
                  <c:v>102.5</c:v>
                </c:pt>
                <c:pt idx="1449">
                  <c:v>102.5</c:v>
                </c:pt>
                <c:pt idx="1450">
                  <c:v>102.5</c:v>
                </c:pt>
                <c:pt idx="1451">
                  <c:v>102.5</c:v>
                </c:pt>
                <c:pt idx="1452">
                  <c:v>102.5</c:v>
                </c:pt>
                <c:pt idx="1453">
                  <c:v>102.5</c:v>
                </c:pt>
                <c:pt idx="1454">
                  <c:v>102.5</c:v>
                </c:pt>
                <c:pt idx="1455">
                  <c:v>102.5</c:v>
                </c:pt>
                <c:pt idx="1456">
                  <c:v>102.5</c:v>
                </c:pt>
                <c:pt idx="1457">
                  <c:v>102.5</c:v>
                </c:pt>
                <c:pt idx="1458">
                  <c:v>102.5</c:v>
                </c:pt>
                <c:pt idx="1459">
                  <c:v>102.5</c:v>
                </c:pt>
                <c:pt idx="1460">
                  <c:v>102.5</c:v>
                </c:pt>
                <c:pt idx="1461">
                  <c:v>102.5</c:v>
                </c:pt>
                <c:pt idx="1462">
                  <c:v>102.5</c:v>
                </c:pt>
                <c:pt idx="1463">
                  <c:v>102.5</c:v>
                </c:pt>
                <c:pt idx="1464">
                  <c:v>102.5</c:v>
                </c:pt>
                <c:pt idx="1465">
                  <c:v>102.5</c:v>
                </c:pt>
                <c:pt idx="1466">
                  <c:v>102.5</c:v>
                </c:pt>
                <c:pt idx="1467">
                  <c:v>102.5</c:v>
                </c:pt>
                <c:pt idx="1468">
                  <c:v>102.5</c:v>
                </c:pt>
                <c:pt idx="1469">
                  <c:v>102.5</c:v>
                </c:pt>
                <c:pt idx="1470">
                  <c:v>102.5</c:v>
                </c:pt>
                <c:pt idx="1471">
                  <c:v>102.5</c:v>
                </c:pt>
                <c:pt idx="1472">
                  <c:v>102.5</c:v>
                </c:pt>
                <c:pt idx="1473">
                  <c:v>102.5</c:v>
                </c:pt>
                <c:pt idx="1474">
                  <c:v>102.5</c:v>
                </c:pt>
                <c:pt idx="1475">
                  <c:v>102.5</c:v>
                </c:pt>
                <c:pt idx="1476">
                  <c:v>102.5</c:v>
                </c:pt>
                <c:pt idx="1477">
                  <c:v>102.5</c:v>
                </c:pt>
                <c:pt idx="1478">
                  <c:v>102.5</c:v>
                </c:pt>
                <c:pt idx="1479">
                  <c:v>102.5</c:v>
                </c:pt>
                <c:pt idx="1480">
                  <c:v>102.5</c:v>
                </c:pt>
                <c:pt idx="1481">
                  <c:v>102.5</c:v>
                </c:pt>
                <c:pt idx="1482">
                  <c:v>102.5</c:v>
                </c:pt>
                <c:pt idx="1483">
                  <c:v>102.5</c:v>
                </c:pt>
                <c:pt idx="1484">
                  <c:v>102.5</c:v>
                </c:pt>
                <c:pt idx="1485">
                  <c:v>102.5</c:v>
                </c:pt>
                <c:pt idx="1486">
                  <c:v>102.5</c:v>
                </c:pt>
                <c:pt idx="1487">
                  <c:v>102.5</c:v>
                </c:pt>
                <c:pt idx="1488">
                  <c:v>102.5</c:v>
                </c:pt>
                <c:pt idx="1489">
                  <c:v>102.5</c:v>
                </c:pt>
                <c:pt idx="1490">
                  <c:v>102.5</c:v>
                </c:pt>
                <c:pt idx="1491">
                  <c:v>102.5</c:v>
                </c:pt>
                <c:pt idx="1492">
                  <c:v>102.5</c:v>
                </c:pt>
                <c:pt idx="1493">
                  <c:v>102.5</c:v>
                </c:pt>
                <c:pt idx="1494">
                  <c:v>102.5</c:v>
                </c:pt>
                <c:pt idx="1495">
                  <c:v>102.5</c:v>
                </c:pt>
                <c:pt idx="1496">
                  <c:v>102.5</c:v>
                </c:pt>
                <c:pt idx="1497">
                  <c:v>102.5</c:v>
                </c:pt>
                <c:pt idx="1498">
                  <c:v>102.5</c:v>
                </c:pt>
                <c:pt idx="1499">
                  <c:v>102.5</c:v>
                </c:pt>
                <c:pt idx="1500">
                  <c:v>102.5</c:v>
                </c:pt>
                <c:pt idx="1501">
                  <c:v>102.5</c:v>
                </c:pt>
                <c:pt idx="1502">
                  <c:v>102.5</c:v>
                </c:pt>
                <c:pt idx="1503">
                  <c:v>102.5</c:v>
                </c:pt>
                <c:pt idx="1504">
                  <c:v>102.5</c:v>
                </c:pt>
                <c:pt idx="1505">
                  <c:v>102.5</c:v>
                </c:pt>
                <c:pt idx="1506">
                  <c:v>102.5</c:v>
                </c:pt>
                <c:pt idx="1507">
                  <c:v>102.5</c:v>
                </c:pt>
                <c:pt idx="1508">
                  <c:v>102.5</c:v>
                </c:pt>
                <c:pt idx="1509">
                  <c:v>102.5</c:v>
                </c:pt>
                <c:pt idx="1510">
                  <c:v>102.5</c:v>
                </c:pt>
                <c:pt idx="1511">
                  <c:v>102.5</c:v>
                </c:pt>
                <c:pt idx="1512">
                  <c:v>102.5</c:v>
                </c:pt>
                <c:pt idx="1513">
                  <c:v>102.5</c:v>
                </c:pt>
                <c:pt idx="1514">
                  <c:v>102.5</c:v>
                </c:pt>
                <c:pt idx="1515">
                  <c:v>102.5</c:v>
                </c:pt>
                <c:pt idx="1516">
                  <c:v>102.5</c:v>
                </c:pt>
                <c:pt idx="1517">
                  <c:v>102.5</c:v>
                </c:pt>
                <c:pt idx="1518">
                  <c:v>102.5</c:v>
                </c:pt>
                <c:pt idx="1519">
                  <c:v>102.5</c:v>
                </c:pt>
                <c:pt idx="1520">
                  <c:v>102.5</c:v>
                </c:pt>
                <c:pt idx="1521">
                  <c:v>102.5</c:v>
                </c:pt>
                <c:pt idx="1522">
                  <c:v>102.5</c:v>
                </c:pt>
                <c:pt idx="1523">
                  <c:v>102.5</c:v>
                </c:pt>
                <c:pt idx="1524">
                  <c:v>102.5</c:v>
                </c:pt>
                <c:pt idx="1525">
                  <c:v>102.5</c:v>
                </c:pt>
                <c:pt idx="1526">
                  <c:v>102.5</c:v>
                </c:pt>
                <c:pt idx="1527">
                  <c:v>102.5</c:v>
                </c:pt>
                <c:pt idx="1528">
                  <c:v>102.5</c:v>
                </c:pt>
                <c:pt idx="1529">
                  <c:v>102.5</c:v>
                </c:pt>
                <c:pt idx="1530">
                  <c:v>102.5</c:v>
                </c:pt>
                <c:pt idx="1531">
                  <c:v>102.5</c:v>
                </c:pt>
                <c:pt idx="1532">
                  <c:v>102.5</c:v>
                </c:pt>
                <c:pt idx="1533">
                  <c:v>102.5</c:v>
                </c:pt>
                <c:pt idx="1534">
                  <c:v>102.5</c:v>
                </c:pt>
                <c:pt idx="1535">
                  <c:v>102.5</c:v>
                </c:pt>
                <c:pt idx="1536">
                  <c:v>102.5</c:v>
                </c:pt>
                <c:pt idx="1537">
                  <c:v>102.5</c:v>
                </c:pt>
                <c:pt idx="1538">
                  <c:v>102.5</c:v>
                </c:pt>
                <c:pt idx="1539">
                  <c:v>102.5</c:v>
                </c:pt>
                <c:pt idx="1540">
                  <c:v>102.5</c:v>
                </c:pt>
                <c:pt idx="1541">
                  <c:v>102.5</c:v>
                </c:pt>
                <c:pt idx="1542">
                  <c:v>123.5</c:v>
                </c:pt>
                <c:pt idx="1543">
                  <c:v>123.5</c:v>
                </c:pt>
                <c:pt idx="1544">
                  <c:v>123.5</c:v>
                </c:pt>
                <c:pt idx="1545">
                  <c:v>123.5</c:v>
                </c:pt>
                <c:pt idx="1546">
                  <c:v>123.5</c:v>
                </c:pt>
                <c:pt idx="1547">
                  <c:v>123.5</c:v>
                </c:pt>
                <c:pt idx="1548">
                  <c:v>123.5</c:v>
                </c:pt>
                <c:pt idx="1549">
                  <c:v>123.5</c:v>
                </c:pt>
                <c:pt idx="1550">
                  <c:v>123.5</c:v>
                </c:pt>
                <c:pt idx="1551">
                  <c:v>123.5</c:v>
                </c:pt>
                <c:pt idx="1552">
                  <c:v>123.5</c:v>
                </c:pt>
                <c:pt idx="1553">
                  <c:v>123.5</c:v>
                </c:pt>
                <c:pt idx="1554">
                  <c:v>123.5</c:v>
                </c:pt>
                <c:pt idx="1555">
                  <c:v>123.5</c:v>
                </c:pt>
                <c:pt idx="1556">
                  <c:v>123.5</c:v>
                </c:pt>
                <c:pt idx="1557">
                  <c:v>123.5</c:v>
                </c:pt>
                <c:pt idx="1558">
                  <c:v>123.5</c:v>
                </c:pt>
                <c:pt idx="1559">
                  <c:v>123.5</c:v>
                </c:pt>
                <c:pt idx="1560">
                  <c:v>123.5</c:v>
                </c:pt>
                <c:pt idx="1561">
                  <c:v>123.5</c:v>
                </c:pt>
                <c:pt idx="1562">
                  <c:v>123.5</c:v>
                </c:pt>
                <c:pt idx="1563">
                  <c:v>123.5</c:v>
                </c:pt>
                <c:pt idx="1564">
                  <c:v>123.5</c:v>
                </c:pt>
                <c:pt idx="1565">
                  <c:v>123.5</c:v>
                </c:pt>
                <c:pt idx="1566">
                  <c:v>123.5</c:v>
                </c:pt>
                <c:pt idx="1567">
                  <c:v>123.5</c:v>
                </c:pt>
                <c:pt idx="1568">
                  <c:v>123.5</c:v>
                </c:pt>
                <c:pt idx="1569">
                  <c:v>123.5</c:v>
                </c:pt>
                <c:pt idx="1570">
                  <c:v>123.5</c:v>
                </c:pt>
                <c:pt idx="1571">
                  <c:v>123.5</c:v>
                </c:pt>
                <c:pt idx="1572">
                  <c:v>123.5</c:v>
                </c:pt>
                <c:pt idx="1573">
                  <c:v>123.5</c:v>
                </c:pt>
                <c:pt idx="1574">
                  <c:v>123.5</c:v>
                </c:pt>
                <c:pt idx="1575">
                  <c:v>123.5</c:v>
                </c:pt>
                <c:pt idx="1576">
                  <c:v>123.5</c:v>
                </c:pt>
                <c:pt idx="1577">
                  <c:v>123.5</c:v>
                </c:pt>
                <c:pt idx="1578">
                  <c:v>123.5</c:v>
                </c:pt>
                <c:pt idx="1579">
                  <c:v>123.5</c:v>
                </c:pt>
                <c:pt idx="1580">
                  <c:v>123.5</c:v>
                </c:pt>
                <c:pt idx="1581">
                  <c:v>123.5</c:v>
                </c:pt>
                <c:pt idx="1582">
                  <c:v>123.5</c:v>
                </c:pt>
                <c:pt idx="1583">
                  <c:v>123.5</c:v>
                </c:pt>
                <c:pt idx="1584">
                  <c:v>123.5</c:v>
                </c:pt>
                <c:pt idx="1585">
                  <c:v>123.5</c:v>
                </c:pt>
                <c:pt idx="1586">
                  <c:v>123.5</c:v>
                </c:pt>
                <c:pt idx="1587">
                  <c:v>123.5</c:v>
                </c:pt>
                <c:pt idx="1588">
                  <c:v>123.5</c:v>
                </c:pt>
                <c:pt idx="1589">
                  <c:v>123.5</c:v>
                </c:pt>
                <c:pt idx="1590">
                  <c:v>123.5</c:v>
                </c:pt>
                <c:pt idx="1591">
                  <c:v>123.5</c:v>
                </c:pt>
                <c:pt idx="1592">
                  <c:v>123.5</c:v>
                </c:pt>
                <c:pt idx="1593">
                  <c:v>123.5</c:v>
                </c:pt>
                <c:pt idx="1594">
                  <c:v>123.5</c:v>
                </c:pt>
                <c:pt idx="1595">
                  <c:v>123.5</c:v>
                </c:pt>
                <c:pt idx="1596">
                  <c:v>123.5</c:v>
                </c:pt>
                <c:pt idx="1597">
                  <c:v>123.5</c:v>
                </c:pt>
                <c:pt idx="1598">
                  <c:v>123.5</c:v>
                </c:pt>
                <c:pt idx="1599">
                  <c:v>123.5</c:v>
                </c:pt>
                <c:pt idx="1600">
                  <c:v>123.5</c:v>
                </c:pt>
                <c:pt idx="1601">
                  <c:v>123.5</c:v>
                </c:pt>
                <c:pt idx="1602">
                  <c:v>123.5</c:v>
                </c:pt>
                <c:pt idx="1603">
                  <c:v>123.5</c:v>
                </c:pt>
                <c:pt idx="1604">
                  <c:v>123.5</c:v>
                </c:pt>
                <c:pt idx="1605">
                  <c:v>123.5</c:v>
                </c:pt>
                <c:pt idx="1606">
                  <c:v>123.5</c:v>
                </c:pt>
                <c:pt idx="1607">
                  <c:v>123.5</c:v>
                </c:pt>
                <c:pt idx="1608">
                  <c:v>123.5</c:v>
                </c:pt>
                <c:pt idx="1609">
                  <c:v>123.5</c:v>
                </c:pt>
                <c:pt idx="1610">
                  <c:v>123.5</c:v>
                </c:pt>
                <c:pt idx="1611">
                  <c:v>123.5</c:v>
                </c:pt>
                <c:pt idx="1612">
                  <c:v>123.5</c:v>
                </c:pt>
                <c:pt idx="1613">
                  <c:v>123.5</c:v>
                </c:pt>
                <c:pt idx="1614">
                  <c:v>123.5</c:v>
                </c:pt>
                <c:pt idx="1615">
                  <c:v>123.5</c:v>
                </c:pt>
                <c:pt idx="1616">
                  <c:v>123.5</c:v>
                </c:pt>
                <c:pt idx="1617">
                  <c:v>123.5</c:v>
                </c:pt>
                <c:pt idx="1618">
                  <c:v>123.5</c:v>
                </c:pt>
                <c:pt idx="1619">
                  <c:v>123.5</c:v>
                </c:pt>
                <c:pt idx="1620">
                  <c:v>123.5</c:v>
                </c:pt>
                <c:pt idx="1621">
                  <c:v>123.5</c:v>
                </c:pt>
                <c:pt idx="1622">
                  <c:v>123.5</c:v>
                </c:pt>
                <c:pt idx="1623">
                  <c:v>123.5</c:v>
                </c:pt>
                <c:pt idx="1624">
                  <c:v>123.5</c:v>
                </c:pt>
                <c:pt idx="1625">
                  <c:v>123.5</c:v>
                </c:pt>
                <c:pt idx="1626">
                  <c:v>123.5</c:v>
                </c:pt>
                <c:pt idx="1627">
                  <c:v>123.5</c:v>
                </c:pt>
                <c:pt idx="1628">
                  <c:v>123.5</c:v>
                </c:pt>
                <c:pt idx="1629">
                  <c:v>123.5</c:v>
                </c:pt>
                <c:pt idx="1630">
                  <c:v>123.5</c:v>
                </c:pt>
                <c:pt idx="1631">
                  <c:v>123.5</c:v>
                </c:pt>
                <c:pt idx="1632">
                  <c:v>123.5</c:v>
                </c:pt>
                <c:pt idx="1633">
                  <c:v>123.5</c:v>
                </c:pt>
                <c:pt idx="1634">
                  <c:v>123.5</c:v>
                </c:pt>
                <c:pt idx="1635">
                  <c:v>123.5</c:v>
                </c:pt>
                <c:pt idx="1636">
                  <c:v>123.5</c:v>
                </c:pt>
                <c:pt idx="1637">
                  <c:v>123.5</c:v>
                </c:pt>
                <c:pt idx="1638">
                  <c:v>123.5</c:v>
                </c:pt>
                <c:pt idx="1639">
                  <c:v>123.5</c:v>
                </c:pt>
                <c:pt idx="1640">
                  <c:v>123.5</c:v>
                </c:pt>
                <c:pt idx="1641">
                  <c:v>123.5</c:v>
                </c:pt>
                <c:pt idx="1642">
                  <c:v>123.5</c:v>
                </c:pt>
                <c:pt idx="1643">
                  <c:v>123.5</c:v>
                </c:pt>
                <c:pt idx="1644">
                  <c:v>123.5</c:v>
                </c:pt>
                <c:pt idx="1645">
                  <c:v>123.5</c:v>
                </c:pt>
                <c:pt idx="1646">
                  <c:v>123.5</c:v>
                </c:pt>
                <c:pt idx="1647">
                  <c:v>123.5</c:v>
                </c:pt>
                <c:pt idx="1648">
                  <c:v>123.5</c:v>
                </c:pt>
                <c:pt idx="1649">
                  <c:v>123.5</c:v>
                </c:pt>
                <c:pt idx="1650">
                  <c:v>123.5</c:v>
                </c:pt>
                <c:pt idx="1651">
                  <c:v>123.5</c:v>
                </c:pt>
                <c:pt idx="1652">
                  <c:v>123.5</c:v>
                </c:pt>
                <c:pt idx="1653">
                  <c:v>123.5</c:v>
                </c:pt>
                <c:pt idx="1654">
                  <c:v>123.5</c:v>
                </c:pt>
                <c:pt idx="1655">
                  <c:v>123.5</c:v>
                </c:pt>
                <c:pt idx="1656">
                  <c:v>123.5</c:v>
                </c:pt>
                <c:pt idx="1657">
                  <c:v>123.5</c:v>
                </c:pt>
                <c:pt idx="1658">
                  <c:v>123.5</c:v>
                </c:pt>
                <c:pt idx="1659">
                  <c:v>123.5</c:v>
                </c:pt>
                <c:pt idx="1660">
                  <c:v>123.5</c:v>
                </c:pt>
                <c:pt idx="1661">
                  <c:v>123.5</c:v>
                </c:pt>
                <c:pt idx="1662">
                  <c:v>123.5</c:v>
                </c:pt>
                <c:pt idx="1663">
                  <c:v>123.5</c:v>
                </c:pt>
                <c:pt idx="1664">
                  <c:v>123.5</c:v>
                </c:pt>
                <c:pt idx="1665">
                  <c:v>123.5</c:v>
                </c:pt>
                <c:pt idx="1666">
                  <c:v>123.5</c:v>
                </c:pt>
                <c:pt idx="1667">
                  <c:v>123.5</c:v>
                </c:pt>
                <c:pt idx="1668">
                  <c:v>123.5</c:v>
                </c:pt>
                <c:pt idx="1669">
                  <c:v>123.5</c:v>
                </c:pt>
                <c:pt idx="1670">
                  <c:v>123.5</c:v>
                </c:pt>
                <c:pt idx="1671">
                  <c:v>123.5</c:v>
                </c:pt>
                <c:pt idx="1672">
                  <c:v>123.5</c:v>
                </c:pt>
                <c:pt idx="1673">
                  <c:v>123.5</c:v>
                </c:pt>
                <c:pt idx="1674">
                  <c:v>123.5</c:v>
                </c:pt>
                <c:pt idx="1675">
                  <c:v>123.5</c:v>
                </c:pt>
                <c:pt idx="1676">
                  <c:v>123.5</c:v>
                </c:pt>
                <c:pt idx="1677">
                  <c:v>123.5</c:v>
                </c:pt>
                <c:pt idx="1678">
                  <c:v>123.5</c:v>
                </c:pt>
                <c:pt idx="1679">
                  <c:v>123.5</c:v>
                </c:pt>
                <c:pt idx="1680">
                  <c:v>123.5</c:v>
                </c:pt>
                <c:pt idx="1681">
                  <c:v>123.5</c:v>
                </c:pt>
                <c:pt idx="1682">
                  <c:v>123.5</c:v>
                </c:pt>
                <c:pt idx="1683">
                  <c:v>123.5</c:v>
                </c:pt>
                <c:pt idx="1684">
                  <c:v>123.5</c:v>
                </c:pt>
                <c:pt idx="1685">
                  <c:v>123.5</c:v>
                </c:pt>
                <c:pt idx="1686">
                  <c:v>123.5</c:v>
                </c:pt>
                <c:pt idx="1687">
                  <c:v>123.5</c:v>
                </c:pt>
                <c:pt idx="1688">
                  <c:v>123.5</c:v>
                </c:pt>
                <c:pt idx="1689">
                  <c:v>123.5</c:v>
                </c:pt>
                <c:pt idx="1690">
                  <c:v>123.5</c:v>
                </c:pt>
                <c:pt idx="1691">
                  <c:v>123.5</c:v>
                </c:pt>
                <c:pt idx="1692">
                  <c:v>123.5</c:v>
                </c:pt>
                <c:pt idx="1693">
                  <c:v>143.5</c:v>
                </c:pt>
                <c:pt idx="1694">
                  <c:v>143.5</c:v>
                </c:pt>
                <c:pt idx="1695">
                  <c:v>143.5</c:v>
                </c:pt>
                <c:pt idx="1696">
                  <c:v>143.5</c:v>
                </c:pt>
                <c:pt idx="1697">
                  <c:v>143.5</c:v>
                </c:pt>
                <c:pt idx="1698">
                  <c:v>143.5</c:v>
                </c:pt>
                <c:pt idx="1699">
                  <c:v>143.5</c:v>
                </c:pt>
                <c:pt idx="1700">
                  <c:v>143.5</c:v>
                </c:pt>
                <c:pt idx="1701">
                  <c:v>143.5</c:v>
                </c:pt>
                <c:pt idx="1702">
                  <c:v>182.5</c:v>
                </c:pt>
                <c:pt idx="1703">
                  <c:v>182.5</c:v>
                </c:pt>
                <c:pt idx="1704">
                  <c:v>182.5</c:v>
                </c:pt>
                <c:pt idx="1705">
                  <c:v>182.5</c:v>
                </c:pt>
                <c:pt idx="1706">
                  <c:v>182.5</c:v>
                </c:pt>
                <c:pt idx="1707">
                  <c:v>182.5</c:v>
                </c:pt>
                <c:pt idx="1708">
                  <c:v>182.5</c:v>
                </c:pt>
                <c:pt idx="1709">
                  <c:v>182.5</c:v>
                </c:pt>
                <c:pt idx="1710">
                  <c:v>182.5</c:v>
                </c:pt>
                <c:pt idx="1711">
                  <c:v>182.5</c:v>
                </c:pt>
                <c:pt idx="1712">
                  <c:v>182.5</c:v>
                </c:pt>
                <c:pt idx="1713">
                  <c:v>182.5</c:v>
                </c:pt>
                <c:pt idx="1714">
                  <c:v>182.5</c:v>
                </c:pt>
                <c:pt idx="1715">
                  <c:v>182.5</c:v>
                </c:pt>
                <c:pt idx="1716">
                  <c:v>182.5</c:v>
                </c:pt>
                <c:pt idx="1717">
                  <c:v>182.5</c:v>
                </c:pt>
                <c:pt idx="1718">
                  <c:v>182.5</c:v>
                </c:pt>
                <c:pt idx="1719">
                  <c:v>182.5</c:v>
                </c:pt>
                <c:pt idx="1720">
                  <c:v>182.5</c:v>
                </c:pt>
                <c:pt idx="1721">
                  <c:v>182.5</c:v>
                </c:pt>
                <c:pt idx="1722">
                  <c:v>182.5</c:v>
                </c:pt>
                <c:pt idx="1723">
                  <c:v>182.5</c:v>
                </c:pt>
                <c:pt idx="1724">
                  <c:v>182.5</c:v>
                </c:pt>
                <c:pt idx="1725">
                  <c:v>182.5</c:v>
                </c:pt>
                <c:pt idx="1726">
                  <c:v>182.5</c:v>
                </c:pt>
                <c:pt idx="1727">
                  <c:v>182.5</c:v>
                </c:pt>
                <c:pt idx="1728">
                  <c:v>182.5</c:v>
                </c:pt>
                <c:pt idx="1729">
                  <c:v>182.5</c:v>
                </c:pt>
                <c:pt idx="1730">
                  <c:v>182.5</c:v>
                </c:pt>
                <c:pt idx="1731">
                  <c:v>182.5</c:v>
                </c:pt>
                <c:pt idx="1732">
                  <c:v>182.5</c:v>
                </c:pt>
                <c:pt idx="1733">
                  <c:v>182.5</c:v>
                </c:pt>
                <c:pt idx="1734">
                  <c:v>182.5</c:v>
                </c:pt>
                <c:pt idx="1735">
                  <c:v>182.5</c:v>
                </c:pt>
                <c:pt idx="1736">
                  <c:v>182.5</c:v>
                </c:pt>
                <c:pt idx="1737">
                  <c:v>182.5</c:v>
                </c:pt>
                <c:pt idx="1738">
                  <c:v>182.5</c:v>
                </c:pt>
                <c:pt idx="1739">
                  <c:v>182.5</c:v>
                </c:pt>
                <c:pt idx="1740">
                  <c:v>182.5</c:v>
                </c:pt>
                <c:pt idx="1741">
                  <c:v>182.5</c:v>
                </c:pt>
                <c:pt idx="1742">
                  <c:v>182.5</c:v>
                </c:pt>
                <c:pt idx="1743">
                  <c:v>182.5</c:v>
                </c:pt>
                <c:pt idx="1744">
                  <c:v>182.5</c:v>
                </c:pt>
                <c:pt idx="1745">
                  <c:v>182.5</c:v>
                </c:pt>
                <c:pt idx="1746">
                  <c:v>182.5</c:v>
                </c:pt>
                <c:pt idx="1747">
                  <c:v>182.5</c:v>
                </c:pt>
                <c:pt idx="1748">
                  <c:v>182.5</c:v>
                </c:pt>
                <c:pt idx="1749">
                  <c:v>182.5</c:v>
                </c:pt>
                <c:pt idx="1750">
                  <c:v>182.5</c:v>
                </c:pt>
                <c:pt idx="1751">
                  <c:v>182.5</c:v>
                </c:pt>
                <c:pt idx="1752">
                  <c:v>182.5</c:v>
                </c:pt>
                <c:pt idx="1753">
                  <c:v>182.5</c:v>
                </c:pt>
                <c:pt idx="1754">
                  <c:v>182.5</c:v>
                </c:pt>
                <c:pt idx="1755">
                  <c:v>182.5</c:v>
                </c:pt>
                <c:pt idx="1756">
                  <c:v>182.5</c:v>
                </c:pt>
                <c:pt idx="1757">
                  <c:v>182.5</c:v>
                </c:pt>
                <c:pt idx="1758">
                  <c:v>182.5</c:v>
                </c:pt>
                <c:pt idx="1759">
                  <c:v>182.5</c:v>
                </c:pt>
                <c:pt idx="1760">
                  <c:v>182.5</c:v>
                </c:pt>
                <c:pt idx="1761">
                  <c:v>182.5</c:v>
                </c:pt>
                <c:pt idx="1762">
                  <c:v>182.5</c:v>
                </c:pt>
                <c:pt idx="1763">
                  <c:v>182.5</c:v>
                </c:pt>
                <c:pt idx="1764">
                  <c:v>182.5</c:v>
                </c:pt>
                <c:pt idx="1765">
                  <c:v>182.5</c:v>
                </c:pt>
                <c:pt idx="1766">
                  <c:v>182.5</c:v>
                </c:pt>
                <c:pt idx="1767">
                  <c:v>182.5</c:v>
                </c:pt>
                <c:pt idx="1768">
                  <c:v>182.5</c:v>
                </c:pt>
                <c:pt idx="1769">
                  <c:v>182.5</c:v>
                </c:pt>
                <c:pt idx="1770">
                  <c:v>182.5</c:v>
                </c:pt>
                <c:pt idx="1771">
                  <c:v>182.5</c:v>
                </c:pt>
                <c:pt idx="1772">
                  <c:v>182.5</c:v>
                </c:pt>
                <c:pt idx="1773">
                  <c:v>182.5</c:v>
                </c:pt>
                <c:pt idx="1774">
                  <c:v>182.5</c:v>
                </c:pt>
                <c:pt idx="1775">
                  <c:v>182.5</c:v>
                </c:pt>
                <c:pt idx="1776">
                  <c:v>182.5</c:v>
                </c:pt>
                <c:pt idx="1777">
                  <c:v>182.5</c:v>
                </c:pt>
                <c:pt idx="1778">
                  <c:v>182.5</c:v>
                </c:pt>
                <c:pt idx="1779">
                  <c:v>182.5</c:v>
                </c:pt>
                <c:pt idx="1780">
                  <c:v>182.5</c:v>
                </c:pt>
                <c:pt idx="1781">
                  <c:v>182.5</c:v>
                </c:pt>
                <c:pt idx="1782">
                  <c:v>182.5</c:v>
                </c:pt>
                <c:pt idx="1783">
                  <c:v>182.5</c:v>
                </c:pt>
                <c:pt idx="1784">
                  <c:v>182.5</c:v>
                </c:pt>
                <c:pt idx="1785">
                  <c:v>182.5</c:v>
                </c:pt>
                <c:pt idx="1786">
                  <c:v>182.5</c:v>
                </c:pt>
                <c:pt idx="1787">
                  <c:v>182.5</c:v>
                </c:pt>
                <c:pt idx="1788">
                  <c:v>182.5</c:v>
                </c:pt>
                <c:pt idx="1789">
                  <c:v>182.5</c:v>
                </c:pt>
                <c:pt idx="1790">
                  <c:v>182.5</c:v>
                </c:pt>
                <c:pt idx="1791">
                  <c:v>182.5</c:v>
                </c:pt>
                <c:pt idx="1792">
                  <c:v>182.5</c:v>
                </c:pt>
                <c:pt idx="1793">
                  <c:v>182.5</c:v>
                </c:pt>
                <c:pt idx="1794">
                  <c:v>182.5</c:v>
                </c:pt>
                <c:pt idx="1795">
                  <c:v>182.5</c:v>
                </c:pt>
                <c:pt idx="1796">
                  <c:v>182.5</c:v>
                </c:pt>
                <c:pt idx="1797">
                  <c:v>182.5</c:v>
                </c:pt>
                <c:pt idx="1798">
                  <c:v>182.5</c:v>
                </c:pt>
                <c:pt idx="1799">
                  <c:v>182.5</c:v>
                </c:pt>
                <c:pt idx="1800">
                  <c:v>182.5</c:v>
                </c:pt>
                <c:pt idx="1801">
                  <c:v>182.5</c:v>
                </c:pt>
                <c:pt idx="1802">
                  <c:v>182.5</c:v>
                </c:pt>
                <c:pt idx="1803">
                  <c:v>182.5</c:v>
                </c:pt>
                <c:pt idx="1804">
                  <c:v>182.5</c:v>
                </c:pt>
                <c:pt idx="1805">
                  <c:v>182.5</c:v>
                </c:pt>
                <c:pt idx="1806">
                  <c:v>182.5</c:v>
                </c:pt>
                <c:pt idx="1807">
                  <c:v>205</c:v>
                </c:pt>
                <c:pt idx="1808">
                  <c:v>205</c:v>
                </c:pt>
                <c:pt idx="1809">
                  <c:v>205</c:v>
                </c:pt>
                <c:pt idx="1810">
                  <c:v>205</c:v>
                </c:pt>
                <c:pt idx="1811">
                  <c:v>205</c:v>
                </c:pt>
                <c:pt idx="1812">
                  <c:v>205</c:v>
                </c:pt>
                <c:pt idx="1813">
                  <c:v>205</c:v>
                </c:pt>
                <c:pt idx="1814">
                  <c:v>205</c:v>
                </c:pt>
                <c:pt idx="1815">
                  <c:v>205</c:v>
                </c:pt>
                <c:pt idx="1816">
                  <c:v>205</c:v>
                </c:pt>
                <c:pt idx="1817">
                  <c:v>205</c:v>
                </c:pt>
                <c:pt idx="1818">
                  <c:v>205</c:v>
                </c:pt>
                <c:pt idx="1819">
                  <c:v>205</c:v>
                </c:pt>
                <c:pt idx="1820">
                  <c:v>205</c:v>
                </c:pt>
                <c:pt idx="1821">
                  <c:v>205</c:v>
                </c:pt>
                <c:pt idx="1822">
                  <c:v>205</c:v>
                </c:pt>
                <c:pt idx="1823">
                  <c:v>205</c:v>
                </c:pt>
                <c:pt idx="1824">
                  <c:v>205</c:v>
                </c:pt>
                <c:pt idx="1825">
                  <c:v>205</c:v>
                </c:pt>
                <c:pt idx="1826">
                  <c:v>205</c:v>
                </c:pt>
                <c:pt idx="1827">
                  <c:v>205</c:v>
                </c:pt>
                <c:pt idx="1828">
                  <c:v>205</c:v>
                </c:pt>
                <c:pt idx="1829">
                  <c:v>205</c:v>
                </c:pt>
                <c:pt idx="1830">
                  <c:v>205</c:v>
                </c:pt>
                <c:pt idx="1831">
                  <c:v>205</c:v>
                </c:pt>
                <c:pt idx="1832">
                  <c:v>205</c:v>
                </c:pt>
                <c:pt idx="1833">
                  <c:v>205</c:v>
                </c:pt>
                <c:pt idx="1834">
                  <c:v>205</c:v>
                </c:pt>
                <c:pt idx="1835">
                  <c:v>205</c:v>
                </c:pt>
                <c:pt idx="1836">
                  <c:v>205</c:v>
                </c:pt>
                <c:pt idx="1837">
                  <c:v>205</c:v>
                </c:pt>
                <c:pt idx="1838">
                  <c:v>205</c:v>
                </c:pt>
                <c:pt idx="1839">
                  <c:v>205</c:v>
                </c:pt>
                <c:pt idx="1840">
                  <c:v>205</c:v>
                </c:pt>
                <c:pt idx="1841">
                  <c:v>205</c:v>
                </c:pt>
                <c:pt idx="1842">
                  <c:v>205</c:v>
                </c:pt>
                <c:pt idx="1843">
                  <c:v>205</c:v>
                </c:pt>
                <c:pt idx="1844">
                  <c:v>205</c:v>
                </c:pt>
                <c:pt idx="1845">
                  <c:v>205</c:v>
                </c:pt>
                <c:pt idx="1846">
                  <c:v>205</c:v>
                </c:pt>
                <c:pt idx="1847">
                  <c:v>205</c:v>
                </c:pt>
                <c:pt idx="1848">
                  <c:v>205</c:v>
                </c:pt>
                <c:pt idx="1849">
                  <c:v>205</c:v>
                </c:pt>
                <c:pt idx="1850">
                  <c:v>205</c:v>
                </c:pt>
                <c:pt idx="1851">
                  <c:v>205</c:v>
                </c:pt>
                <c:pt idx="1852">
                  <c:v>205</c:v>
                </c:pt>
                <c:pt idx="1853">
                  <c:v>205</c:v>
                </c:pt>
                <c:pt idx="1854">
                  <c:v>205</c:v>
                </c:pt>
                <c:pt idx="1855">
                  <c:v>205</c:v>
                </c:pt>
                <c:pt idx="1856">
                  <c:v>205</c:v>
                </c:pt>
                <c:pt idx="1857">
                  <c:v>205</c:v>
                </c:pt>
                <c:pt idx="1858">
                  <c:v>205</c:v>
                </c:pt>
                <c:pt idx="1859">
                  <c:v>205</c:v>
                </c:pt>
                <c:pt idx="1860">
                  <c:v>205</c:v>
                </c:pt>
                <c:pt idx="1861">
                  <c:v>205</c:v>
                </c:pt>
                <c:pt idx="1862">
                  <c:v>205</c:v>
                </c:pt>
                <c:pt idx="1863">
                  <c:v>205</c:v>
                </c:pt>
                <c:pt idx="1864">
                  <c:v>205</c:v>
                </c:pt>
                <c:pt idx="1865">
                  <c:v>205</c:v>
                </c:pt>
                <c:pt idx="1866">
                  <c:v>205</c:v>
                </c:pt>
                <c:pt idx="1867">
                  <c:v>205</c:v>
                </c:pt>
                <c:pt idx="1868">
                  <c:v>205</c:v>
                </c:pt>
                <c:pt idx="1869">
                  <c:v>205</c:v>
                </c:pt>
                <c:pt idx="1870">
                  <c:v>205</c:v>
                </c:pt>
                <c:pt idx="1871">
                  <c:v>205</c:v>
                </c:pt>
                <c:pt idx="1872">
                  <c:v>205</c:v>
                </c:pt>
                <c:pt idx="1873">
                  <c:v>205</c:v>
                </c:pt>
                <c:pt idx="1874">
                  <c:v>205</c:v>
                </c:pt>
                <c:pt idx="1875">
                  <c:v>205</c:v>
                </c:pt>
                <c:pt idx="1876">
                  <c:v>205</c:v>
                </c:pt>
                <c:pt idx="1877">
                  <c:v>205</c:v>
                </c:pt>
                <c:pt idx="1878">
                  <c:v>205</c:v>
                </c:pt>
                <c:pt idx="1879">
                  <c:v>205</c:v>
                </c:pt>
                <c:pt idx="1880">
                  <c:v>205</c:v>
                </c:pt>
                <c:pt idx="1881">
                  <c:v>205</c:v>
                </c:pt>
                <c:pt idx="1882">
                  <c:v>205</c:v>
                </c:pt>
                <c:pt idx="1883">
                  <c:v>205</c:v>
                </c:pt>
                <c:pt idx="1884">
                  <c:v>205</c:v>
                </c:pt>
                <c:pt idx="1885">
                  <c:v>205</c:v>
                </c:pt>
                <c:pt idx="1886">
                  <c:v>205</c:v>
                </c:pt>
                <c:pt idx="1887">
                  <c:v>205</c:v>
                </c:pt>
                <c:pt idx="1888">
                  <c:v>205</c:v>
                </c:pt>
                <c:pt idx="1889">
                  <c:v>205</c:v>
                </c:pt>
                <c:pt idx="1890">
                  <c:v>205</c:v>
                </c:pt>
                <c:pt idx="1891">
                  <c:v>205</c:v>
                </c:pt>
                <c:pt idx="1892">
                  <c:v>205</c:v>
                </c:pt>
                <c:pt idx="1893">
                  <c:v>205</c:v>
                </c:pt>
                <c:pt idx="1894">
                  <c:v>205</c:v>
                </c:pt>
                <c:pt idx="1895">
                  <c:v>205</c:v>
                </c:pt>
                <c:pt idx="1896">
                  <c:v>205</c:v>
                </c:pt>
                <c:pt idx="1897">
                  <c:v>205</c:v>
                </c:pt>
                <c:pt idx="1898">
                  <c:v>205</c:v>
                </c:pt>
                <c:pt idx="1899">
                  <c:v>205</c:v>
                </c:pt>
                <c:pt idx="1900">
                  <c:v>205</c:v>
                </c:pt>
                <c:pt idx="1901">
                  <c:v>205</c:v>
                </c:pt>
                <c:pt idx="1902">
                  <c:v>205</c:v>
                </c:pt>
                <c:pt idx="1903">
                  <c:v>205</c:v>
                </c:pt>
                <c:pt idx="1904">
                  <c:v>205</c:v>
                </c:pt>
                <c:pt idx="1905">
                  <c:v>205</c:v>
                </c:pt>
                <c:pt idx="1906">
                  <c:v>205</c:v>
                </c:pt>
                <c:pt idx="1907">
                  <c:v>205</c:v>
                </c:pt>
                <c:pt idx="1908">
                  <c:v>205</c:v>
                </c:pt>
                <c:pt idx="1909">
                  <c:v>205</c:v>
                </c:pt>
                <c:pt idx="1910">
                  <c:v>205</c:v>
                </c:pt>
                <c:pt idx="1911">
                  <c:v>205</c:v>
                </c:pt>
                <c:pt idx="1912">
                  <c:v>205</c:v>
                </c:pt>
                <c:pt idx="1913">
                  <c:v>205</c:v>
                </c:pt>
                <c:pt idx="1914">
                  <c:v>205</c:v>
                </c:pt>
                <c:pt idx="1915">
                  <c:v>205</c:v>
                </c:pt>
                <c:pt idx="1916">
                  <c:v>205</c:v>
                </c:pt>
                <c:pt idx="1917">
                  <c:v>205</c:v>
                </c:pt>
                <c:pt idx="1918">
                  <c:v>205</c:v>
                </c:pt>
                <c:pt idx="1919">
                  <c:v>205</c:v>
                </c:pt>
                <c:pt idx="1920">
                  <c:v>205</c:v>
                </c:pt>
                <c:pt idx="1921">
                  <c:v>205</c:v>
                </c:pt>
                <c:pt idx="1922">
                  <c:v>205</c:v>
                </c:pt>
                <c:pt idx="1923">
                  <c:v>205</c:v>
                </c:pt>
                <c:pt idx="1924">
                  <c:v>205</c:v>
                </c:pt>
                <c:pt idx="1925">
                  <c:v>205</c:v>
                </c:pt>
                <c:pt idx="1926">
                  <c:v>297.5</c:v>
                </c:pt>
                <c:pt idx="1927">
                  <c:v>297.5</c:v>
                </c:pt>
                <c:pt idx="1928">
                  <c:v>297.5</c:v>
                </c:pt>
                <c:pt idx="1929">
                  <c:v>297.5</c:v>
                </c:pt>
                <c:pt idx="1930">
                  <c:v>297.5</c:v>
                </c:pt>
                <c:pt idx="1931">
                  <c:v>297.5</c:v>
                </c:pt>
                <c:pt idx="1932">
                  <c:v>297.5</c:v>
                </c:pt>
                <c:pt idx="1933">
                  <c:v>297.5</c:v>
                </c:pt>
                <c:pt idx="1934">
                  <c:v>297.5</c:v>
                </c:pt>
                <c:pt idx="1935">
                  <c:v>297.5</c:v>
                </c:pt>
                <c:pt idx="1936">
                  <c:v>297.5</c:v>
                </c:pt>
                <c:pt idx="1937">
                  <c:v>297.5</c:v>
                </c:pt>
                <c:pt idx="1938">
                  <c:v>297.5</c:v>
                </c:pt>
                <c:pt idx="1939">
                  <c:v>297.5</c:v>
                </c:pt>
                <c:pt idx="1940">
                  <c:v>297.5</c:v>
                </c:pt>
                <c:pt idx="1941">
                  <c:v>297.5</c:v>
                </c:pt>
                <c:pt idx="1942">
                  <c:v>297.5</c:v>
                </c:pt>
                <c:pt idx="1943">
                  <c:v>297.5</c:v>
                </c:pt>
                <c:pt idx="1944">
                  <c:v>297.5</c:v>
                </c:pt>
                <c:pt idx="1945">
                  <c:v>297.5</c:v>
                </c:pt>
                <c:pt idx="1946">
                  <c:v>297.5</c:v>
                </c:pt>
                <c:pt idx="1947">
                  <c:v>297.5</c:v>
                </c:pt>
                <c:pt idx="1948">
                  <c:v>297.5</c:v>
                </c:pt>
                <c:pt idx="1949">
                  <c:v>297.5</c:v>
                </c:pt>
                <c:pt idx="1950">
                  <c:v>297.5</c:v>
                </c:pt>
                <c:pt idx="1951">
                  <c:v>297.5</c:v>
                </c:pt>
                <c:pt idx="1952">
                  <c:v>297.5</c:v>
                </c:pt>
                <c:pt idx="1953">
                  <c:v>297.5</c:v>
                </c:pt>
                <c:pt idx="1954">
                  <c:v>297.5</c:v>
                </c:pt>
                <c:pt idx="1955">
                  <c:v>297.5</c:v>
                </c:pt>
                <c:pt idx="1956">
                  <c:v>297.5</c:v>
                </c:pt>
                <c:pt idx="1957">
                  <c:v>297.5</c:v>
                </c:pt>
                <c:pt idx="1958">
                  <c:v>297.5</c:v>
                </c:pt>
                <c:pt idx="1959">
                  <c:v>297.5</c:v>
                </c:pt>
                <c:pt idx="1960">
                  <c:v>297.5</c:v>
                </c:pt>
                <c:pt idx="1961">
                  <c:v>297.5</c:v>
                </c:pt>
                <c:pt idx="1962">
                  <c:v>297.5</c:v>
                </c:pt>
                <c:pt idx="1963">
                  <c:v>297.5</c:v>
                </c:pt>
                <c:pt idx="1964">
                  <c:v>297.5</c:v>
                </c:pt>
                <c:pt idx="1965">
                  <c:v>297.5</c:v>
                </c:pt>
                <c:pt idx="1966">
                  <c:v>297.5</c:v>
                </c:pt>
                <c:pt idx="1967">
                  <c:v>297.5</c:v>
                </c:pt>
                <c:pt idx="1968">
                  <c:v>297.5</c:v>
                </c:pt>
                <c:pt idx="1969">
                  <c:v>297.5</c:v>
                </c:pt>
                <c:pt idx="1970">
                  <c:v>297.5</c:v>
                </c:pt>
                <c:pt idx="1971">
                  <c:v>297.5</c:v>
                </c:pt>
                <c:pt idx="1972">
                  <c:v>297.5</c:v>
                </c:pt>
                <c:pt idx="1973">
                  <c:v>297.5</c:v>
                </c:pt>
                <c:pt idx="1974">
                  <c:v>297.5</c:v>
                </c:pt>
                <c:pt idx="1975">
                  <c:v>297.5</c:v>
                </c:pt>
                <c:pt idx="1976">
                  <c:v>297.5</c:v>
                </c:pt>
                <c:pt idx="1977">
                  <c:v>297.5</c:v>
                </c:pt>
                <c:pt idx="1978">
                  <c:v>297.5</c:v>
                </c:pt>
                <c:pt idx="1979">
                  <c:v>297.5</c:v>
                </c:pt>
                <c:pt idx="1980">
                  <c:v>297.5</c:v>
                </c:pt>
                <c:pt idx="1981">
                  <c:v>297.5</c:v>
                </c:pt>
                <c:pt idx="1982">
                  <c:v>297.5</c:v>
                </c:pt>
                <c:pt idx="1983">
                  <c:v>297.5</c:v>
                </c:pt>
                <c:pt idx="1984">
                  <c:v>297.5</c:v>
                </c:pt>
                <c:pt idx="1985">
                  <c:v>297.5</c:v>
                </c:pt>
                <c:pt idx="1986">
                  <c:v>297.5</c:v>
                </c:pt>
                <c:pt idx="1987">
                  <c:v>297.5</c:v>
                </c:pt>
                <c:pt idx="1988">
                  <c:v>297.5</c:v>
                </c:pt>
                <c:pt idx="1989">
                  <c:v>297.5</c:v>
                </c:pt>
                <c:pt idx="1990">
                  <c:v>297.5</c:v>
                </c:pt>
                <c:pt idx="1991">
                  <c:v>297.5</c:v>
                </c:pt>
                <c:pt idx="1992">
                  <c:v>297.5</c:v>
                </c:pt>
                <c:pt idx="1993">
                  <c:v>297.5</c:v>
                </c:pt>
                <c:pt idx="1994">
                  <c:v>297.5</c:v>
                </c:pt>
                <c:pt idx="1995">
                  <c:v>297.5</c:v>
                </c:pt>
                <c:pt idx="1996">
                  <c:v>297.5</c:v>
                </c:pt>
                <c:pt idx="1997">
                  <c:v>297.5</c:v>
                </c:pt>
                <c:pt idx="1998">
                  <c:v>297.5</c:v>
                </c:pt>
                <c:pt idx="1999">
                  <c:v>297.5</c:v>
                </c:pt>
                <c:pt idx="2000">
                  <c:v>297.5</c:v>
                </c:pt>
                <c:pt idx="2001">
                  <c:v>297.5</c:v>
                </c:pt>
                <c:pt idx="2002">
                  <c:v>297.5</c:v>
                </c:pt>
                <c:pt idx="2003">
                  <c:v>297.5</c:v>
                </c:pt>
                <c:pt idx="2004">
                  <c:v>297.5</c:v>
                </c:pt>
                <c:pt idx="2005">
                  <c:v>297.5</c:v>
                </c:pt>
                <c:pt idx="2006">
                  <c:v>297.5</c:v>
                </c:pt>
                <c:pt idx="2007">
                  <c:v>297.5</c:v>
                </c:pt>
                <c:pt idx="2008">
                  <c:v>297.5</c:v>
                </c:pt>
                <c:pt idx="2009">
                  <c:v>297.5</c:v>
                </c:pt>
                <c:pt idx="2010">
                  <c:v>297.5</c:v>
                </c:pt>
                <c:pt idx="2011">
                  <c:v>297.5</c:v>
                </c:pt>
                <c:pt idx="2012">
                  <c:v>297.5</c:v>
                </c:pt>
                <c:pt idx="2013">
                  <c:v>297.5</c:v>
                </c:pt>
                <c:pt idx="2014">
                  <c:v>297.5</c:v>
                </c:pt>
                <c:pt idx="2015">
                  <c:v>297.5</c:v>
                </c:pt>
                <c:pt idx="2016">
                  <c:v>297.5</c:v>
                </c:pt>
                <c:pt idx="2017">
                  <c:v>297.5</c:v>
                </c:pt>
                <c:pt idx="2018">
                  <c:v>297.5</c:v>
                </c:pt>
                <c:pt idx="2019">
                  <c:v>297.5</c:v>
                </c:pt>
                <c:pt idx="2020">
                  <c:v>297.5</c:v>
                </c:pt>
                <c:pt idx="2021">
                  <c:v>297.5</c:v>
                </c:pt>
                <c:pt idx="2022">
                  <c:v>297.5</c:v>
                </c:pt>
                <c:pt idx="2023">
                  <c:v>297.5</c:v>
                </c:pt>
                <c:pt idx="2024" formatCode="0">
                  <c:v>297.5</c:v>
                </c:pt>
                <c:pt idx="2025" formatCode="0">
                  <c:v>297.5</c:v>
                </c:pt>
                <c:pt idx="2026" formatCode="0">
                  <c:v>297.5</c:v>
                </c:pt>
                <c:pt idx="2027" formatCode="0">
                  <c:v>297.5</c:v>
                </c:pt>
                <c:pt idx="2028" formatCode="0">
                  <c:v>297.5</c:v>
                </c:pt>
                <c:pt idx="2029" formatCode="0">
                  <c:v>297.5</c:v>
                </c:pt>
                <c:pt idx="2030" formatCode="0">
                  <c:v>297.5</c:v>
                </c:pt>
                <c:pt idx="2031" formatCode="0">
                  <c:v>297.5</c:v>
                </c:pt>
                <c:pt idx="2032" formatCode="0">
                  <c:v>297.5</c:v>
                </c:pt>
                <c:pt idx="2033" formatCode="0">
                  <c:v>297.5</c:v>
                </c:pt>
                <c:pt idx="2034" formatCode="0">
                  <c:v>297.5</c:v>
                </c:pt>
                <c:pt idx="2035" formatCode="0">
                  <c:v>297.5</c:v>
                </c:pt>
                <c:pt idx="2036" formatCode="0">
                  <c:v>297.5</c:v>
                </c:pt>
                <c:pt idx="2037" formatCode="0">
                  <c:v>297.5</c:v>
                </c:pt>
                <c:pt idx="2038" formatCode="0">
                  <c:v>297.5</c:v>
                </c:pt>
                <c:pt idx="2039" formatCode="0">
                  <c:v>297.5</c:v>
                </c:pt>
                <c:pt idx="2040" formatCode="0">
                  <c:v>297.5</c:v>
                </c:pt>
                <c:pt idx="2041" formatCode="0">
                  <c:v>297.5</c:v>
                </c:pt>
                <c:pt idx="2042" formatCode="0">
                  <c:v>297.5</c:v>
                </c:pt>
                <c:pt idx="2043" formatCode="0">
                  <c:v>297.5</c:v>
                </c:pt>
                <c:pt idx="2044" formatCode="0">
                  <c:v>297.5</c:v>
                </c:pt>
                <c:pt idx="2045" formatCode="0">
                  <c:v>297.5</c:v>
                </c:pt>
                <c:pt idx="2046" formatCode="0">
                  <c:v>297.5</c:v>
                </c:pt>
                <c:pt idx="2047" formatCode="0">
                  <c:v>297.5</c:v>
                </c:pt>
                <c:pt idx="2048" formatCode="0">
                  <c:v>297.5</c:v>
                </c:pt>
                <c:pt idx="2049" formatCode="0">
                  <c:v>297.5</c:v>
                </c:pt>
                <c:pt idx="2050" formatCode="0">
                  <c:v>297.5</c:v>
                </c:pt>
                <c:pt idx="2051" formatCode="0">
                  <c:v>297.5</c:v>
                </c:pt>
                <c:pt idx="2052" formatCode="0">
                  <c:v>297.5</c:v>
                </c:pt>
                <c:pt idx="2053" formatCode="0">
                  <c:v>297.5</c:v>
                </c:pt>
                <c:pt idx="2054" formatCode="0">
                  <c:v>297.5</c:v>
                </c:pt>
                <c:pt idx="2055" formatCode="0">
                  <c:v>297.5</c:v>
                </c:pt>
                <c:pt idx="2056" formatCode="0">
                  <c:v>297.5</c:v>
                </c:pt>
                <c:pt idx="2057" formatCode="0">
                  <c:v>297.5</c:v>
                </c:pt>
                <c:pt idx="2058" formatCode="0">
                  <c:v>297.5</c:v>
                </c:pt>
                <c:pt idx="2059" formatCode="0">
                  <c:v>297.5</c:v>
                </c:pt>
                <c:pt idx="2060" formatCode="0">
                  <c:v>297.5</c:v>
                </c:pt>
                <c:pt idx="2061" formatCode="0">
                  <c:v>297.5</c:v>
                </c:pt>
                <c:pt idx="2062" formatCode="0">
                  <c:v>297.5</c:v>
                </c:pt>
                <c:pt idx="2063" formatCode="0">
                  <c:v>297.5</c:v>
                </c:pt>
                <c:pt idx="2064" formatCode="0">
                  <c:v>297.5</c:v>
                </c:pt>
                <c:pt idx="2065" formatCode="0">
                  <c:v>297.5</c:v>
                </c:pt>
                <c:pt idx="2066" formatCode="0">
                  <c:v>297.5</c:v>
                </c:pt>
                <c:pt idx="2067" formatCode="0">
                  <c:v>297.5</c:v>
                </c:pt>
                <c:pt idx="2068" formatCode="0">
                  <c:v>297.5</c:v>
                </c:pt>
                <c:pt idx="2069" formatCode="0">
                  <c:v>297.5</c:v>
                </c:pt>
                <c:pt idx="2070" formatCode="0">
                  <c:v>297.5</c:v>
                </c:pt>
                <c:pt idx="2071" formatCode="0">
                  <c:v>297.5</c:v>
                </c:pt>
                <c:pt idx="2072" formatCode="0">
                  <c:v>297.5</c:v>
                </c:pt>
                <c:pt idx="2073" formatCode="0">
                  <c:v>297.5</c:v>
                </c:pt>
                <c:pt idx="2074" formatCode="0">
                  <c:v>297.5</c:v>
                </c:pt>
                <c:pt idx="2075" formatCode="0">
                  <c:v>297.5</c:v>
                </c:pt>
                <c:pt idx="2076" formatCode="0">
                  <c:v>297.5</c:v>
                </c:pt>
                <c:pt idx="2077" formatCode="0">
                  <c:v>297.5</c:v>
                </c:pt>
                <c:pt idx="2078" formatCode="0">
                  <c:v>297.5</c:v>
                </c:pt>
                <c:pt idx="2079" formatCode="0">
                  <c:v>297.5</c:v>
                </c:pt>
                <c:pt idx="2080" formatCode="0">
                  <c:v>297.5</c:v>
                </c:pt>
                <c:pt idx="2081" formatCode="0">
                  <c:v>301</c:v>
                </c:pt>
                <c:pt idx="2082" formatCode="0">
                  <c:v>301</c:v>
                </c:pt>
                <c:pt idx="2083" formatCode="0">
                  <c:v>301</c:v>
                </c:pt>
                <c:pt idx="2084" formatCode="0">
                  <c:v>301</c:v>
                </c:pt>
                <c:pt idx="2085" formatCode="0">
                  <c:v>301</c:v>
                </c:pt>
                <c:pt idx="2086" formatCode="0">
                  <c:v>301</c:v>
                </c:pt>
                <c:pt idx="2087" formatCode="0">
                  <c:v>301</c:v>
                </c:pt>
                <c:pt idx="2088" formatCode="0">
                  <c:v>301</c:v>
                </c:pt>
                <c:pt idx="2089" formatCode="0">
                  <c:v>301</c:v>
                </c:pt>
                <c:pt idx="2090" formatCode="0">
                  <c:v>301</c:v>
                </c:pt>
                <c:pt idx="2091" formatCode="0">
                  <c:v>301</c:v>
                </c:pt>
                <c:pt idx="2092" formatCode="0">
                  <c:v>301</c:v>
                </c:pt>
                <c:pt idx="2093" formatCode="0">
                  <c:v>301</c:v>
                </c:pt>
                <c:pt idx="2094" formatCode="0">
                  <c:v>301</c:v>
                </c:pt>
                <c:pt idx="2095" formatCode="0">
                  <c:v>301</c:v>
                </c:pt>
                <c:pt idx="2096" formatCode="0">
                  <c:v>301</c:v>
                </c:pt>
                <c:pt idx="2097" formatCode="0">
                  <c:v>301</c:v>
                </c:pt>
                <c:pt idx="2098" formatCode="0">
                  <c:v>301</c:v>
                </c:pt>
                <c:pt idx="2099" formatCode="0">
                  <c:v>301</c:v>
                </c:pt>
                <c:pt idx="2100" formatCode="0">
                  <c:v>301</c:v>
                </c:pt>
                <c:pt idx="2101" formatCode="0">
                  <c:v>301</c:v>
                </c:pt>
                <c:pt idx="2102" formatCode="0">
                  <c:v>301</c:v>
                </c:pt>
                <c:pt idx="2103" formatCode="0">
                  <c:v>301</c:v>
                </c:pt>
                <c:pt idx="2104" formatCode="0">
                  <c:v>301</c:v>
                </c:pt>
                <c:pt idx="2105" formatCode="0">
                  <c:v>301</c:v>
                </c:pt>
                <c:pt idx="2106" formatCode="0">
                  <c:v>301</c:v>
                </c:pt>
                <c:pt idx="2107" formatCode="0">
                  <c:v>314</c:v>
                </c:pt>
                <c:pt idx="2108" formatCode="0">
                  <c:v>314</c:v>
                </c:pt>
                <c:pt idx="2109" formatCode="0">
                  <c:v>314</c:v>
                </c:pt>
                <c:pt idx="2110" formatCode="0">
                  <c:v>314</c:v>
                </c:pt>
                <c:pt idx="2111" formatCode="0">
                  <c:v>314</c:v>
                </c:pt>
                <c:pt idx="2112" formatCode="0">
                  <c:v>314</c:v>
                </c:pt>
                <c:pt idx="2113" formatCode="0">
                  <c:v>314</c:v>
                </c:pt>
                <c:pt idx="2114" formatCode="0">
                  <c:v>314</c:v>
                </c:pt>
                <c:pt idx="2115" formatCode="0">
                  <c:v>314</c:v>
                </c:pt>
                <c:pt idx="2116" formatCode="0">
                  <c:v>314</c:v>
                </c:pt>
                <c:pt idx="2117" formatCode="0">
                  <c:v>314</c:v>
                </c:pt>
                <c:pt idx="2118" formatCode="0">
                  <c:v>314</c:v>
                </c:pt>
                <c:pt idx="2119" formatCode="0">
                  <c:v>314</c:v>
                </c:pt>
                <c:pt idx="2120" formatCode="0">
                  <c:v>314</c:v>
                </c:pt>
                <c:pt idx="2121" formatCode="0">
                  <c:v>314</c:v>
                </c:pt>
                <c:pt idx="2122" formatCode="0">
                  <c:v>314</c:v>
                </c:pt>
                <c:pt idx="2123" formatCode="0">
                  <c:v>314</c:v>
                </c:pt>
                <c:pt idx="2124" formatCode="0">
                  <c:v>314</c:v>
                </c:pt>
                <c:pt idx="2125" formatCode="0">
                  <c:v>314</c:v>
                </c:pt>
                <c:pt idx="2126" formatCode="0">
                  <c:v>314</c:v>
                </c:pt>
                <c:pt idx="2127" formatCode="0">
                  <c:v>314</c:v>
                </c:pt>
                <c:pt idx="2128" formatCode="0">
                  <c:v>314</c:v>
                </c:pt>
                <c:pt idx="2129" formatCode="0">
                  <c:v>314</c:v>
                </c:pt>
                <c:pt idx="2130" formatCode="0">
                  <c:v>314</c:v>
                </c:pt>
                <c:pt idx="2131" formatCode="0">
                  <c:v>314</c:v>
                </c:pt>
                <c:pt idx="2132" formatCode="0">
                  <c:v>314</c:v>
                </c:pt>
                <c:pt idx="2133" formatCode="0">
                  <c:v>314</c:v>
                </c:pt>
                <c:pt idx="2134" formatCode="0">
                  <c:v>314</c:v>
                </c:pt>
                <c:pt idx="2135" formatCode="0">
                  <c:v>314</c:v>
                </c:pt>
                <c:pt idx="2136" formatCode="0">
                  <c:v>314</c:v>
                </c:pt>
                <c:pt idx="2137" formatCode="0">
                  <c:v>314</c:v>
                </c:pt>
                <c:pt idx="2138" formatCode="0">
                  <c:v>314</c:v>
                </c:pt>
                <c:pt idx="2139" formatCode="0">
                  <c:v>314</c:v>
                </c:pt>
                <c:pt idx="2140" formatCode="0">
                  <c:v>314</c:v>
                </c:pt>
                <c:pt idx="2141" formatCode="0">
                  <c:v>314</c:v>
                </c:pt>
                <c:pt idx="2142" formatCode="0">
                  <c:v>314</c:v>
                </c:pt>
                <c:pt idx="2143" formatCode="0">
                  <c:v>314</c:v>
                </c:pt>
                <c:pt idx="2144" formatCode="0">
                  <c:v>314</c:v>
                </c:pt>
                <c:pt idx="2145" formatCode="0">
                  <c:v>314</c:v>
                </c:pt>
                <c:pt idx="2146" formatCode="0">
                  <c:v>314</c:v>
                </c:pt>
                <c:pt idx="2147" formatCode="0">
                  <c:v>314</c:v>
                </c:pt>
                <c:pt idx="2148" formatCode="0">
                  <c:v>314</c:v>
                </c:pt>
                <c:pt idx="2149" formatCode="0">
                  <c:v>314</c:v>
                </c:pt>
                <c:pt idx="2150" formatCode="0">
                  <c:v>314</c:v>
                </c:pt>
                <c:pt idx="2151" formatCode="0">
                  <c:v>314</c:v>
                </c:pt>
                <c:pt idx="2152" formatCode="0">
                  <c:v>314</c:v>
                </c:pt>
                <c:pt idx="2153" formatCode="0">
                  <c:v>314</c:v>
                </c:pt>
                <c:pt idx="2154" formatCode="0">
                  <c:v>314</c:v>
                </c:pt>
                <c:pt idx="2155" formatCode="0">
                  <c:v>314</c:v>
                </c:pt>
                <c:pt idx="2156" formatCode="0">
                  <c:v>314</c:v>
                </c:pt>
                <c:pt idx="2157" formatCode="0">
                  <c:v>314</c:v>
                </c:pt>
                <c:pt idx="2158" formatCode="0">
                  <c:v>314</c:v>
                </c:pt>
                <c:pt idx="2159" formatCode="0">
                  <c:v>314</c:v>
                </c:pt>
                <c:pt idx="2160" formatCode="0">
                  <c:v>314</c:v>
                </c:pt>
                <c:pt idx="2161" formatCode="0">
                  <c:v>314</c:v>
                </c:pt>
                <c:pt idx="2162" formatCode="0">
                  <c:v>314</c:v>
                </c:pt>
                <c:pt idx="2163" formatCode="0">
                  <c:v>314</c:v>
                </c:pt>
                <c:pt idx="2164" formatCode="0">
                  <c:v>314</c:v>
                </c:pt>
                <c:pt idx="2165" formatCode="0">
                  <c:v>314</c:v>
                </c:pt>
                <c:pt idx="2166" formatCode="0">
                  <c:v>314</c:v>
                </c:pt>
                <c:pt idx="2167" formatCode="0">
                  <c:v>314</c:v>
                </c:pt>
                <c:pt idx="2168" formatCode="0">
                  <c:v>314</c:v>
                </c:pt>
                <c:pt idx="2169" formatCode="0">
                  <c:v>314</c:v>
                </c:pt>
                <c:pt idx="2170" formatCode="0">
                  <c:v>314</c:v>
                </c:pt>
                <c:pt idx="2171" formatCode="0">
                  <c:v>249</c:v>
                </c:pt>
                <c:pt idx="2172" formatCode="0">
                  <c:v>249</c:v>
                </c:pt>
                <c:pt idx="2173" formatCode="0">
                  <c:v>249</c:v>
                </c:pt>
                <c:pt idx="2174" formatCode="0">
                  <c:v>249</c:v>
                </c:pt>
                <c:pt idx="2175" formatCode="0">
                  <c:v>249</c:v>
                </c:pt>
                <c:pt idx="2176" formatCode="0">
                  <c:v>249</c:v>
                </c:pt>
                <c:pt idx="2177" formatCode="0">
                  <c:v>249</c:v>
                </c:pt>
                <c:pt idx="2178" formatCode="0">
                  <c:v>249</c:v>
                </c:pt>
                <c:pt idx="2179" formatCode="0">
                  <c:v>249</c:v>
                </c:pt>
                <c:pt idx="2180" formatCode="0">
                  <c:v>249</c:v>
                </c:pt>
                <c:pt idx="2181" formatCode="0">
                  <c:v>249</c:v>
                </c:pt>
                <c:pt idx="2182" formatCode="0">
                  <c:v>249</c:v>
                </c:pt>
                <c:pt idx="2183" formatCode="0">
                  <c:v>249</c:v>
                </c:pt>
                <c:pt idx="2184" formatCode="0">
                  <c:v>249</c:v>
                </c:pt>
                <c:pt idx="2185" formatCode="0">
                  <c:v>249</c:v>
                </c:pt>
                <c:pt idx="2186" formatCode="0">
                  <c:v>249</c:v>
                </c:pt>
                <c:pt idx="2187" formatCode="0">
                  <c:v>249</c:v>
                </c:pt>
                <c:pt idx="2188" formatCode="0">
                  <c:v>249</c:v>
                </c:pt>
                <c:pt idx="2189" formatCode="0">
                  <c:v>249</c:v>
                </c:pt>
                <c:pt idx="2190" formatCode="0">
                  <c:v>249</c:v>
                </c:pt>
                <c:pt idx="2191" formatCode="0">
                  <c:v>249</c:v>
                </c:pt>
                <c:pt idx="2192" formatCode="0">
                  <c:v>248.5</c:v>
                </c:pt>
                <c:pt idx="2193" formatCode="0">
                  <c:v>248.5</c:v>
                </c:pt>
                <c:pt idx="2194" formatCode="0">
                  <c:v>248.5</c:v>
                </c:pt>
                <c:pt idx="2195" formatCode="0">
                  <c:v>248.5</c:v>
                </c:pt>
                <c:pt idx="2196" formatCode="0">
                  <c:v>248.5</c:v>
                </c:pt>
                <c:pt idx="2197" formatCode="0">
                  <c:v>248.5</c:v>
                </c:pt>
                <c:pt idx="2198" formatCode="0">
                  <c:v>248.5</c:v>
                </c:pt>
                <c:pt idx="2199" formatCode="0">
                  <c:v>248.5</c:v>
                </c:pt>
                <c:pt idx="2200" formatCode="0">
                  <c:v>248.5</c:v>
                </c:pt>
                <c:pt idx="2201" formatCode="0">
                  <c:v>248.5</c:v>
                </c:pt>
                <c:pt idx="2202" formatCode="0">
                  <c:v>248.5</c:v>
                </c:pt>
                <c:pt idx="2203" formatCode="0">
                  <c:v>248.5</c:v>
                </c:pt>
                <c:pt idx="2204" formatCode="0">
                  <c:v>248.5</c:v>
                </c:pt>
                <c:pt idx="2205" formatCode="0">
                  <c:v>248.5</c:v>
                </c:pt>
                <c:pt idx="2206" formatCode="0">
                  <c:v>248.5</c:v>
                </c:pt>
                <c:pt idx="2207" formatCode="0">
                  <c:v>248.5</c:v>
                </c:pt>
                <c:pt idx="2208" formatCode="0">
                  <c:v>248.5</c:v>
                </c:pt>
                <c:pt idx="2209" formatCode="0">
                  <c:v>248.5</c:v>
                </c:pt>
                <c:pt idx="2210" formatCode="0">
                  <c:v>248.5</c:v>
                </c:pt>
                <c:pt idx="2211" formatCode="0">
                  <c:v>248.5</c:v>
                </c:pt>
                <c:pt idx="2212" formatCode="0">
                  <c:v>248.5</c:v>
                </c:pt>
                <c:pt idx="2213" formatCode="0">
                  <c:v>248.5</c:v>
                </c:pt>
                <c:pt idx="2214" formatCode="0">
                  <c:v>248.5</c:v>
                </c:pt>
                <c:pt idx="2215" formatCode="0">
                  <c:v>248.5</c:v>
                </c:pt>
                <c:pt idx="2216" formatCode="0">
                  <c:v>248.5</c:v>
                </c:pt>
                <c:pt idx="2217" formatCode="0">
                  <c:v>248.5</c:v>
                </c:pt>
                <c:pt idx="2218" formatCode="0">
                  <c:v>248.5</c:v>
                </c:pt>
                <c:pt idx="2219" formatCode="0">
                  <c:v>248.5</c:v>
                </c:pt>
                <c:pt idx="2220" formatCode="0">
                  <c:v>248.5</c:v>
                </c:pt>
                <c:pt idx="2221" formatCode="0">
                  <c:v>248.5</c:v>
                </c:pt>
                <c:pt idx="2222" formatCode="0">
                  <c:v>248.5</c:v>
                </c:pt>
                <c:pt idx="2223" formatCode="0">
                  <c:v>248.5</c:v>
                </c:pt>
                <c:pt idx="2224" formatCode="0">
                  <c:v>248.5</c:v>
                </c:pt>
                <c:pt idx="2225" formatCode="0">
                  <c:v>248.5</c:v>
                </c:pt>
                <c:pt idx="2226" formatCode="0">
                  <c:v>248.5</c:v>
                </c:pt>
                <c:pt idx="2227" formatCode="0">
                  <c:v>248.5</c:v>
                </c:pt>
                <c:pt idx="2228" formatCode="0">
                  <c:v>248.5</c:v>
                </c:pt>
                <c:pt idx="2229" formatCode="0">
                  <c:v>248.5</c:v>
                </c:pt>
                <c:pt idx="2230" formatCode="0">
                  <c:v>248.5</c:v>
                </c:pt>
                <c:pt idx="2231" formatCode="0">
                  <c:v>248.5</c:v>
                </c:pt>
                <c:pt idx="2232" formatCode="0">
                  <c:v>248.5</c:v>
                </c:pt>
                <c:pt idx="2233" formatCode="0">
                  <c:v>248.5</c:v>
                </c:pt>
                <c:pt idx="2234" formatCode="0">
                  <c:v>248.5</c:v>
                </c:pt>
                <c:pt idx="2235" formatCode="0">
                  <c:v>248.5</c:v>
                </c:pt>
                <c:pt idx="2236" formatCode="0">
                  <c:v>248.5</c:v>
                </c:pt>
                <c:pt idx="2237" formatCode="0">
                  <c:v>248.5</c:v>
                </c:pt>
                <c:pt idx="2238" formatCode="0">
                  <c:v>248.5</c:v>
                </c:pt>
                <c:pt idx="2239" formatCode="0">
                  <c:v>248.5</c:v>
                </c:pt>
                <c:pt idx="2240" formatCode="0">
                  <c:v>248.5</c:v>
                </c:pt>
                <c:pt idx="2241" formatCode="0">
                  <c:v>248.5</c:v>
                </c:pt>
                <c:pt idx="2242" formatCode="0">
                  <c:v>248.5</c:v>
                </c:pt>
                <c:pt idx="2243" formatCode="0">
                  <c:v>248.5</c:v>
                </c:pt>
                <c:pt idx="2244" formatCode="0">
                  <c:v>248.5</c:v>
                </c:pt>
                <c:pt idx="2245" formatCode="0">
                  <c:v>248.5</c:v>
                </c:pt>
                <c:pt idx="2246" formatCode="0">
                  <c:v>248.5</c:v>
                </c:pt>
                <c:pt idx="2247" formatCode="0">
                  <c:v>248.5</c:v>
                </c:pt>
                <c:pt idx="2248" formatCode="0">
                  <c:v>249</c:v>
                </c:pt>
                <c:pt idx="2249" formatCode="0">
                  <c:v>249</c:v>
                </c:pt>
                <c:pt idx="2250" formatCode="0">
                  <c:v>249</c:v>
                </c:pt>
                <c:pt idx="2251" formatCode="0">
                  <c:v>249</c:v>
                </c:pt>
                <c:pt idx="2252" formatCode="0">
                  <c:v>249</c:v>
                </c:pt>
                <c:pt idx="2253" formatCode="0">
                  <c:v>249</c:v>
                </c:pt>
                <c:pt idx="2254" formatCode="0">
                  <c:v>249</c:v>
                </c:pt>
                <c:pt idx="2255" formatCode="0">
                  <c:v>248.5</c:v>
                </c:pt>
                <c:pt idx="2256" formatCode="0">
                  <c:v>248.5</c:v>
                </c:pt>
                <c:pt idx="2257" formatCode="0">
                  <c:v>248.5</c:v>
                </c:pt>
                <c:pt idx="2258" formatCode="0">
                  <c:v>248.5</c:v>
                </c:pt>
                <c:pt idx="2259" formatCode="0">
                  <c:v>248.5</c:v>
                </c:pt>
                <c:pt idx="2260" formatCode="0">
                  <c:v>248.5</c:v>
                </c:pt>
                <c:pt idx="2261" formatCode="0">
                  <c:v>248.5</c:v>
                </c:pt>
                <c:pt idx="2262" formatCode="0">
                  <c:v>249</c:v>
                </c:pt>
                <c:pt idx="2263" formatCode="0">
                  <c:v>249</c:v>
                </c:pt>
                <c:pt idx="2264" formatCode="0">
                  <c:v>249</c:v>
                </c:pt>
                <c:pt idx="2265" formatCode="0">
                  <c:v>249</c:v>
                </c:pt>
                <c:pt idx="2266" formatCode="0">
                  <c:v>249</c:v>
                </c:pt>
                <c:pt idx="2267" formatCode="0">
                  <c:v>249</c:v>
                </c:pt>
                <c:pt idx="2268" formatCode="0">
                  <c:v>249</c:v>
                </c:pt>
                <c:pt idx="2269" formatCode="0">
                  <c:v>248.5</c:v>
                </c:pt>
                <c:pt idx="2270" formatCode="0">
                  <c:v>248.5</c:v>
                </c:pt>
                <c:pt idx="2271" formatCode="0">
                  <c:v>248.5</c:v>
                </c:pt>
                <c:pt idx="2272" formatCode="0">
                  <c:v>248.5</c:v>
                </c:pt>
                <c:pt idx="2273" formatCode="0">
                  <c:v>248.5</c:v>
                </c:pt>
                <c:pt idx="2274" formatCode="0">
                  <c:v>248.5</c:v>
                </c:pt>
                <c:pt idx="2275" formatCode="0">
                  <c:v>248.5</c:v>
                </c:pt>
                <c:pt idx="2276" formatCode="0">
                  <c:v>220</c:v>
                </c:pt>
                <c:pt idx="2277" formatCode="0">
                  <c:v>220</c:v>
                </c:pt>
                <c:pt idx="2278" formatCode="0">
                  <c:v>220</c:v>
                </c:pt>
                <c:pt idx="2279" formatCode="0">
                  <c:v>220</c:v>
                </c:pt>
                <c:pt idx="2280" formatCode="0">
                  <c:v>220</c:v>
                </c:pt>
                <c:pt idx="2281" formatCode="0">
                  <c:v>220</c:v>
                </c:pt>
                <c:pt idx="2282" formatCode="0">
                  <c:v>220</c:v>
                </c:pt>
                <c:pt idx="2283" formatCode="0">
                  <c:v>220</c:v>
                </c:pt>
                <c:pt idx="2284" formatCode="0">
                  <c:v>220</c:v>
                </c:pt>
                <c:pt idx="2285" formatCode="0">
                  <c:v>220</c:v>
                </c:pt>
                <c:pt idx="2286" formatCode="0">
                  <c:v>220</c:v>
                </c:pt>
                <c:pt idx="2287" formatCode="0">
                  <c:v>220</c:v>
                </c:pt>
                <c:pt idx="2288" formatCode="0">
                  <c:v>220</c:v>
                </c:pt>
                <c:pt idx="2289" formatCode="0">
                  <c:v>220</c:v>
                </c:pt>
                <c:pt idx="2290" formatCode="0">
                  <c:v>220</c:v>
                </c:pt>
                <c:pt idx="2291" formatCode="0">
                  <c:v>220</c:v>
                </c:pt>
                <c:pt idx="2292" formatCode="0">
                  <c:v>220</c:v>
                </c:pt>
                <c:pt idx="2293" formatCode="0">
                  <c:v>220</c:v>
                </c:pt>
                <c:pt idx="2294" formatCode="0">
                  <c:v>220</c:v>
                </c:pt>
                <c:pt idx="2295" formatCode="0">
                  <c:v>220</c:v>
                </c:pt>
                <c:pt idx="2296" formatCode="0">
                  <c:v>220</c:v>
                </c:pt>
                <c:pt idx="2297" formatCode="0">
                  <c:v>220</c:v>
                </c:pt>
                <c:pt idx="2298" formatCode="0">
                  <c:v>220</c:v>
                </c:pt>
                <c:pt idx="2299" formatCode="0">
                  <c:v>220</c:v>
                </c:pt>
                <c:pt idx="2300" formatCode="0">
                  <c:v>220</c:v>
                </c:pt>
                <c:pt idx="2301" formatCode="0">
                  <c:v>220</c:v>
                </c:pt>
                <c:pt idx="2302" formatCode="0">
                  <c:v>220</c:v>
                </c:pt>
                <c:pt idx="2303" formatCode="0">
                  <c:v>220</c:v>
                </c:pt>
                <c:pt idx="2304" formatCode="0">
                  <c:v>220</c:v>
                </c:pt>
                <c:pt idx="2305" formatCode="0">
                  <c:v>220</c:v>
                </c:pt>
                <c:pt idx="2306" formatCode="0">
                  <c:v>220</c:v>
                </c:pt>
                <c:pt idx="2307" formatCode="0">
                  <c:v>220</c:v>
                </c:pt>
                <c:pt idx="2308" formatCode="0">
                  <c:v>220</c:v>
                </c:pt>
                <c:pt idx="2309" formatCode="0">
                  <c:v>220</c:v>
                </c:pt>
                <c:pt idx="2310" formatCode="0">
                  <c:v>220</c:v>
                </c:pt>
                <c:pt idx="2311" formatCode="0">
                  <c:v>220</c:v>
                </c:pt>
                <c:pt idx="2312" formatCode="0">
                  <c:v>220</c:v>
                </c:pt>
                <c:pt idx="2313" formatCode="0">
                  <c:v>220</c:v>
                </c:pt>
                <c:pt idx="2314" formatCode="0">
                  <c:v>220</c:v>
                </c:pt>
                <c:pt idx="2315" formatCode="0">
                  <c:v>220</c:v>
                </c:pt>
                <c:pt idx="2316" formatCode="0">
                  <c:v>220</c:v>
                </c:pt>
                <c:pt idx="2317" formatCode="0">
                  <c:v>220</c:v>
                </c:pt>
                <c:pt idx="2318" formatCode="0">
                  <c:v>220</c:v>
                </c:pt>
                <c:pt idx="2319" formatCode="0">
                  <c:v>220</c:v>
                </c:pt>
                <c:pt idx="2320" formatCode="0">
                  <c:v>220</c:v>
                </c:pt>
                <c:pt idx="2321" formatCode="0">
                  <c:v>220</c:v>
                </c:pt>
                <c:pt idx="2322" formatCode="0">
                  <c:v>220</c:v>
                </c:pt>
                <c:pt idx="2323" formatCode="0">
                  <c:v>220</c:v>
                </c:pt>
                <c:pt idx="2324" formatCode="0">
                  <c:v>220</c:v>
                </c:pt>
                <c:pt idx="2325" formatCode="0">
                  <c:v>220</c:v>
                </c:pt>
                <c:pt idx="2326" formatCode="0">
                  <c:v>220</c:v>
                </c:pt>
                <c:pt idx="2327" formatCode="0">
                  <c:v>220</c:v>
                </c:pt>
                <c:pt idx="2328" formatCode="0">
                  <c:v>220</c:v>
                </c:pt>
                <c:pt idx="2329" formatCode="0">
                  <c:v>220</c:v>
                </c:pt>
                <c:pt idx="2330" formatCode="0">
                  <c:v>220</c:v>
                </c:pt>
                <c:pt idx="2331" formatCode="0">
                  <c:v>220</c:v>
                </c:pt>
                <c:pt idx="2332" formatCode="0">
                  <c:v>220</c:v>
                </c:pt>
                <c:pt idx="2333" formatCode="0">
                  <c:v>220</c:v>
                </c:pt>
                <c:pt idx="2334" formatCode="0">
                  <c:v>220</c:v>
                </c:pt>
                <c:pt idx="2335" formatCode="0">
                  <c:v>220</c:v>
                </c:pt>
                <c:pt idx="2336" formatCode="0">
                  <c:v>220</c:v>
                </c:pt>
                <c:pt idx="2337" formatCode="0">
                  <c:v>220</c:v>
                </c:pt>
                <c:pt idx="2338" formatCode="0">
                  <c:v>220</c:v>
                </c:pt>
                <c:pt idx="2339" formatCode="0">
                  <c:v>220</c:v>
                </c:pt>
                <c:pt idx="2340" formatCode="0">
                  <c:v>220</c:v>
                </c:pt>
                <c:pt idx="2341" formatCode="0">
                  <c:v>220</c:v>
                </c:pt>
                <c:pt idx="2342" formatCode="0">
                  <c:v>220</c:v>
                </c:pt>
                <c:pt idx="2343" formatCode="0">
                  <c:v>220</c:v>
                </c:pt>
                <c:pt idx="2344" formatCode="0">
                  <c:v>220</c:v>
                </c:pt>
                <c:pt idx="2345" formatCode="0">
                  <c:v>220</c:v>
                </c:pt>
                <c:pt idx="2346" formatCode="0">
                  <c:v>220</c:v>
                </c:pt>
                <c:pt idx="2347" formatCode="0">
                  <c:v>220</c:v>
                </c:pt>
                <c:pt idx="2348" formatCode="0">
                  <c:v>220</c:v>
                </c:pt>
                <c:pt idx="2349" formatCode="0">
                  <c:v>220</c:v>
                </c:pt>
                <c:pt idx="2350" formatCode="0">
                  <c:v>220</c:v>
                </c:pt>
                <c:pt idx="2351" formatCode="0">
                  <c:v>220</c:v>
                </c:pt>
                <c:pt idx="2352" formatCode="0">
                  <c:v>220</c:v>
                </c:pt>
                <c:pt idx="2353" formatCode="0">
                  <c:v>220</c:v>
                </c:pt>
                <c:pt idx="2354" formatCode="0">
                  <c:v>220</c:v>
                </c:pt>
                <c:pt idx="2355" formatCode="0">
                  <c:v>220</c:v>
                </c:pt>
                <c:pt idx="2356" formatCode="0">
                  <c:v>220</c:v>
                </c:pt>
                <c:pt idx="2357" formatCode="0">
                  <c:v>220</c:v>
                </c:pt>
                <c:pt idx="2358" formatCode="0">
                  <c:v>220</c:v>
                </c:pt>
                <c:pt idx="2359" formatCode="0">
                  <c:v>220</c:v>
                </c:pt>
                <c:pt idx="2360" formatCode="0">
                  <c:v>212</c:v>
                </c:pt>
                <c:pt idx="2361" formatCode="0">
                  <c:v>212</c:v>
                </c:pt>
                <c:pt idx="2362" formatCode="0">
                  <c:v>212</c:v>
                </c:pt>
                <c:pt idx="2363" formatCode="0">
                  <c:v>212</c:v>
                </c:pt>
                <c:pt idx="2364" formatCode="0">
                  <c:v>212</c:v>
                </c:pt>
                <c:pt idx="2365" formatCode="0">
                  <c:v>212</c:v>
                </c:pt>
                <c:pt idx="2366" formatCode="0">
                  <c:v>212</c:v>
                </c:pt>
                <c:pt idx="2367" formatCode="0">
                  <c:v>212</c:v>
                </c:pt>
                <c:pt idx="2368" formatCode="0">
                  <c:v>212</c:v>
                </c:pt>
                <c:pt idx="2369" formatCode="0">
                  <c:v>212</c:v>
                </c:pt>
                <c:pt idx="2370" formatCode="0">
                  <c:v>212</c:v>
                </c:pt>
                <c:pt idx="2371" formatCode="0">
                  <c:v>212</c:v>
                </c:pt>
                <c:pt idx="2372" formatCode="0">
                  <c:v>212</c:v>
                </c:pt>
                <c:pt idx="2373" formatCode="0">
                  <c:v>212</c:v>
                </c:pt>
                <c:pt idx="2374" formatCode="0">
                  <c:v>212</c:v>
                </c:pt>
                <c:pt idx="2375" formatCode="0">
                  <c:v>212</c:v>
                </c:pt>
                <c:pt idx="2376" formatCode="0">
                  <c:v>212</c:v>
                </c:pt>
                <c:pt idx="2377" formatCode="0">
                  <c:v>212</c:v>
                </c:pt>
                <c:pt idx="2378" formatCode="0">
                  <c:v>212</c:v>
                </c:pt>
                <c:pt idx="2379" formatCode="0">
                  <c:v>212</c:v>
                </c:pt>
                <c:pt idx="2380" formatCode="0">
                  <c:v>212</c:v>
                </c:pt>
                <c:pt idx="2381" formatCode="0">
                  <c:v>212</c:v>
                </c:pt>
                <c:pt idx="2382" formatCode="0">
                  <c:v>212</c:v>
                </c:pt>
                <c:pt idx="2383" formatCode="0">
                  <c:v>212</c:v>
                </c:pt>
                <c:pt idx="2384" formatCode="0">
                  <c:v>212</c:v>
                </c:pt>
                <c:pt idx="2385" formatCode="0">
                  <c:v>212</c:v>
                </c:pt>
                <c:pt idx="2386" formatCode="0">
                  <c:v>212</c:v>
                </c:pt>
                <c:pt idx="2387" formatCode="0">
                  <c:v>212</c:v>
                </c:pt>
                <c:pt idx="2388" formatCode="0">
                  <c:v>212</c:v>
                </c:pt>
                <c:pt idx="2389" formatCode="0">
                  <c:v>212</c:v>
                </c:pt>
                <c:pt idx="2390" formatCode="0">
                  <c:v>212</c:v>
                </c:pt>
                <c:pt idx="2391" formatCode="0">
                  <c:v>212</c:v>
                </c:pt>
                <c:pt idx="2392" formatCode="0">
                  <c:v>212</c:v>
                </c:pt>
                <c:pt idx="2393" formatCode="0">
                  <c:v>212</c:v>
                </c:pt>
                <c:pt idx="2394" formatCode="0">
                  <c:v>212</c:v>
                </c:pt>
                <c:pt idx="2395" formatCode="0">
                  <c:v>212</c:v>
                </c:pt>
                <c:pt idx="2396" formatCode="0">
                  <c:v>212</c:v>
                </c:pt>
                <c:pt idx="2397" formatCode="0">
                  <c:v>212</c:v>
                </c:pt>
                <c:pt idx="2398" formatCode="0">
                  <c:v>212</c:v>
                </c:pt>
                <c:pt idx="2399" formatCode="0">
                  <c:v>212</c:v>
                </c:pt>
                <c:pt idx="2400" formatCode="0">
                  <c:v>212</c:v>
                </c:pt>
                <c:pt idx="2401" formatCode="0">
                  <c:v>212</c:v>
                </c:pt>
                <c:pt idx="2402" formatCode="0">
                  <c:v>212</c:v>
                </c:pt>
                <c:pt idx="2403" formatCode="0">
                  <c:v>212</c:v>
                </c:pt>
                <c:pt idx="2404" formatCode="0">
                  <c:v>212</c:v>
                </c:pt>
                <c:pt idx="2405" formatCode="0">
                  <c:v>212</c:v>
                </c:pt>
                <c:pt idx="2406" formatCode="0">
                  <c:v>212</c:v>
                </c:pt>
                <c:pt idx="2407" formatCode="0">
                  <c:v>212</c:v>
                </c:pt>
                <c:pt idx="2408" formatCode="0">
                  <c:v>212</c:v>
                </c:pt>
                <c:pt idx="2409" formatCode="0">
                  <c:v>212</c:v>
                </c:pt>
                <c:pt idx="2410" formatCode="0">
                  <c:v>212</c:v>
                </c:pt>
                <c:pt idx="2411" formatCode="0">
                  <c:v>212</c:v>
                </c:pt>
                <c:pt idx="2412" formatCode="0">
                  <c:v>212</c:v>
                </c:pt>
                <c:pt idx="2413" formatCode="0">
                  <c:v>212</c:v>
                </c:pt>
                <c:pt idx="2414" formatCode="0">
                  <c:v>212</c:v>
                </c:pt>
                <c:pt idx="2415" formatCode="0">
                  <c:v>212</c:v>
                </c:pt>
                <c:pt idx="2416" formatCode="0">
                  <c:v>212</c:v>
                </c:pt>
                <c:pt idx="2417" formatCode="0">
                  <c:v>212</c:v>
                </c:pt>
                <c:pt idx="2418" formatCode="0">
                  <c:v>212</c:v>
                </c:pt>
                <c:pt idx="2419" formatCode="0">
                  <c:v>212</c:v>
                </c:pt>
                <c:pt idx="2420" formatCode="0">
                  <c:v>212</c:v>
                </c:pt>
                <c:pt idx="2421" formatCode="0">
                  <c:v>212</c:v>
                </c:pt>
                <c:pt idx="2422" formatCode="0">
                  <c:v>212</c:v>
                </c:pt>
                <c:pt idx="2423" formatCode="0">
                  <c:v>212</c:v>
                </c:pt>
                <c:pt idx="2424" formatCode="0">
                  <c:v>212</c:v>
                </c:pt>
                <c:pt idx="2425" formatCode="0">
                  <c:v>212</c:v>
                </c:pt>
                <c:pt idx="2426" formatCode="0">
                  <c:v>212</c:v>
                </c:pt>
                <c:pt idx="2427" formatCode="0">
                  <c:v>212</c:v>
                </c:pt>
                <c:pt idx="2428" formatCode="0">
                  <c:v>212</c:v>
                </c:pt>
                <c:pt idx="2429" formatCode="0">
                  <c:v>212</c:v>
                </c:pt>
                <c:pt idx="2430" formatCode="0">
                  <c:v>212</c:v>
                </c:pt>
                <c:pt idx="2431" formatCode="0">
                  <c:v>212</c:v>
                </c:pt>
                <c:pt idx="2432" formatCode="0">
                  <c:v>212</c:v>
                </c:pt>
                <c:pt idx="2433" formatCode="0">
                  <c:v>212</c:v>
                </c:pt>
                <c:pt idx="2434" formatCode="0">
                  <c:v>212</c:v>
                </c:pt>
                <c:pt idx="2435" formatCode="0">
                  <c:v>212</c:v>
                </c:pt>
                <c:pt idx="2436" formatCode="0">
                  <c:v>212</c:v>
                </c:pt>
                <c:pt idx="2437" formatCode="0">
                  <c:v>212</c:v>
                </c:pt>
                <c:pt idx="2438" formatCode="0">
                  <c:v>212</c:v>
                </c:pt>
                <c:pt idx="2439" formatCode="0">
                  <c:v>212</c:v>
                </c:pt>
                <c:pt idx="2440" formatCode="0">
                  <c:v>212</c:v>
                </c:pt>
                <c:pt idx="2441" formatCode="0">
                  <c:v>212</c:v>
                </c:pt>
                <c:pt idx="2442" formatCode="0">
                  <c:v>212</c:v>
                </c:pt>
                <c:pt idx="2443" formatCode="0">
                  <c:v>212</c:v>
                </c:pt>
                <c:pt idx="2444" formatCode="0">
                  <c:v>212</c:v>
                </c:pt>
                <c:pt idx="2445" formatCode="0">
                  <c:v>212</c:v>
                </c:pt>
                <c:pt idx="2446" formatCode="0">
                  <c:v>212</c:v>
                </c:pt>
                <c:pt idx="2447" formatCode="0">
                  <c:v>212</c:v>
                </c:pt>
                <c:pt idx="2448" formatCode="0">
                  <c:v>212</c:v>
                </c:pt>
                <c:pt idx="2449" formatCode="0">
                  <c:v>212</c:v>
                </c:pt>
                <c:pt idx="2450" formatCode="0">
                  <c:v>212</c:v>
                </c:pt>
                <c:pt idx="2451" formatCode="0">
                  <c:v>212</c:v>
                </c:pt>
                <c:pt idx="2452" formatCode="0">
                  <c:v>212</c:v>
                </c:pt>
                <c:pt idx="2453" formatCode="0">
                  <c:v>212</c:v>
                </c:pt>
                <c:pt idx="2454" formatCode="0">
                  <c:v>212</c:v>
                </c:pt>
                <c:pt idx="2455" formatCode="0">
                  <c:v>212</c:v>
                </c:pt>
                <c:pt idx="2456" formatCode="0">
                  <c:v>212</c:v>
                </c:pt>
                <c:pt idx="2457" formatCode="0">
                  <c:v>212</c:v>
                </c:pt>
                <c:pt idx="2458" formatCode="0">
                  <c:v>212</c:v>
                </c:pt>
                <c:pt idx="2459" formatCode="0">
                  <c:v>212</c:v>
                </c:pt>
                <c:pt idx="2460" formatCode="0">
                  <c:v>212</c:v>
                </c:pt>
                <c:pt idx="2461" formatCode="0">
                  <c:v>212</c:v>
                </c:pt>
                <c:pt idx="2462" formatCode="0">
                  <c:v>212</c:v>
                </c:pt>
                <c:pt idx="2463" formatCode="0">
                  <c:v>212</c:v>
                </c:pt>
                <c:pt idx="2464" formatCode="0">
                  <c:v>212</c:v>
                </c:pt>
                <c:pt idx="2465" formatCode="0">
                  <c:v>212</c:v>
                </c:pt>
                <c:pt idx="2466" formatCode="0">
                  <c:v>212</c:v>
                </c:pt>
                <c:pt idx="2467" formatCode="0">
                  <c:v>212</c:v>
                </c:pt>
                <c:pt idx="2468" formatCode="0">
                  <c:v>212</c:v>
                </c:pt>
                <c:pt idx="2469" formatCode="0">
                  <c:v>212</c:v>
                </c:pt>
                <c:pt idx="2470" formatCode="0">
                  <c:v>212</c:v>
                </c:pt>
                <c:pt idx="2471" formatCode="0">
                  <c:v>225</c:v>
                </c:pt>
                <c:pt idx="2472" formatCode="0">
                  <c:v>225</c:v>
                </c:pt>
                <c:pt idx="2473" formatCode="0">
                  <c:v>225</c:v>
                </c:pt>
                <c:pt idx="2474" formatCode="0">
                  <c:v>225</c:v>
                </c:pt>
                <c:pt idx="2475" formatCode="0">
                  <c:v>225</c:v>
                </c:pt>
                <c:pt idx="2476" formatCode="0">
                  <c:v>225</c:v>
                </c:pt>
                <c:pt idx="2477" formatCode="0">
                  <c:v>225</c:v>
                </c:pt>
                <c:pt idx="2478" formatCode="0">
                  <c:v>225</c:v>
                </c:pt>
                <c:pt idx="2479" formatCode="0">
                  <c:v>225</c:v>
                </c:pt>
                <c:pt idx="2480" formatCode="0">
                  <c:v>225</c:v>
                </c:pt>
                <c:pt idx="2481" formatCode="0">
                  <c:v>225</c:v>
                </c:pt>
                <c:pt idx="2482" formatCode="0">
                  <c:v>225</c:v>
                </c:pt>
                <c:pt idx="2483" formatCode="0">
                  <c:v>225</c:v>
                </c:pt>
                <c:pt idx="2484" formatCode="0">
                  <c:v>225</c:v>
                </c:pt>
                <c:pt idx="2485" formatCode="0">
                  <c:v>225</c:v>
                </c:pt>
                <c:pt idx="2486" formatCode="0">
                  <c:v>225</c:v>
                </c:pt>
                <c:pt idx="2487" formatCode="0">
                  <c:v>225</c:v>
                </c:pt>
                <c:pt idx="2488" formatCode="0">
                  <c:v>225</c:v>
                </c:pt>
                <c:pt idx="2489" formatCode="0">
                  <c:v>225</c:v>
                </c:pt>
                <c:pt idx="2490" formatCode="0">
                  <c:v>225</c:v>
                </c:pt>
                <c:pt idx="2491" formatCode="0">
                  <c:v>225</c:v>
                </c:pt>
                <c:pt idx="2492" formatCode="0">
                  <c:v>225</c:v>
                </c:pt>
                <c:pt idx="2493" formatCode="0">
                  <c:v>225</c:v>
                </c:pt>
                <c:pt idx="2494" formatCode="0">
                  <c:v>225</c:v>
                </c:pt>
                <c:pt idx="2495" formatCode="0">
                  <c:v>225</c:v>
                </c:pt>
                <c:pt idx="2496" formatCode="0">
                  <c:v>225</c:v>
                </c:pt>
                <c:pt idx="2497" formatCode="0">
                  <c:v>225</c:v>
                </c:pt>
                <c:pt idx="2498" formatCode="0">
                  <c:v>225</c:v>
                </c:pt>
                <c:pt idx="2499" formatCode="0">
                  <c:v>225</c:v>
                </c:pt>
                <c:pt idx="2500" formatCode="0">
                  <c:v>225</c:v>
                </c:pt>
                <c:pt idx="2501" formatCode="0">
                  <c:v>225</c:v>
                </c:pt>
                <c:pt idx="2502" formatCode="0">
                  <c:v>225</c:v>
                </c:pt>
                <c:pt idx="2503" formatCode="0">
                  <c:v>225</c:v>
                </c:pt>
                <c:pt idx="2504" formatCode="0">
                  <c:v>225</c:v>
                </c:pt>
                <c:pt idx="2505" formatCode="0">
                  <c:v>225</c:v>
                </c:pt>
                <c:pt idx="2506" formatCode="0">
                  <c:v>225</c:v>
                </c:pt>
                <c:pt idx="2507" formatCode="0">
                  <c:v>225</c:v>
                </c:pt>
                <c:pt idx="2508" formatCode="0">
                  <c:v>225</c:v>
                </c:pt>
                <c:pt idx="2509" formatCode="0">
                  <c:v>225</c:v>
                </c:pt>
                <c:pt idx="2510" formatCode="0">
                  <c:v>225</c:v>
                </c:pt>
                <c:pt idx="2511" formatCode="0">
                  <c:v>225</c:v>
                </c:pt>
                <c:pt idx="2512" formatCode="0">
                  <c:v>225</c:v>
                </c:pt>
                <c:pt idx="2513" formatCode="0">
                  <c:v>225</c:v>
                </c:pt>
                <c:pt idx="2514" formatCode="0">
                  <c:v>225</c:v>
                </c:pt>
                <c:pt idx="2515" formatCode="0">
                  <c:v>225</c:v>
                </c:pt>
                <c:pt idx="2516" formatCode="0">
                  <c:v>225</c:v>
                </c:pt>
                <c:pt idx="2517" formatCode="0">
                  <c:v>225</c:v>
                </c:pt>
                <c:pt idx="2518" formatCode="0">
                  <c:v>225</c:v>
                </c:pt>
                <c:pt idx="2519" formatCode="0">
                  <c:v>225</c:v>
                </c:pt>
                <c:pt idx="2520" formatCode="0">
                  <c:v>225</c:v>
                </c:pt>
                <c:pt idx="2521" formatCode="0">
                  <c:v>225</c:v>
                </c:pt>
                <c:pt idx="2522" formatCode="0">
                  <c:v>225</c:v>
                </c:pt>
                <c:pt idx="2523" formatCode="0">
                  <c:v>225</c:v>
                </c:pt>
                <c:pt idx="2524" formatCode="0">
                  <c:v>225</c:v>
                </c:pt>
                <c:pt idx="2525" formatCode="0">
                  <c:v>225</c:v>
                </c:pt>
                <c:pt idx="2526" formatCode="0">
                  <c:v>225</c:v>
                </c:pt>
                <c:pt idx="2527" formatCode="0">
                  <c:v>225</c:v>
                </c:pt>
                <c:pt idx="2528" formatCode="0">
                  <c:v>225</c:v>
                </c:pt>
                <c:pt idx="2529" formatCode="0">
                  <c:v>225</c:v>
                </c:pt>
                <c:pt idx="2530" formatCode="0">
                  <c:v>225</c:v>
                </c:pt>
                <c:pt idx="2531" formatCode="0">
                  <c:v>225</c:v>
                </c:pt>
                <c:pt idx="2532" formatCode="0">
                  <c:v>225</c:v>
                </c:pt>
                <c:pt idx="2533" formatCode="0">
                  <c:v>225</c:v>
                </c:pt>
                <c:pt idx="2534" formatCode="0">
                  <c:v>225</c:v>
                </c:pt>
                <c:pt idx="2535" formatCode="0">
                  <c:v>225</c:v>
                </c:pt>
                <c:pt idx="2536" formatCode="0">
                  <c:v>225</c:v>
                </c:pt>
                <c:pt idx="2537" formatCode="0">
                  <c:v>225</c:v>
                </c:pt>
                <c:pt idx="2538" formatCode="0">
                  <c:v>225</c:v>
                </c:pt>
                <c:pt idx="2539" formatCode="0">
                  <c:v>225</c:v>
                </c:pt>
                <c:pt idx="2540" formatCode="0">
                  <c:v>225</c:v>
                </c:pt>
                <c:pt idx="2541" formatCode="0">
                  <c:v>225</c:v>
                </c:pt>
                <c:pt idx="2542" formatCode="0">
                  <c:v>225</c:v>
                </c:pt>
                <c:pt idx="2543" formatCode="0">
                  <c:v>225</c:v>
                </c:pt>
                <c:pt idx="2544" formatCode="0">
                  <c:v>225</c:v>
                </c:pt>
                <c:pt idx="2545" formatCode="0">
                  <c:v>225</c:v>
                </c:pt>
                <c:pt idx="2546" formatCode="0">
                  <c:v>225</c:v>
                </c:pt>
                <c:pt idx="2547" formatCode="0">
                  <c:v>225</c:v>
                </c:pt>
                <c:pt idx="2548" formatCode="0">
                  <c:v>225</c:v>
                </c:pt>
                <c:pt idx="2549" formatCode="0">
                  <c:v>232</c:v>
                </c:pt>
                <c:pt idx="2550" formatCode="0">
                  <c:v>232</c:v>
                </c:pt>
                <c:pt idx="2551" formatCode="0">
                  <c:v>232</c:v>
                </c:pt>
                <c:pt idx="2552" formatCode="0">
                  <c:v>232</c:v>
                </c:pt>
                <c:pt idx="2553" formatCode="0">
                  <c:v>232</c:v>
                </c:pt>
                <c:pt idx="2554" formatCode="0">
                  <c:v>232</c:v>
                </c:pt>
                <c:pt idx="2555" formatCode="0">
                  <c:v>232</c:v>
                </c:pt>
                <c:pt idx="2556" formatCode="0">
                  <c:v>232</c:v>
                </c:pt>
                <c:pt idx="2557" formatCode="0">
                  <c:v>232</c:v>
                </c:pt>
                <c:pt idx="2558" formatCode="0">
                  <c:v>232</c:v>
                </c:pt>
                <c:pt idx="2559" formatCode="0">
                  <c:v>232</c:v>
                </c:pt>
                <c:pt idx="2560" formatCode="0">
                  <c:v>232</c:v>
                </c:pt>
                <c:pt idx="2561" formatCode="0">
                  <c:v>232</c:v>
                </c:pt>
                <c:pt idx="2562" formatCode="0">
                  <c:v>232</c:v>
                </c:pt>
                <c:pt idx="2563" formatCode="0">
                  <c:v>232</c:v>
                </c:pt>
                <c:pt idx="2564" formatCode="0">
                  <c:v>232</c:v>
                </c:pt>
                <c:pt idx="2565" formatCode="0">
                  <c:v>232</c:v>
                </c:pt>
                <c:pt idx="2566" formatCode="0">
                  <c:v>232</c:v>
                </c:pt>
                <c:pt idx="2567" formatCode="0">
                  <c:v>232</c:v>
                </c:pt>
                <c:pt idx="2568" formatCode="0">
                  <c:v>232</c:v>
                </c:pt>
                <c:pt idx="2569" formatCode="0">
                  <c:v>232</c:v>
                </c:pt>
                <c:pt idx="2570" formatCode="0">
                  <c:v>232</c:v>
                </c:pt>
                <c:pt idx="2571" formatCode="0">
                  <c:v>232</c:v>
                </c:pt>
                <c:pt idx="2572" formatCode="0">
                  <c:v>232</c:v>
                </c:pt>
                <c:pt idx="2573" formatCode="0">
                  <c:v>232</c:v>
                </c:pt>
                <c:pt idx="2574" formatCode="0">
                  <c:v>232</c:v>
                </c:pt>
                <c:pt idx="2575" formatCode="0">
                  <c:v>232</c:v>
                </c:pt>
                <c:pt idx="2576" formatCode="0">
                  <c:v>232</c:v>
                </c:pt>
                <c:pt idx="2577" formatCode="0">
                  <c:v>232</c:v>
                </c:pt>
                <c:pt idx="2578" formatCode="0">
                  <c:v>232</c:v>
                </c:pt>
                <c:pt idx="2579" formatCode="0">
                  <c:v>232</c:v>
                </c:pt>
                <c:pt idx="2580" formatCode="0">
                  <c:v>232</c:v>
                </c:pt>
                <c:pt idx="2581" formatCode="0">
                  <c:v>232</c:v>
                </c:pt>
                <c:pt idx="2582" formatCode="0">
                  <c:v>232</c:v>
                </c:pt>
                <c:pt idx="2583" formatCode="0">
                  <c:v>232</c:v>
                </c:pt>
                <c:pt idx="2584" formatCode="0">
                  <c:v>232</c:v>
                </c:pt>
                <c:pt idx="2585" formatCode="0">
                  <c:v>232</c:v>
                </c:pt>
                <c:pt idx="2586" formatCode="0">
                  <c:v>232</c:v>
                </c:pt>
                <c:pt idx="2587" formatCode="0">
                  <c:v>232</c:v>
                </c:pt>
                <c:pt idx="2588" formatCode="0">
                  <c:v>232</c:v>
                </c:pt>
                <c:pt idx="2589" formatCode="0">
                  <c:v>232</c:v>
                </c:pt>
                <c:pt idx="2590" formatCode="0">
                  <c:v>232</c:v>
                </c:pt>
                <c:pt idx="2591" formatCode="0">
                  <c:v>232</c:v>
                </c:pt>
                <c:pt idx="2592" formatCode="0">
                  <c:v>232</c:v>
                </c:pt>
                <c:pt idx="2593" formatCode="0">
                  <c:v>232</c:v>
                </c:pt>
                <c:pt idx="2594" formatCode="0">
                  <c:v>232</c:v>
                </c:pt>
                <c:pt idx="2595" formatCode="0">
                  <c:v>232</c:v>
                </c:pt>
                <c:pt idx="2596" formatCode="0">
                  <c:v>232</c:v>
                </c:pt>
                <c:pt idx="2597" formatCode="0">
                  <c:v>232</c:v>
                </c:pt>
                <c:pt idx="2598" formatCode="0">
                  <c:v>232</c:v>
                </c:pt>
                <c:pt idx="2599" formatCode="0">
                  <c:v>232</c:v>
                </c:pt>
                <c:pt idx="2600" formatCode="0">
                  <c:v>232</c:v>
                </c:pt>
                <c:pt idx="2601" formatCode="0">
                  <c:v>232</c:v>
                </c:pt>
                <c:pt idx="2602" formatCode="0">
                  <c:v>232</c:v>
                </c:pt>
                <c:pt idx="2603" formatCode="0">
                  <c:v>232</c:v>
                </c:pt>
                <c:pt idx="2604" formatCode="0">
                  <c:v>232</c:v>
                </c:pt>
                <c:pt idx="2605" formatCode="0">
                  <c:v>232</c:v>
                </c:pt>
                <c:pt idx="2606" formatCode="0">
                  <c:v>232</c:v>
                </c:pt>
                <c:pt idx="2607" formatCode="0">
                  <c:v>232</c:v>
                </c:pt>
                <c:pt idx="2608" formatCode="0">
                  <c:v>232</c:v>
                </c:pt>
                <c:pt idx="2609" formatCode="0">
                  <c:v>232</c:v>
                </c:pt>
                <c:pt idx="2610" formatCode="0">
                  <c:v>232</c:v>
                </c:pt>
                <c:pt idx="2611" formatCode="0">
                  <c:v>232</c:v>
                </c:pt>
                <c:pt idx="2612" formatCode="0">
                  <c:v>232</c:v>
                </c:pt>
                <c:pt idx="2613" formatCode="0">
                  <c:v>232</c:v>
                </c:pt>
                <c:pt idx="2614" formatCode="0">
                  <c:v>232</c:v>
                </c:pt>
                <c:pt idx="2615" formatCode="0">
                  <c:v>232</c:v>
                </c:pt>
                <c:pt idx="2616" formatCode="0">
                  <c:v>232</c:v>
                </c:pt>
                <c:pt idx="2617" formatCode="0">
                  <c:v>232</c:v>
                </c:pt>
                <c:pt idx="2618" formatCode="0">
                  <c:v>232</c:v>
                </c:pt>
              </c:numCache>
            </c:numRef>
          </c:val>
          <c:smooth val="1"/>
          <c:extLst xmlns:c16r2="http://schemas.microsoft.com/office/drawing/2015/06/chart">
            <c:ext xmlns:c16="http://schemas.microsoft.com/office/drawing/2014/chart" uri="{C3380CC4-5D6E-409C-BE32-E72D297353CC}">
              <c16:uniqueId val="{00000000-C06D-4332-8914-4C39A0F263C6}"/>
            </c:ext>
          </c:extLst>
        </c:ser>
        <c:ser>
          <c:idx val="1"/>
          <c:order val="1"/>
          <c:tx>
            <c:strRef>
              <c:f>磷肥价格及价差!$X$1</c:f>
              <c:strCache>
                <c:ptCount val="1"/>
                <c:pt idx="0">
                  <c:v>磷矿石(湖北28%，元/吨）</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磷肥价格及价差!$V$3715:$V$6333</c:f>
              <c:numCache>
                <c:formatCode>m/d/yyyy</c:formatCode>
                <c:ptCount val="2619"/>
                <c:pt idx="0">
                  <c:v>42736</c:v>
                </c:pt>
                <c:pt idx="1">
                  <c:v>42737</c:v>
                </c:pt>
                <c:pt idx="2">
                  <c:v>42738</c:v>
                </c:pt>
                <c:pt idx="3">
                  <c:v>42739</c:v>
                </c:pt>
                <c:pt idx="4">
                  <c:v>42740</c:v>
                </c:pt>
                <c:pt idx="5">
                  <c:v>42741</c:v>
                </c:pt>
                <c:pt idx="6">
                  <c:v>42742</c:v>
                </c:pt>
                <c:pt idx="7">
                  <c:v>42743</c:v>
                </c:pt>
                <c:pt idx="8">
                  <c:v>42744</c:v>
                </c:pt>
                <c:pt idx="9">
                  <c:v>42745</c:v>
                </c:pt>
                <c:pt idx="10">
                  <c:v>42746</c:v>
                </c:pt>
                <c:pt idx="11">
                  <c:v>42747</c:v>
                </c:pt>
                <c:pt idx="12">
                  <c:v>42748</c:v>
                </c:pt>
                <c:pt idx="13">
                  <c:v>42749</c:v>
                </c:pt>
                <c:pt idx="14">
                  <c:v>42750</c:v>
                </c:pt>
                <c:pt idx="15">
                  <c:v>42751</c:v>
                </c:pt>
                <c:pt idx="16">
                  <c:v>42752</c:v>
                </c:pt>
                <c:pt idx="17">
                  <c:v>42753</c:v>
                </c:pt>
                <c:pt idx="18">
                  <c:v>42754</c:v>
                </c:pt>
                <c:pt idx="19">
                  <c:v>42755</c:v>
                </c:pt>
                <c:pt idx="20">
                  <c:v>42756</c:v>
                </c:pt>
                <c:pt idx="21">
                  <c:v>42757</c:v>
                </c:pt>
                <c:pt idx="22">
                  <c:v>42758</c:v>
                </c:pt>
                <c:pt idx="23">
                  <c:v>42759</c:v>
                </c:pt>
                <c:pt idx="24">
                  <c:v>42760</c:v>
                </c:pt>
                <c:pt idx="25">
                  <c:v>42761</c:v>
                </c:pt>
                <c:pt idx="26">
                  <c:v>42762</c:v>
                </c:pt>
                <c:pt idx="27">
                  <c:v>42763</c:v>
                </c:pt>
                <c:pt idx="28">
                  <c:v>42764</c:v>
                </c:pt>
                <c:pt idx="29">
                  <c:v>42765</c:v>
                </c:pt>
                <c:pt idx="30">
                  <c:v>42766</c:v>
                </c:pt>
                <c:pt idx="31">
                  <c:v>42767</c:v>
                </c:pt>
                <c:pt idx="32">
                  <c:v>42768</c:v>
                </c:pt>
                <c:pt idx="33">
                  <c:v>42769</c:v>
                </c:pt>
                <c:pt idx="34">
                  <c:v>42770</c:v>
                </c:pt>
                <c:pt idx="35">
                  <c:v>42771</c:v>
                </c:pt>
                <c:pt idx="36">
                  <c:v>42772</c:v>
                </c:pt>
                <c:pt idx="37">
                  <c:v>42773</c:v>
                </c:pt>
                <c:pt idx="38">
                  <c:v>42774</c:v>
                </c:pt>
                <c:pt idx="39">
                  <c:v>42775</c:v>
                </c:pt>
                <c:pt idx="40">
                  <c:v>42776</c:v>
                </c:pt>
                <c:pt idx="41">
                  <c:v>42777</c:v>
                </c:pt>
                <c:pt idx="42">
                  <c:v>42778</c:v>
                </c:pt>
                <c:pt idx="43">
                  <c:v>42779</c:v>
                </c:pt>
                <c:pt idx="44">
                  <c:v>42780</c:v>
                </c:pt>
                <c:pt idx="45">
                  <c:v>42781</c:v>
                </c:pt>
                <c:pt idx="46">
                  <c:v>42782</c:v>
                </c:pt>
                <c:pt idx="47">
                  <c:v>42783</c:v>
                </c:pt>
                <c:pt idx="48">
                  <c:v>42784</c:v>
                </c:pt>
                <c:pt idx="49">
                  <c:v>42785</c:v>
                </c:pt>
                <c:pt idx="50">
                  <c:v>42786</c:v>
                </c:pt>
                <c:pt idx="51">
                  <c:v>42787</c:v>
                </c:pt>
                <c:pt idx="52">
                  <c:v>42788</c:v>
                </c:pt>
                <c:pt idx="53">
                  <c:v>42789</c:v>
                </c:pt>
                <c:pt idx="54">
                  <c:v>42790</c:v>
                </c:pt>
                <c:pt idx="55">
                  <c:v>42791</c:v>
                </c:pt>
                <c:pt idx="56">
                  <c:v>42792</c:v>
                </c:pt>
                <c:pt idx="57">
                  <c:v>42793</c:v>
                </c:pt>
                <c:pt idx="58">
                  <c:v>42794</c:v>
                </c:pt>
                <c:pt idx="59">
                  <c:v>42795</c:v>
                </c:pt>
                <c:pt idx="60">
                  <c:v>42796</c:v>
                </c:pt>
                <c:pt idx="61">
                  <c:v>42797</c:v>
                </c:pt>
                <c:pt idx="62">
                  <c:v>42798</c:v>
                </c:pt>
                <c:pt idx="63">
                  <c:v>42799</c:v>
                </c:pt>
                <c:pt idx="64">
                  <c:v>42800</c:v>
                </c:pt>
                <c:pt idx="65">
                  <c:v>42801</c:v>
                </c:pt>
                <c:pt idx="66">
                  <c:v>42802</c:v>
                </c:pt>
                <c:pt idx="67">
                  <c:v>42803</c:v>
                </c:pt>
                <c:pt idx="68">
                  <c:v>42804</c:v>
                </c:pt>
                <c:pt idx="69">
                  <c:v>42805</c:v>
                </c:pt>
                <c:pt idx="70">
                  <c:v>42806</c:v>
                </c:pt>
                <c:pt idx="71">
                  <c:v>42807</c:v>
                </c:pt>
                <c:pt idx="72">
                  <c:v>42808</c:v>
                </c:pt>
                <c:pt idx="73">
                  <c:v>42809</c:v>
                </c:pt>
                <c:pt idx="74">
                  <c:v>42810</c:v>
                </c:pt>
                <c:pt idx="75">
                  <c:v>42811</c:v>
                </c:pt>
                <c:pt idx="76">
                  <c:v>42812</c:v>
                </c:pt>
                <c:pt idx="77">
                  <c:v>42813</c:v>
                </c:pt>
                <c:pt idx="78">
                  <c:v>42814</c:v>
                </c:pt>
                <c:pt idx="79">
                  <c:v>42815</c:v>
                </c:pt>
                <c:pt idx="80">
                  <c:v>42816</c:v>
                </c:pt>
                <c:pt idx="81">
                  <c:v>42817</c:v>
                </c:pt>
                <c:pt idx="82">
                  <c:v>42818</c:v>
                </c:pt>
                <c:pt idx="83">
                  <c:v>42819</c:v>
                </c:pt>
                <c:pt idx="84">
                  <c:v>42820</c:v>
                </c:pt>
                <c:pt idx="85">
                  <c:v>42821</c:v>
                </c:pt>
                <c:pt idx="86">
                  <c:v>42822</c:v>
                </c:pt>
                <c:pt idx="87">
                  <c:v>42823</c:v>
                </c:pt>
                <c:pt idx="88">
                  <c:v>42824</c:v>
                </c:pt>
                <c:pt idx="89">
                  <c:v>42825</c:v>
                </c:pt>
                <c:pt idx="90">
                  <c:v>42826</c:v>
                </c:pt>
                <c:pt idx="91">
                  <c:v>42827</c:v>
                </c:pt>
                <c:pt idx="92">
                  <c:v>42828</c:v>
                </c:pt>
                <c:pt idx="93">
                  <c:v>42829</c:v>
                </c:pt>
                <c:pt idx="94">
                  <c:v>42830</c:v>
                </c:pt>
                <c:pt idx="95">
                  <c:v>42831</c:v>
                </c:pt>
                <c:pt idx="96">
                  <c:v>42832</c:v>
                </c:pt>
                <c:pt idx="97">
                  <c:v>42833</c:v>
                </c:pt>
                <c:pt idx="98">
                  <c:v>42834</c:v>
                </c:pt>
                <c:pt idx="99">
                  <c:v>42835</c:v>
                </c:pt>
                <c:pt idx="100">
                  <c:v>42836</c:v>
                </c:pt>
                <c:pt idx="101">
                  <c:v>42837</c:v>
                </c:pt>
                <c:pt idx="102">
                  <c:v>42838</c:v>
                </c:pt>
                <c:pt idx="103">
                  <c:v>42839</c:v>
                </c:pt>
                <c:pt idx="104">
                  <c:v>42840</c:v>
                </c:pt>
                <c:pt idx="105">
                  <c:v>42841</c:v>
                </c:pt>
                <c:pt idx="106">
                  <c:v>42842</c:v>
                </c:pt>
                <c:pt idx="107">
                  <c:v>42843</c:v>
                </c:pt>
                <c:pt idx="108">
                  <c:v>42844</c:v>
                </c:pt>
                <c:pt idx="109">
                  <c:v>42845</c:v>
                </c:pt>
                <c:pt idx="110">
                  <c:v>42846</c:v>
                </c:pt>
                <c:pt idx="111">
                  <c:v>42847</c:v>
                </c:pt>
                <c:pt idx="112">
                  <c:v>42848</c:v>
                </c:pt>
                <c:pt idx="113">
                  <c:v>42849</c:v>
                </c:pt>
                <c:pt idx="114">
                  <c:v>42850</c:v>
                </c:pt>
                <c:pt idx="115">
                  <c:v>42851</c:v>
                </c:pt>
                <c:pt idx="116">
                  <c:v>42852</c:v>
                </c:pt>
                <c:pt idx="117">
                  <c:v>42853</c:v>
                </c:pt>
                <c:pt idx="118">
                  <c:v>42854</c:v>
                </c:pt>
                <c:pt idx="119">
                  <c:v>42855</c:v>
                </c:pt>
                <c:pt idx="120">
                  <c:v>42856</c:v>
                </c:pt>
                <c:pt idx="121">
                  <c:v>42857</c:v>
                </c:pt>
                <c:pt idx="122">
                  <c:v>42858</c:v>
                </c:pt>
                <c:pt idx="123">
                  <c:v>42859</c:v>
                </c:pt>
                <c:pt idx="124">
                  <c:v>42860</c:v>
                </c:pt>
                <c:pt idx="125">
                  <c:v>42861</c:v>
                </c:pt>
                <c:pt idx="126">
                  <c:v>42862</c:v>
                </c:pt>
                <c:pt idx="127">
                  <c:v>42863</c:v>
                </c:pt>
                <c:pt idx="128">
                  <c:v>42864</c:v>
                </c:pt>
                <c:pt idx="129">
                  <c:v>42865</c:v>
                </c:pt>
                <c:pt idx="130">
                  <c:v>42866</c:v>
                </c:pt>
                <c:pt idx="131">
                  <c:v>42867</c:v>
                </c:pt>
                <c:pt idx="132">
                  <c:v>42868</c:v>
                </c:pt>
                <c:pt idx="133">
                  <c:v>42869</c:v>
                </c:pt>
                <c:pt idx="134">
                  <c:v>42870</c:v>
                </c:pt>
                <c:pt idx="135">
                  <c:v>42871</c:v>
                </c:pt>
                <c:pt idx="136">
                  <c:v>42872</c:v>
                </c:pt>
                <c:pt idx="137">
                  <c:v>42873</c:v>
                </c:pt>
                <c:pt idx="138">
                  <c:v>42874</c:v>
                </c:pt>
                <c:pt idx="139">
                  <c:v>42875</c:v>
                </c:pt>
                <c:pt idx="140">
                  <c:v>42876</c:v>
                </c:pt>
                <c:pt idx="141">
                  <c:v>42877</c:v>
                </c:pt>
                <c:pt idx="142">
                  <c:v>42878</c:v>
                </c:pt>
                <c:pt idx="143">
                  <c:v>42879</c:v>
                </c:pt>
                <c:pt idx="144">
                  <c:v>42880</c:v>
                </c:pt>
                <c:pt idx="145">
                  <c:v>42881</c:v>
                </c:pt>
                <c:pt idx="146">
                  <c:v>42882</c:v>
                </c:pt>
                <c:pt idx="147">
                  <c:v>42883</c:v>
                </c:pt>
                <c:pt idx="148">
                  <c:v>42884</c:v>
                </c:pt>
                <c:pt idx="149">
                  <c:v>42885</c:v>
                </c:pt>
                <c:pt idx="150">
                  <c:v>42886</c:v>
                </c:pt>
                <c:pt idx="151">
                  <c:v>42887</c:v>
                </c:pt>
                <c:pt idx="152">
                  <c:v>42888</c:v>
                </c:pt>
                <c:pt idx="153">
                  <c:v>42889</c:v>
                </c:pt>
                <c:pt idx="154">
                  <c:v>42890</c:v>
                </c:pt>
                <c:pt idx="155">
                  <c:v>42891</c:v>
                </c:pt>
                <c:pt idx="156">
                  <c:v>42892</c:v>
                </c:pt>
                <c:pt idx="157">
                  <c:v>42893</c:v>
                </c:pt>
                <c:pt idx="158">
                  <c:v>42894</c:v>
                </c:pt>
                <c:pt idx="159">
                  <c:v>42895</c:v>
                </c:pt>
                <c:pt idx="160">
                  <c:v>42896</c:v>
                </c:pt>
                <c:pt idx="161">
                  <c:v>42897</c:v>
                </c:pt>
                <c:pt idx="162">
                  <c:v>42898</c:v>
                </c:pt>
                <c:pt idx="163">
                  <c:v>42899</c:v>
                </c:pt>
                <c:pt idx="164">
                  <c:v>42900</c:v>
                </c:pt>
                <c:pt idx="165">
                  <c:v>42901</c:v>
                </c:pt>
                <c:pt idx="166">
                  <c:v>42902</c:v>
                </c:pt>
                <c:pt idx="167">
                  <c:v>42903</c:v>
                </c:pt>
                <c:pt idx="168">
                  <c:v>42904</c:v>
                </c:pt>
                <c:pt idx="169">
                  <c:v>42905</c:v>
                </c:pt>
                <c:pt idx="170">
                  <c:v>42906</c:v>
                </c:pt>
                <c:pt idx="171">
                  <c:v>42907</c:v>
                </c:pt>
                <c:pt idx="172">
                  <c:v>42908</c:v>
                </c:pt>
                <c:pt idx="173">
                  <c:v>42909</c:v>
                </c:pt>
                <c:pt idx="174">
                  <c:v>42910</c:v>
                </c:pt>
                <c:pt idx="175">
                  <c:v>42911</c:v>
                </c:pt>
                <c:pt idx="176">
                  <c:v>42912</c:v>
                </c:pt>
                <c:pt idx="177">
                  <c:v>42913</c:v>
                </c:pt>
                <c:pt idx="178">
                  <c:v>42914</c:v>
                </c:pt>
                <c:pt idx="179">
                  <c:v>42915</c:v>
                </c:pt>
                <c:pt idx="180">
                  <c:v>42916</c:v>
                </c:pt>
                <c:pt idx="181">
                  <c:v>42917</c:v>
                </c:pt>
                <c:pt idx="182">
                  <c:v>42918</c:v>
                </c:pt>
                <c:pt idx="183">
                  <c:v>42919</c:v>
                </c:pt>
                <c:pt idx="184">
                  <c:v>42920</c:v>
                </c:pt>
                <c:pt idx="185">
                  <c:v>42921</c:v>
                </c:pt>
                <c:pt idx="186">
                  <c:v>42922</c:v>
                </c:pt>
                <c:pt idx="187">
                  <c:v>42923</c:v>
                </c:pt>
                <c:pt idx="188">
                  <c:v>42924</c:v>
                </c:pt>
                <c:pt idx="189">
                  <c:v>42925</c:v>
                </c:pt>
                <c:pt idx="190">
                  <c:v>42926</c:v>
                </c:pt>
                <c:pt idx="191">
                  <c:v>42927</c:v>
                </c:pt>
                <c:pt idx="192">
                  <c:v>42928</c:v>
                </c:pt>
                <c:pt idx="193">
                  <c:v>42929</c:v>
                </c:pt>
                <c:pt idx="194">
                  <c:v>42930</c:v>
                </c:pt>
                <c:pt idx="195">
                  <c:v>42931</c:v>
                </c:pt>
                <c:pt idx="196">
                  <c:v>42932</c:v>
                </c:pt>
                <c:pt idx="197">
                  <c:v>42933</c:v>
                </c:pt>
                <c:pt idx="198">
                  <c:v>42934</c:v>
                </c:pt>
                <c:pt idx="199">
                  <c:v>42935</c:v>
                </c:pt>
                <c:pt idx="200">
                  <c:v>42936</c:v>
                </c:pt>
                <c:pt idx="201">
                  <c:v>42937</c:v>
                </c:pt>
                <c:pt idx="202">
                  <c:v>42938</c:v>
                </c:pt>
                <c:pt idx="203">
                  <c:v>42939</c:v>
                </c:pt>
                <c:pt idx="204">
                  <c:v>42940</c:v>
                </c:pt>
                <c:pt idx="205">
                  <c:v>42941</c:v>
                </c:pt>
                <c:pt idx="206">
                  <c:v>42942</c:v>
                </c:pt>
                <c:pt idx="207">
                  <c:v>42943</c:v>
                </c:pt>
                <c:pt idx="208">
                  <c:v>42944</c:v>
                </c:pt>
                <c:pt idx="209">
                  <c:v>42945</c:v>
                </c:pt>
                <c:pt idx="210">
                  <c:v>42946</c:v>
                </c:pt>
                <c:pt idx="211">
                  <c:v>42947</c:v>
                </c:pt>
                <c:pt idx="212">
                  <c:v>42948</c:v>
                </c:pt>
                <c:pt idx="213">
                  <c:v>42949</c:v>
                </c:pt>
                <c:pt idx="214">
                  <c:v>42950</c:v>
                </c:pt>
                <c:pt idx="215">
                  <c:v>42951</c:v>
                </c:pt>
                <c:pt idx="216">
                  <c:v>42952</c:v>
                </c:pt>
                <c:pt idx="217">
                  <c:v>42953</c:v>
                </c:pt>
                <c:pt idx="218">
                  <c:v>42954</c:v>
                </c:pt>
                <c:pt idx="219">
                  <c:v>42955</c:v>
                </c:pt>
                <c:pt idx="220">
                  <c:v>42956</c:v>
                </c:pt>
                <c:pt idx="221">
                  <c:v>42957</c:v>
                </c:pt>
                <c:pt idx="222">
                  <c:v>42958</c:v>
                </c:pt>
                <c:pt idx="223">
                  <c:v>42959</c:v>
                </c:pt>
                <c:pt idx="224">
                  <c:v>42960</c:v>
                </c:pt>
                <c:pt idx="225">
                  <c:v>42961</c:v>
                </c:pt>
                <c:pt idx="226">
                  <c:v>42962</c:v>
                </c:pt>
                <c:pt idx="227">
                  <c:v>42963</c:v>
                </c:pt>
                <c:pt idx="228">
                  <c:v>42964</c:v>
                </c:pt>
                <c:pt idx="229">
                  <c:v>42965</c:v>
                </c:pt>
                <c:pt idx="230">
                  <c:v>42966</c:v>
                </c:pt>
                <c:pt idx="231">
                  <c:v>42967</c:v>
                </c:pt>
                <c:pt idx="232">
                  <c:v>42968</c:v>
                </c:pt>
                <c:pt idx="233">
                  <c:v>42969</c:v>
                </c:pt>
                <c:pt idx="234">
                  <c:v>42970</c:v>
                </c:pt>
                <c:pt idx="235">
                  <c:v>42971</c:v>
                </c:pt>
                <c:pt idx="236">
                  <c:v>42972</c:v>
                </c:pt>
                <c:pt idx="237">
                  <c:v>42973</c:v>
                </c:pt>
                <c:pt idx="238">
                  <c:v>42974</c:v>
                </c:pt>
                <c:pt idx="239">
                  <c:v>42975</c:v>
                </c:pt>
                <c:pt idx="240">
                  <c:v>42976</c:v>
                </c:pt>
                <c:pt idx="241">
                  <c:v>42977</c:v>
                </c:pt>
                <c:pt idx="242">
                  <c:v>42978</c:v>
                </c:pt>
                <c:pt idx="243">
                  <c:v>42979</c:v>
                </c:pt>
                <c:pt idx="244">
                  <c:v>42980</c:v>
                </c:pt>
                <c:pt idx="245">
                  <c:v>42981</c:v>
                </c:pt>
                <c:pt idx="246">
                  <c:v>42982</c:v>
                </c:pt>
                <c:pt idx="247">
                  <c:v>42983</c:v>
                </c:pt>
                <c:pt idx="248">
                  <c:v>42984</c:v>
                </c:pt>
                <c:pt idx="249">
                  <c:v>42985</c:v>
                </c:pt>
                <c:pt idx="250">
                  <c:v>42986</c:v>
                </c:pt>
                <c:pt idx="251">
                  <c:v>42987</c:v>
                </c:pt>
                <c:pt idx="252">
                  <c:v>42988</c:v>
                </c:pt>
                <c:pt idx="253">
                  <c:v>42989</c:v>
                </c:pt>
                <c:pt idx="254">
                  <c:v>42990</c:v>
                </c:pt>
                <c:pt idx="255">
                  <c:v>42991</c:v>
                </c:pt>
                <c:pt idx="256">
                  <c:v>42992</c:v>
                </c:pt>
                <c:pt idx="257">
                  <c:v>42993</c:v>
                </c:pt>
                <c:pt idx="258">
                  <c:v>42994</c:v>
                </c:pt>
                <c:pt idx="259">
                  <c:v>42995</c:v>
                </c:pt>
                <c:pt idx="260">
                  <c:v>42996</c:v>
                </c:pt>
                <c:pt idx="261">
                  <c:v>42997</c:v>
                </c:pt>
                <c:pt idx="262">
                  <c:v>42998</c:v>
                </c:pt>
                <c:pt idx="263">
                  <c:v>42999</c:v>
                </c:pt>
                <c:pt idx="264">
                  <c:v>43000</c:v>
                </c:pt>
                <c:pt idx="265">
                  <c:v>43001</c:v>
                </c:pt>
                <c:pt idx="266">
                  <c:v>43002</c:v>
                </c:pt>
                <c:pt idx="267">
                  <c:v>43003</c:v>
                </c:pt>
                <c:pt idx="268">
                  <c:v>43004</c:v>
                </c:pt>
                <c:pt idx="269">
                  <c:v>43005</c:v>
                </c:pt>
                <c:pt idx="270">
                  <c:v>43006</c:v>
                </c:pt>
                <c:pt idx="271">
                  <c:v>43007</c:v>
                </c:pt>
                <c:pt idx="272">
                  <c:v>43008</c:v>
                </c:pt>
                <c:pt idx="273">
                  <c:v>43009</c:v>
                </c:pt>
                <c:pt idx="274">
                  <c:v>43010</c:v>
                </c:pt>
                <c:pt idx="275">
                  <c:v>43011</c:v>
                </c:pt>
                <c:pt idx="276">
                  <c:v>43012</c:v>
                </c:pt>
                <c:pt idx="277">
                  <c:v>43013</c:v>
                </c:pt>
                <c:pt idx="278">
                  <c:v>43014</c:v>
                </c:pt>
                <c:pt idx="279">
                  <c:v>43015</c:v>
                </c:pt>
                <c:pt idx="280">
                  <c:v>43016</c:v>
                </c:pt>
                <c:pt idx="281">
                  <c:v>43017</c:v>
                </c:pt>
                <c:pt idx="282">
                  <c:v>43018</c:v>
                </c:pt>
                <c:pt idx="283">
                  <c:v>43019</c:v>
                </c:pt>
                <c:pt idx="284">
                  <c:v>43020</c:v>
                </c:pt>
                <c:pt idx="285">
                  <c:v>43021</c:v>
                </c:pt>
                <c:pt idx="286">
                  <c:v>43022</c:v>
                </c:pt>
                <c:pt idx="287">
                  <c:v>43023</c:v>
                </c:pt>
                <c:pt idx="288">
                  <c:v>43024</c:v>
                </c:pt>
                <c:pt idx="289">
                  <c:v>43025</c:v>
                </c:pt>
                <c:pt idx="290">
                  <c:v>43026</c:v>
                </c:pt>
                <c:pt idx="291">
                  <c:v>43027</c:v>
                </c:pt>
                <c:pt idx="292">
                  <c:v>43028</c:v>
                </c:pt>
                <c:pt idx="293">
                  <c:v>43029</c:v>
                </c:pt>
                <c:pt idx="294">
                  <c:v>43030</c:v>
                </c:pt>
                <c:pt idx="295">
                  <c:v>43031</c:v>
                </c:pt>
                <c:pt idx="296">
                  <c:v>43032</c:v>
                </c:pt>
                <c:pt idx="297">
                  <c:v>43033</c:v>
                </c:pt>
                <c:pt idx="298">
                  <c:v>43034</c:v>
                </c:pt>
                <c:pt idx="299">
                  <c:v>43035</c:v>
                </c:pt>
                <c:pt idx="300">
                  <c:v>43036</c:v>
                </c:pt>
                <c:pt idx="301">
                  <c:v>43037</c:v>
                </c:pt>
                <c:pt idx="302">
                  <c:v>43038</c:v>
                </c:pt>
                <c:pt idx="303">
                  <c:v>43039</c:v>
                </c:pt>
                <c:pt idx="304">
                  <c:v>43040</c:v>
                </c:pt>
                <c:pt idx="305">
                  <c:v>43041</c:v>
                </c:pt>
                <c:pt idx="306">
                  <c:v>43042</c:v>
                </c:pt>
                <c:pt idx="307">
                  <c:v>43043</c:v>
                </c:pt>
                <c:pt idx="308">
                  <c:v>43044</c:v>
                </c:pt>
                <c:pt idx="309">
                  <c:v>43045</c:v>
                </c:pt>
                <c:pt idx="310">
                  <c:v>43046</c:v>
                </c:pt>
                <c:pt idx="311">
                  <c:v>43047</c:v>
                </c:pt>
                <c:pt idx="312">
                  <c:v>43048</c:v>
                </c:pt>
                <c:pt idx="313">
                  <c:v>43049</c:v>
                </c:pt>
                <c:pt idx="314">
                  <c:v>43050</c:v>
                </c:pt>
                <c:pt idx="315">
                  <c:v>43051</c:v>
                </c:pt>
                <c:pt idx="316">
                  <c:v>43052</c:v>
                </c:pt>
                <c:pt idx="317">
                  <c:v>43053</c:v>
                </c:pt>
                <c:pt idx="318">
                  <c:v>43054</c:v>
                </c:pt>
                <c:pt idx="319">
                  <c:v>43055</c:v>
                </c:pt>
                <c:pt idx="320">
                  <c:v>43056</c:v>
                </c:pt>
                <c:pt idx="321">
                  <c:v>43057</c:v>
                </c:pt>
                <c:pt idx="322">
                  <c:v>43058</c:v>
                </c:pt>
                <c:pt idx="323">
                  <c:v>43059</c:v>
                </c:pt>
                <c:pt idx="324">
                  <c:v>43060</c:v>
                </c:pt>
                <c:pt idx="325">
                  <c:v>43061</c:v>
                </c:pt>
                <c:pt idx="326">
                  <c:v>43062</c:v>
                </c:pt>
                <c:pt idx="327">
                  <c:v>43063</c:v>
                </c:pt>
                <c:pt idx="328">
                  <c:v>43064</c:v>
                </c:pt>
                <c:pt idx="329">
                  <c:v>43065</c:v>
                </c:pt>
                <c:pt idx="330">
                  <c:v>43066</c:v>
                </c:pt>
                <c:pt idx="331">
                  <c:v>43067</c:v>
                </c:pt>
                <c:pt idx="332">
                  <c:v>43068</c:v>
                </c:pt>
                <c:pt idx="333">
                  <c:v>43069</c:v>
                </c:pt>
                <c:pt idx="334">
                  <c:v>43070</c:v>
                </c:pt>
                <c:pt idx="335">
                  <c:v>43071</c:v>
                </c:pt>
                <c:pt idx="336">
                  <c:v>43072</c:v>
                </c:pt>
                <c:pt idx="337">
                  <c:v>43073</c:v>
                </c:pt>
                <c:pt idx="338">
                  <c:v>43074</c:v>
                </c:pt>
                <c:pt idx="339">
                  <c:v>43075</c:v>
                </c:pt>
                <c:pt idx="340">
                  <c:v>43076</c:v>
                </c:pt>
                <c:pt idx="341">
                  <c:v>43077</c:v>
                </c:pt>
                <c:pt idx="342">
                  <c:v>43078</c:v>
                </c:pt>
                <c:pt idx="343">
                  <c:v>43079</c:v>
                </c:pt>
                <c:pt idx="344">
                  <c:v>43080</c:v>
                </c:pt>
                <c:pt idx="345">
                  <c:v>43081</c:v>
                </c:pt>
                <c:pt idx="346">
                  <c:v>43082</c:v>
                </c:pt>
                <c:pt idx="347">
                  <c:v>43083</c:v>
                </c:pt>
                <c:pt idx="348">
                  <c:v>43084</c:v>
                </c:pt>
                <c:pt idx="349">
                  <c:v>43085</c:v>
                </c:pt>
                <c:pt idx="350">
                  <c:v>43086</c:v>
                </c:pt>
                <c:pt idx="351">
                  <c:v>43087</c:v>
                </c:pt>
                <c:pt idx="352">
                  <c:v>43088</c:v>
                </c:pt>
                <c:pt idx="353">
                  <c:v>43089</c:v>
                </c:pt>
                <c:pt idx="354">
                  <c:v>43090</c:v>
                </c:pt>
                <c:pt idx="355">
                  <c:v>43091</c:v>
                </c:pt>
                <c:pt idx="356">
                  <c:v>43092</c:v>
                </c:pt>
                <c:pt idx="357">
                  <c:v>43093</c:v>
                </c:pt>
                <c:pt idx="358">
                  <c:v>43094</c:v>
                </c:pt>
                <c:pt idx="359">
                  <c:v>43095</c:v>
                </c:pt>
                <c:pt idx="360">
                  <c:v>43096</c:v>
                </c:pt>
                <c:pt idx="361">
                  <c:v>43097</c:v>
                </c:pt>
                <c:pt idx="362">
                  <c:v>43098</c:v>
                </c:pt>
                <c:pt idx="363">
                  <c:v>43099</c:v>
                </c:pt>
                <c:pt idx="364">
                  <c:v>43100</c:v>
                </c:pt>
                <c:pt idx="365">
                  <c:v>43101</c:v>
                </c:pt>
                <c:pt idx="366">
                  <c:v>43102</c:v>
                </c:pt>
                <c:pt idx="367">
                  <c:v>43103</c:v>
                </c:pt>
                <c:pt idx="368">
                  <c:v>43104</c:v>
                </c:pt>
                <c:pt idx="369">
                  <c:v>43105</c:v>
                </c:pt>
                <c:pt idx="370">
                  <c:v>43106</c:v>
                </c:pt>
                <c:pt idx="371">
                  <c:v>43107</c:v>
                </c:pt>
                <c:pt idx="372">
                  <c:v>43108</c:v>
                </c:pt>
                <c:pt idx="373">
                  <c:v>43109</c:v>
                </c:pt>
                <c:pt idx="374">
                  <c:v>43110</c:v>
                </c:pt>
                <c:pt idx="375">
                  <c:v>43111</c:v>
                </c:pt>
                <c:pt idx="376">
                  <c:v>43112</c:v>
                </c:pt>
                <c:pt idx="377">
                  <c:v>43113</c:v>
                </c:pt>
                <c:pt idx="378">
                  <c:v>43114</c:v>
                </c:pt>
                <c:pt idx="379">
                  <c:v>43115</c:v>
                </c:pt>
                <c:pt idx="380">
                  <c:v>43116</c:v>
                </c:pt>
                <c:pt idx="381">
                  <c:v>43117</c:v>
                </c:pt>
                <c:pt idx="382">
                  <c:v>43118</c:v>
                </c:pt>
                <c:pt idx="383">
                  <c:v>43119</c:v>
                </c:pt>
                <c:pt idx="384">
                  <c:v>43120</c:v>
                </c:pt>
                <c:pt idx="385">
                  <c:v>43121</c:v>
                </c:pt>
                <c:pt idx="386">
                  <c:v>43122</c:v>
                </c:pt>
                <c:pt idx="387">
                  <c:v>43123</c:v>
                </c:pt>
                <c:pt idx="388">
                  <c:v>43124</c:v>
                </c:pt>
                <c:pt idx="389">
                  <c:v>43125</c:v>
                </c:pt>
                <c:pt idx="390">
                  <c:v>43126</c:v>
                </c:pt>
                <c:pt idx="391">
                  <c:v>43127</c:v>
                </c:pt>
                <c:pt idx="392">
                  <c:v>43128</c:v>
                </c:pt>
                <c:pt idx="393">
                  <c:v>43129</c:v>
                </c:pt>
                <c:pt idx="394">
                  <c:v>43130</c:v>
                </c:pt>
                <c:pt idx="395">
                  <c:v>43131</c:v>
                </c:pt>
                <c:pt idx="396">
                  <c:v>43132</c:v>
                </c:pt>
                <c:pt idx="397">
                  <c:v>43133</c:v>
                </c:pt>
                <c:pt idx="398">
                  <c:v>43134</c:v>
                </c:pt>
                <c:pt idx="399">
                  <c:v>43135</c:v>
                </c:pt>
                <c:pt idx="400">
                  <c:v>43136</c:v>
                </c:pt>
                <c:pt idx="401">
                  <c:v>43137</c:v>
                </c:pt>
                <c:pt idx="402">
                  <c:v>43138</c:v>
                </c:pt>
                <c:pt idx="403">
                  <c:v>43139</c:v>
                </c:pt>
                <c:pt idx="404">
                  <c:v>43140</c:v>
                </c:pt>
                <c:pt idx="405">
                  <c:v>43141</c:v>
                </c:pt>
                <c:pt idx="406">
                  <c:v>43142</c:v>
                </c:pt>
                <c:pt idx="407">
                  <c:v>43143</c:v>
                </c:pt>
                <c:pt idx="408">
                  <c:v>43144</c:v>
                </c:pt>
                <c:pt idx="409">
                  <c:v>43145</c:v>
                </c:pt>
                <c:pt idx="410">
                  <c:v>43146</c:v>
                </c:pt>
                <c:pt idx="411">
                  <c:v>43147</c:v>
                </c:pt>
                <c:pt idx="412">
                  <c:v>43148</c:v>
                </c:pt>
                <c:pt idx="413">
                  <c:v>43149</c:v>
                </c:pt>
                <c:pt idx="414">
                  <c:v>43150</c:v>
                </c:pt>
                <c:pt idx="415">
                  <c:v>43151</c:v>
                </c:pt>
                <c:pt idx="416">
                  <c:v>43152</c:v>
                </c:pt>
                <c:pt idx="417">
                  <c:v>43153</c:v>
                </c:pt>
                <c:pt idx="418">
                  <c:v>43154</c:v>
                </c:pt>
                <c:pt idx="419">
                  <c:v>43155</c:v>
                </c:pt>
                <c:pt idx="420">
                  <c:v>43156</c:v>
                </c:pt>
                <c:pt idx="421">
                  <c:v>43157</c:v>
                </c:pt>
                <c:pt idx="422">
                  <c:v>43158</c:v>
                </c:pt>
                <c:pt idx="423">
                  <c:v>43159</c:v>
                </c:pt>
                <c:pt idx="424">
                  <c:v>43160</c:v>
                </c:pt>
                <c:pt idx="425">
                  <c:v>43161</c:v>
                </c:pt>
                <c:pt idx="426">
                  <c:v>43162</c:v>
                </c:pt>
                <c:pt idx="427">
                  <c:v>43163</c:v>
                </c:pt>
                <c:pt idx="428">
                  <c:v>43164</c:v>
                </c:pt>
                <c:pt idx="429">
                  <c:v>43165</c:v>
                </c:pt>
                <c:pt idx="430">
                  <c:v>43166</c:v>
                </c:pt>
                <c:pt idx="431">
                  <c:v>43167</c:v>
                </c:pt>
                <c:pt idx="432">
                  <c:v>43168</c:v>
                </c:pt>
                <c:pt idx="433">
                  <c:v>43169</c:v>
                </c:pt>
                <c:pt idx="434">
                  <c:v>43170</c:v>
                </c:pt>
                <c:pt idx="435">
                  <c:v>43171</c:v>
                </c:pt>
                <c:pt idx="436">
                  <c:v>43172</c:v>
                </c:pt>
                <c:pt idx="437">
                  <c:v>43173</c:v>
                </c:pt>
                <c:pt idx="438">
                  <c:v>43174</c:v>
                </c:pt>
                <c:pt idx="439">
                  <c:v>43175</c:v>
                </c:pt>
                <c:pt idx="440">
                  <c:v>43176</c:v>
                </c:pt>
                <c:pt idx="441">
                  <c:v>43177</c:v>
                </c:pt>
                <c:pt idx="442">
                  <c:v>43178</c:v>
                </c:pt>
                <c:pt idx="443">
                  <c:v>43179</c:v>
                </c:pt>
                <c:pt idx="444">
                  <c:v>43180</c:v>
                </c:pt>
                <c:pt idx="445">
                  <c:v>43181</c:v>
                </c:pt>
                <c:pt idx="446">
                  <c:v>43182</c:v>
                </c:pt>
                <c:pt idx="447">
                  <c:v>43183</c:v>
                </c:pt>
                <c:pt idx="448">
                  <c:v>43184</c:v>
                </c:pt>
                <c:pt idx="449">
                  <c:v>43185</c:v>
                </c:pt>
                <c:pt idx="450">
                  <c:v>43186</c:v>
                </c:pt>
                <c:pt idx="451">
                  <c:v>43187</c:v>
                </c:pt>
                <c:pt idx="452">
                  <c:v>43188</c:v>
                </c:pt>
                <c:pt idx="453">
                  <c:v>43189</c:v>
                </c:pt>
                <c:pt idx="454">
                  <c:v>43190</c:v>
                </c:pt>
                <c:pt idx="455">
                  <c:v>43191</c:v>
                </c:pt>
                <c:pt idx="456">
                  <c:v>43192</c:v>
                </c:pt>
                <c:pt idx="457">
                  <c:v>43193</c:v>
                </c:pt>
                <c:pt idx="458">
                  <c:v>43194</c:v>
                </c:pt>
                <c:pt idx="459">
                  <c:v>43195</c:v>
                </c:pt>
                <c:pt idx="460">
                  <c:v>43196</c:v>
                </c:pt>
                <c:pt idx="461">
                  <c:v>43197</c:v>
                </c:pt>
                <c:pt idx="462">
                  <c:v>43198</c:v>
                </c:pt>
                <c:pt idx="463">
                  <c:v>43199</c:v>
                </c:pt>
                <c:pt idx="464">
                  <c:v>43200</c:v>
                </c:pt>
                <c:pt idx="465">
                  <c:v>43201</c:v>
                </c:pt>
                <c:pt idx="466">
                  <c:v>43202</c:v>
                </c:pt>
                <c:pt idx="467">
                  <c:v>43203</c:v>
                </c:pt>
                <c:pt idx="468">
                  <c:v>43204</c:v>
                </c:pt>
                <c:pt idx="469">
                  <c:v>43205</c:v>
                </c:pt>
                <c:pt idx="470">
                  <c:v>43206</c:v>
                </c:pt>
                <c:pt idx="471">
                  <c:v>43207</c:v>
                </c:pt>
                <c:pt idx="472">
                  <c:v>43208</c:v>
                </c:pt>
                <c:pt idx="473">
                  <c:v>43209</c:v>
                </c:pt>
                <c:pt idx="474">
                  <c:v>43210</c:v>
                </c:pt>
                <c:pt idx="475">
                  <c:v>43211</c:v>
                </c:pt>
                <c:pt idx="476">
                  <c:v>43212</c:v>
                </c:pt>
                <c:pt idx="477">
                  <c:v>43213</c:v>
                </c:pt>
                <c:pt idx="478">
                  <c:v>43214</c:v>
                </c:pt>
                <c:pt idx="479">
                  <c:v>43215</c:v>
                </c:pt>
                <c:pt idx="480">
                  <c:v>43216</c:v>
                </c:pt>
                <c:pt idx="481">
                  <c:v>43217</c:v>
                </c:pt>
                <c:pt idx="482">
                  <c:v>43218</c:v>
                </c:pt>
                <c:pt idx="483">
                  <c:v>43219</c:v>
                </c:pt>
                <c:pt idx="484">
                  <c:v>43220</c:v>
                </c:pt>
                <c:pt idx="485">
                  <c:v>43221</c:v>
                </c:pt>
                <c:pt idx="486">
                  <c:v>43222</c:v>
                </c:pt>
                <c:pt idx="487">
                  <c:v>43223</c:v>
                </c:pt>
                <c:pt idx="488">
                  <c:v>43224</c:v>
                </c:pt>
                <c:pt idx="489">
                  <c:v>43225</c:v>
                </c:pt>
                <c:pt idx="490">
                  <c:v>43226</c:v>
                </c:pt>
                <c:pt idx="491">
                  <c:v>43227</c:v>
                </c:pt>
                <c:pt idx="492">
                  <c:v>43228</c:v>
                </c:pt>
                <c:pt idx="493">
                  <c:v>43229</c:v>
                </c:pt>
                <c:pt idx="494">
                  <c:v>43230</c:v>
                </c:pt>
                <c:pt idx="495">
                  <c:v>43231</c:v>
                </c:pt>
                <c:pt idx="496">
                  <c:v>43232</c:v>
                </c:pt>
                <c:pt idx="497">
                  <c:v>43233</c:v>
                </c:pt>
                <c:pt idx="498">
                  <c:v>43234</c:v>
                </c:pt>
                <c:pt idx="499">
                  <c:v>43235</c:v>
                </c:pt>
                <c:pt idx="500">
                  <c:v>43236</c:v>
                </c:pt>
                <c:pt idx="501">
                  <c:v>43237</c:v>
                </c:pt>
                <c:pt idx="502">
                  <c:v>43238</c:v>
                </c:pt>
                <c:pt idx="503">
                  <c:v>43239</c:v>
                </c:pt>
                <c:pt idx="504">
                  <c:v>43240</c:v>
                </c:pt>
                <c:pt idx="505">
                  <c:v>43241</c:v>
                </c:pt>
                <c:pt idx="506">
                  <c:v>43242</c:v>
                </c:pt>
                <c:pt idx="507">
                  <c:v>43243</c:v>
                </c:pt>
                <c:pt idx="508">
                  <c:v>43244</c:v>
                </c:pt>
                <c:pt idx="509">
                  <c:v>43245</c:v>
                </c:pt>
                <c:pt idx="510">
                  <c:v>43246</c:v>
                </c:pt>
                <c:pt idx="511">
                  <c:v>43247</c:v>
                </c:pt>
                <c:pt idx="512">
                  <c:v>43248</c:v>
                </c:pt>
                <c:pt idx="513">
                  <c:v>43249</c:v>
                </c:pt>
                <c:pt idx="514">
                  <c:v>43250</c:v>
                </c:pt>
                <c:pt idx="515">
                  <c:v>43251</c:v>
                </c:pt>
                <c:pt idx="516">
                  <c:v>43252</c:v>
                </c:pt>
                <c:pt idx="517">
                  <c:v>43253</c:v>
                </c:pt>
                <c:pt idx="518">
                  <c:v>43254</c:v>
                </c:pt>
                <c:pt idx="519">
                  <c:v>43255</c:v>
                </c:pt>
                <c:pt idx="520">
                  <c:v>43256</c:v>
                </c:pt>
                <c:pt idx="521">
                  <c:v>43257</c:v>
                </c:pt>
                <c:pt idx="522">
                  <c:v>43258</c:v>
                </c:pt>
                <c:pt idx="523">
                  <c:v>43259</c:v>
                </c:pt>
                <c:pt idx="524">
                  <c:v>43260</c:v>
                </c:pt>
                <c:pt idx="525">
                  <c:v>43261</c:v>
                </c:pt>
                <c:pt idx="526">
                  <c:v>43262</c:v>
                </c:pt>
                <c:pt idx="527">
                  <c:v>43263</c:v>
                </c:pt>
                <c:pt idx="528">
                  <c:v>43264</c:v>
                </c:pt>
                <c:pt idx="529">
                  <c:v>43265</c:v>
                </c:pt>
                <c:pt idx="530">
                  <c:v>43266</c:v>
                </c:pt>
                <c:pt idx="531">
                  <c:v>43267</c:v>
                </c:pt>
                <c:pt idx="532">
                  <c:v>43268</c:v>
                </c:pt>
                <c:pt idx="533">
                  <c:v>43269</c:v>
                </c:pt>
                <c:pt idx="534">
                  <c:v>43270</c:v>
                </c:pt>
                <c:pt idx="535">
                  <c:v>43271</c:v>
                </c:pt>
                <c:pt idx="536">
                  <c:v>43272</c:v>
                </c:pt>
                <c:pt idx="537">
                  <c:v>43273</c:v>
                </c:pt>
                <c:pt idx="538">
                  <c:v>43274</c:v>
                </c:pt>
                <c:pt idx="539">
                  <c:v>43275</c:v>
                </c:pt>
                <c:pt idx="540">
                  <c:v>43276</c:v>
                </c:pt>
                <c:pt idx="541">
                  <c:v>43277</c:v>
                </c:pt>
                <c:pt idx="542">
                  <c:v>43278</c:v>
                </c:pt>
                <c:pt idx="543">
                  <c:v>43279</c:v>
                </c:pt>
                <c:pt idx="544">
                  <c:v>43280</c:v>
                </c:pt>
                <c:pt idx="545">
                  <c:v>43281</c:v>
                </c:pt>
                <c:pt idx="546">
                  <c:v>43282</c:v>
                </c:pt>
                <c:pt idx="547">
                  <c:v>43283</c:v>
                </c:pt>
                <c:pt idx="548">
                  <c:v>43284</c:v>
                </c:pt>
                <c:pt idx="549">
                  <c:v>43285</c:v>
                </c:pt>
                <c:pt idx="550">
                  <c:v>43286</c:v>
                </c:pt>
                <c:pt idx="551">
                  <c:v>43287</c:v>
                </c:pt>
                <c:pt idx="552">
                  <c:v>43288</c:v>
                </c:pt>
                <c:pt idx="553">
                  <c:v>43289</c:v>
                </c:pt>
                <c:pt idx="554">
                  <c:v>43290</c:v>
                </c:pt>
                <c:pt idx="555">
                  <c:v>43291</c:v>
                </c:pt>
                <c:pt idx="556">
                  <c:v>43292</c:v>
                </c:pt>
                <c:pt idx="557">
                  <c:v>43293</c:v>
                </c:pt>
                <c:pt idx="558">
                  <c:v>43294</c:v>
                </c:pt>
                <c:pt idx="559">
                  <c:v>43295</c:v>
                </c:pt>
                <c:pt idx="560">
                  <c:v>43296</c:v>
                </c:pt>
                <c:pt idx="561">
                  <c:v>43297</c:v>
                </c:pt>
                <c:pt idx="562">
                  <c:v>43298</c:v>
                </c:pt>
                <c:pt idx="563">
                  <c:v>43299</c:v>
                </c:pt>
                <c:pt idx="564">
                  <c:v>43300</c:v>
                </c:pt>
                <c:pt idx="565">
                  <c:v>43301</c:v>
                </c:pt>
                <c:pt idx="566">
                  <c:v>43302</c:v>
                </c:pt>
                <c:pt idx="567">
                  <c:v>43303</c:v>
                </c:pt>
                <c:pt idx="568">
                  <c:v>43304</c:v>
                </c:pt>
                <c:pt idx="569">
                  <c:v>43305</c:v>
                </c:pt>
                <c:pt idx="570">
                  <c:v>43306</c:v>
                </c:pt>
                <c:pt idx="571">
                  <c:v>43307</c:v>
                </c:pt>
                <c:pt idx="572">
                  <c:v>43308</c:v>
                </c:pt>
                <c:pt idx="573">
                  <c:v>43309</c:v>
                </c:pt>
                <c:pt idx="574">
                  <c:v>43310</c:v>
                </c:pt>
                <c:pt idx="575">
                  <c:v>43311</c:v>
                </c:pt>
                <c:pt idx="576">
                  <c:v>43312</c:v>
                </c:pt>
                <c:pt idx="577">
                  <c:v>43313</c:v>
                </c:pt>
                <c:pt idx="578">
                  <c:v>43314</c:v>
                </c:pt>
                <c:pt idx="579">
                  <c:v>43315</c:v>
                </c:pt>
                <c:pt idx="580">
                  <c:v>43316</c:v>
                </c:pt>
                <c:pt idx="581">
                  <c:v>43317</c:v>
                </c:pt>
                <c:pt idx="582">
                  <c:v>43318</c:v>
                </c:pt>
                <c:pt idx="583">
                  <c:v>43319</c:v>
                </c:pt>
                <c:pt idx="584">
                  <c:v>43320</c:v>
                </c:pt>
                <c:pt idx="585">
                  <c:v>43321</c:v>
                </c:pt>
                <c:pt idx="586">
                  <c:v>43322</c:v>
                </c:pt>
                <c:pt idx="587">
                  <c:v>43323</c:v>
                </c:pt>
                <c:pt idx="588">
                  <c:v>43324</c:v>
                </c:pt>
                <c:pt idx="589">
                  <c:v>43325</c:v>
                </c:pt>
                <c:pt idx="590">
                  <c:v>43326</c:v>
                </c:pt>
                <c:pt idx="591">
                  <c:v>43327</c:v>
                </c:pt>
                <c:pt idx="592">
                  <c:v>43328</c:v>
                </c:pt>
                <c:pt idx="593">
                  <c:v>43329</c:v>
                </c:pt>
                <c:pt idx="594">
                  <c:v>43330</c:v>
                </c:pt>
                <c:pt idx="595">
                  <c:v>43331</c:v>
                </c:pt>
                <c:pt idx="596">
                  <c:v>43332</c:v>
                </c:pt>
                <c:pt idx="597">
                  <c:v>43333</c:v>
                </c:pt>
                <c:pt idx="598">
                  <c:v>43334</c:v>
                </c:pt>
                <c:pt idx="599">
                  <c:v>43335</c:v>
                </c:pt>
                <c:pt idx="600">
                  <c:v>43336</c:v>
                </c:pt>
                <c:pt idx="601">
                  <c:v>43337</c:v>
                </c:pt>
                <c:pt idx="602">
                  <c:v>43338</c:v>
                </c:pt>
                <c:pt idx="603">
                  <c:v>43339</c:v>
                </c:pt>
                <c:pt idx="604">
                  <c:v>43340</c:v>
                </c:pt>
                <c:pt idx="605">
                  <c:v>43341</c:v>
                </c:pt>
                <c:pt idx="606">
                  <c:v>43342</c:v>
                </c:pt>
                <c:pt idx="607">
                  <c:v>43343</c:v>
                </c:pt>
                <c:pt idx="608">
                  <c:v>43344</c:v>
                </c:pt>
                <c:pt idx="609">
                  <c:v>43345</c:v>
                </c:pt>
                <c:pt idx="610">
                  <c:v>43346</c:v>
                </c:pt>
                <c:pt idx="611">
                  <c:v>43347</c:v>
                </c:pt>
                <c:pt idx="612">
                  <c:v>43348</c:v>
                </c:pt>
                <c:pt idx="613">
                  <c:v>43349</c:v>
                </c:pt>
                <c:pt idx="614">
                  <c:v>43350</c:v>
                </c:pt>
                <c:pt idx="615">
                  <c:v>43351</c:v>
                </c:pt>
                <c:pt idx="616">
                  <c:v>43352</c:v>
                </c:pt>
                <c:pt idx="617">
                  <c:v>43353</c:v>
                </c:pt>
                <c:pt idx="618">
                  <c:v>43354</c:v>
                </c:pt>
                <c:pt idx="619">
                  <c:v>43355</c:v>
                </c:pt>
                <c:pt idx="620">
                  <c:v>43356</c:v>
                </c:pt>
                <c:pt idx="621">
                  <c:v>43357</c:v>
                </c:pt>
                <c:pt idx="622">
                  <c:v>43358</c:v>
                </c:pt>
                <c:pt idx="623">
                  <c:v>43359</c:v>
                </c:pt>
                <c:pt idx="624">
                  <c:v>43360</c:v>
                </c:pt>
                <c:pt idx="625">
                  <c:v>43361</c:v>
                </c:pt>
                <c:pt idx="626">
                  <c:v>43362</c:v>
                </c:pt>
                <c:pt idx="627">
                  <c:v>43363</c:v>
                </c:pt>
                <c:pt idx="628">
                  <c:v>43364</c:v>
                </c:pt>
                <c:pt idx="629">
                  <c:v>43365</c:v>
                </c:pt>
                <c:pt idx="630">
                  <c:v>43366</c:v>
                </c:pt>
                <c:pt idx="631">
                  <c:v>43367</c:v>
                </c:pt>
                <c:pt idx="632">
                  <c:v>43368</c:v>
                </c:pt>
                <c:pt idx="633">
                  <c:v>43369</c:v>
                </c:pt>
                <c:pt idx="634">
                  <c:v>43370</c:v>
                </c:pt>
                <c:pt idx="635">
                  <c:v>43371</c:v>
                </c:pt>
                <c:pt idx="636">
                  <c:v>43372</c:v>
                </c:pt>
                <c:pt idx="637">
                  <c:v>43373</c:v>
                </c:pt>
                <c:pt idx="638">
                  <c:v>43374</c:v>
                </c:pt>
                <c:pt idx="639">
                  <c:v>43375</c:v>
                </c:pt>
                <c:pt idx="640">
                  <c:v>43376</c:v>
                </c:pt>
                <c:pt idx="641">
                  <c:v>43377</c:v>
                </c:pt>
                <c:pt idx="642">
                  <c:v>43378</c:v>
                </c:pt>
                <c:pt idx="643">
                  <c:v>43379</c:v>
                </c:pt>
                <c:pt idx="644">
                  <c:v>43380</c:v>
                </c:pt>
                <c:pt idx="645">
                  <c:v>43381</c:v>
                </c:pt>
                <c:pt idx="646">
                  <c:v>43382</c:v>
                </c:pt>
                <c:pt idx="647">
                  <c:v>43383</c:v>
                </c:pt>
                <c:pt idx="648">
                  <c:v>43384</c:v>
                </c:pt>
                <c:pt idx="649">
                  <c:v>43385</c:v>
                </c:pt>
                <c:pt idx="650">
                  <c:v>43386</c:v>
                </c:pt>
                <c:pt idx="651">
                  <c:v>43387</c:v>
                </c:pt>
                <c:pt idx="652">
                  <c:v>43388</c:v>
                </c:pt>
                <c:pt idx="653">
                  <c:v>43389</c:v>
                </c:pt>
                <c:pt idx="654">
                  <c:v>43390</c:v>
                </c:pt>
                <c:pt idx="655">
                  <c:v>43391</c:v>
                </c:pt>
                <c:pt idx="656">
                  <c:v>43392</c:v>
                </c:pt>
                <c:pt idx="657">
                  <c:v>43393</c:v>
                </c:pt>
                <c:pt idx="658">
                  <c:v>43394</c:v>
                </c:pt>
                <c:pt idx="659">
                  <c:v>43395</c:v>
                </c:pt>
                <c:pt idx="660">
                  <c:v>43396</c:v>
                </c:pt>
                <c:pt idx="661">
                  <c:v>43397</c:v>
                </c:pt>
                <c:pt idx="662">
                  <c:v>43398</c:v>
                </c:pt>
                <c:pt idx="663">
                  <c:v>43399</c:v>
                </c:pt>
                <c:pt idx="664">
                  <c:v>43400</c:v>
                </c:pt>
                <c:pt idx="665">
                  <c:v>43401</c:v>
                </c:pt>
                <c:pt idx="666">
                  <c:v>43402</c:v>
                </c:pt>
                <c:pt idx="667">
                  <c:v>43403</c:v>
                </c:pt>
                <c:pt idx="668">
                  <c:v>43404</c:v>
                </c:pt>
                <c:pt idx="669">
                  <c:v>43405</c:v>
                </c:pt>
                <c:pt idx="670">
                  <c:v>43406</c:v>
                </c:pt>
                <c:pt idx="671">
                  <c:v>43407</c:v>
                </c:pt>
                <c:pt idx="672">
                  <c:v>43408</c:v>
                </c:pt>
                <c:pt idx="673">
                  <c:v>43409</c:v>
                </c:pt>
                <c:pt idx="674">
                  <c:v>43410</c:v>
                </c:pt>
                <c:pt idx="675">
                  <c:v>43411</c:v>
                </c:pt>
                <c:pt idx="676">
                  <c:v>43412</c:v>
                </c:pt>
                <c:pt idx="677">
                  <c:v>43413</c:v>
                </c:pt>
                <c:pt idx="678">
                  <c:v>43414</c:v>
                </c:pt>
                <c:pt idx="679">
                  <c:v>43415</c:v>
                </c:pt>
                <c:pt idx="680">
                  <c:v>43416</c:v>
                </c:pt>
                <c:pt idx="681">
                  <c:v>43417</c:v>
                </c:pt>
                <c:pt idx="682">
                  <c:v>43418</c:v>
                </c:pt>
                <c:pt idx="683">
                  <c:v>43419</c:v>
                </c:pt>
                <c:pt idx="684">
                  <c:v>43420</c:v>
                </c:pt>
                <c:pt idx="685">
                  <c:v>43421</c:v>
                </c:pt>
                <c:pt idx="686">
                  <c:v>43422</c:v>
                </c:pt>
                <c:pt idx="687">
                  <c:v>43423</c:v>
                </c:pt>
                <c:pt idx="688">
                  <c:v>43424</c:v>
                </c:pt>
                <c:pt idx="689">
                  <c:v>43425</c:v>
                </c:pt>
                <c:pt idx="690">
                  <c:v>43426</c:v>
                </c:pt>
                <c:pt idx="691">
                  <c:v>43427</c:v>
                </c:pt>
                <c:pt idx="692">
                  <c:v>43428</c:v>
                </c:pt>
                <c:pt idx="693">
                  <c:v>43429</c:v>
                </c:pt>
                <c:pt idx="694">
                  <c:v>43430</c:v>
                </c:pt>
                <c:pt idx="695">
                  <c:v>43431</c:v>
                </c:pt>
                <c:pt idx="696">
                  <c:v>43432</c:v>
                </c:pt>
                <c:pt idx="697">
                  <c:v>43433</c:v>
                </c:pt>
                <c:pt idx="698">
                  <c:v>43434</c:v>
                </c:pt>
                <c:pt idx="699">
                  <c:v>43435</c:v>
                </c:pt>
                <c:pt idx="700">
                  <c:v>43436</c:v>
                </c:pt>
                <c:pt idx="701">
                  <c:v>43437</c:v>
                </c:pt>
                <c:pt idx="702">
                  <c:v>43438</c:v>
                </c:pt>
                <c:pt idx="703">
                  <c:v>43439</c:v>
                </c:pt>
                <c:pt idx="704">
                  <c:v>43440</c:v>
                </c:pt>
                <c:pt idx="705">
                  <c:v>43441</c:v>
                </c:pt>
                <c:pt idx="706">
                  <c:v>43442</c:v>
                </c:pt>
                <c:pt idx="707">
                  <c:v>43443</c:v>
                </c:pt>
                <c:pt idx="708">
                  <c:v>43444</c:v>
                </c:pt>
                <c:pt idx="709">
                  <c:v>43445</c:v>
                </c:pt>
                <c:pt idx="710">
                  <c:v>43446</c:v>
                </c:pt>
                <c:pt idx="711">
                  <c:v>43447</c:v>
                </c:pt>
                <c:pt idx="712">
                  <c:v>43448</c:v>
                </c:pt>
                <c:pt idx="713">
                  <c:v>43449</c:v>
                </c:pt>
                <c:pt idx="714">
                  <c:v>43450</c:v>
                </c:pt>
                <c:pt idx="715">
                  <c:v>43451</c:v>
                </c:pt>
                <c:pt idx="716">
                  <c:v>43452</c:v>
                </c:pt>
                <c:pt idx="717">
                  <c:v>43453</c:v>
                </c:pt>
                <c:pt idx="718">
                  <c:v>43454</c:v>
                </c:pt>
                <c:pt idx="719">
                  <c:v>43455</c:v>
                </c:pt>
                <c:pt idx="720">
                  <c:v>43456</c:v>
                </c:pt>
                <c:pt idx="721">
                  <c:v>43457</c:v>
                </c:pt>
                <c:pt idx="722">
                  <c:v>43458</c:v>
                </c:pt>
                <c:pt idx="723">
                  <c:v>43459</c:v>
                </c:pt>
                <c:pt idx="724">
                  <c:v>43460</c:v>
                </c:pt>
                <c:pt idx="725">
                  <c:v>43461</c:v>
                </c:pt>
                <c:pt idx="726">
                  <c:v>43462</c:v>
                </c:pt>
                <c:pt idx="727">
                  <c:v>43463</c:v>
                </c:pt>
                <c:pt idx="728">
                  <c:v>43464</c:v>
                </c:pt>
                <c:pt idx="729">
                  <c:v>43465</c:v>
                </c:pt>
                <c:pt idx="730">
                  <c:v>43466</c:v>
                </c:pt>
                <c:pt idx="731">
                  <c:v>43467</c:v>
                </c:pt>
                <c:pt idx="732">
                  <c:v>43468</c:v>
                </c:pt>
                <c:pt idx="733">
                  <c:v>43469</c:v>
                </c:pt>
                <c:pt idx="734">
                  <c:v>43470</c:v>
                </c:pt>
                <c:pt idx="735">
                  <c:v>43471</c:v>
                </c:pt>
                <c:pt idx="736">
                  <c:v>43472</c:v>
                </c:pt>
                <c:pt idx="737">
                  <c:v>43473</c:v>
                </c:pt>
                <c:pt idx="738">
                  <c:v>43474</c:v>
                </c:pt>
                <c:pt idx="739">
                  <c:v>43475</c:v>
                </c:pt>
                <c:pt idx="740">
                  <c:v>43476</c:v>
                </c:pt>
                <c:pt idx="741">
                  <c:v>43477</c:v>
                </c:pt>
                <c:pt idx="742">
                  <c:v>43478</c:v>
                </c:pt>
                <c:pt idx="743">
                  <c:v>43479</c:v>
                </c:pt>
                <c:pt idx="744">
                  <c:v>43480</c:v>
                </c:pt>
                <c:pt idx="745">
                  <c:v>43481</c:v>
                </c:pt>
                <c:pt idx="746">
                  <c:v>43482</c:v>
                </c:pt>
                <c:pt idx="747">
                  <c:v>43483</c:v>
                </c:pt>
                <c:pt idx="748">
                  <c:v>43484</c:v>
                </c:pt>
                <c:pt idx="749">
                  <c:v>43485</c:v>
                </c:pt>
                <c:pt idx="750">
                  <c:v>43486</c:v>
                </c:pt>
                <c:pt idx="751">
                  <c:v>43487</c:v>
                </c:pt>
                <c:pt idx="752">
                  <c:v>43488</c:v>
                </c:pt>
                <c:pt idx="753">
                  <c:v>43489</c:v>
                </c:pt>
                <c:pt idx="754">
                  <c:v>43490</c:v>
                </c:pt>
                <c:pt idx="755">
                  <c:v>43491</c:v>
                </c:pt>
                <c:pt idx="756">
                  <c:v>43492</c:v>
                </c:pt>
                <c:pt idx="757">
                  <c:v>43493</c:v>
                </c:pt>
                <c:pt idx="758">
                  <c:v>43494</c:v>
                </c:pt>
                <c:pt idx="759">
                  <c:v>43495</c:v>
                </c:pt>
                <c:pt idx="760">
                  <c:v>43496</c:v>
                </c:pt>
                <c:pt idx="761">
                  <c:v>43497</c:v>
                </c:pt>
                <c:pt idx="762">
                  <c:v>43498</c:v>
                </c:pt>
                <c:pt idx="763">
                  <c:v>43499</c:v>
                </c:pt>
                <c:pt idx="764">
                  <c:v>43500</c:v>
                </c:pt>
                <c:pt idx="765">
                  <c:v>43501</c:v>
                </c:pt>
                <c:pt idx="766">
                  <c:v>43502</c:v>
                </c:pt>
                <c:pt idx="767">
                  <c:v>43503</c:v>
                </c:pt>
                <c:pt idx="768">
                  <c:v>43504</c:v>
                </c:pt>
                <c:pt idx="769">
                  <c:v>43505</c:v>
                </c:pt>
                <c:pt idx="770">
                  <c:v>43506</c:v>
                </c:pt>
                <c:pt idx="771">
                  <c:v>43507</c:v>
                </c:pt>
                <c:pt idx="772">
                  <c:v>43508</c:v>
                </c:pt>
                <c:pt idx="773">
                  <c:v>43509</c:v>
                </c:pt>
                <c:pt idx="774">
                  <c:v>43510</c:v>
                </c:pt>
                <c:pt idx="775">
                  <c:v>43511</c:v>
                </c:pt>
                <c:pt idx="776">
                  <c:v>43512</c:v>
                </c:pt>
                <c:pt idx="777">
                  <c:v>43513</c:v>
                </c:pt>
                <c:pt idx="778">
                  <c:v>43514</c:v>
                </c:pt>
                <c:pt idx="779">
                  <c:v>43515</c:v>
                </c:pt>
                <c:pt idx="780">
                  <c:v>43516</c:v>
                </c:pt>
                <c:pt idx="781">
                  <c:v>43517</c:v>
                </c:pt>
                <c:pt idx="782">
                  <c:v>43518</c:v>
                </c:pt>
                <c:pt idx="783">
                  <c:v>43519</c:v>
                </c:pt>
                <c:pt idx="784">
                  <c:v>43520</c:v>
                </c:pt>
                <c:pt idx="785">
                  <c:v>43521</c:v>
                </c:pt>
                <c:pt idx="786">
                  <c:v>43522</c:v>
                </c:pt>
                <c:pt idx="787">
                  <c:v>43523</c:v>
                </c:pt>
                <c:pt idx="788">
                  <c:v>43524</c:v>
                </c:pt>
                <c:pt idx="789">
                  <c:v>43525</c:v>
                </c:pt>
                <c:pt idx="790">
                  <c:v>43526</c:v>
                </c:pt>
                <c:pt idx="791">
                  <c:v>43527</c:v>
                </c:pt>
                <c:pt idx="792">
                  <c:v>43528</c:v>
                </c:pt>
                <c:pt idx="793">
                  <c:v>43529</c:v>
                </c:pt>
                <c:pt idx="794">
                  <c:v>43530</c:v>
                </c:pt>
                <c:pt idx="795">
                  <c:v>43531</c:v>
                </c:pt>
                <c:pt idx="796">
                  <c:v>43532</c:v>
                </c:pt>
                <c:pt idx="797">
                  <c:v>43533</c:v>
                </c:pt>
                <c:pt idx="798">
                  <c:v>43534</c:v>
                </c:pt>
                <c:pt idx="799">
                  <c:v>43535</c:v>
                </c:pt>
                <c:pt idx="800">
                  <c:v>43536</c:v>
                </c:pt>
                <c:pt idx="801">
                  <c:v>43537</c:v>
                </c:pt>
                <c:pt idx="802">
                  <c:v>43538</c:v>
                </c:pt>
                <c:pt idx="803">
                  <c:v>43539</c:v>
                </c:pt>
                <c:pt idx="804">
                  <c:v>43540</c:v>
                </c:pt>
                <c:pt idx="805">
                  <c:v>43541</c:v>
                </c:pt>
                <c:pt idx="806">
                  <c:v>43542</c:v>
                </c:pt>
                <c:pt idx="807">
                  <c:v>43543</c:v>
                </c:pt>
                <c:pt idx="808">
                  <c:v>43544</c:v>
                </c:pt>
                <c:pt idx="809">
                  <c:v>43545</c:v>
                </c:pt>
                <c:pt idx="810">
                  <c:v>43546</c:v>
                </c:pt>
                <c:pt idx="811">
                  <c:v>43547</c:v>
                </c:pt>
                <c:pt idx="812">
                  <c:v>43548</c:v>
                </c:pt>
                <c:pt idx="813">
                  <c:v>43549</c:v>
                </c:pt>
                <c:pt idx="814">
                  <c:v>43550</c:v>
                </c:pt>
                <c:pt idx="815">
                  <c:v>43551</c:v>
                </c:pt>
                <c:pt idx="816">
                  <c:v>43552</c:v>
                </c:pt>
                <c:pt idx="817">
                  <c:v>43553</c:v>
                </c:pt>
                <c:pt idx="818">
                  <c:v>43554</c:v>
                </c:pt>
                <c:pt idx="819">
                  <c:v>43555</c:v>
                </c:pt>
                <c:pt idx="820">
                  <c:v>43556</c:v>
                </c:pt>
                <c:pt idx="821">
                  <c:v>43557</c:v>
                </c:pt>
                <c:pt idx="822">
                  <c:v>43558</c:v>
                </c:pt>
                <c:pt idx="823">
                  <c:v>43559</c:v>
                </c:pt>
                <c:pt idx="824">
                  <c:v>43560</c:v>
                </c:pt>
                <c:pt idx="825">
                  <c:v>43561</c:v>
                </c:pt>
                <c:pt idx="826">
                  <c:v>43562</c:v>
                </c:pt>
                <c:pt idx="827">
                  <c:v>43563</c:v>
                </c:pt>
                <c:pt idx="828">
                  <c:v>43564</c:v>
                </c:pt>
                <c:pt idx="829">
                  <c:v>43565</c:v>
                </c:pt>
                <c:pt idx="830">
                  <c:v>43566</c:v>
                </c:pt>
                <c:pt idx="831">
                  <c:v>43567</c:v>
                </c:pt>
                <c:pt idx="832">
                  <c:v>43568</c:v>
                </c:pt>
                <c:pt idx="833">
                  <c:v>43569</c:v>
                </c:pt>
                <c:pt idx="834">
                  <c:v>43570</c:v>
                </c:pt>
                <c:pt idx="835">
                  <c:v>43571</c:v>
                </c:pt>
                <c:pt idx="836">
                  <c:v>43572</c:v>
                </c:pt>
                <c:pt idx="837">
                  <c:v>43573</c:v>
                </c:pt>
                <c:pt idx="838">
                  <c:v>43574</c:v>
                </c:pt>
                <c:pt idx="839">
                  <c:v>43575</c:v>
                </c:pt>
                <c:pt idx="840">
                  <c:v>43576</c:v>
                </c:pt>
                <c:pt idx="841">
                  <c:v>43577</c:v>
                </c:pt>
                <c:pt idx="842">
                  <c:v>43578</c:v>
                </c:pt>
                <c:pt idx="843">
                  <c:v>43579</c:v>
                </c:pt>
                <c:pt idx="844">
                  <c:v>43580</c:v>
                </c:pt>
                <c:pt idx="845">
                  <c:v>43581</c:v>
                </c:pt>
                <c:pt idx="846">
                  <c:v>43582</c:v>
                </c:pt>
                <c:pt idx="847">
                  <c:v>43583</c:v>
                </c:pt>
                <c:pt idx="848">
                  <c:v>43584</c:v>
                </c:pt>
                <c:pt idx="849">
                  <c:v>43585</c:v>
                </c:pt>
                <c:pt idx="850">
                  <c:v>43586</c:v>
                </c:pt>
                <c:pt idx="851">
                  <c:v>43587</c:v>
                </c:pt>
                <c:pt idx="852">
                  <c:v>43588</c:v>
                </c:pt>
                <c:pt idx="853">
                  <c:v>43589</c:v>
                </c:pt>
                <c:pt idx="854">
                  <c:v>43590</c:v>
                </c:pt>
                <c:pt idx="855">
                  <c:v>43591</c:v>
                </c:pt>
                <c:pt idx="856">
                  <c:v>43592</c:v>
                </c:pt>
                <c:pt idx="857">
                  <c:v>43593</c:v>
                </c:pt>
                <c:pt idx="858">
                  <c:v>43594</c:v>
                </c:pt>
                <c:pt idx="859">
                  <c:v>43595</c:v>
                </c:pt>
                <c:pt idx="860">
                  <c:v>43596</c:v>
                </c:pt>
                <c:pt idx="861">
                  <c:v>43597</c:v>
                </c:pt>
                <c:pt idx="862">
                  <c:v>43598</c:v>
                </c:pt>
                <c:pt idx="863">
                  <c:v>43599</c:v>
                </c:pt>
                <c:pt idx="864">
                  <c:v>43600</c:v>
                </c:pt>
                <c:pt idx="865">
                  <c:v>43601</c:v>
                </c:pt>
                <c:pt idx="866">
                  <c:v>43602</c:v>
                </c:pt>
                <c:pt idx="867">
                  <c:v>43603</c:v>
                </c:pt>
                <c:pt idx="868">
                  <c:v>43604</c:v>
                </c:pt>
                <c:pt idx="869">
                  <c:v>43605</c:v>
                </c:pt>
                <c:pt idx="870">
                  <c:v>43606</c:v>
                </c:pt>
                <c:pt idx="871">
                  <c:v>43607</c:v>
                </c:pt>
                <c:pt idx="872">
                  <c:v>43608</c:v>
                </c:pt>
                <c:pt idx="873">
                  <c:v>43609</c:v>
                </c:pt>
                <c:pt idx="874">
                  <c:v>43610</c:v>
                </c:pt>
                <c:pt idx="875">
                  <c:v>43611</c:v>
                </c:pt>
                <c:pt idx="876">
                  <c:v>43612</c:v>
                </c:pt>
                <c:pt idx="877">
                  <c:v>43613</c:v>
                </c:pt>
                <c:pt idx="878">
                  <c:v>43614</c:v>
                </c:pt>
                <c:pt idx="879">
                  <c:v>43615</c:v>
                </c:pt>
                <c:pt idx="880">
                  <c:v>43616</c:v>
                </c:pt>
                <c:pt idx="881">
                  <c:v>43617</c:v>
                </c:pt>
                <c:pt idx="882">
                  <c:v>43618</c:v>
                </c:pt>
                <c:pt idx="883">
                  <c:v>43619</c:v>
                </c:pt>
                <c:pt idx="884">
                  <c:v>43620</c:v>
                </c:pt>
                <c:pt idx="885">
                  <c:v>43621</c:v>
                </c:pt>
                <c:pt idx="886">
                  <c:v>43622</c:v>
                </c:pt>
                <c:pt idx="887">
                  <c:v>43623</c:v>
                </c:pt>
                <c:pt idx="888">
                  <c:v>43624</c:v>
                </c:pt>
                <c:pt idx="889">
                  <c:v>43625</c:v>
                </c:pt>
                <c:pt idx="890">
                  <c:v>43626</c:v>
                </c:pt>
                <c:pt idx="891">
                  <c:v>43627</c:v>
                </c:pt>
                <c:pt idx="892">
                  <c:v>43628</c:v>
                </c:pt>
                <c:pt idx="893">
                  <c:v>43629</c:v>
                </c:pt>
                <c:pt idx="894">
                  <c:v>43630</c:v>
                </c:pt>
                <c:pt idx="895">
                  <c:v>43631</c:v>
                </c:pt>
                <c:pt idx="896">
                  <c:v>43632</c:v>
                </c:pt>
                <c:pt idx="897">
                  <c:v>43633</c:v>
                </c:pt>
                <c:pt idx="898">
                  <c:v>43634</c:v>
                </c:pt>
                <c:pt idx="899">
                  <c:v>43635</c:v>
                </c:pt>
                <c:pt idx="900">
                  <c:v>43636</c:v>
                </c:pt>
                <c:pt idx="901">
                  <c:v>43637</c:v>
                </c:pt>
                <c:pt idx="902">
                  <c:v>43638</c:v>
                </c:pt>
                <c:pt idx="903">
                  <c:v>43639</c:v>
                </c:pt>
                <c:pt idx="904">
                  <c:v>43640</c:v>
                </c:pt>
                <c:pt idx="905">
                  <c:v>43641</c:v>
                </c:pt>
                <c:pt idx="906">
                  <c:v>43642</c:v>
                </c:pt>
                <c:pt idx="907">
                  <c:v>43643</c:v>
                </c:pt>
                <c:pt idx="908">
                  <c:v>43644</c:v>
                </c:pt>
                <c:pt idx="909">
                  <c:v>43645</c:v>
                </c:pt>
                <c:pt idx="910">
                  <c:v>43646</c:v>
                </c:pt>
                <c:pt idx="911">
                  <c:v>43647</c:v>
                </c:pt>
                <c:pt idx="912">
                  <c:v>43648</c:v>
                </c:pt>
                <c:pt idx="913">
                  <c:v>43649</c:v>
                </c:pt>
                <c:pt idx="914">
                  <c:v>43650</c:v>
                </c:pt>
                <c:pt idx="915">
                  <c:v>43651</c:v>
                </c:pt>
                <c:pt idx="916">
                  <c:v>43652</c:v>
                </c:pt>
                <c:pt idx="917">
                  <c:v>43653</c:v>
                </c:pt>
                <c:pt idx="918">
                  <c:v>43654</c:v>
                </c:pt>
                <c:pt idx="919">
                  <c:v>43655</c:v>
                </c:pt>
                <c:pt idx="920">
                  <c:v>43656</c:v>
                </c:pt>
                <c:pt idx="921">
                  <c:v>43657</c:v>
                </c:pt>
                <c:pt idx="922">
                  <c:v>43658</c:v>
                </c:pt>
                <c:pt idx="923">
                  <c:v>43659</c:v>
                </c:pt>
                <c:pt idx="924">
                  <c:v>43660</c:v>
                </c:pt>
                <c:pt idx="925">
                  <c:v>43661</c:v>
                </c:pt>
                <c:pt idx="926">
                  <c:v>43662</c:v>
                </c:pt>
                <c:pt idx="927">
                  <c:v>43663</c:v>
                </c:pt>
                <c:pt idx="928">
                  <c:v>43664</c:v>
                </c:pt>
                <c:pt idx="929">
                  <c:v>43665</c:v>
                </c:pt>
                <c:pt idx="930">
                  <c:v>43666</c:v>
                </c:pt>
                <c:pt idx="931">
                  <c:v>43667</c:v>
                </c:pt>
                <c:pt idx="932">
                  <c:v>43668</c:v>
                </c:pt>
                <c:pt idx="933">
                  <c:v>43669</c:v>
                </c:pt>
                <c:pt idx="934">
                  <c:v>43670</c:v>
                </c:pt>
                <c:pt idx="935">
                  <c:v>43671</c:v>
                </c:pt>
                <c:pt idx="936">
                  <c:v>43672</c:v>
                </c:pt>
                <c:pt idx="937">
                  <c:v>43673</c:v>
                </c:pt>
                <c:pt idx="938">
                  <c:v>43674</c:v>
                </c:pt>
                <c:pt idx="939">
                  <c:v>43675</c:v>
                </c:pt>
                <c:pt idx="940">
                  <c:v>43676</c:v>
                </c:pt>
                <c:pt idx="941">
                  <c:v>43677</c:v>
                </c:pt>
                <c:pt idx="942">
                  <c:v>43678</c:v>
                </c:pt>
                <c:pt idx="943">
                  <c:v>43679</c:v>
                </c:pt>
                <c:pt idx="944">
                  <c:v>43680</c:v>
                </c:pt>
                <c:pt idx="945">
                  <c:v>43681</c:v>
                </c:pt>
                <c:pt idx="946">
                  <c:v>43682</c:v>
                </c:pt>
                <c:pt idx="947">
                  <c:v>43683</c:v>
                </c:pt>
                <c:pt idx="948">
                  <c:v>43684</c:v>
                </c:pt>
                <c:pt idx="949">
                  <c:v>43685</c:v>
                </c:pt>
                <c:pt idx="950">
                  <c:v>43686</c:v>
                </c:pt>
                <c:pt idx="951">
                  <c:v>43687</c:v>
                </c:pt>
                <c:pt idx="952">
                  <c:v>43688</c:v>
                </c:pt>
                <c:pt idx="953">
                  <c:v>43689</c:v>
                </c:pt>
                <c:pt idx="954">
                  <c:v>43690</c:v>
                </c:pt>
                <c:pt idx="955">
                  <c:v>43691</c:v>
                </c:pt>
                <c:pt idx="956">
                  <c:v>43692</c:v>
                </c:pt>
                <c:pt idx="957">
                  <c:v>43693</c:v>
                </c:pt>
                <c:pt idx="958">
                  <c:v>43694</c:v>
                </c:pt>
                <c:pt idx="959">
                  <c:v>43695</c:v>
                </c:pt>
                <c:pt idx="960">
                  <c:v>43696</c:v>
                </c:pt>
                <c:pt idx="961">
                  <c:v>43697</c:v>
                </c:pt>
                <c:pt idx="962">
                  <c:v>43698</c:v>
                </c:pt>
                <c:pt idx="963">
                  <c:v>43699</c:v>
                </c:pt>
                <c:pt idx="964">
                  <c:v>43700</c:v>
                </c:pt>
                <c:pt idx="965">
                  <c:v>43701</c:v>
                </c:pt>
                <c:pt idx="966">
                  <c:v>43702</c:v>
                </c:pt>
                <c:pt idx="967">
                  <c:v>43703</c:v>
                </c:pt>
                <c:pt idx="968">
                  <c:v>43704</c:v>
                </c:pt>
                <c:pt idx="969">
                  <c:v>43705</c:v>
                </c:pt>
                <c:pt idx="970">
                  <c:v>43706</c:v>
                </c:pt>
                <c:pt idx="971">
                  <c:v>43707</c:v>
                </c:pt>
                <c:pt idx="972">
                  <c:v>43708</c:v>
                </c:pt>
                <c:pt idx="973">
                  <c:v>43709</c:v>
                </c:pt>
                <c:pt idx="974">
                  <c:v>43710</c:v>
                </c:pt>
                <c:pt idx="975">
                  <c:v>43711</c:v>
                </c:pt>
                <c:pt idx="976">
                  <c:v>43712</c:v>
                </c:pt>
                <c:pt idx="977">
                  <c:v>43713</c:v>
                </c:pt>
                <c:pt idx="978">
                  <c:v>43714</c:v>
                </c:pt>
                <c:pt idx="979">
                  <c:v>43715</c:v>
                </c:pt>
                <c:pt idx="980">
                  <c:v>43716</c:v>
                </c:pt>
                <c:pt idx="981">
                  <c:v>43717</c:v>
                </c:pt>
                <c:pt idx="982">
                  <c:v>43718</c:v>
                </c:pt>
                <c:pt idx="983">
                  <c:v>43719</c:v>
                </c:pt>
                <c:pt idx="984">
                  <c:v>43720</c:v>
                </c:pt>
                <c:pt idx="985">
                  <c:v>43721</c:v>
                </c:pt>
                <c:pt idx="986">
                  <c:v>43722</c:v>
                </c:pt>
                <c:pt idx="987">
                  <c:v>43723</c:v>
                </c:pt>
                <c:pt idx="988">
                  <c:v>43724</c:v>
                </c:pt>
                <c:pt idx="989">
                  <c:v>43725</c:v>
                </c:pt>
                <c:pt idx="990">
                  <c:v>43726</c:v>
                </c:pt>
                <c:pt idx="991">
                  <c:v>43727</c:v>
                </c:pt>
                <c:pt idx="992">
                  <c:v>43728</c:v>
                </c:pt>
                <c:pt idx="993">
                  <c:v>43729</c:v>
                </c:pt>
                <c:pt idx="994">
                  <c:v>43730</c:v>
                </c:pt>
                <c:pt idx="995">
                  <c:v>43731</c:v>
                </c:pt>
                <c:pt idx="996">
                  <c:v>43732</c:v>
                </c:pt>
                <c:pt idx="997">
                  <c:v>43733</c:v>
                </c:pt>
                <c:pt idx="998">
                  <c:v>43734</c:v>
                </c:pt>
                <c:pt idx="999">
                  <c:v>43735</c:v>
                </c:pt>
                <c:pt idx="1000">
                  <c:v>43736</c:v>
                </c:pt>
                <c:pt idx="1001">
                  <c:v>43737</c:v>
                </c:pt>
                <c:pt idx="1002">
                  <c:v>43738</c:v>
                </c:pt>
                <c:pt idx="1003">
                  <c:v>43739</c:v>
                </c:pt>
                <c:pt idx="1004">
                  <c:v>43740</c:v>
                </c:pt>
                <c:pt idx="1005">
                  <c:v>43741</c:v>
                </c:pt>
                <c:pt idx="1006">
                  <c:v>43742</c:v>
                </c:pt>
                <c:pt idx="1007">
                  <c:v>43743</c:v>
                </c:pt>
                <c:pt idx="1008">
                  <c:v>43744</c:v>
                </c:pt>
                <c:pt idx="1009">
                  <c:v>43745</c:v>
                </c:pt>
                <c:pt idx="1010">
                  <c:v>43746</c:v>
                </c:pt>
                <c:pt idx="1011">
                  <c:v>43747</c:v>
                </c:pt>
                <c:pt idx="1012">
                  <c:v>43748</c:v>
                </c:pt>
                <c:pt idx="1013">
                  <c:v>43749</c:v>
                </c:pt>
                <c:pt idx="1014">
                  <c:v>43750</c:v>
                </c:pt>
                <c:pt idx="1015">
                  <c:v>43751</c:v>
                </c:pt>
                <c:pt idx="1016">
                  <c:v>43752</c:v>
                </c:pt>
                <c:pt idx="1017">
                  <c:v>43753</c:v>
                </c:pt>
                <c:pt idx="1018">
                  <c:v>43754</c:v>
                </c:pt>
                <c:pt idx="1019">
                  <c:v>43755</c:v>
                </c:pt>
                <c:pt idx="1020">
                  <c:v>43756</c:v>
                </c:pt>
                <c:pt idx="1021">
                  <c:v>43757</c:v>
                </c:pt>
                <c:pt idx="1022">
                  <c:v>43758</c:v>
                </c:pt>
                <c:pt idx="1023">
                  <c:v>43759</c:v>
                </c:pt>
                <c:pt idx="1024">
                  <c:v>43760</c:v>
                </c:pt>
                <c:pt idx="1025">
                  <c:v>43761</c:v>
                </c:pt>
                <c:pt idx="1026">
                  <c:v>43762</c:v>
                </c:pt>
                <c:pt idx="1027">
                  <c:v>43763</c:v>
                </c:pt>
                <c:pt idx="1028">
                  <c:v>43764</c:v>
                </c:pt>
                <c:pt idx="1029">
                  <c:v>43765</c:v>
                </c:pt>
                <c:pt idx="1030">
                  <c:v>43766</c:v>
                </c:pt>
                <c:pt idx="1031">
                  <c:v>43767</c:v>
                </c:pt>
                <c:pt idx="1032">
                  <c:v>43768</c:v>
                </c:pt>
                <c:pt idx="1033">
                  <c:v>43769</c:v>
                </c:pt>
                <c:pt idx="1034">
                  <c:v>43770</c:v>
                </c:pt>
                <c:pt idx="1035">
                  <c:v>43771</c:v>
                </c:pt>
                <c:pt idx="1036">
                  <c:v>43772</c:v>
                </c:pt>
                <c:pt idx="1037">
                  <c:v>43773</c:v>
                </c:pt>
                <c:pt idx="1038">
                  <c:v>43774</c:v>
                </c:pt>
                <c:pt idx="1039">
                  <c:v>43775</c:v>
                </c:pt>
                <c:pt idx="1040">
                  <c:v>43776</c:v>
                </c:pt>
                <c:pt idx="1041">
                  <c:v>43777</c:v>
                </c:pt>
                <c:pt idx="1042">
                  <c:v>43778</c:v>
                </c:pt>
                <c:pt idx="1043">
                  <c:v>43779</c:v>
                </c:pt>
                <c:pt idx="1044">
                  <c:v>43780</c:v>
                </c:pt>
                <c:pt idx="1045">
                  <c:v>43781</c:v>
                </c:pt>
                <c:pt idx="1046">
                  <c:v>43782</c:v>
                </c:pt>
                <c:pt idx="1047">
                  <c:v>43783</c:v>
                </c:pt>
                <c:pt idx="1048">
                  <c:v>43784</c:v>
                </c:pt>
                <c:pt idx="1049">
                  <c:v>43785</c:v>
                </c:pt>
                <c:pt idx="1050">
                  <c:v>43786</c:v>
                </c:pt>
                <c:pt idx="1051">
                  <c:v>43787</c:v>
                </c:pt>
                <c:pt idx="1052">
                  <c:v>43788</c:v>
                </c:pt>
                <c:pt idx="1053">
                  <c:v>43789</c:v>
                </c:pt>
                <c:pt idx="1054">
                  <c:v>43790</c:v>
                </c:pt>
                <c:pt idx="1055">
                  <c:v>43791</c:v>
                </c:pt>
                <c:pt idx="1056">
                  <c:v>43792</c:v>
                </c:pt>
                <c:pt idx="1057">
                  <c:v>43793</c:v>
                </c:pt>
                <c:pt idx="1058">
                  <c:v>43794</c:v>
                </c:pt>
                <c:pt idx="1059">
                  <c:v>43795</c:v>
                </c:pt>
                <c:pt idx="1060">
                  <c:v>43796</c:v>
                </c:pt>
                <c:pt idx="1061">
                  <c:v>43797</c:v>
                </c:pt>
                <c:pt idx="1062">
                  <c:v>43798</c:v>
                </c:pt>
                <c:pt idx="1063">
                  <c:v>43799</c:v>
                </c:pt>
                <c:pt idx="1064">
                  <c:v>43800</c:v>
                </c:pt>
                <c:pt idx="1065">
                  <c:v>43801</c:v>
                </c:pt>
                <c:pt idx="1066">
                  <c:v>43802</c:v>
                </c:pt>
                <c:pt idx="1067">
                  <c:v>43803</c:v>
                </c:pt>
                <c:pt idx="1068">
                  <c:v>43804</c:v>
                </c:pt>
                <c:pt idx="1069">
                  <c:v>43805</c:v>
                </c:pt>
                <c:pt idx="1070">
                  <c:v>43806</c:v>
                </c:pt>
                <c:pt idx="1071">
                  <c:v>43807</c:v>
                </c:pt>
                <c:pt idx="1072">
                  <c:v>43808</c:v>
                </c:pt>
                <c:pt idx="1073">
                  <c:v>43809</c:v>
                </c:pt>
                <c:pt idx="1074">
                  <c:v>43810</c:v>
                </c:pt>
                <c:pt idx="1075">
                  <c:v>43811</c:v>
                </c:pt>
                <c:pt idx="1076">
                  <c:v>43812</c:v>
                </c:pt>
                <c:pt idx="1077">
                  <c:v>43813</c:v>
                </c:pt>
                <c:pt idx="1078">
                  <c:v>43814</c:v>
                </c:pt>
                <c:pt idx="1079">
                  <c:v>43815</c:v>
                </c:pt>
                <c:pt idx="1080">
                  <c:v>43816</c:v>
                </c:pt>
                <c:pt idx="1081">
                  <c:v>43817</c:v>
                </c:pt>
                <c:pt idx="1082">
                  <c:v>43818</c:v>
                </c:pt>
                <c:pt idx="1083">
                  <c:v>43819</c:v>
                </c:pt>
                <c:pt idx="1084">
                  <c:v>43820</c:v>
                </c:pt>
                <c:pt idx="1085">
                  <c:v>43821</c:v>
                </c:pt>
                <c:pt idx="1086">
                  <c:v>43822</c:v>
                </c:pt>
                <c:pt idx="1087">
                  <c:v>43823</c:v>
                </c:pt>
                <c:pt idx="1088">
                  <c:v>43824</c:v>
                </c:pt>
                <c:pt idx="1089">
                  <c:v>43825</c:v>
                </c:pt>
                <c:pt idx="1090">
                  <c:v>43826</c:v>
                </c:pt>
                <c:pt idx="1091">
                  <c:v>43827</c:v>
                </c:pt>
                <c:pt idx="1092">
                  <c:v>43828</c:v>
                </c:pt>
                <c:pt idx="1093">
                  <c:v>43829</c:v>
                </c:pt>
                <c:pt idx="1094">
                  <c:v>43830</c:v>
                </c:pt>
                <c:pt idx="1095">
                  <c:v>43831</c:v>
                </c:pt>
                <c:pt idx="1096">
                  <c:v>43832</c:v>
                </c:pt>
                <c:pt idx="1097">
                  <c:v>43833</c:v>
                </c:pt>
                <c:pt idx="1098">
                  <c:v>43834</c:v>
                </c:pt>
                <c:pt idx="1099">
                  <c:v>43835</c:v>
                </c:pt>
                <c:pt idx="1100">
                  <c:v>43836</c:v>
                </c:pt>
                <c:pt idx="1101">
                  <c:v>43837</c:v>
                </c:pt>
                <c:pt idx="1102">
                  <c:v>43838</c:v>
                </c:pt>
                <c:pt idx="1103">
                  <c:v>43839</c:v>
                </c:pt>
                <c:pt idx="1104">
                  <c:v>43840</c:v>
                </c:pt>
                <c:pt idx="1105">
                  <c:v>43841</c:v>
                </c:pt>
                <c:pt idx="1106">
                  <c:v>43842</c:v>
                </c:pt>
                <c:pt idx="1107">
                  <c:v>43843</c:v>
                </c:pt>
                <c:pt idx="1108">
                  <c:v>43844</c:v>
                </c:pt>
                <c:pt idx="1109">
                  <c:v>43845</c:v>
                </c:pt>
                <c:pt idx="1110">
                  <c:v>43846</c:v>
                </c:pt>
                <c:pt idx="1111">
                  <c:v>43847</c:v>
                </c:pt>
                <c:pt idx="1112">
                  <c:v>43848</c:v>
                </c:pt>
                <c:pt idx="1113">
                  <c:v>43849</c:v>
                </c:pt>
                <c:pt idx="1114">
                  <c:v>43850</c:v>
                </c:pt>
                <c:pt idx="1115">
                  <c:v>43851</c:v>
                </c:pt>
                <c:pt idx="1116">
                  <c:v>43852</c:v>
                </c:pt>
                <c:pt idx="1117">
                  <c:v>43853</c:v>
                </c:pt>
                <c:pt idx="1118">
                  <c:v>43854</c:v>
                </c:pt>
                <c:pt idx="1119">
                  <c:v>43855</c:v>
                </c:pt>
                <c:pt idx="1120">
                  <c:v>43856</c:v>
                </c:pt>
                <c:pt idx="1121">
                  <c:v>43857</c:v>
                </c:pt>
                <c:pt idx="1122">
                  <c:v>43858</c:v>
                </c:pt>
                <c:pt idx="1123">
                  <c:v>43859</c:v>
                </c:pt>
                <c:pt idx="1124">
                  <c:v>43860</c:v>
                </c:pt>
                <c:pt idx="1125">
                  <c:v>43861</c:v>
                </c:pt>
                <c:pt idx="1126">
                  <c:v>43862</c:v>
                </c:pt>
                <c:pt idx="1127">
                  <c:v>43863</c:v>
                </c:pt>
                <c:pt idx="1128">
                  <c:v>43864</c:v>
                </c:pt>
                <c:pt idx="1129">
                  <c:v>43865</c:v>
                </c:pt>
                <c:pt idx="1130">
                  <c:v>43866</c:v>
                </c:pt>
                <c:pt idx="1131">
                  <c:v>43867</c:v>
                </c:pt>
                <c:pt idx="1132">
                  <c:v>43868</c:v>
                </c:pt>
                <c:pt idx="1133">
                  <c:v>43869</c:v>
                </c:pt>
                <c:pt idx="1134">
                  <c:v>43870</c:v>
                </c:pt>
                <c:pt idx="1135">
                  <c:v>43871</c:v>
                </c:pt>
                <c:pt idx="1136">
                  <c:v>43872</c:v>
                </c:pt>
                <c:pt idx="1137">
                  <c:v>43873</c:v>
                </c:pt>
                <c:pt idx="1138">
                  <c:v>43874</c:v>
                </c:pt>
                <c:pt idx="1139">
                  <c:v>43875</c:v>
                </c:pt>
                <c:pt idx="1140">
                  <c:v>43876</c:v>
                </c:pt>
                <c:pt idx="1141">
                  <c:v>43877</c:v>
                </c:pt>
                <c:pt idx="1142">
                  <c:v>43878</c:v>
                </c:pt>
                <c:pt idx="1143">
                  <c:v>43879</c:v>
                </c:pt>
                <c:pt idx="1144">
                  <c:v>43880</c:v>
                </c:pt>
                <c:pt idx="1145">
                  <c:v>43881</c:v>
                </c:pt>
                <c:pt idx="1146">
                  <c:v>43882</c:v>
                </c:pt>
                <c:pt idx="1147">
                  <c:v>43883</c:v>
                </c:pt>
                <c:pt idx="1148">
                  <c:v>43884</c:v>
                </c:pt>
                <c:pt idx="1149">
                  <c:v>43885</c:v>
                </c:pt>
                <c:pt idx="1150">
                  <c:v>43886</c:v>
                </c:pt>
                <c:pt idx="1151">
                  <c:v>43887</c:v>
                </c:pt>
                <c:pt idx="1152">
                  <c:v>43888</c:v>
                </c:pt>
                <c:pt idx="1153">
                  <c:v>43889</c:v>
                </c:pt>
                <c:pt idx="1154">
                  <c:v>43890</c:v>
                </c:pt>
                <c:pt idx="1155">
                  <c:v>43891</c:v>
                </c:pt>
                <c:pt idx="1156">
                  <c:v>43892</c:v>
                </c:pt>
                <c:pt idx="1157">
                  <c:v>43893</c:v>
                </c:pt>
                <c:pt idx="1158">
                  <c:v>43894</c:v>
                </c:pt>
                <c:pt idx="1159">
                  <c:v>43895</c:v>
                </c:pt>
                <c:pt idx="1160">
                  <c:v>43896</c:v>
                </c:pt>
                <c:pt idx="1161">
                  <c:v>43897</c:v>
                </c:pt>
                <c:pt idx="1162">
                  <c:v>43898</c:v>
                </c:pt>
                <c:pt idx="1163">
                  <c:v>43899</c:v>
                </c:pt>
                <c:pt idx="1164">
                  <c:v>43900</c:v>
                </c:pt>
                <c:pt idx="1165">
                  <c:v>43901</c:v>
                </c:pt>
                <c:pt idx="1166">
                  <c:v>43902</c:v>
                </c:pt>
                <c:pt idx="1167">
                  <c:v>43903</c:v>
                </c:pt>
                <c:pt idx="1168">
                  <c:v>43904</c:v>
                </c:pt>
                <c:pt idx="1169">
                  <c:v>43905</c:v>
                </c:pt>
                <c:pt idx="1170">
                  <c:v>43906</c:v>
                </c:pt>
                <c:pt idx="1171">
                  <c:v>43907</c:v>
                </c:pt>
                <c:pt idx="1172">
                  <c:v>43908</c:v>
                </c:pt>
                <c:pt idx="1173">
                  <c:v>43909</c:v>
                </c:pt>
                <c:pt idx="1174">
                  <c:v>43910</c:v>
                </c:pt>
                <c:pt idx="1175">
                  <c:v>43911</c:v>
                </c:pt>
                <c:pt idx="1176">
                  <c:v>43912</c:v>
                </c:pt>
                <c:pt idx="1177">
                  <c:v>43913</c:v>
                </c:pt>
                <c:pt idx="1178">
                  <c:v>43914</c:v>
                </c:pt>
                <c:pt idx="1179">
                  <c:v>43915</c:v>
                </c:pt>
                <c:pt idx="1180">
                  <c:v>43916</c:v>
                </c:pt>
                <c:pt idx="1181">
                  <c:v>43917</c:v>
                </c:pt>
                <c:pt idx="1182">
                  <c:v>43918</c:v>
                </c:pt>
                <c:pt idx="1183">
                  <c:v>43919</c:v>
                </c:pt>
                <c:pt idx="1184">
                  <c:v>43920</c:v>
                </c:pt>
                <c:pt idx="1185">
                  <c:v>43921</c:v>
                </c:pt>
                <c:pt idx="1186">
                  <c:v>43922</c:v>
                </c:pt>
                <c:pt idx="1187">
                  <c:v>43923</c:v>
                </c:pt>
                <c:pt idx="1188">
                  <c:v>43924</c:v>
                </c:pt>
                <c:pt idx="1189">
                  <c:v>43925</c:v>
                </c:pt>
                <c:pt idx="1190">
                  <c:v>43926</c:v>
                </c:pt>
                <c:pt idx="1191">
                  <c:v>43927</c:v>
                </c:pt>
                <c:pt idx="1192">
                  <c:v>43928</c:v>
                </c:pt>
                <c:pt idx="1193">
                  <c:v>43929</c:v>
                </c:pt>
                <c:pt idx="1194">
                  <c:v>43930</c:v>
                </c:pt>
                <c:pt idx="1195">
                  <c:v>43931</c:v>
                </c:pt>
                <c:pt idx="1196">
                  <c:v>43932</c:v>
                </c:pt>
                <c:pt idx="1197">
                  <c:v>43933</c:v>
                </c:pt>
                <c:pt idx="1198">
                  <c:v>43934</c:v>
                </c:pt>
                <c:pt idx="1199">
                  <c:v>43935</c:v>
                </c:pt>
                <c:pt idx="1200">
                  <c:v>43936</c:v>
                </c:pt>
                <c:pt idx="1201">
                  <c:v>43937</c:v>
                </c:pt>
                <c:pt idx="1202">
                  <c:v>43938</c:v>
                </c:pt>
                <c:pt idx="1203">
                  <c:v>43939</c:v>
                </c:pt>
                <c:pt idx="1204">
                  <c:v>43940</c:v>
                </c:pt>
                <c:pt idx="1205">
                  <c:v>43941</c:v>
                </c:pt>
                <c:pt idx="1206">
                  <c:v>43942</c:v>
                </c:pt>
                <c:pt idx="1207">
                  <c:v>43943</c:v>
                </c:pt>
                <c:pt idx="1208">
                  <c:v>43944</c:v>
                </c:pt>
                <c:pt idx="1209">
                  <c:v>43945</c:v>
                </c:pt>
                <c:pt idx="1210">
                  <c:v>43946</c:v>
                </c:pt>
                <c:pt idx="1211">
                  <c:v>43947</c:v>
                </c:pt>
                <c:pt idx="1212">
                  <c:v>43948</c:v>
                </c:pt>
                <c:pt idx="1213">
                  <c:v>43949</c:v>
                </c:pt>
                <c:pt idx="1214">
                  <c:v>43950</c:v>
                </c:pt>
                <c:pt idx="1215">
                  <c:v>43951</c:v>
                </c:pt>
                <c:pt idx="1216">
                  <c:v>43952</c:v>
                </c:pt>
                <c:pt idx="1217">
                  <c:v>43953</c:v>
                </c:pt>
                <c:pt idx="1218">
                  <c:v>43954</c:v>
                </c:pt>
                <c:pt idx="1219">
                  <c:v>43955</c:v>
                </c:pt>
                <c:pt idx="1220">
                  <c:v>43956</c:v>
                </c:pt>
                <c:pt idx="1221">
                  <c:v>43957</c:v>
                </c:pt>
                <c:pt idx="1222">
                  <c:v>43958</c:v>
                </c:pt>
                <c:pt idx="1223">
                  <c:v>43959</c:v>
                </c:pt>
                <c:pt idx="1224">
                  <c:v>43960</c:v>
                </c:pt>
                <c:pt idx="1225">
                  <c:v>43961</c:v>
                </c:pt>
                <c:pt idx="1226">
                  <c:v>43962</c:v>
                </c:pt>
                <c:pt idx="1227">
                  <c:v>43963</c:v>
                </c:pt>
                <c:pt idx="1228">
                  <c:v>43964</c:v>
                </c:pt>
                <c:pt idx="1229">
                  <c:v>43965</c:v>
                </c:pt>
                <c:pt idx="1230">
                  <c:v>43966</c:v>
                </c:pt>
                <c:pt idx="1231">
                  <c:v>43967</c:v>
                </c:pt>
                <c:pt idx="1232">
                  <c:v>43968</c:v>
                </c:pt>
                <c:pt idx="1233">
                  <c:v>43969</c:v>
                </c:pt>
                <c:pt idx="1234">
                  <c:v>43970</c:v>
                </c:pt>
                <c:pt idx="1235">
                  <c:v>43971</c:v>
                </c:pt>
                <c:pt idx="1236">
                  <c:v>43972</c:v>
                </c:pt>
                <c:pt idx="1237">
                  <c:v>43973</c:v>
                </c:pt>
                <c:pt idx="1238">
                  <c:v>43974</c:v>
                </c:pt>
                <c:pt idx="1239">
                  <c:v>43975</c:v>
                </c:pt>
                <c:pt idx="1240">
                  <c:v>43976</c:v>
                </c:pt>
                <c:pt idx="1241">
                  <c:v>43977</c:v>
                </c:pt>
                <c:pt idx="1242">
                  <c:v>43978</c:v>
                </c:pt>
                <c:pt idx="1243">
                  <c:v>43979</c:v>
                </c:pt>
                <c:pt idx="1244">
                  <c:v>43980</c:v>
                </c:pt>
                <c:pt idx="1245">
                  <c:v>43981</c:v>
                </c:pt>
                <c:pt idx="1246">
                  <c:v>43982</c:v>
                </c:pt>
                <c:pt idx="1247">
                  <c:v>43983</c:v>
                </c:pt>
                <c:pt idx="1248">
                  <c:v>43984</c:v>
                </c:pt>
                <c:pt idx="1249">
                  <c:v>43985</c:v>
                </c:pt>
                <c:pt idx="1250">
                  <c:v>43986</c:v>
                </c:pt>
                <c:pt idx="1251">
                  <c:v>43987</c:v>
                </c:pt>
                <c:pt idx="1252">
                  <c:v>43988</c:v>
                </c:pt>
                <c:pt idx="1253">
                  <c:v>43989</c:v>
                </c:pt>
                <c:pt idx="1254">
                  <c:v>43990</c:v>
                </c:pt>
                <c:pt idx="1255">
                  <c:v>43991</c:v>
                </c:pt>
                <c:pt idx="1256">
                  <c:v>43992</c:v>
                </c:pt>
                <c:pt idx="1257">
                  <c:v>43993</c:v>
                </c:pt>
                <c:pt idx="1258">
                  <c:v>43994</c:v>
                </c:pt>
                <c:pt idx="1259">
                  <c:v>43995</c:v>
                </c:pt>
                <c:pt idx="1260">
                  <c:v>43996</c:v>
                </c:pt>
                <c:pt idx="1261">
                  <c:v>43997</c:v>
                </c:pt>
                <c:pt idx="1262">
                  <c:v>43998</c:v>
                </c:pt>
                <c:pt idx="1263">
                  <c:v>43999</c:v>
                </c:pt>
                <c:pt idx="1264">
                  <c:v>44000</c:v>
                </c:pt>
                <c:pt idx="1265">
                  <c:v>44001</c:v>
                </c:pt>
                <c:pt idx="1266">
                  <c:v>44002</c:v>
                </c:pt>
                <c:pt idx="1267">
                  <c:v>44003</c:v>
                </c:pt>
                <c:pt idx="1268">
                  <c:v>44004</c:v>
                </c:pt>
                <c:pt idx="1269">
                  <c:v>44005</c:v>
                </c:pt>
                <c:pt idx="1270">
                  <c:v>44006</c:v>
                </c:pt>
                <c:pt idx="1271">
                  <c:v>44007</c:v>
                </c:pt>
                <c:pt idx="1272">
                  <c:v>44008</c:v>
                </c:pt>
                <c:pt idx="1273">
                  <c:v>44009</c:v>
                </c:pt>
                <c:pt idx="1274">
                  <c:v>44010</c:v>
                </c:pt>
                <c:pt idx="1275">
                  <c:v>44011</c:v>
                </c:pt>
                <c:pt idx="1276">
                  <c:v>44012</c:v>
                </c:pt>
                <c:pt idx="1277">
                  <c:v>44013</c:v>
                </c:pt>
                <c:pt idx="1278">
                  <c:v>44014</c:v>
                </c:pt>
                <c:pt idx="1279">
                  <c:v>44015</c:v>
                </c:pt>
                <c:pt idx="1280">
                  <c:v>44016</c:v>
                </c:pt>
                <c:pt idx="1281">
                  <c:v>44017</c:v>
                </c:pt>
                <c:pt idx="1282">
                  <c:v>44018</c:v>
                </c:pt>
                <c:pt idx="1283">
                  <c:v>44019</c:v>
                </c:pt>
                <c:pt idx="1284">
                  <c:v>44020</c:v>
                </c:pt>
                <c:pt idx="1285">
                  <c:v>44021</c:v>
                </c:pt>
                <c:pt idx="1286">
                  <c:v>44022</c:v>
                </c:pt>
                <c:pt idx="1287">
                  <c:v>44023</c:v>
                </c:pt>
                <c:pt idx="1288">
                  <c:v>44024</c:v>
                </c:pt>
                <c:pt idx="1289">
                  <c:v>44025</c:v>
                </c:pt>
                <c:pt idx="1290">
                  <c:v>44026</c:v>
                </c:pt>
                <c:pt idx="1291">
                  <c:v>44027</c:v>
                </c:pt>
                <c:pt idx="1292">
                  <c:v>44028</c:v>
                </c:pt>
                <c:pt idx="1293">
                  <c:v>44029</c:v>
                </c:pt>
                <c:pt idx="1294">
                  <c:v>44030</c:v>
                </c:pt>
                <c:pt idx="1295">
                  <c:v>44031</c:v>
                </c:pt>
                <c:pt idx="1296">
                  <c:v>44032</c:v>
                </c:pt>
                <c:pt idx="1297">
                  <c:v>44033</c:v>
                </c:pt>
                <c:pt idx="1298">
                  <c:v>44034</c:v>
                </c:pt>
                <c:pt idx="1299">
                  <c:v>44035</c:v>
                </c:pt>
                <c:pt idx="1300">
                  <c:v>44036</c:v>
                </c:pt>
                <c:pt idx="1301">
                  <c:v>44037</c:v>
                </c:pt>
                <c:pt idx="1302">
                  <c:v>44038</c:v>
                </c:pt>
                <c:pt idx="1303">
                  <c:v>44039</c:v>
                </c:pt>
                <c:pt idx="1304">
                  <c:v>44040</c:v>
                </c:pt>
                <c:pt idx="1305">
                  <c:v>44041</c:v>
                </c:pt>
                <c:pt idx="1306">
                  <c:v>44042</c:v>
                </c:pt>
                <c:pt idx="1307">
                  <c:v>44043</c:v>
                </c:pt>
                <c:pt idx="1308">
                  <c:v>44044</c:v>
                </c:pt>
                <c:pt idx="1309">
                  <c:v>44045</c:v>
                </c:pt>
                <c:pt idx="1310">
                  <c:v>44046</c:v>
                </c:pt>
                <c:pt idx="1311">
                  <c:v>44047</c:v>
                </c:pt>
                <c:pt idx="1312">
                  <c:v>44048</c:v>
                </c:pt>
                <c:pt idx="1313">
                  <c:v>44049</c:v>
                </c:pt>
                <c:pt idx="1314">
                  <c:v>44050</c:v>
                </c:pt>
                <c:pt idx="1315">
                  <c:v>44051</c:v>
                </c:pt>
                <c:pt idx="1316">
                  <c:v>44052</c:v>
                </c:pt>
                <c:pt idx="1317">
                  <c:v>44053</c:v>
                </c:pt>
                <c:pt idx="1318">
                  <c:v>44054</c:v>
                </c:pt>
                <c:pt idx="1319">
                  <c:v>44055</c:v>
                </c:pt>
                <c:pt idx="1320">
                  <c:v>44056</c:v>
                </c:pt>
                <c:pt idx="1321">
                  <c:v>44057</c:v>
                </c:pt>
                <c:pt idx="1322">
                  <c:v>44058</c:v>
                </c:pt>
                <c:pt idx="1323">
                  <c:v>44059</c:v>
                </c:pt>
                <c:pt idx="1324">
                  <c:v>44060</c:v>
                </c:pt>
                <c:pt idx="1325">
                  <c:v>44061</c:v>
                </c:pt>
                <c:pt idx="1326">
                  <c:v>44062</c:v>
                </c:pt>
                <c:pt idx="1327">
                  <c:v>44063</c:v>
                </c:pt>
                <c:pt idx="1328">
                  <c:v>44064</c:v>
                </c:pt>
                <c:pt idx="1329">
                  <c:v>44065</c:v>
                </c:pt>
                <c:pt idx="1330">
                  <c:v>44066</c:v>
                </c:pt>
                <c:pt idx="1331">
                  <c:v>44067</c:v>
                </c:pt>
                <c:pt idx="1332">
                  <c:v>44068</c:v>
                </c:pt>
                <c:pt idx="1333">
                  <c:v>44069</c:v>
                </c:pt>
                <c:pt idx="1334">
                  <c:v>44070</c:v>
                </c:pt>
                <c:pt idx="1335">
                  <c:v>44071</c:v>
                </c:pt>
                <c:pt idx="1336">
                  <c:v>44072</c:v>
                </c:pt>
                <c:pt idx="1337">
                  <c:v>44073</c:v>
                </c:pt>
                <c:pt idx="1338">
                  <c:v>44074</c:v>
                </c:pt>
                <c:pt idx="1339">
                  <c:v>44075</c:v>
                </c:pt>
                <c:pt idx="1340">
                  <c:v>44076</c:v>
                </c:pt>
                <c:pt idx="1341">
                  <c:v>44077</c:v>
                </c:pt>
                <c:pt idx="1342">
                  <c:v>44078</c:v>
                </c:pt>
                <c:pt idx="1343">
                  <c:v>44079</c:v>
                </c:pt>
                <c:pt idx="1344">
                  <c:v>44080</c:v>
                </c:pt>
                <c:pt idx="1345">
                  <c:v>44081</c:v>
                </c:pt>
                <c:pt idx="1346">
                  <c:v>44082</c:v>
                </c:pt>
                <c:pt idx="1347">
                  <c:v>44083</c:v>
                </c:pt>
                <c:pt idx="1348">
                  <c:v>44084</c:v>
                </c:pt>
                <c:pt idx="1349">
                  <c:v>44085</c:v>
                </c:pt>
                <c:pt idx="1350">
                  <c:v>44086</c:v>
                </c:pt>
                <c:pt idx="1351">
                  <c:v>44087</c:v>
                </c:pt>
                <c:pt idx="1352">
                  <c:v>44088</c:v>
                </c:pt>
                <c:pt idx="1353">
                  <c:v>44089</c:v>
                </c:pt>
                <c:pt idx="1354">
                  <c:v>44090</c:v>
                </c:pt>
                <c:pt idx="1355">
                  <c:v>44091</c:v>
                </c:pt>
                <c:pt idx="1356">
                  <c:v>44092</c:v>
                </c:pt>
                <c:pt idx="1357">
                  <c:v>44093</c:v>
                </c:pt>
                <c:pt idx="1358">
                  <c:v>44094</c:v>
                </c:pt>
                <c:pt idx="1359">
                  <c:v>44095</c:v>
                </c:pt>
                <c:pt idx="1360">
                  <c:v>44096</c:v>
                </c:pt>
                <c:pt idx="1361">
                  <c:v>44097</c:v>
                </c:pt>
                <c:pt idx="1362">
                  <c:v>44098</c:v>
                </c:pt>
                <c:pt idx="1363">
                  <c:v>44099</c:v>
                </c:pt>
                <c:pt idx="1364">
                  <c:v>44100</c:v>
                </c:pt>
                <c:pt idx="1365">
                  <c:v>44101</c:v>
                </c:pt>
                <c:pt idx="1366">
                  <c:v>44102</c:v>
                </c:pt>
                <c:pt idx="1367">
                  <c:v>44103</c:v>
                </c:pt>
                <c:pt idx="1368">
                  <c:v>44104</c:v>
                </c:pt>
                <c:pt idx="1369">
                  <c:v>44105</c:v>
                </c:pt>
                <c:pt idx="1370">
                  <c:v>44106</c:v>
                </c:pt>
                <c:pt idx="1371">
                  <c:v>44107</c:v>
                </c:pt>
                <c:pt idx="1372">
                  <c:v>44108</c:v>
                </c:pt>
                <c:pt idx="1373">
                  <c:v>44109</c:v>
                </c:pt>
                <c:pt idx="1374">
                  <c:v>44110</c:v>
                </c:pt>
                <c:pt idx="1375">
                  <c:v>44111</c:v>
                </c:pt>
                <c:pt idx="1376">
                  <c:v>44112</c:v>
                </c:pt>
                <c:pt idx="1377">
                  <c:v>44113</c:v>
                </c:pt>
                <c:pt idx="1378">
                  <c:v>44114</c:v>
                </c:pt>
                <c:pt idx="1379">
                  <c:v>44115</c:v>
                </c:pt>
                <c:pt idx="1380">
                  <c:v>44116</c:v>
                </c:pt>
                <c:pt idx="1381">
                  <c:v>44117</c:v>
                </c:pt>
                <c:pt idx="1382">
                  <c:v>44118</c:v>
                </c:pt>
                <c:pt idx="1383">
                  <c:v>44119</c:v>
                </c:pt>
                <c:pt idx="1384">
                  <c:v>44120</c:v>
                </c:pt>
                <c:pt idx="1385">
                  <c:v>44121</c:v>
                </c:pt>
                <c:pt idx="1386">
                  <c:v>44122</c:v>
                </c:pt>
                <c:pt idx="1387">
                  <c:v>44123</c:v>
                </c:pt>
                <c:pt idx="1388">
                  <c:v>44124</c:v>
                </c:pt>
                <c:pt idx="1389">
                  <c:v>44125</c:v>
                </c:pt>
                <c:pt idx="1390">
                  <c:v>44126</c:v>
                </c:pt>
                <c:pt idx="1391">
                  <c:v>44127</c:v>
                </c:pt>
                <c:pt idx="1392">
                  <c:v>44128</c:v>
                </c:pt>
                <c:pt idx="1393">
                  <c:v>44129</c:v>
                </c:pt>
                <c:pt idx="1394">
                  <c:v>44130</c:v>
                </c:pt>
                <c:pt idx="1395">
                  <c:v>44131</c:v>
                </c:pt>
                <c:pt idx="1396">
                  <c:v>44132</c:v>
                </c:pt>
                <c:pt idx="1397">
                  <c:v>44133</c:v>
                </c:pt>
                <c:pt idx="1398">
                  <c:v>44134</c:v>
                </c:pt>
                <c:pt idx="1399">
                  <c:v>44135</c:v>
                </c:pt>
                <c:pt idx="1400">
                  <c:v>44136</c:v>
                </c:pt>
                <c:pt idx="1401">
                  <c:v>44137</c:v>
                </c:pt>
                <c:pt idx="1402">
                  <c:v>44138</c:v>
                </c:pt>
                <c:pt idx="1403">
                  <c:v>44139</c:v>
                </c:pt>
                <c:pt idx="1404">
                  <c:v>44140</c:v>
                </c:pt>
                <c:pt idx="1405">
                  <c:v>44141</c:v>
                </c:pt>
                <c:pt idx="1406">
                  <c:v>44142</c:v>
                </c:pt>
                <c:pt idx="1407">
                  <c:v>44143</c:v>
                </c:pt>
                <c:pt idx="1408">
                  <c:v>44144</c:v>
                </c:pt>
                <c:pt idx="1409">
                  <c:v>44145</c:v>
                </c:pt>
                <c:pt idx="1410">
                  <c:v>44146</c:v>
                </c:pt>
                <c:pt idx="1411">
                  <c:v>44147</c:v>
                </c:pt>
                <c:pt idx="1412">
                  <c:v>44148</c:v>
                </c:pt>
                <c:pt idx="1413">
                  <c:v>44149</c:v>
                </c:pt>
                <c:pt idx="1414">
                  <c:v>44150</c:v>
                </c:pt>
                <c:pt idx="1415">
                  <c:v>44151</c:v>
                </c:pt>
                <c:pt idx="1416">
                  <c:v>44152</c:v>
                </c:pt>
                <c:pt idx="1417">
                  <c:v>44153</c:v>
                </c:pt>
                <c:pt idx="1418">
                  <c:v>44154</c:v>
                </c:pt>
                <c:pt idx="1419">
                  <c:v>44155</c:v>
                </c:pt>
                <c:pt idx="1420">
                  <c:v>44156</c:v>
                </c:pt>
                <c:pt idx="1421">
                  <c:v>44157</c:v>
                </c:pt>
                <c:pt idx="1422">
                  <c:v>44158</c:v>
                </c:pt>
                <c:pt idx="1423">
                  <c:v>44159</c:v>
                </c:pt>
                <c:pt idx="1424">
                  <c:v>44160</c:v>
                </c:pt>
                <c:pt idx="1425">
                  <c:v>44161</c:v>
                </c:pt>
                <c:pt idx="1426">
                  <c:v>44162</c:v>
                </c:pt>
                <c:pt idx="1427">
                  <c:v>44163</c:v>
                </c:pt>
                <c:pt idx="1428">
                  <c:v>44164</c:v>
                </c:pt>
                <c:pt idx="1429">
                  <c:v>44165</c:v>
                </c:pt>
                <c:pt idx="1430">
                  <c:v>44166</c:v>
                </c:pt>
                <c:pt idx="1431">
                  <c:v>44167</c:v>
                </c:pt>
                <c:pt idx="1432">
                  <c:v>44168</c:v>
                </c:pt>
                <c:pt idx="1433">
                  <c:v>44169</c:v>
                </c:pt>
                <c:pt idx="1434">
                  <c:v>44170</c:v>
                </c:pt>
                <c:pt idx="1435">
                  <c:v>44171</c:v>
                </c:pt>
                <c:pt idx="1436">
                  <c:v>44172</c:v>
                </c:pt>
                <c:pt idx="1437">
                  <c:v>44173</c:v>
                </c:pt>
                <c:pt idx="1438">
                  <c:v>44174</c:v>
                </c:pt>
                <c:pt idx="1439">
                  <c:v>44175</c:v>
                </c:pt>
                <c:pt idx="1440">
                  <c:v>44176</c:v>
                </c:pt>
                <c:pt idx="1441">
                  <c:v>44177</c:v>
                </c:pt>
                <c:pt idx="1442">
                  <c:v>44178</c:v>
                </c:pt>
                <c:pt idx="1443">
                  <c:v>44179</c:v>
                </c:pt>
                <c:pt idx="1444">
                  <c:v>44180</c:v>
                </c:pt>
                <c:pt idx="1445">
                  <c:v>44181</c:v>
                </c:pt>
                <c:pt idx="1446">
                  <c:v>44182</c:v>
                </c:pt>
                <c:pt idx="1447">
                  <c:v>44183</c:v>
                </c:pt>
                <c:pt idx="1448">
                  <c:v>44184</c:v>
                </c:pt>
                <c:pt idx="1449">
                  <c:v>44185</c:v>
                </c:pt>
                <c:pt idx="1450">
                  <c:v>44186</c:v>
                </c:pt>
                <c:pt idx="1451">
                  <c:v>44187</c:v>
                </c:pt>
                <c:pt idx="1452">
                  <c:v>44188</c:v>
                </c:pt>
                <c:pt idx="1453">
                  <c:v>44189</c:v>
                </c:pt>
                <c:pt idx="1454">
                  <c:v>44190</c:v>
                </c:pt>
                <c:pt idx="1455">
                  <c:v>44191</c:v>
                </c:pt>
                <c:pt idx="1456">
                  <c:v>44192</c:v>
                </c:pt>
                <c:pt idx="1457">
                  <c:v>44193</c:v>
                </c:pt>
                <c:pt idx="1458">
                  <c:v>44194</c:v>
                </c:pt>
                <c:pt idx="1459">
                  <c:v>44195</c:v>
                </c:pt>
                <c:pt idx="1460">
                  <c:v>44196</c:v>
                </c:pt>
                <c:pt idx="1461">
                  <c:v>44197</c:v>
                </c:pt>
                <c:pt idx="1462">
                  <c:v>44198</c:v>
                </c:pt>
                <c:pt idx="1463">
                  <c:v>44199</c:v>
                </c:pt>
                <c:pt idx="1464">
                  <c:v>44200</c:v>
                </c:pt>
                <c:pt idx="1465">
                  <c:v>44201</c:v>
                </c:pt>
                <c:pt idx="1466">
                  <c:v>44202</c:v>
                </c:pt>
                <c:pt idx="1467">
                  <c:v>44203</c:v>
                </c:pt>
                <c:pt idx="1468">
                  <c:v>44204</c:v>
                </c:pt>
                <c:pt idx="1469">
                  <c:v>44205</c:v>
                </c:pt>
                <c:pt idx="1470">
                  <c:v>44206</c:v>
                </c:pt>
                <c:pt idx="1471">
                  <c:v>44207</c:v>
                </c:pt>
                <c:pt idx="1472">
                  <c:v>44208</c:v>
                </c:pt>
                <c:pt idx="1473">
                  <c:v>44209</c:v>
                </c:pt>
                <c:pt idx="1474">
                  <c:v>44210</c:v>
                </c:pt>
                <c:pt idx="1475">
                  <c:v>44211</c:v>
                </c:pt>
                <c:pt idx="1476">
                  <c:v>44212</c:v>
                </c:pt>
                <c:pt idx="1477">
                  <c:v>44213</c:v>
                </c:pt>
                <c:pt idx="1478">
                  <c:v>44214</c:v>
                </c:pt>
                <c:pt idx="1479">
                  <c:v>44215</c:v>
                </c:pt>
                <c:pt idx="1480">
                  <c:v>44216</c:v>
                </c:pt>
                <c:pt idx="1481">
                  <c:v>44217</c:v>
                </c:pt>
                <c:pt idx="1482">
                  <c:v>44218</c:v>
                </c:pt>
                <c:pt idx="1483">
                  <c:v>44219</c:v>
                </c:pt>
                <c:pt idx="1484">
                  <c:v>44220</c:v>
                </c:pt>
                <c:pt idx="1485">
                  <c:v>44221</c:v>
                </c:pt>
                <c:pt idx="1486">
                  <c:v>44222</c:v>
                </c:pt>
                <c:pt idx="1487">
                  <c:v>44223</c:v>
                </c:pt>
                <c:pt idx="1488">
                  <c:v>44224</c:v>
                </c:pt>
                <c:pt idx="1489">
                  <c:v>44225</c:v>
                </c:pt>
                <c:pt idx="1490">
                  <c:v>44226</c:v>
                </c:pt>
                <c:pt idx="1491">
                  <c:v>44227</c:v>
                </c:pt>
                <c:pt idx="1492">
                  <c:v>44228</c:v>
                </c:pt>
                <c:pt idx="1493">
                  <c:v>44229</c:v>
                </c:pt>
                <c:pt idx="1494">
                  <c:v>44230</c:v>
                </c:pt>
                <c:pt idx="1495">
                  <c:v>44231</c:v>
                </c:pt>
                <c:pt idx="1496">
                  <c:v>44232</c:v>
                </c:pt>
                <c:pt idx="1497">
                  <c:v>44233</c:v>
                </c:pt>
                <c:pt idx="1498">
                  <c:v>44234</c:v>
                </c:pt>
                <c:pt idx="1499">
                  <c:v>44235</c:v>
                </c:pt>
                <c:pt idx="1500">
                  <c:v>44236</c:v>
                </c:pt>
                <c:pt idx="1501">
                  <c:v>44237</c:v>
                </c:pt>
                <c:pt idx="1502">
                  <c:v>44238</c:v>
                </c:pt>
                <c:pt idx="1503">
                  <c:v>44239</c:v>
                </c:pt>
                <c:pt idx="1504">
                  <c:v>44240</c:v>
                </c:pt>
                <c:pt idx="1505">
                  <c:v>44241</c:v>
                </c:pt>
                <c:pt idx="1506">
                  <c:v>44242</c:v>
                </c:pt>
                <c:pt idx="1507">
                  <c:v>44243</c:v>
                </c:pt>
                <c:pt idx="1508">
                  <c:v>44244</c:v>
                </c:pt>
                <c:pt idx="1509">
                  <c:v>44245</c:v>
                </c:pt>
                <c:pt idx="1510">
                  <c:v>44246</c:v>
                </c:pt>
                <c:pt idx="1511">
                  <c:v>44247</c:v>
                </c:pt>
                <c:pt idx="1512">
                  <c:v>44248</c:v>
                </c:pt>
                <c:pt idx="1513">
                  <c:v>44249</c:v>
                </c:pt>
                <c:pt idx="1514">
                  <c:v>44250</c:v>
                </c:pt>
                <c:pt idx="1515">
                  <c:v>44251</c:v>
                </c:pt>
                <c:pt idx="1516">
                  <c:v>44252</c:v>
                </c:pt>
                <c:pt idx="1517">
                  <c:v>44253</c:v>
                </c:pt>
                <c:pt idx="1518">
                  <c:v>44254</c:v>
                </c:pt>
                <c:pt idx="1519">
                  <c:v>44255</c:v>
                </c:pt>
                <c:pt idx="1520">
                  <c:v>44256</c:v>
                </c:pt>
                <c:pt idx="1521">
                  <c:v>44257</c:v>
                </c:pt>
                <c:pt idx="1522">
                  <c:v>44258</c:v>
                </c:pt>
                <c:pt idx="1523">
                  <c:v>44259</c:v>
                </c:pt>
                <c:pt idx="1524">
                  <c:v>44260</c:v>
                </c:pt>
                <c:pt idx="1525">
                  <c:v>44261</c:v>
                </c:pt>
                <c:pt idx="1526">
                  <c:v>44262</c:v>
                </c:pt>
                <c:pt idx="1527">
                  <c:v>44263</c:v>
                </c:pt>
                <c:pt idx="1528">
                  <c:v>44264</c:v>
                </c:pt>
                <c:pt idx="1529">
                  <c:v>44265</c:v>
                </c:pt>
                <c:pt idx="1530">
                  <c:v>44266</c:v>
                </c:pt>
                <c:pt idx="1531">
                  <c:v>44267</c:v>
                </c:pt>
                <c:pt idx="1532">
                  <c:v>44268</c:v>
                </c:pt>
                <c:pt idx="1533">
                  <c:v>44269</c:v>
                </c:pt>
                <c:pt idx="1534">
                  <c:v>44270</c:v>
                </c:pt>
                <c:pt idx="1535">
                  <c:v>44271</c:v>
                </c:pt>
                <c:pt idx="1536">
                  <c:v>44272</c:v>
                </c:pt>
                <c:pt idx="1537">
                  <c:v>44273</c:v>
                </c:pt>
                <c:pt idx="1538">
                  <c:v>44274</c:v>
                </c:pt>
                <c:pt idx="1539">
                  <c:v>44275</c:v>
                </c:pt>
                <c:pt idx="1540">
                  <c:v>44276</c:v>
                </c:pt>
                <c:pt idx="1541">
                  <c:v>44277</c:v>
                </c:pt>
                <c:pt idx="1542">
                  <c:v>44278</c:v>
                </c:pt>
                <c:pt idx="1543">
                  <c:v>44279</c:v>
                </c:pt>
                <c:pt idx="1544">
                  <c:v>44280</c:v>
                </c:pt>
                <c:pt idx="1545">
                  <c:v>44281</c:v>
                </c:pt>
                <c:pt idx="1546">
                  <c:v>44282</c:v>
                </c:pt>
                <c:pt idx="1547">
                  <c:v>44283</c:v>
                </c:pt>
                <c:pt idx="1548">
                  <c:v>44284</c:v>
                </c:pt>
                <c:pt idx="1549">
                  <c:v>44285</c:v>
                </c:pt>
                <c:pt idx="1550">
                  <c:v>44286</c:v>
                </c:pt>
                <c:pt idx="1551">
                  <c:v>44287</c:v>
                </c:pt>
                <c:pt idx="1552">
                  <c:v>44288</c:v>
                </c:pt>
                <c:pt idx="1553">
                  <c:v>44289</c:v>
                </c:pt>
                <c:pt idx="1554">
                  <c:v>44290</c:v>
                </c:pt>
                <c:pt idx="1555">
                  <c:v>44291</c:v>
                </c:pt>
                <c:pt idx="1556">
                  <c:v>44292</c:v>
                </c:pt>
                <c:pt idx="1557">
                  <c:v>44293</c:v>
                </c:pt>
                <c:pt idx="1558">
                  <c:v>44294</c:v>
                </c:pt>
                <c:pt idx="1559">
                  <c:v>44295</c:v>
                </c:pt>
                <c:pt idx="1560">
                  <c:v>44296</c:v>
                </c:pt>
                <c:pt idx="1561">
                  <c:v>44297</c:v>
                </c:pt>
                <c:pt idx="1562">
                  <c:v>44298</c:v>
                </c:pt>
                <c:pt idx="1563">
                  <c:v>44299</c:v>
                </c:pt>
                <c:pt idx="1564">
                  <c:v>44300</c:v>
                </c:pt>
                <c:pt idx="1565">
                  <c:v>44301</c:v>
                </c:pt>
                <c:pt idx="1566">
                  <c:v>44302</c:v>
                </c:pt>
                <c:pt idx="1567">
                  <c:v>44303</c:v>
                </c:pt>
                <c:pt idx="1568">
                  <c:v>44304</c:v>
                </c:pt>
                <c:pt idx="1569">
                  <c:v>44305</c:v>
                </c:pt>
                <c:pt idx="1570">
                  <c:v>44306</c:v>
                </c:pt>
                <c:pt idx="1571">
                  <c:v>44307</c:v>
                </c:pt>
                <c:pt idx="1572">
                  <c:v>44308</c:v>
                </c:pt>
                <c:pt idx="1573">
                  <c:v>44309</c:v>
                </c:pt>
                <c:pt idx="1574">
                  <c:v>44310</c:v>
                </c:pt>
                <c:pt idx="1575">
                  <c:v>44311</c:v>
                </c:pt>
                <c:pt idx="1576">
                  <c:v>44312</c:v>
                </c:pt>
                <c:pt idx="1577">
                  <c:v>44313</c:v>
                </c:pt>
                <c:pt idx="1578">
                  <c:v>44314</c:v>
                </c:pt>
                <c:pt idx="1579">
                  <c:v>44315</c:v>
                </c:pt>
                <c:pt idx="1580">
                  <c:v>44316</c:v>
                </c:pt>
                <c:pt idx="1581">
                  <c:v>44317</c:v>
                </c:pt>
                <c:pt idx="1582">
                  <c:v>44318</c:v>
                </c:pt>
                <c:pt idx="1583">
                  <c:v>44319</c:v>
                </c:pt>
                <c:pt idx="1584">
                  <c:v>44320</c:v>
                </c:pt>
                <c:pt idx="1585">
                  <c:v>44321</c:v>
                </c:pt>
                <c:pt idx="1586">
                  <c:v>44322</c:v>
                </c:pt>
                <c:pt idx="1587">
                  <c:v>44323</c:v>
                </c:pt>
                <c:pt idx="1588">
                  <c:v>44324</c:v>
                </c:pt>
                <c:pt idx="1589">
                  <c:v>44325</c:v>
                </c:pt>
                <c:pt idx="1590">
                  <c:v>44326</c:v>
                </c:pt>
                <c:pt idx="1591">
                  <c:v>44327</c:v>
                </c:pt>
                <c:pt idx="1592">
                  <c:v>44328</c:v>
                </c:pt>
                <c:pt idx="1593">
                  <c:v>44329</c:v>
                </c:pt>
                <c:pt idx="1594">
                  <c:v>44330</c:v>
                </c:pt>
                <c:pt idx="1595">
                  <c:v>44331</c:v>
                </c:pt>
                <c:pt idx="1596">
                  <c:v>44332</c:v>
                </c:pt>
                <c:pt idx="1597">
                  <c:v>44333</c:v>
                </c:pt>
                <c:pt idx="1598">
                  <c:v>44334</c:v>
                </c:pt>
                <c:pt idx="1599">
                  <c:v>44335</c:v>
                </c:pt>
                <c:pt idx="1600">
                  <c:v>44336</c:v>
                </c:pt>
                <c:pt idx="1601">
                  <c:v>44337</c:v>
                </c:pt>
                <c:pt idx="1602">
                  <c:v>44338</c:v>
                </c:pt>
                <c:pt idx="1603">
                  <c:v>44339</c:v>
                </c:pt>
                <c:pt idx="1604">
                  <c:v>44340</c:v>
                </c:pt>
                <c:pt idx="1605">
                  <c:v>44341</c:v>
                </c:pt>
                <c:pt idx="1606">
                  <c:v>44342</c:v>
                </c:pt>
                <c:pt idx="1607">
                  <c:v>44343</c:v>
                </c:pt>
                <c:pt idx="1608">
                  <c:v>44344</c:v>
                </c:pt>
                <c:pt idx="1609">
                  <c:v>44345</c:v>
                </c:pt>
                <c:pt idx="1610">
                  <c:v>44346</c:v>
                </c:pt>
                <c:pt idx="1611">
                  <c:v>44347</c:v>
                </c:pt>
                <c:pt idx="1612">
                  <c:v>44348</c:v>
                </c:pt>
                <c:pt idx="1613">
                  <c:v>44349</c:v>
                </c:pt>
                <c:pt idx="1614">
                  <c:v>44350</c:v>
                </c:pt>
                <c:pt idx="1615">
                  <c:v>44351</c:v>
                </c:pt>
                <c:pt idx="1616">
                  <c:v>44352</c:v>
                </c:pt>
                <c:pt idx="1617">
                  <c:v>44353</c:v>
                </c:pt>
                <c:pt idx="1618">
                  <c:v>44354</c:v>
                </c:pt>
                <c:pt idx="1619">
                  <c:v>44355</c:v>
                </c:pt>
                <c:pt idx="1620">
                  <c:v>44356</c:v>
                </c:pt>
                <c:pt idx="1621">
                  <c:v>44357</c:v>
                </c:pt>
                <c:pt idx="1622">
                  <c:v>44358</c:v>
                </c:pt>
                <c:pt idx="1623">
                  <c:v>44359</c:v>
                </c:pt>
                <c:pt idx="1624">
                  <c:v>44360</c:v>
                </c:pt>
                <c:pt idx="1625">
                  <c:v>44361</c:v>
                </c:pt>
                <c:pt idx="1626">
                  <c:v>44362</c:v>
                </c:pt>
                <c:pt idx="1627">
                  <c:v>44363</c:v>
                </c:pt>
                <c:pt idx="1628">
                  <c:v>44364</c:v>
                </c:pt>
                <c:pt idx="1629">
                  <c:v>44365</c:v>
                </c:pt>
                <c:pt idx="1630">
                  <c:v>44366</c:v>
                </c:pt>
                <c:pt idx="1631">
                  <c:v>44367</c:v>
                </c:pt>
                <c:pt idx="1632">
                  <c:v>44368</c:v>
                </c:pt>
                <c:pt idx="1633">
                  <c:v>44369</c:v>
                </c:pt>
                <c:pt idx="1634">
                  <c:v>44370</c:v>
                </c:pt>
                <c:pt idx="1635">
                  <c:v>44371</c:v>
                </c:pt>
                <c:pt idx="1636">
                  <c:v>44372</c:v>
                </c:pt>
                <c:pt idx="1637">
                  <c:v>44373</c:v>
                </c:pt>
                <c:pt idx="1638">
                  <c:v>44374</c:v>
                </c:pt>
                <c:pt idx="1639">
                  <c:v>44375</c:v>
                </c:pt>
                <c:pt idx="1640">
                  <c:v>44376</c:v>
                </c:pt>
                <c:pt idx="1641">
                  <c:v>44377</c:v>
                </c:pt>
                <c:pt idx="1642">
                  <c:v>44378</c:v>
                </c:pt>
                <c:pt idx="1643">
                  <c:v>44379</c:v>
                </c:pt>
                <c:pt idx="1644">
                  <c:v>44380</c:v>
                </c:pt>
                <c:pt idx="1645">
                  <c:v>44381</c:v>
                </c:pt>
                <c:pt idx="1646">
                  <c:v>44382</c:v>
                </c:pt>
                <c:pt idx="1647">
                  <c:v>44383</c:v>
                </c:pt>
                <c:pt idx="1648">
                  <c:v>44384</c:v>
                </c:pt>
                <c:pt idx="1649">
                  <c:v>44385</c:v>
                </c:pt>
                <c:pt idx="1650">
                  <c:v>44386</c:v>
                </c:pt>
                <c:pt idx="1651">
                  <c:v>44387</c:v>
                </c:pt>
                <c:pt idx="1652">
                  <c:v>44388</c:v>
                </c:pt>
                <c:pt idx="1653">
                  <c:v>44389</c:v>
                </c:pt>
                <c:pt idx="1654">
                  <c:v>44390</c:v>
                </c:pt>
                <c:pt idx="1655">
                  <c:v>44391</c:v>
                </c:pt>
                <c:pt idx="1656">
                  <c:v>44392</c:v>
                </c:pt>
                <c:pt idx="1657">
                  <c:v>44393</c:v>
                </c:pt>
                <c:pt idx="1658">
                  <c:v>44394</c:v>
                </c:pt>
                <c:pt idx="1659">
                  <c:v>44395</c:v>
                </c:pt>
                <c:pt idx="1660">
                  <c:v>44396</c:v>
                </c:pt>
                <c:pt idx="1661">
                  <c:v>44397</c:v>
                </c:pt>
                <c:pt idx="1662">
                  <c:v>44398</c:v>
                </c:pt>
                <c:pt idx="1663">
                  <c:v>44399</c:v>
                </c:pt>
                <c:pt idx="1664">
                  <c:v>44400</c:v>
                </c:pt>
                <c:pt idx="1665">
                  <c:v>44401</c:v>
                </c:pt>
                <c:pt idx="1666">
                  <c:v>44402</c:v>
                </c:pt>
                <c:pt idx="1667">
                  <c:v>44403</c:v>
                </c:pt>
                <c:pt idx="1668">
                  <c:v>44404</c:v>
                </c:pt>
                <c:pt idx="1669">
                  <c:v>44405</c:v>
                </c:pt>
                <c:pt idx="1670">
                  <c:v>44406</c:v>
                </c:pt>
                <c:pt idx="1671">
                  <c:v>44407</c:v>
                </c:pt>
                <c:pt idx="1672">
                  <c:v>44408</c:v>
                </c:pt>
                <c:pt idx="1673">
                  <c:v>44409</c:v>
                </c:pt>
                <c:pt idx="1674">
                  <c:v>44410</c:v>
                </c:pt>
                <c:pt idx="1675">
                  <c:v>44411</c:v>
                </c:pt>
                <c:pt idx="1676">
                  <c:v>44412</c:v>
                </c:pt>
                <c:pt idx="1677">
                  <c:v>44413</c:v>
                </c:pt>
                <c:pt idx="1678">
                  <c:v>44414</c:v>
                </c:pt>
                <c:pt idx="1679">
                  <c:v>44415</c:v>
                </c:pt>
                <c:pt idx="1680">
                  <c:v>44416</c:v>
                </c:pt>
                <c:pt idx="1681">
                  <c:v>44417</c:v>
                </c:pt>
                <c:pt idx="1682">
                  <c:v>44418</c:v>
                </c:pt>
                <c:pt idx="1683">
                  <c:v>44419</c:v>
                </c:pt>
                <c:pt idx="1684">
                  <c:v>44420</c:v>
                </c:pt>
                <c:pt idx="1685">
                  <c:v>44421</c:v>
                </c:pt>
                <c:pt idx="1686">
                  <c:v>44422</c:v>
                </c:pt>
                <c:pt idx="1687">
                  <c:v>44423</c:v>
                </c:pt>
                <c:pt idx="1688">
                  <c:v>44424</c:v>
                </c:pt>
                <c:pt idx="1689">
                  <c:v>44425</c:v>
                </c:pt>
                <c:pt idx="1690">
                  <c:v>44426</c:v>
                </c:pt>
                <c:pt idx="1691">
                  <c:v>44427</c:v>
                </c:pt>
                <c:pt idx="1692">
                  <c:v>44428</c:v>
                </c:pt>
                <c:pt idx="1693">
                  <c:v>44429</c:v>
                </c:pt>
                <c:pt idx="1694">
                  <c:v>44430</c:v>
                </c:pt>
                <c:pt idx="1695">
                  <c:v>44431</c:v>
                </c:pt>
                <c:pt idx="1696">
                  <c:v>44432</c:v>
                </c:pt>
                <c:pt idx="1697">
                  <c:v>44433</c:v>
                </c:pt>
                <c:pt idx="1698">
                  <c:v>44434</c:v>
                </c:pt>
                <c:pt idx="1699">
                  <c:v>44435</c:v>
                </c:pt>
                <c:pt idx="1700">
                  <c:v>44436</c:v>
                </c:pt>
                <c:pt idx="1701">
                  <c:v>44437</c:v>
                </c:pt>
                <c:pt idx="1702">
                  <c:v>44438</c:v>
                </c:pt>
                <c:pt idx="1703">
                  <c:v>44439</c:v>
                </c:pt>
                <c:pt idx="1704">
                  <c:v>44440</c:v>
                </c:pt>
                <c:pt idx="1705">
                  <c:v>44441</c:v>
                </c:pt>
                <c:pt idx="1706">
                  <c:v>44442</c:v>
                </c:pt>
                <c:pt idx="1707">
                  <c:v>44443</c:v>
                </c:pt>
                <c:pt idx="1708">
                  <c:v>44444</c:v>
                </c:pt>
                <c:pt idx="1709">
                  <c:v>44445</c:v>
                </c:pt>
                <c:pt idx="1710">
                  <c:v>44446</c:v>
                </c:pt>
                <c:pt idx="1711">
                  <c:v>44447</c:v>
                </c:pt>
                <c:pt idx="1712">
                  <c:v>44448</c:v>
                </c:pt>
                <c:pt idx="1713">
                  <c:v>44449</c:v>
                </c:pt>
                <c:pt idx="1714">
                  <c:v>44450</c:v>
                </c:pt>
                <c:pt idx="1715">
                  <c:v>44451</c:v>
                </c:pt>
                <c:pt idx="1716">
                  <c:v>44452</c:v>
                </c:pt>
                <c:pt idx="1717">
                  <c:v>44453</c:v>
                </c:pt>
                <c:pt idx="1718">
                  <c:v>44454</c:v>
                </c:pt>
                <c:pt idx="1719">
                  <c:v>44455</c:v>
                </c:pt>
                <c:pt idx="1720">
                  <c:v>44456</c:v>
                </c:pt>
                <c:pt idx="1721">
                  <c:v>44457</c:v>
                </c:pt>
                <c:pt idx="1722">
                  <c:v>44458</c:v>
                </c:pt>
                <c:pt idx="1723">
                  <c:v>44459</c:v>
                </c:pt>
                <c:pt idx="1724">
                  <c:v>44460</c:v>
                </c:pt>
                <c:pt idx="1725">
                  <c:v>44461</c:v>
                </c:pt>
                <c:pt idx="1726">
                  <c:v>44462</c:v>
                </c:pt>
                <c:pt idx="1727">
                  <c:v>44463</c:v>
                </c:pt>
                <c:pt idx="1728">
                  <c:v>44464</c:v>
                </c:pt>
                <c:pt idx="1729">
                  <c:v>44465</c:v>
                </c:pt>
                <c:pt idx="1730">
                  <c:v>44466</c:v>
                </c:pt>
                <c:pt idx="1731">
                  <c:v>44467</c:v>
                </c:pt>
                <c:pt idx="1732">
                  <c:v>44468</c:v>
                </c:pt>
                <c:pt idx="1733">
                  <c:v>44469</c:v>
                </c:pt>
                <c:pt idx="1734">
                  <c:v>44470</c:v>
                </c:pt>
                <c:pt idx="1735">
                  <c:v>44471</c:v>
                </c:pt>
                <c:pt idx="1736">
                  <c:v>44472</c:v>
                </c:pt>
                <c:pt idx="1737">
                  <c:v>44473</c:v>
                </c:pt>
                <c:pt idx="1738">
                  <c:v>44474</c:v>
                </c:pt>
                <c:pt idx="1739">
                  <c:v>44475</c:v>
                </c:pt>
                <c:pt idx="1740">
                  <c:v>44476</c:v>
                </c:pt>
                <c:pt idx="1741">
                  <c:v>44477</c:v>
                </c:pt>
                <c:pt idx="1742">
                  <c:v>44478</c:v>
                </c:pt>
                <c:pt idx="1743">
                  <c:v>44479</c:v>
                </c:pt>
                <c:pt idx="1744">
                  <c:v>44480</c:v>
                </c:pt>
                <c:pt idx="1745">
                  <c:v>44481</c:v>
                </c:pt>
                <c:pt idx="1746">
                  <c:v>44482</c:v>
                </c:pt>
                <c:pt idx="1747">
                  <c:v>44483</c:v>
                </c:pt>
                <c:pt idx="1748">
                  <c:v>44484</c:v>
                </c:pt>
                <c:pt idx="1749">
                  <c:v>44485</c:v>
                </c:pt>
                <c:pt idx="1750">
                  <c:v>44486</c:v>
                </c:pt>
                <c:pt idx="1751">
                  <c:v>44487</c:v>
                </c:pt>
                <c:pt idx="1752">
                  <c:v>44488</c:v>
                </c:pt>
                <c:pt idx="1753">
                  <c:v>44489</c:v>
                </c:pt>
                <c:pt idx="1754">
                  <c:v>44490</c:v>
                </c:pt>
                <c:pt idx="1755">
                  <c:v>44491</c:v>
                </c:pt>
                <c:pt idx="1756">
                  <c:v>44492</c:v>
                </c:pt>
                <c:pt idx="1757">
                  <c:v>44493</c:v>
                </c:pt>
                <c:pt idx="1758">
                  <c:v>44494</c:v>
                </c:pt>
                <c:pt idx="1759">
                  <c:v>44495</c:v>
                </c:pt>
                <c:pt idx="1760">
                  <c:v>44496</c:v>
                </c:pt>
                <c:pt idx="1761">
                  <c:v>44497</c:v>
                </c:pt>
                <c:pt idx="1762">
                  <c:v>44498</c:v>
                </c:pt>
                <c:pt idx="1763">
                  <c:v>44499</c:v>
                </c:pt>
                <c:pt idx="1764">
                  <c:v>44500</c:v>
                </c:pt>
                <c:pt idx="1765">
                  <c:v>44501</c:v>
                </c:pt>
                <c:pt idx="1766">
                  <c:v>44502</c:v>
                </c:pt>
                <c:pt idx="1767">
                  <c:v>44503</c:v>
                </c:pt>
                <c:pt idx="1768">
                  <c:v>44504</c:v>
                </c:pt>
                <c:pt idx="1769">
                  <c:v>44505</c:v>
                </c:pt>
                <c:pt idx="1770">
                  <c:v>44506</c:v>
                </c:pt>
                <c:pt idx="1771">
                  <c:v>44507</c:v>
                </c:pt>
                <c:pt idx="1772">
                  <c:v>44508</c:v>
                </c:pt>
                <c:pt idx="1773">
                  <c:v>44509</c:v>
                </c:pt>
                <c:pt idx="1774">
                  <c:v>44510</c:v>
                </c:pt>
                <c:pt idx="1775">
                  <c:v>44511</c:v>
                </c:pt>
                <c:pt idx="1776">
                  <c:v>44512</c:v>
                </c:pt>
                <c:pt idx="1777">
                  <c:v>44513</c:v>
                </c:pt>
                <c:pt idx="1778">
                  <c:v>44514</c:v>
                </c:pt>
                <c:pt idx="1779">
                  <c:v>44515</c:v>
                </c:pt>
                <c:pt idx="1780">
                  <c:v>44516</c:v>
                </c:pt>
                <c:pt idx="1781">
                  <c:v>44517</c:v>
                </c:pt>
                <c:pt idx="1782">
                  <c:v>44518</c:v>
                </c:pt>
                <c:pt idx="1783">
                  <c:v>44519</c:v>
                </c:pt>
                <c:pt idx="1784">
                  <c:v>44520</c:v>
                </c:pt>
                <c:pt idx="1785">
                  <c:v>44521</c:v>
                </c:pt>
                <c:pt idx="1786">
                  <c:v>44522</c:v>
                </c:pt>
                <c:pt idx="1787">
                  <c:v>44523</c:v>
                </c:pt>
                <c:pt idx="1788">
                  <c:v>44524</c:v>
                </c:pt>
                <c:pt idx="1789">
                  <c:v>44525</c:v>
                </c:pt>
                <c:pt idx="1790">
                  <c:v>44526</c:v>
                </c:pt>
                <c:pt idx="1791">
                  <c:v>44527</c:v>
                </c:pt>
                <c:pt idx="1792">
                  <c:v>44528</c:v>
                </c:pt>
                <c:pt idx="1793">
                  <c:v>44529</c:v>
                </c:pt>
                <c:pt idx="1794">
                  <c:v>44530</c:v>
                </c:pt>
                <c:pt idx="1795">
                  <c:v>44531</c:v>
                </c:pt>
                <c:pt idx="1796">
                  <c:v>44532</c:v>
                </c:pt>
                <c:pt idx="1797">
                  <c:v>44533</c:v>
                </c:pt>
                <c:pt idx="1798">
                  <c:v>44534</c:v>
                </c:pt>
                <c:pt idx="1799">
                  <c:v>44535</c:v>
                </c:pt>
                <c:pt idx="1800">
                  <c:v>44536</c:v>
                </c:pt>
                <c:pt idx="1801">
                  <c:v>44537</c:v>
                </c:pt>
                <c:pt idx="1802">
                  <c:v>44538</c:v>
                </c:pt>
                <c:pt idx="1803">
                  <c:v>44539</c:v>
                </c:pt>
                <c:pt idx="1804">
                  <c:v>44540</c:v>
                </c:pt>
                <c:pt idx="1805">
                  <c:v>44541</c:v>
                </c:pt>
                <c:pt idx="1806">
                  <c:v>44542</c:v>
                </c:pt>
                <c:pt idx="1807">
                  <c:v>44543</c:v>
                </c:pt>
                <c:pt idx="1808">
                  <c:v>44544</c:v>
                </c:pt>
                <c:pt idx="1809">
                  <c:v>44545</c:v>
                </c:pt>
                <c:pt idx="1810">
                  <c:v>44546</c:v>
                </c:pt>
                <c:pt idx="1811">
                  <c:v>44547</c:v>
                </c:pt>
                <c:pt idx="1812">
                  <c:v>44548</c:v>
                </c:pt>
                <c:pt idx="1813">
                  <c:v>44549</c:v>
                </c:pt>
                <c:pt idx="1814">
                  <c:v>44550</c:v>
                </c:pt>
                <c:pt idx="1815">
                  <c:v>44551</c:v>
                </c:pt>
                <c:pt idx="1816">
                  <c:v>44552</c:v>
                </c:pt>
                <c:pt idx="1817">
                  <c:v>44553</c:v>
                </c:pt>
                <c:pt idx="1818">
                  <c:v>44554</c:v>
                </c:pt>
                <c:pt idx="1819">
                  <c:v>44555</c:v>
                </c:pt>
                <c:pt idx="1820">
                  <c:v>44556</c:v>
                </c:pt>
                <c:pt idx="1821">
                  <c:v>44557</c:v>
                </c:pt>
                <c:pt idx="1822">
                  <c:v>44558</c:v>
                </c:pt>
                <c:pt idx="1823">
                  <c:v>44559</c:v>
                </c:pt>
                <c:pt idx="1824">
                  <c:v>44560</c:v>
                </c:pt>
                <c:pt idx="1825">
                  <c:v>44561</c:v>
                </c:pt>
                <c:pt idx="1826">
                  <c:v>44562</c:v>
                </c:pt>
                <c:pt idx="1827">
                  <c:v>44563</c:v>
                </c:pt>
                <c:pt idx="1828">
                  <c:v>44564</c:v>
                </c:pt>
                <c:pt idx="1829">
                  <c:v>44565</c:v>
                </c:pt>
                <c:pt idx="1830">
                  <c:v>44566</c:v>
                </c:pt>
                <c:pt idx="1831">
                  <c:v>44567</c:v>
                </c:pt>
                <c:pt idx="1832">
                  <c:v>44568</c:v>
                </c:pt>
                <c:pt idx="1833">
                  <c:v>44569</c:v>
                </c:pt>
                <c:pt idx="1834">
                  <c:v>44570</c:v>
                </c:pt>
                <c:pt idx="1835">
                  <c:v>44571</c:v>
                </c:pt>
                <c:pt idx="1836">
                  <c:v>44572</c:v>
                </c:pt>
                <c:pt idx="1837">
                  <c:v>44573</c:v>
                </c:pt>
                <c:pt idx="1838">
                  <c:v>44574</c:v>
                </c:pt>
                <c:pt idx="1839">
                  <c:v>44575</c:v>
                </c:pt>
                <c:pt idx="1840">
                  <c:v>44576</c:v>
                </c:pt>
                <c:pt idx="1841">
                  <c:v>44577</c:v>
                </c:pt>
                <c:pt idx="1842">
                  <c:v>44578</c:v>
                </c:pt>
                <c:pt idx="1843">
                  <c:v>44579</c:v>
                </c:pt>
                <c:pt idx="1844">
                  <c:v>44580</c:v>
                </c:pt>
                <c:pt idx="1845">
                  <c:v>44581</c:v>
                </c:pt>
                <c:pt idx="1846">
                  <c:v>44582</c:v>
                </c:pt>
                <c:pt idx="1847">
                  <c:v>44583</c:v>
                </c:pt>
                <c:pt idx="1848">
                  <c:v>44584</c:v>
                </c:pt>
                <c:pt idx="1849">
                  <c:v>44585</c:v>
                </c:pt>
                <c:pt idx="1850">
                  <c:v>44586</c:v>
                </c:pt>
                <c:pt idx="1851">
                  <c:v>44587</c:v>
                </c:pt>
                <c:pt idx="1852">
                  <c:v>44588</c:v>
                </c:pt>
                <c:pt idx="1853">
                  <c:v>44589</c:v>
                </c:pt>
                <c:pt idx="1854">
                  <c:v>44590</c:v>
                </c:pt>
                <c:pt idx="1855">
                  <c:v>44591</c:v>
                </c:pt>
                <c:pt idx="1856">
                  <c:v>44592</c:v>
                </c:pt>
                <c:pt idx="1857">
                  <c:v>44593</c:v>
                </c:pt>
                <c:pt idx="1858">
                  <c:v>44594</c:v>
                </c:pt>
                <c:pt idx="1859">
                  <c:v>44595</c:v>
                </c:pt>
                <c:pt idx="1860">
                  <c:v>44596</c:v>
                </c:pt>
                <c:pt idx="1861">
                  <c:v>44597</c:v>
                </c:pt>
                <c:pt idx="1862">
                  <c:v>44598</c:v>
                </c:pt>
                <c:pt idx="1863">
                  <c:v>44599</c:v>
                </c:pt>
                <c:pt idx="1864">
                  <c:v>44600</c:v>
                </c:pt>
                <c:pt idx="1865">
                  <c:v>44601</c:v>
                </c:pt>
                <c:pt idx="1866">
                  <c:v>44602</c:v>
                </c:pt>
                <c:pt idx="1867">
                  <c:v>44603</c:v>
                </c:pt>
                <c:pt idx="1868">
                  <c:v>44604</c:v>
                </c:pt>
                <c:pt idx="1869">
                  <c:v>44605</c:v>
                </c:pt>
                <c:pt idx="1870">
                  <c:v>44606</c:v>
                </c:pt>
                <c:pt idx="1871">
                  <c:v>44607</c:v>
                </c:pt>
                <c:pt idx="1872">
                  <c:v>44608</c:v>
                </c:pt>
                <c:pt idx="1873">
                  <c:v>44609</c:v>
                </c:pt>
                <c:pt idx="1874">
                  <c:v>44610</c:v>
                </c:pt>
                <c:pt idx="1875">
                  <c:v>44611</c:v>
                </c:pt>
                <c:pt idx="1876">
                  <c:v>44612</c:v>
                </c:pt>
                <c:pt idx="1877">
                  <c:v>44613</c:v>
                </c:pt>
                <c:pt idx="1878">
                  <c:v>44614</c:v>
                </c:pt>
                <c:pt idx="1879">
                  <c:v>44615</c:v>
                </c:pt>
                <c:pt idx="1880">
                  <c:v>44616</c:v>
                </c:pt>
                <c:pt idx="1881">
                  <c:v>44617</c:v>
                </c:pt>
                <c:pt idx="1882">
                  <c:v>44618</c:v>
                </c:pt>
                <c:pt idx="1883">
                  <c:v>44619</c:v>
                </c:pt>
                <c:pt idx="1884">
                  <c:v>44620</c:v>
                </c:pt>
                <c:pt idx="1885">
                  <c:v>44621</c:v>
                </c:pt>
                <c:pt idx="1886">
                  <c:v>44622</c:v>
                </c:pt>
                <c:pt idx="1887">
                  <c:v>44623</c:v>
                </c:pt>
                <c:pt idx="1888">
                  <c:v>44624</c:v>
                </c:pt>
                <c:pt idx="1889">
                  <c:v>44625</c:v>
                </c:pt>
                <c:pt idx="1890">
                  <c:v>44626</c:v>
                </c:pt>
                <c:pt idx="1891">
                  <c:v>44627</c:v>
                </c:pt>
                <c:pt idx="1892">
                  <c:v>44628</c:v>
                </c:pt>
                <c:pt idx="1893">
                  <c:v>44629</c:v>
                </c:pt>
                <c:pt idx="1894">
                  <c:v>44630</c:v>
                </c:pt>
                <c:pt idx="1895">
                  <c:v>44631</c:v>
                </c:pt>
                <c:pt idx="1896">
                  <c:v>44632</c:v>
                </c:pt>
                <c:pt idx="1897">
                  <c:v>44633</c:v>
                </c:pt>
                <c:pt idx="1898">
                  <c:v>44634</c:v>
                </c:pt>
                <c:pt idx="1899">
                  <c:v>44635</c:v>
                </c:pt>
                <c:pt idx="1900">
                  <c:v>44636</c:v>
                </c:pt>
                <c:pt idx="1901">
                  <c:v>44637</c:v>
                </c:pt>
                <c:pt idx="1902">
                  <c:v>44638</c:v>
                </c:pt>
                <c:pt idx="1903">
                  <c:v>44639</c:v>
                </c:pt>
                <c:pt idx="1904">
                  <c:v>44640</c:v>
                </c:pt>
                <c:pt idx="1905">
                  <c:v>44641</c:v>
                </c:pt>
                <c:pt idx="1906">
                  <c:v>44642</c:v>
                </c:pt>
                <c:pt idx="1907">
                  <c:v>44643</c:v>
                </c:pt>
                <c:pt idx="1908">
                  <c:v>44644</c:v>
                </c:pt>
                <c:pt idx="1909">
                  <c:v>44645</c:v>
                </c:pt>
                <c:pt idx="1910">
                  <c:v>44646</c:v>
                </c:pt>
                <c:pt idx="1911">
                  <c:v>44647</c:v>
                </c:pt>
                <c:pt idx="1912">
                  <c:v>44648</c:v>
                </c:pt>
                <c:pt idx="1913">
                  <c:v>44649</c:v>
                </c:pt>
                <c:pt idx="1914">
                  <c:v>44650</c:v>
                </c:pt>
                <c:pt idx="1915">
                  <c:v>44651</c:v>
                </c:pt>
                <c:pt idx="1916">
                  <c:v>44652</c:v>
                </c:pt>
                <c:pt idx="1917">
                  <c:v>44653</c:v>
                </c:pt>
                <c:pt idx="1918">
                  <c:v>44654</c:v>
                </c:pt>
                <c:pt idx="1919">
                  <c:v>44655</c:v>
                </c:pt>
                <c:pt idx="1920">
                  <c:v>44656</c:v>
                </c:pt>
                <c:pt idx="1921">
                  <c:v>44657</c:v>
                </c:pt>
                <c:pt idx="1922">
                  <c:v>44658</c:v>
                </c:pt>
                <c:pt idx="1923">
                  <c:v>44659</c:v>
                </c:pt>
                <c:pt idx="1924">
                  <c:v>44660</c:v>
                </c:pt>
                <c:pt idx="1925">
                  <c:v>44661</c:v>
                </c:pt>
                <c:pt idx="1926">
                  <c:v>44662</c:v>
                </c:pt>
                <c:pt idx="1927">
                  <c:v>44663</c:v>
                </c:pt>
                <c:pt idx="1928">
                  <c:v>44664</c:v>
                </c:pt>
                <c:pt idx="1929">
                  <c:v>44665</c:v>
                </c:pt>
                <c:pt idx="1930">
                  <c:v>44666</c:v>
                </c:pt>
                <c:pt idx="1931">
                  <c:v>44667</c:v>
                </c:pt>
                <c:pt idx="1932">
                  <c:v>44668</c:v>
                </c:pt>
                <c:pt idx="1933">
                  <c:v>44669</c:v>
                </c:pt>
                <c:pt idx="1934">
                  <c:v>44670</c:v>
                </c:pt>
                <c:pt idx="1935">
                  <c:v>44671</c:v>
                </c:pt>
                <c:pt idx="1936">
                  <c:v>44672</c:v>
                </c:pt>
                <c:pt idx="1937">
                  <c:v>44673</c:v>
                </c:pt>
                <c:pt idx="1938">
                  <c:v>44674</c:v>
                </c:pt>
                <c:pt idx="1939">
                  <c:v>44675</c:v>
                </c:pt>
                <c:pt idx="1940">
                  <c:v>44676</c:v>
                </c:pt>
                <c:pt idx="1941">
                  <c:v>44677</c:v>
                </c:pt>
                <c:pt idx="1942">
                  <c:v>44678</c:v>
                </c:pt>
                <c:pt idx="1943">
                  <c:v>44679</c:v>
                </c:pt>
                <c:pt idx="1944">
                  <c:v>44680</c:v>
                </c:pt>
                <c:pt idx="1945">
                  <c:v>44681</c:v>
                </c:pt>
                <c:pt idx="1946">
                  <c:v>44682</c:v>
                </c:pt>
                <c:pt idx="1947">
                  <c:v>44683</c:v>
                </c:pt>
                <c:pt idx="1948">
                  <c:v>44684</c:v>
                </c:pt>
                <c:pt idx="1949">
                  <c:v>44685</c:v>
                </c:pt>
                <c:pt idx="1950">
                  <c:v>44686</c:v>
                </c:pt>
                <c:pt idx="1951">
                  <c:v>44687</c:v>
                </c:pt>
                <c:pt idx="1952">
                  <c:v>44688</c:v>
                </c:pt>
                <c:pt idx="1953">
                  <c:v>44689</c:v>
                </c:pt>
                <c:pt idx="1954">
                  <c:v>44690</c:v>
                </c:pt>
                <c:pt idx="1955">
                  <c:v>44691</c:v>
                </c:pt>
                <c:pt idx="1956">
                  <c:v>44692</c:v>
                </c:pt>
                <c:pt idx="1957">
                  <c:v>44693</c:v>
                </c:pt>
                <c:pt idx="1958">
                  <c:v>44694</c:v>
                </c:pt>
                <c:pt idx="1959">
                  <c:v>44695</c:v>
                </c:pt>
                <c:pt idx="1960">
                  <c:v>44696</c:v>
                </c:pt>
                <c:pt idx="1961">
                  <c:v>44697</c:v>
                </c:pt>
                <c:pt idx="1962">
                  <c:v>44698</c:v>
                </c:pt>
                <c:pt idx="1963">
                  <c:v>44699</c:v>
                </c:pt>
                <c:pt idx="1964">
                  <c:v>44700</c:v>
                </c:pt>
                <c:pt idx="1965">
                  <c:v>44701</c:v>
                </c:pt>
                <c:pt idx="1966">
                  <c:v>44702</c:v>
                </c:pt>
                <c:pt idx="1967">
                  <c:v>44703</c:v>
                </c:pt>
                <c:pt idx="1968">
                  <c:v>44704</c:v>
                </c:pt>
                <c:pt idx="1969">
                  <c:v>44705</c:v>
                </c:pt>
                <c:pt idx="1970">
                  <c:v>44706</c:v>
                </c:pt>
                <c:pt idx="1971">
                  <c:v>44707</c:v>
                </c:pt>
                <c:pt idx="1972">
                  <c:v>44708</c:v>
                </c:pt>
                <c:pt idx="1973">
                  <c:v>44709</c:v>
                </c:pt>
                <c:pt idx="1974">
                  <c:v>44710</c:v>
                </c:pt>
                <c:pt idx="1975">
                  <c:v>44711</c:v>
                </c:pt>
                <c:pt idx="1976">
                  <c:v>44712</c:v>
                </c:pt>
                <c:pt idx="1977">
                  <c:v>44713</c:v>
                </c:pt>
                <c:pt idx="1978">
                  <c:v>44714</c:v>
                </c:pt>
                <c:pt idx="1979">
                  <c:v>44715</c:v>
                </c:pt>
                <c:pt idx="1980">
                  <c:v>44716</c:v>
                </c:pt>
                <c:pt idx="1981">
                  <c:v>44717</c:v>
                </c:pt>
                <c:pt idx="1982">
                  <c:v>44718</c:v>
                </c:pt>
                <c:pt idx="1983">
                  <c:v>44719</c:v>
                </c:pt>
                <c:pt idx="1984">
                  <c:v>44720</c:v>
                </c:pt>
                <c:pt idx="1985">
                  <c:v>44721</c:v>
                </c:pt>
                <c:pt idx="1986">
                  <c:v>44722</c:v>
                </c:pt>
                <c:pt idx="1987">
                  <c:v>44723</c:v>
                </c:pt>
                <c:pt idx="1988">
                  <c:v>44724</c:v>
                </c:pt>
                <c:pt idx="1989">
                  <c:v>44725</c:v>
                </c:pt>
                <c:pt idx="1990">
                  <c:v>44726</c:v>
                </c:pt>
                <c:pt idx="1991">
                  <c:v>44727</c:v>
                </c:pt>
                <c:pt idx="1992">
                  <c:v>44728</c:v>
                </c:pt>
                <c:pt idx="1993">
                  <c:v>44729</c:v>
                </c:pt>
                <c:pt idx="1994">
                  <c:v>44730</c:v>
                </c:pt>
                <c:pt idx="1995">
                  <c:v>44731</c:v>
                </c:pt>
                <c:pt idx="1996">
                  <c:v>44732</c:v>
                </c:pt>
                <c:pt idx="1997">
                  <c:v>44733</c:v>
                </c:pt>
                <c:pt idx="1998">
                  <c:v>44734</c:v>
                </c:pt>
                <c:pt idx="1999">
                  <c:v>44735</c:v>
                </c:pt>
                <c:pt idx="2000">
                  <c:v>44736</c:v>
                </c:pt>
                <c:pt idx="2001">
                  <c:v>44737</c:v>
                </c:pt>
                <c:pt idx="2002">
                  <c:v>44738</c:v>
                </c:pt>
                <c:pt idx="2003">
                  <c:v>44739</c:v>
                </c:pt>
                <c:pt idx="2004">
                  <c:v>44740</c:v>
                </c:pt>
                <c:pt idx="2005">
                  <c:v>44741</c:v>
                </c:pt>
                <c:pt idx="2006">
                  <c:v>44742</c:v>
                </c:pt>
                <c:pt idx="2007">
                  <c:v>44743</c:v>
                </c:pt>
                <c:pt idx="2008">
                  <c:v>44744</c:v>
                </c:pt>
                <c:pt idx="2009">
                  <c:v>44745</c:v>
                </c:pt>
                <c:pt idx="2010">
                  <c:v>44746</c:v>
                </c:pt>
                <c:pt idx="2011">
                  <c:v>44747</c:v>
                </c:pt>
                <c:pt idx="2012">
                  <c:v>44748</c:v>
                </c:pt>
                <c:pt idx="2013">
                  <c:v>44749</c:v>
                </c:pt>
                <c:pt idx="2014">
                  <c:v>44750</c:v>
                </c:pt>
                <c:pt idx="2015">
                  <c:v>44751</c:v>
                </c:pt>
                <c:pt idx="2016">
                  <c:v>44752</c:v>
                </c:pt>
                <c:pt idx="2017">
                  <c:v>44753</c:v>
                </c:pt>
                <c:pt idx="2018">
                  <c:v>44754</c:v>
                </c:pt>
                <c:pt idx="2019">
                  <c:v>44755</c:v>
                </c:pt>
                <c:pt idx="2020">
                  <c:v>44756</c:v>
                </c:pt>
                <c:pt idx="2021">
                  <c:v>44757</c:v>
                </c:pt>
                <c:pt idx="2022">
                  <c:v>44758</c:v>
                </c:pt>
                <c:pt idx="2023">
                  <c:v>44759</c:v>
                </c:pt>
                <c:pt idx="2024">
                  <c:v>44760</c:v>
                </c:pt>
                <c:pt idx="2025">
                  <c:v>44761</c:v>
                </c:pt>
                <c:pt idx="2026">
                  <c:v>44762</c:v>
                </c:pt>
                <c:pt idx="2027">
                  <c:v>44763</c:v>
                </c:pt>
                <c:pt idx="2028">
                  <c:v>44764</c:v>
                </c:pt>
                <c:pt idx="2029">
                  <c:v>44765</c:v>
                </c:pt>
                <c:pt idx="2030">
                  <c:v>44766</c:v>
                </c:pt>
                <c:pt idx="2031">
                  <c:v>44767</c:v>
                </c:pt>
                <c:pt idx="2032">
                  <c:v>44768</c:v>
                </c:pt>
                <c:pt idx="2033">
                  <c:v>44769</c:v>
                </c:pt>
                <c:pt idx="2034">
                  <c:v>44770</c:v>
                </c:pt>
                <c:pt idx="2035">
                  <c:v>44771</c:v>
                </c:pt>
                <c:pt idx="2036">
                  <c:v>44772</c:v>
                </c:pt>
                <c:pt idx="2037">
                  <c:v>44773</c:v>
                </c:pt>
                <c:pt idx="2038">
                  <c:v>44774</c:v>
                </c:pt>
                <c:pt idx="2039">
                  <c:v>44775</c:v>
                </c:pt>
                <c:pt idx="2040">
                  <c:v>44776</c:v>
                </c:pt>
                <c:pt idx="2041">
                  <c:v>44777</c:v>
                </c:pt>
                <c:pt idx="2042">
                  <c:v>44778</c:v>
                </c:pt>
                <c:pt idx="2043">
                  <c:v>44779</c:v>
                </c:pt>
                <c:pt idx="2044">
                  <c:v>44780</c:v>
                </c:pt>
                <c:pt idx="2045">
                  <c:v>44781</c:v>
                </c:pt>
                <c:pt idx="2046">
                  <c:v>44782</c:v>
                </c:pt>
                <c:pt idx="2047">
                  <c:v>44783</c:v>
                </c:pt>
                <c:pt idx="2048">
                  <c:v>44784</c:v>
                </c:pt>
                <c:pt idx="2049">
                  <c:v>44785</c:v>
                </c:pt>
                <c:pt idx="2050">
                  <c:v>44786</c:v>
                </c:pt>
                <c:pt idx="2051">
                  <c:v>44787</c:v>
                </c:pt>
                <c:pt idx="2052">
                  <c:v>44788</c:v>
                </c:pt>
                <c:pt idx="2053">
                  <c:v>44789</c:v>
                </c:pt>
                <c:pt idx="2054">
                  <c:v>44790</c:v>
                </c:pt>
                <c:pt idx="2055">
                  <c:v>44791</c:v>
                </c:pt>
                <c:pt idx="2056">
                  <c:v>44792</c:v>
                </c:pt>
                <c:pt idx="2057">
                  <c:v>44793</c:v>
                </c:pt>
                <c:pt idx="2058">
                  <c:v>44794</c:v>
                </c:pt>
                <c:pt idx="2059">
                  <c:v>44795</c:v>
                </c:pt>
                <c:pt idx="2060">
                  <c:v>44796</c:v>
                </c:pt>
                <c:pt idx="2061">
                  <c:v>44797</c:v>
                </c:pt>
                <c:pt idx="2062">
                  <c:v>44798</c:v>
                </c:pt>
                <c:pt idx="2063">
                  <c:v>44799</c:v>
                </c:pt>
                <c:pt idx="2064">
                  <c:v>44800</c:v>
                </c:pt>
                <c:pt idx="2065">
                  <c:v>44801</c:v>
                </c:pt>
                <c:pt idx="2066">
                  <c:v>44802</c:v>
                </c:pt>
                <c:pt idx="2067">
                  <c:v>44803</c:v>
                </c:pt>
                <c:pt idx="2068">
                  <c:v>44804</c:v>
                </c:pt>
                <c:pt idx="2069">
                  <c:v>44805</c:v>
                </c:pt>
                <c:pt idx="2070">
                  <c:v>44806</c:v>
                </c:pt>
                <c:pt idx="2071">
                  <c:v>44807</c:v>
                </c:pt>
                <c:pt idx="2072">
                  <c:v>44808</c:v>
                </c:pt>
                <c:pt idx="2073">
                  <c:v>44809</c:v>
                </c:pt>
                <c:pt idx="2074">
                  <c:v>44810</c:v>
                </c:pt>
                <c:pt idx="2075">
                  <c:v>44811</c:v>
                </c:pt>
                <c:pt idx="2076">
                  <c:v>44812</c:v>
                </c:pt>
                <c:pt idx="2077">
                  <c:v>44813</c:v>
                </c:pt>
                <c:pt idx="2078">
                  <c:v>44814</c:v>
                </c:pt>
                <c:pt idx="2079">
                  <c:v>44815</c:v>
                </c:pt>
                <c:pt idx="2080">
                  <c:v>44816</c:v>
                </c:pt>
                <c:pt idx="2081">
                  <c:v>44817</c:v>
                </c:pt>
                <c:pt idx="2082">
                  <c:v>44818</c:v>
                </c:pt>
                <c:pt idx="2083">
                  <c:v>44819</c:v>
                </c:pt>
                <c:pt idx="2084">
                  <c:v>44820</c:v>
                </c:pt>
                <c:pt idx="2085">
                  <c:v>44821</c:v>
                </c:pt>
                <c:pt idx="2086">
                  <c:v>44822</c:v>
                </c:pt>
                <c:pt idx="2087">
                  <c:v>44823</c:v>
                </c:pt>
                <c:pt idx="2088">
                  <c:v>44824</c:v>
                </c:pt>
                <c:pt idx="2089">
                  <c:v>44825</c:v>
                </c:pt>
                <c:pt idx="2090">
                  <c:v>44826</c:v>
                </c:pt>
                <c:pt idx="2091">
                  <c:v>44827</c:v>
                </c:pt>
                <c:pt idx="2092">
                  <c:v>44828</c:v>
                </c:pt>
                <c:pt idx="2093">
                  <c:v>44829</c:v>
                </c:pt>
                <c:pt idx="2094">
                  <c:v>44830</c:v>
                </c:pt>
                <c:pt idx="2095">
                  <c:v>44831</c:v>
                </c:pt>
                <c:pt idx="2096">
                  <c:v>44832</c:v>
                </c:pt>
                <c:pt idx="2097">
                  <c:v>44833</c:v>
                </c:pt>
                <c:pt idx="2098">
                  <c:v>44834</c:v>
                </c:pt>
                <c:pt idx="2099">
                  <c:v>44835</c:v>
                </c:pt>
                <c:pt idx="2100">
                  <c:v>44836</c:v>
                </c:pt>
                <c:pt idx="2101">
                  <c:v>44837</c:v>
                </c:pt>
                <c:pt idx="2102">
                  <c:v>44838</c:v>
                </c:pt>
                <c:pt idx="2103">
                  <c:v>44839</c:v>
                </c:pt>
                <c:pt idx="2104">
                  <c:v>44840</c:v>
                </c:pt>
                <c:pt idx="2105">
                  <c:v>44841</c:v>
                </c:pt>
                <c:pt idx="2106">
                  <c:v>44842</c:v>
                </c:pt>
                <c:pt idx="2107">
                  <c:v>44843</c:v>
                </c:pt>
                <c:pt idx="2108">
                  <c:v>44844</c:v>
                </c:pt>
                <c:pt idx="2109">
                  <c:v>44845</c:v>
                </c:pt>
                <c:pt idx="2110">
                  <c:v>44846</c:v>
                </c:pt>
                <c:pt idx="2111">
                  <c:v>44847</c:v>
                </c:pt>
                <c:pt idx="2112">
                  <c:v>44848</c:v>
                </c:pt>
                <c:pt idx="2113">
                  <c:v>44849</c:v>
                </c:pt>
                <c:pt idx="2114">
                  <c:v>44850</c:v>
                </c:pt>
                <c:pt idx="2115">
                  <c:v>44851</c:v>
                </c:pt>
                <c:pt idx="2116">
                  <c:v>44852</c:v>
                </c:pt>
                <c:pt idx="2117">
                  <c:v>44853</c:v>
                </c:pt>
                <c:pt idx="2118">
                  <c:v>44854</c:v>
                </c:pt>
                <c:pt idx="2119">
                  <c:v>44855</c:v>
                </c:pt>
                <c:pt idx="2120">
                  <c:v>44856</c:v>
                </c:pt>
                <c:pt idx="2121">
                  <c:v>44857</c:v>
                </c:pt>
                <c:pt idx="2122">
                  <c:v>44858</c:v>
                </c:pt>
                <c:pt idx="2123">
                  <c:v>44859</c:v>
                </c:pt>
                <c:pt idx="2124">
                  <c:v>44860</c:v>
                </c:pt>
                <c:pt idx="2125">
                  <c:v>44861</c:v>
                </c:pt>
                <c:pt idx="2126">
                  <c:v>44862</c:v>
                </c:pt>
                <c:pt idx="2127">
                  <c:v>44863</c:v>
                </c:pt>
                <c:pt idx="2128">
                  <c:v>44864</c:v>
                </c:pt>
                <c:pt idx="2129">
                  <c:v>44865</c:v>
                </c:pt>
                <c:pt idx="2130">
                  <c:v>44866</c:v>
                </c:pt>
                <c:pt idx="2131">
                  <c:v>44867</c:v>
                </c:pt>
                <c:pt idx="2132">
                  <c:v>44868</c:v>
                </c:pt>
                <c:pt idx="2133">
                  <c:v>44869</c:v>
                </c:pt>
                <c:pt idx="2134">
                  <c:v>44870</c:v>
                </c:pt>
                <c:pt idx="2135">
                  <c:v>44871</c:v>
                </c:pt>
                <c:pt idx="2136">
                  <c:v>44872</c:v>
                </c:pt>
                <c:pt idx="2137">
                  <c:v>44873</c:v>
                </c:pt>
                <c:pt idx="2138">
                  <c:v>44874</c:v>
                </c:pt>
                <c:pt idx="2139">
                  <c:v>44875</c:v>
                </c:pt>
                <c:pt idx="2140">
                  <c:v>44876</c:v>
                </c:pt>
                <c:pt idx="2141">
                  <c:v>44877</c:v>
                </c:pt>
                <c:pt idx="2142">
                  <c:v>44878</c:v>
                </c:pt>
                <c:pt idx="2143">
                  <c:v>44879</c:v>
                </c:pt>
                <c:pt idx="2144">
                  <c:v>44880</c:v>
                </c:pt>
                <c:pt idx="2145">
                  <c:v>44881</c:v>
                </c:pt>
                <c:pt idx="2146">
                  <c:v>44882</c:v>
                </c:pt>
                <c:pt idx="2147">
                  <c:v>44883</c:v>
                </c:pt>
                <c:pt idx="2148">
                  <c:v>44884</c:v>
                </c:pt>
                <c:pt idx="2149">
                  <c:v>44885</c:v>
                </c:pt>
                <c:pt idx="2150">
                  <c:v>44886</c:v>
                </c:pt>
                <c:pt idx="2151">
                  <c:v>44887</c:v>
                </c:pt>
                <c:pt idx="2152">
                  <c:v>44888</c:v>
                </c:pt>
                <c:pt idx="2153">
                  <c:v>44889</c:v>
                </c:pt>
                <c:pt idx="2154">
                  <c:v>44890</c:v>
                </c:pt>
                <c:pt idx="2155">
                  <c:v>44891</c:v>
                </c:pt>
                <c:pt idx="2156">
                  <c:v>44892</c:v>
                </c:pt>
                <c:pt idx="2157">
                  <c:v>44893</c:v>
                </c:pt>
                <c:pt idx="2158">
                  <c:v>44894</c:v>
                </c:pt>
                <c:pt idx="2159">
                  <c:v>44895</c:v>
                </c:pt>
                <c:pt idx="2160">
                  <c:v>44896</c:v>
                </c:pt>
                <c:pt idx="2161">
                  <c:v>44897</c:v>
                </c:pt>
                <c:pt idx="2162">
                  <c:v>44898</c:v>
                </c:pt>
                <c:pt idx="2163">
                  <c:v>44899</c:v>
                </c:pt>
                <c:pt idx="2164">
                  <c:v>44900</c:v>
                </c:pt>
                <c:pt idx="2165">
                  <c:v>44901</c:v>
                </c:pt>
                <c:pt idx="2166">
                  <c:v>44902</c:v>
                </c:pt>
                <c:pt idx="2167">
                  <c:v>44903</c:v>
                </c:pt>
                <c:pt idx="2168">
                  <c:v>44904</c:v>
                </c:pt>
                <c:pt idx="2169">
                  <c:v>44905</c:v>
                </c:pt>
                <c:pt idx="2170">
                  <c:v>44906</c:v>
                </c:pt>
                <c:pt idx="2171">
                  <c:v>44907</c:v>
                </c:pt>
                <c:pt idx="2172">
                  <c:v>44908</c:v>
                </c:pt>
                <c:pt idx="2173">
                  <c:v>44909</c:v>
                </c:pt>
                <c:pt idx="2174">
                  <c:v>44910</c:v>
                </c:pt>
                <c:pt idx="2175">
                  <c:v>44911</c:v>
                </c:pt>
                <c:pt idx="2176">
                  <c:v>44912</c:v>
                </c:pt>
                <c:pt idx="2177">
                  <c:v>44913</c:v>
                </c:pt>
                <c:pt idx="2178">
                  <c:v>44914</c:v>
                </c:pt>
                <c:pt idx="2179">
                  <c:v>44915</c:v>
                </c:pt>
                <c:pt idx="2180">
                  <c:v>44916</c:v>
                </c:pt>
                <c:pt idx="2181">
                  <c:v>44917</c:v>
                </c:pt>
                <c:pt idx="2182">
                  <c:v>44918</c:v>
                </c:pt>
                <c:pt idx="2183">
                  <c:v>44919</c:v>
                </c:pt>
                <c:pt idx="2184">
                  <c:v>44920</c:v>
                </c:pt>
                <c:pt idx="2185">
                  <c:v>44921</c:v>
                </c:pt>
                <c:pt idx="2186">
                  <c:v>44922</c:v>
                </c:pt>
                <c:pt idx="2187">
                  <c:v>44923</c:v>
                </c:pt>
                <c:pt idx="2188">
                  <c:v>44924</c:v>
                </c:pt>
                <c:pt idx="2189">
                  <c:v>44925</c:v>
                </c:pt>
                <c:pt idx="2190">
                  <c:v>44926</c:v>
                </c:pt>
                <c:pt idx="2191">
                  <c:v>44927</c:v>
                </c:pt>
                <c:pt idx="2192">
                  <c:v>44928</c:v>
                </c:pt>
                <c:pt idx="2193">
                  <c:v>44929</c:v>
                </c:pt>
                <c:pt idx="2194">
                  <c:v>44930</c:v>
                </c:pt>
                <c:pt idx="2195">
                  <c:v>44931</c:v>
                </c:pt>
                <c:pt idx="2196">
                  <c:v>44932</c:v>
                </c:pt>
                <c:pt idx="2197">
                  <c:v>44933</c:v>
                </c:pt>
                <c:pt idx="2198">
                  <c:v>44934</c:v>
                </c:pt>
                <c:pt idx="2199">
                  <c:v>44935</c:v>
                </c:pt>
                <c:pt idx="2200">
                  <c:v>44936</c:v>
                </c:pt>
                <c:pt idx="2201">
                  <c:v>44937</c:v>
                </c:pt>
                <c:pt idx="2202">
                  <c:v>44938</c:v>
                </c:pt>
                <c:pt idx="2203">
                  <c:v>44939</c:v>
                </c:pt>
                <c:pt idx="2204">
                  <c:v>44940</c:v>
                </c:pt>
                <c:pt idx="2205">
                  <c:v>44941</c:v>
                </c:pt>
                <c:pt idx="2206">
                  <c:v>44942</c:v>
                </c:pt>
                <c:pt idx="2207">
                  <c:v>44943</c:v>
                </c:pt>
                <c:pt idx="2208">
                  <c:v>44944</c:v>
                </c:pt>
                <c:pt idx="2209">
                  <c:v>44945</c:v>
                </c:pt>
                <c:pt idx="2210">
                  <c:v>44946</c:v>
                </c:pt>
                <c:pt idx="2211">
                  <c:v>44947</c:v>
                </c:pt>
                <c:pt idx="2212">
                  <c:v>44948</c:v>
                </c:pt>
                <c:pt idx="2213">
                  <c:v>44949</c:v>
                </c:pt>
                <c:pt idx="2214">
                  <c:v>44950</c:v>
                </c:pt>
                <c:pt idx="2215">
                  <c:v>44951</c:v>
                </c:pt>
                <c:pt idx="2216">
                  <c:v>44952</c:v>
                </c:pt>
                <c:pt idx="2217">
                  <c:v>44953</c:v>
                </c:pt>
                <c:pt idx="2218">
                  <c:v>44954</c:v>
                </c:pt>
                <c:pt idx="2219">
                  <c:v>44955</c:v>
                </c:pt>
                <c:pt idx="2220">
                  <c:v>44956</c:v>
                </c:pt>
                <c:pt idx="2221">
                  <c:v>44957</c:v>
                </c:pt>
                <c:pt idx="2222">
                  <c:v>44958</c:v>
                </c:pt>
                <c:pt idx="2223">
                  <c:v>44959</c:v>
                </c:pt>
                <c:pt idx="2224">
                  <c:v>44960</c:v>
                </c:pt>
                <c:pt idx="2225">
                  <c:v>44961</c:v>
                </c:pt>
                <c:pt idx="2226">
                  <c:v>44962</c:v>
                </c:pt>
                <c:pt idx="2227">
                  <c:v>44963</c:v>
                </c:pt>
                <c:pt idx="2228">
                  <c:v>44964</c:v>
                </c:pt>
                <c:pt idx="2229">
                  <c:v>44965</c:v>
                </c:pt>
                <c:pt idx="2230">
                  <c:v>44966</c:v>
                </c:pt>
                <c:pt idx="2231">
                  <c:v>44967</c:v>
                </c:pt>
                <c:pt idx="2232">
                  <c:v>44968</c:v>
                </c:pt>
                <c:pt idx="2233">
                  <c:v>44969</c:v>
                </c:pt>
                <c:pt idx="2234">
                  <c:v>44970</c:v>
                </c:pt>
                <c:pt idx="2235">
                  <c:v>44971</c:v>
                </c:pt>
                <c:pt idx="2236">
                  <c:v>44972</c:v>
                </c:pt>
                <c:pt idx="2237">
                  <c:v>44973</c:v>
                </c:pt>
                <c:pt idx="2238">
                  <c:v>44974</c:v>
                </c:pt>
                <c:pt idx="2239">
                  <c:v>44975</c:v>
                </c:pt>
                <c:pt idx="2240">
                  <c:v>44976</c:v>
                </c:pt>
                <c:pt idx="2241">
                  <c:v>44977</c:v>
                </c:pt>
                <c:pt idx="2242">
                  <c:v>44978</c:v>
                </c:pt>
                <c:pt idx="2243">
                  <c:v>44979</c:v>
                </c:pt>
                <c:pt idx="2244">
                  <c:v>44980</c:v>
                </c:pt>
                <c:pt idx="2245">
                  <c:v>44981</c:v>
                </c:pt>
                <c:pt idx="2246">
                  <c:v>44982</c:v>
                </c:pt>
                <c:pt idx="2247">
                  <c:v>44983</c:v>
                </c:pt>
                <c:pt idx="2248">
                  <c:v>44984</c:v>
                </c:pt>
                <c:pt idx="2249">
                  <c:v>44985</c:v>
                </c:pt>
                <c:pt idx="2250">
                  <c:v>44986</c:v>
                </c:pt>
                <c:pt idx="2251">
                  <c:v>44987</c:v>
                </c:pt>
                <c:pt idx="2252">
                  <c:v>44988</c:v>
                </c:pt>
                <c:pt idx="2253">
                  <c:v>44989</c:v>
                </c:pt>
                <c:pt idx="2254">
                  <c:v>44990</c:v>
                </c:pt>
                <c:pt idx="2255">
                  <c:v>44991</c:v>
                </c:pt>
                <c:pt idx="2256">
                  <c:v>44992</c:v>
                </c:pt>
                <c:pt idx="2257">
                  <c:v>44993</c:v>
                </c:pt>
                <c:pt idx="2258">
                  <c:v>44994</c:v>
                </c:pt>
                <c:pt idx="2259">
                  <c:v>44995</c:v>
                </c:pt>
                <c:pt idx="2260">
                  <c:v>44996</c:v>
                </c:pt>
                <c:pt idx="2261">
                  <c:v>44997</c:v>
                </c:pt>
                <c:pt idx="2262">
                  <c:v>44998</c:v>
                </c:pt>
                <c:pt idx="2263">
                  <c:v>44999</c:v>
                </c:pt>
                <c:pt idx="2264">
                  <c:v>45000</c:v>
                </c:pt>
                <c:pt idx="2265">
                  <c:v>45001</c:v>
                </c:pt>
                <c:pt idx="2266">
                  <c:v>45002</c:v>
                </c:pt>
                <c:pt idx="2267">
                  <c:v>45003</c:v>
                </c:pt>
                <c:pt idx="2268">
                  <c:v>45004</c:v>
                </c:pt>
                <c:pt idx="2269">
                  <c:v>45005</c:v>
                </c:pt>
                <c:pt idx="2270">
                  <c:v>45006</c:v>
                </c:pt>
                <c:pt idx="2271">
                  <c:v>45007</c:v>
                </c:pt>
                <c:pt idx="2272">
                  <c:v>45008</c:v>
                </c:pt>
                <c:pt idx="2273">
                  <c:v>45009</c:v>
                </c:pt>
                <c:pt idx="2274">
                  <c:v>45010</c:v>
                </c:pt>
                <c:pt idx="2275">
                  <c:v>45011</c:v>
                </c:pt>
                <c:pt idx="2276">
                  <c:v>45012</c:v>
                </c:pt>
                <c:pt idx="2277">
                  <c:v>45013</c:v>
                </c:pt>
                <c:pt idx="2278">
                  <c:v>45014</c:v>
                </c:pt>
                <c:pt idx="2279">
                  <c:v>45015</c:v>
                </c:pt>
                <c:pt idx="2280">
                  <c:v>45016</c:v>
                </c:pt>
                <c:pt idx="2281">
                  <c:v>45017</c:v>
                </c:pt>
                <c:pt idx="2282">
                  <c:v>45018</c:v>
                </c:pt>
                <c:pt idx="2283">
                  <c:v>45019</c:v>
                </c:pt>
                <c:pt idx="2284">
                  <c:v>45020</c:v>
                </c:pt>
                <c:pt idx="2285">
                  <c:v>45021</c:v>
                </c:pt>
                <c:pt idx="2286">
                  <c:v>45022</c:v>
                </c:pt>
                <c:pt idx="2287">
                  <c:v>45023</c:v>
                </c:pt>
                <c:pt idx="2288">
                  <c:v>45024</c:v>
                </c:pt>
                <c:pt idx="2289">
                  <c:v>45025</c:v>
                </c:pt>
                <c:pt idx="2290">
                  <c:v>45026</c:v>
                </c:pt>
                <c:pt idx="2291">
                  <c:v>45027</c:v>
                </c:pt>
                <c:pt idx="2292">
                  <c:v>45028</c:v>
                </c:pt>
                <c:pt idx="2293">
                  <c:v>45029</c:v>
                </c:pt>
                <c:pt idx="2294">
                  <c:v>45030</c:v>
                </c:pt>
                <c:pt idx="2295">
                  <c:v>45031</c:v>
                </c:pt>
                <c:pt idx="2296">
                  <c:v>45032</c:v>
                </c:pt>
                <c:pt idx="2297">
                  <c:v>45033</c:v>
                </c:pt>
                <c:pt idx="2298">
                  <c:v>45034</c:v>
                </c:pt>
                <c:pt idx="2299">
                  <c:v>45035</c:v>
                </c:pt>
                <c:pt idx="2300">
                  <c:v>45036</c:v>
                </c:pt>
                <c:pt idx="2301">
                  <c:v>45037</c:v>
                </c:pt>
                <c:pt idx="2302">
                  <c:v>45038</c:v>
                </c:pt>
                <c:pt idx="2303">
                  <c:v>45039</c:v>
                </c:pt>
                <c:pt idx="2304">
                  <c:v>45040</c:v>
                </c:pt>
                <c:pt idx="2305">
                  <c:v>45041</c:v>
                </c:pt>
                <c:pt idx="2306">
                  <c:v>45042</c:v>
                </c:pt>
                <c:pt idx="2307">
                  <c:v>45043</c:v>
                </c:pt>
                <c:pt idx="2308">
                  <c:v>45044</c:v>
                </c:pt>
                <c:pt idx="2309">
                  <c:v>45045</c:v>
                </c:pt>
                <c:pt idx="2310">
                  <c:v>45046</c:v>
                </c:pt>
                <c:pt idx="2311">
                  <c:v>45047</c:v>
                </c:pt>
                <c:pt idx="2312">
                  <c:v>45048</c:v>
                </c:pt>
                <c:pt idx="2313">
                  <c:v>45049</c:v>
                </c:pt>
                <c:pt idx="2314">
                  <c:v>45050</c:v>
                </c:pt>
                <c:pt idx="2315">
                  <c:v>45051</c:v>
                </c:pt>
                <c:pt idx="2316">
                  <c:v>45052</c:v>
                </c:pt>
                <c:pt idx="2317">
                  <c:v>45053</c:v>
                </c:pt>
                <c:pt idx="2318">
                  <c:v>45054</c:v>
                </c:pt>
                <c:pt idx="2319">
                  <c:v>45055</c:v>
                </c:pt>
                <c:pt idx="2320">
                  <c:v>45056</c:v>
                </c:pt>
                <c:pt idx="2321">
                  <c:v>45057</c:v>
                </c:pt>
                <c:pt idx="2322">
                  <c:v>45058</c:v>
                </c:pt>
                <c:pt idx="2323">
                  <c:v>45059</c:v>
                </c:pt>
                <c:pt idx="2324">
                  <c:v>45060</c:v>
                </c:pt>
                <c:pt idx="2325">
                  <c:v>45061</c:v>
                </c:pt>
                <c:pt idx="2326">
                  <c:v>45062</c:v>
                </c:pt>
                <c:pt idx="2327">
                  <c:v>45063</c:v>
                </c:pt>
                <c:pt idx="2328">
                  <c:v>45064</c:v>
                </c:pt>
                <c:pt idx="2329">
                  <c:v>45065</c:v>
                </c:pt>
                <c:pt idx="2330">
                  <c:v>45066</c:v>
                </c:pt>
                <c:pt idx="2331">
                  <c:v>45067</c:v>
                </c:pt>
                <c:pt idx="2332">
                  <c:v>45068</c:v>
                </c:pt>
                <c:pt idx="2333">
                  <c:v>45069</c:v>
                </c:pt>
                <c:pt idx="2334">
                  <c:v>45070</c:v>
                </c:pt>
                <c:pt idx="2335">
                  <c:v>45071</c:v>
                </c:pt>
                <c:pt idx="2336">
                  <c:v>45072</c:v>
                </c:pt>
                <c:pt idx="2337">
                  <c:v>45073</c:v>
                </c:pt>
                <c:pt idx="2338">
                  <c:v>45074</c:v>
                </c:pt>
                <c:pt idx="2339">
                  <c:v>45075</c:v>
                </c:pt>
                <c:pt idx="2340">
                  <c:v>45076</c:v>
                </c:pt>
                <c:pt idx="2341">
                  <c:v>45077</c:v>
                </c:pt>
                <c:pt idx="2342">
                  <c:v>45078</c:v>
                </c:pt>
                <c:pt idx="2343">
                  <c:v>45079</c:v>
                </c:pt>
                <c:pt idx="2344">
                  <c:v>45080</c:v>
                </c:pt>
                <c:pt idx="2345">
                  <c:v>45081</c:v>
                </c:pt>
                <c:pt idx="2346">
                  <c:v>45082</c:v>
                </c:pt>
                <c:pt idx="2347">
                  <c:v>45083</c:v>
                </c:pt>
                <c:pt idx="2348">
                  <c:v>45084</c:v>
                </c:pt>
                <c:pt idx="2349">
                  <c:v>45085</c:v>
                </c:pt>
                <c:pt idx="2350">
                  <c:v>45086</c:v>
                </c:pt>
                <c:pt idx="2351">
                  <c:v>45087</c:v>
                </c:pt>
                <c:pt idx="2352">
                  <c:v>45088</c:v>
                </c:pt>
                <c:pt idx="2353">
                  <c:v>45089</c:v>
                </c:pt>
                <c:pt idx="2354">
                  <c:v>45090</c:v>
                </c:pt>
                <c:pt idx="2355">
                  <c:v>45091</c:v>
                </c:pt>
                <c:pt idx="2356">
                  <c:v>45092</c:v>
                </c:pt>
                <c:pt idx="2357">
                  <c:v>45093</c:v>
                </c:pt>
                <c:pt idx="2358">
                  <c:v>45094</c:v>
                </c:pt>
                <c:pt idx="2359">
                  <c:v>45095</c:v>
                </c:pt>
                <c:pt idx="2360">
                  <c:v>45096</c:v>
                </c:pt>
                <c:pt idx="2361">
                  <c:v>45097</c:v>
                </c:pt>
                <c:pt idx="2362">
                  <c:v>45098</c:v>
                </c:pt>
                <c:pt idx="2363">
                  <c:v>45099</c:v>
                </c:pt>
                <c:pt idx="2364">
                  <c:v>45100</c:v>
                </c:pt>
                <c:pt idx="2365">
                  <c:v>45101</c:v>
                </c:pt>
                <c:pt idx="2366">
                  <c:v>45102</c:v>
                </c:pt>
                <c:pt idx="2367">
                  <c:v>45103</c:v>
                </c:pt>
                <c:pt idx="2368">
                  <c:v>45104</c:v>
                </c:pt>
                <c:pt idx="2369">
                  <c:v>45105</c:v>
                </c:pt>
                <c:pt idx="2370">
                  <c:v>45106</c:v>
                </c:pt>
                <c:pt idx="2371">
                  <c:v>45107</c:v>
                </c:pt>
                <c:pt idx="2372">
                  <c:v>45108</c:v>
                </c:pt>
                <c:pt idx="2373">
                  <c:v>45109</c:v>
                </c:pt>
                <c:pt idx="2374">
                  <c:v>45110</c:v>
                </c:pt>
                <c:pt idx="2375">
                  <c:v>45111</c:v>
                </c:pt>
                <c:pt idx="2376">
                  <c:v>45112</c:v>
                </c:pt>
                <c:pt idx="2377">
                  <c:v>45113</c:v>
                </c:pt>
                <c:pt idx="2378">
                  <c:v>45114</c:v>
                </c:pt>
                <c:pt idx="2379">
                  <c:v>45115</c:v>
                </c:pt>
                <c:pt idx="2380">
                  <c:v>45116</c:v>
                </c:pt>
                <c:pt idx="2381">
                  <c:v>45117</c:v>
                </c:pt>
                <c:pt idx="2382">
                  <c:v>45118</c:v>
                </c:pt>
                <c:pt idx="2383">
                  <c:v>45119</c:v>
                </c:pt>
                <c:pt idx="2384">
                  <c:v>45120</c:v>
                </c:pt>
                <c:pt idx="2385">
                  <c:v>45121</c:v>
                </c:pt>
                <c:pt idx="2386">
                  <c:v>45122</c:v>
                </c:pt>
                <c:pt idx="2387">
                  <c:v>45123</c:v>
                </c:pt>
                <c:pt idx="2388">
                  <c:v>45124</c:v>
                </c:pt>
                <c:pt idx="2389">
                  <c:v>45125</c:v>
                </c:pt>
                <c:pt idx="2390">
                  <c:v>45126</c:v>
                </c:pt>
                <c:pt idx="2391">
                  <c:v>45127</c:v>
                </c:pt>
                <c:pt idx="2392">
                  <c:v>45128</c:v>
                </c:pt>
                <c:pt idx="2393">
                  <c:v>45129</c:v>
                </c:pt>
                <c:pt idx="2394">
                  <c:v>45130</c:v>
                </c:pt>
                <c:pt idx="2395">
                  <c:v>45131</c:v>
                </c:pt>
                <c:pt idx="2396">
                  <c:v>45132</c:v>
                </c:pt>
                <c:pt idx="2397">
                  <c:v>45133</c:v>
                </c:pt>
                <c:pt idx="2398">
                  <c:v>45134</c:v>
                </c:pt>
                <c:pt idx="2399">
                  <c:v>45135</c:v>
                </c:pt>
                <c:pt idx="2400">
                  <c:v>45136</c:v>
                </c:pt>
                <c:pt idx="2401">
                  <c:v>45137</c:v>
                </c:pt>
                <c:pt idx="2402">
                  <c:v>45138</c:v>
                </c:pt>
                <c:pt idx="2403">
                  <c:v>45139</c:v>
                </c:pt>
                <c:pt idx="2404">
                  <c:v>45140</c:v>
                </c:pt>
                <c:pt idx="2405">
                  <c:v>45141</c:v>
                </c:pt>
                <c:pt idx="2406">
                  <c:v>45142</c:v>
                </c:pt>
                <c:pt idx="2407">
                  <c:v>45143</c:v>
                </c:pt>
                <c:pt idx="2408">
                  <c:v>45144</c:v>
                </c:pt>
                <c:pt idx="2409">
                  <c:v>45145</c:v>
                </c:pt>
                <c:pt idx="2410">
                  <c:v>45146</c:v>
                </c:pt>
                <c:pt idx="2411">
                  <c:v>45147</c:v>
                </c:pt>
                <c:pt idx="2412">
                  <c:v>45148</c:v>
                </c:pt>
                <c:pt idx="2413">
                  <c:v>45149</c:v>
                </c:pt>
                <c:pt idx="2414">
                  <c:v>45150</c:v>
                </c:pt>
                <c:pt idx="2415">
                  <c:v>45151</c:v>
                </c:pt>
                <c:pt idx="2416">
                  <c:v>45152</c:v>
                </c:pt>
                <c:pt idx="2417">
                  <c:v>45153</c:v>
                </c:pt>
                <c:pt idx="2418">
                  <c:v>45154</c:v>
                </c:pt>
                <c:pt idx="2419">
                  <c:v>45155</c:v>
                </c:pt>
                <c:pt idx="2420">
                  <c:v>45156</c:v>
                </c:pt>
                <c:pt idx="2421">
                  <c:v>45157</c:v>
                </c:pt>
                <c:pt idx="2422">
                  <c:v>45158</c:v>
                </c:pt>
                <c:pt idx="2423">
                  <c:v>45159</c:v>
                </c:pt>
                <c:pt idx="2424">
                  <c:v>45160</c:v>
                </c:pt>
                <c:pt idx="2425">
                  <c:v>45161</c:v>
                </c:pt>
                <c:pt idx="2426">
                  <c:v>45162</c:v>
                </c:pt>
                <c:pt idx="2427">
                  <c:v>45163</c:v>
                </c:pt>
                <c:pt idx="2428">
                  <c:v>45164</c:v>
                </c:pt>
                <c:pt idx="2429">
                  <c:v>45165</c:v>
                </c:pt>
                <c:pt idx="2430">
                  <c:v>45166</c:v>
                </c:pt>
                <c:pt idx="2431">
                  <c:v>45167</c:v>
                </c:pt>
                <c:pt idx="2432">
                  <c:v>45168</c:v>
                </c:pt>
                <c:pt idx="2433">
                  <c:v>45169</c:v>
                </c:pt>
                <c:pt idx="2434">
                  <c:v>45170</c:v>
                </c:pt>
                <c:pt idx="2435">
                  <c:v>45171</c:v>
                </c:pt>
                <c:pt idx="2436">
                  <c:v>45172</c:v>
                </c:pt>
                <c:pt idx="2437">
                  <c:v>45173</c:v>
                </c:pt>
                <c:pt idx="2438">
                  <c:v>45174</c:v>
                </c:pt>
                <c:pt idx="2439">
                  <c:v>45175</c:v>
                </c:pt>
                <c:pt idx="2440">
                  <c:v>45176</c:v>
                </c:pt>
                <c:pt idx="2441">
                  <c:v>45177</c:v>
                </c:pt>
                <c:pt idx="2442">
                  <c:v>45178</c:v>
                </c:pt>
                <c:pt idx="2443">
                  <c:v>45179</c:v>
                </c:pt>
                <c:pt idx="2444">
                  <c:v>45180</c:v>
                </c:pt>
                <c:pt idx="2445">
                  <c:v>45181</c:v>
                </c:pt>
                <c:pt idx="2446">
                  <c:v>45182</c:v>
                </c:pt>
                <c:pt idx="2447">
                  <c:v>45183</c:v>
                </c:pt>
                <c:pt idx="2448">
                  <c:v>45184</c:v>
                </c:pt>
                <c:pt idx="2449">
                  <c:v>45185</c:v>
                </c:pt>
                <c:pt idx="2450">
                  <c:v>45186</c:v>
                </c:pt>
                <c:pt idx="2451">
                  <c:v>45187</c:v>
                </c:pt>
                <c:pt idx="2452">
                  <c:v>45188</c:v>
                </c:pt>
                <c:pt idx="2453">
                  <c:v>45189</c:v>
                </c:pt>
                <c:pt idx="2454">
                  <c:v>45190</c:v>
                </c:pt>
                <c:pt idx="2455">
                  <c:v>45191</c:v>
                </c:pt>
                <c:pt idx="2456">
                  <c:v>45192</c:v>
                </c:pt>
                <c:pt idx="2457">
                  <c:v>45193</c:v>
                </c:pt>
                <c:pt idx="2458">
                  <c:v>45194</c:v>
                </c:pt>
                <c:pt idx="2459">
                  <c:v>45195</c:v>
                </c:pt>
                <c:pt idx="2460">
                  <c:v>45196</c:v>
                </c:pt>
                <c:pt idx="2461">
                  <c:v>45197</c:v>
                </c:pt>
                <c:pt idx="2462">
                  <c:v>45198</c:v>
                </c:pt>
                <c:pt idx="2463">
                  <c:v>45199</c:v>
                </c:pt>
                <c:pt idx="2464">
                  <c:v>45200</c:v>
                </c:pt>
                <c:pt idx="2465">
                  <c:v>45201</c:v>
                </c:pt>
                <c:pt idx="2466">
                  <c:v>45202</c:v>
                </c:pt>
                <c:pt idx="2467">
                  <c:v>45203</c:v>
                </c:pt>
                <c:pt idx="2468">
                  <c:v>45204</c:v>
                </c:pt>
                <c:pt idx="2469">
                  <c:v>45205</c:v>
                </c:pt>
                <c:pt idx="2470">
                  <c:v>45206</c:v>
                </c:pt>
                <c:pt idx="2471">
                  <c:v>45207</c:v>
                </c:pt>
                <c:pt idx="2472">
                  <c:v>45208</c:v>
                </c:pt>
                <c:pt idx="2473">
                  <c:v>45209</c:v>
                </c:pt>
                <c:pt idx="2474">
                  <c:v>45210</c:v>
                </c:pt>
                <c:pt idx="2475">
                  <c:v>45211</c:v>
                </c:pt>
                <c:pt idx="2476">
                  <c:v>45212</c:v>
                </c:pt>
                <c:pt idx="2477">
                  <c:v>45213</c:v>
                </c:pt>
                <c:pt idx="2478">
                  <c:v>45214</c:v>
                </c:pt>
                <c:pt idx="2479">
                  <c:v>45215</c:v>
                </c:pt>
                <c:pt idx="2480">
                  <c:v>45216</c:v>
                </c:pt>
                <c:pt idx="2481">
                  <c:v>45217</c:v>
                </c:pt>
                <c:pt idx="2482">
                  <c:v>45218</c:v>
                </c:pt>
                <c:pt idx="2483">
                  <c:v>45219</c:v>
                </c:pt>
                <c:pt idx="2484">
                  <c:v>45220</c:v>
                </c:pt>
                <c:pt idx="2485">
                  <c:v>45221</c:v>
                </c:pt>
                <c:pt idx="2486">
                  <c:v>45222</c:v>
                </c:pt>
                <c:pt idx="2487">
                  <c:v>45223</c:v>
                </c:pt>
                <c:pt idx="2488">
                  <c:v>45224</c:v>
                </c:pt>
                <c:pt idx="2489">
                  <c:v>45225</c:v>
                </c:pt>
                <c:pt idx="2490">
                  <c:v>45226</c:v>
                </c:pt>
                <c:pt idx="2491">
                  <c:v>45227</c:v>
                </c:pt>
                <c:pt idx="2492">
                  <c:v>45228</c:v>
                </c:pt>
                <c:pt idx="2493">
                  <c:v>45229</c:v>
                </c:pt>
                <c:pt idx="2494">
                  <c:v>45230</c:v>
                </c:pt>
                <c:pt idx="2495">
                  <c:v>45231</c:v>
                </c:pt>
                <c:pt idx="2496">
                  <c:v>45232</c:v>
                </c:pt>
                <c:pt idx="2497">
                  <c:v>45233</c:v>
                </c:pt>
                <c:pt idx="2498">
                  <c:v>45234</c:v>
                </c:pt>
                <c:pt idx="2499">
                  <c:v>45235</c:v>
                </c:pt>
                <c:pt idx="2500">
                  <c:v>45236</c:v>
                </c:pt>
                <c:pt idx="2501">
                  <c:v>45237</c:v>
                </c:pt>
                <c:pt idx="2502">
                  <c:v>45238</c:v>
                </c:pt>
                <c:pt idx="2503">
                  <c:v>45239</c:v>
                </c:pt>
                <c:pt idx="2504">
                  <c:v>45240</c:v>
                </c:pt>
                <c:pt idx="2505">
                  <c:v>45241</c:v>
                </c:pt>
                <c:pt idx="2506">
                  <c:v>45242</c:v>
                </c:pt>
                <c:pt idx="2507">
                  <c:v>45243</c:v>
                </c:pt>
                <c:pt idx="2508">
                  <c:v>45244</c:v>
                </c:pt>
                <c:pt idx="2509">
                  <c:v>45245</c:v>
                </c:pt>
                <c:pt idx="2510">
                  <c:v>45246</c:v>
                </c:pt>
                <c:pt idx="2511">
                  <c:v>45247</c:v>
                </c:pt>
                <c:pt idx="2512">
                  <c:v>45248</c:v>
                </c:pt>
                <c:pt idx="2513">
                  <c:v>45249</c:v>
                </c:pt>
                <c:pt idx="2514">
                  <c:v>45250</c:v>
                </c:pt>
                <c:pt idx="2515">
                  <c:v>45251</c:v>
                </c:pt>
                <c:pt idx="2516">
                  <c:v>45252</c:v>
                </c:pt>
                <c:pt idx="2517">
                  <c:v>45253</c:v>
                </c:pt>
                <c:pt idx="2518">
                  <c:v>45254</c:v>
                </c:pt>
                <c:pt idx="2519">
                  <c:v>45255</c:v>
                </c:pt>
                <c:pt idx="2520">
                  <c:v>45256</c:v>
                </c:pt>
                <c:pt idx="2521">
                  <c:v>45257</c:v>
                </c:pt>
                <c:pt idx="2522">
                  <c:v>45258</c:v>
                </c:pt>
                <c:pt idx="2523">
                  <c:v>45259</c:v>
                </c:pt>
                <c:pt idx="2524">
                  <c:v>45260</c:v>
                </c:pt>
                <c:pt idx="2525">
                  <c:v>45261</c:v>
                </c:pt>
                <c:pt idx="2526">
                  <c:v>45262</c:v>
                </c:pt>
                <c:pt idx="2527">
                  <c:v>45263</c:v>
                </c:pt>
                <c:pt idx="2528">
                  <c:v>45264</c:v>
                </c:pt>
                <c:pt idx="2529">
                  <c:v>45265</c:v>
                </c:pt>
                <c:pt idx="2530">
                  <c:v>45266</c:v>
                </c:pt>
                <c:pt idx="2531">
                  <c:v>45267</c:v>
                </c:pt>
                <c:pt idx="2532">
                  <c:v>45268</c:v>
                </c:pt>
                <c:pt idx="2533">
                  <c:v>45269</c:v>
                </c:pt>
                <c:pt idx="2534">
                  <c:v>45270</c:v>
                </c:pt>
                <c:pt idx="2535">
                  <c:v>45271</c:v>
                </c:pt>
                <c:pt idx="2536">
                  <c:v>45272</c:v>
                </c:pt>
                <c:pt idx="2537">
                  <c:v>45273</c:v>
                </c:pt>
                <c:pt idx="2538">
                  <c:v>45274</c:v>
                </c:pt>
                <c:pt idx="2539">
                  <c:v>45275</c:v>
                </c:pt>
                <c:pt idx="2540">
                  <c:v>45276</c:v>
                </c:pt>
                <c:pt idx="2541">
                  <c:v>45277</c:v>
                </c:pt>
                <c:pt idx="2542">
                  <c:v>45278</c:v>
                </c:pt>
                <c:pt idx="2543">
                  <c:v>45279</c:v>
                </c:pt>
                <c:pt idx="2544">
                  <c:v>45280</c:v>
                </c:pt>
                <c:pt idx="2545">
                  <c:v>45281</c:v>
                </c:pt>
                <c:pt idx="2546">
                  <c:v>45282</c:v>
                </c:pt>
                <c:pt idx="2547">
                  <c:v>45283</c:v>
                </c:pt>
                <c:pt idx="2548">
                  <c:v>45284</c:v>
                </c:pt>
                <c:pt idx="2549">
                  <c:v>45285</c:v>
                </c:pt>
                <c:pt idx="2550">
                  <c:v>45286</c:v>
                </c:pt>
                <c:pt idx="2551">
                  <c:v>45287</c:v>
                </c:pt>
                <c:pt idx="2552">
                  <c:v>45288</c:v>
                </c:pt>
                <c:pt idx="2553">
                  <c:v>45289</c:v>
                </c:pt>
                <c:pt idx="2554">
                  <c:v>45290</c:v>
                </c:pt>
                <c:pt idx="2555">
                  <c:v>45291</c:v>
                </c:pt>
                <c:pt idx="2556">
                  <c:v>45292</c:v>
                </c:pt>
                <c:pt idx="2557">
                  <c:v>45293</c:v>
                </c:pt>
                <c:pt idx="2558">
                  <c:v>45294</c:v>
                </c:pt>
                <c:pt idx="2559">
                  <c:v>45295</c:v>
                </c:pt>
                <c:pt idx="2560">
                  <c:v>45296</c:v>
                </c:pt>
                <c:pt idx="2561">
                  <c:v>45297</c:v>
                </c:pt>
                <c:pt idx="2562">
                  <c:v>45298</c:v>
                </c:pt>
                <c:pt idx="2563">
                  <c:v>45299</c:v>
                </c:pt>
                <c:pt idx="2564">
                  <c:v>45300</c:v>
                </c:pt>
                <c:pt idx="2565">
                  <c:v>45301</c:v>
                </c:pt>
                <c:pt idx="2566">
                  <c:v>45302</c:v>
                </c:pt>
                <c:pt idx="2567">
                  <c:v>45303</c:v>
                </c:pt>
                <c:pt idx="2568">
                  <c:v>45304</c:v>
                </c:pt>
                <c:pt idx="2569">
                  <c:v>45305</c:v>
                </c:pt>
                <c:pt idx="2570">
                  <c:v>45306</c:v>
                </c:pt>
                <c:pt idx="2571">
                  <c:v>45307</c:v>
                </c:pt>
                <c:pt idx="2572">
                  <c:v>45308</c:v>
                </c:pt>
                <c:pt idx="2573">
                  <c:v>45309</c:v>
                </c:pt>
                <c:pt idx="2574">
                  <c:v>45310</c:v>
                </c:pt>
                <c:pt idx="2575">
                  <c:v>45311</c:v>
                </c:pt>
                <c:pt idx="2576">
                  <c:v>45312</c:v>
                </c:pt>
                <c:pt idx="2577">
                  <c:v>45313</c:v>
                </c:pt>
                <c:pt idx="2578">
                  <c:v>45314</c:v>
                </c:pt>
                <c:pt idx="2579">
                  <c:v>45315</c:v>
                </c:pt>
                <c:pt idx="2580">
                  <c:v>45316</c:v>
                </c:pt>
                <c:pt idx="2581">
                  <c:v>45317</c:v>
                </c:pt>
                <c:pt idx="2582">
                  <c:v>45318</c:v>
                </c:pt>
                <c:pt idx="2583">
                  <c:v>45319</c:v>
                </c:pt>
                <c:pt idx="2584">
                  <c:v>45320</c:v>
                </c:pt>
                <c:pt idx="2585">
                  <c:v>45321</c:v>
                </c:pt>
                <c:pt idx="2586">
                  <c:v>45322</c:v>
                </c:pt>
                <c:pt idx="2587">
                  <c:v>45323</c:v>
                </c:pt>
                <c:pt idx="2588">
                  <c:v>45324</c:v>
                </c:pt>
                <c:pt idx="2589">
                  <c:v>45325</c:v>
                </c:pt>
                <c:pt idx="2590">
                  <c:v>45326</c:v>
                </c:pt>
                <c:pt idx="2591">
                  <c:v>45327</c:v>
                </c:pt>
                <c:pt idx="2592">
                  <c:v>45328</c:v>
                </c:pt>
                <c:pt idx="2593">
                  <c:v>45329</c:v>
                </c:pt>
                <c:pt idx="2594">
                  <c:v>45330</c:v>
                </c:pt>
                <c:pt idx="2595">
                  <c:v>45331</c:v>
                </c:pt>
                <c:pt idx="2596">
                  <c:v>45332</c:v>
                </c:pt>
                <c:pt idx="2597">
                  <c:v>45333</c:v>
                </c:pt>
                <c:pt idx="2598">
                  <c:v>45334</c:v>
                </c:pt>
                <c:pt idx="2599">
                  <c:v>45335</c:v>
                </c:pt>
                <c:pt idx="2600">
                  <c:v>45336</c:v>
                </c:pt>
                <c:pt idx="2601">
                  <c:v>45337</c:v>
                </c:pt>
                <c:pt idx="2602">
                  <c:v>45338</c:v>
                </c:pt>
                <c:pt idx="2603">
                  <c:v>45339</c:v>
                </c:pt>
                <c:pt idx="2604">
                  <c:v>45340</c:v>
                </c:pt>
                <c:pt idx="2605">
                  <c:v>45341</c:v>
                </c:pt>
                <c:pt idx="2606">
                  <c:v>45342</c:v>
                </c:pt>
                <c:pt idx="2607">
                  <c:v>45343</c:v>
                </c:pt>
                <c:pt idx="2608">
                  <c:v>45344</c:v>
                </c:pt>
                <c:pt idx="2609">
                  <c:v>45345</c:v>
                </c:pt>
                <c:pt idx="2610">
                  <c:v>45346</c:v>
                </c:pt>
                <c:pt idx="2611">
                  <c:v>45347</c:v>
                </c:pt>
                <c:pt idx="2612">
                  <c:v>45348</c:v>
                </c:pt>
                <c:pt idx="2613">
                  <c:v>45349</c:v>
                </c:pt>
                <c:pt idx="2614">
                  <c:v>45350</c:v>
                </c:pt>
                <c:pt idx="2615">
                  <c:v>45351</c:v>
                </c:pt>
                <c:pt idx="2616">
                  <c:v>45352</c:v>
                </c:pt>
                <c:pt idx="2617">
                  <c:v>45353</c:v>
                </c:pt>
                <c:pt idx="2618">
                  <c:v>45354</c:v>
                </c:pt>
              </c:numCache>
            </c:numRef>
          </c:cat>
          <c:val>
            <c:numRef>
              <c:f>磷肥价格及价差!$X$3715:$X$6333</c:f>
              <c:numCache>
                <c:formatCode>General</c:formatCode>
                <c:ptCount val="2619"/>
                <c:pt idx="0">
                  <c:v>340</c:v>
                </c:pt>
                <c:pt idx="1">
                  <c:v>340</c:v>
                </c:pt>
                <c:pt idx="2">
                  <c:v>340</c:v>
                </c:pt>
                <c:pt idx="3">
                  <c:v>340</c:v>
                </c:pt>
                <c:pt idx="4">
                  <c:v>340</c:v>
                </c:pt>
                <c:pt idx="5">
                  <c:v>340</c:v>
                </c:pt>
                <c:pt idx="6">
                  <c:v>340</c:v>
                </c:pt>
                <c:pt idx="7">
                  <c:v>340</c:v>
                </c:pt>
                <c:pt idx="8">
                  <c:v>340</c:v>
                </c:pt>
                <c:pt idx="9">
                  <c:v>340</c:v>
                </c:pt>
                <c:pt idx="10">
                  <c:v>340</c:v>
                </c:pt>
                <c:pt idx="11">
                  <c:v>340</c:v>
                </c:pt>
                <c:pt idx="12">
                  <c:v>340</c:v>
                </c:pt>
                <c:pt idx="13">
                  <c:v>340</c:v>
                </c:pt>
                <c:pt idx="14">
                  <c:v>340</c:v>
                </c:pt>
                <c:pt idx="15">
                  <c:v>340</c:v>
                </c:pt>
                <c:pt idx="16">
                  <c:v>340</c:v>
                </c:pt>
                <c:pt idx="17">
                  <c:v>340</c:v>
                </c:pt>
                <c:pt idx="18">
                  <c:v>340</c:v>
                </c:pt>
                <c:pt idx="19">
                  <c:v>340</c:v>
                </c:pt>
                <c:pt idx="20">
                  <c:v>340</c:v>
                </c:pt>
                <c:pt idx="21">
                  <c:v>340</c:v>
                </c:pt>
                <c:pt idx="22">
                  <c:v>340</c:v>
                </c:pt>
                <c:pt idx="23">
                  <c:v>340</c:v>
                </c:pt>
                <c:pt idx="24">
                  <c:v>340</c:v>
                </c:pt>
                <c:pt idx="25">
                  <c:v>340</c:v>
                </c:pt>
                <c:pt idx="26">
                  <c:v>340</c:v>
                </c:pt>
                <c:pt idx="27">
                  <c:v>340</c:v>
                </c:pt>
                <c:pt idx="28">
                  <c:v>340</c:v>
                </c:pt>
                <c:pt idx="29">
                  <c:v>340</c:v>
                </c:pt>
                <c:pt idx="30">
                  <c:v>340</c:v>
                </c:pt>
                <c:pt idx="31">
                  <c:v>340</c:v>
                </c:pt>
                <c:pt idx="32">
                  <c:v>340</c:v>
                </c:pt>
                <c:pt idx="33">
                  <c:v>340</c:v>
                </c:pt>
                <c:pt idx="34">
                  <c:v>340</c:v>
                </c:pt>
                <c:pt idx="35">
                  <c:v>340</c:v>
                </c:pt>
                <c:pt idx="36">
                  <c:v>340</c:v>
                </c:pt>
                <c:pt idx="37">
                  <c:v>340</c:v>
                </c:pt>
                <c:pt idx="38">
                  <c:v>340</c:v>
                </c:pt>
                <c:pt idx="39">
                  <c:v>340</c:v>
                </c:pt>
                <c:pt idx="40">
                  <c:v>340</c:v>
                </c:pt>
                <c:pt idx="41">
                  <c:v>340</c:v>
                </c:pt>
                <c:pt idx="42">
                  <c:v>340</c:v>
                </c:pt>
                <c:pt idx="43">
                  <c:v>340</c:v>
                </c:pt>
                <c:pt idx="44">
                  <c:v>340</c:v>
                </c:pt>
                <c:pt idx="45">
                  <c:v>340</c:v>
                </c:pt>
                <c:pt idx="46">
                  <c:v>340</c:v>
                </c:pt>
                <c:pt idx="47">
                  <c:v>340</c:v>
                </c:pt>
                <c:pt idx="48">
                  <c:v>340</c:v>
                </c:pt>
                <c:pt idx="49">
                  <c:v>340</c:v>
                </c:pt>
                <c:pt idx="50">
                  <c:v>340</c:v>
                </c:pt>
                <c:pt idx="51">
                  <c:v>340</c:v>
                </c:pt>
                <c:pt idx="52">
                  <c:v>340</c:v>
                </c:pt>
                <c:pt idx="53">
                  <c:v>340</c:v>
                </c:pt>
                <c:pt idx="54">
                  <c:v>340</c:v>
                </c:pt>
                <c:pt idx="55">
                  <c:v>340</c:v>
                </c:pt>
                <c:pt idx="56">
                  <c:v>340</c:v>
                </c:pt>
                <c:pt idx="57">
                  <c:v>340</c:v>
                </c:pt>
                <c:pt idx="58">
                  <c:v>340</c:v>
                </c:pt>
                <c:pt idx="59">
                  <c:v>340</c:v>
                </c:pt>
                <c:pt idx="60">
                  <c:v>340</c:v>
                </c:pt>
                <c:pt idx="61">
                  <c:v>340</c:v>
                </c:pt>
                <c:pt idx="62">
                  <c:v>340</c:v>
                </c:pt>
                <c:pt idx="63">
                  <c:v>340</c:v>
                </c:pt>
                <c:pt idx="64">
                  <c:v>340</c:v>
                </c:pt>
                <c:pt idx="65">
                  <c:v>340</c:v>
                </c:pt>
                <c:pt idx="66">
                  <c:v>340</c:v>
                </c:pt>
                <c:pt idx="67">
                  <c:v>340</c:v>
                </c:pt>
                <c:pt idx="68">
                  <c:v>340</c:v>
                </c:pt>
                <c:pt idx="69">
                  <c:v>340</c:v>
                </c:pt>
                <c:pt idx="70">
                  <c:v>340</c:v>
                </c:pt>
                <c:pt idx="71">
                  <c:v>340</c:v>
                </c:pt>
                <c:pt idx="72">
                  <c:v>340</c:v>
                </c:pt>
                <c:pt idx="73">
                  <c:v>340</c:v>
                </c:pt>
                <c:pt idx="74">
                  <c:v>340</c:v>
                </c:pt>
                <c:pt idx="75">
                  <c:v>340</c:v>
                </c:pt>
                <c:pt idx="76">
                  <c:v>340</c:v>
                </c:pt>
                <c:pt idx="77">
                  <c:v>340</c:v>
                </c:pt>
                <c:pt idx="78">
                  <c:v>340</c:v>
                </c:pt>
                <c:pt idx="79">
                  <c:v>340</c:v>
                </c:pt>
                <c:pt idx="80">
                  <c:v>340</c:v>
                </c:pt>
                <c:pt idx="81">
                  <c:v>340</c:v>
                </c:pt>
                <c:pt idx="82">
                  <c:v>340</c:v>
                </c:pt>
                <c:pt idx="83">
                  <c:v>340</c:v>
                </c:pt>
                <c:pt idx="84">
                  <c:v>340</c:v>
                </c:pt>
                <c:pt idx="85">
                  <c:v>340</c:v>
                </c:pt>
                <c:pt idx="86">
                  <c:v>340</c:v>
                </c:pt>
                <c:pt idx="87">
                  <c:v>340</c:v>
                </c:pt>
                <c:pt idx="88">
                  <c:v>340</c:v>
                </c:pt>
                <c:pt idx="89">
                  <c:v>340</c:v>
                </c:pt>
                <c:pt idx="90">
                  <c:v>340</c:v>
                </c:pt>
                <c:pt idx="91">
                  <c:v>340</c:v>
                </c:pt>
                <c:pt idx="92">
                  <c:v>340</c:v>
                </c:pt>
                <c:pt idx="93">
                  <c:v>340</c:v>
                </c:pt>
                <c:pt idx="94">
                  <c:v>340</c:v>
                </c:pt>
                <c:pt idx="95">
                  <c:v>340</c:v>
                </c:pt>
                <c:pt idx="96">
                  <c:v>340</c:v>
                </c:pt>
                <c:pt idx="97">
                  <c:v>340</c:v>
                </c:pt>
                <c:pt idx="98">
                  <c:v>340</c:v>
                </c:pt>
                <c:pt idx="99">
                  <c:v>340</c:v>
                </c:pt>
                <c:pt idx="100">
                  <c:v>340</c:v>
                </c:pt>
                <c:pt idx="101">
                  <c:v>340</c:v>
                </c:pt>
                <c:pt idx="102">
                  <c:v>340</c:v>
                </c:pt>
                <c:pt idx="103">
                  <c:v>340</c:v>
                </c:pt>
                <c:pt idx="104">
                  <c:v>340</c:v>
                </c:pt>
                <c:pt idx="105">
                  <c:v>340</c:v>
                </c:pt>
                <c:pt idx="106">
                  <c:v>340</c:v>
                </c:pt>
                <c:pt idx="107">
                  <c:v>340</c:v>
                </c:pt>
                <c:pt idx="108">
                  <c:v>340</c:v>
                </c:pt>
                <c:pt idx="109">
                  <c:v>340</c:v>
                </c:pt>
                <c:pt idx="110">
                  <c:v>340</c:v>
                </c:pt>
                <c:pt idx="111">
                  <c:v>340</c:v>
                </c:pt>
                <c:pt idx="112">
                  <c:v>340</c:v>
                </c:pt>
                <c:pt idx="113">
                  <c:v>340</c:v>
                </c:pt>
                <c:pt idx="114">
                  <c:v>340</c:v>
                </c:pt>
                <c:pt idx="115">
                  <c:v>340</c:v>
                </c:pt>
                <c:pt idx="116">
                  <c:v>340</c:v>
                </c:pt>
                <c:pt idx="117">
                  <c:v>340</c:v>
                </c:pt>
                <c:pt idx="118">
                  <c:v>340</c:v>
                </c:pt>
                <c:pt idx="119">
                  <c:v>340</c:v>
                </c:pt>
                <c:pt idx="120">
                  <c:v>340</c:v>
                </c:pt>
                <c:pt idx="121">
                  <c:v>340</c:v>
                </c:pt>
                <c:pt idx="122">
                  <c:v>340</c:v>
                </c:pt>
                <c:pt idx="123">
                  <c:v>340</c:v>
                </c:pt>
                <c:pt idx="124">
                  <c:v>340</c:v>
                </c:pt>
                <c:pt idx="125">
                  <c:v>340</c:v>
                </c:pt>
                <c:pt idx="126">
                  <c:v>340</c:v>
                </c:pt>
                <c:pt idx="127">
                  <c:v>340</c:v>
                </c:pt>
                <c:pt idx="128">
                  <c:v>340</c:v>
                </c:pt>
                <c:pt idx="129">
                  <c:v>340</c:v>
                </c:pt>
                <c:pt idx="130">
                  <c:v>340</c:v>
                </c:pt>
                <c:pt idx="131">
                  <c:v>340</c:v>
                </c:pt>
                <c:pt idx="132">
                  <c:v>340</c:v>
                </c:pt>
                <c:pt idx="133">
                  <c:v>340</c:v>
                </c:pt>
                <c:pt idx="134">
                  <c:v>340</c:v>
                </c:pt>
                <c:pt idx="135">
                  <c:v>340</c:v>
                </c:pt>
                <c:pt idx="136">
                  <c:v>340</c:v>
                </c:pt>
                <c:pt idx="137">
                  <c:v>340</c:v>
                </c:pt>
                <c:pt idx="138">
                  <c:v>340</c:v>
                </c:pt>
                <c:pt idx="139">
                  <c:v>340</c:v>
                </c:pt>
                <c:pt idx="140">
                  <c:v>340</c:v>
                </c:pt>
                <c:pt idx="141">
                  <c:v>340</c:v>
                </c:pt>
                <c:pt idx="142">
                  <c:v>340</c:v>
                </c:pt>
                <c:pt idx="143">
                  <c:v>340</c:v>
                </c:pt>
                <c:pt idx="144">
                  <c:v>340</c:v>
                </c:pt>
                <c:pt idx="145">
                  <c:v>340</c:v>
                </c:pt>
                <c:pt idx="146">
                  <c:v>340</c:v>
                </c:pt>
                <c:pt idx="147">
                  <c:v>340</c:v>
                </c:pt>
                <c:pt idx="148">
                  <c:v>340</c:v>
                </c:pt>
                <c:pt idx="149">
                  <c:v>340</c:v>
                </c:pt>
                <c:pt idx="150">
                  <c:v>340</c:v>
                </c:pt>
                <c:pt idx="151">
                  <c:v>340</c:v>
                </c:pt>
                <c:pt idx="152">
                  <c:v>340</c:v>
                </c:pt>
                <c:pt idx="153">
                  <c:v>340</c:v>
                </c:pt>
                <c:pt idx="154">
                  <c:v>340</c:v>
                </c:pt>
                <c:pt idx="155">
                  <c:v>340</c:v>
                </c:pt>
                <c:pt idx="156">
                  <c:v>340</c:v>
                </c:pt>
                <c:pt idx="157">
                  <c:v>340</c:v>
                </c:pt>
                <c:pt idx="158">
                  <c:v>340</c:v>
                </c:pt>
                <c:pt idx="159">
                  <c:v>340</c:v>
                </c:pt>
                <c:pt idx="160">
                  <c:v>340</c:v>
                </c:pt>
                <c:pt idx="161">
                  <c:v>340</c:v>
                </c:pt>
                <c:pt idx="162">
                  <c:v>340</c:v>
                </c:pt>
                <c:pt idx="163">
                  <c:v>340</c:v>
                </c:pt>
                <c:pt idx="164">
                  <c:v>340</c:v>
                </c:pt>
                <c:pt idx="165">
                  <c:v>340</c:v>
                </c:pt>
                <c:pt idx="166">
                  <c:v>340</c:v>
                </c:pt>
                <c:pt idx="167">
                  <c:v>340</c:v>
                </c:pt>
                <c:pt idx="168">
                  <c:v>340</c:v>
                </c:pt>
                <c:pt idx="169">
                  <c:v>340</c:v>
                </c:pt>
                <c:pt idx="170">
                  <c:v>340</c:v>
                </c:pt>
                <c:pt idx="171">
                  <c:v>340</c:v>
                </c:pt>
                <c:pt idx="172">
                  <c:v>340</c:v>
                </c:pt>
                <c:pt idx="173">
                  <c:v>340</c:v>
                </c:pt>
                <c:pt idx="174">
                  <c:v>340</c:v>
                </c:pt>
                <c:pt idx="175">
                  <c:v>340</c:v>
                </c:pt>
                <c:pt idx="176">
                  <c:v>340</c:v>
                </c:pt>
                <c:pt idx="177">
                  <c:v>340</c:v>
                </c:pt>
                <c:pt idx="178">
                  <c:v>340</c:v>
                </c:pt>
                <c:pt idx="179">
                  <c:v>340</c:v>
                </c:pt>
                <c:pt idx="180">
                  <c:v>340</c:v>
                </c:pt>
                <c:pt idx="181">
                  <c:v>340</c:v>
                </c:pt>
                <c:pt idx="182">
                  <c:v>340</c:v>
                </c:pt>
                <c:pt idx="183">
                  <c:v>340</c:v>
                </c:pt>
                <c:pt idx="184">
                  <c:v>340</c:v>
                </c:pt>
                <c:pt idx="185">
                  <c:v>340</c:v>
                </c:pt>
                <c:pt idx="186">
                  <c:v>340</c:v>
                </c:pt>
                <c:pt idx="187">
                  <c:v>340</c:v>
                </c:pt>
                <c:pt idx="188">
                  <c:v>340</c:v>
                </c:pt>
                <c:pt idx="189">
                  <c:v>340</c:v>
                </c:pt>
                <c:pt idx="190">
                  <c:v>340</c:v>
                </c:pt>
                <c:pt idx="191">
                  <c:v>340</c:v>
                </c:pt>
                <c:pt idx="192">
                  <c:v>340</c:v>
                </c:pt>
                <c:pt idx="193">
                  <c:v>340</c:v>
                </c:pt>
                <c:pt idx="194">
                  <c:v>340</c:v>
                </c:pt>
                <c:pt idx="195">
                  <c:v>340</c:v>
                </c:pt>
                <c:pt idx="196">
                  <c:v>340</c:v>
                </c:pt>
                <c:pt idx="197">
                  <c:v>340</c:v>
                </c:pt>
                <c:pt idx="198">
                  <c:v>340</c:v>
                </c:pt>
                <c:pt idx="199">
                  <c:v>340</c:v>
                </c:pt>
                <c:pt idx="200">
                  <c:v>340</c:v>
                </c:pt>
                <c:pt idx="201">
                  <c:v>340</c:v>
                </c:pt>
                <c:pt idx="202">
                  <c:v>340</c:v>
                </c:pt>
                <c:pt idx="203">
                  <c:v>340</c:v>
                </c:pt>
                <c:pt idx="204">
                  <c:v>340</c:v>
                </c:pt>
                <c:pt idx="205">
                  <c:v>340</c:v>
                </c:pt>
                <c:pt idx="206">
                  <c:v>340</c:v>
                </c:pt>
                <c:pt idx="207">
                  <c:v>340</c:v>
                </c:pt>
                <c:pt idx="208">
                  <c:v>340</c:v>
                </c:pt>
                <c:pt idx="209">
                  <c:v>340</c:v>
                </c:pt>
                <c:pt idx="210">
                  <c:v>340</c:v>
                </c:pt>
                <c:pt idx="211">
                  <c:v>340</c:v>
                </c:pt>
                <c:pt idx="212">
                  <c:v>340</c:v>
                </c:pt>
                <c:pt idx="213">
                  <c:v>340</c:v>
                </c:pt>
                <c:pt idx="214">
                  <c:v>340</c:v>
                </c:pt>
                <c:pt idx="215">
                  <c:v>340</c:v>
                </c:pt>
                <c:pt idx="216">
                  <c:v>340</c:v>
                </c:pt>
                <c:pt idx="217">
                  <c:v>340</c:v>
                </c:pt>
                <c:pt idx="218">
                  <c:v>340</c:v>
                </c:pt>
                <c:pt idx="219">
                  <c:v>340</c:v>
                </c:pt>
                <c:pt idx="220">
                  <c:v>340</c:v>
                </c:pt>
                <c:pt idx="221">
                  <c:v>340</c:v>
                </c:pt>
                <c:pt idx="222">
                  <c:v>340</c:v>
                </c:pt>
                <c:pt idx="223">
                  <c:v>340</c:v>
                </c:pt>
                <c:pt idx="224">
                  <c:v>340</c:v>
                </c:pt>
                <c:pt idx="225">
                  <c:v>340</c:v>
                </c:pt>
                <c:pt idx="226">
                  <c:v>340</c:v>
                </c:pt>
                <c:pt idx="227">
                  <c:v>340</c:v>
                </c:pt>
                <c:pt idx="228">
                  <c:v>340</c:v>
                </c:pt>
                <c:pt idx="229">
                  <c:v>340</c:v>
                </c:pt>
                <c:pt idx="230">
                  <c:v>340</c:v>
                </c:pt>
                <c:pt idx="231">
                  <c:v>340</c:v>
                </c:pt>
                <c:pt idx="232">
                  <c:v>340</c:v>
                </c:pt>
                <c:pt idx="233">
                  <c:v>340</c:v>
                </c:pt>
                <c:pt idx="234">
                  <c:v>340</c:v>
                </c:pt>
                <c:pt idx="235">
                  <c:v>340</c:v>
                </c:pt>
                <c:pt idx="236">
                  <c:v>340</c:v>
                </c:pt>
                <c:pt idx="237">
                  <c:v>340</c:v>
                </c:pt>
                <c:pt idx="238">
                  <c:v>340</c:v>
                </c:pt>
                <c:pt idx="239">
                  <c:v>340</c:v>
                </c:pt>
                <c:pt idx="240">
                  <c:v>340</c:v>
                </c:pt>
                <c:pt idx="241">
                  <c:v>340</c:v>
                </c:pt>
                <c:pt idx="242">
                  <c:v>340</c:v>
                </c:pt>
                <c:pt idx="243">
                  <c:v>340</c:v>
                </c:pt>
                <c:pt idx="244">
                  <c:v>340</c:v>
                </c:pt>
                <c:pt idx="245">
                  <c:v>340</c:v>
                </c:pt>
                <c:pt idx="246">
                  <c:v>340</c:v>
                </c:pt>
                <c:pt idx="247">
                  <c:v>340</c:v>
                </c:pt>
                <c:pt idx="248">
                  <c:v>340</c:v>
                </c:pt>
                <c:pt idx="249">
                  <c:v>340</c:v>
                </c:pt>
                <c:pt idx="250">
                  <c:v>340</c:v>
                </c:pt>
                <c:pt idx="251">
                  <c:v>340</c:v>
                </c:pt>
                <c:pt idx="252">
                  <c:v>340</c:v>
                </c:pt>
                <c:pt idx="253">
                  <c:v>340</c:v>
                </c:pt>
                <c:pt idx="254">
                  <c:v>340</c:v>
                </c:pt>
                <c:pt idx="255">
                  <c:v>340</c:v>
                </c:pt>
                <c:pt idx="256">
                  <c:v>340</c:v>
                </c:pt>
                <c:pt idx="257">
                  <c:v>340</c:v>
                </c:pt>
                <c:pt idx="258">
                  <c:v>340</c:v>
                </c:pt>
                <c:pt idx="259">
                  <c:v>340</c:v>
                </c:pt>
                <c:pt idx="260">
                  <c:v>340</c:v>
                </c:pt>
                <c:pt idx="261">
                  <c:v>340</c:v>
                </c:pt>
                <c:pt idx="262">
                  <c:v>340</c:v>
                </c:pt>
                <c:pt idx="263">
                  <c:v>340</c:v>
                </c:pt>
                <c:pt idx="264">
                  <c:v>340</c:v>
                </c:pt>
                <c:pt idx="265">
                  <c:v>340</c:v>
                </c:pt>
                <c:pt idx="266">
                  <c:v>340</c:v>
                </c:pt>
                <c:pt idx="267">
                  <c:v>340</c:v>
                </c:pt>
                <c:pt idx="268">
                  <c:v>340</c:v>
                </c:pt>
                <c:pt idx="269">
                  <c:v>340</c:v>
                </c:pt>
                <c:pt idx="270">
                  <c:v>340</c:v>
                </c:pt>
                <c:pt idx="271">
                  <c:v>340</c:v>
                </c:pt>
                <c:pt idx="272">
                  <c:v>340</c:v>
                </c:pt>
                <c:pt idx="273">
                  <c:v>340</c:v>
                </c:pt>
                <c:pt idx="274">
                  <c:v>340</c:v>
                </c:pt>
                <c:pt idx="275">
                  <c:v>340</c:v>
                </c:pt>
                <c:pt idx="276">
                  <c:v>340</c:v>
                </c:pt>
                <c:pt idx="277">
                  <c:v>340</c:v>
                </c:pt>
                <c:pt idx="278">
                  <c:v>340</c:v>
                </c:pt>
                <c:pt idx="279">
                  <c:v>340</c:v>
                </c:pt>
                <c:pt idx="280">
                  <c:v>340</c:v>
                </c:pt>
                <c:pt idx="281">
                  <c:v>340</c:v>
                </c:pt>
                <c:pt idx="282">
                  <c:v>340</c:v>
                </c:pt>
                <c:pt idx="283">
                  <c:v>340</c:v>
                </c:pt>
                <c:pt idx="284">
                  <c:v>340</c:v>
                </c:pt>
                <c:pt idx="285">
                  <c:v>340</c:v>
                </c:pt>
                <c:pt idx="286">
                  <c:v>340</c:v>
                </c:pt>
                <c:pt idx="287">
                  <c:v>340</c:v>
                </c:pt>
                <c:pt idx="288">
                  <c:v>340</c:v>
                </c:pt>
                <c:pt idx="289">
                  <c:v>340</c:v>
                </c:pt>
                <c:pt idx="290">
                  <c:v>340</c:v>
                </c:pt>
                <c:pt idx="291">
                  <c:v>340</c:v>
                </c:pt>
                <c:pt idx="292">
                  <c:v>340</c:v>
                </c:pt>
                <c:pt idx="293">
                  <c:v>340</c:v>
                </c:pt>
                <c:pt idx="294">
                  <c:v>340</c:v>
                </c:pt>
                <c:pt idx="295">
                  <c:v>340</c:v>
                </c:pt>
                <c:pt idx="296">
                  <c:v>340</c:v>
                </c:pt>
                <c:pt idx="297">
                  <c:v>340</c:v>
                </c:pt>
                <c:pt idx="298">
                  <c:v>340</c:v>
                </c:pt>
                <c:pt idx="299">
                  <c:v>340</c:v>
                </c:pt>
                <c:pt idx="300">
                  <c:v>340</c:v>
                </c:pt>
                <c:pt idx="301">
                  <c:v>340</c:v>
                </c:pt>
                <c:pt idx="302">
                  <c:v>340</c:v>
                </c:pt>
                <c:pt idx="303">
                  <c:v>340</c:v>
                </c:pt>
                <c:pt idx="304">
                  <c:v>340</c:v>
                </c:pt>
                <c:pt idx="305">
                  <c:v>340</c:v>
                </c:pt>
                <c:pt idx="306">
                  <c:v>340</c:v>
                </c:pt>
                <c:pt idx="307">
                  <c:v>340</c:v>
                </c:pt>
                <c:pt idx="308">
                  <c:v>340</c:v>
                </c:pt>
                <c:pt idx="309">
                  <c:v>340</c:v>
                </c:pt>
                <c:pt idx="310">
                  <c:v>340</c:v>
                </c:pt>
                <c:pt idx="311">
                  <c:v>340</c:v>
                </c:pt>
                <c:pt idx="312">
                  <c:v>340</c:v>
                </c:pt>
                <c:pt idx="313">
                  <c:v>340</c:v>
                </c:pt>
                <c:pt idx="314">
                  <c:v>340</c:v>
                </c:pt>
                <c:pt idx="315">
                  <c:v>340</c:v>
                </c:pt>
                <c:pt idx="316">
                  <c:v>340</c:v>
                </c:pt>
                <c:pt idx="317">
                  <c:v>340</c:v>
                </c:pt>
                <c:pt idx="318">
                  <c:v>340</c:v>
                </c:pt>
                <c:pt idx="319">
                  <c:v>340</c:v>
                </c:pt>
                <c:pt idx="320">
                  <c:v>340</c:v>
                </c:pt>
                <c:pt idx="321">
                  <c:v>340</c:v>
                </c:pt>
                <c:pt idx="322">
                  <c:v>340</c:v>
                </c:pt>
                <c:pt idx="323">
                  <c:v>340</c:v>
                </c:pt>
                <c:pt idx="324">
                  <c:v>340</c:v>
                </c:pt>
                <c:pt idx="325">
                  <c:v>340</c:v>
                </c:pt>
                <c:pt idx="326">
                  <c:v>340</c:v>
                </c:pt>
                <c:pt idx="327">
                  <c:v>340</c:v>
                </c:pt>
                <c:pt idx="328">
                  <c:v>340</c:v>
                </c:pt>
                <c:pt idx="329">
                  <c:v>340</c:v>
                </c:pt>
                <c:pt idx="330">
                  <c:v>340</c:v>
                </c:pt>
                <c:pt idx="331">
                  <c:v>340</c:v>
                </c:pt>
                <c:pt idx="332">
                  <c:v>340</c:v>
                </c:pt>
                <c:pt idx="333">
                  <c:v>340</c:v>
                </c:pt>
                <c:pt idx="334">
                  <c:v>340</c:v>
                </c:pt>
                <c:pt idx="335">
                  <c:v>340</c:v>
                </c:pt>
                <c:pt idx="336">
                  <c:v>340</c:v>
                </c:pt>
                <c:pt idx="337">
                  <c:v>340</c:v>
                </c:pt>
                <c:pt idx="338">
                  <c:v>340</c:v>
                </c:pt>
                <c:pt idx="339">
                  <c:v>340</c:v>
                </c:pt>
                <c:pt idx="340">
                  <c:v>340</c:v>
                </c:pt>
                <c:pt idx="341">
                  <c:v>340</c:v>
                </c:pt>
                <c:pt idx="342">
                  <c:v>340</c:v>
                </c:pt>
                <c:pt idx="343">
                  <c:v>340</c:v>
                </c:pt>
                <c:pt idx="344">
                  <c:v>340</c:v>
                </c:pt>
                <c:pt idx="345">
                  <c:v>340</c:v>
                </c:pt>
                <c:pt idx="346">
                  <c:v>340</c:v>
                </c:pt>
                <c:pt idx="347">
                  <c:v>340</c:v>
                </c:pt>
                <c:pt idx="348">
                  <c:v>340</c:v>
                </c:pt>
                <c:pt idx="349">
                  <c:v>340</c:v>
                </c:pt>
                <c:pt idx="350">
                  <c:v>340</c:v>
                </c:pt>
                <c:pt idx="351">
                  <c:v>340</c:v>
                </c:pt>
                <c:pt idx="352">
                  <c:v>340</c:v>
                </c:pt>
                <c:pt idx="353">
                  <c:v>340</c:v>
                </c:pt>
                <c:pt idx="354">
                  <c:v>340</c:v>
                </c:pt>
                <c:pt idx="355">
                  <c:v>340</c:v>
                </c:pt>
                <c:pt idx="356">
                  <c:v>340</c:v>
                </c:pt>
                <c:pt idx="357">
                  <c:v>340</c:v>
                </c:pt>
                <c:pt idx="358">
                  <c:v>340</c:v>
                </c:pt>
                <c:pt idx="359">
                  <c:v>340</c:v>
                </c:pt>
                <c:pt idx="360">
                  <c:v>340</c:v>
                </c:pt>
                <c:pt idx="361">
                  <c:v>340</c:v>
                </c:pt>
                <c:pt idx="362">
                  <c:v>340</c:v>
                </c:pt>
                <c:pt idx="363">
                  <c:v>450</c:v>
                </c:pt>
                <c:pt idx="364">
                  <c:v>450</c:v>
                </c:pt>
                <c:pt idx="365">
                  <c:v>450</c:v>
                </c:pt>
                <c:pt idx="366">
                  <c:v>450</c:v>
                </c:pt>
                <c:pt idx="367">
                  <c:v>450</c:v>
                </c:pt>
                <c:pt idx="368">
                  <c:v>450</c:v>
                </c:pt>
                <c:pt idx="369">
                  <c:v>450</c:v>
                </c:pt>
                <c:pt idx="370">
                  <c:v>450</c:v>
                </c:pt>
                <c:pt idx="371">
                  <c:v>450</c:v>
                </c:pt>
                <c:pt idx="372">
                  <c:v>450</c:v>
                </c:pt>
                <c:pt idx="373">
                  <c:v>450</c:v>
                </c:pt>
                <c:pt idx="374">
                  <c:v>450</c:v>
                </c:pt>
                <c:pt idx="375">
                  <c:v>450</c:v>
                </c:pt>
                <c:pt idx="376">
                  <c:v>450</c:v>
                </c:pt>
                <c:pt idx="377">
                  <c:v>450</c:v>
                </c:pt>
                <c:pt idx="378">
                  <c:v>450</c:v>
                </c:pt>
                <c:pt idx="379">
                  <c:v>450</c:v>
                </c:pt>
                <c:pt idx="380">
                  <c:v>450</c:v>
                </c:pt>
                <c:pt idx="381">
                  <c:v>450</c:v>
                </c:pt>
                <c:pt idx="382">
                  <c:v>450</c:v>
                </c:pt>
                <c:pt idx="383">
                  <c:v>450</c:v>
                </c:pt>
                <c:pt idx="384">
                  <c:v>450</c:v>
                </c:pt>
                <c:pt idx="385">
                  <c:v>450</c:v>
                </c:pt>
                <c:pt idx="386">
                  <c:v>450</c:v>
                </c:pt>
                <c:pt idx="387">
                  <c:v>450</c:v>
                </c:pt>
                <c:pt idx="388">
                  <c:v>450</c:v>
                </c:pt>
                <c:pt idx="389">
                  <c:v>450</c:v>
                </c:pt>
                <c:pt idx="390">
                  <c:v>450</c:v>
                </c:pt>
                <c:pt idx="391">
                  <c:v>450</c:v>
                </c:pt>
                <c:pt idx="392">
                  <c:v>450</c:v>
                </c:pt>
                <c:pt idx="393">
                  <c:v>450</c:v>
                </c:pt>
                <c:pt idx="394">
                  <c:v>450</c:v>
                </c:pt>
                <c:pt idx="395">
                  <c:v>450</c:v>
                </c:pt>
                <c:pt idx="396">
                  <c:v>450</c:v>
                </c:pt>
                <c:pt idx="397">
                  <c:v>450</c:v>
                </c:pt>
                <c:pt idx="398">
                  <c:v>450</c:v>
                </c:pt>
                <c:pt idx="399">
                  <c:v>450</c:v>
                </c:pt>
                <c:pt idx="400">
                  <c:v>450</c:v>
                </c:pt>
                <c:pt idx="401">
                  <c:v>450</c:v>
                </c:pt>
                <c:pt idx="402">
                  <c:v>450</c:v>
                </c:pt>
                <c:pt idx="403">
                  <c:v>450</c:v>
                </c:pt>
                <c:pt idx="404">
                  <c:v>450</c:v>
                </c:pt>
                <c:pt idx="405">
                  <c:v>450</c:v>
                </c:pt>
                <c:pt idx="406">
                  <c:v>450</c:v>
                </c:pt>
                <c:pt idx="407">
                  <c:v>450</c:v>
                </c:pt>
                <c:pt idx="408">
                  <c:v>450</c:v>
                </c:pt>
                <c:pt idx="409">
                  <c:v>450</c:v>
                </c:pt>
                <c:pt idx="410">
                  <c:v>450</c:v>
                </c:pt>
                <c:pt idx="411">
                  <c:v>450</c:v>
                </c:pt>
                <c:pt idx="412">
                  <c:v>450</c:v>
                </c:pt>
                <c:pt idx="413">
                  <c:v>450</c:v>
                </c:pt>
                <c:pt idx="414">
                  <c:v>450</c:v>
                </c:pt>
                <c:pt idx="415">
                  <c:v>450</c:v>
                </c:pt>
                <c:pt idx="416">
                  <c:v>450</c:v>
                </c:pt>
                <c:pt idx="417">
                  <c:v>450</c:v>
                </c:pt>
                <c:pt idx="418">
                  <c:v>450</c:v>
                </c:pt>
                <c:pt idx="419">
                  <c:v>450</c:v>
                </c:pt>
                <c:pt idx="420">
                  <c:v>450</c:v>
                </c:pt>
                <c:pt idx="421">
                  <c:v>450</c:v>
                </c:pt>
                <c:pt idx="422">
                  <c:v>450</c:v>
                </c:pt>
                <c:pt idx="423">
                  <c:v>450</c:v>
                </c:pt>
                <c:pt idx="424">
                  <c:v>450</c:v>
                </c:pt>
                <c:pt idx="425">
                  <c:v>450</c:v>
                </c:pt>
                <c:pt idx="426">
                  <c:v>450</c:v>
                </c:pt>
                <c:pt idx="427">
                  <c:v>450</c:v>
                </c:pt>
                <c:pt idx="428">
                  <c:v>450</c:v>
                </c:pt>
                <c:pt idx="429">
                  <c:v>450</c:v>
                </c:pt>
                <c:pt idx="430">
                  <c:v>450</c:v>
                </c:pt>
                <c:pt idx="431">
                  <c:v>450</c:v>
                </c:pt>
                <c:pt idx="432">
                  <c:v>450</c:v>
                </c:pt>
                <c:pt idx="433">
                  <c:v>450</c:v>
                </c:pt>
                <c:pt idx="434">
                  <c:v>450</c:v>
                </c:pt>
                <c:pt idx="435">
                  <c:v>450</c:v>
                </c:pt>
                <c:pt idx="436">
                  <c:v>450</c:v>
                </c:pt>
                <c:pt idx="437">
                  <c:v>450</c:v>
                </c:pt>
                <c:pt idx="438">
                  <c:v>450</c:v>
                </c:pt>
                <c:pt idx="439">
                  <c:v>450</c:v>
                </c:pt>
                <c:pt idx="440">
                  <c:v>450</c:v>
                </c:pt>
                <c:pt idx="441">
                  <c:v>450</c:v>
                </c:pt>
                <c:pt idx="442">
                  <c:v>450</c:v>
                </c:pt>
                <c:pt idx="443">
                  <c:v>450</c:v>
                </c:pt>
                <c:pt idx="444">
                  <c:v>450</c:v>
                </c:pt>
                <c:pt idx="445">
                  <c:v>450</c:v>
                </c:pt>
                <c:pt idx="446">
                  <c:v>450</c:v>
                </c:pt>
                <c:pt idx="447">
                  <c:v>450</c:v>
                </c:pt>
                <c:pt idx="448">
                  <c:v>450</c:v>
                </c:pt>
                <c:pt idx="449">
                  <c:v>450</c:v>
                </c:pt>
                <c:pt idx="450">
                  <c:v>450</c:v>
                </c:pt>
                <c:pt idx="451">
                  <c:v>450</c:v>
                </c:pt>
                <c:pt idx="452">
                  <c:v>450</c:v>
                </c:pt>
                <c:pt idx="453">
                  <c:v>450</c:v>
                </c:pt>
                <c:pt idx="454">
                  <c:v>450</c:v>
                </c:pt>
                <c:pt idx="455">
                  <c:v>450</c:v>
                </c:pt>
                <c:pt idx="456">
                  <c:v>450</c:v>
                </c:pt>
                <c:pt idx="457">
                  <c:v>450</c:v>
                </c:pt>
                <c:pt idx="458">
                  <c:v>450</c:v>
                </c:pt>
                <c:pt idx="459">
                  <c:v>450</c:v>
                </c:pt>
                <c:pt idx="460">
                  <c:v>450</c:v>
                </c:pt>
                <c:pt idx="461">
                  <c:v>450</c:v>
                </c:pt>
                <c:pt idx="462">
                  <c:v>450</c:v>
                </c:pt>
                <c:pt idx="463">
                  <c:v>450</c:v>
                </c:pt>
                <c:pt idx="464">
                  <c:v>450</c:v>
                </c:pt>
                <c:pt idx="465">
                  <c:v>450</c:v>
                </c:pt>
                <c:pt idx="466">
                  <c:v>450</c:v>
                </c:pt>
                <c:pt idx="467">
                  <c:v>450</c:v>
                </c:pt>
                <c:pt idx="468">
                  <c:v>450</c:v>
                </c:pt>
                <c:pt idx="469">
                  <c:v>450</c:v>
                </c:pt>
                <c:pt idx="470">
                  <c:v>450</c:v>
                </c:pt>
                <c:pt idx="471">
                  <c:v>450</c:v>
                </c:pt>
                <c:pt idx="472">
                  <c:v>450</c:v>
                </c:pt>
                <c:pt idx="473">
                  <c:v>450</c:v>
                </c:pt>
                <c:pt idx="474">
                  <c:v>450</c:v>
                </c:pt>
                <c:pt idx="475">
                  <c:v>450</c:v>
                </c:pt>
                <c:pt idx="476">
                  <c:v>450</c:v>
                </c:pt>
                <c:pt idx="477">
                  <c:v>450</c:v>
                </c:pt>
                <c:pt idx="478">
                  <c:v>450</c:v>
                </c:pt>
                <c:pt idx="479">
                  <c:v>450</c:v>
                </c:pt>
                <c:pt idx="480">
                  <c:v>450</c:v>
                </c:pt>
                <c:pt idx="481">
                  <c:v>450</c:v>
                </c:pt>
                <c:pt idx="482">
                  <c:v>450</c:v>
                </c:pt>
                <c:pt idx="483">
                  <c:v>450</c:v>
                </c:pt>
                <c:pt idx="484">
                  <c:v>450</c:v>
                </c:pt>
                <c:pt idx="485">
                  <c:v>450</c:v>
                </c:pt>
                <c:pt idx="486">
                  <c:v>450</c:v>
                </c:pt>
                <c:pt idx="487">
                  <c:v>450</c:v>
                </c:pt>
                <c:pt idx="488">
                  <c:v>450</c:v>
                </c:pt>
                <c:pt idx="489">
                  <c:v>450</c:v>
                </c:pt>
                <c:pt idx="490">
                  <c:v>450</c:v>
                </c:pt>
                <c:pt idx="491">
                  <c:v>450</c:v>
                </c:pt>
                <c:pt idx="492">
                  <c:v>450</c:v>
                </c:pt>
                <c:pt idx="493">
                  <c:v>450</c:v>
                </c:pt>
                <c:pt idx="494">
                  <c:v>450</c:v>
                </c:pt>
                <c:pt idx="495">
                  <c:v>450</c:v>
                </c:pt>
                <c:pt idx="496">
                  <c:v>450</c:v>
                </c:pt>
                <c:pt idx="497">
                  <c:v>450</c:v>
                </c:pt>
                <c:pt idx="498">
                  <c:v>450</c:v>
                </c:pt>
                <c:pt idx="499">
                  <c:v>450</c:v>
                </c:pt>
                <c:pt idx="500">
                  <c:v>450</c:v>
                </c:pt>
                <c:pt idx="501">
                  <c:v>450</c:v>
                </c:pt>
                <c:pt idx="502">
                  <c:v>450</c:v>
                </c:pt>
                <c:pt idx="503">
                  <c:v>450</c:v>
                </c:pt>
                <c:pt idx="504">
                  <c:v>450</c:v>
                </c:pt>
                <c:pt idx="505">
                  <c:v>450</c:v>
                </c:pt>
                <c:pt idx="506">
                  <c:v>450</c:v>
                </c:pt>
                <c:pt idx="507">
                  <c:v>450</c:v>
                </c:pt>
                <c:pt idx="508">
                  <c:v>450</c:v>
                </c:pt>
                <c:pt idx="509">
                  <c:v>450</c:v>
                </c:pt>
                <c:pt idx="510">
                  <c:v>450</c:v>
                </c:pt>
                <c:pt idx="511">
                  <c:v>450</c:v>
                </c:pt>
                <c:pt idx="512">
                  <c:v>450</c:v>
                </c:pt>
                <c:pt idx="513">
                  <c:v>450</c:v>
                </c:pt>
                <c:pt idx="514">
                  <c:v>450</c:v>
                </c:pt>
                <c:pt idx="515">
                  <c:v>450</c:v>
                </c:pt>
                <c:pt idx="516">
                  <c:v>450</c:v>
                </c:pt>
                <c:pt idx="517">
                  <c:v>450</c:v>
                </c:pt>
                <c:pt idx="518">
                  <c:v>450</c:v>
                </c:pt>
                <c:pt idx="519">
                  <c:v>450</c:v>
                </c:pt>
                <c:pt idx="520">
                  <c:v>450</c:v>
                </c:pt>
                <c:pt idx="521">
                  <c:v>450</c:v>
                </c:pt>
                <c:pt idx="522">
                  <c:v>450</c:v>
                </c:pt>
                <c:pt idx="523">
                  <c:v>450</c:v>
                </c:pt>
                <c:pt idx="524">
                  <c:v>450</c:v>
                </c:pt>
                <c:pt idx="525">
                  <c:v>450</c:v>
                </c:pt>
                <c:pt idx="526">
                  <c:v>450</c:v>
                </c:pt>
                <c:pt idx="527">
                  <c:v>450</c:v>
                </c:pt>
                <c:pt idx="528">
                  <c:v>450</c:v>
                </c:pt>
                <c:pt idx="529">
                  <c:v>450</c:v>
                </c:pt>
                <c:pt idx="530">
                  <c:v>450</c:v>
                </c:pt>
                <c:pt idx="531">
                  <c:v>450</c:v>
                </c:pt>
                <c:pt idx="532">
                  <c:v>450</c:v>
                </c:pt>
                <c:pt idx="533">
                  <c:v>450</c:v>
                </c:pt>
                <c:pt idx="534">
                  <c:v>450</c:v>
                </c:pt>
                <c:pt idx="535">
                  <c:v>450</c:v>
                </c:pt>
                <c:pt idx="536">
                  <c:v>450</c:v>
                </c:pt>
                <c:pt idx="537">
                  <c:v>450</c:v>
                </c:pt>
                <c:pt idx="538">
                  <c:v>450</c:v>
                </c:pt>
                <c:pt idx="539">
                  <c:v>450</c:v>
                </c:pt>
                <c:pt idx="540">
                  <c:v>450</c:v>
                </c:pt>
                <c:pt idx="541">
                  <c:v>450</c:v>
                </c:pt>
                <c:pt idx="542">
                  <c:v>450</c:v>
                </c:pt>
                <c:pt idx="543">
                  <c:v>450</c:v>
                </c:pt>
                <c:pt idx="544">
                  <c:v>450</c:v>
                </c:pt>
                <c:pt idx="545">
                  <c:v>450</c:v>
                </c:pt>
                <c:pt idx="546">
                  <c:v>450</c:v>
                </c:pt>
                <c:pt idx="547">
                  <c:v>450</c:v>
                </c:pt>
                <c:pt idx="548">
                  <c:v>450</c:v>
                </c:pt>
                <c:pt idx="549">
                  <c:v>450</c:v>
                </c:pt>
                <c:pt idx="550">
                  <c:v>450</c:v>
                </c:pt>
                <c:pt idx="551">
                  <c:v>450</c:v>
                </c:pt>
                <c:pt idx="552">
                  <c:v>450</c:v>
                </c:pt>
                <c:pt idx="553">
                  <c:v>450</c:v>
                </c:pt>
                <c:pt idx="554">
                  <c:v>450</c:v>
                </c:pt>
                <c:pt idx="555">
                  <c:v>450</c:v>
                </c:pt>
                <c:pt idx="556">
                  <c:v>450</c:v>
                </c:pt>
                <c:pt idx="557">
                  <c:v>450</c:v>
                </c:pt>
                <c:pt idx="558">
                  <c:v>450</c:v>
                </c:pt>
                <c:pt idx="559">
                  <c:v>450</c:v>
                </c:pt>
                <c:pt idx="560">
                  <c:v>450</c:v>
                </c:pt>
                <c:pt idx="561">
                  <c:v>450</c:v>
                </c:pt>
                <c:pt idx="562">
                  <c:v>450</c:v>
                </c:pt>
                <c:pt idx="563">
                  <c:v>450</c:v>
                </c:pt>
                <c:pt idx="564">
                  <c:v>450</c:v>
                </c:pt>
                <c:pt idx="565">
                  <c:v>450</c:v>
                </c:pt>
                <c:pt idx="566">
                  <c:v>450</c:v>
                </c:pt>
                <c:pt idx="567">
                  <c:v>450</c:v>
                </c:pt>
                <c:pt idx="568">
                  <c:v>450</c:v>
                </c:pt>
                <c:pt idx="569">
                  <c:v>450</c:v>
                </c:pt>
                <c:pt idx="570">
                  <c:v>450</c:v>
                </c:pt>
                <c:pt idx="571">
                  <c:v>450</c:v>
                </c:pt>
                <c:pt idx="572">
                  <c:v>450</c:v>
                </c:pt>
                <c:pt idx="573">
                  <c:v>450</c:v>
                </c:pt>
                <c:pt idx="574">
                  <c:v>450</c:v>
                </c:pt>
                <c:pt idx="575">
                  <c:v>450</c:v>
                </c:pt>
                <c:pt idx="576">
                  <c:v>450</c:v>
                </c:pt>
                <c:pt idx="577">
                  <c:v>450</c:v>
                </c:pt>
                <c:pt idx="578">
                  <c:v>450</c:v>
                </c:pt>
                <c:pt idx="579">
                  <c:v>450</c:v>
                </c:pt>
                <c:pt idx="580">
                  <c:v>450</c:v>
                </c:pt>
                <c:pt idx="581">
                  <c:v>450</c:v>
                </c:pt>
                <c:pt idx="582">
                  <c:v>450</c:v>
                </c:pt>
                <c:pt idx="583">
                  <c:v>450</c:v>
                </c:pt>
                <c:pt idx="584">
                  <c:v>450</c:v>
                </c:pt>
                <c:pt idx="585">
                  <c:v>450</c:v>
                </c:pt>
                <c:pt idx="586">
                  <c:v>450</c:v>
                </c:pt>
                <c:pt idx="587">
                  <c:v>450</c:v>
                </c:pt>
                <c:pt idx="588">
                  <c:v>450</c:v>
                </c:pt>
                <c:pt idx="589">
                  <c:v>450</c:v>
                </c:pt>
                <c:pt idx="590">
                  <c:v>450</c:v>
                </c:pt>
                <c:pt idx="591">
                  <c:v>450</c:v>
                </c:pt>
                <c:pt idx="592">
                  <c:v>450</c:v>
                </c:pt>
                <c:pt idx="593">
                  <c:v>450</c:v>
                </c:pt>
                <c:pt idx="594">
                  <c:v>450</c:v>
                </c:pt>
                <c:pt idx="595">
                  <c:v>450</c:v>
                </c:pt>
                <c:pt idx="596">
                  <c:v>450</c:v>
                </c:pt>
                <c:pt idx="597">
                  <c:v>450</c:v>
                </c:pt>
                <c:pt idx="598">
                  <c:v>450</c:v>
                </c:pt>
                <c:pt idx="599">
                  <c:v>450</c:v>
                </c:pt>
                <c:pt idx="600">
                  <c:v>450</c:v>
                </c:pt>
                <c:pt idx="601">
                  <c:v>450</c:v>
                </c:pt>
                <c:pt idx="602">
                  <c:v>450</c:v>
                </c:pt>
                <c:pt idx="603">
                  <c:v>450</c:v>
                </c:pt>
                <c:pt idx="604">
                  <c:v>450</c:v>
                </c:pt>
                <c:pt idx="605">
                  <c:v>450</c:v>
                </c:pt>
                <c:pt idx="606">
                  <c:v>450</c:v>
                </c:pt>
                <c:pt idx="607">
                  <c:v>450</c:v>
                </c:pt>
                <c:pt idx="608">
                  <c:v>450</c:v>
                </c:pt>
                <c:pt idx="609">
                  <c:v>450</c:v>
                </c:pt>
                <c:pt idx="610">
                  <c:v>450</c:v>
                </c:pt>
                <c:pt idx="611">
                  <c:v>450</c:v>
                </c:pt>
                <c:pt idx="612">
                  <c:v>450</c:v>
                </c:pt>
                <c:pt idx="613">
                  <c:v>450</c:v>
                </c:pt>
                <c:pt idx="614">
                  <c:v>450</c:v>
                </c:pt>
                <c:pt idx="615">
                  <c:v>450</c:v>
                </c:pt>
                <c:pt idx="616">
                  <c:v>450</c:v>
                </c:pt>
                <c:pt idx="617">
                  <c:v>450</c:v>
                </c:pt>
                <c:pt idx="618">
                  <c:v>450</c:v>
                </c:pt>
                <c:pt idx="619">
                  <c:v>450</c:v>
                </c:pt>
                <c:pt idx="620">
                  <c:v>450</c:v>
                </c:pt>
                <c:pt idx="621">
                  <c:v>450</c:v>
                </c:pt>
                <c:pt idx="622">
                  <c:v>450</c:v>
                </c:pt>
                <c:pt idx="623">
                  <c:v>450</c:v>
                </c:pt>
                <c:pt idx="624">
                  <c:v>450</c:v>
                </c:pt>
                <c:pt idx="625">
                  <c:v>450</c:v>
                </c:pt>
                <c:pt idx="626">
                  <c:v>450</c:v>
                </c:pt>
                <c:pt idx="627">
                  <c:v>450</c:v>
                </c:pt>
                <c:pt idx="628">
                  <c:v>450</c:v>
                </c:pt>
                <c:pt idx="629">
                  <c:v>450</c:v>
                </c:pt>
                <c:pt idx="630">
                  <c:v>450</c:v>
                </c:pt>
                <c:pt idx="631">
                  <c:v>450</c:v>
                </c:pt>
                <c:pt idx="632">
                  <c:v>450</c:v>
                </c:pt>
                <c:pt idx="633">
                  <c:v>450</c:v>
                </c:pt>
                <c:pt idx="634">
                  <c:v>450</c:v>
                </c:pt>
                <c:pt idx="635">
                  <c:v>450</c:v>
                </c:pt>
                <c:pt idx="636">
                  <c:v>450</c:v>
                </c:pt>
                <c:pt idx="637">
                  <c:v>450</c:v>
                </c:pt>
                <c:pt idx="638">
                  <c:v>450</c:v>
                </c:pt>
                <c:pt idx="639">
                  <c:v>450</c:v>
                </c:pt>
                <c:pt idx="640">
                  <c:v>450</c:v>
                </c:pt>
                <c:pt idx="641">
                  <c:v>450</c:v>
                </c:pt>
                <c:pt idx="642">
                  <c:v>450</c:v>
                </c:pt>
                <c:pt idx="643">
                  <c:v>450</c:v>
                </c:pt>
                <c:pt idx="644">
                  <c:v>450</c:v>
                </c:pt>
                <c:pt idx="645">
                  <c:v>450</c:v>
                </c:pt>
                <c:pt idx="646">
                  <c:v>500</c:v>
                </c:pt>
                <c:pt idx="647">
                  <c:v>500</c:v>
                </c:pt>
                <c:pt idx="648">
                  <c:v>500</c:v>
                </c:pt>
                <c:pt idx="649">
                  <c:v>500</c:v>
                </c:pt>
                <c:pt idx="650">
                  <c:v>500</c:v>
                </c:pt>
                <c:pt idx="651">
                  <c:v>500</c:v>
                </c:pt>
                <c:pt idx="652">
                  <c:v>500</c:v>
                </c:pt>
                <c:pt idx="653">
                  <c:v>500</c:v>
                </c:pt>
                <c:pt idx="654">
                  <c:v>500</c:v>
                </c:pt>
                <c:pt idx="655">
                  <c:v>500</c:v>
                </c:pt>
                <c:pt idx="656">
                  <c:v>500</c:v>
                </c:pt>
                <c:pt idx="657">
                  <c:v>500</c:v>
                </c:pt>
                <c:pt idx="658">
                  <c:v>500</c:v>
                </c:pt>
                <c:pt idx="659">
                  <c:v>500</c:v>
                </c:pt>
                <c:pt idx="660">
                  <c:v>500</c:v>
                </c:pt>
                <c:pt idx="661">
                  <c:v>500</c:v>
                </c:pt>
                <c:pt idx="662">
                  <c:v>500</c:v>
                </c:pt>
                <c:pt idx="663">
                  <c:v>500</c:v>
                </c:pt>
                <c:pt idx="664">
                  <c:v>500</c:v>
                </c:pt>
                <c:pt idx="665">
                  <c:v>500</c:v>
                </c:pt>
                <c:pt idx="666">
                  <c:v>500</c:v>
                </c:pt>
                <c:pt idx="667">
                  <c:v>500</c:v>
                </c:pt>
                <c:pt idx="668">
                  <c:v>500</c:v>
                </c:pt>
                <c:pt idx="669">
                  <c:v>500</c:v>
                </c:pt>
                <c:pt idx="670">
                  <c:v>500</c:v>
                </c:pt>
                <c:pt idx="671">
                  <c:v>500</c:v>
                </c:pt>
                <c:pt idx="672">
                  <c:v>500</c:v>
                </c:pt>
                <c:pt idx="673">
                  <c:v>500</c:v>
                </c:pt>
                <c:pt idx="674">
                  <c:v>500</c:v>
                </c:pt>
                <c:pt idx="675">
                  <c:v>500</c:v>
                </c:pt>
                <c:pt idx="676">
                  <c:v>500</c:v>
                </c:pt>
                <c:pt idx="677">
                  <c:v>500</c:v>
                </c:pt>
                <c:pt idx="678">
                  <c:v>500</c:v>
                </c:pt>
                <c:pt idx="679">
                  <c:v>500</c:v>
                </c:pt>
                <c:pt idx="680">
                  <c:v>500</c:v>
                </c:pt>
                <c:pt idx="681">
                  <c:v>500</c:v>
                </c:pt>
                <c:pt idx="682">
                  <c:v>500</c:v>
                </c:pt>
                <c:pt idx="683">
                  <c:v>500</c:v>
                </c:pt>
                <c:pt idx="684">
                  <c:v>500</c:v>
                </c:pt>
                <c:pt idx="685">
                  <c:v>500</c:v>
                </c:pt>
                <c:pt idx="686">
                  <c:v>500</c:v>
                </c:pt>
                <c:pt idx="687">
                  <c:v>500</c:v>
                </c:pt>
                <c:pt idx="688">
                  <c:v>500</c:v>
                </c:pt>
                <c:pt idx="689">
                  <c:v>500</c:v>
                </c:pt>
                <c:pt idx="690">
                  <c:v>500</c:v>
                </c:pt>
                <c:pt idx="691">
                  <c:v>500</c:v>
                </c:pt>
                <c:pt idx="692">
                  <c:v>500</c:v>
                </c:pt>
                <c:pt idx="693">
                  <c:v>500</c:v>
                </c:pt>
                <c:pt idx="694">
                  <c:v>500</c:v>
                </c:pt>
                <c:pt idx="695">
                  <c:v>500</c:v>
                </c:pt>
                <c:pt idx="696">
                  <c:v>500</c:v>
                </c:pt>
                <c:pt idx="697">
                  <c:v>500</c:v>
                </c:pt>
                <c:pt idx="698">
                  <c:v>500</c:v>
                </c:pt>
                <c:pt idx="699">
                  <c:v>500</c:v>
                </c:pt>
                <c:pt idx="700">
                  <c:v>500</c:v>
                </c:pt>
                <c:pt idx="701">
                  <c:v>500</c:v>
                </c:pt>
                <c:pt idx="702">
                  <c:v>500</c:v>
                </c:pt>
                <c:pt idx="703">
                  <c:v>500</c:v>
                </c:pt>
                <c:pt idx="704">
                  <c:v>500</c:v>
                </c:pt>
                <c:pt idx="705">
                  <c:v>500</c:v>
                </c:pt>
                <c:pt idx="706">
                  <c:v>500</c:v>
                </c:pt>
                <c:pt idx="707">
                  <c:v>500</c:v>
                </c:pt>
                <c:pt idx="708">
                  <c:v>500</c:v>
                </c:pt>
                <c:pt idx="709">
                  <c:v>500</c:v>
                </c:pt>
                <c:pt idx="710">
                  <c:v>500</c:v>
                </c:pt>
                <c:pt idx="711">
                  <c:v>500</c:v>
                </c:pt>
                <c:pt idx="712">
                  <c:v>500</c:v>
                </c:pt>
                <c:pt idx="713">
                  <c:v>500</c:v>
                </c:pt>
                <c:pt idx="714">
                  <c:v>500</c:v>
                </c:pt>
                <c:pt idx="715">
                  <c:v>500</c:v>
                </c:pt>
                <c:pt idx="716">
                  <c:v>500</c:v>
                </c:pt>
                <c:pt idx="717">
                  <c:v>500</c:v>
                </c:pt>
                <c:pt idx="718">
                  <c:v>500</c:v>
                </c:pt>
                <c:pt idx="719">
                  <c:v>500</c:v>
                </c:pt>
                <c:pt idx="720">
                  <c:v>500</c:v>
                </c:pt>
                <c:pt idx="721">
                  <c:v>500</c:v>
                </c:pt>
                <c:pt idx="722">
                  <c:v>500</c:v>
                </c:pt>
                <c:pt idx="723">
                  <c:v>500</c:v>
                </c:pt>
                <c:pt idx="724">
                  <c:v>500</c:v>
                </c:pt>
                <c:pt idx="725">
                  <c:v>500</c:v>
                </c:pt>
                <c:pt idx="726">
                  <c:v>500</c:v>
                </c:pt>
                <c:pt idx="727">
                  <c:v>500</c:v>
                </c:pt>
                <c:pt idx="728">
                  <c:v>500</c:v>
                </c:pt>
                <c:pt idx="729">
                  <c:v>500</c:v>
                </c:pt>
                <c:pt idx="730">
                  <c:v>500</c:v>
                </c:pt>
                <c:pt idx="731">
                  <c:v>500</c:v>
                </c:pt>
                <c:pt idx="732">
                  <c:v>500</c:v>
                </c:pt>
                <c:pt idx="733">
                  <c:v>500</c:v>
                </c:pt>
                <c:pt idx="734">
                  <c:v>500</c:v>
                </c:pt>
                <c:pt idx="735">
                  <c:v>500</c:v>
                </c:pt>
                <c:pt idx="736">
                  <c:v>500</c:v>
                </c:pt>
                <c:pt idx="737">
                  <c:v>500</c:v>
                </c:pt>
                <c:pt idx="738">
                  <c:v>500</c:v>
                </c:pt>
                <c:pt idx="739">
                  <c:v>500</c:v>
                </c:pt>
                <c:pt idx="740">
                  <c:v>500</c:v>
                </c:pt>
                <c:pt idx="741">
                  <c:v>500</c:v>
                </c:pt>
                <c:pt idx="742">
                  <c:v>500</c:v>
                </c:pt>
                <c:pt idx="743">
                  <c:v>500</c:v>
                </c:pt>
                <c:pt idx="744">
                  <c:v>500</c:v>
                </c:pt>
                <c:pt idx="745">
                  <c:v>500</c:v>
                </c:pt>
                <c:pt idx="746">
                  <c:v>500</c:v>
                </c:pt>
                <c:pt idx="747">
                  <c:v>500</c:v>
                </c:pt>
                <c:pt idx="748">
                  <c:v>500</c:v>
                </c:pt>
                <c:pt idx="749">
                  <c:v>500</c:v>
                </c:pt>
                <c:pt idx="750">
                  <c:v>500</c:v>
                </c:pt>
                <c:pt idx="751">
                  <c:v>500</c:v>
                </c:pt>
                <c:pt idx="752">
                  <c:v>500</c:v>
                </c:pt>
                <c:pt idx="753">
                  <c:v>500</c:v>
                </c:pt>
                <c:pt idx="754">
                  <c:v>500</c:v>
                </c:pt>
                <c:pt idx="755">
                  <c:v>500</c:v>
                </c:pt>
                <c:pt idx="756">
                  <c:v>500</c:v>
                </c:pt>
                <c:pt idx="757">
                  <c:v>500</c:v>
                </c:pt>
                <c:pt idx="758">
                  <c:v>500</c:v>
                </c:pt>
                <c:pt idx="759">
                  <c:v>500</c:v>
                </c:pt>
                <c:pt idx="760">
                  <c:v>500</c:v>
                </c:pt>
                <c:pt idx="761">
                  <c:v>500</c:v>
                </c:pt>
                <c:pt idx="762">
                  <c:v>500</c:v>
                </c:pt>
                <c:pt idx="763">
                  <c:v>500</c:v>
                </c:pt>
                <c:pt idx="764">
                  <c:v>500</c:v>
                </c:pt>
                <c:pt idx="765">
                  <c:v>500</c:v>
                </c:pt>
                <c:pt idx="766">
                  <c:v>500</c:v>
                </c:pt>
                <c:pt idx="767">
                  <c:v>500</c:v>
                </c:pt>
                <c:pt idx="768">
                  <c:v>500</c:v>
                </c:pt>
                <c:pt idx="769">
                  <c:v>500</c:v>
                </c:pt>
                <c:pt idx="770">
                  <c:v>500</c:v>
                </c:pt>
                <c:pt idx="771">
                  <c:v>500</c:v>
                </c:pt>
                <c:pt idx="772">
                  <c:v>500</c:v>
                </c:pt>
                <c:pt idx="773">
                  <c:v>500</c:v>
                </c:pt>
                <c:pt idx="774">
                  <c:v>500</c:v>
                </c:pt>
                <c:pt idx="775">
                  <c:v>500</c:v>
                </c:pt>
                <c:pt idx="776">
                  <c:v>500</c:v>
                </c:pt>
                <c:pt idx="777">
                  <c:v>500</c:v>
                </c:pt>
                <c:pt idx="778">
                  <c:v>500</c:v>
                </c:pt>
                <c:pt idx="779">
                  <c:v>500</c:v>
                </c:pt>
                <c:pt idx="780">
                  <c:v>500</c:v>
                </c:pt>
                <c:pt idx="781">
                  <c:v>500</c:v>
                </c:pt>
                <c:pt idx="782">
                  <c:v>500</c:v>
                </c:pt>
                <c:pt idx="783">
                  <c:v>500</c:v>
                </c:pt>
                <c:pt idx="784">
                  <c:v>500</c:v>
                </c:pt>
                <c:pt idx="785">
                  <c:v>500</c:v>
                </c:pt>
                <c:pt idx="786">
                  <c:v>500</c:v>
                </c:pt>
                <c:pt idx="787">
                  <c:v>500</c:v>
                </c:pt>
                <c:pt idx="788">
                  <c:v>500</c:v>
                </c:pt>
                <c:pt idx="789">
                  <c:v>500</c:v>
                </c:pt>
                <c:pt idx="790">
                  <c:v>500</c:v>
                </c:pt>
                <c:pt idx="791">
                  <c:v>500</c:v>
                </c:pt>
                <c:pt idx="792">
                  <c:v>500</c:v>
                </c:pt>
                <c:pt idx="793">
                  <c:v>500</c:v>
                </c:pt>
                <c:pt idx="794">
                  <c:v>500</c:v>
                </c:pt>
                <c:pt idx="795">
                  <c:v>500</c:v>
                </c:pt>
                <c:pt idx="796">
                  <c:v>500</c:v>
                </c:pt>
                <c:pt idx="797">
                  <c:v>500</c:v>
                </c:pt>
                <c:pt idx="798">
                  <c:v>500</c:v>
                </c:pt>
                <c:pt idx="799">
                  <c:v>500</c:v>
                </c:pt>
                <c:pt idx="800">
                  <c:v>500</c:v>
                </c:pt>
                <c:pt idx="801">
                  <c:v>500</c:v>
                </c:pt>
                <c:pt idx="802">
                  <c:v>500</c:v>
                </c:pt>
                <c:pt idx="803">
                  <c:v>500</c:v>
                </c:pt>
                <c:pt idx="804">
                  <c:v>500</c:v>
                </c:pt>
                <c:pt idx="805">
                  <c:v>500</c:v>
                </c:pt>
                <c:pt idx="806">
                  <c:v>500</c:v>
                </c:pt>
                <c:pt idx="807">
                  <c:v>500</c:v>
                </c:pt>
                <c:pt idx="808">
                  <c:v>500</c:v>
                </c:pt>
                <c:pt idx="809">
                  <c:v>500</c:v>
                </c:pt>
                <c:pt idx="810">
                  <c:v>500</c:v>
                </c:pt>
                <c:pt idx="811">
                  <c:v>500</c:v>
                </c:pt>
                <c:pt idx="812">
                  <c:v>500</c:v>
                </c:pt>
                <c:pt idx="813">
                  <c:v>500</c:v>
                </c:pt>
                <c:pt idx="814">
                  <c:v>500</c:v>
                </c:pt>
                <c:pt idx="815">
                  <c:v>500</c:v>
                </c:pt>
                <c:pt idx="816">
                  <c:v>500</c:v>
                </c:pt>
                <c:pt idx="817">
                  <c:v>500</c:v>
                </c:pt>
                <c:pt idx="818">
                  <c:v>500</c:v>
                </c:pt>
                <c:pt idx="819">
                  <c:v>500</c:v>
                </c:pt>
                <c:pt idx="820">
                  <c:v>500</c:v>
                </c:pt>
                <c:pt idx="821">
                  <c:v>500</c:v>
                </c:pt>
                <c:pt idx="822">
                  <c:v>500</c:v>
                </c:pt>
                <c:pt idx="823">
                  <c:v>500</c:v>
                </c:pt>
                <c:pt idx="824">
                  <c:v>500</c:v>
                </c:pt>
                <c:pt idx="825">
                  <c:v>500</c:v>
                </c:pt>
                <c:pt idx="826">
                  <c:v>500</c:v>
                </c:pt>
                <c:pt idx="827">
                  <c:v>500</c:v>
                </c:pt>
                <c:pt idx="828">
                  <c:v>500</c:v>
                </c:pt>
                <c:pt idx="829">
                  <c:v>500</c:v>
                </c:pt>
                <c:pt idx="830">
                  <c:v>500</c:v>
                </c:pt>
                <c:pt idx="831">
                  <c:v>500</c:v>
                </c:pt>
                <c:pt idx="832">
                  <c:v>500</c:v>
                </c:pt>
                <c:pt idx="833">
                  <c:v>500</c:v>
                </c:pt>
                <c:pt idx="834">
                  <c:v>500</c:v>
                </c:pt>
                <c:pt idx="835">
                  <c:v>500</c:v>
                </c:pt>
                <c:pt idx="836">
                  <c:v>500</c:v>
                </c:pt>
                <c:pt idx="837">
                  <c:v>500</c:v>
                </c:pt>
                <c:pt idx="838">
                  <c:v>500</c:v>
                </c:pt>
                <c:pt idx="839">
                  <c:v>500</c:v>
                </c:pt>
                <c:pt idx="840">
                  <c:v>500</c:v>
                </c:pt>
                <c:pt idx="841">
                  <c:v>500</c:v>
                </c:pt>
                <c:pt idx="842">
                  <c:v>500</c:v>
                </c:pt>
                <c:pt idx="843">
                  <c:v>500</c:v>
                </c:pt>
                <c:pt idx="844">
                  <c:v>500</c:v>
                </c:pt>
                <c:pt idx="845">
                  <c:v>500</c:v>
                </c:pt>
                <c:pt idx="846">
                  <c:v>500</c:v>
                </c:pt>
                <c:pt idx="847">
                  <c:v>500</c:v>
                </c:pt>
                <c:pt idx="848">
                  <c:v>500</c:v>
                </c:pt>
                <c:pt idx="849">
                  <c:v>500</c:v>
                </c:pt>
                <c:pt idx="850">
                  <c:v>500</c:v>
                </c:pt>
                <c:pt idx="851">
                  <c:v>500</c:v>
                </c:pt>
                <c:pt idx="852">
                  <c:v>500</c:v>
                </c:pt>
                <c:pt idx="853">
                  <c:v>500</c:v>
                </c:pt>
                <c:pt idx="854">
                  <c:v>500</c:v>
                </c:pt>
                <c:pt idx="855">
                  <c:v>500</c:v>
                </c:pt>
                <c:pt idx="856">
                  <c:v>500</c:v>
                </c:pt>
                <c:pt idx="857">
                  <c:v>500</c:v>
                </c:pt>
                <c:pt idx="858">
                  <c:v>500</c:v>
                </c:pt>
                <c:pt idx="859">
                  <c:v>500</c:v>
                </c:pt>
                <c:pt idx="860">
                  <c:v>500</c:v>
                </c:pt>
                <c:pt idx="861">
                  <c:v>500</c:v>
                </c:pt>
                <c:pt idx="862">
                  <c:v>500</c:v>
                </c:pt>
                <c:pt idx="863">
                  <c:v>500</c:v>
                </c:pt>
                <c:pt idx="864">
                  <c:v>500</c:v>
                </c:pt>
                <c:pt idx="865">
                  <c:v>500</c:v>
                </c:pt>
                <c:pt idx="866">
                  <c:v>500</c:v>
                </c:pt>
                <c:pt idx="867">
                  <c:v>450</c:v>
                </c:pt>
                <c:pt idx="868">
                  <c:v>450</c:v>
                </c:pt>
                <c:pt idx="869">
                  <c:v>450</c:v>
                </c:pt>
                <c:pt idx="870">
                  <c:v>450</c:v>
                </c:pt>
                <c:pt idx="871">
                  <c:v>450</c:v>
                </c:pt>
                <c:pt idx="872">
                  <c:v>450</c:v>
                </c:pt>
                <c:pt idx="873">
                  <c:v>450</c:v>
                </c:pt>
                <c:pt idx="874">
                  <c:v>450</c:v>
                </c:pt>
                <c:pt idx="875">
                  <c:v>450</c:v>
                </c:pt>
                <c:pt idx="876">
                  <c:v>450</c:v>
                </c:pt>
                <c:pt idx="877">
                  <c:v>450</c:v>
                </c:pt>
                <c:pt idx="878">
                  <c:v>450</c:v>
                </c:pt>
                <c:pt idx="879">
                  <c:v>450</c:v>
                </c:pt>
                <c:pt idx="880">
                  <c:v>450</c:v>
                </c:pt>
                <c:pt idx="881">
                  <c:v>450</c:v>
                </c:pt>
                <c:pt idx="882">
                  <c:v>450</c:v>
                </c:pt>
                <c:pt idx="883">
                  <c:v>450</c:v>
                </c:pt>
                <c:pt idx="884">
                  <c:v>450</c:v>
                </c:pt>
                <c:pt idx="885">
                  <c:v>450</c:v>
                </c:pt>
                <c:pt idx="886">
                  <c:v>450</c:v>
                </c:pt>
                <c:pt idx="887">
                  <c:v>450</c:v>
                </c:pt>
                <c:pt idx="888">
                  <c:v>450</c:v>
                </c:pt>
                <c:pt idx="889">
                  <c:v>450</c:v>
                </c:pt>
                <c:pt idx="890">
                  <c:v>450</c:v>
                </c:pt>
                <c:pt idx="891">
                  <c:v>450</c:v>
                </c:pt>
                <c:pt idx="892">
                  <c:v>450</c:v>
                </c:pt>
                <c:pt idx="893">
                  <c:v>450</c:v>
                </c:pt>
                <c:pt idx="894">
                  <c:v>450</c:v>
                </c:pt>
                <c:pt idx="895">
                  <c:v>450</c:v>
                </c:pt>
                <c:pt idx="896">
                  <c:v>450</c:v>
                </c:pt>
                <c:pt idx="897">
                  <c:v>450</c:v>
                </c:pt>
                <c:pt idx="898">
                  <c:v>450</c:v>
                </c:pt>
                <c:pt idx="899">
                  <c:v>450</c:v>
                </c:pt>
                <c:pt idx="900">
                  <c:v>450</c:v>
                </c:pt>
                <c:pt idx="901">
                  <c:v>450</c:v>
                </c:pt>
                <c:pt idx="902">
                  <c:v>450</c:v>
                </c:pt>
                <c:pt idx="903">
                  <c:v>450</c:v>
                </c:pt>
                <c:pt idx="904">
                  <c:v>450</c:v>
                </c:pt>
                <c:pt idx="905">
                  <c:v>410</c:v>
                </c:pt>
                <c:pt idx="906">
                  <c:v>410</c:v>
                </c:pt>
                <c:pt idx="907">
                  <c:v>410</c:v>
                </c:pt>
                <c:pt idx="908">
                  <c:v>410</c:v>
                </c:pt>
                <c:pt idx="909">
                  <c:v>410</c:v>
                </c:pt>
                <c:pt idx="910">
                  <c:v>410</c:v>
                </c:pt>
                <c:pt idx="911">
                  <c:v>410</c:v>
                </c:pt>
                <c:pt idx="912">
                  <c:v>410</c:v>
                </c:pt>
                <c:pt idx="913">
                  <c:v>410</c:v>
                </c:pt>
                <c:pt idx="914">
                  <c:v>410</c:v>
                </c:pt>
                <c:pt idx="915">
                  <c:v>410</c:v>
                </c:pt>
                <c:pt idx="916">
                  <c:v>410</c:v>
                </c:pt>
                <c:pt idx="917">
                  <c:v>410</c:v>
                </c:pt>
                <c:pt idx="918">
                  <c:v>410</c:v>
                </c:pt>
                <c:pt idx="919">
                  <c:v>410</c:v>
                </c:pt>
                <c:pt idx="920">
                  <c:v>410</c:v>
                </c:pt>
                <c:pt idx="921">
                  <c:v>410</c:v>
                </c:pt>
                <c:pt idx="922">
                  <c:v>410</c:v>
                </c:pt>
                <c:pt idx="923">
                  <c:v>410</c:v>
                </c:pt>
                <c:pt idx="924">
                  <c:v>410</c:v>
                </c:pt>
                <c:pt idx="925">
                  <c:v>410</c:v>
                </c:pt>
                <c:pt idx="926">
                  <c:v>410</c:v>
                </c:pt>
                <c:pt idx="927">
                  <c:v>410</c:v>
                </c:pt>
                <c:pt idx="928">
                  <c:v>410</c:v>
                </c:pt>
                <c:pt idx="929">
                  <c:v>410</c:v>
                </c:pt>
                <c:pt idx="930">
                  <c:v>410</c:v>
                </c:pt>
                <c:pt idx="931">
                  <c:v>410</c:v>
                </c:pt>
                <c:pt idx="932">
                  <c:v>410</c:v>
                </c:pt>
                <c:pt idx="933">
                  <c:v>410</c:v>
                </c:pt>
                <c:pt idx="934">
                  <c:v>410</c:v>
                </c:pt>
                <c:pt idx="935">
                  <c:v>410</c:v>
                </c:pt>
                <c:pt idx="936">
                  <c:v>410</c:v>
                </c:pt>
                <c:pt idx="937">
                  <c:v>410</c:v>
                </c:pt>
                <c:pt idx="938">
                  <c:v>410</c:v>
                </c:pt>
                <c:pt idx="939">
                  <c:v>410</c:v>
                </c:pt>
                <c:pt idx="940">
                  <c:v>410</c:v>
                </c:pt>
                <c:pt idx="941">
                  <c:v>410</c:v>
                </c:pt>
                <c:pt idx="942">
                  <c:v>410</c:v>
                </c:pt>
                <c:pt idx="943">
                  <c:v>410</c:v>
                </c:pt>
                <c:pt idx="944">
                  <c:v>410</c:v>
                </c:pt>
                <c:pt idx="945">
                  <c:v>410</c:v>
                </c:pt>
                <c:pt idx="946">
                  <c:v>410</c:v>
                </c:pt>
                <c:pt idx="947">
                  <c:v>410</c:v>
                </c:pt>
                <c:pt idx="948">
                  <c:v>410</c:v>
                </c:pt>
                <c:pt idx="949">
                  <c:v>410</c:v>
                </c:pt>
                <c:pt idx="950">
                  <c:v>410</c:v>
                </c:pt>
                <c:pt idx="951">
                  <c:v>410</c:v>
                </c:pt>
                <c:pt idx="952">
                  <c:v>410</c:v>
                </c:pt>
                <c:pt idx="953">
                  <c:v>410</c:v>
                </c:pt>
                <c:pt idx="954">
                  <c:v>410</c:v>
                </c:pt>
                <c:pt idx="955">
                  <c:v>410</c:v>
                </c:pt>
                <c:pt idx="956">
                  <c:v>410</c:v>
                </c:pt>
                <c:pt idx="957">
                  <c:v>410</c:v>
                </c:pt>
                <c:pt idx="958">
                  <c:v>410</c:v>
                </c:pt>
                <c:pt idx="959">
                  <c:v>410</c:v>
                </c:pt>
                <c:pt idx="960">
                  <c:v>410</c:v>
                </c:pt>
                <c:pt idx="961">
                  <c:v>410</c:v>
                </c:pt>
                <c:pt idx="962">
                  <c:v>410</c:v>
                </c:pt>
                <c:pt idx="963">
                  <c:v>410</c:v>
                </c:pt>
                <c:pt idx="964">
                  <c:v>410</c:v>
                </c:pt>
                <c:pt idx="965">
                  <c:v>410</c:v>
                </c:pt>
                <c:pt idx="966">
                  <c:v>410</c:v>
                </c:pt>
                <c:pt idx="967">
                  <c:v>410</c:v>
                </c:pt>
                <c:pt idx="968">
                  <c:v>410</c:v>
                </c:pt>
                <c:pt idx="969">
                  <c:v>410</c:v>
                </c:pt>
                <c:pt idx="970">
                  <c:v>410</c:v>
                </c:pt>
                <c:pt idx="971">
                  <c:v>410</c:v>
                </c:pt>
                <c:pt idx="972">
                  <c:v>410</c:v>
                </c:pt>
                <c:pt idx="973">
                  <c:v>410</c:v>
                </c:pt>
                <c:pt idx="974">
                  <c:v>410</c:v>
                </c:pt>
                <c:pt idx="975">
                  <c:v>410</c:v>
                </c:pt>
                <c:pt idx="976">
                  <c:v>410</c:v>
                </c:pt>
                <c:pt idx="977">
                  <c:v>410</c:v>
                </c:pt>
                <c:pt idx="978">
                  <c:v>410</c:v>
                </c:pt>
                <c:pt idx="979">
                  <c:v>410</c:v>
                </c:pt>
                <c:pt idx="980">
                  <c:v>410</c:v>
                </c:pt>
                <c:pt idx="981">
                  <c:v>410</c:v>
                </c:pt>
                <c:pt idx="982">
                  <c:v>410</c:v>
                </c:pt>
                <c:pt idx="983">
                  <c:v>410</c:v>
                </c:pt>
                <c:pt idx="984">
                  <c:v>410</c:v>
                </c:pt>
                <c:pt idx="985">
                  <c:v>410</c:v>
                </c:pt>
                <c:pt idx="986">
                  <c:v>410</c:v>
                </c:pt>
                <c:pt idx="987">
                  <c:v>410</c:v>
                </c:pt>
                <c:pt idx="988">
                  <c:v>410</c:v>
                </c:pt>
                <c:pt idx="989">
                  <c:v>410</c:v>
                </c:pt>
                <c:pt idx="990">
                  <c:v>410</c:v>
                </c:pt>
                <c:pt idx="991">
                  <c:v>410</c:v>
                </c:pt>
                <c:pt idx="992">
                  <c:v>410</c:v>
                </c:pt>
                <c:pt idx="993">
                  <c:v>410</c:v>
                </c:pt>
                <c:pt idx="994">
                  <c:v>410</c:v>
                </c:pt>
                <c:pt idx="995">
                  <c:v>410</c:v>
                </c:pt>
                <c:pt idx="996">
                  <c:v>410</c:v>
                </c:pt>
                <c:pt idx="997">
                  <c:v>410</c:v>
                </c:pt>
                <c:pt idx="998">
                  <c:v>410</c:v>
                </c:pt>
                <c:pt idx="999">
                  <c:v>410</c:v>
                </c:pt>
                <c:pt idx="1000">
                  <c:v>410</c:v>
                </c:pt>
                <c:pt idx="1001">
                  <c:v>410</c:v>
                </c:pt>
                <c:pt idx="1002">
                  <c:v>410</c:v>
                </c:pt>
                <c:pt idx="1003">
                  <c:v>410</c:v>
                </c:pt>
                <c:pt idx="1004">
                  <c:v>410</c:v>
                </c:pt>
                <c:pt idx="1005">
                  <c:v>410</c:v>
                </c:pt>
                <c:pt idx="1006">
                  <c:v>410</c:v>
                </c:pt>
                <c:pt idx="1007">
                  <c:v>410</c:v>
                </c:pt>
                <c:pt idx="1008">
                  <c:v>410</c:v>
                </c:pt>
                <c:pt idx="1009">
                  <c:v>410</c:v>
                </c:pt>
                <c:pt idx="1010">
                  <c:v>410</c:v>
                </c:pt>
                <c:pt idx="1011">
                  <c:v>410</c:v>
                </c:pt>
                <c:pt idx="1012">
                  <c:v>400</c:v>
                </c:pt>
                <c:pt idx="1013">
                  <c:v>400</c:v>
                </c:pt>
                <c:pt idx="1014">
                  <c:v>400</c:v>
                </c:pt>
                <c:pt idx="1015">
                  <c:v>400</c:v>
                </c:pt>
                <c:pt idx="1016">
                  <c:v>400</c:v>
                </c:pt>
                <c:pt idx="1017">
                  <c:v>400</c:v>
                </c:pt>
                <c:pt idx="1018">
                  <c:v>400</c:v>
                </c:pt>
                <c:pt idx="1019">
                  <c:v>400</c:v>
                </c:pt>
                <c:pt idx="1020">
                  <c:v>400</c:v>
                </c:pt>
                <c:pt idx="1021">
                  <c:v>400</c:v>
                </c:pt>
                <c:pt idx="1022">
                  <c:v>400</c:v>
                </c:pt>
                <c:pt idx="1023">
                  <c:v>400</c:v>
                </c:pt>
                <c:pt idx="1024">
                  <c:v>400</c:v>
                </c:pt>
                <c:pt idx="1025">
                  <c:v>400</c:v>
                </c:pt>
                <c:pt idx="1026">
                  <c:v>400</c:v>
                </c:pt>
                <c:pt idx="1027">
                  <c:v>400</c:v>
                </c:pt>
                <c:pt idx="1028">
                  <c:v>400</c:v>
                </c:pt>
                <c:pt idx="1029">
                  <c:v>400</c:v>
                </c:pt>
                <c:pt idx="1030">
                  <c:v>400</c:v>
                </c:pt>
                <c:pt idx="1031">
                  <c:v>400</c:v>
                </c:pt>
                <c:pt idx="1032">
                  <c:v>400</c:v>
                </c:pt>
                <c:pt idx="1033">
                  <c:v>400</c:v>
                </c:pt>
                <c:pt idx="1034">
                  <c:v>400</c:v>
                </c:pt>
                <c:pt idx="1035">
                  <c:v>400</c:v>
                </c:pt>
                <c:pt idx="1036">
                  <c:v>400</c:v>
                </c:pt>
                <c:pt idx="1037">
                  <c:v>400</c:v>
                </c:pt>
                <c:pt idx="1038">
                  <c:v>400</c:v>
                </c:pt>
                <c:pt idx="1039">
                  <c:v>400</c:v>
                </c:pt>
                <c:pt idx="1040">
                  <c:v>400</c:v>
                </c:pt>
                <c:pt idx="1041">
                  <c:v>400</c:v>
                </c:pt>
                <c:pt idx="1042">
                  <c:v>400</c:v>
                </c:pt>
                <c:pt idx="1043">
                  <c:v>400</c:v>
                </c:pt>
                <c:pt idx="1044">
                  <c:v>400</c:v>
                </c:pt>
                <c:pt idx="1045">
                  <c:v>400</c:v>
                </c:pt>
                <c:pt idx="1046">
                  <c:v>400</c:v>
                </c:pt>
                <c:pt idx="1047">
                  <c:v>400</c:v>
                </c:pt>
                <c:pt idx="1048">
                  <c:v>400</c:v>
                </c:pt>
                <c:pt idx="1049">
                  <c:v>400</c:v>
                </c:pt>
                <c:pt idx="1050">
                  <c:v>400</c:v>
                </c:pt>
                <c:pt idx="1051">
                  <c:v>400</c:v>
                </c:pt>
                <c:pt idx="1052">
                  <c:v>400</c:v>
                </c:pt>
                <c:pt idx="1053">
                  <c:v>400</c:v>
                </c:pt>
                <c:pt idx="1054">
                  <c:v>400</c:v>
                </c:pt>
                <c:pt idx="1055">
                  <c:v>400</c:v>
                </c:pt>
                <c:pt idx="1056">
                  <c:v>400</c:v>
                </c:pt>
                <c:pt idx="1057">
                  <c:v>400</c:v>
                </c:pt>
                <c:pt idx="1058">
                  <c:v>400</c:v>
                </c:pt>
                <c:pt idx="1059">
                  <c:v>400</c:v>
                </c:pt>
                <c:pt idx="1060">
                  <c:v>400</c:v>
                </c:pt>
                <c:pt idx="1061">
                  <c:v>400</c:v>
                </c:pt>
                <c:pt idx="1062">
                  <c:v>400</c:v>
                </c:pt>
                <c:pt idx="1063">
                  <c:v>400</c:v>
                </c:pt>
                <c:pt idx="1064">
                  <c:v>400</c:v>
                </c:pt>
                <c:pt idx="1065">
                  <c:v>400</c:v>
                </c:pt>
                <c:pt idx="1066">
                  <c:v>400</c:v>
                </c:pt>
                <c:pt idx="1067">
                  <c:v>400</c:v>
                </c:pt>
                <c:pt idx="1068">
                  <c:v>400</c:v>
                </c:pt>
                <c:pt idx="1069">
                  <c:v>400</c:v>
                </c:pt>
                <c:pt idx="1070">
                  <c:v>400</c:v>
                </c:pt>
                <c:pt idx="1071">
                  <c:v>400</c:v>
                </c:pt>
                <c:pt idx="1072">
                  <c:v>400</c:v>
                </c:pt>
                <c:pt idx="1073">
                  <c:v>400</c:v>
                </c:pt>
                <c:pt idx="1074">
                  <c:v>400</c:v>
                </c:pt>
                <c:pt idx="1075">
                  <c:v>400</c:v>
                </c:pt>
                <c:pt idx="1076">
                  <c:v>400</c:v>
                </c:pt>
                <c:pt idx="1077">
                  <c:v>400</c:v>
                </c:pt>
                <c:pt idx="1078">
                  <c:v>400</c:v>
                </c:pt>
                <c:pt idx="1079">
                  <c:v>400</c:v>
                </c:pt>
                <c:pt idx="1080">
                  <c:v>400</c:v>
                </c:pt>
                <c:pt idx="1081">
                  <c:v>400</c:v>
                </c:pt>
                <c:pt idx="1082">
                  <c:v>400</c:v>
                </c:pt>
                <c:pt idx="1083">
                  <c:v>400</c:v>
                </c:pt>
                <c:pt idx="1084">
                  <c:v>400</c:v>
                </c:pt>
                <c:pt idx="1085">
                  <c:v>400</c:v>
                </c:pt>
                <c:pt idx="1086">
                  <c:v>400</c:v>
                </c:pt>
                <c:pt idx="1087">
                  <c:v>400</c:v>
                </c:pt>
                <c:pt idx="1088">
                  <c:v>400</c:v>
                </c:pt>
                <c:pt idx="1089">
                  <c:v>400</c:v>
                </c:pt>
                <c:pt idx="1090">
                  <c:v>400</c:v>
                </c:pt>
                <c:pt idx="1091">
                  <c:v>400</c:v>
                </c:pt>
                <c:pt idx="1092">
                  <c:v>400</c:v>
                </c:pt>
                <c:pt idx="1093">
                  <c:v>400</c:v>
                </c:pt>
                <c:pt idx="1094">
                  <c:v>400</c:v>
                </c:pt>
                <c:pt idx="1095">
                  <c:v>400</c:v>
                </c:pt>
                <c:pt idx="1096">
                  <c:v>400</c:v>
                </c:pt>
                <c:pt idx="1097">
                  <c:v>400</c:v>
                </c:pt>
                <c:pt idx="1098">
                  <c:v>400</c:v>
                </c:pt>
                <c:pt idx="1099">
                  <c:v>400</c:v>
                </c:pt>
                <c:pt idx="1100">
                  <c:v>400</c:v>
                </c:pt>
                <c:pt idx="1101">
                  <c:v>400</c:v>
                </c:pt>
                <c:pt idx="1102">
                  <c:v>400</c:v>
                </c:pt>
                <c:pt idx="1103">
                  <c:v>400</c:v>
                </c:pt>
                <c:pt idx="1104">
                  <c:v>400</c:v>
                </c:pt>
                <c:pt idx="1105">
                  <c:v>400</c:v>
                </c:pt>
                <c:pt idx="1106">
                  <c:v>400</c:v>
                </c:pt>
                <c:pt idx="1107">
                  <c:v>400</c:v>
                </c:pt>
                <c:pt idx="1108">
                  <c:v>400</c:v>
                </c:pt>
                <c:pt idx="1109">
                  <c:v>400</c:v>
                </c:pt>
                <c:pt idx="1110">
                  <c:v>400</c:v>
                </c:pt>
                <c:pt idx="1111">
                  <c:v>400</c:v>
                </c:pt>
                <c:pt idx="1112">
                  <c:v>400</c:v>
                </c:pt>
                <c:pt idx="1113">
                  <c:v>400</c:v>
                </c:pt>
                <c:pt idx="1114">
                  <c:v>400</c:v>
                </c:pt>
                <c:pt idx="1115">
                  <c:v>400</c:v>
                </c:pt>
                <c:pt idx="1116">
                  <c:v>400</c:v>
                </c:pt>
                <c:pt idx="1117">
                  <c:v>400</c:v>
                </c:pt>
                <c:pt idx="1118">
                  <c:v>400</c:v>
                </c:pt>
                <c:pt idx="1119">
                  <c:v>400</c:v>
                </c:pt>
                <c:pt idx="1120">
                  <c:v>400</c:v>
                </c:pt>
                <c:pt idx="1121">
                  <c:v>400</c:v>
                </c:pt>
                <c:pt idx="1122">
                  <c:v>400</c:v>
                </c:pt>
                <c:pt idx="1123">
                  <c:v>400</c:v>
                </c:pt>
                <c:pt idx="1124">
                  <c:v>400</c:v>
                </c:pt>
                <c:pt idx="1125">
                  <c:v>400</c:v>
                </c:pt>
                <c:pt idx="1126">
                  <c:v>400</c:v>
                </c:pt>
                <c:pt idx="1127">
                  <c:v>400</c:v>
                </c:pt>
                <c:pt idx="1128">
                  <c:v>400</c:v>
                </c:pt>
                <c:pt idx="1129">
                  <c:v>400</c:v>
                </c:pt>
                <c:pt idx="1130">
                  <c:v>400</c:v>
                </c:pt>
                <c:pt idx="1131">
                  <c:v>400</c:v>
                </c:pt>
                <c:pt idx="1132">
                  <c:v>400</c:v>
                </c:pt>
                <c:pt idx="1133">
                  <c:v>400</c:v>
                </c:pt>
                <c:pt idx="1134">
                  <c:v>400</c:v>
                </c:pt>
                <c:pt idx="1135">
                  <c:v>400</c:v>
                </c:pt>
                <c:pt idx="1136">
                  <c:v>400</c:v>
                </c:pt>
                <c:pt idx="1137">
                  <c:v>400</c:v>
                </c:pt>
                <c:pt idx="1138">
                  <c:v>400</c:v>
                </c:pt>
                <c:pt idx="1139">
                  <c:v>400</c:v>
                </c:pt>
                <c:pt idx="1140">
                  <c:v>400</c:v>
                </c:pt>
                <c:pt idx="1141">
                  <c:v>400</c:v>
                </c:pt>
                <c:pt idx="1142">
                  <c:v>400</c:v>
                </c:pt>
                <c:pt idx="1143">
                  <c:v>400</c:v>
                </c:pt>
                <c:pt idx="1144">
                  <c:v>400</c:v>
                </c:pt>
                <c:pt idx="1145">
                  <c:v>400</c:v>
                </c:pt>
                <c:pt idx="1146">
                  <c:v>400</c:v>
                </c:pt>
                <c:pt idx="1147">
                  <c:v>400</c:v>
                </c:pt>
                <c:pt idx="1148">
                  <c:v>400</c:v>
                </c:pt>
                <c:pt idx="1149">
                  <c:v>400</c:v>
                </c:pt>
                <c:pt idx="1150">
                  <c:v>400</c:v>
                </c:pt>
                <c:pt idx="1151">
                  <c:v>400</c:v>
                </c:pt>
                <c:pt idx="1152">
                  <c:v>400</c:v>
                </c:pt>
                <c:pt idx="1153">
                  <c:v>400</c:v>
                </c:pt>
                <c:pt idx="1154">
                  <c:v>400</c:v>
                </c:pt>
                <c:pt idx="1155">
                  <c:v>400</c:v>
                </c:pt>
                <c:pt idx="1156">
                  <c:v>400</c:v>
                </c:pt>
                <c:pt idx="1157">
                  <c:v>400</c:v>
                </c:pt>
                <c:pt idx="1158">
                  <c:v>400</c:v>
                </c:pt>
                <c:pt idx="1159">
                  <c:v>400</c:v>
                </c:pt>
                <c:pt idx="1160">
                  <c:v>400</c:v>
                </c:pt>
                <c:pt idx="1161">
                  <c:v>400</c:v>
                </c:pt>
                <c:pt idx="1162">
                  <c:v>400</c:v>
                </c:pt>
                <c:pt idx="1163">
                  <c:v>400</c:v>
                </c:pt>
                <c:pt idx="1164">
                  <c:v>400</c:v>
                </c:pt>
                <c:pt idx="1165">
                  <c:v>400</c:v>
                </c:pt>
                <c:pt idx="1166">
                  <c:v>400</c:v>
                </c:pt>
                <c:pt idx="1167">
                  <c:v>400</c:v>
                </c:pt>
                <c:pt idx="1168">
                  <c:v>400</c:v>
                </c:pt>
                <c:pt idx="1169">
                  <c:v>400</c:v>
                </c:pt>
                <c:pt idx="1170">
                  <c:v>400</c:v>
                </c:pt>
                <c:pt idx="1171">
                  <c:v>400</c:v>
                </c:pt>
                <c:pt idx="1172">
                  <c:v>400</c:v>
                </c:pt>
                <c:pt idx="1173">
                  <c:v>400</c:v>
                </c:pt>
                <c:pt idx="1174">
                  <c:v>400</c:v>
                </c:pt>
                <c:pt idx="1175">
                  <c:v>400</c:v>
                </c:pt>
                <c:pt idx="1176">
                  <c:v>400</c:v>
                </c:pt>
                <c:pt idx="1177">
                  <c:v>400</c:v>
                </c:pt>
                <c:pt idx="1178">
                  <c:v>400</c:v>
                </c:pt>
                <c:pt idx="1179">
                  <c:v>400</c:v>
                </c:pt>
                <c:pt idx="1180">
                  <c:v>400</c:v>
                </c:pt>
                <c:pt idx="1181">
                  <c:v>400</c:v>
                </c:pt>
                <c:pt idx="1182">
                  <c:v>400</c:v>
                </c:pt>
                <c:pt idx="1183">
                  <c:v>400</c:v>
                </c:pt>
                <c:pt idx="1184">
                  <c:v>400</c:v>
                </c:pt>
                <c:pt idx="1185">
                  <c:v>400</c:v>
                </c:pt>
                <c:pt idx="1186">
                  <c:v>400</c:v>
                </c:pt>
                <c:pt idx="1187">
                  <c:v>400</c:v>
                </c:pt>
                <c:pt idx="1188">
                  <c:v>400</c:v>
                </c:pt>
                <c:pt idx="1189">
                  <c:v>400</c:v>
                </c:pt>
                <c:pt idx="1190">
                  <c:v>400</c:v>
                </c:pt>
                <c:pt idx="1191">
                  <c:v>400</c:v>
                </c:pt>
                <c:pt idx="1192">
                  <c:v>400</c:v>
                </c:pt>
                <c:pt idx="1193">
                  <c:v>380</c:v>
                </c:pt>
                <c:pt idx="1194">
                  <c:v>380</c:v>
                </c:pt>
                <c:pt idx="1195">
                  <c:v>380</c:v>
                </c:pt>
                <c:pt idx="1196">
                  <c:v>380</c:v>
                </c:pt>
                <c:pt idx="1197">
                  <c:v>380</c:v>
                </c:pt>
                <c:pt idx="1198">
                  <c:v>380</c:v>
                </c:pt>
                <c:pt idx="1199">
                  <c:v>380</c:v>
                </c:pt>
                <c:pt idx="1200">
                  <c:v>380</c:v>
                </c:pt>
                <c:pt idx="1201">
                  <c:v>380</c:v>
                </c:pt>
                <c:pt idx="1202">
                  <c:v>380</c:v>
                </c:pt>
                <c:pt idx="1203">
                  <c:v>380</c:v>
                </c:pt>
                <c:pt idx="1204">
                  <c:v>380</c:v>
                </c:pt>
                <c:pt idx="1205">
                  <c:v>380</c:v>
                </c:pt>
                <c:pt idx="1206">
                  <c:v>380</c:v>
                </c:pt>
                <c:pt idx="1207">
                  <c:v>380</c:v>
                </c:pt>
                <c:pt idx="1208">
                  <c:v>380</c:v>
                </c:pt>
                <c:pt idx="1209">
                  <c:v>380</c:v>
                </c:pt>
                <c:pt idx="1210">
                  <c:v>380</c:v>
                </c:pt>
                <c:pt idx="1211">
                  <c:v>380</c:v>
                </c:pt>
                <c:pt idx="1212">
                  <c:v>380</c:v>
                </c:pt>
                <c:pt idx="1213">
                  <c:v>380</c:v>
                </c:pt>
                <c:pt idx="1214">
                  <c:v>380</c:v>
                </c:pt>
                <c:pt idx="1215">
                  <c:v>380</c:v>
                </c:pt>
                <c:pt idx="1216">
                  <c:v>380</c:v>
                </c:pt>
                <c:pt idx="1217">
                  <c:v>380</c:v>
                </c:pt>
                <c:pt idx="1218">
                  <c:v>380</c:v>
                </c:pt>
                <c:pt idx="1219">
                  <c:v>380</c:v>
                </c:pt>
                <c:pt idx="1220">
                  <c:v>380</c:v>
                </c:pt>
                <c:pt idx="1221">
                  <c:v>380</c:v>
                </c:pt>
                <c:pt idx="1222">
                  <c:v>380</c:v>
                </c:pt>
                <c:pt idx="1223">
                  <c:v>380</c:v>
                </c:pt>
                <c:pt idx="1224">
                  <c:v>380</c:v>
                </c:pt>
                <c:pt idx="1225">
                  <c:v>380</c:v>
                </c:pt>
                <c:pt idx="1226">
                  <c:v>380</c:v>
                </c:pt>
                <c:pt idx="1227">
                  <c:v>380</c:v>
                </c:pt>
                <c:pt idx="1228">
                  <c:v>380</c:v>
                </c:pt>
                <c:pt idx="1229">
                  <c:v>380</c:v>
                </c:pt>
                <c:pt idx="1230">
                  <c:v>380</c:v>
                </c:pt>
                <c:pt idx="1231">
                  <c:v>380</c:v>
                </c:pt>
                <c:pt idx="1232">
                  <c:v>380</c:v>
                </c:pt>
                <c:pt idx="1233">
                  <c:v>380</c:v>
                </c:pt>
                <c:pt idx="1234">
                  <c:v>380</c:v>
                </c:pt>
                <c:pt idx="1235">
                  <c:v>380</c:v>
                </c:pt>
                <c:pt idx="1236">
                  <c:v>380</c:v>
                </c:pt>
                <c:pt idx="1237">
                  <c:v>380</c:v>
                </c:pt>
                <c:pt idx="1238">
                  <c:v>380</c:v>
                </c:pt>
                <c:pt idx="1239">
                  <c:v>380</c:v>
                </c:pt>
                <c:pt idx="1240">
                  <c:v>380</c:v>
                </c:pt>
                <c:pt idx="1241">
                  <c:v>380</c:v>
                </c:pt>
                <c:pt idx="1242">
                  <c:v>380</c:v>
                </c:pt>
                <c:pt idx="1243">
                  <c:v>380</c:v>
                </c:pt>
                <c:pt idx="1244">
                  <c:v>380</c:v>
                </c:pt>
                <c:pt idx="1245">
                  <c:v>380</c:v>
                </c:pt>
                <c:pt idx="1246">
                  <c:v>380</c:v>
                </c:pt>
                <c:pt idx="1247">
                  <c:v>380</c:v>
                </c:pt>
                <c:pt idx="1248">
                  <c:v>380</c:v>
                </c:pt>
                <c:pt idx="1249">
                  <c:v>380</c:v>
                </c:pt>
                <c:pt idx="1250">
                  <c:v>380</c:v>
                </c:pt>
                <c:pt idx="1251">
                  <c:v>380</c:v>
                </c:pt>
                <c:pt idx="1252">
                  <c:v>380</c:v>
                </c:pt>
                <c:pt idx="1253">
                  <c:v>380</c:v>
                </c:pt>
                <c:pt idx="1254">
                  <c:v>380</c:v>
                </c:pt>
                <c:pt idx="1255">
                  <c:v>380</c:v>
                </c:pt>
                <c:pt idx="1256">
                  <c:v>380</c:v>
                </c:pt>
                <c:pt idx="1257">
                  <c:v>380</c:v>
                </c:pt>
                <c:pt idx="1258">
                  <c:v>380</c:v>
                </c:pt>
                <c:pt idx="1259">
                  <c:v>380</c:v>
                </c:pt>
                <c:pt idx="1260">
                  <c:v>380</c:v>
                </c:pt>
                <c:pt idx="1261">
                  <c:v>380</c:v>
                </c:pt>
                <c:pt idx="1262">
                  <c:v>380</c:v>
                </c:pt>
                <c:pt idx="1263">
                  <c:v>380</c:v>
                </c:pt>
                <c:pt idx="1264">
                  <c:v>380</c:v>
                </c:pt>
                <c:pt idx="1265">
                  <c:v>380</c:v>
                </c:pt>
                <c:pt idx="1266">
                  <c:v>380</c:v>
                </c:pt>
                <c:pt idx="1267">
                  <c:v>380</c:v>
                </c:pt>
                <c:pt idx="1268">
                  <c:v>380</c:v>
                </c:pt>
                <c:pt idx="1269">
                  <c:v>380</c:v>
                </c:pt>
                <c:pt idx="1270">
                  <c:v>380</c:v>
                </c:pt>
                <c:pt idx="1271">
                  <c:v>380</c:v>
                </c:pt>
                <c:pt idx="1272">
                  <c:v>380</c:v>
                </c:pt>
                <c:pt idx="1273">
                  <c:v>380</c:v>
                </c:pt>
                <c:pt idx="1274">
                  <c:v>380</c:v>
                </c:pt>
                <c:pt idx="1275">
                  <c:v>380</c:v>
                </c:pt>
                <c:pt idx="1276">
                  <c:v>380</c:v>
                </c:pt>
                <c:pt idx="1277">
                  <c:v>380</c:v>
                </c:pt>
                <c:pt idx="1278">
                  <c:v>370</c:v>
                </c:pt>
                <c:pt idx="1279">
                  <c:v>370</c:v>
                </c:pt>
                <c:pt idx="1280">
                  <c:v>370</c:v>
                </c:pt>
                <c:pt idx="1281">
                  <c:v>370</c:v>
                </c:pt>
                <c:pt idx="1282">
                  <c:v>360</c:v>
                </c:pt>
                <c:pt idx="1283">
                  <c:v>360</c:v>
                </c:pt>
                <c:pt idx="1284">
                  <c:v>360</c:v>
                </c:pt>
                <c:pt idx="1285">
                  <c:v>350</c:v>
                </c:pt>
                <c:pt idx="1286">
                  <c:v>350</c:v>
                </c:pt>
                <c:pt idx="1287">
                  <c:v>350</c:v>
                </c:pt>
                <c:pt idx="1288">
                  <c:v>350</c:v>
                </c:pt>
                <c:pt idx="1289">
                  <c:v>350</c:v>
                </c:pt>
                <c:pt idx="1290">
                  <c:v>350</c:v>
                </c:pt>
                <c:pt idx="1291">
                  <c:v>350</c:v>
                </c:pt>
                <c:pt idx="1292">
                  <c:v>350</c:v>
                </c:pt>
                <c:pt idx="1293">
                  <c:v>350</c:v>
                </c:pt>
                <c:pt idx="1294">
                  <c:v>350</c:v>
                </c:pt>
                <c:pt idx="1295">
                  <c:v>350</c:v>
                </c:pt>
                <c:pt idx="1296">
                  <c:v>350</c:v>
                </c:pt>
                <c:pt idx="1297">
                  <c:v>350</c:v>
                </c:pt>
                <c:pt idx="1298">
                  <c:v>350</c:v>
                </c:pt>
                <c:pt idx="1299">
                  <c:v>350</c:v>
                </c:pt>
                <c:pt idx="1300">
                  <c:v>350</c:v>
                </c:pt>
                <c:pt idx="1301">
                  <c:v>350</c:v>
                </c:pt>
                <c:pt idx="1302">
                  <c:v>350</c:v>
                </c:pt>
                <c:pt idx="1303">
                  <c:v>350</c:v>
                </c:pt>
                <c:pt idx="1304">
                  <c:v>350</c:v>
                </c:pt>
                <c:pt idx="1305">
                  <c:v>350</c:v>
                </c:pt>
                <c:pt idx="1306">
                  <c:v>350</c:v>
                </c:pt>
                <c:pt idx="1307">
                  <c:v>350</c:v>
                </c:pt>
                <c:pt idx="1308">
                  <c:v>350</c:v>
                </c:pt>
                <c:pt idx="1309">
                  <c:v>350</c:v>
                </c:pt>
                <c:pt idx="1310">
                  <c:v>350</c:v>
                </c:pt>
                <c:pt idx="1311">
                  <c:v>350</c:v>
                </c:pt>
                <c:pt idx="1312">
                  <c:v>350</c:v>
                </c:pt>
                <c:pt idx="1313">
                  <c:v>350</c:v>
                </c:pt>
                <c:pt idx="1314">
                  <c:v>350</c:v>
                </c:pt>
                <c:pt idx="1315">
                  <c:v>350</c:v>
                </c:pt>
                <c:pt idx="1316">
                  <c:v>350</c:v>
                </c:pt>
                <c:pt idx="1317">
                  <c:v>350</c:v>
                </c:pt>
                <c:pt idx="1318">
                  <c:v>350</c:v>
                </c:pt>
                <c:pt idx="1319">
                  <c:v>350</c:v>
                </c:pt>
                <c:pt idx="1320">
                  <c:v>350</c:v>
                </c:pt>
                <c:pt idx="1321">
                  <c:v>350</c:v>
                </c:pt>
                <c:pt idx="1322">
                  <c:v>350</c:v>
                </c:pt>
                <c:pt idx="1323">
                  <c:v>350</c:v>
                </c:pt>
                <c:pt idx="1324">
                  <c:v>350</c:v>
                </c:pt>
                <c:pt idx="1325">
                  <c:v>350</c:v>
                </c:pt>
                <c:pt idx="1326">
                  <c:v>350</c:v>
                </c:pt>
                <c:pt idx="1327">
                  <c:v>350</c:v>
                </c:pt>
                <c:pt idx="1328">
                  <c:v>350</c:v>
                </c:pt>
                <c:pt idx="1329">
                  <c:v>350</c:v>
                </c:pt>
                <c:pt idx="1330">
                  <c:v>350</c:v>
                </c:pt>
                <c:pt idx="1331">
                  <c:v>350</c:v>
                </c:pt>
                <c:pt idx="1332">
                  <c:v>350</c:v>
                </c:pt>
                <c:pt idx="1333">
                  <c:v>350</c:v>
                </c:pt>
                <c:pt idx="1334">
                  <c:v>350</c:v>
                </c:pt>
                <c:pt idx="1335">
                  <c:v>350</c:v>
                </c:pt>
                <c:pt idx="1336">
                  <c:v>350</c:v>
                </c:pt>
                <c:pt idx="1337">
                  <c:v>350</c:v>
                </c:pt>
                <c:pt idx="1338">
                  <c:v>350</c:v>
                </c:pt>
                <c:pt idx="1339">
                  <c:v>350</c:v>
                </c:pt>
                <c:pt idx="1340">
                  <c:v>350</c:v>
                </c:pt>
                <c:pt idx="1341">
                  <c:v>350</c:v>
                </c:pt>
                <c:pt idx="1342">
                  <c:v>350</c:v>
                </c:pt>
                <c:pt idx="1343">
                  <c:v>350</c:v>
                </c:pt>
                <c:pt idx="1344">
                  <c:v>350</c:v>
                </c:pt>
                <c:pt idx="1345">
                  <c:v>350</c:v>
                </c:pt>
                <c:pt idx="1346">
                  <c:v>350</c:v>
                </c:pt>
                <c:pt idx="1347">
                  <c:v>350</c:v>
                </c:pt>
                <c:pt idx="1348">
                  <c:v>350</c:v>
                </c:pt>
                <c:pt idx="1349">
                  <c:v>350</c:v>
                </c:pt>
                <c:pt idx="1350">
                  <c:v>350</c:v>
                </c:pt>
                <c:pt idx="1351">
                  <c:v>350</c:v>
                </c:pt>
                <c:pt idx="1352">
                  <c:v>350</c:v>
                </c:pt>
                <c:pt idx="1353">
                  <c:v>350</c:v>
                </c:pt>
                <c:pt idx="1354">
                  <c:v>350</c:v>
                </c:pt>
                <c:pt idx="1355">
                  <c:v>350</c:v>
                </c:pt>
                <c:pt idx="1356">
                  <c:v>350</c:v>
                </c:pt>
                <c:pt idx="1357">
                  <c:v>350</c:v>
                </c:pt>
                <c:pt idx="1358">
                  <c:v>350</c:v>
                </c:pt>
                <c:pt idx="1359">
                  <c:v>350</c:v>
                </c:pt>
                <c:pt idx="1360">
                  <c:v>350</c:v>
                </c:pt>
                <c:pt idx="1361">
                  <c:v>350</c:v>
                </c:pt>
                <c:pt idx="1362">
                  <c:v>350</c:v>
                </c:pt>
                <c:pt idx="1363">
                  <c:v>350</c:v>
                </c:pt>
                <c:pt idx="1364">
                  <c:v>350</c:v>
                </c:pt>
                <c:pt idx="1365">
                  <c:v>350</c:v>
                </c:pt>
                <c:pt idx="1366">
                  <c:v>350</c:v>
                </c:pt>
                <c:pt idx="1367">
                  <c:v>350</c:v>
                </c:pt>
                <c:pt idx="1368">
                  <c:v>350</c:v>
                </c:pt>
                <c:pt idx="1369">
                  <c:v>350</c:v>
                </c:pt>
                <c:pt idx="1370">
                  <c:v>350</c:v>
                </c:pt>
                <c:pt idx="1371">
                  <c:v>350</c:v>
                </c:pt>
                <c:pt idx="1372">
                  <c:v>350</c:v>
                </c:pt>
                <c:pt idx="1373">
                  <c:v>350</c:v>
                </c:pt>
                <c:pt idx="1374">
                  <c:v>350</c:v>
                </c:pt>
                <c:pt idx="1375">
                  <c:v>350</c:v>
                </c:pt>
                <c:pt idx="1376">
                  <c:v>350</c:v>
                </c:pt>
                <c:pt idx="1377">
                  <c:v>350</c:v>
                </c:pt>
                <c:pt idx="1378">
                  <c:v>350</c:v>
                </c:pt>
                <c:pt idx="1379">
                  <c:v>350</c:v>
                </c:pt>
                <c:pt idx="1380">
                  <c:v>350</c:v>
                </c:pt>
                <c:pt idx="1381">
                  <c:v>350</c:v>
                </c:pt>
                <c:pt idx="1382">
                  <c:v>350</c:v>
                </c:pt>
                <c:pt idx="1383">
                  <c:v>350</c:v>
                </c:pt>
                <c:pt idx="1384">
                  <c:v>350</c:v>
                </c:pt>
                <c:pt idx="1385">
                  <c:v>350</c:v>
                </c:pt>
                <c:pt idx="1386">
                  <c:v>350</c:v>
                </c:pt>
                <c:pt idx="1387">
                  <c:v>350</c:v>
                </c:pt>
                <c:pt idx="1388">
                  <c:v>350</c:v>
                </c:pt>
                <c:pt idx="1389">
                  <c:v>350</c:v>
                </c:pt>
                <c:pt idx="1390">
                  <c:v>350</c:v>
                </c:pt>
                <c:pt idx="1391">
                  <c:v>350</c:v>
                </c:pt>
                <c:pt idx="1392">
                  <c:v>350</c:v>
                </c:pt>
                <c:pt idx="1393">
                  <c:v>350</c:v>
                </c:pt>
                <c:pt idx="1394">
                  <c:v>350</c:v>
                </c:pt>
                <c:pt idx="1395">
                  <c:v>350</c:v>
                </c:pt>
                <c:pt idx="1396">
                  <c:v>350</c:v>
                </c:pt>
                <c:pt idx="1397">
                  <c:v>350</c:v>
                </c:pt>
                <c:pt idx="1398">
                  <c:v>350</c:v>
                </c:pt>
                <c:pt idx="1399">
                  <c:v>350</c:v>
                </c:pt>
                <c:pt idx="1400">
                  <c:v>350</c:v>
                </c:pt>
                <c:pt idx="1401">
                  <c:v>350</c:v>
                </c:pt>
                <c:pt idx="1402">
                  <c:v>350</c:v>
                </c:pt>
                <c:pt idx="1403">
                  <c:v>350</c:v>
                </c:pt>
                <c:pt idx="1404">
                  <c:v>350</c:v>
                </c:pt>
                <c:pt idx="1405">
                  <c:v>350</c:v>
                </c:pt>
                <c:pt idx="1406">
                  <c:v>350</c:v>
                </c:pt>
                <c:pt idx="1407">
                  <c:v>350</c:v>
                </c:pt>
                <c:pt idx="1408">
                  <c:v>350</c:v>
                </c:pt>
                <c:pt idx="1409">
                  <c:v>350</c:v>
                </c:pt>
                <c:pt idx="1410">
                  <c:v>350</c:v>
                </c:pt>
                <c:pt idx="1411">
                  <c:v>350</c:v>
                </c:pt>
                <c:pt idx="1412">
                  <c:v>350</c:v>
                </c:pt>
                <c:pt idx="1413">
                  <c:v>350</c:v>
                </c:pt>
                <c:pt idx="1414">
                  <c:v>350</c:v>
                </c:pt>
                <c:pt idx="1415">
                  <c:v>350</c:v>
                </c:pt>
                <c:pt idx="1416">
                  <c:v>350</c:v>
                </c:pt>
                <c:pt idx="1417">
                  <c:v>350</c:v>
                </c:pt>
                <c:pt idx="1418">
                  <c:v>350</c:v>
                </c:pt>
                <c:pt idx="1419">
                  <c:v>350</c:v>
                </c:pt>
                <c:pt idx="1420">
                  <c:v>350</c:v>
                </c:pt>
                <c:pt idx="1421">
                  <c:v>350</c:v>
                </c:pt>
                <c:pt idx="1422">
                  <c:v>350</c:v>
                </c:pt>
                <c:pt idx="1423">
                  <c:v>350</c:v>
                </c:pt>
                <c:pt idx="1424">
                  <c:v>350</c:v>
                </c:pt>
                <c:pt idx="1425">
                  <c:v>350</c:v>
                </c:pt>
                <c:pt idx="1426">
                  <c:v>350</c:v>
                </c:pt>
                <c:pt idx="1427">
                  <c:v>350</c:v>
                </c:pt>
                <c:pt idx="1428">
                  <c:v>350</c:v>
                </c:pt>
                <c:pt idx="1429">
                  <c:v>350</c:v>
                </c:pt>
                <c:pt idx="1430">
                  <c:v>350</c:v>
                </c:pt>
                <c:pt idx="1431">
                  <c:v>350</c:v>
                </c:pt>
                <c:pt idx="1432">
                  <c:v>350</c:v>
                </c:pt>
                <c:pt idx="1433">
                  <c:v>350</c:v>
                </c:pt>
                <c:pt idx="1434">
                  <c:v>350</c:v>
                </c:pt>
                <c:pt idx="1435">
                  <c:v>350</c:v>
                </c:pt>
                <c:pt idx="1436">
                  <c:v>350</c:v>
                </c:pt>
                <c:pt idx="1437">
                  <c:v>350</c:v>
                </c:pt>
                <c:pt idx="1438">
                  <c:v>350</c:v>
                </c:pt>
                <c:pt idx="1439">
                  <c:v>350</c:v>
                </c:pt>
                <c:pt idx="1440">
                  <c:v>350</c:v>
                </c:pt>
                <c:pt idx="1441">
                  <c:v>350</c:v>
                </c:pt>
                <c:pt idx="1442">
                  <c:v>350</c:v>
                </c:pt>
                <c:pt idx="1443">
                  <c:v>350</c:v>
                </c:pt>
                <c:pt idx="1444">
                  <c:v>350</c:v>
                </c:pt>
                <c:pt idx="1445">
                  <c:v>350</c:v>
                </c:pt>
                <c:pt idx="1446">
                  <c:v>350</c:v>
                </c:pt>
                <c:pt idx="1447">
                  <c:v>350</c:v>
                </c:pt>
                <c:pt idx="1448">
                  <c:v>350</c:v>
                </c:pt>
                <c:pt idx="1449">
                  <c:v>350</c:v>
                </c:pt>
                <c:pt idx="1450">
                  <c:v>350</c:v>
                </c:pt>
                <c:pt idx="1451">
                  <c:v>350</c:v>
                </c:pt>
                <c:pt idx="1452">
                  <c:v>350</c:v>
                </c:pt>
                <c:pt idx="1453">
                  <c:v>350</c:v>
                </c:pt>
                <c:pt idx="1454">
                  <c:v>350</c:v>
                </c:pt>
                <c:pt idx="1455">
                  <c:v>350</c:v>
                </c:pt>
                <c:pt idx="1456">
                  <c:v>350</c:v>
                </c:pt>
                <c:pt idx="1457">
                  <c:v>350</c:v>
                </c:pt>
                <c:pt idx="1458">
                  <c:v>350</c:v>
                </c:pt>
                <c:pt idx="1459">
                  <c:v>350</c:v>
                </c:pt>
                <c:pt idx="1460">
                  <c:v>350</c:v>
                </c:pt>
                <c:pt idx="1461">
                  <c:v>350</c:v>
                </c:pt>
                <c:pt idx="1462">
                  <c:v>350</c:v>
                </c:pt>
                <c:pt idx="1463">
                  <c:v>350</c:v>
                </c:pt>
                <c:pt idx="1464">
                  <c:v>350</c:v>
                </c:pt>
                <c:pt idx="1465">
                  <c:v>350</c:v>
                </c:pt>
                <c:pt idx="1466">
                  <c:v>350</c:v>
                </c:pt>
                <c:pt idx="1467">
                  <c:v>350</c:v>
                </c:pt>
                <c:pt idx="1468">
                  <c:v>350</c:v>
                </c:pt>
                <c:pt idx="1469">
                  <c:v>350</c:v>
                </c:pt>
                <c:pt idx="1470">
                  <c:v>350</c:v>
                </c:pt>
                <c:pt idx="1471">
                  <c:v>350</c:v>
                </c:pt>
                <c:pt idx="1472">
                  <c:v>350</c:v>
                </c:pt>
                <c:pt idx="1473">
                  <c:v>350</c:v>
                </c:pt>
                <c:pt idx="1474">
                  <c:v>350</c:v>
                </c:pt>
                <c:pt idx="1475">
                  <c:v>350</c:v>
                </c:pt>
                <c:pt idx="1476">
                  <c:v>350</c:v>
                </c:pt>
                <c:pt idx="1477">
                  <c:v>350</c:v>
                </c:pt>
                <c:pt idx="1478">
                  <c:v>350</c:v>
                </c:pt>
                <c:pt idx="1479">
                  <c:v>350</c:v>
                </c:pt>
                <c:pt idx="1480">
                  <c:v>350</c:v>
                </c:pt>
                <c:pt idx="1481">
                  <c:v>350</c:v>
                </c:pt>
                <c:pt idx="1482">
                  <c:v>350</c:v>
                </c:pt>
                <c:pt idx="1483">
                  <c:v>350</c:v>
                </c:pt>
                <c:pt idx="1484">
                  <c:v>350</c:v>
                </c:pt>
                <c:pt idx="1485">
                  <c:v>350</c:v>
                </c:pt>
                <c:pt idx="1486">
                  <c:v>350</c:v>
                </c:pt>
                <c:pt idx="1487">
                  <c:v>350</c:v>
                </c:pt>
                <c:pt idx="1488">
                  <c:v>350</c:v>
                </c:pt>
                <c:pt idx="1489">
                  <c:v>350</c:v>
                </c:pt>
                <c:pt idx="1490">
                  <c:v>350</c:v>
                </c:pt>
                <c:pt idx="1491">
                  <c:v>350</c:v>
                </c:pt>
                <c:pt idx="1492">
                  <c:v>350</c:v>
                </c:pt>
                <c:pt idx="1493">
                  <c:v>350</c:v>
                </c:pt>
                <c:pt idx="1494">
                  <c:v>350</c:v>
                </c:pt>
                <c:pt idx="1495">
                  <c:v>350</c:v>
                </c:pt>
                <c:pt idx="1496">
                  <c:v>350</c:v>
                </c:pt>
                <c:pt idx="1497">
                  <c:v>350</c:v>
                </c:pt>
                <c:pt idx="1498">
                  <c:v>350</c:v>
                </c:pt>
                <c:pt idx="1499">
                  <c:v>350</c:v>
                </c:pt>
                <c:pt idx="1500">
                  <c:v>350</c:v>
                </c:pt>
                <c:pt idx="1501">
                  <c:v>350</c:v>
                </c:pt>
                <c:pt idx="1502">
                  <c:v>350</c:v>
                </c:pt>
                <c:pt idx="1503">
                  <c:v>350</c:v>
                </c:pt>
                <c:pt idx="1504">
                  <c:v>350</c:v>
                </c:pt>
                <c:pt idx="1505">
                  <c:v>350</c:v>
                </c:pt>
                <c:pt idx="1506">
                  <c:v>350</c:v>
                </c:pt>
                <c:pt idx="1507">
                  <c:v>350</c:v>
                </c:pt>
                <c:pt idx="1508">
                  <c:v>350</c:v>
                </c:pt>
                <c:pt idx="1509">
                  <c:v>350</c:v>
                </c:pt>
                <c:pt idx="1510">
                  <c:v>350</c:v>
                </c:pt>
                <c:pt idx="1511">
                  <c:v>350</c:v>
                </c:pt>
                <c:pt idx="1512">
                  <c:v>350</c:v>
                </c:pt>
                <c:pt idx="1513">
                  <c:v>350</c:v>
                </c:pt>
                <c:pt idx="1514">
                  <c:v>350</c:v>
                </c:pt>
                <c:pt idx="1515">
                  <c:v>350</c:v>
                </c:pt>
                <c:pt idx="1516">
                  <c:v>350</c:v>
                </c:pt>
                <c:pt idx="1517">
                  <c:v>350</c:v>
                </c:pt>
                <c:pt idx="1518">
                  <c:v>350</c:v>
                </c:pt>
                <c:pt idx="1519">
                  <c:v>350</c:v>
                </c:pt>
                <c:pt idx="1520">
                  <c:v>350</c:v>
                </c:pt>
                <c:pt idx="1521">
                  <c:v>350</c:v>
                </c:pt>
                <c:pt idx="1522">
                  <c:v>350</c:v>
                </c:pt>
                <c:pt idx="1523">
                  <c:v>350</c:v>
                </c:pt>
                <c:pt idx="1524">
                  <c:v>350</c:v>
                </c:pt>
                <c:pt idx="1525">
                  <c:v>350</c:v>
                </c:pt>
                <c:pt idx="1526">
                  <c:v>350</c:v>
                </c:pt>
                <c:pt idx="1527">
                  <c:v>350</c:v>
                </c:pt>
                <c:pt idx="1528">
                  <c:v>350</c:v>
                </c:pt>
                <c:pt idx="1529">
                  <c:v>350</c:v>
                </c:pt>
                <c:pt idx="1530">
                  <c:v>350</c:v>
                </c:pt>
                <c:pt idx="1531">
                  <c:v>350</c:v>
                </c:pt>
                <c:pt idx="1532">
                  <c:v>350</c:v>
                </c:pt>
                <c:pt idx="1533">
                  <c:v>350</c:v>
                </c:pt>
                <c:pt idx="1534">
                  <c:v>350</c:v>
                </c:pt>
                <c:pt idx="1535">
                  <c:v>400</c:v>
                </c:pt>
                <c:pt idx="1536">
                  <c:v>400</c:v>
                </c:pt>
                <c:pt idx="1537">
                  <c:v>400</c:v>
                </c:pt>
                <c:pt idx="1538">
                  <c:v>400</c:v>
                </c:pt>
                <c:pt idx="1539">
                  <c:v>400</c:v>
                </c:pt>
                <c:pt idx="1540">
                  <c:v>400</c:v>
                </c:pt>
                <c:pt idx="1541">
                  <c:v>400</c:v>
                </c:pt>
                <c:pt idx="1542">
                  <c:v>400</c:v>
                </c:pt>
                <c:pt idx="1543">
                  <c:v>400</c:v>
                </c:pt>
                <c:pt idx="1544">
                  <c:v>400</c:v>
                </c:pt>
                <c:pt idx="1545">
                  <c:v>400</c:v>
                </c:pt>
                <c:pt idx="1546">
                  <c:v>400</c:v>
                </c:pt>
                <c:pt idx="1547">
                  <c:v>400</c:v>
                </c:pt>
                <c:pt idx="1548">
                  <c:v>400</c:v>
                </c:pt>
                <c:pt idx="1549">
                  <c:v>400</c:v>
                </c:pt>
                <c:pt idx="1550">
                  <c:v>400</c:v>
                </c:pt>
                <c:pt idx="1551">
                  <c:v>400</c:v>
                </c:pt>
                <c:pt idx="1552">
                  <c:v>400</c:v>
                </c:pt>
                <c:pt idx="1553">
                  <c:v>400</c:v>
                </c:pt>
                <c:pt idx="1554">
                  <c:v>400</c:v>
                </c:pt>
                <c:pt idx="1555">
                  <c:v>400</c:v>
                </c:pt>
                <c:pt idx="1556">
                  <c:v>400</c:v>
                </c:pt>
                <c:pt idx="1557">
                  <c:v>400</c:v>
                </c:pt>
                <c:pt idx="1558">
                  <c:v>400</c:v>
                </c:pt>
                <c:pt idx="1559">
                  <c:v>400</c:v>
                </c:pt>
                <c:pt idx="1560">
                  <c:v>400</c:v>
                </c:pt>
                <c:pt idx="1561">
                  <c:v>400</c:v>
                </c:pt>
                <c:pt idx="1562">
                  <c:v>400</c:v>
                </c:pt>
                <c:pt idx="1563">
                  <c:v>400</c:v>
                </c:pt>
                <c:pt idx="1564">
                  <c:v>400</c:v>
                </c:pt>
                <c:pt idx="1565">
                  <c:v>400</c:v>
                </c:pt>
                <c:pt idx="1566">
                  <c:v>400</c:v>
                </c:pt>
                <c:pt idx="1567">
                  <c:v>400</c:v>
                </c:pt>
                <c:pt idx="1568">
                  <c:v>400</c:v>
                </c:pt>
                <c:pt idx="1569">
                  <c:v>400</c:v>
                </c:pt>
                <c:pt idx="1570">
                  <c:v>400</c:v>
                </c:pt>
                <c:pt idx="1571">
                  <c:v>400</c:v>
                </c:pt>
                <c:pt idx="1572">
                  <c:v>400</c:v>
                </c:pt>
                <c:pt idx="1573">
                  <c:v>400</c:v>
                </c:pt>
                <c:pt idx="1574">
                  <c:v>400</c:v>
                </c:pt>
                <c:pt idx="1575">
                  <c:v>400</c:v>
                </c:pt>
                <c:pt idx="1576">
                  <c:v>400</c:v>
                </c:pt>
                <c:pt idx="1577">
                  <c:v>400</c:v>
                </c:pt>
                <c:pt idx="1578">
                  <c:v>400</c:v>
                </c:pt>
                <c:pt idx="1579">
                  <c:v>400</c:v>
                </c:pt>
                <c:pt idx="1580">
                  <c:v>400</c:v>
                </c:pt>
                <c:pt idx="1581">
                  <c:v>400</c:v>
                </c:pt>
                <c:pt idx="1582">
                  <c:v>400</c:v>
                </c:pt>
                <c:pt idx="1583">
                  <c:v>400</c:v>
                </c:pt>
                <c:pt idx="1584">
                  <c:v>400</c:v>
                </c:pt>
                <c:pt idx="1585">
                  <c:v>400</c:v>
                </c:pt>
                <c:pt idx="1586">
                  <c:v>400</c:v>
                </c:pt>
                <c:pt idx="1587">
                  <c:v>400</c:v>
                </c:pt>
                <c:pt idx="1588">
                  <c:v>400</c:v>
                </c:pt>
                <c:pt idx="1589">
                  <c:v>400</c:v>
                </c:pt>
                <c:pt idx="1590">
                  <c:v>400</c:v>
                </c:pt>
                <c:pt idx="1591">
                  <c:v>400</c:v>
                </c:pt>
                <c:pt idx="1592">
                  <c:v>400</c:v>
                </c:pt>
                <c:pt idx="1593">
                  <c:v>400</c:v>
                </c:pt>
                <c:pt idx="1594">
                  <c:v>400</c:v>
                </c:pt>
                <c:pt idx="1595">
                  <c:v>400</c:v>
                </c:pt>
                <c:pt idx="1596">
                  <c:v>400</c:v>
                </c:pt>
                <c:pt idx="1597">
                  <c:v>400</c:v>
                </c:pt>
                <c:pt idx="1598">
                  <c:v>400</c:v>
                </c:pt>
                <c:pt idx="1599">
                  <c:v>450</c:v>
                </c:pt>
                <c:pt idx="1600">
                  <c:v>450</c:v>
                </c:pt>
                <c:pt idx="1601">
                  <c:v>450</c:v>
                </c:pt>
                <c:pt idx="1602">
                  <c:v>450</c:v>
                </c:pt>
                <c:pt idx="1603">
                  <c:v>450</c:v>
                </c:pt>
                <c:pt idx="1604">
                  <c:v>450</c:v>
                </c:pt>
                <c:pt idx="1605">
                  <c:v>450</c:v>
                </c:pt>
                <c:pt idx="1606">
                  <c:v>450</c:v>
                </c:pt>
                <c:pt idx="1607">
                  <c:v>450</c:v>
                </c:pt>
                <c:pt idx="1608">
                  <c:v>450</c:v>
                </c:pt>
                <c:pt idx="1609">
                  <c:v>450</c:v>
                </c:pt>
                <c:pt idx="1610">
                  <c:v>450</c:v>
                </c:pt>
                <c:pt idx="1611">
                  <c:v>450</c:v>
                </c:pt>
                <c:pt idx="1612">
                  <c:v>450</c:v>
                </c:pt>
                <c:pt idx="1613">
                  <c:v>450</c:v>
                </c:pt>
                <c:pt idx="1614">
                  <c:v>450</c:v>
                </c:pt>
                <c:pt idx="1615">
                  <c:v>450</c:v>
                </c:pt>
                <c:pt idx="1616">
                  <c:v>450</c:v>
                </c:pt>
                <c:pt idx="1617">
                  <c:v>450</c:v>
                </c:pt>
                <c:pt idx="1618">
                  <c:v>450</c:v>
                </c:pt>
                <c:pt idx="1619">
                  <c:v>450</c:v>
                </c:pt>
                <c:pt idx="1620">
                  <c:v>450</c:v>
                </c:pt>
                <c:pt idx="1621">
                  <c:v>450</c:v>
                </c:pt>
                <c:pt idx="1622">
                  <c:v>450</c:v>
                </c:pt>
                <c:pt idx="1623">
                  <c:v>450</c:v>
                </c:pt>
                <c:pt idx="1624">
                  <c:v>450</c:v>
                </c:pt>
                <c:pt idx="1625">
                  <c:v>450</c:v>
                </c:pt>
                <c:pt idx="1626">
                  <c:v>450</c:v>
                </c:pt>
                <c:pt idx="1627">
                  <c:v>450</c:v>
                </c:pt>
                <c:pt idx="1628">
                  <c:v>500</c:v>
                </c:pt>
                <c:pt idx="1629">
                  <c:v>500</c:v>
                </c:pt>
                <c:pt idx="1630">
                  <c:v>500</c:v>
                </c:pt>
                <c:pt idx="1631">
                  <c:v>500</c:v>
                </c:pt>
                <c:pt idx="1632">
                  <c:v>500</c:v>
                </c:pt>
                <c:pt idx="1633">
                  <c:v>500</c:v>
                </c:pt>
                <c:pt idx="1634">
                  <c:v>500</c:v>
                </c:pt>
                <c:pt idx="1635">
                  <c:v>500</c:v>
                </c:pt>
                <c:pt idx="1636">
                  <c:v>500</c:v>
                </c:pt>
                <c:pt idx="1637">
                  <c:v>500</c:v>
                </c:pt>
                <c:pt idx="1638">
                  <c:v>500</c:v>
                </c:pt>
                <c:pt idx="1639">
                  <c:v>500</c:v>
                </c:pt>
                <c:pt idx="1640">
                  <c:v>500</c:v>
                </c:pt>
                <c:pt idx="1641">
                  <c:v>500</c:v>
                </c:pt>
                <c:pt idx="1642">
                  <c:v>500</c:v>
                </c:pt>
                <c:pt idx="1643">
                  <c:v>500</c:v>
                </c:pt>
                <c:pt idx="1644">
                  <c:v>500</c:v>
                </c:pt>
                <c:pt idx="1645">
                  <c:v>500</c:v>
                </c:pt>
                <c:pt idx="1646">
                  <c:v>500</c:v>
                </c:pt>
                <c:pt idx="1647">
                  <c:v>500</c:v>
                </c:pt>
                <c:pt idx="1648">
                  <c:v>500</c:v>
                </c:pt>
                <c:pt idx="1649">
                  <c:v>500</c:v>
                </c:pt>
                <c:pt idx="1650">
                  <c:v>500</c:v>
                </c:pt>
                <c:pt idx="1651">
                  <c:v>500</c:v>
                </c:pt>
                <c:pt idx="1652">
                  <c:v>500</c:v>
                </c:pt>
                <c:pt idx="1653">
                  <c:v>500</c:v>
                </c:pt>
                <c:pt idx="1654">
                  <c:v>500</c:v>
                </c:pt>
                <c:pt idx="1655">
                  <c:v>500</c:v>
                </c:pt>
                <c:pt idx="1656">
                  <c:v>500</c:v>
                </c:pt>
                <c:pt idx="1657">
                  <c:v>500</c:v>
                </c:pt>
                <c:pt idx="1658">
                  <c:v>500</c:v>
                </c:pt>
                <c:pt idx="1659">
                  <c:v>500</c:v>
                </c:pt>
                <c:pt idx="1660">
                  <c:v>500</c:v>
                </c:pt>
                <c:pt idx="1661">
                  <c:v>500</c:v>
                </c:pt>
                <c:pt idx="1662">
                  <c:v>500</c:v>
                </c:pt>
                <c:pt idx="1663">
                  <c:v>500</c:v>
                </c:pt>
                <c:pt idx="1664">
                  <c:v>500</c:v>
                </c:pt>
                <c:pt idx="1665">
                  <c:v>500</c:v>
                </c:pt>
                <c:pt idx="1666">
                  <c:v>500</c:v>
                </c:pt>
                <c:pt idx="1667">
                  <c:v>500</c:v>
                </c:pt>
                <c:pt idx="1668">
                  <c:v>500</c:v>
                </c:pt>
                <c:pt idx="1669">
                  <c:v>500</c:v>
                </c:pt>
                <c:pt idx="1670">
                  <c:v>500</c:v>
                </c:pt>
                <c:pt idx="1671">
                  <c:v>500</c:v>
                </c:pt>
                <c:pt idx="1672">
                  <c:v>500</c:v>
                </c:pt>
                <c:pt idx="1673">
                  <c:v>500</c:v>
                </c:pt>
                <c:pt idx="1674">
                  <c:v>550</c:v>
                </c:pt>
                <c:pt idx="1675">
                  <c:v>550</c:v>
                </c:pt>
                <c:pt idx="1676">
                  <c:v>550</c:v>
                </c:pt>
                <c:pt idx="1677">
                  <c:v>550</c:v>
                </c:pt>
                <c:pt idx="1678">
                  <c:v>550</c:v>
                </c:pt>
                <c:pt idx="1679">
                  <c:v>550</c:v>
                </c:pt>
                <c:pt idx="1680">
                  <c:v>550</c:v>
                </c:pt>
                <c:pt idx="1681">
                  <c:v>550</c:v>
                </c:pt>
                <c:pt idx="1682">
                  <c:v>550</c:v>
                </c:pt>
                <c:pt idx="1683">
                  <c:v>550</c:v>
                </c:pt>
                <c:pt idx="1684">
                  <c:v>550</c:v>
                </c:pt>
                <c:pt idx="1685">
                  <c:v>550</c:v>
                </c:pt>
                <c:pt idx="1686">
                  <c:v>550</c:v>
                </c:pt>
                <c:pt idx="1687">
                  <c:v>550</c:v>
                </c:pt>
                <c:pt idx="1688">
                  <c:v>550</c:v>
                </c:pt>
                <c:pt idx="1689">
                  <c:v>550</c:v>
                </c:pt>
                <c:pt idx="1690">
                  <c:v>550</c:v>
                </c:pt>
                <c:pt idx="1691">
                  <c:v>550</c:v>
                </c:pt>
                <c:pt idx="1692">
                  <c:v>550</c:v>
                </c:pt>
                <c:pt idx="1693">
                  <c:v>550</c:v>
                </c:pt>
                <c:pt idx="1694">
                  <c:v>550</c:v>
                </c:pt>
                <c:pt idx="1695">
                  <c:v>550</c:v>
                </c:pt>
                <c:pt idx="1696">
                  <c:v>550</c:v>
                </c:pt>
                <c:pt idx="1697">
                  <c:v>550</c:v>
                </c:pt>
                <c:pt idx="1698">
                  <c:v>550</c:v>
                </c:pt>
                <c:pt idx="1699">
                  <c:v>550</c:v>
                </c:pt>
                <c:pt idx="1700">
                  <c:v>550</c:v>
                </c:pt>
                <c:pt idx="1701">
                  <c:v>550</c:v>
                </c:pt>
                <c:pt idx="1702">
                  <c:v>570</c:v>
                </c:pt>
                <c:pt idx="1703">
                  <c:v>570</c:v>
                </c:pt>
                <c:pt idx="1704">
                  <c:v>570</c:v>
                </c:pt>
                <c:pt idx="1705">
                  <c:v>620</c:v>
                </c:pt>
                <c:pt idx="1706">
                  <c:v>620</c:v>
                </c:pt>
                <c:pt idx="1707">
                  <c:v>620</c:v>
                </c:pt>
                <c:pt idx="1708">
                  <c:v>620</c:v>
                </c:pt>
                <c:pt idx="1709">
                  <c:v>620</c:v>
                </c:pt>
                <c:pt idx="1710">
                  <c:v>620</c:v>
                </c:pt>
                <c:pt idx="1711">
                  <c:v>620</c:v>
                </c:pt>
                <c:pt idx="1712">
                  <c:v>620</c:v>
                </c:pt>
                <c:pt idx="1713">
                  <c:v>620</c:v>
                </c:pt>
                <c:pt idx="1714">
                  <c:v>620</c:v>
                </c:pt>
                <c:pt idx="1715">
                  <c:v>620</c:v>
                </c:pt>
                <c:pt idx="1716">
                  <c:v>620</c:v>
                </c:pt>
                <c:pt idx="1717">
                  <c:v>620</c:v>
                </c:pt>
                <c:pt idx="1718">
                  <c:v>620</c:v>
                </c:pt>
                <c:pt idx="1719">
                  <c:v>620</c:v>
                </c:pt>
                <c:pt idx="1720">
                  <c:v>620</c:v>
                </c:pt>
                <c:pt idx="1721">
                  <c:v>620</c:v>
                </c:pt>
                <c:pt idx="1722">
                  <c:v>620</c:v>
                </c:pt>
                <c:pt idx="1723">
                  <c:v>620</c:v>
                </c:pt>
                <c:pt idx="1724">
                  <c:v>620</c:v>
                </c:pt>
                <c:pt idx="1725">
                  <c:v>620</c:v>
                </c:pt>
                <c:pt idx="1726">
                  <c:v>620</c:v>
                </c:pt>
                <c:pt idx="1727">
                  <c:v>620</c:v>
                </c:pt>
                <c:pt idx="1728">
                  <c:v>620</c:v>
                </c:pt>
                <c:pt idx="1729">
                  <c:v>620</c:v>
                </c:pt>
                <c:pt idx="1730">
                  <c:v>620</c:v>
                </c:pt>
                <c:pt idx="1731">
                  <c:v>620</c:v>
                </c:pt>
                <c:pt idx="1732">
                  <c:v>620</c:v>
                </c:pt>
                <c:pt idx="1733">
                  <c:v>620</c:v>
                </c:pt>
                <c:pt idx="1734">
                  <c:v>620</c:v>
                </c:pt>
                <c:pt idx="1735">
                  <c:v>620</c:v>
                </c:pt>
                <c:pt idx="1736">
                  <c:v>620</c:v>
                </c:pt>
                <c:pt idx="1737">
                  <c:v>620</c:v>
                </c:pt>
                <c:pt idx="1738">
                  <c:v>620</c:v>
                </c:pt>
                <c:pt idx="1739">
                  <c:v>620</c:v>
                </c:pt>
                <c:pt idx="1740">
                  <c:v>620</c:v>
                </c:pt>
                <c:pt idx="1741">
                  <c:v>620</c:v>
                </c:pt>
                <c:pt idx="1742">
                  <c:v>620</c:v>
                </c:pt>
                <c:pt idx="1743">
                  <c:v>620</c:v>
                </c:pt>
                <c:pt idx="1744">
                  <c:v>620</c:v>
                </c:pt>
                <c:pt idx="1745">
                  <c:v>620</c:v>
                </c:pt>
                <c:pt idx="1746">
                  <c:v>620</c:v>
                </c:pt>
                <c:pt idx="1747">
                  <c:v>620</c:v>
                </c:pt>
                <c:pt idx="1748">
                  <c:v>620</c:v>
                </c:pt>
                <c:pt idx="1749">
                  <c:v>620</c:v>
                </c:pt>
                <c:pt idx="1750">
                  <c:v>620</c:v>
                </c:pt>
                <c:pt idx="1751">
                  <c:v>620</c:v>
                </c:pt>
                <c:pt idx="1752">
                  <c:v>620</c:v>
                </c:pt>
                <c:pt idx="1753">
                  <c:v>620</c:v>
                </c:pt>
                <c:pt idx="1754">
                  <c:v>620</c:v>
                </c:pt>
                <c:pt idx="1755">
                  <c:v>620</c:v>
                </c:pt>
                <c:pt idx="1756">
                  <c:v>620</c:v>
                </c:pt>
                <c:pt idx="1757">
                  <c:v>620</c:v>
                </c:pt>
                <c:pt idx="1758">
                  <c:v>620</c:v>
                </c:pt>
                <c:pt idx="1759">
                  <c:v>620</c:v>
                </c:pt>
                <c:pt idx="1760">
                  <c:v>620</c:v>
                </c:pt>
                <c:pt idx="1761">
                  <c:v>620</c:v>
                </c:pt>
                <c:pt idx="1762">
                  <c:v>620</c:v>
                </c:pt>
                <c:pt idx="1763">
                  <c:v>620</c:v>
                </c:pt>
                <c:pt idx="1764">
                  <c:v>620</c:v>
                </c:pt>
                <c:pt idx="1765">
                  <c:v>620</c:v>
                </c:pt>
                <c:pt idx="1766">
                  <c:v>620</c:v>
                </c:pt>
                <c:pt idx="1767">
                  <c:v>620</c:v>
                </c:pt>
                <c:pt idx="1768">
                  <c:v>620</c:v>
                </c:pt>
                <c:pt idx="1769">
                  <c:v>620</c:v>
                </c:pt>
                <c:pt idx="1770">
                  <c:v>620</c:v>
                </c:pt>
                <c:pt idx="1771">
                  <c:v>620</c:v>
                </c:pt>
                <c:pt idx="1772">
                  <c:v>620</c:v>
                </c:pt>
                <c:pt idx="1773">
                  <c:v>620</c:v>
                </c:pt>
                <c:pt idx="1774">
                  <c:v>620</c:v>
                </c:pt>
                <c:pt idx="1775">
                  <c:v>620</c:v>
                </c:pt>
                <c:pt idx="1776">
                  <c:v>620</c:v>
                </c:pt>
                <c:pt idx="1777">
                  <c:v>620</c:v>
                </c:pt>
                <c:pt idx="1778">
                  <c:v>620</c:v>
                </c:pt>
                <c:pt idx="1779">
                  <c:v>620</c:v>
                </c:pt>
                <c:pt idx="1780">
                  <c:v>620</c:v>
                </c:pt>
                <c:pt idx="1781">
                  <c:v>620</c:v>
                </c:pt>
                <c:pt idx="1782">
                  <c:v>620</c:v>
                </c:pt>
                <c:pt idx="1783">
                  <c:v>620</c:v>
                </c:pt>
                <c:pt idx="1784">
                  <c:v>620</c:v>
                </c:pt>
                <c:pt idx="1785">
                  <c:v>620</c:v>
                </c:pt>
                <c:pt idx="1786">
                  <c:v>620</c:v>
                </c:pt>
                <c:pt idx="1787">
                  <c:v>620</c:v>
                </c:pt>
                <c:pt idx="1788">
                  <c:v>620</c:v>
                </c:pt>
                <c:pt idx="1789">
                  <c:v>620</c:v>
                </c:pt>
                <c:pt idx="1790">
                  <c:v>620</c:v>
                </c:pt>
                <c:pt idx="1791">
                  <c:v>620</c:v>
                </c:pt>
                <c:pt idx="1792">
                  <c:v>620</c:v>
                </c:pt>
                <c:pt idx="1793">
                  <c:v>620</c:v>
                </c:pt>
                <c:pt idx="1794">
                  <c:v>620</c:v>
                </c:pt>
                <c:pt idx="1795">
                  <c:v>620</c:v>
                </c:pt>
                <c:pt idx="1796">
                  <c:v>620</c:v>
                </c:pt>
                <c:pt idx="1797">
                  <c:v>620</c:v>
                </c:pt>
                <c:pt idx="1798">
                  <c:v>620</c:v>
                </c:pt>
                <c:pt idx="1799">
                  <c:v>620</c:v>
                </c:pt>
                <c:pt idx="1800">
                  <c:v>620</c:v>
                </c:pt>
                <c:pt idx="1801">
                  <c:v>620</c:v>
                </c:pt>
                <c:pt idx="1802">
                  <c:v>620</c:v>
                </c:pt>
                <c:pt idx="1803">
                  <c:v>620</c:v>
                </c:pt>
                <c:pt idx="1804">
                  <c:v>620</c:v>
                </c:pt>
                <c:pt idx="1805">
                  <c:v>620</c:v>
                </c:pt>
                <c:pt idx="1806">
                  <c:v>620</c:v>
                </c:pt>
                <c:pt idx="1807">
                  <c:v>620</c:v>
                </c:pt>
                <c:pt idx="1808">
                  <c:v>620</c:v>
                </c:pt>
                <c:pt idx="1809">
                  <c:v>620</c:v>
                </c:pt>
                <c:pt idx="1810">
                  <c:v>620</c:v>
                </c:pt>
                <c:pt idx="1811">
                  <c:v>620</c:v>
                </c:pt>
                <c:pt idx="1812">
                  <c:v>620</c:v>
                </c:pt>
                <c:pt idx="1813">
                  <c:v>620</c:v>
                </c:pt>
                <c:pt idx="1814">
                  <c:v>620</c:v>
                </c:pt>
                <c:pt idx="1815">
                  <c:v>620</c:v>
                </c:pt>
                <c:pt idx="1816">
                  <c:v>620</c:v>
                </c:pt>
                <c:pt idx="1817">
                  <c:v>620</c:v>
                </c:pt>
                <c:pt idx="1818">
                  <c:v>620</c:v>
                </c:pt>
                <c:pt idx="1819">
                  <c:v>620</c:v>
                </c:pt>
                <c:pt idx="1820">
                  <c:v>620</c:v>
                </c:pt>
                <c:pt idx="1821">
                  <c:v>620</c:v>
                </c:pt>
                <c:pt idx="1822">
                  <c:v>620</c:v>
                </c:pt>
                <c:pt idx="1823">
                  <c:v>620</c:v>
                </c:pt>
                <c:pt idx="1824">
                  <c:v>620</c:v>
                </c:pt>
                <c:pt idx="1825">
                  <c:v>620</c:v>
                </c:pt>
                <c:pt idx="1826">
                  <c:v>620</c:v>
                </c:pt>
                <c:pt idx="1827">
                  <c:v>620</c:v>
                </c:pt>
                <c:pt idx="1828">
                  <c:v>620</c:v>
                </c:pt>
                <c:pt idx="1829">
                  <c:v>620</c:v>
                </c:pt>
                <c:pt idx="1830">
                  <c:v>620</c:v>
                </c:pt>
                <c:pt idx="1831">
                  <c:v>620</c:v>
                </c:pt>
                <c:pt idx="1832">
                  <c:v>620</c:v>
                </c:pt>
                <c:pt idx="1833">
                  <c:v>620</c:v>
                </c:pt>
                <c:pt idx="1834">
                  <c:v>620</c:v>
                </c:pt>
                <c:pt idx="1835">
                  <c:v>620</c:v>
                </c:pt>
                <c:pt idx="1836">
                  <c:v>620</c:v>
                </c:pt>
                <c:pt idx="1837">
                  <c:v>620</c:v>
                </c:pt>
                <c:pt idx="1838">
                  <c:v>620</c:v>
                </c:pt>
                <c:pt idx="1839">
                  <c:v>620</c:v>
                </c:pt>
                <c:pt idx="1840">
                  <c:v>620</c:v>
                </c:pt>
                <c:pt idx="1841">
                  <c:v>620</c:v>
                </c:pt>
                <c:pt idx="1842">
                  <c:v>620</c:v>
                </c:pt>
                <c:pt idx="1843">
                  <c:v>620</c:v>
                </c:pt>
                <c:pt idx="1844">
                  <c:v>620</c:v>
                </c:pt>
                <c:pt idx="1845">
                  <c:v>620</c:v>
                </c:pt>
                <c:pt idx="1846">
                  <c:v>620</c:v>
                </c:pt>
                <c:pt idx="1847">
                  <c:v>620</c:v>
                </c:pt>
                <c:pt idx="1848">
                  <c:v>620</c:v>
                </c:pt>
                <c:pt idx="1849">
                  <c:v>620</c:v>
                </c:pt>
                <c:pt idx="1850">
                  <c:v>620</c:v>
                </c:pt>
                <c:pt idx="1851">
                  <c:v>620</c:v>
                </c:pt>
                <c:pt idx="1852">
                  <c:v>620</c:v>
                </c:pt>
                <c:pt idx="1853">
                  <c:v>620</c:v>
                </c:pt>
                <c:pt idx="1854">
                  <c:v>620</c:v>
                </c:pt>
                <c:pt idx="1855">
                  <c:v>620</c:v>
                </c:pt>
                <c:pt idx="1856">
                  <c:v>620</c:v>
                </c:pt>
                <c:pt idx="1857">
                  <c:v>620</c:v>
                </c:pt>
                <c:pt idx="1858">
                  <c:v>620</c:v>
                </c:pt>
                <c:pt idx="1859">
                  <c:v>620</c:v>
                </c:pt>
                <c:pt idx="1860">
                  <c:v>620</c:v>
                </c:pt>
                <c:pt idx="1861">
                  <c:v>620</c:v>
                </c:pt>
                <c:pt idx="1862">
                  <c:v>620</c:v>
                </c:pt>
                <c:pt idx="1863">
                  <c:v>620</c:v>
                </c:pt>
                <c:pt idx="1864">
                  <c:v>620</c:v>
                </c:pt>
                <c:pt idx="1865">
                  <c:v>620</c:v>
                </c:pt>
                <c:pt idx="1866">
                  <c:v>620</c:v>
                </c:pt>
                <c:pt idx="1867">
                  <c:v>620</c:v>
                </c:pt>
                <c:pt idx="1868">
                  <c:v>620</c:v>
                </c:pt>
                <c:pt idx="1869">
                  <c:v>620</c:v>
                </c:pt>
                <c:pt idx="1870">
                  <c:v>620</c:v>
                </c:pt>
                <c:pt idx="1871">
                  <c:v>620</c:v>
                </c:pt>
                <c:pt idx="1872">
                  <c:v>620</c:v>
                </c:pt>
                <c:pt idx="1873">
                  <c:v>620</c:v>
                </c:pt>
                <c:pt idx="1874">
                  <c:v>620</c:v>
                </c:pt>
                <c:pt idx="1875">
                  <c:v>620</c:v>
                </c:pt>
                <c:pt idx="1876">
                  <c:v>620</c:v>
                </c:pt>
                <c:pt idx="1877">
                  <c:v>620</c:v>
                </c:pt>
                <c:pt idx="1878">
                  <c:v>620</c:v>
                </c:pt>
                <c:pt idx="1879">
                  <c:v>620</c:v>
                </c:pt>
                <c:pt idx="1880">
                  <c:v>620</c:v>
                </c:pt>
                <c:pt idx="1881">
                  <c:v>620</c:v>
                </c:pt>
                <c:pt idx="1882">
                  <c:v>620</c:v>
                </c:pt>
                <c:pt idx="1883">
                  <c:v>620</c:v>
                </c:pt>
                <c:pt idx="1884">
                  <c:v>620</c:v>
                </c:pt>
                <c:pt idx="1885">
                  <c:v>620</c:v>
                </c:pt>
                <c:pt idx="1886">
                  <c:v>620</c:v>
                </c:pt>
                <c:pt idx="1887">
                  <c:v>620</c:v>
                </c:pt>
                <c:pt idx="1888">
                  <c:v>620</c:v>
                </c:pt>
                <c:pt idx="1889">
                  <c:v>620</c:v>
                </c:pt>
                <c:pt idx="1890">
                  <c:v>620</c:v>
                </c:pt>
                <c:pt idx="1891">
                  <c:v>620</c:v>
                </c:pt>
                <c:pt idx="1892">
                  <c:v>620</c:v>
                </c:pt>
                <c:pt idx="1893">
                  <c:v>620</c:v>
                </c:pt>
                <c:pt idx="1894">
                  <c:v>620</c:v>
                </c:pt>
                <c:pt idx="1895">
                  <c:v>620</c:v>
                </c:pt>
                <c:pt idx="1896">
                  <c:v>620</c:v>
                </c:pt>
                <c:pt idx="1897">
                  <c:v>620</c:v>
                </c:pt>
                <c:pt idx="1898">
                  <c:v>620</c:v>
                </c:pt>
                <c:pt idx="1899">
                  <c:v>620</c:v>
                </c:pt>
                <c:pt idx="1900">
                  <c:v>620</c:v>
                </c:pt>
                <c:pt idx="1901">
                  <c:v>620</c:v>
                </c:pt>
                <c:pt idx="1902">
                  <c:v>620</c:v>
                </c:pt>
                <c:pt idx="1903">
                  <c:v>620</c:v>
                </c:pt>
                <c:pt idx="1904">
                  <c:v>620</c:v>
                </c:pt>
                <c:pt idx="1905">
                  <c:v>620</c:v>
                </c:pt>
                <c:pt idx="1906">
                  <c:v>620</c:v>
                </c:pt>
                <c:pt idx="1907">
                  <c:v>620</c:v>
                </c:pt>
                <c:pt idx="1908">
                  <c:v>620</c:v>
                </c:pt>
                <c:pt idx="1909">
                  <c:v>620</c:v>
                </c:pt>
                <c:pt idx="1910">
                  <c:v>620</c:v>
                </c:pt>
                <c:pt idx="1911">
                  <c:v>620</c:v>
                </c:pt>
                <c:pt idx="1912">
                  <c:v>620</c:v>
                </c:pt>
                <c:pt idx="1913">
                  <c:v>620</c:v>
                </c:pt>
                <c:pt idx="1914">
                  <c:v>620</c:v>
                </c:pt>
                <c:pt idx="1915">
                  <c:v>620</c:v>
                </c:pt>
                <c:pt idx="1916">
                  <c:v>620</c:v>
                </c:pt>
                <c:pt idx="1917">
                  <c:v>620</c:v>
                </c:pt>
                <c:pt idx="1918">
                  <c:v>620</c:v>
                </c:pt>
                <c:pt idx="1919">
                  <c:v>620</c:v>
                </c:pt>
                <c:pt idx="1920">
                  <c:v>620</c:v>
                </c:pt>
                <c:pt idx="1921">
                  <c:v>620</c:v>
                </c:pt>
                <c:pt idx="1922">
                  <c:v>620</c:v>
                </c:pt>
                <c:pt idx="1923">
                  <c:v>620</c:v>
                </c:pt>
                <c:pt idx="1924">
                  <c:v>620</c:v>
                </c:pt>
                <c:pt idx="1925">
                  <c:v>620</c:v>
                </c:pt>
                <c:pt idx="1926">
                  <c:v>620</c:v>
                </c:pt>
                <c:pt idx="1927">
                  <c:v>670</c:v>
                </c:pt>
                <c:pt idx="1928">
                  <c:v>670</c:v>
                </c:pt>
                <c:pt idx="1929">
                  <c:v>670</c:v>
                </c:pt>
                <c:pt idx="1930">
                  <c:v>670</c:v>
                </c:pt>
                <c:pt idx="1931">
                  <c:v>670</c:v>
                </c:pt>
                <c:pt idx="1932">
                  <c:v>670</c:v>
                </c:pt>
                <c:pt idx="1933">
                  <c:v>670</c:v>
                </c:pt>
                <c:pt idx="1934">
                  <c:v>670</c:v>
                </c:pt>
                <c:pt idx="1935">
                  <c:v>670</c:v>
                </c:pt>
                <c:pt idx="1936">
                  <c:v>670</c:v>
                </c:pt>
                <c:pt idx="1937">
                  <c:v>670</c:v>
                </c:pt>
                <c:pt idx="1938">
                  <c:v>670</c:v>
                </c:pt>
                <c:pt idx="1939">
                  <c:v>670</c:v>
                </c:pt>
                <c:pt idx="1940">
                  <c:v>670</c:v>
                </c:pt>
                <c:pt idx="1941">
                  <c:v>670</c:v>
                </c:pt>
                <c:pt idx="1942">
                  <c:v>670</c:v>
                </c:pt>
                <c:pt idx="1943">
                  <c:v>670</c:v>
                </c:pt>
                <c:pt idx="1944">
                  <c:v>670</c:v>
                </c:pt>
                <c:pt idx="1945">
                  <c:v>670</c:v>
                </c:pt>
                <c:pt idx="1946">
                  <c:v>670</c:v>
                </c:pt>
                <c:pt idx="1947">
                  <c:v>670</c:v>
                </c:pt>
                <c:pt idx="1948">
                  <c:v>670</c:v>
                </c:pt>
                <c:pt idx="1949">
                  <c:v>670</c:v>
                </c:pt>
                <c:pt idx="1950">
                  <c:v>670</c:v>
                </c:pt>
                <c:pt idx="1951">
                  <c:v>670</c:v>
                </c:pt>
                <c:pt idx="1952">
                  <c:v>670</c:v>
                </c:pt>
                <c:pt idx="1953">
                  <c:v>670</c:v>
                </c:pt>
                <c:pt idx="1954">
                  <c:v>720</c:v>
                </c:pt>
                <c:pt idx="1955">
                  <c:v>720</c:v>
                </c:pt>
                <c:pt idx="1956">
                  <c:v>720</c:v>
                </c:pt>
                <c:pt idx="1957">
                  <c:v>720</c:v>
                </c:pt>
                <c:pt idx="1958">
                  <c:v>720</c:v>
                </c:pt>
                <c:pt idx="1959">
                  <c:v>720</c:v>
                </c:pt>
                <c:pt idx="1960">
                  <c:v>720</c:v>
                </c:pt>
                <c:pt idx="1961">
                  <c:v>720</c:v>
                </c:pt>
                <c:pt idx="1962">
                  <c:v>720</c:v>
                </c:pt>
                <c:pt idx="1963">
                  <c:v>770</c:v>
                </c:pt>
                <c:pt idx="1964">
                  <c:v>770</c:v>
                </c:pt>
                <c:pt idx="1965">
                  <c:v>770</c:v>
                </c:pt>
                <c:pt idx="1966">
                  <c:v>770</c:v>
                </c:pt>
                <c:pt idx="1967">
                  <c:v>770</c:v>
                </c:pt>
                <c:pt idx="1968">
                  <c:v>770</c:v>
                </c:pt>
                <c:pt idx="1969">
                  <c:v>770</c:v>
                </c:pt>
                <c:pt idx="1970">
                  <c:v>770</c:v>
                </c:pt>
                <c:pt idx="1971">
                  <c:v>770</c:v>
                </c:pt>
                <c:pt idx="1972">
                  <c:v>770</c:v>
                </c:pt>
                <c:pt idx="1973">
                  <c:v>770</c:v>
                </c:pt>
                <c:pt idx="1974">
                  <c:v>770</c:v>
                </c:pt>
                <c:pt idx="1975">
                  <c:v>920</c:v>
                </c:pt>
                <c:pt idx="1976">
                  <c:v>920</c:v>
                </c:pt>
                <c:pt idx="1977">
                  <c:v>920</c:v>
                </c:pt>
                <c:pt idx="1978">
                  <c:v>920</c:v>
                </c:pt>
                <c:pt idx="1979">
                  <c:v>920</c:v>
                </c:pt>
                <c:pt idx="1980">
                  <c:v>920</c:v>
                </c:pt>
                <c:pt idx="1981">
                  <c:v>920</c:v>
                </c:pt>
                <c:pt idx="1982">
                  <c:v>920</c:v>
                </c:pt>
                <c:pt idx="1983">
                  <c:v>920</c:v>
                </c:pt>
                <c:pt idx="1984">
                  <c:v>920</c:v>
                </c:pt>
                <c:pt idx="1985">
                  <c:v>920</c:v>
                </c:pt>
                <c:pt idx="1986">
                  <c:v>920</c:v>
                </c:pt>
                <c:pt idx="1987">
                  <c:v>920</c:v>
                </c:pt>
                <c:pt idx="1988">
                  <c:v>920</c:v>
                </c:pt>
                <c:pt idx="1989">
                  <c:v>920</c:v>
                </c:pt>
                <c:pt idx="1990">
                  <c:v>920</c:v>
                </c:pt>
                <c:pt idx="1991">
                  <c:v>920</c:v>
                </c:pt>
                <c:pt idx="1992">
                  <c:v>920</c:v>
                </c:pt>
                <c:pt idx="1993">
                  <c:v>920</c:v>
                </c:pt>
                <c:pt idx="1994">
                  <c:v>920</c:v>
                </c:pt>
                <c:pt idx="1995">
                  <c:v>920</c:v>
                </c:pt>
                <c:pt idx="1996">
                  <c:v>980</c:v>
                </c:pt>
                <c:pt idx="1997">
                  <c:v>980</c:v>
                </c:pt>
                <c:pt idx="1998">
                  <c:v>980</c:v>
                </c:pt>
                <c:pt idx="1999">
                  <c:v>980</c:v>
                </c:pt>
                <c:pt idx="2000">
                  <c:v>980</c:v>
                </c:pt>
                <c:pt idx="2001">
                  <c:v>980</c:v>
                </c:pt>
                <c:pt idx="2002">
                  <c:v>980</c:v>
                </c:pt>
                <c:pt idx="2003">
                  <c:v>980</c:v>
                </c:pt>
                <c:pt idx="2004">
                  <c:v>980</c:v>
                </c:pt>
                <c:pt idx="2005">
                  <c:v>980</c:v>
                </c:pt>
                <c:pt idx="2006">
                  <c:v>980</c:v>
                </c:pt>
                <c:pt idx="2007">
                  <c:v>980</c:v>
                </c:pt>
                <c:pt idx="2008">
                  <c:v>980</c:v>
                </c:pt>
                <c:pt idx="2009">
                  <c:v>980</c:v>
                </c:pt>
                <c:pt idx="2010">
                  <c:v>980</c:v>
                </c:pt>
                <c:pt idx="2011">
                  <c:v>980</c:v>
                </c:pt>
                <c:pt idx="2012">
                  <c:v>980</c:v>
                </c:pt>
                <c:pt idx="2013">
                  <c:v>980</c:v>
                </c:pt>
                <c:pt idx="2014">
                  <c:v>980</c:v>
                </c:pt>
                <c:pt idx="2015">
                  <c:v>980</c:v>
                </c:pt>
                <c:pt idx="2016">
                  <c:v>980</c:v>
                </c:pt>
                <c:pt idx="2017">
                  <c:v>980</c:v>
                </c:pt>
                <c:pt idx="2018">
                  <c:v>980</c:v>
                </c:pt>
                <c:pt idx="2019">
                  <c:v>980</c:v>
                </c:pt>
                <c:pt idx="2020">
                  <c:v>980</c:v>
                </c:pt>
                <c:pt idx="2021">
                  <c:v>980</c:v>
                </c:pt>
                <c:pt idx="2022">
                  <c:v>980</c:v>
                </c:pt>
                <c:pt idx="2023">
                  <c:v>980</c:v>
                </c:pt>
                <c:pt idx="2024">
                  <c:v>980</c:v>
                </c:pt>
                <c:pt idx="2025">
                  <c:v>1010</c:v>
                </c:pt>
                <c:pt idx="2026">
                  <c:v>1010</c:v>
                </c:pt>
                <c:pt idx="2027">
                  <c:v>1010</c:v>
                </c:pt>
                <c:pt idx="2028">
                  <c:v>1010</c:v>
                </c:pt>
                <c:pt idx="2029">
                  <c:v>1010</c:v>
                </c:pt>
                <c:pt idx="2030">
                  <c:v>1010</c:v>
                </c:pt>
                <c:pt idx="2031">
                  <c:v>1010</c:v>
                </c:pt>
                <c:pt idx="2032">
                  <c:v>1010</c:v>
                </c:pt>
                <c:pt idx="2033">
                  <c:v>1010</c:v>
                </c:pt>
                <c:pt idx="2034">
                  <c:v>1010</c:v>
                </c:pt>
                <c:pt idx="2035">
                  <c:v>1010</c:v>
                </c:pt>
                <c:pt idx="2036">
                  <c:v>1010</c:v>
                </c:pt>
                <c:pt idx="2037">
                  <c:v>1010</c:v>
                </c:pt>
                <c:pt idx="2038">
                  <c:v>1010</c:v>
                </c:pt>
                <c:pt idx="2039">
                  <c:v>1010</c:v>
                </c:pt>
                <c:pt idx="2040">
                  <c:v>1010</c:v>
                </c:pt>
                <c:pt idx="2041">
                  <c:v>1010</c:v>
                </c:pt>
                <c:pt idx="2042">
                  <c:v>1010</c:v>
                </c:pt>
                <c:pt idx="2043">
                  <c:v>1010</c:v>
                </c:pt>
                <c:pt idx="2044">
                  <c:v>1010</c:v>
                </c:pt>
                <c:pt idx="2045">
                  <c:v>1010</c:v>
                </c:pt>
                <c:pt idx="2046">
                  <c:v>1010</c:v>
                </c:pt>
                <c:pt idx="2047">
                  <c:v>1010</c:v>
                </c:pt>
                <c:pt idx="2048">
                  <c:v>1010</c:v>
                </c:pt>
                <c:pt idx="2049">
                  <c:v>1010</c:v>
                </c:pt>
                <c:pt idx="2050">
                  <c:v>1010</c:v>
                </c:pt>
                <c:pt idx="2051">
                  <c:v>1010</c:v>
                </c:pt>
                <c:pt idx="2052">
                  <c:v>1010</c:v>
                </c:pt>
                <c:pt idx="2053">
                  <c:v>1010</c:v>
                </c:pt>
                <c:pt idx="2054">
                  <c:v>1010</c:v>
                </c:pt>
                <c:pt idx="2055">
                  <c:v>1010</c:v>
                </c:pt>
                <c:pt idx="2056">
                  <c:v>1010</c:v>
                </c:pt>
                <c:pt idx="2057">
                  <c:v>1010</c:v>
                </c:pt>
                <c:pt idx="2058">
                  <c:v>1010</c:v>
                </c:pt>
                <c:pt idx="2059">
                  <c:v>1010</c:v>
                </c:pt>
                <c:pt idx="2060">
                  <c:v>1010</c:v>
                </c:pt>
                <c:pt idx="2061">
                  <c:v>1010</c:v>
                </c:pt>
                <c:pt idx="2062">
                  <c:v>1010</c:v>
                </c:pt>
                <c:pt idx="2063">
                  <c:v>1010</c:v>
                </c:pt>
                <c:pt idx="2064">
                  <c:v>1010</c:v>
                </c:pt>
                <c:pt idx="2065">
                  <c:v>1010</c:v>
                </c:pt>
                <c:pt idx="2066">
                  <c:v>1010</c:v>
                </c:pt>
                <c:pt idx="2067">
                  <c:v>1010</c:v>
                </c:pt>
                <c:pt idx="2068">
                  <c:v>1010</c:v>
                </c:pt>
                <c:pt idx="2069">
                  <c:v>1010</c:v>
                </c:pt>
                <c:pt idx="2070">
                  <c:v>1010</c:v>
                </c:pt>
                <c:pt idx="2071">
                  <c:v>1010</c:v>
                </c:pt>
                <c:pt idx="2072">
                  <c:v>1010</c:v>
                </c:pt>
                <c:pt idx="2073">
                  <c:v>1010</c:v>
                </c:pt>
                <c:pt idx="2074">
                  <c:v>1010</c:v>
                </c:pt>
                <c:pt idx="2075">
                  <c:v>1010</c:v>
                </c:pt>
                <c:pt idx="2076">
                  <c:v>1010</c:v>
                </c:pt>
                <c:pt idx="2077">
                  <c:v>1010</c:v>
                </c:pt>
                <c:pt idx="2078">
                  <c:v>1010</c:v>
                </c:pt>
                <c:pt idx="2079">
                  <c:v>1010</c:v>
                </c:pt>
                <c:pt idx="2080">
                  <c:v>1010</c:v>
                </c:pt>
                <c:pt idx="2081">
                  <c:v>1010</c:v>
                </c:pt>
                <c:pt idx="2082">
                  <c:v>1010</c:v>
                </c:pt>
                <c:pt idx="2083">
                  <c:v>1010</c:v>
                </c:pt>
                <c:pt idx="2084">
                  <c:v>1010</c:v>
                </c:pt>
                <c:pt idx="2085">
                  <c:v>1010</c:v>
                </c:pt>
                <c:pt idx="2086">
                  <c:v>1010</c:v>
                </c:pt>
                <c:pt idx="2087">
                  <c:v>1010</c:v>
                </c:pt>
                <c:pt idx="2088">
                  <c:v>1010</c:v>
                </c:pt>
                <c:pt idx="2089">
                  <c:v>1010</c:v>
                </c:pt>
                <c:pt idx="2090">
                  <c:v>1010</c:v>
                </c:pt>
                <c:pt idx="2091">
                  <c:v>1010</c:v>
                </c:pt>
                <c:pt idx="2092">
                  <c:v>1010</c:v>
                </c:pt>
                <c:pt idx="2093">
                  <c:v>1010</c:v>
                </c:pt>
                <c:pt idx="2094">
                  <c:v>1010</c:v>
                </c:pt>
                <c:pt idx="2095">
                  <c:v>1010</c:v>
                </c:pt>
                <c:pt idx="2096">
                  <c:v>1010</c:v>
                </c:pt>
                <c:pt idx="2097">
                  <c:v>1010</c:v>
                </c:pt>
                <c:pt idx="2098">
                  <c:v>1010</c:v>
                </c:pt>
                <c:pt idx="2099">
                  <c:v>1010</c:v>
                </c:pt>
                <c:pt idx="2100">
                  <c:v>1010</c:v>
                </c:pt>
                <c:pt idx="2101">
                  <c:v>1010</c:v>
                </c:pt>
                <c:pt idx="2102">
                  <c:v>1010</c:v>
                </c:pt>
                <c:pt idx="2103">
                  <c:v>1010</c:v>
                </c:pt>
                <c:pt idx="2104">
                  <c:v>1010</c:v>
                </c:pt>
                <c:pt idx="2105">
                  <c:v>1010</c:v>
                </c:pt>
                <c:pt idx="2106">
                  <c:v>1010</c:v>
                </c:pt>
                <c:pt idx="2107">
                  <c:v>1010</c:v>
                </c:pt>
                <c:pt idx="2108">
                  <c:v>1010</c:v>
                </c:pt>
                <c:pt idx="2109">
                  <c:v>1010</c:v>
                </c:pt>
                <c:pt idx="2110">
                  <c:v>1010</c:v>
                </c:pt>
                <c:pt idx="2111">
                  <c:v>1010</c:v>
                </c:pt>
                <c:pt idx="2112">
                  <c:v>1010</c:v>
                </c:pt>
                <c:pt idx="2113">
                  <c:v>1010</c:v>
                </c:pt>
                <c:pt idx="2114">
                  <c:v>1010</c:v>
                </c:pt>
                <c:pt idx="2115">
                  <c:v>1010</c:v>
                </c:pt>
                <c:pt idx="2116">
                  <c:v>1010</c:v>
                </c:pt>
                <c:pt idx="2117">
                  <c:v>1010</c:v>
                </c:pt>
                <c:pt idx="2118">
                  <c:v>1010</c:v>
                </c:pt>
                <c:pt idx="2119">
                  <c:v>1010</c:v>
                </c:pt>
                <c:pt idx="2120">
                  <c:v>1010</c:v>
                </c:pt>
                <c:pt idx="2121">
                  <c:v>1010</c:v>
                </c:pt>
                <c:pt idx="2122">
                  <c:v>1010</c:v>
                </c:pt>
                <c:pt idx="2123">
                  <c:v>1010</c:v>
                </c:pt>
                <c:pt idx="2124">
                  <c:v>1010</c:v>
                </c:pt>
                <c:pt idx="2125">
                  <c:v>1010</c:v>
                </c:pt>
                <c:pt idx="2126">
                  <c:v>1010</c:v>
                </c:pt>
                <c:pt idx="2127">
                  <c:v>1010</c:v>
                </c:pt>
                <c:pt idx="2128">
                  <c:v>1010</c:v>
                </c:pt>
                <c:pt idx="2129">
                  <c:v>1010</c:v>
                </c:pt>
                <c:pt idx="2130">
                  <c:v>1010</c:v>
                </c:pt>
                <c:pt idx="2131">
                  <c:v>1010</c:v>
                </c:pt>
                <c:pt idx="2132">
                  <c:v>1010</c:v>
                </c:pt>
                <c:pt idx="2133">
                  <c:v>1010</c:v>
                </c:pt>
                <c:pt idx="2134">
                  <c:v>1010</c:v>
                </c:pt>
                <c:pt idx="2135">
                  <c:v>1010</c:v>
                </c:pt>
                <c:pt idx="2136">
                  <c:v>1010</c:v>
                </c:pt>
                <c:pt idx="2137">
                  <c:v>1010</c:v>
                </c:pt>
                <c:pt idx="2138">
                  <c:v>1010</c:v>
                </c:pt>
                <c:pt idx="2139">
                  <c:v>1010</c:v>
                </c:pt>
                <c:pt idx="2140">
                  <c:v>1010</c:v>
                </c:pt>
                <c:pt idx="2141">
                  <c:v>1010</c:v>
                </c:pt>
                <c:pt idx="2142">
                  <c:v>1010</c:v>
                </c:pt>
                <c:pt idx="2143">
                  <c:v>1010</c:v>
                </c:pt>
                <c:pt idx="2144">
                  <c:v>1010</c:v>
                </c:pt>
                <c:pt idx="2145">
                  <c:v>1010</c:v>
                </c:pt>
                <c:pt idx="2146">
                  <c:v>1010</c:v>
                </c:pt>
                <c:pt idx="2147">
                  <c:v>1010</c:v>
                </c:pt>
                <c:pt idx="2148">
                  <c:v>1010</c:v>
                </c:pt>
                <c:pt idx="2149">
                  <c:v>1010</c:v>
                </c:pt>
                <c:pt idx="2150">
                  <c:v>1010</c:v>
                </c:pt>
                <c:pt idx="2151">
                  <c:v>1010</c:v>
                </c:pt>
                <c:pt idx="2152">
                  <c:v>1010</c:v>
                </c:pt>
                <c:pt idx="2153">
                  <c:v>1010</c:v>
                </c:pt>
                <c:pt idx="2154">
                  <c:v>1010</c:v>
                </c:pt>
                <c:pt idx="2155">
                  <c:v>1010</c:v>
                </c:pt>
                <c:pt idx="2156">
                  <c:v>1010</c:v>
                </c:pt>
                <c:pt idx="2157">
                  <c:v>1010</c:v>
                </c:pt>
                <c:pt idx="2158">
                  <c:v>1010</c:v>
                </c:pt>
                <c:pt idx="2159">
                  <c:v>1010</c:v>
                </c:pt>
                <c:pt idx="2160">
                  <c:v>1010</c:v>
                </c:pt>
                <c:pt idx="2161">
                  <c:v>1010</c:v>
                </c:pt>
                <c:pt idx="2162">
                  <c:v>1010</c:v>
                </c:pt>
                <c:pt idx="2163">
                  <c:v>1010</c:v>
                </c:pt>
                <c:pt idx="2164">
                  <c:v>1010</c:v>
                </c:pt>
                <c:pt idx="2165">
                  <c:v>1010</c:v>
                </c:pt>
                <c:pt idx="2166">
                  <c:v>1010</c:v>
                </c:pt>
                <c:pt idx="2167">
                  <c:v>1010</c:v>
                </c:pt>
                <c:pt idx="2168">
                  <c:v>1010</c:v>
                </c:pt>
                <c:pt idx="2169">
                  <c:v>1010</c:v>
                </c:pt>
                <c:pt idx="2170">
                  <c:v>1010</c:v>
                </c:pt>
                <c:pt idx="2171">
                  <c:v>1010</c:v>
                </c:pt>
                <c:pt idx="2172">
                  <c:v>1010</c:v>
                </c:pt>
                <c:pt idx="2173">
                  <c:v>1010</c:v>
                </c:pt>
                <c:pt idx="2174">
                  <c:v>1010</c:v>
                </c:pt>
                <c:pt idx="2175">
                  <c:v>1010</c:v>
                </c:pt>
                <c:pt idx="2176">
                  <c:v>1010</c:v>
                </c:pt>
                <c:pt idx="2177">
                  <c:v>1010</c:v>
                </c:pt>
                <c:pt idx="2178">
                  <c:v>1010</c:v>
                </c:pt>
                <c:pt idx="2179">
                  <c:v>1010</c:v>
                </c:pt>
                <c:pt idx="2180">
                  <c:v>1010</c:v>
                </c:pt>
                <c:pt idx="2181">
                  <c:v>1010</c:v>
                </c:pt>
                <c:pt idx="2182">
                  <c:v>1010</c:v>
                </c:pt>
                <c:pt idx="2183">
                  <c:v>1010</c:v>
                </c:pt>
                <c:pt idx="2184">
                  <c:v>1010</c:v>
                </c:pt>
                <c:pt idx="2185">
                  <c:v>1010</c:v>
                </c:pt>
                <c:pt idx="2186">
                  <c:v>1010</c:v>
                </c:pt>
                <c:pt idx="2187">
                  <c:v>1010</c:v>
                </c:pt>
                <c:pt idx="2188">
                  <c:v>1010</c:v>
                </c:pt>
                <c:pt idx="2189">
                  <c:v>1010</c:v>
                </c:pt>
                <c:pt idx="2190">
                  <c:v>1010</c:v>
                </c:pt>
                <c:pt idx="2191">
                  <c:v>1010</c:v>
                </c:pt>
                <c:pt idx="2192">
                  <c:v>1010</c:v>
                </c:pt>
                <c:pt idx="2193">
                  <c:v>1010</c:v>
                </c:pt>
                <c:pt idx="2194">
                  <c:v>1010</c:v>
                </c:pt>
                <c:pt idx="2195">
                  <c:v>1010</c:v>
                </c:pt>
                <c:pt idx="2196">
                  <c:v>1010</c:v>
                </c:pt>
                <c:pt idx="2197">
                  <c:v>1010</c:v>
                </c:pt>
                <c:pt idx="2198">
                  <c:v>1010</c:v>
                </c:pt>
                <c:pt idx="2199">
                  <c:v>1010</c:v>
                </c:pt>
                <c:pt idx="2200">
                  <c:v>1010</c:v>
                </c:pt>
                <c:pt idx="2201">
                  <c:v>1010</c:v>
                </c:pt>
                <c:pt idx="2202">
                  <c:v>1010</c:v>
                </c:pt>
                <c:pt idx="2203">
                  <c:v>1010</c:v>
                </c:pt>
                <c:pt idx="2204">
                  <c:v>1010</c:v>
                </c:pt>
                <c:pt idx="2205">
                  <c:v>1010</c:v>
                </c:pt>
                <c:pt idx="2206">
                  <c:v>1010</c:v>
                </c:pt>
                <c:pt idx="2207">
                  <c:v>1010</c:v>
                </c:pt>
                <c:pt idx="2208">
                  <c:v>1010</c:v>
                </c:pt>
                <c:pt idx="2209">
                  <c:v>1010</c:v>
                </c:pt>
                <c:pt idx="2210">
                  <c:v>1010</c:v>
                </c:pt>
                <c:pt idx="2211">
                  <c:v>1010</c:v>
                </c:pt>
                <c:pt idx="2212">
                  <c:v>1010</c:v>
                </c:pt>
                <c:pt idx="2213">
                  <c:v>1010</c:v>
                </c:pt>
                <c:pt idx="2214">
                  <c:v>1010</c:v>
                </c:pt>
                <c:pt idx="2215">
                  <c:v>1010</c:v>
                </c:pt>
                <c:pt idx="2216">
                  <c:v>1010</c:v>
                </c:pt>
                <c:pt idx="2217">
                  <c:v>1010</c:v>
                </c:pt>
                <c:pt idx="2218">
                  <c:v>1010</c:v>
                </c:pt>
                <c:pt idx="2219">
                  <c:v>1010</c:v>
                </c:pt>
                <c:pt idx="2220">
                  <c:v>1010</c:v>
                </c:pt>
                <c:pt idx="2221">
                  <c:v>1010</c:v>
                </c:pt>
                <c:pt idx="2222">
                  <c:v>1010</c:v>
                </c:pt>
                <c:pt idx="2223">
                  <c:v>1010</c:v>
                </c:pt>
                <c:pt idx="2224">
                  <c:v>1010</c:v>
                </c:pt>
                <c:pt idx="2225">
                  <c:v>1010</c:v>
                </c:pt>
                <c:pt idx="2226">
                  <c:v>1010</c:v>
                </c:pt>
                <c:pt idx="2227">
                  <c:v>1010</c:v>
                </c:pt>
                <c:pt idx="2228">
                  <c:v>1010</c:v>
                </c:pt>
                <c:pt idx="2229">
                  <c:v>1010</c:v>
                </c:pt>
                <c:pt idx="2230">
                  <c:v>1010</c:v>
                </c:pt>
                <c:pt idx="2231">
                  <c:v>1010</c:v>
                </c:pt>
                <c:pt idx="2232">
                  <c:v>1010</c:v>
                </c:pt>
                <c:pt idx="2233">
                  <c:v>1010</c:v>
                </c:pt>
                <c:pt idx="2234">
                  <c:v>1010</c:v>
                </c:pt>
                <c:pt idx="2235">
                  <c:v>1010</c:v>
                </c:pt>
                <c:pt idx="2236">
                  <c:v>1010</c:v>
                </c:pt>
                <c:pt idx="2237">
                  <c:v>1010</c:v>
                </c:pt>
                <c:pt idx="2238">
                  <c:v>1010</c:v>
                </c:pt>
                <c:pt idx="2239">
                  <c:v>1010</c:v>
                </c:pt>
                <c:pt idx="2240">
                  <c:v>1010</c:v>
                </c:pt>
                <c:pt idx="2241">
                  <c:v>1050</c:v>
                </c:pt>
                <c:pt idx="2242">
                  <c:v>1050</c:v>
                </c:pt>
                <c:pt idx="2243">
                  <c:v>1050</c:v>
                </c:pt>
                <c:pt idx="2244">
                  <c:v>1050</c:v>
                </c:pt>
                <c:pt idx="2245">
                  <c:v>1050</c:v>
                </c:pt>
                <c:pt idx="2246">
                  <c:v>1050</c:v>
                </c:pt>
                <c:pt idx="2247">
                  <c:v>1050</c:v>
                </c:pt>
                <c:pt idx="2248">
                  <c:v>1050</c:v>
                </c:pt>
                <c:pt idx="2249">
                  <c:v>1050</c:v>
                </c:pt>
                <c:pt idx="2250">
                  <c:v>1050</c:v>
                </c:pt>
                <c:pt idx="2251">
                  <c:v>1050</c:v>
                </c:pt>
                <c:pt idx="2252">
                  <c:v>1050</c:v>
                </c:pt>
                <c:pt idx="2253">
                  <c:v>1050</c:v>
                </c:pt>
                <c:pt idx="2254">
                  <c:v>1050</c:v>
                </c:pt>
                <c:pt idx="2255">
                  <c:v>1050</c:v>
                </c:pt>
                <c:pt idx="2256">
                  <c:v>1050</c:v>
                </c:pt>
                <c:pt idx="2257">
                  <c:v>1050</c:v>
                </c:pt>
                <c:pt idx="2258">
                  <c:v>1050</c:v>
                </c:pt>
                <c:pt idx="2259">
                  <c:v>1050</c:v>
                </c:pt>
                <c:pt idx="2260">
                  <c:v>1050</c:v>
                </c:pt>
                <c:pt idx="2261">
                  <c:v>1050</c:v>
                </c:pt>
                <c:pt idx="2262">
                  <c:v>1050</c:v>
                </c:pt>
                <c:pt idx="2263">
                  <c:v>1050</c:v>
                </c:pt>
                <c:pt idx="2264">
                  <c:v>1050</c:v>
                </c:pt>
                <c:pt idx="2265">
                  <c:v>1050</c:v>
                </c:pt>
                <c:pt idx="2266">
                  <c:v>1050</c:v>
                </c:pt>
                <c:pt idx="2267">
                  <c:v>1050</c:v>
                </c:pt>
                <c:pt idx="2268">
                  <c:v>1050</c:v>
                </c:pt>
                <c:pt idx="2269">
                  <c:v>1050</c:v>
                </c:pt>
                <c:pt idx="2270">
                  <c:v>1050</c:v>
                </c:pt>
                <c:pt idx="2271">
                  <c:v>1050</c:v>
                </c:pt>
                <c:pt idx="2272">
                  <c:v>1050</c:v>
                </c:pt>
                <c:pt idx="2273">
                  <c:v>1050</c:v>
                </c:pt>
                <c:pt idx="2274">
                  <c:v>1050</c:v>
                </c:pt>
                <c:pt idx="2275">
                  <c:v>1050</c:v>
                </c:pt>
                <c:pt idx="2276">
                  <c:v>1050</c:v>
                </c:pt>
                <c:pt idx="2277">
                  <c:v>1050</c:v>
                </c:pt>
                <c:pt idx="2278">
                  <c:v>1060</c:v>
                </c:pt>
                <c:pt idx="2279">
                  <c:v>1060</c:v>
                </c:pt>
                <c:pt idx="2280">
                  <c:v>1060</c:v>
                </c:pt>
                <c:pt idx="2281">
                  <c:v>1060</c:v>
                </c:pt>
                <c:pt idx="2282">
                  <c:v>1060</c:v>
                </c:pt>
                <c:pt idx="2283">
                  <c:v>1060</c:v>
                </c:pt>
                <c:pt idx="2284">
                  <c:v>1060</c:v>
                </c:pt>
                <c:pt idx="2285">
                  <c:v>1060</c:v>
                </c:pt>
                <c:pt idx="2286">
                  <c:v>1060</c:v>
                </c:pt>
                <c:pt idx="2287">
                  <c:v>1060</c:v>
                </c:pt>
                <c:pt idx="2288">
                  <c:v>1060</c:v>
                </c:pt>
                <c:pt idx="2289">
                  <c:v>1060</c:v>
                </c:pt>
                <c:pt idx="2290">
                  <c:v>1060</c:v>
                </c:pt>
                <c:pt idx="2291">
                  <c:v>1060</c:v>
                </c:pt>
                <c:pt idx="2292">
                  <c:v>1060</c:v>
                </c:pt>
                <c:pt idx="2293">
                  <c:v>1060</c:v>
                </c:pt>
                <c:pt idx="2294">
                  <c:v>1060</c:v>
                </c:pt>
                <c:pt idx="2295">
                  <c:v>1060</c:v>
                </c:pt>
                <c:pt idx="2296">
                  <c:v>1060</c:v>
                </c:pt>
                <c:pt idx="2297">
                  <c:v>1060</c:v>
                </c:pt>
                <c:pt idx="2298">
                  <c:v>1060</c:v>
                </c:pt>
                <c:pt idx="2299">
                  <c:v>1060</c:v>
                </c:pt>
                <c:pt idx="2300">
                  <c:v>1060</c:v>
                </c:pt>
                <c:pt idx="2301">
                  <c:v>1060</c:v>
                </c:pt>
                <c:pt idx="2302">
                  <c:v>1060</c:v>
                </c:pt>
                <c:pt idx="2303">
                  <c:v>1060</c:v>
                </c:pt>
                <c:pt idx="2304">
                  <c:v>1060</c:v>
                </c:pt>
                <c:pt idx="2305">
                  <c:v>1060</c:v>
                </c:pt>
                <c:pt idx="2306">
                  <c:v>1060</c:v>
                </c:pt>
                <c:pt idx="2307">
                  <c:v>1060</c:v>
                </c:pt>
                <c:pt idx="2308">
                  <c:v>1060</c:v>
                </c:pt>
                <c:pt idx="2309">
                  <c:v>1060</c:v>
                </c:pt>
                <c:pt idx="2310">
                  <c:v>1060</c:v>
                </c:pt>
                <c:pt idx="2311">
                  <c:v>1060</c:v>
                </c:pt>
                <c:pt idx="2312">
                  <c:v>1060</c:v>
                </c:pt>
                <c:pt idx="2313">
                  <c:v>1060</c:v>
                </c:pt>
                <c:pt idx="2314">
                  <c:v>1060</c:v>
                </c:pt>
                <c:pt idx="2315">
                  <c:v>1020</c:v>
                </c:pt>
                <c:pt idx="2316">
                  <c:v>1020</c:v>
                </c:pt>
                <c:pt idx="2317">
                  <c:v>1020</c:v>
                </c:pt>
                <c:pt idx="2318">
                  <c:v>1020</c:v>
                </c:pt>
                <c:pt idx="2319">
                  <c:v>1000</c:v>
                </c:pt>
                <c:pt idx="2320">
                  <c:v>1000</c:v>
                </c:pt>
                <c:pt idx="2321">
                  <c:v>1000</c:v>
                </c:pt>
                <c:pt idx="2322">
                  <c:v>1000</c:v>
                </c:pt>
                <c:pt idx="2323">
                  <c:v>1000</c:v>
                </c:pt>
                <c:pt idx="2324">
                  <c:v>1000</c:v>
                </c:pt>
                <c:pt idx="2325">
                  <c:v>1000</c:v>
                </c:pt>
                <c:pt idx="2326">
                  <c:v>1000</c:v>
                </c:pt>
                <c:pt idx="2327">
                  <c:v>1000</c:v>
                </c:pt>
                <c:pt idx="2328">
                  <c:v>1000</c:v>
                </c:pt>
                <c:pt idx="2329">
                  <c:v>1000</c:v>
                </c:pt>
                <c:pt idx="2330">
                  <c:v>1000</c:v>
                </c:pt>
                <c:pt idx="2331">
                  <c:v>1000</c:v>
                </c:pt>
                <c:pt idx="2332">
                  <c:v>1000</c:v>
                </c:pt>
                <c:pt idx="2333">
                  <c:v>1000</c:v>
                </c:pt>
                <c:pt idx="2334">
                  <c:v>1000</c:v>
                </c:pt>
                <c:pt idx="2335">
                  <c:v>1000</c:v>
                </c:pt>
                <c:pt idx="2336">
                  <c:v>1000</c:v>
                </c:pt>
                <c:pt idx="2337">
                  <c:v>1000</c:v>
                </c:pt>
                <c:pt idx="2338">
                  <c:v>1000</c:v>
                </c:pt>
                <c:pt idx="2339">
                  <c:v>1000</c:v>
                </c:pt>
                <c:pt idx="2340">
                  <c:v>1000</c:v>
                </c:pt>
                <c:pt idx="2341">
                  <c:v>1000</c:v>
                </c:pt>
                <c:pt idx="2342">
                  <c:v>1000</c:v>
                </c:pt>
                <c:pt idx="2343">
                  <c:v>920</c:v>
                </c:pt>
                <c:pt idx="2344">
                  <c:v>920</c:v>
                </c:pt>
                <c:pt idx="2345">
                  <c:v>920</c:v>
                </c:pt>
                <c:pt idx="2346">
                  <c:v>920</c:v>
                </c:pt>
                <c:pt idx="2347">
                  <c:v>920</c:v>
                </c:pt>
                <c:pt idx="2348">
                  <c:v>920</c:v>
                </c:pt>
                <c:pt idx="2349">
                  <c:v>920</c:v>
                </c:pt>
                <c:pt idx="2350">
                  <c:v>920</c:v>
                </c:pt>
                <c:pt idx="2351">
                  <c:v>920</c:v>
                </c:pt>
                <c:pt idx="2352">
                  <c:v>920</c:v>
                </c:pt>
                <c:pt idx="2353">
                  <c:v>800</c:v>
                </c:pt>
                <c:pt idx="2354">
                  <c:v>800</c:v>
                </c:pt>
                <c:pt idx="2355">
                  <c:v>800</c:v>
                </c:pt>
                <c:pt idx="2356">
                  <c:v>800</c:v>
                </c:pt>
                <c:pt idx="2357">
                  <c:v>800</c:v>
                </c:pt>
                <c:pt idx="2358">
                  <c:v>800</c:v>
                </c:pt>
                <c:pt idx="2359">
                  <c:v>800</c:v>
                </c:pt>
                <c:pt idx="2360">
                  <c:v>800</c:v>
                </c:pt>
                <c:pt idx="2361">
                  <c:v>800</c:v>
                </c:pt>
                <c:pt idx="2362">
                  <c:v>800</c:v>
                </c:pt>
                <c:pt idx="2363">
                  <c:v>800</c:v>
                </c:pt>
                <c:pt idx="2364">
                  <c:v>800</c:v>
                </c:pt>
                <c:pt idx="2365">
                  <c:v>800</c:v>
                </c:pt>
                <c:pt idx="2366">
                  <c:v>800</c:v>
                </c:pt>
                <c:pt idx="2367">
                  <c:v>800</c:v>
                </c:pt>
                <c:pt idx="2368">
                  <c:v>800</c:v>
                </c:pt>
                <c:pt idx="2369">
                  <c:v>800</c:v>
                </c:pt>
                <c:pt idx="2370">
                  <c:v>800</c:v>
                </c:pt>
                <c:pt idx="2371">
                  <c:v>800</c:v>
                </c:pt>
                <c:pt idx="2372">
                  <c:v>750</c:v>
                </c:pt>
                <c:pt idx="2373">
                  <c:v>750</c:v>
                </c:pt>
                <c:pt idx="2374">
                  <c:v>750</c:v>
                </c:pt>
                <c:pt idx="2375">
                  <c:v>750</c:v>
                </c:pt>
                <c:pt idx="2376">
                  <c:v>750</c:v>
                </c:pt>
                <c:pt idx="2377">
                  <c:v>750</c:v>
                </c:pt>
                <c:pt idx="2378">
                  <c:v>750</c:v>
                </c:pt>
                <c:pt idx="2379">
                  <c:v>750</c:v>
                </c:pt>
                <c:pt idx="2380">
                  <c:v>750</c:v>
                </c:pt>
                <c:pt idx="2381">
                  <c:v>700</c:v>
                </c:pt>
                <c:pt idx="2382">
                  <c:v>700</c:v>
                </c:pt>
                <c:pt idx="2383">
                  <c:v>700</c:v>
                </c:pt>
                <c:pt idx="2384">
                  <c:v>700</c:v>
                </c:pt>
                <c:pt idx="2385">
                  <c:v>700</c:v>
                </c:pt>
                <c:pt idx="2386">
                  <c:v>700</c:v>
                </c:pt>
                <c:pt idx="2387">
                  <c:v>700</c:v>
                </c:pt>
                <c:pt idx="2388">
                  <c:v>700</c:v>
                </c:pt>
                <c:pt idx="2389">
                  <c:v>700</c:v>
                </c:pt>
                <c:pt idx="2390">
                  <c:v>700</c:v>
                </c:pt>
                <c:pt idx="2391">
                  <c:v>700</c:v>
                </c:pt>
                <c:pt idx="2392">
                  <c:v>700</c:v>
                </c:pt>
                <c:pt idx="2393">
                  <c:v>700</c:v>
                </c:pt>
                <c:pt idx="2394">
                  <c:v>700</c:v>
                </c:pt>
                <c:pt idx="2395">
                  <c:v>700</c:v>
                </c:pt>
                <c:pt idx="2396">
                  <c:v>700</c:v>
                </c:pt>
                <c:pt idx="2397">
                  <c:v>700</c:v>
                </c:pt>
                <c:pt idx="2398">
                  <c:v>700</c:v>
                </c:pt>
                <c:pt idx="2399">
                  <c:v>700</c:v>
                </c:pt>
                <c:pt idx="2400">
                  <c:v>700</c:v>
                </c:pt>
                <c:pt idx="2401">
                  <c:v>700</c:v>
                </c:pt>
                <c:pt idx="2402">
                  <c:v>700</c:v>
                </c:pt>
                <c:pt idx="2403">
                  <c:v>700</c:v>
                </c:pt>
                <c:pt idx="2404">
                  <c:v>700</c:v>
                </c:pt>
                <c:pt idx="2405">
                  <c:v>700</c:v>
                </c:pt>
                <c:pt idx="2406">
                  <c:v>700</c:v>
                </c:pt>
                <c:pt idx="2407">
                  <c:v>700</c:v>
                </c:pt>
                <c:pt idx="2408">
                  <c:v>700</c:v>
                </c:pt>
                <c:pt idx="2409">
                  <c:v>700</c:v>
                </c:pt>
                <c:pt idx="2410">
                  <c:v>700</c:v>
                </c:pt>
                <c:pt idx="2411">
                  <c:v>720</c:v>
                </c:pt>
                <c:pt idx="2412">
                  <c:v>720</c:v>
                </c:pt>
                <c:pt idx="2413">
                  <c:v>720</c:v>
                </c:pt>
                <c:pt idx="2414">
                  <c:v>720</c:v>
                </c:pt>
                <c:pt idx="2415">
                  <c:v>720</c:v>
                </c:pt>
                <c:pt idx="2416">
                  <c:v>720</c:v>
                </c:pt>
                <c:pt idx="2417">
                  <c:v>720</c:v>
                </c:pt>
                <c:pt idx="2418">
                  <c:v>720</c:v>
                </c:pt>
                <c:pt idx="2419">
                  <c:v>720</c:v>
                </c:pt>
                <c:pt idx="2420">
                  <c:v>720</c:v>
                </c:pt>
                <c:pt idx="2421">
                  <c:v>720</c:v>
                </c:pt>
                <c:pt idx="2422">
                  <c:v>720</c:v>
                </c:pt>
                <c:pt idx="2423">
                  <c:v>720</c:v>
                </c:pt>
                <c:pt idx="2424">
                  <c:v>750</c:v>
                </c:pt>
                <c:pt idx="2425">
                  <c:v>750</c:v>
                </c:pt>
                <c:pt idx="2426">
                  <c:v>750</c:v>
                </c:pt>
                <c:pt idx="2427">
                  <c:v>750</c:v>
                </c:pt>
                <c:pt idx="2428">
                  <c:v>750</c:v>
                </c:pt>
                <c:pt idx="2429">
                  <c:v>750</c:v>
                </c:pt>
                <c:pt idx="2430">
                  <c:v>750</c:v>
                </c:pt>
                <c:pt idx="2431">
                  <c:v>770</c:v>
                </c:pt>
                <c:pt idx="2432">
                  <c:v>770</c:v>
                </c:pt>
                <c:pt idx="2433">
                  <c:v>770</c:v>
                </c:pt>
                <c:pt idx="2434">
                  <c:v>770</c:v>
                </c:pt>
                <c:pt idx="2435">
                  <c:v>770</c:v>
                </c:pt>
                <c:pt idx="2436">
                  <c:v>770</c:v>
                </c:pt>
                <c:pt idx="2437">
                  <c:v>770</c:v>
                </c:pt>
                <c:pt idx="2438">
                  <c:v>770</c:v>
                </c:pt>
                <c:pt idx="2439">
                  <c:v>770</c:v>
                </c:pt>
                <c:pt idx="2440">
                  <c:v>770</c:v>
                </c:pt>
                <c:pt idx="2441">
                  <c:v>830</c:v>
                </c:pt>
                <c:pt idx="2442">
                  <c:v>830</c:v>
                </c:pt>
                <c:pt idx="2443">
                  <c:v>830</c:v>
                </c:pt>
                <c:pt idx="2444">
                  <c:v>830</c:v>
                </c:pt>
                <c:pt idx="2445">
                  <c:v>830</c:v>
                </c:pt>
                <c:pt idx="2446">
                  <c:v>830</c:v>
                </c:pt>
                <c:pt idx="2447">
                  <c:v>830</c:v>
                </c:pt>
                <c:pt idx="2448">
                  <c:v>840</c:v>
                </c:pt>
                <c:pt idx="2449">
                  <c:v>840</c:v>
                </c:pt>
                <c:pt idx="2450">
                  <c:v>840</c:v>
                </c:pt>
                <c:pt idx="2451">
                  <c:v>890</c:v>
                </c:pt>
                <c:pt idx="2452">
                  <c:v>900</c:v>
                </c:pt>
                <c:pt idx="2453">
                  <c:v>900</c:v>
                </c:pt>
                <c:pt idx="2454">
                  <c:v>900</c:v>
                </c:pt>
                <c:pt idx="2455">
                  <c:v>900</c:v>
                </c:pt>
                <c:pt idx="2456">
                  <c:v>900</c:v>
                </c:pt>
                <c:pt idx="2457">
                  <c:v>900</c:v>
                </c:pt>
                <c:pt idx="2458">
                  <c:v>900</c:v>
                </c:pt>
                <c:pt idx="2459">
                  <c:v>900</c:v>
                </c:pt>
                <c:pt idx="2460">
                  <c:v>900</c:v>
                </c:pt>
                <c:pt idx="2461">
                  <c:v>900</c:v>
                </c:pt>
                <c:pt idx="2462">
                  <c:v>900</c:v>
                </c:pt>
                <c:pt idx="2463">
                  <c:v>900</c:v>
                </c:pt>
                <c:pt idx="2464">
                  <c:v>900</c:v>
                </c:pt>
                <c:pt idx="2465">
                  <c:v>900</c:v>
                </c:pt>
                <c:pt idx="2466">
                  <c:v>900</c:v>
                </c:pt>
                <c:pt idx="2467">
                  <c:v>900</c:v>
                </c:pt>
                <c:pt idx="2468">
                  <c:v>900</c:v>
                </c:pt>
                <c:pt idx="2469">
                  <c:v>900</c:v>
                </c:pt>
                <c:pt idx="2470">
                  <c:v>900</c:v>
                </c:pt>
                <c:pt idx="2471">
                  <c:v>900</c:v>
                </c:pt>
                <c:pt idx="2472">
                  <c:v>900</c:v>
                </c:pt>
                <c:pt idx="2473">
                  <c:v>900</c:v>
                </c:pt>
                <c:pt idx="2474">
                  <c:v>900</c:v>
                </c:pt>
                <c:pt idx="2475">
                  <c:v>900</c:v>
                </c:pt>
                <c:pt idx="2476">
                  <c:v>900</c:v>
                </c:pt>
                <c:pt idx="2477">
                  <c:v>900</c:v>
                </c:pt>
                <c:pt idx="2478">
                  <c:v>900</c:v>
                </c:pt>
                <c:pt idx="2479">
                  <c:v>900</c:v>
                </c:pt>
                <c:pt idx="2480">
                  <c:v>900</c:v>
                </c:pt>
                <c:pt idx="2481">
                  <c:v>900</c:v>
                </c:pt>
                <c:pt idx="2482">
                  <c:v>900</c:v>
                </c:pt>
                <c:pt idx="2483">
                  <c:v>900</c:v>
                </c:pt>
                <c:pt idx="2484">
                  <c:v>900</c:v>
                </c:pt>
                <c:pt idx="2485">
                  <c:v>900</c:v>
                </c:pt>
                <c:pt idx="2486">
                  <c:v>930</c:v>
                </c:pt>
                <c:pt idx="2487">
                  <c:v>930</c:v>
                </c:pt>
                <c:pt idx="2488">
                  <c:v>930</c:v>
                </c:pt>
                <c:pt idx="2489">
                  <c:v>930</c:v>
                </c:pt>
                <c:pt idx="2490">
                  <c:v>930</c:v>
                </c:pt>
                <c:pt idx="2491">
                  <c:v>930</c:v>
                </c:pt>
                <c:pt idx="2492">
                  <c:v>930</c:v>
                </c:pt>
                <c:pt idx="2493">
                  <c:v>930</c:v>
                </c:pt>
                <c:pt idx="2494">
                  <c:v>930</c:v>
                </c:pt>
                <c:pt idx="2495">
                  <c:v>930</c:v>
                </c:pt>
                <c:pt idx="2496">
                  <c:v>930</c:v>
                </c:pt>
                <c:pt idx="2497">
                  <c:v>930</c:v>
                </c:pt>
                <c:pt idx="2498">
                  <c:v>930</c:v>
                </c:pt>
                <c:pt idx="2499">
                  <c:v>930</c:v>
                </c:pt>
                <c:pt idx="2500">
                  <c:v>930</c:v>
                </c:pt>
                <c:pt idx="2501">
                  <c:v>930</c:v>
                </c:pt>
                <c:pt idx="2502">
                  <c:v>930</c:v>
                </c:pt>
                <c:pt idx="2503">
                  <c:v>930</c:v>
                </c:pt>
                <c:pt idx="2504">
                  <c:v>930</c:v>
                </c:pt>
                <c:pt idx="2505">
                  <c:v>930</c:v>
                </c:pt>
                <c:pt idx="2506">
                  <c:v>930</c:v>
                </c:pt>
                <c:pt idx="2507">
                  <c:v>930</c:v>
                </c:pt>
                <c:pt idx="2508">
                  <c:v>930</c:v>
                </c:pt>
                <c:pt idx="2509">
                  <c:v>930</c:v>
                </c:pt>
                <c:pt idx="2510">
                  <c:v>930</c:v>
                </c:pt>
                <c:pt idx="2511">
                  <c:v>930</c:v>
                </c:pt>
                <c:pt idx="2512">
                  <c:v>930</c:v>
                </c:pt>
                <c:pt idx="2513">
                  <c:v>930</c:v>
                </c:pt>
                <c:pt idx="2514">
                  <c:v>930</c:v>
                </c:pt>
                <c:pt idx="2515">
                  <c:v>930</c:v>
                </c:pt>
                <c:pt idx="2516">
                  <c:v>930</c:v>
                </c:pt>
                <c:pt idx="2517">
                  <c:v>930</c:v>
                </c:pt>
                <c:pt idx="2518">
                  <c:v>930</c:v>
                </c:pt>
                <c:pt idx="2519">
                  <c:v>930</c:v>
                </c:pt>
                <c:pt idx="2520">
                  <c:v>930</c:v>
                </c:pt>
                <c:pt idx="2521">
                  <c:v>930</c:v>
                </c:pt>
                <c:pt idx="2522">
                  <c:v>930</c:v>
                </c:pt>
                <c:pt idx="2523">
                  <c:v>930</c:v>
                </c:pt>
                <c:pt idx="2524">
                  <c:v>930</c:v>
                </c:pt>
                <c:pt idx="2525">
                  <c:v>930</c:v>
                </c:pt>
                <c:pt idx="2526">
                  <c:v>930</c:v>
                </c:pt>
                <c:pt idx="2527">
                  <c:v>930</c:v>
                </c:pt>
                <c:pt idx="2528">
                  <c:v>930</c:v>
                </c:pt>
                <c:pt idx="2529">
                  <c:v>930</c:v>
                </c:pt>
                <c:pt idx="2530">
                  <c:v>930</c:v>
                </c:pt>
                <c:pt idx="2531">
                  <c:v>930</c:v>
                </c:pt>
                <c:pt idx="2532">
                  <c:v>930</c:v>
                </c:pt>
                <c:pt idx="2533">
                  <c:v>930</c:v>
                </c:pt>
                <c:pt idx="2534">
                  <c:v>930</c:v>
                </c:pt>
                <c:pt idx="2535">
                  <c:v>930</c:v>
                </c:pt>
                <c:pt idx="2536">
                  <c:v>930</c:v>
                </c:pt>
                <c:pt idx="2537">
                  <c:v>930</c:v>
                </c:pt>
                <c:pt idx="2538">
                  <c:v>930</c:v>
                </c:pt>
                <c:pt idx="2539">
                  <c:v>930</c:v>
                </c:pt>
                <c:pt idx="2540">
                  <c:v>930</c:v>
                </c:pt>
                <c:pt idx="2541">
                  <c:v>930</c:v>
                </c:pt>
                <c:pt idx="2542">
                  <c:v>930</c:v>
                </c:pt>
                <c:pt idx="2543">
                  <c:v>930</c:v>
                </c:pt>
                <c:pt idx="2544">
                  <c:v>930</c:v>
                </c:pt>
                <c:pt idx="2545">
                  <c:v>930</c:v>
                </c:pt>
                <c:pt idx="2546">
                  <c:v>930</c:v>
                </c:pt>
                <c:pt idx="2547">
                  <c:v>930</c:v>
                </c:pt>
                <c:pt idx="2548">
                  <c:v>930</c:v>
                </c:pt>
                <c:pt idx="2549">
                  <c:v>930</c:v>
                </c:pt>
                <c:pt idx="2550">
                  <c:v>930</c:v>
                </c:pt>
                <c:pt idx="2551">
                  <c:v>930</c:v>
                </c:pt>
                <c:pt idx="2552">
                  <c:v>930</c:v>
                </c:pt>
                <c:pt idx="2553">
                  <c:v>930</c:v>
                </c:pt>
                <c:pt idx="2554">
                  <c:v>930</c:v>
                </c:pt>
                <c:pt idx="2555">
                  <c:v>930</c:v>
                </c:pt>
                <c:pt idx="2556">
                  <c:v>930</c:v>
                </c:pt>
                <c:pt idx="2557">
                  <c:v>930</c:v>
                </c:pt>
                <c:pt idx="2558">
                  <c:v>930</c:v>
                </c:pt>
                <c:pt idx="2559">
                  <c:v>930</c:v>
                </c:pt>
                <c:pt idx="2560">
                  <c:v>930</c:v>
                </c:pt>
                <c:pt idx="2561">
                  <c:v>930</c:v>
                </c:pt>
                <c:pt idx="2562">
                  <c:v>930</c:v>
                </c:pt>
                <c:pt idx="2563">
                  <c:v>930</c:v>
                </c:pt>
                <c:pt idx="2564">
                  <c:v>930</c:v>
                </c:pt>
                <c:pt idx="2565">
                  <c:v>930</c:v>
                </c:pt>
                <c:pt idx="2566">
                  <c:v>930</c:v>
                </c:pt>
                <c:pt idx="2567">
                  <c:v>930</c:v>
                </c:pt>
                <c:pt idx="2568">
                  <c:v>930</c:v>
                </c:pt>
                <c:pt idx="2569">
                  <c:v>930</c:v>
                </c:pt>
                <c:pt idx="2570">
                  <c:v>930</c:v>
                </c:pt>
                <c:pt idx="2571">
                  <c:v>930</c:v>
                </c:pt>
                <c:pt idx="2572">
                  <c:v>930</c:v>
                </c:pt>
                <c:pt idx="2573">
                  <c:v>930</c:v>
                </c:pt>
                <c:pt idx="2574">
                  <c:v>930</c:v>
                </c:pt>
                <c:pt idx="2575">
                  <c:v>930</c:v>
                </c:pt>
                <c:pt idx="2576">
                  <c:v>930</c:v>
                </c:pt>
                <c:pt idx="2577">
                  <c:v>930</c:v>
                </c:pt>
                <c:pt idx="2578">
                  <c:v>930</c:v>
                </c:pt>
                <c:pt idx="2579">
                  <c:v>930</c:v>
                </c:pt>
                <c:pt idx="2580">
                  <c:v>930</c:v>
                </c:pt>
                <c:pt idx="2581">
                  <c:v>930</c:v>
                </c:pt>
                <c:pt idx="2582">
                  <c:v>930</c:v>
                </c:pt>
                <c:pt idx="2583">
                  <c:v>930</c:v>
                </c:pt>
                <c:pt idx="2584">
                  <c:v>930</c:v>
                </c:pt>
                <c:pt idx="2585">
                  <c:v>930</c:v>
                </c:pt>
                <c:pt idx="2586">
                  <c:v>930</c:v>
                </c:pt>
                <c:pt idx="2587">
                  <c:v>930</c:v>
                </c:pt>
                <c:pt idx="2588">
                  <c:v>930</c:v>
                </c:pt>
                <c:pt idx="2589">
                  <c:v>930</c:v>
                </c:pt>
                <c:pt idx="2590">
                  <c:v>930</c:v>
                </c:pt>
                <c:pt idx="2591">
                  <c:v>930</c:v>
                </c:pt>
                <c:pt idx="2592">
                  <c:v>930</c:v>
                </c:pt>
                <c:pt idx="2593">
                  <c:v>930</c:v>
                </c:pt>
                <c:pt idx="2594">
                  <c:v>930</c:v>
                </c:pt>
                <c:pt idx="2595">
                  <c:v>930</c:v>
                </c:pt>
                <c:pt idx="2596">
                  <c:v>930</c:v>
                </c:pt>
                <c:pt idx="2597">
                  <c:v>930</c:v>
                </c:pt>
                <c:pt idx="2598">
                  <c:v>930</c:v>
                </c:pt>
                <c:pt idx="2599">
                  <c:v>930</c:v>
                </c:pt>
                <c:pt idx="2600">
                  <c:v>930</c:v>
                </c:pt>
                <c:pt idx="2601">
                  <c:v>930</c:v>
                </c:pt>
                <c:pt idx="2602">
                  <c:v>930</c:v>
                </c:pt>
                <c:pt idx="2603">
                  <c:v>930</c:v>
                </c:pt>
                <c:pt idx="2604">
                  <c:v>930</c:v>
                </c:pt>
                <c:pt idx="2605">
                  <c:v>930</c:v>
                </c:pt>
                <c:pt idx="2606">
                  <c:v>930</c:v>
                </c:pt>
                <c:pt idx="2607">
                  <c:v>930</c:v>
                </c:pt>
                <c:pt idx="2608">
                  <c:v>930</c:v>
                </c:pt>
                <c:pt idx="2609">
                  <c:v>930</c:v>
                </c:pt>
                <c:pt idx="2610">
                  <c:v>930</c:v>
                </c:pt>
                <c:pt idx="2611">
                  <c:v>930</c:v>
                </c:pt>
                <c:pt idx="2612">
                  <c:v>930</c:v>
                </c:pt>
                <c:pt idx="2613">
                  <c:v>930</c:v>
                </c:pt>
                <c:pt idx="2614">
                  <c:v>930</c:v>
                </c:pt>
                <c:pt idx="2615">
                  <c:v>930</c:v>
                </c:pt>
                <c:pt idx="2616">
                  <c:v>930</c:v>
                </c:pt>
                <c:pt idx="2617">
                  <c:v>930</c:v>
                </c:pt>
                <c:pt idx="2618">
                  <c:v>930</c:v>
                </c:pt>
              </c:numCache>
            </c:numRef>
          </c:val>
          <c:smooth val="1"/>
          <c:extLst xmlns:c16r2="http://schemas.microsoft.com/office/drawing/2015/06/chart">
            <c:ext xmlns:c16="http://schemas.microsoft.com/office/drawing/2014/chart" uri="{C3380CC4-5D6E-409C-BE32-E72D297353CC}">
              <c16:uniqueId val="{00000001-C06D-4332-8914-4C39A0F263C6}"/>
            </c:ext>
          </c:extLst>
        </c:ser>
        <c:dLbls>
          <c:showLegendKey val="0"/>
          <c:showVal val="0"/>
          <c:showCatName val="0"/>
          <c:showSerName val="0"/>
          <c:showPercent val="0"/>
          <c:showBubbleSize val="0"/>
        </c:dLbls>
        <c:marker val="1"/>
        <c:smooth val="0"/>
        <c:axId val="860883600"/>
        <c:axId val="860890672"/>
      </c:lineChart>
      <c:dateAx>
        <c:axId val="860883600"/>
        <c:scaling>
          <c:orientation val="minMax"/>
        </c:scaling>
        <c:delete val="0"/>
        <c:axPos val="b"/>
        <c:numFmt formatCode="yy/m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0890672"/>
        <c:crosses val="autoZero"/>
        <c:auto val="1"/>
        <c:lblOffset val="100"/>
        <c:baseTimeUnit val="days"/>
        <c:majorUnit val="12"/>
        <c:majorTimeUnit val="months"/>
      </c:dateAx>
      <c:valAx>
        <c:axId val="86089067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088360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793703703703703"/>
          <c:y val="0.13485729166666666"/>
          <c:w val="0.412183796408709"/>
          <c:h val="0.824367592817418"/>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E38C-431D-9762-8390DF14654A}"/>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E38C-431D-9762-8390DF14654A}"/>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E38C-431D-9762-8390DF14654A}"/>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E38C-431D-9762-8390DF14654A}"/>
              </c:ext>
            </c:extLst>
          </c:dPt>
          <c:dLbls>
            <c:delete val="1"/>
          </c:dLbls>
          <c:cat>
            <c:strRef>
              <c:f>磷矿石产业链!$M$39:$M$42</c:f>
              <c:strCache>
                <c:ptCount val="4"/>
                <c:pt idx="0">
                  <c:v>磷肥</c:v>
                </c:pt>
                <c:pt idx="1">
                  <c:v>黄磷</c:v>
                </c:pt>
                <c:pt idx="2">
                  <c:v>磷酸盐</c:v>
                </c:pt>
                <c:pt idx="3">
                  <c:v>其他磷化物</c:v>
                </c:pt>
              </c:strCache>
            </c:strRef>
          </c:cat>
          <c:val>
            <c:numRef>
              <c:f>磷矿石产业链!$N$39:$N$42</c:f>
              <c:numCache>
                <c:formatCode>0%</c:formatCode>
                <c:ptCount val="4"/>
                <c:pt idx="0">
                  <c:v>0.63</c:v>
                </c:pt>
                <c:pt idx="1">
                  <c:v>0.1</c:v>
                </c:pt>
                <c:pt idx="2">
                  <c:v>0.19</c:v>
                </c:pt>
                <c:pt idx="3">
                  <c:v>0.08</c:v>
                </c:pt>
              </c:numCache>
            </c:numRef>
          </c:val>
          <c:extLst xmlns:c16r2="http://schemas.microsoft.com/office/drawing/2015/06/chart">
            <c:ext xmlns:c16="http://schemas.microsoft.com/office/drawing/2014/chart" uri="{C3380CC4-5D6E-409C-BE32-E72D297353CC}">
              <c16:uniqueId val="{00000008-E38C-431D-9762-8390DF14654A}"/>
            </c:ext>
          </c:extLst>
        </c:ser>
        <c:dLbls>
          <c:showLegendKey val="0"/>
          <c:showVal val="1"/>
          <c:showCatName val="0"/>
          <c:showSerName val="0"/>
          <c:showPercent val="0"/>
          <c:showBubbleSize val="0"/>
          <c:showLeaderLines val="1"/>
        </c:dLbls>
        <c:firstSliceAng val="0"/>
      </c:pieChart>
      <c:spPr>
        <a:noFill/>
        <a:ln w="25400">
          <a:noFill/>
        </a:ln>
        <a:effectLst/>
      </c:spPr>
    </c:plotArea>
    <c:legend>
      <c:legendPos val="b"/>
      <c:layout>
        <c:manualLayout>
          <c:xMode val="edge"/>
          <c:yMode val="edge"/>
          <c:x val="0.73408766083988597"/>
          <c:y val="0.125759459828029"/>
          <c:w val="0.196991823264871"/>
          <c:h val="0.84005811908760797"/>
        </c:manualLayout>
      </c:layout>
      <c:overlay val="0"/>
      <c:spPr>
        <a:noFill/>
        <a:ln w="25400">
          <a:noFill/>
        </a:ln>
        <a:effectLst/>
      </c:spPr>
      <c:txPr>
        <a:bodyPr rot="0" spcFirstLastPara="1" vertOverflow="ellipsis" vert="horz" wrap="square" anchor="ctr" anchorCtr="1"/>
        <a:lstStyle/>
        <a:p>
          <a:pPr>
            <a:defRPr lang="zh-CN" sz="10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华文细黑" panose="02010600040101010101" charset="-122"/>
            </a:defRPr>
          </a:pPr>
          <a:endParaRPr lang="zh-CN"/>
        </a:p>
      </c:txPr>
    </c:legend>
    <c:plotVisOnly val="1"/>
    <c:dispBlanksAs val="gap"/>
    <c:showDLblsOverMax val="0"/>
  </c:chart>
  <c:spPr>
    <a:noFill/>
    <a:ln w="25400" cap="flat" cmpd="sng" algn="ctr">
      <a:noFill/>
      <a:round/>
    </a:ln>
    <a:effectLst/>
  </c:spPr>
  <c:txPr>
    <a:bodyPr/>
    <a:lstStyle/>
    <a:p>
      <a:pPr>
        <a:defRPr lang="zh-CN" sz="800">
          <a:latin typeface="微软雅黑" panose="020B0503020204020204" pitchFamily="34" charset="-122"/>
          <a:ea typeface="微软雅黑" panose="020B0503020204020204" pitchFamily="34" charset="-122"/>
          <a:cs typeface="华文细黑" panose="02010600040101010101" charset="-122"/>
        </a:defRPr>
      </a:pPr>
      <a:endParaRPr lang="zh-CN"/>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6702407407407405E-2"/>
          <c:y val="8.5532291666666677E-2"/>
          <c:w val="0.85250925925925924"/>
          <c:h val="0.79919756944444442"/>
        </c:manualLayout>
      </c:layout>
      <c:barChart>
        <c:barDir val="col"/>
        <c:grouping val="clustered"/>
        <c:varyColors val="0"/>
        <c:ser>
          <c:idx val="0"/>
          <c:order val="0"/>
          <c:tx>
            <c:strRef>
              <c:f>全球钾磷供需!$B$57</c:f>
              <c:strCache>
                <c:ptCount val="1"/>
                <c:pt idx="0">
                  <c:v>全球磷肥供给（万吨P2O5）</c:v>
                </c:pt>
              </c:strCache>
            </c:strRef>
          </c:tx>
          <c:spPr>
            <a:solidFill>
              <a:srgbClr val="E10000"/>
            </a:solidFill>
            <a:ln w="6350">
              <a:noFill/>
              <a:prstDash val="solid"/>
            </a:ln>
            <a:effectLst/>
          </c:spPr>
          <c:invertIfNegative val="0"/>
          <c:cat>
            <c:numRef>
              <c:f>全球钾磷供需!$C$56:$BJ$56</c:f>
              <c:numCache>
                <c:formatCode>General</c:formatCode>
                <c:ptCount val="60"/>
                <c:pt idx="0">
                  <c:v>1961</c:v>
                </c:pt>
                <c:pt idx="1">
                  <c:v>1962</c:v>
                </c:pt>
                <c:pt idx="2">
                  <c:v>1963</c:v>
                </c:pt>
                <c:pt idx="3">
                  <c:v>1964</c:v>
                </c:pt>
                <c:pt idx="4">
                  <c:v>1965</c:v>
                </c:pt>
                <c:pt idx="5">
                  <c:v>1966</c:v>
                </c:pt>
                <c:pt idx="6">
                  <c:v>1967</c:v>
                </c:pt>
                <c:pt idx="7">
                  <c:v>1968</c:v>
                </c:pt>
                <c:pt idx="8">
                  <c:v>1969</c:v>
                </c:pt>
                <c:pt idx="9">
                  <c:v>1970</c:v>
                </c:pt>
                <c:pt idx="10">
                  <c:v>1971</c:v>
                </c:pt>
                <c:pt idx="11">
                  <c:v>1972</c:v>
                </c:pt>
                <c:pt idx="12">
                  <c:v>1973</c:v>
                </c:pt>
                <c:pt idx="13">
                  <c:v>1974</c:v>
                </c:pt>
                <c:pt idx="14">
                  <c:v>1975</c:v>
                </c:pt>
                <c:pt idx="15">
                  <c:v>1976</c:v>
                </c:pt>
                <c:pt idx="16">
                  <c:v>1977</c:v>
                </c:pt>
                <c:pt idx="17">
                  <c:v>1978</c:v>
                </c:pt>
                <c:pt idx="18">
                  <c:v>1979</c:v>
                </c:pt>
                <c:pt idx="19">
                  <c:v>1980</c:v>
                </c:pt>
                <c:pt idx="20">
                  <c:v>1981</c:v>
                </c:pt>
                <c:pt idx="21">
                  <c:v>1982</c:v>
                </c:pt>
                <c:pt idx="22">
                  <c:v>1983</c:v>
                </c:pt>
                <c:pt idx="23">
                  <c:v>1984</c:v>
                </c:pt>
                <c:pt idx="24">
                  <c:v>1985</c:v>
                </c:pt>
                <c:pt idx="25">
                  <c:v>1986</c:v>
                </c:pt>
                <c:pt idx="26">
                  <c:v>1987</c:v>
                </c:pt>
                <c:pt idx="27">
                  <c:v>1988</c:v>
                </c:pt>
                <c:pt idx="28">
                  <c:v>1989</c:v>
                </c:pt>
                <c:pt idx="29">
                  <c:v>1990</c:v>
                </c:pt>
                <c:pt idx="30">
                  <c:v>1991</c:v>
                </c:pt>
                <c:pt idx="31">
                  <c:v>1992</c:v>
                </c:pt>
                <c:pt idx="32">
                  <c:v>1993</c:v>
                </c:pt>
                <c:pt idx="33">
                  <c:v>1994</c:v>
                </c:pt>
                <c:pt idx="34">
                  <c:v>1995</c:v>
                </c:pt>
                <c:pt idx="35">
                  <c:v>1996</c:v>
                </c:pt>
                <c:pt idx="36">
                  <c:v>1997</c:v>
                </c:pt>
                <c:pt idx="37">
                  <c:v>1998</c:v>
                </c:pt>
                <c:pt idx="38">
                  <c:v>1999</c:v>
                </c:pt>
                <c:pt idx="39">
                  <c:v>2000</c:v>
                </c:pt>
                <c:pt idx="40">
                  <c:v>2001</c:v>
                </c:pt>
                <c:pt idx="41">
                  <c:v>2002</c:v>
                </c:pt>
                <c:pt idx="42">
                  <c:v>2003</c:v>
                </c:pt>
                <c:pt idx="43">
                  <c:v>2004</c:v>
                </c:pt>
                <c:pt idx="44">
                  <c:v>2005</c:v>
                </c:pt>
                <c:pt idx="45">
                  <c:v>2006</c:v>
                </c:pt>
                <c:pt idx="46">
                  <c:v>2007</c:v>
                </c:pt>
                <c:pt idx="47">
                  <c:v>2008</c:v>
                </c:pt>
                <c:pt idx="48">
                  <c:v>2009</c:v>
                </c:pt>
                <c:pt idx="49">
                  <c:v>2010</c:v>
                </c:pt>
                <c:pt idx="50">
                  <c:v>2011</c:v>
                </c:pt>
                <c:pt idx="51">
                  <c:v>2012</c:v>
                </c:pt>
                <c:pt idx="52">
                  <c:v>2013</c:v>
                </c:pt>
                <c:pt idx="53">
                  <c:v>2014</c:v>
                </c:pt>
                <c:pt idx="54">
                  <c:v>2015</c:v>
                </c:pt>
                <c:pt idx="55">
                  <c:v>2016</c:v>
                </c:pt>
                <c:pt idx="56">
                  <c:v>2017</c:v>
                </c:pt>
                <c:pt idx="57">
                  <c:v>2018</c:v>
                </c:pt>
                <c:pt idx="58">
                  <c:v>2019</c:v>
                </c:pt>
              </c:numCache>
            </c:numRef>
          </c:cat>
          <c:val>
            <c:numRef>
              <c:f>全球钾磷供需!$C$57:$BJ$57</c:f>
              <c:numCache>
                <c:formatCode>General</c:formatCode>
                <c:ptCount val="60"/>
                <c:pt idx="0">
                  <c:v>1081.3599999999999</c:v>
                </c:pt>
                <c:pt idx="1">
                  <c:v>1150.0899999999999</c:v>
                </c:pt>
                <c:pt idx="2">
                  <c:v>1286.0999999999999</c:v>
                </c:pt>
                <c:pt idx="3">
                  <c:v>1412.25</c:v>
                </c:pt>
                <c:pt idx="4">
                  <c:v>1547.85</c:v>
                </c:pt>
                <c:pt idx="5">
                  <c:v>1721.01</c:v>
                </c:pt>
                <c:pt idx="6">
                  <c:v>1815.63</c:v>
                </c:pt>
                <c:pt idx="7">
                  <c:v>1874.9</c:v>
                </c:pt>
                <c:pt idx="8">
                  <c:v>1913.08</c:v>
                </c:pt>
                <c:pt idx="9">
                  <c:v>2058.5300000000002</c:v>
                </c:pt>
                <c:pt idx="10">
                  <c:v>2216.9299999999998</c:v>
                </c:pt>
                <c:pt idx="11">
                  <c:v>2405.34</c:v>
                </c:pt>
                <c:pt idx="12">
                  <c:v>2518.06</c:v>
                </c:pt>
                <c:pt idx="13">
                  <c:v>2494.11</c:v>
                </c:pt>
                <c:pt idx="14">
                  <c:v>2526.14</c:v>
                </c:pt>
                <c:pt idx="15">
                  <c:v>2734.42</c:v>
                </c:pt>
                <c:pt idx="16">
                  <c:v>2972.54</c:v>
                </c:pt>
                <c:pt idx="17">
                  <c:v>3057.29</c:v>
                </c:pt>
                <c:pt idx="18">
                  <c:v>3262.88</c:v>
                </c:pt>
                <c:pt idx="19">
                  <c:v>3367.65</c:v>
                </c:pt>
                <c:pt idx="20">
                  <c:v>3044.2</c:v>
                </c:pt>
                <c:pt idx="21">
                  <c:v>3102.51</c:v>
                </c:pt>
                <c:pt idx="22">
                  <c:v>3350.71</c:v>
                </c:pt>
                <c:pt idx="23">
                  <c:v>3453.28</c:v>
                </c:pt>
                <c:pt idx="24">
                  <c:v>3285.94</c:v>
                </c:pt>
                <c:pt idx="25">
                  <c:v>3484.25</c:v>
                </c:pt>
                <c:pt idx="26">
                  <c:v>3685.62</c:v>
                </c:pt>
                <c:pt idx="27">
                  <c:v>3969.72</c:v>
                </c:pt>
                <c:pt idx="28">
                  <c:v>3796.05</c:v>
                </c:pt>
                <c:pt idx="29">
                  <c:v>3641.72</c:v>
                </c:pt>
                <c:pt idx="30">
                  <c:v>3097.81</c:v>
                </c:pt>
                <c:pt idx="31">
                  <c:v>3019.9</c:v>
                </c:pt>
                <c:pt idx="32">
                  <c:v>2806.54</c:v>
                </c:pt>
                <c:pt idx="33">
                  <c:v>2916.35</c:v>
                </c:pt>
                <c:pt idx="34">
                  <c:v>3081.33</c:v>
                </c:pt>
                <c:pt idx="35">
                  <c:v>3095.54</c:v>
                </c:pt>
                <c:pt idx="36">
                  <c:v>3312.52</c:v>
                </c:pt>
                <c:pt idx="37">
                  <c:v>3339.07</c:v>
                </c:pt>
                <c:pt idx="38">
                  <c:v>3304.42</c:v>
                </c:pt>
                <c:pt idx="39">
                  <c:v>3274.39</c:v>
                </c:pt>
                <c:pt idx="40">
                  <c:v>3389.36</c:v>
                </c:pt>
                <c:pt idx="41">
                  <c:v>3462.85</c:v>
                </c:pt>
                <c:pt idx="42">
                  <c:v>3418.21</c:v>
                </c:pt>
                <c:pt idx="43">
                  <c:v>3637.76</c:v>
                </c:pt>
                <c:pt idx="44">
                  <c:v>3629.97</c:v>
                </c:pt>
                <c:pt idx="45">
                  <c:v>3822.52</c:v>
                </c:pt>
                <c:pt idx="46">
                  <c:v>4012.7</c:v>
                </c:pt>
                <c:pt idx="47">
                  <c:v>3637.39</c:v>
                </c:pt>
                <c:pt idx="48">
                  <c:v>3790.23</c:v>
                </c:pt>
                <c:pt idx="49">
                  <c:v>4255.8100000000004</c:v>
                </c:pt>
                <c:pt idx="50">
                  <c:v>4421.0600000000004</c:v>
                </c:pt>
                <c:pt idx="51">
                  <c:v>4352.8999999999996</c:v>
                </c:pt>
                <c:pt idx="52">
                  <c:v>4374.13</c:v>
                </c:pt>
                <c:pt idx="53">
                  <c:v>4487.51</c:v>
                </c:pt>
                <c:pt idx="54">
                  <c:v>4648.87</c:v>
                </c:pt>
                <c:pt idx="55">
                  <c:v>4765.41</c:v>
                </c:pt>
                <c:pt idx="56">
                  <c:v>4937.38</c:v>
                </c:pt>
                <c:pt idx="57">
                  <c:v>4753.95</c:v>
                </c:pt>
                <c:pt idx="58">
                  <c:v>4711.8100000000004</c:v>
                </c:pt>
              </c:numCache>
            </c:numRef>
          </c:val>
          <c:extLst xmlns:c16r2="http://schemas.microsoft.com/office/drawing/2015/06/chart">
            <c:ext xmlns:c16="http://schemas.microsoft.com/office/drawing/2014/chart" uri="{C3380CC4-5D6E-409C-BE32-E72D297353CC}">
              <c16:uniqueId val="{00000000-2E18-4363-BF00-8EE2FB2FF83D}"/>
            </c:ext>
          </c:extLst>
        </c:ser>
        <c:dLbls>
          <c:showLegendKey val="0"/>
          <c:showVal val="0"/>
          <c:showCatName val="0"/>
          <c:showSerName val="0"/>
          <c:showPercent val="0"/>
          <c:showBubbleSize val="0"/>
        </c:dLbls>
        <c:gapWidth val="219"/>
        <c:axId val="860891216"/>
        <c:axId val="860886320"/>
      </c:barChart>
      <c:lineChart>
        <c:grouping val="standard"/>
        <c:varyColors val="0"/>
        <c:ser>
          <c:idx val="1"/>
          <c:order val="1"/>
          <c:tx>
            <c:strRef>
              <c:f>全球钾磷供需!$B$58</c:f>
              <c:strCache>
                <c:ptCount val="1"/>
                <c:pt idx="0">
                  <c:v>同比（右轴）</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全球钾磷供需!$C$56:$BJ$56</c:f>
              <c:numCache>
                <c:formatCode>General</c:formatCode>
                <c:ptCount val="60"/>
                <c:pt idx="0">
                  <c:v>1961</c:v>
                </c:pt>
                <c:pt idx="1">
                  <c:v>1962</c:v>
                </c:pt>
                <c:pt idx="2">
                  <c:v>1963</c:v>
                </c:pt>
                <c:pt idx="3">
                  <c:v>1964</c:v>
                </c:pt>
                <c:pt idx="4">
                  <c:v>1965</c:v>
                </c:pt>
                <c:pt idx="5">
                  <c:v>1966</c:v>
                </c:pt>
                <c:pt idx="6">
                  <c:v>1967</c:v>
                </c:pt>
                <c:pt idx="7">
                  <c:v>1968</c:v>
                </c:pt>
                <c:pt idx="8">
                  <c:v>1969</c:v>
                </c:pt>
                <c:pt idx="9">
                  <c:v>1970</c:v>
                </c:pt>
                <c:pt idx="10">
                  <c:v>1971</c:v>
                </c:pt>
                <c:pt idx="11">
                  <c:v>1972</c:v>
                </c:pt>
                <c:pt idx="12">
                  <c:v>1973</c:v>
                </c:pt>
                <c:pt idx="13">
                  <c:v>1974</c:v>
                </c:pt>
                <c:pt idx="14">
                  <c:v>1975</c:v>
                </c:pt>
                <c:pt idx="15">
                  <c:v>1976</c:v>
                </c:pt>
                <c:pt idx="16">
                  <c:v>1977</c:v>
                </c:pt>
                <c:pt idx="17">
                  <c:v>1978</c:v>
                </c:pt>
                <c:pt idx="18">
                  <c:v>1979</c:v>
                </c:pt>
                <c:pt idx="19">
                  <c:v>1980</c:v>
                </c:pt>
                <c:pt idx="20">
                  <c:v>1981</c:v>
                </c:pt>
                <c:pt idx="21">
                  <c:v>1982</c:v>
                </c:pt>
                <c:pt idx="22">
                  <c:v>1983</c:v>
                </c:pt>
                <c:pt idx="23">
                  <c:v>1984</c:v>
                </c:pt>
                <c:pt idx="24">
                  <c:v>1985</c:v>
                </c:pt>
                <c:pt idx="25">
                  <c:v>1986</c:v>
                </c:pt>
                <c:pt idx="26">
                  <c:v>1987</c:v>
                </c:pt>
                <c:pt idx="27">
                  <c:v>1988</c:v>
                </c:pt>
                <c:pt idx="28">
                  <c:v>1989</c:v>
                </c:pt>
                <c:pt idx="29">
                  <c:v>1990</c:v>
                </c:pt>
                <c:pt idx="30">
                  <c:v>1991</c:v>
                </c:pt>
                <c:pt idx="31">
                  <c:v>1992</c:v>
                </c:pt>
                <c:pt idx="32">
                  <c:v>1993</c:v>
                </c:pt>
                <c:pt idx="33">
                  <c:v>1994</c:v>
                </c:pt>
                <c:pt idx="34">
                  <c:v>1995</c:v>
                </c:pt>
                <c:pt idx="35">
                  <c:v>1996</c:v>
                </c:pt>
                <c:pt idx="36">
                  <c:v>1997</c:v>
                </c:pt>
                <c:pt idx="37">
                  <c:v>1998</c:v>
                </c:pt>
                <c:pt idx="38">
                  <c:v>1999</c:v>
                </c:pt>
                <c:pt idx="39">
                  <c:v>2000</c:v>
                </c:pt>
                <c:pt idx="40">
                  <c:v>2001</c:v>
                </c:pt>
                <c:pt idx="41">
                  <c:v>2002</c:v>
                </c:pt>
                <c:pt idx="42">
                  <c:v>2003</c:v>
                </c:pt>
                <c:pt idx="43">
                  <c:v>2004</c:v>
                </c:pt>
                <c:pt idx="44">
                  <c:v>2005</c:v>
                </c:pt>
                <c:pt idx="45">
                  <c:v>2006</c:v>
                </c:pt>
                <c:pt idx="46">
                  <c:v>2007</c:v>
                </c:pt>
                <c:pt idx="47">
                  <c:v>2008</c:v>
                </c:pt>
                <c:pt idx="48">
                  <c:v>2009</c:v>
                </c:pt>
                <c:pt idx="49">
                  <c:v>2010</c:v>
                </c:pt>
                <c:pt idx="50">
                  <c:v>2011</c:v>
                </c:pt>
                <c:pt idx="51">
                  <c:v>2012</c:v>
                </c:pt>
                <c:pt idx="52">
                  <c:v>2013</c:v>
                </c:pt>
                <c:pt idx="53">
                  <c:v>2014</c:v>
                </c:pt>
                <c:pt idx="54">
                  <c:v>2015</c:v>
                </c:pt>
                <c:pt idx="55">
                  <c:v>2016</c:v>
                </c:pt>
                <c:pt idx="56">
                  <c:v>2017</c:v>
                </c:pt>
                <c:pt idx="57">
                  <c:v>2018</c:v>
                </c:pt>
                <c:pt idx="58">
                  <c:v>2019</c:v>
                </c:pt>
              </c:numCache>
            </c:numRef>
          </c:cat>
          <c:val>
            <c:numRef>
              <c:f>全球钾磷供需!$C$58:$BJ$58</c:f>
              <c:numCache>
                <c:formatCode>General</c:formatCode>
                <c:ptCount val="60"/>
                <c:pt idx="1">
                  <c:v>6.3558851816231332E-2</c:v>
                </c:pt>
                <c:pt idx="2">
                  <c:v>0.11826031006269067</c:v>
                </c:pt>
                <c:pt idx="3">
                  <c:v>9.8087240494518335E-2</c:v>
                </c:pt>
                <c:pt idx="4">
                  <c:v>9.601699415825804E-2</c:v>
                </c:pt>
                <c:pt idx="5">
                  <c:v>0.11187130535904655</c:v>
                </c:pt>
                <c:pt idx="6">
                  <c:v>5.4979343525023205E-2</c:v>
                </c:pt>
                <c:pt idx="7">
                  <c:v>3.2644316297924192E-2</c:v>
                </c:pt>
                <c:pt idx="8">
                  <c:v>2.0363752733479012E-2</c:v>
                </c:pt>
                <c:pt idx="9">
                  <c:v>7.602923035105702E-2</c:v>
                </c:pt>
                <c:pt idx="10">
                  <c:v>7.6948113459604395E-2</c:v>
                </c:pt>
                <c:pt idx="11">
                  <c:v>8.4986896293523184E-2</c:v>
                </c:pt>
                <c:pt idx="12">
                  <c:v>4.6862397831491487E-2</c:v>
                </c:pt>
                <c:pt idx="13">
                  <c:v>-9.5112904378766849E-3</c:v>
                </c:pt>
                <c:pt idx="14">
                  <c:v>1.2842256355974468E-2</c:v>
                </c:pt>
                <c:pt idx="15">
                  <c:v>8.2449903805806635E-2</c:v>
                </c:pt>
                <c:pt idx="16">
                  <c:v>8.7082452585923065E-2</c:v>
                </c:pt>
                <c:pt idx="17">
                  <c:v>2.8510970415873249E-2</c:v>
                </c:pt>
                <c:pt idx="18">
                  <c:v>6.7245828822257714E-2</c:v>
                </c:pt>
                <c:pt idx="19">
                  <c:v>3.2109669984798694E-2</c:v>
                </c:pt>
                <c:pt idx="20">
                  <c:v>-9.6046204326459161E-2</c:v>
                </c:pt>
                <c:pt idx="21">
                  <c:v>1.9154457657184265E-2</c:v>
                </c:pt>
                <c:pt idx="22">
                  <c:v>7.9999742144263752E-2</c:v>
                </c:pt>
                <c:pt idx="23">
                  <c:v>3.06114226537062E-2</c:v>
                </c:pt>
                <c:pt idx="24">
                  <c:v>-4.8458277347912748E-2</c:v>
                </c:pt>
                <c:pt idx="25">
                  <c:v>6.0351071535085898E-2</c:v>
                </c:pt>
                <c:pt idx="26">
                  <c:v>5.7794360335796879E-2</c:v>
                </c:pt>
                <c:pt idx="27">
                  <c:v>7.7083367248929502E-2</c:v>
                </c:pt>
                <c:pt idx="28">
                  <c:v>-4.3748677488588572E-2</c:v>
                </c:pt>
                <c:pt idx="29">
                  <c:v>-4.0655418132005683E-2</c:v>
                </c:pt>
                <c:pt idx="30">
                  <c:v>-0.14935524971716663</c:v>
                </c:pt>
                <c:pt idx="31">
                  <c:v>-2.5150025340482385E-2</c:v>
                </c:pt>
                <c:pt idx="32">
                  <c:v>-7.0651346071062049E-2</c:v>
                </c:pt>
                <c:pt idx="33">
                  <c:v>3.9126468890519961E-2</c:v>
                </c:pt>
                <c:pt idx="34">
                  <c:v>5.6570713391739691E-2</c:v>
                </c:pt>
                <c:pt idx="35">
                  <c:v>4.6116449714896923E-3</c:v>
                </c:pt>
                <c:pt idx="36">
                  <c:v>7.0094393869890137E-2</c:v>
                </c:pt>
                <c:pt idx="37">
                  <c:v>8.0150459468923962E-3</c:v>
                </c:pt>
                <c:pt idx="38">
                  <c:v>-1.0377140940441509E-2</c:v>
                </c:pt>
                <c:pt idx="39">
                  <c:v>-9.0878278184977068E-3</c:v>
                </c:pt>
                <c:pt idx="40">
                  <c:v>3.5111883434777225E-2</c:v>
                </c:pt>
                <c:pt idx="41">
                  <c:v>2.1682559539264012E-2</c:v>
                </c:pt>
                <c:pt idx="42">
                  <c:v>-1.2891115699496081E-2</c:v>
                </c:pt>
                <c:pt idx="43">
                  <c:v>6.42295236395658E-2</c:v>
                </c:pt>
                <c:pt idx="44">
                  <c:v>-2.1414276917665065E-3</c:v>
                </c:pt>
                <c:pt idx="45">
                  <c:v>5.3044515519412139E-2</c:v>
                </c:pt>
                <c:pt idx="46">
                  <c:v>4.9752519280474639E-2</c:v>
                </c:pt>
                <c:pt idx="47">
                  <c:v>-9.3530540533805162E-2</c:v>
                </c:pt>
                <c:pt idx="48">
                  <c:v>4.2019140097707464E-2</c:v>
                </c:pt>
                <c:pt idx="49">
                  <c:v>0.12283687269638</c:v>
                </c:pt>
                <c:pt idx="50">
                  <c:v>3.8829271043585134E-2</c:v>
                </c:pt>
                <c:pt idx="51">
                  <c:v>-1.5417117161947713E-2</c:v>
                </c:pt>
                <c:pt idx="52">
                  <c:v>4.877208297916491E-3</c:v>
                </c:pt>
                <c:pt idx="53">
                  <c:v>2.5920583064517944E-2</c:v>
                </c:pt>
                <c:pt idx="54">
                  <c:v>3.5957580038818771E-2</c:v>
                </c:pt>
                <c:pt idx="55">
                  <c:v>2.5068457496122631E-2</c:v>
                </c:pt>
                <c:pt idx="56">
                  <c:v>3.6087136258999841E-2</c:v>
                </c:pt>
                <c:pt idx="57">
                  <c:v>-3.7151282664085072E-2</c:v>
                </c:pt>
                <c:pt idx="58">
                  <c:v>-8.8642076588940633E-3</c:v>
                </c:pt>
              </c:numCache>
            </c:numRef>
          </c:val>
          <c:smooth val="1"/>
          <c:extLst xmlns:c16r2="http://schemas.microsoft.com/office/drawing/2015/06/chart">
            <c:ext xmlns:c16="http://schemas.microsoft.com/office/drawing/2014/chart" uri="{C3380CC4-5D6E-409C-BE32-E72D297353CC}">
              <c16:uniqueId val="{00000001-2E18-4363-BF00-8EE2FB2FF83D}"/>
            </c:ext>
          </c:extLst>
        </c:ser>
        <c:dLbls>
          <c:showLegendKey val="0"/>
          <c:showVal val="0"/>
          <c:showCatName val="0"/>
          <c:showSerName val="0"/>
          <c:showPercent val="0"/>
          <c:showBubbleSize val="0"/>
        </c:dLbls>
        <c:marker val="1"/>
        <c:smooth val="0"/>
        <c:axId val="860886864"/>
        <c:axId val="860889040"/>
      </c:lineChart>
      <c:catAx>
        <c:axId val="86089121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86320"/>
        <c:crosses val="autoZero"/>
        <c:auto val="1"/>
        <c:lblAlgn val="ctr"/>
        <c:lblOffset val="100"/>
        <c:noMultiLvlLbl val="1"/>
      </c:catAx>
      <c:valAx>
        <c:axId val="860886320"/>
        <c:scaling>
          <c:orientation val="minMax"/>
        </c:scaling>
        <c:delete val="0"/>
        <c:axPos val="l"/>
        <c:majorGridlines>
          <c:spPr>
            <a:ln w="9525" cap="flat" cmpd="sng" algn="ctr">
              <a:noFill/>
              <a:round/>
            </a:ln>
            <a:effec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91216"/>
        <c:crosses val="autoZero"/>
        <c:crossBetween val="between"/>
      </c:valAx>
      <c:catAx>
        <c:axId val="860886864"/>
        <c:scaling>
          <c:orientation val="minMax"/>
        </c:scaling>
        <c:delete val="1"/>
        <c:axPos val="b"/>
        <c:numFmt formatCode="General" sourceLinked="1"/>
        <c:majorTickMark val="out"/>
        <c:minorTickMark val="none"/>
        <c:tickLblPos val="nextTo"/>
        <c:crossAx val="860889040"/>
        <c:crosses val="autoZero"/>
        <c:auto val="1"/>
        <c:lblAlgn val="ctr"/>
        <c:lblOffset val="100"/>
        <c:noMultiLvlLbl val="1"/>
      </c:catAx>
      <c:valAx>
        <c:axId val="860889040"/>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0886864"/>
        <c:crosses val="max"/>
        <c:crossBetween val="between"/>
      </c:valAx>
      <c:spPr>
        <a:noFill/>
        <a:ln>
          <a:noFill/>
        </a:ln>
        <a:effectLst/>
      </c:spPr>
    </c:plotArea>
    <c:legend>
      <c:legendPos val="b"/>
      <c:layout>
        <c:manualLayout>
          <c:xMode val="edge"/>
          <c:yMode val="edge"/>
          <c:x val="0.15780185185185186"/>
          <c:y val="2.5572916666666665E-3"/>
          <c:w val="0.68417070117804002"/>
          <c:h val="9.5665959525394403E-2"/>
        </c:manualLayout>
      </c:layout>
      <c:overlay val="0"/>
      <c:spPr>
        <a:noFill/>
        <a:ln>
          <a:noFill/>
        </a:ln>
        <a:effectLst/>
      </c:spPr>
      <c:txPr>
        <a:bodyPr rot="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9567147856517907E-2"/>
          <c:y val="9.9641319444444446E-2"/>
          <c:w val="0.856539807524059"/>
          <c:h val="0.77870694444444444"/>
        </c:manualLayout>
      </c:layout>
      <c:barChart>
        <c:barDir val="col"/>
        <c:grouping val="clustered"/>
        <c:varyColors val="0"/>
        <c:ser>
          <c:idx val="0"/>
          <c:order val="0"/>
          <c:tx>
            <c:strRef>
              <c:f>全球钾磷供需!$B$72</c:f>
              <c:strCache>
                <c:ptCount val="1"/>
                <c:pt idx="0">
                  <c:v>全球磷肥需求（万吨P2O5）</c:v>
                </c:pt>
              </c:strCache>
            </c:strRef>
          </c:tx>
          <c:spPr>
            <a:solidFill>
              <a:srgbClr val="E10000"/>
            </a:solidFill>
            <a:ln w="6350">
              <a:solidFill>
                <a:srgbClr val="FFFFFF"/>
              </a:solidFill>
              <a:prstDash val="solid"/>
            </a:ln>
            <a:effectLst/>
          </c:spPr>
          <c:invertIfNegative val="0"/>
          <c:cat>
            <c:strRef>
              <c:f>全球钾磷供需!$C$71:$BO$71</c:f>
              <c:strCache>
                <c:ptCount val="65"/>
                <c:pt idx="0">
                  <c:v>1961</c:v>
                </c:pt>
                <c:pt idx="1">
                  <c:v>1962</c:v>
                </c:pt>
                <c:pt idx="2">
                  <c:v>1963</c:v>
                </c:pt>
                <c:pt idx="3">
                  <c:v>1964</c:v>
                </c:pt>
                <c:pt idx="4">
                  <c:v>1965</c:v>
                </c:pt>
                <c:pt idx="5">
                  <c:v>1966</c:v>
                </c:pt>
                <c:pt idx="6">
                  <c:v>1967</c:v>
                </c:pt>
                <c:pt idx="7">
                  <c:v>1968</c:v>
                </c:pt>
                <c:pt idx="8">
                  <c:v>1969</c:v>
                </c:pt>
                <c:pt idx="9">
                  <c:v>1970</c:v>
                </c:pt>
                <c:pt idx="10">
                  <c:v>1971</c:v>
                </c:pt>
                <c:pt idx="11">
                  <c:v>1972</c:v>
                </c:pt>
                <c:pt idx="12">
                  <c:v>1973</c:v>
                </c:pt>
                <c:pt idx="13">
                  <c:v>1974</c:v>
                </c:pt>
                <c:pt idx="14">
                  <c:v>1975</c:v>
                </c:pt>
                <c:pt idx="15">
                  <c:v>1976</c:v>
                </c:pt>
                <c:pt idx="16">
                  <c:v>1977</c:v>
                </c:pt>
                <c:pt idx="17">
                  <c:v>1978</c:v>
                </c:pt>
                <c:pt idx="18">
                  <c:v>1979</c:v>
                </c:pt>
                <c:pt idx="19">
                  <c:v>1980</c:v>
                </c:pt>
                <c:pt idx="20">
                  <c:v>1981</c:v>
                </c:pt>
                <c:pt idx="21">
                  <c:v>1982</c:v>
                </c:pt>
                <c:pt idx="22">
                  <c:v>1983</c:v>
                </c:pt>
                <c:pt idx="23">
                  <c:v>1984</c:v>
                </c:pt>
                <c:pt idx="24">
                  <c:v>1985</c:v>
                </c:pt>
                <c:pt idx="25">
                  <c:v>1986</c:v>
                </c:pt>
                <c:pt idx="26">
                  <c:v>1987</c:v>
                </c:pt>
                <c:pt idx="27">
                  <c:v>1988</c:v>
                </c:pt>
                <c:pt idx="28">
                  <c:v>1989</c:v>
                </c:pt>
                <c:pt idx="29">
                  <c:v>1990</c:v>
                </c:pt>
                <c:pt idx="30">
                  <c:v>1991</c:v>
                </c:pt>
                <c:pt idx="31">
                  <c:v>1992</c:v>
                </c:pt>
                <c:pt idx="32">
                  <c:v>1993</c:v>
                </c:pt>
                <c:pt idx="33">
                  <c:v>1994</c:v>
                </c:pt>
                <c:pt idx="34">
                  <c:v>1995</c:v>
                </c:pt>
                <c:pt idx="35">
                  <c:v>1996</c:v>
                </c:pt>
                <c:pt idx="36">
                  <c:v>1997</c:v>
                </c:pt>
                <c:pt idx="37">
                  <c:v>1998</c:v>
                </c:pt>
                <c:pt idx="38">
                  <c:v>1999</c:v>
                </c:pt>
                <c:pt idx="39">
                  <c:v>2000</c:v>
                </c:pt>
                <c:pt idx="40">
                  <c:v>2001</c:v>
                </c:pt>
                <c:pt idx="41">
                  <c:v>2002</c:v>
                </c:pt>
                <c:pt idx="42">
                  <c:v>2003</c:v>
                </c:pt>
                <c:pt idx="43">
                  <c:v>2004</c:v>
                </c:pt>
                <c:pt idx="44">
                  <c:v>2005</c:v>
                </c:pt>
                <c:pt idx="45">
                  <c:v>2006</c:v>
                </c:pt>
                <c:pt idx="46">
                  <c:v>2007</c:v>
                </c:pt>
                <c:pt idx="47">
                  <c:v>2008</c:v>
                </c:pt>
                <c:pt idx="48">
                  <c:v>2009</c:v>
                </c:pt>
                <c:pt idx="49">
                  <c:v>2010</c:v>
                </c:pt>
                <c:pt idx="50">
                  <c:v>2011</c:v>
                </c:pt>
                <c:pt idx="51">
                  <c:v>2012</c:v>
                </c:pt>
                <c:pt idx="52">
                  <c:v>2013</c:v>
                </c:pt>
                <c:pt idx="53">
                  <c:v>2014</c:v>
                </c:pt>
                <c:pt idx="54">
                  <c:v>2015</c:v>
                </c:pt>
                <c:pt idx="55">
                  <c:v>2016</c:v>
                </c:pt>
                <c:pt idx="56">
                  <c:v>2017</c:v>
                </c:pt>
                <c:pt idx="57">
                  <c:v>2018</c:v>
                </c:pt>
                <c:pt idx="58">
                  <c:v>2019</c:v>
                </c:pt>
                <c:pt idx="59">
                  <c:v>2020</c:v>
                </c:pt>
                <c:pt idx="60">
                  <c:v>2021E</c:v>
                </c:pt>
                <c:pt idx="61">
                  <c:v>2022E</c:v>
                </c:pt>
                <c:pt idx="62">
                  <c:v>2023E</c:v>
                </c:pt>
                <c:pt idx="63">
                  <c:v>2024E</c:v>
                </c:pt>
                <c:pt idx="64">
                  <c:v>2025E</c:v>
                </c:pt>
              </c:strCache>
            </c:strRef>
          </c:cat>
          <c:val>
            <c:numRef>
              <c:f>全球钾磷供需!$C$72:$BO$72</c:f>
              <c:numCache>
                <c:formatCode>General</c:formatCode>
                <c:ptCount val="65"/>
                <c:pt idx="0">
                  <c:v>1103.74</c:v>
                </c:pt>
                <c:pt idx="1">
                  <c:v>1179.8900000000001</c:v>
                </c:pt>
                <c:pt idx="2">
                  <c:v>1298.5</c:v>
                </c:pt>
                <c:pt idx="3">
                  <c:v>1461.86</c:v>
                </c:pt>
                <c:pt idx="4">
                  <c:v>1602.14</c:v>
                </c:pt>
                <c:pt idx="5">
                  <c:v>1752.8</c:v>
                </c:pt>
                <c:pt idx="6">
                  <c:v>1824.5</c:v>
                </c:pt>
                <c:pt idx="7">
                  <c:v>1890.66</c:v>
                </c:pt>
                <c:pt idx="8">
                  <c:v>1961.26</c:v>
                </c:pt>
                <c:pt idx="9">
                  <c:v>2087.5100000000002</c:v>
                </c:pt>
                <c:pt idx="10">
                  <c:v>2237.63</c:v>
                </c:pt>
                <c:pt idx="11">
                  <c:v>2416.6799999999998</c:v>
                </c:pt>
                <c:pt idx="12">
                  <c:v>2572.2800000000002</c:v>
                </c:pt>
                <c:pt idx="13">
                  <c:v>2420.4899999999998</c:v>
                </c:pt>
                <c:pt idx="14">
                  <c:v>2568.63</c:v>
                </c:pt>
                <c:pt idx="15">
                  <c:v>2796.58</c:v>
                </c:pt>
                <c:pt idx="16">
                  <c:v>2913.53</c:v>
                </c:pt>
                <c:pt idx="17">
                  <c:v>3051.99</c:v>
                </c:pt>
                <c:pt idx="18">
                  <c:v>3207.75</c:v>
                </c:pt>
                <c:pt idx="19">
                  <c:v>3191.21</c:v>
                </c:pt>
                <c:pt idx="20">
                  <c:v>3146.18</c:v>
                </c:pt>
                <c:pt idx="21">
                  <c:v>3120.72</c:v>
                </c:pt>
                <c:pt idx="22">
                  <c:v>3323.24</c:v>
                </c:pt>
                <c:pt idx="23">
                  <c:v>3448.63</c:v>
                </c:pt>
                <c:pt idx="24">
                  <c:v>3352.14</c:v>
                </c:pt>
                <c:pt idx="25">
                  <c:v>3490.28</c:v>
                </c:pt>
                <c:pt idx="26">
                  <c:v>3632.91</c:v>
                </c:pt>
                <c:pt idx="27">
                  <c:v>3757.97</c:v>
                </c:pt>
                <c:pt idx="28">
                  <c:v>3755.77</c:v>
                </c:pt>
                <c:pt idx="29">
                  <c:v>3592.03</c:v>
                </c:pt>
                <c:pt idx="30">
                  <c:v>3515.81</c:v>
                </c:pt>
                <c:pt idx="31">
                  <c:v>3120.06</c:v>
                </c:pt>
                <c:pt idx="32">
                  <c:v>2895.15</c:v>
                </c:pt>
                <c:pt idx="33">
                  <c:v>2955.77</c:v>
                </c:pt>
                <c:pt idx="34">
                  <c:v>3096.92</c:v>
                </c:pt>
                <c:pt idx="35">
                  <c:v>3110.45</c:v>
                </c:pt>
                <c:pt idx="36">
                  <c:v>3330.13</c:v>
                </c:pt>
                <c:pt idx="37">
                  <c:v>3322.08</c:v>
                </c:pt>
                <c:pt idx="38">
                  <c:v>3328.75</c:v>
                </c:pt>
                <c:pt idx="39">
                  <c:v>3281.14</c:v>
                </c:pt>
                <c:pt idx="40">
                  <c:v>3335.36</c:v>
                </c:pt>
                <c:pt idx="41">
                  <c:v>3373.35</c:v>
                </c:pt>
                <c:pt idx="42">
                  <c:v>3492.1</c:v>
                </c:pt>
                <c:pt idx="43">
                  <c:v>3747.46</c:v>
                </c:pt>
                <c:pt idx="44">
                  <c:v>3658.4</c:v>
                </c:pt>
                <c:pt idx="45">
                  <c:v>3768.85</c:v>
                </c:pt>
                <c:pt idx="46">
                  <c:v>3764.45</c:v>
                </c:pt>
                <c:pt idx="47">
                  <c:v>3281.05</c:v>
                </c:pt>
                <c:pt idx="48">
                  <c:v>3846.18</c:v>
                </c:pt>
                <c:pt idx="49">
                  <c:v>4184.62</c:v>
                </c:pt>
                <c:pt idx="50">
                  <c:v>4273.43</c:v>
                </c:pt>
                <c:pt idx="51">
                  <c:v>4368.04</c:v>
                </c:pt>
                <c:pt idx="52">
                  <c:v>4365</c:v>
                </c:pt>
                <c:pt idx="53">
                  <c:v>4484.6000000000004</c:v>
                </c:pt>
                <c:pt idx="54">
                  <c:v>4526.59</c:v>
                </c:pt>
                <c:pt idx="55">
                  <c:v>4508.7</c:v>
                </c:pt>
                <c:pt idx="56">
                  <c:v>4642.84</c:v>
                </c:pt>
                <c:pt idx="57">
                  <c:v>4541.18</c:v>
                </c:pt>
                <c:pt idx="58">
                  <c:v>4634.33</c:v>
                </c:pt>
                <c:pt idx="59">
                  <c:v>4960</c:v>
                </c:pt>
                <c:pt idx="60">
                  <c:v>5000</c:v>
                </c:pt>
                <c:pt idx="61">
                  <c:v>5061.3611721451971</c:v>
                </c:pt>
                <c:pt idx="62">
                  <c:v>5123.4753829798001</c:v>
                </c:pt>
                <c:pt idx="63">
                  <c:v>5186.3518739711408</c:v>
                </c:pt>
                <c:pt idx="64">
                  <c:v>5250</c:v>
                </c:pt>
              </c:numCache>
            </c:numRef>
          </c:val>
          <c:extLst xmlns:c16r2="http://schemas.microsoft.com/office/drawing/2015/06/chart">
            <c:ext xmlns:c16="http://schemas.microsoft.com/office/drawing/2014/chart" uri="{C3380CC4-5D6E-409C-BE32-E72D297353CC}">
              <c16:uniqueId val="{00000000-7881-4BB3-B870-F5F6352A6C83}"/>
            </c:ext>
          </c:extLst>
        </c:ser>
        <c:dLbls>
          <c:showLegendKey val="0"/>
          <c:showVal val="0"/>
          <c:showCatName val="0"/>
          <c:showSerName val="0"/>
          <c:showPercent val="0"/>
          <c:showBubbleSize val="0"/>
        </c:dLbls>
        <c:gapWidth val="219"/>
        <c:axId val="861460720"/>
        <c:axId val="861455824"/>
      </c:barChart>
      <c:lineChart>
        <c:grouping val="standard"/>
        <c:varyColors val="0"/>
        <c:ser>
          <c:idx val="1"/>
          <c:order val="1"/>
          <c:tx>
            <c:strRef>
              <c:f>全球钾磷供需!$B$73</c:f>
              <c:strCache>
                <c:ptCount val="1"/>
                <c:pt idx="0">
                  <c:v>同比（右轴）</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全球钾磷供需!$C$71:$BO$71</c:f>
              <c:strCache>
                <c:ptCount val="65"/>
                <c:pt idx="0">
                  <c:v>1961</c:v>
                </c:pt>
                <c:pt idx="1">
                  <c:v>1962</c:v>
                </c:pt>
                <c:pt idx="2">
                  <c:v>1963</c:v>
                </c:pt>
                <c:pt idx="3">
                  <c:v>1964</c:v>
                </c:pt>
                <c:pt idx="4">
                  <c:v>1965</c:v>
                </c:pt>
                <c:pt idx="5">
                  <c:v>1966</c:v>
                </c:pt>
                <c:pt idx="6">
                  <c:v>1967</c:v>
                </c:pt>
                <c:pt idx="7">
                  <c:v>1968</c:v>
                </c:pt>
                <c:pt idx="8">
                  <c:v>1969</c:v>
                </c:pt>
                <c:pt idx="9">
                  <c:v>1970</c:v>
                </c:pt>
                <c:pt idx="10">
                  <c:v>1971</c:v>
                </c:pt>
                <c:pt idx="11">
                  <c:v>1972</c:v>
                </c:pt>
                <c:pt idx="12">
                  <c:v>1973</c:v>
                </c:pt>
                <c:pt idx="13">
                  <c:v>1974</c:v>
                </c:pt>
                <c:pt idx="14">
                  <c:v>1975</c:v>
                </c:pt>
                <c:pt idx="15">
                  <c:v>1976</c:v>
                </c:pt>
                <c:pt idx="16">
                  <c:v>1977</c:v>
                </c:pt>
                <c:pt idx="17">
                  <c:v>1978</c:v>
                </c:pt>
                <c:pt idx="18">
                  <c:v>1979</c:v>
                </c:pt>
                <c:pt idx="19">
                  <c:v>1980</c:v>
                </c:pt>
                <c:pt idx="20">
                  <c:v>1981</c:v>
                </c:pt>
                <c:pt idx="21">
                  <c:v>1982</c:v>
                </c:pt>
                <c:pt idx="22">
                  <c:v>1983</c:v>
                </c:pt>
                <c:pt idx="23">
                  <c:v>1984</c:v>
                </c:pt>
                <c:pt idx="24">
                  <c:v>1985</c:v>
                </c:pt>
                <c:pt idx="25">
                  <c:v>1986</c:v>
                </c:pt>
                <c:pt idx="26">
                  <c:v>1987</c:v>
                </c:pt>
                <c:pt idx="27">
                  <c:v>1988</c:v>
                </c:pt>
                <c:pt idx="28">
                  <c:v>1989</c:v>
                </c:pt>
                <c:pt idx="29">
                  <c:v>1990</c:v>
                </c:pt>
                <c:pt idx="30">
                  <c:v>1991</c:v>
                </c:pt>
                <c:pt idx="31">
                  <c:v>1992</c:v>
                </c:pt>
                <c:pt idx="32">
                  <c:v>1993</c:v>
                </c:pt>
                <c:pt idx="33">
                  <c:v>1994</c:v>
                </c:pt>
                <c:pt idx="34">
                  <c:v>1995</c:v>
                </c:pt>
                <c:pt idx="35">
                  <c:v>1996</c:v>
                </c:pt>
                <c:pt idx="36">
                  <c:v>1997</c:v>
                </c:pt>
                <c:pt idx="37">
                  <c:v>1998</c:v>
                </c:pt>
                <c:pt idx="38">
                  <c:v>1999</c:v>
                </c:pt>
                <c:pt idx="39">
                  <c:v>2000</c:v>
                </c:pt>
                <c:pt idx="40">
                  <c:v>2001</c:v>
                </c:pt>
                <c:pt idx="41">
                  <c:v>2002</c:v>
                </c:pt>
                <c:pt idx="42">
                  <c:v>2003</c:v>
                </c:pt>
                <c:pt idx="43">
                  <c:v>2004</c:v>
                </c:pt>
                <c:pt idx="44">
                  <c:v>2005</c:v>
                </c:pt>
                <c:pt idx="45">
                  <c:v>2006</c:v>
                </c:pt>
                <c:pt idx="46">
                  <c:v>2007</c:v>
                </c:pt>
                <c:pt idx="47">
                  <c:v>2008</c:v>
                </c:pt>
                <c:pt idx="48">
                  <c:v>2009</c:v>
                </c:pt>
                <c:pt idx="49">
                  <c:v>2010</c:v>
                </c:pt>
                <c:pt idx="50">
                  <c:v>2011</c:v>
                </c:pt>
                <c:pt idx="51">
                  <c:v>2012</c:v>
                </c:pt>
                <c:pt idx="52">
                  <c:v>2013</c:v>
                </c:pt>
                <c:pt idx="53">
                  <c:v>2014</c:v>
                </c:pt>
                <c:pt idx="54">
                  <c:v>2015</c:v>
                </c:pt>
                <c:pt idx="55">
                  <c:v>2016</c:v>
                </c:pt>
                <c:pt idx="56">
                  <c:v>2017</c:v>
                </c:pt>
                <c:pt idx="57">
                  <c:v>2018</c:v>
                </c:pt>
                <c:pt idx="58">
                  <c:v>2019</c:v>
                </c:pt>
                <c:pt idx="59">
                  <c:v>2020</c:v>
                </c:pt>
                <c:pt idx="60">
                  <c:v>2021E</c:v>
                </c:pt>
                <c:pt idx="61">
                  <c:v>2022E</c:v>
                </c:pt>
                <c:pt idx="62">
                  <c:v>2023E</c:v>
                </c:pt>
                <c:pt idx="63">
                  <c:v>2024E</c:v>
                </c:pt>
                <c:pt idx="64">
                  <c:v>2025E</c:v>
                </c:pt>
              </c:strCache>
            </c:strRef>
          </c:cat>
          <c:val>
            <c:numRef>
              <c:f>全球钾磷供需!$C$73:$BO$73</c:f>
              <c:numCache>
                <c:formatCode>General</c:formatCode>
                <c:ptCount val="65"/>
                <c:pt idx="1">
                  <c:v>6.8992697555583904E-2</c:v>
                </c:pt>
                <c:pt idx="2">
                  <c:v>0.1005263202501927</c:v>
                </c:pt>
                <c:pt idx="3">
                  <c:v>0.12580670003850591</c:v>
                </c:pt>
                <c:pt idx="4">
                  <c:v>9.5959941444461405E-2</c:v>
                </c:pt>
                <c:pt idx="5">
                  <c:v>9.4036725879136585E-2</c:v>
                </c:pt>
                <c:pt idx="6">
                  <c:v>4.0905979005020576E-2</c:v>
                </c:pt>
                <c:pt idx="7">
                  <c:v>3.6261989586187982E-2</c:v>
                </c:pt>
                <c:pt idx="8">
                  <c:v>3.7341457480456475E-2</c:v>
                </c:pt>
                <c:pt idx="9">
                  <c:v>6.4371883381091788E-2</c:v>
                </c:pt>
                <c:pt idx="10">
                  <c:v>7.1913427959626519E-2</c:v>
                </c:pt>
                <c:pt idx="11">
                  <c:v>8.001769729579955E-2</c:v>
                </c:pt>
                <c:pt idx="12">
                  <c:v>6.4385851664266802E-2</c:v>
                </c:pt>
                <c:pt idx="13">
                  <c:v>-5.9009905609031854E-2</c:v>
                </c:pt>
                <c:pt idx="14">
                  <c:v>6.120248379460369E-2</c:v>
                </c:pt>
                <c:pt idx="15">
                  <c:v>8.8743805063399517E-2</c:v>
                </c:pt>
                <c:pt idx="16">
                  <c:v>4.1818935986097427E-2</c:v>
                </c:pt>
                <c:pt idx="17">
                  <c:v>4.7523107707831969E-2</c:v>
                </c:pt>
                <c:pt idx="18">
                  <c:v>5.1035553851749293E-2</c:v>
                </c:pt>
                <c:pt idx="19">
                  <c:v>-5.1562621775387285E-3</c:v>
                </c:pt>
                <c:pt idx="20">
                  <c:v>-1.4110635150930251E-2</c:v>
                </c:pt>
                <c:pt idx="21">
                  <c:v>-8.092353266500929E-3</c:v>
                </c:pt>
                <c:pt idx="22">
                  <c:v>6.4895280576277248E-2</c:v>
                </c:pt>
                <c:pt idx="23">
                  <c:v>3.7731250225683466E-2</c:v>
                </c:pt>
                <c:pt idx="24">
                  <c:v>-2.7979226533435098E-2</c:v>
                </c:pt>
                <c:pt idx="25">
                  <c:v>4.1209496023435932E-2</c:v>
                </c:pt>
                <c:pt idx="26">
                  <c:v>4.0864916281788233E-2</c:v>
                </c:pt>
                <c:pt idx="27">
                  <c:v>3.4424194378610995E-2</c:v>
                </c:pt>
                <c:pt idx="28">
                  <c:v>-5.8542244882209271E-4</c:v>
                </c:pt>
                <c:pt idx="29">
                  <c:v>-4.3596918874158952E-2</c:v>
                </c:pt>
                <c:pt idx="30">
                  <c:v>-2.121919917149917E-2</c:v>
                </c:pt>
                <c:pt idx="31">
                  <c:v>-0.11256296557550038</c:v>
                </c:pt>
                <c:pt idx="32">
                  <c:v>-7.2085152208611336E-2</c:v>
                </c:pt>
                <c:pt idx="33">
                  <c:v>2.0938466055299365E-2</c:v>
                </c:pt>
                <c:pt idx="34">
                  <c:v>4.7754053935184393E-2</c:v>
                </c:pt>
                <c:pt idx="35">
                  <c:v>4.3688567996589267E-3</c:v>
                </c:pt>
                <c:pt idx="36">
                  <c:v>7.0626436689225081E-2</c:v>
                </c:pt>
                <c:pt idx="37">
                  <c:v>-2.4173230474486829E-3</c:v>
                </c:pt>
                <c:pt idx="38">
                  <c:v>2.0077782594036808E-3</c:v>
                </c:pt>
                <c:pt idx="39">
                  <c:v>-1.4302666165978306E-2</c:v>
                </c:pt>
                <c:pt idx="40">
                  <c:v>1.6524744448575879E-2</c:v>
                </c:pt>
                <c:pt idx="41">
                  <c:v>1.1390074834500608E-2</c:v>
                </c:pt>
                <c:pt idx="42">
                  <c:v>3.520239524508284E-2</c:v>
                </c:pt>
                <c:pt idx="43">
                  <c:v>7.3125053692620456E-2</c:v>
                </c:pt>
                <c:pt idx="44">
                  <c:v>-2.3765430451559211E-2</c:v>
                </c:pt>
                <c:pt idx="45">
                  <c:v>3.0190793789634851E-2</c:v>
                </c:pt>
                <c:pt idx="46">
                  <c:v>-1.1674648765538365E-3</c:v>
                </c:pt>
                <c:pt idx="47">
                  <c:v>-0.12841185299313307</c:v>
                </c:pt>
                <c:pt idx="48">
                  <c:v>0.17224059371237854</c:v>
                </c:pt>
                <c:pt idx="49">
                  <c:v>8.7993801642148872E-2</c:v>
                </c:pt>
                <c:pt idx="50">
                  <c:v>2.1222954533506089E-2</c:v>
                </c:pt>
                <c:pt idx="51">
                  <c:v>2.2139124777988517E-2</c:v>
                </c:pt>
                <c:pt idx="52">
                  <c:v>-6.9596432267104991E-4</c:v>
                </c:pt>
                <c:pt idx="53">
                  <c:v>2.7399770904925624E-2</c:v>
                </c:pt>
                <c:pt idx="54">
                  <c:v>9.3631539044729539E-3</c:v>
                </c:pt>
                <c:pt idx="55">
                  <c:v>-3.9522024305272963E-3</c:v>
                </c:pt>
                <c:pt idx="56">
                  <c:v>2.9751369574378517E-2</c:v>
                </c:pt>
                <c:pt idx="57">
                  <c:v>-2.1896080847067734E-2</c:v>
                </c:pt>
                <c:pt idx="58">
                  <c:v>2.0512289757287583E-2</c:v>
                </c:pt>
                <c:pt idx="59">
                  <c:v>7.0273372850012894E-2</c:v>
                </c:pt>
                <c:pt idx="60">
                  <c:v>8.0645161290322509E-3</c:v>
                </c:pt>
                <c:pt idx="61">
                  <c:v>1.2272234429039353E-2</c:v>
                </c:pt>
                <c:pt idx="62">
                  <c:v>1.2272234429039353E-2</c:v>
                </c:pt>
                <c:pt idx="63">
                  <c:v>1.2272234429039353E-2</c:v>
                </c:pt>
                <c:pt idx="64">
                  <c:v>1.2272234429039353E-2</c:v>
                </c:pt>
              </c:numCache>
            </c:numRef>
          </c:val>
          <c:smooth val="1"/>
          <c:extLst xmlns:c16r2="http://schemas.microsoft.com/office/drawing/2015/06/chart">
            <c:ext xmlns:c16="http://schemas.microsoft.com/office/drawing/2014/chart" uri="{C3380CC4-5D6E-409C-BE32-E72D297353CC}">
              <c16:uniqueId val="{00000001-7881-4BB3-B870-F5F6352A6C83}"/>
            </c:ext>
          </c:extLst>
        </c:ser>
        <c:dLbls>
          <c:showLegendKey val="0"/>
          <c:showVal val="0"/>
          <c:showCatName val="0"/>
          <c:showSerName val="0"/>
          <c:showPercent val="0"/>
          <c:showBubbleSize val="0"/>
        </c:dLbls>
        <c:marker val="1"/>
        <c:smooth val="0"/>
        <c:axId val="861465072"/>
        <c:axId val="861452560"/>
      </c:lineChart>
      <c:catAx>
        <c:axId val="86146072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1455824"/>
        <c:crosses val="autoZero"/>
        <c:auto val="1"/>
        <c:lblAlgn val="ctr"/>
        <c:lblOffset val="100"/>
        <c:noMultiLvlLbl val="1"/>
      </c:catAx>
      <c:valAx>
        <c:axId val="861455824"/>
        <c:scaling>
          <c:orientation val="minMax"/>
        </c:scaling>
        <c:delete val="0"/>
        <c:axPos val="l"/>
        <c:majorGridlines>
          <c:spPr>
            <a:ln w="9525" cap="flat" cmpd="sng" algn="ctr">
              <a:noFill/>
              <a:round/>
            </a:ln>
            <a:effec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1460720"/>
        <c:crosses val="autoZero"/>
        <c:crossBetween val="between"/>
      </c:valAx>
      <c:catAx>
        <c:axId val="861465072"/>
        <c:scaling>
          <c:orientation val="minMax"/>
        </c:scaling>
        <c:delete val="1"/>
        <c:axPos val="b"/>
        <c:numFmt formatCode="General" sourceLinked="1"/>
        <c:majorTickMark val="out"/>
        <c:minorTickMark val="none"/>
        <c:tickLblPos val="nextTo"/>
        <c:crossAx val="861452560"/>
        <c:crosses val="autoZero"/>
        <c:auto val="1"/>
        <c:lblAlgn val="ctr"/>
        <c:lblOffset val="100"/>
        <c:noMultiLvlLbl val="1"/>
      </c:catAx>
      <c:valAx>
        <c:axId val="861452560"/>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1465072"/>
        <c:crosses val="max"/>
        <c:crossBetween val="between"/>
      </c:valAx>
      <c:spPr>
        <a:noFill/>
        <a:ln>
          <a:noFill/>
        </a:ln>
        <a:effectLst/>
      </c:spPr>
    </c:plotArea>
    <c:legend>
      <c:legendPos val="b"/>
      <c:layout>
        <c:manualLayout>
          <c:xMode val="edge"/>
          <c:yMode val="edge"/>
          <c:x val="0.21551351851851852"/>
          <c:y val="8.0666666666666699E-3"/>
          <c:w val="0.64458915005916795"/>
          <c:h val="8.8594484503564594E-2"/>
        </c:manualLayout>
      </c:layout>
      <c:overlay val="0"/>
      <c:spPr>
        <a:noFill/>
        <a:ln>
          <a:noFill/>
        </a:ln>
        <a:effectLst/>
      </c:spPr>
      <c:txPr>
        <a:bodyPr rot="0" spcFirstLastPara="1" vertOverflow="ellipsis" vert="horz" wrap="square" anchor="ctr" anchorCtr="1"/>
        <a:lstStyle/>
        <a:p>
          <a:pPr>
            <a:defRPr lang="zh-CN" sz="8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80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17150237746891"/>
          <c:y val="5.1712879335260101E-2"/>
          <c:w val="0.45430916239941499"/>
          <c:h val="0.897457550578035"/>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5445-43CC-941E-BB8D84F1909A}"/>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5445-43CC-941E-BB8D84F1909A}"/>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5445-43CC-941E-BB8D84F1909A}"/>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5445-43CC-941E-BB8D84F1909A}"/>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5445-43CC-941E-BB8D84F1909A}"/>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5445-43CC-941E-BB8D84F1909A}"/>
              </c:ext>
            </c:extLst>
          </c:dPt>
          <c:dPt>
            <c:idx val="6"/>
            <c:bubble3D val="0"/>
            <c:spPr>
              <a:solidFill>
                <a:srgbClr val="FABE7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D-5445-43CC-941E-BB8D84F1909A}"/>
              </c:ext>
            </c:extLst>
          </c:dPt>
          <c:dPt>
            <c:idx val="7"/>
            <c:bubble3D val="0"/>
            <c:spPr>
              <a:solidFill>
                <a:srgbClr val="D741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F-5445-43CC-941E-BB8D84F1909A}"/>
              </c:ext>
            </c:extLst>
          </c:dPt>
          <c:dPt>
            <c:idx val="8"/>
            <c:bubble3D val="0"/>
            <c:spPr>
              <a:solidFill>
                <a:srgbClr val="DC8C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1-5445-43CC-941E-BB8D84F1909A}"/>
              </c:ext>
            </c:extLst>
          </c:dPt>
          <c:dPt>
            <c:idx val="9"/>
            <c:bubble3D val="0"/>
            <c:spPr>
              <a:solidFill>
                <a:srgbClr val="785546"/>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3-5445-43CC-941E-BB8D84F1909A}"/>
              </c:ext>
            </c:extLst>
          </c:dPt>
          <c:cat>
            <c:strRef>
              <c:f>全球磷矿石产量!$L$4:$L$13</c:f>
              <c:strCache>
                <c:ptCount val="10"/>
                <c:pt idx="0">
                  <c:v>中国</c:v>
                </c:pt>
                <c:pt idx="1">
                  <c:v>摩洛哥和西撒哈拉</c:v>
                </c:pt>
                <c:pt idx="2">
                  <c:v>俄罗斯</c:v>
                </c:pt>
                <c:pt idx="3">
                  <c:v>美国</c:v>
                </c:pt>
                <c:pt idx="4">
                  <c:v>约旦</c:v>
                </c:pt>
                <c:pt idx="5">
                  <c:v>沙特</c:v>
                </c:pt>
                <c:pt idx="6">
                  <c:v>埃及</c:v>
                </c:pt>
                <c:pt idx="7">
                  <c:v>巴西</c:v>
                </c:pt>
                <c:pt idx="8">
                  <c:v>阿尔及利亚</c:v>
                </c:pt>
                <c:pt idx="9">
                  <c:v>其他</c:v>
                </c:pt>
              </c:strCache>
            </c:strRef>
          </c:cat>
          <c:val>
            <c:numRef>
              <c:f>全球磷矿石产量!$M$4:$M$13</c:f>
              <c:numCache>
                <c:formatCode>General</c:formatCode>
                <c:ptCount val="10"/>
                <c:pt idx="0">
                  <c:v>0.9</c:v>
                </c:pt>
                <c:pt idx="1">
                  <c:v>0.37</c:v>
                </c:pt>
                <c:pt idx="2">
                  <c:v>0.13</c:v>
                </c:pt>
                <c:pt idx="3">
                  <c:v>0.24</c:v>
                </c:pt>
                <c:pt idx="4">
                  <c:v>9.1999999999999998E-2</c:v>
                </c:pt>
                <c:pt idx="5">
                  <c:v>6.5000000000000002E-2</c:v>
                </c:pt>
                <c:pt idx="6">
                  <c:v>0.05</c:v>
                </c:pt>
                <c:pt idx="7">
                  <c:v>5.5E-2</c:v>
                </c:pt>
                <c:pt idx="8">
                  <c:v>1.2999999999999999E-2</c:v>
                </c:pt>
                <c:pt idx="9">
                  <c:v>0.31500000000000017</c:v>
                </c:pt>
              </c:numCache>
            </c:numRef>
          </c:val>
          <c:extLst xmlns:c16r2="http://schemas.microsoft.com/office/drawing/2015/06/chart">
            <c:ext xmlns:c16="http://schemas.microsoft.com/office/drawing/2014/chart" uri="{C3380CC4-5D6E-409C-BE32-E72D297353CC}">
              <c16:uniqueId val="{00000014-5445-43CC-941E-BB8D84F1909A}"/>
            </c:ext>
          </c:extLst>
        </c:ser>
        <c:dLbls>
          <c:showLegendKey val="0"/>
          <c:showVal val="0"/>
          <c:showCatName val="0"/>
          <c:showSerName val="0"/>
          <c:showPercent val="0"/>
          <c:showBubbleSize val="0"/>
          <c:showLeaderLines val="1"/>
        </c:dLbls>
        <c:firstSliceAng val="0"/>
      </c:pieChart>
      <c:spPr>
        <a:noFill/>
        <a:ln w="25400">
          <a:noFill/>
        </a:ln>
        <a:effectLst/>
      </c:spPr>
    </c:plotArea>
    <c:legend>
      <c:legendPos val="b"/>
      <c:layout>
        <c:manualLayout>
          <c:xMode val="edge"/>
          <c:yMode val="edge"/>
          <c:x val="0.60453357745779535"/>
          <c:y val="5.3081647398843898E-2"/>
          <c:w val="0.35488238579940418"/>
          <c:h val="0.91501896676300598"/>
        </c:manualLayout>
      </c:layout>
      <c:overlay val="0"/>
      <c:spPr>
        <a:noFill/>
        <a:ln w="25400">
          <a:noFill/>
        </a:ln>
        <a:effectLst/>
      </c:spPr>
      <c:txPr>
        <a:bodyPr rot="0" spcFirstLastPara="1" vertOverflow="ellipsis" vert="horz" wrap="square" anchor="ctr" anchorCtr="1"/>
        <a:lstStyle/>
        <a:p>
          <a:pPr>
            <a:defRPr lang="zh-CN" sz="800" b="0" i="0" u="none" strike="noStrike" kern="1200" baseline="0">
              <a:solidFill>
                <a:sysClr val="windowText" lastClr="000000"/>
              </a:solidFill>
              <a:latin typeface="微软雅黑" panose="020B0503020204020204" pitchFamily="34" charset="-122"/>
              <a:ea typeface="微软雅黑" panose="020B0503020204020204" pitchFamily="34" charset="-122"/>
              <a:cs typeface="华文细黑" panose="02010600040101010101" charset="-122"/>
            </a:defRPr>
          </a:pPr>
          <a:endParaRPr lang="zh-CN"/>
        </a:p>
      </c:txPr>
    </c:legend>
    <c:plotVisOnly val="1"/>
    <c:dispBlanksAs val="gap"/>
    <c:showDLblsOverMax val="0"/>
  </c:chart>
  <c:spPr>
    <a:noFill/>
    <a:ln w="25400" cap="flat" cmpd="sng" algn="ctr">
      <a:noFill/>
      <a:round/>
    </a:ln>
    <a:effectLst/>
  </c:spPr>
  <c:txPr>
    <a:bodyPr/>
    <a:lstStyle/>
    <a:p>
      <a:pPr>
        <a:defRPr lang="zh-CN" sz="800">
          <a:solidFill>
            <a:sysClr val="windowText" lastClr="000000"/>
          </a:solidFill>
          <a:latin typeface="微软雅黑" panose="020B0503020204020204" pitchFamily="34" charset="-122"/>
          <a:ea typeface="微软雅黑" panose="020B0503020204020204" pitchFamily="34" charset="-122"/>
          <a:cs typeface="华文细黑" panose="02010600040101010101" charset="-122"/>
        </a:defRPr>
      </a:pPr>
      <a:endParaRPr lang="zh-CN"/>
    </a:p>
  </c:txPr>
  <c:externalData r:id="rId4">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9840679766330306E-2"/>
          <c:y val="8.2933333333333303E-2"/>
          <c:w val="0.401885289431758"/>
          <c:h val="0.80720000000000003"/>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80F7-49EB-AE16-7659C59303EF}"/>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80F7-49EB-AE16-7659C59303EF}"/>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80F7-49EB-AE16-7659C59303EF}"/>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80F7-49EB-AE16-7659C59303EF}"/>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80F7-49EB-AE16-7659C59303EF}"/>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80F7-49EB-AE16-7659C59303EF}"/>
              </c:ext>
            </c:extLst>
          </c:dPt>
          <c:dPt>
            <c:idx val="6"/>
            <c:bubble3D val="0"/>
            <c:spPr>
              <a:solidFill>
                <a:srgbClr val="FABE78"/>
              </a:solidFill>
              <a:ln w="6350">
                <a:solidFill>
                  <a:srgbClr val="FFFFFF"/>
                </a:solidFill>
                <a:prstDash val="solid"/>
              </a:ln>
            </c:spPr>
            <c:extLst xmlns:c16r2="http://schemas.microsoft.com/office/drawing/2015/06/chart">
              <c:ext xmlns:c16="http://schemas.microsoft.com/office/drawing/2014/chart" uri="{C3380CC4-5D6E-409C-BE32-E72D297353CC}">
                <c16:uniqueId val="{0000000D-80F7-49EB-AE16-7659C59303EF}"/>
              </c:ext>
            </c:extLst>
          </c:dPt>
          <c:dPt>
            <c:idx val="7"/>
            <c:bubble3D val="0"/>
            <c:spPr>
              <a:solidFill>
                <a:srgbClr val="D74114"/>
              </a:solidFill>
              <a:ln w="6350">
                <a:solidFill>
                  <a:srgbClr val="FFFFFF"/>
                </a:solidFill>
                <a:prstDash val="solid"/>
              </a:ln>
            </c:spPr>
            <c:extLst xmlns:c16r2="http://schemas.microsoft.com/office/drawing/2015/06/chart">
              <c:ext xmlns:c16="http://schemas.microsoft.com/office/drawing/2014/chart" uri="{C3380CC4-5D6E-409C-BE32-E72D297353CC}">
                <c16:uniqueId val="{0000000F-80F7-49EB-AE16-7659C59303EF}"/>
              </c:ext>
            </c:extLst>
          </c:dPt>
          <c:dPt>
            <c:idx val="8"/>
            <c:bubble3D val="0"/>
            <c:spPr>
              <a:solidFill>
                <a:srgbClr val="DC8C00"/>
              </a:solidFill>
              <a:ln w="6350">
                <a:solidFill>
                  <a:srgbClr val="FFFFFF"/>
                </a:solidFill>
                <a:prstDash val="solid"/>
              </a:ln>
            </c:spPr>
            <c:extLst xmlns:c16r2="http://schemas.microsoft.com/office/drawing/2015/06/chart">
              <c:ext xmlns:c16="http://schemas.microsoft.com/office/drawing/2014/chart" uri="{C3380CC4-5D6E-409C-BE32-E72D297353CC}">
                <c16:uniqueId val="{00000011-80F7-49EB-AE16-7659C59303EF}"/>
              </c:ext>
            </c:extLst>
          </c:dPt>
          <c:dPt>
            <c:idx val="9"/>
            <c:bubble3D val="0"/>
            <c:spPr>
              <a:solidFill>
                <a:srgbClr val="785546"/>
              </a:solidFill>
              <a:ln w="6350">
                <a:solidFill>
                  <a:srgbClr val="FFFFFF"/>
                </a:solidFill>
                <a:prstDash val="solid"/>
              </a:ln>
            </c:spPr>
            <c:extLst xmlns:c16r2="http://schemas.microsoft.com/office/drawing/2015/06/chart">
              <c:ext xmlns:c16="http://schemas.microsoft.com/office/drawing/2014/chart" uri="{C3380CC4-5D6E-409C-BE32-E72D297353CC}">
                <c16:uniqueId val="{00000013-80F7-49EB-AE16-7659C59303EF}"/>
              </c:ext>
            </c:extLst>
          </c:dPt>
          <c:dPt>
            <c:idx val="10"/>
            <c:bubble3D val="0"/>
            <c:spPr>
              <a:solidFill>
                <a:schemeClr val="accent2">
                  <a:lumMod val="40000"/>
                  <a:lumOff val="60000"/>
                </a:schemeClr>
              </a:solidFill>
              <a:ln w="6350">
                <a:solidFill>
                  <a:srgbClr val="FFFFFF"/>
                </a:solidFill>
                <a:prstDash val="solid"/>
              </a:ln>
            </c:spPr>
            <c:extLst xmlns:c16r2="http://schemas.microsoft.com/office/drawing/2015/06/chart">
              <c:ext xmlns:c16="http://schemas.microsoft.com/office/drawing/2014/chart" uri="{C3380CC4-5D6E-409C-BE32-E72D297353CC}">
                <c16:uniqueId val="{00000015-80F7-49EB-AE16-7659C59303EF}"/>
              </c:ext>
            </c:extLst>
          </c:dPt>
          <c:dLbls>
            <c:delete val="1"/>
          </c:dLbls>
          <c:cat>
            <c:strRef>
              <c:f>磷肥贸易数据!$J$5:$J$15</c:f>
              <c:strCache>
                <c:ptCount val="11"/>
                <c:pt idx="0">
                  <c:v>中国</c:v>
                </c:pt>
                <c:pt idx="1">
                  <c:v>美国</c:v>
                </c:pt>
                <c:pt idx="2">
                  <c:v>摩洛哥</c:v>
                </c:pt>
                <c:pt idx="3">
                  <c:v>印度</c:v>
                </c:pt>
                <c:pt idx="4">
                  <c:v>俄罗斯联邦</c:v>
                </c:pt>
                <c:pt idx="5">
                  <c:v>沙特阿拉伯</c:v>
                </c:pt>
                <c:pt idx="6">
                  <c:v>巴西</c:v>
                </c:pt>
                <c:pt idx="7">
                  <c:v>印度尼西亚</c:v>
                </c:pt>
                <c:pt idx="8">
                  <c:v>巴基斯坦</c:v>
                </c:pt>
                <c:pt idx="9">
                  <c:v>土耳其</c:v>
                </c:pt>
                <c:pt idx="10">
                  <c:v>其他国家</c:v>
                </c:pt>
              </c:strCache>
            </c:strRef>
          </c:cat>
          <c:val>
            <c:numRef>
              <c:f>磷肥贸易数据!$K$5:$K$15</c:f>
              <c:numCache>
                <c:formatCode>General</c:formatCode>
                <c:ptCount val="11"/>
                <c:pt idx="0">
                  <c:v>16606.7</c:v>
                </c:pt>
                <c:pt idx="1">
                  <c:v>5360.3</c:v>
                </c:pt>
                <c:pt idx="2">
                  <c:v>4993</c:v>
                </c:pt>
                <c:pt idx="3">
                  <c:v>4790.8</c:v>
                </c:pt>
                <c:pt idx="4">
                  <c:v>3751.1</c:v>
                </c:pt>
                <c:pt idx="5">
                  <c:v>2490.8000000000002</c:v>
                </c:pt>
                <c:pt idx="6">
                  <c:v>1839.1</c:v>
                </c:pt>
                <c:pt idx="7">
                  <c:v>611.1</c:v>
                </c:pt>
                <c:pt idx="8">
                  <c:v>549.29999999999995</c:v>
                </c:pt>
                <c:pt idx="9">
                  <c:v>497</c:v>
                </c:pt>
                <c:pt idx="10" formatCode="0">
                  <c:v>5661.8999999999942</c:v>
                </c:pt>
              </c:numCache>
            </c:numRef>
          </c:val>
          <c:extLst xmlns:c16r2="http://schemas.microsoft.com/office/drawing/2015/06/chart">
            <c:ext xmlns:c16="http://schemas.microsoft.com/office/drawing/2014/chart" uri="{C3380CC4-5D6E-409C-BE32-E72D297353CC}">
              <c16:uniqueId val="{00000016-80F7-49EB-AE16-7659C59303EF}"/>
            </c:ext>
          </c:extLst>
        </c:ser>
        <c:dLbls>
          <c:showLegendKey val="0"/>
          <c:showVal val="1"/>
          <c:showCatName val="0"/>
          <c:showSerName val="0"/>
          <c:showPercent val="0"/>
          <c:showBubbleSize val="0"/>
          <c:showLeaderLines val="1"/>
        </c:dLbls>
        <c:firstSliceAng val="0"/>
      </c:pieChart>
      <c:spPr>
        <a:noFill/>
        <a:ln w="25400">
          <a:noFill/>
        </a:ln>
      </c:spPr>
    </c:plotArea>
    <c:legend>
      <c:legendPos val="r"/>
      <c:legendEntry>
        <c:idx val="0"/>
        <c:txPr>
          <a:bodyPr rot="0" vert="horz"/>
          <a:lstStyle/>
          <a:p>
            <a:pPr>
              <a:defRPr/>
            </a:pPr>
            <a:endParaRPr lang="zh-CN"/>
          </a:p>
        </c:txPr>
      </c:legendEntry>
      <c:legendEntry>
        <c:idx val="1"/>
        <c:txPr>
          <a:bodyPr rot="0" vert="horz"/>
          <a:lstStyle/>
          <a:p>
            <a:pPr>
              <a:defRPr/>
            </a:pPr>
            <a:endParaRPr lang="zh-CN"/>
          </a:p>
        </c:txPr>
      </c:legendEntry>
      <c:legendEntry>
        <c:idx val="2"/>
        <c:txPr>
          <a:bodyPr rot="0" vert="horz"/>
          <a:lstStyle/>
          <a:p>
            <a:pPr>
              <a:defRPr/>
            </a:pPr>
            <a:endParaRPr lang="zh-CN"/>
          </a:p>
        </c:txPr>
      </c:legendEntry>
      <c:legendEntry>
        <c:idx val="3"/>
        <c:txPr>
          <a:bodyPr rot="0" vert="horz"/>
          <a:lstStyle/>
          <a:p>
            <a:pPr>
              <a:defRPr/>
            </a:pPr>
            <a:endParaRPr lang="zh-CN"/>
          </a:p>
        </c:txPr>
      </c:legendEntry>
      <c:legendEntry>
        <c:idx val="4"/>
        <c:txPr>
          <a:bodyPr rot="0" vert="horz"/>
          <a:lstStyle/>
          <a:p>
            <a:pPr>
              <a:defRPr/>
            </a:pPr>
            <a:endParaRPr lang="zh-CN"/>
          </a:p>
        </c:txPr>
      </c:legendEntry>
      <c:legendEntry>
        <c:idx val="5"/>
        <c:txPr>
          <a:bodyPr rot="0" vert="horz"/>
          <a:lstStyle/>
          <a:p>
            <a:pPr>
              <a:defRPr/>
            </a:pPr>
            <a:endParaRPr lang="zh-CN"/>
          </a:p>
        </c:txPr>
      </c:legendEntry>
      <c:layout>
        <c:manualLayout>
          <c:xMode val="edge"/>
          <c:yMode val="edge"/>
          <c:x val="0.62948925393900601"/>
          <c:y val="1.49058165561148E-3"/>
          <c:w val="0.29089483952130302"/>
          <c:h val="0.998509418344389"/>
        </c:manualLayout>
      </c:layout>
      <c:overlay val="0"/>
      <c:spPr>
        <a:noFill/>
        <a:ln>
          <a:noFill/>
        </a:ln>
        <a:effectLst/>
      </c:spPr>
      <c:txPr>
        <a:bodyPr rot="0" vert="horz"/>
        <a:lstStyle/>
        <a:p>
          <a:pPr>
            <a:defRPr/>
          </a:pPr>
          <a:endParaRPr lang="zh-CN"/>
        </a:p>
      </c:txPr>
    </c:legend>
    <c:plotVisOnly val="1"/>
    <c:dispBlanksAs val="gap"/>
    <c:showDLblsOverMax val="0"/>
  </c:chart>
  <c:spPr>
    <a:noFill/>
    <a:ln w="9525" cap="flat" cmpd="sng" algn="ctr">
      <a:noFill/>
      <a:prstDash val="solid"/>
      <a:round/>
    </a:ln>
    <a:effectLst/>
  </c:spPr>
  <c:txPr>
    <a:bodyPr/>
    <a:lstStyle/>
    <a:p>
      <a:pPr>
        <a:defRPr lang="zh-CN" sz="800">
          <a:latin typeface="微软雅黑" panose="020B0503020204020204" pitchFamily="34" charset="-122"/>
          <a:ea typeface="微软雅黑" panose="020B0503020204020204" pitchFamily="34" charset="-122"/>
        </a:defRPr>
      </a:pPr>
      <a:endParaRPr lang="zh-CN"/>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9840679766330306E-2"/>
          <c:y val="8.2933333333333303E-2"/>
          <c:w val="0.401885289431758"/>
          <c:h val="0.80720000000000003"/>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95D2-4D58-B66A-8BB652C562F3}"/>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95D2-4D58-B66A-8BB652C562F3}"/>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95D2-4D58-B66A-8BB652C562F3}"/>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95D2-4D58-B66A-8BB652C562F3}"/>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95D2-4D58-B66A-8BB652C562F3}"/>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95D2-4D58-B66A-8BB652C562F3}"/>
              </c:ext>
            </c:extLst>
          </c:dPt>
          <c:dPt>
            <c:idx val="6"/>
            <c:bubble3D val="0"/>
            <c:spPr>
              <a:solidFill>
                <a:srgbClr val="FABE78"/>
              </a:solidFill>
              <a:ln w="6350">
                <a:solidFill>
                  <a:srgbClr val="FFFFFF"/>
                </a:solidFill>
                <a:prstDash val="solid"/>
              </a:ln>
            </c:spPr>
            <c:extLst xmlns:c16r2="http://schemas.microsoft.com/office/drawing/2015/06/chart">
              <c:ext xmlns:c16="http://schemas.microsoft.com/office/drawing/2014/chart" uri="{C3380CC4-5D6E-409C-BE32-E72D297353CC}">
                <c16:uniqueId val="{0000000D-95D2-4D58-B66A-8BB652C562F3}"/>
              </c:ext>
            </c:extLst>
          </c:dPt>
          <c:dPt>
            <c:idx val="7"/>
            <c:bubble3D val="0"/>
            <c:spPr>
              <a:solidFill>
                <a:srgbClr val="D74114"/>
              </a:solidFill>
              <a:ln w="6350">
                <a:solidFill>
                  <a:srgbClr val="FFFFFF"/>
                </a:solidFill>
                <a:prstDash val="solid"/>
              </a:ln>
            </c:spPr>
            <c:extLst xmlns:c16r2="http://schemas.microsoft.com/office/drawing/2015/06/chart">
              <c:ext xmlns:c16="http://schemas.microsoft.com/office/drawing/2014/chart" uri="{C3380CC4-5D6E-409C-BE32-E72D297353CC}">
                <c16:uniqueId val="{0000000F-95D2-4D58-B66A-8BB652C562F3}"/>
              </c:ext>
            </c:extLst>
          </c:dPt>
          <c:dPt>
            <c:idx val="8"/>
            <c:bubble3D val="0"/>
            <c:spPr>
              <a:solidFill>
                <a:srgbClr val="DC8C00"/>
              </a:solidFill>
              <a:ln w="6350">
                <a:solidFill>
                  <a:srgbClr val="FFFFFF"/>
                </a:solidFill>
                <a:prstDash val="solid"/>
              </a:ln>
            </c:spPr>
            <c:extLst xmlns:c16r2="http://schemas.microsoft.com/office/drawing/2015/06/chart">
              <c:ext xmlns:c16="http://schemas.microsoft.com/office/drawing/2014/chart" uri="{C3380CC4-5D6E-409C-BE32-E72D297353CC}">
                <c16:uniqueId val="{00000011-95D2-4D58-B66A-8BB652C562F3}"/>
              </c:ext>
            </c:extLst>
          </c:dPt>
          <c:dPt>
            <c:idx val="9"/>
            <c:bubble3D val="0"/>
            <c:spPr>
              <a:solidFill>
                <a:srgbClr val="785546"/>
              </a:solidFill>
              <a:ln w="6350">
                <a:solidFill>
                  <a:srgbClr val="FFFFFF"/>
                </a:solidFill>
                <a:prstDash val="solid"/>
              </a:ln>
            </c:spPr>
            <c:extLst xmlns:c16r2="http://schemas.microsoft.com/office/drawing/2015/06/chart">
              <c:ext xmlns:c16="http://schemas.microsoft.com/office/drawing/2014/chart" uri="{C3380CC4-5D6E-409C-BE32-E72D297353CC}">
                <c16:uniqueId val="{00000013-95D2-4D58-B66A-8BB652C562F3}"/>
              </c:ext>
            </c:extLst>
          </c:dPt>
          <c:dPt>
            <c:idx val="10"/>
            <c:bubble3D val="0"/>
            <c:spPr>
              <a:solidFill>
                <a:schemeClr val="accent2">
                  <a:lumMod val="60000"/>
                  <a:lumOff val="40000"/>
                </a:schemeClr>
              </a:solidFill>
              <a:ln w="6350">
                <a:solidFill>
                  <a:srgbClr val="FFFFFF"/>
                </a:solidFill>
                <a:prstDash val="solid"/>
              </a:ln>
            </c:spPr>
            <c:extLst xmlns:c16r2="http://schemas.microsoft.com/office/drawing/2015/06/chart">
              <c:ext xmlns:c16="http://schemas.microsoft.com/office/drawing/2014/chart" uri="{C3380CC4-5D6E-409C-BE32-E72D297353CC}">
                <c16:uniqueId val="{00000015-95D2-4D58-B66A-8BB652C562F3}"/>
              </c:ext>
            </c:extLst>
          </c:dPt>
          <c:dLbls>
            <c:delete val="1"/>
          </c:dLbls>
          <c:cat>
            <c:strRef>
              <c:f>磷肥贸易数据!$M$5:$M$15</c:f>
              <c:strCache>
                <c:ptCount val="11"/>
                <c:pt idx="0">
                  <c:v>巴西</c:v>
                </c:pt>
                <c:pt idx="1">
                  <c:v>印度</c:v>
                </c:pt>
                <c:pt idx="2">
                  <c:v>美国</c:v>
                </c:pt>
                <c:pt idx="3">
                  <c:v>阿根廷</c:v>
                </c:pt>
                <c:pt idx="4">
                  <c:v>加拿大</c:v>
                </c:pt>
                <c:pt idx="5">
                  <c:v>印度尼西亚</c:v>
                </c:pt>
                <c:pt idx="6">
                  <c:v>澳大利亚</c:v>
                </c:pt>
                <c:pt idx="7">
                  <c:v>巴基斯坦</c:v>
                </c:pt>
                <c:pt idx="8">
                  <c:v>法国</c:v>
                </c:pt>
                <c:pt idx="9">
                  <c:v>孟加拉国</c:v>
                </c:pt>
                <c:pt idx="10">
                  <c:v>其他国家</c:v>
                </c:pt>
              </c:strCache>
            </c:strRef>
          </c:cat>
          <c:val>
            <c:numRef>
              <c:f>磷肥贸易数据!$N$5:$N$15</c:f>
              <c:numCache>
                <c:formatCode>General</c:formatCode>
                <c:ptCount val="11"/>
                <c:pt idx="0">
                  <c:v>3607.7</c:v>
                </c:pt>
                <c:pt idx="1">
                  <c:v>2413.1999999999998</c:v>
                </c:pt>
                <c:pt idx="2">
                  <c:v>1327.9</c:v>
                </c:pt>
                <c:pt idx="3">
                  <c:v>828.8</c:v>
                </c:pt>
                <c:pt idx="4">
                  <c:v>742.2</c:v>
                </c:pt>
                <c:pt idx="5">
                  <c:v>675.2</c:v>
                </c:pt>
                <c:pt idx="6">
                  <c:v>642.70000000000005</c:v>
                </c:pt>
                <c:pt idx="7">
                  <c:v>593</c:v>
                </c:pt>
                <c:pt idx="8">
                  <c:v>572.6</c:v>
                </c:pt>
                <c:pt idx="9">
                  <c:v>572.1</c:v>
                </c:pt>
                <c:pt idx="10" formatCode="0">
                  <c:v>9011</c:v>
                </c:pt>
              </c:numCache>
            </c:numRef>
          </c:val>
          <c:extLst xmlns:c16r2="http://schemas.microsoft.com/office/drawing/2015/06/chart">
            <c:ext xmlns:c16="http://schemas.microsoft.com/office/drawing/2014/chart" uri="{C3380CC4-5D6E-409C-BE32-E72D297353CC}">
              <c16:uniqueId val="{00000016-95D2-4D58-B66A-8BB652C562F3}"/>
            </c:ext>
          </c:extLst>
        </c:ser>
        <c:dLbls>
          <c:showLegendKey val="0"/>
          <c:showVal val="1"/>
          <c:showCatName val="0"/>
          <c:showSerName val="0"/>
          <c:showPercent val="0"/>
          <c:showBubbleSize val="0"/>
          <c:showLeaderLines val="1"/>
        </c:dLbls>
        <c:firstSliceAng val="0"/>
      </c:pieChart>
      <c:spPr>
        <a:noFill/>
        <a:ln w="25400">
          <a:noFill/>
        </a:ln>
      </c:spPr>
    </c:plotArea>
    <c:legend>
      <c:legendPos val="r"/>
      <c:legendEntry>
        <c:idx val="0"/>
        <c:txPr>
          <a:bodyPr rot="0" vert="horz"/>
          <a:lstStyle/>
          <a:p>
            <a:pPr>
              <a:defRPr/>
            </a:pPr>
            <a:endParaRPr lang="zh-CN"/>
          </a:p>
        </c:txPr>
      </c:legendEntry>
      <c:legendEntry>
        <c:idx val="1"/>
        <c:txPr>
          <a:bodyPr rot="0" vert="horz"/>
          <a:lstStyle/>
          <a:p>
            <a:pPr>
              <a:defRPr/>
            </a:pPr>
            <a:endParaRPr lang="zh-CN"/>
          </a:p>
        </c:txPr>
      </c:legendEntry>
      <c:legendEntry>
        <c:idx val="2"/>
        <c:txPr>
          <a:bodyPr rot="0" vert="horz"/>
          <a:lstStyle/>
          <a:p>
            <a:pPr>
              <a:defRPr/>
            </a:pPr>
            <a:endParaRPr lang="zh-CN"/>
          </a:p>
        </c:txPr>
      </c:legendEntry>
      <c:legendEntry>
        <c:idx val="3"/>
        <c:txPr>
          <a:bodyPr rot="0" vert="horz"/>
          <a:lstStyle/>
          <a:p>
            <a:pPr>
              <a:defRPr/>
            </a:pPr>
            <a:endParaRPr lang="zh-CN"/>
          </a:p>
        </c:txPr>
      </c:legendEntry>
      <c:legendEntry>
        <c:idx val="4"/>
        <c:txPr>
          <a:bodyPr rot="0" vert="horz"/>
          <a:lstStyle/>
          <a:p>
            <a:pPr>
              <a:defRPr/>
            </a:pPr>
            <a:endParaRPr lang="zh-CN"/>
          </a:p>
        </c:txPr>
      </c:legendEntry>
      <c:legendEntry>
        <c:idx val="5"/>
        <c:txPr>
          <a:bodyPr rot="0" vert="horz"/>
          <a:lstStyle/>
          <a:p>
            <a:pPr>
              <a:defRPr/>
            </a:pPr>
            <a:endParaRPr lang="zh-CN"/>
          </a:p>
        </c:txPr>
      </c:legendEntry>
      <c:layout>
        <c:manualLayout>
          <c:xMode val="edge"/>
          <c:yMode val="edge"/>
          <c:x val="0.59413349296617801"/>
          <c:y val="8.2249933669407103E-3"/>
          <c:w val="0.33807115699669299"/>
          <c:h val="0.983815335632794"/>
        </c:manualLayout>
      </c:layout>
      <c:overlay val="0"/>
      <c:spPr>
        <a:noFill/>
        <a:ln>
          <a:noFill/>
        </a:ln>
        <a:effectLst/>
      </c:spPr>
      <c:txPr>
        <a:bodyPr rot="0" vert="horz"/>
        <a:lstStyle/>
        <a:p>
          <a:pPr>
            <a:defRPr/>
          </a:pPr>
          <a:endParaRPr lang="zh-CN"/>
        </a:p>
      </c:txPr>
    </c:legend>
    <c:plotVisOnly val="1"/>
    <c:dispBlanksAs val="gap"/>
    <c:showDLblsOverMax val="0"/>
  </c:chart>
  <c:spPr>
    <a:noFill/>
    <a:ln w="9525" cap="flat" cmpd="sng" algn="ctr">
      <a:noFill/>
      <a:prstDash val="solid"/>
      <a:round/>
    </a:ln>
    <a:effectLst/>
  </c:spPr>
  <c:txPr>
    <a:bodyPr/>
    <a:lstStyle/>
    <a:p>
      <a:pPr>
        <a:defRPr lang="zh-CN" sz="800">
          <a:latin typeface="微软雅黑" panose="020B0503020204020204" pitchFamily="34" charset="-122"/>
          <a:ea typeface="微软雅黑" panose="020B0503020204020204" pitchFamily="34" charset="-122"/>
        </a:defRPr>
      </a:pPr>
      <a:endParaRPr lang="zh-CN"/>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9840679766330306E-2"/>
          <c:y val="8.2933333333333303E-2"/>
          <c:w val="0.401885289431758"/>
          <c:h val="0.80720000000000003"/>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C33F-47C3-A2B2-C9C66D3C6F85}"/>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C33F-47C3-A2B2-C9C66D3C6F85}"/>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C33F-47C3-A2B2-C9C66D3C6F85}"/>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C33F-47C3-A2B2-C9C66D3C6F85}"/>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C33F-47C3-A2B2-C9C66D3C6F85}"/>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C33F-47C3-A2B2-C9C66D3C6F85}"/>
              </c:ext>
            </c:extLst>
          </c:dPt>
          <c:dPt>
            <c:idx val="6"/>
            <c:bubble3D val="0"/>
            <c:spPr>
              <a:solidFill>
                <a:srgbClr val="FABE78"/>
              </a:solidFill>
              <a:ln w="6350">
                <a:solidFill>
                  <a:srgbClr val="FFFFFF"/>
                </a:solidFill>
                <a:prstDash val="solid"/>
              </a:ln>
            </c:spPr>
            <c:extLst xmlns:c16r2="http://schemas.microsoft.com/office/drawing/2015/06/chart">
              <c:ext xmlns:c16="http://schemas.microsoft.com/office/drawing/2014/chart" uri="{C3380CC4-5D6E-409C-BE32-E72D297353CC}">
                <c16:uniqueId val="{0000000D-C33F-47C3-A2B2-C9C66D3C6F85}"/>
              </c:ext>
            </c:extLst>
          </c:dPt>
          <c:dPt>
            <c:idx val="7"/>
            <c:bubble3D val="0"/>
            <c:spPr>
              <a:solidFill>
                <a:srgbClr val="D74114"/>
              </a:solidFill>
              <a:ln w="6350">
                <a:solidFill>
                  <a:srgbClr val="FFFFFF"/>
                </a:solidFill>
                <a:prstDash val="solid"/>
              </a:ln>
            </c:spPr>
            <c:extLst xmlns:c16r2="http://schemas.microsoft.com/office/drawing/2015/06/chart">
              <c:ext xmlns:c16="http://schemas.microsoft.com/office/drawing/2014/chart" uri="{C3380CC4-5D6E-409C-BE32-E72D297353CC}">
                <c16:uniqueId val="{0000000F-C33F-47C3-A2B2-C9C66D3C6F85}"/>
              </c:ext>
            </c:extLst>
          </c:dPt>
          <c:dPt>
            <c:idx val="8"/>
            <c:bubble3D val="0"/>
            <c:spPr>
              <a:solidFill>
                <a:srgbClr val="DC8C00"/>
              </a:solidFill>
              <a:ln w="6350">
                <a:solidFill>
                  <a:srgbClr val="FFFFFF"/>
                </a:solidFill>
                <a:prstDash val="solid"/>
              </a:ln>
            </c:spPr>
            <c:extLst xmlns:c16r2="http://schemas.microsoft.com/office/drawing/2015/06/chart">
              <c:ext xmlns:c16="http://schemas.microsoft.com/office/drawing/2014/chart" uri="{C3380CC4-5D6E-409C-BE32-E72D297353CC}">
                <c16:uniqueId val="{00000011-C33F-47C3-A2B2-C9C66D3C6F85}"/>
              </c:ext>
            </c:extLst>
          </c:dPt>
          <c:dPt>
            <c:idx val="9"/>
            <c:bubble3D val="0"/>
            <c:spPr>
              <a:solidFill>
                <a:srgbClr val="785546"/>
              </a:solidFill>
              <a:ln w="6350">
                <a:solidFill>
                  <a:srgbClr val="FFFFFF"/>
                </a:solidFill>
                <a:prstDash val="solid"/>
              </a:ln>
            </c:spPr>
            <c:extLst xmlns:c16r2="http://schemas.microsoft.com/office/drawing/2015/06/chart">
              <c:ext xmlns:c16="http://schemas.microsoft.com/office/drawing/2014/chart" uri="{C3380CC4-5D6E-409C-BE32-E72D297353CC}">
                <c16:uniqueId val="{00000013-C33F-47C3-A2B2-C9C66D3C6F85}"/>
              </c:ext>
            </c:extLst>
          </c:dPt>
          <c:dPt>
            <c:idx val="10"/>
            <c:bubble3D val="0"/>
            <c:spPr>
              <a:solidFill>
                <a:schemeClr val="accent2">
                  <a:lumMod val="60000"/>
                  <a:lumOff val="40000"/>
                </a:schemeClr>
              </a:solidFill>
              <a:ln w="6350">
                <a:solidFill>
                  <a:srgbClr val="FFFFFF"/>
                </a:solidFill>
                <a:prstDash val="solid"/>
              </a:ln>
            </c:spPr>
            <c:extLst xmlns:c16r2="http://schemas.microsoft.com/office/drawing/2015/06/chart">
              <c:ext xmlns:c16="http://schemas.microsoft.com/office/drawing/2014/chart" uri="{C3380CC4-5D6E-409C-BE32-E72D297353CC}">
                <c16:uniqueId val="{00000015-C33F-47C3-A2B2-C9C66D3C6F85}"/>
              </c:ext>
            </c:extLst>
          </c:dPt>
          <c:dLbls>
            <c:delete val="1"/>
          </c:dLbls>
          <c:cat>
            <c:strRef>
              <c:f>磷肥贸易数据!$P$5:$P$15</c:f>
              <c:strCache>
                <c:ptCount val="11"/>
                <c:pt idx="0">
                  <c:v>中国</c:v>
                </c:pt>
                <c:pt idx="1">
                  <c:v>摩洛哥</c:v>
                </c:pt>
                <c:pt idx="2">
                  <c:v>俄罗斯联邦</c:v>
                </c:pt>
                <c:pt idx="3">
                  <c:v>美国</c:v>
                </c:pt>
                <c:pt idx="4">
                  <c:v>沙特阿拉伯</c:v>
                </c:pt>
                <c:pt idx="5">
                  <c:v>立陶宛</c:v>
                </c:pt>
                <c:pt idx="6">
                  <c:v>挪威</c:v>
                </c:pt>
                <c:pt idx="7">
                  <c:v>以色列</c:v>
                </c:pt>
                <c:pt idx="8">
                  <c:v>墨西哥</c:v>
                </c:pt>
                <c:pt idx="9">
                  <c:v>比利时和卢森堡</c:v>
                </c:pt>
                <c:pt idx="10">
                  <c:v>其他国家</c:v>
                </c:pt>
              </c:strCache>
            </c:strRef>
          </c:cat>
          <c:val>
            <c:numRef>
              <c:f>磷肥贸易数据!$Q$5:$Q$15</c:f>
              <c:numCache>
                <c:formatCode>General</c:formatCode>
                <c:ptCount val="11"/>
                <c:pt idx="0">
                  <c:v>5089.1000000000004</c:v>
                </c:pt>
                <c:pt idx="1">
                  <c:v>4635.3999999999996</c:v>
                </c:pt>
                <c:pt idx="2">
                  <c:v>2804.6</c:v>
                </c:pt>
                <c:pt idx="3">
                  <c:v>2459.5</c:v>
                </c:pt>
                <c:pt idx="4">
                  <c:v>2193</c:v>
                </c:pt>
                <c:pt idx="5">
                  <c:v>402</c:v>
                </c:pt>
                <c:pt idx="6">
                  <c:v>381.7</c:v>
                </c:pt>
                <c:pt idx="7">
                  <c:v>370.7</c:v>
                </c:pt>
                <c:pt idx="8">
                  <c:v>361.9</c:v>
                </c:pt>
                <c:pt idx="9">
                  <c:v>354.8</c:v>
                </c:pt>
                <c:pt idx="10" formatCode="0">
                  <c:v>3016.8999999999978</c:v>
                </c:pt>
              </c:numCache>
            </c:numRef>
          </c:val>
          <c:extLst xmlns:c16r2="http://schemas.microsoft.com/office/drawing/2015/06/chart">
            <c:ext xmlns:c16="http://schemas.microsoft.com/office/drawing/2014/chart" uri="{C3380CC4-5D6E-409C-BE32-E72D297353CC}">
              <c16:uniqueId val="{00000016-C33F-47C3-A2B2-C9C66D3C6F85}"/>
            </c:ext>
          </c:extLst>
        </c:ser>
        <c:dLbls>
          <c:showLegendKey val="0"/>
          <c:showVal val="1"/>
          <c:showCatName val="0"/>
          <c:showSerName val="0"/>
          <c:showPercent val="0"/>
          <c:showBubbleSize val="0"/>
          <c:showLeaderLines val="1"/>
        </c:dLbls>
        <c:firstSliceAng val="0"/>
      </c:pieChart>
      <c:spPr>
        <a:noFill/>
        <a:ln w="25400">
          <a:noFill/>
        </a:ln>
      </c:spPr>
    </c:plotArea>
    <c:legend>
      <c:legendPos val="r"/>
      <c:legendEntry>
        <c:idx val="0"/>
        <c:txPr>
          <a:bodyPr rot="0" vert="horz"/>
          <a:lstStyle/>
          <a:p>
            <a:pPr>
              <a:defRPr/>
            </a:pPr>
            <a:endParaRPr lang="zh-CN"/>
          </a:p>
        </c:txPr>
      </c:legendEntry>
      <c:legendEntry>
        <c:idx val="1"/>
        <c:txPr>
          <a:bodyPr rot="0" vert="horz"/>
          <a:lstStyle/>
          <a:p>
            <a:pPr>
              <a:defRPr/>
            </a:pPr>
            <a:endParaRPr lang="zh-CN"/>
          </a:p>
        </c:txPr>
      </c:legendEntry>
      <c:legendEntry>
        <c:idx val="2"/>
        <c:txPr>
          <a:bodyPr rot="0" vert="horz"/>
          <a:lstStyle/>
          <a:p>
            <a:pPr>
              <a:defRPr/>
            </a:pPr>
            <a:endParaRPr lang="zh-CN"/>
          </a:p>
        </c:txPr>
      </c:legendEntry>
      <c:legendEntry>
        <c:idx val="3"/>
        <c:txPr>
          <a:bodyPr rot="0" vert="horz"/>
          <a:lstStyle/>
          <a:p>
            <a:pPr>
              <a:defRPr/>
            </a:pPr>
            <a:endParaRPr lang="zh-CN"/>
          </a:p>
        </c:txPr>
      </c:legendEntry>
      <c:legendEntry>
        <c:idx val="4"/>
        <c:txPr>
          <a:bodyPr rot="0" vert="horz"/>
          <a:lstStyle/>
          <a:p>
            <a:pPr>
              <a:defRPr/>
            </a:pPr>
            <a:endParaRPr lang="zh-CN"/>
          </a:p>
        </c:txPr>
      </c:legendEntry>
      <c:legendEntry>
        <c:idx val="5"/>
        <c:txPr>
          <a:bodyPr rot="0" vert="horz"/>
          <a:lstStyle/>
          <a:p>
            <a:pPr>
              <a:defRPr/>
            </a:pPr>
            <a:endParaRPr lang="zh-CN"/>
          </a:p>
        </c:txPr>
      </c:legendEntry>
      <c:layout>
        <c:manualLayout>
          <c:xMode val="edge"/>
          <c:yMode val="edge"/>
          <c:x val="0.59413355175712901"/>
          <c:y val="1.49593735633068E-2"/>
          <c:w val="0.38910505836575898"/>
          <c:h val="0.983815335632794"/>
        </c:manualLayout>
      </c:layout>
      <c:overlay val="0"/>
      <c:spPr>
        <a:noFill/>
        <a:ln>
          <a:noFill/>
        </a:ln>
        <a:effectLst/>
      </c:spPr>
      <c:txPr>
        <a:bodyPr rot="0" vert="horz"/>
        <a:lstStyle/>
        <a:p>
          <a:pPr>
            <a:defRPr/>
          </a:pPr>
          <a:endParaRPr lang="zh-CN"/>
        </a:p>
      </c:txPr>
    </c:legend>
    <c:plotVisOnly val="1"/>
    <c:dispBlanksAs val="gap"/>
    <c:showDLblsOverMax val="0"/>
  </c:chart>
  <c:spPr>
    <a:noFill/>
    <a:ln w="9525" cap="flat" cmpd="sng" algn="ctr">
      <a:noFill/>
      <a:prstDash val="solid"/>
      <a:round/>
    </a:ln>
    <a:effectLst/>
  </c:spPr>
  <c:txPr>
    <a:bodyPr/>
    <a:lstStyle/>
    <a:p>
      <a:pPr>
        <a:defRPr lang="zh-CN" sz="800">
          <a:latin typeface="微软雅黑" panose="020B0503020204020204" pitchFamily="34" charset="-122"/>
          <a:ea typeface="微软雅黑" panose="020B0503020204020204" pitchFamily="34" charset="-122"/>
        </a:defRPr>
      </a:pPr>
      <a:endParaRPr lang="zh-CN"/>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3100186800974201E-2"/>
          <c:y val="9.58928797001979E-2"/>
          <c:w val="0.857383367619588"/>
          <c:h val="0.80754108944937997"/>
        </c:manualLayout>
      </c:layout>
      <c:barChart>
        <c:barDir val="col"/>
        <c:grouping val="clustered"/>
        <c:varyColors val="0"/>
        <c:ser>
          <c:idx val="0"/>
          <c:order val="0"/>
          <c:tx>
            <c:strRef>
              <c:f>'磷肥供求数据 '!$L$30</c:f>
              <c:strCache>
                <c:ptCount val="1"/>
                <c:pt idx="0">
                  <c:v>年产能（万吨）</c:v>
                </c:pt>
              </c:strCache>
            </c:strRef>
          </c:tx>
          <c:spPr>
            <a:solidFill>
              <a:srgbClr val="E10000"/>
            </a:solidFill>
            <a:ln w="6350">
              <a:solidFill>
                <a:srgbClr val="FFFFFF"/>
              </a:solidFill>
              <a:prstDash val="solid"/>
            </a:ln>
            <a:effectLst/>
          </c:spPr>
          <c:invertIfNegative val="0"/>
          <c:cat>
            <c:numRef>
              <c:f>'磷肥供求数据 '!$K$31:$K$43</c:f>
              <c:numCache>
                <c:formatCode>0_ </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2023</c:v>
                </c:pt>
              </c:numCache>
            </c:numRef>
          </c:cat>
          <c:val>
            <c:numRef>
              <c:f>'磷肥供求数据 '!$L$31:$L$43</c:f>
              <c:numCache>
                <c:formatCode>0_ </c:formatCode>
                <c:ptCount val="13"/>
                <c:pt idx="0">
                  <c:v>1520</c:v>
                </c:pt>
                <c:pt idx="1">
                  <c:v>1700</c:v>
                </c:pt>
                <c:pt idx="2">
                  <c:v>1930</c:v>
                </c:pt>
                <c:pt idx="3">
                  <c:v>2200</c:v>
                </c:pt>
                <c:pt idx="4">
                  <c:v>2352</c:v>
                </c:pt>
                <c:pt idx="5">
                  <c:v>2476</c:v>
                </c:pt>
                <c:pt idx="6">
                  <c:v>2536</c:v>
                </c:pt>
                <c:pt idx="7">
                  <c:v>2197</c:v>
                </c:pt>
                <c:pt idx="8">
                  <c:v>2080</c:v>
                </c:pt>
                <c:pt idx="9">
                  <c:v>1948</c:v>
                </c:pt>
                <c:pt idx="10">
                  <c:v>1935</c:v>
                </c:pt>
                <c:pt idx="11">
                  <c:v>1945</c:v>
                </c:pt>
                <c:pt idx="12">
                  <c:v>1940</c:v>
                </c:pt>
              </c:numCache>
            </c:numRef>
          </c:val>
          <c:extLst xmlns:c16r2="http://schemas.microsoft.com/office/drawing/2015/06/chart">
            <c:ext xmlns:c16="http://schemas.microsoft.com/office/drawing/2014/chart" uri="{C3380CC4-5D6E-409C-BE32-E72D297353CC}">
              <c16:uniqueId val="{00000000-8DF3-4ADD-A856-649A3EE52FA5}"/>
            </c:ext>
          </c:extLst>
        </c:ser>
        <c:ser>
          <c:idx val="1"/>
          <c:order val="1"/>
          <c:tx>
            <c:strRef>
              <c:f>'磷肥供求数据 '!$M$30</c:f>
              <c:strCache>
                <c:ptCount val="1"/>
                <c:pt idx="0">
                  <c:v>产量（万吨）</c:v>
                </c:pt>
              </c:strCache>
            </c:strRef>
          </c:tx>
          <c:spPr>
            <a:solidFill>
              <a:srgbClr val="C8C8C8"/>
            </a:solidFill>
            <a:ln w="6350">
              <a:solidFill>
                <a:srgbClr val="FFFFFF"/>
              </a:solidFill>
              <a:prstDash val="solid"/>
            </a:ln>
            <a:effectLst/>
          </c:spPr>
          <c:invertIfNegative val="0"/>
          <c:cat>
            <c:numRef>
              <c:f>'磷肥供求数据 '!$K$31:$K$43</c:f>
              <c:numCache>
                <c:formatCode>0_ </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2023</c:v>
                </c:pt>
              </c:numCache>
            </c:numRef>
          </c:cat>
          <c:val>
            <c:numRef>
              <c:f>'磷肥供求数据 '!$M$31:$M$43</c:f>
              <c:numCache>
                <c:formatCode>0_ </c:formatCode>
                <c:ptCount val="13"/>
                <c:pt idx="0">
                  <c:v>1065.2</c:v>
                </c:pt>
                <c:pt idx="1">
                  <c:v>1495.4</c:v>
                </c:pt>
                <c:pt idx="2">
                  <c:v>1789.3</c:v>
                </c:pt>
                <c:pt idx="3">
                  <c:v>2054.3000000000002</c:v>
                </c:pt>
                <c:pt idx="4">
                  <c:v>2229.1</c:v>
                </c:pt>
                <c:pt idx="5">
                  <c:v>2334.3000000000002</c:v>
                </c:pt>
                <c:pt idx="6">
                  <c:v>2315.75</c:v>
                </c:pt>
                <c:pt idx="7">
                  <c:v>1057.9649999999999</c:v>
                </c:pt>
                <c:pt idx="8">
                  <c:v>980</c:v>
                </c:pt>
                <c:pt idx="9">
                  <c:v>1054</c:v>
                </c:pt>
                <c:pt idx="10">
                  <c:v>1063.4000000000001</c:v>
                </c:pt>
                <c:pt idx="11">
                  <c:v>927.8</c:v>
                </c:pt>
                <c:pt idx="12">
                  <c:v>879.4</c:v>
                </c:pt>
              </c:numCache>
            </c:numRef>
          </c:val>
          <c:extLst xmlns:c16r2="http://schemas.microsoft.com/office/drawing/2015/06/chart">
            <c:ext xmlns:c16="http://schemas.microsoft.com/office/drawing/2014/chart" uri="{C3380CC4-5D6E-409C-BE32-E72D297353CC}">
              <c16:uniqueId val="{00000001-8DF3-4ADD-A856-649A3EE52FA5}"/>
            </c:ext>
          </c:extLst>
        </c:ser>
        <c:dLbls>
          <c:showLegendKey val="0"/>
          <c:showVal val="0"/>
          <c:showCatName val="0"/>
          <c:showSerName val="0"/>
          <c:showPercent val="0"/>
          <c:showBubbleSize val="0"/>
        </c:dLbls>
        <c:gapWidth val="219"/>
        <c:overlap val="-27"/>
        <c:axId val="861453648"/>
        <c:axId val="861460176"/>
      </c:barChart>
      <c:lineChart>
        <c:grouping val="standard"/>
        <c:varyColors val="0"/>
        <c:ser>
          <c:idx val="2"/>
          <c:order val="2"/>
          <c:tx>
            <c:strRef>
              <c:f>'磷肥供求数据 '!$N$30</c:f>
              <c:strCache>
                <c:ptCount val="1"/>
                <c:pt idx="0">
                  <c:v>开工率（右）</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'磷肥供求数据 '!$K$31:$K$43</c:f>
              <c:numCache>
                <c:formatCode>0_ </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2023</c:v>
                </c:pt>
              </c:numCache>
            </c:numRef>
          </c:cat>
          <c:val>
            <c:numRef>
              <c:f>'磷肥供求数据 '!$N$31:$N$43</c:f>
              <c:numCache>
                <c:formatCode>0.0%</c:formatCode>
                <c:ptCount val="13"/>
                <c:pt idx="0">
                  <c:v>0.70078947368421052</c:v>
                </c:pt>
                <c:pt idx="1">
                  <c:v>0.87964705882352945</c:v>
                </c:pt>
                <c:pt idx="2">
                  <c:v>0.92709844559585486</c:v>
                </c:pt>
                <c:pt idx="3">
                  <c:v>0.93377272727272731</c:v>
                </c:pt>
                <c:pt idx="4">
                  <c:v>0.94774659863945576</c:v>
                </c:pt>
                <c:pt idx="5">
                  <c:v>0.94277059773828764</c:v>
                </c:pt>
                <c:pt idx="6">
                  <c:v>0.91315063091482651</c:v>
                </c:pt>
                <c:pt idx="7">
                  <c:v>0.48154984069185247</c:v>
                </c:pt>
                <c:pt idx="8">
                  <c:v>0.47115384615384615</c:v>
                </c:pt>
                <c:pt idx="9">
                  <c:v>0.54106776180698157</c:v>
                </c:pt>
                <c:pt idx="10">
                  <c:v>0.54956072351421192</c:v>
                </c:pt>
                <c:pt idx="11">
                  <c:v>0.47701799485861179</c:v>
                </c:pt>
                <c:pt idx="12">
                  <c:v>0.45329896907216494</c:v>
                </c:pt>
              </c:numCache>
            </c:numRef>
          </c:val>
          <c:smooth val="1"/>
          <c:extLst xmlns:c16r2="http://schemas.microsoft.com/office/drawing/2015/06/chart">
            <c:ext xmlns:c16="http://schemas.microsoft.com/office/drawing/2014/chart" uri="{C3380CC4-5D6E-409C-BE32-E72D297353CC}">
              <c16:uniqueId val="{00000002-8DF3-4ADD-A856-649A3EE52FA5}"/>
            </c:ext>
          </c:extLst>
        </c:ser>
        <c:dLbls>
          <c:showLegendKey val="0"/>
          <c:showVal val="0"/>
          <c:showCatName val="0"/>
          <c:showSerName val="0"/>
          <c:showPercent val="0"/>
          <c:showBubbleSize val="0"/>
        </c:dLbls>
        <c:marker val="1"/>
        <c:smooth val="0"/>
        <c:axId val="861464528"/>
        <c:axId val="861461264"/>
      </c:lineChart>
      <c:catAx>
        <c:axId val="861453648"/>
        <c:scaling>
          <c:orientation val="minMax"/>
        </c:scaling>
        <c:delete val="0"/>
        <c:axPos val="b"/>
        <c:numFmt formatCode="0_ "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zh-CN" sz="800" b="0" i="0" u="none" strike="noStrike" kern="1200" baseline="0">
                <a:solidFill>
                  <a:srgbClr val="000000"/>
                </a:solidFill>
                <a:latin typeface="Arial"/>
                <a:ea typeface="Arial"/>
                <a:cs typeface="Arial"/>
              </a:defRPr>
            </a:pPr>
            <a:endParaRPr lang="zh-CN"/>
          </a:p>
        </c:txPr>
        <c:crossAx val="861460176"/>
        <c:crosses val="autoZero"/>
        <c:auto val="1"/>
        <c:lblAlgn val="ctr"/>
        <c:lblOffset val="100"/>
        <c:noMultiLvlLbl val="1"/>
      </c:catAx>
      <c:valAx>
        <c:axId val="861460176"/>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rgbClr val="000000"/>
                </a:solidFill>
                <a:latin typeface="Arial"/>
                <a:ea typeface="Arial"/>
                <a:cs typeface="Arial"/>
              </a:defRPr>
            </a:pPr>
            <a:endParaRPr lang="zh-CN"/>
          </a:p>
        </c:txPr>
        <c:crossAx val="861453648"/>
        <c:crosses val="autoZero"/>
        <c:crossBetween val="between"/>
      </c:valAx>
      <c:catAx>
        <c:axId val="861464528"/>
        <c:scaling>
          <c:orientation val="minMax"/>
        </c:scaling>
        <c:delete val="1"/>
        <c:axPos val="b"/>
        <c:numFmt formatCode="0_ " sourceLinked="1"/>
        <c:majorTickMark val="in"/>
        <c:minorTickMark val="none"/>
        <c:tickLblPos val="nextTo"/>
        <c:crossAx val="861461264"/>
        <c:crosses val="autoZero"/>
        <c:auto val="1"/>
        <c:lblAlgn val="ctr"/>
        <c:lblOffset val="100"/>
        <c:noMultiLvlLbl val="1"/>
      </c:catAx>
      <c:valAx>
        <c:axId val="861461264"/>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800" b="0" i="0" u="none" strike="noStrike" kern="1200" baseline="0">
                <a:solidFill>
                  <a:srgbClr val="000000"/>
                </a:solidFill>
                <a:latin typeface="Arial"/>
                <a:ea typeface="Arial"/>
                <a:cs typeface="Arial"/>
              </a:defRPr>
            </a:pPr>
            <a:endParaRPr lang="zh-CN"/>
          </a:p>
        </c:txPr>
        <c:crossAx val="861464528"/>
        <c:crosses val="max"/>
        <c:crossBetween val="between"/>
      </c:valAx>
      <c:spPr>
        <a:noFill/>
        <a:ln w="25400">
          <a:noFill/>
        </a:ln>
        <a:effectLst/>
      </c:spPr>
    </c:plotArea>
    <c:legend>
      <c:legendPos val="b"/>
      <c:layout>
        <c:manualLayout>
          <c:xMode val="edge"/>
          <c:yMode val="edge"/>
          <c:x val="7.5575417937622694E-2"/>
          <c:y val="5.7113983746683696E-3"/>
          <c:w val="0.92442458206237699"/>
          <c:h val="0.10305948372614999"/>
        </c:manualLayout>
      </c:layout>
      <c:overlay val="0"/>
      <c:spPr>
        <a:noFill/>
        <a:ln w="25400">
          <a:noFill/>
        </a:ln>
        <a:effectLst/>
      </c:spPr>
      <c:txPr>
        <a:bodyPr rot="0" spcFirstLastPara="1" vertOverflow="ellipsis" vert="horz" wrap="square" anchor="ctr" anchorCtr="1"/>
        <a:lstStyle/>
        <a:p>
          <a:pPr>
            <a:defRPr lang="zh-CN" sz="1000" b="0" i="0" u="none" strike="noStrike" kern="1200" baseline="0">
              <a:solidFill>
                <a:srgbClr val="000000"/>
              </a:solidFill>
              <a:latin typeface="微软雅黑" panose="020B0503020204020204" charset="-122"/>
              <a:ea typeface="微软雅黑" panose="020B0503020204020204" pitchFamily="34" charset="-122"/>
              <a:cs typeface="Arial" panose="020B0604020202020204" pitchFamily="7" charset="0"/>
            </a:defRPr>
          </a:pPr>
          <a:endParaRPr lang="zh-CN"/>
        </a:p>
      </c:txPr>
    </c:legend>
    <c:plotVisOnly val="1"/>
    <c:dispBlanksAs val="gap"/>
    <c:showDLblsOverMax val="0"/>
  </c:chart>
  <c:spPr>
    <a:noFill/>
    <a:ln w="25400" cap="flat" cmpd="sng" algn="ctr">
      <a:noFill/>
      <a:round/>
    </a:ln>
    <a:effectLst/>
  </c:spPr>
  <c:txPr>
    <a:bodyPr/>
    <a:lstStyle/>
    <a:p>
      <a:pPr>
        <a:defRPr lang="zh-CN" sz="80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externalData r:id="rId4">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3100186800974201E-2"/>
          <c:y val="9.58928797001979E-2"/>
          <c:w val="0.857383367619588"/>
          <c:h val="0.80754108944937997"/>
        </c:manualLayout>
      </c:layout>
      <c:barChart>
        <c:barDir val="col"/>
        <c:grouping val="clustered"/>
        <c:varyColors val="0"/>
        <c:ser>
          <c:idx val="0"/>
          <c:order val="0"/>
          <c:tx>
            <c:strRef>
              <c:f>'磷肥供求数据 '!$L$5</c:f>
              <c:strCache>
                <c:ptCount val="1"/>
                <c:pt idx="0">
                  <c:v>年产能（万吨）</c:v>
                </c:pt>
              </c:strCache>
            </c:strRef>
          </c:tx>
          <c:spPr>
            <a:solidFill>
              <a:srgbClr val="E10000"/>
            </a:solidFill>
            <a:ln w="6350">
              <a:solidFill>
                <a:srgbClr val="FFFFFF"/>
              </a:solidFill>
              <a:prstDash val="solid"/>
            </a:ln>
            <a:effectLst/>
          </c:spPr>
          <c:invertIfNegative val="0"/>
          <c:cat>
            <c:numRef>
              <c:f>'磷肥供求数据 '!$K$6:$K$18</c:f>
              <c:numCache>
                <c:formatCode>0_ </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2023</c:v>
                </c:pt>
              </c:numCache>
            </c:numRef>
          </c:cat>
          <c:val>
            <c:numRef>
              <c:f>'磷肥供求数据 '!$L$6:$L$18</c:f>
              <c:numCache>
                <c:formatCode>0_ </c:formatCode>
                <c:ptCount val="13"/>
                <c:pt idx="0">
                  <c:v>1812</c:v>
                </c:pt>
                <c:pt idx="1">
                  <c:v>2044</c:v>
                </c:pt>
                <c:pt idx="2">
                  <c:v>2044</c:v>
                </c:pt>
                <c:pt idx="3">
                  <c:v>2214</c:v>
                </c:pt>
                <c:pt idx="4">
                  <c:v>2224</c:v>
                </c:pt>
                <c:pt idx="5">
                  <c:v>2434</c:v>
                </c:pt>
                <c:pt idx="6">
                  <c:v>2434</c:v>
                </c:pt>
                <c:pt idx="7">
                  <c:v>1998</c:v>
                </c:pt>
                <c:pt idx="8">
                  <c:v>1866</c:v>
                </c:pt>
                <c:pt idx="9">
                  <c:v>2082</c:v>
                </c:pt>
                <c:pt idx="10">
                  <c:v>2082</c:v>
                </c:pt>
                <c:pt idx="11">
                  <c:v>2112</c:v>
                </c:pt>
                <c:pt idx="12">
                  <c:v>2112</c:v>
                </c:pt>
              </c:numCache>
            </c:numRef>
          </c:val>
          <c:extLst xmlns:c16r2="http://schemas.microsoft.com/office/drawing/2015/06/chart">
            <c:ext xmlns:c16="http://schemas.microsoft.com/office/drawing/2014/chart" uri="{C3380CC4-5D6E-409C-BE32-E72D297353CC}">
              <c16:uniqueId val="{00000000-DCB5-45C6-AB87-4D2DB36ADA5D}"/>
            </c:ext>
          </c:extLst>
        </c:ser>
        <c:ser>
          <c:idx val="1"/>
          <c:order val="1"/>
          <c:tx>
            <c:strRef>
              <c:f>'磷肥供求数据 '!$M$5</c:f>
              <c:strCache>
                <c:ptCount val="1"/>
                <c:pt idx="0">
                  <c:v>产量（万吨）</c:v>
                </c:pt>
              </c:strCache>
            </c:strRef>
          </c:tx>
          <c:spPr>
            <a:solidFill>
              <a:srgbClr val="C8C8C8"/>
            </a:solidFill>
            <a:ln w="6350">
              <a:solidFill>
                <a:srgbClr val="FFFFFF"/>
              </a:solidFill>
              <a:prstDash val="solid"/>
            </a:ln>
            <a:effectLst/>
          </c:spPr>
          <c:invertIfNegative val="0"/>
          <c:cat>
            <c:numRef>
              <c:f>'磷肥供求数据 '!$K$6:$K$18</c:f>
              <c:numCache>
                <c:formatCode>0_ </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2023</c:v>
                </c:pt>
              </c:numCache>
            </c:numRef>
          </c:cat>
          <c:val>
            <c:numRef>
              <c:f>'磷肥供求数据 '!$M$6:$M$18</c:f>
              <c:numCache>
                <c:formatCode>0_ </c:formatCode>
                <c:ptCount val="13"/>
                <c:pt idx="0">
                  <c:v>1000.4</c:v>
                </c:pt>
                <c:pt idx="1">
                  <c:v>1574.3</c:v>
                </c:pt>
                <c:pt idx="2">
                  <c:v>1783.8</c:v>
                </c:pt>
                <c:pt idx="3">
                  <c:v>1758.8</c:v>
                </c:pt>
                <c:pt idx="4">
                  <c:v>1911.3</c:v>
                </c:pt>
                <c:pt idx="5">
                  <c:v>1828.1</c:v>
                </c:pt>
                <c:pt idx="6">
                  <c:v>1697.5</c:v>
                </c:pt>
                <c:pt idx="7">
                  <c:v>1275.08</c:v>
                </c:pt>
                <c:pt idx="8">
                  <c:v>1242</c:v>
                </c:pt>
                <c:pt idx="9">
                  <c:v>1387</c:v>
                </c:pt>
                <c:pt idx="10">
                  <c:v>1469.9</c:v>
                </c:pt>
                <c:pt idx="11">
                  <c:v>1297.5</c:v>
                </c:pt>
                <c:pt idx="12">
                  <c:v>1337.7</c:v>
                </c:pt>
              </c:numCache>
            </c:numRef>
          </c:val>
          <c:extLst xmlns:c16r2="http://schemas.microsoft.com/office/drawing/2015/06/chart">
            <c:ext xmlns:c16="http://schemas.microsoft.com/office/drawing/2014/chart" uri="{C3380CC4-5D6E-409C-BE32-E72D297353CC}">
              <c16:uniqueId val="{00000001-DCB5-45C6-AB87-4D2DB36ADA5D}"/>
            </c:ext>
          </c:extLst>
        </c:ser>
        <c:dLbls>
          <c:showLegendKey val="0"/>
          <c:showVal val="0"/>
          <c:showCatName val="0"/>
          <c:showSerName val="0"/>
          <c:showPercent val="0"/>
          <c:showBubbleSize val="0"/>
        </c:dLbls>
        <c:gapWidth val="219"/>
        <c:overlap val="-27"/>
        <c:axId val="861459632"/>
        <c:axId val="861450384"/>
      </c:barChart>
      <c:lineChart>
        <c:grouping val="standard"/>
        <c:varyColors val="0"/>
        <c:ser>
          <c:idx val="2"/>
          <c:order val="2"/>
          <c:tx>
            <c:strRef>
              <c:f>'磷肥供求数据 '!$N$5</c:f>
              <c:strCache>
                <c:ptCount val="1"/>
                <c:pt idx="0">
                  <c:v>开工率（右）</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'磷肥供求数据 '!$K$6:$K$18</c:f>
              <c:numCache>
                <c:formatCode>0_ </c:formatCode>
                <c:ptCount val="13"/>
                <c:pt idx="0">
                  <c:v>2011</c:v>
                </c:pt>
                <c:pt idx="1">
                  <c:v>2012</c:v>
                </c:pt>
                <c:pt idx="2">
                  <c:v>2013</c:v>
                </c:pt>
                <c:pt idx="3">
                  <c:v>2014</c:v>
                </c:pt>
                <c:pt idx="4">
                  <c:v>2015</c:v>
                </c:pt>
                <c:pt idx="5">
                  <c:v>2016</c:v>
                </c:pt>
                <c:pt idx="6">
                  <c:v>2017</c:v>
                </c:pt>
                <c:pt idx="7">
                  <c:v>2018</c:v>
                </c:pt>
                <c:pt idx="8">
                  <c:v>2019</c:v>
                </c:pt>
                <c:pt idx="9">
                  <c:v>2020</c:v>
                </c:pt>
                <c:pt idx="10">
                  <c:v>2021</c:v>
                </c:pt>
                <c:pt idx="11">
                  <c:v>2022</c:v>
                </c:pt>
                <c:pt idx="12">
                  <c:v>2023</c:v>
                </c:pt>
              </c:numCache>
            </c:numRef>
          </c:cat>
          <c:val>
            <c:numRef>
              <c:f>'磷肥供求数据 '!$N$6:$N$18</c:f>
              <c:numCache>
                <c:formatCode>0.0%</c:formatCode>
                <c:ptCount val="13"/>
                <c:pt idx="0">
                  <c:v>0.55209713024282558</c:v>
                </c:pt>
                <c:pt idx="1">
                  <c:v>0.77020547945205475</c:v>
                </c:pt>
                <c:pt idx="2">
                  <c:v>0.87270058708414866</c:v>
                </c:pt>
                <c:pt idx="3">
                  <c:v>0.7943992773261066</c:v>
                </c:pt>
                <c:pt idx="4">
                  <c:v>0.85939748201438848</c:v>
                </c:pt>
                <c:pt idx="5">
                  <c:v>0.75106820049301559</c:v>
                </c:pt>
                <c:pt idx="6">
                  <c:v>0.69741166803615451</c:v>
                </c:pt>
                <c:pt idx="7">
                  <c:v>0.63817817817817812</c:v>
                </c:pt>
                <c:pt idx="8">
                  <c:v>0.66559485530546625</c:v>
                </c:pt>
                <c:pt idx="9">
                  <c:v>0.66618635926993275</c:v>
                </c:pt>
                <c:pt idx="10">
                  <c:v>0.70600384245917391</c:v>
                </c:pt>
                <c:pt idx="11">
                  <c:v>0.61434659090909094</c:v>
                </c:pt>
                <c:pt idx="12">
                  <c:v>0.63338068181818186</c:v>
                </c:pt>
              </c:numCache>
            </c:numRef>
          </c:val>
          <c:smooth val="1"/>
          <c:extLst xmlns:c16r2="http://schemas.microsoft.com/office/drawing/2015/06/chart">
            <c:ext xmlns:c16="http://schemas.microsoft.com/office/drawing/2014/chart" uri="{C3380CC4-5D6E-409C-BE32-E72D297353CC}">
              <c16:uniqueId val="{00000002-DCB5-45C6-AB87-4D2DB36ADA5D}"/>
            </c:ext>
          </c:extLst>
        </c:ser>
        <c:dLbls>
          <c:showLegendKey val="0"/>
          <c:showVal val="0"/>
          <c:showCatName val="0"/>
          <c:showSerName val="0"/>
          <c:showPercent val="0"/>
          <c:showBubbleSize val="0"/>
        </c:dLbls>
        <c:marker val="1"/>
        <c:smooth val="0"/>
        <c:axId val="861465616"/>
        <c:axId val="861461808"/>
      </c:lineChart>
      <c:catAx>
        <c:axId val="861459632"/>
        <c:scaling>
          <c:orientation val="minMax"/>
        </c:scaling>
        <c:delete val="0"/>
        <c:axPos val="b"/>
        <c:numFmt formatCode="0_ "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crossAx val="861450384"/>
        <c:crosses val="autoZero"/>
        <c:auto val="1"/>
        <c:lblAlgn val="ctr"/>
        <c:lblOffset val="100"/>
        <c:noMultiLvlLbl val="1"/>
      </c:catAx>
      <c:valAx>
        <c:axId val="861450384"/>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crossAx val="861459632"/>
        <c:crosses val="autoZero"/>
        <c:crossBetween val="between"/>
      </c:valAx>
      <c:catAx>
        <c:axId val="861465616"/>
        <c:scaling>
          <c:orientation val="minMax"/>
        </c:scaling>
        <c:delete val="1"/>
        <c:axPos val="b"/>
        <c:numFmt formatCode="0_ " sourceLinked="1"/>
        <c:majorTickMark val="in"/>
        <c:minorTickMark val="none"/>
        <c:tickLblPos val="nextTo"/>
        <c:crossAx val="861461808"/>
        <c:crosses val="autoZero"/>
        <c:auto val="1"/>
        <c:lblAlgn val="ctr"/>
        <c:lblOffset val="100"/>
        <c:noMultiLvlLbl val="1"/>
      </c:catAx>
      <c:valAx>
        <c:axId val="861461808"/>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crossAx val="861465616"/>
        <c:crosses val="max"/>
        <c:crossBetween val="between"/>
      </c:valAx>
      <c:spPr>
        <a:noFill/>
        <a:ln w="25400">
          <a:noFill/>
        </a:ln>
        <a:effectLst/>
      </c:spPr>
    </c:plotArea>
    <c:legend>
      <c:legendPos val="b"/>
      <c:layout>
        <c:manualLayout>
          <c:xMode val="edge"/>
          <c:yMode val="edge"/>
          <c:x val="7.5575417937622694E-2"/>
          <c:y val="5.7113983746683696E-3"/>
          <c:w val="0.81230451507125701"/>
          <c:h val="0.18145437702640099"/>
        </c:manualLayout>
      </c:layout>
      <c:overlay val="0"/>
      <c:spPr>
        <a:noFill/>
        <a:ln w="25400">
          <a:noFill/>
        </a:ln>
        <a:effectLst/>
      </c:spPr>
      <c:txPr>
        <a:bodyPr rot="0" spcFirstLastPara="1" vertOverflow="ellipsis" vert="horz"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legend>
    <c:plotVisOnly val="1"/>
    <c:dispBlanksAs val="gap"/>
    <c:showDLblsOverMax val="0"/>
  </c:chart>
  <c:spPr>
    <a:noFill/>
    <a:ln w="25400" cap="flat" cmpd="sng" algn="ctr">
      <a:noFill/>
      <a:round/>
    </a:ln>
    <a:effectLst/>
  </c:spPr>
  <c:txPr>
    <a:bodyPr/>
    <a:lstStyle/>
    <a:p>
      <a:pPr>
        <a:defRPr lang="zh-CN" sz="100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externalData r:id="rId4">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3100186800974201E-2"/>
          <c:y val="9.58928797001979E-2"/>
          <c:w val="0.90206851851851899"/>
          <c:h val="0.73098784722222199"/>
        </c:manualLayout>
      </c:layout>
      <c:barChart>
        <c:barDir val="col"/>
        <c:grouping val="clustered"/>
        <c:varyColors val="0"/>
        <c:ser>
          <c:idx val="0"/>
          <c:order val="0"/>
          <c:tx>
            <c:strRef>
              <c:f>'磷肥供求数据 '!$Y$1</c:f>
              <c:strCache>
                <c:ptCount val="1"/>
                <c:pt idx="0">
                  <c:v>中国磷酸一铵月度产量（万吨）</c:v>
                </c:pt>
              </c:strCache>
            </c:strRef>
          </c:tx>
          <c:spPr>
            <a:solidFill>
              <a:srgbClr val="E10000"/>
            </a:solidFill>
            <a:ln w="6350">
              <a:solidFill>
                <a:srgbClr val="FFFFFF"/>
              </a:solidFill>
              <a:prstDash val="solid"/>
            </a:ln>
            <a:effectLst/>
          </c:spPr>
          <c:invertIfNegative val="0"/>
          <c:cat>
            <c:numRef>
              <c:f>'磷肥供求数据 '!$X$3:$X$31</c:f>
              <c:numCache>
                <c:formatCode>m/d/yyyy</c:formatCode>
                <c:ptCount val="29"/>
                <c:pt idx="0">
                  <c:v>45291</c:v>
                </c:pt>
                <c:pt idx="1">
                  <c:v>45260</c:v>
                </c:pt>
                <c:pt idx="2">
                  <c:v>45230</c:v>
                </c:pt>
                <c:pt idx="3">
                  <c:v>45199</c:v>
                </c:pt>
                <c:pt idx="4">
                  <c:v>45169</c:v>
                </c:pt>
                <c:pt idx="5">
                  <c:v>45138</c:v>
                </c:pt>
                <c:pt idx="6">
                  <c:v>45107</c:v>
                </c:pt>
                <c:pt idx="7">
                  <c:v>45077</c:v>
                </c:pt>
                <c:pt idx="8">
                  <c:v>45046</c:v>
                </c:pt>
                <c:pt idx="9">
                  <c:v>45016</c:v>
                </c:pt>
                <c:pt idx="10">
                  <c:v>44985</c:v>
                </c:pt>
                <c:pt idx="11">
                  <c:v>44957</c:v>
                </c:pt>
                <c:pt idx="12">
                  <c:v>44926</c:v>
                </c:pt>
                <c:pt idx="13">
                  <c:v>44895</c:v>
                </c:pt>
                <c:pt idx="14">
                  <c:v>44865</c:v>
                </c:pt>
                <c:pt idx="15">
                  <c:v>44834</c:v>
                </c:pt>
                <c:pt idx="16">
                  <c:v>44804</c:v>
                </c:pt>
                <c:pt idx="17">
                  <c:v>44773</c:v>
                </c:pt>
                <c:pt idx="18">
                  <c:v>44742</c:v>
                </c:pt>
                <c:pt idx="19">
                  <c:v>44712</c:v>
                </c:pt>
                <c:pt idx="20">
                  <c:v>44681</c:v>
                </c:pt>
                <c:pt idx="21">
                  <c:v>44651</c:v>
                </c:pt>
                <c:pt idx="22">
                  <c:v>44620</c:v>
                </c:pt>
                <c:pt idx="23">
                  <c:v>44592</c:v>
                </c:pt>
                <c:pt idx="24">
                  <c:v>44561</c:v>
                </c:pt>
                <c:pt idx="25">
                  <c:v>44530</c:v>
                </c:pt>
                <c:pt idx="26">
                  <c:v>44500</c:v>
                </c:pt>
                <c:pt idx="27">
                  <c:v>44469</c:v>
                </c:pt>
                <c:pt idx="28">
                  <c:v>44439</c:v>
                </c:pt>
              </c:numCache>
            </c:numRef>
          </c:cat>
          <c:val>
            <c:numRef>
              <c:f>'磷肥供求数据 '!$Y$3:$Y$31</c:f>
              <c:numCache>
                <c:formatCode>0.0</c:formatCode>
                <c:ptCount val="29"/>
                <c:pt idx="0">
                  <c:v>94.86</c:v>
                </c:pt>
                <c:pt idx="1">
                  <c:v>89.63</c:v>
                </c:pt>
                <c:pt idx="2">
                  <c:v>95.31</c:v>
                </c:pt>
                <c:pt idx="3">
                  <c:v>100.015</c:v>
                </c:pt>
                <c:pt idx="4">
                  <c:v>101.22</c:v>
                </c:pt>
                <c:pt idx="5">
                  <c:v>72.72</c:v>
                </c:pt>
                <c:pt idx="6">
                  <c:v>55.2</c:v>
                </c:pt>
                <c:pt idx="7">
                  <c:v>58.47</c:v>
                </c:pt>
                <c:pt idx="8">
                  <c:v>75.45</c:v>
                </c:pt>
                <c:pt idx="9">
                  <c:v>94.3</c:v>
                </c:pt>
                <c:pt idx="10">
                  <c:v>87.17</c:v>
                </c:pt>
                <c:pt idx="11">
                  <c:v>83.98</c:v>
                </c:pt>
                <c:pt idx="12">
                  <c:v>81.2</c:v>
                </c:pt>
                <c:pt idx="13">
                  <c:v>71.564999999999998</c:v>
                </c:pt>
                <c:pt idx="14">
                  <c:v>86.221999999999994</c:v>
                </c:pt>
                <c:pt idx="15">
                  <c:v>75.290000000000006</c:v>
                </c:pt>
                <c:pt idx="16">
                  <c:v>73.954999999999998</c:v>
                </c:pt>
                <c:pt idx="17">
                  <c:v>83.384</c:v>
                </c:pt>
                <c:pt idx="18">
                  <c:v>84.731999999999999</c:v>
                </c:pt>
                <c:pt idx="19">
                  <c:v>91.53</c:v>
                </c:pt>
                <c:pt idx="20">
                  <c:v>92.92</c:v>
                </c:pt>
                <c:pt idx="21">
                  <c:v>97.11</c:v>
                </c:pt>
                <c:pt idx="22">
                  <c:v>100.37</c:v>
                </c:pt>
                <c:pt idx="23">
                  <c:v>66.41</c:v>
                </c:pt>
                <c:pt idx="24">
                  <c:v>82.94</c:v>
                </c:pt>
                <c:pt idx="25">
                  <c:v>83.89</c:v>
                </c:pt>
                <c:pt idx="26">
                  <c:v>95.58</c:v>
                </c:pt>
                <c:pt idx="27">
                  <c:v>92.29</c:v>
                </c:pt>
                <c:pt idx="28">
                  <c:v>105.42</c:v>
                </c:pt>
              </c:numCache>
            </c:numRef>
          </c:val>
          <c:extLst xmlns:c16r2="http://schemas.microsoft.com/office/drawing/2015/06/chart">
            <c:ext xmlns:c16="http://schemas.microsoft.com/office/drawing/2014/chart" uri="{C3380CC4-5D6E-409C-BE32-E72D297353CC}">
              <c16:uniqueId val="{00000000-3902-46AB-ABFE-18F1D1C778A5}"/>
            </c:ext>
          </c:extLst>
        </c:ser>
        <c:ser>
          <c:idx val="1"/>
          <c:order val="1"/>
          <c:tx>
            <c:strRef>
              <c:f>'磷肥供求数据 '!$AA$1</c:f>
              <c:strCache>
                <c:ptCount val="1"/>
                <c:pt idx="0">
                  <c:v>中国磷酸一铵月度出口量（万吨）</c:v>
                </c:pt>
              </c:strCache>
            </c:strRef>
          </c:tx>
          <c:spPr>
            <a:solidFill>
              <a:srgbClr val="C8C8C8"/>
            </a:solidFill>
            <a:ln w="6350">
              <a:solidFill>
                <a:srgbClr val="FFFFFF"/>
              </a:solidFill>
              <a:prstDash val="solid"/>
            </a:ln>
            <a:effectLst/>
          </c:spPr>
          <c:invertIfNegative val="0"/>
          <c:cat>
            <c:numRef>
              <c:f>'磷肥供求数据 '!$X$3:$X$31</c:f>
              <c:numCache>
                <c:formatCode>m/d/yyyy</c:formatCode>
                <c:ptCount val="29"/>
                <c:pt idx="0">
                  <c:v>45291</c:v>
                </c:pt>
                <c:pt idx="1">
                  <c:v>45260</c:v>
                </c:pt>
                <c:pt idx="2">
                  <c:v>45230</c:v>
                </c:pt>
                <c:pt idx="3">
                  <c:v>45199</c:v>
                </c:pt>
                <c:pt idx="4">
                  <c:v>45169</c:v>
                </c:pt>
                <c:pt idx="5">
                  <c:v>45138</c:v>
                </c:pt>
                <c:pt idx="6">
                  <c:v>45107</c:v>
                </c:pt>
                <c:pt idx="7">
                  <c:v>45077</c:v>
                </c:pt>
                <c:pt idx="8">
                  <c:v>45046</c:v>
                </c:pt>
                <c:pt idx="9">
                  <c:v>45016</c:v>
                </c:pt>
                <c:pt idx="10">
                  <c:v>44985</c:v>
                </c:pt>
                <c:pt idx="11">
                  <c:v>44957</c:v>
                </c:pt>
                <c:pt idx="12">
                  <c:v>44926</c:v>
                </c:pt>
                <c:pt idx="13">
                  <c:v>44895</c:v>
                </c:pt>
                <c:pt idx="14">
                  <c:v>44865</c:v>
                </c:pt>
                <c:pt idx="15">
                  <c:v>44834</c:v>
                </c:pt>
                <c:pt idx="16">
                  <c:v>44804</c:v>
                </c:pt>
                <c:pt idx="17">
                  <c:v>44773</c:v>
                </c:pt>
                <c:pt idx="18">
                  <c:v>44742</c:v>
                </c:pt>
                <c:pt idx="19">
                  <c:v>44712</c:v>
                </c:pt>
                <c:pt idx="20">
                  <c:v>44681</c:v>
                </c:pt>
                <c:pt idx="21">
                  <c:v>44651</c:v>
                </c:pt>
                <c:pt idx="22">
                  <c:v>44620</c:v>
                </c:pt>
                <c:pt idx="23">
                  <c:v>44592</c:v>
                </c:pt>
                <c:pt idx="24">
                  <c:v>44561</c:v>
                </c:pt>
                <c:pt idx="25">
                  <c:v>44530</c:v>
                </c:pt>
                <c:pt idx="26">
                  <c:v>44500</c:v>
                </c:pt>
                <c:pt idx="27">
                  <c:v>44469</c:v>
                </c:pt>
                <c:pt idx="28">
                  <c:v>44439</c:v>
                </c:pt>
              </c:numCache>
            </c:numRef>
          </c:cat>
          <c:val>
            <c:numRef>
              <c:f>'磷肥供求数据 '!$AA$3:$AA$32</c:f>
              <c:numCache>
                <c:formatCode>0.0</c:formatCode>
                <c:ptCount val="30"/>
                <c:pt idx="0">
                  <c:v>12.2</c:v>
                </c:pt>
                <c:pt idx="1">
                  <c:v>21.9</c:v>
                </c:pt>
                <c:pt idx="2">
                  <c:v>15.9</c:v>
                </c:pt>
                <c:pt idx="3">
                  <c:v>8.75</c:v>
                </c:pt>
                <c:pt idx="4">
                  <c:v>32.24</c:v>
                </c:pt>
                <c:pt idx="5">
                  <c:v>19.96</c:v>
                </c:pt>
                <c:pt idx="6">
                  <c:v>4.93</c:v>
                </c:pt>
                <c:pt idx="7">
                  <c:v>20.81</c:v>
                </c:pt>
                <c:pt idx="8">
                  <c:v>13.55</c:v>
                </c:pt>
                <c:pt idx="9">
                  <c:v>18.77</c:v>
                </c:pt>
                <c:pt idx="10">
                  <c:v>14.6654</c:v>
                </c:pt>
                <c:pt idx="11">
                  <c:v>19.978999999999999</c:v>
                </c:pt>
                <c:pt idx="12">
                  <c:v>13.6</c:v>
                </c:pt>
                <c:pt idx="13">
                  <c:v>19.7</c:v>
                </c:pt>
                <c:pt idx="14">
                  <c:v>17.739999999999998</c:v>
                </c:pt>
                <c:pt idx="15">
                  <c:v>24.303118000000001</c:v>
                </c:pt>
                <c:pt idx="16">
                  <c:v>15.6505022</c:v>
                </c:pt>
                <c:pt idx="17">
                  <c:v>16.134882000000001</c:v>
                </c:pt>
                <c:pt idx="18">
                  <c:v>27.565458</c:v>
                </c:pt>
                <c:pt idx="19">
                  <c:v>21.8</c:v>
                </c:pt>
                <c:pt idx="20">
                  <c:v>17.869700000000002</c:v>
                </c:pt>
                <c:pt idx="21">
                  <c:v>10.16</c:v>
                </c:pt>
                <c:pt idx="22">
                  <c:v>4.8140000000000001</c:v>
                </c:pt>
                <c:pt idx="23">
                  <c:v>5.2640000000000002</c:v>
                </c:pt>
                <c:pt idx="24">
                  <c:v>2.78</c:v>
                </c:pt>
                <c:pt idx="25">
                  <c:v>7.61</c:v>
                </c:pt>
                <c:pt idx="26">
                  <c:v>23.32</c:v>
                </c:pt>
                <c:pt idx="27">
                  <c:v>31.16</c:v>
                </c:pt>
                <c:pt idx="28">
                  <c:v>56.442</c:v>
                </c:pt>
                <c:pt idx="29">
                  <c:v>67.712000000000003</c:v>
                </c:pt>
              </c:numCache>
            </c:numRef>
          </c:val>
          <c:extLst xmlns:c16r2="http://schemas.microsoft.com/office/drawing/2015/06/chart">
            <c:ext xmlns:c16="http://schemas.microsoft.com/office/drawing/2014/chart" uri="{C3380CC4-5D6E-409C-BE32-E72D297353CC}">
              <c16:uniqueId val="{00000001-3902-46AB-ABFE-18F1D1C778A5}"/>
            </c:ext>
          </c:extLst>
        </c:ser>
        <c:dLbls>
          <c:showLegendKey val="0"/>
          <c:showVal val="0"/>
          <c:showCatName val="0"/>
          <c:showSerName val="0"/>
          <c:showPercent val="0"/>
          <c:showBubbleSize val="0"/>
        </c:dLbls>
        <c:gapWidth val="219"/>
        <c:overlap val="-27"/>
        <c:axId val="861454736"/>
        <c:axId val="861458544"/>
      </c:barChart>
      <c:dateAx>
        <c:axId val="861454736"/>
        <c:scaling>
          <c:orientation val="minMax"/>
        </c:scaling>
        <c:delete val="0"/>
        <c:axPos val="b"/>
        <c:numFmt formatCode="yy/mm" sourceLinked="0"/>
        <c:majorTickMark val="in"/>
        <c:minorTickMark val="none"/>
        <c:tickLblPos val="nextTo"/>
        <c:spPr>
          <a:noFill/>
          <a:ln w="6350" cap="flat" cmpd="sng" algn="ctr">
            <a:solidFill>
              <a:srgbClr val="000000"/>
            </a:solidFill>
            <a:round/>
          </a:ln>
          <a:effectLst/>
        </c:spPr>
        <c:txPr>
          <a:bodyPr rot="-5400000" spcFirstLastPara="1" vertOverflow="ellipsis"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crossAx val="861458544"/>
        <c:crosses val="autoZero"/>
        <c:auto val="1"/>
        <c:lblOffset val="100"/>
        <c:baseTimeUnit val="months"/>
      </c:dateAx>
      <c:valAx>
        <c:axId val="861458544"/>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crossAx val="861454736"/>
        <c:crosses val="autoZero"/>
        <c:crossBetween val="between"/>
      </c:valAx>
      <c:spPr>
        <a:noFill/>
        <a:ln w="25400">
          <a:noFill/>
        </a:ln>
        <a:effectLst/>
      </c:spPr>
    </c:plotArea>
    <c:legend>
      <c:legendPos val="b"/>
      <c:layout>
        <c:manualLayout>
          <c:xMode val="edge"/>
          <c:yMode val="edge"/>
          <c:x val="7.5575414627213094E-2"/>
          <c:y val="5.7112489746877796E-3"/>
          <c:w val="0.92442458206237699"/>
          <c:h val="0.10305948372614999"/>
        </c:manualLayout>
      </c:layout>
      <c:overlay val="0"/>
      <c:spPr>
        <a:noFill/>
        <a:ln w="25400">
          <a:noFill/>
        </a:ln>
        <a:effectLst/>
      </c:spPr>
      <c:txPr>
        <a:bodyPr rot="0" spcFirstLastPara="1" vertOverflow="ellipsis" vert="horz"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legend>
    <c:plotVisOnly val="1"/>
    <c:dispBlanksAs val="gap"/>
    <c:showDLblsOverMax val="0"/>
  </c:chart>
  <c:spPr>
    <a:noFill/>
    <a:ln w="25400" cap="flat" cmpd="sng" algn="ctr">
      <a:noFill/>
      <a:round/>
    </a:ln>
    <a:effectLst/>
  </c:spPr>
  <c:txPr>
    <a:bodyPr/>
    <a:lstStyle/>
    <a:p>
      <a:pPr>
        <a:defRPr lang="zh-CN" sz="100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externalData r:id="rId4">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3100186800974201E-2"/>
          <c:y val="9.58928797001979E-2"/>
          <c:w val="0.90046833333333298"/>
          <c:h val="0.74386493055555603"/>
        </c:manualLayout>
      </c:layout>
      <c:barChart>
        <c:barDir val="col"/>
        <c:grouping val="clustered"/>
        <c:varyColors val="0"/>
        <c:ser>
          <c:idx val="0"/>
          <c:order val="0"/>
          <c:tx>
            <c:strRef>
              <c:f>'磷肥供求数据 '!$AE$1</c:f>
              <c:strCache>
                <c:ptCount val="1"/>
                <c:pt idx="0">
                  <c:v>中国磷酸二铵月度产量（万吨）</c:v>
                </c:pt>
              </c:strCache>
            </c:strRef>
          </c:tx>
          <c:spPr>
            <a:solidFill>
              <a:srgbClr val="E10000"/>
            </a:solidFill>
            <a:ln w="6350">
              <a:solidFill>
                <a:srgbClr val="FFFFFF"/>
              </a:solidFill>
              <a:prstDash val="solid"/>
            </a:ln>
            <a:effectLst/>
          </c:spPr>
          <c:invertIfNegative val="0"/>
          <c:cat>
            <c:numRef>
              <c:f>'磷肥供求数据 '!$AD$3:$AD$50</c:f>
              <c:numCache>
                <c:formatCode>m/d/yyyy</c:formatCode>
                <c:ptCount val="48"/>
                <c:pt idx="0">
                  <c:v>45291</c:v>
                </c:pt>
                <c:pt idx="1">
                  <c:v>45260</c:v>
                </c:pt>
                <c:pt idx="2">
                  <c:v>45230</c:v>
                </c:pt>
                <c:pt idx="3">
                  <c:v>45199</c:v>
                </c:pt>
                <c:pt idx="4">
                  <c:v>45169</c:v>
                </c:pt>
                <c:pt idx="5">
                  <c:v>45138</c:v>
                </c:pt>
                <c:pt idx="6">
                  <c:v>45107</c:v>
                </c:pt>
                <c:pt idx="7">
                  <c:v>45077</c:v>
                </c:pt>
                <c:pt idx="8">
                  <c:v>45046</c:v>
                </c:pt>
                <c:pt idx="9">
                  <c:v>45016</c:v>
                </c:pt>
                <c:pt idx="10">
                  <c:v>44985</c:v>
                </c:pt>
                <c:pt idx="11">
                  <c:v>44957</c:v>
                </c:pt>
                <c:pt idx="12">
                  <c:v>44926</c:v>
                </c:pt>
                <c:pt idx="13">
                  <c:v>44895</c:v>
                </c:pt>
                <c:pt idx="14">
                  <c:v>44865</c:v>
                </c:pt>
                <c:pt idx="15">
                  <c:v>44834</c:v>
                </c:pt>
                <c:pt idx="16">
                  <c:v>44804</c:v>
                </c:pt>
                <c:pt idx="17">
                  <c:v>44773</c:v>
                </c:pt>
                <c:pt idx="18">
                  <c:v>44742</c:v>
                </c:pt>
                <c:pt idx="19">
                  <c:v>44712</c:v>
                </c:pt>
                <c:pt idx="20">
                  <c:v>44681</c:v>
                </c:pt>
                <c:pt idx="21">
                  <c:v>44651</c:v>
                </c:pt>
                <c:pt idx="22">
                  <c:v>44620</c:v>
                </c:pt>
                <c:pt idx="23">
                  <c:v>44592</c:v>
                </c:pt>
                <c:pt idx="24">
                  <c:v>44561</c:v>
                </c:pt>
                <c:pt idx="25">
                  <c:v>44530</c:v>
                </c:pt>
                <c:pt idx="26">
                  <c:v>44500</c:v>
                </c:pt>
                <c:pt idx="27">
                  <c:v>44469</c:v>
                </c:pt>
                <c:pt idx="28">
                  <c:v>44439</c:v>
                </c:pt>
                <c:pt idx="29">
                  <c:v>44408</c:v>
                </c:pt>
                <c:pt idx="30">
                  <c:v>44377</c:v>
                </c:pt>
                <c:pt idx="31">
                  <c:v>44347</c:v>
                </c:pt>
                <c:pt idx="32">
                  <c:v>44316</c:v>
                </c:pt>
                <c:pt idx="33">
                  <c:v>44286</c:v>
                </c:pt>
                <c:pt idx="34">
                  <c:v>44255</c:v>
                </c:pt>
                <c:pt idx="35">
                  <c:v>44227</c:v>
                </c:pt>
                <c:pt idx="36">
                  <c:v>44196</c:v>
                </c:pt>
                <c:pt idx="37">
                  <c:v>44165</c:v>
                </c:pt>
                <c:pt idx="38">
                  <c:v>44135</c:v>
                </c:pt>
                <c:pt idx="39">
                  <c:v>44104</c:v>
                </c:pt>
                <c:pt idx="40">
                  <c:v>44074</c:v>
                </c:pt>
                <c:pt idx="41">
                  <c:v>44043</c:v>
                </c:pt>
                <c:pt idx="42">
                  <c:v>44012</c:v>
                </c:pt>
                <c:pt idx="43">
                  <c:v>43982</c:v>
                </c:pt>
                <c:pt idx="44">
                  <c:v>43951</c:v>
                </c:pt>
                <c:pt idx="45">
                  <c:v>43921</c:v>
                </c:pt>
                <c:pt idx="46">
                  <c:v>43890</c:v>
                </c:pt>
                <c:pt idx="47">
                  <c:v>43861</c:v>
                </c:pt>
              </c:numCache>
            </c:numRef>
          </c:cat>
          <c:val>
            <c:numRef>
              <c:f>'磷肥供求数据 '!$AE$3:$AE$50</c:f>
              <c:numCache>
                <c:formatCode>General</c:formatCode>
                <c:ptCount val="48"/>
                <c:pt idx="0">
                  <c:v>114.1</c:v>
                </c:pt>
                <c:pt idx="1">
                  <c:v>108.9</c:v>
                </c:pt>
                <c:pt idx="2">
                  <c:v>118.4</c:v>
                </c:pt>
                <c:pt idx="3">
                  <c:v>134.19999999999999</c:v>
                </c:pt>
                <c:pt idx="4">
                  <c:v>143.80000000000001</c:v>
                </c:pt>
                <c:pt idx="5" formatCode="0.0">
                  <c:v>135.19999999999999</c:v>
                </c:pt>
                <c:pt idx="6" formatCode="0.0">
                  <c:v>100.05</c:v>
                </c:pt>
                <c:pt idx="7" formatCode="0.0">
                  <c:v>94.15</c:v>
                </c:pt>
                <c:pt idx="8" formatCode="0.0">
                  <c:v>113.56</c:v>
                </c:pt>
                <c:pt idx="9" formatCode="0.0">
                  <c:v>128.4</c:v>
                </c:pt>
                <c:pt idx="10" formatCode="0.0">
                  <c:v>107.87</c:v>
                </c:pt>
                <c:pt idx="11" formatCode="0.0">
                  <c:v>97.46</c:v>
                </c:pt>
                <c:pt idx="12" formatCode="0.0">
                  <c:v>95.6</c:v>
                </c:pt>
                <c:pt idx="13" formatCode="0.0">
                  <c:v>90.74</c:v>
                </c:pt>
                <c:pt idx="14" formatCode="0.0">
                  <c:v>100.08</c:v>
                </c:pt>
                <c:pt idx="15" formatCode="0.0">
                  <c:v>90.28</c:v>
                </c:pt>
                <c:pt idx="16" formatCode="0.0">
                  <c:v>84.66</c:v>
                </c:pt>
                <c:pt idx="17" formatCode="0.0">
                  <c:v>85.78</c:v>
                </c:pt>
                <c:pt idx="18" formatCode="0.0">
                  <c:v>100.01</c:v>
                </c:pt>
                <c:pt idx="19" formatCode="0.0">
                  <c:v>111.11499999999999</c:v>
                </c:pt>
                <c:pt idx="20" formatCode="0.0">
                  <c:v>118.89</c:v>
                </c:pt>
                <c:pt idx="21" formatCode="0.0">
                  <c:v>132.68</c:v>
                </c:pt>
                <c:pt idx="22" formatCode="0.0">
                  <c:v>122.05</c:v>
                </c:pt>
                <c:pt idx="23" formatCode="0.0">
                  <c:v>126.76</c:v>
                </c:pt>
                <c:pt idx="24" formatCode="0.0">
                  <c:v>102.55</c:v>
                </c:pt>
                <c:pt idx="25" formatCode="0.0">
                  <c:v>105.23</c:v>
                </c:pt>
                <c:pt idx="26" formatCode="0.0">
                  <c:v>113.61</c:v>
                </c:pt>
                <c:pt idx="27" formatCode="0.0">
                  <c:v>110.06</c:v>
                </c:pt>
                <c:pt idx="28" formatCode="0.0">
                  <c:v>126.02</c:v>
                </c:pt>
                <c:pt idx="29" formatCode="0.0">
                  <c:v>114.2</c:v>
                </c:pt>
                <c:pt idx="30" formatCode="0.0">
                  <c:v>99.63</c:v>
                </c:pt>
                <c:pt idx="31" formatCode="0.0">
                  <c:v>108.88</c:v>
                </c:pt>
                <c:pt idx="32" formatCode="0.0">
                  <c:v>101.61</c:v>
                </c:pt>
                <c:pt idx="33" formatCode="0.0">
                  <c:v>130.41</c:v>
                </c:pt>
                <c:pt idx="34" formatCode="0.0">
                  <c:v>117.79</c:v>
                </c:pt>
                <c:pt idx="35" formatCode="0.0">
                  <c:v>115.04</c:v>
                </c:pt>
                <c:pt idx="36" formatCode="0.0">
                  <c:v>132</c:v>
                </c:pt>
                <c:pt idx="37" formatCode="0.0">
                  <c:v>135</c:v>
                </c:pt>
                <c:pt idx="38" formatCode="0.0">
                  <c:v>133</c:v>
                </c:pt>
                <c:pt idx="39" formatCode="0.0">
                  <c:v>133.32</c:v>
                </c:pt>
                <c:pt idx="40" formatCode="0.0">
                  <c:v>116.7</c:v>
                </c:pt>
                <c:pt idx="41" formatCode="0.0">
                  <c:v>118.85</c:v>
                </c:pt>
                <c:pt idx="42" formatCode="0.0">
                  <c:v>108.77</c:v>
                </c:pt>
                <c:pt idx="43" formatCode="0.0">
                  <c:v>112.62</c:v>
                </c:pt>
                <c:pt idx="44" formatCode="0.0">
                  <c:v>122.24</c:v>
                </c:pt>
                <c:pt idx="45" formatCode="0.0">
                  <c:v>107.51</c:v>
                </c:pt>
                <c:pt idx="46" formatCode="0.0">
                  <c:v>83.36</c:v>
                </c:pt>
                <c:pt idx="47" formatCode="0.0">
                  <c:v>84.38</c:v>
                </c:pt>
              </c:numCache>
            </c:numRef>
          </c:val>
          <c:extLst xmlns:c16r2="http://schemas.microsoft.com/office/drawing/2015/06/chart">
            <c:ext xmlns:c16="http://schemas.microsoft.com/office/drawing/2014/chart" uri="{C3380CC4-5D6E-409C-BE32-E72D297353CC}">
              <c16:uniqueId val="{00000000-895D-4BB6-B95A-35E3BB20F04C}"/>
            </c:ext>
          </c:extLst>
        </c:ser>
        <c:ser>
          <c:idx val="2"/>
          <c:order val="1"/>
          <c:tx>
            <c:strRef>
              <c:f>'磷肥供求数据 '!$AG$1</c:f>
              <c:strCache>
                <c:ptCount val="1"/>
                <c:pt idx="0">
                  <c:v>中国磷酸二铵月度出口量（万吨）</c:v>
                </c:pt>
              </c:strCache>
            </c:strRef>
          </c:tx>
          <c:spPr>
            <a:solidFill>
              <a:srgbClr val="C8C8C8"/>
            </a:solidFill>
            <a:ln w="6350">
              <a:noFill/>
              <a:prstDash val="solid"/>
            </a:ln>
            <a:effectLst/>
          </c:spPr>
          <c:invertIfNegative val="0"/>
          <c:cat>
            <c:numRef>
              <c:f>'磷肥供求数据 '!$AD$3:$AD$50</c:f>
              <c:numCache>
                <c:formatCode>m/d/yyyy</c:formatCode>
                <c:ptCount val="48"/>
                <c:pt idx="0">
                  <c:v>45291</c:v>
                </c:pt>
                <c:pt idx="1">
                  <c:v>45260</c:v>
                </c:pt>
                <c:pt idx="2">
                  <c:v>45230</c:v>
                </c:pt>
                <c:pt idx="3">
                  <c:v>45199</c:v>
                </c:pt>
                <c:pt idx="4">
                  <c:v>45169</c:v>
                </c:pt>
                <c:pt idx="5">
                  <c:v>45138</c:v>
                </c:pt>
                <c:pt idx="6">
                  <c:v>45107</c:v>
                </c:pt>
                <c:pt idx="7">
                  <c:v>45077</c:v>
                </c:pt>
                <c:pt idx="8">
                  <c:v>45046</c:v>
                </c:pt>
                <c:pt idx="9">
                  <c:v>45016</c:v>
                </c:pt>
                <c:pt idx="10">
                  <c:v>44985</c:v>
                </c:pt>
                <c:pt idx="11">
                  <c:v>44957</c:v>
                </c:pt>
                <c:pt idx="12">
                  <c:v>44926</c:v>
                </c:pt>
                <c:pt idx="13">
                  <c:v>44895</c:v>
                </c:pt>
                <c:pt idx="14">
                  <c:v>44865</c:v>
                </c:pt>
                <c:pt idx="15">
                  <c:v>44834</c:v>
                </c:pt>
                <c:pt idx="16">
                  <c:v>44804</c:v>
                </c:pt>
                <c:pt idx="17">
                  <c:v>44773</c:v>
                </c:pt>
                <c:pt idx="18">
                  <c:v>44742</c:v>
                </c:pt>
                <c:pt idx="19">
                  <c:v>44712</c:v>
                </c:pt>
                <c:pt idx="20">
                  <c:v>44681</c:v>
                </c:pt>
                <c:pt idx="21">
                  <c:v>44651</c:v>
                </c:pt>
                <c:pt idx="22">
                  <c:v>44620</c:v>
                </c:pt>
                <c:pt idx="23">
                  <c:v>44592</c:v>
                </c:pt>
                <c:pt idx="24">
                  <c:v>44561</c:v>
                </c:pt>
                <c:pt idx="25">
                  <c:v>44530</c:v>
                </c:pt>
                <c:pt idx="26">
                  <c:v>44500</c:v>
                </c:pt>
                <c:pt idx="27">
                  <c:v>44469</c:v>
                </c:pt>
                <c:pt idx="28">
                  <c:v>44439</c:v>
                </c:pt>
                <c:pt idx="29">
                  <c:v>44408</c:v>
                </c:pt>
                <c:pt idx="30">
                  <c:v>44377</c:v>
                </c:pt>
                <c:pt idx="31">
                  <c:v>44347</c:v>
                </c:pt>
                <c:pt idx="32">
                  <c:v>44316</c:v>
                </c:pt>
                <c:pt idx="33">
                  <c:v>44286</c:v>
                </c:pt>
                <c:pt idx="34">
                  <c:v>44255</c:v>
                </c:pt>
                <c:pt idx="35">
                  <c:v>44227</c:v>
                </c:pt>
                <c:pt idx="36">
                  <c:v>44196</c:v>
                </c:pt>
                <c:pt idx="37">
                  <c:v>44165</c:v>
                </c:pt>
                <c:pt idx="38">
                  <c:v>44135</c:v>
                </c:pt>
                <c:pt idx="39">
                  <c:v>44104</c:v>
                </c:pt>
                <c:pt idx="40">
                  <c:v>44074</c:v>
                </c:pt>
                <c:pt idx="41">
                  <c:v>44043</c:v>
                </c:pt>
                <c:pt idx="42">
                  <c:v>44012</c:v>
                </c:pt>
                <c:pt idx="43">
                  <c:v>43982</c:v>
                </c:pt>
                <c:pt idx="44">
                  <c:v>43951</c:v>
                </c:pt>
                <c:pt idx="45">
                  <c:v>43921</c:v>
                </c:pt>
                <c:pt idx="46">
                  <c:v>43890</c:v>
                </c:pt>
                <c:pt idx="47">
                  <c:v>43861</c:v>
                </c:pt>
              </c:numCache>
            </c:numRef>
          </c:cat>
          <c:val>
            <c:numRef>
              <c:f>'磷肥供求数据 '!$AG$3:$AG$50</c:f>
              <c:numCache>
                <c:formatCode>General</c:formatCode>
                <c:ptCount val="48"/>
                <c:pt idx="0">
                  <c:v>36.700000000000003</c:v>
                </c:pt>
                <c:pt idx="1">
                  <c:v>61.6</c:v>
                </c:pt>
                <c:pt idx="2" formatCode="0.0">
                  <c:v>44.08</c:v>
                </c:pt>
                <c:pt idx="3" formatCode="0.0">
                  <c:v>36.22</c:v>
                </c:pt>
                <c:pt idx="4" formatCode="0.0">
                  <c:v>32.913800000000002</c:v>
                </c:pt>
                <c:pt idx="5" formatCode="0.0">
                  <c:v>51.01</c:v>
                </c:pt>
                <c:pt idx="6" formatCode="0.0">
                  <c:v>92.88</c:v>
                </c:pt>
                <c:pt idx="7" formatCode="0.0">
                  <c:v>51.62</c:v>
                </c:pt>
                <c:pt idx="8" formatCode="0.0">
                  <c:v>33.25</c:v>
                </c:pt>
                <c:pt idx="9" formatCode="0.0">
                  <c:v>26.3</c:v>
                </c:pt>
                <c:pt idx="10" formatCode="0.0">
                  <c:v>9.4314</c:v>
                </c:pt>
                <c:pt idx="11" formatCode="0.0">
                  <c:v>27.5884</c:v>
                </c:pt>
                <c:pt idx="12" formatCode="0.0">
                  <c:v>25.3</c:v>
                </c:pt>
                <c:pt idx="13" formatCode="0.0">
                  <c:v>20.100000000000001</c:v>
                </c:pt>
                <c:pt idx="14" formatCode="0.0">
                  <c:v>50.35</c:v>
                </c:pt>
                <c:pt idx="15" formatCode="0.0">
                  <c:v>46.923074999999997</c:v>
                </c:pt>
                <c:pt idx="16" formatCode="0.0">
                  <c:v>51.845306000000001</c:v>
                </c:pt>
                <c:pt idx="17" formatCode="0.0">
                  <c:v>33.640569999999997</c:v>
                </c:pt>
                <c:pt idx="18" formatCode="0.0">
                  <c:v>19.717987000000001</c:v>
                </c:pt>
                <c:pt idx="19" formatCode="0.0">
                  <c:v>16.309999999999999</c:v>
                </c:pt>
                <c:pt idx="20" formatCode="0.0">
                  <c:v>19.488142</c:v>
                </c:pt>
                <c:pt idx="21" formatCode="0.0">
                  <c:v>37.94</c:v>
                </c:pt>
                <c:pt idx="22" formatCode="0.0">
                  <c:v>11.384</c:v>
                </c:pt>
                <c:pt idx="23" formatCode="0.0">
                  <c:v>24.954000000000001</c:v>
                </c:pt>
                <c:pt idx="24" formatCode="0.0">
                  <c:v>3.4683000000000002</c:v>
                </c:pt>
                <c:pt idx="25" formatCode="0.0">
                  <c:v>12.929</c:v>
                </c:pt>
                <c:pt idx="26" formatCode="0.0">
                  <c:v>78.992000000000004</c:v>
                </c:pt>
                <c:pt idx="27" formatCode="0.0">
                  <c:v>55.034999999999997</c:v>
                </c:pt>
                <c:pt idx="28" formatCode="0.0">
                  <c:v>54.973999999999997</c:v>
                </c:pt>
                <c:pt idx="29" formatCode="0.0">
                  <c:v>98.447999999999993</c:v>
                </c:pt>
                <c:pt idx="30" formatCode="0.0">
                  <c:v>91.426000000000002</c:v>
                </c:pt>
                <c:pt idx="31" formatCode="0.0">
                  <c:v>93.147999999999996</c:v>
                </c:pt>
                <c:pt idx="32" formatCode="0.0">
                  <c:v>45.497999999999998</c:v>
                </c:pt>
                <c:pt idx="33" formatCode="0.0">
                  <c:v>51.847000000000001</c:v>
                </c:pt>
                <c:pt idx="34" formatCode="0.0">
                  <c:v>27.917999999999999</c:v>
                </c:pt>
                <c:pt idx="35" formatCode="0.0">
                  <c:v>12.002000000000001</c:v>
                </c:pt>
                <c:pt idx="36" formatCode="0.0">
                  <c:v>49.137999999999998</c:v>
                </c:pt>
                <c:pt idx="37" formatCode="0.0">
                  <c:v>47.787999999999997</c:v>
                </c:pt>
                <c:pt idx="38" formatCode="0.0">
                  <c:v>59.17</c:v>
                </c:pt>
                <c:pt idx="39" formatCode="0.0">
                  <c:v>56.643999999999998</c:v>
                </c:pt>
                <c:pt idx="40" formatCode="0.0">
                  <c:v>80.241</c:v>
                </c:pt>
                <c:pt idx="41" formatCode="0.0">
                  <c:v>77.090999999999994</c:v>
                </c:pt>
                <c:pt idx="42" formatCode="0.0">
                  <c:v>55.694000000000003</c:v>
                </c:pt>
                <c:pt idx="43" formatCode="0.0">
                  <c:v>26.843</c:v>
                </c:pt>
                <c:pt idx="44" formatCode="0.0">
                  <c:v>39.658000000000001</c:v>
                </c:pt>
                <c:pt idx="45" formatCode="0.0">
                  <c:v>54.756</c:v>
                </c:pt>
                <c:pt idx="46" formatCode="0.0">
                  <c:v>11.904999999999999</c:v>
                </c:pt>
                <c:pt idx="47" formatCode="0.0">
                  <c:v>14.297000000000001</c:v>
                </c:pt>
              </c:numCache>
            </c:numRef>
          </c:val>
          <c:extLst xmlns:c16r2="http://schemas.microsoft.com/office/drawing/2015/06/chart">
            <c:ext xmlns:c16="http://schemas.microsoft.com/office/drawing/2014/chart" uri="{C3380CC4-5D6E-409C-BE32-E72D297353CC}">
              <c16:uniqueId val="{00000001-895D-4BB6-B95A-35E3BB20F04C}"/>
            </c:ext>
          </c:extLst>
        </c:ser>
        <c:dLbls>
          <c:showLegendKey val="0"/>
          <c:showVal val="0"/>
          <c:showCatName val="0"/>
          <c:showSerName val="0"/>
          <c:showPercent val="0"/>
          <c:showBubbleSize val="0"/>
        </c:dLbls>
        <c:gapWidth val="219"/>
        <c:overlap val="-27"/>
        <c:axId val="861450928"/>
        <c:axId val="861459088"/>
      </c:barChart>
      <c:dateAx>
        <c:axId val="861450928"/>
        <c:scaling>
          <c:orientation val="minMax"/>
        </c:scaling>
        <c:delete val="0"/>
        <c:axPos val="b"/>
        <c:numFmt formatCode="yy/mm" sourceLinked="0"/>
        <c:majorTickMark val="in"/>
        <c:minorTickMark val="none"/>
        <c:tickLblPos val="nextTo"/>
        <c:spPr>
          <a:noFill/>
          <a:ln w="6350" cap="flat" cmpd="sng" algn="ctr">
            <a:solidFill>
              <a:srgbClr val="000000"/>
            </a:solidFill>
            <a:round/>
          </a:ln>
          <a:effectLst/>
        </c:spPr>
        <c:txPr>
          <a:bodyPr rot="-5400000" spcFirstLastPara="1" vertOverflow="ellipsis"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crossAx val="861459088"/>
        <c:crosses val="autoZero"/>
        <c:auto val="1"/>
        <c:lblOffset val="100"/>
        <c:baseTimeUnit val="months"/>
      </c:dateAx>
      <c:valAx>
        <c:axId val="861459088"/>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crossAx val="861450928"/>
        <c:crosses val="autoZero"/>
        <c:crossBetween val="between"/>
      </c:valAx>
      <c:spPr>
        <a:noFill/>
        <a:ln w="25400">
          <a:noFill/>
        </a:ln>
        <a:effectLst/>
      </c:spPr>
    </c:plotArea>
    <c:legend>
      <c:legendPos val="b"/>
      <c:layout>
        <c:manualLayout>
          <c:xMode val="edge"/>
          <c:yMode val="edge"/>
          <c:x val="6.3378563116788994E-2"/>
          <c:y val="8.1743869209809292E-3"/>
          <c:w val="0.88547500000000001"/>
          <c:h val="8.4062499999999998E-2"/>
        </c:manualLayout>
      </c:layout>
      <c:overlay val="0"/>
      <c:spPr>
        <a:noFill/>
        <a:ln w="25400">
          <a:noFill/>
        </a:ln>
        <a:effectLst/>
      </c:spPr>
      <c:txPr>
        <a:bodyPr rot="0" spcFirstLastPara="1" vertOverflow="ellipsis" vert="horz" wrap="square" anchor="ctr" anchorCtr="1"/>
        <a:lstStyle/>
        <a:p>
          <a:pPr>
            <a:defRPr lang="zh-CN" sz="1000" b="0" i="0" u="none" strike="noStrike" kern="1200" baseline="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legend>
    <c:plotVisOnly val="1"/>
    <c:dispBlanksAs val="gap"/>
    <c:showDLblsOverMax val="0"/>
  </c:chart>
  <c:spPr>
    <a:noFill/>
    <a:ln w="25400" cap="flat" cmpd="sng" algn="ctr">
      <a:noFill/>
      <a:round/>
    </a:ln>
    <a:effectLst/>
  </c:spPr>
  <c:txPr>
    <a:bodyPr/>
    <a:lstStyle/>
    <a:p>
      <a:pPr>
        <a:defRPr lang="zh-CN" sz="1000">
          <a:solidFill>
            <a:sysClr val="windowText" lastClr="000000"/>
          </a:solidFill>
          <a:latin typeface="微软雅黑" panose="020B0503020204020204" charset="-122"/>
          <a:ea typeface="微软雅黑" panose="020B0503020204020204" charset="-122"/>
          <a:cs typeface="Arial" panose="020B0604020202020204" pitchFamily="7" charset="0"/>
        </a:defRPr>
      </a:pPr>
      <a:endParaRPr lang="zh-CN"/>
    </a:p>
  </c:txPr>
  <c:externalData r:id="rId4">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56734831559705E-2"/>
          <c:y val="9.8266528084487298E-2"/>
          <c:w val="0.86550856481481497"/>
          <c:h val="0.812673744650388"/>
        </c:manualLayout>
      </c:layout>
      <c:lineChart>
        <c:grouping val="standard"/>
        <c:varyColors val="0"/>
        <c:ser>
          <c:idx val="0"/>
          <c:order val="0"/>
          <c:tx>
            <c:strRef>
              <c:f>磷肥短期供给!$O$1</c:f>
              <c:strCache>
                <c:ptCount val="1"/>
                <c:pt idx="0">
                  <c:v>磷酸一铵开工率</c:v>
                </c:pt>
              </c:strCache>
            </c:strRef>
          </c:tx>
          <c:spPr>
            <a:ln w="12700" cap="rnd" cmpd="sng" algn="ctr">
              <a:solidFill>
                <a:srgbClr val="E10000"/>
              </a:solidFill>
              <a:prstDash val="solid"/>
              <a:round/>
            </a:ln>
          </c:spPr>
          <c:marker>
            <c:symbol val="diamond"/>
            <c:size val="2"/>
            <c:spPr>
              <a:solidFill>
                <a:srgbClr val="E10000"/>
              </a:solidFill>
              <a:ln w="12700" cap="flat" cmpd="sng" algn="ctr">
                <a:solidFill>
                  <a:srgbClr val="E10000"/>
                </a:solidFill>
                <a:prstDash val="solid"/>
                <a:round/>
              </a:ln>
            </c:spPr>
          </c:marker>
          <c:cat>
            <c:numRef>
              <c:f>磷肥短期供给!$M$2:$M$206</c:f>
              <c:numCache>
                <c:formatCode>m/d/yyyy</c:formatCode>
                <c:ptCount val="205"/>
                <c:pt idx="0">
                  <c:v>45352</c:v>
                </c:pt>
                <c:pt idx="1">
                  <c:v>45345</c:v>
                </c:pt>
                <c:pt idx="2">
                  <c:v>45338</c:v>
                </c:pt>
                <c:pt idx="3">
                  <c:v>45331</c:v>
                </c:pt>
                <c:pt idx="4">
                  <c:v>45324</c:v>
                </c:pt>
                <c:pt idx="5">
                  <c:v>45317</c:v>
                </c:pt>
                <c:pt idx="6">
                  <c:v>45310</c:v>
                </c:pt>
                <c:pt idx="7">
                  <c:v>45303</c:v>
                </c:pt>
                <c:pt idx="8">
                  <c:v>45296</c:v>
                </c:pt>
                <c:pt idx="9">
                  <c:v>45289</c:v>
                </c:pt>
                <c:pt idx="10">
                  <c:v>45282</c:v>
                </c:pt>
                <c:pt idx="11">
                  <c:v>45275</c:v>
                </c:pt>
                <c:pt idx="12">
                  <c:v>45268</c:v>
                </c:pt>
                <c:pt idx="13">
                  <c:v>45261</c:v>
                </c:pt>
                <c:pt idx="14">
                  <c:v>45254</c:v>
                </c:pt>
                <c:pt idx="15">
                  <c:v>45247</c:v>
                </c:pt>
                <c:pt idx="16">
                  <c:v>45240</c:v>
                </c:pt>
                <c:pt idx="17">
                  <c:v>45233</c:v>
                </c:pt>
                <c:pt idx="18">
                  <c:v>45226</c:v>
                </c:pt>
                <c:pt idx="19">
                  <c:v>45219</c:v>
                </c:pt>
                <c:pt idx="20">
                  <c:v>45212</c:v>
                </c:pt>
                <c:pt idx="21">
                  <c:v>45205</c:v>
                </c:pt>
                <c:pt idx="22">
                  <c:v>45198</c:v>
                </c:pt>
                <c:pt idx="23">
                  <c:v>45191</c:v>
                </c:pt>
                <c:pt idx="24">
                  <c:v>45184</c:v>
                </c:pt>
                <c:pt idx="25">
                  <c:v>45177</c:v>
                </c:pt>
                <c:pt idx="26">
                  <c:v>45170</c:v>
                </c:pt>
                <c:pt idx="27">
                  <c:v>45163</c:v>
                </c:pt>
                <c:pt idx="28">
                  <c:v>45156</c:v>
                </c:pt>
                <c:pt idx="29">
                  <c:v>45149</c:v>
                </c:pt>
                <c:pt idx="30">
                  <c:v>45142</c:v>
                </c:pt>
                <c:pt idx="31">
                  <c:v>45135</c:v>
                </c:pt>
                <c:pt idx="32">
                  <c:v>45128</c:v>
                </c:pt>
                <c:pt idx="33">
                  <c:v>45121</c:v>
                </c:pt>
                <c:pt idx="34">
                  <c:v>45114</c:v>
                </c:pt>
                <c:pt idx="35">
                  <c:v>45107</c:v>
                </c:pt>
                <c:pt idx="36">
                  <c:v>45100</c:v>
                </c:pt>
                <c:pt idx="37">
                  <c:v>45093</c:v>
                </c:pt>
                <c:pt idx="38">
                  <c:v>45086</c:v>
                </c:pt>
                <c:pt idx="39">
                  <c:v>45079</c:v>
                </c:pt>
                <c:pt idx="40">
                  <c:v>45072</c:v>
                </c:pt>
                <c:pt idx="41">
                  <c:v>45065</c:v>
                </c:pt>
                <c:pt idx="42">
                  <c:v>45058</c:v>
                </c:pt>
                <c:pt idx="43">
                  <c:v>45051</c:v>
                </c:pt>
                <c:pt idx="44">
                  <c:v>45044</c:v>
                </c:pt>
                <c:pt idx="45">
                  <c:v>45037</c:v>
                </c:pt>
                <c:pt idx="46">
                  <c:v>45030</c:v>
                </c:pt>
                <c:pt idx="47">
                  <c:v>45023</c:v>
                </c:pt>
                <c:pt idx="48">
                  <c:v>45016</c:v>
                </c:pt>
                <c:pt idx="49">
                  <c:v>45009</c:v>
                </c:pt>
                <c:pt idx="50">
                  <c:v>45002</c:v>
                </c:pt>
                <c:pt idx="51">
                  <c:v>44995</c:v>
                </c:pt>
                <c:pt idx="52">
                  <c:v>44988</c:v>
                </c:pt>
                <c:pt idx="53">
                  <c:v>44981</c:v>
                </c:pt>
                <c:pt idx="54">
                  <c:v>44973</c:v>
                </c:pt>
                <c:pt idx="55">
                  <c:v>44967</c:v>
                </c:pt>
                <c:pt idx="56">
                  <c:v>44961</c:v>
                </c:pt>
                <c:pt idx="57">
                  <c:v>44954</c:v>
                </c:pt>
                <c:pt idx="58">
                  <c:v>44947</c:v>
                </c:pt>
                <c:pt idx="59">
                  <c:v>44940</c:v>
                </c:pt>
                <c:pt idx="60">
                  <c:v>44933</c:v>
                </c:pt>
                <c:pt idx="61">
                  <c:v>44925</c:v>
                </c:pt>
                <c:pt idx="62">
                  <c:v>44918</c:v>
                </c:pt>
                <c:pt idx="63">
                  <c:v>44911</c:v>
                </c:pt>
                <c:pt idx="64">
                  <c:v>44904</c:v>
                </c:pt>
                <c:pt idx="65">
                  <c:v>44897</c:v>
                </c:pt>
                <c:pt idx="66">
                  <c:v>44890</c:v>
                </c:pt>
                <c:pt idx="67">
                  <c:v>44883</c:v>
                </c:pt>
                <c:pt idx="68">
                  <c:v>44876</c:v>
                </c:pt>
                <c:pt idx="69">
                  <c:v>44869</c:v>
                </c:pt>
                <c:pt idx="70">
                  <c:v>44862</c:v>
                </c:pt>
                <c:pt idx="71">
                  <c:v>44855</c:v>
                </c:pt>
                <c:pt idx="72">
                  <c:v>44848</c:v>
                </c:pt>
                <c:pt idx="73">
                  <c:v>44841</c:v>
                </c:pt>
                <c:pt idx="74">
                  <c:v>44834</c:v>
                </c:pt>
                <c:pt idx="75">
                  <c:v>44827</c:v>
                </c:pt>
                <c:pt idx="76">
                  <c:v>44820</c:v>
                </c:pt>
                <c:pt idx="77">
                  <c:v>44813</c:v>
                </c:pt>
                <c:pt idx="78">
                  <c:v>44806</c:v>
                </c:pt>
                <c:pt idx="79">
                  <c:v>44799</c:v>
                </c:pt>
                <c:pt idx="80">
                  <c:v>44792</c:v>
                </c:pt>
                <c:pt idx="81">
                  <c:v>44785</c:v>
                </c:pt>
                <c:pt idx="82">
                  <c:v>44778</c:v>
                </c:pt>
                <c:pt idx="83">
                  <c:v>44771</c:v>
                </c:pt>
                <c:pt idx="84">
                  <c:v>44764</c:v>
                </c:pt>
                <c:pt idx="85">
                  <c:v>44757</c:v>
                </c:pt>
                <c:pt idx="86">
                  <c:v>44750</c:v>
                </c:pt>
                <c:pt idx="87">
                  <c:v>44743</c:v>
                </c:pt>
                <c:pt idx="88">
                  <c:v>44736</c:v>
                </c:pt>
                <c:pt idx="89">
                  <c:v>44729</c:v>
                </c:pt>
                <c:pt idx="90">
                  <c:v>44722</c:v>
                </c:pt>
                <c:pt idx="91">
                  <c:v>44715</c:v>
                </c:pt>
                <c:pt idx="92">
                  <c:v>44708</c:v>
                </c:pt>
                <c:pt idx="93">
                  <c:v>44701</c:v>
                </c:pt>
                <c:pt idx="94">
                  <c:v>44694</c:v>
                </c:pt>
                <c:pt idx="95">
                  <c:v>44687</c:v>
                </c:pt>
                <c:pt idx="96">
                  <c:v>44680</c:v>
                </c:pt>
                <c:pt idx="97">
                  <c:v>44673</c:v>
                </c:pt>
                <c:pt idx="98">
                  <c:v>44666</c:v>
                </c:pt>
                <c:pt idx="99">
                  <c:v>44659</c:v>
                </c:pt>
                <c:pt idx="100">
                  <c:v>44652</c:v>
                </c:pt>
                <c:pt idx="101">
                  <c:v>44645</c:v>
                </c:pt>
                <c:pt idx="102">
                  <c:v>44638</c:v>
                </c:pt>
                <c:pt idx="103">
                  <c:v>44631</c:v>
                </c:pt>
                <c:pt idx="104">
                  <c:v>44624</c:v>
                </c:pt>
                <c:pt idx="105">
                  <c:v>44617</c:v>
                </c:pt>
                <c:pt idx="106">
                  <c:v>44610</c:v>
                </c:pt>
                <c:pt idx="107">
                  <c:v>44603</c:v>
                </c:pt>
                <c:pt idx="108">
                  <c:v>44596</c:v>
                </c:pt>
                <c:pt idx="109">
                  <c:v>44589</c:v>
                </c:pt>
                <c:pt idx="110">
                  <c:v>44582</c:v>
                </c:pt>
                <c:pt idx="111">
                  <c:v>44575</c:v>
                </c:pt>
                <c:pt idx="112">
                  <c:v>44568</c:v>
                </c:pt>
                <c:pt idx="113">
                  <c:v>44561</c:v>
                </c:pt>
                <c:pt idx="114">
                  <c:v>44554</c:v>
                </c:pt>
                <c:pt idx="115">
                  <c:v>44547</c:v>
                </c:pt>
                <c:pt idx="116">
                  <c:v>44540</c:v>
                </c:pt>
                <c:pt idx="117">
                  <c:v>44533</c:v>
                </c:pt>
                <c:pt idx="118">
                  <c:v>44526</c:v>
                </c:pt>
                <c:pt idx="119">
                  <c:v>44519</c:v>
                </c:pt>
                <c:pt idx="120">
                  <c:v>44512</c:v>
                </c:pt>
                <c:pt idx="121">
                  <c:v>44505</c:v>
                </c:pt>
                <c:pt idx="122">
                  <c:v>44498</c:v>
                </c:pt>
                <c:pt idx="123">
                  <c:v>44491</c:v>
                </c:pt>
                <c:pt idx="124">
                  <c:v>44484</c:v>
                </c:pt>
                <c:pt idx="125">
                  <c:v>44477</c:v>
                </c:pt>
                <c:pt idx="126">
                  <c:v>44470</c:v>
                </c:pt>
                <c:pt idx="127">
                  <c:v>44463</c:v>
                </c:pt>
                <c:pt idx="128">
                  <c:v>44456</c:v>
                </c:pt>
                <c:pt idx="129">
                  <c:v>44449</c:v>
                </c:pt>
                <c:pt idx="130">
                  <c:v>44442</c:v>
                </c:pt>
                <c:pt idx="131">
                  <c:v>44435</c:v>
                </c:pt>
                <c:pt idx="132">
                  <c:v>44428</c:v>
                </c:pt>
                <c:pt idx="133">
                  <c:v>44421</c:v>
                </c:pt>
                <c:pt idx="134">
                  <c:v>44414</c:v>
                </c:pt>
                <c:pt idx="135">
                  <c:v>44407</c:v>
                </c:pt>
                <c:pt idx="136">
                  <c:v>44400</c:v>
                </c:pt>
                <c:pt idx="137">
                  <c:v>44393</c:v>
                </c:pt>
                <c:pt idx="138">
                  <c:v>44386</c:v>
                </c:pt>
                <c:pt idx="139">
                  <c:v>44379</c:v>
                </c:pt>
                <c:pt idx="140">
                  <c:v>44372</c:v>
                </c:pt>
                <c:pt idx="141">
                  <c:v>44365</c:v>
                </c:pt>
                <c:pt idx="142">
                  <c:v>44358</c:v>
                </c:pt>
                <c:pt idx="143">
                  <c:v>44351</c:v>
                </c:pt>
                <c:pt idx="144">
                  <c:v>44344</c:v>
                </c:pt>
                <c:pt idx="145">
                  <c:v>44337</c:v>
                </c:pt>
                <c:pt idx="146">
                  <c:v>44330</c:v>
                </c:pt>
                <c:pt idx="147">
                  <c:v>44323</c:v>
                </c:pt>
                <c:pt idx="148">
                  <c:v>44316</c:v>
                </c:pt>
                <c:pt idx="149">
                  <c:v>44309</c:v>
                </c:pt>
                <c:pt idx="150">
                  <c:v>44302</c:v>
                </c:pt>
                <c:pt idx="151">
                  <c:v>44295</c:v>
                </c:pt>
                <c:pt idx="152">
                  <c:v>44288</c:v>
                </c:pt>
                <c:pt idx="153">
                  <c:v>44281</c:v>
                </c:pt>
                <c:pt idx="154">
                  <c:v>44274</c:v>
                </c:pt>
                <c:pt idx="155">
                  <c:v>44267</c:v>
                </c:pt>
                <c:pt idx="156">
                  <c:v>44260</c:v>
                </c:pt>
                <c:pt idx="157">
                  <c:v>44253</c:v>
                </c:pt>
                <c:pt idx="158">
                  <c:v>44246</c:v>
                </c:pt>
                <c:pt idx="159">
                  <c:v>44239</c:v>
                </c:pt>
                <c:pt idx="160">
                  <c:v>44232</c:v>
                </c:pt>
                <c:pt idx="161">
                  <c:v>44225</c:v>
                </c:pt>
                <c:pt idx="162">
                  <c:v>44218</c:v>
                </c:pt>
                <c:pt idx="163">
                  <c:v>44211</c:v>
                </c:pt>
                <c:pt idx="164">
                  <c:v>44204</c:v>
                </c:pt>
                <c:pt idx="165">
                  <c:v>44190</c:v>
                </c:pt>
                <c:pt idx="166">
                  <c:v>44183</c:v>
                </c:pt>
                <c:pt idx="167">
                  <c:v>44176</c:v>
                </c:pt>
                <c:pt idx="168">
                  <c:v>44169</c:v>
                </c:pt>
                <c:pt idx="169">
                  <c:v>44162</c:v>
                </c:pt>
                <c:pt idx="170">
                  <c:v>44155</c:v>
                </c:pt>
                <c:pt idx="171">
                  <c:v>44148</c:v>
                </c:pt>
                <c:pt idx="172">
                  <c:v>44141</c:v>
                </c:pt>
                <c:pt idx="173">
                  <c:v>44134</c:v>
                </c:pt>
                <c:pt idx="174">
                  <c:v>44127</c:v>
                </c:pt>
                <c:pt idx="175">
                  <c:v>44120</c:v>
                </c:pt>
                <c:pt idx="176">
                  <c:v>44113</c:v>
                </c:pt>
                <c:pt idx="177">
                  <c:v>44106</c:v>
                </c:pt>
                <c:pt idx="178">
                  <c:v>44099</c:v>
                </c:pt>
                <c:pt idx="179">
                  <c:v>44092</c:v>
                </c:pt>
                <c:pt idx="180">
                  <c:v>44085</c:v>
                </c:pt>
                <c:pt idx="181">
                  <c:v>44078</c:v>
                </c:pt>
                <c:pt idx="182">
                  <c:v>44071</c:v>
                </c:pt>
                <c:pt idx="183">
                  <c:v>44064</c:v>
                </c:pt>
                <c:pt idx="184">
                  <c:v>44057</c:v>
                </c:pt>
                <c:pt idx="185">
                  <c:v>44050</c:v>
                </c:pt>
                <c:pt idx="186">
                  <c:v>44043</c:v>
                </c:pt>
                <c:pt idx="187">
                  <c:v>44036</c:v>
                </c:pt>
                <c:pt idx="188">
                  <c:v>44029</c:v>
                </c:pt>
                <c:pt idx="189">
                  <c:v>44022</c:v>
                </c:pt>
                <c:pt idx="190">
                  <c:v>44015</c:v>
                </c:pt>
                <c:pt idx="191">
                  <c:v>44008</c:v>
                </c:pt>
                <c:pt idx="192">
                  <c:v>44001</c:v>
                </c:pt>
                <c:pt idx="193">
                  <c:v>43994</c:v>
                </c:pt>
                <c:pt idx="194">
                  <c:v>43987</c:v>
                </c:pt>
                <c:pt idx="195">
                  <c:v>43980</c:v>
                </c:pt>
                <c:pt idx="196">
                  <c:v>43973</c:v>
                </c:pt>
                <c:pt idx="197">
                  <c:v>43966</c:v>
                </c:pt>
                <c:pt idx="198">
                  <c:v>43959</c:v>
                </c:pt>
                <c:pt idx="199">
                  <c:v>43952</c:v>
                </c:pt>
                <c:pt idx="200">
                  <c:v>43945</c:v>
                </c:pt>
                <c:pt idx="201">
                  <c:v>43938</c:v>
                </c:pt>
                <c:pt idx="202">
                  <c:v>43931</c:v>
                </c:pt>
                <c:pt idx="203">
                  <c:v>43924</c:v>
                </c:pt>
                <c:pt idx="204">
                  <c:v>43917</c:v>
                </c:pt>
              </c:numCache>
            </c:numRef>
          </c:cat>
          <c:val>
            <c:numRef>
              <c:f>磷肥短期供给!$O$2:$O$206</c:f>
              <c:numCache>
                <c:formatCode>0.00%</c:formatCode>
                <c:ptCount val="205"/>
                <c:pt idx="0">
                  <c:v>0.50480000000000003</c:v>
                </c:pt>
                <c:pt idx="1">
                  <c:v>0.46710000000000002</c:v>
                </c:pt>
                <c:pt idx="2">
                  <c:v>0.45079999999999998</c:v>
                </c:pt>
                <c:pt idx="3">
                  <c:v>0.48759999999999998</c:v>
                </c:pt>
                <c:pt idx="4">
                  <c:v>0.4914</c:v>
                </c:pt>
                <c:pt idx="5">
                  <c:v>0.49399999999999999</c:v>
                </c:pt>
                <c:pt idx="6">
                  <c:v>0.5111</c:v>
                </c:pt>
                <c:pt idx="7">
                  <c:v>0.51270000000000004</c:v>
                </c:pt>
                <c:pt idx="8">
                  <c:v>0.50029999999999997</c:v>
                </c:pt>
                <c:pt idx="9">
                  <c:v>0.49259999999999998</c:v>
                </c:pt>
                <c:pt idx="10">
                  <c:v>0.57569999999999999</c:v>
                </c:pt>
                <c:pt idx="11">
                  <c:v>0.56679999999999997</c:v>
                </c:pt>
                <c:pt idx="12">
                  <c:v>0.55779999999999996</c:v>
                </c:pt>
                <c:pt idx="13">
                  <c:v>0.56520000000000004</c:v>
                </c:pt>
                <c:pt idx="14">
                  <c:v>0.54700000000000004</c:v>
                </c:pt>
                <c:pt idx="15">
                  <c:v>0.55059999999999998</c:v>
                </c:pt>
                <c:pt idx="16">
                  <c:v>0.52010000000000001</c:v>
                </c:pt>
                <c:pt idx="17">
                  <c:v>0.51080000000000003</c:v>
                </c:pt>
                <c:pt idx="18">
                  <c:v>0.53259999999999996</c:v>
                </c:pt>
                <c:pt idx="19">
                  <c:v>0.55420000000000003</c:v>
                </c:pt>
                <c:pt idx="20">
                  <c:v>0.55059999999999998</c:v>
                </c:pt>
                <c:pt idx="21">
                  <c:v>0.5736</c:v>
                </c:pt>
                <c:pt idx="22">
                  <c:v>0.57999999999999996</c:v>
                </c:pt>
                <c:pt idx="23">
                  <c:v>0.58650000000000002</c:v>
                </c:pt>
                <c:pt idx="24">
                  <c:v>0.60850000000000004</c:v>
                </c:pt>
                <c:pt idx="25">
                  <c:v>0.61529999999999996</c:v>
                </c:pt>
                <c:pt idx="26">
                  <c:v>0.61119999999999997</c:v>
                </c:pt>
                <c:pt idx="27">
                  <c:v>0.60360000000000003</c:v>
                </c:pt>
                <c:pt idx="28">
                  <c:v>0.58919999999999995</c:v>
                </c:pt>
                <c:pt idx="29">
                  <c:v>0.56499999999999995</c:v>
                </c:pt>
                <c:pt idx="30">
                  <c:v>0.56359999999999999</c:v>
                </c:pt>
                <c:pt idx="31">
                  <c:v>0.52759999999999996</c:v>
                </c:pt>
                <c:pt idx="32">
                  <c:v>0.46439999999999998</c:v>
                </c:pt>
                <c:pt idx="33">
                  <c:v>0.35499999999999998</c:v>
                </c:pt>
                <c:pt idx="34">
                  <c:v>0.34399999999999997</c:v>
                </c:pt>
                <c:pt idx="35">
                  <c:v>0.34689999999999999</c:v>
                </c:pt>
                <c:pt idx="36">
                  <c:v>0.33950000000000002</c:v>
                </c:pt>
                <c:pt idx="37">
                  <c:v>0.33589999999999998</c:v>
                </c:pt>
                <c:pt idx="38">
                  <c:v>0.31190000000000001</c:v>
                </c:pt>
                <c:pt idx="39">
                  <c:v>0.33179999999999998</c:v>
                </c:pt>
                <c:pt idx="40">
                  <c:v>0.35570000000000002</c:v>
                </c:pt>
                <c:pt idx="41">
                  <c:v>0.35299999999999998</c:v>
                </c:pt>
                <c:pt idx="42">
                  <c:v>0.37280000000000002</c:v>
                </c:pt>
                <c:pt idx="43">
                  <c:v>0.371</c:v>
                </c:pt>
                <c:pt idx="44">
                  <c:v>0.36820000000000003</c:v>
                </c:pt>
                <c:pt idx="45">
                  <c:v>0.4103</c:v>
                </c:pt>
                <c:pt idx="46">
                  <c:v>0.49149999999999999</c:v>
                </c:pt>
                <c:pt idx="47">
                  <c:v>0.51919999999999999</c:v>
                </c:pt>
                <c:pt idx="48">
                  <c:v>0.51690000000000003</c:v>
                </c:pt>
                <c:pt idx="49">
                  <c:v>0.52210000000000001</c:v>
                </c:pt>
                <c:pt idx="50">
                  <c:v>0.52300000000000002</c:v>
                </c:pt>
                <c:pt idx="51">
                  <c:v>0.55000000000000004</c:v>
                </c:pt>
                <c:pt idx="52">
                  <c:v>0.54430000000000001</c:v>
                </c:pt>
                <c:pt idx="53">
                  <c:v>0.54139999999999999</c:v>
                </c:pt>
                <c:pt idx="54">
                  <c:v>0.54390000000000005</c:v>
                </c:pt>
                <c:pt idx="55">
                  <c:v>0.54459999999999997</c:v>
                </c:pt>
                <c:pt idx="56">
                  <c:v>0.5363</c:v>
                </c:pt>
                <c:pt idx="57">
                  <c:v>0.50470000000000004</c:v>
                </c:pt>
                <c:pt idx="58">
                  <c:v>0.49170000000000003</c:v>
                </c:pt>
                <c:pt idx="59">
                  <c:v>0.46189999999999998</c:v>
                </c:pt>
                <c:pt idx="60">
                  <c:v>0.46339999999999998</c:v>
                </c:pt>
                <c:pt idx="61">
                  <c:v>0.46710000000000002</c:v>
                </c:pt>
                <c:pt idx="62">
                  <c:v>0.4556</c:v>
                </c:pt>
                <c:pt idx="63">
                  <c:v>0.4546</c:v>
                </c:pt>
                <c:pt idx="64">
                  <c:v>0.44940000000000002</c:v>
                </c:pt>
                <c:pt idx="65">
                  <c:v>0.44409999999999999</c:v>
                </c:pt>
                <c:pt idx="66">
                  <c:v>0.44419999999999998</c:v>
                </c:pt>
                <c:pt idx="67">
                  <c:v>0.38929999999999998</c:v>
                </c:pt>
                <c:pt idx="68">
                  <c:v>0.40229999999999999</c:v>
                </c:pt>
                <c:pt idx="69">
                  <c:v>0.45269999999999999</c:v>
                </c:pt>
                <c:pt idx="70">
                  <c:v>0.48630000000000001</c:v>
                </c:pt>
                <c:pt idx="71">
                  <c:v>0.48130000000000001</c:v>
                </c:pt>
                <c:pt idx="72">
                  <c:v>0.48599999999999999</c:v>
                </c:pt>
                <c:pt idx="73">
                  <c:v>0.48149999999999998</c:v>
                </c:pt>
                <c:pt idx="74">
                  <c:v>0.46579999999999999</c:v>
                </c:pt>
                <c:pt idx="75">
                  <c:v>0.44259999999999999</c:v>
                </c:pt>
                <c:pt idx="76">
                  <c:v>0.4219</c:v>
                </c:pt>
                <c:pt idx="77">
                  <c:v>0.41839999999999999</c:v>
                </c:pt>
                <c:pt idx="78">
                  <c:v>0.41189999999999999</c:v>
                </c:pt>
                <c:pt idx="79">
                  <c:v>0.4047</c:v>
                </c:pt>
                <c:pt idx="80">
                  <c:v>0.41070000000000001</c:v>
                </c:pt>
                <c:pt idx="81">
                  <c:v>0.42520000000000002</c:v>
                </c:pt>
                <c:pt idx="82">
                  <c:v>0.44419999999999998</c:v>
                </c:pt>
                <c:pt idx="83">
                  <c:v>0.4556</c:v>
                </c:pt>
                <c:pt idx="84">
                  <c:v>0.4667</c:v>
                </c:pt>
                <c:pt idx="85">
                  <c:v>0.47889999999999999</c:v>
                </c:pt>
                <c:pt idx="86">
                  <c:v>0.48070000000000002</c:v>
                </c:pt>
                <c:pt idx="87">
                  <c:v>0.4844</c:v>
                </c:pt>
                <c:pt idx="88">
                  <c:v>0.48730000000000001</c:v>
                </c:pt>
                <c:pt idx="89">
                  <c:v>0.49170000000000003</c:v>
                </c:pt>
                <c:pt idx="90">
                  <c:v>0.50429999999999997</c:v>
                </c:pt>
                <c:pt idx="91">
                  <c:v>0.49759999999999999</c:v>
                </c:pt>
                <c:pt idx="92">
                  <c:v>0.49680000000000002</c:v>
                </c:pt>
                <c:pt idx="93">
                  <c:v>0.51080000000000003</c:v>
                </c:pt>
                <c:pt idx="94">
                  <c:v>0.5282</c:v>
                </c:pt>
                <c:pt idx="95">
                  <c:v>0.53920000000000001</c:v>
                </c:pt>
                <c:pt idx="96">
                  <c:v>0.52729999999999999</c:v>
                </c:pt>
                <c:pt idx="97">
                  <c:v>0.53949999999999998</c:v>
                </c:pt>
                <c:pt idx="98">
                  <c:v>0.54830000000000001</c:v>
                </c:pt>
                <c:pt idx="99">
                  <c:v>0.54830000000000001</c:v>
                </c:pt>
                <c:pt idx="100">
                  <c:v>0.55320000000000003</c:v>
                </c:pt>
                <c:pt idx="101">
                  <c:v>0.54749999999999999</c:v>
                </c:pt>
                <c:pt idx="102">
                  <c:v>0.55169999999999997</c:v>
                </c:pt>
                <c:pt idx="103">
                  <c:v>0.54139999999999999</c:v>
                </c:pt>
                <c:pt idx="104">
                  <c:v>0.55330000000000001</c:v>
                </c:pt>
                <c:pt idx="105">
                  <c:v>0.54379999999999995</c:v>
                </c:pt>
                <c:pt idx="106">
                  <c:v>0.50739999999999996</c:v>
                </c:pt>
                <c:pt idx="107">
                  <c:v>0.49230000000000002</c:v>
                </c:pt>
                <c:pt idx="108">
                  <c:v>0.4854</c:v>
                </c:pt>
                <c:pt idx="109">
                  <c:v>0.48159999999999997</c:v>
                </c:pt>
                <c:pt idx="110">
                  <c:v>0.4879</c:v>
                </c:pt>
                <c:pt idx="111">
                  <c:v>0.4879</c:v>
                </c:pt>
                <c:pt idx="112">
                  <c:v>0.46820000000000001</c:v>
                </c:pt>
                <c:pt idx="113">
                  <c:v>0.45169999999999999</c:v>
                </c:pt>
                <c:pt idx="114">
                  <c:v>0.46050000000000002</c:v>
                </c:pt>
                <c:pt idx="115">
                  <c:v>0.4834</c:v>
                </c:pt>
                <c:pt idx="116">
                  <c:v>0.50329999999999997</c:v>
                </c:pt>
                <c:pt idx="117">
                  <c:v>0.4945</c:v>
                </c:pt>
                <c:pt idx="118">
                  <c:v>0.50160000000000005</c:v>
                </c:pt>
                <c:pt idx="119">
                  <c:v>0.47110000000000002</c:v>
                </c:pt>
                <c:pt idx="120">
                  <c:v>0.50800000000000001</c:v>
                </c:pt>
                <c:pt idx="121">
                  <c:v>0.5232</c:v>
                </c:pt>
                <c:pt idx="122">
                  <c:v>0.54300000000000004</c:v>
                </c:pt>
                <c:pt idx="123">
                  <c:v>0.51529999999999998</c:v>
                </c:pt>
                <c:pt idx="124">
                  <c:v>0.47449999999999998</c:v>
                </c:pt>
                <c:pt idx="125">
                  <c:v>0.5514</c:v>
                </c:pt>
                <c:pt idx="126">
                  <c:v>0.54010000000000002</c:v>
                </c:pt>
                <c:pt idx="127">
                  <c:v>0.52080000000000004</c:v>
                </c:pt>
                <c:pt idx="128">
                  <c:v>0.55379999999999996</c:v>
                </c:pt>
                <c:pt idx="129">
                  <c:v>0.56459999999999999</c:v>
                </c:pt>
                <c:pt idx="130">
                  <c:v>0.57330000000000003</c:v>
                </c:pt>
                <c:pt idx="131">
                  <c:v>0.59909999999999997</c:v>
                </c:pt>
                <c:pt idx="132">
                  <c:v>0.60540000000000005</c:v>
                </c:pt>
                <c:pt idx="133">
                  <c:v>0.61699999999999999</c:v>
                </c:pt>
                <c:pt idx="134">
                  <c:v>0.63939999999999997</c:v>
                </c:pt>
                <c:pt idx="135">
                  <c:v>0.64390000000000003</c:v>
                </c:pt>
                <c:pt idx="136">
                  <c:v>0.64219999999999999</c:v>
                </c:pt>
                <c:pt idx="137">
                  <c:v>0.65790000000000004</c:v>
                </c:pt>
                <c:pt idx="138">
                  <c:v>0.63260000000000005</c:v>
                </c:pt>
                <c:pt idx="139">
                  <c:v>0.66859999999999997</c:v>
                </c:pt>
                <c:pt idx="140">
                  <c:v>0.68259999999999998</c:v>
                </c:pt>
                <c:pt idx="141">
                  <c:v>0.68259999999999998</c:v>
                </c:pt>
                <c:pt idx="142">
                  <c:v>0.69069999999999998</c:v>
                </c:pt>
                <c:pt idx="143">
                  <c:v>0.59309999999999996</c:v>
                </c:pt>
                <c:pt idx="144">
                  <c:v>0.67190000000000005</c:v>
                </c:pt>
                <c:pt idx="145">
                  <c:v>0.65310000000000001</c:v>
                </c:pt>
                <c:pt idx="146">
                  <c:v>0.54339999999999999</c:v>
                </c:pt>
                <c:pt idx="147">
                  <c:v>0.65600000000000003</c:v>
                </c:pt>
                <c:pt idx="148">
                  <c:v>0.67620000000000002</c:v>
                </c:pt>
                <c:pt idx="149">
                  <c:v>0.66910000000000003</c:v>
                </c:pt>
                <c:pt idx="150">
                  <c:v>0.66790000000000005</c:v>
                </c:pt>
                <c:pt idx="151">
                  <c:v>0.6825</c:v>
                </c:pt>
                <c:pt idx="152">
                  <c:v>0.69610000000000005</c:v>
                </c:pt>
                <c:pt idx="153">
                  <c:v>0.69589999999999996</c:v>
                </c:pt>
                <c:pt idx="154">
                  <c:v>0.70389999999999997</c:v>
                </c:pt>
                <c:pt idx="155">
                  <c:v>0.71240000000000003</c:v>
                </c:pt>
                <c:pt idx="156">
                  <c:v>0.71640000000000004</c:v>
                </c:pt>
                <c:pt idx="157">
                  <c:v>0.68489999999999995</c:v>
                </c:pt>
                <c:pt idx="158">
                  <c:v>0.66449999999999998</c:v>
                </c:pt>
                <c:pt idx="159">
                  <c:v>0.63849999999999996</c:v>
                </c:pt>
                <c:pt idx="160" formatCode="0%">
                  <c:v>0.63959999999999995</c:v>
                </c:pt>
                <c:pt idx="161">
                  <c:v>0.64200000000000002</c:v>
                </c:pt>
                <c:pt idx="162">
                  <c:v>0.63949999999999996</c:v>
                </c:pt>
                <c:pt idx="163">
                  <c:v>0.61129999999999995</c:v>
                </c:pt>
                <c:pt idx="164">
                  <c:v>0.61080000000000001</c:v>
                </c:pt>
                <c:pt idx="165">
                  <c:v>0.62229999999999996</c:v>
                </c:pt>
                <c:pt idx="166" formatCode="0.0%">
                  <c:v>0.6079</c:v>
                </c:pt>
                <c:pt idx="167">
                  <c:v>0.59819999999999995</c:v>
                </c:pt>
                <c:pt idx="168" formatCode="0.0%">
                  <c:v>0.56669999999999998</c:v>
                </c:pt>
                <c:pt idx="169">
                  <c:v>0.57999999999999996</c:v>
                </c:pt>
                <c:pt idx="170">
                  <c:v>0.59399999999999997</c:v>
                </c:pt>
                <c:pt idx="171">
                  <c:v>0.59399999999999997</c:v>
                </c:pt>
                <c:pt idx="172">
                  <c:v>0.59109999999999996</c:v>
                </c:pt>
                <c:pt idx="173" formatCode="0.0%">
                  <c:v>0.59030000000000005</c:v>
                </c:pt>
                <c:pt idx="174">
                  <c:v>0.57850000000000001</c:v>
                </c:pt>
                <c:pt idx="175">
                  <c:v>0.57850000000000001</c:v>
                </c:pt>
                <c:pt idx="176">
                  <c:v>0.62490000000000001</c:v>
                </c:pt>
                <c:pt idx="177">
                  <c:v>0.64249999999999996</c:v>
                </c:pt>
                <c:pt idx="178">
                  <c:v>0.64180000000000004</c:v>
                </c:pt>
                <c:pt idx="179">
                  <c:v>0.6391</c:v>
                </c:pt>
                <c:pt idx="180">
                  <c:v>0.66559999999999997</c:v>
                </c:pt>
                <c:pt idx="181">
                  <c:v>0.67449999999999999</c:v>
                </c:pt>
                <c:pt idx="182">
                  <c:v>0.67679999999999996</c:v>
                </c:pt>
                <c:pt idx="183">
                  <c:v>0.67630000000000001</c:v>
                </c:pt>
                <c:pt idx="184">
                  <c:v>0.64029999999999998</c:v>
                </c:pt>
                <c:pt idx="185">
                  <c:v>0.66569999999999996</c:v>
                </c:pt>
                <c:pt idx="186">
                  <c:v>0.69399999999999995</c:v>
                </c:pt>
                <c:pt idx="187">
                  <c:v>0.67520000000000002</c:v>
                </c:pt>
                <c:pt idx="188" formatCode="0%">
                  <c:v>0.66890000000000005</c:v>
                </c:pt>
                <c:pt idx="189" formatCode="0%">
                  <c:v>0.65490000000000004</c:v>
                </c:pt>
                <c:pt idx="190" formatCode="0%">
                  <c:v>0.57189999999999996</c:v>
                </c:pt>
                <c:pt idx="191" formatCode="0%">
                  <c:v>0.55820000000000003</c:v>
                </c:pt>
                <c:pt idx="192" formatCode="0%">
                  <c:v>0.55110000000000003</c:v>
                </c:pt>
                <c:pt idx="193" formatCode="0%">
                  <c:v>0.55079999999999996</c:v>
                </c:pt>
                <c:pt idx="194" formatCode="0%">
                  <c:v>0.57799999999999996</c:v>
                </c:pt>
                <c:pt idx="195" formatCode="0%">
                  <c:v>0.60460000000000003</c:v>
                </c:pt>
                <c:pt idx="196" formatCode="0%">
                  <c:v>0.60699999999999998</c:v>
                </c:pt>
                <c:pt idx="197" formatCode="0%">
                  <c:v>0.60760000000000003</c:v>
                </c:pt>
                <c:pt idx="198" formatCode="0%">
                  <c:v>0.61450000000000005</c:v>
                </c:pt>
                <c:pt idx="199" formatCode="0%">
                  <c:v>0.60699999999999998</c:v>
                </c:pt>
                <c:pt idx="200" formatCode="0%">
                  <c:v>0.62760000000000005</c:v>
                </c:pt>
                <c:pt idx="201" formatCode="0%">
                  <c:v>0.62639999999999996</c:v>
                </c:pt>
                <c:pt idx="202" formatCode="0%">
                  <c:v>0.61639999999999995</c:v>
                </c:pt>
                <c:pt idx="203" formatCode="0%">
                  <c:v>0.624</c:v>
                </c:pt>
                <c:pt idx="204" formatCode="0%">
                  <c:v>0.62709999999999999</c:v>
                </c:pt>
              </c:numCache>
            </c:numRef>
          </c:val>
          <c:smooth val="1"/>
          <c:extLst xmlns:c16r2="http://schemas.microsoft.com/office/drawing/2015/06/chart">
            <c:ext xmlns:c16="http://schemas.microsoft.com/office/drawing/2014/chart" uri="{C3380CC4-5D6E-409C-BE32-E72D297353CC}">
              <c16:uniqueId val="{00000000-C4D1-4370-9015-4CE6F6458661}"/>
            </c:ext>
          </c:extLst>
        </c:ser>
        <c:dLbls>
          <c:showLegendKey val="0"/>
          <c:showVal val="0"/>
          <c:showCatName val="0"/>
          <c:showSerName val="0"/>
          <c:showPercent val="0"/>
          <c:showBubbleSize val="0"/>
        </c:dLbls>
        <c:marker val="1"/>
        <c:smooth val="0"/>
        <c:axId val="861451472"/>
        <c:axId val="861452016"/>
      </c:lineChart>
      <c:dateAx>
        <c:axId val="861451472"/>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vert="horz"/>
          <a:lstStyle/>
          <a:p>
            <a:pPr>
              <a:defRPr/>
            </a:pPr>
            <a:endParaRPr lang="zh-CN"/>
          </a:p>
        </c:txPr>
        <c:crossAx val="861452016"/>
        <c:crosses val="autoZero"/>
        <c:auto val="1"/>
        <c:lblOffset val="100"/>
        <c:baseTimeUnit val="days"/>
        <c:minorUnit val="5"/>
        <c:minorTimeUnit val="days"/>
      </c:dateAx>
      <c:valAx>
        <c:axId val="861452016"/>
        <c:scaling>
          <c:orientation val="minMax"/>
        </c:scaling>
        <c:delete val="0"/>
        <c:axPos val="l"/>
        <c:numFmt formatCode="0%" sourceLinked="0"/>
        <c:majorTickMark val="in"/>
        <c:minorTickMark val="none"/>
        <c:tickLblPos val="nextTo"/>
        <c:spPr>
          <a:ln w="6350" cap="flat" cmpd="sng" algn="ctr">
            <a:solidFill>
              <a:srgbClr val="000000"/>
            </a:solidFill>
            <a:prstDash val="solid"/>
            <a:round/>
          </a:ln>
        </c:spPr>
        <c:txPr>
          <a:bodyPr rot="-60000000" vert="horz"/>
          <a:lstStyle/>
          <a:p>
            <a:pPr>
              <a:defRPr/>
            </a:pPr>
            <a:endParaRPr lang="zh-CN"/>
          </a:p>
        </c:txPr>
        <c:crossAx val="861451472"/>
        <c:crosses val="autoZero"/>
        <c:crossBetween val="between"/>
      </c:valAx>
      <c:spPr>
        <a:noFill/>
        <a:ln w="25400">
          <a:noFill/>
        </a:ln>
      </c:spPr>
    </c:plotArea>
    <c:legend>
      <c:legendPos val="t"/>
      <c:overlay val="0"/>
      <c:spPr>
        <a:noFill/>
        <a:ln w="25400">
          <a:noFill/>
        </a:ln>
        <a:effectLst/>
      </c:spPr>
      <c:txPr>
        <a:bodyPr rot="0" vert="horz"/>
        <a:lstStyle/>
        <a:p>
          <a:pPr>
            <a:defRPr/>
          </a:pPr>
          <a:endParaRPr lang="zh-CN"/>
        </a:p>
      </c:txPr>
    </c:legend>
    <c:plotVisOnly val="1"/>
    <c:dispBlanksAs val="gap"/>
    <c:showDLblsOverMax val="0"/>
  </c:chart>
  <c:spPr>
    <a:noFill/>
    <a:ln w="25400" cap="flat" cmpd="sng" algn="ctr">
      <a:noFill/>
      <a:prstDash val="solid"/>
      <a:round/>
    </a:ln>
  </c:spPr>
  <c:txPr>
    <a:bodyPr/>
    <a:lstStyle/>
    <a:p>
      <a:pPr>
        <a:defRPr lang="zh-CN" sz="1000" b="1">
          <a:latin typeface="微软雅黑" panose="020B0503020204020204" charset="-122"/>
          <a:ea typeface="微软雅黑" panose="020B0503020204020204" charset="-122"/>
          <a:cs typeface="华文细黑" panose="02010600040101010101" charset="-122"/>
        </a:defRPr>
      </a:pPr>
      <a:endParaRPr lang="zh-CN"/>
    </a:p>
  </c:txPr>
  <c:externalData r:id="rId2">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56734831559705E-2"/>
          <c:y val="9.8266528084487298E-2"/>
          <c:w val="0.90192669400190695"/>
          <c:h val="0.812673744650388"/>
        </c:manualLayout>
      </c:layout>
      <c:lineChart>
        <c:grouping val="standard"/>
        <c:varyColors val="0"/>
        <c:ser>
          <c:idx val="0"/>
          <c:order val="0"/>
          <c:tx>
            <c:strRef>
              <c:f>磷肥短期供给!$J$1</c:f>
              <c:strCache>
                <c:ptCount val="1"/>
                <c:pt idx="0">
                  <c:v>磷酸一铵月度港口库存量（万吨）</c:v>
                </c:pt>
              </c:strCache>
            </c:strRef>
          </c:tx>
          <c:spPr>
            <a:ln w="12700" cap="rnd" cmpd="sng" algn="ctr">
              <a:solidFill>
                <a:srgbClr val="E10000"/>
              </a:solidFill>
              <a:prstDash val="solid"/>
              <a:round/>
            </a:ln>
          </c:spPr>
          <c:marker>
            <c:symbol val="diamond"/>
            <c:size val="2"/>
            <c:spPr>
              <a:solidFill>
                <a:srgbClr val="E10000"/>
              </a:solidFill>
              <a:ln w="12700" cap="flat" cmpd="sng" algn="ctr">
                <a:solidFill>
                  <a:srgbClr val="E10000"/>
                </a:solidFill>
                <a:prstDash val="solid"/>
                <a:round/>
              </a:ln>
            </c:spPr>
          </c:marker>
          <c:cat>
            <c:numRef>
              <c:f>磷肥短期供给!$I$2:$I$111</c:f>
              <c:numCache>
                <c:formatCode>m/d/yyyy</c:formatCode>
                <c:ptCount val="110"/>
                <c:pt idx="0">
                  <c:v>45351</c:v>
                </c:pt>
                <c:pt idx="1">
                  <c:v>45322</c:v>
                </c:pt>
                <c:pt idx="2">
                  <c:v>45291</c:v>
                </c:pt>
                <c:pt idx="3">
                  <c:v>45260</c:v>
                </c:pt>
                <c:pt idx="4">
                  <c:v>45230</c:v>
                </c:pt>
                <c:pt idx="5">
                  <c:v>45199</c:v>
                </c:pt>
                <c:pt idx="6">
                  <c:v>45169</c:v>
                </c:pt>
                <c:pt idx="7">
                  <c:v>45138</c:v>
                </c:pt>
                <c:pt idx="8">
                  <c:v>45107</c:v>
                </c:pt>
                <c:pt idx="9">
                  <c:v>45077</c:v>
                </c:pt>
                <c:pt idx="10">
                  <c:v>45046</c:v>
                </c:pt>
                <c:pt idx="11">
                  <c:v>45016</c:v>
                </c:pt>
                <c:pt idx="12">
                  <c:v>44985</c:v>
                </c:pt>
                <c:pt idx="13">
                  <c:v>44957</c:v>
                </c:pt>
                <c:pt idx="14">
                  <c:v>44926</c:v>
                </c:pt>
                <c:pt idx="15">
                  <c:v>44895</c:v>
                </c:pt>
                <c:pt idx="16">
                  <c:v>44865</c:v>
                </c:pt>
                <c:pt idx="17">
                  <c:v>44834</c:v>
                </c:pt>
                <c:pt idx="18">
                  <c:v>44804</c:v>
                </c:pt>
                <c:pt idx="19">
                  <c:v>44773</c:v>
                </c:pt>
                <c:pt idx="20">
                  <c:v>44742</c:v>
                </c:pt>
                <c:pt idx="21">
                  <c:v>44712</c:v>
                </c:pt>
                <c:pt idx="22">
                  <c:v>44681</c:v>
                </c:pt>
                <c:pt idx="23">
                  <c:v>44651</c:v>
                </c:pt>
                <c:pt idx="24">
                  <c:v>44620</c:v>
                </c:pt>
                <c:pt idx="25">
                  <c:v>44592</c:v>
                </c:pt>
                <c:pt idx="26">
                  <c:v>44561</c:v>
                </c:pt>
                <c:pt idx="27">
                  <c:v>44530</c:v>
                </c:pt>
                <c:pt idx="28">
                  <c:v>44500</c:v>
                </c:pt>
                <c:pt idx="29">
                  <c:v>44469</c:v>
                </c:pt>
                <c:pt idx="30">
                  <c:v>44439</c:v>
                </c:pt>
                <c:pt idx="31">
                  <c:v>44408</c:v>
                </c:pt>
                <c:pt idx="32">
                  <c:v>44377</c:v>
                </c:pt>
                <c:pt idx="33">
                  <c:v>44347</c:v>
                </c:pt>
                <c:pt idx="34">
                  <c:v>44316</c:v>
                </c:pt>
                <c:pt idx="35">
                  <c:v>44286</c:v>
                </c:pt>
                <c:pt idx="36">
                  <c:v>44255</c:v>
                </c:pt>
                <c:pt idx="37">
                  <c:v>44227</c:v>
                </c:pt>
                <c:pt idx="38">
                  <c:v>44196</c:v>
                </c:pt>
                <c:pt idx="39">
                  <c:v>44165</c:v>
                </c:pt>
                <c:pt idx="40">
                  <c:v>44135</c:v>
                </c:pt>
                <c:pt idx="41">
                  <c:v>44104</c:v>
                </c:pt>
                <c:pt idx="42">
                  <c:v>44074</c:v>
                </c:pt>
                <c:pt idx="43">
                  <c:v>44043</c:v>
                </c:pt>
                <c:pt idx="44">
                  <c:v>44012</c:v>
                </c:pt>
                <c:pt idx="45">
                  <c:v>43982</c:v>
                </c:pt>
                <c:pt idx="46">
                  <c:v>43951</c:v>
                </c:pt>
                <c:pt idx="47">
                  <c:v>43921</c:v>
                </c:pt>
                <c:pt idx="48">
                  <c:v>43890</c:v>
                </c:pt>
                <c:pt idx="49">
                  <c:v>43861</c:v>
                </c:pt>
                <c:pt idx="50">
                  <c:v>43830</c:v>
                </c:pt>
                <c:pt idx="51">
                  <c:v>43799</c:v>
                </c:pt>
                <c:pt idx="52">
                  <c:v>43769</c:v>
                </c:pt>
                <c:pt idx="53">
                  <c:v>43738</c:v>
                </c:pt>
                <c:pt idx="54">
                  <c:v>43708</c:v>
                </c:pt>
                <c:pt idx="55">
                  <c:v>43677</c:v>
                </c:pt>
                <c:pt idx="56">
                  <c:v>43646</c:v>
                </c:pt>
                <c:pt idx="57">
                  <c:v>43616</c:v>
                </c:pt>
                <c:pt idx="58">
                  <c:v>43585</c:v>
                </c:pt>
                <c:pt idx="59">
                  <c:v>43555</c:v>
                </c:pt>
                <c:pt idx="60">
                  <c:v>43524</c:v>
                </c:pt>
                <c:pt idx="61">
                  <c:v>43496</c:v>
                </c:pt>
                <c:pt idx="62">
                  <c:v>43465</c:v>
                </c:pt>
                <c:pt idx="63">
                  <c:v>43434</c:v>
                </c:pt>
                <c:pt idx="64">
                  <c:v>43404</c:v>
                </c:pt>
                <c:pt idx="65">
                  <c:v>43373</c:v>
                </c:pt>
                <c:pt idx="66">
                  <c:v>43343</c:v>
                </c:pt>
                <c:pt idx="67">
                  <c:v>43312</c:v>
                </c:pt>
                <c:pt idx="68">
                  <c:v>43281</c:v>
                </c:pt>
                <c:pt idx="69">
                  <c:v>43251</c:v>
                </c:pt>
                <c:pt idx="70">
                  <c:v>43220</c:v>
                </c:pt>
                <c:pt idx="71">
                  <c:v>43190</c:v>
                </c:pt>
                <c:pt idx="72">
                  <c:v>43159</c:v>
                </c:pt>
                <c:pt idx="73">
                  <c:v>43131</c:v>
                </c:pt>
                <c:pt idx="74">
                  <c:v>43100</c:v>
                </c:pt>
                <c:pt idx="75">
                  <c:v>43069</c:v>
                </c:pt>
                <c:pt idx="76">
                  <c:v>43039</c:v>
                </c:pt>
                <c:pt idx="77">
                  <c:v>43008</c:v>
                </c:pt>
                <c:pt idx="78">
                  <c:v>42978</c:v>
                </c:pt>
                <c:pt idx="79">
                  <c:v>42947</c:v>
                </c:pt>
                <c:pt idx="80">
                  <c:v>42916</c:v>
                </c:pt>
                <c:pt idx="81">
                  <c:v>42886</c:v>
                </c:pt>
                <c:pt idx="82">
                  <c:v>42855</c:v>
                </c:pt>
                <c:pt idx="83">
                  <c:v>42825</c:v>
                </c:pt>
                <c:pt idx="84">
                  <c:v>42794</c:v>
                </c:pt>
                <c:pt idx="85">
                  <c:v>42766</c:v>
                </c:pt>
                <c:pt idx="86">
                  <c:v>42735</c:v>
                </c:pt>
                <c:pt idx="87">
                  <c:v>42704</c:v>
                </c:pt>
                <c:pt idx="88">
                  <c:v>42674</c:v>
                </c:pt>
                <c:pt idx="89">
                  <c:v>42643</c:v>
                </c:pt>
                <c:pt idx="90">
                  <c:v>42613</c:v>
                </c:pt>
                <c:pt idx="91">
                  <c:v>42582</c:v>
                </c:pt>
                <c:pt idx="92">
                  <c:v>42551</c:v>
                </c:pt>
                <c:pt idx="93">
                  <c:v>42521</c:v>
                </c:pt>
                <c:pt idx="94">
                  <c:v>42490</c:v>
                </c:pt>
                <c:pt idx="95">
                  <c:v>42460</c:v>
                </c:pt>
                <c:pt idx="96">
                  <c:v>42429</c:v>
                </c:pt>
                <c:pt idx="97">
                  <c:v>42400</c:v>
                </c:pt>
                <c:pt idx="98">
                  <c:v>42369</c:v>
                </c:pt>
                <c:pt idx="99">
                  <c:v>42338</c:v>
                </c:pt>
                <c:pt idx="100">
                  <c:v>42308</c:v>
                </c:pt>
                <c:pt idx="101">
                  <c:v>42277</c:v>
                </c:pt>
                <c:pt idx="102">
                  <c:v>42247</c:v>
                </c:pt>
                <c:pt idx="103">
                  <c:v>42216</c:v>
                </c:pt>
                <c:pt idx="104">
                  <c:v>42185</c:v>
                </c:pt>
                <c:pt idx="105">
                  <c:v>42155</c:v>
                </c:pt>
                <c:pt idx="106">
                  <c:v>42124</c:v>
                </c:pt>
                <c:pt idx="107">
                  <c:v>42094</c:v>
                </c:pt>
                <c:pt idx="108">
                  <c:v>42063</c:v>
                </c:pt>
                <c:pt idx="109">
                  <c:v>42035</c:v>
                </c:pt>
              </c:numCache>
            </c:numRef>
          </c:cat>
          <c:val>
            <c:numRef>
              <c:f>磷肥短期供给!$J$2:$J$111</c:f>
              <c:numCache>
                <c:formatCode>0.0</c:formatCode>
                <c:ptCount val="110"/>
                <c:pt idx="0">
                  <c:v>1.1000000000000001</c:v>
                </c:pt>
                <c:pt idx="1">
                  <c:v>4.5999999999999996</c:v>
                </c:pt>
                <c:pt idx="2">
                  <c:v>10.7</c:v>
                </c:pt>
                <c:pt idx="3">
                  <c:v>7.4</c:v>
                </c:pt>
                <c:pt idx="4">
                  <c:v>8.3000000000000007</c:v>
                </c:pt>
                <c:pt idx="5">
                  <c:v>6.1</c:v>
                </c:pt>
                <c:pt idx="6">
                  <c:v>6.5</c:v>
                </c:pt>
                <c:pt idx="7">
                  <c:v>8</c:v>
                </c:pt>
                <c:pt idx="8">
                  <c:v>11.6</c:v>
                </c:pt>
                <c:pt idx="9">
                  <c:v>14.4</c:v>
                </c:pt>
                <c:pt idx="10">
                  <c:v>12.7</c:v>
                </c:pt>
                <c:pt idx="11">
                  <c:v>7.4</c:v>
                </c:pt>
                <c:pt idx="12">
                  <c:v>10.5</c:v>
                </c:pt>
                <c:pt idx="13">
                  <c:v>16.899999999999999</c:v>
                </c:pt>
                <c:pt idx="14">
                  <c:v>17.7</c:v>
                </c:pt>
                <c:pt idx="15">
                  <c:v>19</c:v>
                </c:pt>
                <c:pt idx="16">
                  <c:v>17.3</c:v>
                </c:pt>
                <c:pt idx="17">
                  <c:v>17.7</c:v>
                </c:pt>
                <c:pt idx="18">
                  <c:v>15.4</c:v>
                </c:pt>
                <c:pt idx="19">
                  <c:v>16.100000000000001</c:v>
                </c:pt>
                <c:pt idx="20">
                  <c:v>15.6</c:v>
                </c:pt>
                <c:pt idx="21">
                  <c:v>16.2</c:v>
                </c:pt>
                <c:pt idx="22">
                  <c:v>8.6</c:v>
                </c:pt>
                <c:pt idx="23">
                  <c:v>13.2</c:v>
                </c:pt>
                <c:pt idx="24">
                  <c:v>8.8000000000000007</c:v>
                </c:pt>
                <c:pt idx="25">
                  <c:v>10.8</c:v>
                </c:pt>
                <c:pt idx="26">
                  <c:v>7.6</c:v>
                </c:pt>
                <c:pt idx="27">
                  <c:v>7</c:v>
                </c:pt>
                <c:pt idx="28">
                  <c:v>9</c:v>
                </c:pt>
                <c:pt idx="29">
                  <c:v>12.6</c:v>
                </c:pt>
                <c:pt idx="30">
                  <c:v>19.100000000000001</c:v>
                </c:pt>
                <c:pt idx="31">
                  <c:v>18.399999999999999</c:v>
                </c:pt>
                <c:pt idx="32">
                  <c:v>24.8</c:v>
                </c:pt>
                <c:pt idx="33">
                  <c:v>16.8</c:v>
                </c:pt>
                <c:pt idx="34">
                  <c:v>20.399999999999999</c:v>
                </c:pt>
                <c:pt idx="35">
                  <c:v>13.6</c:v>
                </c:pt>
                <c:pt idx="36">
                  <c:v>15.4</c:v>
                </c:pt>
                <c:pt idx="37">
                  <c:v>16.100000000000001</c:v>
                </c:pt>
                <c:pt idx="38">
                  <c:v>17.5</c:v>
                </c:pt>
                <c:pt idx="39">
                  <c:v>10.3</c:v>
                </c:pt>
                <c:pt idx="40">
                  <c:v>12</c:v>
                </c:pt>
                <c:pt idx="41">
                  <c:v>11.3</c:v>
                </c:pt>
                <c:pt idx="42">
                  <c:v>8.9</c:v>
                </c:pt>
                <c:pt idx="43">
                  <c:v>8.1</c:v>
                </c:pt>
                <c:pt idx="44">
                  <c:v>9.6999999999999993</c:v>
                </c:pt>
                <c:pt idx="45">
                  <c:v>10.6</c:v>
                </c:pt>
                <c:pt idx="46">
                  <c:v>39.200000000000003</c:v>
                </c:pt>
                <c:pt idx="47">
                  <c:v>38</c:v>
                </c:pt>
                <c:pt idx="48">
                  <c:v>54.8</c:v>
                </c:pt>
                <c:pt idx="49">
                  <c:v>39.700000000000003</c:v>
                </c:pt>
                <c:pt idx="50">
                  <c:v>21.7</c:v>
                </c:pt>
                <c:pt idx="51">
                  <c:v>22.5</c:v>
                </c:pt>
                <c:pt idx="52">
                  <c:v>18.600000000000001</c:v>
                </c:pt>
                <c:pt idx="53">
                  <c:v>18.3</c:v>
                </c:pt>
                <c:pt idx="54">
                  <c:v>17.3</c:v>
                </c:pt>
                <c:pt idx="55">
                  <c:v>18.899999999999999</c:v>
                </c:pt>
                <c:pt idx="56">
                  <c:v>16.3</c:v>
                </c:pt>
                <c:pt idx="57">
                  <c:v>20.6</c:v>
                </c:pt>
                <c:pt idx="58">
                  <c:v>20.7</c:v>
                </c:pt>
                <c:pt idx="59">
                  <c:v>26.8</c:v>
                </c:pt>
                <c:pt idx="60">
                  <c:v>22.93</c:v>
                </c:pt>
                <c:pt idx="61">
                  <c:v>20.13</c:v>
                </c:pt>
                <c:pt idx="62">
                  <c:v>19.5</c:v>
                </c:pt>
                <c:pt idx="63">
                  <c:v>13</c:v>
                </c:pt>
                <c:pt idx="64">
                  <c:v>14.79</c:v>
                </c:pt>
                <c:pt idx="65">
                  <c:v>7.61</c:v>
                </c:pt>
                <c:pt idx="66">
                  <c:v>0</c:v>
                </c:pt>
                <c:pt idx="67">
                  <c:v>13.21</c:v>
                </c:pt>
                <c:pt idx="68">
                  <c:v>52.24</c:v>
                </c:pt>
                <c:pt idx="69">
                  <c:v>119.99</c:v>
                </c:pt>
                <c:pt idx="70">
                  <c:v>209.61</c:v>
                </c:pt>
                <c:pt idx="71">
                  <c:v>259.31400000000002</c:v>
                </c:pt>
                <c:pt idx="72">
                  <c:v>323.32400000000001</c:v>
                </c:pt>
                <c:pt idx="73">
                  <c:v>329.35</c:v>
                </c:pt>
                <c:pt idx="74">
                  <c:v>362.57</c:v>
                </c:pt>
                <c:pt idx="75">
                  <c:v>398.97</c:v>
                </c:pt>
                <c:pt idx="76">
                  <c:v>369.89</c:v>
                </c:pt>
                <c:pt idx="77">
                  <c:v>301.82</c:v>
                </c:pt>
                <c:pt idx="78">
                  <c:v>284.76</c:v>
                </c:pt>
                <c:pt idx="79">
                  <c:v>286.58</c:v>
                </c:pt>
                <c:pt idx="80">
                  <c:v>115</c:v>
                </c:pt>
                <c:pt idx="81">
                  <c:v>212</c:v>
                </c:pt>
                <c:pt idx="82">
                  <c:v>226</c:v>
                </c:pt>
                <c:pt idx="83">
                  <c:v>132</c:v>
                </c:pt>
                <c:pt idx="84">
                  <c:v>100</c:v>
                </c:pt>
                <c:pt idx="85">
                  <c:v>125</c:v>
                </c:pt>
                <c:pt idx="86">
                  <c:v>120</c:v>
                </c:pt>
                <c:pt idx="87">
                  <c:v>168</c:v>
                </c:pt>
                <c:pt idx="88">
                  <c:v>265</c:v>
                </c:pt>
                <c:pt idx="89">
                  <c:v>290</c:v>
                </c:pt>
                <c:pt idx="90">
                  <c:v>335</c:v>
                </c:pt>
                <c:pt idx="91">
                  <c:v>360</c:v>
                </c:pt>
                <c:pt idx="92">
                  <c:v>365</c:v>
                </c:pt>
                <c:pt idx="93">
                  <c:v>315</c:v>
                </c:pt>
                <c:pt idx="94">
                  <c:v>300</c:v>
                </c:pt>
                <c:pt idx="95">
                  <c:v>288</c:v>
                </c:pt>
                <c:pt idx="96">
                  <c:v>319</c:v>
                </c:pt>
                <c:pt idx="97">
                  <c:v>265</c:v>
                </c:pt>
                <c:pt idx="98">
                  <c:v>288</c:v>
                </c:pt>
                <c:pt idx="99">
                  <c:v>245</c:v>
                </c:pt>
                <c:pt idx="100">
                  <c:v>238</c:v>
                </c:pt>
                <c:pt idx="101">
                  <c:v>145</c:v>
                </c:pt>
                <c:pt idx="102">
                  <c:v>148</c:v>
                </c:pt>
                <c:pt idx="103">
                  <c:v>140</c:v>
                </c:pt>
                <c:pt idx="104">
                  <c:v>128</c:v>
                </c:pt>
                <c:pt idx="105">
                  <c:v>130</c:v>
                </c:pt>
                <c:pt idx="106">
                  <c:v>175</c:v>
                </c:pt>
                <c:pt idx="107">
                  <c:v>150</c:v>
                </c:pt>
                <c:pt idx="108">
                  <c:v>180</c:v>
                </c:pt>
                <c:pt idx="109">
                  <c:v>178</c:v>
                </c:pt>
              </c:numCache>
            </c:numRef>
          </c:val>
          <c:smooth val="1"/>
          <c:extLst xmlns:c16r2="http://schemas.microsoft.com/office/drawing/2015/06/chart">
            <c:ext xmlns:c16="http://schemas.microsoft.com/office/drawing/2014/chart" uri="{C3380CC4-5D6E-409C-BE32-E72D297353CC}">
              <c16:uniqueId val="{00000000-DE70-4CF0-AD6C-485B34B38DDC}"/>
            </c:ext>
          </c:extLst>
        </c:ser>
        <c:dLbls>
          <c:showLegendKey val="0"/>
          <c:showVal val="0"/>
          <c:showCatName val="0"/>
          <c:showSerName val="0"/>
          <c:showPercent val="0"/>
          <c:showBubbleSize val="0"/>
        </c:dLbls>
        <c:marker val="1"/>
        <c:smooth val="0"/>
        <c:axId val="861456368"/>
        <c:axId val="861453104"/>
      </c:lineChart>
      <c:dateAx>
        <c:axId val="861456368"/>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vert="horz"/>
          <a:lstStyle/>
          <a:p>
            <a:pPr>
              <a:defRPr/>
            </a:pPr>
            <a:endParaRPr lang="zh-CN"/>
          </a:p>
        </c:txPr>
        <c:crossAx val="861453104"/>
        <c:crosses val="autoZero"/>
        <c:auto val="1"/>
        <c:lblOffset val="100"/>
        <c:baseTimeUnit val="months"/>
        <c:majorUnit val="12"/>
        <c:majorTimeUnit val="months"/>
      </c:dateAx>
      <c:valAx>
        <c:axId val="861453104"/>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vert="horz"/>
          <a:lstStyle/>
          <a:p>
            <a:pPr>
              <a:defRPr/>
            </a:pPr>
            <a:endParaRPr lang="zh-CN"/>
          </a:p>
        </c:txPr>
        <c:crossAx val="861456368"/>
        <c:crosses val="autoZero"/>
        <c:crossBetween val="between"/>
      </c:valAx>
      <c:spPr>
        <a:noFill/>
        <a:ln w="25400">
          <a:noFill/>
        </a:ln>
      </c:spPr>
    </c:plotArea>
    <c:legend>
      <c:legendPos val="t"/>
      <c:overlay val="0"/>
      <c:spPr>
        <a:noFill/>
        <a:ln w="25400">
          <a:noFill/>
        </a:ln>
        <a:effectLst/>
      </c:spPr>
      <c:txPr>
        <a:bodyPr rot="0" vert="horz"/>
        <a:lstStyle/>
        <a:p>
          <a:pPr>
            <a:defRPr/>
          </a:pPr>
          <a:endParaRPr lang="zh-CN"/>
        </a:p>
      </c:txPr>
    </c:legend>
    <c:plotVisOnly val="1"/>
    <c:dispBlanksAs val="gap"/>
    <c:showDLblsOverMax val="0"/>
  </c:chart>
  <c:spPr>
    <a:noFill/>
    <a:ln w="25400" cap="flat" cmpd="sng" algn="ctr">
      <a:noFill/>
      <a:prstDash val="solid"/>
      <a:round/>
    </a:ln>
  </c:spPr>
  <c:txPr>
    <a:bodyPr/>
    <a:lstStyle/>
    <a:p>
      <a:pPr>
        <a:defRPr lang="zh-CN" sz="1000" b="1">
          <a:latin typeface="微软雅黑" panose="020B0503020204020204" charset="-122"/>
          <a:ea typeface="微软雅黑" panose="020B0503020204020204" charset="-122"/>
          <a:cs typeface="华文细黑" panose="02010600040101010101" charset="-122"/>
        </a:defRPr>
      </a:pPr>
      <a:endParaRPr lang="zh-CN"/>
    </a:p>
  </c:txPr>
  <c:externalData r:id="rId2">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56734831559705E-2"/>
          <c:y val="9.8266528084487298E-2"/>
          <c:w val="0.86550856481481497"/>
          <c:h val="0.812673744650388"/>
        </c:manualLayout>
      </c:layout>
      <c:lineChart>
        <c:grouping val="standard"/>
        <c:varyColors val="0"/>
        <c:ser>
          <c:idx val="0"/>
          <c:order val="0"/>
          <c:tx>
            <c:strRef>
              <c:f>磷肥短期供给!$N$1</c:f>
              <c:strCache>
                <c:ptCount val="1"/>
                <c:pt idx="0">
                  <c:v>磷酸二铵开工率</c:v>
                </c:pt>
              </c:strCache>
            </c:strRef>
          </c:tx>
          <c:spPr>
            <a:ln w="12700" cap="rnd" cmpd="sng" algn="ctr">
              <a:solidFill>
                <a:srgbClr val="E10000"/>
              </a:solidFill>
              <a:prstDash val="solid"/>
              <a:round/>
            </a:ln>
          </c:spPr>
          <c:marker>
            <c:symbol val="diamond"/>
            <c:size val="2"/>
            <c:spPr>
              <a:solidFill>
                <a:srgbClr val="E10000"/>
              </a:solidFill>
              <a:ln w="12700" cap="flat" cmpd="sng" algn="ctr">
                <a:solidFill>
                  <a:srgbClr val="E10000"/>
                </a:solidFill>
                <a:prstDash val="solid"/>
                <a:round/>
              </a:ln>
            </c:spPr>
          </c:marker>
          <c:cat>
            <c:numRef>
              <c:f>磷肥短期供给!$M$2:$M$167</c:f>
              <c:numCache>
                <c:formatCode>m/d/yyyy</c:formatCode>
                <c:ptCount val="166"/>
                <c:pt idx="0">
                  <c:v>45352</c:v>
                </c:pt>
                <c:pt idx="1">
                  <c:v>45345</c:v>
                </c:pt>
                <c:pt idx="2">
                  <c:v>45338</c:v>
                </c:pt>
                <c:pt idx="3">
                  <c:v>45331</c:v>
                </c:pt>
                <c:pt idx="4">
                  <c:v>45324</c:v>
                </c:pt>
                <c:pt idx="5">
                  <c:v>45317</c:v>
                </c:pt>
                <c:pt idx="6">
                  <c:v>45310</c:v>
                </c:pt>
                <c:pt idx="7">
                  <c:v>45303</c:v>
                </c:pt>
                <c:pt idx="8">
                  <c:v>45296</c:v>
                </c:pt>
                <c:pt idx="9">
                  <c:v>45289</c:v>
                </c:pt>
                <c:pt idx="10">
                  <c:v>45282</c:v>
                </c:pt>
                <c:pt idx="11">
                  <c:v>45275</c:v>
                </c:pt>
                <c:pt idx="12">
                  <c:v>45268</c:v>
                </c:pt>
                <c:pt idx="13">
                  <c:v>45261</c:v>
                </c:pt>
                <c:pt idx="14">
                  <c:v>45254</c:v>
                </c:pt>
                <c:pt idx="15">
                  <c:v>45247</c:v>
                </c:pt>
                <c:pt idx="16">
                  <c:v>45240</c:v>
                </c:pt>
                <c:pt idx="17">
                  <c:v>45233</c:v>
                </c:pt>
                <c:pt idx="18">
                  <c:v>45226</c:v>
                </c:pt>
                <c:pt idx="19">
                  <c:v>45219</c:v>
                </c:pt>
                <c:pt idx="20">
                  <c:v>45212</c:v>
                </c:pt>
                <c:pt idx="21">
                  <c:v>45205</c:v>
                </c:pt>
                <c:pt idx="22">
                  <c:v>45198</c:v>
                </c:pt>
                <c:pt idx="23">
                  <c:v>45191</c:v>
                </c:pt>
                <c:pt idx="24">
                  <c:v>45184</c:v>
                </c:pt>
                <c:pt idx="25">
                  <c:v>45177</c:v>
                </c:pt>
                <c:pt idx="26">
                  <c:v>45170</c:v>
                </c:pt>
                <c:pt idx="27">
                  <c:v>45163</c:v>
                </c:pt>
                <c:pt idx="28">
                  <c:v>45156</c:v>
                </c:pt>
                <c:pt idx="29">
                  <c:v>45149</c:v>
                </c:pt>
                <c:pt idx="30">
                  <c:v>45142</c:v>
                </c:pt>
                <c:pt idx="31">
                  <c:v>45135</c:v>
                </c:pt>
                <c:pt idx="32">
                  <c:v>45128</c:v>
                </c:pt>
                <c:pt idx="33">
                  <c:v>45121</c:v>
                </c:pt>
                <c:pt idx="34">
                  <c:v>45114</c:v>
                </c:pt>
                <c:pt idx="35">
                  <c:v>45107</c:v>
                </c:pt>
                <c:pt idx="36">
                  <c:v>45100</c:v>
                </c:pt>
                <c:pt idx="37">
                  <c:v>45093</c:v>
                </c:pt>
                <c:pt idx="38">
                  <c:v>45086</c:v>
                </c:pt>
                <c:pt idx="39">
                  <c:v>45079</c:v>
                </c:pt>
                <c:pt idx="40">
                  <c:v>45072</c:v>
                </c:pt>
                <c:pt idx="41">
                  <c:v>45065</c:v>
                </c:pt>
                <c:pt idx="42">
                  <c:v>45058</c:v>
                </c:pt>
                <c:pt idx="43">
                  <c:v>45051</c:v>
                </c:pt>
                <c:pt idx="44">
                  <c:v>45044</c:v>
                </c:pt>
                <c:pt idx="45">
                  <c:v>45037</c:v>
                </c:pt>
                <c:pt idx="46">
                  <c:v>45030</c:v>
                </c:pt>
                <c:pt idx="47">
                  <c:v>45023</c:v>
                </c:pt>
                <c:pt idx="48">
                  <c:v>45016</c:v>
                </c:pt>
                <c:pt idx="49">
                  <c:v>45009</c:v>
                </c:pt>
                <c:pt idx="50">
                  <c:v>45002</c:v>
                </c:pt>
                <c:pt idx="51">
                  <c:v>44995</c:v>
                </c:pt>
                <c:pt idx="52">
                  <c:v>44988</c:v>
                </c:pt>
                <c:pt idx="53">
                  <c:v>44981</c:v>
                </c:pt>
                <c:pt idx="54">
                  <c:v>44973</c:v>
                </c:pt>
                <c:pt idx="55">
                  <c:v>44967</c:v>
                </c:pt>
                <c:pt idx="56">
                  <c:v>44961</c:v>
                </c:pt>
                <c:pt idx="57">
                  <c:v>44954</c:v>
                </c:pt>
                <c:pt idx="58">
                  <c:v>44947</c:v>
                </c:pt>
                <c:pt idx="59">
                  <c:v>44940</c:v>
                </c:pt>
                <c:pt idx="60">
                  <c:v>44933</c:v>
                </c:pt>
                <c:pt idx="61">
                  <c:v>44925</c:v>
                </c:pt>
                <c:pt idx="62">
                  <c:v>44918</c:v>
                </c:pt>
                <c:pt idx="63">
                  <c:v>44911</c:v>
                </c:pt>
                <c:pt idx="64">
                  <c:v>44904</c:v>
                </c:pt>
                <c:pt idx="65">
                  <c:v>44897</c:v>
                </c:pt>
                <c:pt idx="66">
                  <c:v>44890</c:v>
                </c:pt>
                <c:pt idx="67">
                  <c:v>44883</c:v>
                </c:pt>
                <c:pt idx="68">
                  <c:v>44876</c:v>
                </c:pt>
                <c:pt idx="69">
                  <c:v>44869</c:v>
                </c:pt>
                <c:pt idx="70">
                  <c:v>44862</c:v>
                </c:pt>
                <c:pt idx="71">
                  <c:v>44855</c:v>
                </c:pt>
                <c:pt idx="72">
                  <c:v>44848</c:v>
                </c:pt>
                <c:pt idx="73">
                  <c:v>44841</c:v>
                </c:pt>
                <c:pt idx="74">
                  <c:v>44834</c:v>
                </c:pt>
                <c:pt idx="75">
                  <c:v>44827</c:v>
                </c:pt>
                <c:pt idx="76">
                  <c:v>44820</c:v>
                </c:pt>
                <c:pt idx="77">
                  <c:v>44813</c:v>
                </c:pt>
                <c:pt idx="78">
                  <c:v>44806</c:v>
                </c:pt>
                <c:pt idx="79">
                  <c:v>44799</c:v>
                </c:pt>
                <c:pt idx="80">
                  <c:v>44792</c:v>
                </c:pt>
                <c:pt idx="81">
                  <c:v>44785</c:v>
                </c:pt>
                <c:pt idx="82">
                  <c:v>44778</c:v>
                </c:pt>
                <c:pt idx="83">
                  <c:v>44771</c:v>
                </c:pt>
                <c:pt idx="84">
                  <c:v>44764</c:v>
                </c:pt>
                <c:pt idx="85">
                  <c:v>44757</c:v>
                </c:pt>
                <c:pt idx="86">
                  <c:v>44750</c:v>
                </c:pt>
                <c:pt idx="87">
                  <c:v>44743</c:v>
                </c:pt>
                <c:pt idx="88">
                  <c:v>44736</c:v>
                </c:pt>
                <c:pt idx="89">
                  <c:v>44729</c:v>
                </c:pt>
                <c:pt idx="90">
                  <c:v>44722</c:v>
                </c:pt>
                <c:pt idx="91">
                  <c:v>44715</c:v>
                </c:pt>
                <c:pt idx="92">
                  <c:v>44708</c:v>
                </c:pt>
                <c:pt idx="93">
                  <c:v>44701</c:v>
                </c:pt>
                <c:pt idx="94">
                  <c:v>44694</c:v>
                </c:pt>
                <c:pt idx="95">
                  <c:v>44687</c:v>
                </c:pt>
                <c:pt idx="96">
                  <c:v>44680</c:v>
                </c:pt>
                <c:pt idx="97">
                  <c:v>44673</c:v>
                </c:pt>
                <c:pt idx="98">
                  <c:v>44666</c:v>
                </c:pt>
                <c:pt idx="99">
                  <c:v>44659</c:v>
                </c:pt>
                <c:pt idx="100">
                  <c:v>44652</c:v>
                </c:pt>
                <c:pt idx="101">
                  <c:v>44645</c:v>
                </c:pt>
                <c:pt idx="102">
                  <c:v>44638</c:v>
                </c:pt>
                <c:pt idx="103">
                  <c:v>44631</c:v>
                </c:pt>
                <c:pt idx="104">
                  <c:v>44624</c:v>
                </c:pt>
                <c:pt idx="105">
                  <c:v>44617</c:v>
                </c:pt>
                <c:pt idx="106">
                  <c:v>44610</c:v>
                </c:pt>
                <c:pt idx="107">
                  <c:v>44603</c:v>
                </c:pt>
                <c:pt idx="108">
                  <c:v>44596</c:v>
                </c:pt>
                <c:pt idx="109">
                  <c:v>44589</c:v>
                </c:pt>
                <c:pt idx="110">
                  <c:v>44582</c:v>
                </c:pt>
                <c:pt idx="111">
                  <c:v>44575</c:v>
                </c:pt>
                <c:pt idx="112">
                  <c:v>44568</c:v>
                </c:pt>
                <c:pt idx="113">
                  <c:v>44561</c:v>
                </c:pt>
                <c:pt idx="114">
                  <c:v>44554</c:v>
                </c:pt>
                <c:pt idx="115">
                  <c:v>44547</c:v>
                </c:pt>
                <c:pt idx="116">
                  <c:v>44540</c:v>
                </c:pt>
                <c:pt idx="117">
                  <c:v>44533</c:v>
                </c:pt>
                <c:pt idx="118">
                  <c:v>44526</c:v>
                </c:pt>
                <c:pt idx="119">
                  <c:v>44519</c:v>
                </c:pt>
                <c:pt idx="120">
                  <c:v>44512</c:v>
                </c:pt>
                <c:pt idx="121">
                  <c:v>44505</c:v>
                </c:pt>
                <c:pt idx="122">
                  <c:v>44498</c:v>
                </c:pt>
                <c:pt idx="123">
                  <c:v>44491</c:v>
                </c:pt>
                <c:pt idx="124">
                  <c:v>44484</c:v>
                </c:pt>
                <c:pt idx="125">
                  <c:v>44477</c:v>
                </c:pt>
                <c:pt idx="126">
                  <c:v>44470</c:v>
                </c:pt>
                <c:pt idx="127">
                  <c:v>44463</c:v>
                </c:pt>
                <c:pt idx="128">
                  <c:v>44456</c:v>
                </c:pt>
                <c:pt idx="129">
                  <c:v>44449</c:v>
                </c:pt>
                <c:pt idx="130">
                  <c:v>44442</c:v>
                </c:pt>
                <c:pt idx="131">
                  <c:v>44435</c:v>
                </c:pt>
                <c:pt idx="132">
                  <c:v>44428</c:v>
                </c:pt>
                <c:pt idx="133">
                  <c:v>44421</c:v>
                </c:pt>
                <c:pt idx="134">
                  <c:v>44414</c:v>
                </c:pt>
                <c:pt idx="135">
                  <c:v>44407</c:v>
                </c:pt>
                <c:pt idx="136">
                  <c:v>44400</c:v>
                </c:pt>
                <c:pt idx="137">
                  <c:v>44393</c:v>
                </c:pt>
                <c:pt idx="138">
                  <c:v>44386</c:v>
                </c:pt>
                <c:pt idx="139">
                  <c:v>44379</c:v>
                </c:pt>
                <c:pt idx="140">
                  <c:v>44372</c:v>
                </c:pt>
                <c:pt idx="141">
                  <c:v>44365</c:v>
                </c:pt>
                <c:pt idx="142">
                  <c:v>44358</c:v>
                </c:pt>
                <c:pt idx="143">
                  <c:v>44351</c:v>
                </c:pt>
                <c:pt idx="144">
                  <c:v>44344</c:v>
                </c:pt>
                <c:pt idx="145">
                  <c:v>44337</c:v>
                </c:pt>
                <c:pt idx="146">
                  <c:v>44330</c:v>
                </c:pt>
                <c:pt idx="147">
                  <c:v>44323</c:v>
                </c:pt>
                <c:pt idx="148">
                  <c:v>44316</c:v>
                </c:pt>
                <c:pt idx="149">
                  <c:v>44309</c:v>
                </c:pt>
                <c:pt idx="150">
                  <c:v>44302</c:v>
                </c:pt>
                <c:pt idx="151">
                  <c:v>44295</c:v>
                </c:pt>
                <c:pt idx="152">
                  <c:v>44288</c:v>
                </c:pt>
                <c:pt idx="153">
                  <c:v>44281</c:v>
                </c:pt>
                <c:pt idx="154">
                  <c:v>44274</c:v>
                </c:pt>
                <c:pt idx="155">
                  <c:v>44267</c:v>
                </c:pt>
                <c:pt idx="156">
                  <c:v>44260</c:v>
                </c:pt>
                <c:pt idx="157">
                  <c:v>44253</c:v>
                </c:pt>
                <c:pt idx="158">
                  <c:v>44246</c:v>
                </c:pt>
                <c:pt idx="159">
                  <c:v>44239</c:v>
                </c:pt>
                <c:pt idx="160">
                  <c:v>44232</c:v>
                </c:pt>
                <c:pt idx="161">
                  <c:v>44225</c:v>
                </c:pt>
                <c:pt idx="162">
                  <c:v>44218</c:v>
                </c:pt>
                <c:pt idx="163">
                  <c:v>44211</c:v>
                </c:pt>
                <c:pt idx="164">
                  <c:v>44204</c:v>
                </c:pt>
                <c:pt idx="165">
                  <c:v>44190</c:v>
                </c:pt>
              </c:numCache>
            </c:numRef>
          </c:cat>
          <c:val>
            <c:numRef>
              <c:f>磷肥短期供给!$N$2:$N$167</c:f>
              <c:numCache>
                <c:formatCode>0.00%</c:formatCode>
                <c:ptCount val="166"/>
                <c:pt idx="0">
                  <c:v>0.65700000000000003</c:v>
                </c:pt>
                <c:pt idx="1">
                  <c:v>0.63</c:v>
                </c:pt>
                <c:pt idx="2">
                  <c:v>0.62949999999999995</c:v>
                </c:pt>
                <c:pt idx="3">
                  <c:v>0.62009999999999998</c:v>
                </c:pt>
                <c:pt idx="4">
                  <c:v>0.62070000000000003</c:v>
                </c:pt>
                <c:pt idx="5">
                  <c:v>0.60719999999999996</c:v>
                </c:pt>
                <c:pt idx="6">
                  <c:v>0.57450000000000001</c:v>
                </c:pt>
                <c:pt idx="7">
                  <c:v>0.56889999999999996</c:v>
                </c:pt>
                <c:pt idx="8">
                  <c:v>0.55669999999999997</c:v>
                </c:pt>
                <c:pt idx="9">
                  <c:v>0.52110000000000001</c:v>
                </c:pt>
                <c:pt idx="10">
                  <c:v>0.59340000000000004</c:v>
                </c:pt>
                <c:pt idx="11">
                  <c:v>0.59589999999999999</c:v>
                </c:pt>
                <c:pt idx="12">
                  <c:v>0.58189999999999997</c:v>
                </c:pt>
                <c:pt idx="13">
                  <c:v>0.56930000000000003</c:v>
                </c:pt>
                <c:pt idx="14">
                  <c:v>0.57269999999999999</c:v>
                </c:pt>
                <c:pt idx="15">
                  <c:v>0.61009999999999998</c:v>
                </c:pt>
                <c:pt idx="16">
                  <c:v>0.6018</c:v>
                </c:pt>
                <c:pt idx="17">
                  <c:v>0.57609999999999995</c:v>
                </c:pt>
                <c:pt idx="18">
                  <c:v>0.58530000000000004</c:v>
                </c:pt>
                <c:pt idx="19">
                  <c:v>0.62339999999999995</c:v>
                </c:pt>
                <c:pt idx="20">
                  <c:v>0.64370000000000005</c:v>
                </c:pt>
                <c:pt idx="21">
                  <c:v>0.66779999999999995</c:v>
                </c:pt>
                <c:pt idx="22">
                  <c:v>0.71579999999999999</c:v>
                </c:pt>
                <c:pt idx="23">
                  <c:v>0.73250000000000004</c:v>
                </c:pt>
                <c:pt idx="24">
                  <c:v>0.71940000000000004</c:v>
                </c:pt>
                <c:pt idx="25">
                  <c:v>0.71040000000000003</c:v>
                </c:pt>
                <c:pt idx="26">
                  <c:v>0.68010000000000004</c:v>
                </c:pt>
                <c:pt idx="27">
                  <c:v>0.70369999999999999</c:v>
                </c:pt>
                <c:pt idx="28">
                  <c:v>0.74309999999999998</c:v>
                </c:pt>
                <c:pt idx="29">
                  <c:v>0.69189999999999996</c:v>
                </c:pt>
                <c:pt idx="30">
                  <c:v>0.69979999999999998</c:v>
                </c:pt>
                <c:pt idx="31">
                  <c:v>0.7006</c:v>
                </c:pt>
                <c:pt idx="32">
                  <c:v>0.69869999999999999</c:v>
                </c:pt>
                <c:pt idx="33">
                  <c:v>0.68769999999999998</c:v>
                </c:pt>
                <c:pt idx="34">
                  <c:v>0.64659999999999995</c:v>
                </c:pt>
                <c:pt idx="35">
                  <c:v>0.61380000000000001</c:v>
                </c:pt>
                <c:pt idx="36">
                  <c:v>0.54390000000000005</c:v>
                </c:pt>
                <c:pt idx="37">
                  <c:v>0.52859999999999996</c:v>
                </c:pt>
                <c:pt idx="38">
                  <c:v>0.50149999999999995</c:v>
                </c:pt>
                <c:pt idx="39">
                  <c:v>0.437</c:v>
                </c:pt>
                <c:pt idx="40">
                  <c:v>0.47020000000000001</c:v>
                </c:pt>
                <c:pt idx="41">
                  <c:v>0.4582</c:v>
                </c:pt>
                <c:pt idx="42">
                  <c:v>0.497</c:v>
                </c:pt>
                <c:pt idx="43">
                  <c:v>0.57340000000000002</c:v>
                </c:pt>
                <c:pt idx="44">
                  <c:v>0.59860000000000002</c:v>
                </c:pt>
                <c:pt idx="45">
                  <c:v>0.62119999999999997</c:v>
                </c:pt>
                <c:pt idx="46">
                  <c:v>0.63019999999999998</c:v>
                </c:pt>
                <c:pt idx="47">
                  <c:v>0.64190000000000003</c:v>
                </c:pt>
                <c:pt idx="48">
                  <c:v>0.63880000000000003</c:v>
                </c:pt>
                <c:pt idx="49">
                  <c:v>0.65859999999999996</c:v>
                </c:pt>
                <c:pt idx="50">
                  <c:v>0.65629999999999999</c:v>
                </c:pt>
                <c:pt idx="51">
                  <c:v>0.64529999999999998</c:v>
                </c:pt>
                <c:pt idx="52">
                  <c:v>0.63849999999999996</c:v>
                </c:pt>
                <c:pt idx="53">
                  <c:v>0.62480000000000002</c:v>
                </c:pt>
                <c:pt idx="54">
                  <c:v>0.61029999999999995</c:v>
                </c:pt>
                <c:pt idx="55">
                  <c:v>0.58830000000000005</c:v>
                </c:pt>
                <c:pt idx="56">
                  <c:v>0.55720000000000003</c:v>
                </c:pt>
                <c:pt idx="57">
                  <c:v>0.52449999999999997</c:v>
                </c:pt>
                <c:pt idx="58">
                  <c:v>0.52</c:v>
                </c:pt>
                <c:pt idx="59">
                  <c:v>0.49580000000000002</c:v>
                </c:pt>
                <c:pt idx="60">
                  <c:v>0.51700000000000002</c:v>
                </c:pt>
                <c:pt idx="61">
                  <c:v>0.54100000000000004</c:v>
                </c:pt>
                <c:pt idx="62">
                  <c:v>0.54330000000000001</c:v>
                </c:pt>
                <c:pt idx="63">
                  <c:v>0.5202</c:v>
                </c:pt>
                <c:pt idx="64">
                  <c:v>0.5202</c:v>
                </c:pt>
                <c:pt idx="65">
                  <c:v>0.51890000000000003</c:v>
                </c:pt>
                <c:pt idx="66">
                  <c:v>0.4914</c:v>
                </c:pt>
                <c:pt idx="67">
                  <c:v>0.48659999999999998</c:v>
                </c:pt>
                <c:pt idx="68">
                  <c:v>0.48659999999999998</c:v>
                </c:pt>
                <c:pt idx="69">
                  <c:v>0.49409999999999998</c:v>
                </c:pt>
                <c:pt idx="70">
                  <c:v>0.50509999999999999</c:v>
                </c:pt>
                <c:pt idx="71">
                  <c:v>0.51039999999999996</c:v>
                </c:pt>
                <c:pt idx="72">
                  <c:v>0.51859999999999995</c:v>
                </c:pt>
                <c:pt idx="73">
                  <c:v>0.50329999999999997</c:v>
                </c:pt>
                <c:pt idx="74">
                  <c:v>0.50329999999999997</c:v>
                </c:pt>
                <c:pt idx="75">
                  <c:v>0.49619999999999997</c:v>
                </c:pt>
                <c:pt idx="76">
                  <c:v>0.49619999999999997</c:v>
                </c:pt>
                <c:pt idx="77">
                  <c:v>0.46850000000000003</c:v>
                </c:pt>
                <c:pt idx="78">
                  <c:v>0.46810000000000002</c:v>
                </c:pt>
                <c:pt idx="79">
                  <c:v>0.41460000000000002</c:v>
                </c:pt>
                <c:pt idx="80">
                  <c:v>0.44750000000000001</c:v>
                </c:pt>
                <c:pt idx="81">
                  <c:v>0.48980000000000001</c:v>
                </c:pt>
                <c:pt idx="82">
                  <c:v>0.40770000000000001</c:v>
                </c:pt>
                <c:pt idx="83">
                  <c:v>0.39450000000000002</c:v>
                </c:pt>
                <c:pt idx="84">
                  <c:v>0.39589999999999997</c:v>
                </c:pt>
                <c:pt idx="85">
                  <c:v>0.49969999999999998</c:v>
                </c:pt>
                <c:pt idx="86">
                  <c:v>0.56859999999999999</c:v>
                </c:pt>
                <c:pt idx="87">
                  <c:v>0.58160000000000001</c:v>
                </c:pt>
                <c:pt idx="88">
                  <c:v>0.56669999999999998</c:v>
                </c:pt>
                <c:pt idx="89">
                  <c:v>0.55840000000000001</c:v>
                </c:pt>
                <c:pt idx="90">
                  <c:v>0.55810000000000004</c:v>
                </c:pt>
                <c:pt idx="91">
                  <c:v>0.58150000000000002</c:v>
                </c:pt>
                <c:pt idx="92">
                  <c:v>0.56799999999999995</c:v>
                </c:pt>
                <c:pt idx="93">
                  <c:v>0.57889999999999997</c:v>
                </c:pt>
                <c:pt idx="94">
                  <c:v>0.60870000000000002</c:v>
                </c:pt>
                <c:pt idx="95">
                  <c:v>0.61819999999999997</c:v>
                </c:pt>
                <c:pt idx="96">
                  <c:v>0.59599999999999997</c:v>
                </c:pt>
                <c:pt idx="97">
                  <c:v>0.64</c:v>
                </c:pt>
                <c:pt idx="98">
                  <c:v>0.67269999999999996</c:v>
                </c:pt>
                <c:pt idx="99">
                  <c:v>0.71250000000000002</c:v>
                </c:pt>
                <c:pt idx="100">
                  <c:v>0.69320000000000004</c:v>
                </c:pt>
                <c:pt idx="101">
                  <c:v>0.67379999999999995</c:v>
                </c:pt>
                <c:pt idx="102">
                  <c:v>0.69289999999999996</c:v>
                </c:pt>
                <c:pt idx="103">
                  <c:v>0.71419999999999995</c:v>
                </c:pt>
                <c:pt idx="104">
                  <c:v>0.71419999999999995</c:v>
                </c:pt>
                <c:pt idx="105">
                  <c:v>0.74490000000000001</c:v>
                </c:pt>
                <c:pt idx="106">
                  <c:v>0.71950000000000003</c:v>
                </c:pt>
                <c:pt idx="107">
                  <c:v>0.71950000000000003</c:v>
                </c:pt>
                <c:pt idx="108">
                  <c:v>0.68610000000000004</c:v>
                </c:pt>
                <c:pt idx="109">
                  <c:v>0.69699999999999995</c:v>
                </c:pt>
                <c:pt idx="110">
                  <c:v>0.6946</c:v>
                </c:pt>
                <c:pt idx="111">
                  <c:v>0.67279999999999995</c:v>
                </c:pt>
                <c:pt idx="112">
                  <c:v>0.64890000000000003</c:v>
                </c:pt>
                <c:pt idx="113">
                  <c:v>0.58279999999999998</c:v>
                </c:pt>
                <c:pt idx="114">
                  <c:v>0.60360000000000003</c:v>
                </c:pt>
                <c:pt idx="115">
                  <c:v>0.60360000000000003</c:v>
                </c:pt>
                <c:pt idx="116">
                  <c:v>0.59289999999999998</c:v>
                </c:pt>
                <c:pt idx="117">
                  <c:v>0.5948</c:v>
                </c:pt>
                <c:pt idx="118">
                  <c:v>0.59860000000000002</c:v>
                </c:pt>
                <c:pt idx="119">
                  <c:v>0.58240000000000003</c:v>
                </c:pt>
                <c:pt idx="120">
                  <c:v>0.56879999999999997</c:v>
                </c:pt>
                <c:pt idx="121">
                  <c:v>0.59240000000000004</c:v>
                </c:pt>
                <c:pt idx="122">
                  <c:v>0.61119999999999997</c:v>
                </c:pt>
                <c:pt idx="123">
                  <c:v>0.61119999999999997</c:v>
                </c:pt>
                <c:pt idx="124">
                  <c:v>0.61119999999999997</c:v>
                </c:pt>
                <c:pt idx="125">
                  <c:v>0.61119999999999997</c:v>
                </c:pt>
                <c:pt idx="126">
                  <c:v>0.67030000000000001</c:v>
                </c:pt>
                <c:pt idx="127">
                  <c:v>0.67030000000000001</c:v>
                </c:pt>
                <c:pt idx="128">
                  <c:v>0.67030000000000001</c:v>
                </c:pt>
                <c:pt idx="129">
                  <c:v>0.64410000000000001</c:v>
                </c:pt>
                <c:pt idx="130">
                  <c:v>0.65869999999999995</c:v>
                </c:pt>
                <c:pt idx="131">
                  <c:v>0.66869999999999996</c:v>
                </c:pt>
                <c:pt idx="132">
                  <c:v>0.67920000000000003</c:v>
                </c:pt>
                <c:pt idx="133">
                  <c:v>0.6875</c:v>
                </c:pt>
                <c:pt idx="134">
                  <c:v>0.67549999999999999</c:v>
                </c:pt>
                <c:pt idx="135">
                  <c:v>0.64029999999999998</c:v>
                </c:pt>
                <c:pt idx="136">
                  <c:v>0.59509999999999996</c:v>
                </c:pt>
                <c:pt idx="137">
                  <c:v>0.57489999999999997</c:v>
                </c:pt>
                <c:pt idx="138">
                  <c:v>0.63439999999999996</c:v>
                </c:pt>
                <c:pt idx="139">
                  <c:v>0.5927</c:v>
                </c:pt>
                <c:pt idx="140">
                  <c:v>0.56599999999999995</c:v>
                </c:pt>
                <c:pt idx="141">
                  <c:v>0.52880000000000005</c:v>
                </c:pt>
                <c:pt idx="142">
                  <c:v>0.55940000000000001</c:v>
                </c:pt>
                <c:pt idx="143">
                  <c:v>0.55940000000000001</c:v>
                </c:pt>
                <c:pt idx="144">
                  <c:v>0.57799999999999996</c:v>
                </c:pt>
                <c:pt idx="145">
                  <c:v>0.59040000000000004</c:v>
                </c:pt>
                <c:pt idx="146">
                  <c:v>0.59</c:v>
                </c:pt>
                <c:pt idx="147">
                  <c:v>0.58799999999999997</c:v>
                </c:pt>
                <c:pt idx="148">
                  <c:v>0.5756</c:v>
                </c:pt>
                <c:pt idx="149">
                  <c:v>0.55859999999999999</c:v>
                </c:pt>
                <c:pt idx="150">
                  <c:v>0.55359999999999998</c:v>
                </c:pt>
                <c:pt idx="151">
                  <c:v>0.5595</c:v>
                </c:pt>
                <c:pt idx="152">
                  <c:v>0.70799999999999996</c:v>
                </c:pt>
                <c:pt idx="153">
                  <c:v>0.69840000000000002</c:v>
                </c:pt>
                <c:pt idx="154">
                  <c:v>0.68759999999999999</c:v>
                </c:pt>
                <c:pt idx="155">
                  <c:v>0.72240000000000004</c:v>
                </c:pt>
                <c:pt idx="156" formatCode="0%">
                  <c:v>0.72599999999999998</c:v>
                </c:pt>
                <c:pt idx="157">
                  <c:v>0.72599999999999998</c:v>
                </c:pt>
                <c:pt idx="158">
                  <c:v>0.6895</c:v>
                </c:pt>
                <c:pt idx="159">
                  <c:v>0.69140000000000001</c:v>
                </c:pt>
                <c:pt idx="160">
                  <c:v>0.64090000000000003</c:v>
                </c:pt>
                <c:pt idx="161">
                  <c:v>0.63</c:v>
                </c:pt>
                <c:pt idx="162">
                  <c:v>0.63</c:v>
                </c:pt>
                <c:pt idx="163">
                  <c:v>0.61309999999999998</c:v>
                </c:pt>
                <c:pt idx="164" formatCode="0%">
                  <c:v>0.63580000000000003</c:v>
                </c:pt>
              </c:numCache>
            </c:numRef>
          </c:val>
          <c:smooth val="1"/>
          <c:extLst xmlns:c16r2="http://schemas.microsoft.com/office/drawing/2015/06/chart">
            <c:ext xmlns:c16="http://schemas.microsoft.com/office/drawing/2014/chart" uri="{C3380CC4-5D6E-409C-BE32-E72D297353CC}">
              <c16:uniqueId val="{00000000-E47C-46CB-9B27-00DF6E5F5D03}"/>
            </c:ext>
          </c:extLst>
        </c:ser>
        <c:dLbls>
          <c:showLegendKey val="0"/>
          <c:showVal val="0"/>
          <c:showCatName val="0"/>
          <c:showSerName val="0"/>
          <c:showPercent val="0"/>
          <c:showBubbleSize val="0"/>
        </c:dLbls>
        <c:marker val="1"/>
        <c:smooth val="0"/>
        <c:axId val="861462352"/>
        <c:axId val="861462896"/>
      </c:lineChart>
      <c:dateAx>
        <c:axId val="861462352"/>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vert="horz"/>
          <a:lstStyle/>
          <a:p>
            <a:pPr>
              <a:defRPr/>
            </a:pPr>
            <a:endParaRPr lang="zh-CN"/>
          </a:p>
        </c:txPr>
        <c:crossAx val="861462896"/>
        <c:crosses val="autoZero"/>
        <c:auto val="1"/>
        <c:lblOffset val="100"/>
        <c:baseTimeUnit val="days"/>
        <c:minorUnit val="5"/>
        <c:minorTimeUnit val="days"/>
      </c:dateAx>
      <c:valAx>
        <c:axId val="861462896"/>
        <c:scaling>
          <c:orientation val="minMax"/>
        </c:scaling>
        <c:delete val="0"/>
        <c:axPos val="l"/>
        <c:numFmt formatCode="0%" sourceLinked="0"/>
        <c:majorTickMark val="in"/>
        <c:minorTickMark val="none"/>
        <c:tickLblPos val="nextTo"/>
        <c:spPr>
          <a:ln w="6350" cap="flat" cmpd="sng" algn="ctr">
            <a:solidFill>
              <a:srgbClr val="000000"/>
            </a:solidFill>
            <a:prstDash val="solid"/>
            <a:round/>
          </a:ln>
        </c:spPr>
        <c:txPr>
          <a:bodyPr rot="-60000000" vert="horz"/>
          <a:lstStyle/>
          <a:p>
            <a:pPr>
              <a:defRPr/>
            </a:pPr>
            <a:endParaRPr lang="zh-CN"/>
          </a:p>
        </c:txPr>
        <c:crossAx val="861462352"/>
        <c:crosses val="autoZero"/>
        <c:crossBetween val="between"/>
      </c:valAx>
      <c:spPr>
        <a:noFill/>
        <a:ln w="25400">
          <a:noFill/>
        </a:ln>
      </c:spPr>
    </c:plotArea>
    <c:legend>
      <c:legendPos val="t"/>
      <c:overlay val="0"/>
      <c:spPr>
        <a:noFill/>
        <a:ln w="25400">
          <a:noFill/>
        </a:ln>
        <a:effectLst/>
      </c:spPr>
      <c:txPr>
        <a:bodyPr rot="0" vert="horz"/>
        <a:lstStyle/>
        <a:p>
          <a:pPr>
            <a:defRPr/>
          </a:pPr>
          <a:endParaRPr lang="zh-CN"/>
        </a:p>
      </c:txPr>
    </c:legend>
    <c:plotVisOnly val="1"/>
    <c:dispBlanksAs val="gap"/>
    <c:showDLblsOverMax val="0"/>
  </c:chart>
  <c:spPr>
    <a:noFill/>
    <a:ln w="25400" cap="flat" cmpd="sng" algn="ctr">
      <a:noFill/>
      <a:prstDash val="solid"/>
      <a:round/>
    </a:ln>
  </c:spPr>
  <c:txPr>
    <a:bodyPr/>
    <a:lstStyle/>
    <a:p>
      <a:pPr>
        <a:defRPr lang="zh-CN" sz="1000" b="1">
          <a:latin typeface="微软雅黑" panose="020B0503020204020204" charset="-122"/>
          <a:ea typeface="微软雅黑" panose="020B0503020204020204" charset="-122"/>
          <a:cs typeface="华文细黑" panose="02010600040101010101" charset="-122"/>
        </a:defRPr>
      </a:pPr>
      <a:endParaRPr lang="zh-CN"/>
    </a:p>
  </c:txPr>
  <c:externalData r:id="rId2">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56734831559705E-2"/>
          <c:y val="9.8266528084487298E-2"/>
          <c:w val="0.90192669400190695"/>
          <c:h val="0.75824854485059945"/>
        </c:manualLayout>
      </c:layout>
      <c:lineChart>
        <c:grouping val="standard"/>
        <c:varyColors val="0"/>
        <c:ser>
          <c:idx val="0"/>
          <c:order val="0"/>
          <c:tx>
            <c:strRef>
              <c:f>磷肥短期供给!$K$1</c:f>
              <c:strCache>
                <c:ptCount val="1"/>
                <c:pt idx="0">
                  <c:v>磷酸二铵月度港口库存量（万吨）</c:v>
                </c:pt>
              </c:strCache>
            </c:strRef>
          </c:tx>
          <c:spPr>
            <a:ln w="12700" cap="rnd" cmpd="sng" algn="ctr">
              <a:solidFill>
                <a:srgbClr val="E10000"/>
              </a:solidFill>
              <a:prstDash val="solid"/>
              <a:round/>
            </a:ln>
          </c:spPr>
          <c:marker>
            <c:symbol val="diamond"/>
            <c:size val="2"/>
            <c:spPr>
              <a:solidFill>
                <a:srgbClr val="E10000"/>
              </a:solidFill>
              <a:ln w="12700" cap="flat" cmpd="sng" algn="ctr">
                <a:solidFill>
                  <a:srgbClr val="E10000"/>
                </a:solidFill>
                <a:prstDash val="solid"/>
                <a:round/>
              </a:ln>
            </c:spPr>
          </c:marker>
          <c:cat>
            <c:numRef>
              <c:f>磷肥短期供给!$I$2:$I$111</c:f>
              <c:numCache>
                <c:formatCode>m/d/yyyy</c:formatCode>
                <c:ptCount val="110"/>
                <c:pt idx="0">
                  <c:v>45351</c:v>
                </c:pt>
                <c:pt idx="1">
                  <c:v>45322</c:v>
                </c:pt>
                <c:pt idx="2">
                  <c:v>45291</c:v>
                </c:pt>
                <c:pt idx="3">
                  <c:v>45260</c:v>
                </c:pt>
                <c:pt idx="4">
                  <c:v>45230</c:v>
                </c:pt>
                <c:pt idx="5">
                  <c:v>45199</c:v>
                </c:pt>
                <c:pt idx="6">
                  <c:v>45169</c:v>
                </c:pt>
                <c:pt idx="7">
                  <c:v>45138</c:v>
                </c:pt>
                <c:pt idx="8">
                  <c:v>45107</c:v>
                </c:pt>
                <c:pt idx="9">
                  <c:v>45077</c:v>
                </c:pt>
                <c:pt idx="10">
                  <c:v>45046</c:v>
                </c:pt>
                <c:pt idx="11">
                  <c:v>45016</c:v>
                </c:pt>
                <c:pt idx="12">
                  <c:v>44985</c:v>
                </c:pt>
                <c:pt idx="13">
                  <c:v>44957</c:v>
                </c:pt>
                <c:pt idx="14">
                  <c:v>44926</c:v>
                </c:pt>
                <c:pt idx="15">
                  <c:v>44895</c:v>
                </c:pt>
                <c:pt idx="16">
                  <c:v>44865</c:v>
                </c:pt>
                <c:pt idx="17">
                  <c:v>44834</c:v>
                </c:pt>
                <c:pt idx="18">
                  <c:v>44804</c:v>
                </c:pt>
                <c:pt idx="19">
                  <c:v>44773</c:v>
                </c:pt>
                <c:pt idx="20">
                  <c:v>44742</c:v>
                </c:pt>
                <c:pt idx="21">
                  <c:v>44712</c:v>
                </c:pt>
                <c:pt idx="22">
                  <c:v>44681</c:v>
                </c:pt>
                <c:pt idx="23">
                  <c:v>44651</c:v>
                </c:pt>
                <c:pt idx="24">
                  <c:v>44620</c:v>
                </c:pt>
                <c:pt idx="25">
                  <c:v>44592</c:v>
                </c:pt>
                <c:pt idx="26">
                  <c:v>44561</c:v>
                </c:pt>
                <c:pt idx="27">
                  <c:v>44530</c:v>
                </c:pt>
                <c:pt idx="28">
                  <c:v>44500</c:v>
                </c:pt>
                <c:pt idx="29">
                  <c:v>44469</c:v>
                </c:pt>
                <c:pt idx="30">
                  <c:v>44439</c:v>
                </c:pt>
                <c:pt idx="31">
                  <c:v>44408</c:v>
                </c:pt>
                <c:pt idx="32">
                  <c:v>44377</c:v>
                </c:pt>
                <c:pt idx="33">
                  <c:v>44347</c:v>
                </c:pt>
                <c:pt idx="34">
                  <c:v>44316</c:v>
                </c:pt>
                <c:pt idx="35">
                  <c:v>44286</c:v>
                </c:pt>
                <c:pt idx="36">
                  <c:v>44255</c:v>
                </c:pt>
                <c:pt idx="37">
                  <c:v>44227</c:v>
                </c:pt>
                <c:pt idx="38">
                  <c:v>44196</c:v>
                </c:pt>
                <c:pt idx="39">
                  <c:v>44165</c:v>
                </c:pt>
                <c:pt idx="40">
                  <c:v>44135</c:v>
                </c:pt>
                <c:pt idx="41">
                  <c:v>44104</c:v>
                </c:pt>
                <c:pt idx="42">
                  <c:v>44074</c:v>
                </c:pt>
                <c:pt idx="43">
                  <c:v>44043</c:v>
                </c:pt>
                <c:pt idx="44">
                  <c:v>44012</c:v>
                </c:pt>
                <c:pt idx="45">
                  <c:v>43982</c:v>
                </c:pt>
                <c:pt idx="46">
                  <c:v>43951</c:v>
                </c:pt>
                <c:pt idx="47">
                  <c:v>43921</c:v>
                </c:pt>
                <c:pt idx="48">
                  <c:v>43890</c:v>
                </c:pt>
                <c:pt idx="49">
                  <c:v>43861</c:v>
                </c:pt>
                <c:pt idx="50">
                  <c:v>43830</c:v>
                </c:pt>
                <c:pt idx="51">
                  <c:v>43799</c:v>
                </c:pt>
                <c:pt idx="52">
                  <c:v>43769</c:v>
                </c:pt>
                <c:pt idx="53">
                  <c:v>43738</c:v>
                </c:pt>
                <c:pt idx="54">
                  <c:v>43708</c:v>
                </c:pt>
                <c:pt idx="55">
                  <c:v>43677</c:v>
                </c:pt>
                <c:pt idx="56">
                  <c:v>43646</c:v>
                </c:pt>
                <c:pt idx="57">
                  <c:v>43616</c:v>
                </c:pt>
                <c:pt idx="58">
                  <c:v>43585</c:v>
                </c:pt>
                <c:pt idx="59">
                  <c:v>43555</c:v>
                </c:pt>
                <c:pt idx="60">
                  <c:v>43524</c:v>
                </c:pt>
                <c:pt idx="61">
                  <c:v>43496</c:v>
                </c:pt>
                <c:pt idx="62">
                  <c:v>43465</c:v>
                </c:pt>
                <c:pt idx="63">
                  <c:v>43434</c:v>
                </c:pt>
                <c:pt idx="64">
                  <c:v>43404</c:v>
                </c:pt>
                <c:pt idx="65">
                  <c:v>43373</c:v>
                </c:pt>
                <c:pt idx="66">
                  <c:v>43343</c:v>
                </c:pt>
                <c:pt idx="67">
                  <c:v>43312</c:v>
                </c:pt>
                <c:pt idx="68">
                  <c:v>43281</c:v>
                </c:pt>
                <c:pt idx="69">
                  <c:v>43251</c:v>
                </c:pt>
                <c:pt idx="70">
                  <c:v>43220</c:v>
                </c:pt>
                <c:pt idx="71">
                  <c:v>43190</c:v>
                </c:pt>
                <c:pt idx="72">
                  <c:v>43159</c:v>
                </c:pt>
                <c:pt idx="73">
                  <c:v>43131</c:v>
                </c:pt>
                <c:pt idx="74">
                  <c:v>43100</c:v>
                </c:pt>
                <c:pt idx="75">
                  <c:v>43069</c:v>
                </c:pt>
                <c:pt idx="76">
                  <c:v>43039</c:v>
                </c:pt>
                <c:pt idx="77">
                  <c:v>43008</c:v>
                </c:pt>
                <c:pt idx="78">
                  <c:v>42978</c:v>
                </c:pt>
                <c:pt idx="79">
                  <c:v>42947</c:v>
                </c:pt>
                <c:pt idx="80">
                  <c:v>42916</c:v>
                </c:pt>
                <c:pt idx="81">
                  <c:v>42886</c:v>
                </c:pt>
                <c:pt idx="82">
                  <c:v>42855</c:v>
                </c:pt>
                <c:pt idx="83">
                  <c:v>42825</c:v>
                </c:pt>
                <c:pt idx="84">
                  <c:v>42794</c:v>
                </c:pt>
                <c:pt idx="85">
                  <c:v>42766</c:v>
                </c:pt>
                <c:pt idx="86">
                  <c:v>42735</c:v>
                </c:pt>
                <c:pt idx="87">
                  <c:v>42704</c:v>
                </c:pt>
                <c:pt idx="88">
                  <c:v>42674</c:v>
                </c:pt>
                <c:pt idx="89">
                  <c:v>42643</c:v>
                </c:pt>
                <c:pt idx="90">
                  <c:v>42613</c:v>
                </c:pt>
                <c:pt idx="91">
                  <c:v>42582</c:v>
                </c:pt>
                <c:pt idx="92">
                  <c:v>42551</c:v>
                </c:pt>
                <c:pt idx="93">
                  <c:v>42521</c:v>
                </c:pt>
                <c:pt idx="94">
                  <c:v>42490</c:v>
                </c:pt>
                <c:pt idx="95">
                  <c:v>42460</c:v>
                </c:pt>
                <c:pt idx="96">
                  <c:v>42429</c:v>
                </c:pt>
                <c:pt idx="97">
                  <c:v>42400</c:v>
                </c:pt>
                <c:pt idx="98">
                  <c:v>42369</c:v>
                </c:pt>
                <c:pt idx="99">
                  <c:v>42338</c:v>
                </c:pt>
                <c:pt idx="100">
                  <c:v>42308</c:v>
                </c:pt>
                <c:pt idx="101">
                  <c:v>42277</c:v>
                </c:pt>
                <c:pt idx="102">
                  <c:v>42247</c:v>
                </c:pt>
                <c:pt idx="103">
                  <c:v>42216</c:v>
                </c:pt>
                <c:pt idx="104">
                  <c:v>42185</c:v>
                </c:pt>
                <c:pt idx="105">
                  <c:v>42155</c:v>
                </c:pt>
                <c:pt idx="106">
                  <c:v>42124</c:v>
                </c:pt>
                <c:pt idx="107">
                  <c:v>42094</c:v>
                </c:pt>
                <c:pt idx="108">
                  <c:v>42063</c:v>
                </c:pt>
                <c:pt idx="109">
                  <c:v>42035</c:v>
                </c:pt>
              </c:numCache>
            </c:numRef>
          </c:cat>
          <c:val>
            <c:numRef>
              <c:f>磷肥短期供给!$K$2:$K$111</c:f>
              <c:numCache>
                <c:formatCode>0.0</c:formatCode>
                <c:ptCount val="110"/>
                <c:pt idx="0">
                  <c:v>4.41</c:v>
                </c:pt>
                <c:pt idx="1">
                  <c:v>5.9</c:v>
                </c:pt>
                <c:pt idx="2">
                  <c:v>6.8</c:v>
                </c:pt>
                <c:pt idx="3">
                  <c:v>7.3</c:v>
                </c:pt>
                <c:pt idx="4">
                  <c:v>15.5</c:v>
                </c:pt>
                <c:pt idx="5">
                  <c:v>9.4</c:v>
                </c:pt>
                <c:pt idx="6">
                  <c:v>13.3</c:v>
                </c:pt>
                <c:pt idx="7">
                  <c:v>14.4</c:v>
                </c:pt>
                <c:pt idx="8">
                  <c:v>13.3</c:v>
                </c:pt>
                <c:pt idx="9">
                  <c:v>15.6</c:v>
                </c:pt>
                <c:pt idx="10">
                  <c:v>14.1</c:v>
                </c:pt>
                <c:pt idx="11">
                  <c:v>5.9</c:v>
                </c:pt>
                <c:pt idx="12">
                  <c:v>5.5</c:v>
                </c:pt>
                <c:pt idx="13">
                  <c:v>12.9</c:v>
                </c:pt>
                <c:pt idx="14">
                  <c:v>15</c:v>
                </c:pt>
                <c:pt idx="15">
                  <c:v>16.3</c:v>
                </c:pt>
                <c:pt idx="16">
                  <c:v>19.600000000000001</c:v>
                </c:pt>
                <c:pt idx="17">
                  <c:v>31.5</c:v>
                </c:pt>
                <c:pt idx="18">
                  <c:v>27.3</c:v>
                </c:pt>
                <c:pt idx="19">
                  <c:v>26.7</c:v>
                </c:pt>
                <c:pt idx="20">
                  <c:v>24.8</c:v>
                </c:pt>
                <c:pt idx="21">
                  <c:v>19.8</c:v>
                </c:pt>
                <c:pt idx="22">
                  <c:v>11.8</c:v>
                </c:pt>
                <c:pt idx="23">
                  <c:v>14.9</c:v>
                </c:pt>
                <c:pt idx="24">
                  <c:v>22.2</c:v>
                </c:pt>
                <c:pt idx="25">
                  <c:v>22.2</c:v>
                </c:pt>
                <c:pt idx="26">
                  <c:v>37.1</c:v>
                </c:pt>
                <c:pt idx="27">
                  <c:v>14.8</c:v>
                </c:pt>
                <c:pt idx="28">
                  <c:v>8.1</c:v>
                </c:pt>
                <c:pt idx="29">
                  <c:v>6</c:v>
                </c:pt>
                <c:pt idx="30">
                  <c:v>2.1</c:v>
                </c:pt>
                <c:pt idx="31">
                  <c:v>1.5</c:v>
                </c:pt>
                <c:pt idx="32">
                  <c:v>2.2000000000000002</c:v>
                </c:pt>
                <c:pt idx="33">
                  <c:v>2.4</c:v>
                </c:pt>
                <c:pt idx="34">
                  <c:v>11.5</c:v>
                </c:pt>
                <c:pt idx="35">
                  <c:v>2.4</c:v>
                </c:pt>
                <c:pt idx="36">
                  <c:v>0.8</c:v>
                </c:pt>
                <c:pt idx="37">
                  <c:v>2.2999999999999998</c:v>
                </c:pt>
                <c:pt idx="38">
                  <c:v>4.0999999999999996</c:v>
                </c:pt>
                <c:pt idx="39">
                  <c:v>1.4</c:v>
                </c:pt>
                <c:pt idx="40">
                  <c:v>2.5</c:v>
                </c:pt>
                <c:pt idx="41">
                  <c:v>1.9</c:v>
                </c:pt>
                <c:pt idx="42">
                  <c:v>3</c:v>
                </c:pt>
                <c:pt idx="43">
                  <c:v>5.0999999999999996</c:v>
                </c:pt>
                <c:pt idx="44">
                  <c:v>4.4000000000000004</c:v>
                </c:pt>
                <c:pt idx="45">
                  <c:v>1.5</c:v>
                </c:pt>
                <c:pt idx="46">
                  <c:v>18.7</c:v>
                </c:pt>
                <c:pt idx="47">
                  <c:v>20.100000000000001</c:v>
                </c:pt>
                <c:pt idx="48">
                  <c:v>24.1</c:v>
                </c:pt>
                <c:pt idx="49">
                  <c:v>12.8</c:v>
                </c:pt>
                <c:pt idx="50">
                  <c:v>16.2</c:v>
                </c:pt>
                <c:pt idx="51">
                  <c:v>18.399999999999999</c:v>
                </c:pt>
                <c:pt idx="52">
                  <c:v>20.7</c:v>
                </c:pt>
                <c:pt idx="53">
                  <c:v>26.1</c:v>
                </c:pt>
                <c:pt idx="54">
                  <c:v>47</c:v>
                </c:pt>
                <c:pt idx="55">
                  <c:v>43.4</c:v>
                </c:pt>
                <c:pt idx="56">
                  <c:v>44.4</c:v>
                </c:pt>
                <c:pt idx="57">
                  <c:v>37.799999999999997</c:v>
                </c:pt>
                <c:pt idx="58">
                  <c:v>34.700000000000003</c:v>
                </c:pt>
                <c:pt idx="59">
                  <c:v>35.200000000000003</c:v>
                </c:pt>
                <c:pt idx="60">
                  <c:v>30.7</c:v>
                </c:pt>
                <c:pt idx="61">
                  <c:v>35.700000000000003</c:v>
                </c:pt>
                <c:pt idx="62">
                  <c:v>28.32</c:v>
                </c:pt>
                <c:pt idx="63">
                  <c:v>33.799999999999997</c:v>
                </c:pt>
                <c:pt idx="64">
                  <c:v>29.9</c:v>
                </c:pt>
                <c:pt idx="65">
                  <c:v>34</c:v>
                </c:pt>
                <c:pt idx="66">
                  <c:v>47</c:v>
                </c:pt>
                <c:pt idx="67">
                  <c:v>47.7</c:v>
                </c:pt>
                <c:pt idx="68">
                  <c:v>39.9</c:v>
                </c:pt>
                <c:pt idx="69">
                  <c:v>24.38</c:v>
                </c:pt>
                <c:pt idx="70">
                  <c:v>40.659999999999997</c:v>
                </c:pt>
                <c:pt idx="71">
                  <c:v>24.24</c:v>
                </c:pt>
                <c:pt idx="72">
                  <c:v>16.09</c:v>
                </c:pt>
                <c:pt idx="73">
                  <c:v>18.760000000000002</c:v>
                </c:pt>
                <c:pt idx="74">
                  <c:v>27.74</c:v>
                </c:pt>
                <c:pt idx="75">
                  <c:v>27.7</c:v>
                </c:pt>
                <c:pt idx="76">
                  <c:v>13.07</c:v>
                </c:pt>
                <c:pt idx="77">
                  <c:v>18.149999999999999</c:v>
                </c:pt>
                <c:pt idx="78">
                  <c:v>20.21</c:v>
                </c:pt>
                <c:pt idx="79">
                  <c:v>5.75</c:v>
                </c:pt>
                <c:pt idx="80">
                  <c:v>19.5</c:v>
                </c:pt>
                <c:pt idx="81">
                  <c:v>24.59</c:v>
                </c:pt>
                <c:pt idx="82">
                  <c:v>16.59</c:v>
                </c:pt>
                <c:pt idx="83">
                  <c:v>15.4</c:v>
                </c:pt>
                <c:pt idx="84">
                  <c:v>14.54</c:v>
                </c:pt>
                <c:pt idx="85">
                  <c:v>17</c:v>
                </c:pt>
                <c:pt idx="86">
                  <c:v>20</c:v>
                </c:pt>
                <c:pt idx="87">
                  <c:v>35</c:v>
                </c:pt>
                <c:pt idx="88">
                  <c:v>23.48</c:v>
                </c:pt>
                <c:pt idx="89">
                  <c:v>23.62</c:v>
                </c:pt>
                <c:pt idx="90">
                  <c:v>27.2</c:v>
                </c:pt>
                <c:pt idx="91">
                  <c:v>39.25</c:v>
                </c:pt>
                <c:pt idx="92">
                  <c:v>30.3</c:v>
                </c:pt>
                <c:pt idx="93">
                  <c:v>14.5</c:v>
                </c:pt>
                <c:pt idx="94">
                  <c:v>16.100000000000001</c:v>
                </c:pt>
                <c:pt idx="95">
                  <c:v>34.799999999999997</c:v>
                </c:pt>
                <c:pt idx="96">
                  <c:v>26.4</c:v>
                </c:pt>
                <c:pt idx="97">
                  <c:v>21.9</c:v>
                </c:pt>
                <c:pt idx="98">
                  <c:v>21.6</c:v>
                </c:pt>
                <c:pt idx="99">
                  <c:v>23</c:v>
                </c:pt>
                <c:pt idx="100">
                  <c:v>35.700000000000003</c:v>
                </c:pt>
                <c:pt idx="101">
                  <c:v>31.9</c:v>
                </c:pt>
                <c:pt idx="102">
                  <c:v>29.4</c:v>
                </c:pt>
                <c:pt idx="103">
                  <c:v>38</c:v>
                </c:pt>
                <c:pt idx="104">
                  <c:v>44</c:v>
                </c:pt>
                <c:pt idx="105">
                  <c:v>39</c:v>
                </c:pt>
                <c:pt idx="106">
                  <c:v>19</c:v>
                </c:pt>
                <c:pt idx="107">
                  <c:v>25.4</c:v>
                </c:pt>
                <c:pt idx="108">
                  <c:v>14.4</c:v>
                </c:pt>
                <c:pt idx="109">
                  <c:v>9.9</c:v>
                </c:pt>
              </c:numCache>
            </c:numRef>
          </c:val>
          <c:smooth val="1"/>
          <c:extLst xmlns:c16r2="http://schemas.microsoft.com/office/drawing/2015/06/chart">
            <c:ext xmlns:c16="http://schemas.microsoft.com/office/drawing/2014/chart" uri="{C3380CC4-5D6E-409C-BE32-E72D297353CC}">
              <c16:uniqueId val="{00000000-4F16-4B47-B273-EAF5265C20CA}"/>
            </c:ext>
          </c:extLst>
        </c:ser>
        <c:dLbls>
          <c:showLegendKey val="0"/>
          <c:showVal val="0"/>
          <c:showCatName val="0"/>
          <c:showSerName val="0"/>
          <c:showPercent val="0"/>
          <c:showBubbleSize val="0"/>
        </c:dLbls>
        <c:marker val="1"/>
        <c:smooth val="0"/>
        <c:axId val="861463440"/>
        <c:axId val="861463984"/>
      </c:lineChart>
      <c:dateAx>
        <c:axId val="861463440"/>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vert="horz"/>
          <a:lstStyle/>
          <a:p>
            <a:pPr>
              <a:defRPr/>
            </a:pPr>
            <a:endParaRPr lang="zh-CN"/>
          </a:p>
        </c:txPr>
        <c:crossAx val="861463984"/>
        <c:crosses val="autoZero"/>
        <c:auto val="1"/>
        <c:lblOffset val="100"/>
        <c:baseTimeUnit val="months"/>
        <c:majorUnit val="12"/>
        <c:majorTimeUnit val="months"/>
      </c:dateAx>
      <c:valAx>
        <c:axId val="861463984"/>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vert="horz"/>
          <a:lstStyle/>
          <a:p>
            <a:pPr>
              <a:defRPr/>
            </a:pPr>
            <a:endParaRPr lang="zh-CN"/>
          </a:p>
        </c:txPr>
        <c:crossAx val="861463440"/>
        <c:crosses val="autoZero"/>
        <c:crossBetween val="between"/>
      </c:valAx>
      <c:spPr>
        <a:noFill/>
        <a:ln w="25400">
          <a:noFill/>
        </a:ln>
      </c:spPr>
    </c:plotArea>
    <c:legend>
      <c:legendPos val="t"/>
      <c:overlay val="0"/>
      <c:spPr>
        <a:noFill/>
        <a:ln w="25400">
          <a:noFill/>
        </a:ln>
        <a:effectLst/>
      </c:spPr>
      <c:txPr>
        <a:bodyPr rot="0" vert="horz"/>
        <a:lstStyle/>
        <a:p>
          <a:pPr>
            <a:defRPr/>
          </a:pPr>
          <a:endParaRPr lang="zh-CN"/>
        </a:p>
      </c:txPr>
    </c:legend>
    <c:plotVisOnly val="1"/>
    <c:dispBlanksAs val="gap"/>
    <c:showDLblsOverMax val="0"/>
  </c:chart>
  <c:spPr>
    <a:noFill/>
    <a:ln w="25400" cap="flat" cmpd="sng" algn="ctr">
      <a:noFill/>
      <a:prstDash val="solid"/>
      <a:round/>
    </a:ln>
  </c:spPr>
  <c:txPr>
    <a:bodyPr/>
    <a:lstStyle/>
    <a:p>
      <a:pPr>
        <a:defRPr lang="zh-CN" sz="1000" b="1">
          <a:latin typeface="微软雅黑" panose="020B0503020204020204" pitchFamily="34" charset="-122"/>
          <a:ea typeface="微软雅黑" panose="020B0503020204020204" pitchFamily="34" charset="-122"/>
          <a:cs typeface="华文细黑" panose="02010600040101010101" charset="-122"/>
        </a:defRPr>
      </a:pPr>
      <a:endParaRPr lang="zh-CN"/>
    </a:p>
  </c:txPr>
  <c:externalData r:id="rId2">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568305555555601"/>
          <c:y val="5.9545486111111101E-2"/>
          <c:w val="0.85183194444444399"/>
          <c:h val="0.91400515873015897"/>
        </c:manualLayout>
      </c:layout>
      <c:areaChart>
        <c:grouping val="standard"/>
        <c:varyColors val="0"/>
        <c:ser>
          <c:idx val="1"/>
          <c:order val="1"/>
          <c:tx>
            <c:strRef>
              <c:f>磷肥价格及价差!$T$1</c:f>
              <c:strCache>
                <c:ptCount val="1"/>
                <c:pt idx="0">
                  <c:v>价差（元/吨）</c:v>
                </c:pt>
              </c:strCache>
            </c:strRef>
          </c:tx>
          <c:spPr>
            <a:solidFill>
              <a:srgbClr val="C8C8C8"/>
            </a:solidFill>
          </c:spPr>
          <c:cat>
            <c:numRef>
              <c:f>磷肥价格及价差!$R$2:$R$6292</c:f>
              <c:numCache>
                <c:formatCode>m/d/yyyy</c:formatCode>
                <c:ptCount val="6291"/>
                <c:pt idx="0">
                  <c:v>39023</c:v>
                </c:pt>
                <c:pt idx="1">
                  <c:v>39024</c:v>
                </c:pt>
                <c:pt idx="2">
                  <c:v>39025</c:v>
                </c:pt>
                <c:pt idx="3">
                  <c:v>39026</c:v>
                </c:pt>
                <c:pt idx="4">
                  <c:v>39027</c:v>
                </c:pt>
                <c:pt idx="5">
                  <c:v>39028</c:v>
                </c:pt>
                <c:pt idx="6">
                  <c:v>39029</c:v>
                </c:pt>
                <c:pt idx="7">
                  <c:v>39030</c:v>
                </c:pt>
                <c:pt idx="8">
                  <c:v>39031</c:v>
                </c:pt>
                <c:pt idx="9">
                  <c:v>39032</c:v>
                </c:pt>
                <c:pt idx="10">
                  <c:v>39033</c:v>
                </c:pt>
                <c:pt idx="11">
                  <c:v>39034</c:v>
                </c:pt>
                <c:pt idx="12">
                  <c:v>39035</c:v>
                </c:pt>
                <c:pt idx="13">
                  <c:v>39036</c:v>
                </c:pt>
                <c:pt idx="14">
                  <c:v>39037</c:v>
                </c:pt>
                <c:pt idx="15">
                  <c:v>39038</c:v>
                </c:pt>
                <c:pt idx="16">
                  <c:v>39039</c:v>
                </c:pt>
                <c:pt idx="17">
                  <c:v>39040</c:v>
                </c:pt>
                <c:pt idx="18">
                  <c:v>39041</c:v>
                </c:pt>
                <c:pt idx="19">
                  <c:v>39042</c:v>
                </c:pt>
                <c:pt idx="20">
                  <c:v>39043</c:v>
                </c:pt>
                <c:pt idx="21">
                  <c:v>39044</c:v>
                </c:pt>
                <c:pt idx="22">
                  <c:v>39045</c:v>
                </c:pt>
                <c:pt idx="23">
                  <c:v>39046</c:v>
                </c:pt>
                <c:pt idx="24">
                  <c:v>39047</c:v>
                </c:pt>
                <c:pt idx="25">
                  <c:v>39048</c:v>
                </c:pt>
                <c:pt idx="26">
                  <c:v>39049</c:v>
                </c:pt>
                <c:pt idx="27">
                  <c:v>39050</c:v>
                </c:pt>
                <c:pt idx="28">
                  <c:v>39051</c:v>
                </c:pt>
                <c:pt idx="29">
                  <c:v>39052</c:v>
                </c:pt>
                <c:pt idx="30">
                  <c:v>39053</c:v>
                </c:pt>
                <c:pt idx="31">
                  <c:v>39054</c:v>
                </c:pt>
                <c:pt idx="32">
                  <c:v>39055</c:v>
                </c:pt>
                <c:pt idx="33">
                  <c:v>39056</c:v>
                </c:pt>
                <c:pt idx="34">
                  <c:v>39057</c:v>
                </c:pt>
                <c:pt idx="35">
                  <c:v>39058</c:v>
                </c:pt>
                <c:pt idx="36">
                  <c:v>39059</c:v>
                </c:pt>
                <c:pt idx="37">
                  <c:v>39060</c:v>
                </c:pt>
                <c:pt idx="38">
                  <c:v>39061</c:v>
                </c:pt>
                <c:pt idx="39">
                  <c:v>39062</c:v>
                </c:pt>
                <c:pt idx="40">
                  <c:v>39063</c:v>
                </c:pt>
                <c:pt idx="41">
                  <c:v>39064</c:v>
                </c:pt>
                <c:pt idx="42">
                  <c:v>39065</c:v>
                </c:pt>
                <c:pt idx="43">
                  <c:v>39066</c:v>
                </c:pt>
                <c:pt idx="44">
                  <c:v>39067</c:v>
                </c:pt>
                <c:pt idx="45">
                  <c:v>39068</c:v>
                </c:pt>
                <c:pt idx="46">
                  <c:v>39069</c:v>
                </c:pt>
                <c:pt idx="47">
                  <c:v>39070</c:v>
                </c:pt>
                <c:pt idx="48">
                  <c:v>39071</c:v>
                </c:pt>
                <c:pt idx="49">
                  <c:v>39072</c:v>
                </c:pt>
                <c:pt idx="50">
                  <c:v>39073</c:v>
                </c:pt>
                <c:pt idx="51">
                  <c:v>39074</c:v>
                </c:pt>
                <c:pt idx="52">
                  <c:v>39075</c:v>
                </c:pt>
                <c:pt idx="53">
                  <c:v>39076</c:v>
                </c:pt>
                <c:pt idx="54">
                  <c:v>39077</c:v>
                </c:pt>
                <c:pt idx="55">
                  <c:v>39078</c:v>
                </c:pt>
                <c:pt idx="56">
                  <c:v>39079</c:v>
                </c:pt>
                <c:pt idx="57">
                  <c:v>39080</c:v>
                </c:pt>
                <c:pt idx="58">
                  <c:v>39081</c:v>
                </c:pt>
                <c:pt idx="59">
                  <c:v>39082</c:v>
                </c:pt>
                <c:pt idx="60">
                  <c:v>39083</c:v>
                </c:pt>
                <c:pt idx="61">
                  <c:v>39084</c:v>
                </c:pt>
                <c:pt idx="62">
                  <c:v>39085</c:v>
                </c:pt>
                <c:pt idx="63">
                  <c:v>39086</c:v>
                </c:pt>
                <c:pt idx="64">
                  <c:v>39087</c:v>
                </c:pt>
                <c:pt idx="65">
                  <c:v>39088</c:v>
                </c:pt>
                <c:pt idx="66">
                  <c:v>39089</c:v>
                </c:pt>
                <c:pt idx="67">
                  <c:v>39090</c:v>
                </c:pt>
                <c:pt idx="68">
                  <c:v>39091</c:v>
                </c:pt>
                <c:pt idx="69">
                  <c:v>39092</c:v>
                </c:pt>
                <c:pt idx="70">
                  <c:v>39093</c:v>
                </c:pt>
                <c:pt idx="71">
                  <c:v>39094</c:v>
                </c:pt>
                <c:pt idx="72">
                  <c:v>39095</c:v>
                </c:pt>
                <c:pt idx="73">
                  <c:v>39096</c:v>
                </c:pt>
                <c:pt idx="74">
                  <c:v>39097</c:v>
                </c:pt>
                <c:pt idx="75">
                  <c:v>39098</c:v>
                </c:pt>
                <c:pt idx="76">
                  <c:v>39099</c:v>
                </c:pt>
                <c:pt idx="77">
                  <c:v>39100</c:v>
                </c:pt>
                <c:pt idx="78">
                  <c:v>39101</c:v>
                </c:pt>
                <c:pt idx="79">
                  <c:v>39102</c:v>
                </c:pt>
                <c:pt idx="80">
                  <c:v>39103</c:v>
                </c:pt>
                <c:pt idx="81">
                  <c:v>39104</c:v>
                </c:pt>
                <c:pt idx="82">
                  <c:v>39105</c:v>
                </c:pt>
                <c:pt idx="83">
                  <c:v>39106</c:v>
                </c:pt>
                <c:pt idx="84">
                  <c:v>39107</c:v>
                </c:pt>
                <c:pt idx="85">
                  <c:v>39108</c:v>
                </c:pt>
                <c:pt idx="86">
                  <c:v>39109</c:v>
                </c:pt>
                <c:pt idx="87">
                  <c:v>39110</c:v>
                </c:pt>
                <c:pt idx="88">
                  <c:v>39111</c:v>
                </c:pt>
                <c:pt idx="89">
                  <c:v>39112</c:v>
                </c:pt>
                <c:pt idx="90">
                  <c:v>39113</c:v>
                </c:pt>
                <c:pt idx="91">
                  <c:v>39114</c:v>
                </c:pt>
                <c:pt idx="92">
                  <c:v>39115</c:v>
                </c:pt>
                <c:pt idx="93">
                  <c:v>39116</c:v>
                </c:pt>
                <c:pt idx="94">
                  <c:v>39117</c:v>
                </c:pt>
                <c:pt idx="95">
                  <c:v>39118</c:v>
                </c:pt>
                <c:pt idx="96">
                  <c:v>39119</c:v>
                </c:pt>
                <c:pt idx="97">
                  <c:v>39120</c:v>
                </c:pt>
                <c:pt idx="98">
                  <c:v>39121</c:v>
                </c:pt>
                <c:pt idx="99">
                  <c:v>39122</c:v>
                </c:pt>
                <c:pt idx="100">
                  <c:v>39123</c:v>
                </c:pt>
                <c:pt idx="101">
                  <c:v>39124</c:v>
                </c:pt>
                <c:pt idx="102">
                  <c:v>39125</c:v>
                </c:pt>
                <c:pt idx="103">
                  <c:v>39126</c:v>
                </c:pt>
                <c:pt idx="104">
                  <c:v>39127</c:v>
                </c:pt>
                <c:pt idx="105">
                  <c:v>39128</c:v>
                </c:pt>
                <c:pt idx="106">
                  <c:v>39129</c:v>
                </c:pt>
                <c:pt idx="107">
                  <c:v>39130</c:v>
                </c:pt>
                <c:pt idx="108">
                  <c:v>39131</c:v>
                </c:pt>
                <c:pt idx="109">
                  <c:v>39132</c:v>
                </c:pt>
                <c:pt idx="110">
                  <c:v>39133</c:v>
                </c:pt>
                <c:pt idx="111">
                  <c:v>39134</c:v>
                </c:pt>
                <c:pt idx="112">
                  <c:v>39135</c:v>
                </c:pt>
                <c:pt idx="113">
                  <c:v>39136</c:v>
                </c:pt>
                <c:pt idx="114">
                  <c:v>39137</c:v>
                </c:pt>
                <c:pt idx="115">
                  <c:v>39138</c:v>
                </c:pt>
                <c:pt idx="116">
                  <c:v>39139</c:v>
                </c:pt>
                <c:pt idx="117">
                  <c:v>39140</c:v>
                </c:pt>
                <c:pt idx="118">
                  <c:v>39141</c:v>
                </c:pt>
                <c:pt idx="119">
                  <c:v>39142</c:v>
                </c:pt>
                <c:pt idx="120">
                  <c:v>39143</c:v>
                </c:pt>
                <c:pt idx="121">
                  <c:v>39144</c:v>
                </c:pt>
                <c:pt idx="122">
                  <c:v>39145</c:v>
                </c:pt>
                <c:pt idx="123">
                  <c:v>39146</c:v>
                </c:pt>
                <c:pt idx="124">
                  <c:v>39147</c:v>
                </c:pt>
                <c:pt idx="125">
                  <c:v>39148</c:v>
                </c:pt>
                <c:pt idx="126">
                  <c:v>39149</c:v>
                </c:pt>
                <c:pt idx="127">
                  <c:v>39150</c:v>
                </c:pt>
                <c:pt idx="128">
                  <c:v>39151</c:v>
                </c:pt>
                <c:pt idx="129">
                  <c:v>39152</c:v>
                </c:pt>
                <c:pt idx="130">
                  <c:v>39153</c:v>
                </c:pt>
                <c:pt idx="131">
                  <c:v>39154</c:v>
                </c:pt>
                <c:pt idx="132">
                  <c:v>39155</c:v>
                </c:pt>
                <c:pt idx="133">
                  <c:v>39156</c:v>
                </c:pt>
                <c:pt idx="134">
                  <c:v>39157</c:v>
                </c:pt>
                <c:pt idx="135">
                  <c:v>39158</c:v>
                </c:pt>
                <c:pt idx="136">
                  <c:v>39159</c:v>
                </c:pt>
                <c:pt idx="137">
                  <c:v>39160</c:v>
                </c:pt>
                <c:pt idx="138">
                  <c:v>39161</c:v>
                </c:pt>
                <c:pt idx="139">
                  <c:v>39162</c:v>
                </c:pt>
                <c:pt idx="140">
                  <c:v>39163</c:v>
                </c:pt>
                <c:pt idx="141">
                  <c:v>39164</c:v>
                </c:pt>
                <c:pt idx="142">
                  <c:v>39165</c:v>
                </c:pt>
                <c:pt idx="143">
                  <c:v>39166</c:v>
                </c:pt>
                <c:pt idx="144">
                  <c:v>39167</c:v>
                </c:pt>
                <c:pt idx="145">
                  <c:v>39168</c:v>
                </c:pt>
                <c:pt idx="146">
                  <c:v>39169</c:v>
                </c:pt>
                <c:pt idx="147">
                  <c:v>39170</c:v>
                </c:pt>
                <c:pt idx="148">
                  <c:v>39171</c:v>
                </c:pt>
                <c:pt idx="149">
                  <c:v>39172</c:v>
                </c:pt>
                <c:pt idx="150">
                  <c:v>39173</c:v>
                </c:pt>
                <c:pt idx="151">
                  <c:v>39174</c:v>
                </c:pt>
                <c:pt idx="152">
                  <c:v>39175</c:v>
                </c:pt>
                <c:pt idx="153">
                  <c:v>39176</c:v>
                </c:pt>
                <c:pt idx="154">
                  <c:v>39177</c:v>
                </c:pt>
                <c:pt idx="155">
                  <c:v>39178</c:v>
                </c:pt>
                <c:pt idx="156">
                  <c:v>39179</c:v>
                </c:pt>
                <c:pt idx="157">
                  <c:v>39180</c:v>
                </c:pt>
                <c:pt idx="158">
                  <c:v>39181</c:v>
                </c:pt>
                <c:pt idx="159">
                  <c:v>39182</c:v>
                </c:pt>
                <c:pt idx="160">
                  <c:v>39183</c:v>
                </c:pt>
                <c:pt idx="161">
                  <c:v>39184</c:v>
                </c:pt>
                <c:pt idx="162">
                  <c:v>39185</c:v>
                </c:pt>
                <c:pt idx="163">
                  <c:v>39186</c:v>
                </c:pt>
                <c:pt idx="164">
                  <c:v>39187</c:v>
                </c:pt>
                <c:pt idx="165">
                  <c:v>39188</c:v>
                </c:pt>
                <c:pt idx="166">
                  <c:v>39189</c:v>
                </c:pt>
                <c:pt idx="167">
                  <c:v>39190</c:v>
                </c:pt>
                <c:pt idx="168">
                  <c:v>39191</c:v>
                </c:pt>
                <c:pt idx="169">
                  <c:v>39192</c:v>
                </c:pt>
                <c:pt idx="170">
                  <c:v>39193</c:v>
                </c:pt>
                <c:pt idx="171">
                  <c:v>39194</c:v>
                </c:pt>
                <c:pt idx="172">
                  <c:v>39195</c:v>
                </c:pt>
                <c:pt idx="173">
                  <c:v>39196</c:v>
                </c:pt>
                <c:pt idx="174">
                  <c:v>39197</c:v>
                </c:pt>
                <c:pt idx="175">
                  <c:v>39198</c:v>
                </c:pt>
                <c:pt idx="176">
                  <c:v>39199</c:v>
                </c:pt>
                <c:pt idx="177">
                  <c:v>39200</c:v>
                </c:pt>
                <c:pt idx="178">
                  <c:v>39201</c:v>
                </c:pt>
                <c:pt idx="179">
                  <c:v>39202</c:v>
                </c:pt>
                <c:pt idx="180">
                  <c:v>39203</c:v>
                </c:pt>
                <c:pt idx="181">
                  <c:v>39204</c:v>
                </c:pt>
                <c:pt idx="182">
                  <c:v>39205</c:v>
                </c:pt>
                <c:pt idx="183">
                  <c:v>39206</c:v>
                </c:pt>
                <c:pt idx="184">
                  <c:v>39207</c:v>
                </c:pt>
                <c:pt idx="185">
                  <c:v>39208</c:v>
                </c:pt>
                <c:pt idx="186">
                  <c:v>39209</c:v>
                </c:pt>
                <c:pt idx="187">
                  <c:v>39210</c:v>
                </c:pt>
                <c:pt idx="188">
                  <c:v>39211</c:v>
                </c:pt>
                <c:pt idx="189">
                  <c:v>39212</c:v>
                </c:pt>
                <c:pt idx="190">
                  <c:v>39213</c:v>
                </c:pt>
                <c:pt idx="191">
                  <c:v>39214</c:v>
                </c:pt>
                <c:pt idx="192">
                  <c:v>39215</c:v>
                </c:pt>
                <c:pt idx="193">
                  <c:v>39216</c:v>
                </c:pt>
                <c:pt idx="194">
                  <c:v>39217</c:v>
                </c:pt>
                <c:pt idx="195">
                  <c:v>39218</c:v>
                </c:pt>
                <c:pt idx="196">
                  <c:v>39219</c:v>
                </c:pt>
                <c:pt idx="197">
                  <c:v>39220</c:v>
                </c:pt>
                <c:pt idx="198">
                  <c:v>39221</c:v>
                </c:pt>
                <c:pt idx="199">
                  <c:v>39222</c:v>
                </c:pt>
                <c:pt idx="200">
                  <c:v>39223</c:v>
                </c:pt>
                <c:pt idx="201">
                  <c:v>39224</c:v>
                </c:pt>
                <c:pt idx="202">
                  <c:v>39225</c:v>
                </c:pt>
                <c:pt idx="203">
                  <c:v>39226</c:v>
                </c:pt>
                <c:pt idx="204">
                  <c:v>39227</c:v>
                </c:pt>
                <c:pt idx="205">
                  <c:v>39228</c:v>
                </c:pt>
                <c:pt idx="206">
                  <c:v>39229</c:v>
                </c:pt>
                <c:pt idx="207">
                  <c:v>39230</c:v>
                </c:pt>
                <c:pt idx="208">
                  <c:v>39231</c:v>
                </c:pt>
                <c:pt idx="209">
                  <c:v>39232</c:v>
                </c:pt>
                <c:pt idx="210">
                  <c:v>39233</c:v>
                </c:pt>
                <c:pt idx="211">
                  <c:v>39234</c:v>
                </c:pt>
                <c:pt idx="212">
                  <c:v>39235</c:v>
                </c:pt>
                <c:pt idx="213">
                  <c:v>39236</c:v>
                </c:pt>
                <c:pt idx="214">
                  <c:v>39237</c:v>
                </c:pt>
                <c:pt idx="215">
                  <c:v>39238</c:v>
                </c:pt>
                <c:pt idx="216">
                  <c:v>39239</c:v>
                </c:pt>
                <c:pt idx="217">
                  <c:v>39240</c:v>
                </c:pt>
                <c:pt idx="218">
                  <c:v>39241</c:v>
                </c:pt>
                <c:pt idx="219">
                  <c:v>39242</c:v>
                </c:pt>
                <c:pt idx="220">
                  <c:v>39243</c:v>
                </c:pt>
                <c:pt idx="221">
                  <c:v>39244</c:v>
                </c:pt>
                <c:pt idx="222">
                  <c:v>39245</c:v>
                </c:pt>
                <c:pt idx="223">
                  <c:v>39246</c:v>
                </c:pt>
                <c:pt idx="224">
                  <c:v>39247</c:v>
                </c:pt>
                <c:pt idx="225">
                  <c:v>39248</c:v>
                </c:pt>
                <c:pt idx="226">
                  <c:v>39249</c:v>
                </c:pt>
                <c:pt idx="227">
                  <c:v>39250</c:v>
                </c:pt>
                <c:pt idx="228">
                  <c:v>39251</c:v>
                </c:pt>
                <c:pt idx="229">
                  <c:v>39252</c:v>
                </c:pt>
                <c:pt idx="230">
                  <c:v>39253</c:v>
                </c:pt>
                <c:pt idx="231">
                  <c:v>39254</c:v>
                </c:pt>
                <c:pt idx="232">
                  <c:v>39255</c:v>
                </c:pt>
                <c:pt idx="233">
                  <c:v>39256</c:v>
                </c:pt>
                <c:pt idx="234">
                  <c:v>39257</c:v>
                </c:pt>
                <c:pt idx="235">
                  <c:v>39258</c:v>
                </c:pt>
                <c:pt idx="236">
                  <c:v>39259</c:v>
                </c:pt>
                <c:pt idx="237">
                  <c:v>39260</c:v>
                </c:pt>
                <c:pt idx="238">
                  <c:v>39261</c:v>
                </c:pt>
                <c:pt idx="239">
                  <c:v>39262</c:v>
                </c:pt>
                <c:pt idx="240">
                  <c:v>39263</c:v>
                </c:pt>
                <c:pt idx="241">
                  <c:v>39264</c:v>
                </c:pt>
                <c:pt idx="242">
                  <c:v>39265</c:v>
                </c:pt>
                <c:pt idx="243">
                  <c:v>39266</c:v>
                </c:pt>
                <c:pt idx="244">
                  <c:v>39267</c:v>
                </c:pt>
                <c:pt idx="245">
                  <c:v>39268</c:v>
                </c:pt>
                <c:pt idx="246">
                  <c:v>39269</c:v>
                </c:pt>
                <c:pt idx="247">
                  <c:v>39270</c:v>
                </c:pt>
                <c:pt idx="248">
                  <c:v>39271</c:v>
                </c:pt>
                <c:pt idx="249">
                  <c:v>39272</c:v>
                </c:pt>
                <c:pt idx="250">
                  <c:v>39273</c:v>
                </c:pt>
                <c:pt idx="251">
                  <c:v>39274</c:v>
                </c:pt>
                <c:pt idx="252">
                  <c:v>39275</c:v>
                </c:pt>
                <c:pt idx="253">
                  <c:v>39276</c:v>
                </c:pt>
                <c:pt idx="254">
                  <c:v>39277</c:v>
                </c:pt>
                <c:pt idx="255">
                  <c:v>39278</c:v>
                </c:pt>
                <c:pt idx="256">
                  <c:v>39279</c:v>
                </c:pt>
                <c:pt idx="257">
                  <c:v>39280</c:v>
                </c:pt>
                <c:pt idx="258">
                  <c:v>39281</c:v>
                </c:pt>
                <c:pt idx="259">
                  <c:v>39282</c:v>
                </c:pt>
                <c:pt idx="260">
                  <c:v>39283</c:v>
                </c:pt>
                <c:pt idx="261">
                  <c:v>39284</c:v>
                </c:pt>
                <c:pt idx="262">
                  <c:v>39285</c:v>
                </c:pt>
                <c:pt idx="263">
                  <c:v>39286</c:v>
                </c:pt>
                <c:pt idx="264">
                  <c:v>39287</c:v>
                </c:pt>
                <c:pt idx="265">
                  <c:v>39288</c:v>
                </c:pt>
                <c:pt idx="266">
                  <c:v>39289</c:v>
                </c:pt>
                <c:pt idx="267">
                  <c:v>39290</c:v>
                </c:pt>
                <c:pt idx="268">
                  <c:v>39291</c:v>
                </c:pt>
                <c:pt idx="269">
                  <c:v>39292</c:v>
                </c:pt>
                <c:pt idx="270">
                  <c:v>39293</c:v>
                </c:pt>
                <c:pt idx="271">
                  <c:v>39294</c:v>
                </c:pt>
                <c:pt idx="272">
                  <c:v>39295</c:v>
                </c:pt>
                <c:pt idx="273">
                  <c:v>39296</c:v>
                </c:pt>
                <c:pt idx="274">
                  <c:v>39297</c:v>
                </c:pt>
                <c:pt idx="275">
                  <c:v>39298</c:v>
                </c:pt>
                <c:pt idx="276">
                  <c:v>39299</c:v>
                </c:pt>
                <c:pt idx="277">
                  <c:v>39300</c:v>
                </c:pt>
                <c:pt idx="278">
                  <c:v>39301</c:v>
                </c:pt>
                <c:pt idx="279">
                  <c:v>39302</c:v>
                </c:pt>
                <c:pt idx="280">
                  <c:v>39303</c:v>
                </c:pt>
                <c:pt idx="281">
                  <c:v>39304</c:v>
                </c:pt>
                <c:pt idx="282">
                  <c:v>39305</c:v>
                </c:pt>
                <c:pt idx="283">
                  <c:v>39306</c:v>
                </c:pt>
                <c:pt idx="284">
                  <c:v>39307</c:v>
                </c:pt>
                <c:pt idx="285">
                  <c:v>39308</c:v>
                </c:pt>
                <c:pt idx="286">
                  <c:v>39309</c:v>
                </c:pt>
                <c:pt idx="287">
                  <c:v>39310</c:v>
                </c:pt>
                <c:pt idx="288">
                  <c:v>39311</c:v>
                </c:pt>
                <c:pt idx="289">
                  <c:v>39312</c:v>
                </c:pt>
                <c:pt idx="290">
                  <c:v>39313</c:v>
                </c:pt>
                <c:pt idx="291">
                  <c:v>39314</c:v>
                </c:pt>
                <c:pt idx="292">
                  <c:v>39315</c:v>
                </c:pt>
                <c:pt idx="293">
                  <c:v>39316</c:v>
                </c:pt>
                <c:pt idx="294">
                  <c:v>39317</c:v>
                </c:pt>
                <c:pt idx="295">
                  <c:v>39318</c:v>
                </c:pt>
                <c:pt idx="296">
                  <c:v>39319</c:v>
                </c:pt>
                <c:pt idx="297">
                  <c:v>39320</c:v>
                </c:pt>
                <c:pt idx="298">
                  <c:v>39321</c:v>
                </c:pt>
                <c:pt idx="299">
                  <c:v>39322</c:v>
                </c:pt>
                <c:pt idx="300">
                  <c:v>39323</c:v>
                </c:pt>
                <c:pt idx="301">
                  <c:v>39324</c:v>
                </c:pt>
                <c:pt idx="302">
                  <c:v>39325</c:v>
                </c:pt>
                <c:pt idx="303">
                  <c:v>39326</c:v>
                </c:pt>
                <c:pt idx="304">
                  <c:v>39327</c:v>
                </c:pt>
                <c:pt idx="305">
                  <c:v>39328</c:v>
                </c:pt>
                <c:pt idx="306">
                  <c:v>39329</c:v>
                </c:pt>
                <c:pt idx="307">
                  <c:v>39330</c:v>
                </c:pt>
                <c:pt idx="308">
                  <c:v>39331</c:v>
                </c:pt>
                <c:pt idx="309">
                  <c:v>39332</c:v>
                </c:pt>
                <c:pt idx="310">
                  <c:v>39333</c:v>
                </c:pt>
                <c:pt idx="311">
                  <c:v>39334</c:v>
                </c:pt>
                <c:pt idx="312">
                  <c:v>39335</c:v>
                </c:pt>
                <c:pt idx="313">
                  <c:v>39336</c:v>
                </c:pt>
                <c:pt idx="314">
                  <c:v>39337</c:v>
                </c:pt>
                <c:pt idx="315">
                  <c:v>39338</c:v>
                </c:pt>
                <c:pt idx="316">
                  <c:v>39339</c:v>
                </c:pt>
                <c:pt idx="317">
                  <c:v>39340</c:v>
                </c:pt>
                <c:pt idx="318">
                  <c:v>39341</c:v>
                </c:pt>
                <c:pt idx="319">
                  <c:v>39342</c:v>
                </c:pt>
                <c:pt idx="320">
                  <c:v>39343</c:v>
                </c:pt>
                <c:pt idx="321">
                  <c:v>39344</c:v>
                </c:pt>
                <c:pt idx="322">
                  <c:v>39345</c:v>
                </c:pt>
                <c:pt idx="323">
                  <c:v>39346</c:v>
                </c:pt>
                <c:pt idx="324">
                  <c:v>39347</c:v>
                </c:pt>
                <c:pt idx="325">
                  <c:v>39348</c:v>
                </c:pt>
                <c:pt idx="326">
                  <c:v>39349</c:v>
                </c:pt>
                <c:pt idx="327">
                  <c:v>39350</c:v>
                </c:pt>
                <c:pt idx="328">
                  <c:v>39351</c:v>
                </c:pt>
                <c:pt idx="329">
                  <c:v>39352</c:v>
                </c:pt>
                <c:pt idx="330">
                  <c:v>39353</c:v>
                </c:pt>
                <c:pt idx="331">
                  <c:v>39354</c:v>
                </c:pt>
                <c:pt idx="332">
                  <c:v>39355</c:v>
                </c:pt>
                <c:pt idx="333">
                  <c:v>39356</c:v>
                </c:pt>
                <c:pt idx="334">
                  <c:v>39357</c:v>
                </c:pt>
                <c:pt idx="335">
                  <c:v>39358</c:v>
                </c:pt>
                <c:pt idx="336">
                  <c:v>39359</c:v>
                </c:pt>
                <c:pt idx="337">
                  <c:v>39360</c:v>
                </c:pt>
                <c:pt idx="338">
                  <c:v>39361</c:v>
                </c:pt>
                <c:pt idx="339">
                  <c:v>39362</c:v>
                </c:pt>
                <c:pt idx="340">
                  <c:v>39363</c:v>
                </c:pt>
                <c:pt idx="341">
                  <c:v>39364</c:v>
                </c:pt>
                <c:pt idx="342">
                  <c:v>39365</c:v>
                </c:pt>
                <c:pt idx="343">
                  <c:v>39366</c:v>
                </c:pt>
                <c:pt idx="344">
                  <c:v>39367</c:v>
                </c:pt>
                <c:pt idx="345">
                  <c:v>39368</c:v>
                </c:pt>
                <c:pt idx="346">
                  <c:v>39369</c:v>
                </c:pt>
                <c:pt idx="347">
                  <c:v>39370</c:v>
                </c:pt>
                <c:pt idx="348">
                  <c:v>39371</c:v>
                </c:pt>
                <c:pt idx="349">
                  <c:v>39372</c:v>
                </c:pt>
                <c:pt idx="350">
                  <c:v>39373</c:v>
                </c:pt>
                <c:pt idx="351">
                  <c:v>39374</c:v>
                </c:pt>
                <c:pt idx="352">
                  <c:v>39375</c:v>
                </c:pt>
                <c:pt idx="353">
                  <c:v>39376</c:v>
                </c:pt>
                <c:pt idx="354">
                  <c:v>39377</c:v>
                </c:pt>
                <c:pt idx="355">
                  <c:v>39378</c:v>
                </c:pt>
                <c:pt idx="356">
                  <c:v>39379</c:v>
                </c:pt>
                <c:pt idx="357">
                  <c:v>39380</c:v>
                </c:pt>
                <c:pt idx="358">
                  <c:v>39381</c:v>
                </c:pt>
                <c:pt idx="359">
                  <c:v>39382</c:v>
                </c:pt>
                <c:pt idx="360">
                  <c:v>39383</c:v>
                </c:pt>
                <c:pt idx="361">
                  <c:v>39384</c:v>
                </c:pt>
                <c:pt idx="362">
                  <c:v>39385</c:v>
                </c:pt>
                <c:pt idx="363">
                  <c:v>39386</c:v>
                </c:pt>
                <c:pt idx="364">
                  <c:v>39387</c:v>
                </c:pt>
                <c:pt idx="365">
                  <c:v>39388</c:v>
                </c:pt>
                <c:pt idx="366">
                  <c:v>39389</c:v>
                </c:pt>
                <c:pt idx="367">
                  <c:v>39390</c:v>
                </c:pt>
                <c:pt idx="368">
                  <c:v>39391</c:v>
                </c:pt>
                <c:pt idx="369">
                  <c:v>39392</c:v>
                </c:pt>
                <c:pt idx="370">
                  <c:v>39393</c:v>
                </c:pt>
                <c:pt idx="371">
                  <c:v>39394</c:v>
                </c:pt>
                <c:pt idx="372">
                  <c:v>39395</c:v>
                </c:pt>
                <c:pt idx="373">
                  <c:v>39396</c:v>
                </c:pt>
                <c:pt idx="374">
                  <c:v>39397</c:v>
                </c:pt>
                <c:pt idx="375">
                  <c:v>39398</c:v>
                </c:pt>
                <c:pt idx="376">
                  <c:v>39399</c:v>
                </c:pt>
                <c:pt idx="377">
                  <c:v>39400</c:v>
                </c:pt>
                <c:pt idx="378">
                  <c:v>39401</c:v>
                </c:pt>
                <c:pt idx="379">
                  <c:v>39402</c:v>
                </c:pt>
                <c:pt idx="380">
                  <c:v>39403</c:v>
                </c:pt>
                <c:pt idx="381">
                  <c:v>39404</c:v>
                </c:pt>
                <c:pt idx="382">
                  <c:v>39405</c:v>
                </c:pt>
                <c:pt idx="383">
                  <c:v>39406</c:v>
                </c:pt>
                <c:pt idx="384">
                  <c:v>39407</c:v>
                </c:pt>
                <c:pt idx="385">
                  <c:v>39408</c:v>
                </c:pt>
                <c:pt idx="386">
                  <c:v>39409</c:v>
                </c:pt>
                <c:pt idx="387">
                  <c:v>39410</c:v>
                </c:pt>
                <c:pt idx="388">
                  <c:v>39411</c:v>
                </c:pt>
                <c:pt idx="389">
                  <c:v>39412</c:v>
                </c:pt>
                <c:pt idx="390">
                  <c:v>39413</c:v>
                </c:pt>
                <c:pt idx="391">
                  <c:v>39414</c:v>
                </c:pt>
                <c:pt idx="392">
                  <c:v>39415</c:v>
                </c:pt>
                <c:pt idx="393">
                  <c:v>39416</c:v>
                </c:pt>
                <c:pt idx="394">
                  <c:v>39417</c:v>
                </c:pt>
                <c:pt idx="395">
                  <c:v>39418</c:v>
                </c:pt>
                <c:pt idx="396">
                  <c:v>39419</c:v>
                </c:pt>
                <c:pt idx="397">
                  <c:v>39420</c:v>
                </c:pt>
                <c:pt idx="398">
                  <c:v>39421</c:v>
                </c:pt>
                <c:pt idx="399">
                  <c:v>39422</c:v>
                </c:pt>
                <c:pt idx="400">
                  <c:v>39423</c:v>
                </c:pt>
                <c:pt idx="401">
                  <c:v>39424</c:v>
                </c:pt>
                <c:pt idx="402">
                  <c:v>39425</c:v>
                </c:pt>
                <c:pt idx="403">
                  <c:v>39426</c:v>
                </c:pt>
                <c:pt idx="404">
                  <c:v>39427</c:v>
                </c:pt>
                <c:pt idx="405">
                  <c:v>39428</c:v>
                </c:pt>
                <c:pt idx="406">
                  <c:v>39429</c:v>
                </c:pt>
                <c:pt idx="407">
                  <c:v>39430</c:v>
                </c:pt>
                <c:pt idx="408">
                  <c:v>39431</c:v>
                </c:pt>
                <c:pt idx="409">
                  <c:v>39432</c:v>
                </c:pt>
                <c:pt idx="410">
                  <c:v>39433</c:v>
                </c:pt>
                <c:pt idx="411">
                  <c:v>39434</c:v>
                </c:pt>
                <c:pt idx="412">
                  <c:v>39435</c:v>
                </c:pt>
                <c:pt idx="413">
                  <c:v>39436</c:v>
                </c:pt>
                <c:pt idx="414">
                  <c:v>39437</c:v>
                </c:pt>
                <c:pt idx="415">
                  <c:v>39438</c:v>
                </c:pt>
                <c:pt idx="416">
                  <c:v>39439</c:v>
                </c:pt>
                <c:pt idx="417">
                  <c:v>39440</c:v>
                </c:pt>
                <c:pt idx="418">
                  <c:v>39441</c:v>
                </c:pt>
                <c:pt idx="419">
                  <c:v>39442</c:v>
                </c:pt>
                <c:pt idx="420">
                  <c:v>39443</c:v>
                </c:pt>
                <c:pt idx="421">
                  <c:v>39444</c:v>
                </c:pt>
                <c:pt idx="422">
                  <c:v>39445</c:v>
                </c:pt>
                <c:pt idx="423">
                  <c:v>39446</c:v>
                </c:pt>
                <c:pt idx="424">
                  <c:v>39447</c:v>
                </c:pt>
                <c:pt idx="425">
                  <c:v>39448</c:v>
                </c:pt>
                <c:pt idx="426">
                  <c:v>39449</c:v>
                </c:pt>
                <c:pt idx="427">
                  <c:v>39450</c:v>
                </c:pt>
                <c:pt idx="428">
                  <c:v>39451</c:v>
                </c:pt>
                <c:pt idx="429">
                  <c:v>39452</c:v>
                </c:pt>
                <c:pt idx="430">
                  <c:v>39453</c:v>
                </c:pt>
                <c:pt idx="431">
                  <c:v>39454</c:v>
                </c:pt>
                <c:pt idx="432">
                  <c:v>39455</c:v>
                </c:pt>
                <c:pt idx="433">
                  <c:v>39456</c:v>
                </c:pt>
                <c:pt idx="434">
                  <c:v>39457</c:v>
                </c:pt>
                <c:pt idx="435">
                  <c:v>39458</c:v>
                </c:pt>
                <c:pt idx="436">
                  <c:v>39459</c:v>
                </c:pt>
                <c:pt idx="437">
                  <c:v>39460</c:v>
                </c:pt>
                <c:pt idx="438">
                  <c:v>39461</c:v>
                </c:pt>
                <c:pt idx="439">
                  <c:v>39462</c:v>
                </c:pt>
                <c:pt idx="440">
                  <c:v>39463</c:v>
                </c:pt>
                <c:pt idx="441">
                  <c:v>39464</c:v>
                </c:pt>
                <c:pt idx="442">
                  <c:v>39465</c:v>
                </c:pt>
                <c:pt idx="443">
                  <c:v>39466</c:v>
                </c:pt>
                <c:pt idx="444">
                  <c:v>39467</c:v>
                </c:pt>
                <c:pt idx="445">
                  <c:v>39468</c:v>
                </c:pt>
                <c:pt idx="446">
                  <c:v>39469</c:v>
                </c:pt>
                <c:pt idx="447">
                  <c:v>39470</c:v>
                </c:pt>
                <c:pt idx="448">
                  <c:v>39471</c:v>
                </c:pt>
                <c:pt idx="449">
                  <c:v>39472</c:v>
                </c:pt>
                <c:pt idx="450">
                  <c:v>39473</c:v>
                </c:pt>
                <c:pt idx="451">
                  <c:v>39474</c:v>
                </c:pt>
                <c:pt idx="452">
                  <c:v>39475</c:v>
                </c:pt>
                <c:pt idx="453">
                  <c:v>39476</c:v>
                </c:pt>
                <c:pt idx="454">
                  <c:v>39477</c:v>
                </c:pt>
                <c:pt idx="455">
                  <c:v>39478</c:v>
                </c:pt>
                <c:pt idx="456">
                  <c:v>39479</c:v>
                </c:pt>
                <c:pt idx="457">
                  <c:v>39480</c:v>
                </c:pt>
                <c:pt idx="458">
                  <c:v>39481</c:v>
                </c:pt>
                <c:pt idx="459">
                  <c:v>39482</c:v>
                </c:pt>
                <c:pt idx="460">
                  <c:v>39483</c:v>
                </c:pt>
                <c:pt idx="461">
                  <c:v>39484</c:v>
                </c:pt>
                <c:pt idx="462">
                  <c:v>39485</c:v>
                </c:pt>
                <c:pt idx="463">
                  <c:v>39486</c:v>
                </c:pt>
                <c:pt idx="464">
                  <c:v>39487</c:v>
                </c:pt>
                <c:pt idx="465">
                  <c:v>39488</c:v>
                </c:pt>
                <c:pt idx="466">
                  <c:v>39489</c:v>
                </c:pt>
                <c:pt idx="467">
                  <c:v>39490</c:v>
                </c:pt>
                <c:pt idx="468">
                  <c:v>39491</c:v>
                </c:pt>
                <c:pt idx="469">
                  <c:v>39492</c:v>
                </c:pt>
                <c:pt idx="470">
                  <c:v>39493</c:v>
                </c:pt>
                <c:pt idx="471">
                  <c:v>39494</c:v>
                </c:pt>
                <c:pt idx="472">
                  <c:v>39495</c:v>
                </c:pt>
                <c:pt idx="473">
                  <c:v>39496</c:v>
                </c:pt>
                <c:pt idx="474">
                  <c:v>39497</c:v>
                </c:pt>
                <c:pt idx="475">
                  <c:v>39498</c:v>
                </c:pt>
                <c:pt idx="476">
                  <c:v>39499</c:v>
                </c:pt>
                <c:pt idx="477">
                  <c:v>39500</c:v>
                </c:pt>
                <c:pt idx="478">
                  <c:v>39501</c:v>
                </c:pt>
                <c:pt idx="479">
                  <c:v>39502</c:v>
                </c:pt>
                <c:pt idx="480">
                  <c:v>39503</c:v>
                </c:pt>
                <c:pt idx="481">
                  <c:v>39504</c:v>
                </c:pt>
                <c:pt idx="482">
                  <c:v>39505</c:v>
                </c:pt>
                <c:pt idx="483">
                  <c:v>39506</c:v>
                </c:pt>
                <c:pt idx="484">
                  <c:v>39507</c:v>
                </c:pt>
                <c:pt idx="485">
                  <c:v>39508</c:v>
                </c:pt>
                <c:pt idx="486">
                  <c:v>39509</c:v>
                </c:pt>
                <c:pt idx="487">
                  <c:v>39510</c:v>
                </c:pt>
                <c:pt idx="488">
                  <c:v>39511</c:v>
                </c:pt>
                <c:pt idx="489">
                  <c:v>39512</c:v>
                </c:pt>
                <c:pt idx="490">
                  <c:v>39513</c:v>
                </c:pt>
                <c:pt idx="491">
                  <c:v>39514</c:v>
                </c:pt>
                <c:pt idx="492">
                  <c:v>39515</c:v>
                </c:pt>
                <c:pt idx="493">
                  <c:v>39516</c:v>
                </c:pt>
                <c:pt idx="494">
                  <c:v>39517</c:v>
                </c:pt>
                <c:pt idx="495">
                  <c:v>39518</c:v>
                </c:pt>
                <c:pt idx="496">
                  <c:v>39519</c:v>
                </c:pt>
                <c:pt idx="497">
                  <c:v>39520</c:v>
                </c:pt>
                <c:pt idx="498">
                  <c:v>39521</c:v>
                </c:pt>
                <c:pt idx="499">
                  <c:v>39522</c:v>
                </c:pt>
                <c:pt idx="500">
                  <c:v>39523</c:v>
                </c:pt>
                <c:pt idx="501">
                  <c:v>39524</c:v>
                </c:pt>
                <c:pt idx="502">
                  <c:v>39525</c:v>
                </c:pt>
                <c:pt idx="503">
                  <c:v>39526</c:v>
                </c:pt>
                <c:pt idx="504">
                  <c:v>39527</c:v>
                </c:pt>
                <c:pt idx="505">
                  <c:v>39528</c:v>
                </c:pt>
                <c:pt idx="506">
                  <c:v>39529</c:v>
                </c:pt>
                <c:pt idx="507">
                  <c:v>39530</c:v>
                </c:pt>
                <c:pt idx="508">
                  <c:v>39531</c:v>
                </c:pt>
                <c:pt idx="509">
                  <c:v>39532</c:v>
                </c:pt>
                <c:pt idx="510">
                  <c:v>39533</c:v>
                </c:pt>
                <c:pt idx="511">
                  <c:v>39534</c:v>
                </c:pt>
                <c:pt idx="512">
                  <c:v>39535</c:v>
                </c:pt>
                <c:pt idx="513">
                  <c:v>39536</c:v>
                </c:pt>
                <c:pt idx="514">
                  <c:v>39537</c:v>
                </c:pt>
                <c:pt idx="515">
                  <c:v>39538</c:v>
                </c:pt>
                <c:pt idx="516">
                  <c:v>39539</c:v>
                </c:pt>
                <c:pt idx="517">
                  <c:v>39540</c:v>
                </c:pt>
                <c:pt idx="518">
                  <c:v>39541</c:v>
                </c:pt>
                <c:pt idx="519">
                  <c:v>39542</c:v>
                </c:pt>
                <c:pt idx="520">
                  <c:v>39543</c:v>
                </c:pt>
                <c:pt idx="521">
                  <c:v>39544</c:v>
                </c:pt>
                <c:pt idx="522">
                  <c:v>39545</c:v>
                </c:pt>
                <c:pt idx="523">
                  <c:v>39546</c:v>
                </c:pt>
                <c:pt idx="524">
                  <c:v>39547</c:v>
                </c:pt>
                <c:pt idx="525">
                  <c:v>39548</c:v>
                </c:pt>
                <c:pt idx="526">
                  <c:v>39549</c:v>
                </c:pt>
                <c:pt idx="527">
                  <c:v>39550</c:v>
                </c:pt>
                <c:pt idx="528">
                  <c:v>39551</c:v>
                </c:pt>
                <c:pt idx="529">
                  <c:v>39552</c:v>
                </c:pt>
                <c:pt idx="530">
                  <c:v>39553</c:v>
                </c:pt>
                <c:pt idx="531">
                  <c:v>39554</c:v>
                </c:pt>
                <c:pt idx="532">
                  <c:v>39555</c:v>
                </c:pt>
                <c:pt idx="533">
                  <c:v>39556</c:v>
                </c:pt>
                <c:pt idx="534">
                  <c:v>39557</c:v>
                </c:pt>
                <c:pt idx="535">
                  <c:v>39558</c:v>
                </c:pt>
                <c:pt idx="536">
                  <c:v>39559</c:v>
                </c:pt>
                <c:pt idx="537">
                  <c:v>39560</c:v>
                </c:pt>
                <c:pt idx="538">
                  <c:v>39561</c:v>
                </c:pt>
                <c:pt idx="539">
                  <c:v>39562</c:v>
                </c:pt>
                <c:pt idx="540">
                  <c:v>39563</c:v>
                </c:pt>
                <c:pt idx="541">
                  <c:v>39564</c:v>
                </c:pt>
                <c:pt idx="542">
                  <c:v>39565</c:v>
                </c:pt>
                <c:pt idx="543">
                  <c:v>39566</c:v>
                </c:pt>
                <c:pt idx="544">
                  <c:v>39567</c:v>
                </c:pt>
                <c:pt idx="545">
                  <c:v>39568</c:v>
                </c:pt>
                <c:pt idx="546">
                  <c:v>39569</c:v>
                </c:pt>
                <c:pt idx="547">
                  <c:v>39570</c:v>
                </c:pt>
                <c:pt idx="548">
                  <c:v>39571</c:v>
                </c:pt>
                <c:pt idx="549">
                  <c:v>39572</c:v>
                </c:pt>
                <c:pt idx="550">
                  <c:v>39573</c:v>
                </c:pt>
                <c:pt idx="551">
                  <c:v>39574</c:v>
                </c:pt>
                <c:pt idx="552">
                  <c:v>39575</c:v>
                </c:pt>
                <c:pt idx="553">
                  <c:v>39576</c:v>
                </c:pt>
                <c:pt idx="554">
                  <c:v>39577</c:v>
                </c:pt>
                <c:pt idx="555">
                  <c:v>39578</c:v>
                </c:pt>
                <c:pt idx="556">
                  <c:v>39579</c:v>
                </c:pt>
                <c:pt idx="557">
                  <c:v>39580</c:v>
                </c:pt>
                <c:pt idx="558">
                  <c:v>39581</c:v>
                </c:pt>
                <c:pt idx="559">
                  <c:v>39582</c:v>
                </c:pt>
                <c:pt idx="560">
                  <c:v>39583</c:v>
                </c:pt>
                <c:pt idx="561">
                  <c:v>39584</c:v>
                </c:pt>
                <c:pt idx="562">
                  <c:v>39585</c:v>
                </c:pt>
                <c:pt idx="563">
                  <c:v>39586</c:v>
                </c:pt>
                <c:pt idx="564">
                  <c:v>39587</c:v>
                </c:pt>
                <c:pt idx="565">
                  <c:v>39588</c:v>
                </c:pt>
                <c:pt idx="566">
                  <c:v>39589</c:v>
                </c:pt>
                <c:pt idx="567">
                  <c:v>39590</c:v>
                </c:pt>
                <c:pt idx="568">
                  <c:v>39591</c:v>
                </c:pt>
                <c:pt idx="569">
                  <c:v>39592</c:v>
                </c:pt>
                <c:pt idx="570">
                  <c:v>39593</c:v>
                </c:pt>
                <c:pt idx="571">
                  <c:v>39594</c:v>
                </c:pt>
                <c:pt idx="572">
                  <c:v>39595</c:v>
                </c:pt>
                <c:pt idx="573">
                  <c:v>39596</c:v>
                </c:pt>
                <c:pt idx="574">
                  <c:v>39597</c:v>
                </c:pt>
                <c:pt idx="575">
                  <c:v>39598</c:v>
                </c:pt>
                <c:pt idx="576">
                  <c:v>39599</c:v>
                </c:pt>
                <c:pt idx="577">
                  <c:v>39600</c:v>
                </c:pt>
                <c:pt idx="578">
                  <c:v>39601</c:v>
                </c:pt>
                <c:pt idx="579">
                  <c:v>39602</c:v>
                </c:pt>
                <c:pt idx="580">
                  <c:v>39603</c:v>
                </c:pt>
                <c:pt idx="581">
                  <c:v>39604</c:v>
                </c:pt>
                <c:pt idx="582">
                  <c:v>39605</c:v>
                </c:pt>
                <c:pt idx="583">
                  <c:v>39606</c:v>
                </c:pt>
                <c:pt idx="584">
                  <c:v>39607</c:v>
                </c:pt>
                <c:pt idx="585">
                  <c:v>39608</c:v>
                </c:pt>
                <c:pt idx="586">
                  <c:v>39609</c:v>
                </c:pt>
                <c:pt idx="587">
                  <c:v>39610</c:v>
                </c:pt>
                <c:pt idx="588">
                  <c:v>39611</c:v>
                </c:pt>
                <c:pt idx="589">
                  <c:v>39612</c:v>
                </c:pt>
                <c:pt idx="590">
                  <c:v>39613</c:v>
                </c:pt>
                <c:pt idx="591">
                  <c:v>39614</c:v>
                </c:pt>
                <c:pt idx="592">
                  <c:v>39615</c:v>
                </c:pt>
                <c:pt idx="593">
                  <c:v>39616</c:v>
                </c:pt>
                <c:pt idx="594">
                  <c:v>39617</c:v>
                </c:pt>
                <c:pt idx="595">
                  <c:v>39618</c:v>
                </c:pt>
                <c:pt idx="596">
                  <c:v>39619</c:v>
                </c:pt>
                <c:pt idx="597">
                  <c:v>39620</c:v>
                </c:pt>
                <c:pt idx="598">
                  <c:v>39621</c:v>
                </c:pt>
                <c:pt idx="599">
                  <c:v>39622</c:v>
                </c:pt>
                <c:pt idx="600">
                  <c:v>39623</c:v>
                </c:pt>
                <c:pt idx="601">
                  <c:v>39624</c:v>
                </c:pt>
                <c:pt idx="602">
                  <c:v>39625</c:v>
                </c:pt>
                <c:pt idx="603">
                  <c:v>39626</c:v>
                </c:pt>
                <c:pt idx="604">
                  <c:v>39627</c:v>
                </c:pt>
                <c:pt idx="605">
                  <c:v>39628</c:v>
                </c:pt>
                <c:pt idx="606">
                  <c:v>39629</c:v>
                </c:pt>
                <c:pt idx="607">
                  <c:v>39630</c:v>
                </c:pt>
                <c:pt idx="608">
                  <c:v>39631</c:v>
                </c:pt>
                <c:pt idx="609">
                  <c:v>39632</c:v>
                </c:pt>
                <c:pt idx="610">
                  <c:v>39633</c:v>
                </c:pt>
                <c:pt idx="611">
                  <c:v>39634</c:v>
                </c:pt>
                <c:pt idx="612">
                  <c:v>39635</c:v>
                </c:pt>
                <c:pt idx="613">
                  <c:v>39636</c:v>
                </c:pt>
                <c:pt idx="614">
                  <c:v>39637</c:v>
                </c:pt>
                <c:pt idx="615">
                  <c:v>39638</c:v>
                </c:pt>
                <c:pt idx="616">
                  <c:v>39639</c:v>
                </c:pt>
                <c:pt idx="617">
                  <c:v>39640</c:v>
                </c:pt>
                <c:pt idx="618">
                  <c:v>39641</c:v>
                </c:pt>
                <c:pt idx="619">
                  <c:v>39642</c:v>
                </c:pt>
                <c:pt idx="620">
                  <c:v>39643</c:v>
                </c:pt>
                <c:pt idx="621">
                  <c:v>39644</c:v>
                </c:pt>
                <c:pt idx="622">
                  <c:v>39645</c:v>
                </c:pt>
                <c:pt idx="623">
                  <c:v>39646</c:v>
                </c:pt>
                <c:pt idx="624">
                  <c:v>39647</c:v>
                </c:pt>
                <c:pt idx="625">
                  <c:v>39648</c:v>
                </c:pt>
                <c:pt idx="626">
                  <c:v>39649</c:v>
                </c:pt>
                <c:pt idx="627">
                  <c:v>39650</c:v>
                </c:pt>
                <c:pt idx="628">
                  <c:v>39651</c:v>
                </c:pt>
                <c:pt idx="629">
                  <c:v>39652</c:v>
                </c:pt>
                <c:pt idx="630">
                  <c:v>39653</c:v>
                </c:pt>
                <c:pt idx="631">
                  <c:v>39654</c:v>
                </c:pt>
                <c:pt idx="632">
                  <c:v>39655</c:v>
                </c:pt>
                <c:pt idx="633">
                  <c:v>39656</c:v>
                </c:pt>
                <c:pt idx="634">
                  <c:v>39657</c:v>
                </c:pt>
                <c:pt idx="635">
                  <c:v>39658</c:v>
                </c:pt>
                <c:pt idx="636">
                  <c:v>39659</c:v>
                </c:pt>
                <c:pt idx="637">
                  <c:v>39660</c:v>
                </c:pt>
                <c:pt idx="638">
                  <c:v>39661</c:v>
                </c:pt>
                <c:pt idx="639">
                  <c:v>39662</c:v>
                </c:pt>
                <c:pt idx="640">
                  <c:v>39663</c:v>
                </c:pt>
                <c:pt idx="641">
                  <c:v>39664</c:v>
                </c:pt>
                <c:pt idx="642">
                  <c:v>39665</c:v>
                </c:pt>
                <c:pt idx="643">
                  <c:v>39666</c:v>
                </c:pt>
                <c:pt idx="644">
                  <c:v>39667</c:v>
                </c:pt>
                <c:pt idx="645">
                  <c:v>39668</c:v>
                </c:pt>
                <c:pt idx="646">
                  <c:v>39669</c:v>
                </c:pt>
                <c:pt idx="647">
                  <c:v>39670</c:v>
                </c:pt>
                <c:pt idx="648">
                  <c:v>39671</c:v>
                </c:pt>
                <c:pt idx="649">
                  <c:v>39672</c:v>
                </c:pt>
                <c:pt idx="650">
                  <c:v>39673</c:v>
                </c:pt>
                <c:pt idx="651">
                  <c:v>39674</c:v>
                </c:pt>
                <c:pt idx="652">
                  <c:v>39675</c:v>
                </c:pt>
                <c:pt idx="653">
                  <c:v>39676</c:v>
                </c:pt>
                <c:pt idx="654">
                  <c:v>39677</c:v>
                </c:pt>
                <c:pt idx="655">
                  <c:v>39678</c:v>
                </c:pt>
                <c:pt idx="656">
                  <c:v>39679</c:v>
                </c:pt>
                <c:pt idx="657">
                  <c:v>39680</c:v>
                </c:pt>
                <c:pt idx="658">
                  <c:v>39681</c:v>
                </c:pt>
                <c:pt idx="659">
                  <c:v>39682</c:v>
                </c:pt>
                <c:pt idx="660">
                  <c:v>39683</c:v>
                </c:pt>
                <c:pt idx="661">
                  <c:v>39684</c:v>
                </c:pt>
                <c:pt idx="662">
                  <c:v>39685</c:v>
                </c:pt>
                <c:pt idx="663">
                  <c:v>39686</c:v>
                </c:pt>
                <c:pt idx="664">
                  <c:v>39687</c:v>
                </c:pt>
                <c:pt idx="665">
                  <c:v>39688</c:v>
                </c:pt>
                <c:pt idx="666">
                  <c:v>39689</c:v>
                </c:pt>
                <c:pt idx="667">
                  <c:v>39690</c:v>
                </c:pt>
                <c:pt idx="668">
                  <c:v>39691</c:v>
                </c:pt>
                <c:pt idx="669">
                  <c:v>39692</c:v>
                </c:pt>
                <c:pt idx="670">
                  <c:v>39693</c:v>
                </c:pt>
                <c:pt idx="671">
                  <c:v>39694</c:v>
                </c:pt>
                <c:pt idx="672">
                  <c:v>39695</c:v>
                </c:pt>
                <c:pt idx="673">
                  <c:v>39696</c:v>
                </c:pt>
                <c:pt idx="674">
                  <c:v>39697</c:v>
                </c:pt>
                <c:pt idx="675">
                  <c:v>39698</c:v>
                </c:pt>
                <c:pt idx="676">
                  <c:v>39699</c:v>
                </c:pt>
                <c:pt idx="677">
                  <c:v>39700</c:v>
                </c:pt>
                <c:pt idx="678">
                  <c:v>39701</c:v>
                </c:pt>
                <c:pt idx="679">
                  <c:v>39702</c:v>
                </c:pt>
                <c:pt idx="680">
                  <c:v>39703</c:v>
                </c:pt>
                <c:pt idx="681">
                  <c:v>39704</c:v>
                </c:pt>
                <c:pt idx="682">
                  <c:v>39705</c:v>
                </c:pt>
                <c:pt idx="683">
                  <c:v>39706</c:v>
                </c:pt>
                <c:pt idx="684">
                  <c:v>39707</c:v>
                </c:pt>
                <c:pt idx="685">
                  <c:v>39708</c:v>
                </c:pt>
                <c:pt idx="686">
                  <c:v>39709</c:v>
                </c:pt>
                <c:pt idx="687">
                  <c:v>39710</c:v>
                </c:pt>
                <c:pt idx="688">
                  <c:v>39711</c:v>
                </c:pt>
                <c:pt idx="689">
                  <c:v>39712</c:v>
                </c:pt>
                <c:pt idx="690">
                  <c:v>39713</c:v>
                </c:pt>
                <c:pt idx="691">
                  <c:v>39714</c:v>
                </c:pt>
                <c:pt idx="692">
                  <c:v>39715</c:v>
                </c:pt>
                <c:pt idx="693">
                  <c:v>39716</c:v>
                </c:pt>
                <c:pt idx="694">
                  <c:v>39717</c:v>
                </c:pt>
                <c:pt idx="695">
                  <c:v>39718</c:v>
                </c:pt>
                <c:pt idx="696">
                  <c:v>39719</c:v>
                </c:pt>
                <c:pt idx="697">
                  <c:v>39720</c:v>
                </c:pt>
                <c:pt idx="698">
                  <c:v>39721</c:v>
                </c:pt>
                <c:pt idx="699">
                  <c:v>39722</c:v>
                </c:pt>
                <c:pt idx="700">
                  <c:v>39723</c:v>
                </c:pt>
                <c:pt idx="701">
                  <c:v>39724</c:v>
                </c:pt>
                <c:pt idx="702">
                  <c:v>39725</c:v>
                </c:pt>
                <c:pt idx="703">
                  <c:v>39726</c:v>
                </c:pt>
                <c:pt idx="704">
                  <c:v>39727</c:v>
                </c:pt>
                <c:pt idx="705">
                  <c:v>39728</c:v>
                </c:pt>
                <c:pt idx="706">
                  <c:v>39729</c:v>
                </c:pt>
                <c:pt idx="707">
                  <c:v>39730</c:v>
                </c:pt>
                <c:pt idx="708">
                  <c:v>39731</c:v>
                </c:pt>
                <c:pt idx="709">
                  <c:v>39732</c:v>
                </c:pt>
                <c:pt idx="710">
                  <c:v>39733</c:v>
                </c:pt>
                <c:pt idx="711">
                  <c:v>39734</c:v>
                </c:pt>
                <c:pt idx="712">
                  <c:v>39735</c:v>
                </c:pt>
                <c:pt idx="713">
                  <c:v>39736</c:v>
                </c:pt>
                <c:pt idx="714">
                  <c:v>39737</c:v>
                </c:pt>
                <c:pt idx="715">
                  <c:v>39738</c:v>
                </c:pt>
                <c:pt idx="716">
                  <c:v>39739</c:v>
                </c:pt>
                <c:pt idx="717">
                  <c:v>39740</c:v>
                </c:pt>
                <c:pt idx="718">
                  <c:v>39741</c:v>
                </c:pt>
                <c:pt idx="719">
                  <c:v>39742</c:v>
                </c:pt>
                <c:pt idx="720">
                  <c:v>39743</c:v>
                </c:pt>
                <c:pt idx="721">
                  <c:v>39744</c:v>
                </c:pt>
                <c:pt idx="722">
                  <c:v>39745</c:v>
                </c:pt>
                <c:pt idx="723">
                  <c:v>39746</c:v>
                </c:pt>
                <c:pt idx="724">
                  <c:v>39747</c:v>
                </c:pt>
                <c:pt idx="725">
                  <c:v>39748</c:v>
                </c:pt>
                <c:pt idx="726">
                  <c:v>39749</c:v>
                </c:pt>
                <c:pt idx="727">
                  <c:v>39750</c:v>
                </c:pt>
                <c:pt idx="728">
                  <c:v>39751</c:v>
                </c:pt>
                <c:pt idx="729">
                  <c:v>39752</c:v>
                </c:pt>
                <c:pt idx="730">
                  <c:v>39753</c:v>
                </c:pt>
                <c:pt idx="731">
                  <c:v>39754</c:v>
                </c:pt>
                <c:pt idx="732">
                  <c:v>39755</c:v>
                </c:pt>
                <c:pt idx="733">
                  <c:v>39756</c:v>
                </c:pt>
                <c:pt idx="734">
                  <c:v>39757</c:v>
                </c:pt>
                <c:pt idx="735">
                  <c:v>39758</c:v>
                </c:pt>
                <c:pt idx="736">
                  <c:v>39759</c:v>
                </c:pt>
                <c:pt idx="737">
                  <c:v>39760</c:v>
                </c:pt>
                <c:pt idx="738">
                  <c:v>39761</c:v>
                </c:pt>
                <c:pt idx="739">
                  <c:v>39762</c:v>
                </c:pt>
                <c:pt idx="740">
                  <c:v>39763</c:v>
                </c:pt>
                <c:pt idx="741">
                  <c:v>39764</c:v>
                </c:pt>
                <c:pt idx="742">
                  <c:v>39765</c:v>
                </c:pt>
                <c:pt idx="743">
                  <c:v>39766</c:v>
                </c:pt>
                <c:pt idx="744">
                  <c:v>39767</c:v>
                </c:pt>
                <c:pt idx="745">
                  <c:v>39768</c:v>
                </c:pt>
                <c:pt idx="746">
                  <c:v>39769</c:v>
                </c:pt>
                <c:pt idx="747">
                  <c:v>39770</c:v>
                </c:pt>
                <c:pt idx="748">
                  <c:v>39771</c:v>
                </c:pt>
                <c:pt idx="749">
                  <c:v>39772</c:v>
                </c:pt>
                <c:pt idx="750">
                  <c:v>39773</c:v>
                </c:pt>
                <c:pt idx="751">
                  <c:v>39774</c:v>
                </c:pt>
                <c:pt idx="752">
                  <c:v>39775</c:v>
                </c:pt>
                <c:pt idx="753">
                  <c:v>39776</c:v>
                </c:pt>
                <c:pt idx="754">
                  <c:v>39777</c:v>
                </c:pt>
                <c:pt idx="755">
                  <c:v>39778</c:v>
                </c:pt>
                <c:pt idx="756">
                  <c:v>39779</c:v>
                </c:pt>
                <c:pt idx="757">
                  <c:v>39780</c:v>
                </c:pt>
                <c:pt idx="758">
                  <c:v>39781</c:v>
                </c:pt>
                <c:pt idx="759">
                  <c:v>39782</c:v>
                </c:pt>
                <c:pt idx="760">
                  <c:v>39783</c:v>
                </c:pt>
                <c:pt idx="761">
                  <c:v>39784</c:v>
                </c:pt>
                <c:pt idx="762">
                  <c:v>39785</c:v>
                </c:pt>
                <c:pt idx="763">
                  <c:v>39786</c:v>
                </c:pt>
                <c:pt idx="764">
                  <c:v>39787</c:v>
                </c:pt>
                <c:pt idx="765">
                  <c:v>39788</c:v>
                </c:pt>
                <c:pt idx="766">
                  <c:v>39789</c:v>
                </c:pt>
                <c:pt idx="767">
                  <c:v>39790</c:v>
                </c:pt>
                <c:pt idx="768">
                  <c:v>39791</c:v>
                </c:pt>
                <c:pt idx="769">
                  <c:v>39792</c:v>
                </c:pt>
                <c:pt idx="770">
                  <c:v>39793</c:v>
                </c:pt>
                <c:pt idx="771">
                  <c:v>39794</c:v>
                </c:pt>
                <c:pt idx="772">
                  <c:v>39795</c:v>
                </c:pt>
                <c:pt idx="773">
                  <c:v>39796</c:v>
                </c:pt>
                <c:pt idx="774">
                  <c:v>39797</c:v>
                </c:pt>
                <c:pt idx="775">
                  <c:v>39798</c:v>
                </c:pt>
                <c:pt idx="776">
                  <c:v>39799</c:v>
                </c:pt>
                <c:pt idx="777">
                  <c:v>39800</c:v>
                </c:pt>
                <c:pt idx="778">
                  <c:v>39801</c:v>
                </c:pt>
                <c:pt idx="779">
                  <c:v>39802</c:v>
                </c:pt>
                <c:pt idx="780">
                  <c:v>39803</c:v>
                </c:pt>
                <c:pt idx="781">
                  <c:v>39804</c:v>
                </c:pt>
                <c:pt idx="782">
                  <c:v>39805</c:v>
                </c:pt>
                <c:pt idx="783">
                  <c:v>39806</c:v>
                </c:pt>
                <c:pt idx="784">
                  <c:v>39807</c:v>
                </c:pt>
                <c:pt idx="785">
                  <c:v>39808</c:v>
                </c:pt>
                <c:pt idx="786">
                  <c:v>39809</c:v>
                </c:pt>
                <c:pt idx="787">
                  <c:v>39810</c:v>
                </c:pt>
                <c:pt idx="788">
                  <c:v>39811</c:v>
                </c:pt>
                <c:pt idx="789">
                  <c:v>39812</c:v>
                </c:pt>
                <c:pt idx="790">
                  <c:v>39813</c:v>
                </c:pt>
                <c:pt idx="791">
                  <c:v>39814</c:v>
                </c:pt>
                <c:pt idx="792">
                  <c:v>39815</c:v>
                </c:pt>
                <c:pt idx="793">
                  <c:v>39816</c:v>
                </c:pt>
                <c:pt idx="794">
                  <c:v>39817</c:v>
                </c:pt>
                <c:pt idx="795">
                  <c:v>39818</c:v>
                </c:pt>
                <c:pt idx="796">
                  <c:v>39819</c:v>
                </c:pt>
                <c:pt idx="797">
                  <c:v>39820</c:v>
                </c:pt>
                <c:pt idx="798">
                  <c:v>39821</c:v>
                </c:pt>
                <c:pt idx="799">
                  <c:v>39822</c:v>
                </c:pt>
                <c:pt idx="800">
                  <c:v>39823</c:v>
                </c:pt>
                <c:pt idx="801">
                  <c:v>39824</c:v>
                </c:pt>
                <c:pt idx="802">
                  <c:v>39825</c:v>
                </c:pt>
                <c:pt idx="803">
                  <c:v>39826</c:v>
                </c:pt>
                <c:pt idx="804">
                  <c:v>39827</c:v>
                </c:pt>
                <c:pt idx="805">
                  <c:v>39828</c:v>
                </c:pt>
                <c:pt idx="806">
                  <c:v>39829</c:v>
                </c:pt>
                <c:pt idx="807">
                  <c:v>39830</c:v>
                </c:pt>
                <c:pt idx="808">
                  <c:v>39831</c:v>
                </c:pt>
                <c:pt idx="809">
                  <c:v>39832</c:v>
                </c:pt>
                <c:pt idx="810">
                  <c:v>39833</c:v>
                </c:pt>
                <c:pt idx="811">
                  <c:v>39834</c:v>
                </c:pt>
                <c:pt idx="812">
                  <c:v>39835</c:v>
                </c:pt>
                <c:pt idx="813">
                  <c:v>39836</c:v>
                </c:pt>
                <c:pt idx="814">
                  <c:v>39837</c:v>
                </c:pt>
                <c:pt idx="815">
                  <c:v>39838</c:v>
                </c:pt>
                <c:pt idx="816">
                  <c:v>39839</c:v>
                </c:pt>
                <c:pt idx="817">
                  <c:v>39840</c:v>
                </c:pt>
                <c:pt idx="818">
                  <c:v>39841</c:v>
                </c:pt>
                <c:pt idx="819">
                  <c:v>39842</c:v>
                </c:pt>
                <c:pt idx="820">
                  <c:v>39843</c:v>
                </c:pt>
                <c:pt idx="821">
                  <c:v>39844</c:v>
                </c:pt>
                <c:pt idx="822">
                  <c:v>39845</c:v>
                </c:pt>
                <c:pt idx="823">
                  <c:v>39846</c:v>
                </c:pt>
                <c:pt idx="824">
                  <c:v>39847</c:v>
                </c:pt>
                <c:pt idx="825">
                  <c:v>39848</c:v>
                </c:pt>
                <c:pt idx="826">
                  <c:v>39849</c:v>
                </c:pt>
                <c:pt idx="827">
                  <c:v>39850</c:v>
                </c:pt>
                <c:pt idx="828">
                  <c:v>39851</c:v>
                </c:pt>
                <c:pt idx="829">
                  <c:v>39852</c:v>
                </c:pt>
                <c:pt idx="830">
                  <c:v>39853</c:v>
                </c:pt>
                <c:pt idx="831">
                  <c:v>39854</c:v>
                </c:pt>
                <c:pt idx="832">
                  <c:v>39855</c:v>
                </c:pt>
                <c:pt idx="833">
                  <c:v>39856</c:v>
                </c:pt>
                <c:pt idx="834">
                  <c:v>39857</c:v>
                </c:pt>
                <c:pt idx="835">
                  <c:v>39858</c:v>
                </c:pt>
                <c:pt idx="836">
                  <c:v>39859</c:v>
                </c:pt>
                <c:pt idx="837">
                  <c:v>39860</c:v>
                </c:pt>
                <c:pt idx="838">
                  <c:v>39861</c:v>
                </c:pt>
                <c:pt idx="839">
                  <c:v>39862</c:v>
                </c:pt>
                <c:pt idx="840">
                  <c:v>39863</c:v>
                </c:pt>
                <c:pt idx="841">
                  <c:v>39864</c:v>
                </c:pt>
                <c:pt idx="842">
                  <c:v>39865</c:v>
                </c:pt>
                <c:pt idx="843">
                  <c:v>39866</c:v>
                </c:pt>
                <c:pt idx="844">
                  <c:v>39867</c:v>
                </c:pt>
                <c:pt idx="845">
                  <c:v>39868</c:v>
                </c:pt>
                <c:pt idx="846">
                  <c:v>39869</c:v>
                </c:pt>
                <c:pt idx="847">
                  <c:v>39870</c:v>
                </c:pt>
                <c:pt idx="848">
                  <c:v>39871</c:v>
                </c:pt>
                <c:pt idx="849">
                  <c:v>39872</c:v>
                </c:pt>
                <c:pt idx="850">
                  <c:v>39873</c:v>
                </c:pt>
                <c:pt idx="851">
                  <c:v>39874</c:v>
                </c:pt>
                <c:pt idx="852">
                  <c:v>39875</c:v>
                </c:pt>
                <c:pt idx="853">
                  <c:v>39876</c:v>
                </c:pt>
                <c:pt idx="854">
                  <c:v>39877</c:v>
                </c:pt>
                <c:pt idx="855">
                  <c:v>39878</c:v>
                </c:pt>
                <c:pt idx="856">
                  <c:v>39879</c:v>
                </c:pt>
                <c:pt idx="857">
                  <c:v>39880</c:v>
                </c:pt>
                <c:pt idx="858">
                  <c:v>39881</c:v>
                </c:pt>
                <c:pt idx="859">
                  <c:v>39882</c:v>
                </c:pt>
                <c:pt idx="860">
                  <c:v>39883</c:v>
                </c:pt>
                <c:pt idx="861">
                  <c:v>39884</c:v>
                </c:pt>
                <c:pt idx="862">
                  <c:v>39885</c:v>
                </c:pt>
                <c:pt idx="863">
                  <c:v>39886</c:v>
                </c:pt>
                <c:pt idx="864">
                  <c:v>39887</c:v>
                </c:pt>
                <c:pt idx="865">
                  <c:v>39888</c:v>
                </c:pt>
                <c:pt idx="866">
                  <c:v>39889</c:v>
                </c:pt>
                <c:pt idx="867">
                  <c:v>39890</c:v>
                </c:pt>
                <c:pt idx="868">
                  <c:v>39891</c:v>
                </c:pt>
                <c:pt idx="869">
                  <c:v>39892</c:v>
                </c:pt>
                <c:pt idx="870">
                  <c:v>39893</c:v>
                </c:pt>
                <c:pt idx="871">
                  <c:v>39894</c:v>
                </c:pt>
                <c:pt idx="872">
                  <c:v>39895</c:v>
                </c:pt>
                <c:pt idx="873">
                  <c:v>39896</c:v>
                </c:pt>
                <c:pt idx="874">
                  <c:v>39897</c:v>
                </c:pt>
                <c:pt idx="875">
                  <c:v>39898</c:v>
                </c:pt>
                <c:pt idx="876">
                  <c:v>39899</c:v>
                </c:pt>
                <c:pt idx="877">
                  <c:v>39900</c:v>
                </c:pt>
                <c:pt idx="878">
                  <c:v>39901</c:v>
                </c:pt>
                <c:pt idx="879">
                  <c:v>39902</c:v>
                </c:pt>
                <c:pt idx="880">
                  <c:v>39903</c:v>
                </c:pt>
                <c:pt idx="881">
                  <c:v>39904</c:v>
                </c:pt>
                <c:pt idx="882">
                  <c:v>39905</c:v>
                </c:pt>
                <c:pt idx="883">
                  <c:v>39906</c:v>
                </c:pt>
                <c:pt idx="884">
                  <c:v>39907</c:v>
                </c:pt>
                <c:pt idx="885">
                  <c:v>39908</c:v>
                </c:pt>
                <c:pt idx="886">
                  <c:v>39909</c:v>
                </c:pt>
                <c:pt idx="887">
                  <c:v>39910</c:v>
                </c:pt>
                <c:pt idx="888">
                  <c:v>39911</c:v>
                </c:pt>
                <c:pt idx="889">
                  <c:v>39912</c:v>
                </c:pt>
                <c:pt idx="890">
                  <c:v>39913</c:v>
                </c:pt>
                <c:pt idx="891">
                  <c:v>39914</c:v>
                </c:pt>
                <c:pt idx="892">
                  <c:v>39915</c:v>
                </c:pt>
                <c:pt idx="893">
                  <c:v>39916</c:v>
                </c:pt>
                <c:pt idx="894">
                  <c:v>39917</c:v>
                </c:pt>
                <c:pt idx="895">
                  <c:v>39918</c:v>
                </c:pt>
                <c:pt idx="896">
                  <c:v>39919</c:v>
                </c:pt>
                <c:pt idx="897">
                  <c:v>39920</c:v>
                </c:pt>
                <c:pt idx="898">
                  <c:v>39921</c:v>
                </c:pt>
                <c:pt idx="899">
                  <c:v>39922</c:v>
                </c:pt>
                <c:pt idx="900">
                  <c:v>39923</c:v>
                </c:pt>
                <c:pt idx="901">
                  <c:v>39924</c:v>
                </c:pt>
                <c:pt idx="902">
                  <c:v>39925</c:v>
                </c:pt>
                <c:pt idx="903">
                  <c:v>39926</c:v>
                </c:pt>
                <c:pt idx="904">
                  <c:v>39927</c:v>
                </c:pt>
                <c:pt idx="905">
                  <c:v>39928</c:v>
                </c:pt>
                <c:pt idx="906">
                  <c:v>39929</c:v>
                </c:pt>
                <c:pt idx="907">
                  <c:v>39930</c:v>
                </c:pt>
                <c:pt idx="908">
                  <c:v>39931</c:v>
                </c:pt>
                <c:pt idx="909">
                  <c:v>39932</c:v>
                </c:pt>
                <c:pt idx="910">
                  <c:v>39933</c:v>
                </c:pt>
                <c:pt idx="911">
                  <c:v>39934</c:v>
                </c:pt>
                <c:pt idx="912">
                  <c:v>39935</c:v>
                </c:pt>
                <c:pt idx="913">
                  <c:v>39936</c:v>
                </c:pt>
                <c:pt idx="914">
                  <c:v>39937</c:v>
                </c:pt>
                <c:pt idx="915">
                  <c:v>39938</c:v>
                </c:pt>
                <c:pt idx="916">
                  <c:v>39939</c:v>
                </c:pt>
                <c:pt idx="917">
                  <c:v>39940</c:v>
                </c:pt>
                <c:pt idx="918">
                  <c:v>39941</c:v>
                </c:pt>
                <c:pt idx="919">
                  <c:v>39942</c:v>
                </c:pt>
                <c:pt idx="920">
                  <c:v>39943</c:v>
                </c:pt>
                <c:pt idx="921">
                  <c:v>39944</c:v>
                </c:pt>
                <c:pt idx="922">
                  <c:v>39945</c:v>
                </c:pt>
                <c:pt idx="923">
                  <c:v>39946</c:v>
                </c:pt>
                <c:pt idx="924">
                  <c:v>39947</c:v>
                </c:pt>
                <c:pt idx="925">
                  <c:v>39948</c:v>
                </c:pt>
                <c:pt idx="926">
                  <c:v>39949</c:v>
                </c:pt>
                <c:pt idx="927">
                  <c:v>39950</c:v>
                </c:pt>
                <c:pt idx="928">
                  <c:v>39951</c:v>
                </c:pt>
                <c:pt idx="929">
                  <c:v>39952</c:v>
                </c:pt>
                <c:pt idx="930">
                  <c:v>39953</c:v>
                </c:pt>
                <c:pt idx="931">
                  <c:v>39954</c:v>
                </c:pt>
                <c:pt idx="932">
                  <c:v>39955</c:v>
                </c:pt>
                <c:pt idx="933">
                  <c:v>39956</c:v>
                </c:pt>
                <c:pt idx="934">
                  <c:v>39957</c:v>
                </c:pt>
                <c:pt idx="935">
                  <c:v>39958</c:v>
                </c:pt>
                <c:pt idx="936">
                  <c:v>39959</c:v>
                </c:pt>
                <c:pt idx="937">
                  <c:v>39960</c:v>
                </c:pt>
                <c:pt idx="938">
                  <c:v>39961</c:v>
                </c:pt>
                <c:pt idx="939">
                  <c:v>39962</c:v>
                </c:pt>
                <c:pt idx="940">
                  <c:v>39963</c:v>
                </c:pt>
                <c:pt idx="941">
                  <c:v>39964</c:v>
                </c:pt>
                <c:pt idx="942">
                  <c:v>39965</c:v>
                </c:pt>
                <c:pt idx="943">
                  <c:v>39966</c:v>
                </c:pt>
                <c:pt idx="944">
                  <c:v>39967</c:v>
                </c:pt>
                <c:pt idx="945">
                  <c:v>39968</c:v>
                </c:pt>
                <c:pt idx="946">
                  <c:v>39969</c:v>
                </c:pt>
                <c:pt idx="947">
                  <c:v>39970</c:v>
                </c:pt>
                <c:pt idx="948">
                  <c:v>39971</c:v>
                </c:pt>
                <c:pt idx="949">
                  <c:v>39972</c:v>
                </c:pt>
                <c:pt idx="950">
                  <c:v>39973</c:v>
                </c:pt>
                <c:pt idx="951">
                  <c:v>39974</c:v>
                </c:pt>
                <c:pt idx="952">
                  <c:v>39975</c:v>
                </c:pt>
                <c:pt idx="953">
                  <c:v>39976</c:v>
                </c:pt>
                <c:pt idx="954">
                  <c:v>39977</c:v>
                </c:pt>
                <c:pt idx="955">
                  <c:v>39978</c:v>
                </c:pt>
                <c:pt idx="956">
                  <c:v>39979</c:v>
                </c:pt>
                <c:pt idx="957">
                  <c:v>39980</c:v>
                </c:pt>
                <c:pt idx="958">
                  <c:v>39981</c:v>
                </c:pt>
                <c:pt idx="959">
                  <c:v>39982</c:v>
                </c:pt>
                <c:pt idx="960">
                  <c:v>39983</c:v>
                </c:pt>
                <c:pt idx="961">
                  <c:v>39984</c:v>
                </c:pt>
                <c:pt idx="962">
                  <c:v>39985</c:v>
                </c:pt>
                <c:pt idx="963">
                  <c:v>39986</c:v>
                </c:pt>
                <c:pt idx="964">
                  <c:v>39987</c:v>
                </c:pt>
                <c:pt idx="965">
                  <c:v>39988</c:v>
                </c:pt>
                <c:pt idx="966">
                  <c:v>39989</c:v>
                </c:pt>
                <c:pt idx="967">
                  <c:v>39990</c:v>
                </c:pt>
                <c:pt idx="968">
                  <c:v>39991</c:v>
                </c:pt>
                <c:pt idx="969">
                  <c:v>39992</c:v>
                </c:pt>
                <c:pt idx="970">
                  <c:v>39993</c:v>
                </c:pt>
                <c:pt idx="971">
                  <c:v>39994</c:v>
                </c:pt>
                <c:pt idx="972">
                  <c:v>39995</c:v>
                </c:pt>
                <c:pt idx="973">
                  <c:v>39996</c:v>
                </c:pt>
                <c:pt idx="974">
                  <c:v>39997</c:v>
                </c:pt>
                <c:pt idx="975">
                  <c:v>39998</c:v>
                </c:pt>
                <c:pt idx="976">
                  <c:v>39999</c:v>
                </c:pt>
                <c:pt idx="977">
                  <c:v>40000</c:v>
                </c:pt>
                <c:pt idx="978">
                  <c:v>40001</c:v>
                </c:pt>
                <c:pt idx="979">
                  <c:v>40002</c:v>
                </c:pt>
                <c:pt idx="980">
                  <c:v>40003</c:v>
                </c:pt>
                <c:pt idx="981">
                  <c:v>40004</c:v>
                </c:pt>
                <c:pt idx="982">
                  <c:v>40005</c:v>
                </c:pt>
                <c:pt idx="983">
                  <c:v>40006</c:v>
                </c:pt>
                <c:pt idx="984">
                  <c:v>40007</c:v>
                </c:pt>
                <c:pt idx="985">
                  <c:v>40008</c:v>
                </c:pt>
                <c:pt idx="986">
                  <c:v>40009</c:v>
                </c:pt>
                <c:pt idx="987">
                  <c:v>40010</c:v>
                </c:pt>
                <c:pt idx="988">
                  <c:v>40011</c:v>
                </c:pt>
                <c:pt idx="989">
                  <c:v>40012</c:v>
                </c:pt>
                <c:pt idx="990">
                  <c:v>40013</c:v>
                </c:pt>
                <c:pt idx="991">
                  <c:v>40014</c:v>
                </c:pt>
                <c:pt idx="992">
                  <c:v>40015</c:v>
                </c:pt>
                <c:pt idx="993">
                  <c:v>40016</c:v>
                </c:pt>
                <c:pt idx="994">
                  <c:v>40017</c:v>
                </c:pt>
                <c:pt idx="995">
                  <c:v>40018</c:v>
                </c:pt>
                <c:pt idx="996">
                  <c:v>40019</c:v>
                </c:pt>
                <c:pt idx="997">
                  <c:v>40020</c:v>
                </c:pt>
                <c:pt idx="998">
                  <c:v>40021</c:v>
                </c:pt>
                <c:pt idx="999">
                  <c:v>40022</c:v>
                </c:pt>
                <c:pt idx="1000">
                  <c:v>40023</c:v>
                </c:pt>
                <c:pt idx="1001">
                  <c:v>40024</c:v>
                </c:pt>
                <c:pt idx="1002">
                  <c:v>40025</c:v>
                </c:pt>
                <c:pt idx="1003">
                  <c:v>40026</c:v>
                </c:pt>
                <c:pt idx="1004">
                  <c:v>40027</c:v>
                </c:pt>
                <c:pt idx="1005">
                  <c:v>40028</c:v>
                </c:pt>
                <c:pt idx="1006">
                  <c:v>40029</c:v>
                </c:pt>
                <c:pt idx="1007">
                  <c:v>40030</c:v>
                </c:pt>
                <c:pt idx="1008">
                  <c:v>40031</c:v>
                </c:pt>
                <c:pt idx="1009">
                  <c:v>40032</c:v>
                </c:pt>
                <c:pt idx="1010">
                  <c:v>40033</c:v>
                </c:pt>
                <c:pt idx="1011">
                  <c:v>40034</c:v>
                </c:pt>
                <c:pt idx="1012">
                  <c:v>40035</c:v>
                </c:pt>
                <c:pt idx="1013">
                  <c:v>40036</c:v>
                </c:pt>
                <c:pt idx="1014">
                  <c:v>40037</c:v>
                </c:pt>
                <c:pt idx="1015">
                  <c:v>40038</c:v>
                </c:pt>
                <c:pt idx="1016">
                  <c:v>40039</c:v>
                </c:pt>
                <c:pt idx="1017">
                  <c:v>40040</c:v>
                </c:pt>
                <c:pt idx="1018">
                  <c:v>40041</c:v>
                </c:pt>
                <c:pt idx="1019">
                  <c:v>40042</c:v>
                </c:pt>
                <c:pt idx="1020">
                  <c:v>40043</c:v>
                </c:pt>
                <c:pt idx="1021">
                  <c:v>40044</c:v>
                </c:pt>
                <c:pt idx="1022">
                  <c:v>40045</c:v>
                </c:pt>
                <c:pt idx="1023">
                  <c:v>40046</c:v>
                </c:pt>
                <c:pt idx="1024">
                  <c:v>40047</c:v>
                </c:pt>
                <c:pt idx="1025">
                  <c:v>40048</c:v>
                </c:pt>
                <c:pt idx="1026">
                  <c:v>40049</c:v>
                </c:pt>
                <c:pt idx="1027">
                  <c:v>40050</c:v>
                </c:pt>
                <c:pt idx="1028">
                  <c:v>40051</c:v>
                </c:pt>
                <c:pt idx="1029">
                  <c:v>40052</c:v>
                </c:pt>
                <c:pt idx="1030">
                  <c:v>40053</c:v>
                </c:pt>
                <c:pt idx="1031">
                  <c:v>40054</c:v>
                </c:pt>
                <c:pt idx="1032">
                  <c:v>40055</c:v>
                </c:pt>
                <c:pt idx="1033">
                  <c:v>40056</c:v>
                </c:pt>
                <c:pt idx="1034">
                  <c:v>40057</c:v>
                </c:pt>
                <c:pt idx="1035">
                  <c:v>40058</c:v>
                </c:pt>
                <c:pt idx="1036">
                  <c:v>40059</c:v>
                </c:pt>
                <c:pt idx="1037">
                  <c:v>40060</c:v>
                </c:pt>
                <c:pt idx="1038">
                  <c:v>40061</c:v>
                </c:pt>
                <c:pt idx="1039">
                  <c:v>40062</c:v>
                </c:pt>
                <c:pt idx="1040">
                  <c:v>40063</c:v>
                </c:pt>
                <c:pt idx="1041">
                  <c:v>40064</c:v>
                </c:pt>
                <c:pt idx="1042">
                  <c:v>40065</c:v>
                </c:pt>
                <c:pt idx="1043">
                  <c:v>40066</c:v>
                </c:pt>
                <c:pt idx="1044">
                  <c:v>40067</c:v>
                </c:pt>
                <c:pt idx="1045">
                  <c:v>40068</c:v>
                </c:pt>
                <c:pt idx="1046">
                  <c:v>40069</c:v>
                </c:pt>
                <c:pt idx="1047">
                  <c:v>40070</c:v>
                </c:pt>
                <c:pt idx="1048">
                  <c:v>40071</c:v>
                </c:pt>
                <c:pt idx="1049">
                  <c:v>40072</c:v>
                </c:pt>
                <c:pt idx="1050">
                  <c:v>40073</c:v>
                </c:pt>
                <c:pt idx="1051">
                  <c:v>40074</c:v>
                </c:pt>
                <c:pt idx="1052">
                  <c:v>40075</c:v>
                </c:pt>
                <c:pt idx="1053">
                  <c:v>40076</c:v>
                </c:pt>
                <c:pt idx="1054">
                  <c:v>40077</c:v>
                </c:pt>
                <c:pt idx="1055">
                  <c:v>40078</c:v>
                </c:pt>
                <c:pt idx="1056">
                  <c:v>40079</c:v>
                </c:pt>
                <c:pt idx="1057">
                  <c:v>40080</c:v>
                </c:pt>
                <c:pt idx="1058">
                  <c:v>40081</c:v>
                </c:pt>
                <c:pt idx="1059">
                  <c:v>40082</c:v>
                </c:pt>
                <c:pt idx="1060">
                  <c:v>40083</c:v>
                </c:pt>
                <c:pt idx="1061">
                  <c:v>40084</c:v>
                </c:pt>
                <c:pt idx="1062">
                  <c:v>40085</c:v>
                </c:pt>
                <c:pt idx="1063">
                  <c:v>40086</c:v>
                </c:pt>
                <c:pt idx="1064">
                  <c:v>40087</c:v>
                </c:pt>
                <c:pt idx="1065">
                  <c:v>40088</c:v>
                </c:pt>
                <c:pt idx="1066">
                  <c:v>40089</c:v>
                </c:pt>
                <c:pt idx="1067">
                  <c:v>40090</c:v>
                </c:pt>
                <c:pt idx="1068">
                  <c:v>40091</c:v>
                </c:pt>
                <c:pt idx="1069">
                  <c:v>40092</c:v>
                </c:pt>
                <c:pt idx="1070">
                  <c:v>40093</c:v>
                </c:pt>
                <c:pt idx="1071">
                  <c:v>40094</c:v>
                </c:pt>
                <c:pt idx="1072">
                  <c:v>40095</c:v>
                </c:pt>
                <c:pt idx="1073">
                  <c:v>40096</c:v>
                </c:pt>
                <c:pt idx="1074">
                  <c:v>40097</c:v>
                </c:pt>
                <c:pt idx="1075">
                  <c:v>40098</c:v>
                </c:pt>
                <c:pt idx="1076">
                  <c:v>40099</c:v>
                </c:pt>
                <c:pt idx="1077">
                  <c:v>40100</c:v>
                </c:pt>
                <c:pt idx="1078">
                  <c:v>40101</c:v>
                </c:pt>
                <c:pt idx="1079">
                  <c:v>40102</c:v>
                </c:pt>
                <c:pt idx="1080">
                  <c:v>40103</c:v>
                </c:pt>
                <c:pt idx="1081">
                  <c:v>40104</c:v>
                </c:pt>
                <c:pt idx="1082">
                  <c:v>40105</c:v>
                </c:pt>
                <c:pt idx="1083">
                  <c:v>40106</c:v>
                </c:pt>
                <c:pt idx="1084">
                  <c:v>40107</c:v>
                </c:pt>
                <c:pt idx="1085">
                  <c:v>40108</c:v>
                </c:pt>
                <c:pt idx="1086">
                  <c:v>40109</c:v>
                </c:pt>
                <c:pt idx="1087">
                  <c:v>40110</c:v>
                </c:pt>
                <c:pt idx="1088">
                  <c:v>40111</c:v>
                </c:pt>
                <c:pt idx="1089">
                  <c:v>40112</c:v>
                </c:pt>
                <c:pt idx="1090">
                  <c:v>40113</c:v>
                </c:pt>
                <c:pt idx="1091">
                  <c:v>40114</c:v>
                </c:pt>
                <c:pt idx="1092">
                  <c:v>40115</c:v>
                </c:pt>
                <c:pt idx="1093">
                  <c:v>40116</c:v>
                </c:pt>
                <c:pt idx="1094">
                  <c:v>40117</c:v>
                </c:pt>
                <c:pt idx="1095">
                  <c:v>40118</c:v>
                </c:pt>
                <c:pt idx="1096">
                  <c:v>40119</c:v>
                </c:pt>
                <c:pt idx="1097">
                  <c:v>40120</c:v>
                </c:pt>
                <c:pt idx="1098">
                  <c:v>40121</c:v>
                </c:pt>
                <c:pt idx="1099">
                  <c:v>40122</c:v>
                </c:pt>
                <c:pt idx="1100">
                  <c:v>40123</c:v>
                </c:pt>
                <c:pt idx="1101">
                  <c:v>40124</c:v>
                </c:pt>
                <c:pt idx="1102">
                  <c:v>40125</c:v>
                </c:pt>
                <c:pt idx="1103">
                  <c:v>40126</c:v>
                </c:pt>
                <c:pt idx="1104">
                  <c:v>40127</c:v>
                </c:pt>
                <c:pt idx="1105">
                  <c:v>40128</c:v>
                </c:pt>
                <c:pt idx="1106">
                  <c:v>40129</c:v>
                </c:pt>
                <c:pt idx="1107">
                  <c:v>40130</c:v>
                </c:pt>
                <c:pt idx="1108">
                  <c:v>40131</c:v>
                </c:pt>
                <c:pt idx="1109">
                  <c:v>40132</c:v>
                </c:pt>
                <c:pt idx="1110">
                  <c:v>40133</c:v>
                </c:pt>
                <c:pt idx="1111">
                  <c:v>40134</c:v>
                </c:pt>
                <c:pt idx="1112">
                  <c:v>40135</c:v>
                </c:pt>
                <c:pt idx="1113">
                  <c:v>40136</c:v>
                </c:pt>
                <c:pt idx="1114">
                  <c:v>40137</c:v>
                </c:pt>
                <c:pt idx="1115">
                  <c:v>40138</c:v>
                </c:pt>
                <c:pt idx="1116">
                  <c:v>40139</c:v>
                </c:pt>
                <c:pt idx="1117">
                  <c:v>40140</c:v>
                </c:pt>
                <c:pt idx="1118">
                  <c:v>40141</c:v>
                </c:pt>
                <c:pt idx="1119">
                  <c:v>40142</c:v>
                </c:pt>
                <c:pt idx="1120">
                  <c:v>40143</c:v>
                </c:pt>
                <c:pt idx="1121">
                  <c:v>40144</c:v>
                </c:pt>
                <c:pt idx="1122">
                  <c:v>40145</c:v>
                </c:pt>
                <c:pt idx="1123">
                  <c:v>40146</c:v>
                </c:pt>
                <c:pt idx="1124">
                  <c:v>40147</c:v>
                </c:pt>
                <c:pt idx="1125">
                  <c:v>40148</c:v>
                </c:pt>
                <c:pt idx="1126">
                  <c:v>40149</c:v>
                </c:pt>
                <c:pt idx="1127">
                  <c:v>40150</c:v>
                </c:pt>
                <c:pt idx="1128">
                  <c:v>40151</c:v>
                </c:pt>
                <c:pt idx="1129">
                  <c:v>40152</c:v>
                </c:pt>
                <c:pt idx="1130">
                  <c:v>40153</c:v>
                </c:pt>
                <c:pt idx="1131">
                  <c:v>40154</c:v>
                </c:pt>
                <c:pt idx="1132">
                  <c:v>40155</c:v>
                </c:pt>
                <c:pt idx="1133">
                  <c:v>40156</c:v>
                </c:pt>
                <c:pt idx="1134">
                  <c:v>40157</c:v>
                </c:pt>
                <c:pt idx="1135">
                  <c:v>40158</c:v>
                </c:pt>
                <c:pt idx="1136">
                  <c:v>40159</c:v>
                </c:pt>
                <c:pt idx="1137">
                  <c:v>40160</c:v>
                </c:pt>
                <c:pt idx="1138">
                  <c:v>40161</c:v>
                </c:pt>
                <c:pt idx="1139">
                  <c:v>40162</c:v>
                </c:pt>
                <c:pt idx="1140">
                  <c:v>40163</c:v>
                </c:pt>
                <c:pt idx="1141">
                  <c:v>40164</c:v>
                </c:pt>
                <c:pt idx="1142">
                  <c:v>40165</c:v>
                </c:pt>
                <c:pt idx="1143">
                  <c:v>40166</c:v>
                </c:pt>
                <c:pt idx="1144">
                  <c:v>40167</c:v>
                </c:pt>
                <c:pt idx="1145">
                  <c:v>40168</c:v>
                </c:pt>
                <c:pt idx="1146">
                  <c:v>40169</c:v>
                </c:pt>
                <c:pt idx="1147">
                  <c:v>40170</c:v>
                </c:pt>
                <c:pt idx="1148">
                  <c:v>40171</c:v>
                </c:pt>
                <c:pt idx="1149">
                  <c:v>40172</c:v>
                </c:pt>
                <c:pt idx="1150">
                  <c:v>40173</c:v>
                </c:pt>
                <c:pt idx="1151">
                  <c:v>40174</c:v>
                </c:pt>
                <c:pt idx="1152">
                  <c:v>40175</c:v>
                </c:pt>
                <c:pt idx="1153">
                  <c:v>40176</c:v>
                </c:pt>
                <c:pt idx="1154">
                  <c:v>40177</c:v>
                </c:pt>
                <c:pt idx="1155">
                  <c:v>40178</c:v>
                </c:pt>
                <c:pt idx="1156">
                  <c:v>40179</c:v>
                </c:pt>
                <c:pt idx="1157">
                  <c:v>40180</c:v>
                </c:pt>
                <c:pt idx="1158">
                  <c:v>40181</c:v>
                </c:pt>
                <c:pt idx="1159">
                  <c:v>40182</c:v>
                </c:pt>
                <c:pt idx="1160">
                  <c:v>40183</c:v>
                </c:pt>
                <c:pt idx="1161">
                  <c:v>40184</c:v>
                </c:pt>
                <c:pt idx="1162">
                  <c:v>40185</c:v>
                </c:pt>
                <c:pt idx="1163">
                  <c:v>40186</c:v>
                </c:pt>
                <c:pt idx="1164">
                  <c:v>40187</c:v>
                </c:pt>
                <c:pt idx="1165">
                  <c:v>40188</c:v>
                </c:pt>
                <c:pt idx="1166">
                  <c:v>40189</c:v>
                </c:pt>
                <c:pt idx="1167">
                  <c:v>40190</c:v>
                </c:pt>
                <c:pt idx="1168">
                  <c:v>40191</c:v>
                </c:pt>
                <c:pt idx="1169">
                  <c:v>40192</c:v>
                </c:pt>
                <c:pt idx="1170">
                  <c:v>40193</c:v>
                </c:pt>
                <c:pt idx="1171">
                  <c:v>40194</c:v>
                </c:pt>
                <c:pt idx="1172">
                  <c:v>40195</c:v>
                </c:pt>
                <c:pt idx="1173">
                  <c:v>40196</c:v>
                </c:pt>
                <c:pt idx="1174">
                  <c:v>40197</c:v>
                </c:pt>
                <c:pt idx="1175">
                  <c:v>40198</c:v>
                </c:pt>
                <c:pt idx="1176">
                  <c:v>40199</c:v>
                </c:pt>
                <c:pt idx="1177">
                  <c:v>40200</c:v>
                </c:pt>
                <c:pt idx="1178">
                  <c:v>40201</c:v>
                </c:pt>
                <c:pt idx="1179">
                  <c:v>40202</c:v>
                </c:pt>
                <c:pt idx="1180">
                  <c:v>40203</c:v>
                </c:pt>
                <c:pt idx="1181">
                  <c:v>40204</c:v>
                </c:pt>
                <c:pt idx="1182">
                  <c:v>40205</c:v>
                </c:pt>
                <c:pt idx="1183">
                  <c:v>40206</c:v>
                </c:pt>
                <c:pt idx="1184">
                  <c:v>40207</c:v>
                </c:pt>
                <c:pt idx="1185">
                  <c:v>40208</c:v>
                </c:pt>
                <c:pt idx="1186">
                  <c:v>40209</c:v>
                </c:pt>
                <c:pt idx="1187">
                  <c:v>40210</c:v>
                </c:pt>
                <c:pt idx="1188">
                  <c:v>40211</c:v>
                </c:pt>
                <c:pt idx="1189">
                  <c:v>40212</c:v>
                </c:pt>
                <c:pt idx="1190">
                  <c:v>40213</c:v>
                </c:pt>
                <c:pt idx="1191">
                  <c:v>40214</c:v>
                </c:pt>
                <c:pt idx="1192">
                  <c:v>40215</c:v>
                </c:pt>
                <c:pt idx="1193">
                  <c:v>40216</c:v>
                </c:pt>
                <c:pt idx="1194">
                  <c:v>40217</c:v>
                </c:pt>
                <c:pt idx="1195">
                  <c:v>40218</c:v>
                </c:pt>
                <c:pt idx="1196">
                  <c:v>40219</c:v>
                </c:pt>
                <c:pt idx="1197">
                  <c:v>40220</c:v>
                </c:pt>
                <c:pt idx="1198">
                  <c:v>40221</c:v>
                </c:pt>
                <c:pt idx="1199">
                  <c:v>40222</c:v>
                </c:pt>
                <c:pt idx="1200">
                  <c:v>40223</c:v>
                </c:pt>
                <c:pt idx="1201">
                  <c:v>40224</c:v>
                </c:pt>
                <c:pt idx="1202">
                  <c:v>40225</c:v>
                </c:pt>
                <c:pt idx="1203">
                  <c:v>40226</c:v>
                </c:pt>
                <c:pt idx="1204">
                  <c:v>40227</c:v>
                </c:pt>
                <c:pt idx="1205">
                  <c:v>40228</c:v>
                </c:pt>
                <c:pt idx="1206">
                  <c:v>40229</c:v>
                </c:pt>
                <c:pt idx="1207">
                  <c:v>40230</c:v>
                </c:pt>
                <c:pt idx="1208">
                  <c:v>40231</c:v>
                </c:pt>
                <c:pt idx="1209">
                  <c:v>40232</c:v>
                </c:pt>
                <c:pt idx="1210">
                  <c:v>40233</c:v>
                </c:pt>
                <c:pt idx="1211">
                  <c:v>40234</c:v>
                </c:pt>
                <c:pt idx="1212">
                  <c:v>40235</c:v>
                </c:pt>
                <c:pt idx="1213">
                  <c:v>40236</c:v>
                </c:pt>
                <c:pt idx="1214">
                  <c:v>40237</c:v>
                </c:pt>
                <c:pt idx="1215">
                  <c:v>40238</c:v>
                </c:pt>
                <c:pt idx="1216">
                  <c:v>40239</c:v>
                </c:pt>
                <c:pt idx="1217">
                  <c:v>40240</c:v>
                </c:pt>
                <c:pt idx="1218">
                  <c:v>40241</c:v>
                </c:pt>
                <c:pt idx="1219">
                  <c:v>40242</c:v>
                </c:pt>
                <c:pt idx="1220">
                  <c:v>40243</c:v>
                </c:pt>
                <c:pt idx="1221">
                  <c:v>40244</c:v>
                </c:pt>
                <c:pt idx="1222">
                  <c:v>40245</c:v>
                </c:pt>
                <c:pt idx="1223">
                  <c:v>40246</c:v>
                </c:pt>
                <c:pt idx="1224">
                  <c:v>40247</c:v>
                </c:pt>
                <c:pt idx="1225">
                  <c:v>40248</c:v>
                </c:pt>
                <c:pt idx="1226">
                  <c:v>40249</c:v>
                </c:pt>
                <c:pt idx="1227">
                  <c:v>40250</c:v>
                </c:pt>
                <c:pt idx="1228">
                  <c:v>40251</c:v>
                </c:pt>
                <c:pt idx="1229">
                  <c:v>40252</c:v>
                </c:pt>
                <c:pt idx="1230">
                  <c:v>40253</c:v>
                </c:pt>
                <c:pt idx="1231">
                  <c:v>40254</c:v>
                </c:pt>
                <c:pt idx="1232">
                  <c:v>40255</c:v>
                </c:pt>
                <c:pt idx="1233">
                  <c:v>40256</c:v>
                </c:pt>
                <c:pt idx="1234">
                  <c:v>40257</c:v>
                </c:pt>
                <c:pt idx="1235">
                  <c:v>40258</c:v>
                </c:pt>
                <c:pt idx="1236">
                  <c:v>40259</c:v>
                </c:pt>
                <c:pt idx="1237">
                  <c:v>40260</c:v>
                </c:pt>
                <c:pt idx="1238">
                  <c:v>40261</c:v>
                </c:pt>
                <c:pt idx="1239">
                  <c:v>40262</c:v>
                </c:pt>
                <c:pt idx="1240">
                  <c:v>40263</c:v>
                </c:pt>
                <c:pt idx="1241">
                  <c:v>40264</c:v>
                </c:pt>
                <c:pt idx="1242">
                  <c:v>40265</c:v>
                </c:pt>
                <c:pt idx="1243">
                  <c:v>40266</c:v>
                </c:pt>
                <c:pt idx="1244">
                  <c:v>40267</c:v>
                </c:pt>
                <c:pt idx="1245">
                  <c:v>40268</c:v>
                </c:pt>
                <c:pt idx="1246">
                  <c:v>40269</c:v>
                </c:pt>
                <c:pt idx="1247">
                  <c:v>40270</c:v>
                </c:pt>
                <c:pt idx="1248">
                  <c:v>40271</c:v>
                </c:pt>
                <c:pt idx="1249">
                  <c:v>40272</c:v>
                </c:pt>
                <c:pt idx="1250">
                  <c:v>40273</c:v>
                </c:pt>
                <c:pt idx="1251">
                  <c:v>40274</c:v>
                </c:pt>
                <c:pt idx="1252">
                  <c:v>40275</c:v>
                </c:pt>
                <c:pt idx="1253">
                  <c:v>40276</c:v>
                </c:pt>
                <c:pt idx="1254">
                  <c:v>40277</c:v>
                </c:pt>
                <c:pt idx="1255">
                  <c:v>40278</c:v>
                </c:pt>
                <c:pt idx="1256">
                  <c:v>40279</c:v>
                </c:pt>
                <c:pt idx="1257">
                  <c:v>40280</c:v>
                </c:pt>
                <c:pt idx="1258">
                  <c:v>40281</c:v>
                </c:pt>
                <c:pt idx="1259">
                  <c:v>40282</c:v>
                </c:pt>
                <c:pt idx="1260">
                  <c:v>40283</c:v>
                </c:pt>
                <c:pt idx="1261">
                  <c:v>40284</c:v>
                </c:pt>
                <c:pt idx="1262">
                  <c:v>40285</c:v>
                </c:pt>
                <c:pt idx="1263">
                  <c:v>40286</c:v>
                </c:pt>
                <c:pt idx="1264">
                  <c:v>40287</c:v>
                </c:pt>
                <c:pt idx="1265">
                  <c:v>40288</c:v>
                </c:pt>
                <c:pt idx="1266">
                  <c:v>40289</c:v>
                </c:pt>
                <c:pt idx="1267">
                  <c:v>40290</c:v>
                </c:pt>
                <c:pt idx="1268">
                  <c:v>40291</c:v>
                </c:pt>
                <c:pt idx="1269">
                  <c:v>40292</c:v>
                </c:pt>
                <c:pt idx="1270">
                  <c:v>40293</c:v>
                </c:pt>
                <c:pt idx="1271">
                  <c:v>40294</c:v>
                </c:pt>
                <c:pt idx="1272">
                  <c:v>40295</c:v>
                </c:pt>
                <c:pt idx="1273">
                  <c:v>40296</c:v>
                </c:pt>
                <c:pt idx="1274">
                  <c:v>40297</c:v>
                </c:pt>
                <c:pt idx="1275">
                  <c:v>40298</c:v>
                </c:pt>
                <c:pt idx="1276">
                  <c:v>40299</c:v>
                </c:pt>
                <c:pt idx="1277">
                  <c:v>40300</c:v>
                </c:pt>
                <c:pt idx="1278">
                  <c:v>40301</c:v>
                </c:pt>
                <c:pt idx="1279">
                  <c:v>40302</c:v>
                </c:pt>
                <c:pt idx="1280">
                  <c:v>40303</c:v>
                </c:pt>
                <c:pt idx="1281">
                  <c:v>40304</c:v>
                </c:pt>
                <c:pt idx="1282">
                  <c:v>40305</c:v>
                </c:pt>
                <c:pt idx="1283">
                  <c:v>40306</c:v>
                </c:pt>
                <c:pt idx="1284">
                  <c:v>40307</c:v>
                </c:pt>
                <c:pt idx="1285">
                  <c:v>40308</c:v>
                </c:pt>
                <c:pt idx="1286">
                  <c:v>40309</c:v>
                </c:pt>
                <c:pt idx="1287">
                  <c:v>40310</c:v>
                </c:pt>
                <c:pt idx="1288">
                  <c:v>40311</c:v>
                </c:pt>
                <c:pt idx="1289">
                  <c:v>40312</c:v>
                </c:pt>
                <c:pt idx="1290">
                  <c:v>40313</c:v>
                </c:pt>
                <c:pt idx="1291">
                  <c:v>40314</c:v>
                </c:pt>
                <c:pt idx="1292">
                  <c:v>40315</c:v>
                </c:pt>
                <c:pt idx="1293">
                  <c:v>40316</c:v>
                </c:pt>
                <c:pt idx="1294">
                  <c:v>40317</c:v>
                </c:pt>
                <c:pt idx="1295">
                  <c:v>40318</c:v>
                </c:pt>
                <c:pt idx="1296">
                  <c:v>40319</c:v>
                </c:pt>
                <c:pt idx="1297">
                  <c:v>40320</c:v>
                </c:pt>
                <c:pt idx="1298">
                  <c:v>40321</c:v>
                </c:pt>
                <c:pt idx="1299">
                  <c:v>40322</c:v>
                </c:pt>
                <c:pt idx="1300">
                  <c:v>40323</c:v>
                </c:pt>
                <c:pt idx="1301">
                  <c:v>40324</c:v>
                </c:pt>
                <c:pt idx="1302">
                  <c:v>40325</c:v>
                </c:pt>
                <c:pt idx="1303">
                  <c:v>40326</c:v>
                </c:pt>
                <c:pt idx="1304">
                  <c:v>40327</c:v>
                </c:pt>
                <c:pt idx="1305">
                  <c:v>40328</c:v>
                </c:pt>
                <c:pt idx="1306">
                  <c:v>40329</c:v>
                </c:pt>
                <c:pt idx="1307">
                  <c:v>40330</c:v>
                </c:pt>
                <c:pt idx="1308">
                  <c:v>40331</c:v>
                </c:pt>
                <c:pt idx="1309">
                  <c:v>40332</c:v>
                </c:pt>
                <c:pt idx="1310">
                  <c:v>40333</c:v>
                </c:pt>
                <c:pt idx="1311">
                  <c:v>40334</c:v>
                </c:pt>
                <c:pt idx="1312">
                  <c:v>40335</c:v>
                </c:pt>
                <c:pt idx="1313">
                  <c:v>40336</c:v>
                </c:pt>
                <c:pt idx="1314">
                  <c:v>40337</c:v>
                </c:pt>
                <c:pt idx="1315">
                  <c:v>40338</c:v>
                </c:pt>
                <c:pt idx="1316">
                  <c:v>40339</c:v>
                </c:pt>
                <c:pt idx="1317">
                  <c:v>40340</c:v>
                </c:pt>
                <c:pt idx="1318">
                  <c:v>40341</c:v>
                </c:pt>
                <c:pt idx="1319">
                  <c:v>40342</c:v>
                </c:pt>
                <c:pt idx="1320">
                  <c:v>40343</c:v>
                </c:pt>
                <c:pt idx="1321">
                  <c:v>40344</c:v>
                </c:pt>
                <c:pt idx="1322">
                  <c:v>40345</c:v>
                </c:pt>
                <c:pt idx="1323">
                  <c:v>40346</c:v>
                </c:pt>
                <c:pt idx="1324">
                  <c:v>40347</c:v>
                </c:pt>
                <c:pt idx="1325">
                  <c:v>40348</c:v>
                </c:pt>
                <c:pt idx="1326">
                  <c:v>40349</c:v>
                </c:pt>
                <c:pt idx="1327">
                  <c:v>40350</c:v>
                </c:pt>
                <c:pt idx="1328">
                  <c:v>40351</c:v>
                </c:pt>
                <c:pt idx="1329">
                  <c:v>40352</c:v>
                </c:pt>
                <c:pt idx="1330">
                  <c:v>40353</c:v>
                </c:pt>
                <c:pt idx="1331">
                  <c:v>40354</c:v>
                </c:pt>
                <c:pt idx="1332">
                  <c:v>40355</c:v>
                </c:pt>
                <c:pt idx="1333">
                  <c:v>40356</c:v>
                </c:pt>
                <c:pt idx="1334">
                  <c:v>40357</c:v>
                </c:pt>
                <c:pt idx="1335">
                  <c:v>40358</c:v>
                </c:pt>
                <c:pt idx="1336">
                  <c:v>40359</c:v>
                </c:pt>
                <c:pt idx="1337">
                  <c:v>40360</c:v>
                </c:pt>
                <c:pt idx="1338">
                  <c:v>40361</c:v>
                </c:pt>
                <c:pt idx="1339">
                  <c:v>40362</c:v>
                </c:pt>
                <c:pt idx="1340">
                  <c:v>40363</c:v>
                </c:pt>
                <c:pt idx="1341">
                  <c:v>40364</c:v>
                </c:pt>
                <c:pt idx="1342">
                  <c:v>40365</c:v>
                </c:pt>
                <c:pt idx="1343">
                  <c:v>40366</c:v>
                </c:pt>
                <c:pt idx="1344">
                  <c:v>40367</c:v>
                </c:pt>
                <c:pt idx="1345">
                  <c:v>40368</c:v>
                </c:pt>
                <c:pt idx="1346">
                  <c:v>40369</c:v>
                </c:pt>
                <c:pt idx="1347">
                  <c:v>40370</c:v>
                </c:pt>
                <c:pt idx="1348">
                  <c:v>40371</c:v>
                </c:pt>
                <c:pt idx="1349">
                  <c:v>40372</c:v>
                </c:pt>
                <c:pt idx="1350">
                  <c:v>40373</c:v>
                </c:pt>
                <c:pt idx="1351">
                  <c:v>40374</c:v>
                </c:pt>
                <c:pt idx="1352">
                  <c:v>40375</c:v>
                </c:pt>
                <c:pt idx="1353">
                  <c:v>40376</c:v>
                </c:pt>
                <c:pt idx="1354">
                  <c:v>40377</c:v>
                </c:pt>
                <c:pt idx="1355">
                  <c:v>40378</c:v>
                </c:pt>
                <c:pt idx="1356">
                  <c:v>40379</c:v>
                </c:pt>
                <c:pt idx="1357">
                  <c:v>40380</c:v>
                </c:pt>
                <c:pt idx="1358">
                  <c:v>40381</c:v>
                </c:pt>
                <c:pt idx="1359">
                  <c:v>40382</c:v>
                </c:pt>
                <c:pt idx="1360">
                  <c:v>40383</c:v>
                </c:pt>
                <c:pt idx="1361">
                  <c:v>40384</c:v>
                </c:pt>
                <c:pt idx="1362">
                  <c:v>40385</c:v>
                </c:pt>
                <c:pt idx="1363">
                  <c:v>40386</c:v>
                </c:pt>
                <c:pt idx="1364">
                  <c:v>40387</c:v>
                </c:pt>
                <c:pt idx="1365">
                  <c:v>40388</c:v>
                </c:pt>
                <c:pt idx="1366">
                  <c:v>40389</c:v>
                </c:pt>
                <c:pt idx="1367">
                  <c:v>40390</c:v>
                </c:pt>
                <c:pt idx="1368">
                  <c:v>40391</c:v>
                </c:pt>
                <c:pt idx="1369">
                  <c:v>40392</c:v>
                </c:pt>
                <c:pt idx="1370">
                  <c:v>40393</c:v>
                </c:pt>
                <c:pt idx="1371">
                  <c:v>40394</c:v>
                </c:pt>
                <c:pt idx="1372">
                  <c:v>40395</c:v>
                </c:pt>
                <c:pt idx="1373">
                  <c:v>40396</c:v>
                </c:pt>
                <c:pt idx="1374">
                  <c:v>40397</c:v>
                </c:pt>
                <c:pt idx="1375">
                  <c:v>40398</c:v>
                </c:pt>
                <c:pt idx="1376">
                  <c:v>40399</c:v>
                </c:pt>
                <c:pt idx="1377">
                  <c:v>40400</c:v>
                </c:pt>
                <c:pt idx="1378">
                  <c:v>40401</c:v>
                </c:pt>
                <c:pt idx="1379">
                  <c:v>40402</c:v>
                </c:pt>
                <c:pt idx="1380">
                  <c:v>40403</c:v>
                </c:pt>
                <c:pt idx="1381">
                  <c:v>40404</c:v>
                </c:pt>
                <c:pt idx="1382">
                  <c:v>40405</c:v>
                </c:pt>
                <c:pt idx="1383">
                  <c:v>40406</c:v>
                </c:pt>
                <c:pt idx="1384">
                  <c:v>40407</c:v>
                </c:pt>
                <c:pt idx="1385">
                  <c:v>40408</c:v>
                </c:pt>
                <c:pt idx="1386">
                  <c:v>40409</c:v>
                </c:pt>
                <c:pt idx="1387">
                  <c:v>40410</c:v>
                </c:pt>
                <c:pt idx="1388">
                  <c:v>40411</c:v>
                </c:pt>
                <c:pt idx="1389">
                  <c:v>40412</c:v>
                </c:pt>
                <c:pt idx="1390">
                  <c:v>40413</c:v>
                </c:pt>
                <c:pt idx="1391">
                  <c:v>40414</c:v>
                </c:pt>
                <c:pt idx="1392">
                  <c:v>40415</c:v>
                </c:pt>
                <c:pt idx="1393">
                  <c:v>40416</c:v>
                </c:pt>
                <c:pt idx="1394">
                  <c:v>40417</c:v>
                </c:pt>
                <c:pt idx="1395">
                  <c:v>40418</c:v>
                </c:pt>
                <c:pt idx="1396">
                  <c:v>40419</c:v>
                </c:pt>
                <c:pt idx="1397">
                  <c:v>40420</c:v>
                </c:pt>
                <c:pt idx="1398">
                  <c:v>40421</c:v>
                </c:pt>
                <c:pt idx="1399">
                  <c:v>40422</c:v>
                </c:pt>
                <c:pt idx="1400">
                  <c:v>40423</c:v>
                </c:pt>
                <c:pt idx="1401">
                  <c:v>40424</c:v>
                </c:pt>
                <c:pt idx="1402">
                  <c:v>40425</c:v>
                </c:pt>
                <c:pt idx="1403">
                  <c:v>40426</c:v>
                </c:pt>
                <c:pt idx="1404">
                  <c:v>40427</c:v>
                </c:pt>
                <c:pt idx="1405">
                  <c:v>40428</c:v>
                </c:pt>
                <c:pt idx="1406">
                  <c:v>40429</c:v>
                </c:pt>
                <c:pt idx="1407">
                  <c:v>40430</c:v>
                </c:pt>
                <c:pt idx="1408">
                  <c:v>40431</c:v>
                </c:pt>
                <c:pt idx="1409">
                  <c:v>40432</c:v>
                </c:pt>
                <c:pt idx="1410">
                  <c:v>40433</c:v>
                </c:pt>
                <c:pt idx="1411">
                  <c:v>40434</c:v>
                </c:pt>
                <c:pt idx="1412">
                  <c:v>40435</c:v>
                </c:pt>
                <c:pt idx="1413">
                  <c:v>40436</c:v>
                </c:pt>
                <c:pt idx="1414">
                  <c:v>40437</c:v>
                </c:pt>
                <c:pt idx="1415">
                  <c:v>40438</c:v>
                </c:pt>
                <c:pt idx="1416">
                  <c:v>40439</c:v>
                </c:pt>
                <c:pt idx="1417">
                  <c:v>40440</c:v>
                </c:pt>
                <c:pt idx="1418">
                  <c:v>40441</c:v>
                </c:pt>
                <c:pt idx="1419">
                  <c:v>40442</c:v>
                </c:pt>
                <c:pt idx="1420">
                  <c:v>40443</c:v>
                </c:pt>
                <c:pt idx="1421">
                  <c:v>40444</c:v>
                </c:pt>
                <c:pt idx="1422">
                  <c:v>40445</c:v>
                </c:pt>
                <c:pt idx="1423">
                  <c:v>40446</c:v>
                </c:pt>
                <c:pt idx="1424">
                  <c:v>40447</c:v>
                </c:pt>
                <c:pt idx="1425">
                  <c:v>40448</c:v>
                </c:pt>
                <c:pt idx="1426">
                  <c:v>40449</c:v>
                </c:pt>
                <c:pt idx="1427">
                  <c:v>40450</c:v>
                </c:pt>
                <c:pt idx="1428">
                  <c:v>40451</c:v>
                </c:pt>
                <c:pt idx="1429">
                  <c:v>40452</c:v>
                </c:pt>
                <c:pt idx="1430">
                  <c:v>40453</c:v>
                </c:pt>
                <c:pt idx="1431">
                  <c:v>40454</c:v>
                </c:pt>
                <c:pt idx="1432">
                  <c:v>40455</c:v>
                </c:pt>
                <c:pt idx="1433">
                  <c:v>40456</c:v>
                </c:pt>
                <c:pt idx="1434">
                  <c:v>40457</c:v>
                </c:pt>
                <c:pt idx="1435">
                  <c:v>40458</c:v>
                </c:pt>
                <c:pt idx="1436">
                  <c:v>40459</c:v>
                </c:pt>
                <c:pt idx="1437">
                  <c:v>40460</c:v>
                </c:pt>
                <c:pt idx="1438">
                  <c:v>40461</c:v>
                </c:pt>
                <c:pt idx="1439">
                  <c:v>40462</c:v>
                </c:pt>
                <c:pt idx="1440">
                  <c:v>40463</c:v>
                </c:pt>
                <c:pt idx="1441">
                  <c:v>40464</c:v>
                </c:pt>
                <c:pt idx="1442">
                  <c:v>40465</c:v>
                </c:pt>
                <c:pt idx="1443">
                  <c:v>40466</c:v>
                </c:pt>
                <c:pt idx="1444">
                  <c:v>40467</c:v>
                </c:pt>
                <c:pt idx="1445">
                  <c:v>40468</c:v>
                </c:pt>
                <c:pt idx="1446">
                  <c:v>40469</c:v>
                </c:pt>
                <c:pt idx="1447">
                  <c:v>40470</c:v>
                </c:pt>
                <c:pt idx="1448">
                  <c:v>40471</c:v>
                </c:pt>
                <c:pt idx="1449">
                  <c:v>40472</c:v>
                </c:pt>
                <c:pt idx="1450">
                  <c:v>40473</c:v>
                </c:pt>
                <c:pt idx="1451">
                  <c:v>40474</c:v>
                </c:pt>
                <c:pt idx="1452">
                  <c:v>40475</c:v>
                </c:pt>
                <c:pt idx="1453">
                  <c:v>40476</c:v>
                </c:pt>
                <c:pt idx="1454">
                  <c:v>40477</c:v>
                </c:pt>
                <c:pt idx="1455">
                  <c:v>40478</c:v>
                </c:pt>
                <c:pt idx="1456">
                  <c:v>40479</c:v>
                </c:pt>
                <c:pt idx="1457">
                  <c:v>40480</c:v>
                </c:pt>
                <c:pt idx="1458">
                  <c:v>40481</c:v>
                </c:pt>
                <c:pt idx="1459">
                  <c:v>40482</c:v>
                </c:pt>
                <c:pt idx="1460">
                  <c:v>40483</c:v>
                </c:pt>
                <c:pt idx="1461">
                  <c:v>40484</c:v>
                </c:pt>
                <c:pt idx="1462">
                  <c:v>40485</c:v>
                </c:pt>
                <c:pt idx="1463">
                  <c:v>40486</c:v>
                </c:pt>
                <c:pt idx="1464">
                  <c:v>40487</c:v>
                </c:pt>
                <c:pt idx="1465">
                  <c:v>40488</c:v>
                </c:pt>
                <c:pt idx="1466">
                  <c:v>40489</c:v>
                </c:pt>
                <c:pt idx="1467">
                  <c:v>40490</c:v>
                </c:pt>
                <c:pt idx="1468">
                  <c:v>40491</c:v>
                </c:pt>
                <c:pt idx="1469">
                  <c:v>40492</c:v>
                </c:pt>
                <c:pt idx="1470">
                  <c:v>40493</c:v>
                </c:pt>
                <c:pt idx="1471">
                  <c:v>40494</c:v>
                </c:pt>
                <c:pt idx="1472">
                  <c:v>40495</c:v>
                </c:pt>
                <c:pt idx="1473">
                  <c:v>40496</c:v>
                </c:pt>
                <c:pt idx="1474">
                  <c:v>40497</c:v>
                </c:pt>
                <c:pt idx="1475">
                  <c:v>40498</c:v>
                </c:pt>
                <c:pt idx="1476">
                  <c:v>40499</c:v>
                </c:pt>
                <c:pt idx="1477">
                  <c:v>40500</c:v>
                </c:pt>
                <c:pt idx="1478">
                  <c:v>40501</c:v>
                </c:pt>
                <c:pt idx="1479">
                  <c:v>40502</c:v>
                </c:pt>
                <c:pt idx="1480">
                  <c:v>40503</c:v>
                </c:pt>
                <c:pt idx="1481">
                  <c:v>40504</c:v>
                </c:pt>
                <c:pt idx="1482">
                  <c:v>40505</c:v>
                </c:pt>
                <c:pt idx="1483">
                  <c:v>40506</c:v>
                </c:pt>
                <c:pt idx="1484">
                  <c:v>40507</c:v>
                </c:pt>
                <c:pt idx="1485">
                  <c:v>40508</c:v>
                </c:pt>
                <c:pt idx="1486">
                  <c:v>40509</c:v>
                </c:pt>
                <c:pt idx="1487">
                  <c:v>40510</c:v>
                </c:pt>
                <c:pt idx="1488">
                  <c:v>40511</c:v>
                </c:pt>
                <c:pt idx="1489">
                  <c:v>40512</c:v>
                </c:pt>
                <c:pt idx="1490">
                  <c:v>40513</c:v>
                </c:pt>
                <c:pt idx="1491">
                  <c:v>40514</c:v>
                </c:pt>
                <c:pt idx="1492">
                  <c:v>40515</c:v>
                </c:pt>
                <c:pt idx="1493">
                  <c:v>40516</c:v>
                </c:pt>
                <c:pt idx="1494">
                  <c:v>40517</c:v>
                </c:pt>
                <c:pt idx="1495">
                  <c:v>40518</c:v>
                </c:pt>
                <c:pt idx="1496">
                  <c:v>40519</c:v>
                </c:pt>
                <c:pt idx="1497">
                  <c:v>40520</c:v>
                </c:pt>
                <c:pt idx="1498">
                  <c:v>40521</c:v>
                </c:pt>
                <c:pt idx="1499">
                  <c:v>40522</c:v>
                </c:pt>
                <c:pt idx="1500">
                  <c:v>40523</c:v>
                </c:pt>
                <c:pt idx="1501">
                  <c:v>40524</c:v>
                </c:pt>
                <c:pt idx="1502">
                  <c:v>40525</c:v>
                </c:pt>
                <c:pt idx="1503">
                  <c:v>40526</c:v>
                </c:pt>
                <c:pt idx="1504">
                  <c:v>40527</c:v>
                </c:pt>
                <c:pt idx="1505">
                  <c:v>40528</c:v>
                </c:pt>
                <c:pt idx="1506">
                  <c:v>40529</c:v>
                </c:pt>
                <c:pt idx="1507">
                  <c:v>40530</c:v>
                </c:pt>
                <c:pt idx="1508">
                  <c:v>40531</c:v>
                </c:pt>
                <c:pt idx="1509">
                  <c:v>40532</c:v>
                </c:pt>
                <c:pt idx="1510">
                  <c:v>40533</c:v>
                </c:pt>
                <c:pt idx="1511">
                  <c:v>40534</c:v>
                </c:pt>
                <c:pt idx="1512">
                  <c:v>40535</c:v>
                </c:pt>
                <c:pt idx="1513">
                  <c:v>40536</c:v>
                </c:pt>
                <c:pt idx="1514">
                  <c:v>40537</c:v>
                </c:pt>
                <c:pt idx="1515">
                  <c:v>40538</c:v>
                </c:pt>
                <c:pt idx="1516">
                  <c:v>40539</c:v>
                </c:pt>
                <c:pt idx="1517">
                  <c:v>40540</c:v>
                </c:pt>
                <c:pt idx="1518">
                  <c:v>40541</c:v>
                </c:pt>
                <c:pt idx="1519">
                  <c:v>40542</c:v>
                </c:pt>
                <c:pt idx="1520">
                  <c:v>40543</c:v>
                </c:pt>
                <c:pt idx="1521">
                  <c:v>40544</c:v>
                </c:pt>
                <c:pt idx="1522">
                  <c:v>40545</c:v>
                </c:pt>
                <c:pt idx="1523">
                  <c:v>40546</c:v>
                </c:pt>
                <c:pt idx="1524">
                  <c:v>40547</c:v>
                </c:pt>
                <c:pt idx="1525">
                  <c:v>40548</c:v>
                </c:pt>
                <c:pt idx="1526">
                  <c:v>40549</c:v>
                </c:pt>
                <c:pt idx="1527">
                  <c:v>40550</c:v>
                </c:pt>
                <c:pt idx="1528">
                  <c:v>40551</c:v>
                </c:pt>
                <c:pt idx="1529">
                  <c:v>40552</c:v>
                </c:pt>
                <c:pt idx="1530">
                  <c:v>40553</c:v>
                </c:pt>
                <c:pt idx="1531">
                  <c:v>40554</c:v>
                </c:pt>
                <c:pt idx="1532">
                  <c:v>40555</c:v>
                </c:pt>
                <c:pt idx="1533">
                  <c:v>40556</c:v>
                </c:pt>
                <c:pt idx="1534">
                  <c:v>40557</c:v>
                </c:pt>
                <c:pt idx="1535">
                  <c:v>40558</c:v>
                </c:pt>
                <c:pt idx="1536">
                  <c:v>40559</c:v>
                </c:pt>
                <c:pt idx="1537">
                  <c:v>40560</c:v>
                </c:pt>
                <c:pt idx="1538">
                  <c:v>40561</c:v>
                </c:pt>
                <c:pt idx="1539">
                  <c:v>40562</c:v>
                </c:pt>
                <c:pt idx="1540">
                  <c:v>40563</c:v>
                </c:pt>
                <c:pt idx="1541">
                  <c:v>40564</c:v>
                </c:pt>
                <c:pt idx="1542">
                  <c:v>40565</c:v>
                </c:pt>
                <c:pt idx="1543">
                  <c:v>40566</c:v>
                </c:pt>
                <c:pt idx="1544">
                  <c:v>40567</c:v>
                </c:pt>
                <c:pt idx="1545">
                  <c:v>40568</c:v>
                </c:pt>
                <c:pt idx="1546">
                  <c:v>40569</c:v>
                </c:pt>
                <c:pt idx="1547">
                  <c:v>40570</c:v>
                </c:pt>
                <c:pt idx="1548">
                  <c:v>40571</c:v>
                </c:pt>
                <c:pt idx="1549">
                  <c:v>40572</c:v>
                </c:pt>
                <c:pt idx="1550">
                  <c:v>40573</c:v>
                </c:pt>
                <c:pt idx="1551">
                  <c:v>40574</c:v>
                </c:pt>
                <c:pt idx="1552">
                  <c:v>40575</c:v>
                </c:pt>
                <c:pt idx="1553">
                  <c:v>40576</c:v>
                </c:pt>
                <c:pt idx="1554">
                  <c:v>40577</c:v>
                </c:pt>
                <c:pt idx="1555">
                  <c:v>40578</c:v>
                </c:pt>
                <c:pt idx="1556">
                  <c:v>40579</c:v>
                </c:pt>
                <c:pt idx="1557">
                  <c:v>40580</c:v>
                </c:pt>
                <c:pt idx="1558">
                  <c:v>40581</c:v>
                </c:pt>
                <c:pt idx="1559">
                  <c:v>40582</c:v>
                </c:pt>
                <c:pt idx="1560">
                  <c:v>40583</c:v>
                </c:pt>
                <c:pt idx="1561">
                  <c:v>40584</c:v>
                </c:pt>
                <c:pt idx="1562">
                  <c:v>40585</c:v>
                </c:pt>
                <c:pt idx="1563">
                  <c:v>40586</c:v>
                </c:pt>
                <c:pt idx="1564">
                  <c:v>40587</c:v>
                </c:pt>
                <c:pt idx="1565">
                  <c:v>40588</c:v>
                </c:pt>
                <c:pt idx="1566">
                  <c:v>40589</c:v>
                </c:pt>
                <c:pt idx="1567">
                  <c:v>40590</c:v>
                </c:pt>
                <c:pt idx="1568">
                  <c:v>40591</c:v>
                </c:pt>
                <c:pt idx="1569">
                  <c:v>40592</c:v>
                </c:pt>
                <c:pt idx="1570">
                  <c:v>40593</c:v>
                </c:pt>
                <c:pt idx="1571">
                  <c:v>40594</c:v>
                </c:pt>
                <c:pt idx="1572">
                  <c:v>40595</c:v>
                </c:pt>
                <c:pt idx="1573">
                  <c:v>40596</c:v>
                </c:pt>
                <c:pt idx="1574">
                  <c:v>40597</c:v>
                </c:pt>
                <c:pt idx="1575">
                  <c:v>40598</c:v>
                </c:pt>
                <c:pt idx="1576">
                  <c:v>40599</c:v>
                </c:pt>
                <c:pt idx="1577">
                  <c:v>40600</c:v>
                </c:pt>
                <c:pt idx="1578">
                  <c:v>40601</c:v>
                </c:pt>
                <c:pt idx="1579">
                  <c:v>40602</c:v>
                </c:pt>
                <c:pt idx="1580">
                  <c:v>40603</c:v>
                </c:pt>
                <c:pt idx="1581">
                  <c:v>40604</c:v>
                </c:pt>
                <c:pt idx="1582">
                  <c:v>40605</c:v>
                </c:pt>
                <c:pt idx="1583">
                  <c:v>40606</c:v>
                </c:pt>
                <c:pt idx="1584">
                  <c:v>40607</c:v>
                </c:pt>
                <c:pt idx="1585">
                  <c:v>40608</c:v>
                </c:pt>
                <c:pt idx="1586">
                  <c:v>40609</c:v>
                </c:pt>
                <c:pt idx="1587">
                  <c:v>40610</c:v>
                </c:pt>
                <c:pt idx="1588">
                  <c:v>40611</c:v>
                </c:pt>
                <c:pt idx="1589">
                  <c:v>40612</c:v>
                </c:pt>
                <c:pt idx="1590">
                  <c:v>40613</c:v>
                </c:pt>
                <c:pt idx="1591">
                  <c:v>40614</c:v>
                </c:pt>
                <c:pt idx="1592">
                  <c:v>40615</c:v>
                </c:pt>
                <c:pt idx="1593">
                  <c:v>40616</c:v>
                </c:pt>
                <c:pt idx="1594">
                  <c:v>40617</c:v>
                </c:pt>
                <c:pt idx="1595">
                  <c:v>40618</c:v>
                </c:pt>
                <c:pt idx="1596">
                  <c:v>40619</c:v>
                </c:pt>
                <c:pt idx="1597">
                  <c:v>40620</c:v>
                </c:pt>
                <c:pt idx="1598">
                  <c:v>40621</c:v>
                </c:pt>
                <c:pt idx="1599">
                  <c:v>40622</c:v>
                </c:pt>
                <c:pt idx="1600">
                  <c:v>40623</c:v>
                </c:pt>
                <c:pt idx="1601">
                  <c:v>40624</c:v>
                </c:pt>
                <c:pt idx="1602">
                  <c:v>40625</c:v>
                </c:pt>
                <c:pt idx="1603">
                  <c:v>40626</c:v>
                </c:pt>
                <c:pt idx="1604">
                  <c:v>40627</c:v>
                </c:pt>
                <c:pt idx="1605">
                  <c:v>40628</c:v>
                </c:pt>
                <c:pt idx="1606">
                  <c:v>40629</c:v>
                </c:pt>
                <c:pt idx="1607">
                  <c:v>40630</c:v>
                </c:pt>
                <c:pt idx="1608">
                  <c:v>40631</c:v>
                </c:pt>
                <c:pt idx="1609">
                  <c:v>40632</c:v>
                </c:pt>
                <c:pt idx="1610">
                  <c:v>40633</c:v>
                </c:pt>
                <c:pt idx="1611">
                  <c:v>40634</c:v>
                </c:pt>
                <c:pt idx="1612">
                  <c:v>40635</c:v>
                </c:pt>
                <c:pt idx="1613">
                  <c:v>40636</c:v>
                </c:pt>
                <c:pt idx="1614">
                  <c:v>40637</c:v>
                </c:pt>
                <c:pt idx="1615">
                  <c:v>40638</c:v>
                </c:pt>
                <c:pt idx="1616">
                  <c:v>40639</c:v>
                </c:pt>
                <c:pt idx="1617">
                  <c:v>40640</c:v>
                </c:pt>
                <c:pt idx="1618">
                  <c:v>40641</c:v>
                </c:pt>
                <c:pt idx="1619">
                  <c:v>40642</c:v>
                </c:pt>
                <c:pt idx="1620">
                  <c:v>40643</c:v>
                </c:pt>
                <c:pt idx="1621">
                  <c:v>40644</c:v>
                </c:pt>
                <c:pt idx="1622">
                  <c:v>40645</c:v>
                </c:pt>
                <c:pt idx="1623">
                  <c:v>40646</c:v>
                </c:pt>
                <c:pt idx="1624">
                  <c:v>40647</c:v>
                </c:pt>
                <c:pt idx="1625">
                  <c:v>40648</c:v>
                </c:pt>
                <c:pt idx="1626">
                  <c:v>40649</c:v>
                </c:pt>
                <c:pt idx="1627">
                  <c:v>40650</c:v>
                </c:pt>
                <c:pt idx="1628">
                  <c:v>40651</c:v>
                </c:pt>
                <c:pt idx="1629">
                  <c:v>40652</c:v>
                </c:pt>
                <c:pt idx="1630">
                  <c:v>40653</c:v>
                </c:pt>
                <c:pt idx="1631">
                  <c:v>40654</c:v>
                </c:pt>
                <c:pt idx="1632">
                  <c:v>40655</c:v>
                </c:pt>
                <c:pt idx="1633">
                  <c:v>40656</c:v>
                </c:pt>
                <c:pt idx="1634">
                  <c:v>40657</c:v>
                </c:pt>
                <c:pt idx="1635">
                  <c:v>40658</c:v>
                </c:pt>
                <c:pt idx="1636">
                  <c:v>40659</c:v>
                </c:pt>
                <c:pt idx="1637">
                  <c:v>40660</c:v>
                </c:pt>
                <c:pt idx="1638">
                  <c:v>40661</c:v>
                </c:pt>
                <c:pt idx="1639">
                  <c:v>40662</c:v>
                </c:pt>
                <c:pt idx="1640">
                  <c:v>40663</c:v>
                </c:pt>
                <c:pt idx="1641">
                  <c:v>40664</c:v>
                </c:pt>
                <c:pt idx="1642">
                  <c:v>40665</c:v>
                </c:pt>
                <c:pt idx="1643">
                  <c:v>40666</c:v>
                </c:pt>
                <c:pt idx="1644">
                  <c:v>40667</c:v>
                </c:pt>
                <c:pt idx="1645">
                  <c:v>40668</c:v>
                </c:pt>
                <c:pt idx="1646">
                  <c:v>40669</c:v>
                </c:pt>
                <c:pt idx="1647">
                  <c:v>40670</c:v>
                </c:pt>
                <c:pt idx="1648">
                  <c:v>40671</c:v>
                </c:pt>
                <c:pt idx="1649">
                  <c:v>40672</c:v>
                </c:pt>
                <c:pt idx="1650">
                  <c:v>40673</c:v>
                </c:pt>
                <c:pt idx="1651">
                  <c:v>40674</c:v>
                </c:pt>
                <c:pt idx="1652">
                  <c:v>40675</c:v>
                </c:pt>
                <c:pt idx="1653">
                  <c:v>40676</c:v>
                </c:pt>
                <c:pt idx="1654">
                  <c:v>40677</c:v>
                </c:pt>
                <c:pt idx="1655">
                  <c:v>40678</c:v>
                </c:pt>
                <c:pt idx="1656">
                  <c:v>40679</c:v>
                </c:pt>
                <c:pt idx="1657">
                  <c:v>40680</c:v>
                </c:pt>
                <c:pt idx="1658">
                  <c:v>40681</c:v>
                </c:pt>
                <c:pt idx="1659">
                  <c:v>40682</c:v>
                </c:pt>
                <c:pt idx="1660">
                  <c:v>40683</c:v>
                </c:pt>
                <c:pt idx="1661">
                  <c:v>40684</c:v>
                </c:pt>
                <c:pt idx="1662">
                  <c:v>40685</c:v>
                </c:pt>
                <c:pt idx="1663">
                  <c:v>40686</c:v>
                </c:pt>
                <c:pt idx="1664">
                  <c:v>40687</c:v>
                </c:pt>
                <c:pt idx="1665">
                  <c:v>40688</c:v>
                </c:pt>
                <c:pt idx="1666">
                  <c:v>40689</c:v>
                </c:pt>
                <c:pt idx="1667">
                  <c:v>40690</c:v>
                </c:pt>
                <c:pt idx="1668">
                  <c:v>40691</c:v>
                </c:pt>
                <c:pt idx="1669">
                  <c:v>40692</c:v>
                </c:pt>
                <c:pt idx="1670">
                  <c:v>40693</c:v>
                </c:pt>
                <c:pt idx="1671">
                  <c:v>40694</c:v>
                </c:pt>
                <c:pt idx="1672">
                  <c:v>40695</c:v>
                </c:pt>
                <c:pt idx="1673">
                  <c:v>40696</c:v>
                </c:pt>
                <c:pt idx="1674">
                  <c:v>40697</c:v>
                </c:pt>
                <c:pt idx="1675">
                  <c:v>40698</c:v>
                </c:pt>
                <c:pt idx="1676">
                  <c:v>40699</c:v>
                </c:pt>
                <c:pt idx="1677">
                  <c:v>40700</c:v>
                </c:pt>
                <c:pt idx="1678">
                  <c:v>40701</c:v>
                </c:pt>
                <c:pt idx="1679">
                  <c:v>40702</c:v>
                </c:pt>
                <c:pt idx="1680">
                  <c:v>40703</c:v>
                </c:pt>
                <c:pt idx="1681">
                  <c:v>40704</c:v>
                </c:pt>
                <c:pt idx="1682">
                  <c:v>40705</c:v>
                </c:pt>
                <c:pt idx="1683">
                  <c:v>40706</c:v>
                </c:pt>
                <c:pt idx="1684">
                  <c:v>40707</c:v>
                </c:pt>
                <c:pt idx="1685">
                  <c:v>40708</c:v>
                </c:pt>
                <c:pt idx="1686">
                  <c:v>40709</c:v>
                </c:pt>
                <c:pt idx="1687">
                  <c:v>40710</c:v>
                </c:pt>
                <c:pt idx="1688">
                  <c:v>40711</c:v>
                </c:pt>
                <c:pt idx="1689">
                  <c:v>40712</c:v>
                </c:pt>
                <c:pt idx="1690">
                  <c:v>40713</c:v>
                </c:pt>
                <c:pt idx="1691">
                  <c:v>40714</c:v>
                </c:pt>
                <c:pt idx="1692">
                  <c:v>40715</c:v>
                </c:pt>
                <c:pt idx="1693">
                  <c:v>40716</c:v>
                </c:pt>
                <c:pt idx="1694">
                  <c:v>40717</c:v>
                </c:pt>
                <c:pt idx="1695">
                  <c:v>40718</c:v>
                </c:pt>
                <c:pt idx="1696">
                  <c:v>40719</c:v>
                </c:pt>
                <c:pt idx="1697">
                  <c:v>40720</c:v>
                </c:pt>
                <c:pt idx="1698">
                  <c:v>40721</c:v>
                </c:pt>
                <c:pt idx="1699">
                  <c:v>40722</c:v>
                </c:pt>
                <c:pt idx="1700">
                  <c:v>40723</c:v>
                </c:pt>
                <c:pt idx="1701">
                  <c:v>40724</c:v>
                </c:pt>
                <c:pt idx="1702">
                  <c:v>40725</c:v>
                </c:pt>
                <c:pt idx="1703">
                  <c:v>40726</c:v>
                </c:pt>
                <c:pt idx="1704">
                  <c:v>40727</c:v>
                </c:pt>
                <c:pt idx="1705">
                  <c:v>40728</c:v>
                </c:pt>
                <c:pt idx="1706">
                  <c:v>40729</c:v>
                </c:pt>
                <c:pt idx="1707">
                  <c:v>40730</c:v>
                </c:pt>
                <c:pt idx="1708">
                  <c:v>40731</c:v>
                </c:pt>
                <c:pt idx="1709">
                  <c:v>40732</c:v>
                </c:pt>
                <c:pt idx="1710">
                  <c:v>40733</c:v>
                </c:pt>
                <c:pt idx="1711">
                  <c:v>40734</c:v>
                </c:pt>
                <c:pt idx="1712">
                  <c:v>40735</c:v>
                </c:pt>
                <c:pt idx="1713">
                  <c:v>40736</c:v>
                </c:pt>
                <c:pt idx="1714">
                  <c:v>40737</c:v>
                </c:pt>
                <c:pt idx="1715">
                  <c:v>40738</c:v>
                </c:pt>
                <c:pt idx="1716">
                  <c:v>40739</c:v>
                </c:pt>
                <c:pt idx="1717">
                  <c:v>40740</c:v>
                </c:pt>
                <c:pt idx="1718">
                  <c:v>40741</c:v>
                </c:pt>
                <c:pt idx="1719">
                  <c:v>40742</c:v>
                </c:pt>
                <c:pt idx="1720">
                  <c:v>40743</c:v>
                </c:pt>
                <c:pt idx="1721">
                  <c:v>40744</c:v>
                </c:pt>
                <c:pt idx="1722">
                  <c:v>40745</c:v>
                </c:pt>
                <c:pt idx="1723">
                  <c:v>40746</c:v>
                </c:pt>
                <c:pt idx="1724">
                  <c:v>40747</c:v>
                </c:pt>
                <c:pt idx="1725">
                  <c:v>40748</c:v>
                </c:pt>
                <c:pt idx="1726">
                  <c:v>40749</c:v>
                </c:pt>
                <c:pt idx="1727">
                  <c:v>40750</c:v>
                </c:pt>
                <c:pt idx="1728">
                  <c:v>40751</c:v>
                </c:pt>
                <c:pt idx="1729">
                  <c:v>40752</c:v>
                </c:pt>
                <c:pt idx="1730">
                  <c:v>40753</c:v>
                </c:pt>
                <c:pt idx="1731">
                  <c:v>40754</c:v>
                </c:pt>
                <c:pt idx="1732">
                  <c:v>40755</c:v>
                </c:pt>
                <c:pt idx="1733">
                  <c:v>40756</c:v>
                </c:pt>
                <c:pt idx="1734">
                  <c:v>40757</c:v>
                </c:pt>
                <c:pt idx="1735">
                  <c:v>40758</c:v>
                </c:pt>
                <c:pt idx="1736">
                  <c:v>40759</c:v>
                </c:pt>
                <c:pt idx="1737">
                  <c:v>40760</c:v>
                </c:pt>
                <c:pt idx="1738">
                  <c:v>40761</c:v>
                </c:pt>
                <c:pt idx="1739">
                  <c:v>40762</c:v>
                </c:pt>
                <c:pt idx="1740">
                  <c:v>40763</c:v>
                </c:pt>
                <c:pt idx="1741">
                  <c:v>40764</c:v>
                </c:pt>
                <c:pt idx="1742">
                  <c:v>40765</c:v>
                </c:pt>
                <c:pt idx="1743">
                  <c:v>40766</c:v>
                </c:pt>
                <c:pt idx="1744">
                  <c:v>40767</c:v>
                </c:pt>
                <c:pt idx="1745">
                  <c:v>40768</c:v>
                </c:pt>
                <c:pt idx="1746">
                  <c:v>40769</c:v>
                </c:pt>
                <c:pt idx="1747">
                  <c:v>40770</c:v>
                </c:pt>
                <c:pt idx="1748">
                  <c:v>40771</c:v>
                </c:pt>
                <c:pt idx="1749">
                  <c:v>40772</c:v>
                </c:pt>
                <c:pt idx="1750">
                  <c:v>40773</c:v>
                </c:pt>
                <c:pt idx="1751">
                  <c:v>40774</c:v>
                </c:pt>
                <c:pt idx="1752">
                  <c:v>40775</c:v>
                </c:pt>
                <c:pt idx="1753">
                  <c:v>40776</c:v>
                </c:pt>
                <c:pt idx="1754">
                  <c:v>40777</c:v>
                </c:pt>
                <c:pt idx="1755">
                  <c:v>40778</c:v>
                </c:pt>
                <c:pt idx="1756">
                  <c:v>40779</c:v>
                </c:pt>
                <c:pt idx="1757">
                  <c:v>40780</c:v>
                </c:pt>
                <c:pt idx="1758">
                  <c:v>40781</c:v>
                </c:pt>
                <c:pt idx="1759">
                  <c:v>40782</c:v>
                </c:pt>
                <c:pt idx="1760">
                  <c:v>40783</c:v>
                </c:pt>
                <c:pt idx="1761">
                  <c:v>40784</c:v>
                </c:pt>
                <c:pt idx="1762">
                  <c:v>40785</c:v>
                </c:pt>
                <c:pt idx="1763">
                  <c:v>40786</c:v>
                </c:pt>
                <c:pt idx="1764">
                  <c:v>40787</c:v>
                </c:pt>
                <c:pt idx="1765">
                  <c:v>40788</c:v>
                </c:pt>
                <c:pt idx="1766">
                  <c:v>40789</c:v>
                </c:pt>
                <c:pt idx="1767">
                  <c:v>40790</c:v>
                </c:pt>
                <c:pt idx="1768">
                  <c:v>40791</c:v>
                </c:pt>
                <c:pt idx="1769">
                  <c:v>40792</c:v>
                </c:pt>
                <c:pt idx="1770">
                  <c:v>40793</c:v>
                </c:pt>
                <c:pt idx="1771">
                  <c:v>40794</c:v>
                </c:pt>
                <c:pt idx="1772">
                  <c:v>40795</c:v>
                </c:pt>
                <c:pt idx="1773">
                  <c:v>40796</c:v>
                </c:pt>
                <c:pt idx="1774">
                  <c:v>40797</c:v>
                </c:pt>
                <c:pt idx="1775">
                  <c:v>40798</c:v>
                </c:pt>
                <c:pt idx="1776">
                  <c:v>40799</c:v>
                </c:pt>
                <c:pt idx="1777">
                  <c:v>40800</c:v>
                </c:pt>
                <c:pt idx="1778">
                  <c:v>40801</c:v>
                </c:pt>
                <c:pt idx="1779">
                  <c:v>40802</c:v>
                </c:pt>
                <c:pt idx="1780">
                  <c:v>40803</c:v>
                </c:pt>
                <c:pt idx="1781">
                  <c:v>40804</c:v>
                </c:pt>
                <c:pt idx="1782">
                  <c:v>40805</c:v>
                </c:pt>
                <c:pt idx="1783">
                  <c:v>40806</c:v>
                </c:pt>
                <c:pt idx="1784">
                  <c:v>40807</c:v>
                </c:pt>
                <c:pt idx="1785">
                  <c:v>40808</c:v>
                </c:pt>
                <c:pt idx="1786">
                  <c:v>40809</c:v>
                </c:pt>
                <c:pt idx="1787">
                  <c:v>40810</c:v>
                </c:pt>
                <c:pt idx="1788">
                  <c:v>40811</c:v>
                </c:pt>
                <c:pt idx="1789">
                  <c:v>40812</c:v>
                </c:pt>
                <c:pt idx="1790">
                  <c:v>40813</c:v>
                </c:pt>
                <c:pt idx="1791">
                  <c:v>40814</c:v>
                </c:pt>
                <c:pt idx="1792">
                  <c:v>40815</c:v>
                </c:pt>
                <c:pt idx="1793">
                  <c:v>40816</c:v>
                </c:pt>
                <c:pt idx="1794">
                  <c:v>40817</c:v>
                </c:pt>
                <c:pt idx="1795">
                  <c:v>40818</c:v>
                </c:pt>
                <c:pt idx="1796">
                  <c:v>40819</c:v>
                </c:pt>
                <c:pt idx="1797">
                  <c:v>40820</c:v>
                </c:pt>
                <c:pt idx="1798">
                  <c:v>40821</c:v>
                </c:pt>
                <c:pt idx="1799">
                  <c:v>40822</c:v>
                </c:pt>
                <c:pt idx="1800">
                  <c:v>40823</c:v>
                </c:pt>
                <c:pt idx="1801">
                  <c:v>40824</c:v>
                </c:pt>
                <c:pt idx="1802">
                  <c:v>40825</c:v>
                </c:pt>
                <c:pt idx="1803">
                  <c:v>40826</c:v>
                </c:pt>
                <c:pt idx="1804">
                  <c:v>40827</c:v>
                </c:pt>
                <c:pt idx="1805">
                  <c:v>40828</c:v>
                </c:pt>
                <c:pt idx="1806">
                  <c:v>40829</c:v>
                </c:pt>
                <c:pt idx="1807">
                  <c:v>40830</c:v>
                </c:pt>
                <c:pt idx="1808">
                  <c:v>40831</c:v>
                </c:pt>
                <c:pt idx="1809">
                  <c:v>40832</c:v>
                </c:pt>
                <c:pt idx="1810">
                  <c:v>40833</c:v>
                </c:pt>
                <c:pt idx="1811">
                  <c:v>40834</c:v>
                </c:pt>
                <c:pt idx="1812">
                  <c:v>40835</c:v>
                </c:pt>
                <c:pt idx="1813">
                  <c:v>40836</c:v>
                </c:pt>
                <c:pt idx="1814">
                  <c:v>40837</c:v>
                </c:pt>
                <c:pt idx="1815">
                  <c:v>40838</c:v>
                </c:pt>
                <c:pt idx="1816">
                  <c:v>40839</c:v>
                </c:pt>
                <c:pt idx="1817">
                  <c:v>40840</c:v>
                </c:pt>
                <c:pt idx="1818">
                  <c:v>40841</c:v>
                </c:pt>
                <c:pt idx="1819">
                  <c:v>40842</c:v>
                </c:pt>
                <c:pt idx="1820">
                  <c:v>40843</c:v>
                </c:pt>
                <c:pt idx="1821">
                  <c:v>40844</c:v>
                </c:pt>
                <c:pt idx="1822">
                  <c:v>40845</c:v>
                </c:pt>
                <c:pt idx="1823">
                  <c:v>40846</c:v>
                </c:pt>
                <c:pt idx="1824">
                  <c:v>40847</c:v>
                </c:pt>
                <c:pt idx="1825">
                  <c:v>40848</c:v>
                </c:pt>
                <c:pt idx="1826">
                  <c:v>40849</c:v>
                </c:pt>
                <c:pt idx="1827">
                  <c:v>40850</c:v>
                </c:pt>
                <c:pt idx="1828">
                  <c:v>40851</c:v>
                </c:pt>
                <c:pt idx="1829">
                  <c:v>40852</c:v>
                </c:pt>
                <c:pt idx="1830">
                  <c:v>40853</c:v>
                </c:pt>
                <c:pt idx="1831">
                  <c:v>40854</c:v>
                </c:pt>
                <c:pt idx="1832">
                  <c:v>40855</c:v>
                </c:pt>
                <c:pt idx="1833">
                  <c:v>40856</c:v>
                </c:pt>
                <c:pt idx="1834">
                  <c:v>40857</c:v>
                </c:pt>
                <c:pt idx="1835">
                  <c:v>40858</c:v>
                </c:pt>
                <c:pt idx="1836">
                  <c:v>40859</c:v>
                </c:pt>
                <c:pt idx="1837">
                  <c:v>40860</c:v>
                </c:pt>
                <c:pt idx="1838">
                  <c:v>40861</c:v>
                </c:pt>
                <c:pt idx="1839">
                  <c:v>40862</c:v>
                </c:pt>
                <c:pt idx="1840">
                  <c:v>40863</c:v>
                </c:pt>
                <c:pt idx="1841">
                  <c:v>40864</c:v>
                </c:pt>
                <c:pt idx="1842">
                  <c:v>40865</c:v>
                </c:pt>
                <c:pt idx="1843">
                  <c:v>40866</c:v>
                </c:pt>
                <c:pt idx="1844">
                  <c:v>40867</c:v>
                </c:pt>
                <c:pt idx="1845">
                  <c:v>40868</c:v>
                </c:pt>
                <c:pt idx="1846">
                  <c:v>40869</c:v>
                </c:pt>
                <c:pt idx="1847">
                  <c:v>40870</c:v>
                </c:pt>
                <c:pt idx="1848">
                  <c:v>40871</c:v>
                </c:pt>
                <c:pt idx="1849">
                  <c:v>40872</c:v>
                </c:pt>
                <c:pt idx="1850">
                  <c:v>40873</c:v>
                </c:pt>
                <c:pt idx="1851">
                  <c:v>40874</c:v>
                </c:pt>
                <c:pt idx="1852">
                  <c:v>40875</c:v>
                </c:pt>
                <c:pt idx="1853">
                  <c:v>40876</c:v>
                </c:pt>
                <c:pt idx="1854">
                  <c:v>40877</c:v>
                </c:pt>
                <c:pt idx="1855">
                  <c:v>40878</c:v>
                </c:pt>
                <c:pt idx="1856">
                  <c:v>40879</c:v>
                </c:pt>
                <c:pt idx="1857">
                  <c:v>40880</c:v>
                </c:pt>
                <c:pt idx="1858">
                  <c:v>40881</c:v>
                </c:pt>
                <c:pt idx="1859">
                  <c:v>40882</c:v>
                </c:pt>
                <c:pt idx="1860">
                  <c:v>40883</c:v>
                </c:pt>
                <c:pt idx="1861">
                  <c:v>40884</c:v>
                </c:pt>
                <c:pt idx="1862">
                  <c:v>40885</c:v>
                </c:pt>
                <c:pt idx="1863">
                  <c:v>40886</c:v>
                </c:pt>
                <c:pt idx="1864">
                  <c:v>40887</c:v>
                </c:pt>
                <c:pt idx="1865">
                  <c:v>40888</c:v>
                </c:pt>
                <c:pt idx="1866">
                  <c:v>40889</c:v>
                </c:pt>
                <c:pt idx="1867">
                  <c:v>40890</c:v>
                </c:pt>
                <c:pt idx="1868">
                  <c:v>40891</c:v>
                </c:pt>
                <c:pt idx="1869">
                  <c:v>40892</c:v>
                </c:pt>
                <c:pt idx="1870">
                  <c:v>40893</c:v>
                </c:pt>
                <c:pt idx="1871">
                  <c:v>40894</c:v>
                </c:pt>
                <c:pt idx="1872">
                  <c:v>40895</c:v>
                </c:pt>
                <c:pt idx="1873">
                  <c:v>40896</c:v>
                </c:pt>
                <c:pt idx="1874">
                  <c:v>40897</c:v>
                </c:pt>
                <c:pt idx="1875">
                  <c:v>40898</c:v>
                </c:pt>
                <c:pt idx="1876">
                  <c:v>40899</c:v>
                </c:pt>
                <c:pt idx="1877">
                  <c:v>40900</c:v>
                </c:pt>
                <c:pt idx="1878">
                  <c:v>40901</c:v>
                </c:pt>
                <c:pt idx="1879">
                  <c:v>40902</c:v>
                </c:pt>
                <c:pt idx="1880">
                  <c:v>40903</c:v>
                </c:pt>
                <c:pt idx="1881">
                  <c:v>40904</c:v>
                </c:pt>
                <c:pt idx="1882">
                  <c:v>40905</c:v>
                </c:pt>
                <c:pt idx="1883">
                  <c:v>40906</c:v>
                </c:pt>
                <c:pt idx="1884">
                  <c:v>40907</c:v>
                </c:pt>
                <c:pt idx="1885">
                  <c:v>40908</c:v>
                </c:pt>
                <c:pt idx="1886">
                  <c:v>40909</c:v>
                </c:pt>
                <c:pt idx="1887">
                  <c:v>40910</c:v>
                </c:pt>
                <c:pt idx="1888">
                  <c:v>40911</c:v>
                </c:pt>
                <c:pt idx="1889">
                  <c:v>40912</c:v>
                </c:pt>
                <c:pt idx="1890">
                  <c:v>40913</c:v>
                </c:pt>
                <c:pt idx="1891">
                  <c:v>40914</c:v>
                </c:pt>
                <c:pt idx="1892">
                  <c:v>40915</c:v>
                </c:pt>
                <c:pt idx="1893">
                  <c:v>40916</c:v>
                </c:pt>
                <c:pt idx="1894">
                  <c:v>40917</c:v>
                </c:pt>
                <c:pt idx="1895">
                  <c:v>40918</c:v>
                </c:pt>
                <c:pt idx="1896">
                  <c:v>40919</c:v>
                </c:pt>
                <c:pt idx="1897">
                  <c:v>40920</c:v>
                </c:pt>
                <c:pt idx="1898">
                  <c:v>40921</c:v>
                </c:pt>
                <c:pt idx="1899">
                  <c:v>40922</c:v>
                </c:pt>
                <c:pt idx="1900">
                  <c:v>40923</c:v>
                </c:pt>
                <c:pt idx="1901">
                  <c:v>40924</c:v>
                </c:pt>
                <c:pt idx="1902">
                  <c:v>40925</c:v>
                </c:pt>
                <c:pt idx="1903">
                  <c:v>40926</c:v>
                </c:pt>
                <c:pt idx="1904">
                  <c:v>40927</c:v>
                </c:pt>
                <c:pt idx="1905">
                  <c:v>40928</c:v>
                </c:pt>
                <c:pt idx="1906">
                  <c:v>40929</c:v>
                </c:pt>
                <c:pt idx="1907">
                  <c:v>40930</c:v>
                </c:pt>
                <c:pt idx="1908">
                  <c:v>40931</c:v>
                </c:pt>
                <c:pt idx="1909">
                  <c:v>40932</c:v>
                </c:pt>
                <c:pt idx="1910">
                  <c:v>40933</c:v>
                </c:pt>
                <c:pt idx="1911">
                  <c:v>40934</c:v>
                </c:pt>
                <c:pt idx="1912">
                  <c:v>40935</c:v>
                </c:pt>
                <c:pt idx="1913">
                  <c:v>40936</c:v>
                </c:pt>
                <c:pt idx="1914">
                  <c:v>40937</c:v>
                </c:pt>
                <c:pt idx="1915">
                  <c:v>40938</c:v>
                </c:pt>
                <c:pt idx="1916">
                  <c:v>40939</c:v>
                </c:pt>
                <c:pt idx="1917">
                  <c:v>40940</c:v>
                </c:pt>
                <c:pt idx="1918">
                  <c:v>40941</c:v>
                </c:pt>
                <c:pt idx="1919">
                  <c:v>40942</c:v>
                </c:pt>
                <c:pt idx="1920">
                  <c:v>40943</c:v>
                </c:pt>
                <c:pt idx="1921">
                  <c:v>40944</c:v>
                </c:pt>
                <c:pt idx="1922">
                  <c:v>40945</c:v>
                </c:pt>
                <c:pt idx="1923">
                  <c:v>40946</c:v>
                </c:pt>
                <c:pt idx="1924">
                  <c:v>40947</c:v>
                </c:pt>
                <c:pt idx="1925">
                  <c:v>40948</c:v>
                </c:pt>
                <c:pt idx="1926">
                  <c:v>40949</c:v>
                </c:pt>
                <c:pt idx="1927">
                  <c:v>40950</c:v>
                </c:pt>
                <c:pt idx="1928">
                  <c:v>40951</c:v>
                </c:pt>
                <c:pt idx="1929">
                  <c:v>40952</c:v>
                </c:pt>
                <c:pt idx="1930">
                  <c:v>40953</c:v>
                </c:pt>
                <c:pt idx="1931">
                  <c:v>40954</c:v>
                </c:pt>
                <c:pt idx="1932">
                  <c:v>40955</c:v>
                </c:pt>
                <c:pt idx="1933">
                  <c:v>40956</c:v>
                </c:pt>
                <c:pt idx="1934">
                  <c:v>40957</c:v>
                </c:pt>
                <c:pt idx="1935">
                  <c:v>40958</c:v>
                </c:pt>
                <c:pt idx="1936">
                  <c:v>40959</c:v>
                </c:pt>
                <c:pt idx="1937">
                  <c:v>40960</c:v>
                </c:pt>
                <c:pt idx="1938">
                  <c:v>40961</c:v>
                </c:pt>
                <c:pt idx="1939">
                  <c:v>40962</c:v>
                </c:pt>
                <c:pt idx="1940">
                  <c:v>40963</c:v>
                </c:pt>
                <c:pt idx="1941">
                  <c:v>40964</c:v>
                </c:pt>
                <c:pt idx="1942">
                  <c:v>40965</c:v>
                </c:pt>
                <c:pt idx="1943">
                  <c:v>40966</c:v>
                </c:pt>
                <c:pt idx="1944">
                  <c:v>40967</c:v>
                </c:pt>
                <c:pt idx="1945">
                  <c:v>40968</c:v>
                </c:pt>
                <c:pt idx="1946">
                  <c:v>40969</c:v>
                </c:pt>
                <c:pt idx="1947">
                  <c:v>40970</c:v>
                </c:pt>
                <c:pt idx="1948">
                  <c:v>40971</c:v>
                </c:pt>
                <c:pt idx="1949">
                  <c:v>40972</c:v>
                </c:pt>
                <c:pt idx="1950">
                  <c:v>40973</c:v>
                </c:pt>
                <c:pt idx="1951">
                  <c:v>40974</c:v>
                </c:pt>
                <c:pt idx="1952">
                  <c:v>40975</c:v>
                </c:pt>
                <c:pt idx="1953">
                  <c:v>40976</c:v>
                </c:pt>
                <c:pt idx="1954">
                  <c:v>40977</c:v>
                </c:pt>
                <c:pt idx="1955">
                  <c:v>40978</c:v>
                </c:pt>
                <c:pt idx="1956">
                  <c:v>40979</c:v>
                </c:pt>
                <c:pt idx="1957">
                  <c:v>40980</c:v>
                </c:pt>
                <c:pt idx="1958">
                  <c:v>40981</c:v>
                </c:pt>
                <c:pt idx="1959">
                  <c:v>40982</c:v>
                </c:pt>
                <c:pt idx="1960">
                  <c:v>40983</c:v>
                </c:pt>
                <c:pt idx="1961">
                  <c:v>40984</c:v>
                </c:pt>
                <c:pt idx="1962">
                  <c:v>40985</c:v>
                </c:pt>
                <c:pt idx="1963">
                  <c:v>40986</c:v>
                </c:pt>
                <c:pt idx="1964">
                  <c:v>40987</c:v>
                </c:pt>
                <c:pt idx="1965">
                  <c:v>40988</c:v>
                </c:pt>
                <c:pt idx="1966">
                  <c:v>40989</c:v>
                </c:pt>
                <c:pt idx="1967">
                  <c:v>40990</c:v>
                </c:pt>
                <c:pt idx="1968">
                  <c:v>40991</c:v>
                </c:pt>
                <c:pt idx="1969">
                  <c:v>40992</c:v>
                </c:pt>
                <c:pt idx="1970">
                  <c:v>40993</c:v>
                </c:pt>
                <c:pt idx="1971">
                  <c:v>40994</c:v>
                </c:pt>
                <c:pt idx="1972">
                  <c:v>40995</c:v>
                </c:pt>
                <c:pt idx="1973">
                  <c:v>40996</c:v>
                </c:pt>
                <c:pt idx="1974">
                  <c:v>40997</c:v>
                </c:pt>
                <c:pt idx="1975">
                  <c:v>40998</c:v>
                </c:pt>
                <c:pt idx="1976">
                  <c:v>40999</c:v>
                </c:pt>
                <c:pt idx="1977">
                  <c:v>41000</c:v>
                </c:pt>
                <c:pt idx="1978">
                  <c:v>41001</c:v>
                </c:pt>
                <c:pt idx="1979">
                  <c:v>41002</c:v>
                </c:pt>
                <c:pt idx="1980">
                  <c:v>41003</c:v>
                </c:pt>
                <c:pt idx="1981">
                  <c:v>41004</c:v>
                </c:pt>
                <c:pt idx="1982">
                  <c:v>41005</c:v>
                </c:pt>
                <c:pt idx="1983">
                  <c:v>41006</c:v>
                </c:pt>
                <c:pt idx="1984">
                  <c:v>41007</c:v>
                </c:pt>
                <c:pt idx="1985">
                  <c:v>41008</c:v>
                </c:pt>
                <c:pt idx="1986">
                  <c:v>41009</c:v>
                </c:pt>
                <c:pt idx="1987">
                  <c:v>41010</c:v>
                </c:pt>
                <c:pt idx="1988">
                  <c:v>41011</c:v>
                </c:pt>
                <c:pt idx="1989">
                  <c:v>41012</c:v>
                </c:pt>
                <c:pt idx="1990">
                  <c:v>41013</c:v>
                </c:pt>
                <c:pt idx="1991">
                  <c:v>41014</c:v>
                </c:pt>
                <c:pt idx="1992">
                  <c:v>41015</c:v>
                </c:pt>
                <c:pt idx="1993">
                  <c:v>41016</c:v>
                </c:pt>
                <c:pt idx="1994">
                  <c:v>41017</c:v>
                </c:pt>
                <c:pt idx="1995">
                  <c:v>41018</c:v>
                </c:pt>
                <c:pt idx="1996">
                  <c:v>41019</c:v>
                </c:pt>
                <c:pt idx="1997">
                  <c:v>41020</c:v>
                </c:pt>
                <c:pt idx="1998">
                  <c:v>41021</c:v>
                </c:pt>
                <c:pt idx="1999">
                  <c:v>41022</c:v>
                </c:pt>
                <c:pt idx="2000">
                  <c:v>41023</c:v>
                </c:pt>
                <c:pt idx="2001">
                  <c:v>41024</c:v>
                </c:pt>
                <c:pt idx="2002">
                  <c:v>41025</c:v>
                </c:pt>
                <c:pt idx="2003">
                  <c:v>41026</c:v>
                </c:pt>
                <c:pt idx="2004">
                  <c:v>41027</c:v>
                </c:pt>
                <c:pt idx="2005">
                  <c:v>41028</c:v>
                </c:pt>
                <c:pt idx="2006">
                  <c:v>41029</c:v>
                </c:pt>
                <c:pt idx="2007">
                  <c:v>41030</c:v>
                </c:pt>
                <c:pt idx="2008">
                  <c:v>41031</c:v>
                </c:pt>
                <c:pt idx="2009">
                  <c:v>41032</c:v>
                </c:pt>
                <c:pt idx="2010">
                  <c:v>41033</c:v>
                </c:pt>
                <c:pt idx="2011">
                  <c:v>41034</c:v>
                </c:pt>
                <c:pt idx="2012">
                  <c:v>41035</c:v>
                </c:pt>
                <c:pt idx="2013">
                  <c:v>41036</c:v>
                </c:pt>
                <c:pt idx="2014">
                  <c:v>41037</c:v>
                </c:pt>
                <c:pt idx="2015">
                  <c:v>41038</c:v>
                </c:pt>
                <c:pt idx="2016">
                  <c:v>41039</c:v>
                </c:pt>
                <c:pt idx="2017">
                  <c:v>41040</c:v>
                </c:pt>
                <c:pt idx="2018">
                  <c:v>41041</c:v>
                </c:pt>
                <c:pt idx="2019">
                  <c:v>41042</c:v>
                </c:pt>
                <c:pt idx="2020">
                  <c:v>41043</c:v>
                </c:pt>
                <c:pt idx="2021">
                  <c:v>41044</c:v>
                </c:pt>
                <c:pt idx="2022">
                  <c:v>41045</c:v>
                </c:pt>
                <c:pt idx="2023">
                  <c:v>41046</c:v>
                </c:pt>
                <c:pt idx="2024">
                  <c:v>41047</c:v>
                </c:pt>
                <c:pt idx="2025">
                  <c:v>41048</c:v>
                </c:pt>
                <c:pt idx="2026">
                  <c:v>41049</c:v>
                </c:pt>
                <c:pt idx="2027">
                  <c:v>41050</c:v>
                </c:pt>
                <c:pt idx="2028">
                  <c:v>41051</c:v>
                </c:pt>
                <c:pt idx="2029">
                  <c:v>41052</c:v>
                </c:pt>
                <c:pt idx="2030">
                  <c:v>41053</c:v>
                </c:pt>
                <c:pt idx="2031">
                  <c:v>41054</c:v>
                </c:pt>
                <c:pt idx="2032">
                  <c:v>41055</c:v>
                </c:pt>
                <c:pt idx="2033">
                  <c:v>41056</c:v>
                </c:pt>
                <c:pt idx="2034">
                  <c:v>41057</c:v>
                </c:pt>
                <c:pt idx="2035">
                  <c:v>41058</c:v>
                </c:pt>
                <c:pt idx="2036">
                  <c:v>41059</c:v>
                </c:pt>
                <c:pt idx="2037">
                  <c:v>41060</c:v>
                </c:pt>
                <c:pt idx="2038">
                  <c:v>41061</c:v>
                </c:pt>
                <c:pt idx="2039">
                  <c:v>41062</c:v>
                </c:pt>
                <c:pt idx="2040">
                  <c:v>41063</c:v>
                </c:pt>
                <c:pt idx="2041">
                  <c:v>41064</c:v>
                </c:pt>
                <c:pt idx="2042">
                  <c:v>41065</c:v>
                </c:pt>
                <c:pt idx="2043">
                  <c:v>41066</c:v>
                </c:pt>
                <c:pt idx="2044">
                  <c:v>41067</c:v>
                </c:pt>
                <c:pt idx="2045">
                  <c:v>41068</c:v>
                </c:pt>
                <c:pt idx="2046">
                  <c:v>41069</c:v>
                </c:pt>
                <c:pt idx="2047">
                  <c:v>41070</c:v>
                </c:pt>
                <c:pt idx="2048">
                  <c:v>41071</c:v>
                </c:pt>
                <c:pt idx="2049">
                  <c:v>41072</c:v>
                </c:pt>
                <c:pt idx="2050">
                  <c:v>41073</c:v>
                </c:pt>
                <c:pt idx="2051">
                  <c:v>41074</c:v>
                </c:pt>
                <c:pt idx="2052">
                  <c:v>41075</c:v>
                </c:pt>
                <c:pt idx="2053">
                  <c:v>41076</c:v>
                </c:pt>
                <c:pt idx="2054">
                  <c:v>41077</c:v>
                </c:pt>
                <c:pt idx="2055">
                  <c:v>41078</c:v>
                </c:pt>
                <c:pt idx="2056">
                  <c:v>41079</c:v>
                </c:pt>
                <c:pt idx="2057">
                  <c:v>41080</c:v>
                </c:pt>
                <c:pt idx="2058">
                  <c:v>41081</c:v>
                </c:pt>
                <c:pt idx="2059">
                  <c:v>41082</c:v>
                </c:pt>
                <c:pt idx="2060">
                  <c:v>41083</c:v>
                </c:pt>
                <c:pt idx="2061">
                  <c:v>41084</c:v>
                </c:pt>
                <c:pt idx="2062">
                  <c:v>41085</c:v>
                </c:pt>
                <c:pt idx="2063">
                  <c:v>41086</c:v>
                </c:pt>
                <c:pt idx="2064">
                  <c:v>41087</c:v>
                </c:pt>
                <c:pt idx="2065">
                  <c:v>41088</c:v>
                </c:pt>
                <c:pt idx="2066">
                  <c:v>41089</c:v>
                </c:pt>
                <c:pt idx="2067">
                  <c:v>41090</c:v>
                </c:pt>
                <c:pt idx="2068">
                  <c:v>41091</c:v>
                </c:pt>
                <c:pt idx="2069">
                  <c:v>41092</c:v>
                </c:pt>
                <c:pt idx="2070">
                  <c:v>41093</c:v>
                </c:pt>
                <c:pt idx="2071">
                  <c:v>41094</c:v>
                </c:pt>
                <c:pt idx="2072">
                  <c:v>41095</c:v>
                </c:pt>
                <c:pt idx="2073">
                  <c:v>41096</c:v>
                </c:pt>
                <c:pt idx="2074">
                  <c:v>41097</c:v>
                </c:pt>
                <c:pt idx="2075">
                  <c:v>41098</c:v>
                </c:pt>
                <c:pt idx="2076">
                  <c:v>41099</c:v>
                </c:pt>
                <c:pt idx="2077">
                  <c:v>41100</c:v>
                </c:pt>
                <c:pt idx="2078">
                  <c:v>41101</c:v>
                </c:pt>
                <c:pt idx="2079">
                  <c:v>41102</c:v>
                </c:pt>
                <c:pt idx="2080">
                  <c:v>41103</c:v>
                </c:pt>
                <c:pt idx="2081">
                  <c:v>41104</c:v>
                </c:pt>
                <c:pt idx="2082">
                  <c:v>41105</c:v>
                </c:pt>
                <c:pt idx="2083">
                  <c:v>41106</c:v>
                </c:pt>
                <c:pt idx="2084">
                  <c:v>41107</c:v>
                </c:pt>
                <c:pt idx="2085">
                  <c:v>41108</c:v>
                </c:pt>
                <c:pt idx="2086">
                  <c:v>41109</c:v>
                </c:pt>
                <c:pt idx="2087">
                  <c:v>41110</c:v>
                </c:pt>
                <c:pt idx="2088">
                  <c:v>41111</c:v>
                </c:pt>
                <c:pt idx="2089">
                  <c:v>41112</c:v>
                </c:pt>
                <c:pt idx="2090">
                  <c:v>41113</c:v>
                </c:pt>
                <c:pt idx="2091">
                  <c:v>41114</c:v>
                </c:pt>
                <c:pt idx="2092">
                  <c:v>41115</c:v>
                </c:pt>
                <c:pt idx="2093">
                  <c:v>41116</c:v>
                </c:pt>
                <c:pt idx="2094">
                  <c:v>41117</c:v>
                </c:pt>
                <c:pt idx="2095">
                  <c:v>41118</c:v>
                </c:pt>
                <c:pt idx="2096">
                  <c:v>41119</c:v>
                </c:pt>
                <c:pt idx="2097">
                  <c:v>41120</c:v>
                </c:pt>
                <c:pt idx="2098">
                  <c:v>41121</c:v>
                </c:pt>
                <c:pt idx="2099">
                  <c:v>41122</c:v>
                </c:pt>
                <c:pt idx="2100">
                  <c:v>41123</c:v>
                </c:pt>
                <c:pt idx="2101">
                  <c:v>41124</c:v>
                </c:pt>
                <c:pt idx="2102">
                  <c:v>41125</c:v>
                </c:pt>
                <c:pt idx="2103">
                  <c:v>41126</c:v>
                </c:pt>
                <c:pt idx="2104">
                  <c:v>41127</c:v>
                </c:pt>
                <c:pt idx="2105">
                  <c:v>41128</c:v>
                </c:pt>
                <c:pt idx="2106">
                  <c:v>41129</c:v>
                </c:pt>
                <c:pt idx="2107">
                  <c:v>41130</c:v>
                </c:pt>
                <c:pt idx="2108">
                  <c:v>41131</c:v>
                </c:pt>
                <c:pt idx="2109">
                  <c:v>41132</c:v>
                </c:pt>
                <c:pt idx="2110">
                  <c:v>41133</c:v>
                </c:pt>
                <c:pt idx="2111">
                  <c:v>41134</c:v>
                </c:pt>
                <c:pt idx="2112">
                  <c:v>41135</c:v>
                </c:pt>
                <c:pt idx="2113">
                  <c:v>41136</c:v>
                </c:pt>
                <c:pt idx="2114">
                  <c:v>41137</c:v>
                </c:pt>
                <c:pt idx="2115">
                  <c:v>41138</c:v>
                </c:pt>
                <c:pt idx="2116">
                  <c:v>41139</c:v>
                </c:pt>
                <c:pt idx="2117">
                  <c:v>41140</c:v>
                </c:pt>
                <c:pt idx="2118">
                  <c:v>41141</c:v>
                </c:pt>
                <c:pt idx="2119">
                  <c:v>41142</c:v>
                </c:pt>
                <c:pt idx="2120">
                  <c:v>41143</c:v>
                </c:pt>
                <c:pt idx="2121">
                  <c:v>41144</c:v>
                </c:pt>
                <c:pt idx="2122">
                  <c:v>41145</c:v>
                </c:pt>
                <c:pt idx="2123">
                  <c:v>41146</c:v>
                </c:pt>
                <c:pt idx="2124">
                  <c:v>41147</c:v>
                </c:pt>
                <c:pt idx="2125">
                  <c:v>41148</c:v>
                </c:pt>
                <c:pt idx="2126">
                  <c:v>41149</c:v>
                </c:pt>
                <c:pt idx="2127">
                  <c:v>41150</c:v>
                </c:pt>
                <c:pt idx="2128">
                  <c:v>41151</c:v>
                </c:pt>
                <c:pt idx="2129">
                  <c:v>41152</c:v>
                </c:pt>
                <c:pt idx="2130">
                  <c:v>41153</c:v>
                </c:pt>
                <c:pt idx="2131">
                  <c:v>41154</c:v>
                </c:pt>
                <c:pt idx="2132">
                  <c:v>41155</c:v>
                </c:pt>
                <c:pt idx="2133">
                  <c:v>41156</c:v>
                </c:pt>
                <c:pt idx="2134">
                  <c:v>41157</c:v>
                </c:pt>
                <c:pt idx="2135">
                  <c:v>41158</c:v>
                </c:pt>
                <c:pt idx="2136">
                  <c:v>41159</c:v>
                </c:pt>
                <c:pt idx="2137">
                  <c:v>41160</c:v>
                </c:pt>
                <c:pt idx="2138">
                  <c:v>41161</c:v>
                </c:pt>
                <c:pt idx="2139">
                  <c:v>41162</c:v>
                </c:pt>
                <c:pt idx="2140">
                  <c:v>41163</c:v>
                </c:pt>
                <c:pt idx="2141">
                  <c:v>41164</c:v>
                </c:pt>
                <c:pt idx="2142">
                  <c:v>41165</c:v>
                </c:pt>
                <c:pt idx="2143">
                  <c:v>41166</c:v>
                </c:pt>
                <c:pt idx="2144">
                  <c:v>41167</c:v>
                </c:pt>
                <c:pt idx="2145">
                  <c:v>41168</c:v>
                </c:pt>
                <c:pt idx="2146">
                  <c:v>41169</c:v>
                </c:pt>
                <c:pt idx="2147">
                  <c:v>41170</c:v>
                </c:pt>
                <c:pt idx="2148">
                  <c:v>41171</c:v>
                </c:pt>
                <c:pt idx="2149">
                  <c:v>41172</c:v>
                </c:pt>
                <c:pt idx="2150">
                  <c:v>41173</c:v>
                </c:pt>
                <c:pt idx="2151">
                  <c:v>41174</c:v>
                </c:pt>
                <c:pt idx="2152">
                  <c:v>41175</c:v>
                </c:pt>
                <c:pt idx="2153">
                  <c:v>41176</c:v>
                </c:pt>
                <c:pt idx="2154">
                  <c:v>41177</c:v>
                </c:pt>
                <c:pt idx="2155">
                  <c:v>41178</c:v>
                </c:pt>
                <c:pt idx="2156">
                  <c:v>41179</c:v>
                </c:pt>
                <c:pt idx="2157">
                  <c:v>41180</c:v>
                </c:pt>
                <c:pt idx="2158">
                  <c:v>41181</c:v>
                </c:pt>
                <c:pt idx="2159">
                  <c:v>41182</c:v>
                </c:pt>
                <c:pt idx="2160">
                  <c:v>41183</c:v>
                </c:pt>
                <c:pt idx="2161">
                  <c:v>41184</c:v>
                </c:pt>
                <c:pt idx="2162">
                  <c:v>41185</c:v>
                </c:pt>
                <c:pt idx="2163">
                  <c:v>41186</c:v>
                </c:pt>
                <c:pt idx="2164">
                  <c:v>41187</c:v>
                </c:pt>
                <c:pt idx="2165">
                  <c:v>41188</c:v>
                </c:pt>
                <c:pt idx="2166">
                  <c:v>41189</c:v>
                </c:pt>
                <c:pt idx="2167">
                  <c:v>41190</c:v>
                </c:pt>
                <c:pt idx="2168">
                  <c:v>41191</c:v>
                </c:pt>
                <c:pt idx="2169">
                  <c:v>41192</c:v>
                </c:pt>
                <c:pt idx="2170">
                  <c:v>41193</c:v>
                </c:pt>
                <c:pt idx="2171">
                  <c:v>41194</c:v>
                </c:pt>
                <c:pt idx="2172">
                  <c:v>41195</c:v>
                </c:pt>
                <c:pt idx="2173">
                  <c:v>41196</c:v>
                </c:pt>
                <c:pt idx="2174">
                  <c:v>41197</c:v>
                </c:pt>
                <c:pt idx="2175">
                  <c:v>41198</c:v>
                </c:pt>
                <c:pt idx="2176">
                  <c:v>41199</c:v>
                </c:pt>
                <c:pt idx="2177">
                  <c:v>41200</c:v>
                </c:pt>
                <c:pt idx="2178">
                  <c:v>41201</c:v>
                </c:pt>
                <c:pt idx="2179">
                  <c:v>41202</c:v>
                </c:pt>
                <c:pt idx="2180">
                  <c:v>41203</c:v>
                </c:pt>
                <c:pt idx="2181">
                  <c:v>41204</c:v>
                </c:pt>
                <c:pt idx="2182">
                  <c:v>41205</c:v>
                </c:pt>
                <c:pt idx="2183">
                  <c:v>41206</c:v>
                </c:pt>
                <c:pt idx="2184">
                  <c:v>41207</c:v>
                </c:pt>
                <c:pt idx="2185">
                  <c:v>41208</c:v>
                </c:pt>
                <c:pt idx="2186">
                  <c:v>41209</c:v>
                </c:pt>
                <c:pt idx="2187">
                  <c:v>41210</c:v>
                </c:pt>
                <c:pt idx="2188">
                  <c:v>41211</c:v>
                </c:pt>
                <c:pt idx="2189">
                  <c:v>41212</c:v>
                </c:pt>
                <c:pt idx="2190">
                  <c:v>41213</c:v>
                </c:pt>
                <c:pt idx="2191">
                  <c:v>41214</c:v>
                </c:pt>
                <c:pt idx="2192">
                  <c:v>41215</c:v>
                </c:pt>
                <c:pt idx="2193">
                  <c:v>41216</c:v>
                </c:pt>
                <c:pt idx="2194">
                  <c:v>41217</c:v>
                </c:pt>
                <c:pt idx="2195">
                  <c:v>41218</c:v>
                </c:pt>
                <c:pt idx="2196">
                  <c:v>41219</c:v>
                </c:pt>
                <c:pt idx="2197">
                  <c:v>41220</c:v>
                </c:pt>
                <c:pt idx="2198">
                  <c:v>41221</c:v>
                </c:pt>
                <c:pt idx="2199">
                  <c:v>41222</c:v>
                </c:pt>
                <c:pt idx="2200">
                  <c:v>41223</c:v>
                </c:pt>
                <c:pt idx="2201">
                  <c:v>41224</c:v>
                </c:pt>
                <c:pt idx="2202">
                  <c:v>41225</c:v>
                </c:pt>
                <c:pt idx="2203">
                  <c:v>41226</c:v>
                </c:pt>
                <c:pt idx="2204">
                  <c:v>41227</c:v>
                </c:pt>
                <c:pt idx="2205">
                  <c:v>41228</c:v>
                </c:pt>
                <c:pt idx="2206">
                  <c:v>41229</c:v>
                </c:pt>
                <c:pt idx="2207">
                  <c:v>41230</c:v>
                </c:pt>
                <c:pt idx="2208">
                  <c:v>41231</c:v>
                </c:pt>
                <c:pt idx="2209">
                  <c:v>41232</c:v>
                </c:pt>
                <c:pt idx="2210">
                  <c:v>41233</c:v>
                </c:pt>
                <c:pt idx="2211">
                  <c:v>41234</c:v>
                </c:pt>
                <c:pt idx="2212">
                  <c:v>41235</c:v>
                </c:pt>
                <c:pt idx="2213">
                  <c:v>41236</c:v>
                </c:pt>
                <c:pt idx="2214">
                  <c:v>41237</c:v>
                </c:pt>
                <c:pt idx="2215">
                  <c:v>41238</c:v>
                </c:pt>
                <c:pt idx="2216">
                  <c:v>41239</c:v>
                </c:pt>
                <c:pt idx="2217">
                  <c:v>41240</c:v>
                </c:pt>
                <c:pt idx="2218">
                  <c:v>41241</c:v>
                </c:pt>
                <c:pt idx="2219">
                  <c:v>41242</c:v>
                </c:pt>
                <c:pt idx="2220">
                  <c:v>41243</c:v>
                </c:pt>
                <c:pt idx="2221">
                  <c:v>41244</c:v>
                </c:pt>
                <c:pt idx="2222">
                  <c:v>41245</c:v>
                </c:pt>
                <c:pt idx="2223">
                  <c:v>41246</c:v>
                </c:pt>
                <c:pt idx="2224">
                  <c:v>41247</c:v>
                </c:pt>
                <c:pt idx="2225">
                  <c:v>41248</c:v>
                </c:pt>
                <c:pt idx="2226">
                  <c:v>41249</c:v>
                </c:pt>
                <c:pt idx="2227">
                  <c:v>41250</c:v>
                </c:pt>
                <c:pt idx="2228">
                  <c:v>41251</c:v>
                </c:pt>
                <c:pt idx="2229">
                  <c:v>41252</c:v>
                </c:pt>
                <c:pt idx="2230">
                  <c:v>41253</c:v>
                </c:pt>
                <c:pt idx="2231">
                  <c:v>41254</c:v>
                </c:pt>
                <c:pt idx="2232">
                  <c:v>41255</c:v>
                </c:pt>
                <c:pt idx="2233">
                  <c:v>41256</c:v>
                </c:pt>
                <c:pt idx="2234">
                  <c:v>41257</c:v>
                </c:pt>
                <c:pt idx="2235">
                  <c:v>41258</c:v>
                </c:pt>
                <c:pt idx="2236">
                  <c:v>41259</c:v>
                </c:pt>
                <c:pt idx="2237">
                  <c:v>41260</c:v>
                </c:pt>
                <c:pt idx="2238">
                  <c:v>41261</c:v>
                </c:pt>
                <c:pt idx="2239">
                  <c:v>41262</c:v>
                </c:pt>
                <c:pt idx="2240">
                  <c:v>41263</c:v>
                </c:pt>
                <c:pt idx="2241">
                  <c:v>41264</c:v>
                </c:pt>
                <c:pt idx="2242">
                  <c:v>41265</c:v>
                </c:pt>
                <c:pt idx="2243">
                  <c:v>41266</c:v>
                </c:pt>
                <c:pt idx="2244">
                  <c:v>41267</c:v>
                </c:pt>
                <c:pt idx="2245">
                  <c:v>41268</c:v>
                </c:pt>
                <c:pt idx="2246">
                  <c:v>41269</c:v>
                </c:pt>
                <c:pt idx="2247">
                  <c:v>41270</c:v>
                </c:pt>
                <c:pt idx="2248">
                  <c:v>41271</c:v>
                </c:pt>
                <c:pt idx="2249">
                  <c:v>41272</c:v>
                </c:pt>
                <c:pt idx="2250">
                  <c:v>41273</c:v>
                </c:pt>
                <c:pt idx="2251">
                  <c:v>41274</c:v>
                </c:pt>
                <c:pt idx="2252">
                  <c:v>41275</c:v>
                </c:pt>
                <c:pt idx="2253">
                  <c:v>41276</c:v>
                </c:pt>
                <c:pt idx="2254">
                  <c:v>41277</c:v>
                </c:pt>
                <c:pt idx="2255">
                  <c:v>41278</c:v>
                </c:pt>
                <c:pt idx="2256">
                  <c:v>41279</c:v>
                </c:pt>
                <c:pt idx="2257">
                  <c:v>41280</c:v>
                </c:pt>
                <c:pt idx="2258">
                  <c:v>41281</c:v>
                </c:pt>
                <c:pt idx="2259">
                  <c:v>41282</c:v>
                </c:pt>
                <c:pt idx="2260">
                  <c:v>41283</c:v>
                </c:pt>
                <c:pt idx="2261">
                  <c:v>41284</c:v>
                </c:pt>
                <c:pt idx="2262">
                  <c:v>41285</c:v>
                </c:pt>
                <c:pt idx="2263">
                  <c:v>41286</c:v>
                </c:pt>
                <c:pt idx="2264">
                  <c:v>41287</c:v>
                </c:pt>
                <c:pt idx="2265">
                  <c:v>41288</c:v>
                </c:pt>
                <c:pt idx="2266">
                  <c:v>41289</c:v>
                </c:pt>
                <c:pt idx="2267">
                  <c:v>41290</c:v>
                </c:pt>
                <c:pt idx="2268">
                  <c:v>41291</c:v>
                </c:pt>
                <c:pt idx="2269">
                  <c:v>41292</c:v>
                </c:pt>
                <c:pt idx="2270">
                  <c:v>41293</c:v>
                </c:pt>
                <c:pt idx="2271">
                  <c:v>41294</c:v>
                </c:pt>
                <c:pt idx="2272">
                  <c:v>41295</c:v>
                </c:pt>
                <c:pt idx="2273">
                  <c:v>41296</c:v>
                </c:pt>
                <c:pt idx="2274">
                  <c:v>41297</c:v>
                </c:pt>
                <c:pt idx="2275">
                  <c:v>41298</c:v>
                </c:pt>
                <c:pt idx="2276">
                  <c:v>41299</c:v>
                </c:pt>
                <c:pt idx="2277">
                  <c:v>41300</c:v>
                </c:pt>
                <c:pt idx="2278">
                  <c:v>41301</c:v>
                </c:pt>
                <c:pt idx="2279">
                  <c:v>41302</c:v>
                </c:pt>
                <c:pt idx="2280">
                  <c:v>41303</c:v>
                </c:pt>
                <c:pt idx="2281">
                  <c:v>41304</c:v>
                </c:pt>
                <c:pt idx="2282">
                  <c:v>41305</c:v>
                </c:pt>
                <c:pt idx="2283">
                  <c:v>41306</c:v>
                </c:pt>
                <c:pt idx="2284">
                  <c:v>41307</c:v>
                </c:pt>
                <c:pt idx="2285">
                  <c:v>41308</c:v>
                </c:pt>
                <c:pt idx="2286">
                  <c:v>41309</c:v>
                </c:pt>
                <c:pt idx="2287">
                  <c:v>41310</c:v>
                </c:pt>
                <c:pt idx="2288">
                  <c:v>41311</c:v>
                </c:pt>
                <c:pt idx="2289">
                  <c:v>41312</c:v>
                </c:pt>
                <c:pt idx="2290">
                  <c:v>41313</c:v>
                </c:pt>
                <c:pt idx="2291">
                  <c:v>41314</c:v>
                </c:pt>
                <c:pt idx="2292">
                  <c:v>41315</c:v>
                </c:pt>
                <c:pt idx="2293">
                  <c:v>41316</c:v>
                </c:pt>
                <c:pt idx="2294">
                  <c:v>41317</c:v>
                </c:pt>
                <c:pt idx="2295">
                  <c:v>41318</c:v>
                </c:pt>
                <c:pt idx="2296">
                  <c:v>41319</c:v>
                </c:pt>
                <c:pt idx="2297">
                  <c:v>41320</c:v>
                </c:pt>
                <c:pt idx="2298">
                  <c:v>41321</c:v>
                </c:pt>
                <c:pt idx="2299">
                  <c:v>41322</c:v>
                </c:pt>
                <c:pt idx="2300">
                  <c:v>41323</c:v>
                </c:pt>
                <c:pt idx="2301">
                  <c:v>41324</c:v>
                </c:pt>
                <c:pt idx="2302">
                  <c:v>41325</c:v>
                </c:pt>
                <c:pt idx="2303">
                  <c:v>41326</c:v>
                </c:pt>
                <c:pt idx="2304">
                  <c:v>41327</c:v>
                </c:pt>
                <c:pt idx="2305">
                  <c:v>41328</c:v>
                </c:pt>
                <c:pt idx="2306">
                  <c:v>41329</c:v>
                </c:pt>
                <c:pt idx="2307">
                  <c:v>41330</c:v>
                </c:pt>
                <c:pt idx="2308">
                  <c:v>41331</c:v>
                </c:pt>
                <c:pt idx="2309">
                  <c:v>41332</c:v>
                </c:pt>
                <c:pt idx="2310">
                  <c:v>41333</c:v>
                </c:pt>
                <c:pt idx="2311">
                  <c:v>41334</c:v>
                </c:pt>
                <c:pt idx="2312">
                  <c:v>41335</c:v>
                </c:pt>
                <c:pt idx="2313">
                  <c:v>41336</c:v>
                </c:pt>
                <c:pt idx="2314">
                  <c:v>41337</c:v>
                </c:pt>
                <c:pt idx="2315">
                  <c:v>41338</c:v>
                </c:pt>
                <c:pt idx="2316">
                  <c:v>41339</c:v>
                </c:pt>
                <c:pt idx="2317">
                  <c:v>41340</c:v>
                </c:pt>
                <c:pt idx="2318">
                  <c:v>41341</c:v>
                </c:pt>
                <c:pt idx="2319">
                  <c:v>41342</c:v>
                </c:pt>
                <c:pt idx="2320">
                  <c:v>41343</c:v>
                </c:pt>
                <c:pt idx="2321">
                  <c:v>41344</c:v>
                </c:pt>
                <c:pt idx="2322">
                  <c:v>41345</c:v>
                </c:pt>
                <c:pt idx="2323">
                  <c:v>41346</c:v>
                </c:pt>
                <c:pt idx="2324">
                  <c:v>41347</c:v>
                </c:pt>
                <c:pt idx="2325">
                  <c:v>41348</c:v>
                </c:pt>
                <c:pt idx="2326">
                  <c:v>41349</c:v>
                </c:pt>
                <c:pt idx="2327">
                  <c:v>41350</c:v>
                </c:pt>
                <c:pt idx="2328">
                  <c:v>41351</c:v>
                </c:pt>
                <c:pt idx="2329">
                  <c:v>41352</c:v>
                </c:pt>
                <c:pt idx="2330">
                  <c:v>41353</c:v>
                </c:pt>
                <c:pt idx="2331">
                  <c:v>41354</c:v>
                </c:pt>
                <c:pt idx="2332">
                  <c:v>41355</c:v>
                </c:pt>
                <c:pt idx="2333">
                  <c:v>41356</c:v>
                </c:pt>
                <c:pt idx="2334">
                  <c:v>41357</c:v>
                </c:pt>
                <c:pt idx="2335">
                  <c:v>41358</c:v>
                </c:pt>
                <c:pt idx="2336">
                  <c:v>41359</c:v>
                </c:pt>
                <c:pt idx="2337">
                  <c:v>41360</c:v>
                </c:pt>
                <c:pt idx="2338">
                  <c:v>41361</c:v>
                </c:pt>
                <c:pt idx="2339">
                  <c:v>41362</c:v>
                </c:pt>
                <c:pt idx="2340">
                  <c:v>41363</c:v>
                </c:pt>
                <c:pt idx="2341">
                  <c:v>41364</c:v>
                </c:pt>
                <c:pt idx="2342">
                  <c:v>41365</c:v>
                </c:pt>
                <c:pt idx="2343">
                  <c:v>41366</c:v>
                </c:pt>
                <c:pt idx="2344">
                  <c:v>41367</c:v>
                </c:pt>
                <c:pt idx="2345">
                  <c:v>41368</c:v>
                </c:pt>
                <c:pt idx="2346">
                  <c:v>41369</c:v>
                </c:pt>
                <c:pt idx="2347">
                  <c:v>41370</c:v>
                </c:pt>
                <c:pt idx="2348">
                  <c:v>41371</c:v>
                </c:pt>
                <c:pt idx="2349">
                  <c:v>41372</c:v>
                </c:pt>
                <c:pt idx="2350">
                  <c:v>41373</c:v>
                </c:pt>
                <c:pt idx="2351">
                  <c:v>41374</c:v>
                </c:pt>
                <c:pt idx="2352">
                  <c:v>41375</c:v>
                </c:pt>
                <c:pt idx="2353">
                  <c:v>41376</c:v>
                </c:pt>
                <c:pt idx="2354">
                  <c:v>41377</c:v>
                </c:pt>
                <c:pt idx="2355">
                  <c:v>41378</c:v>
                </c:pt>
                <c:pt idx="2356">
                  <c:v>41379</c:v>
                </c:pt>
                <c:pt idx="2357">
                  <c:v>41380</c:v>
                </c:pt>
                <c:pt idx="2358">
                  <c:v>41381</c:v>
                </c:pt>
                <c:pt idx="2359">
                  <c:v>41382</c:v>
                </c:pt>
                <c:pt idx="2360">
                  <c:v>41383</c:v>
                </c:pt>
                <c:pt idx="2361">
                  <c:v>41384</c:v>
                </c:pt>
                <c:pt idx="2362">
                  <c:v>41385</c:v>
                </c:pt>
                <c:pt idx="2363">
                  <c:v>41386</c:v>
                </c:pt>
                <c:pt idx="2364">
                  <c:v>41387</c:v>
                </c:pt>
                <c:pt idx="2365">
                  <c:v>41388</c:v>
                </c:pt>
                <c:pt idx="2366">
                  <c:v>41389</c:v>
                </c:pt>
                <c:pt idx="2367">
                  <c:v>41390</c:v>
                </c:pt>
                <c:pt idx="2368">
                  <c:v>41391</c:v>
                </c:pt>
                <c:pt idx="2369">
                  <c:v>41392</c:v>
                </c:pt>
                <c:pt idx="2370">
                  <c:v>41393</c:v>
                </c:pt>
                <c:pt idx="2371">
                  <c:v>41394</c:v>
                </c:pt>
                <c:pt idx="2372">
                  <c:v>41395</c:v>
                </c:pt>
                <c:pt idx="2373">
                  <c:v>41396</c:v>
                </c:pt>
                <c:pt idx="2374">
                  <c:v>41397</c:v>
                </c:pt>
                <c:pt idx="2375">
                  <c:v>41398</c:v>
                </c:pt>
                <c:pt idx="2376">
                  <c:v>41399</c:v>
                </c:pt>
                <c:pt idx="2377">
                  <c:v>41400</c:v>
                </c:pt>
                <c:pt idx="2378">
                  <c:v>41401</c:v>
                </c:pt>
                <c:pt idx="2379">
                  <c:v>41402</c:v>
                </c:pt>
                <c:pt idx="2380">
                  <c:v>41403</c:v>
                </c:pt>
                <c:pt idx="2381">
                  <c:v>41404</c:v>
                </c:pt>
                <c:pt idx="2382">
                  <c:v>41405</c:v>
                </c:pt>
                <c:pt idx="2383">
                  <c:v>41406</c:v>
                </c:pt>
                <c:pt idx="2384">
                  <c:v>41407</c:v>
                </c:pt>
                <c:pt idx="2385">
                  <c:v>41408</c:v>
                </c:pt>
                <c:pt idx="2386">
                  <c:v>41409</c:v>
                </c:pt>
                <c:pt idx="2387">
                  <c:v>41410</c:v>
                </c:pt>
                <c:pt idx="2388">
                  <c:v>41411</c:v>
                </c:pt>
                <c:pt idx="2389">
                  <c:v>41412</c:v>
                </c:pt>
                <c:pt idx="2390">
                  <c:v>41413</c:v>
                </c:pt>
                <c:pt idx="2391">
                  <c:v>41414</c:v>
                </c:pt>
                <c:pt idx="2392">
                  <c:v>41415</c:v>
                </c:pt>
                <c:pt idx="2393">
                  <c:v>41416</c:v>
                </c:pt>
                <c:pt idx="2394">
                  <c:v>41417</c:v>
                </c:pt>
                <c:pt idx="2395">
                  <c:v>41418</c:v>
                </c:pt>
                <c:pt idx="2396">
                  <c:v>41419</c:v>
                </c:pt>
                <c:pt idx="2397">
                  <c:v>41420</c:v>
                </c:pt>
                <c:pt idx="2398">
                  <c:v>41421</c:v>
                </c:pt>
                <c:pt idx="2399">
                  <c:v>41422</c:v>
                </c:pt>
                <c:pt idx="2400">
                  <c:v>41423</c:v>
                </c:pt>
                <c:pt idx="2401">
                  <c:v>41424</c:v>
                </c:pt>
                <c:pt idx="2402">
                  <c:v>41425</c:v>
                </c:pt>
                <c:pt idx="2403">
                  <c:v>41426</c:v>
                </c:pt>
                <c:pt idx="2404">
                  <c:v>41427</c:v>
                </c:pt>
                <c:pt idx="2405">
                  <c:v>41428</c:v>
                </c:pt>
                <c:pt idx="2406">
                  <c:v>41429</c:v>
                </c:pt>
                <c:pt idx="2407">
                  <c:v>41430</c:v>
                </c:pt>
                <c:pt idx="2408">
                  <c:v>41431</c:v>
                </c:pt>
                <c:pt idx="2409">
                  <c:v>41432</c:v>
                </c:pt>
                <c:pt idx="2410">
                  <c:v>41433</c:v>
                </c:pt>
                <c:pt idx="2411">
                  <c:v>41434</c:v>
                </c:pt>
                <c:pt idx="2412">
                  <c:v>41435</c:v>
                </c:pt>
                <c:pt idx="2413">
                  <c:v>41436</c:v>
                </c:pt>
                <c:pt idx="2414">
                  <c:v>41437</c:v>
                </c:pt>
                <c:pt idx="2415">
                  <c:v>41438</c:v>
                </c:pt>
                <c:pt idx="2416">
                  <c:v>41439</c:v>
                </c:pt>
                <c:pt idx="2417">
                  <c:v>41440</c:v>
                </c:pt>
                <c:pt idx="2418">
                  <c:v>41441</c:v>
                </c:pt>
                <c:pt idx="2419">
                  <c:v>41442</c:v>
                </c:pt>
                <c:pt idx="2420">
                  <c:v>41443</c:v>
                </c:pt>
                <c:pt idx="2421">
                  <c:v>41444</c:v>
                </c:pt>
                <c:pt idx="2422">
                  <c:v>41445</c:v>
                </c:pt>
                <c:pt idx="2423">
                  <c:v>41446</c:v>
                </c:pt>
                <c:pt idx="2424">
                  <c:v>41447</c:v>
                </c:pt>
                <c:pt idx="2425">
                  <c:v>41448</c:v>
                </c:pt>
                <c:pt idx="2426">
                  <c:v>41449</c:v>
                </c:pt>
                <c:pt idx="2427">
                  <c:v>41450</c:v>
                </c:pt>
                <c:pt idx="2428">
                  <c:v>41451</c:v>
                </c:pt>
                <c:pt idx="2429">
                  <c:v>41452</c:v>
                </c:pt>
                <c:pt idx="2430">
                  <c:v>41453</c:v>
                </c:pt>
                <c:pt idx="2431">
                  <c:v>41454</c:v>
                </c:pt>
                <c:pt idx="2432">
                  <c:v>41455</c:v>
                </c:pt>
                <c:pt idx="2433">
                  <c:v>41456</c:v>
                </c:pt>
                <c:pt idx="2434">
                  <c:v>41457</c:v>
                </c:pt>
                <c:pt idx="2435">
                  <c:v>41458</c:v>
                </c:pt>
                <c:pt idx="2436">
                  <c:v>41459</c:v>
                </c:pt>
                <c:pt idx="2437">
                  <c:v>41460</c:v>
                </c:pt>
                <c:pt idx="2438">
                  <c:v>41461</c:v>
                </c:pt>
                <c:pt idx="2439">
                  <c:v>41462</c:v>
                </c:pt>
                <c:pt idx="2440">
                  <c:v>41463</c:v>
                </c:pt>
                <c:pt idx="2441">
                  <c:v>41464</c:v>
                </c:pt>
                <c:pt idx="2442">
                  <c:v>41465</c:v>
                </c:pt>
                <c:pt idx="2443">
                  <c:v>41466</c:v>
                </c:pt>
                <c:pt idx="2444">
                  <c:v>41467</c:v>
                </c:pt>
                <c:pt idx="2445">
                  <c:v>41468</c:v>
                </c:pt>
                <c:pt idx="2446">
                  <c:v>41469</c:v>
                </c:pt>
                <c:pt idx="2447">
                  <c:v>41470</c:v>
                </c:pt>
                <c:pt idx="2448">
                  <c:v>41471</c:v>
                </c:pt>
                <c:pt idx="2449">
                  <c:v>41472</c:v>
                </c:pt>
                <c:pt idx="2450">
                  <c:v>41473</c:v>
                </c:pt>
                <c:pt idx="2451">
                  <c:v>41474</c:v>
                </c:pt>
                <c:pt idx="2452">
                  <c:v>41475</c:v>
                </c:pt>
                <c:pt idx="2453">
                  <c:v>41476</c:v>
                </c:pt>
                <c:pt idx="2454">
                  <c:v>41477</c:v>
                </c:pt>
                <c:pt idx="2455">
                  <c:v>41478</c:v>
                </c:pt>
                <c:pt idx="2456">
                  <c:v>41479</c:v>
                </c:pt>
                <c:pt idx="2457">
                  <c:v>41480</c:v>
                </c:pt>
                <c:pt idx="2458">
                  <c:v>41481</c:v>
                </c:pt>
                <c:pt idx="2459">
                  <c:v>41482</c:v>
                </c:pt>
                <c:pt idx="2460">
                  <c:v>41483</c:v>
                </c:pt>
                <c:pt idx="2461">
                  <c:v>41484</c:v>
                </c:pt>
                <c:pt idx="2462">
                  <c:v>41485</c:v>
                </c:pt>
                <c:pt idx="2463">
                  <c:v>41486</c:v>
                </c:pt>
                <c:pt idx="2464">
                  <c:v>41487</c:v>
                </c:pt>
                <c:pt idx="2465">
                  <c:v>41488</c:v>
                </c:pt>
                <c:pt idx="2466">
                  <c:v>41489</c:v>
                </c:pt>
                <c:pt idx="2467">
                  <c:v>41490</c:v>
                </c:pt>
                <c:pt idx="2468">
                  <c:v>41491</c:v>
                </c:pt>
                <c:pt idx="2469">
                  <c:v>41492</c:v>
                </c:pt>
                <c:pt idx="2470">
                  <c:v>41493</c:v>
                </c:pt>
                <c:pt idx="2471">
                  <c:v>41494</c:v>
                </c:pt>
                <c:pt idx="2472">
                  <c:v>41495</c:v>
                </c:pt>
                <c:pt idx="2473">
                  <c:v>41496</c:v>
                </c:pt>
                <c:pt idx="2474">
                  <c:v>41497</c:v>
                </c:pt>
                <c:pt idx="2475">
                  <c:v>41498</c:v>
                </c:pt>
                <c:pt idx="2476">
                  <c:v>41499</c:v>
                </c:pt>
                <c:pt idx="2477">
                  <c:v>41500</c:v>
                </c:pt>
                <c:pt idx="2478">
                  <c:v>41501</c:v>
                </c:pt>
                <c:pt idx="2479">
                  <c:v>41502</c:v>
                </c:pt>
                <c:pt idx="2480">
                  <c:v>41503</c:v>
                </c:pt>
                <c:pt idx="2481">
                  <c:v>41504</c:v>
                </c:pt>
                <c:pt idx="2482">
                  <c:v>41505</c:v>
                </c:pt>
                <c:pt idx="2483">
                  <c:v>41506</c:v>
                </c:pt>
                <c:pt idx="2484">
                  <c:v>41507</c:v>
                </c:pt>
                <c:pt idx="2485">
                  <c:v>41508</c:v>
                </c:pt>
                <c:pt idx="2486">
                  <c:v>41509</c:v>
                </c:pt>
                <c:pt idx="2487">
                  <c:v>41510</c:v>
                </c:pt>
                <c:pt idx="2488">
                  <c:v>41511</c:v>
                </c:pt>
                <c:pt idx="2489">
                  <c:v>41512</c:v>
                </c:pt>
                <c:pt idx="2490">
                  <c:v>41513</c:v>
                </c:pt>
                <c:pt idx="2491">
                  <c:v>41514</c:v>
                </c:pt>
                <c:pt idx="2492">
                  <c:v>41515</c:v>
                </c:pt>
                <c:pt idx="2493">
                  <c:v>41516</c:v>
                </c:pt>
                <c:pt idx="2494">
                  <c:v>41517</c:v>
                </c:pt>
                <c:pt idx="2495">
                  <c:v>41518</c:v>
                </c:pt>
                <c:pt idx="2496">
                  <c:v>41519</c:v>
                </c:pt>
                <c:pt idx="2497">
                  <c:v>41520</c:v>
                </c:pt>
                <c:pt idx="2498">
                  <c:v>41521</c:v>
                </c:pt>
                <c:pt idx="2499">
                  <c:v>41522</c:v>
                </c:pt>
                <c:pt idx="2500">
                  <c:v>41523</c:v>
                </c:pt>
                <c:pt idx="2501">
                  <c:v>41524</c:v>
                </c:pt>
                <c:pt idx="2502">
                  <c:v>41525</c:v>
                </c:pt>
                <c:pt idx="2503">
                  <c:v>41526</c:v>
                </c:pt>
                <c:pt idx="2504">
                  <c:v>41527</c:v>
                </c:pt>
                <c:pt idx="2505">
                  <c:v>41528</c:v>
                </c:pt>
                <c:pt idx="2506">
                  <c:v>41529</c:v>
                </c:pt>
                <c:pt idx="2507">
                  <c:v>41530</c:v>
                </c:pt>
                <c:pt idx="2508">
                  <c:v>41531</c:v>
                </c:pt>
                <c:pt idx="2509">
                  <c:v>41532</c:v>
                </c:pt>
                <c:pt idx="2510">
                  <c:v>41533</c:v>
                </c:pt>
                <c:pt idx="2511">
                  <c:v>41534</c:v>
                </c:pt>
                <c:pt idx="2512">
                  <c:v>41535</c:v>
                </c:pt>
                <c:pt idx="2513">
                  <c:v>41536</c:v>
                </c:pt>
                <c:pt idx="2514">
                  <c:v>41537</c:v>
                </c:pt>
                <c:pt idx="2515">
                  <c:v>41538</c:v>
                </c:pt>
                <c:pt idx="2516">
                  <c:v>41539</c:v>
                </c:pt>
                <c:pt idx="2517">
                  <c:v>41540</c:v>
                </c:pt>
                <c:pt idx="2518">
                  <c:v>41541</c:v>
                </c:pt>
                <c:pt idx="2519">
                  <c:v>41542</c:v>
                </c:pt>
                <c:pt idx="2520">
                  <c:v>41543</c:v>
                </c:pt>
                <c:pt idx="2521">
                  <c:v>41544</c:v>
                </c:pt>
                <c:pt idx="2522">
                  <c:v>41545</c:v>
                </c:pt>
                <c:pt idx="2523">
                  <c:v>41546</c:v>
                </c:pt>
                <c:pt idx="2524">
                  <c:v>41547</c:v>
                </c:pt>
                <c:pt idx="2525">
                  <c:v>41548</c:v>
                </c:pt>
                <c:pt idx="2526">
                  <c:v>41549</c:v>
                </c:pt>
                <c:pt idx="2527">
                  <c:v>41550</c:v>
                </c:pt>
                <c:pt idx="2528">
                  <c:v>41551</c:v>
                </c:pt>
                <c:pt idx="2529">
                  <c:v>41552</c:v>
                </c:pt>
                <c:pt idx="2530">
                  <c:v>41553</c:v>
                </c:pt>
                <c:pt idx="2531">
                  <c:v>41554</c:v>
                </c:pt>
                <c:pt idx="2532">
                  <c:v>41555</c:v>
                </c:pt>
                <c:pt idx="2533">
                  <c:v>41556</c:v>
                </c:pt>
                <c:pt idx="2534">
                  <c:v>41557</c:v>
                </c:pt>
                <c:pt idx="2535">
                  <c:v>41558</c:v>
                </c:pt>
                <c:pt idx="2536">
                  <c:v>41559</c:v>
                </c:pt>
                <c:pt idx="2537">
                  <c:v>41560</c:v>
                </c:pt>
                <c:pt idx="2538">
                  <c:v>41561</c:v>
                </c:pt>
                <c:pt idx="2539">
                  <c:v>41562</c:v>
                </c:pt>
                <c:pt idx="2540">
                  <c:v>41563</c:v>
                </c:pt>
                <c:pt idx="2541">
                  <c:v>41564</c:v>
                </c:pt>
                <c:pt idx="2542">
                  <c:v>41565</c:v>
                </c:pt>
                <c:pt idx="2543">
                  <c:v>41566</c:v>
                </c:pt>
                <c:pt idx="2544">
                  <c:v>41567</c:v>
                </c:pt>
                <c:pt idx="2545">
                  <c:v>41568</c:v>
                </c:pt>
                <c:pt idx="2546">
                  <c:v>41569</c:v>
                </c:pt>
                <c:pt idx="2547">
                  <c:v>41570</c:v>
                </c:pt>
                <c:pt idx="2548">
                  <c:v>41571</c:v>
                </c:pt>
                <c:pt idx="2549">
                  <c:v>41572</c:v>
                </c:pt>
                <c:pt idx="2550">
                  <c:v>41573</c:v>
                </c:pt>
                <c:pt idx="2551">
                  <c:v>41574</c:v>
                </c:pt>
                <c:pt idx="2552">
                  <c:v>41575</c:v>
                </c:pt>
                <c:pt idx="2553">
                  <c:v>41576</c:v>
                </c:pt>
                <c:pt idx="2554">
                  <c:v>41577</c:v>
                </c:pt>
                <c:pt idx="2555">
                  <c:v>41578</c:v>
                </c:pt>
                <c:pt idx="2556">
                  <c:v>41579</c:v>
                </c:pt>
                <c:pt idx="2557">
                  <c:v>41580</c:v>
                </c:pt>
                <c:pt idx="2558">
                  <c:v>41581</c:v>
                </c:pt>
                <c:pt idx="2559">
                  <c:v>41582</c:v>
                </c:pt>
                <c:pt idx="2560">
                  <c:v>41583</c:v>
                </c:pt>
                <c:pt idx="2561">
                  <c:v>41584</c:v>
                </c:pt>
                <c:pt idx="2562">
                  <c:v>41585</c:v>
                </c:pt>
                <c:pt idx="2563">
                  <c:v>41586</c:v>
                </c:pt>
                <c:pt idx="2564">
                  <c:v>41587</c:v>
                </c:pt>
                <c:pt idx="2565">
                  <c:v>41588</c:v>
                </c:pt>
                <c:pt idx="2566">
                  <c:v>41589</c:v>
                </c:pt>
                <c:pt idx="2567">
                  <c:v>41590</c:v>
                </c:pt>
                <c:pt idx="2568">
                  <c:v>41591</c:v>
                </c:pt>
                <c:pt idx="2569">
                  <c:v>41592</c:v>
                </c:pt>
                <c:pt idx="2570">
                  <c:v>41593</c:v>
                </c:pt>
                <c:pt idx="2571">
                  <c:v>41594</c:v>
                </c:pt>
                <c:pt idx="2572">
                  <c:v>41595</c:v>
                </c:pt>
                <c:pt idx="2573">
                  <c:v>41596</c:v>
                </c:pt>
                <c:pt idx="2574">
                  <c:v>41597</c:v>
                </c:pt>
                <c:pt idx="2575">
                  <c:v>41598</c:v>
                </c:pt>
                <c:pt idx="2576">
                  <c:v>41599</c:v>
                </c:pt>
                <c:pt idx="2577">
                  <c:v>41600</c:v>
                </c:pt>
                <c:pt idx="2578">
                  <c:v>41601</c:v>
                </c:pt>
                <c:pt idx="2579">
                  <c:v>41602</c:v>
                </c:pt>
                <c:pt idx="2580">
                  <c:v>41603</c:v>
                </c:pt>
                <c:pt idx="2581">
                  <c:v>41604</c:v>
                </c:pt>
                <c:pt idx="2582">
                  <c:v>41605</c:v>
                </c:pt>
                <c:pt idx="2583">
                  <c:v>41606</c:v>
                </c:pt>
                <c:pt idx="2584">
                  <c:v>41607</c:v>
                </c:pt>
                <c:pt idx="2585">
                  <c:v>41608</c:v>
                </c:pt>
                <c:pt idx="2586">
                  <c:v>41609</c:v>
                </c:pt>
                <c:pt idx="2587">
                  <c:v>41610</c:v>
                </c:pt>
                <c:pt idx="2588">
                  <c:v>41611</c:v>
                </c:pt>
                <c:pt idx="2589">
                  <c:v>41612</c:v>
                </c:pt>
                <c:pt idx="2590">
                  <c:v>41613</c:v>
                </c:pt>
                <c:pt idx="2591">
                  <c:v>41614</c:v>
                </c:pt>
                <c:pt idx="2592">
                  <c:v>41615</c:v>
                </c:pt>
                <c:pt idx="2593">
                  <c:v>41616</c:v>
                </c:pt>
                <c:pt idx="2594">
                  <c:v>41617</c:v>
                </c:pt>
                <c:pt idx="2595">
                  <c:v>41618</c:v>
                </c:pt>
                <c:pt idx="2596">
                  <c:v>41619</c:v>
                </c:pt>
                <c:pt idx="2597">
                  <c:v>41620</c:v>
                </c:pt>
                <c:pt idx="2598">
                  <c:v>41621</c:v>
                </c:pt>
                <c:pt idx="2599">
                  <c:v>41622</c:v>
                </c:pt>
                <c:pt idx="2600">
                  <c:v>41623</c:v>
                </c:pt>
                <c:pt idx="2601">
                  <c:v>41624</c:v>
                </c:pt>
                <c:pt idx="2602">
                  <c:v>41625</c:v>
                </c:pt>
                <c:pt idx="2603">
                  <c:v>41626</c:v>
                </c:pt>
                <c:pt idx="2604">
                  <c:v>41627</c:v>
                </c:pt>
                <c:pt idx="2605">
                  <c:v>41628</c:v>
                </c:pt>
                <c:pt idx="2606">
                  <c:v>41629</c:v>
                </c:pt>
                <c:pt idx="2607">
                  <c:v>41630</c:v>
                </c:pt>
                <c:pt idx="2608">
                  <c:v>41631</c:v>
                </c:pt>
                <c:pt idx="2609">
                  <c:v>41632</c:v>
                </c:pt>
                <c:pt idx="2610">
                  <c:v>41633</c:v>
                </c:pt>
                <c:pt idx="2611">
                  <c:v>41634</c:v>
                </c:pt>
                <c:pt idx="2612">
                  <c:v>41635</c:v>
                </c:pt>
                <c:pt idx="2613">
                  <c:v>41636</c:v>
                </c:pt>
                <c:pt idx="2614">
                  <c:v>41637</c:v>
                </c:pt>
                <c:pt idx="2615">
                  <c:v>41638</c:v>
                </c:pt>
                <c:pt idx="2616">
                  <c:v>41639</c:v>
                </c:pt>
                <c:pt idx="2617">
                  <c:v>41640</c:v>
                </c:pt>
                <c:pt idx="2618">
                  <c:v>41641</c:v>
                </c:pt>
                <c:pt idx="2619">
                  <c:v>41642</c:v>
                </c:pt>
                <c:pt idx="2620">
                  <c:v>41643</c:v>
                </c:pt>
                <c:pt idx="2621">
                  <c:v>41644</c:v>
                </c:pt>
                <c:pt idx="2622">
                  <c:v>41645</c:v>
                </c:pt>
                <c:pt idx="2623">
                  <c:v>41646</c:v>
                </c:pt>
                <c:pt idx="2624">
                  <c:v>41647</c:v>
                </c:pt>
                <c:pt idx="2625">
                  <c:v>41648</c:v>
                </c:pt>
                <c:pt idx="2626">
                  <c:v>41649</c:v>
                </c:pt>
                <c:pt idx="2627">
                  <c:v>41650</c:v>
                </c:pt>
                <c:pt idx="2628">
                  <c:v>41651</c:v>
                </c:pt>
                <c:pt idx="2629">
                  <c:v>41652</c:v>
                </c:pt>
                <c:pt idx="2630">
                  <c:v>41653</c:v>
                </c:pt>
                <c:pt idx="2631">
                  <c:v>41654</c:v>
                </c:pt>
                <c:pt idx="2632">
                  <c:v>41655</c:v>
                </c:pt>
                <c:pt idx="2633">
                  <c:v>41656</c:v>
                </c:pt>
                <c:pt idx="2634">
                  <c:v>41657</c:v>
                </c:pt>
                <c:pt idx="2635">
                  <c:v>41658</c:v>
                </c:pt>
                <c:pt idx="2636">
                  <c:v>41659</c:v>
                </c:pt>
                <c:pt idx="2637">
                  <c:v>41660</c:v>
                </c:pt>
                <c:pt idx="2638">
                  <c:v>41661</c:v>
                </c:pt>
                <c:pt idx="2639">
                  <c:v>41662</c:v>
                </c:pt>
                <c:pt idx="2640">
                  <c:v>41663</c:v>
                </c:pt>
                <c:pt idx="2641">
                  <c:v>41664</c:v>
                </c:pt>
                <c:pt idx="2642">
                  <c:v>41665</c:v>
                </c:pt>
                <c:pt idx="2643">
                  <c:v>41666</c:v>
                </c:pt>
                <c:pt idx="2644">
                  <c:v>41667</c:v>
                </c:pt>
                <c:pt idx="2645">
                  <c:v>41668</c:v>
                </c:pt>
                <c:pt idx="2646">
                  <c:v>41669</c:v>
                </c:pt>
                <c:pt idx="2647">
                  <c:v>41670</c:v>
                </c:pt>
                <c:pt idx="2648">
                  <c:v>41671</c:v>
                </c:pt>
                <c:pt idx="2649">
                  <c:v>41672</c:v>
                </c:pt>
                <c:pt idx="2650">
                  <c:v>41673</c:v>
                </c:pt>
                <c:pt idx="2651">
                  <c:v>41674</c:v>
                </c:pt>
                <c:pt idx="2652">
                  <c:v>41675</c:v>
                </c:pt>
                <c:pt idx="2653">
                  <c:v>41676</c:v>
                </c:pt>
                <c:pt idx="2654">
                  <c:v>41677</c:v>
                </c:pt>
                <c:pt idx="2655">
                  <c:v>41678</c:v>
                </c:pt>
                <c:pt idx="2656">
                  <c:v>41679</c:v>
                </c:pt>
                <c:pt idx="2657">
                  <c:v>41680</c:v>
                </c:pt>
                <c:pt idx="2658">
                  <c:v>41681</c:v>
                </c:pt>
                <c:pt idx="2659">
                  <c:v>41682</c:v>
                </c:pt>
                <c:pt idx="2660">
                  <c:v>41683</c:v>
                </c:pt>
                <c:pt idx="2661">
                  <c:v>41684</c:v>
                </c:pt>
                <c:pt idx="2662">
                  <c:v>41685</c:v>
                </c:pt>
                <c:pt idx="2663">
                  <c:v>41686</c:v>
                </c:pt>
                <c:pt idx="2664">
                  <c:v>41687</c:v>
                </c:pt>
                <c:pt idx="2665">
                  <c:v>41688</c:v>
                </c:pt>
                <c:pt idx="2666">
                  <c:v>41689</c:v>
                </c:pt>
                <c:pt idx="2667">
                  <c:v>41690</c:v>
                </c:pt>
                <c:pt idx="2668">
                  <c:v>41691</c:v>
                </c:pt>
                <c:pt idx="2669">
                  <c:v>41692</c:v>
                </c:pt>
                <c:pt idx="2670">
                  <c:v>41693</c:v>
                </c:pt>
                <c:pt idx="2671">
                  <c:v>41694</c:v>
                </c:pt>
                <c:pt idx="2672">
                  <c:v>41695</c:v>
                </c:pt>
                <c:pt idx="2673">
                  <c:v>41696</c:v>
                </c:pt>
                <c:pt idx="2674">
                  <c:v>41697</c:v>
                </c:pt>
                <c:pt idx="2675">
                  <c:v>41698</c:v>
                </c:pt>
                <c:pt idx="2676">
                  <c:v>41699</c:v>
                </c:pt>
                <c:pt idx="2677">
                  <c:v>41700</c:v>
                </c:pt>
                <c:pt idx="2678">
                  <c:v>41701</c:v>
                </c:pt>
                <c:pt idx="2679">
                  <c:v>41702</c:v>
                </c:pt>
                <c:pt idx="2680">
                  <c:v>41703</c:v>
                </c:pt>
                <c:pt idx="2681">
                  <c:v>41704</c:v>
                </c:pt>
                <c:pt idx="2682">
                  <c:v>41705</c:v>
                </c:pt>
                <c:pt idx="2683">
                  <c:v>41706</c:v>
                </c:pt>
                <c:pt idx="2684">
                  <c:v>41707</c:v>
                </c:pt>
                <c:pt idx="2685">
                  <c:v>41708</c:v>
                </c:pt>
                <c:pt idx="2686">
                  <c:v>41709</c:v>
                </c:pt>
                <c:pt idx="2687">
                  <c:v>41710</c:v>
                </c:pt>
                <c:pt idx="2688">
                  <c:v>41711</c:v>
                </c:pt>
                <c:pt idx="2689">
                  <c:v>41712</c:v>
                </c:pt>
                <c:pt idx="2690">
                  <c:v>41713</c:v>
                </c:pt>
                <c:pt idx="2691">
                  <c:v>41714</c:v>
                </c:pt>
                <c:pt idx="2692">
                  <c:v>41715</c:v>
                </c:pt>
                <c:pt idx="2693">
                  <c:v>41716</c:v>
                </c:pt>
                <c:pt idx="2694">
                  <c:v>41717</c:v>
                </c:pt>
                <c:pt idx="2695">
                  <c:v>41718</c:v>
                </c:pt>
                <c:pt idx="2696">
                  <c:v>41719</c:v>
                </c:pt>
                <c:pt idx="2697">
                  <c:v>41720</c:v>
                </c:pt>
                <c:pt idx="2698">
                  <c:v>41721</c:v>
                </c:pt>
                <c:pt idx="2699">
                  <c:v>41722</c:v>
                </c:pt>
                <c:pt idx="2700">
                  <c:v>41723</c:v>
                </c:pt>
                <c:pt idx="2701">
                  <c:v>41724</c:v>
                </c:pt>
                <c:pt idx="2702">
                  <c:v>41725</c:v>
                </c:pt>
                <c:pt idx="2703">
                  <c:v>41726</c:v>
                </c:pt>
                <c:pt idx="2704">
                  <c:v>41727</c:v>
                </c:pt>
                <c:pt idx="2705">
                  <c:v>41728</c:v>
                </c:pt>
                <c:pt idx="2706">
                  <c:v>41729</c:v>
                </c:pt>
                <c:pt idx="2707">
                  <c:v>41730</c:v>
                </c:pt>
                <c:pt idx="2708">
                  <c:v>41731</c:v>
                </c:pt>
                <c:pt idx="2709">
                  <c:v>41732</c:v>
                </c:pt>
                <c:pt idx="2710">
                  <c:v>41733</c:v>
                </c:pt>
                <c:pt idx="2711">
                  <c:v>41734</c:v>
                </c:pt>
                <c:pt idx="2712">
                  <c:v>41735</c:v>
                </c:pt>
                <c:pt idx="2713">
                  <c:v>41736</c:v>
                </c:pt>
                <c:pt idx="2714">
                  <c:v>41737</c:v>
                </c:pt>
                <c:pt idx="2715">
                  <c:v>41738</c:v>
                </c:pt>
                <c:pt idx="2716">
                  <c:v>41739</c:v>
                </c:pt>
                <c:pt idx="2717">
                  <c:v>41740</c:v>
                </c:pt>
                <c:pt idx="2718">
                  <c:v>41741</c:v>
                </c:pt>
                <c:pt idx="2719">
                  <c:v>41742</c:v>
                </c:pt>
                <c:pt idx="2720">
                  <c:v>41743</c:v>
                </c:pt>
                <c:pt idx="2721">
                  <c:v>41744</c:v>
                </c:pt>
                <c:pt idx="2722">
                  <c:v>41745</c:v>
                </c:pt>
                <c:pt idx="2723">
                  <c:v>41746</c:v>
                </c:pt>
                <c:pt idx="2724">
                  <c:v>41747</c:v>
                </c:pt>
                <c:pt idx="2725">
                  <c:v>41748</c:v>
                </c:pt>
                <c:pt idx="2726">
                  <c:v>41749</c:v>
                </c:pt>
                <c:pt idx="2727">
                  <c:v>41750</c:v>
                </c:pt>
                <c:pt idx="2728">
                  <c:v>41751</c:v>
                </c:pt>
                <c:pt idx="2729">
                  <c:v>41752</c:v>
                </c:pt>
                <c:pt idx="2730">
                  <c:v>41753</c:v>
                </c:pt>
                <c:pt idx="2731">
                  <c:v>41754</c:v>
                </c:pt>
                <c:pt idx="2732">
                  <c:v>41755</c:v>
                </c:pt>
                <c:pt idx="2733">
                  <c:v>41756</c:v>
                </c:pt>
                <c:pt idx="2734">
                  <c:v>41757</c:v>
                </c:pt>
                <c:pt idx="2735">
                  <c:v>41758</c:v>
                </c:pt>
                <c:pt idx="2736">
                  <c:v>41759</c:v>
                </c:pt>
                <c:pt idx="2737">
                  <c:v>41760</c:v>
                </c:pt>
                <c:pt idx="2738">
                  <c:v>41761</c:v>
                </c:pt>
                <c:pt idx="2739">
                  <c:v>41762</c:v>
                </c:pt>
                <c:pt idx="2740">
                  <c:v>41763</c:v>
                </c:pt>
                <c:pt idx="2741">
                  <c:v>41764</c:v>
                </c:pt>
                <c:pt idx="2742">
                  <c:v>41765</c:v>
                </c:pt>
                <c:pt idx="2743">
                  <c:v>41766</c:v>
                </c:pt>
                <c:pt idx="2744">
                  <c:v>41767</c:v>
                </c:pt>
                <c:pt idx="2745">
                  <c:v>41768</c:v>
                </c:pt>
                <c:pt idx="2746">
                  <c:v>41769</c:v>
                </c:pt>
                <c:pt idx="2747">
                  <c:v>41770</c:v>
                </c:pt>
                <c:pt idx="2748">
                  <c:v>41771</c:v>
                </c:pt>
                <c:pt idx="2749">
                  <c:v>41772</c:v>
                </c:pt>
                <c:pt idx="2750">
                  <c:v>41773</c:v>
                </c:pt>
                <c:pt idx="2751">
                  <c:v>41774</c:v>
                </c:pt>
                <c:pt idx="2752">
                  <c:v>41775</c:v>
                </c:pt>
                <c:pt idx="2753">
                  <c:v>41776</c:v>
                </c:pt>
                <c:pt idx="2754">
                  <c:v>41777</c:v>
                </c:pt>
                <c:pt idx="2755">
                  <c:v>41778</c:v>
                </c:pt>
                <c:pt idx="2756">
                  <c:v>41779</c:v>
                </c:pt>
                <c:pt idx="2757">
                  <c:v>41780</c:v>
                </c:pt>
                <c:pt idx="2758">
                  <c:v>41781</c:v>
                </c:pt>
                <c:pt idx="2759">
                  <c:v>41782</c:v>
                </c:pt>
                <c:pt idx="2760">
                  <c:v>41783</c:v>
                </c:pt>
                <c:pt idx="2761">
                  <c:v>41784</c:v>
                </c:pt>
                <c:pt idx="2762">
                  <c:v>41785</c:v>
                </c:pt>
                <c:pt idx="2763">
                  <c:v>41786</c:v>
                </c:pt>
                <c:pt idx="2764">
                  <c:v>41787</c:v>
                </c:pt>
                <c:pt idx="2765">
                  <c:v>41788</c:v>
                </c:pt>
                <c:pt idx="2766">
                  <c:v>41789</c:v>
                </c:pt>
                <c:pt idx="2767">
                  <c:v>41790</c:v>
                </c:pt>
                <c:pt idx="2768">
                  <c:v>41791</c:v>
                </c:pt>
                <c:pt idx="2769">
                  <c:v>41792</c:v>
                </c:pt>
                <c:pt idx="2770">
                  <c:v>41793</c:v>
                </c:pt>
                <c:pt idx="2771">
                  <c:v>41794</c:v>
                </c:pt>
                <c:pt idx="2772">
                  <c:v>41795</c:v>
                </c:pt>
                <c:pt idx="2773">
                  <c:v>41796</c:v>
                </c:pt>
                <c:pt idx="2774">
                  <c:v>41797</c:v>
                </c:pt>
                <c:pt idx="2775">
                  <c:v>41798</c:v>
                </c:pt>
                <c:pt idx="2776">
                  <c:v>41799</c:v>
                </c:pt>
                <c:pt idx="2777">
                  <c:v>41800</c:v>
                </c:pt>
                <c:pt idx="2778">
                  <c:v>41801</c:v>
                </c:pt>
                <c:pt idx="2779">
                  <c:v>41802</c:v>
                </c:pt>
                <c:pt idx="2780">
                  <c:v>41803</c:v>
                </c:pt>
                <c:pt idx="2781">
                  <c:v>41804</c:v>
                </c:pt>
                <c:pt idx="2782">
                  <c:v>41805</c:v>
                </c:pt>
                <c:pt idx="2783">
                  <c:v>41806</c:v>
                </c:pt>
                <c:pt idx="2784">
                  <c:v>41807</c:v>
                </c:pt>
                <c:pt idx="2785">
                  <c:v>41808</c:v>
                </c:pt>
                <c:pt idx="2786">
                  <c:v>41809</c:v>
                </c:pt>
                <c:pt idx="2787">
                  <c:v>41810</c:v>
                </c:pt>
                <c:pt idx="2788">
                  <c:v>41811</c:v>
                </c:pt>
                <c:pt idx="2789">
                  <c:v>41812</c:v>
                </c:pt>
                <c:pt idx="2790">
                  <c:v>41813</c:v>
                </c:pt>
                <c:pt idx="2791">
                  <c:v>41814</c:v>
                </c:pt>
                <c:pt idx="2792">
                  <c:v>41815</c:v>
                </c:pt>
                <c:pt idx="2793">
                  <c:v>41816</c:v>
                </c:pt>
                <c:pt idx="2794">
                  <c:v>41817</c:v>
                </c:pt>
                <c:pt idx="2795">
                  <c:v>41818</c:v>
                </c:pt>
                <c:pt idx="2796">
                  <c:v>41819</c:v>
                </c:pt>
                <c:pt idx="2797">
                  <c:v>41820</c:v>
                </c:pt>
                <c:pt idx="2798">
                  <c:v>41821</c:v>
                </c:pt>
                <c:pt idx="2799">
                  <c:v>41822</c:v>
                </c:pt>
                <c:pt idx="2800">
                  <c:v>41823</c:v>
                </c:pt>
                <c:pt idx="2801">
                  <c:v>41824</c:v>
                </c:pt>
                <c:pt idx="2802">
                  <c:v>41825</c:v>
                </c:pt>
                <c:pt idx="2803">
                  <c:v>41826</c:v>
                </c:pt>
                <c:pt idx="2804">
                  <c:v>41827</c:v>
                </c:pt>
                <c:pt idx="2805">
                  <c:v>41828</c:v>
                </c:pt>
                <c:pt idx="2806">
                  <c:v>41829</c:v>
                </c:pt>
                <c:pt idx="2807">
                  <c:v>41830</c:v>
                </c:pt>
                <c:pt idx="2808">
                  <c:v>41831</c:v>
                </c:pt>
                <c:pt idx="2809">
                  <c:v>41832</c:v>
                </c:pt>
                <c:pt idx="2810">
                  <c:v>41833</c:v>
                </c:pt>
                <c:pt idx="2811">
                  <c:v>41834</c:v>
                </c:pt>
                <c:pt idx="2812">
                  <c:v>41835</c:v>
                </c:pt>
                <c:pt idx="2813">
                  <c:v>41836</c:v>
                </c:pt>
                <c:pt idx="2814">
                  <c:v>41837</c:v>
                </c:pt>
                <c:pt idx="2815">
                  <c:v>41838</c:v>
                </c:pt>
                <c:pt idx="2816">
                  <c:v>41839</c:v>
                </c:pt>
                <c:pt idx="2817">
                  <c:v>41840</c:v>
                </c:pt>
                <c:pt idx="2818">
                  <c:v>41841</c:v>
                </c:pt>
                <c:pt idx="2819">
                  <c:v>41842</c:v>
                </c:pt>
                <c:pt idx="2820">
                  <c:v>41843</c:v>
                </c:pt>
                <c:pt idx="2821">
                  <c:v>41844</c:v>
                </c:pt>
                <c:pt idx="2822">
                  <c:v>41845</c:v>
                </c:pt>
                <c:pt idx="2823">
                  <c:v>41846</c:v>
                </c:pt>
                <c:pt idx="2824">
                  <c:v>41847</c:v>
                </c:pt>
                <c:pt idx="2825">
                  <c:v>41848</c:v>
                </c:pt>
                <c:pt idx="2826">
                  <c:v>41849</c:v>
                </c:pt>
                <c:pt idx="2827">
                  <c:v>41850</c:v>
                </c:pt>
                <c:pt idx="2828">
                  <c:v>41851</c:v>
                </c:pt>
                <c:pt idx="2829">
                  <c:v>41852</c:v>
                </c:pt>
                <c:pt idx="2830">
                  <c:v>41853</c:v>
                </c:pt>
                <c:pt idx="2831">
                  <c:v>41854</c:v>
                </c:pt>
                <c:pt idx="2832">
                  <c:v>41855</c:v>
                </c:pt>
                <c:pt idx="2833">
                  <c:v>41856</c:v>
                </c:pt>
                <c:pt idx="2834">
                  <c:v>41857</c:v>
                </c:pt>
                <c:pt idx="2835">
                  <c:v>41858</c:v>
                </c:pt>
                <c:pt idx="2836">
                  <c:v>41859</c:v>
                </c:pt>
                <c:pt idx="2837">
                  <c:v>41860</c:v>
                </c:pt>
                <c:pt idx="2838">
                  <c:v>41861</c:v>
                </c:pt>
                <c:pt idx="2839">
                  <c:v>41862</c:v>
                </c:pt>
                <c:pt idx="2840">
                  <c:v>41863</c:v>
                </c:pt>
                <c:pt idx="2841">
                  <c:v>41864</c:v>
                </c:pt>
                <c:pt idx="2842">
                  <c:v>41865</c:v>
                </c:pt>
                <c:pt idx="2843">
                  <c:v>41866</c:v>
                </c:pt>
                <c:pt idx="2844">
                  <c:v>41867</c:v>
                </c:pt>
                <c:pt idx="2845">
                  <c:v>41868</c:v>
                </c:pt>
                <c:pt idx="2846">
                  <c:v>41869</c:v>
                </c:pt>
                <c:pt idx="2847">
                  <c:v>41870</c:v>
                </c:pt>
                <c:pt idx="2848">
                  <c:v>41871</c:v>
                </c:pt>
                <c:pt idx="2849">
                  <c:v>41872</c:v>
                </c:pt>
                <c:pt idx="2850">
                  <c:v>41873</c:v>
                </c:pt>
                <c:pt idx="2851">
                  <c:v>41874</c:v>
                </c:pt>
                <c:pt idx="2852">
                  <c:v>41875</c:v>
                </c:pt>
                <c:pt idx="2853">
                  <c:v>41876</c:v>
                </c:pt>
                <c:pt idx="2854">
                  <c:v>41877</c:v>
                </c:pt>
                <c:pt idx="2855">
                  <c:v>41878</c:v>
                </c:pt>
                <c:pt idx="2856">
                  <c:v>41879</c:v>
                </c:pt>
                <c:pt idx="2857">
                  <c:v>41880</c:v>
                </c:pt>
                <c:pt idx="2858">
                  <c:v>41881</c:v>
                </c:pt>
                <c:pt idx="2859">
                  <c:v>41882</c:v>
                </c:pt>
                <c:pt idx="2860">
                  <c:v>41883</c:v>
                </c:pt>
                <c:pt idx="2861">
                  <c:v>41884</c:v>
                </c:pt>
                <c:pt idx="2862">
                  <c:v>41885</c:v>
                </c:pt>
                <c:pt idx="2863">
                  <c:v>41886</c:v>
                </c:pt>
                <c:pt idx="2864">
                  <c:v>41887</c:v>
                </c:pt>
                <c:pt idx="2865">
                  <c:v>41888</c:v>
                </c:pt>
                <c:pt idx="2866">
                  <c:v>41889</c:v>
                </c:pt>
                <c:pt idx="2867">
                  <c:v>41890</c:v>
                </c:pt>
                <c:pt idx="2868">
                  <c:v>41891</c:v>
                </c:pt>
                <c:pt idx="2869">
                  <c:v>41892</c:v>
                </c:pt>
                <c:pt idx="2870">
                  <c:v>41893</c:v>
                </c:pt>
                <c:pt idx="2871">
                  <c:v>41894</c:v>
                </c:pt>
                <c:pt idx="2872">
                  <c:v>41895</c:v>
                </c:pt>
                <c:pt idx="2873">
                  <c:v>41896</c:v>
                </c:pt>
                <c:pt idx="2874">
                  <c:v>41897</c:v>
                </c:pt>
                <c:pt idx="2875">
                  <c:v>41898</c:v>
                </c:pt>
                <c:pt idx="2876">
                  <c:v>41899</c:v>
                </c:pt>
                <c:pt idx="2877">
                  <c:v>41900</c:v>
                </c:pt>
                <c:pt idx="2878">
                  <c:v>41901</c:v>
                </c:pt>
                <c:pt idx="2879">
                  <c:v>41902</c:v>
                </c:pt>
                <c:pt idx="2880">
                  <c:v>41903</c:v>
                </c:pt>
                <c:pt idx="2881">
                  <c:v>41904</c:v>
                </c:pt>
                <c:pt idx="2882">
                  <c:v>41905</c:v>
                </c:pt>
                <c:pt idx="2883">
                  <c:v>41906</c:v>
                </c:pt>
                <c:pt idx="2884">
                  <c:v>41907</c:v>
                </c:pt>
                <c:pt idx="2885">
                  <c:v>41908</c:v>
                </c:pt>
                <c:pt idx="2886">
                  <c:v>41909</c:v>
                </c:pt>
                <c:pt idx="2887">
                  <c:v>41910</c:v>
                </c:pt>
                <c:pt idx="2888">
                  <c:v>41911</c:v>
                </c:pt>
                <c:pt idx="2889">
                  <c:v>41912</c:v>
                </c:pt>
                <c:pt idx="2890">
                  <c:v>41913</c:v>
                </c:pt>
                <c:pt idx="2891">
                  <c:v>41914</c:v>
                </c:pt>
                <c:pt idx="2892">
                  <c:v>41915</c:v>
                </c:pt>
                <c:pt idx="2893">
                  <c:v>41916</c:v>
                </c:pt>
                <c:pt idx="2894">
                  <c:v>41917</c:v>
                </c:pt>
                <c:pt idx="2895">
                  <c:v>41918</c:v>
                </c:pt>
                <c:pt idx="2896">
                  <c:v>41919</c:v>
                </c:pt>
                <c:pt idx="2897">
                  <c:v>41920</c:v>
                </c:pt>
                <c:pt idx="2898">
                  <c:v>41921</c:v>
                </c:pt>
                <c:pt idx="2899">
                  <c:v>41922</c:v>
                </c:pt>
                <c:pt idx="2900">
                  <c:v>41923</c:v>
                </c:pt>
                <c:pt idx="2901">
                  <c:v>41924</c:v>
                </c:pt>
                <c:pt idx="2902">
                  <c:v>41925</c:v>
                </c:pt>
                <c:pt idx="2903">
                  <c:v>41926</c:v>
                </c:pt>
                <c:pt idx="2904">
                  <c:v>41927</c:v>
                </c:pt>
                <c:pt idx="2905">
                  <c:v>41928</c:v>
                </c:pt>
                <c:pt idx="2906">
                  <c:v>41929</c:v>
                </c:pt>
                <c:pt idx="2907">
                  <c:v>41930</c:v>
                </c:pt>
                <c:pt idx="2908">
                  <c:v>41931</c:v>
                </c:pt>
                <c:pt idx="2909">
                  <c:v>41932</c:v>
                </c:pt>
                <c:pt idx="2910">
                  <c:v>41933</c:v>
                </c:pt>
                <c:pt idx="2911">
                  <c:v>41934</c:v>
                </c:pt>
                <c:pt idx="2912">
                  <c:v>41935</c:v>
                </c:pt>
                <c:pt idx="2913">
                  <c:v>41936</c:v>
                </c:pt>
                <c:pt idx="2914">
                  <c:v>41937</c:v>
                </c:pt>
                <c:pt idx="2915">
                  <c:v>41938</c:v>
                </c:pt>
                <c:pt idx="2916">
                  <c:v>41939</c:v>
                </c:pt>
                <c:pt idx="2917">
                  <c:v>41940</c:v>
                </c:pt>
                <c:pt idx="2918">
                  <c:v>41941</c:v>
                </c:pt>
                <c:pt idx="2919">
                  <c:v>41942</c:v>
                </c:pt>
                <c:pt idx="2920">
                  <c:v>41943</c:v>
                </c:pt>
                <c:pt idx="2921">
                  <c:v>41944</c:v>
                </c:pt>
                <c:pt idx="2922">
                  <c:v>41945</c:v>
                </c:pt>
                <c:pt idx="2923">
                  <c:v>41946</c:v>
                </c:pt>
                <c:pt idx="2924">
                  <c:v>41947</c:v>
                </c:pt>
                <c:pt idx="2925">
                  <c:v>41948</c:v>
                </c:pt>
                <c:pt idx="2926">
                  <c:v>41949</c:v>
                </c:pt>
                <c:pt idx="2927">
                  <c:v>41950</c:v>
                </c:pt>
                <c:pt idx="2928">
                  <c:v>41951</c:v>
                </c:pt>
                <c:pt idx="2929">
                  <c:v>41952</c:v>
                </c:pt>
                <c:pt idx="2930">
                  <c:v>41953</c:v>
                </c:pt>
                <c:pt idx="2931">
                  <c:v>41954</c:v>
                </c:pt>
                <c:pt idx="2932">
                  <c:v>41955</c:v>
                </c:pt>
                <c:pt idx="2933">
                  <c:v>41956</c:v>
                </c:pt>
                <c:pt idx="2934">
                  <c:v>41957</c:v>
                </c:pt>
                <c:pt idx="2935">
                  <c:v>41958</c:v>
                </c:pt>
                <c:pt idx="2936">
                  <c:v>41959</c:v>
                </c:pt>
                <c:pt idx="2937">
                  <c:v>41960</c:v>
                </c:pt>
                <c:pt idx="2938">
                  <c:v>41961</c:v>
                </c:pt>
                <c:pt idx="2939">
                  <c:v>41962</c:v>
                </c:pt>
                <c:pt idx="2940">
                  <c:v>41963</c:v>
                </c:pt>
                <c:pt idx="2941">
                  <c:v>41964</c:v>
                </c:pt>
                <c:pt idx="2942">
                  <c:v>41965</c:v>
                </c:pt>
                <c:pt idx="2943">
                  <c:v>41966</c:v>
                </c:pt>
                <c:pt idx="2944">
                  <c:v>41967</c:v>
                </c:pt>
                <c:pt idx="2945">
                  <c:v>41968</c:v>
                </c:pt>
                <c:pt idx="2946">
                  <c:v>41969</c:v>
                </c:pt>
                <c:pt idx="2947">
                  <c:v>41970</c:v>
                </c:pt>
                <c:pt idx="2948">
                  <c:v>41971</c:v>
                </c:pt>
                <c:pt idx="2949">
                  <c:v>41972</c:v>
                </c:pt>
                <c:pt idx="2950">
                  <c:v>41973</c:v>
                </c:pt>
                <c:pt idx="2951">
                  <c:v>41974</c:v>
                </c:pt>
                <c:pt idx="2952">
                  <c:v>41975</c:v>
                </c:pt>
                <c:pt idx="2953">
                  <c:v>41976</c:v>
                </c:pt>
                <c:pt idx="2954">
                  <c:v>41977</c:v>
                </c:pt>
                <c:pt idx="2955">
                  <c:v>41978</c:v>
                </c:pt>
                <c:pt idx="2956">
                  <c:v>41979</c:v>
                </c:pt>
                <c:pt idx="2957">
                  <c:v>41980</c:v>
                </c:pt>
                <c:pt idx="2958">
                  <c:v>41981</c:v>
                </c:pt>
                <c:pt idx="2959">
                  <c:v>41982</c:v>
                </c:pt>
                <c:pt idx="2960">
                  <c:v>41983</c:v>
                </c:pt>
                <c:pt idx="2961">
                  <c:v>41984</c:v>
                </c:pt>
                <c:pt idx="2962">
                  <c:v>41985</c:v>
                </c:pt>
                <c:pt idx="2963">
                  <c:v>41986</c:v>
                </c:pt>
                <c:pt idx="2964">
                  <c:v>41987</c:v>
                </c:pt>
                <c:pt idx="2965">
                  <c:v>41988</c:v>
                </c:pt>
                <c:pt idx="2966">
                  <c:v>41989</c:v>
                </c:pt>
                <c:pt idx="2967">
                  <c:v>41990</c:v>
                </c:pt>
                <c:pt idx="2968">
                  <c:v>41991</c:v>
                </c:pt>
                <c:pt idx="2969">
                  <c:v>41992</c:v>
                </c:pt>
                <c:pt idx="2970">
                  <c:v>41993</c:v>
                </c:pt>
                <c:pt idx="2971">
                  <c:v>41994</c:v>
                </c:pt>
                <c:pt idx="2972">
                  <c:v>41995</c:v>
                </c:pt>
                <c:pt idx="2973">
                  <c:v>41996</c:v>
                </c:pt>
                <c:pt idx="2974">
                  <c:v>41997</c:v>
                </c:pt>
                <c:pt idx="2975">
                  <c:v>41998</c:v>
                </c:pt>
                <c:pt idx="2976">
                  <c:v>41999</c:v>
                </c:pt>
                <c:pt idx="2977">
                  <c:v>42000</c:v>
                </c:pt>
                <c:pt idx="2978">
                  <c:v>42001</c:v>
                </c:pt>
                <c:pt idx="2979">
                  <c:v>42002</c:v>
                </c:pt>
                <c:pt idx="2980">
                  <c:v>42003</c:v>
                </c:pt>
                <c:pt idx="2981">
                  <c:v>42004</c:v>
                </c:pt>
                <c:pt idx="2982">
                  <c:v>42005</c:v>
                </c:pt>
                <c:pt idx="2983">
                  <c:v>42006</c:v>
                </c:pt>
                <c:pt idx="2984">
                  <c:v>42007</c:v>
                </c:pt>
                <c:pt idx="2985">
                  <c:v>42008</c:v>
                </c:pt>
                <c:pt idx="2986">
                  <c:v>42009</c:v>
                </c:pt>
                <c:pt idx="2987">
                  <c:v>42010</c:v>
                </c:pt>
                <c:pt idx="2988">
                  <c:v>42011</c:v>
                </c:pt>
                <c:pt idx="2989">
                  <c:v>42012</c:v>
                </c:pt>
                <c:pt idx="2990">
                  <c:v>42013</c:v>
                </c:pt>
                <c:pt idx="2991">
                  <c:v>42014</c:v>
                </c:pt>
                <c:pt idx="2992">
                  <c:v>42015</c:v>
                </c:pt>
                <c:pt idx="2993">
                  <c:v>42016</c:v>
                </c:pt>
                <c:pt idx="2994">
                  <c:v>42017</c:v>
                </c:pt>
                <c:pt idx="2995">
                  <c:v>42018</c:v>
                </c:pt>
                <c:pt idx="2996">
                  <c:v>42019</c:v>
                </c:pt>
                <c:pt idx="2997">
                  <c:v>42020</c:v>
                </c:pt>
                <c:pt idx="2998">
                  <c:v>42021</c:v>
                </c:pt>
                <c:pt idx="2999">
                  <c:v>42022</c:v>
                </c:pt>
                <c:pt idx="3000">
                  <c:v>42023</c:v>
                </c:pt>
                <c:pt idx="3001">
                  <c:v>42024</c:v>
                </c:pt>
                <c:pt idx="3002">
                  <c:v>42025</c:v>
                </c:pt>
                <c:pt idx="3003">
                  <c:v>42026</c:v>
                </c:pt>
                <c:pt idx="3004">
                  <c:v>42027</c:v>
                </c:pt>
                <c:pt idx="3005">
                  <c:v>42028</c:v>
                </c:pt>
                <c:pt idx="3006">
                  <c:v>42029</c:v>
                </c:pt>
                <c:pt idx="3007">
                  <c:v>42030</c:v>
                </c:pt>
                <c:pt idx="3008">
                  <c:v>42031</c:v>
                </c:pt>
                <c:pt idx="3009">
                  <c:v>42032</c:v>
                </c:pt>
                <c:pt idx="3010">
                  <c:v>42033</c:v>
                </c:pt>
                <c:pt idx="3011">
                  <c:v>42034</c:v>
                </c:pt>
                <c:pt idx="3012">
                  <c:v>42035</c:v>
                </c:pt>
                <c:pt idx="3013">
                  <c:v>42036</c:v>
                </c:pt>
                <c:pt idx="3014">
                  <c:v>42037</c:v>
                </c:pt>
                <c:pt idx="3015">
                  <c:v>42038</c:v>
                </c:pt>
                <c:pt idx="3016">
                  <c:v>42039</c:v>
                </c:pt>
                <c:pt idx="3017">
                  <c:v>42040</c:v>
                </c:pt>
                <c:pt idx="3018">
                  <c:v>42041</c:v>
                </c:pt>
                <c:pt idx="3019">
                  <c:v>42042</c:v>
                </c:pt>
                <c:pt idx="3020">
                  <c:v>42043</c:v>
                </c:pt>
                <c:pt idx="3021">
                  <c:v>42044</c:v>
                </c:pt>
                <c:pt idx="3022">
                  <c:v>42045</c:v>
                </c:pt>
                <c:pt idx="3023">
                  <c:v>42046</c:v>
                </c:pt>
                <c:pt idx="3024">
                  <c:v>42047</c:v>
                </c:pt>
                <c:pt idx="3025">
                  <c:v>42048</c:v>
                </c:pt>
                <c:pt idx="3026">
                  <c:v>42049</c:v>
                </c:pt>
                <c:pt idx="3027">
                  <c:v>42050</c:v>
                </c:pt>
                <c:pt idx="3028">
                  <c:v>42051</c:v>
                </c:pt>
                <c:pt idx="3029">
                  <c:v>42052</c:v>
                </c:pt>
                <c:pt idx="3030">
                  <c:v>42053</c:v>
                </c:pt>
                <c:pt idx="3031">
                  <c:v>42054</c:v>
                </c:pt>
                <c:pt idx="3032">
                  <c:v>42055</c:v>
                </c:pt>
                <c:pt idx="3033">
                  <c:v>42056</c:v>
                </c:pt>
                <c:pt idx="3034">
                  <c:v>42057</c:v>
                </c:pt>
                <c:pt idx="3035">
                  <c:v>42058</c:v>
                </c:pt>
                <c:pt idx="3036">
                  <c:v>42059</c:v>
                </c:pt>
                <c:pt idx="3037">
                  <c:v>42060</c:v>
                </c:pt>
                <c:pt idx="3038">
                  <c:v>42061</c:v>
                </c:pt>
                <c:pt idx="3039">
                  <c:v>42062</c:v>
                </c:pt>
                <c:pt idx="3040">
                  <c:v>42063</c:v>
                </c:pt>
                <c:pt idx="3041">
                  <c:v>42064</c:v>
                </c:pt>
                <c:pt idx="3042">
                  <c:v>42065</c:v>
                </c:pt>
                <c:pt idx="3043">
                  <c:v>42066</c:v>
                </c:pt>
                <c:pt idx="3044">
                  <c:v>42067</c:v>
                </c:pt>
                <c:pt idx="3045">
                  <c:v>42068</c:v>
                </c:pt>
                <c:pt idx="3046">
                  <c:v>42069</c:v>
                </c:pt>
                <c:pt idx="3047">
                  <c:v>42070</c:v>
                </c:pt>
                <c:pt idx="3048">
                  <c:v>42071</c:v>
                </c:pt>
                <c:pt idx="3049">
                  <c:v>42072</c:v>
                </c:pt>
                <c:pt idx="3050">
                  <c:v>42073</c:v>
                </c:pt>
                <c:pt idx="3051">
                  <c:v>42074</c:v>
                </c:pt>
                <c:pt idx="3052">
                  <c:v>42075</c:v>
                </c:pt>
                <c:pt idx="3053">
                  <c:v>42076</c:v>
                </c:pt>
                <c:pt idx="3054">
                  <c:v>42077</c:v>
                </c:pt>
                <c:pt idx="3055">
                  <c:v>42078</c:v>
                </c:pt>
                <c:pt idx="3056">
                  <c:v>42079</c:v>
                </c:pt>
                <c:pt idx="3057">
                  <c:v>42080</c:v>
                </c:pt>
                <c:pt idx="3058">
                  <c:v>42081</c:v>
                </c:pt>
                <c:pt idx="3059">
                  <c:v>42082</c:v>
                </c:pt>
                <c:pt idx="3060">
                  <c:v>42083</c:v>
                </c:pt>
                <c:pt idx="3061">
                  <c:v>42084</c:v>
                </c:pt>
                <c:pt idx="3062">
                  <c:v>42085</c:v>
                </c:pt>
                <c:pt idx="3063">
                  <c:v>42086</c:v>
                </c:pt>
                <c:pt idx="3064">
                  <c:v>42087</c:v>
                </c:pt>
                <c:pt idx="3065">
                  <c:v>42088</c:v>
                </c:pt>
                <c:pt idx="3066">
                  <c:v>42089</c:v>
                </c:pt>
                <c:pt idx="3067">
                  <c:v>42090</c:v>
                </c:pt>
                <c:pt idx="3068">
                  <c:v>42091</c:v>
                </c:pt>
                <c:pt idx="3069">
                  <c:v>42092</c:v>
                </c:pt>
                <c:pt idx="3070">
                  <c:v>42093</c:v>
                </c:pt>
                <c:pt idx="3071">
                  <c:v>42094</c:v>
                </c:pt>
                <c:pt idx="3072">
                  <c:v>42095</c:v>
                </c:pt>
                <c:pt idx="3073">
                  <c:v>42096</c:v>
                </c:pt>
                <c:pt idx="3074">
                  <c:v>42097</c:v>
                </c:pt>
                <c:pt idx="3075">
                  <c:v>42098</c:v>
                </c:pt>
                <c:pt idx="3076">
                  <c:v>42099</c:v>
                </c:pt>
                <c:pt idx="3077">
                  <c:v>42100</c:v>
                </c:pt>
                <c:pt idx="3078">
                  <c:v>42101</c:v>
                </c:pt>
                <c:pt idx="3079">
                  <c:v>42102</c:v>
                </c:pt>
                <c:pt idx="3080">
                  <c:v>42103</c:v>
                </c:pt>
                <c:pt idx="3081">
                  <c:v>42104</c:v>
                </c:pt>
                <c:pt idx="3082">
                  <c:v>42105</c:v>
                </c:pt>
                <c:pt idx="3083">
                  <c:v>42106</c:v>
                </c:pt>
                <c:pt idx="3084">
                  <c:v>42107</c:v>
                </c:pt>
                <c:pt idx="3085">
                  <c:v>42108</c:v>
                </c:pt>
                <c:pt idx="3086">
                  <c:v>42109</c:v>
                </c:pt>
                <c:pt idx="3087">
                  <c:v>42110</c:v>
                </c:pt>
                <c:pt idx="3088">
                  <c:v>42111</c:v>
                </c:pt>
                <c:pt idx="3089">
                  <c:v>42112</c:v>
                </c:pt>
                <c:pt idx="3090">
                  <c:v>42113</c:v>
                </c:pt>
                <c:pt idx="3091">
                  <c:v>42114</c:v>
                </c:pt>
                <c:pt idx="3092">
                  <c:v>42115</c:v>
                </c:pt>
                <c:pt idx="3093">
                  <c:v>42116</c:v>
                </c:pt>
                <c:pt idx="3094">
                  <c:v>42117</c:v>
                </c:pt>
                <c:pt idx="3095">
                  <c:v>42118</c:v>
                </c:pt>
                <c:pt idx="3096">
                  <c:v>42119</c:v>
                </c:pt>
                <c:pt idx="3097">
                  <c:v>42120</c:v>
                </c:pt>
                <c:pt idx="3098">
                  <c:v>42121</c:v>
                </c:pt>
                <c:pt idx="3099">
                  <c:v>42122</c:v>
                </c:pt>
                <c:pt idx="3100">
                  <c:v>42123</c:v>
                </c:pt>
                <c:pt idx="3101">
                  <c:v>42124</c:v>
                </c:pt>
                <c:pt idx="3102">
                  <c:v>42125</c:v>
                </c:pt>
                <c:pt idx="3103">
                  <c:v>42126</c:v>
                </c:pt>
                <c:pt idx="3104">
                  <c:v>42127</c:v>
                </c:pt>
                <c:pt idx="3105">
                  <c:v>42128</c:v>
                </c:pt>
                <c:pt idx="3106">
                  <c:v>42129</c:v>
                </c:pt>
                <c:pt idx="3107">
                  <c:v>42130</c:v>
                </c:pt>
                <c:pt idx="3108">
                  <c:v>42131</c:v>
                </c:pt>
                <c:pt idx="3109">
                  <c:v>42132</c:v>
                </c:pt>
                <c:pt idx="3110">
                  <c:v>42133</c:v>
                </c:pt>
                <c:pt idx="3111">
                  <c:v>42134</c:v>
                </c:pt>
                <c:pt idx="3112">
                  <c:v>42135</c:v>
                </c:pt>
                <c:pt idx="3113">
                  <c:v>42136</c:v>
                </c:pt>
                <c:pt idx="3114">
                  <c:v>42137</c:v>
                </c:pt>
                <c:pt idx="3115">
                  <c:v>42138</c:v>
                </c:pt>
                <c:pt idx="3116">
                  <c:v>42139</c:v>
                </c:pt>
                <c:pt idx="3117">
                  <c:v>42140</c:v>
                </c:pt>
                <c:pt idx="3118">
                  <c:v>42141</c:v>
                </c:pt>
                <c:pt idx="3119">
                  <c:v>42142</c:v>
                </c:pt>
                <c:pt idx="3120">
                  <c:v>42143</c:v>
                </c:pt>
                <c:pt idx="3121">
                  <c:v>42144</c:v>
                </c:pt>
                <c:pt idx="3122">
                  <c:v>42145</c:v>
                </c:pt>
                <c:pt idx="3123">
                  <c:v>42146</c:v>
                </c:pt>
                <c:pt idx="3124">
                  <c:v>42147</c:v>
                </c:pt>
                <c:pt idx="3125">
                  <c:v>42148</c:v>
                </c:pt>
                <c:pt idx="3126">
                  <c:v>42149</c:v>
                </c:pt>
                <c:pt idx="3127">
                  <c:v>42150</c:v>
                </c:pt>
                <c:pt idx="3128">
                  <c:v>42151</c:v>
                </c:pt>
                <c:pt idx="3129">
                  <c:v>42152</c:v>
                </c:pt>
                <c:pt idx="3130">
                  <c:v>42153</c:v>
                </c:pt>
                <c:pt idx="3131">
                  <c:v>42154</c:v>
                </c:pt>
                <c:pt idx="3132">
                  <c:v>42155</c:v>
                </c:pt>
                <c:pt idx="3133">
                  <c:v>42156</c:v>
                </c:pt>
                <c:pt idx="3134">
                  <c:v>42157</c:v>
                </c:pt>
                <c:pt idx="3135">
                  <c:v>42158</c:v>
                </c:pt>
                <c:pt idx="3136">
                  <c:v>42159</c:v>
                </c:pt>
                <c:pt idx="3137">
                  <c:v>42160</c:v>
                </c:pt>
                <c:pt idx="3138">
                  <c:v>42161</c:v>
                </c:pt>
                <c:pt idx="3139">
                  <c:v>42162</c:v>
                </c:pt>
                <c:pt idx="3140">
                  <c:v>42163</c:v>
                </c:pt>
                <c:pt idx="3141">
                  <c:v>42164</c:v>
                </c:pt>
                <c:pt idx="3142">
                  <c:v>42165</c:v>
                </c:pt>
                <c:pt idx="3143">
                  <c:v>42166</c:v>
                </c:pt>
                <c:pt idx="3144">
                  <c:v>42167</c:v>
                </c:pt>
                <c:pt idx="3145">
                  <c:v>42168</c:v>
                </c:pt>
                <c:pt idx="3146">
                  <c:v>42169</c:v>
                </c:pt>
                <c:pt idx="3147">
                  <c:v>42170</c:v>
                </c:pt>
                <c:pt idx="3148">
                  <c:v>42171</c:v>
                </c:pt>
                <c:pt idx="3149">
                  <c:v>42172</c:v>
                </c:pt>
                <c:pt idx="3150">
                  <c:v>42173</c:v>
                </c:pt>
                <c:pt idx="3151">
                  <c:v>42174</c:v>
                </c:pt>
                <c:pt idx="3152">
                  <c:v>42175</c:v>
                </c:pt>
                <c:pt idx="3153">
                  <c:v>42176</c:v>
                </c:pt>
                <c:pt idx="3154">
                  <c:v>42177</c:v>
                </c:pt>
                <c:pt idx="3155">
                  <c:v>42178</c:v>
                </c:pt>
                <c:pt idx="3156">
                  <c:v>42179</c:v>
                </c:pt>
                <c:pt idx="3157">
                  <c:v>42180</c:v>
                </c:pt>
                <c:pt idx="3158">
                  <c:v>42181</c:v>
                </c:pt>
                <c:pt idx="3159">
                  <c:v>42182</c:v>
                </c:pt>
                <c:pt idx="3160">
                  <c:v>42183</c:v>
                </c:pt>
                <c:pt idx="3161">
                  <c:v>42184</c:v>
                </c:pt>
                <c:pt idx="3162">
                  <c:v>42185</c:v>
                </c:pt>
                <c:pt idx="3163">
                  <c:v>42186</c:v>
                </c:pt>
                <c:pt idx="3164">
                  <c:v>42187</c:v>
                </c:pt>
                <c:pt idx="3165">
                  <c:v>42188</c:v>
                </c:pt>
                <c:pt idx="3166">
                  <c:v>42189</c:v>
                </c:pt>
                <c:pt idx="3167">
                  <c:v>42190</c:v>
                </c:pt>
                <c:pt idx="3168">
                  <c:v>42191</c:v>
                </c:pt>
                <c:pt idx="3169">
                  <c:v>42192</c:v>
                </c:pt>
                <c:pt idx="3170">
                  <c:v>42193</c:v>
                </c:pt>
                <c:pt idx="3171">
                  <c:v>42194</c:v>
                </c:pt>
                <c:pt idx="3172">
                  <c:v>42195</c:v>
                </c:pt>
                <c:pt idx="3173">
                  <c:v>42196</c:v>
                </c:pt>
                <c:pt idx="3174">
                  <c:v>42197</c:v>
                </c:pt>
                <c:pt idx="3175">
                  <c:v>42198</c:v>
                </c:pt>
                <c:pt idx="3176">
                  <c:v>42199</c:v>
                </c:pt>
                <c:pt idx="3177">
                  <c:v>42200</c:v>
                </c:pt>
                <c:pt idx="3178">
                  <c:v>42201</c:v>
                </c:pt>
                <c:pt idx="3179">
                  <c:v>42202</c:v>
                </c:pt>
                <c:pt idx="3180">
                  <c:v>42203</c:v>
                </c:pt>
                <c:pt idx="3181">
                  <c:v>42204</c:v>
                </c:pt>
                <c:pt idx="3182">
                  <c:v>42205</c:v>
                </c:pt>
                <c:pt idx="3183">
                  <c:v>42206</c:v>
                </c:pt>
                <c:pt idx="3184">
                  <c:v>42207</c:v>
                </c:pt>
                <c:pt idx="3185">
                  <c:v>42208</c:v>
                </c:pt>
                <c:pt idx="3186">
                  <c:v>42209</c:v>
                </c:pt>
                <c:pt idx="3187">
                  <c:v>42210</c:v>
                </c:pt>
                <c:pt idx="3188">
                  <c:v>42211</c:v>
                </c:pt>
                <c:pt idx="3189">
                  <c:v>42212</c:v>
                </c:pt>
                <c:pt idx="3190">
                  <c:v>42213</c:v>
                </c:pt>
                <c:pt idx="3191">
                  <c:v>42214</c:v>
                </c:pt>
                <c:pt idx="3192">
                  <c:v>42215</c:v>
                </c:pt>
                <c:pt idx="3193">
                  <c:v>42216</c:v>
                </c:pt>
                <c:pt idx="3194">
                  <c:v>42217</c:v>
                </c:pt>
                <c:pt idx="3195">
                  <c:v>42218</c:v>
                </c:pt>
                <c:pt idx="3196">
                  <c:v>42219</c:v>
                </c:pt>
                <c:pt idx="3197">
                  <c:v>42220</c:v>
                </c:pt>
                <c:pt idx="3198">
                  <c:v>42221</c:v>
                </c:pt>
                <c:pt idx="3199">
                  <c:v>42222</c:v>
                </c:pt>
                <c:pt idx="3200">
                  <c:v>42223</c:v>
                </c:pt>
                <c:pt idx="3201">
                  <c:v>42224</c:v>
                </c:pt>
                <c:pt idx="3202">
                  <c:v>42225</c:v>
                </c:pt>
                <c:pt idx="3203">
                  <c:v>42226</c:v>
                </c:pt>
                <c:pt idx="3204">
                  <c:v>42227</c:v>
                </c:pt>
                <c:pt idx="3205">
                  <c:v>42228</c:v>
                </c:pt>
                <c:pt idx="3206">
                  <c:v>42229</c:v>
                </c:pt>
                <c:pt idx="3207">
                  <c:v>42230</c:v>
                </c:pt>
                <c:pt idx="3208">
                  <c:v>42231</c:v>
                </c:pt>
                <c:pt idx="3209">
                  <c:v>42232</c:v>
                </c:pt>
                <c:pt idx="3210">
                  <c:v>42233</c:v>
                </c:pt>
                <c:pt idx="3211">
                  <c:v>42234</c:v>
                </c:pt>
                <c:pt idx="3212">
                  <c:v>42235</c:v>
                </c:pt>
                <c:pt idx="3213">
                  <c:v>42236</c:v>
                </c:pt>
                <c:pt idx="3214">
                  <c:v>42237</c:v>
                </c:pt>
                <c:pt idx="3215">
                  <c:v>42238</c:v>
                </c:pt>
                <c:pt idx="3216">
                  <c:v>42239</c:v>
                </c:pt>
                <c:pt idx="3217">
                  <c:v>42240</c:v>
                </c:pt>
                <c:pt idx="3218">
                  <c:v>42241</c:v>
                </c:pt>
                <c:pt idx="3219">
                  <c:v>42242</c:v>
                </c:pt>
                <c:pt idx="3220">
                  <c:v>42243</c:v>
                </c:pt>
                <c:pt idx="3221">
                  <c:v>42244</c:v>
                </c:pt>
                <c:pt idx="3222">
                  <c:v>42245</c:v>
                </c:pt>
                <c:pt idx="3223">
                  <c:v>42246</c:v>
                </c:pt>
                <c:pt idx="3224">
                  <c:v>42247</c:v>
                </c:pt>
                <c:pt idx="3225">
                  <c:v>42248</c:v>
                </c:pt>
                <c:pt idx="3226">
                  <c:v>42249</c:v>
                </c:pt>
                <c:pt idx="3227">
                  <c:v>42250</c:v>
                </c:pt>
                <c:pt idx="3228">
                  <c:v>42251</c:v>
                </c:pt>
                <c:pt idx="3229">
                  <c:v>42252</c:v>
                </c:pt>
                <c:pt idx="3230">
                  <c:v>42253</c:v>
                </c:pt>
                <c:pt idx="3231">
                  <c:v>42254</c:v>
                </c:pt>
                <c:pt idx="3232">
                  <c:v>42255</c:v>
                </c:pt>
                <c:pt idx="3233">
                  <c:v>42256</c:v>
                </c:pt>
                <c:pt idx="3234">
                  <c:v>42257</c:v>
                </c:pt>
                <c:pt idx="3235">
                  <c:v>42258</c:v>
                </c:pt>
                <c:pt idx="3236">
                  <c:v>42259</c:v>
                </c:pt>
                <c:pt idx="3237">
                  <c:v>42260</c:v>
                </c:pt>
                <c:pt idx="3238">
                  <c:v>42261</c:v>
                </c:pt>
                <c:pt idx="3239">
                  <c:v>42262</c:v>
                </c:pt>
                <c:pt idx="3240">
                  <c:v>42263</c:v>
                </c:pt>
                <c:pt idx="3241">
                  <c:v>42264</c:v>
                </c:pt>
                <c:pt idx="3242">
                  <c:v>42265</c:v>
                </c:pt>
                <c:pt idx="3243">
                  <c:v>42266</c:v>
                </c:pt>
                <c:pt idx="3244">
                  <c:v>42267</c:v>
                </c:pt>
                <c:pt idx="3245">
                  <c:v>42268</c:v>
                </c:pt>
                <c:pt idx="3246">
                  <c:v>42269</c:v>
                </c:pt>
                <c:pt idx="3247">
                  <c:v>42270</c:v>
                </c:pt>
                <c:pt idx="3248">
                  <c:v>42271</c:v>
                </c:pt>
                <c:pt idx="3249">
                  <c:v>42272</c:v>
                </c:pt>
                <c:pt idx="3250">
                  <c:v>42273</c:v>
                </c:pt>
                <c:pt idx="3251">
                  <c:v>42274</c:v>
                </c:pt>
                <c:pt idx="3252">
                  <c:v>42275</c:v>
                </c:pt>
                <c:pt idx="3253">
                  <c:v>42276</c:v>
                </c:pt>
                <c:pt idx="3254">
                  <c:v>42277</c:v>
                </c:pt>
                <c:pt idx="3255">
                  <c:v>42278</c:v>
                </c:pt>
                <c:pt idx="3256">
                  <c:v>42279</c:v>
                </c:pt>
                <c:pt idx="3257">
                  <c:v>42280</c:v>
                </c:pt>
                <c:pt idx="3258">
                  <c:v>42281</c:v>
                </c:pt>
                <c:pt idx="3259">
                  <c:v>42282</c:v>
                </c:pt>
                <c:pt idx="3260">
                  <c:v>42283</c:v>
                </c:pt>
                <c:pt idx="3261">
                  <c:v>42284</c:v>
                </c:pt>
                <c:pt idx="3262">
                  <c:v>42285</c:v>
                </c:pt>
                <c:pt idx="3263">
                  <c:v>42286</c:v>
                </c:pt>
                <c:pt idx="3264">
                  <c:v>42287</c:v>
                </c:pt>
                <c:pt idx="3265">
                  <c:v>42288</c:v>
                </c:pt>
                <c:pt idx="3266">
                  <c:v>42289</c:v>
                </c:pt>
                <c:pt idx="3267">
                  <c:v>42290</c:v>
                </c:pt>
                <c:pt idx="3268">
                  <c:v>42291</c:v>
                </c:pt>
                <c:pt idx="3269">
                  <c:v>42292</c:v>
                </c:pt>
                <c:pt idx="3270">
                  <c:v>42293</c:v>
                </c:pt>
                <c:pt idx="3271">
                  <c:v>42294</c:v>
                </c:pt>
                <c:pt idx="3272">
                  <c:v>42295</c:v>
                </c:pt>
                <c:pt idx="3273">
                  <c:v>42296</c:v>
                </c:pt>
                <c:pt idx="3274">
                  <c:v>42297</c:v>
                </c:pt>
                <c:pt idx="3275">
                  <c:v>42298</c:v>
                </c:pt>
                <c:pt idx="3276">
                  <c:v>42299</c:v>
                </c:pt>
                <c:pt idx="3277">
                  <c:v>42300</c:v>
                </c:pt>
                <c:pt idx="3278">
                  <c:v>42301</c:v>
                </c:pt>
                <c:pt idx="3279">
                  <c:v>42302</c:v>
                </c:pt>
                <c:pt idx="3280">
                  <c:v>42303</c:v>
                </c:pt>
                <c:pt idx="3281">
                  <c:v>42304</c:v>
                </c:pt>
                <c:pt idx="3282">
                  <c:v>42305</c:v>
                </c:pt>
                <c:pt idx="3283">
                  <c:v>42306</c:v>
                </c:pt>
                <c:pt idx="3284">
                  <c:v>42307</c:v>
                </c:pt>
                <c:pt idx="3285">
                  <c:v>42308</c:v>
                </c:pt>
                <c:pt idx="3286">
                  <c:v>42309</c:v>
                </c:pt>
                <c:pt idx="3287">
                  <c:v>42310</c:v>
                </c:pt>
                <c:pt idx="3288">
                  <c:v>42311</c:v>
                </c:pt>
                <c:pt idx="3289">
                  <c:v>42312</c:v>
                </c:pt>
                <c:pt idx="3290">
                  <c:v>42313</c:v>
                </c:pt>
                <c:pt idx="3291">
                  <c:v>42314</c:v>
                </c:pt>
                <c:pt idx="3292">
                  <c:v>42315</c:v>
                </c:pt>
                <c:pt idx="3293">
                  <c:v>42316</c:v>
                </c:pt>
                <c:pt idx="3294">
                  <c:v>42317</c:v>
                </c:pt>
                <c:pt idx="3295">
                  <c:v>42318</c:v>
                </c:pt>
                <c:pt idx="3296">
                  <c:v>42319</c:v>
                </c:pt>
                <c:pt idx="3297">
                  <c:v>42320</c:v>
                </c:pt>
                <c:pt idx="3298">
                  <c:v>42321</c:v>
                </c:pt>
                <c:pt idx="3299">
                  <c:v>42322</c:v>
                </c:pt>
                <c:pt idx="3300">
                  <c:v>42323</c:v>
                </c:pt>
                <c:pt idx="3301">
                  <c:v>42324</c:v>
                </c:pt>
                <c:pt idx="3302">
                  <c:v>42325</c:v>
                </c:pt>
                <c:pt idx="3303">
                  <c:v>42326</c:v>
                </c:pt>
                <c:pt idx="3304">
                  <c:v>42327</c:v>
                </c:pt>
                <c:pt idx="3305">
                  <c:v>42328</c:v>
                </c:pt>
                <c:pt idx="3306">
                  <c:v>42329</c:v>
                </c:pt>
                <c:pt idx="3307">
                  <c:v>42330</c:v>
                </c:pt>
                <c:pt idx="3308">
                  <c:v>42331</c:v>
                </c:pt>
                <c:pt idx="3309">
                  <c:v>42332</c:v>
                </c:pt>
                <c:pt idx="3310">
                  <c:v>42333</c:v>
                </c:pt>
                <c:pt idx="3311">
                  <c:v>42334</c:v>
                </c:pt>
                <c:pt idx="3312">
                  <c:v>42335</c:v>
                </c:pt>
                <c:pt idx="3313">
                  <c:v>42336</c:v>
                </c:pt>
                <c:pt idx="3314">
                  <c:v>42337</c:v>
                </c:pt>
                <c:pt idx="3315">
                  <c:v>42338</c:v>
                </c:pt>
                <c:pt idx="3316">
                  <c:v>42339</c:v>
                </c:pt>
                <c:pt idx="3317">
                  <c:v>42340</c:v>
                </c:pt>
                <c:pt idx="3318">
                  <c:v>42341</c:v>
                </c:pt>
                <c:pt idx="3319">
                  <c:v>42342</c:v>
                </c:pt>
                <c:pt idx="3320">
                  <c:v>42343</c:v>
                </c:pt>
                <c:pt idx="3321">
                  <c:v>42344</c:v>
                </c:pt>
                <c:pt idx="3322">
                  <c:v>42345</c:v>
                </c:pt>
                <c:pt idx="3323">
                  <c:v>42346</c:v>
                </c:pt>
                <c:pt idx="3324">
                  <c:v>42347</c:v>
                </c:pt>
                <c:pt idx="3325">
                  <c:v>42348</c:v>
                </c:pt>
                <c:pt idx="3326">
                  <c:v>42349</c:v>
                </c:pt>
                <c:pt idx="3327">
                  <c:v>42350</c:v>
                </c:pt>
                <c:pt idx="3328">
                  <c:v>42351</c:v>
                </c:pt>
                <c:pt idx="3329">
                  <c:v>42352</c:v>
                </c:pt>
                <c:pt idx="3330">
                  <c:v>42353</c:v>
                </c:pt>
                <c:pt idx="3331">
                  <c:v>42354</c:v>
                </c:pt>
                <c:pt idx="3332">
                  <c:v>42355</c:v>
                </c:pt>
                <c:pt idx="3333">
                  <c:v>42356</c:v>
                </c:pt>
                <c:pt idx="3334">
                  <c:v>42357</c:v>
                </c:pt>
                <c:pt idx="3335">
                  <c:v>42358</c:v>
                </c:pt>
                <c:pt idx="3336">
                  <c:v>42359</c:v>
                </c:pt>
                <c:pt idx="3337">
                  <c:v>42360</c:v>
                </c:pt>
                <c:pt idx="3338">
                  <c:v>42361</c:v>
                </c:pt>
                <c:pt idx="3339">
                  <c:v>42362</c:v>
                </c:pt>
                <c:pt idx="3340">
                  <c:v>42363</c:v>
                </c:pt>
                <c:pt idx="3341">
                  <c:v>42364</c:v>
                </c:pt>
                <c:pt idx="3342">
                  <c:v>42365</c:v>
                </c:pt>
                <c:pt idx="3343">
                  <c:v>42366</c:v>
                </c:pt>
                <c:pt idx="3344">
                  <c:v>42367</c:v>
                </c:pt>
                <c:pt idx="3345">
                  <c:v>42368</c:v>
                </c:pt>
                <c:pt idx="3346">
                  <c:v>42369</c:v>
                </c:pt>
                <c:pt idx="3347">
                  <c:v>42370</c:v>
                </c:pt>
                <c:pt idx="3348">
                  <c:v>42371</c:v>
                </c:pt>
                <c:pt idx="3349">
                  <c:v>42372</c:v>
                </c:pt>
                <c:pt idx="3350">
                  <c:v>42373</c:v>
                </c:pt>
                <c:pt idx="3351">
                  <c:v>42374</c:v>
                </c:pt>
                <c:pt idx="3352">
                  <c:v>42375</c:v>
                </c:pt>
                <c:pt idx="3353">
                  <c:v>42376</c:v>
                </c:pt>
                <c:pt idx="3354">
                  <c:v>42377</c:v>
                </c:pt>
                <c:pt idx="3355">
                  <c:v>42378</c:v>
                </c:pt>
                <c:pt idx="3356">
                  <c:v>42379</c:v>
                </c:pt>
                <c:pt idx="3357">
                  <c:v>42380</c:v>
                </c:pt>
                <c:pt idx="3358">
                  <c:v>42381</c:v>
                </c:pt>
                <c:pt idx="3359">
                  <c:v>42382</c:v>
                </c:pt>
                <c:pt idx="3360">
                  <c:v>42383</c:v>
                </c:pt>
                <c:pt idx="3361">
                  <c:v>42384</c:v>
                </c:pt>
                <c:pt idx="3362">
                  <c:v>42385</c:v>
                </c:pt>
                <c:pt idx="3363">
                  <c:v>42386</c:v>
                </c:pt>
                <c:pt idx="3364">
                  <c:v>42387</c:v>
                </c:pt>
                <c:pt idx="3365">
                  <c:v>42388</c:v>
                </c:pt>
                <c:pt idx="3366">
                  <c:v>42389</c:v>
                </c:pt>
                <c:pt idx="3367">
                  <c:v>42390</c:v>
                </c:pt>
                <c:pt idx="3368">
                  <c:v>42391</c:v>
                </c:pt>
                <c:pt idx="3369">
                  <c:v>42392</c:v>
                </c:pt>
                <c:pt idx="3370">
                  <c:v>42393</c:v>
                </c:pt>
                <c:pt idx="3371">
                  <c:v>42394</c:v>
                </c:pt>
                <c:pt idx="3372">
                  <c:v>42395</c:v>
                </c:pt>
                <c:pt idx="3373">
                  <c:v>42396</c:v>
                </c:pt>
                <c:pt idx="3374">
                  <c:v>42397</c:v>
                </c:pt>
                <c:pt idx="3375">
                  <c:v>42398</c:v>
                </c:pt>
                <c:pt idx="3376">
                  <c:v>42399</c:v>
                </c:pt>
                <c:pt idx="3377">
                  <c:v>42400</c:v>
                </c:pt>
                <c:pt idx="3378">
                  <c:v>42401</c:v>
                </c:pt>
                <c:pt idx="3379">
                  <c:v>42402</c:v>
                </c:pt>
                <c:pt idx="3380">
                  <c:v>42403</c:v>
                </c:pt>
                <c:pt idx="3381">
                  <c:v>42404</c:v>
                </c:pt>
                <c:pt idx="3382">
                  <c:v>42405</c:v>
                </c:pt>
                <c:pt idx="3383">
                  <c:v>42406</c:v>
                </c:pt>
                <c:pt idx="3384">
                  <c:v>42407</c:v>
                </c:pt>
                <c:pt idx="3385">
                  <c:v>42408</c:v>
                </c:pt>
                <c:pt idx="3386">
                  <c:v>42409</c:v>
                </c:pt>
                <c:pt idx="3387">
                  <c:v>42410</c:v>
                </c:pt>
                <c:pt idx="3388">
                  <c:v>42411</c:v>
                </c:pt>
                <c:pt idx="3389">
                  <c:v>42412</c:v>
                </c:pt>
                <c:pt idx="3390">
                  <c:v>42413</c:v>
                </c:pt>
                <c:pt idx="3391">
                  <c:v>42414</c:v>
                </c:pt>
                <c:pt idx="3392">
                  <c:v>42415</c:v>
                </c:pt>
                <c:pt idx="3393">
                  <c:v>42416</c:v>
                </c:pt>
                <c:pt idx="3394">
                  <c:v>42417</c:v>
                </c:pt>
                <c:pt idx="3395">
                  <c:v>42418</c:v>
                </c:pt>
                <c:pt idx="3396">
                  <c:v>42419</c:v>
                </c:pt>
                <c:pt idx="3397">
                  <c:v>42420</c:v>
                </c:pt>
                <c:pt idx="3398">
                  <c:v>42421</c:v>
                </c:pt>
                <c:pt idx="3399">
                  <c:v>42422</c:v>
                </c:pt>
                <c:pt idx="3400">
                  <c:v>42423</c:v>
                </c:pt>
                <c:pt idx="3401">
                  <c:v>42424</c:v>
                </c:pt>
                <c:pt idx="3402">
                  <c:v>42425</c:v>
                </c:pt>
                <c:pt idx="3403">
                  <c:v>42426</c:v>
                </c:pt>
                <c:pt idx="3404">
                  <c:v>42427</c:v>
                </c:pt>
                <c:pt idx="3405">
                  <c:v>42428</c:v>
                </c:pt>
                <c:pt idx="3406">
                  <c:v>42429</c:v>
                </c:pt>
                <c:pt idx="3407">
                  <c:v>42430</c:v>
                </c:pt>
                <c:pt idx="3408">
                  <c:v>42431</c:v>
                </c:pt>
                <c:pt idx="3409">
                  <c:v>42432</c:v>
                </c:pt>
                <c:pt idx="3410">
                  <c:v>42433</c:v>
                </c:pt>
                <c:pt idx="3411">
                  <c:v>42434</c:v>
                </c:pt>
                <c:pt idx="3412">
                  <c:v>42435</c:v>
                </c:pt>
                <c:pt idx="3413">
                  <c:v>42436</c:v>
                </c:pt>
                <c:pt idx="3414">
                  <c:v>42437</c:v>
                </c:pt>
                <c:pt idx="3415">
                  <c:v>42438</c:v>
                </c:pt>
                <c:pt idx="3416">
                  <c:v>42439</c:v>
                </c:pt>
                <c:pt idx="3417">
                  <c:v>42440</c:v>
                </c:pt>
                <c:pt idx="3418">
                  <c:v>42441</c:v>
                </c:pt>
                <c:pt idx="3419">
                  <c:v>42442</c:v>
                </c:pt>
                <c:pt idx="3420">
                  <c:v>42443</c:v>
                </c:pt>
                <c:pt idx="3421">
                  <c:v>42444</c:v>
                </c:pt>
                <c:pt idx="3422">
                  <c:v>42445</c:v>
                </c:pt>
                <c:pt idx="3423">
                  <c:v>42446</c:v>
                </c:pt>
                <c:pt idx="3424">
                  <c:v>42447</c:v>
                </c:pt>
                <c:pt idx="3425">
                  <c:v>42448</c:v>
                </c:pt>
                <c:pt idx="3426">
                  <c:v>42449</c:v>
                </c:pt>
                <c:pt idx="3427">
                  <c:v>42450</c:v>
                </c:pt>
                <c:pt idx="3428">
                  <c:v>42451</c:v>
                </c:pt>
                <c:pt idx="3429">
                  <c:v>42452</c:v>
                </c:pt>
                <c:pt idx="3430">
                  <c:v>42453</c:v>
                </c:pt>
                <c:pt idx="3431">
                  <c:v>42454</c:v>
                </c:pt>
                <c:pt idx="3432">
                  <c:v>42455</c:v>
                </c:pt>
                <c:pt idx="3433">
                  <c:v>42456</c:v>
                </c:pt>
                <c:pt idx="3434">
                  <c:v>42457</c:v>
                </c:pt>
                <c:pt idx="3435">
                  <c:v>42458</c:v>
                </c:pt>
                <c:pt idx="3436">
                  <c:v>42459</c:v>
                </c:pt>
                <c:pt idx="3437">
                  <c:v>42460</c:v>
                </c:pt>
                <c:pt idx="3438">
                  <c:v>42461</c:v>
                </c:pt>
                <c:pt idx="3439">
                  <c:v>42462</c:v>
                </c:pt>
                <c:pt idx="3440">
                  <c:v>42463</c:v>
                </c:pt>
                <c:pt idx="3441">
                  <c:v>42464</c:v>
                </c:pt>
                <c:pt idx="3442">
                  <c:v>42465</c:v>
                </c:pt>
                <c:pt idx="3443">
                  <c:v>42466</c:v>
                </c:pt>
                <c:pt idx="3444">
                  <c:v>42467</c:v>
                </c:pt>
                <c:pt idx="3445">
                  <c:v>42468</c:v>
                </c:pt>
                <c:pt idx="3446">
                  <c:v>42469</c:v>
                </c:pt>
                <c:pt idx="3447">
                  <c:v>42470</c:v>
                </c:pt>
                <c:pt idx="3448">
                  <c:v>42471</c:v>
                </c:pt>
                <c:pt idx="3449">
                  <c:v>42472</c:v>
                </c:pt>
                <c:pt idx="3450">
                  <c:v>42473</c:v>
                </c:pt>
                <c:pt idx="3451">
                  <c:v>42474</c:v>
                </c:pt>
                <c:pt idx="3452">
                  <c:v>42475</c:v>
                </c:pt>
                <c:pt idx="3453">
                  <c:v>42476</c:v>
                </c:pt>
                <c:pt idx="3454">
                  <c:v>42477</c:v>
                </c:pt>
                <c:pt idx="3455">
                  <c:v>42478</c:v>
                </c:pt>
                <c:pt idx="3456">
                  <c:v>42479</c:v>
                </c:pt>
                <c:pt idx="3457">
                  <c:v>42480</c:v>
                </c:pt>
                <c:pt idx="3458">
                  <c:v>42481</c:v>
                </c:pt>
                <c:pt idx="3459">
                  <c:v>42482</c:v>
                </c:pt>
                <c:pt idx="3460">
                  <c:v>42483</c:v>
                </c:pt>
                <c:pt idx="3461">
                  <c:v>42484</c:v>
                </c:pt>
                <c:pt idx="3462">
                  <c:v>42485</c:v>
                </c:pt>
                <c:pt idx="3463">
                  <c:v>42486</c:v>
                </c:pt>
                <c:pt idx="3464">
                  <c:v>42487</c:v>
                </c:pt>
                <c:pt idx="3465">
                  <c:v>42488</c:v>
                </c:pt>
                <c:pt idx="3466">
                  <c:v>42489</c:v>
                </c:pt>
                <c:pt idx="3467">
                  <c:v>42490</c:v>
                </c:pt>
                <c:pt idx="3468">
                  <c:v>42491</c:v>
                </c:pt>
                <c:pt idx="3469">
                  <c:v>42492</c:v>
                </c:pt>
                <c:pt idx="3470">
                  <c:v>42493</c:v>
                </c:pt>
                <c:pt idx="3471">
                  <c:v>42494</c:v>
                </c:pt>
                <c:pt idx="3472">
                  <c:v>42495</c:v>
                </c:pt>
                <c:pt idx="3473">
                  <c:v>42496</c:v>
                </c:pt>
                <c:pt idx="3474">
                  <c:v>42497</c:v>
                </c:pt>
                <c:pt idx="3475">
                  <c:v>42498</c:v>
                </c:pt>
                <c:pt idx="3476">
                  <c:v>42499</c:v>
                </c:pt>
                <c:pt idx="3477">
                  <c:v>42500</c:v>
                </c:pt>
                <c:pt idx="3478">
                  <c:v>42501</c:v>
                </c:pt>
                <c:pt idx="3479">
                  <c:v>42502</c:v>
                </c:pt>
                <c:pt idx="3480">
                  <c:v>42503</c:v>
                </c:pt>
                <c:pt idx="3481">
                  <c:v>42504</c:v>
                </c:pt>
                <c:pt idx="3482">
                  <c:v>42505</c:v>
                </c:pt>
                <c:pt idx="3483">
                  <c:v>42506</c:v>
                </c:pt>
                <c:pt idx="3484">
                  <c:v>42507</c:v>
                </c:pt>
                <c:pt idx="3485">
                  <c:v>42508</c:v>
                </c:pt>
                <c:pt idx="3486">
                  <c:v>42509</c:v>
                </c:pt>
                <c:pt idx="3487">
                  <c:v>42510</c:v>
                </c:pt>
                <c:pt idx="3488">
                  <c:v>42511</c:v>
                </c:pt>
                <c:pt idx="3489">
                  <c:v>42512</c:v>
                </c:pt>
                <c:pt idx="3490">
                  <c:v>42513</c:v>
                </c:pt>
                <c:pt idx="3491">
                  <c:v>42514</c:v>
                </c:pt>
                <c:pt idx="3492">
                  <c:v>42515</c:v>
                </c:pt>
                <c:pt idx="3493">
                  <c:v>42516</c:v>
                </c:pt>
                <c:pt idx="3494">
                  <c:v>42517</c:v>
                </c:pt>
                <c:pt idx="3495">
                  <c:v>42518</c:v>
                </c:pt>
                <c:pt idx="3496">
                  <c:v>42519</c:v>
                </c:pt>
                <c:pt idx="3497">
                  <c:v>42520</c:v>
                </c:pt>
                <c:pt idx="3498">
                  <c:v>42521</c:v>
                </c:pt>
                <c:pt idx="3499">
                  <c:v>42522</c:v>
                </c:pt>
                <c:pt idx="3500">
                  <c:v>42523</c:v>
                </c:pt>
                <c:pt idx="3501">
                  <c:v>42524</c:v>
                </c:pt>
                <c:pt idx="3502">
                  <c:v>42525</c:v>
                </c:pt>
                <c:pt idx="3503">
                  <c:v>42526</c:v>
                </c:pt>
                <c:pt idx="3504">
                  <c:v>42527</c:v>
                </c:pt>
                <c:pt idx="3505">
                  <c:v>42528</c:v>
                </c:pt>
                <c:pt idx="3506">
                  <c:v>42529</c:v>
                </c:pt>
                <c:pt idx="3507">
                  <c:v>42530</c:v>
                </c:pt>
                <c:pt idx="3508">
                  <c:v>42531</c:v>
                </c:pt>
                <c:pt idx="3509">
                  <c:v>42532</c:v>
                </c:pt>
                <c:pt idx="3510">
                  <c:v>42533</c:v>
                </c:pt>
                <c:pt idx="3511">
                  <c:v>42534</c:v>
                </c:pt>
                <c:pt idx="3512">
                  <c:v>42535</c:v>
                </c:pt>
                <c:pt idx="3513">
                  <c:v>42536</c:v>
                </c:pt>
                <c:pt idx="3514">
                  <c:v>42537</c:v>
                </c:pt>
                <c:pt idx="3515">
                  <c:v>42538</c:v>
                </c:pt>
                <c:pt idx="3516">
                  <c:v>42539</c:v>
                </c:pt>
                <c:pt idx="3517">
                  <c:v>42540</c:v>
                </c:pt>
                <c:pt idx="3518">
                  <c:v>42541</c:v>
                </c:pt>
                <c:pt idx="3519">
                  <c:v>42542</c:v>
                </c:pt>
                <c:pt idx="3520">
                  <c:v>42543</c:v>
                </c:pt>
                <c:pt idx="3521">
                  <c:v>42544</c:v>
                </c:pt>
                <c:pt idx="3522">
                  <c:v>42545</c:v>
                </c:pt>
                <c:pt idx="3523">
                  <c:v>42546</c:v>
                </c:pt>
                <c:pt idx="3524">
                  <c:v>42547</c:v>
                </c:pt>
                <c:pt idx="3525">
                  <c:v>42548</c:v>
                </c:pt>
                <c:pt idx="3526">
                  <c:v>42549</c:v>
                </c:pt>
                <c:pt idx="3527">
                  <c:v>42550</c:v>
                </c:pt>
                <c:pt idx="3528">
                  <c:v>42551</c:v>
                </c:pt>
                <c:pt idx="3529">
                  <c:v>42552</c:v>
                </c:pt>
                <c:pt idx="3530">
                  <c:v>42553</c:v>
                </c:pt>
                <c:pt idx="3531">
                  <c:v>42554</c:v>
                </c:pt>
                <c:pt idx="3532">
                  <c:v>42555</c:v>
                </c:pt>
                <c:pt idx="3533">
                  <c:v>42556</c:v>
                </c:pt>
                <c:pt idx="3534">
                  <c:v>42557</c:v>
                </c:pt>
                <c:pt idx="3535">
                  <c:v>42558</c:v>
                </c:pt>
                <c:pt idx="3536">
                  <c:v>42559</c:v>
                </c:pt>
                <c:pt idx="3537">
                  <c:v>42560</c:v>
                </c:pt>
                <c:pt idx="3538">
                  <c:v>42561</c:v>
                </c:pt>
                <c:pt idx="3539">
                  <c:v>42562</c:v>
                </c:pt>
                <c:pt idx="3540">
                  <c:v>42563</c:v>
                </c:pt>
                <c:pt idx="3541">
                  <c:v>42564</c:v>
                </c:pt>
                <c:pt idx="3542">
                  <c:v>42565</c:v>
                </c:pt>
                <c:pt idx="3543">
                  <c:v>42566</c:v>
                </c:pt>
                <c:pt idx="3544">
                  <c:v>42567</c:v>
                </c:pt>
                <c:pt idx="3545">
                  <c:v>42568</c:v>
                </c:pt>
                <c:pt idx="3546">
                  <c:v>42569</c:v>
                </c:pt>
                <c:pt idx="3547">
                  <c:v>42570</c:v>
                </c:pt>
                <c:pt idx="3548">
                  <c:v>42571</c:v>
                </c:pt>
                <c:pt idx="3549">
                  <c:v>42572</c:v>
                </c:pt>
                <c:pt idx="3550">
                  <c:v>42573</c:v>
                </c:pt>
                <c:pt idx="3551">
                  <c:v>42574</c:v>
                </c:pt>
                <c:pt idx="3552">
                  <c:v>42575</c:v>
                </c:pt>
                <c:pt idx="3553">
                  <c:v>42576</c:v>
                </c:pt>
                <c:pt idx="3554">
                  <c:v>42577</c:v>
                </c:pt>
                <c:pt idx="3555">
                  <c:v>42578</c:v>
                </c:pt>
                <c:pt idx="3556">
                  <c:v>42579</c:v>
                </c:pt>
                <c:pt idx="3557">
                  <c:v>42580</c:v>
                </c:pt>
                <c:pt idx="3558">
                  <c:v>42581</c:v>
                </c:pt>
                <c:pt idx="3559">
                  <c:v>42582</c:v>
                </c:pt>
                <c:pt idx="3560">
                  <c:v>42583</c:v>
                </c:pt>
                <c:pt idx="3561">
                  <c:v>42584</c:v>
                </c:pt>
                <c:pt idx="3562">
                  <c:v>42585</c:v>
                </c:pt>
                <c:pt idx="3563">
                  <c:v>42586</c:v>
                </c:pt>
                <c:pt idx="3564">
                  <c:v>42587</c:v>
                </c:pt>
                <c:pt idx="3565">
                  <c:v>42588</c:v>
                </c:pt>
                <c:pt idx="3566">
                  <c:v>42589</c:v>
                </c:pt>
                <c:pt idx="3567">
                  <c:v>42590</c:v>
                </c:pt>
                <c:pt idx="3568">
                  <c:v>42591</c:v>
                </c:pt>
                <c:pt idx="3569">
                  <c:v>42592</c:v>
                </c:pt>
                <c:pt idx="3570">
                  <c:v>42593</c:v>
                </c:pt>
                <c:pt idx="3571">
                  <c:v>42594</c:v>
                </c:pt>
                <c:pt idx="3572">
                  <c:v>42595</c:v>
                </c:pt>
                <c:pt idx="3573">
                  <c:v>42596</c:v>
                </c:pt>
                <c:pt idx="3574">
                  <c:v>42597</c:v>
                </c:pt>
                <c:pt idx="3575">
                  <c:v>42598</c:v>
                </c:pt>
                <c:pt idx="3576">
                  <c:v>42599</c:v>
                </c:pt>
                <c:pt idx="3577">
                  <c:v>42600</c:v>
                </c:pt>
                <c:pt idx="3578">
                  <c:v>42601</c:v>
                </c:pt>
                <c:pt idx="3579">
                  <c:v>42602</c:v>
                </c:pt>
                <c:pt idx="3580">
                  <c:v>42603</c:v>
                </c:pt>
                <c:pt idx="3581">
                  <c:v>42604</c:v>
                </c:pt>
                <c:pt idx="3582">
                  <c:v>42605</c:v>
                </c:pt>
                <c:pt idx="3583">
                  <c:v>42606</c:v>
                </c:pt>
                <c:pt idx="3584">
                  <c:v>42607</c:v>
                </c:pt>
                <c:pt idx="3585">
                  <c:v>42608</c:v>
                </c:pt>
                <c:pt idx="3586">
                  <c:v>42609</c:v>
                </c:pt>
                <c:pt idx="3587">
                  <c:v>42610</c:v>
                </c:pt>
                <c:pt idx="3588">
                  <c:v>42611</c:v>
                </c:pt>
                <c:pt idx="3589">
                  <c:v>42612</c:v>
                </c:pt>
                <c:pt idx="3590">
                  <c:v>42613</c:v>
                </c:pt>
                <c:pt idx="3591">
                  <c:v>42614</c:v>
                </c:pt>
                <c:pt idx="3592">
                  <c:v>42615</c:v>
                </c:pt>
                <c:pt idx="3593">
                  <c:v>42616</c:v>
                </c:pt>
                <c:pt idx="3594">
                  <c:v>42617</c:v>
                </c:pt>
                <c:pt idx="3595">
                  <c:v>42618</c:v>
                </c:pt>
                <c:pt idx="3596">
                  <c:v>42619</c:v>
                </c:pt>
                <c:pt idx="3597">
                  <c:v>42620</c:v>
                </c:pt>
                <c:pt idx="3598">
                  <c:v>42621</c:v>
                </c:pt>
                <c:pt idx="3599">
                  <c:v>42622</c:v>
                </c:pt>
                <c:pt idx="3600">
                  <c:v>42623</c:v>
                </c:pt>
                <c:pt idx="3601">
                  <c:v>42624</c:v>
                </c:pt>
                <c:pt idx="3602">
                  <c:v>42625</c:v>
                </c:pt>
                <c:pt idx="3603">
                  <c:v>42626</c:v>
                </c:pt>
                <c:pt idx="3604">
                  <c:v>42627</c:v>
                </c:pt>
                <c:pt idx="3605">
                  <c:v>42628</c:v>
                </c:pt>
                <c:pt idx="3606">
                  <c:v>42629</c:v>
                </c:pt>
                <c:pt idx="3607">
                  <c:v>42630</c:v>
                </c:pt>
                <c:pt idx="3608">
                  <c:v>42631</c:v>
                </c:pt>
                <c:pt idx="3609">
                  <c:v>42632</c:v>
                </c:pt>
                <c:pt idx="3610">
                  <c:v>42633</c:v>
                </c:pt>
                <c:pt idx="3611">
                  <c:v>42634</c:v>
                </c:pt>
                <c:pt idx="3612">
                  <c:v>42635</c:v>
                </c:pt>
                <c:pt idx="3613">
                  <c:v>42636</c:v>
                </c:pt>
                <c:pt idx="3614">
                  <c:v>42637</c:v>
                </c:pt>
                <c:pt idx="3615">
                  <c:v>42638</c:v>
                </c:pt>
                <c:pt idx="3616">
                  <c:v>42639</c:v>
                </c:pt>
                <c:pt idx="3617">
                  <c:v>42640</c:v>
                </c:pt>
                <c:pt idx="3618">
                  <c:v>42641</c:v>
                </c:pt>
                <c:pt idx="3619">
                  <c:v>42642</c:v>
                </c:pt>
                <c:pt idx="3620">
                  <c:v>42643</c:v>
                </c:pt>
                <c:pt idx="3621">
                  <c:v>42644</c:v>
                </c:pt>
                <c:pt idx="3622">
                  <c:v>42645</c:v>
                </c:pt>
                <c:pt idx="3623">
                  <c:v>42646</c:v>
                </c:pt>
                <c:pt idx="3624">
                  <c:v>42647</c:v>
                </c:pt>
                <c:pt idx="3625">
                  <c:v>42648</c:v>
                </c:pt>
                <c:pt idx="3626">
                  <c:v>42649</c:v>
                </c:pt>
                <c:pt idx="3627">
                  <c:v>42650</c:v>
                </c:pt>
                <c:pt idx="3628">
                  <c:v>42651</c:v>
                </c:pt>
                <c:pt idx="3629">
                  <c:v>42652</c:v>
                </c:pt>
                <c:pt idx="3630">
                  <c:v>42653</c:v>
                </c:pt>
                <c:pt idx="3631">
                  <c:v>42654</c:v>
                </c:pt>
                <c:pt idx="3632">
                  <c:v>42655</c:v>
                </c:pt>
                <c:pt idx="3633">
                  <c:v>42656</c:v>
                </c:pt>
                <c:pt idx="3634">
                  <c:v>42657</c:v>
                </c:pt>
                <c:pt idx="3635">
                  <c:v>42658</c:v>
                </c:pt>
                <c:pt idx="3636">
                  <c:v>42659</c:v>
                </c:pt>
                <c:pt idx="3637">
                  <c:v>42660</c:v>
                </c:pt>
                <c:pt idx="3638">
                  <c:v>42661</c:v>
                </c:pt>
                <c:pt idx="3639">
                  <c:v>42662</c:v>
                </c:pt>
                <c:pt idx="3640">
                  <c:v>42663</c:v>
                </c:pt>
                <c:pt idx="3641">
                  <c:v>42664</c:v>
                </c:pt>
                <c:pt idx="3642">
                  <c:v>42665</c:v>
                </c:pt>
                <c:pt idx="3643">
                  <c:v>42666</c:v>
                </c:pt>
                <c:pt idx="3644">
                  <c:v>42667</c:v>
                </c:pt>
                <c:pt idx="3645">
                  <c:v>42668</c:v>
                </c:pt>
                <c:pt idx="3646">
                  <c:v>42669</c:v>
                </c:pt>
                <c:pt idx="3647">
                  <c:v>42670</c:v>
                </c:pt>
                <c:pt idx="3648">
                  <c:v>42671</c:v>
                </c:pt>
                <c:pt idx="3649">
                  <c:v>42672</c:v>
                </c:pt>
                <c:pt idx="3650">
                  <c:v>42673</c:v>
                </c:pt>
                <c:pt idx="3651">
                  <c:v>42674</c:v>
                </c:pt>
                <c:pt idx="3652">
                  <c:v>42675</c:v>
                </c:pt>
                <c:pt idx="3653">
                  <c:v>42676</c:v>
                </c:pt>
                <c:pt idx="3654">
                  <c:v>42677</c:v>
                </c:pt>
                <c:pt idx="3655">
                  <c:v>42678</c:v>
                </c:pt>
                <c:pt idx="3656">
                  <c:v>42679</c:v>
                </c:pt>
                <c:pt idx="3657">
                  <c:v>42680</c:v>
                </c:pt>
                <c:pt idx="3658">
                  <c:v>42681</c:v>
                </c:pt>
                <c:pt idx="3659">
                  <c:v>42682</c:v>
                </c:pt>
                <c:pt idx="3660">
                  <c:v>42683</c:v>
                </c:pt>
                <c:pt idx="3661">
                  <c:v>42684</c:v>
                </c:pt>
                <c:pt idx="3662">
                  <c:v>42685</c:v>
                </c:pt>
                <c:pt idx="3663">
                  <c:v>42686</c:v>
                </c:pt>
                <c:pt idx="3664">
                  <c:v>42687</c:v>
                </c:pt>
                <c:pt idx="3665">
                  <c:v>42688</c:v>
                </c:pt>
                <c:pt idx="3666">
                  <c:v>42689</c:v>
                </c:pt>
                <c:pt idx="3667">
                  <c:v>42690</c:v>
                </c:pt>
                <c:pt idx="3668">
                  <c:v>42691</c:v>
                </c:pt>
                <c:pt idx="3669">
                  <c:v>42692</c:v>
                </c:pt>
                <c:pt idx="3670">
                  <c:v>42693</c:v>
                </c:pt>
                <c:pt idx="3671">
                  <c:v>42694</c:v>
                </c:pt>
                <c:pt idx="3672">
                  <c:v>42695</c:v>
                </c:pt>
                <c:pt idx="3673">
                  <c:v>42696</c:v>
                </c:pt>
                <c:pt idx="3674">
                  <c:v>42697</c:v>
                </c:pt>
                <c:pt idx="3675">
                  <c:v>42698</c:v>
                </c:pt>
                <c:pt idx="3676">
                  <c:v>42699</c:v>
                </c:pt>
                <c:pt idx="3677">
                  <c:v>42700</c:v>
                </c:pt>
                <c:pt idx="3678">
                  <c:v>42701</c:v>
                </c:pt>
                <c:pt idx="3679">
                  <c:v>42702</c:v>
                </c:pt>
                <c:pt idx="3680">
                  <c:v>42703</c:v>
                </c:pt>
                <c:pt idx="3681">
                  <c:v>42704</c:v>
                </c:pt>
                <c:pt idx="3682">
                  <c:v>42705</c:v>
                </c:pt>
                <c:pt idx="3683">
                  <c:v>42706</c:v>
                </c:pt>
                <c:pt idx="3684">
                  <c:v>42707</c:v>
                </c:pt>
                <c:pt idx="3685">
                  <c:v>42708</c:v>
                </c:pt>
                <c:pt idx="3686">
                  <c:v>42709</c:v>
                </c:pt>
                <c:pt idx="3687">
                  <c:v>42710</c:v>
                </c:pt>
                <c:pt idx="3688">
                  <c:v>42711</c:v>
                </c:pt>
                <c:pt idx="3689">
                  <c:v>42712</c:v>
                </c:pt>
                <c:pt idx="3690">
                  <c:v>42713</c:v>
                </c:pt>
                <c:pt idx="3691">
                  <c:v>42714</c:v>
                </c:pt>
                <c:pt idx="3692">
                  <c:v>42715</c:v>
                </c:pt>
                <c:pt idx="3693">
                  <c:v>42716</c:v>
                </c:pt>
                <c:pt idx="3694">
                  <c:v>42717</c:v>
                </c:pt>
                <c:pt idx="3695">
                  <c:v>42718</c:v>
                </c:pt>
                <c:pt idx="3696">
                  <c:v>42719</c:v>
                </c:pt>
                <c:pt idx="3697">
                  <c:v>42720</c:v>
                </c:pt>
                <c:pt idx="3698">
                  <c:v>42721</c:v>
                </c:pt>
                <c:pt idx="3699">
                  <c:v>42722</c:v>
                </c:pt>
                <c:pt idx="3700">
                  <c:v>42723</c:v>
                </c:pt>
                <c:pt idx="3701">
                  <c:v>42724</c:v>
                </c:pt>
                <c:pt idx="3702">
                  <c:v>42725</c:v>
                </c:pt>
                <c:pt idx="3703">
                  <c:v>42726</c:v>
                </c:pt>
                <c:pt idx="3704">
                  <c:v>42727</c:v>
                </c:pt>
                <c:pt idx="3705">
                  <c:v>42728</c:v>
                </c:pt>
                <c:pt idx="3706">
                  <c:v>42729</c:v>
                </c:pt>
                <c:pt idx="3707">
                  <c:v>42730</c:v>
                </c:pt>
                <c:pt idx="3708">
                  <c:v>42731</c:v>
                </c:pt>
                <c:pt idx="3709">
                  <c:v>42732</c:v>
                </c:pt>
                <c:pt idx="3710">
                  <c:v>42733</c:v>
                </c:pt>
                <c:pt idx="3711">
                  <c:v>42734</c:v>
                </c:pt>
                <c:pt idx="3712">
                  <c:v>42735</c:v>
                </c:pt>
                <c:pt idx="3713">
                  <c:v>42736</c:v>
                </c:pt>
                <c:pt idx="3714">
                  <c:v>42737</c:v>
                </c:pt>
                <c:pt idx="3715">
                  <c:v>42738</c:v>
                </c:pt>
                <c:pt idx="3716">
                  <c:v>42739</c:v>
                </c:pt>
                <c:pt idx="3717">
                  <c:v>42740</c:v>
                </c:pt>
                <c:pt idx="3718">
                  <c:v>42741</c:v>
                </c:pt>
                <c:pt idx="3719">
                  <c:v>42742</c:v>
                </c:pt>
                <c:pt idx="3720">
                  <c:v>42743</c:v>
                </c:pt>
                <c:pt idx="3721">
                  <c:v>42744</c:v>
                </c:pt>
                <c:pt idx="3722">
                  <c:v>42745</c:v>
                </c:pt>
                <c:pt idx="3723">
                  <c:v>42746</c:v>
                </c:pt>
                <c:pt idx="3724">
                  <c:v>42747</c:v>
                </c:pt>
                <c:pt idx="3725">
                  <c:v>42748</c:v>
                </c:pt>
                <c:pt idx="3726">
                  <c:v>42749</c:v>
                </c:pt>
                <c:pt idx="3727">
                  <c:v>42750</c:v>
                </c:pt>
                <c:pt idx="3728">
                  <c:v>42751</c:v>
                </c:pt>
                <c:pt idx="3729">
                  <c:v>42752</c:v>
                </c:pt>
                <c:pt idx="3730">
                  <c:v>42753</c:v>
                </c:pt>
                <c:pt idx="3731">
                  <c:v>42754</c:v>
                </c:pt>
                <c:pt idx="3732">
                  <c:v>42755</c:v>
                </c:pt>
                <c:pt idx="3733">
                  <c:v>42756</c:v>
                </c:pt>
                <c:pt idx="3734">
                  <c:v>42757</c:v>
                </c:pt>
                <c:pt idx="3735">
                  <c:v>42758</c:v>
                </c:pt>
                <c:pt idx="3736">
                  <c:v>42759</c:v>
                </c:pt>
                <c:pt idx="3737">
                  <c:v>42760</c:v>
                </c:pt>
                <c:pt idx="3738">
                  <c:v>42761</c:v>
                </c:pt>
                <c:pt idx="3739">
                  <c:v>42762</c:v>
                </c:pt>
                <c:pt idx="3740">
                  <c:v>42763</c:v>
                </c:pt>
                <c:pt idx="3741">
                  <c:v>42764</c:v>
                </c:pt>
                <c:pt idx="3742">
                  <c:v>42765</c:v>
                </c:pt>
                <c:pt idx="3743">
                  <c:v>42766</c:v>
                </c:pt>
                <c:pt idx="3744">
                  <c:v>42767</c:v>
                </c:pt>
                <c:pt idx="3745">
                  <c:v>42768</c:v>
                </c:pt>
                <c:pt idx="3746">
                  <c:v>42769</c:v>
                </c:pt>
                <c:pt idx="3747">
                  <c:v>42770</c:v>
                </c:pt>
                <c:pt idx="3748">
                  <c:v>42771</c:v>
                </c:pt>
                <c:pt idx="3749">
                  <c:v>42772</c:v>
                </c:pt>
                <c:pt idx="3750">
                  <c:v>42773</c:v>
                </c:pt>
                <c:pt idx="3751">
                  <c:v>42774</c:v>
                </c:pt>
                <c:pt idx="3752">
                  <c:v>42775</c:v>
                </c:pt>
                <c:pt idx="3753">
                  <c:v>42776</c:v>
                </c:pt>
                <c:pt idx="3754">
                  <c:v>42777</c:v>
                </c:pt>
                <c:pt idx="3755">
                  <c:v>42778</c:v>
                </c:pt>
                <c:pt idx="3756">
                  <c:v>42779</c:v>
                </c:pt>
                <c:pt idx="3757">
                  <c:v>42780</c:v>
                </c:pt>
                <c:pt idx="3758">
                  <c:v>42781</c:v>
                </c:pt>
                <c:pt idx="3759">
                  <c:v>42782</c:v>
                </c:pt>
                <c:pt idx="3760">
                  <c:v>42783</c:v>
                </c:pt>
                <c:pt idx="3761">
                  <c:v>42784</c:v>
                </c:pt>
                <c:pt idx="3762">
                  <c:v>42785</c:v>
                </c:pt>
                <c:pt idx="3763">
                  <c:v>42786</c:v>
                </c:pt>
                <c:pt idx="3764">
                  <c:v>42787</c:v>
                </c:pt>
                <c:pt idx="3765">
                  <c:v>42788</c:v>
                </c:pt>
                <c:pt idx="3766">
                  <c:v>42789</c:v>
                </c:pt>
                <c:pt idx="3767">
                  <c:v>42790</c:v>
                </c:pt>
                <c:pt idx="3768">
                  <c:v>42791</c:v>
                </c:pt>
                <c:pt idx="3769">
                  <c:v>42792</c:v>
                </c:pt>
                <c:pt idx="3770">
                  <c:v>42793</c:v>
                </c:pt>
                <c:pt idx="3771">
                  <c:v>42794</c:v>
                </c:pt>
                <c:pt idx="3772">
                  <c:v>42795</c:v>
                </c:pt>
                <c:pt idx="3773">
                  <c:v>42796</c:v>
                </c:pt>
                <c:pt idx="3774">
                  <c:v>42797</c:v>
                </c:pt>
                <c:pt idx="3775">
                  <c:v>42798</c:v>
                </c:pt>
                <c:pt idx="3776">
                  <c:v>42799</c:v>
                </c:pt>
                <c:pt idx="3777">
                  <c:v>42800</c:v>
                </c:pt>
                <c:pt idx="3778">
                  <c:v>42801</c:v>
                </c:pt>
                <c:pt idx="3779">
                  <c:v>42802</c:v>
                </c:pt>
                <c:pt idx="3780">
                  <c:v>42803</c:v>
                </c:pt>
                <c:pt idx="3781">
                  <c:v>42804</c:v>
                </c:pt>
                <c:pt idx="3782">
                  <c:v>42805</c:v>
                </c:pt>
                <c:pt idx="3783">
                  <c:v>42806</c:v>
                </c:pt>
                <c:pt idx="3784">
                  <c:v>42807</c:v>
                </c:pt>
                <c:pt idx="3785">
                  <c:v>42808</c:v>
                </c:pt>
                <c:pt idx="3786">
                  <c:v>42809</c:v>
                </c:pt>
                <c:pt idx="3787">
                  <c:v>42810</c:v>
                </c:pt>
                <c:pt idx="3788">
                  <c:v>42811</c:v>
                </c:pt>
                <c:pt idx="3789">
                  <c:v>42812</c:v>
                </c:pt>
                <c:pt idx="3790">
                  <c:v>42813</c:v>
                </c:pt>
                <c:pt idx="3791">
                  <c:v>42814</c:v>
                </c:pt>
                <c:pt idx="3792">
                  <c:v>42815</c:v>
                </c:pt>
                <c:pt idx="3793">
                  <c:v>42816</c:v>
                </c:pt>
                <c:pt idx="3794">
                  <c:v>42817</c:v>
                </c:pt>
                <c:pt idx="3795">
                  <c:v>42818</c:v>
                </c:pt>
                <c:pt idx="3796">
                  <c:v>42819</c:v>
                </c:pt>
                <c:pt idx="3797">
                  <c:v>42820</c:v>
                </c:pt>
                <c:pt idx="3798">
                  <c:v>42821</c:v>
                </c:pt>
                <c:pt idx="3799">
                  <c:v>42822</c:v>
                </c:pt>
                <c:pt idx="3800">
                  <c:v>42823</c:v>
                </c:pt>
                <c:pt idx="3801">
                  <c:v>42824</c:v>
                </c:pt>
                <c:pt idx="3802">
                  <c:v>42825</c:v>
                </c:pt>
                <c:pt idx="3803">
                  <c:v>42826</c:v>
                </c:pt>
                <c:pt idx="3804">
                  <c:v>42827</c:v>
                </c:pt>
                <c:pt idx="3805">
                  <c:v>42828</c:v>
                </c:pt>
                <c:pt idx="3806">
                  <c:v>42829</c:v>
                </c:pt>
                <c:pt idx="3807">
                  <c:v>42830</c:v>
                </c:pt>
                <c:pt idx="3808">
                  <c:v>42831</c:v>
                </c:pt>
                <c:pt idx="3809">
                  <c:v>42832</c:v>
                </c:pt>
                <c:pt idx="3810">
                  <c:v>42833</c:v>
                </c:pt>
                <c:pt idx="3811">
                  <c:v>42834</c:v>
                </c:pt>
                <c:pt idx="3812">
                  <c:v>42835</c:v>
                </c:pt>
                <c:pt idx="3813">
                  <c:v>42836</c:v>
                </c:pt>
                <c:pt idx="3814">
                  <c:v>42837</c:v>
                </c:pt>
                <c:pt idx="3815">
                  <c:v>42838</c:v>
                </c:pt>
                <c:pt idx="3816">
                  <c:v>42839</c:v>
                </c:pt>
                <c:pt idx="3817">
                  <c:v>42840</c:v>
                </c:pt>
                <c:pt idx="3818">
                  <c:v>42841</c:v>
                </c:pt>
                <c:pt idx="3819">
                  <c:v>42842</c:v>
                </c:pt>
                <c:pt idx="3820">
                  <c:v>42843</c:v>
                </c:pt>
                <c:pt idx="3821">
                  <c:v>42844</c:v>
                </c:pt>
                <c:pt idx="3822">
                  <c:v>42845</c:v>
                </c:pt>
                <c:pt idx="3823">
                  <c:v>42846</c:v>
                </c:pt>
                <c:pt idx="3824">
                  <c:v>42847</c:v>
                </c:pt>
                <c:pt idx="3825">
                  <c:v>42848</c:v>
                </c:pt>
                <c:pt idx="3826">
                  <c:v>42849</c:v>
                </c:pt>
                <c:pt idx="3827">
                  <c:v>42850</c:v>
                </c:pt>
                <c:pt idx="3828">
                  <c:v>42851</c:v>
                </c:pt>
                <c:pt idx="3829">
                  <c:v>42852</c:v>
                </c:pt>
                <c:pt idx="3830">
                  <c:v>42853</c:v>
                </c:pt>
                <c:pt idx="3831">
                  <c:v>42854</c:v>
                </c:pt>
                <c:pt idx="3832">
                  <c:v>42855</c:v>
                </c:pt>
                <c:pt idx="3833">
                  <c:v>42856</c:v>
                </c:pt>
                <c:pt idx="3834">
                  <c:v>42857</c:v>
                </c:pt>
                <c:pt idx="3835">
                  <c:v>42858</c:v>
                </c:pt>
                <c:pt idx="3836">
                  <c:v>42859</c:v>
                </c:pt>
                <c:pt idx="3837">
                  <c:v>42860</c:v>
                </c:pt>
                <c:pt idx="3838">
                  <c:v>42861</c:v>
                </c:pt>
                <c:pt idx="3839">
                  <c:v>42862</c:v>
                </c:pt>
                <c:pt idx="3840">
                  <c:v>42863</c:v>
                </c:pt>
                <c:pt idx="3841">
                  <c:v>42864</c:v>
                </c:pt>
                <c:pt idx="3842">
                  <c:v>42865</c:v>
                </c:pt>
                <c:pt idx="3843">
                  <c:v>42866</c:v>
                </c:pt>
                <c:pt idx="3844">
                  <c:v>42867</c:v>
                </c:pt>
                <c:pt idx="3845">
                  <c:v>42868</c:v>
                </c:pt>
                <c:pt idx="3846">
                  <c:v>42869</c:v>
                </c:pt>
                <c:pt idx="3847">
                  <c:v>42870</c:v>
                </c:pt>
                <c:pt idx="3848">
                  <c:v>42871</c:v>
                </c:pt>
                <c:pt idx="3849">
                  <c:v>42872</c:v>
                </c:pt>
                <c:pt idx="3850">
                  <c:v>42873</c:v>
                </c:pt>
                <c:pt idx="3851">
                  <c:v>42874</c:v>
                </c:pt>
                <c:pt idx="3852">
                  <c:v>42875</c:v>
                </c:pt>
                <c:pt idx="3853">
                  <c:v>42876</c:v>
                </c:pt>
                <c:pt idx="3854">
                  <c:v>42877</c:v>
                </c:pt>
                <c:pt idx="3855">
                  <c:v>42878</c:v>
                </c:pt>
                <c:pt idx="3856">
                  <c:v>42879</c:v>
                </c:pt>
                <c:pt idx="3857">
                  <c:v>42880</c:v>
                </c:pt>
                <c:pt idx="3858">
                  <c:v>42881</c:v>
                </c:pt>
                <c:pt idx="3859">
                  <c:v>42882</c:v>
                </c:pt>
                <c:pt idx="3860">
                  <c:v>42883</c:v>
                </c:pt>
                <c:pt idx="3861">
                  <c:v>42884</c:v>
                </c:pt>
                <c:pt idx="3862">
                  <c:v>42885</c:v>
                </c:pt>
                <c:pt idx="3863">
                  <c:v>42886</c:v>
                </c:pt>
                <c:pt idx="3864">
                  <c:v>42887</c:v>
                </c:pt>
                <c:pt idx="3865">
                  <c:v>42888</c:v>
                </c:pt>
                <c:pt idx="3866">
                  <c:v>42889</c:v>
                </c:pt>
                <c:pt idx="3867">
                  <c:v>42890</c:v>
                </c:pt>
                <c:pt idx="3868">
                  <c:v>42891</c:v>
                </c:pt>
                <c:pt idx="3869">
                  <c:v>42892</c:v>
                </c:pt>
                <c:pt idx="3870">
                  <c:v>42893</c:v>
                </c:pt>
                <c:pt idx="3871">
                  <c:v>42894</c:v>
                </c:pt>
                <c:pt idx="3872">
                  <c:v>42895</c:v>
                </c:pt>
                <c:pt idx="3873">
                  <c:v>42896</c:v>
                </c:pt>
                <c:pt idx="3874">
                  <c:v>42897</c:v>
                </c:pt>
                <c:pt idx="3875">
                  <c:v>42898</c:v>
                </c:pt>
                <c:pt idx="3876">
                  <c:v>42899</c:v>
                </c:pt>
                <c:pt idx="3877">
                  <c:v>42900</c:v>
                </c:pt>
                <c:pt idx="3878">
                  <c:v>42901</c:v>
                </c:pt>
                <c:pt idx="3879">
                  <c:v>42902</c:v>
                </c:pt>
                <c:pt idx="3880">
                  <c:v>42903</c:v>
                </c:pt>
                <c:pt idx="3881">
                  <c:v>42904</c:v>
                </c:pt>
                <c:pt idx="3882">
                  <c:v>42905</c:v>
                </c:pt>
                <c:pt idx="3883">
                  <c:v>42906</c:v>
                </c:pt>
                <c:pt idx="3884">
                  <c:v>42907</c:v>
                </c:pt>
                <c:pt idx="3885">
                  <c:v>42908</c:v>
                </c:pt>
                <c:pt idx="3886">
                  <c:v>42909</c:v>
                </c:pt>
                <c:pt idx="3887">
                  <c:v>42910</c:v>
                </c:pt>
                <c:pt idx="3888">
                  <c:v>42911</c:v>
                </c:pt>
                <c:pt idx="3889">
                  <c:v>42912</c:v>
                </c:pt>
                <c:pt idx="3890">
                  <c:v>42913</c:v>
                </c:pt>
                <c:pt idx="3891">
                  <c:v>42914</c:v>
                </c:pt>
                <c:pt idx="3892">
                  <c:v>42915</c:v>
                </c:pt>
                <c:pt idx="3893">
                  <c:v>42916</c:v>
                </c:pt>
                <c:pt idx="3894">
                  <c:v>42917</c:v>
                </c:pt>
                <c:pt idx="3895">
                  <c:v>42918</c:v>
                </c:pt>
                <c:pt idx="3896">
                  <c:v>42919</c:v>
                </c:pt>
                <c:pt idx="3897">
                  <c:v>42920</c:v>
                </c:pt>
                <c:pt idx="3898">
                  <c:v>42921</c:v>
                </c:pt>
                <c:pt idx="3899">
                  <c:v>42922</c:v>
                </c:pt>
                <c:pt idx="3900">
                  <c:v>42923</c:v>
                </c:pt>
                <c:pt idx="3901">
                  <c:v>42924</c:v>
                </c:pt>
                <c:pt idx="3902">
                  <c:v>42925</c:v>
                </c:pt>
                <c:pt idx="3903">
                  <c:v>42926</c:v>
                </c:pt>
                <c:pt idx="3904">
                  <c:v>42927</c:v>
                </c:pt>
                <c:pt idx="3905">
                  <c:v>42928</c:v>
                </c:pt>
                <c:pt idx="3906">
                  <c:v>42929</c:v>
                </c:pt>
                <c:pt idx="3907">
                  <c:v>42930</c:v>
                </c:pt>
                <c:pt idx="3908">
                  <c:v>42931</c:v>
                </c:pt>
                <c:pt idx="3909">
                  <c:v>42932</c:v>
                </c:pt>
                <c:pt idx="3910">
                  <c:v>42933</c:v>
                </c:pt>
                <c:pt idx="3911">
                  <c:v>42934</c:v>
                </c:pt>
                <c:pt idx="3912">
                  <c:v>42935</c:v>
                </c:pt>
                <c:pt idx="3913">
                  <c:v>42936</c:v>
                </c:pt>
                <c:pt idx="3914">
                  <c:v>42937</c:v>
                </c:pt>
                <c:pt idx="3915">
                  <c:v>42938</c:v>
                </c:pt>
                <c:pt idx="3916">
                  <c:v>42939</c:v>
                </c:pt>
                <c:pt idx="3917">
                  <c:v>42940</c:v>
                </c:pt>
                <c:pt idx="3918">
                  <c:v>42941</c:v>
                </c:pt>
                <c:pt idx="3919">
                  <c:v>42942</c:v>
                </c:pt>
                <c:pt idx="3920">
                  <c:v>42943</c:v>
                </c:pt>
                <c:pt idx="3921">
                  <c:v>42944</c:v>
                </c:pt>
                <c:pt idx="3922">
                  <c:v>42945</c:v>
                </c:pt>
                <c:pt idx="3923">
                  <c:v>42946</c:v>
                </c:pt>
                <c:pt idx="3924">
                  <c:v>42947</c:v>
                </c:pt>
                <c:pt idx="3925">
                  <c:v>42948</c:v>
                </c:pt>
                <c:pt idx="3926">
                  <c:v>42949</c:v>
                </c:pt>
                <c:pt idx="3927">
                  <c:v>42950</c:v>
                </c:pt>
                <c:pt idx="3928">
                  <c:v>42951</c:v>
                </c:pt>
                <c:pt idx="3929">
                  <c:v>42952</c:v>
                </c:pt>
                <c:pt idx="3930">
                  <c:v>42953</c:v>
                </c:pt>
                <c:pt idx="3931">
                  <c:v>42954</c:v>
                </c:pt>
                <c:pt idx="3932">
                  <c:v>42955</c:v>
                </c:pt>
                <c:pt idx="3933">
                  <c:v>42956</c:v>
                </c:pt>
                <c:pt idx="3934">
                  <c:v>42957</c:v>
                </c:pt>
                <c:pt idx="3935">
                  <c:v>42958</c:v>
                </c:pt>
                <c:pt idx="3936">
                  <c:v>42959</c:v>
                </c:pt>
                <c:pt idx="3937">
                  <c:v>42960</c:v>
                </c:pt>
                <c:pt idx="3938">
                  <c:v>42961</c:v>
                </c:pt>
                <c:pt idx="3939">
                  <c:v>42962</c:v>
                </c:pt>
                <c:pt idx="3940">
                  <c:v>42963</c:v>
                </c:pt>
                <c:pt idx="3941">
                  <c:v>42964</c:v>
                </c:pt>
                <c:pt idx="3942">
                  <c:v>42965</c:v>
                </c:pt>
                <c:pt idx="3943">
                  <c:v>42966</c:v>
                </c:pt>
                <c:pt idx="3944">
                  <c:v>42967</c:v>
                </c:pt>
                <c:pt idx="3945">
                  <c:v>42968</c:v>
                </c:pt>
                <c:pt idx="3946">
                  <c:v>42969</c:v>
                </c:pt>
                <c:pt idx="3947">
                  <c:v>42970</c:v>
                </c:pt>
                <c:pt idx="3948">
                  <c:v>42971</c:v>
                </c:pt>
                <c:pt idx="3949">
                  <c:v>42972</c:v>
                </c:pt>
                <c:pt idx="3950">
                  <c:v>42973</c:v>
                </c:pt>
                <c:pt idx="3951">
                  <c:v>42974</c:v>
                </c:pt>
                <c:pt idx="3952">
                  <c:v>42975</c:v>
                </c:pt>
                <c:pt idx="3953">
                  <c:v>42976</c:v>
                </c:pt>
                <c:pt idx="3954">
                  <c:v>42977</c:v>
                </c:pt>
                <c:pt idx="3955">
                  <c:v>42978</c:v>
                </c:pt>
                <c:pt idx="3956">
                  <c:v>42979</c:v>
                </c:pt>
                <c:pt idx="3957">
                  <c:v>42980</c:v>
                </c:pt>
                <c:pt idx="3958">
                  <c:v>42981</c:v>
                </c:pt>
                <c:pt idx="3959">
                  <c:v>42982</c:v>
                </c:pt>
                <c:pt idx="3960">
                  <c:v>42983</c:v>
                </c:pt>
                <c:pt idx="3961">
                  <c:v>42984</c:v>
                </c:pt>
                <c:pt idx="3962">
                  <c:v>42985</c:v>
                </c:pt>
                <c:pt idx="3963">
                  <c:v>42986</c:v>
                </c:pt>
                <c:pt idx="3964">
                  <c:v>42987</c:v>
                </c:pt>
                <c:pt idx="3965">
                  <c:v>42988</c:v>
                </c:pt>
                <c:pt idx="3966">
                  <c:v>42989</c:v>
                </c:pt>
                <c:pt idx="3967">
                  <c:v>42990</c:v>
                </c:pt>
                <c:pt idx="3968">
                  <c:v>42991</c:v>
                </c:pt>
                <c:pt idx="3969">
                  <c:v>42992</c:v>
                </c:pt>
                <c:pt idx="3970">
                  <c:v>42993</c:v>
                </c:pt>
                <c:pt idx="3971">
                  <c:v>42994</c:v>
                </c:pt>
                <c:pt idx="3972">
                  <c:v>42995</c:v>
                </c:pt>
                <c:pt idx="3973">
                  <c:v>42996</c:v>
                </c:pt>
                <c:pt idx="3974">
                  <c:v>42997</c:v>
                </c:pt>
                <c:pt idx="3975">
                  <c:v>42998</c:v>
                </c:pt>
                <c:pt idx="3976">
                  <c:v>42999</c:v>
                </c:pt>
                <c:pt idx="3977">
                  <c:v>43000</c:v>
                </c:pt>
                <c:pt idx="3978">
                  <c:v>43001</c:v>
                </c:pt>
                <c:pt idx="3979">
                  <c:v>43002</c:v>
                </c:pt>
                <c:pt idx="3980">
                  <c:v>43003</c:v>
                </c:pt>
                <c:pt idx="3981">
                  <c:v>43004</c:v>
                </c:pt>
                <c:pt idx="3982">
                  <c:v>43005</c:v>
                </c:pt>
                <c:pt idx="3983">
                  <c:v>43006</c:v>
                </c:pt>
                <c:pt idx="3984">
                  <c:v>43007</c:v>
                </c:pt>
                <c:pt idx="3985">
                  <c:v>43008</c:v>
                </c:pt>
                <c:pt idx="3986">
                  <c:v>43009</c:v>
                </c:pt>
                <c:pt idx="3987">
                  <c:v>43010</c:v>
                </c:pt>
                <c:pt idx="3988">
                  <c:v>43011</c:v>
                </c:pt>
                <c:pt idx="3989">
                  <c:v>43012</c:v>
                </c:pt>
                <c:pt idx="3990">
                  <c:v>43013</c:v>
                </c:pt>
                <c:pt idx="3991">
                  <c:v>43014</c:v>
                </c:pt>
                <c:pt idx="3992">
                  <c:v>43015</c:v>
                </c:pt>
                <c:pt idx="3993">
                  <c:v>43016</c:v>
                </c:pt>
                <c:pt idx="3994">
                  <c:v>43017</c:v>
                </c:pt>
                <c:pt idx="3995">
                  <c:v>43018</c:v>
                </c:pt>
                <c:pt idx="3996">
                  <c:v>43019</c:v>
                </c:pt>
                <c:pt idx="3997">
                  <c:v>43020</c:v>
                </c:pt>
                <c:pt idx="3998">
                  <c:v>43021</c:v>
                </c:pt>
                <c:pt idx="3999">
                  <c:v>43022</c:v>
                </c:pt>
                <c:pt idx="4000">
                  <c:v>43023</c:v>
                </c:pt>
                <c:pt idx="4001">
                  <c:v>43024</c:v>
                </c:pt>
                <c:pt idx="4002">
                  <c:v>43025</c:v>
                </c:pt>
                <c:pt idx="4003">
                  <c:v>43026</c:v>
                </c:pt>
                <c:pt idx="4004">
                  <c:v>43027</c:v>
                </c:pt>
                <c:pt idx="4005">
                  <c:v>43028</c:v>
                </c:pt>
                <c:pt idx="4006">
                  <c:v>43029</c:v>
                </c:pt>
                <c:pt idx="4007">
                  <c:v>43030</c:v>
                </c:pt>
                <c:pt idx="4008">
                  <c:v>43031</c:v>
                </c:pt>
                <c:pt idx="4009">
                  <c:v>43032</c:v>
                </c:pt>
                <c:pt idx="4010">
                  <c:v>43033</c:v>
                </c:pt>
                <c:pt idx="4011">
                  <c:v>43034</c:v>
                </c:pt>
                <c:pt idx="4012">
                  <c:v>43035</c:v>
                </c:pt>
                <c:pt idx="4013">
                  <c:v>43036</c:v>
                </c:pt>
                <c:pt idx="4014">
                  <c:v>43037</c:v>
                </c:pt>
                <c:pt idx="4015">
                  <c:v>43038</c:v>
                </c:pt>
                <c:pt idx="4016">
                  <c:v>43039</c:v>
                </c:pt>
                <c:pt idx="4017">
                  <c:v>43040</c:v>
                </c:pt>
                <c:pt idx="4018">
                  <c:v>43041</c:v>
                </c:pt>
                <c:pt idx="4019">
                  <c:v>43042</c:v>
                </c:pt>
                <c:pt idx="4020">
                  <c:v>43043</c:v>
                </c:pt>
                <c:pt idx="4021">
                  <c:v>43044</c:v>
                </c:pt>
                <c:pt idx="4022">
                  <c:v>43045</c:v>
                </c:pt>
                <c:pt idx="4023">
                  <c:v>43046</c:v>
                </c:pt>
                <c:pt idx="4024">
                  <c:v>43047</c:v>
                </c:pt>
                <c:pt idx="4025">
                  <c:v>43048</c:v>
                </c:pt>
                <c:pt idx="4026">
                  <c:v>43049</c:v>
                </c:pt>
                <c:pt idx="4027">
                  <c:v>43050</c:v>
                </c:pt>
                <c:pt idx="4028">
                  <c:v>43051</c:v>
                </c:pt>
                <c:pt idx="4029">
                  <c:v>43052</c:v>
                </c:pt>
                <c:pt idx="4030">
                  <c:v>43053</c:v>
                </c:pt>
                <c:pt idx="4031">
                  <c:v>43054</c:v>
                </c:pt>
                <c:pt idx="4032">
                  <c:v>43055</c:v>
                </c:pt>
                <c:pt idx="4033">
                  <c:v>43056</c:v>
                </c:pt>
                <c:pt idx="4034">
                  <c:v>43057</c:v>
                </c:pt>
                <c:pt idx="4035">
                  <c:v>43058</c:v>
                </c:pt>
                <c:pt idx="4036">
                  <c:v>43059</c:v>
                </c:pt>
                <c:pt idx="4037">
                  <c:v>43060</c:v>
                </c:pt>
                <c:pt idx="4038">
                  <c:v>43061</c:v>
                </c:pt>
                <c:pt idx="4039">
                  <c:v>43062</c:v>
                </c:pt>
                <c:pt idx="4040">
                  <c:v>43063</c:v>
                </c:pt>
                <c:pt idx="4041">
                  <c:v>43064</c:v>
                </c:pt>
                <c:pt idx="4042">
                  <c:v>43065</c:v>
                </c:pt>
                <c:pt idx="4043">
                  <c:v>43066</c:v>
                </c:pt>
                <c:pt idx="4044">
                  <c:v>43067</c:v>
                </c:pt>
                <c:pt idx="4045">
                  <c:v>43068</c:v>
                </c:pt>
                <c:pt idx="4046">
                  <c:v>43069</c:v>
                </c:pt>
                <c:pt idx="4047">
                  <c:v>43070</c:v>
                </c:pt>
                <c:pt idx="4048">
                  <c:v>43071</c:v>
                </c:pt>
                <c:pt idx="4049">
                  <c:v>43072</c:v>
                </c:pt>
                <c:pt idx="4050">
                  <c:v>43073</c:v>
                </c:pt>
                <c:pt idx="4051">
                  <c:v>43074</c:v>
                </c:pt>
                <c:pt idx="4052">
                  <c:v>43075</c:v>
                </c:pt>
                <c:pt idx="4053">
                  <c:v>43076</c:v>
                </c:pt>
                <c:pt idx="4054">
                  <c:v>43077</c:v>
                </c:pt>
                <c:pt idx="4055">
                  <c:v>43078</c:v>
                </c:pt>
                <c:pt idx="4056">
                  <c:v>43079</c:v>
                </c:pt>
                <c:pt idx="4057">
                  <c:v>43080</c:v>
                </c:pt>
                <c:pt idx="4058">
                  <c:v>43081</c:v>
                </c:pt>
                <c:pt idx="4059">
                  <c:v>43082</c:v>
                </c:pt>
                <c:pt idx="4060">
                  <c:v>43083</c:v>
                </c:pt>
                <c:pt idx="4061">
                  <c:v>43084</c:v>
                </c:pt>
                <c:pt idx="4062">
                  <c:v>43085</c:v>
                </c:pt>
                <c:pt idx="4063">
                  <c:v>43086</c:v>
                </c:pt>
                <c:pt idx="4064">
                  <c:v>43087</c:v>
                </c:pt>
                <c:pt idx="4065">
                  <c:v>43088</c:v>
                </c:pt>
                <c:pt idx="4066">
                  <c:v>43089</c:v>
                </c:pt>
                <c:pt idx="4067">
                  <c:v>43090</c:v>
                </c:pt>
                <c:pt idx="4068">
                  <c:v>43091</c:v>
                </c:pt>
                <c:pt idx="4069">
                  <c:v>43092</c:v>
                </c:pt>
                <c:pt idx="4070">
                  <c:v>43093</c:v>
                </c:pt>
                <c:pt idx="4071">
                  <c:v>43094</c:v>
                </c:pt>
                <c:pt idx="4072">
                  <c:v>43095</c:v>
                </c:pt>
                <c:pt idx="4073">
                  <c:v>43096</c:v>
                </c:pt>
                <c:pt idx="4074">
                  <c:v>43097</c:v>
                </c:pt>
                <c:pt idx="4075">
                  <c:v>43098</c:v>
                </c:pt>
                <c:pt idx="4076">
                  <c:v>43099</c:v>
                </c:pt>
                <c:pt idx="4077">
                  <c:v>43100</c:v>
                </c:pt>
                <c:pt idx="4078">
                  <c:v>43101</c:v>
                </c:pt>
                <c:pt idx="4079">
                  <c:v>43102</c:v>
                </c:pt>
                <c:pt idx="4080">
                  <c:v>43103</c:v>
                </c:pt>
                <c:pt idx="4081">
                  <c:v>43104</c:v>
                </c:pt>
                <c:pt idx="4082">
                  <c:v>43105</c:v>
                </c:pt>
                <c:pt idx="4083">
                  <c:v>43106</c:v>
                </c:pt>
                <c:pt idx="4084">
                  <c:v>43107</c:v>
                </c:pt>
                <c:pt idx="4085">
                  <c:v>43108</c:v>
                </c:pt>
                <c:pt idx="4086">
                  <c:v>43109</c:v>
                </c:pt>
                <c:pt idx="4087">
                  <c:v>43110</c:v>
                </c:pt>
                <c:pt idx="4088">
                  <c:v>43111</c:v>
                </c:pt>
                <c:pt idx="4089">
                  <c:v>43112</c:v>
                </c:pt>
                <c:pt idx="4090">
                  <c:v>43113</c:v>
                </c:pt>
                <c:pt idx="4091">
                  <c:v>43114</c:v>
                </c:pt>
                <c:pt idx="4092">
                  <c:v>43115</c:v>
                </c:pt>
                <c:pt idx="4093">
                  <c:v>43116</c:v>
                </c:pt>
                <c:pt idx="4094">
                  <c:v>43117</c:v>
                </c:pt>
                <c:pt idx="4095">
                  <c:v>43118</c:v>
                </c:pt>
                <c:pt idx="4096">
                  <c:v>43119</c:v>
                </c:pt>
                <c:pt idx="4097">
                  <c:v>43120</c:v>
                </c:pt>
                <c:pt idx="4098">
                  <c:v>43121</c:v>
                </c:pt>
                <c:pt idx="4099">
                  <c:v>43122</c:v>
                </c:pt>
                <c:pt idx="4100">
                  <c:v>43123</c:v>
                </c:pt>
                <c:pt idx="4101">
                  <c:v>43124</c:v>
                </c:pt>
                <c:pt idx="4102">
                  <c:v>43125</c:v>
                </c:pt>
                <c:pt idx="4103">
                  <c:v>43126</c:v>
                </c:pt>
                <c:pt idx="4104">
                  <c:v>43127</c:v>
                </c:pt>
                <c:pt idx="4105">
                  <c:v>43128</c:v>
                </c:pt>
                <c:pt idx="4106">
                  <c:v>43129</c:v>
                </c:pt>
                <c:pt idx="4107">
                  <c:v>43130</c:v>
                </c:pt>
                <c:pt idx="4108">
                  <c:v>43131</c:v>
                </c:pt>
                <c:pt idx="4109">
                  <c:v>43132</c:v>
                </c:pt>
                <c:pt idx="4110">
                  <c:v>43133</c:v>
                </c:pt>
                <c:pt idx="4111">
                  <c:v>43134</c:v>
                </c:pt>
                <c:pt idx="4112">
                  <c:v>43135</c:v>
                </c:pt>
                <c:pt idx="4113">
                  <c:v>43136</c:v>
                </c:pt>
                <c:pt idx="4114">
                  <c:v>43137</c:v>
                </c:pt>
                <c:pt idx="4115">
                  <c:v>43138</c:v>
                </c:pt>
                <c:pt idx="4116">
                  <c:v>43139</c:v>
                </c:pt>
                <c:pt idx="4117">
                  <c:v>43140</c:v>
                </c:pt>
                <c:pt idx="4118">
                  <c:v>43141</c:v>
                </c:pt>
                <c:pt idx="4119">
                  <c:v>43142</c:v>
                </c:pt>
                <c:pt idx="4120">
                  <c:v>43143</c:v>
                </c:pt>
                <c:pt idx="4121">
                  <c:v>43144</c:v>
                </c:pt>
                <c:pt idx="4122">
                  <c:v>43145</c:v>
                </c:pt>
                <c:pt idx="4123">
                  <c:v>43146</c:v>
                </c:pt>
                <c:pt idx="4124">
                  <c:v>43147</c:v>
                </c:pt>
                <c:pt idx="4125">
                  <c:v>43148</c:v>
                </c:pt>
                <c:pt idx="4126">
                  <c:v>43149</c:v>
                </c:pt>
                <c:pt idx="4127">
                  <c:v>43150</c:v>
                </c:pt>
                <c:pt idx="4128">
                  <c:v>43151</c:v>
                </c:pt>
                <c:pt idx="4129">
                  <c:v>43152</c:v>
                </c:pt>
                <c:pt idx="4130">
                  <c:v>43153</c:v>
                </c:pt>
                <c:pt idx="4131">
                  <c:v>43154</c:v>
                </c:pt>
                <c:pt idx="4132">
                  <c:v>43155</c:v>
                </c:pt>
                <c:pt idx="4133">
                  <c:v>43156</c:v>
                </c:pt>
                <c:pt idx="4134">
                  <c:v>43157</c:v>
                </c:pt>
                <c:pt idx="4135">
                  <c:v>43158</c:v>
                </c:pt>
                <c:pt idx="4136">
                  <c:v>43159</c:v>
                </c:pt>
                <c:pt idx="4137">
                  <c:v>43160</c:v>
                </c:pt>
                <c:pt idx="4138">
                  <c:v>43161</c:v>
                </c:pt>
                <c:pt idx="4139">
                  <c:v>43162</c:v>
                </c:pt>
                <c:pt idx="4140">
                  <c:v>43163</c:v>
                </c:pt>
                <c:pt idx="4141">
                  <c:v>43164</c:v>
                </c:pt>
                <c:pt idx="4142">
                  <c:v>43165</c:v>
                </c:pt>
                <c:pt idx="4143">
                  <c:v>43166</c:v>
                </c:pt>
                <c:pt idx="4144">
                  <c:v>43167</c:v>
                </c:pt>
                <c:pt idx="4145">
                  <c:v>43168</c:v>
                </c:pt>
                <c:pt idx="4146">
                  <c:v>43169</c:v>
                </c:pt>
                <c:pt idx="4147">
                  <c:v>43170</c:v>
                </c:pt>
                <c:pt idx="4148">
                  <c:v>43171</c:v>
                </c:pt>
                <c:pt idx="4149">
                  <c:v>43172</c:v>
                </c:pt>
                <c:pt idx="4150">
                  <c:v>43173</c:v>
                </c:pt>
                <c:pt idx="4151">
                  <c:v>43174</c:v>
                </c:pt>
                <c:pt idx="4152">
                  <c:v>43175</c:v>
                </c:pt>
                <c:pt idx="4153">
                  <c:v>43176</c:v>
                </c:pt>
                <c:pt idx="4154">
                  <c:v>43177</c:v>
                </c:pt>
                <c:pt idx="4155">
                  <c:v>43178</c:v>
                </c:pt>
                <c:pt idx="4156">
                  <c:v>43179</c:v>
                </c:pt>
                <c:pt idx="4157">
                  <c:v>43180</c:v>
                </c:pt>
                <c:pt idx="4158">
                  <c:v>43181</c:v>
                </c:pt>
                <c:pt idx="4159">
                  <c:v>43182</c:v>
                </c:pt>
                <c:pt idx="4160">
                  <c:v>43183</c:v>
                </c:pt>
                <c:pt idx="4161">
                  <c:v>43184</c:v>
                </c:pt>
                <c:pt idx="4162">
                  <c:v>43185</c:v>
                </c:pt>
                <c:pt idx="4163">
                  <c:v>43186</c:v>
                </c:pt>
                <c:pt idx="4164">
                  <c:v>43187</c:v>
                </c:pt>
                <c:pt idx="4165">
                  <c:v>43188</c:v>
                </c:pt>
                <c:pt idx="4166">
                  <c:v>43189</c:v>
                </c:pt>
                <c:pt idx="4167">
                  <c:v>43190</c:v>
                </c:pt>
                <c:pt idx="4168">
                  <c:v>43191</c:v>
                </c:pt>
                <c:pt idx="4169">
                  <c:v>43192</c:v>
                </c:pt>
                <c:pt idx="4170">
                  <c:v>43193</c:v>
                </c:pt>
                <c:pt idx="4171">
                  <c:v>43194</c:v>
                </c:pt>
                <c:pt idx="4172">
                  <c:v>43195</c:v>
                </c:pt>
                <c:pt idx="4173">
                  <c:v>43196</c:v>
                </c:pt>
                <c:pt idx="4174">
                  <c:v>43197</c:v>
                </c:pt>
                <c:pt idx="4175">
                  <c:v>43198</c:v>
                </c:pt>
                <c:pt idx="4176">
                  <c:v>43199</c:v>
                </c:pt>
                <c:pt idx="4177">
                  <c:v>43200</c:v>
                </c:pt>
                <c:pt idx="4178">
                  <c:v>43201</c:v>
                </c:pt>
                <c:pt idx="4179">
                  <c:v>43202</c:v>
                </c:pt>
                <c:pt idx="4180">
                  <c:v>43203</c:v>
                </c:pt>
                <c:pt idx="4181">
                  <c:v>43204</c:v>
                </c:pt>
                <c:pt idx="4182">
                  <c:v>43205</c:v>
                </c:pt>
                <c:pt idx="4183">
                  <c:v>43206</c:v>
                </c:pt>
                <c:pt idx="4184">
                  <c:v>43207</c:v>
                </c:pt>
                <c:pt idx="4185">
                  <c:v>43208</c:v>
                </c:pt>
                <c:pt idx="4186">
                  <c:v>43209</c:v>
                </c:pt>
                <c:pt idx="4187">
                  <c:v>43210</c:v>
                </c:pt>
                <c:pt idx="4188">
                  <c:v>43211</c:v>
                </c:pt>
                <c:pt idx="4189">
                  <c:v>43212</c:v>
                </c:pt>
                <c:pt idx="4190">
                  <c:v>43213</c:v>
                </c:pt>
                <c:pt idx="4191">
                  <c:v>43214</c:v>
                </c:pt>
                <c:pt idx="4192">
                  <c:v>43215</c:v>
                </c:pt>
                <c:pt idx="4193">
                  <c:v>43216</c:v>
                </c:pt>
                <c:pt idx="4194">
                  <c:v>43217</c:v>
                </c:pt>
                <c:pt idx="4195">
                  <c:v>43218</c:v>
                </c:pt>
                <c:pt idx="4196">
                  <c:v>43219</c:v>
                </c:pt>
                <c:pt idx="4197">
                  <c:v>43220</c:v>
                </c:pt>
                <c:pt idx="4198">
                  <c:v>43221</c:v>
                </c:pt>
                <c:pt idx="4199">
                  <c:v>43222</c:v>
                </c:pt>
                <c:pt idx="4200">
                  <c:v>43223</c:v>
                </c:pt>
                <c:pt idx="4201">
                  <c:v>43224</c:v>
                </c:pt>
                <c:pt idx="4202">
                  <c:v>43225</c:v>
                </c:pt>
                <c:pt idx="4203">
                  <c:v>43226</c:v>
                </c:pt>
                <c:pt idx="4204">
                  <c:v>43227</c:v>
                </c:pt>
                <c:pt idx="4205">
                  <c:v>43228</c:v>
                </c:pt>
                <c:pt idx="4206">
                  <c:v>43229</c:v>
                </c:pt>
                <c:pt idx="4207">
                  <c:v>43230</c:v>
                </c:pt>
                <c:pt idx="4208">
                  <c:v>43231</c:v>
                </c:pt>
                <c:pt idx="4209">
                  <c:v>43232</c:v>
                </c:pt>
                <c:pt idx="4210">
                  <c:v>43233</c:v>
                </c:pt>
                <c:pt idx="4211">
                  <c:v>43234</c:v>
                </c:pt>
                <c:pt idx="4212">
                  <c:v>43235</c:v>
                </c:pt>
                <c:pt idx="4213">
                  <c:v>43236</c:v>
                </c:pt>
                <c:pt idx="4214">
                  <c:v>43237</c:v>
                </c:pt>
                <c:pt idx="4215">
                  <c:v>43238</c:v>
                </c:pt>
                <c:pt idx="4216">
                  <c:v>43239</c:v>
                </c:pt>
                <c:pt idx="4217">
                  <c:v>43240</c:v>
                </c:pt>
                <c:pt idx="4218">
                  <c:v>43241</c:v>
                </c:pt>
                <c:pt idx="4219">
                  <c:v>43242</c:v>
                </c:pt>
                <c:pt idx="4220">
                  <c:v>43243</c:v>
                </c:pt>
                <c:pt idx="4221">
                  <c:v>43244</c:v>
                </c:pt>
                <c:pt idx="4222">
                  <c:v>43245</c:v>
                </c:pt>
                <c:pt idx="4223">
                  <c:v>43246</c:v>
                </c:pt>
                <c:pt idx="4224">
                  <c:v>43247</c:v>
                </c:pt>
                <c:pt idx="4225">
                  <c:v>43248</c:v>
                </c:pt>
                <c:pt idx="4226">
                  <c:v>43249</c:v>
                </c:pt>
                <c:pt idx="4227">
                  <c:v>43250</c:v>
                </c:pt>
                <c:pt idx="4228">
                  <c:v>43251</c:v>
                </c:pt>
                <c:pt idx="4229">
                  <c:v>43252</c:v>
                </c:pt>
                <c:pt idx="4230">
                  <c:v>43253</c:v>
                </c:pt>
                <c:pt idx="4231">
                  <c:v>43254</c:v>
                </c:pt>
                <c:pt idx="4232">
                  <c:v>43255</c:v>
                </c:pt>
                <c:pt idx="4233">
                  <c:v>43256</c:v>
                </c:pt>
                <c:pt idx="4234">
                  <c:v>43257</c:v>
                </c:pt>
                <c:pt idx="4235">
                  <c:v>43258</c:v>
                </c:pt>
                <c:pt idx="4236">
                  <c:v>43259</c:v>
                </c:pt>
                <c:pt idx="4237">
                  <c:v>43260</c:v>
                </c:pt>
                <c:pt idx="4238">
                  <c:v>43261</c:v>
                </c:pt>
                <c:pt idx="4239">
                  <c:v>43262</c:v>
                </c:pt>
                <c:pt idx="4240">
                  <c:v>43263</c:v>
                </c:pt>
                <c:pt idx="4241">
                  <c:v>43264</c:v>
                </c:pt>
                <c:pt idx="4242">
                  <c:v>43265</c:v>
                </c:pt>
                <c:pt idx="4243">
                  <c:v>43266</c:v>
                </c:pt>
                <c:pt idx="4244">
                  <c:v>43267</c:v>
                </c:pt>
                <c:pt idx="4245">
                  <c:v>43268</c:v>
                </c:pt>
                <c:pt idx="4246">
                  <c:v>43269</c:v>
                </c:pt>
                <c:pt idx="4247">
                  <c:v>43270</c:v>
                </c:pt>
                <c:pt idx="4248">
                  <c:v>43271</c:v>
                </c:pt>
                <c:pt idx="4249">
                  <c:v>43272</c:v>
                </c:pt>
                <c:pt idx="4250">
                  <c:v>43273</c:v>
                </c:pt>
                <c:pt idx="4251">
                  <c:v>43274</c:v>
                </c:pt>
                <c:pt idx="4252">
                  <c:v>43275</c:v>
                </c:pt>
                <c:pt idx="4253">
                  <c:v>43276</c:v>
                </c:pt>
                <c:pt idx="4254">
                  <c:v>43277</c:v>
                </c:pt>
                <c:pt idx="4255">
                  <c:v>43278</c:v>
                </c:pt>
                <c:pt idx="4256">
                  <c:v>43279</c:v>
                </c:pt>
                <c:pt idx="4257">
                  <c:v>43280</c:v>
                </c:pt>
                <c:pt idx="4258">
                  <c:v>43281</c:v>
                </c:pt>
                <c:pt idx="4259">
                  <c:v>43282</c:v>
                </c:pt>
                <c:pt idx="4260">
                  <c:v>43283</c:v>
                </c:pt>
                <c:pt idx="4261">
                  <c:v>43284</c:v>
                </c:pt>
                <c:pt idx="4262">
                  <c:v>43285</c:v>
                </c:pt>
                <c:pt idx="4263">
                  <c:v>43286</c:v>
                </c:pt>
                <c:pt idx="4264">
                  <c:v>43287</c:v>
                </c:pt>
                <c:pt idx="4265">
                  <c:v>43288</c:v>
                </c:pt>
                <c:pt idx="4266">
                  <c:v>43289</c:v>
                </c:pt>
                <c:pt idx="4267">
                  <c:v>43290</c:v>
                </c:pt>
                <c:pt idx="4268">
                  <c:v>43291</c:v>
                </c:pt>
                <c:pt idx="4269">
                  <c:v>43292</c:v>
                </c:pt>
                <c:pt idx="4270">
                  <c:v>43293</c:v>
                </c:pt>
                <c:pt idx="4271">
                  <c:v>43294</c:v>
                </c:pt>
                <c:pt idx="4272">
                  <c:v>43295</c:v>
                </c:pt>
                <c:pt idx="4273">
                  <c:v>43296</c:v>
                </c:pt>
                <c:pt idx="4274">
                  <c:v>43297</c:v>
                </c:pt>
                <c:pt idx="4275">
                  <c:v>43298</c:v>
                </c:pt>
                <c:pt idx="4276">
                  <c:v>43299</c:v>
                </c:pt>
                <c:pt idx="4277">
                  <c:v>43300</c:v>
                </c:pt>
                <c:pt idx="4278">
                  <c:v>43301</c:v>
                </c:pt>
                <c:pt idx="4279">
                  <c:v>43302</c:v>
                </c:pt>
                <c:pt idx="4280">
                  <c:v>43303</c:v>
                </c:pt>
                <c:pt idx="4281">
                  <c:v>43304</c:v>
                </c:pt>
                <c:pt idx="4282">
                  <c:v>43305</c:v>
                </c:pt>
                <c:pt idx="4283">
                  <c:v>43306</c:v>
                </c:pt>
                <c:pt idx="4284">
                  <c:v>43307</c:v>
                </c:pt>
                <c:pt idx="4285">
                  <c:v>43308</c:v>
                </c:pt>
                <c:pt idx="4286">
                  <c:v>43309</c:v>
                </c:pt>
                <c:pt idx="4287">
                  <c:v>43310</c:v>
                </c:pt>
                <c:pt idx="4288">
                  <c:v>43311</c:v>
                </c:pt>
                <c:pt idx="4289">
                  <c:v>43312</c:v>
                </c:pt>
                <c:pt idx="4290">
                  <c:v>43313</c:v>
                </c:pt>
                <c:pt idx="4291">
                  <c:v>43314</c:v>
                </c:pt>
                <c:pt idx="4292">
                  <c:v>43315</c:v>
                </c:pt>
                <c:pt idx="4293">
                  <c:v>43316</c:v>
                </c:pt>
                <c:pt idx="4294">
                  <c:v>43317</c:v>
                </c:pt>
                <c:pt idx="4295">
                  <c:v>43318</c:v>
                </c:pt>
                <c:pt idx="4296">
                  <c:v>43319</c:v>
                </c:pt>
                <c:pt idx="4297">
                  <c:v>43320</c:v>
                </c:pt>
                <c:pt idx="4298">
                  <c:v>43321</c:v>
                </c:pt>
                <c:pt idx="4299">
                  <c:v>43322</c:v>
                </c:pt>
                <c:pt idx="4300">
                  <c:v>43323</c:v>
                </c:pt>
                <c:pt idx="4301">
                  <c:v>43324</c:v>
                </c:pt>
                <c:pt idx="4302">
                  <c:v>43325</c:v>
                </c:pt>
                <c:pt idx="4303">
                  <c:v>43326</c:v>
                </c:pt>
                <c:pt idx="4304">
                  <c:v>43327</c:v>
                </c:pt>
                <c:pt idx="4305">
                  <c:v>43328</c:v>
                </c:pt>
                <c:pt idx="4306">
                  <c:v>43329</c:v>
                </c:pt>
                <c:pt idx="4307">
                  <c:v>43330</c:v>
                </c:pt>
                <c:pt idx="4308">
                  <c:v>43331</c:v>
                </c:pt>
                <c:pt idx="4309">
                  <c:v>43332</c:v>
                </c:pt>
                <c:pt idx="4310">
                  <c:v>43333</c:v>
                </c:pt>
                <c:pt idx="4311">
                  <c:v>43334</c:v>
                </c:pt>
                <c:pt idx="4312">
                  <c:v>43335</c:v>
                </c:pt>
                <c:pt idx="4313">
                  <c:v>43336</c:v>
                </c:pt>
                <c:pt idx="4314">
                  <c:v>43337</c:v>
                </c:pt>
                <c:pt idx="4315">
                  <c:v>43338</c:v>
                </c:pt>
                <c:pt idx="4316">
                  <c:v>43339</c:v>
                </c:pt>
                <c:pt idx="4317">
                  <c:v>43340</c:v>
                </c:pt>
                <c:pt idx="4318">
                  <c:v>43341</c:v>
                </c:pt>
                <c:pt idx="4319">
                  <c:v>43342</c:v>
                </c:pt>
                <c:pt idx="4320">
                  <c:v>43343</c:v>
                </c:pt>
                <c:pt idx="4321">
                  <c:v>43344</c:v>
                </c:pt>
                <c:pt idx="4322">
                  <c:v>43345</c:v>
                </c:pt>
                <c:pt idx="4323">
                  <c:v>43346</c:v>
                </c:pt>
                <c:pt idx="4324">
                  <c:v>43347</c:v>
                </c:pt>
                <c:pt idx="4325">
                  <c:v>43348</c:v>
                </c:pt>
                <c:pt idx="4326">
                  <c:v>43349</c:v>
                </c:pt>
                <c:pt idx="4327">
                  <c:v>43350</c:v>
                </c:pt>
                <c:pt idx="4328">
                  <c:v>43351</c:v>
                </c:pt>
                <c:pt idx="4329">
                  <c:v>43352</c:v>
                </c:pt>
                <c:pt idx="4330">
                  <c:v>43353</c:v>
                </c:pt>
                <c:pt idx="4331">
                  <c:v>43354</c:v>
                </c:pt>
                <c:pt idx="4332">
                  <c:v>43355</c:v>
                </c:pt>
                <c:pt idx="4333">
                  <c:v>43356</c:v>
                </c:pt>
                <c:pt idx="4334">
                  <c:v>43357</c:v>
                </c:pt>
                <c:pt idx="4335">
                  <c:v>43358</c:v>
                </c:pt>
                <c:pt idx="4336">
                  <c:v>43359</c:v>
                </c:pt>
                <c:pt idx="4337">
                  <c:v>43360</c:v>
                </c:pt>
                <c:pt idx="4338">
                  <c:v>43361</c:v>
                </c:pt>
                <c:pt idx="4339">
                  <c:v>43362</c:v>
                </c:pt>
                <c:pt idx="4340">
                  <c:v>43363</c:v>
                </c:pt>
                <c:pt idx="4341">
                  <c:v>43364</c:v>
                </c:pt>
                <c:pt idx="4342">
                  <c:v>43365</c:v>
                </c:pt>
                <c:pt idx="4343">
                  <c:v>43366</c:v>
                </c:pt>
                <c:pt idx="4344">
                  <c:v>43367</c:v>
                </c:pt>
                <c:pt idx="4345">
                  <c:v>43368</c:v>
                </c:pt>
                <c:pt idx="4346">
                  <c:v>43369</c:v>
                </c:pt>
                <c:pt idx="4347">
                  <c:v>43370</c:v>
                </c:pt>
                <c:pt idx="4348">
                  <c:v>43371</c:v>
                </c:pt>
                <c:pt idx="4349">
                  <c:v>43372</c:v>
                </c:pt>
                <c:pt idx="4350">
                  <c:v>43373</c:v>
                </c:pt>
                <c:pt idx="4351">
                  <c:v>43374</c:v>
                </c:pt>
                <c:pt idx="4352">
                  <c:v>43375</c:v>
                </c:pt>
                <c:pt idx="4353">
                  <c:v>43376</c:v>
                </c:pt>
                <c:pt idx="4354">
                  <c:v>43377</c:v>
                </c:pt>
                <c:pt idx="4355">
                  <c:v>43378</c:v>
                </c:pt>
                <c:pt idx="4356">
                  <c:v>43379</c:v>
                </c:pt>
                <c:pt idx="4357">
                  <c:v>43380</c:v>
                </c:pt>
                <c:pt idx="4358">
                  <c:v>43381</c:v>
                </c:pt>
                <c:pt idx="4359">
                  <c:v>43382</c:v>
                </c:pt>
                <c:pt idx="4360">
                  <c:v>43383</c:v>
                </c:pt>
                <c:pt idx="4361">
                  <c:v>43384</c:v>
                </c:pt>
                <c:pt idx="4362">
                  <c:v>43385</c:v>
                </c:pt>
                <c:pt idx="4363">
                  <c:v>43386</c:v>
                </c:pt>
                <c:pt idx="4364">
                  <c:v>43387</c:v>
                </c:pt>
                <c:pt idx="4365">
                  <c:v>43388</c:v>
                </c:pt>
                <c:pt idx="4366">
                  <c:v>43389</c:v>
                </c:pt>
                <c:pt idx="4367">
                  <c:v>43390</c:v>
                </c:pt>
                <c:pt idx="4368">
                  <c:v>43391</c:v>
                </c:pt>
                <c:pt idx="4369">
                  <c:v>43392</c:v>
                </c:pt>
                <c:pt idx="4370">
                  <c:v>43393</c:v>
                </c:pt>
                <c:pt idx="4371">
                  <c:v>43394</c:v>
                </c:pt>
                <c:pt idx="4372">
                  <c:v>43395</c:v>
                </c:pt>
                <c:pt idx="4373">
                  <c:v>43396</c:v>
                </c:pt>
                <c:pt idx="4374">
                  <c:v>43397</c:v>
                </c:pt>
                <c:pt idx="4375">
                  <c:v>43398</c:v>
                </c:pt>
                <c:pt idx="4376">
                  <c:v>43399</c:v>
                </c:pt>
                <c:pt idx="4377">
                  <c:v>43400</c:v>
                </c:pt>
                <c:pt idx="4378">
                  <c:v>43401</c:v>
                </c:pt>
                <c:pt idx="4379">
                  <c:v>43402</c:v>
                </c:pt>
                <c:pt idx="4380">
                  <c:v>43403</c:v>
                </c:pt>
                <c:pt idx="4381">
                  <c:v>43404</c:v>
                </c:pt>
                <c:pt idx="4382">
                  <c:v>43405</c:v>
                </c:pt>
                <c:pt idx="4383">
                  <c:v>43406</c:v>
                </c:pt>
                <c:pt idx="4384">
                  <c:v>43407</c:v>
                </c:pt>
                <c:pt idx="4385">
                  <c:v>43408</c:v>
                </c:pt>
                <c:pt idx="4386">
                  <c:v>43409</c:v>
                </c:pt>
                <c:pt idx="4387">
                  <c:v>43410</c:v>
                </c:pt>
                <c:pt idx="4388">
                  <c:v>43411</c:v>
                </c:pt>
                <c:pt idx="4389">
                  <c:v>43412</c:v>
                </c:pt>
                <c:pt idx="4390">
                  <c:v>43413</c:v>
                </c:pt>
                <c:pt idx="4391">
                  <c:v>43414</c:v>
                </c:pt>
                <c:pt idx="4392">
                  <c:v>43415</c:v>
                </c:pt>
                <c:pt idx="4393">
                  <c:v>43416</c:v>
                </c:pt>
                <c:pt idx="4394">
                  <c:v>43417</c:v>
                </c:pt>
                <c:pt idx="4395">
                  <c:v>43418</c:v>
                </c:pt>
                <c:pt idx="4396">
                  <c:v>43419</c:v>
                </c:pt>
                <c:pt idx="4397">
                  <c:v>43420</c:v>
                </c:pt>
                <c:pt idx="4398">
                  <c:v>43421</c:v>
                </c:pt>
                <c:pt idx="4399">
                  <c:v>43422</c:v>
                </c:pt>
                <c:pt idx="4400">
                  <c:v>43423</c:v>
                </c:pt>
                <c:pt idx="4401">
                  <c:v>43424</c:v>
                </c:pt>
                <c:pt idx="4402">
                  <c:v>43425</c:v>
                </c:pt>
                <c:pt idx="4403">
                  <c:v>43426</c:v>
                </c:pt>
                <c:pt idx="4404">
                  <c:v>43427</c:v>
                </c:pt>
                <c:pt idx="4405">
                  <c:v>43428</c:v>
                </c:pt>
                <c:pt idx="4406">
                  <c:v>43429</c:v>
                </c:pt>
                <c:pt idx="4407">
                  <c:v>43430</c:v>
                </c:pt>
                <c:pt idx="4408">
                  <c:v>43431</c:v>
                </c:pt>
                <c:pt idx="4409">
                  <c:v>43432</c:v>
                </c:pt>
                <c:pt idx="4410">
                  <c:v>43433</c:v>
                </c:pt>
                <c:pt idx="4411">
                  <c:v>43434</c:v>
                </c:pt>
                <c:pt idx="4412">
                  <c:v>43435</c:v>
                </c:pt>
                <c:pt idx="4413">
                  <c:v>43436</c:v>
                </c:pt>
                <c:pt idx="4414">
                  <c:v>43437</c:v>
                </c:pt>
                <c:pt idx="4415">
                  <c:v>43438</c:v>
                </c:pt>
                <c:pt idx="4416">
                  <c:v>43439</c:v>
                </c:pt>
                <c:pt idx="4417">
                  <c:v>43440</c:v>
                </c:pt>
                <c:pt idx="4418">
                  <c:v>43441</c:v>
                </c:pt>
                <c:pt idx="4419">
                  <c:v>43442</c:v>
                </c:pt>
                <c:pt idx="4420">
                  <c:v>43443</c:v>
                </c:pt>
                <c:pt idx="4421">
                  <c:v>43444</c:v>
                </c:pt>
                <c:pt idx="4422">
                  <c:v>43445</c:v>
                </c:pt>
                <c:pt idx="4423">
                  <c:v>43446</c:v>
                </c:pt>
                <c:pt idx="4424">
                  <c:v>43447</c:v>
                </c:pt>
                <c:pt idx="4425">
                  <c:v>43448</c:v>
                </c:pt>
                <c:pt idx="4426">
                  <c:v>43449</c:v>
                </c:pt>
                <c:pt idx="4427">
                  <c:v>43450</c:v>
                </c:pt>
                <c:pt idx="4428">
                  <c:v>43451</c:v>
                </c:pt>
                <c:pt idx="4429">
                  <c:v>43452</c:v>
                </c:pt>
                <c:pt idx="4430">
                  <c:v>43453</c:v>
                </c:pt>
                <c:pt idx="4431">
                  <c:v>43454</c:v>
                </c:pt>
                <c:pt idx="4432">
                  <c:v>43455</c:v>
                </c:pt>
                <c:pt idx="4433">
                  <c:v>43456</c:v>
                </c:pt>
                <c:pt idx="4434">
                  <c:v>43457</c:v>
                </c:pt>
                <c:pt idx="4435">
                  <c:v>43458</c:v>
                </c:pt>
                <c:pt idx="4436">
                  <c:v>43459</c:v>
                </c:pt>
                <c:pt idx="4437">
                  <c:v>43460</c:v>
                </c:pt>
                <c:pt idx="4438">
                  <c:v>43461</c:v>
                </c:pt>
                <c:pt idx="4439">
                  <c:v>43462</c:v>
                </c:pt>
                <c:pt idx="4440">
                  <c:v>43463</c:v>
                </c:pt>
                <c:pt idx="4441">
                  <c:v>43464</c:v>
                </c:pt>
                <c:pt idx="4442">
                  <c:v>43465</c:v>
                </c:pt>
                <c:pt idx="4443">
                  <c:v>43466</c:v>
                </c:pt>
                <c:pt idx="4444">
                  <c:v>43467</c:v>
                </c:pt>
                <c:pt idx="4445">
                  <c:v>43468</c:v>
                </c:pt>
                <c:pt idx="4446">
                  <c:v>43469</c:v>
                </c:pt>
                <c:pt idx="4447">
                  <c:v>43470</c:v>
                </c:pt>
                <c:pt idx="4448">
                  <c:v>43471</c:v>
                </c:pt>
                <c:pt idx="4449">
                  <c:v>43472</c:v>
                </c:pt>
                <c:pt idx="4450">
                  <c:v>43473</c:v>
                </c:pt>
                <c:pt idx="4451">
                  <c:v>43474</c:v>
                </c:pt>
                <c:pt idx="4452">
                  <c:v>43475</c:v>
                </c:pt>
                <c:pt idx="4453">
                  <c:v>43476</c:v>
                </c:pt>
                <c:pt idx="4454">
                  <c:v>43477</c:v>
                </c:pt>
                <c:pt idx="4455">
                  <c:v>43478</c:v>
                </c:pt>
                <c:pt idx="4456">
                  <c:v>43479</c:v>
                </c:pt>
                <c:pt idx="4457">
                  <c:v>43480</c:v>
                </c:pt>
                <c:pt idx="4458">
                  <c:v>43481</c:v>
                </c:pt>
                <c:pt idx="4459">
                  <c:v>43482</c:v>
                </c:pt>
                <c:pt idx="4460">
                  <c:v>43483</c:v>
                </c:pt>
                <c:pt idx="4461">
                  <c:v>43484</c:v>
                </c:pt>
                <c:pt idx="4462">
                  <c:v>43485</c:v>
                </c:pt>
                <c:pt idx="4463">
                  <c:v>43486</c:v>
                </c:pt>
                <c:pt idx="4464">
                  <c:v>43487</c:v>
                </c:pt>
                <c:pt idx="4465">
                  <c:v>43488</c:v>
                </c:pt>
                <c:pt idx="4466">
                  <c:v>43489</c:v>
                </c:pt>
                <c:pt idx="4467">
                  <c:v>43490</c:v>
                </c:pt>
                <c:pt idx="4468">
                  <c:v>43491</c:v>
                </c:pt>
                <c:pt idx="4469">
                  <c:v>43492</c:v>
                </c:pt>
                <c:pt idx="4470">
                  <c:v>43493</c:v>
                </c:pt>
                <c:pt idx="4471">
                  <c:v>43494</c:v>
                </c:pt>
                <c:pt idx="4472">
                  <c:v>43495</c:v>
                </c:pt>
                <c:pt idx="4473">
                  <c:v>43496</c:v>
                </c:pt>
                <c:pt idx="4474">
                  <c:v>43497</c:v>
                </c:pt>
                <c:pt idx="4475">
                  <c:v>43498</c:v>
                </c:pt>
                <c:pt idx="4476">
                  <c:v>43499</c:v>
                </c:pt>
                <c:pt idx="4477">
                  <c:v>43500</c:v>
                </c:pt>
                <c:pt idx="4478">
                  <c:v>43501</c:v>
                </c:pt>
                <c:pt idx="4479">
                  <c:v>43502</c:v>
                </c:pt>
                <c:pt idx="4480">
                  <c:v>43503</c:v>
                </c:pt>
                <c:pt idx="4481">
                  <c:v>43504</c:v>
                </c:pt>
                <c:pt idx="4482">
                  <c:v>43505</c:v>
                </c:pt>
                <c:pt idx="4483">
                  <c:v>43506</c:v>
                </c:pt>
                <c:pt idx="4484">
                  <c:v>43507</c:v>
                </c:pt>
                <c:pt idx="4485">
                  <c:v>43508</c:v>
                </c:pt>
                <c:pt idx="4486">
                  <c:v>43509</c:v>
                </c:pt>
                <c:pt idx="4487">
                  <c:v>43510</c:v>
                </c:pt>
                <c:pt idx="4488">
                  <c:v>43511</c:v>
                </c:pt>
                <c:pt idx="4489">
                  <c:v>43512</c:v>
                </c:pt>
                <c:pt idx="4490">
                  <c:v>43513</c:v>
                </c:pt>
                <c:pt idx="4491">
                  <c:v>43514</c:v>
                </c:pt>
                <c:pt idx="4492">
                  <c:v>43515</c:v>
                </c:pt>
                <c:pt idx="4493">
                  <c:v>43516</c:v>
                </c:pt>
                <c:pt idx="4494">
                  <c:v>43517</c:v>
                </c:pt>
                <c:pt idx="4495">
                  <c:v>43518</c:v>
                </c:pt>
                <c:pt idx="4496">
                  <c:v>43519</c:v>
                </c:pt>
                <c:pt idx="4497">
                  <c:v>43520</c:v>
                </c:pt>
                <c:pt idx="4498">
                  <c:v>43521</c:v>
                </c:pt>
                <c:pt idx="4499">
                  <c:v>43522</c:v>
                </c:pt>
                <c:pt idx="4500">
                  <c:v>43523</c:v>
                </c:pt>
                <c:pt idx="4501">
                  <c:v>43524</c:v>
                </c:pt>
                <c:pt idx="4502">
                  <c:v>43525</c:v>
                </c:pt>
                <c:pt idx="4503">
                  <c:v>43526</c:v>
                </c:pt>
                <c:pt idx="4504">
                  <c:v>43527</c:v>
                </c:pt>
                <c:pt idx="4505">
                  <c:v>43528</c:v>
                </c:pt>
                <c:pt idx="4506">
                  <c:v>43529</c:v>
                </c:pt>
                <c:pt idx="4507">
                  <c:v>43530</c:v>
                </c:pt>
                <c:pt idx="4508">
                  <c:v>43531</c:v>
                </c:pt>
                <c:pt idx="4509">
                  <c:v>43532</c:v>
                </c:pt>
                <c:pt idx="4510">
                  <c:v>43533</c:v>
                </c:pt>
                <c:pt idx="4511">
                  <c:v>43534</c:v>
                </c:pt>
                <c:pt idx="4512">
                  <c:v>43535</c:v>
                </c:pt>
                <c:pt idx="4513">
                  <c:v>43536</c:v>
                </c:pt>
                <c:pt idx="4514">
                  <c:v>43537</c:v>
                </c:pt>
                <c:pt idx="4515">
                  <c:v>43538</c:v>
                </c:pt>
                <c:pt idx="4516">
                  <c:v>43539</c:v>
                </c:pt>
                <c:pt idx="4517">
                  <c:v>43540</c:v>
                </c:pt>
                <c:pt idx="4518">
                  <c:v>43541</c:v>
                </c:pt>
                <c:pt idx="4519">
                  <c:v>43542</c:v>
                </c:pt>
                <c:pt idx="4520">
                  <c:v>43543</c:v>
                </c:pt>
                <c:pt idx="4521">
                  <c:v>43544</c:v>
                </c:pt>
                <c:pt idx="4522">
                  <c:v>43545</c:v>
                </c:pt>
                <c:pt idx="4523">
                  <c:v>43546</c:v>
                </c:pt>
                <c:pt idx="4524">
                  <c:v>43547</c:v>
                </c:pt>
                <c:pt idx="4525">
                  <c:v>43548</c:v>
                </c:pt>
                <c:pt idx="4526">
                  <c:v>43549</c:v>
                </c:pt>
                <c:pt idx="4527">
                  <c:v>43550</c:v>
                </c:pt>
                <c:pt idx="4528">
                  <c:v>43551</c:v>
                </c:pt>
                <c:pt idx="4529">
                  <c:v>43552</c:v>
                </c:pt>
                <c:pt idx="4530">
                  <c:v>43553</c:v>
                </c:pt>
                <c:pt idx="4531">
                  <c:v>43554</c:v>
                </c:pt>
                <c:pt idx="4532">
                  <c:v>43555</c:v>
                </c:pt>
                <c:pt idx="4533">
                  <c:v>43556</c:v>
                </c:pt>
                <c:pt idx="4534">
                  <c:v>43557</c:v>
                </c:pt>
                <c:pt idx="4535">
                  <c:v>43558</c:v>
                </c:pt>
                <c:pt idx="4536">
                  <c:v>43559</c:v>
                </c:pt>
                <c:pt idx="4537">
                  <c:v>43560</c:v>
                </c:pt>
                <c:pt idx="4538">
                  <c:v>43561</c:v>
                </c:pt>
                <c:pt idx="4539">
                  <c:v>43562</c:v>
                </c:pt>
                <c:pt idx="4540">
                  <c:v>43563</c:v>
                </c:pt>
                <c:pt idx="4541">
                  <c:v>43564</c:v>
                </c:pt>
                <c:pt idx="4542">
                  <c:v>43565</c:v>
                </c:pt>
                <c:pt idx="4543">
                  <c:v>43566</c:v>
                </c:pt>
                <c:pt idx="4544">
                  <c:v>43567</c:v>
                </c:pt>
                <c:pt idx="4545">
                  <c:v>43568</c:v>
                </c:pt>
                <c:pt idx="4546">
                  <c:v>43569</c:v>
                </c:pt>
                <c:pt idx="4547">
                  <c:v>43570</c:v>
                </c:pt>
                <c:pt idx="4548">
                  <c:v>43571</c:v>
                </c:pt>
                <c:pt idx="4549">
                  <c:v>43572</c:v>
                </c:pt>
                <c:pt idx="4550">
                  <c:v>43573</c:v>
                </c:pt>
                <c:pt idx="4551">
                  <c:v>43574</c:v>
                </c:pt>
                <c:pt idx="4552">
                  <c:v>43575</c:v>
                </c:pt>
                <c:pt idx="4553">
                  <c:v>43576</c:v>
                </c:pt>
                <c:pt idx="4554">
                  <c:v>43577</c:v>
                </c:pt>
                <c:pt idx="4555">
                  <c:v>43578</c:v>
                </c:pt>
                <c:pt idx="4556">
                  <c:v>43579</c:v>
                </c:pt>
                <c:pt idx="4557">
                  <c:v>43580</c:v>
                </c:pt>
                <c:pt idx="4558">
                  <c:v>43581</c:v>
                </c:pt>
                <c:pt idx="4559">
                  <c:v>43582</c:v>
                </c:pt>
                <c:pt idx="4560">
                  <c:v>43583</c:v>
                </c:pt>
                <c:pt idx="4561">
                  <c:v>43584</c:v>
                </c:pt>
                <c:pt idx="4562">
                  <c:v>43585</c:v>
                </c:pt>
                <c:pt idx="4563">
                  <c:v>43586</c:v>
                </c:pt>
                <c:pt idx="4564">
                  <c:v>43587</c:v>
                </c:pt>
                <c:pt idx="4565">
                  <c:v>43588</c:v>
                </c:pt>
                <c:pt idx="4566">
                  <c:v>43589</c:v>
                </c:pt>
                <c:pt idx="4567">
                  <c:v>43590</c:v>
                </c:pt>
                <c:pt idx="4568">
                  <c:v>43591</c:v>
                </c:pt>
                <c:pt idx="4569">
                  <c:v>43592</c:v>
                </c:pt>
                <c:pt idx="4570">
                  <c:v>43593</c:v>
                </c:pt>
                <c:pt idx="4571">
                  <c:v>43594</c:v>
                </c:pt>
                <c:pt idx="4572">
                  <c:v>43595</c:v>
                </c:pt>
                <c:pt idx="4573">
                  <c:v>43596</c:v>
                </c:pt>
                <c:pt idx="4574">
                  <c:v>43597</c:v>
                </c:pt>
                <c:pt idx="4575">
                  <c:v>43598</c:v>
                </c:pt>
                <c:pt idx="4576">
                  <c:v>43599</c:v>
                </c:pt>
                <c:pt idx="4577">
                  <c:v>43600</c:v>
                </c:pt>
                <c:pt idx="4578">
                  <c:v>43601</c:v>
                </c:pt>
                <c:pt idx="4579">
                  <c:v>43602</c:v>
                </c:pt>
                <c:pt idx="4580">
                  <c:v>43603</c:v>
                </c:pt>
                <c:pt idx="4581">
                  <c:v>43604</c:v>
                </c:pt>
                <c:pt idx="4582">
                  <c:v>43605</c:v>
                </c:pt>
                <c:pt idx="4583">
                  <c:v>43606</c:v>
                </c:pt>
                <c:pt idx="4584">
                  <c:v>43607</c:v>
                </c:pt>
                <c:pt idx="4585">
                  <c:v>43608</c:v>
                </c:pt>
                <c:pt idx="4586">
                  <c:v>43609</c:v>
                </c:pt>
                <c:pt idx="4587">
                  <c:v>43610</c:v>
                </c:pt>
                <c:pt idx="4588">
                  <c:v>43611</c:v>
                </c:pt>
                <c:pt idx="4589">
                  <c:v>43612</c:v>
                </c:pt>
                <c:pt idx="4590">
                  <c:v>43613</c:v>
                </c:pt>
                <c:pt idx="4591">
                  <c:v>43614</c:v>
                </c:pt>
                <c:pt idx="4592">
                  <c:v>43615</c:v>
                </c:pt>
                <c:pt idx="4593">
                  <c:v>43616</c:v>
                </c:pt>
                <c:pt idx="4594">
                  <c:v>43617</c:v>
                </c:pt>
                <c:pt idx="4595">
                  <c:v>43618</c:v>
                </c:pt>
                <c:pt idx="4596">
                  <c:v>43619</c:v>
                </c:pt>
                <c:pt idx="4597">
                  <c:v>43620</c:v>
                </c:pt>
                <c:pt idx="4598">
                  <c:v>43621</c:v>
                </c:pt>
                <c:pt idx="4599">
                  <c:v>43622</c:v>
                </c:pt>
                <c:pt idx="4600">
                  <c:v>43623</c:v>
                </c:pt>
                <c:pt idx="4601">
                  <c:v>43624</c:v>
                </c:pt>
                <c:pt idx="4602">
                  <c:v>43625</c:v>
                </c:pt>
                <c:pt idx="4603">
                  <c:v>43626</c:v>
                </c:pt>
                <c:pt idx="4604">
                  <c:v>43627</c:v>
                </c:pt>
                <c:pt idx="4605">
                  <c:v>43628</c:v>
                </c:pt>
                <c:pt idx="4606">
                  <c:v>43629</c:v>
                </c:pt>
                <c:pt idx="4607">
                  <c:v>43630</c:v>
                </c:pt>
                <c:pt idx="4608">
                  <c:v>43631</c:v>
                </c:pt>
                <c:pt idx="4609">
                  <c:v>43632</c:v>
                </c:pt>
                <c:pt idx="4610">
                  <c:v>43633</c:v>
                </c:pt>
                <c:pt idx="4611">
                  <c:v>43634</c:v>
                </c:pt>
                <c:pt idx="4612">
                  <c:v>43635</c:v>
                </c:pt>
                <c:pt idx="4613">
                  <c:v>43636</c:v>
                </c:pt>
                <c:pt idx="4614">
                  <c:v>43637</c:v>
                </c:pt>
                <c:pt idx="4615">
                  <c:v>43638</c:v>
                </c:pt>
                <c:pt idx="4616">
                  <c:v>43639</c:v>
                </c:pt>
                <c:pt idx="4617">
                  <c:v>43640</c:v>
                </c:pt>
                <c:pt idx="4618">
                  <c:v>43641</c:v>
                </c:pt>
                <c:pt idx="4619">
                  <c:v>43642</c:v>
                </c:pt>
                <c:pt idx="4620">
                  <c:v>43643</c:v>
                </c:pt>
                <c:pt idx="4621">
                  <c:v>43644</c:v>
                </c:pt>
                <c:pt idx="4622">
                  <c:v>43645</c:v>
                </c:pt>
                <c:pt idx="4623">
                  <c:v>43646</c:v>
                </c:pt>
                <c:pt idx="4624">
                  <c:v>43647</c:v>
                </c:pt>
                <c:pt idx="4625">
                  <c:v>43648</c:v>
                </c:pt>
                <c:pt idx="4626">
                  <c:v>43649</c:v>
                </c:pt>
                <c:pt idx="4627">
                  <c:v>43650</c:v>
                </c:pt>
                <c:pt idx="4628">
                  <c:v>43651</c:v>
                </c:pt>
                <c:pt idx="4629">
                  <c:v>43652</c:v>
                </c:pt>
                <c:pt idx="4630">
                  <c:v>43653</c:v>
                </c:pt>
                <c:pt idx="4631">
                  <c:v>43654</c:v>
                </c:pt>
                <c:pt idx="4632">
                  <c:v>43655</c:v>
                </c:pt>
                <c:pt idx="4633">
                  <c:v>43656</c:v>
                </c:pt>
                <c:pt idx="4634">
                  <c:v>43657</c:v>
                </c:pt>
                <c:pt idx="4635">
                  <c:v>43658</c:v>
                </c:pt>
                <c:pt idx="4636">
                  <c:v>43659</c:v>
                </c:pt>
                <c:pt idx="4637">
                  <c:v>43660</c:v>
                </c:pt>
                <c:pt idx="4638">
                  <c:v>43661</c:v>
                </c:pt>
                <c:pt idx="4639">
                  <c:v>43662</c:v>
                </c:pt>
                <c:pt idx="4640">
                  <c:v>43663</c:v>
                </c:pt>
                <c:pt idx="4641">
                  <c:v>43664</c:v>
                </c:pt>
                <c:pt idx="4642">
                  <c:v>43665</c:v>
                </c:pt>
                <c:pt idx="4643">
                  <c:v>43666</c:v>
                </c:pt>
                <c:pt idx="4644">
                  <c:v>43667</c:v>
                </c:pt>
                <c:pt idx="4645">
                  <c:v>43668</c:v>
                </c:pt>
                <c:pt idx="4646">
                  <c:v>43669</c:v>
                </c:pt>
                <c:pt idx="4647">
                  <c:v>43670</c:v>
                </c:pt>
                <c:pt idx="4648">
                  <c:v>43671</c:v>
                </c:pt>
                <c:pt idx="4649">
                  <c:v>43672</c:v>
                </c:pt>
                <c:pt idx="4650">
                  <c:v>43673</c:v>
                </c:pt>
                <c:pt idx="4651">
                  <c:v>43674</c:v>
                </c:pt>
                <c:pt idx="4652">
                  <c:v>43675</c:v>
                </c:pt>
                <c:pt idx="4653">
                  <c:v>43676</c:v>
                </c:pt>
                <c:pt idx="4654">
                  <c:v>43677</c:v>
                </c:pt>
                <c:pt idx="4655">
                  <c:v>43678</c:v>
                </c:pt>
                <c:pt idx="4656">
                  <c:v>43679</c:v>
                </c:pt>
                <c:pt idx="4657">
                  <c:v>43680</c:v>
                </c:pt>
                <c:pt idx="4658">
                  <c:v>43681</c:v>
                </c:pt>
                <c:pt idx="4659">
                  <c:v>43682</c:v>
                </c:pt>
                <c:pt idx="4660">
                  <c:v>43683</c:v>
                </c:pt>
                <c:pt idx="4661">
                  <c:v>43684</c:v>
                </c:pt>
                <c:pt idx="4662">
                  <c:v>43685</c:v>
                </c:pt>
                <c:pt idx="4663">
                  <c:v>43686</c:v>
                </c:pt>
                <c:pt idx="4664">
                  <c:v>43687</c:v>
                </c:pt>
                <c:pt idx="4665">
                  <c:v>43688</c:v>
                </c:pt>
                <c:pt idx="4666">
                  <c:v>43689</c:v>
                </c:pt>
                <c:pt idx="4667">
                  <c:v>43690</c:v>
                </c:pt>
                <c:pt idx="4668">
                  <c:v>43691</c:v>
                </c:pt>
                <c:pt idx="4669">
                  <c:v>43692</c:v>
                </c:pt>
                <c:pt idx="4670">
                  <c:v>43693</c:v>
                </c:pt>
                <c:pt idx="4671">
                  <c:v>43694</c:v>
                </c:pt>
                <c:pt idx="4672">
                  <c:v>43695</c:v>
                </c:pt>
                <c:pt idx="4673">
                  <c:v>43696</c:v>
                </c:pt>
                <c:pt idx="4674">
                  <c:v>43697</c:v>
                </c:pt>
                <c:pt idx="4675">
                  <c:v>43698</c:v>
                </c:pt>
                <c:pt idx="4676">
                  <c:v>43699</c:v>
                </c:pt>
                <c:pt idx="4677">
                  <c:v>43700</c:v>
                </c:pt>
                <c:pt idx="4678">
                  <c:v>43701</c:v>
                </c:pt>
                <c:pt idx="4679">
                  <c:v>43702</c:v>
                </c:pt>
                <c:pt idx="4680">
                  <c:v>43703</c:v>
                </c:pt>
                <c:pt idx="4681">
                  <c:v>43704</c:v>
                </c:pt>
                <c:pt idx="4682">
                  <c:v>43705</c:v>
                </c:pt>
                <c:pt idx="4683">
                  <c:v>43706</c:v>
                </c:pt>
                <c:pt idx="4684">
                  <c:v>43707</c:v>
                </c:pt>
                <c:pt idx="4685">
                  <c:v>43708</c:v>
                </c:pt>
                <c:pt idx="4686">
                  <c:v>43709</c:v>
                </c:pt>
                <c:pt idx="4687">
                  <c:v>43710</c:v>
                </c:pt>
                <c:pt idx="4688">
                  <c:v>43711</c:v>
                </c:pt>
                <c:pt idx="4689">
                  <c:v>43712</c:v>
                </c:pt>
                <c:pt idx="4690">
                  <c:v>43713</c:v>
                </c:pt>
                <c:pt idx="4691">
                  <c:v>43714</c:v>
                </c:pt>
                <c:pt idx="4692">
                  <c:v>43715</c:v>
                </c:pt>
                <c:pt idx="4693">
                  <c:v>43716</c:v>
                </c:pt>
                <c:pt idx="4694">
                  <c:v>43717</c:v>
                </c:pt>
                <c:pt idx="4695">
                  <c:v>43718</c:v>
                </c:pt>
                <c:pt idx="4696">
                  <c:v>43719</c:v>
                </c:pt>
                <c:pt idx="4697">
                  <c:v>43720</c:v>
                </c:pt>
                <c:pt idx="4698">
                  <c:v>43721</c:v>
                </c:pt>
                <c:pt idx="4699">
                  <c:v>43722</c:v>
                </c:pt>
                <c:pt idx="4700">
                  <c:v>43723</c:v>
                </c:pt>
                <c:pt idx="4701">
                  <c:v>43724</c:v>
                </c:pt>
                <c:pt idx="4702">
                  <c:v>43725</c:v>
                </c:pt>
                <c:pt idx="4703">
                  <c:v>43726</c:v>
                </c:pt>
                <c:pt idx="4704">
                  <c:v>43727</c:v>
                </c:pt>
                <c:pt idx="4705">
                  <c:v>43728</c:v>
                </c:pt>
                <c:pt idx="4706">
                  <c:v>43729</c:v>
                </c:pt>
                <c:pt idx="4707">
                  <c:v>43730</c:v>
                </c:pt>
                <c:pt idx="4708">
                  <c:v>43731</c:v>
                </c:pt>
                <c:pt idx="4709">
                  <c:v>43732</c:v>
                </c:pt>
                <c:pt idx="4710">
                  <c:v>43733</c:v>
                </c:pt>
                <c:pt idx="4711">
                  <c:v>43734</c:v>
                </c:pt>
                <c:pt idx="4712">
                  <c:v>43735</c:v>
                </c:pt>
                <c:pt idx="4713">
                  <c:v>43736</c:v>
                </c:pt>
                <c:pt idx="4714">
                  <c:v>43737</c:v>
                </c:pt>
                <c:pt idx="4715">
                  <c:v>43738</c:v>
                </c:pt>
                <c:pt idx="4716">
                  <c:v>43739</c:v>
                </c:pt>
                <c:pt idx="4717">
                  <c:v>43740</c:v>
                </c:pt>
                <c:pt idx="4718">
                  <c:v>43741</c:v>
                </c:pt>
                <c:pt idx="4719">
                  <c:v>43742</c:v>
                </c:pt>
                <c:pt idx="4720">
                  <c:v>43743</c:v>
                </c:pt>
                <c:pt idx="4721">
                  <c:v>43744</c:v>
                </c:pt>
                <c:pt idx="4722">
                  <c:v>43745</c:v>
                </c:pt>
                <c:pt idx="4723">
                  <c:v>43746</c:v>
                </c:pt>
                <c:pt idx="4724">
                  <c:v>43747</c:v>
                </c:pt>
                <c:pt idx="4725">
                  <c:v>43748</c:v>
                </c:pt>
                <c:pt idx="4726">
                  <c:v>43749</c:v>
                </c:pt>
                <c:pt idx="4727">
                  <c:v>43750</c:v>
                </c:pt>
                <c:pt idx="4728">
                  <c:v>43751</c:v>
                </c:pt>
                <c:pt idx="4729">
                  <c:v>43752</c:v>
                </c:pt>
                <c:pt idx="4730">
                  <c:v>43753</c:v>
                </c:pt>
                <c:pt idx="4731">
                  <c:v>43754</c:v>
                </c:pt>
                <c:pt idx="4732">
                  <c:v>43755</c:v>
                </c:pt>
                <c:pt idx="4733">
                  <c:v>43756</c:v>
                </c:pt>
                <c:pt idx="4734">
                  <c:v>43757</c:v>
                </c:pt>
                <c:pt idx="4735">
                  <c:v>43758</c:v>
                </c:pt>
                <c:pt idx="4736">
                  <c:v>43759</c:v>
                </c:pt>
                <c:pt idx="4737">
                  <c:v>43760</c:v>
                </c:pt>
                <c:pt idx="4738">
                  <c:v>43761</c:v>
                </c:pt>
                <c:pt idx="4739">
                  <c:v>43762</c:v>
                </c:pt>
                <c:pt idx="4740">
                  <c:v>43763</c:v>
                </c:pt>
                <c:pt idx="4741">
                  <c:v>43764</c:v>
                </c:pt>
                <c:pt idx="4742">
                  <c:v>43765</c:v>
                </c:pt>
                <c:pt idx="4743">
                  <c:v>43766</c:v>
                </c:pt>
                <c:pt idx="4744">
                  <c:v>43767</c:v>
                </c:pt>
                <c:pt idx="4745">
                  <c:v>43768</c:v>
                </c:pt>
                <c:pt idx="4746">
                  <c:v>43769</c:v>
                </c:pt>
                <c:pt idx="4747">
                  <c:v>43770</c:v>
                </c:pt>
                <c:pt idx="4748">
                  <c:v>43771</c:v>
                </c:pt>
                <c:pt idx="4749">
                  <c:v>43772</c:v>
                </c:pt>
                <c:pt idx="4750">
                  <c:v>43773</c:v>
                </c:pt>
                <c:pt idx="4751">
                  <c:v>43774</c:v>
                </c:pt>
                <c:pt idx="4752">
                  <c:v>43775</c:v>
                </c:pt>
                <c:pt idx="4753">
                  <c:v>43776</c:v>
                </c:pt>
                <c:pt idx="4754">
                  <c:v>43777</c:v>
                </c:pt>
                <c:pt idx="4755">
                  <c:v>43778</c:v>
                </c:pt>
                <c:pt idx="4756">
                  <c:v>43779</c:v>
                </c:pt>
                <c:pt idx="4757">
                  <c:v>43780</c:v>
                </c:pt>
                <c:pt idx="4758">
                  <c:v>43781</c:v>
                </c:pt>
                <c:pt idx="4759">
                  <c:v>43782</c:v>
                </c:pt>
                <c:pt idx="4760">
                  <c:v>43783</c:v>
                </c:pt>
                <c:pt idx="4761">
                  <c:v>43784</c:v>
                </c:pt>
                <c:pt idx="4762">
                  <c:v>43785</c:v>
                </c:pt>
                <c:pt idx="4763">
                  <c:v>43786</c:v>
                </c:pt>
                <c:pt idx="4764">
                  <c:v>43787</c:v>
                </c:pt>
                <c:pt idx="4765">
                  <c:v>43788</c:v>
                </c:pt>
                <c:pt idx="4766">
                  <c:v>43789</c:v>
                </c:pt>
                <c:pt idx="4767">
                  <c:v>43790</c:v>
                </c:pt>
                <c:pt idx="4768">
                  <c:v>43791</c:v>
                </c:pt>
                <c:pt idx="4769">
                  <c:v>43792</c:v>
                </c:pt>
                <c:pt idx="4770">
                  <c:v>43793</c:v>
                </c:pt>
                <c:pt idx="4771">
                  <c:v>43794</c:v>
                </c:pt>
                <c:pt idx="4772">
                  <c:v>43795</c:v>
                </c:pt>
                <c:pt idx="4773">
                  <c:v>43796</c:v>
                </c:pt>
                <c:pt idx="4774">
                  <c:v>43797</c:v>
                </c:pt>
                <c:pt idx="4775">
                  <c:v>43798</c:v>
                </c:pt>
                <c:pt idx="4776">
                  <c:v>43799</c:v>
                </c:pt>
                <c:pt idx="4777">
                  <c:v>43800</c:v>
                </c:pt>
                <c:pt idx="4778">
                  <c:v>43801</c:v>
                </c:pt>
                <c:pt idx="4779">
                  <c:v>43802</c:v>
                </c:pt>
                <c:pt idx="4780">
                  <c:v>43803</c:v>
                </c:pt>
                <c:pt idx="4781">
                  <c:v>43804</c:v>
                </c:pt>
                <c:pt idx="4782">
                  <c:v>43805</c:v>
                </c:pt>
                <c:pt idx="4783">
                  <c:v>43806</c:v>
                </c:pt>
                <c:pt idx="4784">
                  <c:v>43807</c:v>
                </c:pt>
                <c:pt idx="4785">
                  <c:v>43808</c:v>
                </c:pt>
                <c:pt idx="4786">
                  <c:v>43809</c:v>
                </c:pt>
                <c:pt idx="4787">
                  <c:v>43810</c:v>
                </c:pt>
                <c:pt idx="4788">
                  <c:v>43811</c:v>
                </c:pt>
                <c:pt idx="4789">
                  <c:v>43812</c:v>
                </c:pt>
                <c:pt idx="4790">
                  <c:v>43813</c:v>
                </c:pt>
                <c:pt idx="4791">
                  <c:v>43814</c:v>
                </c:pt>
                <c:pt idx="4792">
                  <c:v>43815</c:v>
                </c:pt>
                <c:pt idx="4793">
                  <c:v>43816</c:v>
                </c:pt>
                <c:pt idx="4794">
                  <c:v>43817</c:v>
                </c:pt>
                <c:pt idx="4795">
                  <c:v>43818</c:v>
                </c:pt>
                <c:pt idx="4796">
                  <c:v>43819</c:v>
                </c:pt>
                <c:pt idx="4797">
                  <c:v>43820</c:v>
                </c:pt>
                <c:pt idx="4798">
                  <c:v>43821</c:v>
                </c:pt>
                <c:pt idx="4799">
                  <c:v>43822</c:v>
                </c:pt>
                <c:pt idx="4800">
                  <c:v>43823</c:v>
                </c:pt>
                <c:pt idx="4801">
                  <c:v>43824</c:v>
                </c:pt>
                <c:pt idx="4802">
                  <c:v>43825</c:v>
                </c:pt>
                <c:pt idx="4803">
                  <c:v>43826</c:v>
                </c:pt>
                <c:pt idx="4804">
                  <c:v>43827</c:v>
                </c:pt>
                <c:pt idx="4805">
                  <c:v>43828</c:v>
                </c:pt>
                <c:pt idx="4806">
                  <c:v>43829</c:v>
                </c:pt>
                <c:pt idx="4807">
                  <c:v>43830</c:v>
                </c:pt>
                <c:pt idx="4808">
                  <c:v>43831</c:v>
                </c:pt>
                <c:pt idx="4809">
                  <c:v>43832</c:v>
                </c:pt>
                <c:pt idx="4810">
                  <c:v>43833</c:v>
                </c:pt>
                <c:pt idx="4811">
                  <c:v>43834</c:v>
                </c:pt>
                <c:pt idx="4812">
                  <c:v>43835</c:v>
                </c:pt>
                <c:pt idx="4813">
                  <c:v>43836</c:v>
                </c:pt>
                <c:pt idx="4814">
                  <c:v>43837</c:v>
                </c:pt>
                <c:pt idx="4815">
                  <c:v>43838</c:v>
                </c:pt>
                <c:pt idx="4816">
                  <c:v>43839</c:v>
                </c:pt>
                <c:pt idx="4817">
                  <c:v>43840</c:v>
                </c:pt>
                <c:pt idx="4818">
                  <c:v>43841</c:v>
                </c:pt>
                <c:pt idx="4819">
                  <c:v>43842</c:v>
                </c:pt>
                <c:pt idx="4820">
                  <c:v>43843</c:v>
                </c:pt>
                <c:pt idx="4821">
                  <c:v>43844</c:v>
                </c:pt>
                <c:pt idx="4822">
                  <c:v>43845</c:v>
                </c:pt>
                <c:pt idx="4823">
                  <c:v>43846</c:v>
                </c:pt>
                <c:pt idx="4824">
                  <c:v>43847</c:v>
                </c:pt>
                <c:pt idx="4825">
                  <c:v>43848</c:v>
                </c:pt>
                <c:pt idx="4826">
                  <c:v>43849</c:v>
                </c:pt>
                <c:pt idx="4827">
                  <c:v>43850</c:v>
                </c:pt>
                <c:pt idx="4828">
                  <c:v>43851</c:v>
                </c:pt>
                <c:pt idx="4829">
                  <c:v>43852</c:v>
                </c:pt>
                <c:pt idx="4830">
                  <c:v>43853</c:v>
                </c:pt>
                <c:pt idx="4831">
                  <c:v>43854</c:v>
                </c:pt>
                <c:pt idx="4832">
                  <c:v>43855</c:v>
                </c:pt>
                <c:pt idx="4833">
                  <c:v>43856</c:v>
                </c:pt>
                <c:pt idx="4834">
                  <c:v>43857</c:v>
                </c:pt>
                <c:pt idx="4835">
                  <c:v>43858</c:v>
                </c:pt>
                <c:pt idx="4836">
                  <c:v>43859</c:v>
                </c:pt>
                <c:pt idx="4837">
                  <c:v>43860</c:v>
                </c:pt>
                <c:pt idx="4838">
                  <c:v>43861</c:v>
                </c:pt>
                <c:pt idx="4839">
                  <c:v>43862</c:v>
                </c:pt>
                <c:pt idx="4840">
                  <c:v>43863</c:v>
                </c:pt>
                <c:pt idx="4841">
                  <c:v>43864</c:v>
                </c:pt>
                <c:pt idx="4842">
                  <c:v>43865</c:v>
                </c:pt>
                <c:pt idx="4843">
                  <c:v>43866</c:v>
                </c:pt>
                <c:pt idx="4844">
                  <c:v>43867</c:v>
                </c:pt>
                <c:pt idx="4845">
                  <c:v>43868</c:v>
                </c:pt>
                <c:pt idx="4846">
                  <c:v>43869</c:v>
                </c:pt>
                <c:pt idx="4847">
                  <c:v>43870</c:v>
                </c:pt>
                <c:pt idx="4848">
                  <c:v>43871</c:v>
                </c:pt>
                <c:pt idx="4849">
                  <c:v>43872</c:v>
                </c:pt>
                <c:pt idx="4850">
                  <c:v>43873</c:v>
                </c:pt>
                <c:pt idx="4851">
                  <c:v>43874</c:v>
                </c:pt>
                <c:pt idx="4852">
                  <c:v>43875</c:v>
                </c:pt>
                <c:pt idx="4853">
                  <c:v>43876</c:v>
                </c:pt>
                <c:pt idx="4854">
                  <c:v>43877</c:v>
                </c:pt>
                <c:pt idx="4855">
                  <c:v>43878</c:v>
                </c:pt>
                <c:pt idx="4856">
                  <c:v>43879</c:v>
                </c:pt>
                <c:pt idx="4857">
                  <c:v>43880</c:v>
                </c:pt>
                <c:pt idx="4858">
                  <c:v>43881</c:v>
                </c:pt>
                <c:pt idx="4859">
                  <c:v>43882</c:v>
                </c:pt>
                <c:pt idx="4860">
                  <c:v>43883</c:v>
                </c:pt>
                <c:pt idx="4861">
                  <c:v>43884</c:v>
                </c:pt>
                <c:pt idx="4862">
                  <c:v>43885</c:v>
                </c:pt>
                <c:pt idx="4863">
                  <c:v>43886</c:v>
                </c:pt>
                <c:pt idx="4864">
                  <c:v>43887</c:v>
                </c:pt>
                <c:pt idx="4865">
                  <c:v>43888</c:v>
                </c:pt>
                <c:pt idx="4866">
                  <c:v>43889</c:v>
                </c:pt>
                <c:pt idx="4867">
                  <c:v>43890</c:v>
                </c:pt>
                <c:pt idx="4868">
                  <c:v>43891</c:v>
                </c:pt>
                <c:pt idx="4869">
                  <c:v>43892</c:v>
                </c:pt>
                <c:pt idx="4870">
                  <c:v>43893</c:v>
                </c:pt>
                <c:pt idx="4871">
                  <c:v>43894</c:v>
                </c:pt>
                <c:pt idx="4872">
                  <c:v>43895</c:v>
                </c:pt>
                <c:pt idx="4873">
                  <c:v>43896</c:v>
                </c:pt>
                <c:pt idx="4874">
                  <c:v>43897</c:v>
                </c:pt>
                <c:pt idx="4875">
                  <c:v>43898</c:v>
                </c:pt>
                <c:pt idx="4876">
                  <c:v>43899</c:v>
                </c:pt>
                <c:pt idx="4877">
                  <c:v>43900</c:v>
                </c:pt>
                <c:pt idx="4878">
                  <c:v>43901</c:v>
                </c:pt>
                <c:pt idx="4879">
                  <c:v>43902</c:v>
                </c:pt>
                <c:pt idx="4880">
                  <c:v>43903</c:v>
                </c:pt>
                <c:pt idx="4881">
                  <c:v>43904</c:v>
                </c:pt>
                <c:pt idx="4882">
                  <c:v>43905</c:v>
                </c:pt>
                <c:pt idx="4883">
                  <c:v>43906</c:v>
                </c:pt>
                <c:pt idx="4884">
                  <c:v>43907</c:v>
                </c:pt>
                <c:pt idx="4885">
                  <c:v>43908</c:v>
                </c:pt>
                <c:pt idx="4886">
                  <c:v>43909</c:v>
                </c:pt>
                <c:pt idx="4887">
                  <c:v>43910</c:v>
                </c:pt>
                <c:pt idx="4888">
                  <c:v>43911</c:v>
                </c:pt>
                <c:pt idx="4889">
                  <c:v>43912</c:v>
                </c:pt>
                <c:pt idx="4890">
                  <c:v>43913</c:v>
                </c:pt>
                <c:pt idx="4891">
                  <c:v>43914</c:v>
                </c:pt>
                <c:pt idx="4892">
                  <c:v>43915</c:v>
                </c:pt>
                <c:pt idx="4893">
                  <c:v>43916</c:v>
                </c:pt>
                <c:pt idx="4894">
                  <c:v>43917</c:v>
                </c:pt>
                <c:pt idx="4895">
                  <c:v>43918</c:v>
                </c:pt>
                <c:pt idx="4896">
                  <c:v>43919</c:v>
                </c:pt>
                <c:pt idx="4897">
                  <c:v>43920</c:v>
                </c:pt>
                <c:pt idx="4898">
                  <c:v>43921</c:v>
                </c:pt>
                <c:pt idx="4899">
                  <c:v>43922</c:v>
                </c:pt>
                <c:pt idx="4900">
                  <c:v>43923</c:v>
                </c:pt>
                <c:pt idx="4901">
                  <c:v>43924</c:v>
                </c:pt>
                <c:pt idx="4902">
                  <c:v>43925</c:v>
                </c:pt>
                <c:pt idx="4903">
                  <c:v>43926</c:v>
                </c:pt>
                <c:pt idx="4904">
                  <c:v>43927</c:v>
                </c:pt>
                <c:pt idx="4905">
                  <c:v>43928</c:v>
                </c:pt>
                <c:pt idx="4906">
                  <c:v>43929</c:v>
                </c:pt>
                <c:pt idx="4907">
                  <c:v>43930</c:v>
                </c:pt>
                <c:pt idx="4908">
                  <c:v>43931</c:v>
                </c:pt>
                <c:pt idx="4909">
                  <c:v>43932</c:v>
                </c:pt>
                <c:pt idx="4910">
                  <c:v>43933</c:v>
                </c:pt>
                <c:pt idx="4911">
                  <c:v>43934</c:v>
                </c:pt>
                <c:pt idx="4912">
                  <c:v>43935</c:v>
                </c:pt>
                <c:pt idx="4913">
                  <c:v>43936</c:v>
                </c:pt>
                <c:pt idx="4914">
                  <c:v>43937</c:v>
                </c:pt>
                <c:pt idx="4915">
                  <c:v>43938</c:v>
                </c:pt>
                <c:pt idx="4916">
                  <c:v>43939</c:v>
                </c:pt>
                <c:pt idx="4917">
                  <c:v>43940</c:v>
                </c:pt>
                <c:pt idx="4918">
                  <c:v>43941</c:v>
                </c:pt>
                <c:pt idx="4919">
                  <c:v>43942</c:v>
                </c:pt>
                <c:pt idx="4920">
                  <c:v>43943</c:v>
                </c:pt>
                <c:pt idx="4921">
                  <c:v>43944</c:v>
                </c:pt>
                <c:pt idx="4922">
                  <c:v>43945</c:v>
                </c:pt>
                <c:pt idx="4923">
                  <c:v>43946</c:v>
                </c:pt>
                <c:pt idx="4924">
                  <c:v>43947</c:v>
                </c:pt>
                <c:pt idx="4925">
                  <c:v>43948</c:v>
                </c:pt>
                <c:pt idx="4926">
                  <c:v>43949</c:v>
                </c:pt>
                <c:pt idx="4927">
                  <c:v>43950</c:v>
                </c:pt>
                <c:pt idx="4928">
                  <c:v>43951</c:v>
                </c:pt>
                <c:pt idx="4929">
                  <c:v>43952</c:v>
                </c:pt>
                <c:pt idx="4930">
                  <c:v>43953</c:v>
                </c:pt>
                <c:pt idx="4931">
                  <c:v>43954</c:v>
                </c:pt>
                <c:pt idx="4932">
                  <c:v>43955</c:v>
                </c:pt>
                <c:pt idx="4933">
                  <c:v>43956</c:v>
                </c:pt>
                <c:pt idx="4934">
                  <c:v>43957</c:v>
                </c:pt>
                <c:pt idx="4935">
                  <c:v>43958</c:v>
                </c:pt>
                <c:pt idx="4936">
                  <c:v>43959</c:v>
                </c:pt>
                <c:pt idx="4937">
                  <c:v>43960</c:v>
                </c:pt>
                <c:pt idx="4938">
                  <c:v>43961</c:v>
                </c:pt>
                <c:pt idx="4939">
                  <c:v>43962</c:v>
                </c:pt>
                <c:pt idx="4940">
                  <c:v>43963</c:v>
                </c:pt>
                <c:pt idx="4941">
                  <c:v>43964</c:v>
                </c:pt>
                <c:pt idx="4942">
                  <c:v>43965</c:v>
                </c:pt>
                <c:pt idx="4943">
                  <c:v>43966</c:v>
                </c:pt>
                <c:pt idx="4944">
                  <c:v>43967</c:v>
                </c:pt>
                <c:pt idx="4945">
                  <c:v>43968</c:v>
                </c:pt>
                <c:pt idx="4946">
                  <c:v>43969</c:v>
                </c:pt>
                <c:pt idx="4947">
                  <c:v>43970</c:v>
                </c:pt>
                <c:pt idx="4948">
                  <c:v>43971</c:v>
                </c:pt>
                <c:pt idx="4949">
                  <c:v>43972</c:v>
                </c:pt>
                <c:pt idx="4950">
                  <c:v>43973</c:v>
                </c:pt>
                <c:pt idx="4951">
                  <c:v>43974</c:v>
                </c:pt>
                <c:pt idx="4952">
                  <c:v>43975</c:v>
                </c:pt>
                <c:pt idx="4953">
                  <c:v>43976</c:v>
                </c:pt>
                <c:pt idx="4954">
                  <c:v>43977</c:v>
                </c:pt>
                <c:pt idx="4955">
                  <c:v>43978</c:v>
                </c:pt>
                <c:pt idx="4956">
                  <c:v>43979</c:v>
                </c:pt>
                <c:pt idx="4957">
                  <c:v>43980</c:v>
                </c:pt>
                <c:pt idx="4958">
                  <c:v>43981</c:v>
                </c:pt>
                <c:pt idx="4959">
                  <c:v>43982</c:v>
                </c:pt>
                <c:pt idx="4960">
                  <c:v>43983</c:v>
                </c:pt>
                <c:pt idx="4961">
                  <c:v>43984</c:v>
                </c:pt>
                <c:pt idx="4962">
                  <c:v>43985</c:v>
                </c:pt>
                <c:pt idx="4963">
                  <c:v>43986</c:v>
                </c:pt>
                <c:pt idx="4964">
                  <c:v>43987</c:v>
                </c:pt>
                <c:pt idx="4965">
                  <c:v>43988</c:v>
                </c:pt>
                <c:pt idx="4966">
                  <c:v>43989</c:v>
                </c:pt>
                <c:pt idx="4967">
                  <c:v>43990</c:v>
                </c:pt>
                <c:pt idx="4968">
                  <c:v>43991</c:v>
                </c:pt>
                <c:pt idx="4969">
                  <c:v>43992</c:v>
                </c:pt>
                <c:pt idx="4970">
                  <c:v>43993</c:v>
                </c:pt>
                <c:pt idx="4971">
                  <c:v>43994</c:v>
                </c:pt>
                <c:pt idx="4972">
                  <c:v>43995</c:v>
                </c:pt>
                <c:pt idx="4973">
                  <c:v>43996</c:v>
                </c:pt>
                <c:pt idx="4974">
                  <c:v>43997</c:v>
                </c:pt>
                <c:pt idx="4975">
                  <c:v>43998</c:v>
                </c:pt>
                <c:pt idx="4976">
                  <c:v>43999</c:v>
                </c:pt>
                <c:pt idx="4977">
                  <c:v>44000</c:v>
                </c:pt>
                <c:pt idx="4978">
                  <c:v>44001</c:v>
                </c:pt>
                <c:pt idx="4979">
                  <c:v>44002</c:v>
                </c:pt>
                <c:pt idx="4980">
                  <c:v>44003</c:v>
                </c:pt>
                <c:pt idx="4981">
                  <c:v>44004</c:v>
                </c:pt>
                <c:pt idx="4982">
                  <c:v>44005</c:v>
                </c:pt>
                <c:pt idx="4983">
                  <c:v>44006</c:v>
                </c:pt>
                <c:pt idx="4984">
                  <c:v>44007</c:v>
                </c:pt>
                <c:pt idx="4985">
                  <c:v>44008</c:v>
                </c:pt>
                <c:pt idx="4986">
                  <c:v>44009</c:v>
                </c:pt>
                <c:pt idx="4987">
                  <c:v>44010</c:v>
                </c:pt>
                <c:pt idx="4988">
                  <c:v>44011</c:v>
                </c:pt>
                <c:pt idx="4989">
                  <c:v>44012</c:v>
                </c:pt>
                <c:pt idx="4990">
                  <c:v>44013</c:v>
                </c:pt>
                <c:pt idx="4991">
                  <c:v>44014</c:v>
                </c:pt>
                <c:pt idx="4992">
                  <c:v>44015</c:v>
                </c:pt>
                <c:pt idx="4993">
                  <c:v>44016</c:v>
                </c:pt>
                <c:pt idx="4994">
                  <c:v>44017</c:v>
                </c:pt>
                <c:pt idx="4995">
                  <c:v>44018</c:v>
                </c:pt>
                <c:pt idx="4996">
                  <c:v>44019</c:v>
                </c:pt>
                <c:pt idx="4997">
                  <c:v>44020</c:v>
                </c:pt>
                <c:pt idx="4998">
                  <c:v>44021</c:v>
                </c:pt>
                <c:pt idx="4999">
                  <c:v>44022</c:v>
                </c:pt>
                <c:pt idx="5000">
                  <c:v>44023</c:v>
                </c:pt>
                <c:pt idx="5001">
                  <c:v>44024</c:v>
                </c:pt>
                <c:pt idx="5002">
                  <c:v>44025</c:v>
                </c:pt>
                <c:pt idx="5003">
                  <c:v>44026</c:v>
                </c:pt>
                <c:pt idx="5004">
                  <c:v>44027</c:v>
                </c:pt>
                <c:pt idx="5005">
                  <c:v>44028</c:v>
                </c:pt>
                <c:pt idx="5006">
                  <c:v>44029</c:v>
                </c:pt>
                <c:pt idx="5007">
                  <c:v>44030</c:v>
                </c:pt>
                <c:pt idx="5008">
                  <c:v>44031</c:v>
                </c:pt>
                <c:pt idx="5009">
                  <c:v>44032</c:v>
                </c:pt>
                <c:pt idx="5010">
                  <c:v>44033</c:v>
                </c:pt>
                <c:pt idx="5011">
                  <c:v>44034</c:v>
                </c:pt>
                <c:pt idx="5012">
                  <c:v>44035</c:v>
                </c:pt>
                <c:pt idx="5013">
                  <c:v>44036</c:v>
                </c:pt>
                <c:pt idx="5014">
                  <c:v>44037</c:v>
                </c:pt>
                <c:pt idx="5015">
                  <c:v>44038</c:v>
                </c:pt>
                <c:pt idx="5016">
                  <c:v>44039</c:v>
                </c:pt>
                <c:pt idx="5017">
                  <c:v>44040</c:v>
                </c:pt>
                <c:pt idx="5018">
                  <c:v>44041</c:v>
                </c:pt>
                <c:pt idx="5019">
                  <c:v>44042</c:v>
                </c:pt>
                <c:pt idx="5020">
                  <c:v>44043</c:v>
                </c:pt>
                <c:pt idx="5021">
                  <c:v>44044</c:v>
                </c:pt>
                <c:pt idx="5022">
                  <c:v>44045</c:v>
                </c:pt>
                <c:pt idx="5023">
                  <c:v>44046</c:v>
                </c:pt>
                <c:pt idx="5024">
                  <c:v>44047</c:v>
                </c:pt>
                <c:pt idx="5025">
                  <c:v>44048</c:v>
                </c:pt>
                <c:pt idx="5026">
                  <c:v>44049</c:v>
                </c:pt>
                <c:pt idx="5027">
                  <c:v>44050</c:v>
                </c:pt>
                <c:pt idx="5028">
                  <c:v>44051</c:v>
                </c:pt>
                <c:pt idx="5029">
                  <c:v>44052</c:v>
                </c:pt>
                <c:pt idx="5030">
                  <c:v>44053</c:v>
                </c:pt>
                <c:pt idx="5031">
                  <c:v>44054</c:v>
                </c:pt>
                <c:pt idx="5032">
                  <c:v>44055</c:v>
                </c:pt>
                <c:pt idx="5033">
                  <c:v>44056</c:v>
                </c:pt>
                <c:pt idx="5034">
                  <c:v>44057</c:v>
                </c:pt>
                <c:pt idx="5035">
                  <c:v>44058</c:v>
                </c:pt>
                <c:pt idx="5036">
                  <c:v>44059</c:v>
                </c:pt>
                <c:pt idx="5037">
                  <c:v>44060</c:v>
                </c:pt>
                <c:pt idx="5038">
                  <c:v>44061</c:v>
                </c:pt>
                <c:pt idx="5039">
                  <c:v>44062</c:v>
                </c:pt>
                <c:pt idx="5040">
                  <c:v>44063</c:v>
                </c:pt>
                <c:pt idx="5041">
                  <c:v>44064</c:v>
                </c:pt>
                <c:pt idx="5042">
                  <c:v>44065</c:v>
                </c:pt>
                <c:pt idx="5043">
                  <c:v>44066</c:v>
                </c:pt>
                <c:pt idx="5044">
                  <c:v>44067</c:v>
                </c:pt>
                <c:pt idx="5045">
                  <c:v>44068</c:v>
                </c:pt>
                <c:pt idx="5046">
                  <c:v>44069</c:v>
                </c:pt>
                <c:pt idx="5047">
                  <c:v>44070</c:v>
                </c:pt>
                <c:pt idx="5048">
                  <c:v>44071</c:v>
                </c:pt>
                <c:pt idx="5049">
                  <c:v>44072</c:v>
                </c:pt>
                <c:pt idx="5050">
                  <c:v>44073</c:v>
                </c:pt>
                <c:pt idx="5051">
                  <c:v>44074</c:v>
                </c:pt>
                <c:pt idx="5052">
                  <c:v>44075</c:v>
                </c:pt>
                <c:pt idx="5053">
                  <c:v>44076</c:v>
                </c:pt>
                <c:pt idx="5054">
                  <c:v>44077</c:v>
                </c:pt>
                <c:pt idx="5055">
                  <c:v>44078</c:v>
                </c:pt>
                <c:pt idx="5056">
                  <c:v>44079</c:v>
                </c:pt>
                <c:pt idx="5057">
                  <c:v>44080</c:v>
                </c:pt>
                <c:pt idx="5058">
                  <c:v>44081</c:v>
                </c:pt>
                <c:pt idx="5059">
                  <c:v>44082</c:v>
                </c:pt>
                <c:pt idx="5060">
                  <c:v>44083</c:v>
                </c:pt>
                <c:pt idx="5061">
                  <c:v>44084</c:v>
                </c:pt>
                <c:pt idx="5062">
                  <c:v>44085</c:v>
                </c:pt>
                <c:pt idx="5063">
                  <c:v>44086</c:v>
                </c:pt>
                <c:pt idx="5064">
                  <c:v>44087</c:v>
                </c:pt>
                <c:pt idx="5065">
                  <c:v>44088</c:v>
                </c:pt>
                <c:pt idx="5066">
                  <c:v>44089</c:v>
                </c:pt>
                <c:pt idx="5067">
                  <c:v>44090</c:v>
                </c:pt>
                <c:pt idx="5068">
                  <c:v>44091</c:v>
                </c:pt>
                <c:pt idx="5069">
                  <c:v>44092</c:v>
                </c:pt>
                <c:pt idx="5070">
                  <c:v>44093</c:v>
                </c:pt>
                <c:pt idx="5071">
                  <c:v>44094</c:v>
                </c:pt>
                <c:pt idx="5072">
                  <c:v>44095</c:v>
                </c:pt>
                <c:pt idx="5073">
                  <c:v>44096</c:v>
                </c:pt>
                <c:pt idx="5074">
                  <c:v>44097</c:v>
                </c:pt>
                <c:pt idx="5075">
                  <c:v>44098</c:v>
                </c:pt>
                <c:pt idx="5076">
                  <c:v>44099</c:v>
                </c:pt>
                <c:pt idx="5077">
                  <c:v>44100</c:v>
                </c:pt>
                <c:pt idx="5078">
                  <c:v>44101</c:v>
                </c:pt>
                <c:pt idx="5079">
                  <c:v>44102</c:v>
                </c:pt>
                <c:pt idx="5080">
                  <c:v>44103</c:v>
                </c:pt>
                <c:pt idx="5081">
                  <c:v>44104</c:v>
                </c:pt>
                <c:pt idx="5082">
                  <c:v>44105</c:v>
                </c:pt>
                <c:pt idx="5083">
                  <c:v>44106</c:v>
                </c:pt>
                <c:pt idx="5084">
                  <c:v>44107</c:v>
                </c:pt>
                <c:pt idx="5085">
                  <c:v>44108</c:v>
                </c:pt>
                <c:pt idx="5086">
                  <c:v>44109</c:v>
                </c:pt>
                <c:pt idx="5087">
                  <c:v>44110</c:v>
                </c:pt>
                <c:pt idx="5088">
                  <c:v>44111</c:v>
                </c:pt>
                <c:pt idx="5089">
                  <c:v>44112</c:v>
                </c:pt>
                <c:pt idx="5090">
                  <c:v>44113</c:v>
                </c:pt>
                <c:pt idx="5091">
                  <c:v>44114</c:v>
                </c:pt>
                <c:pt idx="5092">
                  <c:v>44115</c:v>
                </c:pt>
                <c:pt idx="5093">
                  <c:v>44116</c:v>
                </c:pt>
                <c:pt idx="5094">
                  <c:v>44117</c:v>
                </c:pt>
                <c:pt idx="5095">
                  <c:v>44118</c:v>
                </c:pt>
                <c:pt idx="5096">
                  <c:v>44119</c:v>
                </c:pt>
                <c:pt idx="5097">
                  <c:v>44120</c:v>
                </c:pt>
                <c:pt idx="5098">
                  <c:v>44121</c:v>
                </c:pt>
                <c:pt idx="5099">
                  <c:v>44122</c:v>
                </c:pt>
                <c:pt idx="5100">
                  <c:v>44123</c:v>
                </c:pt>
                <c:pt idx="5101">
                  <c:v>44124</c:v>
                </c:pt>
                <c:pt idx="5102">
                  <c:v>44125</c:v>
                </c:pt>
                <c:pt idx="5103">
                  <c:v>44126</c:v>
                </c:pt>
                <c:pt idx="5104">
                  <c:v>44127</c:v>
                </c:pt>
                <c:pt idx="5105">
                  <c:v>44128</c:v>
                </c:pt>
                <c:pt idx="5106">
                  <c:v>44129</c:v>
                </c:pt>
                <c:pt idx="5107">
                  <c:v>44130</c:v>
                </c:pt>
                <c:pt idx="5108">
                  <c:v>44131</c:v>
                </c:pt>
                <c:pt idx="5109">
                  <c:v>44132</c:v>
                </c:pt>
                <c:pt idx="5110">
                  <c:v>44133</c:v>
                </c:pt>
                <c:pt idx="5111">
                  <c:v>44134</c:v>
                </c:pt>
                <c:pt idx="5112">
                  <c:v>44135</c:v>
                </c:pt>
                <c:pt idx="5113">
                  <c:v>44136</c:v>
                </c:pt>
                <c:pt idx="5114">
                  <c:v>44137</c:v>
                </c:pt>
                <c:pt idx="5115">
                  <c:v>44138</c:v>
                </c:pt>
                <c:pt idx="5116">
                  <c:v>44139</c:v>
                </c:pt>
                <c:pt idx="5117">
                  <c:v>44140</c:v>
                </c:pt>
                <c:pt idx="5118">
                  <c:v>44141</c:v>
                </c:pt>
                <c:pt idx="5119">
                  <c:v>44142</c:v>
                </c:pt>
                <c:pt idx="5120">
                  <c:v>44143</c:v>
                </c:pt>
                <c:pt idx="5121">
                  <c:v>44144</c:v>
                </c:pt>
                <c:pt idx="5122">
                  <c:v>44145</c:v>
                </c:pt>
                <c:pt idx="5123">
                  <c:v>44146</c:v>
                </c:pt>
                <c:pt idx="5124">
                  <c:v>44147</c:v>
                </c:pt>
                <c:pt idx="5125">
                  <c:v>44148</c:v>
                </c:pt>
                <c:pt idx="5126">
                  <c:v>44149</c:v>
                </c:pt>
                <c:pt idx="5127">
                  <c:v>44150</c:v>
                </c:pt>
                <c:pt idx="5128">
                  <c:v>44151</c:v>
                </c:pt>
                <c:pt idx="5129">
                  <c:v>44152</c:v>
                </c:pt>
                <c:pt idx="5130">
                  <c:v>44153</c:v>
                </c:pt>
                <c:pt idx="5131">
                  <c:v>44154</c:v>
                </c:pt>
                <c:pt idx="5132">
                  <c:v>44155</c:v>
                </c:pt>
                <c:pt idx="5133">
                  <c:v>44156</c:v>
                </c:pt>
                <c:pt idx="5134">
                  <c:v>44157</c:v>
                </c:pt>
                <c:pt idx="5135">
                  <c:v>44158</c:v>
                </c:pt>
                <c:pt idx="5136">
                  <c:v>44159</c:v>
                </c:pt>
                <c:pt idx="5137">
                  <c:v>44160</c:v>
                </c:pt>
                <c:pt idx="5138">
                  <c:v>44161</c:v>
                </c:pt>
                <c:pt idx="5139">
                  <c:v>44162</c:v>
                </c:pt>
                <c:pt idx="5140">
                  <c:v>44163</c:v>
                </c:pt>
                <c:pt idx="5141">
                  <c:v>44164</c:v>
                </c:pt>
                <c:pt idx="5142">
                  <c:v>44165</c:v>
                </c:pt>
                <c:pt idx="5143">
                  <c:v>44166</c:v>
                </c:pt>
                <c:pt idx="5144">
                  <c:v>44167</c:v>
                </c:pt>
                <c:pt idx="5145">
                  <c:v>44168</c:v>
                </c:pt>
                <c:pt idx="5146">
                  <c:v>44169</c:v>
                </c:pt>
                <c:pt idx="5147">
                  <c:v>44170</c:v>
                </c:pt>
                <c:pt idx="5148">
                  <c:v>44171</c:v>
                </c:pt>
                <c:pt idx="5149">
                  <c:v>44172</c:v>
                </c:pt>
                <c:pt idx="5150">
                  <c:v>44173</c:v>
                </c:pt>
                <c:pt idx="5151">
                  <c:v>44174</c:v>
                </c:pt>
                <c:pt idx="5152">
                  <c:v>44175</c:v>
                </c:pt>
                <c:pt idx="5153">
                  <c:v>44176</c:v>
                </c:pt>
                <c:pt idx="5154">
                  <c:v>44177</c:v>
                </c:pt>
                <c:pt idx="5155">
                  <c:v>44178</c:v>
                </c:pt>
                <c:pt idx="5156">
                  <c:v>44179</c:v>
                </c:pt>
                <c:pt idx="5157">
                  <c:v>44180</c:v>
                </c:pt>
                <c:pt idx="5158">
                  <c:v>44181</c:v>
                </c:pt>
                <c:pt idx="5159">
                  <c:v>44182</c:v>
                </c:pt>
                <c:pt idx="5160">
                  <c:v>44183</c:v>
                </c:pt>
                <c:pt idx="5161">
                  <c:v>44184</c:v>
                </c:pt>
                <c:pt idx="5162">
                  <c:v>44185</c:v>
                </c:pt>
                <c:pt idx="5163">
                  <c:v>44186</c:v>
                </c:pt>
                <c:pt idx="5164">
                  <c:v>44187</c:v>
                </c:pt>
                <c:pt idx="5165">
                  <c:v>44188</c:v>
                </c:pt>
                <c:pt idx="5166">
                  <c:v>44189</c:v>
                </c:pt>
                <c:pt idx="5167">
                  <c:v>44190</c:v>
                </c:pt>
                <c:pt idx="5168">
                  <c:v>44191</c:v>
                </c:pt>
                <c:pt idx="5169">
                  <c:v>44192</c:v>
                </c:pt>
                <c:pt idx="5170">
                  <c:v>44193</c:v>
                </c:pt>
                <c:pt idx="5171">
                  <c:v>44194</c:v>
                </c:pt>
                <c:pt idx="5172">
                  <c:v>44195</c:v>
                </c:pt>
                <c:pt idx="5173">
                  <c:v>44196</c:v>
                </c:pt>
                <c:pt idx="5174">
                  <c:v>44197</c:v>
                </c:pt>
                <c:pt idx="5175">
                  <c:v>44198</c:v>
                </c:pt>
                <c:pt idx="5176">
                  <c:v>44199</c:v>
                </c:pt>
                <c:pt idx="5177">
                  <c:v>44200</c:v>
                </c:pt>
                <c:pt idx="5178">
                  <c:v>44201</c:v>
                </c:pt>
                <c:pt idx="5179">
                  <c:v>44202</c:v>
                </c:pt>
                <c:pt idx="5180">
                  <c:v>44203</c:v>
                </c:pt>
                <c:pt idx="5181">
                  <c:v>44204</c:v>
                </c:pt>
                <c:pt idx="5182">
                  <c:v>44205</c:v>
                </c:pt>
                <c:pt idx="5183">
                  <c:v>44206</c:v>
                </c:pt>
                <c:pt idx="5184">
                  <c:v>44207</c:v>
                </c:pt>
                <c:pt idx="5185">
                  <c:v>44208</c:v>
                </c:pt>
                <c:pt idx="5186">
                  <c:v>44209</c:v>
                </c:pt>
                <c:pt idx="5187">
                  <c:v>44210</c:v>
                </c:pt>
                <c:pt idx="5188">
                  <c:v>44211</c:v>
                </c:pt>
                <c:pt idx="5189">
                  <c:v>44212</c:v>
                </c:pt>
                <c:pt idx="5190">
                  <c:v>44213</c:v>
                </c:pt>
                <c:pt idx="5191">
                  <c:v>44214</c:v>
                </c:pt>
                <c:pt idx="5192">
                  <c:v>44215</c:v>
                </c:pt>
                <c:pt idx="5193">
                  <c:v>44216</c:v>
                </c:pt>
                <c:pt idx="5194">
                  <c:v>44217</c:v>
                </c:pt>
                <c:pt idx="5195">
                  <c:v>44218</c:v>
                </c:pt>
                <c:pt idx="5196">
                  <c:v>44219</c:v>
                </c:pt>
                <c:pt idx="5197">
                  <c:v>44220</c:v>
                </c:pt>
                <c:pt idx="5198">
                  <c:v>44221</c:v>
                </c:pt>
                <c:pt idx="5199">
                  <c:v>44222</c:v>
                </c:pt>
                <c:pt idx="5200">
                  <c:v>44223</c:v>
                </c:pt>
                <c:pt idx="5201">
                  <c:v>44224</c:v>
                </c:pt>
                <c:pt idx="5202">
                  <c:v>44225</c:v>
                </c:pt>
                <c:pt idx="5203">
                  <c:v>44226</c:v>
                </c:pt>
                <c:pt idx="5204">
                  <c:v>44227</c:v>
                </c:pt>
                <c:pt idx="5205">
                  <c:v>44228</c:v>
                </c:pt>
                <c:pt idx="5206">
                  <c:v>44229</c:v>
                </c:pt>
                <c:pt idx="5207">
                  <c:v>44230</c:v>
                </c:pt>
                <c:pt idx="5208">
                  <c:v>44231</c:v>
                </c:pt>
                <c:pt idx="5209">
                  <c:v>44232</c:v>
                </c:pt>
                <c:pt idx="5210">
                  <c:v>44233</c:v>
                </c:pt>
                <c:pt idx="5211">
                  <c:v>44234</c:v>
                </c:pt>
                <c:pt idx="5212">
                  <c:v>44235</c:v>
                </c:pt>
                <c:pt idx="5213">
                  <c:v>44236</c:v>
                </c:pt>
                <c:pt idx="5214">
                  <c:v>44237</c:v>
                </c:pt>
                <c:pt idx="5215">
                  <c:v>44238</c:v>
                </c:pt>
                <c:pt idx="5216">
                  <c:v>44239</c:v>
                </c:pt>
                <c:pt idx="5217">
                  <c:v>44240</c:v>
                </c:pt>
                <c:pt idx="5218">
                  <c:v>44241</c:v>
                </c:pt>
                <c:pt idx="5219">
                  <c:v>44242</c:v>
                </c:pt>
                <c:pt idx="5220">
                  <c:v>44243</c:v>
                </c:pt>
                <c:pt idx="5221">
                  <c:v>44244</c:v>
                </c:pt>
                <c:pt idx="5222">
                  <c:v>44245</c:v>
                </c:pt>
                <c:pt idx="5223">
                  <c:v>44246</c:v>
                </c:pt>
                <c:pt idx="5224">
                  <c:v>44247</c:v>
                </c:pt>
                <c:pt idx="5225">
                  <c:v>44248</c:v>
                </c:pt>
                <c:pt idx="5226">
                  <c:v>44249</c:v>
                </c:pt>
                <c:pt idx="5227">
                  <c:v>44250</c:v>
                </c:pt>
                <c:pt idx="5228">
                  <c:v>44251</c:v>
                </c:pt>
                <c:pt idx="5229">
                  <c:v>44252</c:v>
                </c:pt>
                <c:pt idx="5230">
                  <c:v>44253</c:v>
                </c:pt>
                <c:pt idx="5231">
                  <c:v>44254</c:v>
                </c:pt>
                <c:pt idx="5232">
                  <c:v>44255</c:v>
                </c:pt>
                <c:pt idx="5233">
                  <c:v>44256</c:v>
                </c:pt>
                <c:pt idx="5234">
                  <c:v>44257</c:v>
                </c:pt>
                <c:pt idx="5235">
                  <c:v>44258</c:v>
                </c:pt>
                <c:pt idx="5236">
                  <c:v>44259</c:v>
                </c:pt>
                <c:pt idx="5237">
                  <c:v>44260</c:v>
                </c:pt>
                <c:pt idx="5238">
                  <c:v>44261</c:v>
                </c:pt>
                <c:pt idx="5239">
                  <c:v>44262</c:v>
                </c:pt>
                <c:pt idx="5240">
                  <c:v>44263</c:v>
                </c:pt>
                <c:pt idx="5241">
                  <c:v>44264</c:v>
                </c:pt>
                <c:pt idx="5242">
                  <c:v>44265</c:v>
                </c:pt>
                <c:pt idx="5243">
                  <c:v>44266</c:v>
                </c:pt>
                <c:pt idx="5244">
                  <c:v>44267</c:v>
                </c:pt>
                <c:pt idx="5245">
                  <c:v>44268</c:v>
                </c:pt>
                <c:pt idx="5246">
                  <c:v>44269</c:v>
                </c:pt>
                <c:pt idx="5247">
                  <c:v>44270</c:v>
                </c:pt>
                <c:pt idx="5248">
                  <c:v>44271</c:v>
                </c:pt>
                <c:pt idx="5249">
                  <c:v>44272</c:v>
                </c:pt>
                <c:pt idx="5250">
                  <c:v>44273</c:v>
                </c:pt>
                <c:pt idx="5251">
                  <c:v>44274</c:v>
                </c:pt>
                <c:pt idx="5252">
                  <c:v>44275</c:v>
                </c:pt>
                <c:pt idx="5253">
                  <c:v>44276</c:v>
                </c:pt>
                <c:pt idx="5254">
                  <c:v>44277</c:v>
                </c:pt>
                <c:pt idx="5255">
                  <c:v>44278</c:v>
                </c:pt>
                <c:pt idx="5256">
                  <c:v>44279</c:v>
                </c:pt>
                <c:pt idx="5257">
                  <c:v>44280</c:v>
                </c:pt>
                <c:pt idx="5258">
                  <c:v>44281</c:v>
                </c:pt>
                <c:pt idx="5259">
                  <c:v>44282</c:v>
                </c:pt>
                <c:pt idx="5260">
                  <c:v>44283</c:v>
                </c:pt>
                <c:pt idx="5261">
                  <c:v>44284</c:v>
                </c:pt>
                <c:pt idx="5262">
                  <c:v>44285</c:v>
                </c:pt>
                <c:pt idx="5263">
                  <c:v>44286</c:v>
                </c:pt>
                <c:pt idx="5264">
                  <c:v>44287</c:v>
                </c:pt>
                <c:pt idx="5265">
                  <c:v>44288</c:v>
                </c:pt>
                <c:pt idx="5266">
                  <c:v>44289</c:v>
                </c:pt>
                <c:pt idx="5267">
                  <c:v>44290</c:v>
                </c:pt>
                <c:pt idx="5268">
                  <c:v>44291</c:v>
                </c:pt>
                <c:pt idx="5269">
                  <c:v>44292</c:v>
                </c:pt>
                <c:pt idx="5270">
                  <c:v>44293</c:v>
                </c:pt>
                <c:pt idx="5271">
                  <c:v>44294</c:v>
                </c:pt>
                <c:pt idx="5272">
                  <c:v>44295</c:v>
                </c:pt>
                <c:pt idx="5273">
                  <c:v>44296</c:v>
                </c:pt>
                <c:pt idx="5274">
                  <c:v>44297</c:v>
                </c:pt>
                <c:pt idx="5275">
                  <c:v>44298</c:v>
                </c:pt>
                <c:pt idx="5276">
                  <c:v>44299</c:v>
                </c:pt>
                <c:pt idx="5277">
                  <c:v>44300</c:v>
                </c:pt>
                <c:pt idx="5278">
                  <c:v>44301</c:v>
                </c:pt>
                <c:pt idx="5279">
                  <c:v>44302</c:v>
                </c:pt>
                <c:pt idx="5280">
                  <c:v>44303</c:v>
                </c:pt>
                <c:pt idx="5281">
                  <c:v>44304</c:v>
                </c:pt>
                <c:pt idx="5282">
                  <c:v>44305</c:v>
                </c:pt>
                <c:pt idx="5283">
                  <c:v>44306</c:v>
                </c:pt>
                <c:pt idx="5284">
                  <c:v>44307</c:v>
                </c:pt>
                <c:pt idx="5285">
                  <c:v>44308</c:v>
                </c:pt>
                <c:pt idx="5286">
                  <c:v>44309</c:v>
                </c:pt>
                <c:pt idx="5287">
                  <c:v>44310</c:v>
                </c:pt>
                <c:pt idx="5288">
                  <c:v>44311</c:v>
                </c:pt>
                <c:pt idx="5289">
                  <c:v>44312</c:v>
                </c:pt>
                <c:pt idx="5290">
                  <c:v>44313</c:v>
                </c:pt>
                <c:pt idx="5291">
                  <c:v>44314</c:v>
                </c:pt>
                <c:pt idx="5292">
                  <c:v>44315</c:v>
                </c:pt>
                <c:pt idx="5293">
                  <c:v>44316</c:v>
                </c:pt>
                <c:pt idx="5294">
                  <c:v>44317</c:v>
                </c:pt>
                <c:pt idx="5295">
                  <c:v>44318</c:v>
                </c:pt>
                <c:pt idx="5296">
                  <c:v>44319</c:v>
                </c:pt>
                <c:pt idx="5297">
                  <c:v>44320</c:v>
                </c:pt>
                <c:pt idx="5298">
                  <c:v>44321</c:v>
                </c:pt>
                <c:pt idx="5299">
                  <c:v>44322</c:v>
                </c:pt>
                <c:pt idx="5300">
                  <c:v>44323</c:v>
                </c:pt>
                <c:pt idx="5301">
                  <c:v>44324</c:v>
                </c:pt>
                <c:pt idx="5302">
                  <c:v>44325</c:v>
                </c:pt>
                <c:pt idx="5303">
                  <c:v>44326</c:v>
                </c:pt>
                <c:pt idx="5304">
                  <c:v>44327</c:v>
                </c:pt>
                <c:pt idx="5305">
                  <c:v>44328</c:v>
                </c:pt>
                <c:pt idx="5306">
                  <c:v>44329</c:v>
                </c:pt>
                <c:pt idx="5307">
                  <c:v>44330</c:v>
                </c:pt>
                <c:pt idx="5308">
                  <c:v>44331</c:v>
                </c:pt>
                <c:pt idx="5309">
                  <c:v>44332</c:v>
                </c:pt>
                <c:pt idx="5310">
                  <c:v>44333</c:v>
                </c:pt>
                <c:pt idx="5311">
                  <c:v>44334</c:v>
                </c:pt>
                <c:pt idx="5312">
                  <c:v>44335</c:v>
                </c:pt>
                <c:pt idx="5313">
                  <c:v>44336</c:v>
                </c:pt>
                <c:pt idx="5314">
                  <c:v>44337</c:v>
                </c:pt>
                <c:pt idx="5315">
                  <c:v>44338</c:v>
                </c:pt>
                <c:pt idx="5316">
                  <c:v>44339</c:v>
                </c:pt>
                <c:pt idx="5317">
                  <c:v>44340</c:v>
                </c:pt>
                <c:pt idx="5318">
                  <c:v>44341</c:v>
                </c:pt>
                <c:pt idx="5319">
                  <c:v>44342</c:v>
                </c:pt>
                <c:pt idx="5320">
                  <c:v>44343</c:v>
                </c:pt>
                <c:pt idx="5321">
                  <c:v>44344</c:v>
                </c:pt>
                <c:pt idx="5322">
                  <c:v>44345</c:v>
                </c:pt>
                <c:pt idx="5323">
                  <c:v>44346</c:v>
                </c:pt>
                <c:pt idx="5324">
                  <c:v>44347</c:v>
                </c:pt>
                <c:pt idx="5325">
                  <c:v>44348</c:v>
                </c:pt>
                <c:pt idx="5326">
                  <c:v>44349</c:v>
                </c:pt>
                <c:pt idx="5327">
                  <c:v>44350</c:v>
                </c:pt>
                <c:pt idx="5328">
                  <c:v>44351</c:v>
                </c:pt>
                <c:pt idx="5329">
                  <c:v>44352</c:v>
                </c:pt>
                <c:pt idx="5330">
                  <c:v>44353</c:v>
                </c:pt>
                <c:pt idx="5331">
                  <c:v>44354</c:v>
                </c:pt>
                <c:pt idx="5332">
                  <c:v>44355</c:v>
                </c:pt>
                <c:pt idx="5333">
                  <c:v>44356</c:v>
                </c:pt>
                <c:pt idx="5334">
                  <c:v>44357</c:v>
                </c:pt>
                <c:pt idx="5335">
                  <c:v>44358</c:v>
                </c:pt>
                <c:pt idx="5336">
                  <c:v>44359</c:v>
                </c:pt>
                <c:pt idx="5337">
                  <c:v>44360</c:v>
                </c:pt>
                <c:pt idx="5338">
                  <c:v>44361</c:v>
                </c:pt>
                <c:pt idx="5339">
                  <c:v>44362</c:v>
                </c:pt>
                <c:pt idx="5340">
                  <c:v>44363</c:v>
                </c:pt>
                <c:pt idx="5341">
                  <c:v>44364</c:v>
                </c:pt>
                <c:pt idx="5342">
                  <c:v>44365</c:v>
                </c:pt>
                <c:pt idx="5343">
                  <c:v>44366</c:v>
                </c:pt>
                <c:pt idx="5344">
                  <c:v>44367</c:v>
                </c:pt>
                <c:pt idx="5345">
                  <c:v>44368</c:v>
                </c:pt>
                <c:pt idx="5346">
                  <c:v>44369</c:v>
                </c:pt>
                <c:pt idx="5347">
                  <c:v>44370</c:v>
                </c:pt>
                <c:pt idx="5348">
                  <c:v>44371</c:v>
                </c:pt>
                <c:pt idx="5349">
                  <c:v>44372</c:v>
                </c:pt>
                <c:pt idx="5350">
                  <c:v>44373</c:v>
                </c:pt>
                <c:pt idx="5351">
                  <c:v>44374</c:v>
                </c:pt>
                <c:pt idx="5352">
                  <c:v>44375</c:v>
                </c:pt>
                <c:pt idx="5353">
                  <c:v>44376</c:v>
                </c:pt>
                <c:pt idx="5354">
                  <c:v>44377</c:v>
                </c:pt>
                <c:pt idx="5355">
                  <c:v>44378</c:v>
                </c:pt>
                <c:pt idx="5356">
                  <c:v>44379</c:v>
                </c:pt>
                <c:pt idx="5357">
                  <c:v>44380</c:v>
                </c:pt>
                <c:pt idx="5358">
                  <c:v>44381</c:v>
                </c:pt>
                <c:pt idx="5359">
                  <c:v>44382</c:v>
                </c:pt>
                <c:pt idx="5360">
                  <c:v>44383</c:v>
                </c:pt>
                <c:pt idx="5361">
                  <c:v>44384</c:v>
                </c:pt>
                <c:pt idx="5362">
                  <c:v>44385</c:v>
                </c:pt>
                <c:pt idx="5363">
                  <c:v>44386</c:v>
                </c:pt>
                <c:pt idx="5364">
                  <c:v>44387</c:v>
                </c:pt>
                <c:pt idx="5365">
                  <c:v>44388</c:v>
                </c:pt>
                <c:pt idx="5366">
                  <c:v>44389</c:v>
                </c:pt>
                <c:pt idx="5367">
                  <c:v>44390</c:v>
                </c:pt>
                <c:pt idx="5368">
                  <c:v>44391</c:v>
                </c:pt>
                <c:pt idx="5369">
                  <c:v>44392</c:v>
                </c:pt>
                <c:pt idx="5370">
                  <c:v>44393</c:v>
                </c:pt>
                <c:pt idx="5371">
                  <c:v>44394</c:v>
                </c:pt>
                <c:pt idx="5372">
                  <c:v>44395</c:v>
                </c:pt>
                <c:pt idx="5373">
                  <c:v>44396</c:v>
                </c:pt>
                <c:pt idx="5374">
                  <c:v>44397</c:v>
                </c:pt>
                <c:pt idx="5375">
                  <c:v>44398</c:v>
                </c:pt>
                <c:pt idx="5376">
                  <c:v>44399</c:v>
                </c:pt>
                <c:pt idx="5377">
                  <c:v>44400</c:v>
                </c:pt>
                <c:pt idx="5378">
                  <c:v>44401</c:v>
                </c:pt>
                <c:pt idx="5379">
                  <c:v>44402</c:v>
                </c:pt>
                <c:pt idx="5380">
                  <c:v>44403</c:v>
                </c:pt>
                <c:pt idx="5381">
                  <c:v>44404</c:v>
                </c:pt>
                <c:pt idx="5382">
                  <c:v>44405</c:v>
                </c:pt>
                <c:pt idx="5383">
                  <c:v>44406</c:v>
                </c:pt>
                <c:pt idx="5384">
                  <c:v>44407</c:v>
                </c:pt>
                <c:pt idx="5385">
                  <c:v>44408</c:v>
                </c:pt>
                <c:pt idx="5386">
                  <c:v>44409</c:v>
                </c:pt>
                <c:pt idx="5387">
                  <c:v>44410</c:v>
                </c:pt>
                <c:pt idx="5388">
                  <c:v>44411</c:v>
                </c:pt>
                <c:pt idx="5389">
                  <c:v>44412</c:v>
                </c:pt>
                <c:pt idx="5390">
                  <c:v>44413</c:v>
                </c:pt>
                <c:pt idx="5391">
                  <c:v>44414</c:v>
                </c:pt>
                <c:pt idx="5392">
                  <c:v>44415</c:v>
                </c:pt>
                <c:pt idx="5393">
                  <c:v>44416</c:v>
                </c:pt>
                <c:pt idx="5394">
                  <c:v>44417</c:v>
                </c:pt>
                <c:pt idx="5395">
                  <c:v>44418</c:v>
                </c:pt>
                <c:pt idx="5396">
                  <c:v>44419</c:v>
                </c:pt>
                <c:pt idx="5397">
                  <c:v>44420</c:v>
                </c:pt>
                <c:pt idx="5398">
                  <c:v>44421</c:v>
                </c:pt>
                <c:pt idx="5399">
                  <c:v>44422</c:v>
                </c:pt>
                <c:pt idx="5400">
                  <c:v>44423</c:v>
                </c:pt>
                <c:pt idx="5401">
                  <c:v>44424</c:v>
                </c:pt>
                <c:pt idx="5402">
                  <c:v>44425</c:v>
                </c:pt>
                <c:pt idx="5403">
                  <c:v>44426</c:v>
                </c:pt>
                <c:pt idx="5404">
                  <c:v>44427</c:v>
                </c:pt>
                <c:pt idx="5405">
                  <c:v>44428</c:v>
                </c:pt>
                <c:pt idx="5406">
                  <c:v>44429</c:v>
                </c:pt>
                <c:pt idx="5407">
                  <c:v>44430</c:v>
                </c:pt>
                <c:pt idx="5408">
                  <c:v>44431</c:v>
                </c:pt>
                <c:pt idx="5409">
                  <c:v>44432</c:v>
                </c:pt>
                <c:pt idx="5410">
                  <c:v>44433</c:v>
                </c:pt>
                <c:pt idx="5411">
                  <c:v>44434</c:v>
                </c:pt>
                <c:pt idx="5412">
                  <c:v>44435</c:v>
                </c:pt>
                <c:pt idx="5413">
                  <c:v>44436</c:v>
                </c:pt>
                <c:pt idx="5414">
                  <c:v>44437</c:v>
                </c:pt>
                <c:pt idx="5415">
                  <c:v>44438</c:v>
                </c:pt>
                <c:pt idx="5416">
                  <c:v>44439</c:v>
                </c:pt>
                <c:pt idx="5417">
                  <c:v>44440</c:v>
                </c:pt>
                <c:pt idx="5418">
                  <c:v>44441</c:v>
                </c:pt>
                <c:pt idx="5419">
                  <c:v>44442</c:v>
                </c:pt>
                <c:pt idx="5420">
                  <c:v>44443</c:v>
                </c:pt>
                <c:pt idx="5421">
                  <c:v>44444</c:v>
                </c:pt>
                <c:pt idx="5422">
                  <c:v>44445</c:v>
                </c:pt>
                <c:pt idx="5423">
                  <c:v>44446</c:v>
                </c:pt>
                <c:pt idx="5424">
                  <c:v>44447</c:v>
                </c:pt>
                <c:pt idx="5425">
                  <c:v>44448</c:v>
                </c:pt>
                <c:pt idx="5426">
                  <c:v>44449</c:v>
                </c:pt>
                <c:pt idx="5427">
                  <c:v>44450</c:v>
                </c:pt>
                <c:pt idx="5428">
                  <c:v>44451</c:v>
                </c:pt>
                <c:pt idx="5429">
                  <c:v>44452</c:v>
                </c:pt>
                <c:pt idx="5430">
                  <c:v>44453</c:v>
                </c:pt>
                <c:pt idx="5431">
                  <c:v>44454</c:v>
                </c:pt>
                <c:pt idx="5432">
                  <c:v>44455</c:v>
                </c:pt>
                <c:pt idx="5433">
                  <c:v>44456</c:v>
                </c:pt>
                <c:pt idx="5434">
                  <c:v>44457</c:v>
                </c:pt>
                <c:pt idx="5435">
                  <c:v>44458</c:v>
                </c:pt>
                <c:pt idx="5436">
                  <c:v>44459</c:v>
                </c:pt>
                <c:pt idx="5437">
                  <c:v>44460</c:v>
                </c:pt>
                <c:pt idx="5438">
                  <c:v>44461</c:v>
                </c:pt>
                <c:pt idx="5439">
                  <c:v>44462</c:v>
                </c:pt>
                <c:pt idx="5440">
                  <c:v>44463</c:v>
                </c:pt>
                <c:pt idx="5441">
                  <c:v>44464</c:v>
                </c:pt>
                <c:pt idx="5442">
                  <c:v>44465</c:v>
                </c:pt>
                <c:pt idx="5443">
                  <c:v>44466</c:v>
                </c:pt>
                <c:pt idx="5444">
                  <c:v>44467</c:v>
                </c:pt>
                <c:pt idx="5445">
                  <c:v>44468</c:v>
                </c:pt>
                <c:pt idx="5446">
                  <c:v>44469</c:v>
                </c:pt>
                <c:pt idx="5447">
                  <c:v>44470</c:v>
                </c:pt>
                <c:pt idx="5448">
                  <c:v>44471</c:v>
                </c:pt>
                <c:pt idx="5449">
                  <c:v>44472</c:v>
                </c:pt>
                <c:pt idx="5450">
                  <c:v>44473</c:v>
                </c:pt>
                <c:pt idx="5451">
                  <c:v>44474</c:v>
                </c:pt>
                <c:pt idx="5452">
                  <c:v>44475</c:v>
                </c:pt>
                <c:pt idx="5453">
                  <c:v>44476</c:v>
                </c:pt>
                <c:pt idx="5454">
                  <c:v>44477</c:v>
                </c:pt>
                <c:pt idx="5455">
                  <c:v>44478</c:v>
                </c:pt>
                <c:pt idx="5456">
                  <c:v>44479</c:v>
                </c:pt>
                <c:pt idx="5457">
                  <c:v>44480</c:v>
                </c:pt>
                <c:pt idx="5458">
                  <c:v>44481</c:v>
                </c:pt>
                <c:pt idx="5459">
                  <c:v>44482</c:v>
                </c:pt>
                <c:pt idx="5460">
                  <c:v>44483</c:v>
                </c:pt>
                <c:pt idx="5461">
                  <c:v>44484</c:v>
                </c:pt>
                <c:pt idx="5462">
                  <c:v>44485</c:v>
                </c:pt>
                <c:pt idx="5463">
                  <c:v>44486</c:v>
                </c:pt>
                <c:pt idx="5464">
                  <c:v>44487</c:v>
                </c:pt>
                <c:pt idx="5465">
                  <c:v>44488</c:v>
                </c:pt>
                <c:pt idx="5466">
                  <c:v>44489</c:v>
                </c:pt>
                <c:pt idx="5467">
                  <c:v>44490</c:v>
                </c:pt>
                <c:pt idx="5468">
                  <c:v>44491</c:v>
                </c:pt>
                <c:pt idx="5469">
                  <c:v>44492</c:v>
                </c:pt>
                <c:pt idx="5470">
                  <c:v>44493</c:v>
                </c:pt>
                <c:pt idx="5471">
                  <c:v>44494</c:v>
                </c:pt>
                <c:pt idx="5472">
                  <c:v>44495</c:v>
                </c:pt>
                <c:pt idx="5473">
                  <c:v>44496</c:v>
                </c:pt>
                <c:pt idx="5474">
                  <c:v>44497</c:v>
                </c:pt>
                <c:pt idx="5475">
                  <c:v>44498</c:v>
                </c:pt>
                <c:pt idx="5476">
                  <c:v>44499</c:v>
                </c:pt>
                <c:pt idx="5477">
                  <c:v>44500</c:v>
                </c:pt>
                <c:pt idx="5478">
                  <c:v>44501</c:v>
                </c:pt>
                <c:pt idx="5479">
                  <c:v>44502</c:v>
                </c:pt>
                <c:pt idx="5480">
                  <c:v>44503</c:v>
                </c:pt>
                <c:pt idx="5481">
                  <c:v>44504</c:v>
                </c:pt>
                <c:pt idx="5482">
                  <c:v>44505</c:v>
                </c:pt>
                <c:pt idx="5483">
                  <c:v>44506</c:v>
                </c:pt>
                <c:pt idx="5484">
                  <c:v>44507</c:v>
                </c:pt>
                <c:pt idx="5485">
                  <c:v>44508</c:v>
                </c:pt>
                <c:pt idx="5486">
                  <c:v>44509</c:v>
                </c:pt>
                <c:pt idx="5487">
                  <c:v>44510</c:v>
                </c:pt>
                <c:pt idx="5488">
                  <c:v>44511</c:v>
                </c:pt>
                <c:pt idx="5489">
                  <c:v>44512</c:v>
                </c:pt>
                <c:pt idx="5490">
                  <c:v>44513</c:v>
                </c:pt>
                <c:pt idx="5491">
                  <c:v>44514</c:v>
                </c:pt>
                <c:pt idx="5492">
                  <c:v>44515</c:v>
                </c:pt>
                <c:pt idx="5493">
                  <c:v>44516</c:v>
                </c:pt>
                <c:pt idx="5494">
                  <c:v>44517</c:v>
                </c:pt>
                <c:pt idx="5495">
                  <c:v>44518</c:v>
                </c:pt>
                <c:pt idx="5496">
                  <c:v>44519</c:v>
                </c:pt>
                <c:pt idx="5497">
                  <c:v>44520</c:v>
                </c:pt>
                <c:pt idx="5498">
                  <c:v>44521</c:v>
                </c:pt>
                <c:pt idx="5499">
                  <c:v>44522</c:v>
                </c:pt>
                <c:pt idx="5500">
                  <c:v>44523</c:v>
                </c:pt>
                <c:pt idx="5501">
                  <c:v>44524</c:v>
                </c:pt>
                <c:pt idx="5502">
                  <c:v>44525</c:v>
                </c:pt>
                <c:pt idx="5503">
                  <c:v>44526</c:v>
                </c:pt>
                <c:pt idx="5504">
                  <c:v>44527</c:v>
                </c:pt>
                <c:pt idx="5505">
                  <c:v>44528</c:v>
                </c:pt>
                <c:pt idx="5506">
                  <c:v>44529</c:v>
                </c:pt>
                <c:pt idx="5507">
                  <c:v>44530</c:v>
                </c:pt>
                <c:pt idx="5508">
                  <c:v>44531</c:v>
                </c:pt>
                <c:pt idx="5509">
                  <c:v>44532</c:v>
                </c:pt>
                <c:pt idx="5510">
                  <c:v>44533</c:v>
                </c:pt>
                <c:pt idx="5511">
                  <c:v>44534</c:v>
                </c:pt>
                <c:pt idx="5512">
                  <c:v>44535</c:v>
                </c:pt>
                <c:pt idx="5513">
                  <c:v>44536</c:v>
                </c:pt>
                <c:pt idx="5514">
                  <c:v>44537</c:v>
                </c:pt>
                <c:pt idx="5515">
                  <c:v>44538</c:v>
                </c:pt>
                <c:pt idx="5516">
                  <c:v>44539</c:v>
                </c:pt>
                <c:pt idx="5517">
                  <c:v>44540</c:v>
                </c:pt>
                <c:pt idx="5518">
                  <c:v>44541</c:v>
                </c:pt>
                <c:pt idx="5519">
                  <c:v>44542</c:v>
                </c:pt>
                <c:pt idx="5520">
                  <c:v>44543</c:v>
                </c:pt>
                <c:pt idx="5521">
                  <c:v>44544</c:v>
                </c:pt>
                <c:pt idx="5522">
                  <c:v>44545</c:v>
                </c:pt>
                <c:pt idx="5523">
                  <c:v>44546</c:v>
                </c:pt>
                <c:pt idx="5524">
                  <c:v>44547</c:v>
                </c:pt>
                <c:pt idx="5525">
                  <c:v>44548</c:v>
                </c:pt>
                <c:pt idx="5526">
                  <c:v>44549</c:v>
                </c:pt>
                <c:pt idx="5527">
                  <c:v>44550</c:v>
                </c:pt>
                <c:pt idx="5528">
                  <c:v>44551</c:v>
                </c:pt>
                <c:pt idx="5529">
                  <c:v>44552</c:v>
                </c:pt>
                <c:pt idx="5530">
                  <c:v>44553</c:v>
                </c:pt>
                <c:pt idx="5531">
                  <c:v>44554</c:v>
                </c:pt>
                <c:pt idx="5532">
                  <c:v>44555</c:v>
                </c:pt>
                <c:pt idx="5533">
                  <c:v>44556</c:v>
                </c:pt>
                <c:pt idx="5534">
                  <c:v>44557</c:v>
                </c:pt>
                <c:pt idx="5535">
                  <c:v>44558</c:v>
                </c:pt>
                <c:pt idx="5536">
                  <c:v>44559</c:v>
                </c:pt>
                <c:pt idx="5537">
                  <c:v>44560</c:v>
                </c:pt>
                <c:pt idx="5538">
                  <c:v>44561</c:v>
                </c:pt>
                <c:pt idx="5539">
                  <c:v>44562</c:v>
                </c:pt>
                <c:pt idx="5540">
                  <c:v>44563</c:v>
                </c:pt>
                <c:pt idx="5541">
                  <c:v>44564</c:v>
                </c:pt>
                <c:pt idx="5542">
                  <c:v>44565</c:v>
                </c:pt>
                <c:pt idx="5543">
                  <c:v>44566</c:v>
                </c:pt>
                <c:pt idx="5544">
                  <c:v>44567</c:v>
                </c:pt>
                <c:pt idx="5545">
                  <c:v>44568</c:v>
                </c:pt>
                <c:pt idx="5546">
                  <c:v>44569</c:v>
                </c:pt>
                <c:pt idx="5547">
                  <c:v>44570</c:v>
                </c:pt>
                <c:pt idx="5548">
                  <c:v>44571</c:v>
                </c:pt>
                <c:pt idx="5549">
                  <c:v>44572</c:v>
                </c:pt>
                <c:pt idx="5550">
                  <c:v>44573</c:v>
                </c:pt>
                <c:pt idx="5551">
                  <c:v>44574</c:v>
                </c:pt>
                <c:pt idx="5552">
                  <c:v>44575</c:v>
                </c:pt>
                <c:pt idx="5553">
                  <c:v>44576</c:v>
                </c:pt>
                <c:pt idx="5554">
                  <c:v>44577</c:v>
                </c:pt>
                <c:pt idx="5555">
                  <c:v>44578</c:v>
                </c:pt>
                <c:pt idx="5556">
                  <c:v>44579</c:v>
                </c:pt>
                <c:pt idx="5557">
                  <c:v>44580</c:v>
                </c:pt>
                <c:pt idx="5558">
                  <c:v>44581</c:v>
                </c:pt>
                <c:pt idx="5559">
                  <c:v>44582</c:v>
                </c:pt>
                <c:pt idx="5560">
                  <c:v>44583</c:v>
                </c:pt>
                <c:pt idx="5561">
                  <c:v>44584</c:v>
                </c:pt>
                <c:pt idx="5562">
                  <c:v>44585</c:v>
                </c:pt>
                <c:pt idx="5563">
                  <c:v>44586</c:v>
                </c:pt>
                <c:pt idx="5564">
                  <c:v>44587</c:v>
                </c:pt>
                <c:pt idx="5565">
                  <c:v>44588</c:v>
                </c:pt>
                <c:pt idx="5566">
                  <c:v>44589</c:v>
                </c:pt>
                <c:pt idx="5567">
                  <c:v>44590</c:v>
                </c:pt>
                <c:pt idx="5568">
                  <c:v>44591</c:v>
                </c:pt>
                <c:pt idx="5569">
                  <c:v>44592</c:v>
                </c:pt>
                <c:pt idx="5570">
                  <c:v>44593</c:v>
                </c:pt>
                <c:pt idx="5571">
                  <c:v>44594</c:v>
                </c:pt>
                <c:pt idx="5572">
                  <c:v>44595</c:v>
                </c:pt>
                <c:pt idx="5573">
                  <c:v>44596</c:v>
                </c:pt>
                <c:pt idx="5574">
                  <c:v>44597</c:v>
                </c:pt>
                <c:pt idx="5575">
                  <c:v>44598</c:v>
                </c:pt>
                <c:pt idx="5576">
                  <c:v>44599</c:v>
                </c:pt>
                <c:pt idx="5577">
                  <c:v>44600</c:v>
                </c:pt>
                <c:pt idx="5578">
                  <c:v>44601</c:v>
                </c:pt>
                <c:pt idx="5579">
                  <c:v>44602</c:v>
                </c:pt>
                <c:pt idx="5580">
                  <c:v>44603</c:v>
                </c:pt>
                <c:pt idx="5581">
                  <c:v>44604</c:v>
                </c:pt>
                <c:pt idx="5582">
                  <c:v>44605</c:v>
                </c:pt>
                <c:pt idx="5583">
                  <c:v>44606</c:v>
                </c:pt>
                <c:pt idx="5584">
                  <c:v>44607</c:v>
                </c:pt>
                <c:pt idx="5585">
                  <c:v>44608</c:v>
                </c:pt>
                <c:pt idx="5586">
                  <c:v>44609</c:v>
                </c:pt>
                <c:pt idx="5587">
                  <c:v>44610</c:v>
                </c:pt>
                <c:pt idx="5588">
                  <c:v>44611</c:v>
                </c:pt>
                <c:pt idx="5589">
                  <c:v>44612</c:v>
                </c:pt>
                <c:pt idx="5590">
                  <c:v>44613</c:v>
                </c:pt>
                <c:pt idx="5591">
                  <c:v>44614</c:v>
                </c:pt>
                <c:pt idx="5592">
                  <c:v>44615</c:v>
                </c:pt>
                <c:pt idx="5593">
                  <c:v>44616</c:v>
                </c:pt>
                <c:pt idx="5594">
                  <c:v>44617</c:v>
                </c:pt>
                <c:pt idx="5595">
                  <c:v>44618</c:v>
                </c:pt>
                <c:pt idx="5596">
                  <c:v>44619</c:v>
                </c:pt>
                <c:pt idx="5597">
                  <c:v>44620</c:v>
                </c:pt>
                <c:pt idx="5598">
                  <c:v>44621</c:v>
                </c:pt>
                <c:pt idx="5599">
                  <c:v>44622</c:v>
                </c:pt>
                <c:pt idx="5600">
                  <c:v>44623</c:v>
                </c:pt>
                <c:pt idx="5601">
                  <c:v>44624</c:v>
                </c:pt>
                <c:pt idx="5602">
                  <c:v>44625</c:v>
                </c:pt>
                <c:pt idx="5603">
                  <c:v>44626</c:v>
                </c:pt>
                <c:pt idx="5604">
                  <c:v>44627</c:v>
                </c:pt>
                <c:pt idx="5605">
                  <c:v>44628</c:v>
                </c:pt>
                <c:pt idx="5606">
                  <c:v>44629</c:v>
                </c:pt>
                <c:pt idx="5607">
                  <c:v>44630</c:v>
                </c:pt>
                <c:pt idx="5608">
                  <c:v>44631</c:v>
                </c:pt>
                <c:pt idx="5609">
                  <c:v>44632</c:v>
                </c:pt>
                <c:pt idx="5610">
                  <c:v>44633</c:v>
                </c:pt>
                <c:pt idx="5611">
                  <c:v>44634</c:v>
                </c:pt>
                <c:pt idx="5612">
                  <c:v>44635</c:v>
                </c:pt>
                <c:pt idx="5613">
                  <c:v>44636</c:v>
                </c:pt>
                <c:pt idx="5614">
                  <c:v>44637</c:v>
                </c:pt>
                <c:pt idx="5615">
                  <c:v>44638</c:v>
                </c:pt>
                <c:pt idx="5616">
                  <c:v>44639</c:v>
                </c:pt>
                <c:pt idx="5617">
                  <c:v>44640</c:v>
                </c:pt>
                <c:pt idx="5618">
                  <c:v>44641</c:v>
                </c:pt>
                <c:pt idx="5619">
                  <c:v>44642</c:v>
                </c:pt>
                <c:pt idx="5620">
                  <c:v>44643</c:v>
                </c:pt>
                <c:pt idx="5621">
                  <c:v>44644</c:v>
                </c:pt>
                <c:pt idx="5622">
                  <c:v>44645</c:v>
                </c:pt>
                <c:pt idx="5623">
                  <c:v>44646</c:v>
                </c:pt>
                <c:pt idx="5624">
                  <c:v>44647</c:v>
                </c:pt>
                <c:pt idx="5625">
                  <c:v>44648</c:v>
                </c:pt>
                <c:pt idx="5626">
                  <c:v>44649</c:v>
                </c:pt>
                <c:pt idx="5627">
                  <c:v>44650</c:v>
                </c:pt>
                <c:pt idx="5628">
                  <c:v>44651</c:v>
                </c:pt>
                <c:pt idx="5629">
                  <c:v>44652</c:v>
                </c:pt>
                <c:pt idx="5630">
                  <c:v>44653</c:v>
                </c:pt>
                <c:pt idx="5631">
                  <c:v>44654</c:v>
                </c:pt>
                <c:pt idx="5632">
                  <c:v>44655</c:v>
                </c:pt>
                <c:pt idx="5633">
                  <c:v>44656</c:v>
                </c:pt>
                <c:pt idx="5634">
                  <c:v>44657</c:v>
                </c:pt>
                <c:pt idx="5635">
                  <c:v>44658</c:v>
                </c:pt>
                <c:pt idx="5636">
                  <c:v>44659</c:v>
                </c:pt>
                <c:pt idx="5637">
                  <c:v>44660</c:v>
                </c:pt>
                <c:pt idx="5638">
                  <c:v>44661</c:v>
                </c:pt>
                <c:pt idx="5639">
                  <c:v>44662</c:v>
                </c:pt>
                <c:pt idx="5640">
                  <c:v>44663</c:v>
                </c:pt>
                <c:pt idx="5641">
                  <c:v>44664</c:v>
                </c:pt>
                <c:pt idx="5642">
                  <c:v>44665</c:v>
                </c:pt>
                <c:pt idx="5643">
                  <c:v>44666</c:v>
                </c:pt>
                <c:pt idx="5644">
                  <c:v>44667</c:v>
                </c:pt>
                <c:pt idx="5645">
                  <c:v>44668</c:v>
                </c:pt>
                <c:pt idx="5646">
                  <c:v>44669</c:v>
                </c:pt>
                <c:pt idx="5647">
                  <c:v>44670</c:v>
                </c:pt>
                <c:pt idx="5648">
                  <c:v>44671</c:v>
                </c:pt>
                <c:pt idx="5649">
                  <c:v>44672</c:v>
                </c:pt>
                <c:pt idx="5650">
                  <c:v>44673</c:v>
                </c:pt>
                <c:pt idx="5651">
                  <c:v>44674</c:v>
                </c:pt>
                <c:pt idx="5652">
                  <c:v>44675</c:v>
                </c:pt>
                <c:pt idx="5653">
                  <c:v>44676</c:v>
                </c:pt>
                <c:pt idx="5654">
                  <c:v>44677</c:v>
                </c:pt>
                <c:pt idx="5655">
                  <c:v>44678</c:v>
                </c:pt>
                <c:pt idx="5656">
                  <c:v>44679</c:v>
                </c:pt>
                <c:pt idx="5657">
                  <c:v>44680</c:v>
                </c:pt>
                <c:pt idx="5658">
                  <c:v>44681</c:v>
                </c:pt>
                <c:pt idx="5659">
                  <c:v>44682</c:v>
                </c:pt>
                <c:pt idx="5660">
                  <c:v>44683</c:v>
                </c:pt>
                <c:pt idx="5661">
                  <c:v>44684</c:v>
                </c:pt>
                <c:pt idx="5662">
                  <c:v>44685</c:v>
                </c:pt>
                <c:pt idx="5663">
                  <c:v>44686</c:v>
                </c:pt>
                <c:pt idx="5664">
                  <c:v>44687</c:v>
                </c:pt>
                <c:pt idx="5665">
                  <c:v>44688</c:v>
                </c:pt>
                <c:pt idx="5666">
                  <c:v>44689</c:v>
                </c:pt>
                <c:pt idx="5667">
                  <c:v>44690</c:v>
                </c:pt>
                <c:pt idx="5668">
                  <c:v>44691</c:v>
                </c:pt>
                <c:pt idx="5669">
                  <c:v>44692</c:v>
                </c:pt>
                <c:pt idx="5670">
                  <c:v>44693</c:v>
                </c:pt>
                <c:pt idx="5671">
                  <c:v>44694</c:v>
                </c:pt>
                <c:pt idx="5672">
                  <c:v>44695</c:v>
                </c:pt>
                <c:pt idx="5673">
                  <c:v>44696</c:v>
                </c:pt>
                <c:pt idx="5674">
                  <c:v>44697</c:v>
                </c:pt>
                <c:pt idx="5675">
                  <c:v>44698</c:v>
                </c:pt>
                <c:pt idx="5676">
                  <c:v>44699</c:v>
                </c:pt>
                <c:pt idx="5677">
                  <c:v>44700</c:v>
                </c:pt>
                <c:pt idx="5678">
                  <c:v>44701</c:v>
                </c:pt>
                <c:pt idx="5679">
                  <c:v>44702</c:v>
                </c:pt>
                <c:pt idx="5680">
                  <c:v>44703</c:v>
                </c:pt>
                <c:pt idx="5681">
                  <c:v>44704</c:v>
                </c:pt>
                <c:pt idx="5682">
                  <c:v>44705</c:v>
                </c:pt>
                <c:pt idx="5683">
                  <c:v>44706</c:v>
                </c:pt>
                <c:pt idx="5684">
                  <c:v>44707</c:v>
                </c:pt>
                <c:pt idx="5685">
                  <c:v>44708</c:v>
                </c:pt>
                <c:pt idx="5686">
                  <c:v>44709</c:v>
                </c:pt>
                <c:pt idx="5687">
                  <c:v>44710</c:v>
                </c:pt>
                <c:pt idx="5688">
                  <c:v>44711</c:v>
                </c:pt>
                <c:pt idx="5689">
                  <c:v>44712</c:v>
                </c:pt>
                <c:pt idx="5690">
                  <c:v>44713</c:v>
                </c:pt>
                <c:pt idx="5691">
                  <c:v>44714</c:v>
                </c:pt>
                <c:pt idx="5692">
                  <c:v>44715</c:v>
                </c:pt>
                <c:pt idx="5693">
                  <c:v>44716</c:v>
                </c:pt>
                <c:pt idx="5694">
                  <c:v>44717</c:v>
                </c:pt>
                <c:pt idx="5695">
                  <c:v>44718</c:v>
                </c:pt>
                <c:pt idx="5696">
                  <c:v>44719</c:v>
                </c:pt>
                <c:pt idx="5697">
                  <c:v>44720</c:v>
                </c:pt>
                <c:pt idx="5698">
                  <c:v>44721</c:v>
                </c:pt>
                <c:pt idx="5699">
                  <c:v>44722</c:v>
                </c:pt>
                <c:pt idx="5700">
                  <c:v>44723</c:v>
                </c:pt>
                <c:pt idx="5701">
                  <c:v>44724</c:v>
                </c:pt>
                <c:pt idx="5702">
                  <c:v>44725</c:v>
                </c:pt>
                <c:pt idx="5703">
                  <c:v>44726</c:v>
                </c:pt>
                <c:pt idx="5704">
                  <c:v>44727</c:v>
                </c:pt>
                <c:pt idx="5705">
                  <c:v>44728</c:v>
                </c:pt>
                <c:pt idx="5706">
                  <c:v>44729</c:v>
                </c:pt>
                <c:pt idx="5707">
                  <c:v>44730</c:v>
                </c:pt>
                <c:pt idx="5708">
                  <c:v>44731</c:v>
                </c:pt>
                <c:pt idx="5709">
                  <c:v>44732</c:v>
                </c:pt>
                <c:pt idx="5710">
                  <c:v>44733</c:v>
                </c:pt>
                <c:pt idx="5711">
                  <c:v>44734</c:v>
                </c:pt>
                <c:pt idx="5712">
                  <c:v>44735</c:v>
                </c:pt>
                <c:pt idx="5713">
                  <c:v>44736</c:v>
                </c:pt>
                <c:pt idx="5714">
                  <c:v>44737</c:v>
                </c:pt>
                <c:pt idx="5715">
                  <c:v>44738</c:v>
                </c:pt>
                <c:pt idx="5716">
                  <c:v>44739</c:v>
                </c:pt>
                <c:pt idx="5717">
                  <c:v>44740</c:v>
                </c:pt>
                <c:pt idx="5718">
                  <c:v>44741</c:v>
                </c:pt>
                <c:pt idx="5719">
                  <c:v>44742</c:v>
                </c:pt>
                <c:pt idx="5720">
                  <c:v>44743</c:v>
                </c:pt>
                <c:pt idx="5721">
                  <c:v>44744</c:v>
                </c:pt>
                <c:pt idx="5722">
                  <c:v>44745</c:v>
                </c:pt>
                <c:pt idx="5723">
                  <c:v>44746</c:v>
                </c:pt>
                <c:pt idx="5724">
                  <c:v>44747</c:v>
                </c:pt>
                <c:pt idx="5725">
                  <c:v>44748</c:v>
                </c:pt>
                <c:pt idx="5726">
                  <c:v>44749</c:v>
                </c:pt>
                <c:pt idx="5727">
                  <c:v>44750</c:v>
                </c:pt>
                <c:pt idx="5728">
                  <c:v>44751</c:v>
                </c:pt>
                <c:pt idx="5729">
                  <c:v>44752</c:v>
                </c:pt>
                <c:pt idx="5730">
                  <c:v>44753</c:v>
                </c:pt>
                <c:pt idx="5731">
                  <c:v>44754</c:v>
                </c:pt>
                <c:pt idx="5732">
                  <c:v>44755</c:v>
                </c:pt>
                <c:pt idx="5733">
                  <c:v>44756</c:v>
                </c:pt>
                <c:pt idx="5734">
                  <c:v>44757</c:v>
                </c:pt>
                <c:pt idx="5735">
                  <c:v>44758</c:v>
                </c:pt>
                <c:pt idx="5736">
                  <c:v>44759</c:v>
                </c:pt>
                <c:pt idx="5737">
                  <c:v>44760</c:v>
                </c:pt>
                <c:pt idx="5738">
                  <c:v>44761</c:v>
                </c:pt>
                <c:pt idx="5739">
                  <c:v>44762</c:v>
                </c:pt>
                <c:pt idx="5740">
                  <c:v>44763</c:v>
                </c:pt>
                <c:pt idx="5741">
                  <c:v>44764</c:v>
                </c:pt>
                <c:pt idx="5742">
                  <c:v>44765</c:v>
                </c:pt>
                <c:pt idx="5743">
                  <c:v>44766</c:v>
                </c:pt>
                <c:pt idx="5744">
                  <c:v>44767</c:v>
                </c:pt>
                <c:pt idx="5745">
                  <c:v>44768</c:v>
                </c:pt>
                <c:pt idx="5746">
                  <c:v>44769</c:v>
                </c:pt>
                <c:pt idx="5747">
                  <c:v>44770</c:v>
                </c:pt>
                <c:pt idx="5748">
                  <c:v>44771</c:v>
                </c:pt>
                <c:pt idx="5749">
                  <c:v>44772</c:v>
                </c:pt>
                <c:pt idx="5750">
                  <c:v>44773</c:v>
                </c:pt>
                <c:pt idx="5751">
                  <c:v>44774</c:v>
                </c:pt>
                <c:pt idx="5752">
                  <c:v>44775</c:v>
                </c:pt>
                <c:pt idx="5753">
                  <c:v>44776</c:v>
                </c:pt>
                <c:pt idx="5754">
                  <c:v>44777</c:v>
                </c:pt>
                <c:pt idx="5755">
                  <c:v>44778</c:v>
                </c:pt>
                <c:pt idx="5756">
                  <c:v>44779</c:v>
                </c:pt>
                <c:pt idx="5757">
                  <c:v>44780</c:v>
                </c:pt>
                <c:pt idx="5758">
                  <c:v>44781</c:v>
                </c:pt>
                <c:pt idx="5759">
                  <c:v>44782</c:v>
                </c:pt>
                <c:pt idx="5760">
                  <c:v>44783</c:v>
                </c:pt>
                <c:pt idx="5761">
                  <c:v>44784</c:v>
                </c:pt>
                <c:pt idx="5762">
                  <c:v>44785</c:v>
                </c:pt>
                <c:pt idx="5763">
                  <c:v>44786</c:v>
                </c:pt>
                <c:pt idx="5764">
                  <c:v>44787</c:v>
                </c:pt>
                <c:pt idx="5765">
                  <c:v>44788</c:v>
                </c:pt>
                <c:pt idx="5766">
                  <c:v>44789</c:v>
                </c:pt>
                <c:pt idx="5767">
                  <c:v>44790</c:v>
                </c:pt>
                <c:pt idx="5768">
                  <c:v>44791</c:v>
                </c:pt>
                <c:pt idx="5769">
                  <c:v>44792</c:v>
                </c:pt>
                <c:pt idx="5770">
                  <c:v>44793</c:v>
                </c:pt>
                <c:pt idx="5771">
                  <c:v>44794</c:v>
                </c:pt>
                <c:pt idx="5772">
                  <c:v>44795</c:v>
                </c:pt>
                <c:pt idx="5773">
                  <c:v>44796</c:v>
                </c:pt>
                <c:pt idx="5774">
                  <c:v>44797</c:v>
                </c:pt>
                <c:pt idx="5775">
                  <c:v>44798</c:v>
                </c:pt>
                <c:pt idx="5776">
                  <c:v>44799</c:v>
                </c:pt>
                <c:pt idx="5777">
                  <c:v>44800</c:v>
                </c:pt>
                <c:pt idx="5778">
                  <c:v>44801</c:v>
                </c:pt>
                <c:pt idx="5779">
                  <c:v>44802</c:v>
                </c:pt>
                <c:pt idx="5780">
                  <c:v>44803</c:v>
                </c:pt>
                <c:pt idx="5781">
                  <c:v>44804</c:v>
                </c:pt>
                <c:pt idx="5782">
                  <c:v>44805</c:v>
                </c:pt>
                <c:pt idx="5783">
                  <c:v>44806</c:v>
                </c:pt>
                <c:pt idx="5784">
                  <c:v>44807</c:v>
                </c:pt>
                <c:pt idx="5785">
                  <c:v>44808</c:v>
                </c:pt>
                <c:pt idx="5786">
                  <c:v>44809</c:v>
                </c:pt>
                <c:pt idx="5787">
                  <c:v>44810</c:v>
                </c:pt>
                <c:pt idx="5788">
                  <c:v>44811</c:v>
                </c:pt>
                <c:pt idx="5789">
                  <c:v>44812</c:v>
                </c:pt>
                <c:pt idx="5790">
                  <c:v>44813</c:v>
                </c:pt>
                <c:pt idx="5791">
                  <c:v>44814</c:v>
                </c:pt>
                <c:pt idx="5792">
                  <c:v>44815</c:v>
                </c:pt>
                <c:pt idx="5793">
                  <c:v>44816</c:v>
                </c:pt>
                <c:pt idx="5794">
                  <c:v>44817</c:v>
                </c:pt>
                <c:pt idx="5795">
                  <c:v>44818</c:v>
                </c:pt>
                <c:pt idx="5796">
                  <c:v>44819</c:v>
                </c:pt>
                <c:pt idx="5797">
                  <c:v>44820</c:v>
                </c:pt>
                <c:pt idx="5798">
                  <c:v>44821</c:v>
                </c:pt>
                <c:pt idx="5799">
                  <c:v>44822</c:v>
                </c:pt>
                <c:pt idx="5800">
                  <c:v>44823</c:v>
                </c:pt>
                <c:pt idx="5801">
                  <c:v>44824</c:v>
                </c:pt>
                <c:pt idx="5802">
                  <c:v>44825</c:v>
                </c:pt>
                <c:pt idx="5803">
                  <c:v>44826</c:v>
                </c:pt>
                <c:pt idx="5804">
                  <c:v>44827</c:v>
                </c:pt>
                <c:pt idx="5805">
                  <c:v>44828</c:v>
                </c:pt>
                <c:pt idx="5806">
                  <c:v>44829</c:v>
                </c:pt>
                <c:pt idx="5807">
                  <c:v>44830</c:v>
                </c:pt>
                <c:pt idx="5808">
                  <c:v>44831</c:v>
                </c:pt>
                <c:pt idx="5809">
                  <c:v>44832</c:v>
                </c:pt>
                <c:pt idx="5810">
                  <c:v>44833</c:v>
                </c:pt>
                <c:pt idx="5811">
                  <c:v>44834</c:v>
                </c:pt>
                <c:pt idx="5812">
                  <c:v>44835</c:v>
                </c:pt>
                <c:pt idx="5813">
                  <c:v>44836</c:v>
                </c:pt>
                <c:pt idx="5814">
                  <c:v>44837</c:v>
                </c:pt>
                <c:pt idx="5815">
                  <c:v>44838</c:v>
                </c:pt>
                <c:pt idx="5816">
                  <c:v>44839</c:v>
                </c:pt>
                <c:pt idx="5817">
                  <c:v>44840</c:v>
                </c:pt>
                <c:pt idx="5818">
                  <c:v>44841</c:v>
                </c:pt>
                <c:pt idx="5819">
                  <c:v>44842</c:v>
                </c:pt>
                <c:pt idx="5820">
                  <c:v>44843</c:v>
                </c:pt>
                <c:pt idx="5821">
                  <c:v>44844</c:v>
                </c:pt>
                <c:pt idx="5822">
                  <c:v>44845</c:v>
                </c:pt>
                <c:pt idx="5823">
                  <c:v>44846</c:v>
                </c:pt>
                <c:pt idx="5824">
                  <c:v>44847</c:v>
                </c:pt>
                <c:pt idx="5825">
                  <c:v>44848</c:v>
                </c:pt>
                <c:pt idx="5826">
                  <c:v>44849</c:v>
                </c:pt>
                <c:pt idx="5827">
                  <c:v>44850</c:v>
                </c:pt>
                <c:pt idx="5828">
                  <c:v>44851</c:v>
                </c:pt>
                <c:pt idx="5829">
                  <c:v>44852</c:v>
                </c:pt>
                <c:pt idx="5830">
                  <c:v>44853</c:v>
                </c:pt>
                <c:pt idx="5831">
                  <c:v>44854</c:v>
                </c:pt>
                <c:pt idx="5832">
                  <c:v>44855</c:v>
                </c:pt>
                <c:pt idx="5833">
                  <c:v>44856</c:v>
                </c:pt>
                <c:pt idx="5834">
                  <c:v>44857</c:v>
                </c:pt>
                <c:pt idx="5835">
                  <c:v>44858</c:v>
                </c:pt>
                <c:pt idx="5836">
                  <c:v>44859</c:v>
                </c:pt>
                <c:pt idx="5837">
                  <c:v>44860</c:v>
                </c:pt>
                <c:pt idx="5838">
                  <c:v>44861</c:v>
                </c:pt>
                <c:pt idx="5839">
                  <c:v>44862</c:v>
                </c:pt>
                <c:pt idx="5840">
                  <c:v>44863</c:v>
                </c:pt>
                <c:pt idx="5841">
                  <c:v>44864</c:v>
                </c:pt>
                <c:pt idx="5842">
                  <c:v>44865</c:v>
                </c:pt>
                <c:pt idx="5843">
                  <c:v>44866</c:v>
                </c:pt>
                <c:pt idx="5844">
                  <c:v>44867</c:v>
                </c:pt>
                <c:pt idx="5845">
                  <c:v>44868</c:v>
                </c:pt>
                <c:pt idx="5846">
                  <c:v>44869</c:v>
                </c:pt>
                <c:pt idx="5847">
                  <c:v>44870</c:v>
                </c:pt>
                <c:pt idx="5848">
                  <c:v>44871</c:v>
                </c:pt>
                <c:pt idx="5849">
                  <c:v>44872</c:v>
                </c:pt>
                <c:pt idx="5850">
                  <c:v>44873</c:v>
                </c:pt>
                <c:pt idx="5851">
                  <c:v>44874</c:v>
                </c:pt>
                <c:pt idx="5852">
                  <c:v>44875</c:v>
                </c:pt>
                <c:pt idx="5853">
                  <c:v>44876</c:v>
                </c:pt>
                <c:pt idx="5854">
                  <c:v>44877</c:v>
                </c:pt>
                <c:pt idx="5855">
                  <c:v>44878</c:v>
                </c:pt>
                <c:pt idx="5856">
                  <c:v>44879</c:v>
                </c:pt>
                <c:pt idx="5857">
                  <c:v>44880</c:v>
                </c:pt>
                <c:pt idx="5858">
                  <c:v>44881</c:v>
                </c:pt>
                <c:pt idx="5859">
                  <c:v>44882</c:v>
                </c:pt>
                <c:pt idx="5860">
                  <c:v>44883</c:v>
                </c:pt>
                <c:pt idx="5861">
                  <c:v>44884</c:v>
                </c:pt>
                <c:pt idx="5862">
                  <c:v>44885</c:v>
                </c:pt>
                <c:pt idx="5863">
                  <c:v>44886</c:v>
                </c:pt>
                <c:pt idx="5864">
                  <c:v>44887</c:v>
                </c:pt>
                <c:pt idx="5865">
                  <c:v>44888</c:v>
                </c:pt>
                <c:pt idx="5866">
                  <c:v>44889</c:v>
                </c:pt>
                <c:pt idx="5867">
                  <c:v>44890</c:v>
                </c:pt>
                <c:pt idx="5868">
                  <c:v>44891</c:v>
                </c:pt>
                <c:pt idx="5869">
                  <c:v>44892</c:v>
                </c:pt>
                <c:pt idx="5870">
                  <c:v>44893</c:v>
                </c:pt>
                <c:pt idx="5871">
                  <c:v>44894</c:v>
                </c:pt>
                <c:pt idx="5872">
                  <c:v>44895</c:v>
                </c:pt>
                <c:pt idx="5873">
                  <c:v>44896</c:v>
                </c:pt>
                <c:pt idx="5874">
                  <c:v>44897</c:v>
                </c:pt>
                <c:pt idx="5875">
                  <c:v>44898</c:v>
                </c:pt>
                <c:pt idx="5876">
                  <c:v>44899</c:v>
                </c:pt>
                <c:pt idx="5877">
                  <c:v>44900</c:v>
                </c:pt>
                <c:pt idx="5878">
                  <c:v>44901</c:v>
                </c:pt>
                <c:pt idx="5879">
                  <c:v>44902</c:v>
                </c:pt>
                <c:pt idx="5880">
                  <c:v>44903</c:v>
                </c:pt>
                <c:pt idx="5881">
                  <c:v>44904</c:v>
                </c:pt>
                <c:pt idx="5882">
                  <c:v>44905</c:v>
                </c:pt>
                <c:pt idx="5883">
                  <c:v>44906</c:v>
                </c:pt>
                <c:pt idx="5884">
                  <c:v>44907</c:v>
                </c:pt>
                <c:pt idx="5885">
                  <c:v>44908</c:v>
                </c:pt>
                <c:pt idx="5886">
                  <c:v>44909</c:v>
                </c:pt>
                <c:pt idx="5887">
                  <c:v>44910</c:v>
                </c:pt>
                <c:pt idx="5888">
                  <c:v>44911</c:v>
                </c:pt>
                <c:pt idx="5889">
                  <c:v>44912</c:v>
                </c:pt>
                <c:pt idx="5890">
                  <c:v>44913</c:v>
                </c:pt>
                <c:pt idx="5891">
                  <c:v>44914</c:v>
                </c:pt>
                <c:pt idx="5892">
                  <c:v>44915</c:v>
                </c:pt>
                <c:pt idx="5893">
                  <c:v>44916</c:v>
                </c:pt>
                <c:pt idx="5894">
                  <c:v>44917</c:v>
                </c:pt>
                <c:pt idx="5895">
                  <c:v>44918</c:v>
                </c:pt>
                <c:pt idx="5896">
                  <c:v>44919</c:v>
                </c:pt>
                <c:pt idx="5897">
                  <c:v>44920</c:v>
                </c:pt>
                <c:pt idx="5898">
                  <c:v>44921</c:v>
                </c:pt>
                <c:pt idx="5899">
                  <c:v>44922</c:v>
                </c:pt>
                <c:pt idx="5900">
                  <c:v>44923</c:v>
                </c:pt>
                <c:pt idx="5901">
                  <c:v>44924</c:v>
                </c:pt>
                <c:pt idx="5902">
                  <c:v>44925</c:v>
                </c:pt>
                <c:pt idx="5903">
                  <c:v>44926</c:v>
                </c:pt>
                <c:pt idx="5904">
                  <c:v>44927</c:v>
                </c:pt>
                <c:pt idx="5905">
                  <c:v>44928</c:v>
                </c:pt>
                <c:pt idx="5906">
                  <c:v>44929</c:v>
                </c:pt>
                <c:pt idx="5907">
                  <c:v>44930</c:v>
                </c:pt>
                <c:pt idx="5908">
                  <c:v>44931</c:v>
                </c:pt>
                <c:pt idx="5909">
                  <c:v>44932</c:v>
                </c:pt>
                <c:pt idx="5910">
                  <c:v>44933</c:v>
                </c:pt>
                <c:pt idx="5911">
                  <c:v>44934</c:v>
                </c:pt>
                <c:pt idx="5912">
                  <c:v>44935</c:v>
                </c:pt>
                <c:pt idx="5913">
                  <c:v>44936</c:v>
                </c:pt>
                <c:pt idx="5914">
                  <c:v>44937</c:v>
                </c:pt>
                <c:pt idx="5915">
                  <c:v>44938</c:v>
                </c:pt>
                <c:pt idx="5916">
                  <c:v>44939</c:v>
                </c:pt>
                <c:pt idx="5917">
                  <c:v>44940</c:v>
                </c:pt>
                <c:pt idx="5918">
                  <c:v>44941</c:v>
                </c:pt>
                <c:pt idx="5919">
                  <c:v>44942</c:v>
                </c:pt>
                <c:pt idx="5920">
                  <c:v>44943</c:v>
                </c:pt>
                <c:pt idx="5921">
                  <c:v>44944</c:v>
                </c:pt>
                <c:pt idx="5922">
                  <c:v>44945</c:v>
                </c:pt>
                <c:pt idx="5923">
                  <c:v>44946</c:v>
                </c:pt>
                <c:pt idx="5924">
                  <c:v>44947</c:v>
                </c:pt>
                <c:pt idx="5925">
                  <c:v>44948</c:v>
                </c:pt>
                <c:pt idx="5926">
                  <c:v>44949</c:v>
                </c:pt>
                <c:pt idx="5927">
                  <c:v>44950</c:v>
                </c:pt>
                <c:pt idx="5928">
                  <c:v>44951</c:v>
                </c:pt>
                <c:pt idx="5929">
                  <c:v>44952</c:v>
                </c:pt>
                <c:pt idx="5930">
                  <c:v>44953</c:v>
                </c:pt>
                <c:pt idx="5931">
                  <c:v>44954</c:v>
                </c:pt>
                <c:pt idx="5932">
                  <c:v>44955</c:v>
                </c:pt>
                <c:pt idx="5933">
                  <c:v>44956</c:v>
                </c:pt>
                <c:pt idx="5934">
                  <c:v>44957</c:v>
                </c:pt>
                <c:pt idx="5935">
                  <c:v>44958</c:v>
                </c:pt>
                <c:pt idx="5936">
                  <c:v>44959</c:v>
                </c:pt>
                <c:pt idx="5937">
                  <c:v>44960</c:v>
                </c:pt>
                <c:pt idx="5938">
                  <c:v>44961</c:v>
                </c:pt>
                <c:pt idx="5939">
                  <c:v>44962</c:v>
                </c:pt>
                <c:pt idx="5940">
                  <c:v>44963</c:v>
                </c:pt>
                <c:pt idx="5941">
                  <c:v>44964</c:v>
                </c:pt>
                <c:pt idx="5942">
                  <c:v>44965</c:v>
                </c:pt>
                <c:pt idx="5943">
                  <c:v>44966</c:v>
                </c:pt>
                <c:pt idx="5944">
                  <c:v>44967</c:v>
                </c:pt>
                <c:pt idx="5945">
                  <c:v>44968</c:v>
                </c:pt>
                <c:pt idx="5946">
                  <c:v>44969</c:v>
                </c:pt>
                <c:pt idx="5947">
                  <c:v>44970</c:v>
                </c:pt>
                <c:pt idx="5948">
                  <c:v>44971</c:v>
                </c:pt>
                <c:pt idx="5949">
                  <c:v>44972</c:v>
                </c:pt>
                <c:pt idx="5950">
                  <c:v>44973</c:v>
                </c:pt>
                <c:pt idx="5951">
                  <c:v>44974</c:v>
                </c:pt>
                <c:pt idx="5952">
                  <c:v>44975</c:v>
                </c:pt>
                <c:pt idx="5953">
                  <c:v>44976</c:v>
                </c:pt>
                <c:pt idx="5954">
                  <c:v>44977</c:v>
                </c:pt>
                <c:pt idx="5955">
                  <c:v>44978</c:v>
                </c:pt>
                <c:pt idx="5956">
                  <c:v>44979</c:v>
                </c:pt>
                <c:pt idx="5957">
                  <c:v>44980</c:v>
                </c:pt>
                <c:pt idx="5958">
                  <c:v>44981</c:v>
                </c:pt>
                <c:pt idx="5959">
                  <c:v>44982</c:v>
                </c:pt>
                <c:pt idx="5960">
                  <c:v>44983</c:v>
                </c:pt>
                <c:pt idx="5961">
                  <c:v>44984</c:v>
                </c:pt>
                <c:pt idx="5962">
                  <c:v>44985</c:v>
                </c:pt>
                <c:pt idx="5963">
                  <c:v>44986</c:v>
                </c:pt>
                <c:pt idx="5964">
                  <c:v>44987</c:v>
                </c:pt>
                <c:pt idx="5965">
                  <c:v>44988</c:v>
                </c:pt>
                <c:pt idx="5966">
                  <c:v>44989</c:v>
                </c:pt>
                <c:pt idx="5967">
                  <c:v>44990</c:v>
                </c:pt>
                <c:pt idx="5968">
                  <c:v>44991</c:v>
                </c:pt>
                <c:pt idx="5969">
                  <c:v>44992</c:v>
                </c:pt>
                <c:pt idx="5970">
                  <c:v>44993</c:v>
                </c:pt>
                <c:pt idx="5971">
                  <c:v>44994</c:v>
                </c:pt>
                <c:pt idx="5972">
                  <c:v>44995</c:v>
                </c:pt>
                <c:pt idx="5973">
                  <c:v>44996</c:v>
                </c:pt>
                <c:pt idx="5974">
                  <c:v>44997</c:v>
                </c:pt>
                <c:pt idx="5975">
                  <c:v>44998</c:v>
                </c:pt>
                <c:pt idx="5976">
                  <c:v>44999</c:v>
                </c:pt>
                <c:pt idx="5977">
                  <c:v>45000</c:v>
                </c:pt>
                <c:pt idx="5978">
                  <c:v>45001</c:v>
                </c:pt>
                <c:pt idx="5979">
                  <c:v>45002</c:v>
                </c:pt>
                <c:pt idx="5980">
                  <c:v>45003</c:v>
                </c:pt>
                <c:pt idx="5981">
                  <c:v>45004</c:v>
                </c:pt>
                <c:pt idx="5982">
                  <c:v>45005</c:v>
                </c:pt>
                <c:pt idx="5983">
                  <c:v>45006</c:v>
                </c:pt>
                <c:pt idx="5984">
                  <c:v>45007</c:v>
                </c:pt>
                <c:pt idx="5985">
                  <c:v>45008</c:v>
                </c:pt>
                <c:pt idx="5986">
                  <c:v>45009</c:v>
                </c:pt>
                <c:pt idx="5987">
                  <c:v>45010</c:v>
                </c:pt>
                <c:pt idx="5988">
                  <c:v>45011</c:v>
                </c:pt>
                <c:pt idx="5989">
                  <c:v>45012</c:v>
                </c:pt>
                <c:pt idx="5990">
                  <c:v>45013</c:v>
                </c:pt>
                <c:pt idx="5991">
                  <c:v>45014</c:v>
                </c:pt>
                <c:pt idx="5992">
                  <c:v>45015</c:v>
                </c:pt>
                <c:pt idx="5993">
                  <c:v>45016</c:v>
                </c:pt>
                <c:pt idx="5994">
                  <c:v>45017</c:v>
                </c:pt>
                <c:pt idx="5995">
                  <c:v>45018</c:v>
                </c:pt>
                <c:pt idx="5996">
                  <c:v>45019</c:v>
                </c:pt>
                <c:pt idx="5997">
                  <c:v>45020</c:v>
                </c:pt>
                <c:pt idx="5998">
                  <c:v>45021</c:v>
                </c:pt>
                <c:pt idx="5999">
                  <c:v>45022</c:v>
                </c:pt>
                <c:pt idx="6000">
                  <c:v>45023</c:v>
                </c:pt>
                <c:pt idx="6001">
                  <c:v>45024</c:v>
                </c:pt>
                <c:pt idx="6002">
                  <c:v>45025</c:v>
                </c:pt>
                <c:pt idx="6003">
                  <c:v>45026</c:v>
                </c:pt>
                <c:pt idx="6004">
                  <c:v>45027</c:v>
                </c:pt>
                <c:pt idx="6005">
                  <c:v>45028</c:v>
                </c:pt>
                <c:pt idx="6006">
                  <c:v>45029</c:v>
                </c:pt>
                <c:pt idx="6007">
                  <c:v>45030</c:v>
                </c:pt>
                <c:pt idx="6008">
                  <c:v>45031</c:v>
                </c:pt>
                <c:pt idx="6009">
                  <c:v>45032</c:v>
                </c:pt>
                <c:pt idx="6010">
                  <c:v>45033</c:v>
                </c:pt>
                <c:pt idx="6011">
                  <c:v>45034</c:v>
                </c:pt>
                <c:pt idx="6012">
                  <c:v>45035</c:v>
                </c:pt>
                <c:pt idx="6013">
                  <c:v>45036</c:v>
                </c:pt>
                <c:pt idx="6014">
                  <c:v>45037</c:v>
                </c:pt>
                <c:pt idx="6015">
                  <c:v>45038</c:v>
                </c:pt>
                <c:pt idx="6016">
                  <c:v>45039</c:v>
                </c:pt>
                <c:pt idx="6017">
                  <c:v>45040</c:v>
                </c:pt>
                <c:pt idx="6018">
                  <c:v>45041</c:v>
                </c:pt>
                <c:pt idx="6019">
                  <c:v>45042</c:v>
                </c:pt>
                <c:pt idx="6020">
                  <c:v>45043</c:v>
                </c:pt>
                <c:pt idx="6021">
                  <c:v>45044</c:v>
                </c:pt>
                <c:pt idx="6022">
                  <c:v>45045</c:v>
                </c:pt>
                <c:pt idx="6023">
                  <c:v>45046</c:v>
                </c:pt>
                <c:pt idx="6024">
                  <c:v>45047</c:v>
                </c:pt>
                <c:pt idx="6025">
                  <c:v>45048</c:v>
                </c:pt>
                <c:pt idx="6026">
                  <c:v>45049</c:v>
                </c:pt>
                <c:pt idx="6027">
                  <c:v>45050</c:v>
                </c:pt>
                <c:pt idx="6028">
                  <c:v>45051</c:v>
                </c:pt>
                <c:pt idx="6029">
                  <c:v>45052</c:v>
                </c:pt>
                <c:pt idx="6030">
                  <c:v>45053</c:v>
                </c:pt>
                <c:pt idx="6031">
                  <c:v>45054</c:v>
                </c:pt>
                <c:pt idx="6032">
                  <c:v>45055</c:v>
                </c:pt>
                <c:pt idx="6033">
                  <c:v>45056</c:v>
                </c:pt>
                <c:pt idx="6034">
                  <c:v>45057</c:v>
                </c:pt>
                <c:pt idx="6035">
                  <c:v>45058</c:v>
                </c:pt>
                <c:pt idx="6036">
                  <c:v>45059</c:v>
                </c:pt>
                <c:pt idx="6037">
                  <c:v>45060</c:v>
                </c:pt>
                <c:pt idx="6038">
                  <c:v>45061</c:v>
                </c:pt>
                <c:pt idx="6039">
                  <c:v>45062</c:v>
                </c:pt>
                <c:pt idx="6040">
                  <c:v>45063</c:v>
                </c:pt>
                <c:pt idx="6041">
                  <c:v>45064</c:v>
                </c:pt>
                <c:pt idx="6042">
                  <c:v>45065</c:v>
                </c:pt>
                <c:pt idx="6043">
                  <c:v>45066</c:v>
                </c:pt>
                <c:pt idx="6044">
                  <c:v>45067</c:v>
                </c:pt>
                <c:pt idx="6045">
                  <c:v>45068</c:v>
                </c:pt>
                <c:pt idx="6046">
                  <c:v>45069</c:v>
                </c:pt>
                <c:pt idx="6047">
                  <c:v>45070</c:v>
                </c:pt>
                <c:pt idx="6048">
                  <c:v>45071</c:v>
                </c:pt>
                <c:pt idx="6049">
                  <c:v>45072</c:v>
                </c:pt>
                <c:pt idx="6050">
                  <c:v>45073</c:v>
                </c:pt>
                <c:pt idx="6051">
                  <c:v>45074</c:v>
                </c:pt>
                <c:pt idx="6052">
                  <c:v>45075</c:v>
                </c:pt>
                <c:pt idx="6053">
                  <c:v>45076</c:v>
                </c:pt>
                <c:pt idx="6054">
                  <c:v>45077</c:v>
                </c:pt>
                <c:pt idx="6055">
                  <c:v>45078</c:v>
                </c:pt>
                <c:pt idx="6056">
                  <c:v>45079</c:v>
                </c:pt>
                <c:pt idx="6057">
                  <c:v>45080</c:v>
                </c:pt>
                <c:pt idx="6058">
                  <c:v>45081</c:v>
                </c:pt>
                <c:pt idx="6059">
                  <c:v>45082</c:v>
                </c:pt>
                <c:pt idx="6060">
                  <c:v>45083</c:v>
                </c:pt>
                <c:pt idx="6061">
                  <c:v>45084</c:v>
                </c:pt>
                <c:pt idx="6062">
                  <c:v>45085</c:v>
                </c:pt>
                <c:pt idx="6063">
                  <c:v>45086</c:v>
                </c:pt>
                <c:pt idx="6064">
                  <c:v>45087</c:v>
                </c:pt>
                <c:pt idx="6065">
                  <c:v>45088</c:v>
                </c:pt>
                <c:pt idx="6066">
                  <c:v>45089</c:v>
                </c:pt>
                <c:pt idx="6067">
                  <c:v>45090</c:v>
                </c:pt>
                <c:pt idx="6068">
                  <c:v>45091</c:v>
                </c:pt>
                <c:pt idx="6069">
                  <c:v>45092</c:v>
                </c:pt>
                <c:pt idx="6070">
                  <c:v>45093</c:v>
                </c:pt>
                <c:pt idx="6071">
                  <c:v>45094</c:v>
                </c:pt>
                <c:pt idx="6072">
                  <c:v>45095</c:v>
                </c:pt>
                <c:pt idx="6073">
                  <c:v>45096</c:v>
                </c:pt>
                <c:pt idx="6074">
                  <c:v>45097</c:v>
                </c:pt>
                <c:pt idx="6075">
                  <c:v>45098</c:v>
                </c:pt>
                <c:pt idx="6076">
                  <c:v>45099</c:v>
                </c:pt>
                <c:pt idx="6077">
                  <c:v>45100</c:v>
                </c:pt>
                <c:pt idx="6078">
                  <c:v>45101</c:v>
                </c:pt>
                <c:pt idx="6079">
                  <c:v>45102</c:v>
                </c:pt>
                <c:pt idx="6080">
                  <c:v>45103</c:v>
                </c:pt>
                <c:pt idx="6081">
                  <c:v>45104</c:v>
                </c:pt>
                <c:pt idx="6082">
                  <c:v>45105</c:v>
                </c:pt>
                <c:pt idx="6083">
                  <c:v>45106</c:v>
                </c:pt>
                <c:pt idx="6084">
                  <c:v>45107</c:v>
                </c:pt>
                <c:pt idx="6085">
                  <c:v>45108</c:v>
                </c:pt>
                <c:pt idx="6086">
                  <c:v>45109</c:v>
                </c:pt>
                <c:pt idx="6087">
                  <c:v>45110</c:v>
                </c:pt>
                <c:pt idx="6088">
                  <c:v>45111</c:v>
                </c:pt>
                <c:pt idx="6089">
                  <c:v>45112</c:v>
                </c:pt>
                <c:pt idx="6090">
                  <c:v>45113</c:v>
                </c:pt>
                <c:pt idx="6091">
                  <c:v>45114</c:v>
                </c:pt>
                <c:pt idx="6092">
                  <c:v>45115</c:v>
                </c:pt>
                <c:pt idx="6093">
                  <c:v>45116</c:v>
                </c:pt>
                <c:pt idx="6094">
                  <c:v>45117</c:v>
                </c:pt>
                <c:pt idx="6095">
                  <c:v>45118</c:v>
                </c:pt>
                <c:pt idx="6096">
                  <c:v>45119</c:v>
                </c:pt>
                <c:pt idx="6097">
                  <c:v>45120</c:v>
                </c:pt>
                <c:pt idx="6098">
                  <c:v>45121</c:v>
                </c:pt>
                <c:pt idx="6099">
                  <c:v>45122</c:v>
                </c:pt>
                <c:pt idx="6100">
                  <c:v>45123</c:v>
                </c:pt>
                <c:pt idx="6101">
                  <c:v>45124</c:v>
                </c:pt>
                <c:pt idx="6102">
                  <c:v>45125</c:v>
                </c:pt>
                <c:pt idx="6103">
                  <c:v>45126</c:v>
                </c:pt>
                <c:pt idx="6104">
                  <c:v>45127</c:v>
                </c:pt>
                <c:pt idx="6105">
                  <c:v>45128</c:v>
                </c:pt>
                <c:pt idx="6106">
                  <c:v>45129</c:v>
                </c:pt>
                <c:pt idx="6107">
                  <c:v>45130</c:v>
                </c:pt>
                <c:pt idx="6108">
                  <c:v>45131</c:v>
                </c:pt>
                <c:pt idx="6109">
                  <c:v>45132</c:v>
                </c:pt>
                <c:pt idx="6110">
                  <c:v>45133</c:v>
                </c:pt>
                <c:pt idx="6111">
                  <c:v>45134</c:v>
                </c:pt>
                <c:pt idx="6112">
                  <c:v>45135</c:v>
                </c:pt>
                <c:pt idx="6113">
                  <c:v>45136</c:v>
                </c:pt>
                <c:pt idx="6114">
                  <c:v>45137</c:v>
                </c:pt>
                <c:pt idx="6115">
                  <c:v>45138</c:v>
                </c:pt>
                <c:pt idx="6116">
                  <c:v>45139</c:v>
                </c:pt>
                <c:pt idx="6117">
                  <c:v>45140</c:v>
                </c:pt>
                <c:pt idx="6118">
                  <c:v>45141</c:v>
                </c:pt>
                <c:pt idx="6119">
                  <c:v>45142</c:v>
                </c:pt>
                <c:pt idx="6120">
                  <c:v>45143</c:v>
                </c:pt>
                <c:pt idx="6121">
                  <c:v>45144</c:v>
                </c:pt>
                <c:pt idx="6122">
                  <c:v>45145</c:v>
                </c:pt>
                <c:pt idx="6123">
                  <c:v>45146</c:v>
                </c:pt>
                <c:pt idx="6124">
                  <c:v>45147</c:v>
                </c:pt>
                <c:pt idx="6125">
                  <c:v>45148</c:v>
                </c:pt>
                <c:pt idx="6126">
                  <c:v>45149</c:v>
                </c:pt>
                <c:pt idx="6127">
                  <c:v>45150</c:v>
                </c:pt>
                <c:pt idx="6128">
                  <c:v>45151</c:v>
                </c:pt>
                <c:pt idx="6129">
                  <c:v>45152</c:v>
                </c:pt>
                <c:pt idx="6130">
                  <c:v>45153</c:v>
                </c:pt>
                <c:pt idx="6131">
                  <c:v>45154</c:v>
                </c:pt>
                <c:pt idx="6132">
                  <c:v>45155</c:v>
                </c:pt>
                <c:pt idx="6133">
                  <c:v>45156</c:v>
                </c:pt>
                <c:pt idx="6134">
                  <c:v>45157</c:v>
                </c:pt>
                <c:pt idx="6135">
                  <c:v>45158</c:v>
                </c:pt>
                <c:pt idx="6136">
                  <c:v>45159</c:v>
                </c:pt>
                <c:pt idx="6137">
                  <c:v>45160</c:v>
                </c:pt>
                <c:pt idx="6138">
                  <c:v>45161</c:v>
                </c:pt>
                <c:pt idx="6139">
                  <c:v>45162</c:v>
                </c:pt>
                <c:pt idx="6140">
                  <c:v>45163</c:v>
                </c:pt>
                <c:pt idx="6141">
                  <c:v>45164</c:v>
                </c:pt>
                <c:pt idx="6142">
                  <c:v>45165</c:v>
                </c:pt>
                <c:pt idx="6143">
                  <c:v>45166</c:v>
                </c:pt>
                <c:pt idx="6144">
                  <c:v>45167</c:v>
                </c:pt>
                <c:pt idx="6145">
                  <c:v>45168</c:v>
                </c:pt>
                <c:pt idx="6146">
                  <c:v>45169</c:v>
                </c:pt>
                <c:pt idx="6147">
                  <c:v>45170</c:v>
                </c:pt>
                <c:pt idx="6148">
                  <c:v>45171</c:v>
                </c:pt>
                <c:pt idx="6149">
                  <c:v>45172</c:v>
                </c:pt>
                <c:pt idx="6150">
                  <c:v>45173</c:v>
                </c:pt>
                <c:pt idx="6151">
                  <c:v>45174</c:v>
                </c:pt>
                <c:pt idx="6152">
                  <c:v>45175</c:v>
                </c:pt>
                <c:pt idx="6153">
                  <c:v>45176</c:v>
                </c:pt>
                <c:pt idx="6154">
                  <c:v>45177</c:v>
                </c:pt>
                <c:pt idx="6155">
                  <c:v>45178</c:v>
                </c:pt>
                <c:pt idx="6156">
                  <c:v>45179</c:v>
                </c:pt>
                <c:pt idx="6157">
                  <c:v>45180</c:v>
                </c:pt>
                <c:pt idx="6158">
                  <c:v>45181</c:v>
                </c:pt>
                <c:pt idx="6159">
                  <c:v>45182</c:v>
                </c:pt>
                <c:pt idx="6160">
                  <c:v>45183</c:v>
                </c:pt>
                <c:pt idx="6161">
                  <c:v>45184</c:v>
                </c:pt>
                <c:pt idx="6162">
                  <c:v>45185</c:v>
                </c:pt>
                <c:pt idx="6163">
                  <c:v>45186</c:v>
                </c:pt>
                <c:pt idx="6164">
                  <c:v>45187</c:v>
                </c:pt>
                <c:pt idx="6165">
                  <c:v>45188</c:v>
                </c:pt>
                <c:pt idx="6166">
                  <c:v>45189</c:v>
                </c:pt>
                <c:pt idx="6167">
                  <c:v>45190</c:v>
                </c:pt>
                <c:pt idx="6168">
                  <c:v>45191</c:v>
                </c:pt>
                <c:pt idx="6169">
                  <c:v>45192</c:v>
                </c:pt>
                <c:pt idx="6170">
                  <c:v>45193</c:v>
                </c:pt>
                <c:pt idx="6171">
                  <c:v>45194</c:v>
                </c:pt>
                <c:pt idx="6172">
                  <c:v>45195</c:v>
                </c:pt>
                <c:pt idx="6173">
                  <c:v>45196</c:v>
                </c:pt>
                <c:pt idx="6174">
                  <c:v>45197</c:v>
                </c:pt>
                <c:pt idx="6175">
                  <c:v>45198</c:v>
                </c:pt>
                <c:pt idx="6176">
                  <c:v>45199</c:v>
                </c:pt>
                <c:pt idx="6177">
                  <c:v>45200</c:v>
                </c:pt>
                <c:pt idx="6178">
                  <c:v>45201</c:v>
                </c:pt>
                <c:pt idx="6179">
                  <c:v>45202</c:v>
                </c:pt>
                <c:pt idx="6180">
                  <c:v>45203</c:v>
                </c:pt>
                <c:pt idx="6181">
                  <c:v>45204</c:v>
                </c:pt>
                <c:pt idx="6182">
                  <c:v>45205</c:v>
                </c:pt>
                <c:pt idx="6183">
                  <c:v>45206</c:v>
                </c:pt>
                <c:pt idx="6184">
                  <c:v>45207</c:v>
                </c:pt>
                <c:pt idx="6185">
                  <c:v>45208</c:v>
                </c:pt>
                <c:pt idx="6186">
                  <c:v>45209</c:v>
                </c:pt>
                <c:pt idx="6187">
                  <c:v>45210</c:v>
                </c:pt>
                <c:pt idx="6188">
                  <c:v>45211</c:v>
                </c:pt>
                <c:pt idx="6189">
                  <c:v>45212</c:v>
                </c:pt>
                <c:pt idx="6190">
                  <c:v>45213</c:v>
                </c:pt>
                <c:pt idx="6191">
                  <c:v>45214</c:v>
                </c:pt>
                <c:pt idx="6192">
                  <c:v>45215</c:v>
                </c:pt>
                <c:pt idx="6193">
                  <c:v>45216</c:v>
                </c:pt>
                <c:pt idx="6194">
                  <c:v>45217</c:v>
                </c:pt>
                <c:pt idx="6195">
                  <c:v>45218</c:v>
                </c:pt>
                <c:pt idx="6196">
                  <c:v>45219</c:v>
                </c:pt>
                <c:pt idx="6197">
                  <c:v>45220</c:v>
                </c:pt>
                <c:pt idx="6198">
                  <c:v>45221</c:v>
                </c:pt>
                <c:pt idx="6199">
                  <c:v>45222</c:v>
                </c:pt>
                <c:pt idx="6200">
                  <c:v>45223</c:v>
                </c:pt>
                <c:pt idx="6201">
                  <c:v>45224</c:v>
                </c:pt>
                <c:pt idx="6202">
                  <c:v>45225</c:v>
                </c:pt>
                <c:pt idx="6203">
                  <c:v>45226</c:v>
                </c:pt>
                <c:pt idx="6204">
                  <c:v>45227</c:v>
                </c:pt>
                <c:pt idx="6205">
                  <c:v>45228</c:v>
                </c:pt>
                <c:pt idx="6206">
                  <c:v>45229</c:v>
                </c:pt>
                <c:pt idx="6207">
                  <c:v>45230</c:v>
                </c:pt>
                <c:pt idx="6208">
                  <c:v>45231</c:v>
                </c:pt>
                <c:pt idx="6209">
                  <c:v>45232</c:v>
                </c:pt>
                <c:pt idx="6210">
                  <c:v>45233</c:v>
                </c:pt>
                <c:pt idx="6211">
                  <c:v>45234</c:v>
                </c:pt>
                <c:pt idx="6212">
                  <c:v>45235</c:v>
                </c:pt>
                <c:pt idx="6213">
                  <c:v>45236</c:v>
                </c:pt>
                <c:pt idx="6214">
                  <c:v>45237</c:v>
                </c:pt>
                <c:pt idx="6215">
                  <c:v>45238</c:v>
                </c:pt>
                <c:pt idx="6216">
                  <c:v>45239</c:v>
                </c:pt>
                <c:pt idx="6217">
                  <c:v>45240</c:v>
                </c:pt>
                <c:pt idx="6218">
                  <c:v>45241</c:v>
                </c:pt>
                <c:pt idx="6219">
                  <c:v>45242</c:v>
                </c:pt>
                <c:pt idx="6220">
                  <c:v>45243</c:v>
                </c:pt>
                <c:pt idx="6221">
                  <c:v>45244</c:v>
                </c:pt>
                <c:pt idx="6222">
                  <c:v>45245</c:v>
                </c:pt>
                <c:pt idx="6223">
                  <c:v>45246</c:v>
                </c:pt>
                <c:pt idx="6224">
                  <c:v>45247</c:v>
                </c:pt>
                <c:pt idx="6225">
                  <c:v>45248</c:v>
                </c:pt>
                <c:pt idx="6226">
                  <c:v>45249</c:v>
                </c:pt>
                <c:pt idx="6227">
                  <c:v>45250</c:v>
                </c:pt>
                <c:pt idx="6228">
                  <c:v>45251</c:v>
                </c:pt>
                <c:pt idx="6229">
                  <c:v>45252</c:v>
                </c:pt>
                <c:pt idx="6230">
                  <c:v>45253</c:v>
                </c:pt>
                <c:pt idx="6231">
                  <c:v>45254</c:v>
                </c:pt>
                <c:pt idx="6232">
                  <c:v>45255</c:v>
                </c:pt>
                <c:pt idx="6233">
                  <c:v>45256</c:v>
                </c:pt>
                <c:pt idx="6234">
                  <c:v>45257</c:v>
                </c:pt>
                <c:pt idx="6235">
                  <c:v>45258</c:v>
                </c:pt>
                <c:pt idx="6236">
                  <c:v>45259</c:v>
                </c:pt>
                <c:pt idx="6237">
                  <c:v>45260</c:v>
                </c:pt>
                <c:pt idx="6238">
                  <c:v>45261</c:v>
                </c:pt>
                <c:pt idx="6239">
                  <c:v>45262</c:v>
                </c:pt>
                <c:pt idx="6240">
                  <c:v>45263</c:v>
                </c:pt>
                <c:pt idx="6241">
                  <c:v>45264</c:v>
                </c:pt>
                <c:pt idx="6242">
                  <c:v>45265</c:v>
                </c:pt>
                <c:pt idx="6243">
                  <c:v>45266</c:v>
                </c:pt>
                <c:pt idx="6244">
                  <c:v>45267</c:v>
                </c:pt>
                <c:pt idx="6245">
                  <c:v>45268</c:v>
                </c:pt>
                <c:pt idx="6246">
                  <c:v>45269</c:v>
                </c:pt>
                <c:pt idx="6247">
                  <c:v>45270</c:v>
                </c:pt>
                <c:pt idx="6248">
                  <c:v>45271</c:v>
                </c:pt>
                <c:pt idx="6249">
                  <c:v>45272</c:v>
                </c:pt>
                <c:pt idx="6250">
                  <c:v>45273</c:v>
                </c:pt>
                <c:pt idx="6251">
                  <c:v>45274</c:v>
                </c:pt>
                <c:pt idx="6252">
                  <c:v>45275</c:v>
                </c:pt>
                <c:pt idx="6253">
                  <c:v>45276</c:v>
                </c:pt>
                <c:pt idx="6254">
                  <c:v>45277</c:v>
                </c:pt>
                <c:pt idx="6255">
                  <c:v>45278</c:v>
                </c:pt>
                <c:pt idx="6256">
                  <c:v>45279</c:v>
                </c:pt>
                <c:pt idx="6257">
                  <c:v>45280</c:v>
                </c:pt>
                <c:pt idx="6258">
                  <c:v>45281</c:v>
                </c:pt>
                <c:pt idx="6259">
                  <c:v>45282</c:v>
                </c:pt>
                <c:pt idx="6260">
                  <c:v>45283</c:v>
                </c:pt>
                <c:pt idx="6261">
                  <c:v>45284</c:v>
                </c:pt>
                <c:pt idx="6262">
                  <c:v>45285</c:v>
                </c:pt>
                <c:pt idx="6263">
                  <c:v>45286</c:v>
                </c:pt>
                <c:pt idx="6264">
                  <c:v>45287</c:v>
                </c:pt>
                <c:pt idx="6265">
                  <c:v>45288</c:v>
                </c:pt>
                <c:pt idx="6266">
                  <c:v>45289</c:v>
                </c:pt>
                <c:pt idx="6267">
                  <c:v>45290</c:v>
                </c:pt>
                <c:pt idx="6268">
                  <c:v>45291</c:v>
                </c:pt>
                <c:pt idx="6269">
                  <c:v>45292</c:v>
                </c:pt>
                <c:pt idx="6270">
                  <c:v>45293</c:v>
                </c:pt>
                <c:pt idx="6271">
                  <c:v>45294</c:v>
                </c:pt>
                <c:pt idx="6272">
                  <c:v>45295</c:v>
                </c:pt>
                <c:pt idx="6273">
                  <c:v>45296</c:v>
                </c:pt>
                <c:pt idx="6274">
                  <c:v>45297</c:v>
                </c:pt>
                <c:pt idx="6275">
                  <c:v>45298</c:v>
                </c:pt>
                <c:pt idx="6276">
                  <c:v>45299</c:v>
                </c:pt>
                <c:pt idx="6277">
                  <c:v>45300</c:v>
                </c:pt>
                <c:pt idx="6278">
                  <c:v>45301</c:v>
                </c:pt>
                <c:pt idx="6279">
                  <c:v>45302</c:v>
                </c:pt>
                <c:pt idx="6280">
                  <c:v>45303</c:v>
                </c:pt>
                <c:pt idx="6281">
                  <c:v>45304</c:v>
                </c:pt>
                <c:pt idx="6282">
                  <c:v>45305</c:v>
                </c:pt>
                <c:pt idx="6283">
                  <c:v>45306</c:v>
                </c:pt>
                <c:pt idx="6284">
                  <c:v>45307</c:v>
                </c:pt>
                <c:pt idx="6285">
                  <c:v>45308</c:v>
                </c:pt>
                <c:pt idx="6286">
                  <c:v>45309</c:v>
                </c:pt>
                <c:pt idx="6287">
                  <c:v>45310</c:v>
                </c:pt>
                <c:pt idx="6288">
                  <c:v>45311</c:v>
                </c:pt>
                <c:pt idx="6289">
                  <c:v>45312</c:v>
                </c:pt>
                <c:pt idx="6290">
                  <c:v>45313</c:v>
                </c:pt>
              </c:numCache>
            </c:numRef>
          </c:cat>
          <c:val>
            <c:numRef>
              <c:f>磷肥价格及价差!$T$2:$T$6286</c:f>
              <c:numCache>
                <c:formatCode>General</c:formatCode>
                <c:ptCount val="6285"/>
                <c:pt idx="0">
                  <c:v>1448</c:v>
                </c:pt>
                <c:pt idx="1">
                  <c:v>1448</c:v>
                </c:pt>
                <c:pt idx="2">
                  <c:v>1448</c:v>
                </c:pt>
                <c:pt idx="3">
                  <c:v>1448</c:v>
                </c:pt>
                <c:pt idx="4">
                  <c:v>1448</c:v>
                </c:pt>
                <c:pt idx="5">
                  <c:v>1448</c:v>
                </c:pt>
                <c:pt idx="6">
                  <c:v>1448</c:v>
                </c:pt>
                <c:pt idx="7">
                  <c:v>1448</c:v>
                </c:pt>
                <c:pt idx="8">
                  <c:v>1448</c:v>
                </c:pt>
                <c:pt idx="9">
                  <c:v>1448</c:v>
                </c:pt>
                <c:pt idx="10">
                  <c:v>1373</c:v>
                </c:pt>
                <c:pt idx="11">
                  <c:v>1373</c:v>
                </c:pt>
                <c:pt idx="12">
                  <c:v>1373</c:v>
                </c:pt>
                <c:pt idx="13">
                  <c:v>1373</c:v>
                </c:pt>
                <c:pt idx="14">
                  <c:v>1373</c:v>
                </c:pt>
                <c:pt idx="15">
                  <c:v>1403</c:v>
                </c:pt>
                <c:pt idx="16">
                  <c:v>1403</c:v>
                </c:pt>
                <c:pt idx="17">
                  <c:v>1403</c:v>
                </c:pt>
                <c:pt idx="18">
                  <c:v>1403</c:v>
                </c:pt>
                <c:pt idx="19">
                  <c:v>1427</c:v>
                </c:pt>
                <c:pt idx="20">
                  <c:v>1427</c:v>
                </c:pt>
                <c:pt idx="21">
                  <c:v>1427</c:v>
                </c:pt>
                <c:pt idx="22">
                  <c:v>1427</c:v>
                </c:pt>
                <c:pt idx="23">
                  <c:v>1427</c:v>
                </c:pt>
                <c:pt idx="24">
                  <c:v>1427</c:v>
                </c:pt>
                <c:pt idx="25">
                  <c:v>1427</c:v>
                </c:pt>
                <c:pt idx="26">
                  <c:v>1439</c:v>
                </c:pt>
                <c:pt idx="27">
                  <c:v>1439</c:v>
                </c:pt>
                <c:pt idx="28">
                  <c:v>1439</c:v>
                </c:pt>
                <c:pt idx="29">
                  <c:v>1439</c:v>
                </c:pt>
                <c:pt idx="30">
                  <c:v>1439</c:v>
                </c:pt>
                <c:pt idx="31">
                  <c:v>1439</c:v>
                </c:pt>
                <c:pt idx="32">
                  <c:v>1439</c:v>
                </c:pt>
                <c:pt idx="33">
                  <c:v>1403</c:v>
                </c:pt>
                <c:pt idx="34">
                  <c:v>1403</c:v>
                </c:pt>
                <c:pt idx="35">
                  <c:v>1403</c:v>
                </c:pt>
                <c:pt idx="36">
                  <c:v>1403</c:v>
                </c:pt>
                <c:pt idx="37">
                  <c:v>1403</c:v>
                </c:pt>
                <c:pt idx="38">
                  <c:v>1403</c:v>
                </c:pt>
                <c:pt idx="39">
                  <c:v>1403</c:v>
                </c:pt>
                <c:pt idx="40">
                  <c:v>1379</c:v>
                </c:pt>
                <c:pt idx="41">
                  <c:v>1379</c:v>
                </c:pt>
                <c:pt idx="42">
                  <c:v>1379</c:v>
                </c:pt>
                <c:pt idx="43">
                  <c:v>1379</c:v>
                </c:pt>
                <c:pt idx="44">
                  <c:v>1379</c:v>
                </c:pt>
                <c:pt idx="45">
                  <c:v>1379</c:v>
                </c:pt>
                <c:pt idx="46">
                  <c:v>1379</c:v>
                </c:pt>
                <c:pt idx="47">
                  <c:v>1379</c:v>
                </c:pt>
                <c:pt idx="48">
                  <c:v>1379</c:v>
                </c:pt>
                <c:pt idx="49">
                  <c:v>1379</c:v>
                </c:pt>
                <c:pt idx="50">
                  <c:v>1379</c:v>
                </c:pt>
                <c:pt idx="51">
                  <c:v>1379</c:v>
                </c:pt>
                <c:pt idx="52">
                  <c:v>1379</c:v>
                </c:pt>
                <c:pt idx="53">
                  <c:v>1379</c:v>
                </c:pt>
                <c:pt idx="54">
                  <c:v>1367</c:v>
                </c:pt>
                <c:pt idx="55">
                  <c:v>1367</c:v>
                </c:pt>
                <c:pt idx="56">
                  <c:v>1367</c:v>
                </c:pt>
                <c:pt idx="57">
                  <c:v>1367</c:v>
                </c:pt>
                <c:pt idx="58">
                  <c:v>1367</c:v>
                </c:pt>
                <c:pt idx="59">
                  <c:v>1367</c:v>
                </c:pt>
                <c:pt idx="60">
                  <c:v>1367</c:v>
                </c:pt>
                <c:pt idx="61">
                  <c:v>1367</c:v>
                </c:pt>
                <c:pt idx="62">
                  <c:v>1367</c:v>
                </c:pt>
                <c:pt idx="63">
                  <c:v>1367</c:v>
                </c:pt>
                <c:pt idx="64">
                  <c:v>1367</c:v>
                </c:pt>
                <c:pt idx="65">
                  <c:v>1367</c:v>
                </c:pt>
                <c:pt idx="66">
                  <c:v>1367</c:v>
                </c:pt>
                <c:pt idx="67">
                  <c:v>1367</c:v>
                </c:pt>
                <c:pt idx="68">
                  <c:v>1367</c:v>
                </c:pt>
                <c:pt idx="69">
                  <c:v>1367</c:v>
                </c:pt>
                <c:pt idx="70">
                  <c:v>1367</c:v>
                </c:pt>
                <c:pt idx="71">
                  <c:v>1367</c:v>
                </c:pt>
                <c:pt idx="72">
                  <c:v>1367</c:v>
                </c:pt>
                <c:pt idx="73">
                  <c:v>1367</c:v>
                </c:pt>
                <c:pt idx="74">
                  <c:v>1367</c:v>
                </c:pt>
                <c:pt idx="75">
                  <c:v>1367</c:v>
                </c:pt>
                <c:pt idx="76">
                  <c:v>1367</c:v>
                </c:pt>
                <c:pt idx="77">
                  <c:v>1367</c:v>
                </c:pt>
                <c:pt idx="78">
                  <c:v>1367</c:v>
                </c:pt>
                <c:pt idx="79">
                  <c:v>1367</c:v>
                </c:pt>
                <c:pt idx="80">
                  <c:v>1367</c:v>
                </c:pt>
                <c:pt idx="81">
                  <c:v>1367</c:v>
                </c:pt>
                <c:pt idx="82">
                  <c:v>1419.8</c:v>
                </c:pt>
                <c:pt idx="83">
                  <c:v>1419.8</c:v>
                </c:pt>
                <c:pt idx="84">
                  <c:v>1419.8</c:v>
                </c:pt>
                <c:pt idx="85">
                  <c:v>1419.8</c:v>
                </c:pt>
                <c:pt idx="86">
                  <c:v>1419.8</c:v>
                </c:pt>
                <c:pt idx="87">
                  <c:v>1419.8</c:v>
                </c:pt>
                <c:pt idx="88">
                  <c:v>1419.8</c:v>
                </c:pt>
                <c:pt idx="89">
                  <c:v>1427</c:v>
                </c:pt>
                <c:pt idx="90">
                  <c:v>1412</c:v>
                </c:pt>
                <c:pt idx="91">
                  <c:v>1412</c:v>
                </c:pt>
                <c:pt idx="92">
                  <c:v>1412</c:v>
                </c:pt>
                <c:pt idx="93">
                  <c:v>1412</c:v>
                </c:pt>
                <c:pt idx="94">
                  <c:v>1412</c:v>
                </c:pt>
                <c:pt idx="95">
                  <c:v>1412</c:v>
                </c:pt>
                <c:pt idx="96">
                  <c:v>1424</c:v>
                </c:pt>
                <c:pt idx="97">
                  <c:v>1424</c:v>
                </c:pt>
                <c:pt idx="98">
                  <c:v>1424</c:v>
                </c:pt>
                <c:pt idx="99">
                  <c:v>1424</c:v>
                </c:pt>
                <c:pt idx="100">
                  <c:v>1424</c:v>
                </c:pt>
                <c:pt idx="101">
                  <c:v>1424</c:v>
                </c:pt>
                <c:pt idx="102">
                  <c:v>1424</c:v>
                </c:pt>
                <c:pt idx="103">
                  <c:v>1424</c:v>
                </c:pt>
                <c:pt idx="104">
                  <c:v>1424</c:v>
                </c:pt>
                <c:pt idx="105">
                  <c:v>1444</c:v>
                </c:pt>
                <c:pt idx="106">
                  <c:v>1444</c:v>
                </c:pt>
                <c:pt idx="107">
                  <c:v>1444</c:v>
                </c:pt>
                <c:pt idx="108">
                  <c:v>1444</c:v>
                </c:pt>
                <c:pt idx="109">
                  <c:v>1444</c:v>
                </c:pt>
                <c:pt idx="110">
                  <c:v>1444</c:v>
                </c:pt>
                <c:pt idx="111">
                  <c:v>1432</c:v>
                </c:pt>
                <c:pt idx="112">
                  <c:v>1432</c:v>
                </c:pt>
                <c:pt idx="113">
                  <c:v>1432</c:v>
                </c:pt>
                <c:pt idx="114">
                  <c:v>1432</c:v>
                </c:pt>
                <c:pt idx="115">
                  <c:v>1432</c:v>
                </c:pt>
                <c:pt idx="116">
                  <c:v>1432</c:v>
                </c:pt>
                <c:pt idx="117">
                  <c:v>1432</c:v>
                </c:pt>
                <c:pt idx="118">
                  <c:v>1432</c:v>
                </c:pt>
                <c:pt idx="119">
                  <c:v>1432</c:v>
                </c:pt>
                <c:pt idx="120">
                  <c:v>1432</c:v>
                </c:pt>
                <c:pt idx="121">
                  <c:v>1432</c:v>
                </c:pt>
                <c:pt idx="122">
                  <c:v>1432</c:v>
                </c:pt>
                <c:pt idx="123">
                  <c:v>1432</c:v>
                </c:pt>
                <c:pt idx="124">
                  <c:v>1363</c:v>
                </c:pt>
                <c:pt idx="125">
                  <c:v>1383</c:v>
                </c:pt>
                <c:pt idx="126">
                  <c:v>1383</c:v>
                </c:pt>
                <c:pt idx="127">
                  <c:v>1383</c:v>
                </c:pt>
                <c:pt idx="128">
                  <c:v>1383</c:v>
                </c:pt>
                <c:pt idx="129">
                  <c:v>1383</c:v>
                </c:pt>
                <c:pt idx="130">
                  <c:v>1383</c:v>
                </c:pt>
                <c:pt idx="131">
                  <c:v>1335</c:v>
                </c:pt>
                <c:pt idx="132">
                  <c:v>1335</c:v>
                </c:pt>
                <c:pt idx="133">
                  <c:v>1335</c:v>
                </c:pt>
                <c:pt idx="134">
                  <c:v>1335</c:v>
                </c:pt>
                <c:pt idx="135">
                  <c:v>1335</c:v>
                </c:pt>
                <c:pt idx="136">
                  <c:v>1335</c:v>
                </c:pt>
                <c:pt idx="137">
                  <c:v>1230</c:v>
                </c:pt>
                <c:pt idx="138">
                  <c:v>1182</c:v>
                </c:pt>
                <c:pt idx="139">
                  <c:v>1182</c:v>
                </c:pt>
                <c:pt idx="140">
                  <c:v>1182</c:v>
                </c:pt>
                <c:pt idx="141">
                  <c:v>1182</c:v>
                </c:pt>
                <c:pt idx="142">
                  <c:v>1182</c:v>
                </c:pt>
                <c:pt idx="143">
                  <c:v>1182</c:v>
                </c:pt>
                <c:pt idx="144">
                  <c:v>1182</c:v>
                </c:pt>
                <c:pt idx="145">
                  <c:v>1194</c:v>
                </c:pt>
                <c:pt idx="146">
                  <c:v>1194</c:v>
                </c:pt>
                <c:pt idx="147">
                  <c:v>1074</c:v>
                </c:pt>
                <c:pt idx="148">
                  <c:v>1074</c:v>
                </c:pt>
                <c:pt idx="149">
                  <c:v>1074</c:v>
                </c:pt>
                <c:pt idx="150">
                  <c:v>1124</c:v>
                </c:pt>
                <c:pt idx="151">
                  <c:v>1124</c:v>
                </c:pt>
                <c:pt idx="152">
                  <c:v>1112</c:v>
                </c:pt>
                <c:pt idx="153">
                  <c:v>1112</c:v>
                </c:pt>
                <c:pt idx="154">
                  <c:v>1112</c:v>
                </c:pt>
                <c:pt idx="155">
                  <c:v>1112</c:v>
                </c:pt>
                <c:pt idx="156">
                  <c:v>1112</c:v>
                </c:pt>
                <c:pt idx="157">
                  <c:v>1112</c:v>
                </c:pt>
                <c:pt idx="158">
                  <c:v>1122</c:v>
                </c:pt>
                <c:pt idx="159">
                  <c:v>1129.2</c:v>
                </c:pt>
                <c:pt idx="160">
                  <c:v>984.2</c:v>
                </c:pt>
                <c:pt idx="161">
                  <c:v>984.2</c:v>
                </c:pt>
                <c:pt idx="162">
                  <c:v>1069.2</c:v>
                </c:pt>
                <c:pt idx="163">
                  <c:v>1069.2</c:v>
                </c:pt>
                <c:pt idx="164">
                  <c:v>1069.2</c:v>
                </c:pt>
                <c:pt idx="165">
                  <c:v>1069.2</c:v>
                </c:pt>
                <c:pt idx="166">
                  <c:v>1086</c:v>
                </c:pt>
                <c:pt idx="167">
                  <c:v>1086</c:v>
                </c:pt>
                <c:pt idx="168">
                  <c:v>1086</c:v>
                </c:pt>
                <c:pt idx="169">
                  <c:v>1086</c:v>
                </c:pt>
                <c:pt idx="170">
                  <c:v>1086</c:v>
                </c:pt>
                <c:pt idx="171">
                  <c:v>1086</c:v>
                </c:pt>
                <c:pt idx="172">
                  <c:v>1086</c:v>
                </c:pt>
                <c:pt idx="173">
                  <c:v>1098</c:v>
                </c:pt>
                <c:pt idx="174">
                  <c:v>1098</c:v>
                </c:pt>
                <c:pt idx="175">
                  <c:v>1098</c:v>
                </c:pt>
                <c:pt idx="176">
                  <c:v>1038</c:v>
                </c:pt>
                <c:pt idx="177">
                  <c:v>1038</c:v>
                </c:pt>
                <c:pt idx="178">
                  <c:v>1038</c:v>
                </c:pt>
                <c:pt idx="179">
                  <c:v>1038</c:v>
                </c:pt>
                <c:pt idx="180">
                  <c:v>1038</c:v>
                </c:pt>
                <c:pt idx="181">
                  <c:v>1038</c:v>
                </c:pt>
                <c:pt idx="182">
                  <c:v>1038</c:v>
                </c:pt>
                <c:pt idx="183">
                  <c:v>1038</c:v>
                </c:pt>
                <c:pt idx="184">
                  <c:v>1038</c:v>
                </c:pt>
                <c:pt idx="185">
                  <c:v>1110</c:v>
                </c:pt>
                <c:pt idx="186">
                  <c:v>1110</c:v>
                </c:pt>
                <c:pt idx="187">
                  <c:v>1110</c:v>
                </c:pt>
                <c:pt idx="188">
                  <c:v>1110</c:v>
                </c:pt>
                <c:pt idx="189">
                  <c:v>1185</c:v>
                </c:pt>
                <c:pt idx="190">
                  <c:v>1235</c:v>
                </c:pt>
                <c:pt idx="191">
                  <c:v>1235</c:v>
                </c:pt>
                <c:pt idx="192">
                  <c:v>1235</c:v>
                </c:pt>
                <c:pt idx="193">
                  <c:v>1235</c:v>
                </c:pt>
                <c:pt idx="194">
                  <c:v>1223</c:v>
                </c:pt>
                <c:pt idx="195">
                  <c:v>1223</c:v>
                </c:pt>
                <c:pt idx="196">
                  <c:v>1213</c:v>
                </c:pt>
                <c:pt idx="197">
                  <c:v>1213</c:v>
                </c:pt>
                <c:pt idx="198">
                  <c:v>1213</c:v>
                </c:pt>
                <c:pt idx="199">
                  <c:v>1213</c:v>
                </c:pt>
                <c:pt idx="200">
                  <c:v>1213</c:v>
                </c:pt>
                <c:pt idx="201">
                  <c:v>1213</c:v>
                </c:pt>
                <c:pt idx="202">
                  <c:v>1213</c:v>
                </c:pt>
                <c:pt idx="203">
                  <c:v>1213</c:v>
                </c:pt>
                <c:pt idx="204">
                  <c:v>1213</c:v>
                </c:pt>
                <c:pt idx="205">
                  <c:v>1213</c:v>
                </c:pt>
                <c:pt idx="206">
                  <c:v>1213</c:v>
                </c:pt>
                <c:pt idx="207">
                  <c:v>1213</c:v>
                </c:pt>
                <c:pt idx="208">
                  <c:v>1201</c:v>
                </c:pt>
                <c:pt idx="209">
                  <c:v>1201</c:v>
                </c:pt>
                <c:pt idx="210">
                  <c:v>1201</c:v>
                </c:pt>
                <c:pt idx="211">
                  <c:v>1201</c:v>
                </c:pt>
                <c:pt idx="212">
                  <c:v>1201</c:v>
                </c:pt>
                <c:pt idx="213">
                  <c:v>1201</c:v>
                </c:pt>
                <c:pt idx="214">
                  <c:v>1211</c:v>
                </c:pt>
                <c:pt idx="215">
                  <c:v>1211</c:v>
                </c:pt>
                <c:pt idx="216">
                  <c:v>1211</c:v>
                </c:pt>
                <c:pt idx="217">
                  <c:v>1211</c:v>
                </c:pt>
                <c:pt idx="218">
                  <c:v>1211</c:v>
                </c:pt>
                <c:pt idx="219">
                  <c:v>1211</c:v>
                </c:pt>
                <c:pt idx="220">
                  <c:v>1211</c:v>
                </c:pt>
                <c:pt idx="221">
                  <c:v>1211</c:v>
                </c:pt>
                <c:pt idx="222">
                  <c:v>1223</c:v>
                </c:pt>
                <c:pt idx="223">
                  <c:v>1223</c:v>
                </c:pt>
                <c:pt idx="224">
                  <c:v>1223</c:v>
                </c:pt>
                <c:pt idx="225">
                  <c:v>1223</c:v>
                </c:pt>
                <c:pt idx="226">
                  <c:v>1223</c:v>
                </c:pt>
                <c:pt idx="227">
                  <c:v>1223</c:v>
                </c:pt>
                <c:pt idx="228">
                  <c:v>1223</c:v>
                </c:pt>
                <c:pt idx="229">
                  <c:v>1247</c:v>
                </c:pt>
                <c:pt idx="230">
                  <c:v>1247</c:v>
                </c:pt>
                <c:pt idx="231">
                  <c:v>1247</c:v>
                </c:pt>
                <c:pt idx="232">
                  <c:v>1247</c:v>
                </c:pt>
                <c:pt idx="233">
                  <c:v>1247</c:v>
                </c:pt>
                <c:pt idx="234">
                  <c:v>1247</c:v>
                </c:pt>
                <c:pt idx="235">
                  <c:v>1247</c:v>
                </c:pt>
                <c:pt idx="236">
                  <c:v>1211</c:v>
                </c:pt>
                <c:pt idx="237">
                  <c:v>1211</c:v>
                </c:pt>
                <c:pt idx="238">
                  <c:v>1211</c:v>
                </c:pt>
                <c:pt idx="239">
                  <c:v>1211</c:v>
                </c:pt>
                <c:pt idx="240">
                  <c:v>1211</c:v>
                </c:pt>
                <c:pt idx="241">
                  <c:v>1211</c:v>
                </c:pt>
                <c:pt idx="242">
                  <c:v>1211</c:v>
                </c:pt>
                <c:pt idx="243">
                  <c:v>1211</c:v>
                </c:pt>
                <c:pt idx="244">
                  <c:v>1211</c:v>
                </c:pt>
                <c:pt idx="245">
                  <c:v>1211</c:v>
                </c:pt>
                <c:pt idx="246">
                  <c:v>1211</c:v>
                </c:pt>
                <c:pt idx="247">
                  <c:v>1211</c:v>
                </c:pt>
                <c:pt idx="248">
                  <c:v>1211</c:v>
                </c:pt>
                <c:pt idx="249">
                  <c:v>1211</c:v>
                </c:pt>
                <c:pt idx="250">
                  <c:v>1235</c:v>
                </c:pt>
                <c:pt idx="251">
                  <c:v>1235</c:v>
                </c:pt>
                <c:pt idx="252">
                  <c:v>1235</c:v>
                </c:pt>
                <c:pt idx="253">
                  <c:v>1205</c:v>
                </c:pt>
                <c:pt idx="254">
                  <c:v>1205</c:v>
                </c:pt>
                <c:pt idx="255">
                  <c:v>1205</c:v>
                </c:pt>
                <c:pt idx="256">
                  <c:v>1205</c:v>
                </c:pt>
                <c:pt idx="257">
                  <c:v>1193</c:v>
                </c:pt>
                <c:pt idx="258">
                  <c:v>1193</c:v>
                </c:pt>
                <c:pt idx="259">
                  <c:v>1193</c:v>
                </c:pt>
                <c:pt idx="260">
                  <c:v>1193</c:v>
                </c:pt>
                <c:pt idx="261">
                  <c:v>1193</c:v>
                </c:pt>
                <c:pt idx="262">
                  <c:v>1193</c:v>
                </c:pt>
                <c:pt idx="263">
                  <c:v>1193</c:v>
                </c:pt>
                <c:pt idx="264">
                  <c:v>1181</c:v>
                </c:pt>
                <c:pt idx="265">
                  <c:v>1181</c:v>
                </c:pt>
                <c:pt idx="266">
                  <c:v>1181</c:v>
                </c:pt>
                <c:pt idx="267">
                  <c:v>1181</c:v>
                </c:pt>
                <c:pt idx="268">
                  <c:v>1191</c:v>
                </c:pt>
                <c:pt idx="269">
                  <c:v>1191</c:v>
                </c:pt>
                <c:pt idx="270">
                  <c:v>1191</c:v>
                </c:pt>
                <c:pt idx="271">
                  <c:v>1191</c:v>
                </c:pt>
                <c:pt idx="272">
                  <c:v>1191</c:v>
                </c:pt>
                <c:pt idx="273">
                  <c:v>1191</c:v>
                </c:pt>
                <c:pt idx="274">
                  <c:v>1191</c:v>
                </c:pt>
                <c:pt idx="275">
                  <c:v>1191</c:v>
                </c:pt>
                <c:pt idx="276">
                  <c:v>1191</c:v>
                </c:pt>
                <c:pt idx="277">
                  <c:v>1086</c:v>
                </c:pt>
                <c:pt idx="278">
                  <c:v>1098</c:v>
                </c:pt>
                <c:pt idx="279">
                  <c:v>1098</c:v>
                </c:pt>
                <c:pt idx="280">
                  <c:v>1098</c:v>
                </c:pt>
                <c:pt idx="281">
                  <c:v>1098</c:v>
                </c:pt>
                <c:pt idx="282">
                  <c:v>1098</c:v>
                </c:pt>
                <c:pt idx="283">
                  <c:v>1098</c:v>
                </c:pt>
                <c:pt idx="284">
                  <c:v>1098</c:v>
                </c:pt>
                <c:pt idx="285">
                  <c:v>1098</c:v>
                </c:pt>
                <c:pt idx="286">
                  <c:v>1098</c:v>
                </c:pt>
                <c:pt idx="287">
                  <c:v>1098</c:v>
                </c:pt>
                <c:pt idx="288">
                  <c:v>1098</c:v>
                </c:pt>
                <c:pt idx="289">
                  <c:v>1098</c:v>
                </c:pt>
                <c:pt idx="290">
                  <c:v>1098</c:v>
                </c:pt>
                <c:pt idx="291">
                  <c:v>1098</c:v>
                </c:pt>
                <c:pt idx="292">
                  <c:v>1110</c:v>
                </c:pt>
                <c:pt idx="293">
                  <c:v>1110</c:v>
                </c:pt>
                <c:pt idx="294">
                  <c:v>1110</c:v>
                </c:pt>
                <c:pt idx="295">
                  <c:v>1110</c:v>
                </c:pt>
                <c:pt idx="296">
                  <c:v>1110</c:v>
                </c:pt>
                <c:pt idx="297">
                  <c:v>1110</c:v>
                </c:pt>
                <c:pt idx="298">
                  <c:v>1110</c:v>
                </c:pt>
                <c:pt idx="299">
                  <c:v>1110</c:v>
                </c:pt>
                <c:pt idx="300">
                  <c:v>1110</c:v>
                </c:pt>
                <c:pt idx="301">
                  <c:v>1160</c:v>
                </c:pt>
                <c:pt idx="302">
                  <c:v>1160</c:v>
                </c:pt>
                <c:pt idx="303">
                  <c:v>1160</c:v>
                </c:pt>
                <c:pt idx="304">
                  <c:v>1160</c:v>
                </c:pt>
                <c:pt idx="305">
                  <c:v>1085</c:v>
                </c:pt>
                <c:pt idx="306">
                  <c:v>1061</c:v>
                </c:pt>
                <c:pt idx="307">
                  <c:v>1061</c:v>
                </c:pt>
                <c:pt idx="308">
                  <c:v>1091</c:v>
                </c:pt>
                <c:pt idx="309">
                  <c:v>1091</c:v>
                </c:pt>
                <c:pt idx="310">
                  <c:v>1091</c:v>
                </c:pt>
                <c:pt idx="311">
                  <c:v>1091</c:v>
                </c:pt>
                <c:pt idx="312">
                  <c:v>1091</c:v>
                </c:pt>
                <c:pt idx="313">
                  <c:v>1067</c:v>
                </c:pt>
                <c:pt idx="314">
                  <c:v>1067</c:v>
                </c:pt>
                <c:pt idx="315">
                  <c:v>1067</c:v>
                </c:pt>
                <c:pt idx="316">
                  <c:v>1067</c:v>
                </c:pt>
                <c:pt idx="317">
                  <c:v>1067</c:v>
                </c:pt>
                <c:pt idx="318">
                  <c:v>1067</c:v>
                </c:pt>
                <c:pt idx="319">
                  <c:v>1067</c:v>
                </c:pt>
                <c:pt idx="320">
                  <c:v>1023.8</c:v>
                </c:pt>
                <c:pt idx="321">
                  <c:v>1023.8</c:v>
                </c:pt>
                <c:pt idx="322">
                  <c:v>1023.8</c:v>
                </c:pt>
                <c:pt idx="323">
                  <c:v>1023.8</c:v>
                </c:pt>
                <c:pt idx="324">
                  <c:v>1023.8</c:v>
                </c:pt>
                <c:pt idx="325">
                  <c:v>1023.8</c:v>
                </c:pt>
                <c:pt idx="326">
                  <c:v>1023.8</c:v>
                </c:pt>
                <c:pt idx="327">
                  <c:v>1019</c:v>
                </c:pt>
                <c:pt idx="328">
                  <c:v>1019</c:v>
                </c:pt>
                <c:pt idx="329">
                  <c:v>1019</c:v>
                </c:pt>
                <c:pt idx="330">
                  <c:v>1019</c:v>
                </c:pt>
                <c:pt idx="331">
                  <c:v>1019</c:v>
                </c:pt>
                <c:pt idx="332">
                  <c:v>1019</c:v>
                </c:pt>
                <c:pt idx="333">
                  <c:v>1039</c:v>
                </c:pt>
                <c:pt idx="334">
                  <c:v>1039</c:v>
                </c:pt>
                <c:pt idx="335">
                  <c:v>1039</c:v>
                </c:pt>
                <c:pt idx="336">
                  <c:v>1039</c:v>
                </c:pt>
                <c:pt idx="337">
                  <c:v>1069</c:v>
                </c:pt>
                <c:pt idx="338">
                  <c:v>1069</c:v>
                </c:pt>
                <c:pt idx="339">
                  <c:v>1069</c:v>
                </c:pt>
                <c:pt idx="340">
                  <c:v>1069</c:v>
                </c:pt>
                <c:pt idx="341">
                  <c:v>1093</c:v>
                </c:pt>
                <c:pt idx="342">
                  <c:v>1093</c:v>
                </c:pt>
                <c:pt idx="343">
                  <c:v>1093</c:v>
                </c:pt>
                <c:pt idx="344">
                  <c:v>1113</c:v>
                </c:pt>
                <c:pt idx="345">
                  <c:v>1113</c:v>
                </c:pt>
                <c:pt idx="346">
                  <c:v>1113</c:v>
                </c:pt>
                <c:pt idx="347">
                  <c:v>1113</c:v>
                </c:pt>
                <c:pt idx="348">
                  <c:v>1062</c:v>
                </c:pt>
                <c:pt idx="349">
                  <c:v>1062</c:v>
                </c:pt>
                <c:pt idx="350">
                  <c:v>1142</c:v>
                </c:pt>
                <c:pt idx="351">
                  <c:v>1142</c:v>
                </c:pt>
                <c:pt idx="352">
                  <c:v>1142</c:v>
                </c:pt>
                <c:pt idx="353">
                  <c:v>1142</c:v>
                </c:pt>
                <c:pt idx="354">
                  <c:v>1142</c:v>
                </c:pt>
                <c:pt idx="355">
                  <c:v>1154</c:v>
                </c:pt>
                <c:pt idx="356">
                  <c:v>1154</c:v>
                </c:pt>
                <c:pt idx="357">
                  <c:v>1224</c:v>
                </c:pt>
                <c:pt idx="358">
                  <c:v>1224</c:v>
                </c:pt>
                <c:pt idx="359">
                  <c:v>1224</c:v>
                </c:pt>
                <c:pt idx="360">
                  <c:v>1224</c:v>
                </c:pt>
                <c:pt idx="361">
                  <c:v>1224</c:v>
                </c:pt>
                <c:pt idx="362">
                  <c:v>1248</c:v>
                </c:pt>
                <c:pt idx="363">
                  <c:v>1248</c:v>
                </c:pt>
                <c:pt idx="364">
                  <c:v>1008</c:v>
                </c:pt>
                <c:pt idx="365">
                  <c:v>1008</c:v>
                </c:pt>
                <c:pt idx="366">
                  <c:v>1008</c:v>
                </c:pt>
                <c:pt idx="367">
                  <c:v>1008</c:v>
                </c:pt>
                <c:pt idx="368">
                  <c:v>1008</c:v>
                </c:pt>
                <c:pt idx="369">
                  <c:v>1020</c:v>
                </c:pt>
                <c:pt idx="370">
                  <c:v>1020</c:v>
                </c:pt>
                <c:pt idx="371">
                  <c:v>1020</c:v>
                </c:pt>
                <c:pt idx="372">
                  <c:v>1020</c:v>
                </c:pt>
                <c:pt idx="373">
                  <c:v>1020</c:v>
                </c:pt>
                <c:pt idx="374">
                  <c:v>1020</c:v>
                </c:pt>
                <c:pt idx="375">
                  <c:v>1020</c:v>
                </c:pt>
                <c:pt idx="376">
                  <c:v>1008</c:v>
                </c:pt>
                <c:pt idx="377">
                  <c:v>1008</c:v>
                </c:pt>
                <c:pt idx="378">
                  <c:v>1008</c:v>
                </c:pt>
                <c:pt idx="379">
                  <c:v>1008</c:v>
                </c:pt>
                <c:pt idx="380">
                  <c:v>1008</c:v>
                </c:pt>
                <c:pt idx="381">
                  <c:v>1008</c:v>
                </c:pt>
                <c:pt idx="382">
                  <c:v>1008</c:v>
                </c:pt>
                <c:pt idx="383">
                  <c:v>972</c:v>
                </c:pt>
                <c:pt idx="384">
                  <c:v>972</c:v>
                </c:pt>
                <c:pt idx="385">
                  <c:v>972</c:v>
                </c:pt>
                <c:pt idx="386">
                  <c:v>1002</c:v>
                </c:pt>
                <c:pt idx="387">
                  <c:v>1002</c:v>
                </c:pt>
                <c:pt idx="388">
                  <c:v>1002</c:v>
                </c:pt>
                <c:pt idx="389">
                  <c:v>1002</c:v>
                </c:pt>
                <c:pt idx="390">
                  <c:v>1026</c:v>
                </c:pt>
                <c:pt idx="391">
                  <c:v>1096</c:v>
                </c:pt>
                <c:pt idx="392">
                  <c:v>1146</c:v>
                </c:pt>
                <c:pt idx="393">
                  <c:v>1326</c:v>
                </c:pt>
                <c:pt idx="394">
                  <c:v>1326</c:v>
                </c:pt>
                <c:pt idx="395">
                  <c:v>1326</c:v>
                </c:pt>
                <c:pt idx="396">
                  <c:v>1346</c:v>
                </c:pt>
                <c:pt idx="397">
                  <c:v>1484</c:v>
                </c:pt>
                <c:pt idx="398">
                  <c:v>1484</c:v>
                </c:pt>
                <c:pt idx="399">
                  <c:v>1484</c:v>
                </c:pt>
                <c:pt idx="400">
                  <c:v>1484</c:v>
                </c:pt>
                <c:pt idx="401">
                  <c:v>1484</c:v>
                </c:pt>
                <c:pt idx="402">
                  <c:v>1484</c:v>
                </c:pt>
                <c:pt idx="403">
                  <c:v>1484</c:v>
                </c:pt>
                <c:pt idx="404">
                  <c:v>1484</c:v>
                </c:pt>
                <c:pt idx="405">
                  <c:v>1484</c:v>
                </c:pt>
                <c:pt idx="406">
                  <c:v>1634</c:v>
                </c:pt>
                <c:pt idx="407">
                  <c:v>1634</c:v>
                </c:pt>
                <c:pt idx="408">
                  <c:v>1634</c:v>
                </c:pt>
                <c:pt idx="409">
                  <c:v>1634</c:v>
                </c:pt>
                <c:pt idx="410">
                  <c:v>1634</c:v>
                </c:pt>
                <c:pt idx="411">
                  <c:v>1212</c:v>
                </c:pt>
                <c:pt idx="412">
                  <c:v>1212</c:v>
                </c:pt>
                <c:pt idx="413">
                  <c:v>1212</c:v>
                </c:pt>
                <c:pt idx="414">
                  <c:v>1212</c:v>
                </c:pt>
                <c:pt idx="415">
                  <c:v>1212</c:v>
                </c:pt>
                <c:pt idx="416">
                  <c:v>1212</c:v>
                </c:pt>
                <c:pt idx="417">
                  <c:v>1212</c:v>
                </c:pt>
                <c:pt idx="418">
                  <c:v>1188</c:v>
                </c:pt>
                <c:pt idx="419">
                  <c:v>1188</c:v>
                </c:pt>
                <c:pt idx="420">
                  <c:v>1288</c:v>
                </c:pt>
                <c:pt idx="421">
                  <c:v>1288</c:v>
                </c:pt>
                <c:pt idx="422">
                  <c:v>1288</c:v>
                </c:pt>
                <c:pt idx="423">
                  <c:v>1288</c:v>
                </c:pt>
                <c:pt idx="424">
                  <c:v>1288</c:v>
                </c:pt>
                <c:pt idx="425">
                  <c:v>1288</c:v>
                </c:pt>
                <c:pt idx="426">
                  <c:v>1738</c:v>
                </c:pt>
                <c:pt idx="427">
                  <c:v>1738</c:v>
                </c:pt>
                <c:pt idx="428">
                  <c:v>1738</c:v>
                </c:pt>
                <c:pt idx="429">
                  <c:v>1738</c:v>
                </c:pt>
                <c:pt idx="430">
                  <c:v>1738</c:v>
                </c:pt>
                <c:pt idx="431">
                  <c:v>1988</c:v>
                </c:pt>
                <c:pt idx="432">
                  <c:v>1988</c:v>
                </c:pt>
                <c:pt idx="433">
                  <c:v>1988</c:v>
                </c:pt>
                <c:pt idx="434">
                  <c:v>1988</c:v>
                </c:pt>
                <c:pt idx="435">
                  <c:v>1988</c:v>
                </c:pt>
                <c:pt idx="436">
                  <c:v>1988</c:v>
                </c:pt>
                <c:pt idx="437">
                  <c:v>1988</c:v>
                </c:pt>
                <c:pt idx="438">
                  <c:v>1988</c:v>
                </c:pt>
                <c:pt idx="439">
                  <c:v>2000</c:v>
                </c:pt>
                <c:pt idx="440">
                  <c:v>2000</c:v>
                </c:pt>
                <c:pt idx="441">
                  <c:v>2000</c:v>
                </c:pt>
                <c:pt idx="442">
                  <c:v>2000</c:v>
                </c:pt>
                <c:pt idx="443">
                  <c:v>2000</c:v>
                </c:pt>
                <c:pt idx="444">
                  <c:v>2000</c:v>
                </c:pt>
                <c:pt idx="445">
                  <c:v>2000</c:v>
                </c:pt>
                <c:pt idx="446">
                  <c:v>2000</c:v>
                </c:pt>
                <c:pt idx="447">
                  <c:v>2000</c:v>
                </c:pt>
                <c:pt idx="448">
                  <c:v>2000</c:v>
                </c:pt>
                <c:pt idx="449">
                  <c:v>2012</c:v>
                </c:pt>
                <c:pt idx="450">
                  <c:v>2012</c:v>
                </c:pt>
                <c:pt idx="451">
                  <c:v>2012</c:v>
                </c:pt>
                <c:pt idx="452">
                  <c:v>2012</c:v>
                </c:pt>
                <c:pt idx="453">
                  <c:v>2012</c:v>
                </c:pt>
                <c:pt idx="454">
                  <c:v>2012</c:v>
                </c:pt>
                <c:pt idx="455">
                  <c:v>2012</c:v>
                </c:pt>
                <c:pt idx="456">
                  <c:v>2012</c:v>
                </c:pt>
                <c:pt idx="457">
                  <c:v>2012</c:v>
                </c:pt>
                <c:pt idx="458">
                  <c:v>2012</c:v>
                </c:pt>
                <c:pt idx="459">
                  <c:v>2012</c:v>
                </c:pt>
                <c:pt idx="460">
                  <c:v>2012</c:v>
                </c:pt>
                <c:pt idx="461">
                  <c:v>2012</c:v>
                </c:pt>
                <c:pt idx="462">
                  <c:v>2012</c:v>
                </c:pt>
                <c:pt idx="463">
                  <c:v>2012</c:v>
                </c:pt>
                <c:pt idx="464">
                  <c:v>2012</c:v>
                </c:pt>
                <c:pt idx="465">
                  <c:v>2012</c:v>
                </c:pt>
                <c:pt idx="466">
                  <c:v>2012</c:v>
                </c:pt>
                <c:pt idx="467">
                  <c:v>2012</c:v>
                </c:pt>
                <c:pt idx="468">
                  <c:v>2012</c:v>
                </c:pt>
                <c:pt idx="469">
                  <c:v>2060</c:v>
                </c:pt>
                <c:pt idx="470">
                  <c:v>2060</c:v>
                </c:pt>
                <c:pt idx="471">
                  <c:v>2060</c:v>
                </c:pt>
                <c:pt idx="472">
                  <c:v>2060</c:v>
                </c:pt>
                <c:pt idx="473">
                  <c:v>2060</c:v>
                </c:pt>
                <c:pt idx="474">
                  <c:v>2036</c:v>
                </c:pt>
                <c:pt idx="475">
                  <c:v>2036</c:v>
                </c:pt>
                <c:pt idx="476">
                  <c:v>2036</c:v>
                </c:pt>
                <c:pt idx="477">
                  <c:v>2036</c:v>
                </c:pt>
                <c:pt idx="478">
                  <c:v>2036</c:v>
                </c:pt>
                <c:pt idx="479">
                  <c:v>2036</c:v>
                </c:pt>
                <c:pt idx="480">
                  <c:v>2012</c:v>
                </c:pt>
                <c:pt idx="481">
                  <c:v>1337</c:v>
                </c:pt>
                <c:pt idx="482">
                  <c:v>1337</c:v>
                </c:pt>
                <c:pt idx="483">
                  <c:v>1487</c:v>
                </c:pt>
                <c:pt idx="484">
                  <c:v>1487</c:v>
                </c:pt>
                <c:pt idx="485">
                  <c:v>1487</c:v>
                </c:pt>
                <c:pt idx="486">
                  <c:v>1487</c:v>
                </c:pt>
                <c:pt idx="487">
                  <c:v>1487</c:v>
                </c:pt>
                <c:pt idx="488">
                  <c:v>1415</c:v>
                </c:pt>
                <c:pt idx="489">
                  <c:v>1415</c:v>
                </c:pt>
                <c:pt idx="490">
                  <c:v>1415</c:v>
                </c:pt>
                <c:pt idx="491">
                  <c:v>1220</c:v>
                </c:pt>
                <c:pt idx="492">
                  <c:v>1220</c:v>
                </c:pt>
                <c:pt idx="493">
                  <c:v>1220</c:v>
                </c:pt>
                <c:pt idx="494">
                  <c:v>1220</c:v>
                </c:pt>
                <c:pt idx="495">
                  <c:v>1196</c:v>
                </c:pt>
                <c:pt idx="496">
                  <c:v>1196</c:v>
                </c:pt>
                <c:pt idx="497">
                  <c:v>1196</c:v>
                </c:pt>
                <c:pt idx="498">
                  <c:v>1196</c:v>
                </c:pt>
                <c:pt idx="499">
                  <c:v>1196</c:v>
                </c:pt>
                <c:pt idx="500">
                  <c:v>1196</c:v>
                </c:pt>
                <c:pt idx="501">
                  <c:v>1196</c:v>
                </c:pt>
                <c:pt idx="502">
                  <c:v>1184</c:v>
                </c:pt>
                <c:pt idx="503">
                  <c:v>1184</c:v>
                </c:pt>
                <c:pt idx="504">
                  <c:v>1034</c:v>
                </c:pt>
                <c:pt idx="505">
                  <c:v>1034</c:v>
                </c:pt>
                <c:pt idx="506">
                  <c:v>1034</c:v>
                </c:pt>
                <c:pt idx="507">
                  <c:v>1034</c:v>
                </c:pt>
                <c:pt idx="508">
                  <c:v>1010</c:v>
                </c:pt>
                <c:pt idx="509">
                  <c:v>1010</c:v>
                </c:pt>
                <c:pt idx="510">
                  <c:v>1010</c:v>
                </c:pt>
                <c:pt idx="511">
                  <c:v>1010</c:v>
                </c:pt>
                <c:pt idx="512">
                  <c:v>1010</c:v>
                </c:pt>
                <c:pt idx="513">
                  <c:v>1010</c:v>
                </c:pt>
                <c:pt idx="514">
                  <c:v>1010</c:v>
                </c:pt>
                <c:pt idx="515">
                  <c:v>1010</c:v>
                </c:pt>
                <c:pt idx="516">
                  <c:v>1010</c:v>
                </c:pt>
                <c:pt idx="517">
                  <c:v>962</c:v>
                </c:pt>
                <c:pt idx="518">
                  <c:v>962</c:v>
                </c:pt>
                <c:pt idx="519">
                  <c:v>962</c:v>
                </c:pt>
                <c:pt idx="520">
                  <c:v>962</c:v>
                </c:pt>
                <c:pt idx="521">
                  <c:v>962</c:v>
                </c:pt>
                <c:pt idx="522">
                  <c:v>938</c:v>
                </c:pt>
                <c:pt idx="523">
                  <c:v>938</c:v>
                </c:pt>
                <c:pt idx="524">
                  <c:v>938</c:v>
                </c:pt>
                <c:pt idx="525">
                  <c:v>938</c:v>
                </c:pt>
                <c:pt idx="526">
                  <c:v>938</c:v>
                </c:pt>
                <c:pt idx="527">
                  <c:v>938</c:v>
                </c:pt>
                <c:pt idx="528">
                  <c:v>938</c:v>
                </c:pt>
                <c:pt idx="529">
                  <c:v>938</c:v>
                </c:pt>
                <c:pt idx="530">
                  <c:v>914</c:v>
                </c:pt>
                <c:pt idx="531">
                  <c:v>914</c:v>
                </c:pt>
                <c:pt idx="532">
                  <c:v>914</c:v>
                </c:pt>
                <c:pt idx="533">
                  <c:v>839</c:v>
                </c:pt>
                <c:pt idx="534">
                  <c:v>839</c:v>
                </c:pt>
                <c:pt idx="535">
                  <c:v>839</c:v>
                </c:pt>
                <c:pt idx="536">
                  <c:v>839</c:v>
                </c:pt>
                <c:pt idx="537">
                  <c:v>875</c:v>
                </c:pt>
                <c:pt idx="538">
                  <c:v>875</c:v>
                </c:pt>
                <c:pt idx="539">
                  <c:v>875</c:v>
                </c:pt>
                <c:pt idx="540">
                  <c:v>875</c:v>
                </c:pt>
                <c:pt idx="541">
                  <c:v>875</c:v>
                </c:pt>
                <c:pt idx="542">
                  <c:v>875</c:v>
                </c:pt>
                <c:pt idx="543">
                  <c:v>875</c:v>
                </c:pt>
                <c:pt idx="544">
                  <c:v>899</c:v>
                </c:pt>
                <c:pt idx="545">
                  <c:v>899</c:v>
                </c:pt>
                <c:pt idx="546">
                  <c:v>899</c:v>
                </c:pt>
                <c:pt idx="547">
                  <c:v>899</c:v>
                </c:pt>
                <c:pt idx="548">
                  <c:v>899</c:v>
                </c:pt>
                <c:pt idx="549">
                  <c:v>899</c:v>
                </c:pt>
                <c:pt idx="550">
                  <c:v>935</c:v>
                </c:pt>
                <c:pt idx="551">
                  <c:v>635</c:v>
                </c:pt>
                <c:pt idx="552">
                  <c:v>635</c:v>
                </c:pt>
                <c:pt idx="553">
                  <c:v>635</c:v>
                </c:pt>
                <c:pt idx="554">
                  <c:v>635</c:v>
                </c:pt>
                <c:pt idx="555">
                  <c:v>635</c:v>
                </c:pt>
                <c:pt idx="556">
                  <c:v>635</c:v>
                </c:pt>
                <c:pt idx="557">
                  <c:v>635</c:v>
                </c:pt>
                <c:pt idx="558">
                  <c:v>647</c:v>
                </c:pt>
                <c:pt idx="559">
                  <c:v>647</c:v>
                </c:pt>
                <c:pt idx="560">
                  <c:v>647</c:v>
                </c:pt>
                <c:pt idx="561">
                  <c:v>647</c:v>
                </c:pt>
                <c:pt idx="562">
                  <c:v>647</c:v>
                </c:pt>
                <c:pt idx="563">
                  <c:v>647</c:v>
                </c:pt>
                <c:pt idx="564">
                  <c:v>647</c:v>
                </c:pt>
                <c:pt idx="565">
                  <c:v>647</c:v>
                </c:pt>
                <c:pt idx="566">
                  <c:v>647</c:v>
                </c:pt>
                <c:pt idx="567">
                  <c:v>647</c:v>
                </c:pt>
                <c:pt idx="568">
                  <c:v>647</c:v>
                </c:pt>
                <c:pt idx="569">
                  <c:v>647</c:v>
                </c:pt>
                <c:pt idx="570">
                  <c:v>647</c:v>
                </c:pt>
                <c:pt idx="571">
                  <c:v>647</c:v>
                </c:pt>
                <c:pt idx="572">
                  <c:v>623</c:v>
                </c:pt>
                <c:pt idx="573">
                  <c:v>623</c:v>
                </c:pt>
                <c:pt idx="574">
                  <c:v>623</c:v>
                </c:pt>
                <c:pt idx="575">
                  <c:v>623</c:v>
                </c:pt>
                <c:pt idx="576">
                  <c:v>623</c:v>
                </c:pt>
                <c:pt idx="577">
                  <c:v>623</c:v>
                </c:pt>
                <c:pt idx="578">
                  <c:v>623</c:v>
                </c:pt>
                <c:pt idx="579">
                  <c:v>527</c:v>
                </c:pt>
                <c:pt idx="580">
                  <c:v>527</c:v>
                </c:pt>
                <c:pt idx="581">
                  <c:v>527</c:v>
                </c:pt>
                <c:pt idx="582">
                  <c:v>527</c:v>
                </c:pt>
                <c:pt idx="583">
                  <c:v>527</c:v>
                </c:pt>
                <c:pt idx="584">
                  <c:v>527</c:v>
                </c:pt>
                <c:pt idx="585">
                  <c:v>527</c:v>
                </c:pt>
                <c:pt idx="586">
                  <c:v>563</c:v>
                </c:pt>
                <c:pt idx="587">
                  <c:v>563</c:v>
                </c:pt>
                <c:pt idx="588">
                  <c:v>563</c:v>
                </c:pt>
                <c:pt idx="589">
                  <c:v>563</c:v>
                </c:pt>
                <c:pt idx="590">
                  <c:v>563</c:v>
                </c:pt>
                <c:pt idx="591">
                  <c:v>563</c:v>
                </c:pt>
                <c:pt idx="592">
                  <c:v>575</c:v>
                </c:pt>
                <c:pt idx="593">
                  <c:v>575</c:v>
                </c:pt>
                <c:pt idx="594">
                  <c:v>575</c:v>
                </c:pt>
                <c:pt idx="595">
                  <c:v>575</c:v>
                </c:pt>
                <c:pt idx="596">
                  <c:v>575</c:v>
                </c:pt>
                <c:pt idx="597">
                  <c:v>575</c:v>
                </c:pt>
                <c:pt idx="598">
                  <c:v>575</c:v>
                </c:pt>
                <c:pt idx="599">
                  <c:v>575</c:v>
                </c:pt>
                <c:pt idx="600">
                  <c:v>575</c:v>
                </c:pt>
                <c:pt idx="601">
                  <c:v>575</c:v>
                </c:pt>
                <c:pt idx="602">
                  <c:v>575</c:v>
                </c:pt>
                <c:pt idx="603">
                  <c:v>575</c:v>
                </c:pt>
                <c:pt idx="604">
                  <c:v>575</c:v>
                </c:pt>
                <c:pt idx="605">
                  <c:v>575</c:v>
                </c:pt>
                <c:pt idx="606">
                  <c:v>575</c:v>
                </c:pt>
                <c:pt idx="607">
                  <c:v>575</c:v>
                </c:pt>
                <c:pt idx="608">
                  <c:v>575</c:v>
                </c:pt>
                <c:pt idx="609">
                  <c:v>575</c:v>
                </c:pt>
                <c:pt idx="610">
                  <c:v>575</c:v>
                </c:pt>
                <c:pt idx="611">
                  <c:v>575</c:v>
                </c:pt>
                <c:pt idx="612">
                  <c:v>575</c:v>
                </c:pt>
                <c:pt idx="613">
                  <c:v>575</c:v>
                </c:pt>
                <c:pt idx="614">
                  <c:v>551</c:v>
                </c:pt>
                <c:pt idx="615">
                  <c:v>551</c:v>
                </c:pt>
                <c:pt idx="616">
                  <c:v>551</c:v>
                </c:pt>
                <c:pt idx="617">
                  <c:v>551</c:v>
                </c:pt>
                <c:pt idx="618">
                  <c:v>551</c:v>
                </c:pt>
                <c:pt idx="619">
                  <c:v>551</c:v>
                </c:pt>
                <c:pt idx="620">
                  <c:v>551</c:v>
                </c:pt>
                <c:pt idx="621">
                  <c:v>527</c:v>
                </c:pt>
                <c:pt idx="622">
                  <c:v>527</c:v>
                </c:pt>
                <c:pt idx="623">
                  <c:v>527</c:v>
                </c:pt>
                <c:pt idx="624">
                  <c:v>527</c:v>
                </c:pt>
                <c:pt idx="625">
                  <c:v>527</c:v>
                </c:pt>
                <c:pt idx="626">
                  <c:v>527</c:v>
                </c:pt>
                <c:pt idx="627">
                  <c:v>527</c:v>
                </c:pt>
                <c:pt idx="628">
                  <c:v>527</c:v>
                </c:pt>
                <c:pt idx="629">
                  <c:v>1127</c:v>
                </c:pt>
                <c:pt idx="630">
                  <c:v>1127</c:v>
                </c:pt>
                <c:pt idx="631">
                  <c:v>1127</c:v>
                </c:pt>
                <c:pt idx="632">
                  <c:v>1127</c:v>
                </c:pt>
                <c:pt idx="633">
                  <c:v>1127</c:v>
                </c:pt>
                <c:pt idx="634">
                  <c:v>1127</c:v>
                </c:pt>
                <c:pt idx="635">
                  <c:v>1103</c:v>
                </c:pt>
                <c:pt idx="636">
                  <c:v>1103</c:v>
                </c:pt>
                <c:pt idx="637">
                  <c:v>1298</c:v>
                </c:pt>
                <c:pt idx="638">
                  <c:v>1298</c:v>
                </c:pt>
                <c:pt idx="639">
                  <c:v>1298</c:v>
                </c:pt>
                <c:pt idx="640">
                  <c:v>1298</c:v>
                </c:pt>
                <c:pt idx="641">
                  <c:v>1298</c:v>
                </c:pt>
                <c:pt idx="642">
                  <c:v>1310</c:v>
                </c:pt>
                <c:pt idx="643">
                  <c:v>1310</c:v>
                </c:pt>
                <c:pt idx="644">
                  <c:v>1310</c:v>
                </c:pt>
                <c:pt idx="645">
                  <c:v>1340</c:v>
                </c:pt>
                <c:pt idx="646">
                  <c:v>1340</c:v>
                </c:pt>
                <c:pt idx="647">
                  <c:v>1340</c:v>
                </c:pt>
                <c:pt idx="648">
                  <c:v>1340</c:v>
                </c:pt>
                <c:pt idx="649">
                  <c:v>1364</c:v>
                </c:pt>
                <c:pt idx="650">
                  <c:v>1364</c:v>
                </c:pt>
                <c:pt idx="651">
                  <c:v>1559</c:v>
                </c:pt>
                <c:pt idx="652">
                  <c:v>1559</c:v>
                </c:pt>
                <c:pt idx="653">
                  <c:v>1559</c:v>
                </c:pt>
                <c:pt idx="654">
                  <c:v>1559</c:v>
                </c:pt>
                <c:pt idx="655">
                  <c:v>1559</c:v>
                </c:pt>
                <c:pt idx="656">
                  <c:v>1559</c:v>
                </c:pt>
                <c:pt idx="657">
                  <c:v>1559</c:v>
                </c:pt>
                <c:pt idx="658">
                  <c:v>1559</c:v>
                </c:pt>
                <c:pt idx="659">
                  <c:v>1559</c:v>
                </c:pt>
                <c:pt idx="660">
                  <c:v>1559</c:v>
                </c:pt>
                <c:pt idx="661">
                  <c:v>1559</c:v>
                </c:pt>
                <c:pt idx="662">
                  <c:v>1484</c:v>
                </c:pt>
                <c:pt idx="663">
                  <c:v>1484</c:v>
                </c:pt>
                <c:pt idx="664">
                  <c:v>1484</c:v>
                </c:pt>
                <c:pt idx="665">
                  <c:v>1484</c:v>
                </c:pt>
                <c:pt idx="666">
                  <c:v>1496</c:v>
                </c:pt>
                <c:pt idx="667">
                  <c:v>1496</c:v>
                </c:pt>
                <c:pt idx="668">
                  <c:v>1496</c:v>
                </c:pt>
                <c:pt idx="669">
                  <c:v>1496</c:v>
                </c:pt>
                <c:pt idx="670">
                  <c:v>1496</c:v>
                </c:pt>
                <c:pt idx="671">
                  <c:v>1496</c:v>
                </c:pt>
                <c:pt idx="672">
                  <c:v>1496</c:v>
                </c:pt>
                <c:pt idx="673">
                  <c:v>1496</c:v>
                </c:pt>
                <c:pt idx="674">
                  <c:v>1496</c:v>
                </c:pt>
                <c:pt idx="675">
                  <c:v>1484</c:v>
                </c:pt>
                <c:pt idx="676">
                  <c:v>1484</c:v>
                </c:pt>
                <c:pt idx="677">
                  <c:v>1484</c:v>
                </c:pt>
                <c:pt idx="678">
                  <c:v>1448</c:v>
                </c:pt>
                <c:pt idx="679">
                  <c:v>1448</c:v>
                </c:pt>
                <c:pt idx="680">
                  <c:v>1448</c:v>
                </c:pt>
                <c:pt idx="681">
                  <c:v>1448</c:v>
                </c:pt>
                <c:pt idx="682">
                  <c:v>1448</c:v>
                </c:pt>
                <c:pt idx="683">
                  <c:v>1448</c:v>
                </c:pt>
                <c:pt idx="684">
                  <c:v>1448</c:v>
                </c:pt>
                <c:pt idx="685">
                  <c:v>1448</c:v>
                </c:pt>
                <c:pt idx="686">
                  <c:v>1448</c:v>
                </c:pt>
                <c:pt idx="687">
                  <c:v>1348</c:v>
                </c:pt>
                <c:pt idx="688">
                  <c:v>1348</c:v>
                </c:pt>
                <c:pt idx="689">
                  <c:v>1348</c:v>
                </c:pt>
                <c:pt idx="690">
                  <c:v>1648</c:v>
                </c:pt>
                <c:pt idx="691">
                  <c:v>1648</c:v>
                </c:pt>
                <c:pt idx="692">
                  <c:v>1648</c:v>
                </c:pt>
                <c:pt idx="693">
                  <c:v>1720</c:v>
                </c:pt>
                <c:pt idx="694">
                  <c:v>1720</c:v>
                </c:pt>
                <c:pt idx="695">
                  <c:v>1720</c:v>
                </c:pt>
                <c:pt idx="696">
                  <c:v>1720</c:v>
                </c:pt>
                <c:pt idx="697">
                  <c:v>1720</c:v>
                </c:pt>
                <c:pt idx="698">
                  <c:v>1720</c:v>
                </c:pt>
                <c:pt idx="699">
                  <c:v>1720</c:v>
                </c:pt>
                <c:pt idx="700">
                  <c:v>1720</c:v>
                </c:pt>
                <c:pt idx="701">
                  <c:v>1720</c:v>
                </c:pt>
                <c:pt idx="702">
                  <c:v>1720</c:v>
                </c:pt>
                <c:pt idx="703">
                  <c:v>1720</c:v>
                </c:pt>
                <c:pt idx="704">
                  <c:v>1720</c:v>
                </c:pt>
                <c:pt idx="705">
                  <c:v>1708</c:v>
                </c:pt>
                <c:pt idx="706">
                  <c:v>1780</c:v>
                </c:pt>
                <c:pt idx="707">
                  <c:v>1516</c:v>
                </c:pt>
                <c:pt idx="708">
                  <c:v>1516</c:v>
                </c:pt>
                <c:pt idx="709">
                  <c:v>1516</c:v>
                </c:pt>
                <c:pt idx="710">
                  <c:v>1516</c:v>
                </c:pt>
                <c:pt idx="711">
                  <c:v>1516</c:v>
                </c:pt>
                <c:pt idx="712">
                  <c:v>1516</c:v>
                </c:pt>
                <c:pt idx="713">
                  <c:v>1516</c:v>
                </c:pt>
                <c:pt idx="714">
                  <c:v>1516</c:v>
                </c:pt>
                <c:pt idx="715">
                  <c:v>1516</c:v>
                </c:pt>
                <c:pt idx="716">
                  <c:v>1516</c:v>
                </c:pt>
                <c:pt idx="717">
                  <c:v>1516</c:v>
                </c:pt>
                <c:pt idx="718">
                  <c:v>1516</c:v>
                </c:pt>
                <c:pt idx="719">
                  <c:v>1576</c:v>
                </c:pt>
                <c:pt idx="720">
                  <c:v>1576</c:v>
                </c:pt>
                <c:pt idx="721">
                  <c:v>1576</c:v>
                </c:pt>
                <c:pt idx="722">
                  <c:v>1576</c:v>
                </c:pt>
                <c:pt idx="723">
                  <c:v>1576</c:v>
                </c:pt>
                <c:pt idx="724">
                  <c:v>1576</c:v>
                </c:pt>
                <c:pt idx="725">
                  <c:v>1576</c:v>
                </c:pt>
                <c:pt idx="726">
                  <c:v>1516</c:v>
                </c:pt>
                <c:pt idx="727">
                  <c:v>1516</c:v>
                </c:pt>
                <c:pt idx="728">
                  <c:v>1516</c:v>
                </c:pt>
                <c:pt idx="729">
                  <c:v>1516</c:v>
                </c:pt>
                <c:pt idx="730">
                  <c:v>1516</c:v>
                </c:pt>
                <c:pt idx="731">
                  <c:v>1516</c:v>
                </c:pt>
                <c:pt idx="732">
                  <c:v>1516</c:v>
                </c:pt>
                <c:pt idx="733">
                  <c:v>1600</c:v>
                </c:pt>
                <c:pt idx="734">
                  <c:v>1600</c:v>
                </c:pt>
                <c:pt idx="735">
                  <c:v>1600</c:v>
                </c:pt>
                <c:pt idx="736">
                  <c:v>2800</c:v>
                </c:pt>
                <c:pt idx="737">
                  <c:v>2800</c:v>
                </c:pt>
                <c:pt idx="738">
                  <c:v>2800</c:v>
                </c:pt>
                <c:pt idx="739">
                  <c:v>2800</c:v>
                </c:pt>
                <c:pt idx="740">
                  <c:v>2872</c:v>
                </c:pt>
                <c:pt idx="741">
                  <c:v>2872</c:v>
                </c:pt>
                <c:pt idx="742">
                  <c:v>2872</c:v>
                </c:pt>
                <c:pt idx="743">
                  <c:v>2872</c:v>
                </c:pt>
                <c:pt idx="744">
                  <c:v>2872</c:v>
                </c:pt>
                <c:pt idx="745">
                  <c:v>2872</c:v>
                </c:pt>
                <c:pt idx="746">
                  <c:v>2872</c:v>
                </c:pt>
                <c:pt idx="747">
                  <c:v>2884</c:v>
                </c:pt>
                <c:pt idx="748">
                  <c:v>2884</c:v>
                </c:pt>
                <c:pt idx="749">
                  <c:v>2884</c:v>
                </c:pt>
                <c:pt idx="750">
                  <c:v>2884</c:v>
                </c:pt>
                <c:pt idx="751">
                  <c:v>2884</c:v>
                </c:pt>
                <c:pt idx="752">
                  <c:v>2884</c:v>
                </c:pt>
                <c:pt idx="753">
                  <c:v>2728</c:v>
                </c:pt>
                <c:pt idx="754">
                  <c:v>2728</c:v>
                </c:pt>
                <c:pt idx="755">
                  <c:v>2728</c:v>
                </c:pt>
                <c:pt idx="756">
                  <c:v>2728</c:v>
                </c:pt>
                <c:pt idx="757">
                  <c:v>2728</c:v>
                </c:pt>
                <c:pt idx="758">
                  <c:v>2728</c:v>
                </c:pt>
                <c:pt idx="759">
                  <c:v>2728</c:v>
                </c:pt>
                <c:pt idx="760">
                  <c:v>2728</c:v>
                </c:pt>
                <c:pt idx="761">
                  <c:v>2728</c:v>
                </c:pt>
                <c:pt idx="762">
                  <c:v>2938</c:v>
                </c:pt>
                <c:pt idx="763">
                  <c:v>2938</c:v>
                </c:pt>
                <c:pt idx="764">
                  <c:v>2938</c:v>
                </c:pt>
                <c:pt idx="765">
                  <c:v>2938</c:v>
                </c:pt>
                <c:pt idx="766">
                  <c:v>2938</c:v>
                </c:pt>
                <c:pt idx="767">
                  <c:v>2938</c:v>
                </c:pt>
                <c:pt idx="768">
                  <c:v>2926</c:v>
                </c:pt>
                <c:pt idx="769">
                  <c:v>2926</c:v>
                </c:pt>
                <c:pt idx="770">
                  <c:v>2926</c:v>
                </c:pt>
                <c:pt idx="771">
                  <c:v>2926</c:v>
                </c:pt>
                <c:pt idx="772">
                  <c:v>2926</c:v>
                </c:pt>
                <c:pt idx="773">
                  <c:v>2926</c:v>
                </c:pt>
                <c:pt idx="774">
                  <c:v>2926</c:v>
                </c:pt>
                <c:pt idx="775">
                  <c:v>2498</c:v>
                </c:pt>
                <c:pt idx="776">
                  <c:v>2498</c:v>
                </c:pt>
                <c:pt idx="777">
                  <c:v>2498</c:v>
                </c:pt>
                <c:pt idx="778">
                  <c:v>2498</c:v>
                </c:pt>
                <c:pt idx="779">
                  <c:v>2498</c:v>
                </c:pt>
                <c:pt idx="780">
                  <c:v>2498</c:v>
                </c:pt>
                <c:pt idx="781">
                  <c:v>2498</c:v>
                </c:pt>
                <c:pt idx="782">
                  <c:v>1998</c:v>
                </c:pt>
                <c:pt idx="783">
                  <c:v>1998</c:v>
                </c:pt>
                <c:pt idx="784">
                  <c:v>1998</c:v>
                </c:pt>
                <c:pt idx="785">
                  <c:v>1998</c:v>
                </c:pt>
                <c:pt idx="786">
                  <c:v>1998</c:v>
                </c:pt>
                <c:pt idx="787">
                  <c:v>1998</c:v>
                </c:pt>
                <c:pt idx="788">
                  <c:v>1938</c:v>
                </c:pt>
                <c:pt idx="789">
                  <c:v>1938</c:v>
                </c:pt>
                <c:pt idx="790">
                  <c:v>1938</c:v>
                </c:pt>
                <c:pt idx="791">
                  <c:v>1938</c:v>
                </c:pt>
                <c:pt idx="792">
                  <c:v>1938</c:v>
                </c:pt>
                <c:pt idx="793">
                  <c:v>1938</c:v>
                </c:pt>
                <c:pt idx="794">
                  <c:v>1938</c:v>
                </c:pt>
                <c:pt idx="795">
                  <c:v>1998</c:v>
                </c:pt>
                <c:pt idx="796">
                  <c:v>1998</c:v>
                </c:pt>
                <c:pt idx="797">
                  <c:v>1998</c:v>
                </c:pt>
                <c:pt idx="798">
                  <c:v>2043</c:v>
                </c:pt>
                <c:pt idx="799">
                  <c:v>1995</c:v>
                </c:pt>
                <c:pt idx="800">
                  <c:v>1995</c:v>
                </c:pt>
                <c:pt idx="801">
                  <c:v>1995</c:v>
                </c:pt>
                <c:pt idx="802">
                  <c:v>1995</c:v>
                </c:pt>
                <c:pt idx="803">
                  <c:v>1995</c:v>
                </c:pt>
                <c:pt idx="804">
                  <c:v>1995</c:v>
                </c:pt>
                <c:pt idx="805">
                  <c:v>1995</c:v>
                </c:pt>
                <c:pt idx="806">
                  <c:v>1995</c:v>
                </c:pt>
                <c:pt idx="807">
                  <c:v>1995</c:v>
                </c:pt>
                <c:pt idx="808">
                  <c:v>1995</c:v>
                </c:pt>
                <c:pt idx="809">
                  <c:v>1971</c:v>
                </c:pt>
                <c:pt idx="810">
                  <c:v>1971</c:v>
                </c:pt>
                <c:pt idx="811">
                  <c:v>1971</c:v>
                </c:pt>
                <c:pt idx="812">
                  <c:v>1971</c:v>
                </c:pt>
                <c:pt idx="813">
                  <c:v>1971</c:v>
                </c:pt>
                <c:pt idx="814">
                  <c:v>1971</c:v>
                </c:pt>
                <c:pt idx="815">
                  <c:v>1971</c:v>
                </c:pt>
                <c:pt idx="816">
                  <c:v>1971</c:v>
                </c:pt>
                <c:pt idx="817">
                  <c:v>1971</c:v>
                </c:pt>
                <c:pt idx="818">
                  <c:v>1971</c:v>
                </c:pt>
                <c:pt idx="819">
                  <c:v>1971</c:v>
                </c:pt>
                <c:pt idx="820">
                  <c:v>1971</c:v>
                </c:pt>
                <c:pt idx="821">
                  <c:v>1971</c:v>
                </c:pt>
                <c:pt idx="822">
                  <c:v>1971</c:v>
                </c:pt>
                <c:pt idx="823">
                  <c:v>1971</c:v>
                </c:pt>
                <c:pt idx="824">
                  <c:v>2007</c:v>
                </c:pt>
                <c:pt idx="825">
                  <c:v>2007</c:v>
                </c:pt>
                <c:pt idx="826">
                  <c:v>2007</c:v>
                </c:pt>
                <c:pt idx="827">
                  <c:v>2007</c:v>
                </c:pt>
                <c:pt idx="828">
                  <c:v>2007</c:v>
                </c:pt>
                <c:pt idx="829">
                  <c:v>2007</c:v>
                </c:pt>
                <c:pt idx="830">
                  <c:v>2007</c:v>
                </c:pt>
                <c:pt idx="831">
                  <c:v>2007</c:v>
                </c:pt>
                <c:pt idx="832">
                  <c:v>2007</c:v>
                </c:pt>
                <c:pt idx="833">
                  <c:v>1795</c:v>
                </c:pt>
                <c:pt idx="834">
                  <c:v>1795</c:v>
                </c:pt>
                <c:pt idx="835">
                  <c:v>1795</c:v>
                </c:pt>
                <c:pt idx="836">
                  <c:v>1795</c:v>
                </c:pt>
                <c:pt idx="837">
                  <c:v>1795</c:v>
                </c:pt>
                <c:pt idx="838">
                  <c:v>1795</c:v>
                </c:pt>
                <c:pt idx="839">
                  <c:v>1795</c:v>
                </c:pt>
                <c:pt idx="840">
                  <c:v>1699</c:v>
                </c:pt>
                <c:pt idx="841">
                  <c:v>1699</c:v>
                </c:pt>
                <c:pt idx="842">
                  <c:v>1699</c:v>
                </c:pt>
                <c:pt idx="843">
                  <c:v>1699</c:v>
                </c:pt>
                <c:pt idx="844">
                  <c:v>1699</c:v>
                </c:pt>
                <c:pt idx="845">
                  <c:v>1699</c:v>
                </c:pt>
                <c:pt idx="846">
                  <c:v>1699</c:v>
                </c:pt>
                <c:pt idx="847">
                  <c:v>1699</c:v>
                </c:pt>
                <c:pt idx="848">
                  <c:v>1699</c:v>
                </c:pt>
                <c:pt idx="849">
                  <c:v>1699</c:v>
                </c:pt>
                <c:pt idx="850">
                  <c:v>1699</c:v>
                </c:pt>
                <c:pt idx="851">
                  <c:v>1699</c:v>
                </c:pt>
                <c:pt idx="852">
                  <c:v>1699</c:v>
                </c:pt>
                <c:pt idx="853">
                  <c:v>1699</c:v>
                </c:pt>
                <c:pt idx="854">
                  <c:v>1699</c:v>
                </c:pt>
                <c:pt idx="855">
                  <c:v>1699</c:v>
                </c:pt>
                <c:pt idx="856">
                  <c:v>1699</c:v>
                </c:pt>
                <c:pt idx="857">
                  <c:v>1699</c:v>
                </c:pt>
                <c:pt idx="858">
                  <c:v>1699</c:v>
                </c:pt>
                <c:pt idx="859">
                  <c:v>1699</c:v>
                </c:pt>
                <c:pt idx="860">
                  <c:v>1699</c:v>
                </c:pt>
                <c:pt idx="861">
                  <c:v>1699</c:v>
                </c:pt>
                <c:pt idx="862">
                  <c:v>1699</c:v>
                </c:pt>
                <c:pt idx="863">
                  <c:v>1699</c:v>
                </c:pt>
                <c:pt idx="864">
                  <c:v>1699</c:v>
                </c:pt>
                <c:pt idx="865">
                  <c:v>1699</c:v>
                </c:pt>
                <c:pt idx="866">
                  <c:v>1699</c:v>
                </c:pt>
                <c:pt idx="867">
                  <c:v>1699</c:v>
                </c:pt>
                <c:pt idx="868">
                  <c:v>1699</c:v>
                </c:pt>
                <c:pt idx="869">
                  <c:v>1699</c:v>
                </c:pt>
                <c:pt idx="870">
                  <c:v>1699</c:v>
                </c:pt>
                <c:pt idx="871">
                  <c:v>1699</c:v>
                </c:pt>
                <c:pt idx="872">
                  <c:v>1699</c:v>
                </c:pt>
                <c:pt idx="873">
                  <c:v>1699</c:v>
                </c:pt>
                <c:pt idx="874">
                  <c:v>1699</c:v>
                </c:pt>
                <c:pt idx="875">
                  <c:v>1699</c:v>
                </c:pt>
                <c:pt idx="876">
                  <c:v>1699</c:v>
                </c:pt>
                <c:pt idx="877">
                  <c:v>1699</c:v>
                </c:pt>
                <c:pt idx="878">
                  <c:v>1699</c:v>
                </c:pt>
                <c:pt idx="879">
                  <c:v>1654</c:v>
                </c:pt>
                <c:pt idx="880">
                  <c:v>1554</c:v>
                </c:pt>
                <c:pt idx="881">
                  <c:v>1554</c:v>
                </c:pt>
                <c:pt idx="882">
                  <c:v>1554</c:v>
                </c:pt>
                <c:pt idx="883">
                  <c:v>1554</c:v>
                </c:pt>
                <c:pt idx="884">
                  <c:v>1554</c:v>
                </c:pt>
                <c:pt idx="885">
                  <c:v>1554</c:v>
                </c:pt>
                <c:pt idx="886">
                  <c:v>1554</c:v>
                </c:pt>
                <c:pt idx="887">
                  <c:v>1554</c:v>
                </c:pt>
                <c:pt idx="888">
                  <c:v>1554</c:v>
                </c:pt>
                <c:pt idx="889">
                  <c:v>1554</c:v>
                </c:pt>
                <c:pt idx="890">
                  <c:v>1614</c:v>
                </c:pt>
                <c:pt idx="891">
                  <c:v>1614</c:v>
                </c:pt>
                <c:pt idx="892">
                  <c:v>1614</c:v>
                </c:pt>
                <c:pt idx="893">
                  <c:v>1614</c:v>
                </c:pt>
                <c:pt idx="894">
                  <c:v>1614</c:v>
                </c:pt>
                <c:pt idx="895">
                  <c:v>1614</c:v>
                </c:pt>
                <c:pt idx="896">
                  <c:v>1614</c:v>
                </c:pt>
                <c:pt idx="897">
                  <c:v>1659</c:v>
                </c:pt>
                <c:pt idx="898">
                  <c:v>1659</c:v>
                </c:pt>
                <c:pt idx="899">
                  <c:v>1659</c:v>
                </c:pt>
                <c:pt idx="900">
                  <c:v>1659</c:v>
                </c:pt>
                <c:pt idx="901">
                  <c:v>1659</c:v>
                </c:pt>
                <c:pt idx="902">
                  <c:v>1659</c:v>
                </c:pt>
                <c:pt idx="903">
                  <c:v>1659</c:v>
                </c:pt>
                <c:pt idx="904">
                  <c:v>1659</c:v>
                </c:pt>
                <c:pt idx="905">
                  <c:v>1659</c:v>
                </c:pt>
                <c:pt idx="906">
                  <c:v>1659</c:v>
                </c:pt>
                <c:pt idx="907">
                  <c:v>1659</c:v>
                </c:pt>
                <c:pt idx="908">
                  <c:v>1659</c:v>
                </c:pt>
                <c:pt idx="909">
                  <c:v>1659</c:v>
                </c:pt>
                <c:pt idx="910">
                  <c:v>1659</c:v>
                </c:pt>
                <c:pt idx="911">
                  <c:v>1659</c:v>
                </c:pt>
                <c:pt idx="912">
                  <c:v>1659</c:v>
                </c:pt>
                <c:pt idx="913">
                  <c:v>1659</c:v>
                </c:pt>
                <c:pt idx="914">
                  <c:v>1665</c:v>
                </c:pt>
                <c:pt idx="915">
                  <c:v>1665</c:v>
                </c:pt>
                <c:pt idx="916">
                  <c:v>1665</c:v>
                </c:pt>
                <c:pt idx="917">
                  <c:v>1665</c:v>
                </c:pt>
                <c:pt idx="918">
                  <c:v>1665</c:v>
                </c:pt>
                <c:pt idx="919">
                  <c:v>1665</c:v>
                </c:pt>
                <c:pt idx="920">
                  <c:v>1665</c:v>
                </c:pt>
                <c:pt idx="921">
                  <c:v>1665</c:v>
                </c:pt>
                <c:pt idx="922">
                  <c:v>1665</c:v>
                </c:pt>
                <c:pt idx="923">
                  <c:v>1665</c:v>
                </c:pt>
                <c:pt idx="924">
                  <c:v>1665</c:v>
                </c:pt>
                <c:pt idx="925">
                  <c:v>1689</c:v>
                </c:pt>
                <c:pt idx="926">
                  <c:v>1689</c:v>
                </c:pt>
                <c:pt idx="927">
                  <c:v>1689</c:v>
                </c:pt>
                <c:pt idx="928">
                  <c:v>1689</c:v>
                </c:pt>
                <c:pt idx="929">
                  <c:v>1689</c:v>
                </c:pt>
                <c:pt idx="930">
                  <c:v>1689</c:v>
                </c:pt>
                <c:pt idx="931">
                  <c:v>1716</c:v>
                </c:pt>
                <c:pt idx="932">
                  <c:v>1716</c:v>
                </c:pt>
                <c:pt idx="933">
                  <c:v>1716</c:v>
                </c:pt>
                <c:pt idx="934">
                  <c:v>1716</c:v>
                </c:pt>
                <c:pt idx="935">
                  <c:v>1716</c:v>
                </c:pt>
                <c:pt idx="936">
                  <c:v>1716</c:v>
                </c:pt>
                <c:pt idx="937">
                  <c:v>1716</c:v>
                </c:pt>
                <c:pt idx="938">
                  <c:v>1716</c:v>
                </c:pt>
                <c:pt idx="939">
                  <c:v>1716</c:v>
                </c:pt>
                <c:pt idx="940">
                  <c:v>1716</c:v>
                </c:pt>
                <c:pt idx="941">
                  <c:v>1716</c:v>
                </c:pt>
                <c:pt idx="942">
                  <c:v>1746</c:v>
                </c:pt>
                <c:pt idx="943">
                  <c:v>1746</c:v>
                </c:pt>
                <c:pt idx="944">
                  <c:v>1746</c:v>
                </c:pt>
                <c:pt idx="945">
                  <c:v>1746</c:v>
                </c:pt>
                <c:pt idx="946">
                  <c:v>1746</c:v>
                </c:pt>
                <c:pt idx="947">
                  <c:v>1746</c:v>
                </c:pt>
                <c:pt idx="948">
                  <c:v>1746</c:v>
                </c:pt>
                <c:pt idx="949">
                  <c:v>1746</c:v>
                </c:pt>
                <c:pt idx="950">
                  <c:v>1746</c:v>
                </c:pt>
                <c:pt idx="951">
                  <c:v>1746</c:v>
                </c:pt>
                <c:pt idx="952">
                  <c:v>1746</c:v>
                </c:pt>
                <c:pt idx="953">
                  <c:v>1746</c:v>
                </c:pt>
                <c:pt idx="954">
                  <c:v>1746</c:v>
                </c:pt>
                <c:pt idx="955">
                  <c:v>1746</c:v>
                </c:pt>
                <c:pt idx="956">
                  <c:v>1446</c:v>
                </c:pt>
                <c:pt idx="957">
                  <c:v>1446</c:v>
                </c:pt>
                <c:pt idx="958">
                  <c:v>1446</c:v>
                </c:pt>
                <c:pt idx="959">
                  <c:v>1446</c:v>
                </c:pt>
                <c:pt idx="960">
                  <c:v>1446</c:v>
                </c:pt>
                <c:pt idx="961">
                  <c:v>1446</c:v>
                </c:pt>
                <c:pt idx="962">
                  <c:v>1446</c:v>
                </c:pt>
                <c:pt idx="963">
                  <c:v>1434</c:v>
                </c:pt>
                <c:pt idx="964">
                  <c:v>1446</c:v>
                </c:pt>
                <c:pt idx="965">
                  <c:v>1446</c:v>
                </c:pt>
                <c:pt idx="966">
                  <c:v>1446</c:v>
                </c:pt>
                <c:pt idx="967">
                  <c:v>1446</c:v>
                </c:pt>
                <c:pt idx="968">
                  <c:v>1446</c:v>
                </c:pt>
                <c:pt idx="969">
                  <c:v>1446</c:v>
                </c:pt>
                <c:pt idx="970">
                  <c:v>1446</c:v>
                </c:pt>
                <c:pt idx="971">
                  <c:v>1446</c:v>
                </c:pt>
                <c:pt idx="972">
                  <c:v>1446</c:v>
                </c:pt>
                <c:pt idx="973">
                  <c:v>1446</c:v>
                </c:pt>
                <c:pt idx="974">
                  <c:v>1446</c:v>
                </c:pt>
                <c:pt idx="975">
                  <c:v>1446</c:v>
                </c:pt>
                <c:pt idx="976">
                  <c:v>1446</c:v>
                </c:pt>
                <c:pt idx="977">
                  <c:v>1446</c:v>
                </c:pt>
                <c:pt idx="978">
                  <c:v>1446</c:v>
                </c:pt>
                <c:pt idx="979">
                  <c:v>1446</c:v>
                </c:pt>
                <c:pt idx="980">
                  <c:v>1446</c:v>
                </c:pt>
                <c:pt idx="981">
                  <c:v>1482</c:v>
                </c:pt>
                <c:pt idx="982">
                  <c:v>1482</c:v>
                </c:pt>
                <c:pt idx="983">
                  <c:v>1482</c:v>
                </c:pt>
                <c:pt idx="984">
                  <c:v>1482</c:v>
                </c:pt>
                <c:pt idx="985">
                  <c:v>1482</c:v>
                </c:pt>
                <c:pt idx="986">
                  <c:v>1482</c:v>
                </c:pt>
                <c:pt idx="987">
                  <c:v>1482</c:v>
                </c:pt>
                <c:pt idx="988">
                  <c:v>1482</c:v>
                </c:pt>
                <c:pt idx="989">
                  <c:v>1482</c:v>
                </c:pt>
                <c:pt idx="990">
                  <c:v>1482</c:v>
                </c:pt>
                <c:pt idx="991">
                  <c:v>1482</c:v>
                </c:pt>
                <c:pt idx="992">
                  <c:v>1437</c:v>
                </c:pt>
                <c:pt idx="993">
                  <c:v>1437</c:v>
                </c:pt>
                <c:pt idx="994">
                  <c:v>1437</c:v>
                </c:pt>
                <c:pt idx="995">
                  <c:v>1437</c:v>
                </c:pt>
                <c:pt idx="996">
                  <c:v>1437</c:v>
                </c:pt>
                <c:pt idx="997">
                  <c:v>1437</c:v>
                </c:pt>
                <c:pt idx="998">
                  <c:v>1437</c:v>
                </c:pt>
                <c:pt idx="999">
                  <c:v>1437</c:v>
                </c:pt>
                <c:pt idx="1000">
                  <c:v>1437</c:v>
                </c:pt>
                <c:pt idx="1001">
                  <c:v>1437</c:v>
                </c:pt>
                <c:pt idx="1002">
                  <c:v>1437</c:v>
                </c:pt>
                <c:pt idx="1003">
                  <c:v>1437</c:v>
                </c:pt>
                <c:pt idx="1004">
                  <c:v>1437</c:v>
                </c:pt>
                <c:pt idx="1005">
                  <c:v>1437</c:v>
                </c:pt>
                <c:pt idx="1006">
                  <c:v>1437</c:v>
                </c:pt>
                <c:pt idx="1007">
                  <c:v>1392</c:v>
                </c:pt>
                <c:pt idx="1008">
                  <c:v>1392</c:v>
                </c:pt>
                <c:pt idx="1009">
                  <c:v>1392</c:v>
                </c:pt>
                <c:pt idx="1010">
                  <c:v>1392</c:v>
                </c:pt>
                <c:pt idx="1011">
                  <c:v>1392</c:v>
                </c:pt>
                <c:pt idx="1012">
                  <c:v>1392</c:v>
                </c:pt>
                <c:pt idx="1013">
                  <c:v>1392</c:v>
                </c:pt>
                <c:pt idx="1014">
                  <c:v>1392</c:v>
                </c:pt>
                <c:pt idx="1015">
                  <c:v>1392</c:v>
                </c:pt>
                <c:pt idx="1016">
                  <c:v>1392</c:v>
                </c:pt>
                <c:pt idx="1017">
                  <c:v>1392</c:v>
                </c:pt>
                <c:pt idx="1018">
                  <c:v>1392</c:v>
                </c:pt>
                <c:pt idx="1019">
                  <c:v>1392</c:v>
                </c:pt>
                <c:pt idx="1020">
                  <c:v>1356</c:v>
                </c:pt>
                <c:pt idx="1021">
                  <c:v>1356</c:v>
                </c:pt>
                <c:pt idx="1022">
                  <c:v>1356</c:v>
                </c:pt>
                <c:pt idx="1023">
                  <c:v>1356</c:v>
                </c:pt>
                <c:pt idx="1024">
                  <c:v>1356</c:v>
                </c:pt>
                <c:pt idx="1025">
                  <c:v>1356</c:v>
                </c:pt>
                <c:pt idx="1026">
                  <c:v>1206</c:v>
                </c:pt>
                <c:pt idx="1027">
                  <c:v>1206</c:v>
                </c:pt>
                <c:pt idx="1028">
                  <c:v>1182</c:v>
                </c:pt>
                <c:pt idx="1029">
                  <c:v>1182</c:v>
                </c:pt>
                <c:pt idx="1030">
                  <c:v>1182</c:v>
                </c:pt>
                <c:pt idx="1031">
                  <c:v>1182</c:v>
                </c:pt>
                <c:pt idx="1032">
                  <c:v>1182</c:v>
                </c:pt>
                <c:pt idx="1033">
                  <c:v>1182</c:v>
                </c:pt>
                <c:pt idx="1034">
                  <c:v>1182</c:v>
                </c:pt>
                <c:pt idx="1035">
                  <c:v>1137</c:v>
                </c:pt>
                <c:pt idx="1036">
                  <c:v>1107</c:v>
                </c:pt>
                <c:pt idx="1037">
                  <c:v>1107</c:v>
                </c:pt>
                <c:pt idx="1038">
                  <c:v>1107</c:v>
                </c:pt>
                <c:pt idx="1039">
                  <c:v>1107</c:v>
                </c:pt>
                <c:pt idx="1040">
                  <c:v>1107</c:v>
                </c:pt>
                <c:pt idx="1041">
                  <c:v>1107</c:v>
                </c:pt>
                <c:pt idx="1042">
                  <c:v>1107</c:v>
                </c:pt>
                <c:pt idx="1043">
                  <c:v>1143</c:v>
                </c:pt>
                <c:pt idx="1044">
                  <c:v>1143</c:v>
                </c:pt>
                <c:pt idx="1045">
                  <c:v>1143</c:v>
                </c:pt>
                <c:pt idx="1046">
                  <c:v>1143</c:v>
                </c:pt>
                <c:pt idx="1047">
                  <c:v>1167</c:v>
                </c:pt>
                <c:pt idx="1048">
                  <c:v>1167</c:v>
                </c:pt>
                <c:pt idx="1049">
                  <c:v>1167</c:v>
                </c:pt>
                <c:pt idx="1050">
                  <c:v>1167</c:v>
                </c:pt>
                <c:pt idx="1051">
                  <c:v>1167</c:v>
                </c:pt>
                <c:pt idx="1052">
                  <c:v>1167</c:v>
                </c:pt>
                <c:pt idx="1053">
                  <c:v>1167</c:v>
                </c:pt>
                <c:pt idx="1054">
                  <c:v>1179</c:v>
                </c:pt>
                <c:pt idx="1055">
                  <c:v>1179</c:v>
                </c:pt>
                <c:pt idx="1056">
                  <c:v>1179</c:v>
                </c:pt>
                <c:pt idx="1057">
                  <c:v>1179</c:v>
                </c:pt>
                <c:pt idx="1058">
                  <c:v>1179</c:v>
                </c:pt>
                <c:pt idx="1059">
                  <c:v>1179</c:v>
                </c:pt>
                <c:pt idx="1060">
                  <c:v>1179</c:v>
                </c:pt>
                <c:pt idx="1061">
                  <c:v>1179</c:v>
                </c:pt>
                <c:pt idx="1062">
                  <c:v>1179</c:v>
                </c:pt>
                <c:pt idx="1063">
                  <c:v>1179</c:v>
                </c:pt>
                <c:pt idx="1064">
                  <c:v>1179</c:v>
                </c:pt>
                <c:pt idx="1065">
                  <c:v>1179</c:v>
                </c:pt>
                <c:pt idx="1066">
                  <c:v>1179</c:v>
                </c:pt>
                <c:pt idx="1067">
                  <c:v>1179</c:v>
                </c:pt>
                <c:pt idx="1068">
                  <c:v>1179</c:v>
                </c:pt>
                <c:pt idx="1069">
                  <c:v>1179</c:v>
                </c:pt>
                <c:pt idx="1070">
                  <c:v>1179</c:v>
                </c:pt>
                <c:pt idx="1071">
                  <c:v>1179</c:v>
                </c:pt>
                <c:pt idx="1072">
                  <c:v>1179</c:v>
                </c:pt>
                <c:pt idx="1073">
                  <c:v>1179</c:v>
                </c:pt>
                <c:pt idx="1074">
                  <c:v>1179</c:v>
                </c:pt>
                <c:pt idx="1075">
                  <c:v>1179</c:v>
                </c:pt>
                <c:pt idx="1076">
                  <c:v>1179</c:v>
                </c:pt>
                <c:pt idx="1077">
                  <c:v>1227</c:v>
                </c:pt>
                <c:pt idx="1078">
                  <c:v>1227</c:v>
                </c:pt>
                <c:pt idx="1079">
                  <c:v>1227</c:v>
                </c:pt>
                <c:pt idx="1080">
                  <c:v>1227</c:v>
                </c:pt>
                <c:pt idx="1081">
                  <c:v>1227</c:v>
                </c:pt>
                <c:pt idx="1082">
                  <c:v>1227</c:v>
                </c:pt>
                <c:pt idx="1083">
                  <c:v>1227</c:v>
                </c:pt>
                <c:pt idx="1084">
                  <c:v>1227</c:v>
                </c:pt>
                <c:pt idx="1085">
                  <c:v>1227</c:v>
                </c:pt>
                <c:pt idx="1086">
                  <c:v>1227</c:v>
                </c:pt>
                <c:pt idx="1087">
                  <c:v>1227</c:v>
                </c:pt>
                <c:pt idx="1088">
                  <c:v>1227</c:v>
                </c:pt>
                <c:pt idx="1089">
                  <c:v>1227</c:v>
                </c:pt>
                <c:pt idx="1090">
                  <c:v>1227</c:v>
                </c:pt>
                <c:pt idx="1091">
                  <c:v>1227</c:v>
                </c:pt>
                <c:pt idx="1092">
                  <c:v>1227</c:v>
                </c:pt>
                <c:pt idx="1093">
                  <c:v>1227</c:v>
                </c:pt>
                <c:pt idx="1094">
                  <c:v>1227</c:v>
                </c:pt>
                <c:pt idx="1095">
                  <c:v>1227</c:v>
                </c:pt>
                <c:pt idx="1096">
                  <c:v>1227</c:v>
                </c:pt>
                <c:pt idx="1097">
                  <c:v>1227</c:v>
                </c:pt>
                <c:pt idx="1098">
                  <c:v>1407</c:v>
                </c:pt>
                <c:pt idx="1099">
                  <c:v>1407</c:v>
                </c:pt>
                <c:pt idx="1100">
                  <c:v>1407</c:v>
                </c:pt>
                <c:pt idx="1101">
                  <c:v>1407</c:v>
                </c:pt>
                <c:pt idx="1102">
                  <c:v>1407</c:v>
                </c:pt>
                <c:pt idx="1103">
                  <c:v>1407</c:v>
                </c:pt>
                <c:pt idx="1104">
                  <c:v>1392</c:v>
                </c:pt>
                <c:pt idx="1105">
                  <c:v>1392</c:v>
                </c:pt>
                <c:pt idx="1106">
                  <c:v>1392</c:v>
                </c:pt>
                <c:pt idx="1107">
                  <c:v>1392</c:v>
                </c:pt>
                <c:pt idx="1108">
                  <c:v>1392</c:v>
                </c:pt>
                <c:pt idx="1109">
                  <c:v>1392</c:v>
                </c:pt>
                <c:pt idx="1110">
                  <c:v>1392</c:v>
                </c:pt>
                <c:pt idx="1111">
                  <c:v>1392</c:v>
                </c:pt>
                <c:pt idx="1112">
                  <c:v>1392</c:v>
                </c:pt>
                <c:pt idx="1113">
                  <c:v>1380</c:v>
                </c:pt>
                <c:pt idx="1114">
                  <c:v>1380</c:v>
                </c:pt>
                <c:pt idx="1115">
                  <c:v>1380</c:v>
                </c:pt>
                <c:pt idx="1116">
                  <c:v>1380</c:v>
                </c:pt>
                <c:pt idx="1117">
                  <c:v>1320</c:v>
                </c:pt>
                <c:pt idx="1118">
                  <c:v>1320</c:v>
                </c:pt>
                <c:pt idx="1119">
                  <c:v>1320</c:v>
                </c:pt>
                <c:pt idx="1120">
                  <c:v>1260</c:v>
                </c:pt>
                <c:pt idx="1121">
                  <c:v>1260</c:v>
                </c:pt>
                <c:pt idx="1122">
                  <c:v>1260</c:v>
                </c:pt>
                <c:pt idx="1123">
                  <c:v>1260</c:v>
                </c:pt>
                <c:pt idx="1124">
                  <c:v>1260</c:v>
                </c:pt>
                <c:pt idx="1125">
                  <c:v>1260</c:v>
                </c:pt>
                <c:pt idx="1126">
                  <c:v>1260</c:v>
                </c:pt>
                <c:pt idx="1127">
                  <c:v>1260</c:v>
                </c:pt>
                <c:pt idx="1128">
                  <c:v>1260</c:v>
                </c:pt>
                <c:pt idx="1129">
                  <c:v>1260</c:v>
                </c:pt>
                <c:pt idx="1130">
                  <c:v>1260</c:v>
                </c:pt>
                <c:pt idx="1131">
                  <c:v>1260</c:v>
                </c:pt>
                <c:pt idx="1132">
                  <c:v>1224</c:v>
                </c:pt>
                <c:pt idx="1133">
                  <c:v>1224</c:v>
                </c:pt>
                <c:pt idx="1134">
                  <c:v>1224</c:v>
                </c:pt>
                <c:pt idx="1135">
                  <c:v>1224</c:v>
                </c:pt>
                <c:pt idx="1136">
                  <c:v>1224</c:v>
                </c:pt>
                <c:pt idx="1137">
                  <c:v>1224</c:v>
                </c:pt>
                <c:pt idx="1138">
                  <c:v>1224</c:v>
                </c:pt>
                <c:pt idx="1139">
                  <c:v>1164</c:v>
                </c:pt>
                <c:pt idx="1140">
                  <c:v>1164</c:v>
                </c:pt>
                <c:pt idx="1141">
                  <c:v>1164</c:v>
                </c:pt>
                <c:pt idx="1142">
                  <c:v>1164</c:v>
                </c:pt>
                <c:pt idx="1143">
                  <c:v>1164</c:v>
                </c:pt>
                <c:pt idx="1144">
                  <c:v>1164</c:v>
                </c:pt>
                <c:pt idx="1145">
                  <c:v>620</c:v>
                </c:pt>
                <c:pt idx="1146">
                  <c:v>620</c:v>
                </c:pt>
                <c:pt idx="1147">
                  <c:v>455</c:v>
                </c:pt>
                <c:pt idx="1148">
                  <c:v>455</c:v>
                </c:pt>
                <c:pt idx="1149">
                  <c:v>455</c:v>
                </c:pt>
                <c:pt idx="1150">
                  <c:v>455</c:v>
                </c:pt>
                <c:pt idx="1151">
                  <c:v>455</c:v>
                </c:pt>
                <c:pt idx="1152">
                  <c:v>455</c:v>
                </c:pt>
                <c:pt idx="1153">
                  <c:v>455</c:v>
                </c:pt>
                <c:pt idx="1154">
                  <c:v>455</c:v>
                </c:pt>
                <c:pt idx="1155">
                  <c:v>410</c:v>
                </c:pt>
                <c:pt idx="1156">
                  <c:v>410</c:v>
                </c:pt>
                <c:pt idx="1157">
                  <c:v>410</c:v>
                </c:pt>
                <c:pt idx="1158">
                  <c:v>410</c:v>
                </c:pt>
                <c:pt idx="1159">
                  <c:v>410</c:v>
                </c:pt>
                <c:pt idx="1160">
                  <c:v>410</c:v>
                </c:pt>
                <c:pt idx="1161">
                  <c:v>410</c:v>
                </c:pt>
                <c:pt idx="1162">
                  <c:v>410</c:v>
                </c:pt>
                <c:pt idx="1163">
                  <c:v>410</c:v>
                </c:pt>
                <c:pt idx="1164">
                  <c:v>410</c:v>
                </c:pt>
                <c:pt idx="1165">
                  <c:v>410</c:v>
                </c:pt>
                <c:pt idx="1166">
                  <c:v>410</c:v>
                </c:pt>
                <c:pt idx="1167">
                  <c:v>806</c:v>
                </c:pt>
                <c:pt idx="1168">
                  <c:v>806</c:v>
                </c:pt>
                <c:pt idx="1169">
                  <c:v>806</c:v>
                </c:pt>
                <c:pt idx="1170">
                  <c:v>806</c:v>
                </c:pt>
                <c:pt idx="1171">
                  <c:v>806</c:v>
                </c:pt>
                <c:pt idx="1172">
                  <c:v>806</c:v>
                </c:pt>
                <c:pt idx="1173">
                  <c:v>806</c:v>
                </c:pt>
                <c:pt idx="1174">
                  <c:v>806</c:v>
                </c:pt>
                <c:pt idx="1175">
                  <c:v>782</c:v>
                </c:pt>
                <c:pt idx="1176">
                  <c:v>782</c:v>
                </c:pt>
                <c:pt idx="1177">
                  <c:v>782</c:v>
                </c:pt>
                <c:pt idx="1178">
                  <c:v>782</c:v>
                </c:pt>
                <c:pt idx="1179">
                  <c:v>782</c:v>
                </c:pt>
                <c:pt idx="1180">
                  <c:v>982</c:v>
                </c:pt>
                <c:pt idx="1181">
                  <c:v>982</c:v>
                </c:pt>
                <c:pt idx="1182">
                  <c:v>982</c:v>
                </c:pt>
                <c:pt idx="1183">
                  <c:v>982</c:v>
                </c:pt>
                <c:pt idx="1184">
                  <c:v>982</c:v>
                </c:pt>
                <c:pt idx="1185">
                  <c:v>982</c:v>
                </c:pt>
                <c:pt idx="1186">
                  <c:v>982</c:v>
                </c:pt>
                <c:pt idx="1187">
                  <c:v>982</c:v>
                </c:pt>
                <c:pt idx="1188">
                  <c:v>982</c:v>
                </c:pt>
                <c:pt idx="1189">
                  <c:v>982</c:v>
                </c:pt>
                <c:pt idx="1190">
                  <c:v>982</c:v>
                </c:pt>
                <c:pt idx="1191">
                  <c:v>982</c:v>
                </c:pt>
                <c:pt idx="1192">
                  <c:v>982</c:v>
                </c:pt>
                <c:pt idx="1193">
                  <c:v>982</c:v>
                </c:pt>
                <c:pt idx="1194">
                  <c:v>982</c:v>
                </c:pt>
                <c:pt idx="1195">
                  <c:v>982</c:v>
                </c:pt>
                <c:pt idx="1196">
                  <c:v>982</c:v>
                </c:pt>
                <c:pt idx="1197">
                  <c:v>982</c:v>
                </c:pt>
                <c:pt idx="1198">
                  <c:v>982</c:v>
                </c:pt>
                <c:pt idx="1199">
                  <c:v>982</c:v>
                </c:pt>
                <c:pt idx="1200">
                  <c:v>982</c:v>
                </c:pt>
                <c:pt idx="1201">
                  <c:v>982</c:v>
                </c:pt>
                <c:pt idx="1202">
                  <c:v>982</c:v>
                </c:pt>
                <c:pt idx="1203">
                  <c:v>982</c:v>
                </c:pt>
                <c:pt idx="1204">
                  <c:v>982</c:v>
                </c:pt>
                <c:pt idx="1205">
                  <c:v>982</c:v>
                </c:pt>
                <c:pt idx="1206">
                  <c:v>982</c:v>
                </c:pt>
                <c:pt idx="1207">
                  <c:v>982</c:v>
                </c:pt>
                <c:pt idx="1208">
                  <c:v>1030</c:v>
                </c:pt>
                <c:pt idx="1209">
                  <c:v>1030</c:v>
                </c:pt>
                <c:pt idx="1210">
                  <c:v>1030</c:v>
                </c:pt>
                <c:pt idx="1211">
                  <c:v>1030</c:v>
                </c:pt>
                <c:pt idx="1212">
                  <c:v>1030</c:v>
                </c:pt>
                <c:pt idx="1213">
                  <c:v>1030</c:v>
                </c:pt>
                <c:pt idx="1214">
                  <c:v>1030</c:v>
                </c:pt>
                <c:pt idx="1215">
                  <c:v>1030</c:v>
                </c:pt>
                <c:pt idx="1216">
                  <c:v>970</c:v>
                </c:pt>
                <c:pt idx="1217">
                  <c:v>970</c:v>
                </c:pt>
                <c:pt idx="1218">
                  <c:v>970</c:v>
                </c:pt>
                <c:pt idx="1219">
                  <c:v>955</c:v>
                </c:pt>
                <c:pt idx="1220">
                  <c:v>955</c:v>
                </c:pt>
                <c:pt idx="1221">
                  <c:v>955</c:v>
                </c:pt>
                <c:pt idx="1222">
                  <c:v>955</c:v>
                </c:pt>
                <c:pt idx="1223">
                  <c:v>955</c:v>
                </c:pt>
                <c:pt idx="1224">
                  <c:v>955</c:v>
                </c:pt>
                <c:pt idx="1225">
                  <c:v>955</c:v>
                </c:pt>
                <c:pt idx="1226">
                  <c:v>955</c:v>
                </c:pt>
                <c:pt idx="1227">
                  <c:v>955</c:v>
                </c:pt>
                <c:pt idx="1228">
                  <c:v>955</c:v>
                </c:pt>
                <c:pt idx="1229">
                  <c:v>919</c:v>
                </c:pt>
                <c:pt idx="1230">
                  <c:v>919</c:v>
                </c:pt>
                <c:pt idx="1231">
                  <c:v>874</c:v>
                </c:pt>
                <c:pt idx="1232">
                  <c:v>886</c:v>
                </c:pt>
                <c:pt idx="1233">
                  <c:v>862</c:v>
                </c:pt>
                <c:pt idx="1234">
                  <c:v>862</c:v>
                </c:pt>
                <c:pt idx="1235">
                  <c:v>862</c:v>
                </c:pt>
                <c:pt idx="1236">
                  <c:v>862</c:v>
                </c:pt>
                <c:pt idx="1237">
                  <c:v>862</c:v>
                </c:pt>
                <c:pt idx="1238">
                  <c:v>862</c:v>
                </c:pt>
                <c:pt idx="1239">
                  <c:v>862</c:v>
                </c:pt>
                <c:pt idx="1240">
                  <c:v>862</c:v>
                </c:pt>
                <c:pt idx="1241">
                  <c:v>862</c:v>
                </c:pt>
                <c:pt idx="1242">
                  <c:v>862</c:v>
                </c:pt>
                <c:pt idx="1243">
                  <c:v>922</c:v>
                </c:pt>
                <c:pt idx="1244">
                  <c:v>922</c:v>
                </c:pt>
                <c:pt idx="1245">
                  <c:v>922</c:v>
                </c:pt>
                <c:pt idx="1246">
                  <c:v>922</c:v>
                </c:pt>
                <c:pt idx="1247">
                  <c:v>922</c:v>
                </c:pt>
                <c:pt idx="1248">
                  <c:v>922</c:v>
                </c:pt>
                <c:pt idx="1249">
                  <c:v>922</c:v>
                </c:pt>
                <c:pt idx="1250">
                  <c:v>922</c:v>
                </c:pt>
                <c:pt idx="1251">
                  <c:v>946</c:v>
                </c:pt>
                <c:pt idx="1252">
                  <c:v>946</c:v>
                </c:pt>
                <c:pt idx="1253">
                  <c:v>946</c:v>
                </c:pt>
                <c:pt idx="1254">
                  <c:v>946</c:v>
                </c:pt>
                <c:pt idx="1255">
                  <c:v>946</c:v>
                </c:pt>
                <c:pt idx="1256">
                  <c:v>946</c:v>
                </c:pt>
                <c:pt idx="1257">
                  <c:v>946</c:v>
                </c:pt>
                <c:pt idx="1258">
                  <c:v>946</c:v>
                </c:pt>
                <c:pt idx="1259">
                  <c:v>946</c:v>
                </c:pt>
                <c:pt idx="1260">
                  <c:v>958</c:v>
                </c:pt>
                <c:pt idx="1261">
                  <c:v>958</c:v>
                </c:pt>
                <c:pt idx="1262">
                  <c:v>958</c:v>
                </c:pt>
                <c:pt idx="1263">
                  <c:v>958</c:v>
                </c:pt>
                <c:pt idx="1264">
                  <c:v>1078</c:v>
                </c:pt>
                <c:pt idx="1265">
                  <c:v>1078</c:v>
                </c:pt>
                <c:pt idx="1266">
                  <c:v>1078</c:v>
                </c:pt>
                <c:pt idx="1267">
                  <c:v>1054</c:v>
                </c:pt>
                <c:pt idx="1268">
                  <c:v>1054</c:v>
                </c:pt>
                <c:pt idx="1269">
                  <c:v>1054</c:v>
                </c:pt>
                <c:pt idx="1270">
                  <c:v>1054</c:v>
                </c:pt>
                <c:pt idx="1271">
                  <c:v>1054</c:v>
                </c:pt>
                <c:pt idx="1272">
                  <c:v>1054</c:v>
                </c:pt>
                <c:pt idx="1273">
                  <c:v>1054</c:v>
                </c:pt>
                <c:pt idx="1274">
                  <c:v>1129</c:v>
                </c:pt>
                <c:pt idx="1275">
                  <c:v>1129</c:v>
                </c:pt>
                <c:pt idx="1276">
                  <c:v>1129</c:v>
                </c:pt>
                <c:pt idx="1277">
                  <c:v>1129</c:v>
                </c:pt>
                <c:pt idx="1278">
                  <c:v>1129</c:v>
                </c:pt>
                <c:pt idx="1279">
                  <c:v>1129</c:v>
                </c:pt>
                <c:pt idx="1280">
                  <c:v>1129</c:v>
                </c:pt>
                <c:pt idx="1281">
                  <c:v>1129</c:v>
                </c:pt>
                <c:pt idx="1282">
                  <c:v>1129</c:v>
                </c:pt>
                <c:pt idx="1283">
                  <c:v>1129</c:v>
                </c:pt>
                <c:pt idx="1284">
                  <c:v>1129</c:v>
                </c:pt>
                <c:pt idx="1285">
                  <c:v>1129</c:v>
                </c:pt>
                <c:pt idx="1286">
                  <c:v>1129</c:v>
                </c:pt>
                <c:pt idx="1287">
                  <c:v>1129</c:v>
                </c:pt>
                <c:pt idx="1288">
                  <c:v>1129</c:v>
                </c:pt>
                <c:pt idx="1289">
                  <c:v>1129</c:v>
                </c:pt>
                <c:pt idx="1290">
                  <c:v>1129</c:v>
                </c:pt>
                <c:pt idx="1291">
                  <c:v>1129</c:v>
                </c:pt>
                <c:pt idx="1292">
                  <c:v>1129</c:v>
                </c:pt>
                <c:pt idx="1293">
                  <c:v>1129</c:v>
                </c:pt>
                <c:pt idx="1294">
                  <c:v>1129</c:v>
                </c:pt>
                <c:pt idx="1295">
                  <c:v>1129</c:v>
                </c:pt>
                <c:pt idx="1296">
                  <c:v>1093</c:v>
                </c:pt>
                <c:pt idx="1297">
                  <c:v>1093</c:v>
                </c:pt>
                <c:pt idx="1298">
                  <c:v>1093</c:v>
                </c:pt>
                <c:pt idx="1299">
                  <c:v>1093</c:v>
                </c:pt>
                <c:pt idx="1300">
                  <c:v>1093</c:v>
                </c:pt>
                <c:pt idx="1301">
                  <c:v>1093</c:v>
                </c:pt>
                <c:pt idx="1302">
                  <c:v>1093</c:v>
                </c:pt>
                <c:pt idx="1303">
                  <c:v>1093</c:v>
                </c:pt>
                <c:pt idx="1304">
                  <c:v>1093</c:v>
                </c:pt>
                <c:pt idx="1305">
                  <c:v>1093</c:v>
                </c:pt>
                <c:pt idx="1306">
                  <c:v>1093</c:v>
                </c:pt>
                <c:pt idx="1307">
                  <c:v>1093</c:v>
                </c:pt>
                <c:pt idx="1308">
                  <c:v>1093</c:v>
                </c:pt>
                <c:pt idx="1309">
                  <c:v>1129</c:v>
                </c:pt>
                <c:pt idx="1310">
                  <c:v>1129</c:v>
                </c:pt>
                <c:pt idx="1311">
                  <c:v>1129</c:v>
                </c:pt>
                <c:pt idx="1312">
                  <c:v>1129</c:v>
                </c:pt>
                <c:pt idx="1313">
                  <c:v>1129</c:v>
                </c:pt>
                <c:pt idx="1314">
                  <c:v>1129</c:v>
                </c:pt>
                <c:pt idx="1315">
                  <c:v>1129</c:v>
                </c:pt>
                <c:pt idx="1316">
                  <c:v>1129</c:v>
                </c:pt>
                <c:pt idx="1317">
                  <c:v>1129</c:v>
                </c:pt>
                <c:pt idx="1318">
                  <c:v>1129</c:v>
                </c:pt>
                <c:pt idx="1319">
                  <c:v>1129</c:v>
                </c:pt>
                <c:pt idx="1320">
                  <c:v>1129</c:v>
                </c:pt>
                <c:pt idx="1321">
                  <c:v>1129</c:v>
                </c:pt>
                <c:pt idx="1322">
                  <c:v>1129</c:v>
                </c:pt>
                <c:pt idx="1323">
                  <c:v>1153</c:v>
                </c:pt>
                <c:pt idx="1324">
                  <c:v>1153</c:v>
                </c:pt>
                <c:pt idx="1325">
                  <c:v>1153</c:v>
                </c:pt>
                <c:pt idx="1326">
                  <c:v>1153</c:v>
                </c:pt>
                <c:pt idx="1327">
                  <c:v>1153</c:v>
                </c:pt>
                <c:pt idx="1328">
                  <c:v>1153</c:v>
                </c:pt>
                <c:pt idx="1329">
                  <c:v>1153</c:v>
                </c:pt>
                <c:pt idx="1330">
                  <c:v>1153</c:v>
                </c:pt>
                <c:pt idx="1331">
                  <c:v>1153</c:v>
                </c:pt>
                <c:pt idx="1332">
                  <c:v>1153</c:v>
                </c:pt>
                <c:pt idx="1333">
                  <c:v>1153</c:v>
                </c:pt>
                <c:pt idx="1334">
                  <c:v>1153</c:v>
                </c:pt>
                <c:pt idx="1335">
                  <c:v>1153</c:v>
                </c:pt>
                <c:pt idx="1336">
                  <c:v>1153</c:v>
                </c:pt>
                <c:pt idx="1337">
                  <c:v>1153</c:v>
                </c:pt>
                <c:pt idx="1338">
                  <c:v>1153</c:v>
                </c:pt>
                <c:pt idx="1339">
                  <c:v>1318</c:v>
                </c:pt>
                <c:pt idx="1340">
                  <c:v>1318</c:v>
                </c:pt>
                <c:pt idx="1341">
                  <c:v>1318</c:v>
                </c:pt>
                <c:pt idx="1342">
                  <c:v>1318</c:v>
                </c:pt>
                <c:pt idx="1343">
                  <c:v>1318</c:v>
                </c:pt>
                <c:pt idx="1344">
                  <c:v>1318</c:v>
                </c:pt>
                <c:pt idx="1345">
                  <c:v>1318</c:v>
                </c:pt>
                <c:pt idx="1346">
                  <c:v>1318</c:v>
                </c:pt>
                <c:pt idx="1347">
                  <c:v>1318</c:v>
                </c:pt>
                <c:pt idx="1348">
                  <c:v>1168</c:v>
                </c:pt>
                <c:pt idx="1349">
                  <c:v>1168</c:v>
                </c:pt>
                <c:pt idx="1350">
                  <c:v>1168</c:v>
                </c:pt>
                <c:pt idx="1351">
                  <c:v>1168</c:v>
                </c:pt>
                <c:pt idx="1352">
                  <c:v>1168</c:v>
                </c:pt>
                <c:pt idx="1353">
                  <c:v>1168</c:v>
                </c:pt>
                <c:pt idx="1354">
                  <c:v>1168</c:v>
                </c:pt>
                <c:pt idx="1355">
                  <c:v>1132</c:v>
                </c:pt>
                <c:pt idx="1356">
                  <c:v>1132</c:v>
                </c:pt>
                <c:pt idx="1357">
                  <c:v>1132</c:v>
                </c:pt>
                <c:pt idx="1358">
                  <c:v>1132</c:v>
                </c:pt>
                <c:pt idx="1359">
                  <c:v>1117</c:v>
                </c:pt>
                <c:pt idx="1360">
                  <c:v>1117</c:v>
                </c:pt>
                <c:pt idx="1361">
                  <c:v>1117</c:v>
                </c:pt>
                <c:pt idx="1362">
                  <c:v>1117</c:v>
                </c:pt>
                <c:pt idx="1363">
                  <c:v>1075</c:v>
                </c:pt>
                <c:pt idx="1364">
                  <c:v>1075</c:v>
                </c:pt>
                <c:pt idx="1365">
                  <c:v>1075</c:v>
                </c:pt>
                <c:pt idx="1366">
                  <c:v>1015</c:v>
                </c:pt>
                <c:pt idx="1367">
                  <c:v>1015</c:v>
                </c:pt>
                <c:pt idx="1368">
                  <c:v>1015</c:v>
                </c:pt>
                <c:pt idx="1369">
                  <c:v>1015</c:v>
                </c:pt>
                <c:pt idx="1370">
                  <c:v>1015</c:v>
                </c:pt>
                <c:pt idx="1371">
                  <c:v>1015</c:v>
                </c:pt>
                <c:pt idx="1372">
                  <c:v>1015</c:v>
                </c:pt>
                <c:pt idx="1373">
                  <c:v>1015</c:v>
                </c:pt>
                <c:pt idx="1374">
                  <c:v>1015</c:v>
                </c:pt>
                <c:pt idx="1375">
                  <c:v>1015</c:v>
                </c:pt>
                <c:pt idx="1376">
                  <c:v>955</c:v>
                </c:pt>
                <c:pt idx="1377">
                  <c:v>955</c:v>
                </c:pt>
                <c:pt idx="1378">
                  <c:v>955</c:v>
                </c:pt>
                <c:pt idx="1379">
                  <c:v>955</c:v>
                </c:pt>
                <c:pt idx="1380">
                  <c:v>955</c:v>
                </c:pt>
                <c:pt idx="1381">
                  <c:v>955</c:v>
                </c:pt>
                <c:pt idx="1382">
                  <c:v>955</c:v>
                </c:pt>
                <c:pt idx="1383">
                  <c:v>967</c:v>
                </c:pt>
                <c:pt idx="1384">
                  <c:v>967</c:v>
                </c:pt>
                <c:pt idx="1385">
                  <c:v>967</c:v>
                </c:pt>
                <c:pt idx="1386">
                  <c:v>967</c:v>
                </c:pt>
                <c:pt idx="1387">
                  <c:v>967</c:v>
                </c:pt>
                <c:pt idx="1388">
                  <c:v>967</c:v>
                </c:pt>
                <c:pt idx="1389">
                  <c:v>967</c:v>
                </c:pt>
                <c:pt idx="1390">
                  <c:v>1017</c:v>
                </c:pt>
                <c:pt idx="1391">
                  <c:v>993</c:v>
                </c:pt>
                <c:pt idx="1392">
                  <c:v>993</c:v>
                </c:pt>
                <c:pt idx="1393">
                  <c:v>969</c:v>
                </c:pt>
                <c:pt idx="1394">
                  <c:v>969</c:v>
                </c:pt>
                <c:pt idx="1395">
                  <c:v>969</c:v>
                </c:pt>
                <c:pt idx="1396">
                  <c:v>969</c:v>
                </c:pt>
                <c:pt idx="1397">
                  <c:v>969</c:v>
                </c:pt>
                <c:pt idx="1398">
                  <c:v>933</c:v>
                </c:pt>
                <c:pt idx="1399">
                  <c:v>933</c:v>
                </c:pt>
                <c:pt idx="1400">
                  <c:v>909</c:v>
                </c:pt>
                <c:pt idx="1401">
                  <c:v>959</c:v>
                </c:pt>
                <c:pt idx="1402">
                  <c:v>959</c:v>
                </c:pt>
                <c:pt idx="1403">
                  <c:v>959</c:v>
                </c:pt>
                <c:pt idx="1404">
                  <c:v>959</c:v>
                </c:pt>
                <c:pt idx="1405">
                  <c:v>959</c:v>
                </c:pt>
                <c:pt idx="1406">
                  <c:v>971</c:v>
                </c:pt>
                <c:pt idx="1407">
                  <c:v>995</c:v>
                </c:pt>
                <c:pt idx="1408">
                  <c:v>995</c:v>
                </c:pt>
                <c:pt idx="1409">
                  <c:v>995</c:v>
                </c:pt>
                <c:pt idx="1410">
                  <c:v>995</c:v>
                </c:pt>
                <c:pt idx="1411">
                  <c:v>995</c:v>
                </c:pt>
                <c:pt idx="1412">
                  <c:v>935</c:v>
                </c:pt>
                <c:pt idx="1413">
                  <c:v>935</c:v>
                </c:pt>
                <c:pt idx="1414">
                  <c:v>916</c:v>
                </c:pt>
                <c:pt idx="1415">
                  <c:v>916</c:v>
                </c:pt>
                <c:pt idx="1416">
                  <c:v>916</c:v>
                </c:pt>
                <c:pt idx="1417">
                  <c:v>916</c:v>
                </c:pt>
                <c:pt idx="1418">
                  <c:v>916</c:v>
                </c:pt>
                <c:pt idx="1419">
                  <c:v>940</c:v>
                </c:pt>
                <c:pt idx="1420">
                  <c:v>940</c:v>
                </c:pt>
                <c:pt idx="1421">
                  <c:v>940</c:v>
                </c:pt>
                <c:pt idx="1422">
                  <c:v>940</c:v>
                </c:pt>
                <c:pt idx="1423">
                  <c:v>952</c:v>
                </c:pt>
                <c:pt idx="1424">
                  <c:v>952</c:v>
                </c:pt>
                <c:pt idx="1425">
                  <c:v>952</c:v>
                </c:pt>
                <c:pt idx="1426">
                  <c:v>952</c:v>
                </c:pt>
                <c:pt idx="1427">
                  <c:v>952</c:v>
                </c:pt>
                <c:pt idx="1428">
                  <c:v>952</c:v>
                </c:pt>
                <c:pt idx="1429">
                  <c:v>952</c:v>
                </c:pt>
                <c:pt idx="1430">
                  <c:v>952</c:v>
                </c:pt>
                <c:pt idx="1431">
                  <c:v>952</c:v>
                </c:pt>
                <c:pt idx="1432">
                  <c:v>952</c:v>
                </c:pt>
                <c:pt idx="1433">
                  <c:v>952</c:v>
                </c:pt>
                <c:pt idx="1434">
                  <c:v>952</c:v>
                </c:pt>
                <c:pt idx="1435">
                  <c:v>952</c:v>
                </c:pt>
                <c:pt idx="1436">
                  <c:v>916</c:v>
                </c:pt>
                <c:pt idx="1437">
                  <c:v>916</c:v>
                </c:pt>
                <c:pt idx="1438">
                  <c:v>916</c:v>
                </c:pt>
                <c:pt idx="1439">
                  <c:v>814</c:v>
                </c:pt>
                <c:pt idx="1440">
                  <c:v>814</c:v>
                </c:pt>
                <c:pt idx="1441">
                  <c:v>814</c:v>
                </c:pt>
                <c:pt idx="1442">
                  <c:v>814</c:v>
                </c:pt>
                <c:pt idx="1443">
                  <c:v>720</c:v>
                </c:pt>
                <c:pt idx="1444">
                  <c:v>720</c:v>
                </c:pt>
                <c:pt idx="1445">
                  <c:v>720</c:v>
                </c:pt>
                <c:pt idx="1446">
                  <c:v>720</c:v>
                </c:pt>
                <c:pt idx="1447">
                  <c:v>621</c:v>
                </c:pt>
                <c:pt idx="1448">
                  <c:v>621</c:v>
                </c:pt>
                <c:pt idx="1449">
                  <c:v>721</c:v>
                </c:pt>
                <c:pt idx="1450">
                  <c:v>721</c:v>
                </c:pt>
                <c:pt idx="1451">
                  <c:v>721</c:v>
                </c:pt>
                <c:pt idx="1452">
                  <c:v>721</c:v>
                </c:pt>
                <c:pt idx="1453">
                  <c:v>670</c:v>
                </c:pt>
                <c:pt idx="1454">
                  <c:v>646</c:v>
                </c:pt>
                <c:pt idx="1455">
                  <c:v>670</c:v>
                </c:pt>
                <c:pt idx="1456">
                  <c:v>682</c:v>
                </c:pt>
                <c:pt idx="1457">
                  <c:v>682</c:v>
                </c:pt>
                <c:pt idx="1458">
                  <c:v>682</c:v>
                </c:pt>
                <c:pt idx="1459">
                  <c:v>682</c:v>
                </c:pt>
                <c:pt idx="1460">
                  <c:v>607</c:v>
                </c:pt>
                <c:pt idx="1461">
                  <c:v>607</c:v>
                </c:pt>
                <c:pt idx="1462">
                  <c:v>607</c:v>
                </c:pt>
                <c:pt idx="1463">
                  <c:v>607</c:v>
                </c:pt>
                <c:pt idx="1464">
                  <c:v>607</c:v>
                </c:pt>
                <c:pt idx="1465">
                  <c:v>607</c:v>
                </c:pt>
                <c:pt idx="1466">
                  <c:v>607</c:v>
                </c:pt>
                <c:pt idx="1467">
                  <c:v>607</c:v>
                </c:pt>
                <c:pt idx="1468">
                  <c:v>583</c:v>
                </c:pt>
                <c:pt idx="1469">
                  <c:v>583</c:v>
                </c:pt>
                <c:pt idx="1470">
                  <c:v>583</c:v>
                </c:pt>
                <c:pt idx="1471">
                  <c:v>583</c:v>
                </c:pt>
                <c:pt idx="1472">
                  <c:v>583</c:v>
                </c:pt>
                <c:pt idx="1473">
                  <c:v>583</c:v>
                </c:pt>
                <c:pt idx="1474">
                  <c:v>583</c:v>
                </c:pt>
                <c:pt idx="1475">
                  <c:v>571</c:v>
                </c:pt>
                <c:pt idx="1476">
                  <c:v>571</c:v>
                </c:pt>
                <c:pt idx="1477">
                  <c:v>571</c:v>
                </c:pt>
                <c:pt idx="1478">
                  <c:v>619</c:v>
                </c:pt>
                <c:pt idx="1479">
                  <c:v>619</c:v>
                </c:pt>
                <c:pt idx="1480">
                  <c:v>619</c:v>
                </c:pt>
                <c:pt idx="1481">
                  <c:v>667</c:v>
                </c:pt>
                <c:pt idx="1482">
                  <c:v>667</c:v>
                </c:pt>
                <c:pt idx="1483">
                  <c:v>667</c:v>
                </c:pt>
                <c:pt idx="1484">
                  <c:v>667</c:v>
                </c:pt>
                <c:pt idx="1485">
                  <c:v>712</c:v>
                </c:pt>
                <c:pt idx="1486">
                  <c:v>712</c:v>
                </c:pt>
                <c:pt idx="1487">
                  <c:v>712</c:v>
                </c:pt>
                <c:pt idx="1488">
                  <c:v>724</c:v>
                </c:pt>
                <c:pt idx="1489">
                  <c:v>874</c:v>
                </c:pt>
                <c:pt idx="1490">
                  <c:v>874</c:v>
                </c:pt>
                <c:pt idx="1491">
                  <c:v>874</c:v>
                </c:pt>
                <c:pt idx="1492">
                  <c:v>874</c:v>
                </c:pt>
                <c:pt idx="1493">
                  <c:v>874</c:v>
                </c:pt>
                <c:pt idx="1494">
                  <c:v>874</c:v>
                </c:pt>
                <c:pt idx="1495">
                  <c:v>874</c:v>
                </c:pt>
                <c:pt idx="1496">
                  <c:v>874</c:v>
                </c:pt>
                <c:pt idx="1497">
                  <c:v>874</c:v>
                </c:pt>
                <c:pt idx="1498">
                  <c:v>874</c:v>
                </c:pt>
                <c:pt idx="1499">
                  <c:v>874</c:v>
                </c:pt>
                <c:pt idx="1500">
                  <c:v>874</c:v>
                </c:pt>
                <c:pt idx="1501">
                  <c:v>874</c:v>
                </c:pt>
                <c:pt idx="1502">
                  <c:v>1051</c:v>
                </c:pt>
                <c:pt idx="1503">
                  <c:v>1075</c:v>
                </c:pt>
                <c:pt idx="1504">
                  <c:v>1075</c:v>
                </c:pt>
                <c:pt idx="1505">
                  <c:v>1075</c:v>
                </c:pt>
                <c:pt idx="1506">
                  <c:v>1075</c:v>
                </c:pt>
                <c:pt idx="1507">
                  <c:v>1075</c:v>
                </c:pt>
                <c:pt idx="1508">
                  <c:v>1075</c:v>
                </c:pt>
                <c:pt idx="1509">
                  <c:v>1287</c:v>
                </c:pt>
                <c:pt idx="1510">
                  <c:v>1287</c:v>
                </c:pt>
                <c:pt idx="1511">
                  <c:v>1287</c:v>
                </c:pt>
                <c:pt idx="1512">
                  <c:v>1275</c:v>
                </c:pt>
                <c:pt idx="1513">
                  <c:v>1275</c:v>
                </c:pt>
                <c:pt idx="1514">
                  <c:v>1275</c:v>
                </c:pt>
                <c:pt idx="1515">
                  <c:v>1275</c:v>
                </c:pt>
                <c:pt idx="1516">
                  <c:v>1251</c:v>
                </c:pt>
                <c:pt idx="1517">
                  <c:v>1201</c:v>
                </c:pt>
                <c:pt idx="1518">
                  <c:v>1201</c:v>
                </c:pt>
                <c:pt idx="1519">
                  <c:v>1201</c:v>
                </c:pt>
                <c:pt idx="1520">
                  <c:v>1201</c:v>
                </c:pt>
                <c:pt idx="1521">
                  <c:v>1201</c:v>
                </c:pt>
                <c:pt idx="1522">
                  <c:v>1201</c:v>
                </c:pt>
                <c:pt idx="1523">
                  <c:v>1201</c:v>
                </c:pt>
                <c:pt idx="1524">
                  <c:v>1186</c:v>
                </c:pt>
                <c:pt idx="1525">
                  <c:v>1186</c:v>
                </c:pt>
                <c:pt idx="1526">
                  <c:v>1186</c:v>
                </c:pt>
                <c:pt idx="1527">
                  <c:v>1186</c:v>
                </c:pt>
                <c:pt idx="1528">
                  <c:v>1186</c:v>
                </c:pt>
                <c:pt idx="1529">
                  <c:v>1186</c:v>
                </c:pt>
                <c:pt idx="1530">
                  <c:v>1138</c:v>
                </c:pt>
                <c:pt idx="1531">
                  <c:v>1093</c:v>
                </c:pt>
                <c:pt idx="1532">
                  <c:v>1093</c:v>
                </c:pt>
                <c:pt idx="1533">
                  <c:v>1093</c:v>
                </c:pt>
                <c:pt idx="1534">
                  <c:v>1093</c:v>
                </c:pt>
                <c:pt idx="1535">
                  <c:v>1093</c:v>
                </c:pt>
                <c:pt idx="1536">
                  <c:v>1093</c:v>
                </c:pt>
                <c:pt idx="1537">
                  <c:v>893</c:v>
                </c:pt>
                <c:pt idx="1538">
                  <c:v>905</c:v>
                </c:pt>
                <c:pt idx="1539">
                  <c:v>905</c:v>
                </c:pt>
                <c:pt idx="1540">
                  <c:v>917</c:v>
                </c:pt>
                <c:pt idx="1541">
                  <c:v>917</c:v>
                </c:pt>
                <c:pt idx="1542">
                  <c:v>917</c:v>
                </c:pt>
                <c:pt idx="1543">
                  <c:v>917</c:v>
                </c:pt>
                <c:pt idx="1544">
                  <c:v>929</c:v>
                </c:pt>
                <c:pt idx="1545">
                  <c:v>884</c:v>
                </c:pt>
                <c:pt idx="1546">
                  <c:v>884</c:v>
                </c:pt>
                <c:pt idx="1547">
                  <c:v>884</c:v>
                </c:pt>
                <c:pt idx="1548">
                  <c:v>884</c:v>
                </c:pt>
                <c:pt idx="1549">
                  <c:v>884</c:v>
                </c:pt>
                <c:pt idx="1550">
                  <c:v>839</c:v>
                </c:pt>
                <c:pt idx="1551">
                  <c:v>839</c:v>
                </c:pt>
                <c:pt idx="1552">
                  <c:v>839</c:v>
                </c:pt>
                <c:pt idx="1553">
                  <c:v>839</c:v>
                </c:pt>
                <c:pt idx="1554">
                  <c:v>839</c:v>
                </c:pt>
                <c:pt idx="1555">
                  <c:v>839</c:v>
                </c:pt>
                <c:pt idx="1556">
                  <c:v>839</c:v>
                </c:pt>
                <c:pt idx="1557">
                  <c:v>839</c:v>
                </c:pt>
                <c:pt idx="1558">
                  <c:v>839</c:v>
                </c:pt>
                <c:pt idx="1559">
                  <c:v>839</c:v>
                </c:pt>
                <c:pt idx="1560">
                  <c:v>963</c:v>
                </c:pt>
                <c:pt idx="1561">
                  <c:v>963</c:v>
                </c:pt>
                <c:pt idx="1562">
                  <c:v>951</c:v>
                </c:pt>
                <c:pt idx="1563">
                  <c:v>951</c:v>
                </c:pt>
                <c:pt idx="1564">
                  <c:v>951</c:v>
                </c:pt>
                <c:pt idx="1565">
                  <c:v>927</c:v>
                </c:pt>
                <c:pt idx="1566">
                  <c:v>927</c:v>
                </c:pt>
                <c:pt idx="1567">
                  <c:v>987</c:v>
                </c:pt>
                <c:pt idx="1568">
                  <c:v>975</c:v>
                </c:pt>
                <c:pt idx="1569">
                  <c:v>975</c:v>
                </c:pt>
                <c:pt idx="1570">
                  <c:v>915</c:v>
                </c:pt>
                <c:pt idx="1571">
                  <c:v>915</c:v>
                </c:pt>
                <c:pt idx="1572">
                  <c:v>891</c:v>
                </c:pt>
                <c:pt idx="1573">
                  <c:v>806</c:v>
                </c:pt>
                <c:pt idx="1574">
                  <c:v>806</c:v>
                </c:pt>
                <c:pt idx="1575">
                  <c:v>842</c:v>
                </c:pt>
                <c:pt idx="1576">
                  <c:v>842</c:v>
                </c:pt>
                <c:pt idx="1577">
                  <c:v>442</c:v>
                </c:pt>
                <c:pt idx="1578">
                  <c:v>442</c:v>
                </c:pt>
                <c:pt idx="1579">
                  <c:v>592</c:v>
                </c:pt>
                <c:pt idx="1580">
                  <c:v>642</c:v>
                </c:pt>
                <c:pt idx="1581">
                  <c:v>642</c:v>
                </c:pt>
                <c:pt idx="1582">
                  <c:v>642</c:v>
                </c:pt>
                <c:pt idx="1583">
                  <c:v>642</c:v>
                </c:pt>
                <c:pt idx="1584">
                  <c:v>642</c:v>
                </c:pt>
                <c:pt idx="1585">
                  <c:v>642</c:v>
                </c:pt>
                <c:pt idx="1586">
                  <c:v>642</c:v>
                </c:pt>
                <c:pt idx="1587">
                  <c:v>642</c:v>
                </c:pt>
                <c:pt idx="1588">
                  <c:v>642</c:v>
                </c:pt>
                <c:pt idx="1589">
                  <c:v>642</c:v>
                </c:pt>
                <c:pt idx="1590">
                  <c:v>642</c:v>
                </c:pt>
                <c:pt idx="1591">
                  <c:v>642</c:v>
                </c:pt>
                <c:pt idx="1592">
                  <c:v>642</c:v>
                </c:pt>
                <c:pt idx="1593">
                  <c:v>942</c:v>
                </c:pt>
                <c:pt idx="1594">
                  <c:v>942</c:v>
                </c:pt>
                <c:pt idx="1595">
                  <c:v>942</c:v>
                </c:pt>
                <c:pt idx="1596">
                  <c:v>942</c:v>
                </c:pt>
                <c:pt idx="1597">
                  <c:v>942</c:v>
                </c:pt>
                <c:pt idx="1598">
                  <c:v>942</c:v>
                </c:pt>
                <c:pt idx="1599">
                  <c:v>942</c:v>
                </c:pt>
                <c:pt idx="1600">
                  <c:v>942</c:v>
                </c:pt>
                <c:pt idx="1601">
                  <c:v>942</c:v>
                </c:pt>
                <c:pt idx="1602">
                  <c:v>942</c:v>
                </c:pt>
                <c:pt idx="1603">
                  <c:v>954</c:v>
                </c:pt>
                <c:pt idx="1604">
                  <c:v>954</c:v>
                </c:pt>
                <c:pt idx="1605">
                  <c:v>954</c:v>
                </c:pt>
                <c:pt idx="1606">
                  <c:v>954</c:v>
                </c:pt>
                <c:pt idx="1607">
                  <c:v>954</c:v>
                </c:pt>
                <c:pt idx="1608">
                  <c:v>954</c:v>
                </c:pt>
                <c:pt idx="1609">
                  <c:v>966</c:v>
                </c:pt>
                <c:pt idx="1610">
                  <c:v>966</c:v>
                </c:pt>
                <c:pt idx="1611">
                  <c:v>966</c:v>
                </c:pt>
                <c:pt idx="1612">
                  <c:v>966</c:v>
                </c:pt>
                <c:pt idx="1613">
                  <c:v>966</c:v>
                </c:pt>
                <c:pt idx="1614">
                  <c:v>966</c:v>
                </c:pt>
                <c:pt idx="1615">
                  <c:v>966</c:v>
                </c:pt>
                <c:pt idx="1616">
                  <c:v>954</c:v>
                </c:pt>
                <c:pt idx="1617">
                  <c:v>954</c:v>
                </c:pt>
                <c:pt idx="1618">
                  <c:v>954</c:v>
                </c:pt>
                <c:pt idx="1619">
                  <c:v>954</c:v>
                </c:pt>
                <c:pt idx="1620">
                  <c:v>954</c:v>
                </c:pt>
                <c:pt idx="1621">
                  <c:v>954</c:v>
                </c:pt>
                <c:pt idx="1622">
                  <c:v>954</c:v>
                </c:pt>
                <c:pt idx="1623">
                  <c:v>966</c:v>
                </c:pt>
                <c:pt idx="1624">
                  <c:v>966</c:v>
                </c:pt>
                <c:pt idx="1625">
                  <c:v>966</c:v>
                </c:pt>
                <c:pt idx="1626">
                  <c:v>966</c:v>
                </c:pt>
                <c:pt idx="1627">
                  <c:v>966</c:v>
                </c:pt>
                <c:pt idx="1628">
                  <c:v>978</c:v>
                </c:pt>
                <c:pt idx="1629">
                  <c:v>978</c:v>
                </c:pt>
                <c:pt idx="1630">
                  <c:v>978</c:v>
                </c:pt>
                <c:pt idx="1631">
                  <c:v>1038</c:v>
                </c:pt>
                <c:pt idx="1632">
                  <c:v>1038</c:v>
                </c:pt>
                <c:pt idx="1633">
                  <c:v>1038</c:v>
                </c:pt>
                <c:pt idx="1634">
                  <c:v>1038</c:v>
                </c:pt>
                <c:pt idx="1635">
                  <c:v>1026</c:v>
                </c:pt>
                <c:pt idx="1636">
                  <c:v>1026</c:v>
                </c:pt>
                <c:pt idx="1637">
                  <c:v>1026</c:v>
                </c:pt>
                <c:pt idx="1638">
                  <c:v>1026</c:v>
                </c:pt>
                <c:pt idx="1639">
                  <c:v>981</c:v>
                </c:pt>
                <c:pt idx="1640">
                  <c:v>981</c:v>
                </c:pt>
                <c:pt idx="1641">
                  <c:v>981</c:v>
                </c:pt>
                <c:pt idx="1642">
                  <c:v>981</c:v>
                </c:pt>
                <c:pt idx="1643">
                  <c:v>921</c:v>
                </c:pt>
                <c:pt idx="1644">
                  <c:v>921</c:v>
                </c:pt>
                <c:pt idx="1645">
                  <c:v>921</c:v>
                </c:pt>
                <c:pt idx="1646">
                  <c:v>921</c:v>
                </c:pt>
                <c:pt idx="1647">
                  <c:v>921</c:v>
                </c:pt>
                <c:pt idx="1648">
                  <c:v>921</c:v>
                </c:pt>
                <c:pt idx="1649">
                  <c:v>921</c:v>
                </c:pt>
                <c:pt idx="1650">
                  <c:v>921</c:v>
                </c:pt>
                <c:pt idx="1651">
                  <c:v>876</c:v>
                </c:pt>
                <c:pt idx="1652">
                  <c:v>888</c:v>
                </c:pt>
                <c:pt idx="1653">
                  <c:v>888</c:v>
                </c:pt>
                <c:pt idx="1654">
                  <c:v>888</c:v>
                </c:pt>
                <c:pt idx="1655">
                  <c:v>888</c:v>
                </c:pt>
                <c:pt idx="1656">
                  <c:v>888</c:v>
                </c:pt>
                <c:pt idx="1657">
                  <c:v>912</c:v>
                </c:pt>
                <c:pt idx="1658">
                  <c:v>912</c:v>
                </c:pt>
                <c:pt idx="1659">
                  <c:v>912</c:v>
                </c:pt>
                <c:pt idx="1660">
                  <c:v>912</c:v>
                </c:pt>
                <c:pt idx="1661">
                  <c:v>912</c:v>
                </c:pt>
                <c:pt idx="1662">
                  <c:v>912</c:v>
                </c:pt>
                <c:pt idx="1663">
                  <c:v>912</c:v>
                </c:pt>
                <c:pt idx="1664">
                  <c:v>912</c:v>
                </c:pt>
                <c:pt idx="1665">
                  <c:v>852.5</c:v>
                </c:pt>
                <c:pt idx="1666">
                  <c:v>864.5</c:v>
                </c:pt>
                <c:pt idx="1667">
                  <c:v>894.5</c:v>
                </c:pt>
                <c:pt idx="1668">
                  <c:v>894.5</c:v>
                </c:pt>
                <c:pt idx="1669">
                  <c:v>894.5</c:v>
                </c:pt>
                <c:pt idx="1670">
                  <c:v>894.5</c:v>
                </c:pt>
                <c:pt idx="1671">
                  <c:v>894.5</c:v>
                </c:pt>
                <c:pt idx="1672">
                  <c:v>774.5</c:v>
                </c:pt>
                <c:pt idx="1673">
                  <c:v>774.5</c:v>
                </c:pt>
                <c:pt idx="1674">
                  <c:v>774.5</c:v>
                </c:pt>
                <c:pt idx="1675">
                  <c:v>774.5</c:v>
                </c:pt>
                <c:pt idx="1676">
                  <c:v>774.5</c:v>
                </c:pt>
                <c:pt idx="1677">
                  <c:v>774.5</c:v>
                </c:pt>
                <c:pt idx="1678">
                  <c:v>774.5</c:v>
                </c:pt>
                <c:pt idx="1679">
                  <c:v>740.5</c:v>
                </c:pt>
                <c:pt idx="1680">
                  <c:v>740.5</c:v>
                </c:pt>
                <c:pt idx="1681">
                  <c:v>740.5</c:v>
                </c:pt>
                <c:pt idx="1682">
                  <c:v>740.5</c:v>
                </c:pt>
                <c:pt idx="1683">
                  <c:v>740.5</c:v>
                </c:pt>
                <c:pt idx="1684">
                  <c:v>740.5</c:v>
                </c:pt>
                <c:pt idx="1685">
                  <c:v>740.5</c:v>
                </c:pt>
                <c:pt idx="1686">
                  <c:v>740.5</c:v>
                </c:pt>
                <c:pt idx="1687">
                  <c:v>740.5</c:v>
                </c:pt>
                <c:pt idx="1688">
                  <c:v>740.5</c:v>
                </c:pt>
                <c:pt idx="1689">
                  <c:v>740.5</c:v>
                </c:pt>
                <c:pt idx="1690">
                  <c:v>740.5</c:v>
                </c:pt>
                <c:pt idx="1691">
                  <c:v>764.5</c:v>
                </c:pt>
                <c:pt idx="1692">
                  <c:v>764.5</c:v>
                </c:pt>
                <c:pt idx="1693">
                  <c:v>764.5</c:v>
                </c:pt>
                <c:pt idx="1694">
                  <c:v>764.5</c:v>
                </c:pt>
                <c:pt idx="1695">
                  <c:v>764.5</c:v>
                </c:pt>
                <c:pt idx="1696">
                  <c:v>764.5</c:v>
                </c:pt>
                <c:pt idx="1697">
                  <c:v>764.5</c:v>
                </c:pt>
                <c:pt idx="1698">
                  <c:v>764.5</c:v>
                </c:pt>
                <c:pt idx="1699">
                  <c:v>764.5</c:v>
                </c:pt>
                <c:pt idx="1700">
                  <c:v>764.5</c:v>
                </c:pt>
                <c:pt idx="1701">
                  <c:v>764.5</c:v>
                </c:pt>
                <c:pt idx="1702">
                  <c:v>764.5</c:v>
                </c:pt>
                <c:pt idx="1703">
                  <c:v>764.5</c:v>
                </c:pt>
                <c:pt idx="1704">
                  <c:v>764.5</c:v>
                </c:pt>
                <c:pt idx="1705">
                  <c:v>764.5</c:v>
                </c:pt>
                <c:pt idx="1706">
                  <c:v>764.5</c:v>
                </c:pt>
                <c:pt idx="1707">
                  <c:v>728.5</c:v>
                </c:pt>
                <c:pt idx="1708">
                  <c:v>720</c:v>
                </c:pt>
                <c:pt idx="1709">
                  <c:v>795</c:v>
                </c:pt>
                <c:pt idx="1710">
                  <c:v>795</c:v>
                </c:pt>
                <c:pt idx="1711">
                  <c:v>795</c:v>
                </c:pt>
                <c:pt idx="1712">
                  <c:v>771</c:v>
                </c:pt>
                <c:pt idx="1713">
                  <c:v>771</c:v>
                </c:pt>
                <c:pt idx="1714">
                  <c:v>771</c:v>
                </c:pt>
                <c:pt idx="1715">
                  <c:v>747</c:v>
                </c:pt>
                <c:pt idx="1716">
                  <c:v>747</c:v>
                </c:pt>
                <c:pt idx="1717">
                  <c:v>747</c:v>
                </c:pt>
                <c:pt idx="1718">
                  <c:v>747</c:v>
                </c:pt>
                <c:pt idx="1719">
                  <c:v>747</c:v>
                </c:pt>
                <c:pt idx="1720">
                  <c:v>735</c:v>
                </c:pt>
                <c:pt idx="1721">
                  <c:v>735</c:v>
                </c:pt>
                <c:pt idx="1722">
                  <c:v>735</c:v>
                </c:pt>
                <c:pt idx="1723">
                  <c:v>735</c:v>
                </c:pt>
                <c:pt idx="1724">
                  <c:v>735</c:v>
                </c:pt>
                <c:pt idx="1725">
                  <c:v>735</c:v>
                </c:pt>
                <c:pt idx="1726">
                  <c:v>759</c:v>
                </c:pt>
                <c:pt idx="1727">
                  <c:v>759</c:v>
                </c:pt>
                <c:pt idx="1728">
                  <c:v>759</c:v>
                </c:pt>
                <c:pt idx="1729">
                  <c:v>759</c:v>
                </c:pt>
                <c:pt idx="1730">
                  <c:v>759</c:v>
                </c:pt>
                <c:pt idx="1731">
                  <c:v>759</c:v>
                </c:pt>
                <c:pt idx="1732">
                  <c:v>759</c:v>
                </c:pt>
                <c:pt idx="1733">
                  <c:v>771</c:v>
                </c:pt>
                <c:pt idx="1734">
                  <c:v>821</c:v>
                </c:pt>
                <c:pt idx="1735">
                  <c:v>821</c:v>
                </c:pt>
                <c:pt idx="1736">
                  <c:v>821</c:v>
                </c:pt>
                <c:pt idx="1737">
                  <c:v>821</c:v>
                </c:pt>
                <c:pt idx="1738">
                  <c:v>821</c:v>
                </c:pt>
                <c:pt idx="1739">
                  <c:v>821</c:v>
                </c:pt>
                <c:pt idx="1740">
                  <c:v>821</c:v>
                </c:pt>
                <c:pt idx="1741">
                  <c:v>821</c:v>
                </c:pt>
                <c:pt idx="1742">
                  <c:v>821</c:v>
                </c:pt>
                <c:pt idx="1743">
                  <c:v>821</c:v>
                </c:pt>
                <c:pt idx="1744">
                  <c:v>797</c:v>
                </c:pt>
                <c:pt idx="1745">
                  <c:v>797</c:v>
                </c:pt>
                <c:pt idx="1746">
                  <c:v>797</c:v>
                </c:pt>
                <c:pt idx="1747">
                  <c:v>785</c:v>
                </c:pt>
                <c:pt idx="1748">
                  <c:v>665</c:v>
                </c:pt>
                <c:pt idx="1749">
                  <c:v>665</c:v>
                </c:pt>
                <c:pt idx="1750">
                  <c:v>665</c:v>
                </c:pt>
                <c:pt idx="1751">
                  <c:v>665</c:v>
                </c:pt>
                <c:pt idx="1752">
                  <c:v>665</c:v>
                </c:pt>
                <c:pt idx="1753">
                  <c:v>665</c:v>
                </c:pt>
                <c:pt idx="1754">
                  <c:v>665</c:v>
                </c:pt>
                <c:pt idx="1755">
                  <c:v>665</c:v>
                </c:pt>
                <c:pt idx="1756">
                  <c:v>665</c:v>
                </c:pt>
                <c:pt idx="1757">
                  <c:v>665</c:v>
                </c:pt>
                <c:pt idx="1758">
                  <c:v>665</c:v>
                </c:pt>
                <c:pt idx="1759">
                  <c:v>665</c:v>
                </c:pt>
                <c:pt idx="1760">
                  <c:v>665</c:v>
                </c:pt>
                <c:pt idx="1761">
                  <c:v>665</c:v>
                </c:pt>
                <c:pt idx="1762">
                  <c:v>665</c:v>
                </c:pt>
                <c:pt idx="1763">
                  <c:v>665</c:v>
                </c:pt>
                <c:pt idx="1764">
                  <c:v>539</c:v>
                </c:pt>
                <c:pt idx="1765">
                  <c:v>539</c:v>
                </c:pt>
                <c:pt idx="1766">
                  <c:v>539</c:v>
                </c:pt>
                <c:pt idx="1767">
                  <c:v>539</c:v>
                </c:pt>
                <c:pt idx="1768">
                  <c:v>539</c:v>
                </c:pt>
                <c:pt idx="1769">
                  <c:v>539</c:v>
                </c:pt>
                <c:pt idx="1770">
                  <c:v>539</c:v>
                </c:pt>
                <c:pt idx="1771">
                  <c:v>539</c:v>
                </c:pt>
                <c:pt idx="1772">
                  <c:v>563</c:v>
                </c:pt>
                <c:pt idx="1773">
                  <c:v>563</c:v>
                </c:pt>
                <c:pt idx="1774">
                  <c:v>563</c:v>
                </c:pt>
                <c:pt idx="1775">
                  <c:v>563</c:v>
                </c:pt>
                <c:pt idx="1776">
                  <c:v>611</c:v>
                </c:pt>
                <c:pt idx="1777">
                  <c:v>623</c:v>
                </c:pt>
                <c:pt idx="1778">
                  <c:v>623</c:v>
                </c:pt>
                <c:pt idx="1779">
                  <c:v>623</c:v>
                </c:pt>
                <c:pt idx="1780">
                  <c:v>623</c:v>
                </c:pt>
                <c:pt idx="1781">
                  <c:v>623</c:v>
                </c:pt>
                <c:pt idx="1782">
                  <c:v>623</c:v>
                </c:pt>
                <c:pt idx="1783">
                  <c:v>623</c:v>
                </c:pt>
                <c:pt idx="1784">
                  <c:v>623</c:v>
                </c:pt>
                <c:pt idx="1785">
                  <c:v>623</c:v>
                </c:pt>
                <c:pt idx="1786">
                  <c:v>623</c:v>
                </c:pt>
                <c:pt idx="1787">
                  <c:v>623</c:v>
                </c:pt>
                <c:pt idx="1788">
                  <c:v>623</c:v>
                </c:pt>
                <c:pt idx="1789">
                  <c:v>623</c:v>
                </c:pt>
                <c:pt idx="1790">
                  <c:v>647</c:v>
                </c:pt>
                <c:pt idx="1791">
                  <c:v>647</c:v>
                </c:pt>
                <c:pt idx="1792">
                  <c:v>647</c:v>
                </c:pt>
                <c:pt idx="1793">
                  <c:v>647</c:v>
                </c:pt>
                <c:pt idx="1794">
                  <c:v>647</c:v>
                </c:pt>
                <c:pt idx="1795">
                  <c:v>647</c:v>
                </c:pt>
                <c:pt idx="1796">
                  <c:v>647</c:v>
                </c:pt>
                <c:pt idx="1797">
                  <c:v>647</c:v>
                </c:pt>
                <c:pt idx="1798">
                  <c:v>647</c:v>
                </c:pt>
                <c:pt idx="1799">
                  <c:v>647</c:v>
                </c:pt>
                <c:pt idx="1800">
                  <c:v>647</c:v>
                </c:pt>
                <c:pt idx="1801">
                  <c:v>635</c:v>
                </c:pt>
                <c:pt idx="1802">
                  <c:v>635</c:v>
                </c:pt>
                <c:pt idx="1803">
                  <c:v>635</c:v>
                </c:pt>
                <c:pt idx="1804">
                  <c:v>635</c:v>
                </c:pt>
                <c:pt idx="1805">
                  <c:v>635</c:v>
                </c:pt>
                <c:pt idx="1806">
                  <c:v>659</c:v>
                </c:pt>
                <c:pt idx="1807">
                  <c:v>659</c:v>
                </c:pt>
                <c:pt idx="1808">
                  <c:v>659</c:v>
                </c:pt>
                <c:pt idx="1809">
                  <c:v>659</c:v>
                </c:pt>
                <c:pt idx="1810">
                  <c:v>671</c:v>
                </c:pt>
                <c:pt idx="1811">
                  <c:v>671</c:v>
                </c:pt>
                <c:pt idx="1812">
                  <c:v>671</c:v>
                </c:pt>
                <c:pt idx="1813">
                  <c:v>671</c:v>
                </c:pt>
                <c:pt idx="1814">
                  <c:v>671</c:v>
                </c:pt>
                <c:pt idx="1815">
                  <c:v>671</c:v>
                </c:pt>
                <c:pt idx="1816">
                  <c:v>671</c:v>
                </c:pt>
                <c:pt idx="1817">
                  <c:v>671</c:v>
                </c:pt>
                <c:pt idx="1818">
                  <c:v>671</c:v>
                </c:pt>
                <c:pt idx="1819">
                  <c:v>671</c:v>
                </c:pt>
                <c:pt idx="1820">
                  <c:v>671</c:v>
                </c:pt>
                <c:pt idx="1821">
                  <c:v>659</c:v>
                </c:pt>
                <c:pt idx="1822">
                  <c:v>659</c:v>
                </c:pt>
                <c:pt idx="1823">
                  <c:v>659</c:v>
                </c:pt>
                <c:pt idx="1824">
                  <c:v>659</c:v>
                </c:pt>
                <c:pt idx="1825">
                  <c:v>659</c:v>
                </c:pt>
                <c:pt idx="1826">
                  <c:v>659</c:v>
                </c:pt>
                <c:pt idx="1827">
                  <c:v>659</c:v>
                </c:pt>
                <c:pt idx="1828">
                  <c:v>647</c:v>
                </c:pt>
                <c:pt idx="1829">
                  <c:v>647</c:v>
                </c:pt>
                <c:pt idx="1830">
                  <c:v>647</c:v>
                </c:pt>
                <c:pt idx="1831">
                  <c:v>647</c:v>
                </c:pt>
                <c:pt idx="1832">
                  <c:v>647</c:v>
                </c:pt>
                <c:pt idx="1833">
                  <c:v>647</c:v>
                </c:pt>
                <c:pt idx="1834">
                  <c:v>647</c:v>
                </c:pt>
                <c:pt idx="1835">
                  <c:v>647</c:v>
                </c:pt>
                <c:pt idx="1836">
                  <c:v>647</c:v>
                </c:pt>
                <c:pt idx="1837">
                  <c:v>647</c:v>
                </c:pt>
                <c:pt idx="1838">
                  <c:v>647</c:v>
                </c:pt>
                <c:pt idx="1839">
                  <c:v>647</c:v>
                </c:pt>
                <c:pt idx="1840">
                  <c:v>647</c:v>
                </c:pt>
                <c:pt idx="1841">
                  <c:v>647</c:v>
                </c:pt>
                <c:pt idx="1842">
                  <c:v>647</c:v>
                </c:pt>
                <c:pt idx="1843">
                  <c:v>647</c:v>
                </c:pt>
                <c:pt idx="1844">
                  <c:v>647</c:v>
                </c:pt>
                <c:pt idx="1845">
                  <c:v>647</c:v>
                </c:pt>
                <c:pt idx="1846">
                  <c:v>647</c:v>
                </c:pt>
                <c:pt idx="1847">
                  <c:v>719</c:v>
                </c:pt>
                <c:pt idx="1848">
                  <c:v>719</c:v>
                </c:pt>
                <c:pt idx="1849">
                  <c:v>719</c:v>
                </c:pt>
                <c:pt idx="1850">
                  <c:v>719</c:v>
                </c:pt>
                <c:pt idx="1851">
                  <c:v>719</c:v>
                </c:pt>
                <c:pt idx="1852">
                  <c:v>719</c:v>
                </c:pt>
                <c:pt idx="1853">
                  <c:v>736</c:v>
                </c:pt>
                <c:pt idx="1854">
                  <c:v>736</c:v>
                </c:pt>
                <c:pt idx="1855">
                  <c:v>796</c:v>
                </c:pt>
                <c:pt idx="1856">
                  <c:v>796</c:v>
                </c:pt>
                <c:pt idx="1857">
                  <c:v>796</c:v>
                </c:pt>
                <c:pt idx="1858">
                  <c:v>796</c:v>
                </c:pt>
                <c:pt idx="1859">
                  <c:v>796</c:v>
                </c:pt>
                <c:pt idx="1860">
                  <c:v>796</c:v>
                </c:pt>
                <c:pt idx="1861">
                  <c:v>796</c:v>
                </c:pt>
                <c:pt idx="1862">
                  <c:v>796</c:v>
                </c:pt>
                <c:pt idx="1863">
                  <c:v>796</c:v>
                </c:pt>
                <c:pt idx="1864">
                  <c:v>796</c:v>
                </c:pt>
                <c:pt idx="1865">
                  <c:v>796</c:v>
                </c:pt>
                <c:pt idx="1866">
                  <c:v>736</c:v>
                </c:pt>
                <c:pt idx="1867">
                  <c:v>736</c:v>
                </c:pt>
                <c:pt idx="1868">
                  <c:v>781</c:v>
                </c:pt>
                <c:pt idx="1869">
                  <c:v>781</c:v>
                </c:pt>
                <c:pt idx="1870">
                  <c:v>769</c:v>
                </c:pt>
                <c:pt idx="1871">
                  <c:v>769</c:v>
                </c:pt>
                <c:pt idx="1872">
                  <c:v>769</c:v>
                </c:pt>
                <c:pt idx="1873">
                  <c:v>769</c:v>
                </c:pt>
                <c:pt idx="1874">
                  <c:v>769</c:v>
                </c:pt>
                <c:pt idx="1875">
                  <c:v>769</c:v>
                </c:pt>
                <c:pt idx="1876">
                  <c:v>769</c:v>
                </c:pt>
                <c:pt idx="1877">
                  <c:v>769</c:v>
                </c:pt>
                <c:pt idx="1878">
                  <c:v>769</c:v>
                </c:pt>
                <c:pt idx="1879">
                  <c:v>769</c:v>
                </c:pt>
                <c:pt idx="1880">
                  <c:v>769</c:v>
                </c:pt>
                <c:pt idx="1881">
                  <c:v>769</c:v>
                </c:pt>
                <c:pt idx="1882">
                  <c:v>805</c:v>
                </c:pt>
                <c:pt idx="1883">
                  <c:v>880</c:v>
                </c:pt>
                <c:pt idx="1884">
                  <c:v>880</c:v>
                </c:pt>
                <c:pt idx="1885">
                  <c:v>880</c:v>
                </c:pt>
                <c:pt idx="1886">
                  <c:v>880</c:v>
                </c:pt>
                <c:pt idx="1887">
                  <c:v>928</c:v>
                </c:pt>
                <c:pt idx="1888">
                  <c:v>928</c:v>
                </c:pt>
                <c:pt idx="1889">
                  <c:v>928</c:v>
                </c:pt>
                <c:pt idx="1890">
                  <c:v>928</c:v>
                </c:pt>
                <c:pt idx="1891">
                  <c:v>928</c:v>
                </c:pt>
                <c:pt idx="1892">
                  <c:v>928</c:v>
                </c:pt>
                <c:pt idx="1893">
                  <c:v>928</c:v>
                </c:pt>
                <c:pt idx="1894">
                  <c:v>928</c:v>
                </c:pt>
                <c:pt idx="1895">
                  <c:v>928</c:v>
                </c:pt>
                <c:pt idx="1896">
                  <c:v>928</c:v>
                </c:pt>
                <c:pt idx="1897">
                  <c:v>928</c:v>
                </c:pt>
                <c:pt idx="1898">
                  <c:v>928</c:v>
                </c:pt>
                <c:pt idx="1899">
                  <c:v>928</c:v>
                </c:pt>
                <c:pt idx="1900">
                  <c:v>928</c:v>
                </c:pt>
                <c:pt idx="1901">
                  <c:v>928</c:v>
                </c:pt>
                <c:pt idx="1902">
                  <c:v>928</c:v>
                </c:pt>
                <c:pt idx="1903">
                  <c:v>928</c:v>
                </c:pt>
                <c:pt idx="1904">
                  <c:v>928</c:v>
                </c:pt>
                <c:pt idx="1905">
                  <c:v>928</c:v>
                </c:pt>
                <c:pt idx="1906">
                  <c:v>928</c:v>
                </c:pt>
                <c:pt idx="1907">
                  <c:v>928</c:v>
                </c:pt>
                <c:pt idx="1908">
                  <c:v>928</c:v>
                </c:pt>
                <c:pt idx="1909">
                  <c:v>928</c:v>
                </c:pt>
                <c:pt idx="1910">
                  <c:v>928</c:v>
                </c:pt>
                <c:pt idx="1911">
                  <c:v>928</c:v>
                </c:pt>
                <c:pt idx="1912">
                  <c:v>928</c:v>
                </c:pt>
                <c:pt idx="1913">
                  <c:v>928</c:v>
                </c:pt>
                <c:pt idx="1914">
                  <c:v>928</c:v>
                </c:pt>
                <c:pt idx="1915">
                  <c:v>898</c:v>
                </c:pt>
                <c:pt idx="1916">
                  <c:v>898</c:v>
                </c:pt>
                <c:pt idx="1917">
                  <c:v>910</c:v>
                </c:pt>
                <c:pt idx="1918">
                  <c:v>910</c:v>
                </c:pt>
                <c:pt idx="1919">
                  <c:v>910</c:v>
                </c:pt>
                <c:pt idx="1920">
                  <c:v>910</c:v>
                </c:pt>
                <c:pt idx="1921">
                  <c:v>910</c:v>
                </c:pt>
                <c:pt idx="1922">
                  <c:v>910</c:v>
                </c:pt>
                <c:pt idx="1923">
                  <c:v>910</c:v>
                </c:pt>
                <c:pt idx="1924">
                  <c:v>862</c:v>
                </c:pt>
                <c:pt idx="1925">
                  <c:v>862</c:v>
                </c:pt>
                <c:pt idx="1926">
                  <c:v>862</c:v>
                </c:pt>
                <c:pt idx="1927">
                  <c:v>862</c:v>
                </c:pt>
                <c:pt idx="1928">
                  <c:v>862</c:v>
                </c:pt>
                <c:pt idx="1929">
                  <c:v>862</c:v>
                </c:pt>
                <c:pt idx="1930">
                  <c:v>862</c:v>
                </c:pt>
                <c:pt idx="1931">
                  <c:v>862</c:v>
                </c:pt>
                <c:pt idx="1932">
                  <c:v>862</c:v>
                </c:pt>
                <c:pt idx="1933">
                  <c:v>862</c:v>
                </c:pt>
                <c:pt idx="1934">
                  <c:v>862</c:v>
                </c:pt>
                <c:pt idx="1935">
                  <c:v>862</c:v>
                </c:pt>
                <c:pt idx="1936">
                  <c:v>814</c:v>
                </c:pt>
                <c:pt idx="1937">
                  <c:v>814</c:v>
                </c:pt>
                <c:pt idx="1938">
                  <c:v>814</c:v>
                </c:pt>
                <c:pt idx="1939">
                  <c:v>814</c:v>
                </c:pt>
                <c:pt idx="1940">
                  <c:v>826</c:v>
                </c:pt>
                <c:pt idx="1941">
                  <c:v>826</c:v>
                </c:pt>
                <c:pt idx="1942">
                  <c:v>826</c:v>
                </c:pt>
                <c:pt idx="1943">
                  <c:v>758</c:v>
                </c:pt>
                <c:pt idx="1944">
                  <c:v>758</c:v>
                </c:pt>
                <c:pt idx="1945">
                  <c:v>758</c:v>
                </c:pt>
                <c:pt idx="1946">
                  <c:v>770</c:v>
                </c:pt>
                <c:pt idx="1947">
                  <c:v>770</c:v>
                </c:pt>
                <c:pt idx="1948">
                  <c:v>770</c:v>
                </c:pt>
                <c:pt idx="1949">
                  <c:v>770</c:v>
                </c:pt>
                <c:pt idx="1950">
                  <c:v>782</c:v>
                </c:pt>
                <c:pt idx="1951">
                  <c:v>782</c:v>
                </c:pt>
                <c:pt idx="1952">
                  <c:v>782</c:v>
                </c:pt>
                <c:pt idx="1953">
                  <c:v>782</c:v>
                </c:pt>
                <c:pt idx="1954">
                  <c:v>782</c:v>
                </c:pt>
                <c:pt idx="1955">
                  <c:v>782</c:v>
                </c:pt>
                <c:pt idx="1956">
                  <c:v>782</c:v>
                </c:pt>
                <c:pt idx="1957">
                  <c:v>782</c:v>
                </c:pt>
                <c:pt idx="1958">
                  <c:v>782</c:v>
                </c:pt>
                <c:pt idx="1959">
                  <c:v>782</c:v>
                </c:pt>
                <c:pt idx="1960">
                  <c:v>782</c:v>
                </c:pt>
                <c:pt idx="1961">
                  <c:v>782</c:v>
                </c:pt>
                <c:pt idx="1962">
                  <c:v>782</c:v>
                </c:pt>
                <c:pt idx="1963">
                  <c:v>782</c:v>
                </c:pt>
                <c:pt idx="1964">
                  <c:v>782</c:v>
                </c:pt>
                <c:pt idx="1965">
                  <c:v>782</c:v>
                </c:pt>
                <c:pt idx="1966">
                  <c:v>782</c:v>
                </c:pt>
                <c:pt idx="1967">
                  <c:v>782</c:v>
                </c:pt>
                <c:pt idx="1968">
                  <c:v>782</c:v>
                </c:pt>
                <c:pt idx="1969">
                  <c:v>782</c:v>
                </c:pt>
                <c:pt idx="1970">
                  <c:v>782</c:v>
                </c:pt>
                <c:pt idx="1971">
                  <c:v>812</c:v>
                </c:pt>
                <c:pt idx="1972">
                  <c:v>812</c:v>
                </c:pt>
                <c:pt idx="1973">
                  <c:v>824</c:v>
                </c:pt>
                <c:pt idx="1974">
                  <c:v>824</c:v>
                </c:pt>
                <c:pt idx="1975">
                  <c:v>824</c:v>
                </c:pt>
                <c:pt idx="1976">
                  <c:v>824</c:v>
                </c:pt>
                <c:pt idx="1977">
                  <c:v>824</c:v>
                </c:pt>
                <c:pt idx="1978">
                  <c:v>824</c:v>
                </c:pt>
                <c:pt idx="1979">
                  <c:v>824</c:v>
                </c:pt>
                <c:pt idx="1980">
                  <c:v>824</c:v>
                </c:pt>
                <c:pt idx="1981">
                  <c:v>824</c:v>
                </c:pt>
                <c:pt idx="1982">
                  <c:v>824</c:v>
                </c:pt>
                <c:pt idx="1983">
                  <c:v>824</c:v>
                </c:pt>
                <c:pt idx="1984">
                  <c:v>824</c:v>
                </c:pt>
                <c:pt idx="1985">
                  <c:v>824</c:v>
                </c:pt>
                <c:pt idx="1986">
                  <c:v>812</c:v>
                </c:pt>
                <c:pt idx="1987">
                  <c:v>800</c:v>
                </c:pt>
                <c:pt idx="1988">
                  <c:v>800</c:v>
                </c:pt>
                <c:pt idx="1989">
                  <c:v>783</c:v>
                </c:pt>
                <c:pt idx="1990">
                  <c:v>783</c:v>
                </c:pt>
                <c:pt idx="1991">
                  <c:v>783</c:v>
                </c:pt>
                <c:pt idx="1992">
                  <c:v>783</c:v>
                </c:pt>
                <c:pt idx="1993">
                  <c:v>771</c:v>
                </c:pt>
                <c:pt idx="1994">
                  <c:v>771</c:v>
                </c:pt>
                <c:pt idx="1995">
                  <c:v>771</c:v>
                </c:pt>
                <c:pt idx="1996">
                  <c:v>703</c:v>
                </c:pt>
                <c:pt idx="1997">
                  <c:v>703</c:v>
                </c:pt>
                <c:pt idx="1998">
                  <c:v>703</c:v>
                </c:pt>
                <c:pt idx="1999">
                  <c:v>715</c:v>
                </c:pt>
                <c:pt idx="2000">
                  <c:v>715</c:v>
                </c:pt>
                <c:pt idx="2001">
                  <c:v>715</c:v>
                </c:pt>
                <c:pt idx="2002">
                  <c:v>715</c:v>
                </c:pt>
                <c:pt idx="2003">
                  <c:v>739</c:v>
                </c:pt>
                <c:pt idx="2004">
                  <c:v>739</c:v>
                </c:pt>
                <c:pt idx="2005">
                  <c:v>739</c:v>
                </c:pt>
                <c:pt idx="2006">
                  <c:v>739</c:v>
                </c:pt>
                <c:pt idx="2007">
                  <c:v>739</c:v>
                </c:pt>
                <c:pt idx="2008">
                  <c:v>709</c:v>
                </c:pt>
                <c:pt idx="2009">
                  <c:v>659</c:v>
                </c:pt>
                <c:pt idx="2010">
                  <c:v>659</c:v>
                </c:pt>
                <c:pt idx="2011">
                  <c:v>659</c:v>
                </c:pt>
                <c:pt idx="2012">
                  <c:v>659</c:v>
                </c:pt>
                <c:pt idx="2013">
                  <c:v>659</c:v>
                </c:pt>
                <c:pt idx="2014">
                  <c:v>659</c:v>
                </c:pt>
                <c:pt idx="2015">
                  <c:v>659</c:v>
                </c:pt>
                <c:pt idx="2016">
                  <c:v>659</c:v>
                </c:pt>
                <c:pt idx="2017">
                  <c:v>659</c:v>
                </c:pt>
                <c:pt idx="2018">
                  <c:v>659</c:v>
                </c:pt>
                <c:pt idx="2019">
                  <c:v>659</c:v>
                </c:pt>
                <c:pt idx="2020">
                  <c:v>659</c:v>
                </c:pt>
                <c:pt idx="2021">
                  <c:v>623</c:v>
                </c:pt>
                <c:pt idx="2022">
                  <c:v>623</c:v>
                </c:pt>
                <c:pt idx="2023">
                  <c:v>623</c:v>
                </c:pt>
                <c:pt idx="2024">
                  <c:v>623</c:v>
                </c:pt>
                <c:pt idx="2025">
                  <c:v>623</c:v>
                </c:pt>
                <c:pt idx="2026">
                  <c:v>623</c:v>
                </c:pt>
                <c:pt idx="2027">
                  <c:v>623</c:v>
                </c:pt>
                <c:pt idx="2028">
                  <c:v>623</c:v>
                </c:pt>
                <c:pt idx="2029">
                  <c:v>647</c:v>
                </c:pt>
                <c:pt idx="2030">
                  <c:v>647</c:v>
                </c:pt>
                <c:pt idx="2031">
                  <c:v>647</c:v>
                </c:pt>
                <c:pt idx="2032">
                  <c:v>647</c:v>
                </c:pt>
                <c:pt idx="2033">
                  <c:v>647</c:v>
                </c:pt>
                <c:pt idx="2034">
                  <c:v>647</c:v>
                </c:pt>
                <c:pt idx="2035">
                  <c:v>647</c:v>
                </c:pt>
                <c:pt idx="2036">
                  <c:v>647</c:v>
                </c:pt>
                <c:pt idx="2037">
                  <c:v>683</c:v>
                </c:pt>
                <c:pt idx="2038">
                  <c:v>683</c:v>
                </c:pt>
                <c:pt idx="2039">
                  <c:v>683</c:v>
                </c:pt>
                <c:pt idx="2040">
                  <c:v>683</c:v>
                </c:pt>
                <c:pt idx="2041">
                  <c:v>733</c:v>
                </c:pt>
                <c:pt idx="2042">
                  <c:v>793</c:v>
                </c:pt>
                <c:pt idx="2043">
                  <c:v>793</c:v>
                </c:pt>
                <c:pt idx="2044">
                  <c:v>757</c:v>
                </c:pt>
                <c:pt idx="2045">
                  <c:v>757</c:v>
                </c:pt>
                <c:pt idx="2046">
                  <c:v>757</c:v>
                </c:pt>
                <c:pt idx="2047">
                  <c:v>757</c:v>
                </c:pt>
                <c:pt idx="2048">
                  <c:v>733</c:v>
                </c:pt>
                <c:pt idx="2049">
                  <c:v>733</c:v>
                </c:pt>
                <c:pt idx="2050">
                  <c:v>745</c:v>
                </c:pt>
                <c:pt idx="2051">
                  <c:v>820</c:v>
                </c:pt>
                <c:pt idx="2052">
                  <c:v>820</c:v>
                </c:pt>
                <c:pt idx="2053">
                  <c:v>820</c:v>
                </c:pt>
                <c:pt idx="2054">
                  <c:v>820</c:v>
                </c:pt>
                <c:pt idx="2055">
                  <c:v>820</c:v>
                </c:pt>
                <c:pt idx="2056">
                  <c:v>808</c:v>
                </c:pt>
                <c:pt idx="2057">
                  <c:v>808</c:v>
                </c:pt>
                <c:pt idx="2058">
                  <c:v>808</c:v>
                </c:pt>
                <c:pt idx="2059">
                  <c:v>808</c:v>
                </c:pt>
                <c:pt idx="2060">
                  <c:v>808</c:v>
                </c:pt>
                <c:pt idx="2061">
                  <c:v>808</c:v>
                </c:pt>
                <c:pt idx="2062">
                  <c:v>808</c:v>
                </c:pt>
                <c:pt idx="2063">
                  <c:v>808</c:v>
                </c:pt>
                <c:pt idx="2064">
                  <c:v>808</c:v>
                </c:pt>
                <c:pt idx="2065">
                  <c:v>808</c:v>
                </c:pt>
                <c:pt idx="2066">
                  <c:v>808</c:v>
                </c:pt>
                <c:pt idx="2067">
                  <c:v>808</c:v>
                </c:pt>
                <c:pt idx="2068">
                  <c:v>808</c:v>
                </c:pt>
                <c:pt idx="2069">
                  <c:v>808</c:v>
                </c:pt>
                <c:pt idx="2070">
                  <c:v>808</c:v>
                </c:pt>
                <c:pt idx="2071">
                  <c:v>808</c:v>
                </c:pt>
                <c:pt idx="2072">
                  <c:v>853</c:v>
                </c:pt>
                <c:pt idx="2073">
                  <c:v>853</c:v>
                </c:pt>
                <c:pt idx="2074">
                  <c:v>853</c:v>
                </c:pt>
                <c:pt idx="2075">
                  <c:v>853</c:v>
                </c:pt>
                <c:pt idx="2076">
                  <c:v>887</c:v>
                </c:pt>
                <c:pt idx="2077">
                  <c:v>887</c:v>
                </c:pt>
                <c:pt idx="2078">
                  <c:v>887</c:v>
                </c:pt>
                <c:pt idx="2079">
                  <c:v>887</c:v>
                </c:pt>
                <c:pt idx="2080">
                  <c:v>887</c:v>
                </c:pt>
                <c:pt idx="2081">
                  <c:v>887</c:v>
                </c:pt>
                <c:pt idx="2082">
                  <c:v>887</c:v>
                </c:pt>
                <c:pt idx="2083">
                  <c:v>937</c:v>
                </c:pt>
                <c:pt idx="2084">
                  <c:v>937</c:v>
                </c:pt>
                <c:pt idx="2085">
                  <c:v>937</c:v>
                </c:pt>
                <c:pt idx="2086">
                  <c:v>937</c:v>
                </c:pt>
                <c:pt idx="2087">
                  <c:v>937</c:v>
                </c:pt>
                <c:pt idx="2088">
                  <c:v>937</c:v>
                </c:pt>
                <c:pt idx="2089">
                  <c:v>937</c:v>
                </c:pt>
                <c:pt idx="2090">
                  <c:v>937</c:v>
                </c:pt>
                <c:pt idx="2091">
                  <c:v>937</c:v>
                </c:pt>
                <c:pt idx="2092">
                  <c:v>937</c:v>
                </c:pt>
                <c:pt idx="2093">
                  <c:v>912</c:v>
                </c:pt>
                <c:pt idx="2094">
                  <c:v>912</c:v>
                </c:pt>
                <c:pt idx="2095">
                  <c:v>912</c:v>
                </c:pt>
                <c:pt idx="2096">
                  <c:v>912</c:v>
                </c:pt>
                <c:pt idx="2097">
                  <c:v>912</c:v>
                </c:pt>
                <c:pt idx="2098">
                  <c:v>912</c:v>
                </c:pt>
                <c:pt idx="2099">
                  <c:v>948</c:v>
                </c:pt>
                <c:pt idx="2100">
                  <c:v>948</c:v>
                </c:pt>
                <c:pt idx="2101">
                  <c:v>948</c:v>
                </c:pt>
                <c:pt idx="2102">
                  <c:v>948</c:v>
                </c:pt>
                <c:pt idx="2103">
                  <c:v>948</c:v>
                </c:pt>
                <c:pt idx="2104">
                  <c:v>948</c:v>
                </c:pt>
                <c:pt idx="2105">
                  <c:v>948</c:v>
                </c:pt>
                <c:pt idx="2106">
                  <c:v>900</c:v>
                </c:pt>
                <c:pt idx="2107">
                  <c:v>876</c:v>
                </c:pt>
                <c:pt idx="2108">
                  <c:v>876</c:v>
                </c:pt>
                <c:pt idx="2109">
                  <c:v>876</c:v>
                </c:pt>
                <c:pt idx="2110">
                  <c:v>876</c:v>
                </c:pt>
                <c:pt idx="2111">
                  <c:v>876</c:v>
                </c:pt>
                <c:pt idx="2112">
                  <c:v>876</c:v>
                </c:pt>
                <c:pt idx="2113">
                  <c:v>876</c:v>
                </c:pt>
                <c:pt idx="2114">
                  <c:v>864</c:v>
                </c:pt>
                <c:pt idx="2115">
                  <c:v>864</c:v>
                </c:pt>
                <c:pt idx="2116">
                  <c:v>864</c:v>
                </c:pt>
                <c:pt idx="2117">
                  <c:v>864</c:v>
                </c:pt>
                <c:pt idx="2118">
                  <c:v>864</c:v>
                </c:pt>
                <c:pt idx="2119">
                  <c:v>894</c:v>
                </c:pt>
                <c:pt idx="2120">
                  <c:v>894</c:v>
                </c:pt>
                <c:pt idx="2121">
                  <c:v>918</c:v>
                </c:pt>
                <c:pt idx="2122">
                  <c:v>918</c:v>
                </c:pt>
                <c:pt idx="2123">
                  <c:v>918</c:v>
                </c:pt>
                <c:pt idx="2124">
                  <c:v>918</c:v>
                </c:pt>
                <c:pt idx="2125">
                  <c:v>918</c:v>
                </c:pt>
                <c:pt idx="2126">
                  <c:v>918</c:v>
                </c:pt>
                <c:pt idx="2127">
                  <c:v>918</c:v>
                </c:pt>
                <c:pt idx="2128">
                  <c:v>918</c:v>
                </c:pt>
                <c:pt idx="2129">
                  <c:v>918</c:v>
                </c:pt>
                <c:pt idx="2130">
                  <c:v>918</c:v>
                </c:pt>
                <c:pt idx="2131">
                  <c:v>918</c:v>
                </c:pt>
                <c:pt idx="2132">
                  <c:v>918</c:v>
                </c:pt>
                <c:pt idx="2133">
                  <c:v>1059</c:v>
                </c:pt>
                <c:pt idx="2134">
                  <c:v>1059</c:v>
                </c:pt>
                <c:pt idx="2135">
                  <c:v>1059</c:v>
                </c:pt>
                <c:pt idx="2136">
                  <c:v>1059</c:v>
                </c:pt>
                <c:pt idx="2137">
                  <c:v>1059</c:v>
                </c:pt>
                <c:pt idx="2138">
                  <c:v>1059</c:v>
                </c:pt>
                <c:pt idx="2139">
                  <c:v>1059</c:v>
                </c:pt>
                <c:pt idx="2140">
                  <c:v>1059</c:v>
                </c:pt>
                <c:pt idx="2141">
                  <c:v>1059</c:v>
                </c:pt>
                <c:pt idx="2142">
                  <c:v>1059</c:v>
                </c:pt>
                <c:pt idx="2143">
                  <c:v>1059</c:v>
                </c:pt>
                <c:pt idx="2144">
                  <c:v>1059</c:v>
                </c:pt>
                <c:pt idx="2145">
                  <c:v>1059</c:v>
                </c:pt>
                <c:pt idx="2146">
                  <c:v>1059</c:v>
                </c:pt>
                <c:pt idx="2147">
                  <c:v>1059</c:v>
                </c:pt>
                <c:pt idx="2148">
                  <c:v>1059</c:v>
                </c:pt>
                <c:pt idx="2149">
                  <c:v>1034</c:v>
                </c:pt>
                <c:pt idx="2150">
                  <c:v>1034</c:v>
                </c:pt>
                <c:pt idx="2151">
                  <c:v>1034</c:v>
                </c:pt>
                <c:pt idx="2152">
                  <c:v>1034</c:v>
                </c:pt>
                <c:pt idx="2153">
                  <c:v>998</c:v>
                </c:pt>
                <c:pt idx="2154">
                  <c:v>998</c:v>
                </c:pt>
                <c:pt idx="2155">
                  <c:v>998</c:v>
                </c:pt>
                <c:pt idx="2156">
                  <c:v>998</c:v>
                </c:pt>
                <c:pt idx="2157">
                  <c:v>998</c:v>
                </c:pt>
                <c:pt idx="2158">
                  <c:v>998</c:v>
                </c:pt>
                <c:pt idx="2159">
                  <c:v>998</c:v>
                </c:pt>
                <c:pt idx="2160">
                  <c:v>998</c:v>
                </c:pt>
                <c:pt idx="2161">
                  <c:v>998</c:v>
                </c:pt>
                <c:pt idx="2162">
                  <c:v>998</c:v>
                </c:pt>
                <c:pt idx="2163">
                  <c:v>998</c:v>
                </c:pt>
                <c:pt idx="2164">
                  <c:v>998</c:v>
                </c:pt>
                <c:pt idx="2165">
                  <c:v>998</c:v>
                </c:pt>
                <c:pt idx="2166">
                  <c:v>998</c:v>
                </c:pt>
                <c:pt idx="2167">
                  <c:v>998</c:v>
                </c:pt>
                <c:pt idx="2168">
                  <c:v>998</c:v>
                </c:pt>
                <c:pt idx="2169">
                  <c:v>998</c:v>
                </c:pt>
                <c:pt idx="2170">
                  <c:v>1010</c:v>
                </c:pt>
                <c:pt idx="2171">
                  <c:v>1010</c:v>
                </c:pt>
                <c:pt idx="2172">
                  <c:v>1010</c:v>
                </c:pt>
                <c:pt idx="2173">
                  <c:v>1010</c:v>
                </c:pt>
                <c:pt idx="2174">
                  <c:v>1010</c:v>
                </c:pt>
                <c:pt idx="2175">
                  <c:v>1010</c:v>
                </c:pt>
                <c:pt idx="2176">
                  <c:v>1034</c:v>
                </c:pt>
                <c:pt idx="2177">
                  <c:v>1034</c:v>
                </c:pt>
                <c:pt idx="2178">
                  <c:v>1034</c:v>
                </c:pt>
                <c:pt idx="2179">
                  <c:v>1034</c:v>
                </c:pt>
                <c:pt idx="2180">
                  <c:v>1034</c:v>
                </c:pt>
                <c:pt idx="2181">
                  <c:v>1034</c:v>
                </c:pt>
                <c:pt idx="2182">
                  <c:v>1034</c:v>
                </c:pt>
                <c:pt idx="2183">
                  <c:v>1034</c:v>
                </c:pt>
                <c:pt idx="2184">
                  <c:v>1058</c:v>
                </c:pt>
                <c:pt idx="2185">
                  <c:v>1058</c:v>
                </c:pt>
                <c:pt idx="2186">
                  <c:v>1058</c:v>
                </c:pt>
                <c:pt idx="2187">
                  <c:v>1058</c:v>
                </c:pt>
                <c:pt idx="2188">
                  <c:v>1070</c:v>
                </c:pt>
                <c:pt idx="2189">
                  <c:v>1070</c:v>
                </c:pt>
                <c:pt idx="2190">
                  <c:v>1070</c:v>
                </c:pt>
                <c:pt idx="2191">
                  <c:v>1070</c:v>
                </c:pt>
                <c:pt idx="2192">
                  <c:v>1070</c:v>
                </c:pt>
                <c:pt idx="2193">
                  <c:v>1070</c:v>
                </c:pt>
                <c:pt idx="2194">
                  <c:v>1070</c:v>
                </c:pt>
                <c:pt idx="2195">
                  <c:v>1070</c:v>
                </c:pt>
                <c:pt idx="2196">
                  <c:v>1070</c:v>
                </c:pt>
                <c:pt idx="2197">
                  <c:v>1070</c:v>
                </c:pt>
                <c:pt idx="2198">
                  <c:v>1070</c:v>
                </c:pt>
                <c:pt idx="2199">
                  <c:v>1070</c:v>
                </c:pt>
                <c:pt idx="2200">
                  <c:v>1070</c:v>
                </c:pt>
                <c:pt idx="2201">
                  <c:v>1070</c:v>
                </c:pt>
                <c:pt idx="2202">
                  <c:v>1070</c:v>
                </c:pt>
                <c:pt idx="2203">
                  <c:v>1070</c:v>
                </c:pt>
                <c:pt idx="2204">
                  <c:v>1070</c:v>
                </c:pt>
                <c:pt idx="2205">
                  <c:v>1070</c:v>
                </c:pt>
                <c:pt idx="2206">
                  <c:v>1070</c:v>
                </c:pt>
                <c:pt idx="2207">
                  <c:v>1070</c:v>
                </c:pt>
                <c:pt idx="2208">
                  <c:v>1070</c:v>
                </c:pt>
                <c:pt idx="2209">
                  <c:v>1070</c:v>
                </c:pt>
                <c:pt idx="2210">
                  <c:v>1070</c:v>
                </c:pt>
                <c:pt idx="2211">
                  <c:v>1070</c:v>
                </c:pt>
                <c:pt idx="2212">
                  <c:v>1070</c:v>
                </c:pt>
                <c:pt idx="2213">
                  <c:v>1070</c:v>
                </c:pt>
                <c:pt idx="2214">
                  <c:v>1070</c:v>
                </c:pt>
                <c:pt idx="2215">
                  <c:v>1070</c:v>
                </c:pt>
                <c:pt idx="2216">
                  <c:v>1070</c:v>
                </c:pt>
                <c:pt idx="2217">
                  <c:v>1070</c:v>
                </c:pt>
                <c:pt idx="2218">
                  <c:v>1070</c:v>
                </c:pt>
                <c:pt idx="2219">
                  <c:v>1070</c:v>
                </c:pt>
                <c:pt idx="2220">
                  <c:v>1070</c:v>
                </c:pt>
                <c:pt idx="2221">
                  <c:v>1070</c:v>
                </c:pt>
                <c:pt idx="2222">
                  <c:v>1070</c:v>
                </c:pt>
                <c:pt idx="2223">
                  <c:v>1070</c:v>
                </c:pt>
                <c:pt idx="2224">
                  <c:v>1070</c:v>
                </c:pt>
                <c:pt idx="2225">
                  <c:v>1070</c:v>
                </c:pt>
                <c:pt idx="2226">
                  <c:v>1070</c:v>
                </c:pt>
                <c:pt idx="2227">
                  <c:v>1070</c:v>
                </c:pt>
                <c:pt idx="2228">
                  <c:v>1070</c:v>
                </c:pt>
                <c:pt idx="2229">
                  <c:v>1070</c:v>
                </c:pt>
                <c:pt idx="2230">
                  <c:v>1070</c:v>
                </c:pt>
                <c:pt idx="2231">
                  <c:v>1070</c:v>
                </c:pt>
                <c:pt idx="2232">
                  <c:v>1040</c:v>
                </c:pt>
                <c:pt idx="2233">
                  <c:v>1040</c:v>
                </c:pt>
                <c:pt idx="2234">
                  <c:v>1040</c:v>
                </c:pt>
                <c:pt idx="2235">
                  <c:v>1040</c:v>
                </c:pt>
                <c:pt idx="2236">
                  <c:v>1040</c:v>
                </c:pt>
                <c:pt idx="2237">
                  <c:v>1040</c:v>
                </c:pt>
                <c:pt idx="2238">
                  <c:v>1040</c:v>
                </c:pt>
                <c:pt idx="2239">
                  <c:v>1040</c:v>
                </c:pt>
                <c:pt idx="2240">
                  <c:v>1016</c:v>
                </c:pt>
                <c:pt idx="2241">
                  <c:v>1016</c:v>
                </c:pt>
                <c:pt idx="2242">
                  <c:v>1016</c:v>
                </c:pt>
                <c:pt idx="2243">
                  <c:v>1016</c:v>
                </c:pt>
                <c:pt idx="2244">
                  <c:v>1016</c:v>
                </c:pt>
                <c:pt idx="2245">
                  <c:v>1016</c:v>
                </c:pt>
                <c:pt idx="2246">
                  <c:v>980</c:v>
                </c:pt>
                <c:pt idx="2247">
                  <c:v>980</c:v>
                </c:pt>
                <c:pt idx="2248">
                  <c:v>980</c:v>
                </c:pt>
                <c:pt idx="2249">
                  <c:v>980</c:v>
                </c:pt>
                <c:pt idx="2250">
                  <c:v>980</c:v>
                </c:pt>
                <c:pt idx="2251">
                  <c:v>980</c:v>
                </c:pt>
                <c:pt idx="2252">
                  <c:v>980</c:v>
                </c:pt>
                <c:pt idx="2253">
                  <c:v>980</c:v>
                </c:pt>
                <c:pt idx="2254">
                  <c:v>980</c:v>
                </c:pt>
                <c:pt idx="2255">
                  <c:v>980</c:v>
                </c:pt>
                <c:pt idx="2256">
                  <c:v>980</c:v>
                </c:pt>
                <c:pt idx="2257">
                  <c:v>980</c:v>
                </c:pt>
                <c:pt idx="2258">
                  <c:v>956</c:v>
                </c:pt>
                <c:pt idx="2259">
                  <c:v>956</c:v>
                </c:pt>
                <c:pt idx="2260">
                  <c:v>956</c:v>
                </c:pt>
                <c:pt idx="2261">
                  <c:v>956</c:v>
                </c:pt>
                <c:pt idx="2262">
                  <c:v>986</c:v>
                </c:pt>
                <c:pt idx="2263">
                  <c:v>986</c:v>
                </c:pt>
                <c:pt idx="2264">
                  <c:v>986</c:v>
                </c:pt>
                <c:pt idx="2265">
                  <c:v>986</c:v>
                </c:pt>
                <c:pt idx="2266">
                  <c:v>986</c:v>
                </c:pt>
                <c:pt idx="2267">
                  <c:v>986</c:v>
                </c:pt>
                <c:pt idx="2268">
                  <c:v>986</c:v>
                </c:pt>
                <c:pt idx="2269">
                  <c:v>986</c:v>
                </c:pt>
                <c:pt idx="2270">
                  <c:v>986</c:v>
                </c:pt>
                <c:pt idx="2271">
                  <c:v>986</c:v>
                </c:pt>
                <c:pt idx="2272">
                  <c:v>986</c:v>
                </c:pt>
                <c:pt idx="2273">
                  <c:v>986</c:v>
                </c:pt>
                <c:pt idx="2274">
                  <c:v>986</c:v>
                </c:pt>
                <c:pt idx="2275">
                  <c:v>986</c:v>
                </c:pt>
                <c:pt idx="2276">
                  <c:v>986</c:v>
                </c:pt>
                <c:pt idx="2277">
                  <c:v>986</c:v>
                </c:pt>
                <c:pt idx="2278">
                  <c:v>986</c:v>
                </c:pt>
                <c:pt idx="2279">
                  <c:v>1022</c:v>
                </c:pt>
                <c:pt idx="2280">
                  <c:v>1022</c:v>
                </c:pt>
                <c:pt idx="2281">
                  <c:v>977</c:v>
                </c:pt>
                <c:pt idx="2282">
                  <c:v>977</c:v>
                </c:pt>
                <c:pt idx="2283">
                  <c:v>977</c:v>
                </c:pt>
                <c:pt idx="2284">
                  <c:v>977</c:v>
                </c:pt>
                <c:pt idx="2285">
                  <c:v>977</c:v>
                </c:pt>
                <c:pt idx="2286">
                  <c:v>977</c:v>
                </c:pt>
                <c:pt idx="2287">
                  <c:v>977</c:v>
                </c:pt>
                <c:pt idx="2288">
                  <c:v>977</c:v>
                </c:pt>
                <c:pt idx="2289">
                  <c:v>977</c:v>
                </c:pt>
                <c:pt idx="2290">
                  <c:v>977</c:v>
                </c:pt>
                <c:pt idx="2291">
                  <c:v>977</c:v>
                </c:pt>
                <c:pt idx="2292">
                  <c:v>977</c:v>
                </c:pt>
                <c:pt idx="2293">
                  <c:v>977</c:v>
                </c:pt>
                <c:pt idx="2294">
                  <c:v>977</c:v>
                </c:pt>
                <c:pt idx="2295">
                  <c:v>977</c:v>
                </c:pt>
                <c:pt idx="2296">
                  <c:v>977</c:v>
                </c:pt>
                <c:pt idx="2297">
                  <c:v>977</c:v>
                </c:pt>
                <c:pt idx="2298">
                  <c:v>977</c:v>
                </c:pt>
                <c:pt idx="2299">
                  <c:v>977</c:v>
                </c:pt>
                <c:pt idx="2300">
                  <c:v>977</c:v>
                </c:pt>
                <c:pt idx="2301">
                  <c:v>977</c:v>
                </c:pt>
                <c:pt idx="2302">
                  <c:v>977</c:v>
                </c:pt>
                <c:pt idx="2303">
                  <c:v>977</c:v>
                </c:pt>
                <c:pt idx="2304">
                  <c:v>977</c:v>
                </c:pt>
                <c:pt idx="2305">
                  <c:v>977</c:v>
                </c:pt>
                <c:pt idx="2306">
                  <c:v>977</c:v>
                </c:pt>
                <c:pt idx="2307">
                  <c:v>977</c:v>
                </c:pt>
                <c:pt idx="2308">
                  <c:v>977</c:v>
                </c:pt>
                <c:pt idx="2309">
                  <c:v>977</c:v>
                </c:pt>
                <c:pt idx="2310">
                  <c:v>977</c:v>
                </c:pt>
                <c:pt idx="2311">
                  <c:v>977</c:v>
                </c:pt>
                <c:pt idx="2312">
                  <c:v>977</c:v>
                </c:pt>
                <c:pt idx="2313">
                  <c:v>977</c:v>
                </c:pt>
                <c:pt idx="2314">
                  <c:v>1022</c:v>
                </c:pt>
                <c:pt idx="2315">
                  <c:v>1022</c:v>
                </c:pt>
                <c:pt idx="2316">
                  <c:v>1022</c:v>
                </c:pt>
                <c:pt idx="2317">
                  <c:v>1022</c:v>
                </c:pt>
                <c:pt idx="2318">
                  <c:v>1022</c:v>
                </c:pt>
                <c:pt idx="2319">
                  <c:v>1022</c:v>
                </c:pt>
                <c:pt idx="2320">
                  <c:v>1022</c:v>
                </c:pt>
                <c:pt idx="2321">
                  <c:v>1022</c:v>
                </c:pt>
                <c:pt idx="2322">
                  <c:v>1022</c:v>
                </c:pt>
                <c:pt idx="2323">
                  <c:v>1022</c:v>
                </c:pt>
                <c:pt idx="2324">
                  <c:v>1022</c:v>
                </c:pt>
                <c:pt idx="2325">
                  <c:v>1022</c:v>
                </c:pt>
                <c:pt idx="2326">
                  <c:v>1022</c:v>
                </c:pt>
                <c:pt idx="2327">
                  <c:v>1022</c:v>
                </c:pt>
                <c:pt idx="2328">
                  <c:v>1067</c:v>
                </c:pt>
                <c:pt idx="2329">
                  <c:v>1067</c:v>
                </c:pt>
                <c:pt idx="2330">
                  <c:v>1067</c:v>
                </c:pt>
                <c:pt idx="2331">
                  <c:v>1067</c:v>
                </c:pt>
                <c:pt idx="2332">
                  <c:v>1067</c:v>
                </c:pt>
                <c:pt idx="2333">
                  <c:v>1067</c:v>
                </c:pt>
                <c:pt idx="2334">
                  <c:v>1067</c:v>
                </c:pt>
                <c:pt idx="2335">
                  <c:v>1067</c:v>
                </c:pt>
                <c:pt idx="2336">
                  <c:v>1067</c:v>
                </c:pt>
                <c:pt idx="2337">
                  <c:v>1067</c:v>
                </c:pt>
                <c:pt idx="2338">
                  <c:v>1067</c:v>
                </c:pt>
                <c:pt idx="2339">
                  <c:v>967</c:v>
                </c:pt>
                <c:pt idx="2340">
                  <c:v>967</c:v>
                </c:pt>
                <c:pt idx="2341">
                  <c:v>967</c:v>
                </c:pt>
                <c:pt idx="2342">
                  <c:v>967</c:v>
                </c:pt>
                <c:pt idx="2343">
                  <c:v>967</c:v>
                </c:pt>
                <c:pt idx="2344">
                  <c:v>967</c:v>
                </c:pt>
                <c:pt idx="2345">
                  <c:v>967</c:v>
                </c:pt>
                <c:pt idx="2346">
                  <c:v>967</c:v>
                </c:pt>
                <c:pt idx="2347">
                  <c:v>967</c:v>
                </c:pt>
                <c:pt idx="2348">
                  <c:v>967</c:v>
                </c:pt>
                <c:pt idx="2349">
                  <c:v>967</c:v>
                </c:pt>
                <c:pt idx="2350">
                  <c:v>967</c:v>
                </c:pt>
                <c:pt idx="2351">
                  <c:v>967</c:v>
                </c:pt>
                <c:pt idx="2352">
                  <c:v>967</c:v>
                </c:pt>
                <c:pt idx="2353">
                  <c:v>967</c:v>
                </c:pt>
                <c:pt idx="2354">
                  <c:v>967</c:v>
                </c:pt>
                <c:pt idx="2355">
                  <c:v>967</c:v>
                </c:pt>
                <c:pt idx="2356">
                  <c:v>967</c:v>
                </c:pt>
                <c:pt idx="2357">
                  <c:v>967</c:v>
                </c:pt>
                <c:pt idx="2358">
                  <c:v>967</c:v>
                </c:pt>
                <c:pt idx="2359">
                  <c:v>967</c:v>
                </c:pt>
                <c:pt idx="2360">
                  <c:v>967</c:v>
                </c:pt>
                <c:pt idx="2361">
                  <c:v>967</c:v>
                </c:pt>
                <c:pt idx="2362">
                  <c:v>967</c:v>
                </c:pt>
                <c:pt idx="2363">
                  <c:v>967</c:v>
                </c:pt>
                <c:pt idx="2364">
                  <c:v>967</c:v>
                </c:pt>
                <c:pt idx="2365">
                  <c:v>967</c:v>
                </c:pt>
                <c:pt idx="2366">
                  <c:v>967</c:v>
                </c:pt>
                <c:pt idx="2367">
                  <c:v>967</c:v>
                </c:pt>
                <c:pt idx="2368">
                  <c:v>967</c:v>
                </c:pt>
                <c:pt idx="2369">
                  <c:v>967</c:v>
                </c:pt>
                <c:pt idx="2370">
                  <c:v>967</c:v>
                </c:pt>
                <c:pt idx="2371">
                  <c:v>967</c:v>
                </c:pt>
                <c:pt idx="2372">
                  <c:v>967</c:v>
                </c:pt>
                <c:pt idx="2373">
                  <c:v>967</c:v>
                </c:pt>
                <c:pt idx="2374">
                  <c:v>967</c:v>
                </c:pt>
                <c:pt idx="2375">
                  <c:v>967</c:v>
                </c:pt>
                <c:pt idx="2376">
                  <c:v>967</c:v>
                </c:pt>
                <c:pt idx="2377">
                  <c:v>967</c:v>
                </c:pt>
                <c:pt idx="2378">
                  <c:v>967</c:v>
                </c:pt>
                <c:pt idx="2379">
                  <c:v>967</c:v>
                </c:pt>
                <c:pt idx="2380">
                  <c:v>917</c:v>
                </c:pt>
                <c:pt idx="2381">
                  <c:v>917</c:v>
                </c:pt>
                <c:pt idx="2382">
                  <c:v>917</c:v>
                </c:pt>
                <c:pt idx="2383">
                  <c:v>917</c:v>
                </c:pt>
                <c:pt idx="2384">
                  <c:v>917</c:v>
                </c:pt>
                <c:pt idx="2385">
                  <c:v>917</c:v>
                </c:pt>
                <c:pt idx="2386">
                  <c:v>917</c:v>
                </c:pt>
                <c:pt idx="2387">
                  <c:v>917</c:v>
                </c:pt>
                <c:pt idx="2388">
                  <c:v>917</c:v>
                </c:pt>
                <c:pt idx="2389">
                  <c:v>917</c:v>
                </c:pt>
                <c:pt idx="2390">
                  <c:v>917</c:v>
                </c:pt>
                <c:pt idx="2391">
                  <c:v>917</c:v>
                </c:pt>
                <c:pt idx="2392">
                  <c:v>917</c:v>
                </c:pt>
                <c:pt idx="2393">
                  <c:v>917</c:v>
                </c:pt>
                <c:pt idx="2394">
                  <c:v>917</c:v>
                </c:pt>
                <c:pt idx="2395">
                  <c:v>917</c:v>
                </c:pt>
                <c:pt idx="2396">
                  <c:v>917</c:v>
                </c:pt>
                <c:pt idx="2397">
                  <c:v>917</c:v>
                </c:pt>
                <c:pt idx="2398">
                  <c:v>917</c:v>
                </c:pt>
                <c:pt idx="2399">
                  <c:v>917</c:v>
                </c:pt>
                <c:pt idx="2400">
                  <c:v>917</c:v>
                </c:pt>
                <c:pt idx="2401">
                  <c:v>917</c:v>
                </c:pt>
                <c:pt idx="2402">
                  <c:v>917</c:v>
                </c:pt>
                <c:pt idx="2403">
                  <c:v>917</c:v>
                </c:pt>
                <c:pt idx="2404">
                  <c:v>917</c:v>
                </c:pt>
                <c:pt idx="2405">
                  <c:v>1037</c:v>
                </c:pt>
                <c:pt idx="2406">
                  <c:v>1037</c:v>
                </c:pt>
                <c:pt idx="2407">
                  <c:v>1037</c:v>
                </c:pt>
                <c:pt idx="2408">
                  <c:v>1037</c:v>
                </c:pt>
                <c:pt idx="2409">
                  <c:v>1097</c:v>
                </c:pt>
                <c:pt idx="2410">
                  <c:v>1097</c:v>
                </c:pt>
                <c:pt idx="2411">
                  <c:v>1097</c:v>
                </c:pt>
                <c:pt idx="2412">
                  <c:v>1097</c:v>
                </c:pt>
                <c:pt idx="2413">
                  <c:v>1097</c:v>
                </c:pt>
                <c:pt idx="2414">
                  <c:v>1097</c:v>
                </c:pt>
                <c:pt idx="2415">
                  <c:v>1097</c:v>
                </c:pt>
                <c:pt idx="2416">
                  <c:v>1097</c:v>
                </c:pt>
                <c:pt idx="2417">
                  <c:v>1097</c:v>
                </c:pt>
                <c:pt idx="2418">
                  <c:v>1097</c:v>
                </c:pt>
                <c:pt idx="2419">
                  <c:v>1097</c:v>
                </c:pt>
                <c:pt idx="2420">
                  <c:v>1097</c:v>
                </c:pt>
                <c:pt idx="2421">
                  <c:v>1047</c:v>
                </c:pt>
                <c:pt idx="2422">
                  <c:v>1047</c:v>
                </c:pt>
                <c:pt idx="2423">
                  <c:v>1047</c:v>
                </c:pt>
                <c:pt idx="2424">
                  <c:v>1047</c:v>
                </c:pt>
                <c:pt idx="2425">
                  <c:v>1047</c:v>
                </c:pt>
                <c:pt idx="2426">
                  <c:v>1092</c:v>
                </c:pt>
                <c:pt idx="2427">
                  <c:v>1152</c:v>
                </c:pt>
                <c:pt idx="2428">
                  <c:v>1152</c:v>
                </c:pt>
                <c:pt idx="2429">
                  <c:v>1140</c:v>
                </c:pt>
                <c:pt idx="2430">
                  <c:v>940</c:v>
                </c:pt>
                <c:pt idx="2431">
                  <c:v>940</c:v>
                </c:pt>
                <c:pt idx="2432">
                  <c:v>940</c:v>
                </c:pt>
                <c:pt idx="2433">
                  <c:v>940</c:v>
                </c:pt>
                <c:pt idx="2434">
                  <c:v>940</c:v>
                </c:pt>
                <c:pt idx="2435">
                  <c:v>940</c:v>
                </c:pt>
                <c:pt idx="2436">
                  <c:v>940</c:v>
                </c:pt>
                <c:pt idx="2437">
                  <c:v>940</c:v>
                </c:pt>
                <c:pt idx="2438">
                  <c:v>940</c:v>
                </c:pt>
                <c:pt idx="2439">
                  <c:v>940</c:v>
                </c:pt>
                <c:pt idx="2440">
                  <c:v>940</c:v>
                </c:pt>
                <c:pt idx="2441">
                  <c:v>940</c:v>
                </c:pt>
                <c:pt idx="2442">
                  <c:v>940</c:v>
                </c:pt>
                <c:pt idx="2443">
                  <c:v>940</c:v>
                </c:pt>
                <c:pt idx="2444">
                  <c:v>940</c:v>
                </c:pt>
                <c:pt idx="2445">
                  <c:v>940</c:v>
                </c:pt>
                <c:pt idx="2446">
                  <c:v>940</c:v>
                </c:pt>
                <c:pt idx="2447">
                  <c:v>940</c:v>
                </c:pt>
                <c:pt idx="2448">
                  <c:v>955</c:v>
                </c:pt>
                <c:pt idx="2449">
                  <c:v>905</c:v>
                </c:pt>
                <c:pt idx="2450">
                  <c:v>905</c:v>
                </c:pt>
                <c:pt idx="2451">
                  <c:v>980</c:v>
                </c:pt>
                <c:pt idx="2452">
                  <c:v>980</c:v>
                </c:pt>
                <c:pt idx="2453">
                  <c:v>980</c:v>
                </c:pt>
                <c:pt idx="2454">
                  <c:v>1004</c:v>
                </c:pt>
                <c:pt idx="2455">
                  <c:v>1004</c:v>
                </c:pt>
                <c:pt idx="2456">
                  <c:v>1004</c:v>
                </c:pt>
                <c:pt idx="2457">
                  <c:v>1004</c:v>
                </c:pt>
                <c:pt idx="2458">
                  <c:v>1004</c:v>
                </c:pt>
                <c:pt idx="2459">
                  <c:v>1004</c:v>
                </c:pt>
                <c:pt idx="2460">
                  <c:v>1004</c:v>
                </c:pt>
                <c:pt idx="2461">
                  <c:v>1004</c:v>
                </c:pt>
                <c:pt idx="2462">
                  <c:v>1004</c:v>
                </c:pt>
                <c:pt idx="2463">
                  <c:v>1004</c:v>
                </c:pt>
                <c:pt idx="2464">
                  <c:v>1085</c:v>
                </c:pt>
                <c:pt idx="2465">
                  <c:v>1085</c:v>
                </c:pt>
                <c:pt idx="2466">
                  <c:v>1085</c:v>
                </c:pt>
                <c:pt idx="2467">
                  <c:v>1085</c:v>
                </c:pt>
                <c:pt idx="2468">
                  <c:v>1061</c:v>
                </c:pt>
                <c:pt idx="2469">
                  <c:v>1061</c:v>
                </c:pt>
                <c:pt idx="2470">
                  <c:v>1061</c:v>
                </c:pt>
                <c:pt idx="2471">
                  <c:v>1061</c:v>
                </c:pt>
                <c:pt idx="2472">
                  <c:v>1180</c:v>
                </c:pt>
                <c:pt idx="2473">
                  <c:v>1180</c:v>
                </c:pt>
                <c:pt idx="2474">
                  <c:v>1180</c:v>
                </c:pt>
                <c:pt idx="2475">
                  <c:v>1180</c:v>
                </c:pt>
                <c:pt idx="2476">
                  <c:v>1180</c:v>
                </c:pt>
                <c:pt idx="2477">
                  <c:v>1180</c:v>
                </c:pt>
                <c:pt idx="2478">
                  <c:v>1180</c:v>
                </c:pt>
                <c:pt idx="2479">
                  <c:v>1180</c:v>
                </c:pt>
                <c:pt idx="2480">
                  <c:v>1180</c:v>
                </c:pt>
                <c:pt idx="2481">
                  <c:v>1180</c:v>
                </c:pt>
                <c:pt idx="2482">
                  <c:v>1156</c:v>
                </c:pt>
                <c:pt idx="2483">
                  <c:v>1156</c:v>
                </c:pt>
                <c:pt idx="2484">
                  <c:v>1156</c:v>
                </c:pt>
                <c:pt idx="2485">
                  <c:v>1156</c:v>
                </c:pt>
                <c:pt idx="2486">
                  <c:v>1156</c:v>
                </c:pt>
                <c:pt idx="2487">
                  <c:v>1156</c:v>
                </c:pt>
                <c:pt idx="2488">
                  <c:v>1156</c:v>
                </c:pt>
                <c:pt idx="2489">
                  <c:v>1156</c:v>
                </c:pt>
                <c:pt idx="2490">
                  <c:v>1108</c:v>
                </c:pt>
                <c:pt idx="2491">
                  <c:v>1108</c:v>
                </c:pt>
                <c:pt idx="2492">
                  <c:v>1108</c:v>
                </c:pt>
                <c:pt idx="2493">
                  <c:v>1108</c:v>
                </c:pt>
                <c:pt idx="2494">
                  <c:v>1108</c:v>
                </c:pt>
                <c:pt idx="2495">
                  <c:v>1108</c:v>
                </c:pt>
                <c:pt idx="2496">
                  <c:v>1108</c:v>
                </c:pt>
                <c:pt idx="2497">
                  <c:v>1108</c:v>
                </c:pt>
                <c:pt idx="2498">
                  <c:v>1096</c:v>
                </c:pt>
                <c:pt idx="2499">
                  <c:v>1096</c:v>
                </c:pt>
                <c:pt idx="2500">
                  <c:v>1096</c:v>
                </c:pt>
                <c:pt idx="2501">
                  <c:v>1096</c:v>
                </c:pt>
                <c:pt idx="2502">
                  <c:v>1096</c:v>
                </c:pt>
                <c:pt idx="2503">
                  <c:v>1096</c:v>
                </c:pt>
                <c:pt idx="2504">
                  <c:v>1096</c:v>
                </c:pt>
                <c:pt idx="2505">
                  <c:v>1096</c:v>
                </c:pt>
                <c:pt idx="2506">
                  <c:v>1132</c:v>
                </c:pt>
                <c:pt idx="2507">
                  <c:v>1132</c:v>
                </c:pt>
                <c:pt idx="2508">
                  <c:v>1132</c:v>
                </c:pt>
                <c:pt idx="2509">
                  <c:v>1132</c:v>
                </c:pt>
                <c:pt idx="2510">
                  <c:v>1132</c:v>
                </c:pt>
                <c:pt idx="2511">
                  <c:v>1156</c:v>
                </c:pt>
                <c:pt idx="2512">
                  <c:v>1105</c:v>
                </c:pt>
                <c:pt idx="2513">
                  <c:v>1105</c:v>
                </c:pt>
                <c:pt idx="2514">
                  <c:v>1105</c:v>
                </c:pt>
                <c:pt idx="2515">
                  <c:v>1105</c:v>
                </c:pt>
                <c:pt idx="2516">
                  <c:v>1105</c:v>
                </c:pt>
                <c:pt idx="2517">
                  <c:v>1105</c:v>
                </c:pt>
                <c:pt idx="2518">
                  <c:v>1105</c:v>
                </c:pt>
                <c:pt idx="2519">
                  <c:v>1105</c:v>
                </c:pt>
                <c:pt idx="2520">
                  <c:v>1093</c:v>
                </c:pt>
                <c:pt idx="2521">
                  <c:v>1081</c:v>
                </c:pt>
                <c:pt idx="2522">
                  <c:v>1081</c:v>
                </c:pt>
                <c:pt idx="2523">
                  <c:v>1081</c:v>
                </c:pt>
                <c:pt idx="2524">
                  <c:v>1081</c:v>
                </c:pt>
                <c:pt idx="2525">
                  <c:v>1081</c:v>
                </c:pt>
                <c:pt idx="2526">
                  <c:v>1081</c:v>
                </c:pt>
                <c:pt idx="2527">
                  <c:v>1081</c:v>
                </c:pt>
                <c:pt idx="2528">
                  <c:v>1081</c:v>
                </c:pt>
                <c:pt idx="2529">
                  <c:v>1081</c:v>
                </c:pt>
                <c:pt idx="2530">
                  <c:v>1081</c:v>
                </c:pt>
                <c:pt idx="2531">
                  <c:v>1069</c:v>
                </c:pt>
                <c:pt idx="2532">
                  <c:v>1069</c:v>
                </c:pt>
                <c:pt idx="2533">
                  <c:v>1069</c:v>
                </c:pt>
                <c:pt idx="2534">
                  <c:v>1069</c:v>
                </c:pt>
                <c:pt idx="2535">
                  <c:v>1057</c:v>
                </c:pt>
                <c:pt idx="2536">
                  <c:v>1057</c:v>
                </c:pt>
                <c:pt idx="2537">
                  <c:v>1057</c:v>
                </c:pt>
                <c:pt idx="2538">
                  <c:v>1057</c:v>
                </c:pt>
                <c:pt idx="2539">
                  <c:v>1069</c:v>
                </c:pt>
                <c:pt idx="2540">
                  <c:v>1093</c:v>
                </c:pt>
                <c:pt idx="2541">
                  <c:v>1093</c:v>
                </c:pt>
                <c:pt idx="2542">
                  <c:v>1093</c:v>
                </c:pt>
                <c:pt idx="2543">
                  <c:v>1093</c:v>
                </c:pt>
                <c:pt idx="2544">
                  <c:v>1093</c:v>
                </c:pt>
                <c:pt idx="2545">
                  <c:v>1093</c:v>
                </c:pt>
                <c:pt idx="2546">
                  <c:v>1093</c:v>
                </c:pt>
                <c:pt idx="2547">
                  <c:v>1093</c:v>
                </c:pt>
                <c:pt idx="2548">
                  <c:v>1093</c:v>
                </c:pt>
                <c:pt idx="2549">
                  <c:v>1093</c:v>
                </c:pt>
                <c:pt idx="2550">
                  <c:v>1093</c:v>
                </c:pt>
                <c:pt idx="2551">
                  <c:v>1093</c:v>
                </c:pt>
                <c:pt idx="2552">
                  <c:v>893</c:v>
                </c:pt>
                <c:pt idx="2553">
                  <c:v>893</c:v>
                </c:pt>
                <c:pt idx="2554">
                  <c:v>893</c:v>
                </c:pt>
                <c:pt idx="2555">
                  <c:v>905</c:v>
                </c:pt>
                <c:pt idx="2556">
                  <c:v>905</c:v>
                </c:pt>
                <c:pt idx="2557">
                  <c:v>905</c:v>
                </c:pt>
                <c:pt idx="2558">
                  <c:v>905</c:v>
                </c:pt>
                <c:pt idx="2559">
                  <c:v>905</c:v>
                </c:pt>
                <c:pt idx="2560">
                  <c:v>905</c:v>
                </c:pt>
                <c:pt idx="2561">
                  <c:v>905</c:v>
                </c:pt>
                <c:pt idx="2562">
                  <c:v>893</c:v>
                </c:pt>
                <c:pt idx="2563">
                  <c:v>893</c:v>
                </c:pt>
                <c:pt idx="2564">
                  <c:v>893</c:v>
                </c:pt>
                <c:pt idx="2565">
                  <c:v>893</c:v>
                </c:pt>
                <c:pt idx="2566">
                  <c:v>893</c:v>
                </c:pt>
                <c:pt idx="2567">
                  <c:v>893</c:v>
                </c:pt>
                <c:pt idx="2568">
                  <c:v>893</c:v>
                </c:pt>
                <c:pt idx="2569">
                  <c:v>869</c:v>
                </c:pt>
                <c:pt idx="2570">
                  <c:v>869</c:v>
                </c:pt>
                <c:pt idx="2571">
                  <c:v>869</c:v>
                </c:pt>
                <c:pt idx="2572">
                  <c:v>869</c:v>
                </c:pt>
                <c:pt idx="2573">
                  <c:v>857</c:v>
                </c:pt>
                <c:pt idx="2574">
                  <c:v>857</c:v>
                </c:pt>
                <c:pt idx="2575">
                  <c:v>857</c:v>
                </c:pt>
                <c:pt idx="2576">
                  <c:v>857</c:v>
                </c:pt>
                <c:pt idx="2577">
                  <c:v>857</c:v>
                </c:pt>
                <c:pt idx="2578">
                  <c:v>857</c:v>
                </c:pt>
                <c:pt idx="2579">
                  <c:v>857</c:v>
                </c:pt>
                <c:pt idx="2580">
                  <c:v>833</c:v>
                </c:pt>
                <c:pt idx="2581">
                  <c:v>833</c:v>
                </c:pt>
                <c:pt idx="2582">
                  <c:v>833</c:v>
                </c:pt>
                <c:pt idx="2583">
                  <c:v>833</c:v>
                </c:pt>
                <c:pt idx="2584">
                  <c:v>833</c:v>
                </c:pt>
                <c:pt idx="2585">
                  <c:v>833</c:v>
                </c:pt>
                <c:pt idx="2586">
                  <c:v>833</c:v>
                </c:pt>
                <c:pt idx="2587">
                  <c:v>803</c:v>
                </c:pt>
                <c:pt idx="2588">
                  <c:v>803</c:v>
                </c:pt>
                <c:pt idx="2589">
                  <c:v>803</c:v>
                </c:pt>
                <c:pt idx="2590">
                  <c:v>791</c:v>
                </c:pt>
                <c:pt idx="2591">
                  <c:v>791</c:v>
                </c:pt>
                <c:pt idx="2592">
                  <c:v>791</c:v>
                </c:pt>
                <c:pt idx="2593">
                  <c:v>791</c:v>
                </c:pt>
                <c:pt idx="2594">
                  <c:v>791</c:v>
                </c:pt>
                <c:pt idx="2595">
                  <c:v>791</c:v>
                </c:pt>
                <c:pt idx="2596">
                  <c:v>767</c:v>
                </c:pt>
                <c:pt idx="2597">
                  <c:v>767</c:v>
                </c:pt>
                <c:pt idx="2598">
                  <c:v>767</c:v>
                </c:pt>
                <c:pt idx="2599">
                  <c:v>767</c:v>
                </c:pt>
                <c:pt idx="2600">
                  <c:v>767</c:v>
                </c:pt>
                <c:pt idx="2601">
                  <c:v>767</c:v>
                </c:pt>
                <c:pt idx="2602">
                  <c:v>779</c:v>
                </c:pt>
                <c:pt idx="2603">
                  <c:v>734</c:v>
                </c:pt>
                <c:pt idx="2604">
                  <c:v>734</c:v>
                </c:pt>
                <c:pt idx="2605">
                  <c:v>734</c:v>
                </c:pt>
                <c:pt idx="2606">
                  <c:v>734</c:v>
                </c:pt>
                <c:pt idx="2607">
                  <c:v>734</c:v>
                </c:pt>
                <c:pt idx="2608">
                  <c:v>758</c:v>
                </c:pt>
                <c:pt idx="2609">
                  <c:v>758</c:v>
                </c:pt>
                <c:pt idx="2610">
                  <c:v>758</c:v>
                </c:pt>
                <c:pt idx="2611">
                  <c:v>758</c:v>
                </c:pt>
                <c:pt idx="2612">
                  <c:v>758</c:v>
                </c:pt>
                <c:pt idx="2613">
                  <c:v>758</c:v>
                </c:pt>
                <c:pt idx="2614">
                  <c:v>758</c:v>
                </c:pt>
                <c:pt idx="2615">
                  <c:v>758</c:v>
                </c:pt>
                <c:pt idx="2616">
                  <c:v>758</c:v>
                </c:pt>
                <c:pt idx="2617">
                  <c:v>758</c:v>
                </c:pt>
                <c:pt idx="2618">
                  <c:v>758</c:v>
                </c:pt>
                <c:pt idx="2619">
                  <c:v>758</c:v>
                </c:pt>
                <c:pt idx="2620">
                  <c:v>758</c:v>
                </c:pt>
                <c:pt idx="2621">
                  <c:v>758</c:v>
                </c:pt>
                <c:pt idx="2622">
                  <c:v>758</c:v>
                </c:pt>
                <c:pt idx="2623">
                  <c:v>758</c:v>
                </c:pt>
                <c:pt idx="2624">
                  <c:v>758</c:v>
                </c:pt>
                <c:pt idx="2625">
                  <c:v>734</c:v>
                </c:pt>
                <c:pt idx="2626">
                  <c:v>734</c:v>
                </c:pt>
                <c:pt idx="2627">
                  <c:v>734</c:v>
                </c:pt>
                <c:pt idx="2628">
                  <c:v>734</c:v>
                </c:pt>
                <c:pt idx="2629">
                  <c:v>784</c:v>
                </c:pt>
                <c:pt idx="2630">
                  <c:v>820</c:v>
                </c:pt>
                <c:pt idx="2631">
                  <c:v>832</c:v>
                </c:pt>
                <c:pt idx="2632">
                  <c:v>832</c:v>
                </c:pt>
                <c:pt idx="2633">
                  <c:v>832</c:v>
                </c:pt>
                <c:pt idx="2634">
                  <c:v>832</c:v>
                </c:pt>
                <c:pt idx="2635">
                  <c:v>832</c:v>
                </c:pt>
                <c:pt idx="2636">
                  <c:v>844</c:v>
                </c:pt>
                <c:pt idx="2637">
                  <c:v>868</c:v>
                </c:pt>
                <c:pt idx="2638">
                  <c:v>887.2</c:v>
                </c:pt>
                <c:pt idx="2639">
                  <c:v>892</c:v>
                </c:pt>
                <c:pt idx="2640">
                  <c:v>904</c:v>
                </c:pt>
                <c:pt idx="2641">
                  <c:v>904</c:v>
                </c:pt>
                <c:pt idx="2642">
                  <c:v>928</c:v>
                </c:pt>
                <c:pt idx="2643">
                  <c:v>928</c:v>
                </c:pt>
                <c:pt idx="2644">
                  <c:v>928</c:v>
                </c:pt>
                <c:pt idx="2645">
                  <c:v>928</c:v>
                </c:pt>
                <c:pt idx="2646">
                  <c:v>928</c:v>
                </c:pt>
                <c:pt idx="2647">
                  <c:v>928</c:v>
                </c:pt>
                <c:pt idx="2648">
                  <c:v>928</c:v>
                </c:pt>
                <c:pt idx="2649">
                  <c:v>928</c:v>
                </c:pt>
                <c:pt idx="2650">
                  <c:v>928</c:v>
                </c:pt>
                <c:pt idx="2651">
                  <c:v>928</c:v>
                </c:pt>
                <c:pt idx="2652">
                  <c:v>928</c:v>
                </c:pt>
                <c:pt idx="2653">
                  <c:v>928</c:v>
                </c:pt>
                <c:pt idx="2654">
                  <c:v>904</c:v>
                </c:pt>
                <c:pt idx="2655">
                  <c:v>904</c:v>
                </c:pt>
                <c:pt idx="2656">
                  <c:v>904</c:v>
                </c:pt>
                <c:pt idx="2657">
                  <c:v>880</c:v>
                </c:pt>
                <c:pt idx="2658">
                  <c:v>918</c:v>
                </c:pt>
                <c:pt idx="2659">
                  <c:v>906</c:v>
                </c:pt>
                <c:pt idx="2660">
                  <c:v>906</c:v>
                </c:pt>
                <c:pt idx="2661">
                  <c:v>906</c:v>
                </c:pt>
                <c:pt idx="2662">
                  <c:v>906</c:v>
                </c:pt>
                <c:pt idx="2663">
                  <c:v>906</c:v>
                </c:pt>
                <c:pt idx="2664">
                  <c:v>906</c:v>
                </c:pt>
                <c:pt idx="2665">
                  <c:v>956</c:v>
                </c:pt>
                <c:pt idx="2666">
                  <c:v>956</c:v>
                </c:pt>
                <c:pt idx="2667">
                  <c:v>926</c:v>
                </c:pt>
                <c:pt idx="2668">
                  <c:v>926</c:v>
                </c:pt>
                <c:pt idx="2669">
                  <c:v>926</c:v>
                </c:pt>
                <c:pt idx="2670">
                  <c:v>926</c:v>
                </c:pt>
                <c:pt idx="2671">
                  <c:v>988</c:v>
                </c:pt>
                <c:pt idx="2672">
                  <c:v>988</c:v>
                </c:pt>
                <c:pt idx="2673">
                  <c:v>988</c:v>
                </c:pt>
                <c:pt idx="2674">
                  <c:v>988</c:v>
                </c:pt>
                <c:pt idx="2675">
                  <c:v>964</c:v>
                </c:pt>
                <c:pt idx="2676">
                  <c:v>964</c:v>
                </c:pt>
                <c:pt idx="2677">
                  <c:v>964</c:v>
                </c:pt>
                <c:pt idx="2678">
                  <c:v>964</c:v>
                </c:pt>
                <c:pt idx="2679">
                  <c:v>919</c:v>
                </c:pt>
                <c:pt idx="2680">
                  <c:v>919</c:v>
                </c:pt>
                <c:pt idx="2681">
                  <c:v>931</c:v>
                </c:pt>
                <c:pt idx="2682">
                  <c:v>931</c:v>
                </c:pt>
                <c:pt idx="2683">
                  <c:v>931</c:v>
                </c:pt>
                <c:pt idx="2684">
                  <c:v>931</c:v>
                </c:pt>
                <c:pt idx="2685">
                  <c:v>931</c:v>
                </c:pt>
                <c:pt idx="2686">
                  <c:v>943</c:v>
                </c:pt>
                <c:pt idx="2687">
                  <c:v>955</c:v>
                </c:pt>
                <c:pt idx="2688">
                  <c:v>955</c:v>
                </c:pt>
                <c:pt idx="2689">
                  <c:v>955</c:v>
                </c:pt>
                <c:pt idx="2690">
                  <c:v>955</c:v>
                </c:pt>
                <c:pt idx="2691">
                  <c:v>955</c:v>
                </c:pt>
                <c:pt idx="2692">
                  <c:v>955</c:v>
                </c:pt>
                <c:pt idx="2693">
                  <c:v>967</c:v>
                </c:pt>
                <c:pt idx="2694">
                  <c:v>892</c:v>
                </c:pt>
                <c:pt idx="2695">
                  <c:v>892</c:v>
                </c:pt>
                <c:pt idx="2696">
                  <c:v>892</c:v>
                </c:pt>
                <c:pt idx="2697">
                  <c:v>892</c:v>
                </c:pt>
                <c:pt idx="2698">
                  <c:v>892</c:v>
                </c:pt>
                <c:pt idx="2699">
                  <c:v>904</c:v>
                </c:pt>
                <c:pt idx="2700">
                  <c:v>904</c:v>
                </c:pt>
                <c:pt idx="2701">
                  <c:v>904</c:v>
                </c:pt>
                <c:pt idx="2702">
                  <c:v>904</c:v>
                </c:pt>
                <c:pt idx="2703">
                  <c:v>904</c:v>
                </c:pt>
                <c:pt idx="2704">
                  <c:v>904</c:v>
                </c:pt>
                <c:pt idx="2705">
                  <c:v>904</c:v>
                </c:pt>
                <c:pt idx="2706">
                  <c:v>904</c:v>
                </c:pt>
                <c:pt idx="2707">
                  <c:v>904</c:v>
                </c:pt>
                <c:pt idx="2708">
                  <c:v>904</c:v>
                </c:pt>
                <c:pt idx="2709">
                  <c:v>904</c:v>
                </c:pt>
                <c:pt idx="2710">
                  <c:v>904</c:v>
                </c:pt>
                <c:pt idx="2711">
                  <c:v>904</c:v>
                </c:pt>
                <c:pt idx="2712">
                  <c:v>904</c:v>
                </c:pt>
                <c:pt idx="2713">
                  <c:v>904</c:v>
                </c:pt>
                <c:pt idx="2714">
                  <c:v>904</c:v>
                </c:pt>
                <c:pt idx="2715">
                  <c:v>904</c:v>
                </c:pt>
                <c:pt idx="2716">
                  <c:v>904</c:v>
                </c:pt>
                <c:pt idx="2717">
                  <c:v>904</c:v>
                </c:pt>
                <c:pt idx="2718">
                  <c:v>904</c:v>
                </c:pt>
                <c:pt idx="2719">
                  <c:v>904</c:v>
                </c:pt>
                <c:pt idx="2720">
                  <c:v>904</c:v>
                </c:pt>
                <c:pt idx="2721">
                  <c:v>904</c:v>
                </c:pt>
                <c:pt idx="2722">
                  <c:v>904</c:v>
                </c:pt>
                <c:pt idx="2723">
                  <c:v>904</c:v>
                </c:pt>
                <c:pt idx="2724">
                  <c:v>904</c:v>
                </c:pt>
                <c:pt idx="2725">
                  <c:v>904</c:v>
                </c:pt>
                <c:pt idx="2726">
                  <c:v>904</c:v>
                </c:pt>
                <c:pt idx="2727">
                  <c:v>904</c:v>
                </c:pt>
                <c:pt idx="2728">
                  <c:v>904</c:v>
                </c:pt>
                <c:pt idx="2729">
                  <c:v>904</c:v>
                </c:pt>
                <c:pt idx="2730">
                  <c:v>904</c:v>
                </c:pt>
                <c:pt idx="2731">
                  <c:v>904</c:v>
                </c:pt>
                <c:pt idx="2732">
                  <c:v>904</c:v>
                </c:pt>
                <c:pt idx="2733">
                  <c:v>904</c:v>
                </c:pt>
                <c:pt idx="2734">
                  <c:v>904</c:v>
                </c:pt>
                <c:pt idx="2735">
                  <c:v>904</c:v>
                </c:pt>
                <c:pt idx="2736">
                  <c:v>904</c:v>
                </c:pt>
                <c:pt idx="2737">
                  <c:v>904</c:v>
                </c:pt>
                <c:pt idx="2738">
                  <c:v>904</c:v>
                </c:pt>
                <c:pt idx="2739">
                  <c:v>904</c:v>
                </c:pt>
                <c:pt idx="2740">
                  <c:v>949</c:v>
                </c:pt>
                <c:pt idx="2741">
                  <c:v>949</c:v>
                </c:pt>
                <c:pt idx="2742">
                  <c:v>949</c:v>
                </c:pt>
                <c:pt idx="2743">
                  <c:v>949</c:v>
                </c:pt>
                <c:pt idx="2744">
                  <c:v>949</c:v>
                </c:pt>
                <c:pt idx="2745">
                  <c:v>949</c:v>
                </c:pt>
                <c:pt idx="2746">
                  <c:v>949</c:v>
                </c:pt>
                <c:pt idx="2747">
                  <c:v>949</c:v>
                </c:pt>
                <c:pt idx="2748">
                  <c:v>949</c:v>
                </c:pt>
                <c:pt idx="2749">
                  <c:v>949</c:v>
                </c:pt>
                <c:pt idx="2750">
                  <c:v>949</c:v>
                </c:pt>
                <c:pt idx="2751">
                  <c:v>949</c:v>
                </c:pt>
                <c:pt idx="2752">
                  <c:v>949</c:v>
                </c:pt>
                <c:pt idx="2753">
                  <c:v>949</c:v>
                </c:pt>
                <c:pt idx="2754">
                  <c:v>949</c:v>
                </c:pt>
                <c:pt idx="2755">
                  <c:v>949</c:v>
                </c:pt>
                <c:pt idx="2756">
                  <c:v>949</c:v>
                </c:pt>
                <c:pt idx="2757">
                  <c:v>949</c:v>
                </c:pt>
                <c:pt idx="2758">
                  <c:v>949</c:v>
                </c:pt>
                <c:pt idx="2759">
                  <c:v>949</c:v>
                </c:pt>
                <c:pt idx="2760">
                  <c:v>949</c:v>
                </c:pt>
                <c:pt idx="2761">
                  <c:v>949</c:v>
                </c:pt>
                <c:pt idx="2762">
                  <c:v>949</c:v>
                </c:pt>
                <c:pt idx="2763">
                  <c:v>949</c:v>
                </c:pt>
                <c:pt idx="2764">
                  <c:v>949</c:v>
                </c:pt>
                <c:pt idx="2765">
                  <c:v>949</c:v>
                </c:pt>
                <c:pt idx="2766">
                  <c:v>949</c:v>
                </c:pt>
                <c:pt idx="2767">
                  <c:v>949</c:v>
                </c:pt>
                <c:pt idx="2768">
                  <c:v>949</c:v>
                </c:pt>
                <c:pt idx="2769">
                  <c:v>949</c:v>
                </c:pt>
                <c:pt idx="2770">
                  <c:v>949</c:v>
                </c:pt>
                <c:pt idx="2771">
                  <c:v>949</c:v>
                </c:pt>
                <c:pt idx="2772">
                  <c:v>949</c:v>
                </c:pt>
                <c:pt idx="2773">
                  <c:v>949</c:v>
                </c:pt>
                <c:pt idx="2774">
                  <c:v>949</c:v>
                </c:pt>
                <c:pt idx="2775">
                  <c:v>949</c:v>
                </c:pt>
                <c:pt idx="2776">
                  <c:v>904</c:v>
                </c:pt>
                <c:pt idx="2777">
                  <c:v>904</c:v>
                </c:pt>
                <c:pt idx="2778">
                  <c:v>904</c:v>
                </c:pt>
                <c:pt idx="2779">
                  <c:v>904</c:v>
                </c:pt>
                <c:pt idx="2780">
                  <c:v>904</c:v>
                </c:pt>
                <c:pt idx="2781">
                  <c:v>904</c:v>
                </c:pt>
                <c:pt idx="2782">
                  <c:v>904</c:v>
                </c:pt>
                <c:pt idx="2783">
                  <c:v>904</c:v>
                </c:pt>
                <c:pt idx="2784">
                  <c:v>904</c:v>
                </c:pt>
                <c:pt idx="2785">
                  <c:v>904</c:v>
                </c:pt>
                <c:pt idx="2786">
                  <c:v>904</c:v>
                </c:pt>
                <c:pt idx="2787">
                  <c:v>904</c:v>
                </c:pt>
                <c:pt idx="2788">
                  <c:v>904</c:v>
                </c:pt>
                <c:pt idx="2789">
                  <c:v>904</c:v>
                </c:pt>
                <c:pt idx="2790">
                  <c:v>921</c:v>
                </c:pt>
                <c:pt idx="2791">
                  <c:v>921</c:v>
                </c:pt>
                <c:pt idx="2792">
                  <c:v>921</c:v>
                </c:pt>
                <c:pt idx="2793">
                  <c:v>921</c:v>
                </c:pt>
                <c:pt idx="2794">
                  <c:v>921</c:v>
                </c:pt>
                <c:pt idx="2795">
                  <c:v>921</c:v>
                </c:pt>
                <c:pt idx="2796">
                  <c:v>921</c:v>
                </c:pt>
                <c:pt idx="2797">
                  <c:v>861</c:v>
                </c:pt>
                <c:pt idx="2798">
                  <c:v>861</c:v>
                </c:pt>
                <c:pt idx="2799">
                  <c:v>861</c:v>
                </c:pt>
                <c:pt idx="2800">
                  <c:v>761</c:v>
                </c:pt>
                <c:pt idx="2801">
                  <c:v>761</c:v>
                </c:pt>
                <c:pt idx="2802">
                  <c:v>761</c:v>
                </c:pt>
                <c:pt idx="2803">
                  <c:v>761</c:v>
                </c:pt>
                <c:pt idx="2804">
                  <c:v>761</c:v>
                </c:pt>
                <c:pt idx="2805">
                  <c:v>761</c:v>
                </c:pt>
                <c:pt idx="2806">
                  <c:v>761</c:v>
                </c:pt>
                <c:pt idx="2807">
                  <c:v>761</c:v>
                </c:pt>
                <c:pt idx="2808">
                  <c:v>761</c:v>
                </c:pt>
                <c:pt idx="2809">
                  <c:v>761</c:v>
                </c:pt>
                <c:pt idx="2810">
                  <c:v>761</c:v>
                </c:pt>
                <c:pt idx="2811">
                  <c:v>761</c:v>
                </c:pt>
                <c:pt idx="2812">
                  <c:v>761</c:v>
                </c:pt>
                <c:pt idx="2813">
                  <c:v>761</c:v>
                </c:pt>
                <c:pt idx="2814">
                  <c:v>826</c:v>
                </c:pt>
                <c:pt idx="2815">
                  <c:v>826</c:v>
                </c:pt>
                <c:pt idx="2816">
                  <c:v>826</c:v>
                </c:pt>
                <c:pt idx="2817">
                  <c:v>826</c:v>
                </c:pt>
                <c:pt idx="2818">
                  <c:v>806.8</c:v>
                </c:pt>
                <c:pt idx="2819">
                  <c:v>806.8</c:v>
                </c:pt>
                <c:pt idx="2820">
                  <c:v>806.8</c:v>
                </c:pt>
                <c:pt idx="2821">
                  <c:v>814</c:v>
                </c:pt>
                <c:pt idx="2822">
                  <c:v>814</c:v>
                </c:pt>
                <c:pt idx="2823">
                  <c:v>814</c:v>
                </c:pt>
                <c:pt idx="2824">
                  <c:v>814</c:v>
                </c:pt>
                <c:pt idx="2825">
                  <c:v>814</c:v>
                </c:pt>
                <c:pt idx="2826">
                  <c:v>814</c:v>
                </c:pt>
                <c:pt idx="2827">
                  <c:v>814</c:v>
                </c:pt>
                <c:pt idx="2828">
                  <c:v>814</c:v>
                </c:pt>
                <c:pt idx="2829">
                  <c:v>814</c:v>
                </c:pt>
                <c:pt idx="2830">
                  <c:v>814</c:v>
                </c:pt>
                <c:pt idx="2831">
                  <c:v>814</c:v>
                </c:pt>
                <c:pt idx="2832">
                  <c:v>784</c:v>
                </c:pt>
                <c:pt idx="2833">
                  <c:v>796</c:v>
                </c:pt>
                <c:pt idx="2834">
                  <c:v>796</c:v>
                </c:pt>
                <c:pt idx="2835">
                  <c:v>846</c:v>
                </c:pt>
                <c:pt idx="2836">
                  <c:v>846</c:v>
                </c:pt>
                <c:pt idx="2837">
                  <c:v>846</c:v>
                </c:pt>
                <c:pt idx="2838">
                  <c:v>846</c:v>
                </c:pt>
                <c:pt idx="2839">
                  <c:v>841.2</c:v>
                </c:pt>
                <c:pt idx="2840">
                  <c:v>841.2</c:v>
                </c:pt>
                <c:pt idx="2841">
                  <c:v>941.2</c:v>
                </c:pt>
                <c:pt idx="2842">
                  <c:v>929.2</c:v>
                </c:pt>
                <c:pt idx="2843">
                  <c:v>929.2</c:v>
                </c:pt>
                <c:pt idx="2844">
                  <c:v>929.2</c:v>
                </c:pt>
                <c:pt idx="2845">
                  <c:v>929.2</c:v>
                </c:pt>
                <c:pt idx="2846">
                  <c:v>910</c:v>
                </c:pt>
                <c:pt idx="2847">
                  <c:v>910</c:v>
                </c:pt>
                <c:pt idx="2848">
                  <c:v>910</c:v>
                </c:pt>
                <c:pt idx="2849">
                  <c:v>910</c:v>
                </c:pt>
                <c:pt idx="2850">
                  <c:v>898</c:v>
                </c:pt>
                <c:pt idx="2851">
                  <c:v>898</c:v>
                </c:pt>
                <c:pt idx="2852">
                  <c:v>898</c:v>
                </c:pt>
                <c:pt idx="2853">
                  <c:v>874</c:v>
                </c:pt>
                <c:pt idx="2854">
                  <c:v>866.8</c:v>
                </c:pt>
                <c:pt idx="2855">
                  <c:v>862</c:v>
                </c:pt>
                <c:pt idx="2856">
                  <c:v>862</c:v>
                </c:pt>
                <c:pt idx="2857">
                  <c:v>862</c:v>
                </c:pt>
                <c:pt idx="2858">
                  <c:v>862</c:v>
                </c:pt>
                <c:pt idx="2859">
                  <c:v>862</c:v>
                </c:pt>
                <c:pt idx="2860">
                  <c:v>829</c:v>
                </c:pt>
                <c:pt idx="2861">
                  <c:v>841</c:v>
                </c:pt>
                <c:pt idx="2862">
                  <c:v>928</c:v>
                </c:pt>
                <c:pt idx="2863">
                  <c:v>940</c:v>
                </c:pt>
                <c:pt idx="2864">
                  <c:v>952</c:v>
                </c:pt>
                <c:pt idx="2865">
                  <c:v>952</c:v>
                </c:pt>
                <c:pt idx="2866">
                  <c:v>952</c:v>
                </c:pt>
                <c:pt idx="2867">
                  <c:v>952</c:v>
                </c:pt>
                <c:pt idx="2868">
                  <c:v>964</c:v>
                </c:pt>
                <c:pt idx="2869">
                  <c:v>964</c:v>
                </c:pt>
                <c:pt idx="2870">
                  <c:v>1001.8</c:v>
                </c:pt>
                <c:pt idx="2871">
                  <c:v>1001.8</c:v>
                </c:pt>
                <c:pt idx="2872">
                  <c:v>1001.8</c:v>
                </c:pt>
                <c:pt idx="2873">
                  <c:v>1001.8</c:v>
                </c:pt>
                <c:pt idx="2874">
                  <c:v>1001.8</c:v>
                </c:pt>
                <c:pt idx="2875">
                  <c:v>1001.8</c:v>
                </c:pt>
                <c:pt idx="2876">
                  <c:v>1001.8</c:v>
                </c:pt>
                <c:pt idx="2877">
                  <c:v>1001.8</c:v>
                </c:pt>
                <c:pt idx="2878">
                  <c:v>1001.8</c:v>
                </c:pt>
                <c:pt idx="2879">
                  <c:v>1001.8</c:v>
                </c:pt>
                <c:pt idx="2880">
                  <c:v>1001.8</c:v>
                </c:pt>
                <c:pt idx="2881">
                  <c:v>1001.8</c:v>
                </c:pt>
                <c:pt idx="2882">
                  <c:v>1009</c:v>
                </c:pt>
                <c:pt idx="2883">
                  <c:v>1009</c:v>
                </c:pt>
                <c:pt idx="2884">
                  <c:v>1021</c:v>
                </c:pt>
                <c:pt idx="2885">
                  <c:v>1021</c:v>
                </c:pt>
                <c:pt idx="2886">
                  <c:v>1021</c:v>
                </c:pt>
                <c:pt idx="2887">
                  <c:v>1021</c:v>
                </c:pt>
                <c:pt idx="2888">
                  <c:v>1021</c:v>
                </c:pt>
                <c:pt idx="2889">
                  <c:v>1021</c:v>
                </c:pt>
                <c:pt idx="2890">
                  <c:v>1021</c:v>
                </c:pt>
                <c:pt idx="2891">
                  <c:v>1021</c:v>
                </c:pt>
                <c:pt idx="2892">
                  <c:v>1021</c:v>
                </c:pt>
                <c:pt idx="2893">
                  <c:v>1021</c:v>
                </c:pt>
                <c:pt idx="2894">
                  <c:v>1021</c:v>
                </c:pt>
                <c:pt idx="2895">
                  <c:v>1021</c:v>
                </c:pt>
                <c:pt idx="2896">
                  <c:v>1021</c:v>
                </c:pt>
                <c:pt idx="2897">
                  <c:v>1033</c:v>
                </c:pt>
                <c:pt idx="2898">
                  <c:v>1045</c:v>
                </c:pt>
                <c:pt idx="2899">
                  <c:v>1045</c:v>
                </c:pt>
                <c:pt idx="2900">
                  <c:v>1045</c:v>
                </c:pt>
                <c:pt idx="2901">
                  <c:v>1045</c:v>
                </c:pt>
                <c:pt idx="2902">
                  <c:v>1037.8</c:v>
                </c:pt>
                <c:pt idx="2903">
                  <c:v>1037.8</c:v>
                </c:pt>
                <c:pt idx="2904">
                  <c:v>1025.8</c:v>
                </c:pt>
                <c:pt idx="2905">
                  <c:v>1025.8</c:v>
                </c:pt>
                <c:pt idx="2906">
                  <c:v>1025.8</c:v>
                </c:pt>
                <c:pt idx="2907">
                  <c:v>1025.8</c:v>
                </c:pt>
                <c:pt idx="2908">
                  <c:v>1025.8</c:v>
                </c:pt>
                <c:pt idx="2909">
                  <c:v>1025.8</c:v>
                </c:pt>
                <c:pt idx="2910">
                  <c:v>1171</c:v>
                </c:pt>
                <c:pt idx="2911">
                  <c:v>1171</c:v>
                </c:pt>
                <c:pt idx="2912">
                  <c:v>1166.2</c:v>
                </c:pt>
                <c:pt idx="2913">
                  <c:v>1166.2</c:v>
                </c:pt>
                <c:pt idx="2914">
                  <c:v>1166.2</c:v>
                </c:pt>
                <c:pt idx="2915">
                  <c:v>1166.2</c:v>
                </c:pt>
                <c:pt idx="2916">
                  <c:v>1159</c:v>
                </c:pt>
                <c:pt idx="2917">
                  <c:v>1159</c:v>
                </c:pt>
                <c:pt idx="2918">
                  <c:v>1151.8</c:v>
                </c:pt>
                <c:pt idx="2919">
                  <c:v>1147</c:v>
                </c:pt>
                <c:pt idx="2920">
                  <c:v>1147</c:v>
                </c:pt>
                <c:pt idx="2921">
                  <c:v>1147</c:v>
                </c:pt>
                <c:pt idx="2922">
                  <c:v>1147</c:v>
                </c:pt>
                <c:pt idx="2923">
                  <c:v>1171</c:v>
                </c:pt>
                <c:pt idx="2924">
                  <c:v>1178.2</c:v>
                </c:pt>
                <c:pt idx="2925">
                  <c:v>1178.2</c:v>
                </c:pt>
                <c:pt idx="2926">
                  <c:v>1178.2</c:v>
                </c:pt>
                <c:pt idx="2927">
                  <c:v>1166.2</c:v>
                </c:pt>
                <c:pt idx="2928">
                  <c:v>1166.2</c:v>
                </c:pt>
                <c:pt idx="2929">
                  <c:v>1166.2</c:v>
                </c:pt>
                <c:pt idx="2930">
                  <c:v>1166.2</c:v>
                </c:pt>
                <c:pt idx="2931">
                  <c:v>1166.2</c:v>
                </c:pt>
                <c:pt idx="2932">
                  <c:v>1183</c:v>
                </c:pt>
                <c:pt idx="2933">
                  <c:v>1183</c:v>
                </c:pt>
                <c:pt idx="2934">
                  <c:v>1183</c:v>
                </c:pt>
                <c:pt idx="2935">
                  <c:v>1183</c:v>
                </c:pt>
                <c:pt idx="2936">
                  <c:v>1183</c:v>
                </c:pt>
                <c:pt idx="2937">
                  <c:v>1183</c:v>
                </c:pt>
                <c:pt idx="2938">
                  <c:v>1183</c:v>
                </c:pt>
                <c:pt idx="2939">
                  <c:v>1183</c:v>
                </c:pt>
                <c:pt idx="2940">
                  <c:v>1183</c:v>
                </c:pt>
                <c:pt idx="2941">
                  <c:v>1183</c:v>
                </c:pt>
                <c:pt idx="2942">
                  <c:v>1183</c:v>
                </c:pt>
                <c:pt idx="2943">
                  <c:v>1183</c:v>
                </c:pt>
                <c:pt idx="2944">
                  <c:v>1163.8</c:v>
                </c:pt>
                <c:pt idx="2945">
                  <c:v>1163.8</c:v>
                </c:pt>
                <c:pt idx="2946">
                  <c:v>1163.8</c:v>
                </c:pt>
                <c:pt idx="2947">
                  <c:v>1163.8</c:v>
                </c:pt>
                <c:pt idx="2948">
                  <c:v>1159</c:v>
                </c:pt>
                <c:pt idx="2949">
                  <c:v>1159</c:v>
                </c:pt>
                <c:pt idx="2950">
                  <c:v>1159</c:v>
                </c:pt>
                <c:pt idx="2951">
                  <c:v>1147</c:v>
                </c:pt>
                <c:pt idx="2952">
                  <c:v>1147</c:v>
                </c:pt>
                <c:pt idx="2953">
                  <c:v>1147</c:v>
                </c:pt>
                <c:pt idx="2954">
                  <c:v>1147</c:v>
                </c:pt>
                <c:pt idx="2955">
                  <c:v>1147</c:v>
                </c:pt>
                <c:pt idx="2956">
                  <c:v>1147</c:v>
                </c:pt>
                <c:pt idx="2957">
                  <c:v>1147</c:v>
                </c:pt>
                <c:pt idx="2958">
                  <c:v>1102</c:v>
                </c:pt>
                <c:pt idx="2959">
                  <c:v>1102</c:v>
                </c:pt>
                <c:pt idx="2960">
                  <c:v>1102</c:v>
                </c:pt>
                <c:pt idx="2961">
                  <c:v>1102</c:v>
                </c:pt>
                <c:pt idx="2962">
                  <c:v>1109.2</c:v>
                </c:pt>
                <c:pt idx="2963">
                  <c:v>1109.2</c:v>
                </c:pt>
                <c:pt idx="2964">
                  <c:v>1109.2</c:v>
                </c:pt>
                <c:pt idx="2965">
                  <c:v>1114</c:v>
                </c:pt>
                <c:pt idx="2966">
                  <c:v>1114</c:v>
                </c:pt>
                <c:pt idx="2967">
                  <c:v>1126</c:v>
                </c:pt>
                <c:pt idx="2968">
                  <c:v>1133.2</c:v>
                </c:pt>
                <c:pt idx="2969">
                  <c:v>1133.2</c:v>
                </c:pt>
                <c:pt idx="2970">
                  <c:v>1133.2</c:v>
                </c:pt>
                <c:pt idx="2971">
                  <c:v>1133.2</c:v>
                </c:pt>
                <c:pt idx="2972">
                  <c:v>1133.2</c:v>
                </c:pt>
                <c:pt idx="2973">
                  <c:v>1138</c:v>
                </c:pt>
                <c:pt idx="2974">
                  <c:v>1145.2</c:v>
                </c:pt>
                <c:pt idx="2975">
                  <c:v>1150</c:v>
                </c:pt>
                <c:pt idx="2976">
                  <c:v>1162</c:v>
                </c:pt>
                <c:pt idx="2977">
                  <c:v>1162</c:v>
                </c:pt>
                <c:pt idx="2978">
                  <c:v>1162</c:v>
                </c:pt>
                <c:pt idx="2979">
                  <c:v>1219.2</c:v>
                </c:pt>
                <c:pt idx="2980">
                  <c:v>1219.2</c:v>
                </c:pt>
                <c:pt idx="2981">
                  <c:v>1212</c:v>
                </c:pt>
                <c:pt idx="2982">
                  <c:v>1212</c:v>
                </c:pt>
                <c:pt idx="2983">
                  <c:v>1212</c:v>
                </c:pt>
                <c:pt idx="2984">
                  <c:v>1212</c:v>
                </c:pt>
                <c:pt idx="2985">
                  <c:v>1212</c:v>
                </c:pt>
                <c:pt idx="2986">
                  <c:v>1188</c:v>
                </c:pt>
                <c:pt idx="2987">
                  <c:v>1188</c:v>
                </c:pt>
                <c:pt idx="2988">
                  <c:v>1188</c:v>
                </c:pt>
                <c:pt idx="2989">
                  <c:v>1188</c:v>
                </c:pt>
                <c:pt idx="2990">
                  <c:v>1188</c:v>
                </c:pt>
                <c:pt idx="2991">
                  <c:v>1188</c:v>
                </c:pt>
                <c:pt idx="2992">
                  <c:v>1188</c:v>
                </c:pt>
                <c:pt idx="2993">
                  <c:v>1188</c:v>
                </c:pt>
                <c:pt idx="2994">
                  <c:v>1183.2</c:v>
                </c:pt>
                <c:pt idx="2995">
                  <c:v>1183.2</c:v>
                </c:pt>
                <c:pt idx="2996">
                  <c:v>1176</c:v>
                </c:pt>
                <c:pt idx="2997">
                  <c:v>1176</c:v>
                </c:pt>
                <c:pt idx="2998">
                  <c:v>1176</c:v>
                </c:pt>
                <c:pt idx="2999">
                  <c:v>1176</c:v>
                </c:pt>
                <c:pt idx="3000">
                  <c:v>1176</c:v>
                </c:pt>
                <c:pt idx="3001">
                  <c:v>1183.2</c:v>
                </c:pt>
                <c:pt idx="3002">
                  <c:v>1183.2</c:v>
                </c:pt>
                <c:pt idx="3003">
                  <c:v>1188</c:v>
                </c:pt>
                <c:pt idx="3004">
                  <c:v>1195.2</c:v>
                </c:pt>
                <c:pt idx="3005">
                  <c:v>1195.2</c:v>
                </c:pt>
                <c:pt idx="3006">
                  <c:v>1195.2</c:v>
                </c:pt>
                <c:pt idx="3007">
                  <c:v>1224</c:v>
                </c:pt>
                <c:pt idx="3008">
                  <c:v>1231.2</c:v>
                </c:pt>
                <c:pt idx="3009">
                  <c:v>1231.2</c:v>
                </c:pt>
                <c:pt idx="3010">
                  <c:v>1231.2</c:v>
                </c:pt>
                <c:pt idx="3011">
                  <c:v>1231.2</c:v>
                </c:pt>
                <c:pt idx="3012">
                  <c:v>1231.2</c:v>
                </c:pt>
                <c:pt idx="3013">
                  <c:v>1231.2</c:v>
                </c:pt>
                <c:pt idx="3014">
                  <c:v>1231.2</c:v>
                </c:pt>
                <c:pt idx="3015">
                  <c:v>1231.2</c:v>
                </c:pt>
                <c:pt idx="3016">
                  <c:v>1231.2</c:v>
                </c:pt>
                <c:pt idx="3017">
                  <c:v>1231.2</c:v>
                </c:pt>
                <c:pt idx="3018">
                  <c:v>1231.2</c:v>
                </c:pt>
                <c:pt idx="3019">
                  <c:v>1231.2</c:v>
                </c:pt>
                <c:pt idx="3020">
                  <c:v>1231.2</c:v>
                </c:pt>
                <c:pt idx="3021">
                  <c:v>1231.2</c:v>
                </c:pt>
                <c:pt idx="3022">
                  <c:v>1231.2</c:v>
                </c:pt>
                <c:pt idx="3023">
                  <c:v>1231.2</c:v>
                </c:pt>
                <c:pt idx="3024">
                  <c:v>1231.2</c:v>
                </c:pt>
                <c:pt idx="3025">
                  <c:v>1238.4000000000001</c:v>
                </c:pt>
                <c:pt idx="3026">
                  <c:v>1238.4000000000001</c:v>
                </c:pt>
                <c:pt idx="3027">
                  <c:v>1238.4000000000001</c:v>
                </c:pt>
                <c:pt idx="3028">
                  <c:v>1238.4000000000001</c:v>
                </c:pt>
                <c:pt idx="3029">
                  <c:v>1238.4000000000001</c:v>
                </c:pt>
                <c:pt idx="3030">
                  <c:v>1238.4000000000001</c:v>
                </c:pt>
                <c:pt idx="3031">
                  <c:v>1238.4000000000001</c:v>
                </c:pt>
                <c:pt idx="3032">
                  <c:v>1238.4000000000001</c:v>
                </c:pt>
                <c:pt idx="3033">
                  <c:v>1238.4000000000001</c:v>
                </c:pt>
                <c:pt idx="3034">
                  <c:v>1238.4000000000001</c:v>
                </c:pt>
                <c:pt idx="3035">
                  <c:v>1238.4000000000001</c:v>
                </c:pt>
                <c:pt idx="3036">
                  <c:v>1260</c:v>
                </c:pt>
                <c:pt idx="3037">
                  <c:v>1260</c:v>
                </c:pt>
                <c:pt idx="3038">
                  <c:v>1260</c:v>
                </c:pt>
                <c:pt idx="3039">
                  <c:v>1260</c:v>
                </c:pt>
                <c:pt idx="3040">
                  <c:v>1260</c:v>
                </c:pt>
                <c:pt idx="3041">
                  <c:v>1260</c:v>
                </c:pt>
                <c:pt idx="3042">
                  <c:v>1236</c:v>
                </c:pt>
                <c:pt idx="3043">
                  <c:v>1228.8</c:v>
                </c:pt>
                <c:pt idx="3044">
                  <c:v>1224</c:v>
                </c:pt>
                <c:pt idx="3045">
                  <c:v>1224</c:v>
                </c:pt>
                <c:pt idx="3046">
                  <c:v>1216.8</c:v>
                </c:pt>
                <c:pt idx="3047">
                  <c:v>1216.8</c:v>
                </c:pt>
                <c:pt idx="3048">
                  <c:v>1216.8</c:v>
                </c:pt>
                <c:pt idx="3049">
                  <c:v>1188</c:v>
                </c:pt>
                <c:pt idx="3050">
                  <c:v>1176</c:v>
                </c:pt>
                <c:pt idx="3051">
                  <c:v>1176</c:v>
                </c:pt>
                <c:pt idx="3052">
                  <c:v>1176</c:v>
                </c:pt>
                <c:pt idx="3053">
                  <c:v>1191</c:v>
                </c:pt>
                <c:pt idx="3054">
                  <c:v>1191</c:v>
                </c:pt>
                <c:pt idx="3055">
                  <c:v>1191</c:v>
                </c:pt>
                <c:pt idx="3056">
                  <c:v>1191</c:v>
                </c:pt>
                <c:pt idx="3057">
                  <c:v>1191</c:v>
                </c:pt>
                <c:pt idx="3058">
                  <c:v>1191</c:v>
                </c:pt>
                <c:pt idx="3059">
                  <c:v>1191</c:v>
                </c:pt>
                <c:pt idx="3060">
                  <c:v>1191</c:v>
                </c:pt>
                <c:pt idx="3061">
                  <c:v>1191</c:v>
                </c:pt>
                <c:pt idx="3062">
                  <c:v>1191</c:v>
                </c:pt>
                <c:pt idx="3063">
                  <c:v>1047.8</c:v>
                </c:pt>
                <c:pt idx="3064">
                  <c:v>1043</c:v>
                </c:pt>
                <c:pt idx="3065">
                  <c:v>1031</c:v>
                </c:pt>
                <c:pt idx="3066">
                  <c:v>1061</c:v>
                </c:pt>
                <c:pt idx="3067">
                  <c:v>1061</c:v>
                </c:pt>
                <c:pt idx="3068">
                  <c:v>1061</c:v>
                </c:pt>
                <c:pt idx="3069">
                  <c:v>1061</c:v>
                </c:pt>
                <c:pt idx="3070">
                  <c:v>1061</c:v>
                </c:pt>
                <c:pt idx="3071">
                  <c:v>1061</c:v>
                </c:pt>
                <c:pt idx="3072">
                  <c:v>1073</c:v>
                </c:pt>
                <c:pt idx="3073">
                  <c:v>1073</c:v>
                </c:pt>
                <c:pt idx="3074">
                  <c:v>1061</c:v>
                </c:pt>
                <c:pt idx="3075">
                  <c:v>1061</c:v>
                </c:pt>
                <c:pt idx="3076">
                  <c:v>1061</c:v>
                </c:pt>
                <c:pt idx="3077">
                  <c:v>1061</c:v>
                </c:pt>
                <c:pt idx="3078">
                  <c:v>1041.8</c:v>
                </c:pt>
                <c:pt idx="3079">
                  <c:v>1053.8</c:v>
                </c:pt>
                <c:pt idx="3080">
                  <c:v>1053.8</c:v>
                </c:pt>
                <c:pt idx="3081">
                  <c:v>1053.8</c:v>
                </c:pt>
                <c:pt idx="3082">
                  <c:v>1053.8</c:v>
                </c:pt>
                <c:pt idx="3083">
                  <c:v>1053.8</c:v>
                </c:pt>
                <c:pt idx="3084">
                  <c:v>1061</c:v>
                </c:pt>
                <c:pt idx="3085">
                  <c:v>1073</c:v>
                </c:pt>
                <c:pt idx="3086">
                  <c:v>1085</c:v>
                </c:pt>
                <c:pt idx="3087">
                  <c:v>1085</c:v>
                </c:pt>
                <c:pt idx="3088">
                  <c:v>1085</c:v>
                </c:pt>
                <c:pt idx="3089">
                  <c:v>1085</c:v>
                </c:pt>
                <c:pt idx="3090">
                  <c:v>1085</c:v>
                </c:pt>
                <c:pt idx="3091">
                  <c:v>1097</c:v>
                </c:pt>
                <c:pt idx="3092">
                  <c:v>1097</c:v>
                </c:pt>
                <c:pt idx="3093">
                  <c:v>1097</c:v>
                </c:pt>
                <c:pt idx="3094">
                  <c:v>1097</c:v>
                </c:pt>
                <c:pt idx="3095">
                  <c:v>1104.2</c:v>
                </c:pt>
                <c:pt idx="3096">
                  <c:v>1104.2</c:v>
                </c:pt>
                <c:pt idx="3097">
                  <c:v>1104.2</c:v>
                </c:pt>
                <c:pt idx="3098">
                  <c:v>1097</c:v>
                </c:pt>
                <c:pt idx="3099">
                  <c:v>1089.8</c:v>
                </c:pt>
                <c:pt idx="3100">
                  <c:v>1089.8</c:v>
                </c:pt>
                <c:pt idx="3101">
                  <c:v>1085</c:v>
                </c:pt>
                <c:pt idx="3102">
                  <c:v>1085</c:v>
                </c:pt>
                <c:pt idx="3103">
                  <c:v>1085</c:v>
                </c:pt>
                <c:pt idx="3104">
                  <c:v>1085</c:v>
                </c:pt>
                <c:pt idx="3105">
                  <c:v>1073</c:v>
                </c:pt>
                <c:pt idx="3106">
                  <c:v>1073</c:v>
                </c:pt>
                <c:pt idx="3107">
                  <c:v>1073</c:v>
                </c:pt>
                <c:pt idx="3108">
                  <c:v>1073</c:v>
                </c:pt>
                <c:pt idx="3109">
                  <c:v>1073</c:v>
                </c:pt>
                <c:pt idx="3110">
                  <c:v>1073</c:v>
                </c:pt>
                <c:pt idx="3111">
                  <c:v>1073</c:v>
                </c:pt>
                <c:pt idx="3112">
                  <c:v>1073</c:v>
                </c:pt>
                <c:pt idx="3113">
                  <c:v>1080.2</c:v>
                </c:pt>
                <c:pt idx="3114">
                  <c:v>1080.2</c:v>
                </c:pt>
                <c:pt idx="3115">
                  <c:v>1080.2</c:v>
                </c:pt>
                <c:pt idx="3116">
                  <c:v>1080.2</c:v>
                </c:pt>
                <c:pt idx="3117">
                  <c:v>1080.2</c:v>
                </c:pt>
                <c:pt idx="3118">
                  <c:v>1080.2</c:v>
                </c:pt>
                <c:pt idx="3119">
                  <c:v>1085</c:v>
                </c:pt>
                <c:pt idx="3120">
                  <c:v>1085</c:v>
                </c:pt>
                <c:pt idx="3121">
                  <c:v>1085</c:v>
                </c:pt>
                <c:pt idx="3122">
                  <c:v>1085</c:v>
                </c:pt>
                <c:pt idx="3123">
                  <c:v>1085</c:v>
                </c:pt>
                <c:pt idx="3124">
                  <c:v>1085</c:v>
                </c:pt>
                <c:pt idx="3125">
                  <c:v>1085</c:v>
                </c:pt>
                <c:pt idx="3126">
                  <c:v>1080.2</c:v>
                </c:pt>
                <c:pt idx="3127">
                  <c:v>1073</c:v>
                </c:pt>
                <c:pt idx="3128">
                  <c:v>1073</c:v>
                </c:pt>
                <c:pt idx="3129">
                  <c:v>1073</c:v>
                </c:pt>
                <c:pt idx="3130">
                  <c:v>1065.8</c:v>
                </c:pt>
                <c:pt idx="3131">
                  <c:v>1065.8</c:v>
                </c:pt>
                <c:pt idx="3132">
                  <c:v>1065.8</c:v>
                </c:pt>
                <c:pt idx="3133">
                  <c:v>1061</c:v>
                </c:pt>
                <c:pt idx="3134">
                  <c:v>1031</c:v>
                </c:pt>
                <c:pt idx="3135">
                  <c:v>1023.8</c:v>
                </c:pt>
                <c:pt idx="3136">
                  <c:v>1016.6</c:v>
                </c:pt>
                <c:pt idx="3137">
                  <c:v>1007</c:v>
                </c:pt>
                <c:pt idx="3138">
                  <c:v>1007</c:v>
                </c:pt>
                <c:pt idx="3139">
                  <c:v>1007</c:v>
                </c:pt>
                <c:pt idx="3140">
                  <c:v>995</c:v>
                </c:pt>
                <c:pt idx="3141">
                  <c:v>995</c:v>
                </c:pt>
                <c:pt idx="3142">
                  <c:v>995</c:v>
                </c:pt>
                <c:pt idx="3143">
                  <c:v>995</c:v>
                </c:pt>
                <c:pt idx="3144">
                  <c:v>995</c:v>
                </c:pt>
                <c:pt idx="3145">
                  <c:v>995</c:v>
                </c:pt>
                <c:pt idx="3146">
                  <c:v>995</c:v>
                </c:pt>
                <c:pt idx="3147">
                  <c:v>995</c:v>
                </c:pt>
                <c:pt idx="3148">
                  <c:v>995</c:v>
                </c:pt>
                <c:pt idx="3149">
                  <c:v>995</c:v>
                </c:pt>
                <c:pt idx="3150">
                  <c:v>995</c:v>
                </c:pt>
                <c:pt idx="3151">
                  <c:v>987.8</c:v>
                </c:pt>
                <c:pt idx="3152">
                  <c:v>987.8</c:v>
                </c:pt>
                <c:pt idx="3153">
                  <c:v>987.8</c:v>
                </c:pt>
                <c:pt idx="3154">
                  <c:v>987.8</c:v>
                </c:pt>
                <c:pt idx="3155">
                  <c:v>983</c:v>
                </c:pt>
                <c:pt idx="3156">
                  <c:v>983</c:v>
                </c:pt>
                <c:pt idx="3157">
                  <c:v>983</c:v>
                </c:pt>
                <c:pt idx="3158">
                  <c:v>983</c:v>
                </c:pt>
                <c:pt idx="3159">
                  <c:v>983</c:v>
                </c:pt>
                <c:pt idx="3160">
                  <c:v>983</c:v>
                </c:pt>
                <c:pt idx="3161">
                  <c:v>983</c:v>
                </c:pt>
                <c:pt idx="3162">
                  <c:v>995</c:v>
                </c:pt>
                <c:pt idx="3163">
                  <c:v>995</c:v>
                </c:pt>
                <c:pt idx="3164">
                  <c:v>995</c:v>
                </c:pt>
                <c:pt idx="3165">
                  <c:v>1007</c:v>
                </c:pt>
                <c:pt idx="3166">
                  <c:v>1007</c:v>
                </c:pt>
                <c:pt idx="3167">
                  <c:v>1007</c:v>
                </c:pt>
                <c:pt idx="3168">
                  <c:v>1007</c:v>
                </c:pt>
                <c:pt idx="3169">
                  <c:v>1007</c:v>
                </c:pt>
                <c:pt idx="3170">
                  <c:v>1007</c:v>
                </c:pt>
                <c:pt idx="3171">
                  <c:v>1007</c:v>
                </c:pt>
                <c:pt idx="3172">
                  <c:v>995</c:v>
                </c:pt>
                <c:pt idx="3173">
                  <c:v>995</c:v>
                </c:pt>
                <c:pt idx="3174">
                  <c:v>995</c:v>
                </c:pt>
                <c:pt idx="3175">
                  <c:v>995</c:v>
                </c:pt>
                <c:pt idx="3176">
                  <c:v>995</c:v>
                </c:pt>
                <c:pt idx="3177">
                  <c:v>995</c:v>
                </c:pt>
                <c:pt idx="3178">
                  <c:v>995</c:v>
                </c:pt>
                <c:pt idx="3179">
                  <c:v>995</c:v>
                </c:pt>
                <c:pt idx="3180">
                  <c:v>995</c:v>
                </c:pt>
                <c:pt idx="3181">
                  <c:v>995</c:v>
                </c:pt>
                <c:pt idx="3182">
                  <c:v>995</c:v>
                </c:pt>
                <c:pt idx="3183">
                  <c:v>1002.2</c:v>
                </c:pt>
                <c:pt idx="3184">
                  <c:v>1002.2</c:v>
                </c:pt>
                <c:pt idx="3185">
                  <c:v>1002.2</c:v>
                </c:pt>
                <c:pt idx="3186">
                  <c:v>1002.2</c:v>
                </c:pt>
                <c:pt idx="3187">
                  <c:v>1002.2</c:v>
                </c:pt>
                <c:pt idx="3188">
                  <c:v>1002.2</c:v>
                </c:pt>
                <c:pt idx="3189">
                  <c:v>1002.2</c:v>
                </c:pt>
                <c:pt idx="3190">
                  <c:v>1002.2</c:v>
                </c:pt>
                <c:pt idx="3191">
                  <c:v>752.2</c:v>
                </c:pt>
                <c:pt idx="3192">
                  <c:v>722.2</c:v>
                </c:pt>
                <c:pt idx="3193">
                  <c:v>722.2</c:v>
                </c:pt>
                <c:pt idx="3194">
                  <c:v>722.2</c:v>
                </c:pt>
                <c:pt idx="3195">
                  <c:v>722.2</c:v>
                </c:pt>
                <c:pt idx="3196">
                  <c:v>746.2</c:v>
                </c:pt>
                <c:pt idx="3197">
                  <c:v>758.2</c:v>
                </c:pt>
                <c:pt idx="3198">
                  <c:v>758.2</c:v>
                </c:pt>
                <c:pt idx="3199">
                  <c:v>763</c:v>
                </c:pt>
                <c:pt idx="3200">
                  <c:v>770.2</c:v>
                </c:pt>
                <c:pt idx="3201">
                  <c:v>770.2</c:v>
                </c:pt>
                <c:pt idx="3202">
                  <c:v>770.2</c:v>
                </c:pt>
                <c:pt idx="3203">
                  <c:v>782.2</c:v>
                </c:pt>
                <c:pt idx="3204">
                  <c:v>782.2</c:v>
                </c:pt>
                <c:pt idx="3205">
                  <c:v>782.2</c:v>
                </c:pt>
                <c:pt idx="3206">
                  <c:v>775</c:v>
                </c:pt>
                <c:pt idx="3207">
                  <c:v>782.2</c:v>
                </c:pt>
                <c:pt idx="3208">
                  <c:v>782.2</c:v>
                </c:pt>
                <c:pt idx="3209">
                  <c:v>782.2</c:v>
                </c:pt>
                <c:pt idx="3210">
                  <c:v>782.2</c:v>
                </c:pt>
                <c:pt idx="3211">
                  <c:v>782.2</c:v>
                </c:pt>
                <c:pt idx="3212">
                  <c:v>782.2</c:v>
                </c:pt>
                <c:pt idx="3213">
                  <c:v>782.2</c:v>
                </c:pt>
                <c:pt idx="3214">
                  <c:v>850.2</c:v>
                </c:pt>
                <c:pt idx="3215">
                  <c:v>850.2</c:v>
                </c:pt>
                <c:pt idx="3216">
                  <c:v>850.2</c:v>
                </c:pt>
                <c:pt idx="3217">
                  <c:v>881.4</c:v>
                </c:pt>
                <c:pt idx="3218">
                  <c:v>881.4</c:v>
                </c:pt>
                <c:pt idx="3219">
                  <c:v>881.4</c:v>
                </c:pt>
                <c:pt idx="3220">
                  <c:v>881.4</c:v>
                </c:pt>
                <c:pt idx="3221">
                  <c:v>881.4</c:v>
                </c:pt>
                <c:pt idx="3222">
                  <c:v>881.4</c:v>
                </c:pt>
                <c:pt idx="3223">
                  <c:v>881.4</c:v>
                </c:pt>
                <c:pt idx="3224">
                  <c:v>881.4</c:v>
                </c:pt>
                <c:pt idx="3225">
                  <c:v>874.2</c:v>
                </c:pt>
                <c:pt idx="3226">
                  <c:v>874.2</c:v>
                </c:pt>
                <c:pt idx="3227">
                  <c:v>874.2</c:v>
                </c:pt>
                <c:pt idx="3228">
                  <c:v>874.2</c:v>
                </c:pt>
                <c:pt idx="3229">
                  <c:v>874.2</c:v>
                </c:pt>
                <c:pt idx="3230">
                  <c:v>883.8</c:v>
                </c:pt>
                <c:pt idx="3231">
                  <c:v>883.8</c:v>
                </c:pt>
                <c:pt idx="3232">
                  <c:v>913.8</c:v>
                </c:pt>
                <c:pt idx="3233">
                  <c:v>913.8</c:v>
                </c:pt>
                <c:pt idx="3234">
                  <c:v>904.2</c:v>
                </c:pt>
                <c:pt idx="3235">
                  <c:v>897</c:v>
                </c:pt>
                <c:pt idx="3236">
                  <c:v>897</c:v>
                </c:pt>
                <c:pt idx="3237">
                  <c:v>897</c:v>
                </c:pt>
                <c:pt idx="3238">
                  <c:v>909</c:v>
                </c:pt>
                <c:pt idx="3239">
                  <c:v>909</c:v>
                </c:pt>
                <c:pt idx="3240">
                  <c:v>909</c:v>
                </c:pt>
                <c:pt idx="3241">
                  <c:v>909</c:v>
                </c:pt>
                <c:pt idx="3242">
                  <c:v>909</c:v>
                </c:pt>
                <c:pt idx="3243">
                  <c:v>909</c:v>
                </c:pt>
                <c:pt idx="3244">
                  <c:v>909</c:v>
                </c:pt>
                <c:pt idx="3245">
                  <c:v>901.8</c:v>
                </c:pt>
                <c:pt idx="3246">
                  <c:v>913.8</c:v>
                </c:pt>
                <c:pt idx="3247">
                  <c:v>913.8</c:v>
                </c:pt>
                <c:pt idx="3248">
                  <c:v>925.8</c:v>
                </c:pt>
                <c:pt idx="3249">
                  <c:v>937.8</c:v>
                </c:pt>
                <c:pt idx="3250">
                  <c:v>937.8</c:v>
                </c:pt>
                <c:pt idx="3251">
                  <c:v>937.8</c:v>
                </c:pt>
                <c:pt idx="3252">
                  <c:v>937.8</c:v>
                </c:pt>
                <c:pt idx="3253">
                  <c:v>957</c:v>
                </c:pt>
                <c:pt idx="3254">
                  <c:v>957</c:v>
                </c:pt>
                <c:pt idx="3255">
                  <c:v>957</c:v>
                </c:pt>
                <c:pt idx="3256">
                  <c:v>957</c:v>
                </c:pt>
                <c:pt idx="3257">
                  <c:v>957</c:v>
                </c:pt>
                <c:pt idx="3258">
                  <c:v>957</c:v>
                </c:pt>
                <c:pt idx="3259">
                  <c:v>957</c:v>
                </c:pt>
                <c:pt idx="3260">
                  <c:v>957</c:v>
                </c:pt>
                <c:pt idx="3261">
                  <c:v>957</c:v>
                </c:pt>
                <c:pt idx="3262">
                  <c:v>969</c:v>
                </c:pt>
                <c:pt idx="3263">
                  <c:v>969</c:v>
                </c:pt>
                <c:pt idx="3264">
                  <c:v>969</c:v>
                </c:pt>
                <c:pt idx="3265">
                  <c:v>969</c:v>
                </c:pt>
                <c:pt idx="3266">
                  <c:v>957</c:v>
                </c:pt>
                <c:pt idx="3267">
                  <c:v>957</c:v>
                </c:pt>
                <c:pt idx="3268">
                  <c:v>957</c:v>
                </c:pt>
                <c:pt idx="3269">
                  <c:v>987</c:v>
                </c:pt>
                <c:pt idx="3270">
                  <c:v>979.8</c:v>
                </c:pt>
                <c:pt idx="3271">
                  <c:v>979.8</c:v>
                </c:pt>
                <c:pt idx="3272">
                  <c:v>979.8</c:v>
                </c:pt>
                <c:pt idx="3273">
                  <c:v>955.8</c:v>
                </c:pt>
                <c:pt idx="3274">
                  <c:v>943.8</c:v>
                </c:pt>
                <c:pt idx="3275">
                  <c:v>927</c:v>
                </c:pt>
                <c:pt idx="3276">
                  <c:v>915</c:v>
                </c:pt>
                <c:pt idx="3277">
                  <c:v>915</c:v>
                </c:pt>
                <c:pt idx="3278">
                  <c:v>915</c:v>
                </c:pt>
                <c:pt idx="3279">
                  <c:v>915</c:v>
                </c:pt>
                <c:pt idx="3280">
                  <c:v>907.8</c:v>
                </c:pt>
                <c:pt idx="3281">
                  <c:v>907.8</c:v>
                </c:pt>
                <c:pt idx="3282">
                  <c:v>907.8</c:v>
                </c:pt>
                <c:pt idx="3283">
                  <c:v>915</c:v>
                </c:pt>
                <c:pt idx="3284">
                  <c:v>927</c:v>
                </c:pt>
                <c:pt idx="3285">
                  <c:v>927</c:v>
                </c:pt>
                <c:pt idx="3286">
                  <c:v>927</c:v>
                </c:pt>
                <c:pt idx="3287">
                  <c:v>951</c:v>
                </c:pt>
                <c:pt idx="3288">
                  <c:v>963</c:v>
                </c:pt>
                <c:pt idx="3289">
                  <c:v>975</c:v>
                </c:pt>
                <c:pt idx="3290">
                  <c:v>987</c:v>
                </c:pt>
                <c:pt idx="3291">
                  <c:v>999</c:v>
                </c:pt>
                <c:pt idx="3292">
                  <c:v>999</c:v>
                </c:pt>
                <c:pt idx="3293">
                  <c:v>999</c:v>
                </c:pt>
                <c:pt idx="3294">
                  <c:v>1029</c:v>
                </c:pt>
                <c:pt idx="3295">
                  <c:v>1029</c:v>
                </c:pt>
                <c:pt idx="3296">
                  <c:v>1029</c:v>
                </c:pt>
                <c:pt idx="3297">
                  <c:v>1029</c:v>
                </c:pt>
                <c:pt idx="3298">
                  <c:v>1029</c:v>
                </c:pt>
                <c:pt idx="3299">
                  <c:v>1029</c:v>
                </c:pt>
                <c:pt idx="3300">
                  <c:v>1029</c:v>
                </c:pt>
                <c:pt idx="3301">
                  <c:v>1021.8</c:v>
                </c:pt>
                <c:pt idx="3302">
                  <c:v>1021.8</c:v>
                </c:pt>
                <c:pt idx="3303">
                  <c:v>1021.8</c:v>
                </c:pt>
                <c:pt idx="3304">
                  <c:v>1021.8</c:v>
                </c:pt>
                <c:pt idx="3305">
                  <c:v>1021.8</c:v>
                </c:pt>
                <c:pt idx="3306">
                  <c:v>1021.8</c:v>
                </c:pt>
                <c:pt idx="3307">
                  <c:v>1021.8</c:v>
                </c:pt>
                <c:pt idx="3308">
                  <c:v>1021.8</c:v>
                </c:pt>
                <c:pt idx="3309">
                  <c:v>1021.8</c:v>
                </c:pt>
                <c:pt idx="3310">
                  <c:v>1021.8</c:v>
                </c:pt>
                <c:pt idx="3311">
                  <c:v>1021.8</c:v>
                </c:pt>
                <c:pt idx="3312">
                  <c:v>1021.8</c:v>
                </c:pt>
                <c:pt idx="3313">
                  <c:v>1021.8</c:v>
                </c:pt>
                <c:pt idx="3314">
                  <c:v>1021.8</c:v>
                </c:pt>
                <c:pt idx="3315">
                  <c:v>1009.8</c:v>
                </c:pt>
                <c:pt idx="3316">
                  <c:v>1009.8</c:v>
                </c:pt>
                <c:pt idx="3317">
                  <c:v>1009.8</c:v>
                </c:pt>
                <c:pt idx="3318">
                  <c:v>1009.8</c:v>
                </c:pt>
                <c:pt idx="3319">
                  <c:v>1009.8</c:v>
                </c:pt>
                <c:pt idx="3320">
                  <c:v>1009.8</c:v>
                </c:pt>
                <c:pt idx="3321">
                  <c:v>1009.8</c:v>
                </c:pt>
                <c:pt idx="3322">
                  <c:v>1009.8</c:v>
                </c:pt>
                <c:pt idx="3323">
                  <c:v>1005</c:v>
                </c:pt>
                <c:pt idx="3324">
                  <c:v>1005</c:v>
                </c:pt>
                <c:pt idx="3325">
                  <c:v>1005</c:v>
                </c:pt>
                <c:pt idx="3326">
                  <c:v>1005</c:v>
                </c:pt>
                <c:pt idx="3327">
                  <c:v>1005</c:v>
                </c:pt>
                <c:pt idx="3328">
                  <c:v>1005</c:v>
                </c:pt>
                <c:pt idx="3329">
                  <c:v>1005</c:v>
                </c:pt>
                <c:pt idx="3330">
                  <c:v>1005</c:v>
                </c:pt>
                <c:pt idx="3331">
                  <c:v>1012.2</c:v>
                </c:pt>
                <c:pt idx="3332">
                  <c:v>1017</c:v>
                </c:pt>
                <c:pt idx="3333">
                  <c:v>1017</c:v>
                </c:pt>
                <c:pt idx="3334">
                  <c:v>1017</c:v>
                </c:pt>
                <c:pt idx="3335">
                  <c:v>1017</c:v>
                </c:pt>
                <c:pt idx="3336">
                  <c:v>1017</c:v>
                </c:pt>
                <c:pt idx="3337">
                  <c:v>1017</c:v>
                </c:pt>
                <c:pt idx="3338">
                  <c:v>1077</c:v>
                </c:pt>
                <c:pt idx="3339">
                  <c:v>1077</c:v>
                </c:pt>
                <c:pt idx="3340">
                  <c:v>1077</c:v>
                </c:pt>
                <c:pt idx="3341">
                  <c:v>1077</c:v>
                </c:pt>
                <c:pt idx="3342">
                  <c:v>1077</c:v>
                </c:pt>
                <c:pt idx="3343">
                  <c:v>1077</c:v>
                </c:pt>
                <c:pt idx="3344">
                  <c:v>1069.8</c:v>
                </c:pt>
                <c:pt idx="3345">
                  <c:v>1069.8</c:v>
                </c:pt>
                <c:pt idx="3346">
                  <c:v>1069.8</c:v>
                </c:pt>
                <c:pt idx="3347">
                  <c:v>1069.8</c:v>
                </c:pt>
                <c:pt idx="3348">
                  <c:v>1069.8</c:v>
                </c:pt>
                <c:pt idx="3349">
                  <c:v>1069.8</c:v>
                </c:pt>
                <c:pt idx="3350">
                  <c:v>1069.8</c:v>
                </c:pt>
                <c:pt idx="3351">
                  <c:v>1069.8</c:v>
                </c:pt>
                <c:pt idx="3352">
                  <c:v>1069.8</c:v>
                </c:pt>
                <c:pt idx="3353">
                  <c:v>1069.8</c:v>
                </c:pt>
                <c:pt idx="3354">
                  <c:v>1069.8</c:v>
                </c:pt>
                <c:pt idx="3355">
                  <c:v>1069.8</c:v>
                </c:pt>
                <c:pt idx="3356">
                  <c:v>1069.8</c:v>
                </c:pt>
                <c:pt idx="3357">
                  <c:v>1077</c:v>
                </c:pt>
                <c:pt idx="3358">
                  <c:v>1077</c:v>
                </c:pt>
                <c:pt idx="3359">
                  <c:v>1144.2</c:v>
                </c:pt>
                <c:pt idx="3360">
                  <c:v>1144.2</c:v>
                </c:pt>
                <c:pt idx="3361">
                  <c:v>1144.2</c:v>
                </c:pt>
                <c:pt idx="3362">
                  <c:v>1144.2</c:v>
                </c:pt>
                <c:pt idx="3363">
                  <c:v>1144.2</c:v>
                </c:pt>
                <c:pt idx="3364">
                  <c:v>1156.2</c:v>
                </c:pt>
                <c:pt idx="3365">
                  <c:v>1156.2</c:v>
                </c:pt>
                <c:pt idx="3366">
                  <c:v>1155</c:v>
                </c:pt>
                <c:pt idx="3367">
                  <c:v>1149</c:v>
                </c:pt>
                <c:pt idx="3368">
                  <c:v>1149</c:v>
                </c:pt>
                <c:pt idx="3369">
                  <c:v>1149</c:v>
                </c:pt>
                <c:pt idx="3370">
                  <c:v>1149</c:v>
                </c:pt>
                <c:pt idx="3371">
                  <c:v>1137</c:v>
                </c:pt>
                <c:pt idx="3372">
                  <c:v>1137</c:v>
                </c:pt>
                <c:pt idx="3373">
                  <c:v>1125</c:v>
                </c:pt>
                <c:pt idx="3374">
                  <c:v>1128</c:v>
                </c:pt>
                <c:pt idx="3375">
                  <c:v>1128</c:v>
                </c:pt>
                <c:pt idx="3376">
                  <c:v>1128</c:v>
                </c:pt>
                <c:pt idx="3377">
                  <c:v>1128</c:v>
                </c:pt>
                <c:pt idx="3378">
                  <c:v>1128</c:v>
                </c:pt>
                <c:pt idx="3379">
                  <c:v>1140</c:v>
                </c:pt>
                <c:pt idx="3380">
                  <c:v>1152</c:v>
                </c:pt>
                <c:pt idx="3381">
                  <c:v>1152</c:v>
                </c:pt>
                <c:pt idx="3382">
                  <c:v>1152</c:v>
                </c:pt>
                <c:pt idx="3383">
                  <c:v>1152</c:v>
                </c:pt>
                <c:pt idx="3384">
                  <c:v>1152</c:v>
                </c:pt>
                <c:pt idx="3385">
                  <c:v>1152</c:v>
                </c:pt>
                <c:pt idx="3386">
                  <c:v>1152</c:v>
                </c:pt>
                <c:pt idx="3387">
                  <c:v>1152</c:v>
                </c:pt>
                <c:pt idx="3388">
                  <c:v>1152</c:v>
                </c:pt>
                <c:pt idx="3389">
                  <c:v>1152</c:v>
                </c:pt>
                <c:pt idx="3390">
                  <c:v>1152</c:v>
                </c:pt>
                <c:pt idx="3391">
                  <c:v>1164</c:v>
                </c:pt>
                <c:pt idx="3392">
                  <c:v>1164</c:v>
                </c:pt>
                <c:pt idx="3393">
                  <c:v>1164</c:v>
                </c:pt>
                <c:pt idx="3394">
                  <c:v>1164</c:v>
                </c:pt>
                <c:pt idx="3395">
                  <c:v>1164</c:v>
                </c:pt>
                <c:pt idx="3396">
                  <c:v>1176</c:v>
                </c:pt>
                <c:pt idx="3397">
                  <c:v>1176</c:v>
                </c:pt>
                <c:pt idx="3398">
                  <c:v>1176</c:v>
                </c:pt>
                <c:pt idx="3399">
                  <c:v>1176</c:v>
                </c:pt>
                <c:pt idx="3400">
                  <c:v>1176</c:v>
                </c:pt>
                <c:pt idx="3401">
                  <c:v>1176</c:v>
                </c:pt>
                <c:pt idx="3402">
                  <c:v>1168.8</c:v>
                </c:pt>
                <c:pt idx="3403">
                  <c:v>1164</c:v>
                </c:pt>
                <c:pt idx="3404">
                  <c:v>1164</c:v>
                </c:pt>
                <c:pt idx="3405">
                  <c:v>1164</c:v>
                </c:pt>
                <c:pt idx="3406">
                  <c:v>1156.8</c:v>
                </c:pt>
                <c:pt idx="3407">
                  <c:v>1156.8</c:v>
                </c:pt>
                <c:pt idx="3408">
                  <c:v>1152</c:v>
                </c:pt>
                <c:pt idx="3409">
                  <c:v>1152</c:v>
                </c:pt>
                <c:pt idx="3410">
                  <c:v>1152</c:v>
                </c:pt>
                <c:pt idx="3411">
                  <c:v>1152</c:v>
                </c:pt>
                <c:pt idx="3412">
                  <c:v>1152</c:v>
                </c:pt>
                <c:pt idx="3413">
                  <c:v>1152</c:v>
                </c:pt>
                <c:pt idx="3414">
                  <c:v>1164</c:v>
                </c:pt>
                <c:pt idx="3415">
                  <c:v>1164</c:v>
                </c:pt>
                <c:pt idx="3416">
                  <c:v>1164</c:v>
                </c:pt>
                <c:pt idx="3417">
                  <c:v>1119</c:v>
                </c:pt>
                <c:pt idx="3418">
                  <c:v>1119</c:v>
                </c:pt>
                <c:pt idx="3419">
                  <c:v>1119</c:v>
                </c:pt>
                <c:pt idx="3420">
                  <c:v>1119</c:v>
                </c:pt>
                <c:pt idx="3421">
                  <c:v>1119</c:v>
                </c:pt>
                <c:pt idx="3422">
                  <c:v>1111.8</c:v>
                </c:pt>
                <c:pt idx="3423">
                  <c:v>1111.8</c:v>
                </c:pt>
                <c:pt idx="3424">
                  <c:v>1099.8</c:v>
                </c:pt>
                <c:pt idx="3425">
                  <c:v>1099.8</c:v>
                </c:pt>
                <c:pt idx="3426">
                  <c:v>1099.8</c:v>
                </c:pt>
                <c:pt idx="3427">
                  <c:v>1092.5999999999999</c:v>
                </c:pt>
                <c:pt idx="3428">
                  <c:v>1087.8</c:v>
                </c:pt>
                <c:pt idx="3429">
                  <c:v>1083</c:v>
                </c:pt>
                <c:pt idx="3430">
                  <c:v>1083</c:v>
                </c:pt>
                <c:pt idx="3431">
                  <c:v>1075.8</c:v>
                </c:pt>
                <c:pt idx="3432">
                  <c:v>1075.8</c:v>
                </c:pt>
                <c:pt idx="3433">
                  <c:v>1075.8</c:v>
                </c:pt>
                <c:pt idx="3434">
                  <c:v>1075.8</c:v>
                </c:pt>
                <c:pt idx="3435">
                  <c:v>1075.8</c:v>
                </c:pt>
                <c:pt idx="3436">
                  <c:v>1075.8</c:v>
                </c:pt>
                <c:pt idx="3437">
                  <c:v>1075.8</c:v>
                </c:pt>
                <c:pt idx="3438">
                  <c:v>1075.8</c:v>
                </c:pt>
                <c:pt idx="3439">
                  <c:v>1075.8</c:v>
                </c:pt>
                <c:pt idx="3440">
                  <c:v>1075.8</c:v>
                </c:pt>
                <c:pt idx="3441">
                  <c:v>1075.8</c:v>
                </c:pt>
                <c:pt idx="3442">
                  <c:v>1063.8</c:v>
                </c:pt>
                <c:pt idx="3443">
                  <c:v>1051.8</c:v>
                </c:pt>
                <c:pt idx="3444">
                  <c:v>1047</c:v>
                </c:pt>
                <c:pt idx="3445">
                  <c:v>1042.2</c:v>
                </c:pt>
                <c:pt idx="3446">
                  <c:v>1042.2</c:v>
                </c:pt>
                <c:pt idx="3447">
                  <c:v>1042.2</c:v>
                </c:pt>
                <c:pt idx="3448">
                  <c:v>1144.2</c:v>
                </c:pt>
                <c:pt idx="3449">
                  <c:v>974.2</c:v>
                </c:pt>
                <c:pt idx="3450">
                  <c:v>974.2</c:v>
                </c:pt>
                <c:pt idx="3451">
                  <c:v>974.2</c:v>
                </c:pt>
                <c:pt idx="3452">
                  <c:v>974.2</c:v>
                </c:pt>
                <c:pt idx="3453">
                  <c:v>974.2</c:v>
                </c:pt>
                <c:pt idx="3454">
                  <c:v>974.2</c:v>
                </c:pt>
                <c:pt idx="3455">
                  <c:v>1025.2</c:v>
                </c:pt>
                <c:pt idx="3456">
                  <c:v>1025.2</c:v>
                </c:pt>
                <c:pt idx="3457">
                  <c:v>1025.2</c:v>
                </c:pt>
                <c:pt idx="3458">
                  <c:v>1025.2</c:v>
                </c:pt>
                <c:pt idx="3459">
                  <c:v>1025.2</c:v>
                </c:pt>
                <c:pt idx="3460">
                  <c:v>1025.2</c:v>
                </c:pt>
                <c:pt idx="3461">
                  <c:v>1025.2</c:v>
                </c:pt>
                <c:pt idx="3462">
                  <c:v>1042.2</c:v>
                </c:pt>
                <c:pt idx="3463">
                  <c:v>1042.2</c:v>
                </c:pt>
                <c:pt idx="3464">
                  <c:v>1042.2</c:v>
                </c:pt>
                <c:pt idx="3465">
                  <c:v>1042.2</c:v>
                </c:pt>
                <c:pt idx="3466">
                  <c:v>1042.2</c:v>
                </c:pt>
                <c:pt idx="3467">
                  <c:v>1042.2</c:v>
                </c:pt>
                <c:pt idx="3468">
                  <c:v>1042.2</c:v>
                </c:pt>
                <c:pt idx="3469">
                  <c:v>1117.2</c:v>
                </c:pt>
                <c:pt idx="3470">
                  <c:v>1117.2</c:v>
                </c:pt>
                <c:pt idx="3471">
                  <c:v>1117.2</c:v>
                </c:pt>
                <c:pt idx="3472">
                  <c:v>1117.2</c:v>
                </c:pt>
                <c:pt idx="3473">
                  <c:v>1117.2</c:v>
                </c:pt>
                <c:pt idx="3474">
                  <c:v>1117.2</c:v>
                </c:pt>
                <c:pt idx="3475">
                  <c:v>1117.2</c:v>
                </c:pt>
                <c:pt idx="3476">
                  <c:v>1129.2</c:v>
                </c:pt>
                <c:pt idx="3477">
                  <c:v>1136.4000000000001</c:v>
                </c:pt>
                <c:pt idx="3478">
                  <c:v>1146</c:v>
                </c:pt>
                <c:pt idx="3479">
                  <c:v>1146</c:v>
                </c:pt>
                <c:pt idx="3480">
                  <c:v>1155.5999999999999</c:v>
                </c:pt>
                <c:pt idx="3481">
                  <c:v>1155.5999999999999</c:v>
                </c:pt>
                <c:pt idx="3482">
                  <c:v>1155.5999999999999</c:v>
                </c:pt>
                <c:pt idx="3483">
                  <c:v>1155.5999999999999</c:v>
                </c:pt>
                <c:pt idx="3484">
                  <c:v>1155.5999999999999</c:v>
                </c:pt>
                <c:pt idx="3485">
                  <c:v>1167.5999999999999</c:v>
                </c:pt>
                <c:pt idx="3486">
                  <c:v>1219.8</c:v>
                </c:pt>
                <c:pt idx="3487">
                  <c:v>1219.8</c:v>
                </c:pt>
                <c:pt idx="3488">
                  <c:v>1219.8</c:v>
                </c:pt>
                <c:pt idx="3489">
                  <c:v>1219.8</c:v>
                </c:pt>
                <c:pt idx="3490">
                  <c:v>1219.8</c:v>
                </c:pt>
                <c:pt idx="3491">
                  <c:v>1219.8</c:v>
                </c:pt>
                <c:pt idx="3492">
                  <c:v>1219.8</c:v>
                </c:pt>
                <c:pt idx="3493">
                  <c:v>1215</c:v>
                </c:pt>
                <c:pt idx="3494">
                  <c:v>1215</c:v>
                </c:pt>
                <c:pt idx="3495">
                  <c:v>1215</c:v>
                </c:pt>
                <c:pt idx="3496">
                  <c:v>1215</c:v>
                </c:pt>
                <c:pt idx="3497">
                  <c:v>935</c:v>
                </c:pt>
                <c:pt idx="3498">
                  <c:v>942.2</c:v>
                </c:pt>
                <c:pt idx="3499">
                  <c:v>942.2</c:v>
                </c:pt>
                <c:pt idx="3500">
                  <c:v>942.2</c:v>
                </c:pt>
                <c:pt idx="3501">
                  <c:v>792.2</c:v>
                </c:pt>
                <c:pt idx="3502">
                  <c:v>792.2</c:v>
                </c:pt>
                <c:pt idx="3503">
                  <c:v>792.2</c:v>
                </c:pt>
                <c:pt idx="3504">
                  <c:v>804.2</c:v>
                </c:pt>
                <c:pt idx="3505">
                  <c:v>804.2</c:v>
                </c:pt>
                <c:pt idx="3506">
                  <c:v>804.2</c:v>
                </c:pt>
                <c:pt idx="3507">
                  <c:v>804.2</c:v>
                </c:pt>
                <c:pt idx="3508">
                  <c:v>804.2</c:v>
                </c:pt>
                <c:pt idx="3509">
                  <c:v>804.2</c:v>
                </c:pt>
                <c:pt idx="3510">
                  <c:v>804.2</c:v>
                </c:pt>
                <c:pt idx="3511">
                  <c:v>804.2</c:v>
                </c:pt>
                <c:pt idx="3512">
                  <c:v>804.2</c:v>
                </c:pt>
                <c:pt idx="3513">
                  <c:v>809</c:v>
                </c:pt>
                <c:pt idx="3514">
                  <c:v>809</c:v>
                </c:pt>
                <c:pt idx="3515">
                  <c:v>816.2</c:v>
                </c:pt>
                <c:pt idx="3516">
                  <c:v>816.2</c:v>
                </c:pt>
                <c:pt idx="3517">
                  <c:v>816.2</c:v>
                </c:pt>
                <c:pt idx="3518">
                  <c:v>821</c:v>
                </c:pt>
                <c:pt idx="3519">
                  <c:v>821</c:v>
                </c:pt>
                <c:pt idx="3520">
                  <c:v>828.2</c:v>
                </c:pt>
                <c:pt idx="3521">
                  <c:v>833</c:v>
                </c:pt>
                <c:pt idx="3522">
                  <c:v>833</c:v>
                </c:pt>
                <c:pt idx="3523">
                  <c:v>833</c:v>
                </c:pt>
                <c:pt idx="3524">
                  <c:v>833</c:v>
                </c:pt>
                <c:pt idx="3525">
                  <c:v>833</c:v>
                </c:pt>
                <c:pt idx="3526">
                  <c:v>833</c:v>
                </c:pt>
                <c:pt idx="3527">
                  <c:v>833</c:v>
                </c:pt>
                <c:pt idx="3528">
                  <c:v>833</c:v>
                </c:pt>
                <c:pt idx="3529">
                  <c:v>833</c:v>
                </c:pt>
                <c:pt idx="3530">
                  <c:v>833</c:v>
                </c:pt>
                <c:pt idx="3531">
                  <c:v>833</c:v>
                </c:pt>
                <c:pt idx="3532">
                  <c:v>833</c:v>
                </c:pt>
                <c:pt idx="3533">
                  <c:v>833</c:v>
                </c:pt>
                <c:pt idx="3534">
                  <c:v>833</c:v>
                </c:pt>
                <c:pt idx="3535">
                  <c:v>833</c:v>
                </c:pt>
                <c:pt idx="3536">
                  <c:v>833</c:v>
                </c:pt>
                <c:pt idx="3537">
                  <c:v>833</c:v>
                </c:pt>
                <c:pt idx="3538">
                  <c:v>833</c:v>
                </c:pt>
                <c:pt idx="3539">
                  <c:v>833</c:v>
                </c:pt>
                <c:pt idx="3540">
                  <c:v>825.8</c:v>
                </c:pt>
                <c:pt idx="3541">
                  <c:v>825.8</c:v>
                </c:pt>
                <c:pt idx="3542">
                  <c:v>825.8</c:v>
                </c:pt>
                <c:pt idx="3543">
                  <c:v>821</c:v>
                </c:pt>
                <c:pt idx="3544">
                  <c:v>821</c:v>
                </c:pt>
                <c:pt idx="3545">
                  <c:v>821</c:v>
                </c:pt>
                <c:pt idx="3546">
                  <c:v>813.8</c:v>
                </c:pt>
                <c:pt idx="3547">
                  <c:v>806.6</c:v>
                </c:pt>
                <c:pt idx="3548">
                  <c:v>806.6</c:v>
                </c:pt>
                <c:pt idx="3549">
                  <c:v>851.6</c:v>
                </c:pt>
                <c:pt idx="3550">
                  <c:v>846.8</c:v>
                </c:pt>
                <c:pt idx="3551">
                  <c:v>846.8</c:v>
                </c:pt>
                <c:pt idx="3552">
                  <c:v>846.8</c:v>
                </c:pt>
                <c:pt idx="3553">
                  <c:v>842</c:v>
                </c:pt>
                <c:pt idx="3554">
                  <c:v>842</c:v>
                </c:pt>
                <c:pt idx="3555">
                  <c:v>842</c:v>
                </c:pt>
                <c:pt idx="3556">
                  <c:v>842</c:v>
                </c:pt>
                <c:pt idx="3557">
                  <c:v>842</c:v>
                </c:pt>
                <c:pt idx="3558">
                  <c:v>842</c:v>
                </c:pt>
                <c:pt idx="3559">
                  <c:v>842</c:v>
                </c:pt>
                <c:pt idx="3560">
                  <c:v>861.2</c:v>
                </c:pt>
                <c:pt idx="3561">
                  <c:v>861.2</c:v>
                </c:pt>
                <c:pt idx="3562">
                  <c:v>868.4</c:v>
                </c:pt>
                <c:pt idx="3563">
                  <c:v>868.4</c:v>
                </c:pt>
                <c:pt idx="3564">
                  <c:v>878</c:v>
                </c:pt>
                <c:pt idx="3565">
                  <c:v>878</c:v>
                </c:pt>
                <c:pt idx="3566">
                  <c:v>878</c:v>
                </c:pt>
                <c:pt idx="3567">
                  <c:v>885.2</c:v>
                </c:pt>
                <c:pt idx="3568">
                  <c:v>885.2</c:v>
                </c:pt>
                <c:pt idx="3569">
                  <c:v>885.2</c:v>
                </c:pt>
                <c:pt idx="3570">
                  <c:v>885.2</c:v>
                </c:pt>
                <c:pt idx="3571">
                  <c:v>885.2</c:v>
                </c:pt>
                <c:pt idx="3572">
                  <c:v>885.2</c:v>
                </c:pt>
                <c:pt idx="3573">
                  <c:v>885.2</c:v>
                </c:pt>
                <c:pt idx="3574">
                  <c:v>885.2</c:v>
                </c:pt>
                <c:pt idx="3575">
                  <c:v>885.2</c:v>
                </c:pt>
                <c:pt idx="3576">
                  <c:v>885.2</c:v>
                </c:pt>
                <c:pt idx="3577">
                  <c:v>892.4</c:v>
                </c:pt>
                <c:pt idx="3578">
                  <c:v>892.4</c:v>
                </c:pt>
                <c:pt idx="3579">
                  <c:v>892.4</c:v>
                </c:pt>
                <c:pt idx="3580">
                  <c:v>892.4</c:v>
                </c:pt>
                <c:pt idx="3581">
                  <c:v>885.2</c:v>
                </c:pt>
                <c:pt idx="3582">
                  <c:v>885.2</c:v>
                </c:pt>
                <c:pt idx="3583">
                  <c:v>878</c:v>
                </c:pt>
                <c:pt idx="3584">
                  <c:v>878</c:v>
                </c:pt>
                <c:pt idx="3585">
                  <c:v>912</c:v>
                </c:pt>
                <c:pt idx="3586">
                  <c:v>912</c:v>
                </c:pt>
                <c:pt idx="3587">
                  <c:v>912</c:v>
                </c:pt>
                <c:pt idx="3588">
                  <c:v>904.8</c:v>
                </c:pt>
                <c:pt idx="3589">
                  <c:v>904.8</c:v>
                </c:pt>
                <c:pt idx="3590">
                  <c:v>904.8</c:v>
                </c:pt>
                <c:pt idx="3591">
                  <c:v>904.8</c:v>
                </c:pt>
                <c:pt idx="3592">
                  <c:v>904.8</c:v>
                </c:pt>
                <c:pt idx="3593">
                  <c:v>904.8</c:v>
                </c:pt>
                <c:pt idx="3594">
                  <c:v>904.8</c:v>
                </c:pt>
                <c:pt idx="3595">
                  <c:v>904.8</c:v>
                </c:pt>
                <c:pt idx="3596">
                  <c:v>904.8</c:v>
                </c:pt>
                <c:pt idx="3597">
                  <c:v>897.6</c:v>
                </c:pt>
                <c:pt idx="3598">
                  <c:v>897.6</c:v>
                </c:pt>
                <c:pt idx="3599">
                  <c:v>897.6</c:v>
                </c:pt>
                <c:pt idx="3600">
                  <c:v>897.6</c:v>
                </c:pt>
                <c:pt idx="3601">
                  <c:v>897.6</c:v>
                </c:pt>
                <c:pt idx="3602">
                  <c:v>888</c:v>
                </c:pt>
                <c:pt idx="3603">
                  <c:v>888</c:v>
                </c:pt>
                <c:pt idx="3604">
                  <c:v>888</c:v>
                </c:pt>
                <c:pt idx="3605">
                  <c:v>888</c:v>
                </c:pt>
                <c:pt idx="3606">
                  <c:v>888</c:v>
                </c:pt>
                <c:pt idx="3607">
                  <c:v>888</c:v>
                </c:pt>
                <c:pt idx="3608">
                  <c:v>888</c:v>
                </c:pt>
                <c:pt idx="3609">
                  <c:v>876</c:v>
                </c:pt>
                <c:pt idx="3610">
                  <c:v>876</c:v>
                </c:pt>
                <c:pt idx="3611">
                  <c:v>876</c:v>
                </c:pt>
                <c:pt idx="3612">
                  <c:v>876</c:v>
                </c:pt>
                <c:pt idx="3613">
                  <c:v>876</c:v>
                </c:pt>
                <c:pt idx="3614">
                  <c:v>876</c:v>
                </c:pt>
                <c:pt idx="3615">
                  <c:v>876</c:v>
                </c:pt>
                <c:pt idx="3616">
                  <c:v>876</c:v>
                </c:pt>
                <c:pt idx="3617">
                  <c:v>876</c:v>
                </c:pt>
                <c:pt idx="3618">
                  <c:v>876</c:v>
                </c:pt>
                <c:pt idx="3619">
                  <c:v>876</c:v>
                </c:pt>
                <c:pt idx="3620">
                  <c:v>876</c:v>
                </c:pt>
                <c:pt idx="3621">
                  <c:v>876</c:v>
                </c:pt>
                <c:pt idx="3622">
                  <c:v>876</c:v>
                </c:pt>
                <c:pt idx="3623">
                  <c:v>786</c:v>
                </c:pt>
                <c:pt idx="3624">
                  <c:v>786</c:v>
                </c:pt>
                <c:pt idx="3625">
                  <c:v>786</c:v>
                </c:pt>
                <c:pt idx="3626">
                  <c:v>786</c:v>
                </c:pt>
                <c:pt idx="3627">
                  <c:v>786</c:v>
                </c:pt>
                <c:pt idx="3628">
                  <c:v>786</c:v>
                </c:pt>
                <c:pt idx="3629">
                  <c:v>786</c:v>
                </c:pt>
                <c:pt idx="3630">
                  <c:v>786</c:v>
                </c:pt>
                <c:pt idx="3631">
                  <c:v>786</c:v>
                </c:pt>
                <c:pt idx="3632">
                  <c:v>786</c:v>
                </c:pt>
                <c:pt idx="3633">
                  <c:v>786</c:v>
                </c:pt>
                <c:pt idx="3634">
                  <c:v>786</c:v>
                </c:pt>
                <c:pt idx="3635">
                  <c:v>786</c:v>
                </c:pt>
                <c:pt idx="3636">
                  <c:v>786</c:v>
                </c:pt>
                <c:pt idx="3637">
                  <c:v>774</c:v>
                </c:pt>
                <c:pt idx="3638">
                  <c:v>774</c:v>
                </c:pt>
                <c:pt idx="3639">
                  <c:v>774</c:v>
                </c:pt>
                <c:pt idx="3640">
                  <c:v>774</c:v>
                </c:pt>
                <c:pt idx="3641">
                  <c:v>774</c:v>
                </c:pt>
                <c:pt idx="3642">
                  <c:v>774</c:v>
                </c:pt>
                <c:pt idx="3643">
                  <c:v>774</c:v>
                </c:pt>
                <c:pt idx="3644">
                  <c:v>774</c:v>
                </c:pt>
                <c:pt idx="3645">
                  <c:v>781.2</c:v>
                </c:pt>
                <c:pt idx="3646">
                  <c:v>781.2</c:v>
                </c:pt>
                <c:pt idx="3647">
                  <c:v>781.2</c:v>
                </c:pt>
                <c:pt idx="3648">
                  <c:v>781.2</c:v>
                </c:pt>
                <c:pt idx="3649">
                  <c:v>781.2</c:v>
                </c:pt>
                <c:pt idx="3650">
                  <c:v>781.2</c:v>
                </c:pt>
                <c:pt idx="3651">
                  <c:v>774</c:v>
                </c:pt>
                <c:pt idx="3652">
                  <c:v>766.8</c:v>
                </c:pt>
                <c:pt idx="3653">
                  <c:v>759.6</c:v>
                </c:pt>
                <c:pt idx="3654">
                  <c:v>750</c:v>
                </c:pt>
                <c:pt idx="3655">
                  <c:v>750</c:v>
                </c:pt>
                <c:pt idx="3656">
                  <c:v>750</c:v>
                </c:pt>
                <c:pt idx="3657">
                  <c:v>750</c:v>
                </c:pt>
                <c:pt idx="3658">
                  <c:v>721.2</c:v>
                </c:pt>
                <c:pt idx="3659">
                  <c:v>721.2</c:v>
                </c:pt>
                <c:pt idx="3660">
                  <c:v>721.2</c:v>
                </c:pt>
                <c:pt idx="3661">
                  <c:v>711.6</c:v>
                </c:pt>
                <c:pt idx="3662">
                  <c:v>711.6</c:v>
                </c:pt>
                <c:pt idx="3663">
                  <c:v>711.6</c:v>
                </c:pt>
                <c:pt idx="3664">
                  <c:v>711.6</c:v>
                </c:pt>
                <c:pt idx="3665">
                  <c:v>692.4</c:v>
                </c:pt>
                <c:pt idx="3666">
                  <c:v>742.4</c:v>
                </c:pt>
                <c:pt idx="3667">
                  <c:v>742.4</c:v>
                </c:pt>
                <c:pt idx="3668">
                  <c:v>742.4</c:v>
                </c:pt>
                <c:pt idx="3669">
                  <c:v>742.4</c:v>
                </c:pt>
                <c:pt idx="3670">
                  <c:v>742.4</c:v>
                </c:pt>
                <c:pt idx="3671">
                  <c:v>742.4</c:v>
                </c:pt>
                <c:pt idx="3672">
                  <c:v>720.8</c:v>
                </c:pt>
                <c:pt idx="3673">
                  <c:v>720.8</c:v>
                </c:pt>
                <c:pt idx="3674">
                  <c:v>720.8</c:v>
                </c:pt>
                <c:pt idx="3675">
                  <c:v>720.8</c:v>
                </c:pt>
                <c:pt idx="3676">
                  <c:v>708.8</c:v>
                </c:pt>
                <c:pt idx="3677">
                  <c:v>708.8</c:v>
                </c:pt>
                <c:pt idx="3678">
                  <c:v>708.8</c:v>
                </c:pt>
                <c:pt idx="3679">
                  <c:v>708.8</c:v>
                </c:pt>
                <c:pt idx="3680">
                  <c:v>708.8</c:v>
                </c:pt>
                <c:pt idx="3681">
                  <c:v>716</c:v>
                </c:pt>
                <c:pt idx="3682">
                  <c:v>723.2</c:v>
                </c:pt>
                <c:pt idx="3683">
                  <c:v>723.2</c:v>
                </c:pt>
                <c:pt idx="3684">
                  <c:v>723.2</c:v>
                </c:pt>
                <c:pt idx="3685">
                  <c:v>723.2</c:v>
                </c:pt>
                <c:pt idx="3686">
                  <c:v>723.2</c:v>
                </c:pt>
                <c:pt idx="3687">
                  <c:v>723.2</c:v>
                </c:pt>
                <c:pt idx="3688">
                  <c:v>873.2</c:v>
                </c:pt>
                <c:pt idx="3689">
                  <c:v>873.2</c:v>
                </c:pt>
                <c:pt idx="3690">
                  <c:v>866</c:v>
                </c:pt>
                <c:pt idx="3691">
                  <c:v>866</c:v>
                </c:pt>
                <c:pt idx="3692">
                  <c:v>866</c:v>
                </c:pt>
                <c:pt idx="3693">
                  <c:v>854</c:v>
                </c:pt>
                <c:pt idx="3694">
                  <c:v>854</c:v>
                </c:pt>
                <c:pt idx="3695">
                  <c:v>854</c:v>
                </c:pt>
                <c:pt idx="3696">
                  <c:v>904</c:v>
                </c:pt>
                <c:pt idx="3697">
                  <c:v>904</c:v>
                </c:pt>
                <c:pt idx="3698">
                  <c:v>904</c:v>
                </c:pt>
                <c:pt idx="3699">
                  <c:v>904</c:v>
                </c:pt>
                <c:pt idx="3700">
                  <c:v>856</c:v>
                </c:pt>
                <c:pt idx="3701">
                  <c:v>800.8</c:v>
                </c:pt>
                <c:pt idx="3702">
                  <c:v>800.8</c:v>
                </c:pt>
                <c:pt idx="3703">
                  <c:v>812.8</c:v>
                </c:pt>
                <c:pt idx="3704">
                  <c:v>812.8</c:v>
                </c:pt>
                <c:pt idx="3705">
                  <c:v>812.8</c:v>
                </c:pt>
                <c:pt idx="3706">
                  <c:v>812.8</c:v>
                </c:pt>
                <c:pt idx="3707">
                  <c:v>812.8</c:v>
                </c:pt>
                <c:pt idx="3708">
                  <c:v>812.8</c:v>
                </c:pt>
                <c:pt idx="3709">
                  <c:v>808</c:v>
                </c:pt>
                <c:pt idx="3710">
                  <c:v>808</c:v>
                </c:pt>
                <c:pt idx="3711">
                  <c:v>803.2</c:v>
                </c:pt>
                <c:pt idx="3712">
                  <c:v>803.2</c:v>
                </c:pt>
                <c:pt idx="3713">
                  <c:v>803.2</c:v>
                </c:pt>
                <c:pt idx="3714">
                  <c:v>803.2</c:v>
                </c:pt>
                <c:pt idx="3715">
                  <c:v>803.2</c:v>
                </c:pt>
                <c:pt idx="3716">
                  <c:v>803.2</c:v>
                </c:pt>
                <c:pt idx="3717">
                  <c:v>803.2</c:v>
                </c:pt>
                <c:pt idx="3718">
                  <c:v>803.2</c:v>
                </c:pt>
                <c:pt idx="3719">
                  <c:v>803.2</c:v>
                </c:pt>
                <c:pt idx="3720">
                  <c:v>803.2</c:v>
                </c:pt>
                <c:pt idx="3721">
                  <c:v>803.2</c:v>
                </c:pt>
                <c:pt idx="3722">
                  <c:v>796</c:v>
                </c:pt>
                <c:pt idx="3723">
                  <c:v>796</c:v>
                </c:pt>
                <c:pt idx="3724">
                  <c:v>796</c:v>
                </c:pt>
                <c:pt idx="3725">
                  <c:v>796</c:v>
                </c:pt>
                <c:pt idx="3726">
                  <c:v>796</c:v>
                </c:pt>
                <c:pt idx="3727">
                  <c:v>796</c:v>
                </c:pt>
                <c:pt idx="3728">
                  <c:v>788.8</c:v>
                </c:pt>
                <c:pt idx="3729">
                  <c:v>788.8</c:v>
                </c:pt>
                <c:pt idx="3730">
                  <c:v>788.8</c:v>
                </c:pt>
                <c:pt idx="3731">
                  <c:v>784</c:v>
                </c:pt>
                <c:pt idx="3732">
                  <c:v>772</c:v>
                </c:pt>
                <c:pt idx="3733">
                  <c:v>772</c:v>
                </c:pt>
                <c:pt idx="3734">
                  <c:v>772</c:v>
                </c:pt>
                <c:pt idx="3735">
                  <c:v>1022</c:v>
                </c:pt>
                <c:pt idx="3736">
                  <c:v>1022</c:v>
                </c:pt>
                <c:pt idx="3737">
                  <c:v>1022</c:v>
                </c:pt>
                <c:pt idx="3738">
                  <c:v>1022</c:v>
                </c:pt>
                <c:pt idx="3739">
                  <c:v>1022</c:v>
                </c:pt>
                <c:pt idx="3740">
                  <c:v>1022</c:v>
                </c:pt>
                <c:pt idx="3741">
                  <c:v>1022</c:v>
                </c:pt>
                <c:pt idx="3742">
                  <c:v>1022</c:v>
                </c:pt>
                <c:pt idx="3743">
                  <c:v>1022</c:v>
                </c:pt>
                <c:pt idx="3744">
                  <c:v>1022</c:v>
                </c:pt>
                <c:pt idx="3745">
                  <c:v>1022</c:v>
                </c:pt>
                <c:pt idx="3746">
                  <c:v>1010</c:v>
                </c:pt>
                <c:pt idx="3747">
                  <c:v>986</c:v>
                </c:pt>
                <c:pt idx="3748">
                  <c:v>986</c:v>
                </c:pt>
                <c:pt idx="3749">
                  <c:v>986</c:v>
                </c:pt>
                <c:pt idx="3750">
                  <c:v>986</c:v>
                </c:pt>
                <c:pt idx="3751">
                  <c:v>978.8</c:v>
                </c:pt>
                <c:pt idx="3752">
                  <c:v>974</c:v>
                </c:pt>
                <c:pt idx="3753">
                  <c:v>974</c:v>
                </c:pt>
                <c:pt idx="3754">
                  <c:v>974</c:v>
                </c:pt>
                <c:pt idx="3755">
                  <c:v>974</c:v>
                </c:pt>
                <c:pt idx="3756">
                  <c:v>824</c:v>
                </c:pt>
                <c:pt idx="3757">
                  <c:v>824</c:v>
                </c:pt>
                <c:pt idx="3758">
                  <c:v>824</c:v>
                </c:pt>
                <c:pt idx="3759">
                  <c:v>824</c:v>
                </c:pt>
                <c:pt idx="3760">
                  <c:v>824</c:v>
                </c:pt>
                <c:pt idx="3761">
                  <c:v>824</c:v>
                </c:pt>
                <c:pt idx="3762">
                  <c:v>824</c:v>
                </c:pt>
                <c:pt idx="3763">
                  <c:v>824</c:v>
                </c:pt>
                <c:pt idx="3764">
                  <c:v>816.8</c:v>
                </c:pt>
                <c:pt idx="3765">
                  <c:v>816.8</c:v>
                </c:pt>
                <c:pt idx="3766">
                  <c:v>816.8</c:v>
                </c:pt>
                <c:pt idx="3767">
                  <c:v>816.8</c:v>
                </c:pt>
                <c:pt idx="3768">
                  <c:v>816.8</c:v>
                </c:pt>
                <c:pt idx="3769">
                  <c:v>816.8</c:v>
                </c:pt>
                <c:pt idx="3770">
                  <c:v>816.8</c:v>
                </c:pt>
                <c:pt idx="3771">
                  <c:v>816.8</c:v>
                </c:pt>
                <c:pt idx="3772">
                  <c:v>816.8</c:v>
                </c:pt>
                <c:pt idx="3773">
                  <c:v>816.8</c:v>
                </c:pt>
                <c:pt idx="3774">
                  <c:v>816.8</c:v>
                </c:pt>
                <c:pt idx="3775">
                  <c:v>816.8</c:v>
                </c:pt>
                <c:pt idx="3776">
                  <c:v>816.8</c:v>
                </c:pt>
                <c:pt idx="3777">
                  <c:v>824</c:v>
                </c:pt>
                <c:pt idx="3778">
                  <c:v>824</c:v>
                </c:pt>
                <c:pt idx="3779">
                  <c:v>824</c:v>
                </c:pt>
                <c:pt idx="3780">
                  <c:v>836</c:v>
                </c:pt>
                <c:pt idx="3781">
                  <c:v>836</c:v>
                </c:pt>
                <c:pt idx="3782">
                  <c:v>837</c:v>
                </c:pt>
                <c:pt idx="3783">
                  <c:v>838</c:v>
                </c:pt>
                <c:pt idx="3784">
                  <c:v>828.8</c:v>
                </c:pt>
                <c:pt idx="3785">
                  <c:v>828.8</c:v>
                </c:pt>
                <c:pt idx="3786">
                  <c:v>828.8</c:v>
                </c:pt>
                <c:pt idx="3787">
                  <c:v>828.8</c:v>
                </c:pt>
                <c:pt idx="3788">
                  <c:v>828.8</c:v>
                </c:pt>
                <c:pt idx="3789">
                  <c:v>828.8</c:v>
                </c:pt>
                <c:pt idx="3790">
                  <c:v>828.8</c:v>
                </c:pt>
                <c:pt idx="3791">
                  <c:v>852.8</c:v>
                </c:pt>
                <c:pt idx="3792">
                  <c:v>860</c:v>
                </c:pt>
                <c:pt idx="3793">
                  <c:v>860</c:v>
                </c:pt>
                <c:pt idx="3794">
                  <c:v>860</c:v>
                </c:pt>
                <c:pt idx="3795">
                  <c:v>860</c:v>
                </c:pt>
                <c:pt idx="3796">
                  <c:v>860</c:v>
                </c:pt>
                <c:pt idx="3797">
                  <c:v>860</c:v>
                </c:pt>
                <c:pt idx="3798">
                  <c:v>860</c:v>
                </c:pt>
                <c:pt idx="3799">
                  <c:v>860</c:v>
                </c:pt>
                <c:pt idx="3800">
                  <c:v>860</c:v>
                </c:pt>
                <c:pt idx="3801">
                  <c:v>860</c:v>
                </c:pt>
                <c:pt idx="3802">
                  <c:v>860</c:v>
                </c:pt>
                <c:pt idx="3803">
                  <c:v>860</c:v>
                </c:pt>
                <c:pt idx="3804">
                  <c:v>860</c:v>
                </c:pt>
                <c:pt idx="3805">
                  <c:v>860</c:v>
                </c:pt>
                <c:pt idx="3806">
                  <c:v>860</c:v>
                </c:pt>
                <c:pt idx="3807">
                  <c:v>867.2</c:v>
                </c:pt>
                <c:pt idx="3808">
                  <c:v>867.2</c:v>
                </c:pt>
                <c:pt idx="3809">
                  <c:v>732.2</c:v>
                </c:pt>
                <c:pt idx="3810">
                  <c:v>732.2</c:v>
                </c:pt>
                <c:pt idx="3811">
                  <c:v>732.2</c:v>
                </c:pt>
                <c:pt idx="3812">
                  <c:v>756.2</c:v>
                </c:pt>
                <c:pt idx="3813">
                  <c:v>513.4</c:v>
                </c:pt>
                <c:pt idx="3814">
                  <c:v>523</c:v>
                </c:pt>
                <c:pt idx="3815">
                  <c:v>523</c:v>
                </c:pt>
                <c:pt idx="3816">
                  <c:v>908</c:v>
                </c:pt>
                <c:pt idx="3817">
                  <c:v>908</c:v>
                </c:pt>
                <c:pt idx="3818">
                  <c:v>908</c:v>
                </c:pt>
                <c:pt idx="3819">
                  <c:v>494</c:v>
                </c:pt>
                <c:pt idx="3820">
                  <c:v>494</c:v>
                </c:pt>
                <c:pt idx="3821">
                  <c:v>494</c:v>
                </c:pt>
                <c:pt idx="3822">
                  <c:v>494</c:v>
                </c:pt>
                <c:pt idx="3823">
                  <c:v>494</c:v>
                </c:pt>
                <c:pt idx="3824">
                  <c:v>494</c:v>
                </c:pt>
                <c:pt idx="3825">
                  <c:v>494</c:v>
                </c:pt>
                <c:pt idx="3826">
                  <c:v>494</c:v>
                </c:pt>
                <c:pt idx="3827">
                  <c:v>494</c:v>
                </c:pt>
                <c:pt idx="3828">
                  <c:v>494</c:v>
                </c:pt>
                <c:pt idx="3829">
                  <c:v>534.20000000000005</c:v>
                </c:pt>
                <c:pt idx="3830">
                  <c:v>534.20000000000005</c:v>
                </c:pt>
                <c:pt idx="3831">
                  <c:v>534.20000000000005</c:v>
                </c:pt>
                <c:pt idx="3832">
                  <c:v>534.20000000000005</c:v>
                </c:pt>
                <c:pt idx="3833">
                  <c:v>534.20000000000005</c:v>
                </c:pt>
                <c:pt idx="3834">
                  <c:v>527</c:v>
                </c:pt>
                <c:pt idx="3835">
                  <c:v>519.79999999999995</c:v>
                </c:pt>
                <c:pt idx="3836">
                  <c:v>519.79999999999995</c:v>
                </c:pt>
                <c:pt idx="3837">
                  <c:v>512.6</c:v>
                </c:pt>
                <c:pt idx="3838">
                  <c:v>512.6</c:v>
                </c:pt>
                <c:pt idx="3839">
                  <c:v>512.6</c:v>
                </c:pt>
                <c:pt idx="3840">
                  <c:v>503</c:v>
                </c:pt>
                <c:pt idx="3841">
                  <c:v>503</c:v>
                </c:pt>
                <c:pt idx="3842">
                  <c:v>507.8</c:v>
                </c:pt>
                <c:pt idx="3843">
                  <c:v>515</c:v>
                </c:pt>
                <c:pt idx="3844">
                  <c:v>515</c:v>
                </c:pt>
                <c:pt idx="3845">
                  <c:v>515</c:v>
                </c:pt>
                <c:pt idx="3846">
                  <c:v>515</c:v>
                </c:pt>
                <c:pt idx="3847">
                  <c:v>527</c:v>
                </c:pt>
                <c:pt idx="3848">
                  <c:v>527</c:v>
                </c:pt>
                <c:pt idx="3849">
                  <c:v>527</c:v>
                </c:pt>
                <c:pt idx="3850">
                  <c:v>527</c:v>
                </c:pt>
                <c:pt idx="3851">
                  <c:v>527</c:v>
                </c:pt>
                <c:pt idx="3852">
                  <c:v>527</c:v>
                </c:pt>
                <c:pt idx="3853">
                  <c:v>527</c:v>
                </c:pt>
                <c:pt idx="3854">
                  <c:v>527</c:v>
                </c:pt>
                <c:pt idx="3855">
                  <c:v>527</c:v>
                </c:pt>
                <c:pt idx="3856">
                  <c:v>527</c:v>
                </c:pt>
                <c:pt idx="3857">
                  <c:v>534.20000000000005</c:v>
                </c:pt>
                <c:pt idx="3858">
                  <c:v>534.20000000000005</c:v>
                </c:pt>
                <c:pt idx="3859">
                  <c:v>534.20000000000005</c:v>
                </c:pt>
                <c:pt idx="3860">
                  <c:v>534.20000000000005</c:v>
                </c:pt>
                <c:pt idx="3861">
                  <c:v>534.20000000000005</c:v>
                </c:pt>
                <c:pt idx="3862">
                  <c:v>534.20000000000005</c:v>
                </c:pt>
                <c:pt idx="3863">
                  <c:v>534.20000000000005</c:v>
                </c:pt>
                <c:pt idx="3864">
                  <c:v>522.20000000000005</c:v>
                </c:pt>
                <c:pt idx="3865">
                  <c:v>522.20000000000005</c:v>
                </c:pt>
                <c:pt idx="3866">
                  <c:v>522.20000000000005</c:v>
                </c:pt>
                <c:pt idx="3867">
                  <c:v>522.20000000000005</c:v>
                </c:pt>
                <c:pt idx="3868">
                  <c:v>498.2</c:v>
                </c:pt>
                <c:pt idx="3869">
                  <c:v>535.70000000000005</c:v>
                </c:pt>
                <c:pt idx="3870">
                  <c:v>385.7</c:v>
                </c:pt>
                <c:pt idx="3871">
                  <c:v>385.7</c:v>
                </c:pt>
                <c:pt idx="3872">
                  <c:v>385.7</c:v>
                </c:pt>
                <c:pt idx="3873">
                  <c:v>385.7</c:v>
                </c:pt>
                <c:pt idx="3874">
                  <c:v>385.7</c:v>
                </c:pt>
                <c:pt idx="3875">
                  <c:v>385.7</c:v>
                </c:pt>
                <c:pt idx="3876">
                  <c:v>378.5</c:v>
                </c:pt>
                <c:pt idx="3877">
                  <c:v>378.5</c:v>
                </c:pt>
                <c:pt idx="3878">
                  <c:v>378.5</c:v>
                </c:pt>
                <c:pt idx="3879">
                  <c:v>378.5</c:v>
                </c:pt>
                <c:pt idx="3880">
                  <c:v>378.5</c:v>
                </c:pt>
                <c:pt idx="3881">
                  <c:v>378.5</c:v>
                </c:pt>
                <c:pt idx="3882">
                  <c:v>378.5</c:v>
                </c:pt>
                <c:pt idx="3883">
                  <c:v>378.5</c:v>
                </c:pt>
                <c:pt idx="3884">
                  <c:v>378.5</c:v>
                </c:pt>
                <c:pt idx="3885">
                  <c:v>378.5</c:v>
                </c:pt>
                <c:pt idx="3886">
                  <c:v>378.5</c:v>
                </c:pt>
                <c:pt idx="3887">
                  <c:v>378.5</c:v>
                </c:pt>
                <c:pt idx="3888">
                  <c:v>378.5</c:v>
                </c:pt>
                <c:pt idx="3889">
                  <c:v>378.5</c:v>
                </c:pt>
                <c:pt idx="3890">
                  <c:v>383.3</c:v>
                </c:pt>
                <c:pt idx="3891">
                  <c:v>389.3</c:v>
                </c:pt>
                <c:pt idx="3892">
                  <c:v>389.3</c:v>
                </c:pt>
                <c:pt idx="3893">
                  <c:v>389.3</c:v>
                </c:pt>
                <c:pt idx="3894">
                  <c:v>389.3</c:v>
                </c:pt>
                <c:pt idx="3895">
                  <c:v>389.3</c:v>
                </c:pt>
                <c:pt idx="3896">
                  <c:v>423.8</c:v>
                </c:pt>
                <c:pt idx="3897">
                  <c:v>423.8</c:v>
                </c:pt>
                <c:pt idx="3898">
                  <c:v>416.6</c:v>
                </c:pt>
                <c:pt idx="3899">
                  <c:v>411.8</c:v>
                </c:pt>
                <c:pt idx="3900">
                  <c:v>411.8</c:v>
                </c:pt>
                <c:pt idx="3901">
                  <c:v>411.8</c:v>
                </c:pt>
                <c:pt idx="3902">
                  <c:v>411.8</c:v>
                </c:pt>
                <c:pt idx="3903">
                  <c:v>404.6</c:v>
                </c:pt>
                <c:pt idx="3904">
                  <c:v>404.6</c:v>
                </c:pt>
                <c:pt idx="3905">
                  <c:v>404.6</c:v>
                </c:pt>
                <c:pt idx="3906">
                  <c:v>387.8</c:v>
                </c:pt>
                <c:pt idx="3907">
                  <c:v>383</c:v>
                </c:pt>
                <c:pt idx="3908">
                  <c:v>383</c:v>
                </c:pt>
                <c:pt idx="3909">
                  <c:v>383</c:v>
                </c:pt>
                <c:pt idx="3910">
                  <c:v>375.8</c:v>
                </c:pt>
                <c:pt idx="3911">
                  <c:v>375.8</c:v>
                </c:pt>
                <c:pt idx="3912">
                  <c:v>375.8</c:v>
                </c:pt>
                <c:pt idx="3913">
                  <c:v>375.8</c:v>
                </c:pt>
                <c:pt idx="3914">
                  <c:v>375.8</c:v>
                </c:pt>
                <c:pt idx="3915">
                  <c:v>375.8</c:v>
                </c:pt>
                <c:pt idx="3916">
                  <c:v>375.8</c:v>
                </c:pt>
                <c:pt idx="3917">
                  <c:v>361.4</c:v>
                </c:pt>
                <c:pt idx="3918">
                  <c:v>361.4</c:v>
                </c:pt>
                <c:pt idx="3919">
                  <c:v>361.4</c:v>
                </c:pt>
                <c:pt idx="3920">
                  <c:v>361.4</c:v>
                </c:pt>
                <c:pt idx="3921">
                  <c:v>278.60000000000002</c:v>
                </c:pt>
                <c:pt idx="3922">
                  <c:v>278.60000000000002</c:v>
                </c:pt>
                <c:pt idx="3923">
                  <c:v>278.60000000000002</c:v>
                </c:pt>
                <c:pt idx="3924">
                  <c:v>278.60000000000002</c:v>
                </c:pt>
                <c:pt idx="3925">
                  <c:v>278.60000000000002</c:v>
                </c:pt>
                <c:pt idx="3926">
                  <c:v>278.60000000000002</c:v>
                </c:pt>
                <c:pt idx="3927">
                  <c:v>278.60000000000002</c:v>
                </c:pt>
                <c:pt idx="3928">
                  <c:v>285.8</c:v>
                </c:pt>
                <c:pt idx="3929">
                  <c:v>285.8</c:v>
                </c:pt>
                <c:pt idx="3930">
                  <c:v>285.8</c:v>
                </c:pt>
                <c:pt idx="3931">
                  <c:v>285.8</c:v>
                </c:pt>
                <c:pt idx="3932">
                  <c:v>285.8</c:v>
                </c:pt>
                <c:pt idx="3933">
                  <c:v>285.8</c:v>
                </c:pt>
                <c:pt idx="3934">
                  <c:v>285.8</c:v>
                </c:pt>
                <c:pt idx="3935">
                  <c:v>297.8</c:v>
                </c:pt>
                <c:pt idx="3936">
                  <c:v>297.8</c:v>
                </c:pt>
                <c:pt idx="3937">
                  <c:v>297.8</c:v>
                </c:pt>
                <c:pt idx="3938">
                  <c:v>333.8</c:v>
                </c:pt>
                <c:pt idx="3939">
                  <c:v>357.8</c:v>
                </c:pt>
                <c:pt idx="3940">
                  <c:v>369.8</c:v>
                </c:pt>
                <c:pt idx="3941">
                  <c:v>369.8</c:v>
                </c:pt>
                <c:pt idx="3942">
                  <c:v>365</c:v>
                </c:pt>
                <c:pt idx="3943">
                  <c:v>365</c:v>
                </c:pt>
                <c:pt idx="3944">
                  <c:v>365</c:v>
                </c:pt>
                <c:pt idx="3945">
                  <c:v>365</c:v>
                </c:pt>
                <c:pt idx="3946">
                  <c:v>365</c:v>
                </c:pt>
                <c:pt idx="3947">
                  <c:v>365</c:v>
                </c:pt>
                <c:pt idx="3948">
                  <c:v>365</c:v>
                </c:pt>
                <c:pt idx="3949">
                  <c:v>365</c:v>
                </c:pt>
                <c:pt idx="3950">
                  <c:v>365</c:v>
                </c:pt>
                <c:pt idx="3951">
                  <c:v>365</c:v>
                </c:pt>
                <c:pt idx="3952">
                  <c:v>365</c:v>
                </c:pt>
                <c:pt idx="3953">
                  <c:v>365</c:v>
                </c:pt>
                <c:pt idx="3954">
                  <c:v>365</c:v>
                </c:pt>
                <c:pt idx="3955">
                  <c:v>365</c:v>
                </c:pt>
                <c:pt idx="3956">
                  <c:v>365</c:v>
                </c:pt>
                <c:pt idx="3957">
                  <c:v>365</c:v>
                </c:pt>
                <c:pt idx="3958">
                  <c:v>365</c:v>
                </c:pt>
                <c:pt idx="3959">
                  <c:v>353</c:v>
                </c:pt>
                <c:pt idx="3960">
                  <c:v>345.8</c:v>
                </c:pt>
                <c:pt idx="3961">
                  <c:v>333.8</c:v>
                </c:pt>
                <c:pt idx="3962">
                  <c:v>321.8</c:v>
                </c:pt>
                <c:pt idx="3963">
                  <c:v>314.60000000000002</c:v>
                </c:pt>
                <c:pt idx="3964">
                  <c:v>314.60000000000002</c:v>
                </c:pt>
                <c:pt idx="3965">
                  <c:v>314.60000000000002</c:v>
                </c:pt>
                <c:pt idx="3966">
                  <c:v>314.60000000000002</c:v>
                </c:pt>
                <c:pt idx="3967">
                  <c:v>314.60000000000002</c:v>
                </c:pt>
                <c:pt idx="3968">
                  <c:v>314.60000000000002</c:v>
                </c:pt>
                <c:pt idx="3969">
                  <c:v>314.60000000000002</c:v>
                </c:pt>
                <c:pt idx="3970">
                  <c:v>314.60000000000002</c:v>
                </c:pt>
                <c:pt idx="3971">
                  <c:v>314.60000000000002</c:v>
                </c:pt>
                <c:pt idx="3972">
                  <c:v>314.60000000000002</c:v>
                </c:pt>
                <c:pt idx="3973">
                  <c:v>305</c:v>
                </c:pt>
                <c:pt idx="3974">
                  <c:v>297.8</c:v>
                </c:pt>
                <c:pt idx="3975">
                  <c:v>285.8</c:v>
                </c:pt>
                <c:pt idx="3976">
                  <c:v>273.8</c:v>
                </c:pt>
                <c:pt idx="3977">
                  <c:v>356.6</c:v>
                </c:pt>
                <c:pt idx="3978">
                  <c:v>356.6</c:v>
                </c:pt>
                <c:pt idx="3979">
                  <c:v>356.6</c:v>
                </c:pt>
                <c:pt idx="3980">
                  <c:v>356.6</c:v>
                </c:pt>
                <c:pt idx="3981">
                  <c:v>356.6</c:v>
                </c:pt>
                <c:pt idx="3982">
                  <c:v>356.6</c:v>
                </c:pt>
                <c:pt idx="3983">
                  <c:v>356.6</c:v>
                </c:pt>
                <c:pt idx="3984">
                  <c:v>266.60000000000002</c:v>
                </c:pt>
                <c:pt idx="3985">
                  <c:v>266.60000000000002</c:v>
                </c:pt>
                <c:pt idx="3986">
                  <c:v>266.60000000000002</c:v>
                </c:pt>
                <c:pt idx="3987">
                  <c:v>266.60000000000002</c:v>
                </c:pt>
                <c:pt idx="3988">
                  <c:v>266.60000000000002</c:v>
                </c:pt>
                <c:pt idx="3989">
                  <c:v>266.60000000000002</c:v>
                </c:pt>
                <c:pt idx="3990">
                  <c:v>266.60000000000002</c:v>
                </c:pt>
                <c:pt idx="3991">
                  <c:v>266.60000000000002</c:v>
                </c:pt>
                <c:pt idx="3992">
                  <c:v>266.60000000000002</c:v>
                </c:pt>
                <c:pt idx="3993">
                  <c:v>266.60000000000002</c:v>
                </c:pt>
                <c:pt idx="3994">
                  <c:v>255.8</c:v>
                </c:pt>
                <c:pt idx="3995">
                  <c:v>243.8</c:v>
                </c:pt>
                <c:pt idx="3996">
                  <c:v>239</c:v>
                </c:pt>
                <c:pt idx="3997">
                  <c:v>227</c:v>
                </c:pt>
                <c:pt idx="3998">
                  <c:v>227</c:v>
                </c:pt>
                <c:pt idx="3999">
                  <c:v>227</c:v>
                </c:pt>
                <c:pt idx="4000">
                  <c:v>227</c:v>
                </c:pt>
                <c:pt idx="4001">
                  <c:v>227</c:v>
                </c:pt>
                <c:pt idx="4002">
                  <c:v>227</c:v>
                </c:pt>
                <c:pt idx="4003">
                  <c:v>219.8</c:v>
                </c:pt>
                <c:pt idx="4004">
                  <c:v>219.8</c:v>
                </c:pt>
                <c:pt idx="4005">
                  <c:v>207.8</c:v>
                </c:pt>
                <c:pt idx="4006">
                  <c:v>207.8</c:v>
                </c:pt>
                <c:pt idx="4007">
                  <c:v>207.8</c:v>
                </c:pt>
                <c:pt idx="4008">
                  <c:v>191</c:v>
                </c:pt>
                <c:pt idx="4009">
                  <c:v>201.8</c:v>
                </c:pt>
                <c:pt idx="4010">
                  <c:v>201.8</c:v>
                </c:pt>
                <c:pt idx="4011">
                  <c:v>201.8</c:v>
                </c:pt>
                <c:pt idx="4012">
                  <c:v>213.8</c:v>
                </c:pt>
                <c:pt idx="4013">
                  <c:v>213.8</c:v>
                </c:pt>
                <c:pt idx="4014">
                  <c:v>213.8</c:v>
                </c:pt>
                <c:pt idx="4015">
                  <c:v>261.8</c:v>
                </c:pt>
                <c:pt idx="4016">
                  <c:v>261.8</c:v>
                </c:pt>
                <c:pt idx="4017">
                  <c:v>186.8</c:v>
                </c:pt>
                <c:pt idx="4018">
                  <c:v>186.8</c:v>
                </c:pt>
                <c:pt idx="4019">
                  <c:v>174.8</c:v>
                </c:pt>
                <c:pt idx="4020">
                  <c:v>174.8</c:v>
                </c:pt>
                <c:pt idx="4021">
                  <c:v>174.8</c:v>
                </c:pt>
                <c:pt idx="4022">
                  <c:v>150.80000000000001</c:v>
                </c:pt>
                <c:pt idx="4023">
                  <c:v>150.80000000000001</c:v>
                </c:pt>
                <c:pt idx="4024">
                  <c:v>150.80000000000001</c:v>
                </c:pt>
                <c:pt idx="4025">
                  <c:v>150.80000000000001</c:v>
                </c:pt>
                <c:pt idx="4026">
                  <c:v>150.80000000000001</c:v>
                </c:pt>
                <c:pt idx="4027">
                  <c:v>150.80000000000001</c:v>
                </c:pt>
                <c:pt idx="4028">
                  <c:v>150.80000000000001</c:v>
                </c:pt>
                <c:pt idx="4029">
                  <c:v>150.80000000000001</c:v>
                </c:pt>
                <c:pt idx="4030">
                  <c:v>150.80000000000001</c:v>
                </c:pt>
                <c:pt idx="4031">
                  <c:v>143.6</c:v>
                </c:pt>
                <c:pt idx="4032">
                  <c:v>143.6</c:v>
                </c:pt>
                <c:pt idx="4033">
                  <c:v>48.800000000000097</c:v>
                </c:pt>
                <c:pt idx="4034">
                  <c:v>48.800000000000097</c:v>
                </c:pt>
                <c:pt idx="4035">
                  <c:v>48.800000000000097</c:v>
                </c:pt>
                <c:pt idx="4036">
                  <c:v>41.6</c:v>
                </c:pt>
                <c:pt idx="4037">
                  <c:v>41.6</c:v>
                </c:pt>
                <c:pt idx="4038">
                  <c:v>41.6</c:v>
                </c:pt>
                <c:pt idx="4039">
                  <c:v>41.6</c:v>
                </c:pt>
                <c:pt idx="4040">
                  <c:v>41.6</c:v>
                </c:pt>
                <c:pt idx="4041">
                  <c:v>-78.400000000000006</c:v>
                </c:pt>
                <c:pt idx="4042">
                  <c:v>-78.400000000000006</c:v>
                </c:pt>
                <c:pt idx="4043">
                  <c:v>-78.400000000000006</c:v>
                </c:pt>
                <c:pt idx="4044">
                  <c:v>-78.400000000000006</c:v>
                </c:pt>
                <c:pt idx="4045">
                  <c:v>-78.400000000000006</c:v>
                </c:pt>
                <c:pt idx="4046">
                  <c:v>-76</c:v>
                </c:pt>
                <c:pt idx="4047">
                  <c:v>-76</c:v>
                </c:pt>
                <c:pt idx="4048">
                  <c:v>-76</c:v>
                </c:pt>
                <c:pt idx="4049">
                  <c:v>-76</c:v>
                </c:pt>
                <c:pt idx="4050">
                  <c:v>-64</c:v>
                </c:pt>
                <c:pt idx="4051">
                  <c:v>-64</c:v>
                </c:pt>
                <c:pt idx="4052">
                  <c:v>-64</c:v>
                </c:pt>
                <c:pt idx="4053">
                  <c:v>-64</c:v>
                </c:pt>
                <c:pt idx="4054">
                  <c:v>-71.199999999999903</c:v>
                </c:pt>
                <c:pt idx="4055">
                  <c:v>-71.199999999999903</c:v>
                </c:pt>
                <c:pt idx="4056">
                  <c:v>-71.199999999999903</c:v>
                </c:pt>
                <c:pt idx="4057">
                  <c:v>-71.199999999999903</c:v>
                </c:pt>
                <c:pt idx="4058">
                  <c:v>-71.199999999999903</c:v>
                </c:pt>
                <c:pt idx="4059">
                  <c:v>-71.199999999999903</c:v>
                </c:pt>
                <c:pt idx="4060">
                  <c:v>-78.400000000000006</c:v>
                </c:pt>
                <c:pt idx="4061">
                  <c:v>-78.400000000000006</c:v>
                </c:pt>
                <c:pt idx="4062">
                  <c:v>-78.400000000000006</c:v>
                </c:pt>
                <c:pt idx="4063">
                  <c:v>-78.400000000000006</c:v>
                </c:pt>
                <c:pt idx="4064">
                  <c:v>-83.199999999999903</c:v>
                </c:pt>
                <c:pt idx="4065">
                  <c:v>-95.199999999999903</c:v>
                </c:pt>
                <c:pt idx="4066">
                  <c:v>-95.199999999999903</c:v>
                </c:pt>
                <c:pt idx="4067">
                  <c:v>-95.199999999999903</c:v>
                </c:pt>
                <c:pt idx="4068">
                  <c:v>-95.199999999999903</c:v>
                </c:pt>
                <c:pt idx="4069">
                  <c:v>-95.199999999999903</c:v>
                </c:pt>
                <c:pt idx="4070">
                  <c:v>-95.199999999999903</c:v>
                </c:pt>
                <c:pt idx="4071">
                  <c:v>69.800000000000097</c:v>
                </c:pt>
                <c:pt idx="4072">
                  <c:v>69.800000000000097</c:v>
                </c:pt>
                <c:pt idx="4073">
                  <c:v>69.800000000000097</c:v>
                </c:pt>
                <c:pt idx="4074">
                  <c:v>69.800000000000097</c:v>
                </c:pt>
                <c:pt idx="4075">
                  <c:v>69.800000000000097</c:v>
                </c:pt>
                <c:pt idx="4076">
                  <c:v>-117.2</c:v>
                </c:pt>
                <c:pt idx="4077">
                  <c:v>-117.2</c:v>
                </c:pt>
                <c:pt idx="4078">
                  <c:v>-117.2</c:v>
                </c:pt>
                <c:pt idx="4079">
                  <c:v>-81.199999999999903</c:v>
                </c:pt>
                <c:pt idx="4080">
                  <c:v>-81.199999999999903</c:v>
                </c:pt>
                <c:pt idx="4081">
                  <c:v>-81.199999999999903</c:v>
                </c:pt>
                <c:pt idx="4082">
                  <c:v>-81.199999999999903</c:v>
                </c:pt>
                <c:pt idx="4083">
                  <c:v>318.8</c:v>
                </c:pt>
                <c:pt idx="4084">
                  <c:v>318.8</c:v>
                </c:pt>
                <c:pt idx="4085">
                  <c:v>311.60000000000002</c:v>
                </c:pt>
                <c:pt idx="4086">
                  <c:v>311.60000000000002</c:v>
                </c:pt>
                <c:pt idx="4087">
                  <c:v>311.60000000000002</c:v>
                </c:pt>
                <c:pt idx="4088">
                  <c:v>306.8</c:v>
                </c:pt>
                <c:pt idx="4089">
                  <c:v>306.8</c:v>
                </c:pt>
                <c:pt idx="4090">
                  <c:v>294.8</c:v>
                </c:pt>
                <c:pt idx="4091">
                  <c:v>294.8</c:v>
                </c:pt>
                <c:pt idx="4092">
                  <c:v>290</c:v>
                </c:pt>
                <c:pt idx="4093">
                  <c:v>290</c:v>
                </c:pt>
                <c:pt idx="4094">
                  <c:v>290</c:v>
                </c:pt>
                <c:pt idx="4095">
                  <c:v>290</c:v>
                </c:pt>
                <c:pt idx="4096">
                  <c:v>282.8</c:v>
                </c:pt>
                <c:pt idx="4097">
                  <c:v>282.8</c:v>
                </c:pt>
                <c:pt idx="4098">
                  <c:v>275.60000000000002</c:v>
                </c:pt>
                <c:pt idx="4099">
                  <c:v>275.60000000000002</c:v>
                </c:pt>
                <c:pt idx="4100">
                  <c:v>275.60000000000002</c:v>
                </c:pt>
                <c:pt idx="4101">
                  <c:v>275.60000000000002</c:v>
                </c:pt>
                <c:pt idx="4102">
                  <c:v>275.60000000000002</c:v>
                </c:pt>
                <c:pt idx="4103">
                  <c:v>275.60000000000002</c:v>
                </c:pt>
                <c:pt idx="4104">
                  <c:v>275.60000000000002</c:v>
                </c:pt>
                <c:pt idx="4105">
                  <c:v>275.60000000000002</c:v>
                </c:pt>
                <c:pt idx="4106">
                  <c:v>275.60000000000002</c:v>
                </c:pt>
                <c:pt idx="4107">
                  <c:v>275.60000000000002</c:v>
                </c:pt>
                <c:pt idx="4108">
                  <c:v>275.60000000000002</c:v>
                </c:pt>
                <c:pt idx="4109">
                  <c:v>275.60000000000002</c:v>
                </c:pt>
                <c:pt idx="4110">
                  <c:v>275.60000000000002</c:v>
                </c:pt>
                <c:pt idx="4111">
                  <c:v>275.60000000000002</c:v>
                </c:pt>
                <c:pt idx="4112">
                  <c:v>275.60000000000002</c:v>
                </c:pt>
                <c:pt idx="4113">
                  <c:v>275.60000000000002</c:v>
                </c:pt>
                <c:pt idx="4114">
                  <c:v>275.60000000000002</c:v>
                </c:pt>
                <c:pt idx="4115">
                  <c:v>275.60000000000002</c:v>
                </c:pt>
                <c:pt idx="4116">
                  <c:v>287.60000000000002</c:v>
                </c:pt>
                <c:pt idx="4117">
                  <c:v>311.60000000000002</c:v>
                </c:pt>
                <c:pt idx="4118">
                  <c:v>311.60000000000002</c:v>
                </c:pt>
                <c:pt idx="4119">
                  <c:v>311.60000000000002</c:v>
                </c:pt>
                <c:pt idx="4120">
                  <c:v>311.60000000000002</c:v>
                </c:pt>
                <c:pt idx="4121">
                  <c:v>311.60000000000002</c:v>
                </c:pt>
                <c:pt idx="4122">
                  <c:v>311.60000000000002</c:v>
                </c:pt>
                <c:pt idx="4123">
                  <c:v>311.60000000000002</c:v>
                </c:pt>
                <c:pt idx="4124">
                  <c:v>311.60000000000002</c:v>
                </c:pt>
                <c:pt idx="4125">
                  <c:v>311.60000000000002</c:v>
                </c:pt>
                <c:pt idx="4126">
                  <c:v>311.60000000000002</c:v>
                </c:pt>
                <c:pt idx="4127">
                  <c:v>311.60000000000002</c:v>
                </c:pt>
                <c:pt idx="4128">
                  <c:v>311.60000000000002</c:v>
                </c:pt>
                <c:pt idx="4129">
                  <c:v>311.60000000000002</c:v>
                </c:pt>
                <c:pt idx="4130">
                  <c:v>366.8</c:v>
                </c:pt>
                <c:pt idx="4131">
                  <c:v>366.8</c:v>
                </c:pt>
                <c:pt idx="4132">
                  <c:v>354.8</c:v>
                </c:pt>
                <c:pt idx="4133">
                  <c:v>354.8</c:v>
                </c:pt>
                <c:pt idx="4134">
                  <c:v>335.6</c:v>
                </c:pt>
                <c:pt idx="4135">
                  <c:v>335.6</c:v>
                </c:pt>
                <c:pt idx="4136">
                  <c:v>335.6</c:v>
                </c:pt>
                <c:pt idx="4137">
                  <c:v>335.6</c:v>
                </c:pt>
                <c:pt idx="4138">
                  <c:v>335.6</c:v>
                </c:pt>
                <c:pt idx="4139">
                  <c:v>335.6</c:v>
                </c:pt>
                <c:pt idx="4140">
                  <c:v>335.6</c:v>
                </c:pt>
                <c:pt idx="4141">
                  <c:v>335.6</c:v>
                </c:pt>
                <c:pt idx="4142">
                  <c:v>335.6</c:v>
                </c:pt>
                <c:pt idx="4143">
                  <c:v>335.6</c:v>
                </c:pt>
                <c:pt idx="4144">
                  <c:v>335.6</c:v>
                </c:pt>
                <c:pt idx="4145">
                  <c:v>371.6</c:v>
                </c:pt>
                <c:pt idx="4146">
                  <c:v>371.6</c:v>
                </c:pt>
                <c:pt idx="4147">
                  <c:v>371.6</c:v>
                </c:pt>
                <c:pt idx="4148">
                  <c:v>366.8</c:v>
                </c:pt>
                <c:pt idx="4149">
                  <c:v>359.6</c:v>
                </c:pt>
                <c:pt idx="4150">
                  <c:v>359.6</c:v>
                </c:pt>
                <c:pt idx="4151">
                  <c:v>359.6</c:v>
                </c:pt>
                <c:pt idx="4152">
                  <c:v>359.6</c:v>
                </c:pt>
                <c:pt idx="4153">
                  <c:v>359.6</c:v>
                </c:pt>
                <c:pt idx="4154">
                  <c:v>359.6</c:v>
                </c:pt>
                <c:pt idx="4155">
                  <c:v>342.8</c:v>
                </c:pt>
                <c:pt idx="4156">
                  <c:v>330.8</c:v>
                </c:pt>
                <c:pt idx="4157">
                  <c:v>318.8</c:v>
                </c:pt>
                <c:pt idx="4158">
                  <c:v>306.8</c:v>
                </c:pt>
                <c:pt idx="4159">
                  <c:v>294.8</c:v>
                </c:pt>
                <c:pt idx="4160">
                  <c:v>282.8</c:v>
                </c:pt>
                <c:pt idx="4161">
                  <c:v>270.8</c:v>
                </c:pt>
                <c:pt idx="4162">
                  <c:v>270.8</c:v>
                </c:pt>
                <c:pt idx="4163">
                  <c:v>270.8</c:v>
                </c:pt>
                <c:pt idx="4164">
                  <c:v>270.8</c:v>
                </c:pt>
                <c:pt idx="4165">
                  <c:v>270.8</c:v>
                </c:pt>
                <c:pt idx="4166">
                  <c:v>270.8</c:v>
                </c:pt>
                <c:pt idx="4167">
                  <c:v>270.8</c:v>
                </c:pt>
                <c:pt idx="4168">
                  <c:v>270.8</c:v>
                </c:pt>
                <c:pt idx="4169">
                  <c:v>270.8</c:v>
                </c:pt>
                <c:pt idx="4170">
                  <c:v>270.8</c:v>
                </c:pt>
                <c:pt idx="4171">
                  <c:v>270.8</c:v>
                </c:pt>
                <c:pt idx="4172">
                  <c:v>270.8</c:v>
                </c:pt>
                <c:pt idx="4173">
                  <c:v>270.8</c:v>
                </c:pt>
                <c:pt idx="4174">
                  <c:v>270.8</c:v>
                </c:pt>
                <c:pt idx="4175">
                  <c:v>270.8</c:v>
                </c:pt>
                <c:pt idx="4176">
                  <c:v>270.8</c:v>
                </c:pt>
                <c:pt idx="4177">
                  <c:v>275.60000000000002</c:v>
                </c:pt>
                <c:pt idx="4178">
                  <c:v>282.8</c:v>
                </c:pt>
                <c:pt idx="4179">
                  <c:v>282.8</c:v>
                </c:pt>
                <c:pt idx="4180">
                  <c:v>282.8</c:v>
                </c:pt>
                <c:pt idx="4181">
                  <c:v>282.8</c:v>
                </c:pt>
                <c:pt idx="4182">
                  <c:v>282.8</c:v>
                </c:pt>
                <c:pt idx="4183">
                  <c:v>282.8</c:v>
                </c:pt>
                <c:pt idx="4184">
                  <c:v>302</c:v>
                </c:pt>
                <c:pt idx="4185">
                  <c:v>302</c:v>
                </c:pt>
                <c:pt idx="4186">
                  <c:v>309.2</c:v>
                </c:pt>
                <c:pt idx="4187">
                  <c:v>309.2</c:v>
                </c:pt>
                <c:pt idx="4188">
                  <c:v>309.2</c:v>
                </c:pt>
                <c:pt idx="4189">
                  <c:v>309.2</c:v>
                </c:pt>
                <c:pt idx="4190">
                  <c:v>309.2</c:v>
                </c:pt>
                <c:pt idx="4191">
                  <c:v>309.2</c:v>
                </c:pt>
                <c:pt idx="4192">
                  <c:v>309.2</c:v>
                </c:pt>
                <c:pt idx="4193">
                  <c:v>309.2</c:v>
                </c:pt>
                <c:pt idx="4194">
                  <c:v>309.2</c:v>
                </c:pt>
                <c:pt idx="4195">
                  <c:v>309.2</c:v>
                </c:pt>
                <c:pt idx="4196">
                  <c:v>309.2</c:v>
                </c:pt>
                <c:pt idx="4197">
                  <c:v>309.2</c:v>
                </c:pt>
                <c:pt idx="4198">
                  <c:v>309.2</c:v>
                </c:pt>
                <c:pt idx="4199">
                  <c:v>309.2</c:v>
                </c:pt>
                <c:pt idx="4200">
                  <c:v>309.2</c:v>
                </c:pt>
                <c:pt idx="4201">
                  <c:v>309.2</c:v>
                </c:pt>
                <c:pt idx="4202">
                  <c:v>309.2</c:v>
                </c:pt>
                <c:pt idx="4203">
                  <c:v>309.2</c:v>
                </c:pt>
                <c:pt idx="4204">
                  <c:v>285.2</c:v>
                </c:pt>
                <c:pt idx="4205">
                  <c:v>103.2</c:v>
                </c:pt>
                <c:pt idx="4206">
                  <c:v>96</c:v>
                </c:pt>
                <c:pt idx="4207">
                  <c:v>91.2</c:v>
                </c:pt>
                <c:pt idx="4208">
                  <c:v>79.2</c:v>
                </c:pt>
                <c:pt idx="4209">
                  <c:v>79.2</c:v>
                </c:pt>
                <c:pt idx="4210">
                  <c:v>79.2</c:v>
                </c:pt>
                <c:pt idx="4211">
                  <c:v>79.2</c:v>
                </c:pt>
                <c:pt idx="4212">
                  <c:v>79.2</c:v>
                </c:pt>
                <c:pt idx="4213">
                  <c:v>79.2</c:v>
                </c:pt>
                <c:pt idx="4214">
                  <c:v>79.2</c:v>
                </c:pt>
                <c:pt idx="4215">
                  <c:v>79.2</c:v>
                </c:pt>
                <c:pt idx="4216">
                  <c:v>79.2</c:v>
                </c:pt>
                <c:pt idx="4217">
                  <c:v>79.2</c:v>
                </c:pt>
                <c:pt idx="4218">
                  <c:v>79.2</c:v>
                </c:pt>
                <c:pt idx="4219">
                  <c:v>79.2</c:v>
                </c:pt>
                <c:pt idx="4220">
                  <c:v>79.2</c:v>
                </c:pt>
                <c:pt idx="4221">
                  <c:v>79.2</c:v>
                </c:pt>
                <c:pt idx="4222">
                  <c:v>79.2</c:v>
                </c:pt>
                <c:pt idx="4223">
                  <c:v>79.2</c:v>
                </c:pt>
                <c:pt idx="4224">
                  <c:v>79.2</c:v>
                </c:pt>
                <c:pt idx="4225">
                  <c:v>42</c:v>
                </c:pt>
                <c:pt idx="4226">
                  <c:v>42</c:v>
                </c:pt>
                <c:pt idx="4227">
                  <c:v>42</c:v>
                </c:pt>
                <c:pt idx="4228">
                  <c:v>42</c:v>
                </c:pt>
                <c:pt idx="4229">
                  <c:v>42</c:v>
                </c:pt>
                <c:pt idx="4230">
                  <c:v>42</c:v>
                </c:pt>
                <c:pt idx="4231">
                  <c:v>42</c:v>
                </c:pt>
                <c:pt idx="4232">
                  <c:v>66</c:v>
                </c:pt>
                <c:pt idx="4233">
                  <c:v>90</c:v>
                </c:pt>
                <c:pt idx="4234">
                  <c:v>147</c:v>
                </c:pt>
                <c:pt idx="4235">
                  <c:v>166.2</c:v>
                </c:pt>
                <c:pt idx="4236">
                  <c:v>190.2</c:v>
                </c:pt>
                <c:pt idx="4237">
                  <c:v>190.2</c:v>
                </c:pt>
                <c:pt idx="4238">
                  <c:v>190.2</c:v>
                </c:pt>
                <c:pt idx="4239">
                  <c:v>190.2</c:v>
                </c:pt>
                <c:pt idx="4240">
                  <c:v>190.2</c:v>
                </c:pt>
                <c:pt idx="4241">
                  <c:v>190.2</c:v>
                </c:pt>
                <c:pt idx="4242">
                  <c:v>190.2</c:v>
                </c:pt>
                <c:pt idx="4243">
                  <c:v>190.2</c:v>
                </c:pt>
                <c:pt idx="4244">
                  <c:v>190.2</c:v>
                </c:pt>
                <c:pt idx="4245">
                  <c:v>190.2</c:v>
                </c:pt>
                <c:pt idx="4246">
                  <c:v>190.2</c:v>
                </c:pt>
                <c:pt idx="4247">
                  <c:v>190.2</c:v>
                </c:pt>
                <c:pt idx="4248">
                  <c:v>190.2</c:v>
                </c:pt>
                <c:pt idx="4249">
                  <c:v>190.2</c:v>
                </c:pt>
                <c:pt idx="4250">
                  <c:v>190.2</c:v>
                </c:pt>
                <c:pt idx="4251">
                  <c:v>190.2</c:v>
                </c:pt>
                <c:pt idx="4252">
                  <c:v>190.2</c:v>
                </c:pt>
                <c:pt idx="4253">
                  <c:v>190.2</c:v>
                </c:pt>
                <c:pt idx="4254">
                  <c:v>190.2</c:v>
                </c:pt>
                <c:pt idx="4255">
                  <c:v>190.2</c:v>
                </c:pt>
                <c:pt idx="4256">
                  <c:v>190.2</c:v>
                </c:pt>
                <c:pt idx="4257">
                  <c:v>190.2</c:v>
                </c:pt>
                <c:pt idx="4258">
                  <c:v>190.2</c:v>
                </c:pt>
                <c:pt idx="4259">
                  <c:v>115.2</c:v>
                </c:pt>
                <c:pt idx="4260">
                  <c:v>225.2</c:v>
                </c:pt>
                <c:pt idx="4261">
                  <c:v>225.2</c:v>
                </c:pt>
                <c:pt idx="4262">
                  <c:v>225.2</c:v>
                </c:pt>
                <c:pt idx="4263">
                  <c:v>225.2</c:v>
                </c:pt>
                <c:pt idx="4264">
                  <c:v>225.2</c:v>
                </c:pt>
                <c:pt idx="4265">
                  <c:v>225.2</c:v>
                </c:pt>
                <c:pt idx="4266">
                  <c:v>225.2</c:v>
                </c:pt>
                <c:pt idx="4267">
                  <c:v>225.2</c:v>
                </c:pt>
                <c:pt idx="4268">
                  <c:v>225.2</c:v>
                </c:pt>
                <c:pt idx="4269">
                  <c:v>225.2</c:v>
                </c:pt>
                <c:pt idx="4270">
                  <c:v>225.2</c:v>
                </c:pt>
                <c:pt idx="4271">
                  <c:v>225.2</c:v>
                </c:pt>
                <c:pt idx="4272">
                  <c:v>225.2</c:v>
                </c:pt>
                <c:pt idx="4273">
                  <c:v>225.2</c:v>
                </c:pt>
                <c:pt idx="4274">
                  <c:v>225.2</c:v>
                </c:pt>
                <c:pt idx="4275">
                  <c:v>225.2</c:v>
                </c:pt>
                <c:pt idx="4276">
                  <c:v>225.2</c:v>
                </c:pt>
                <c:pt idx="4277">
                  <c:v>225.2</c:v>
                </c:pt>
                <c:pt idx="4278">
                  <c:v>225.2</c:v>
                </c:pt>
                <c:pt idx="4279">
                  <c:v>225.2</c:v>
                </c:pt>
                <c:pt idx="4280">
                  <c:v>206</c:v>
                </c:pt>
                <c:pt idx="4281">
                  <c:v>206</c:v>
                </c:pt>
                <c:pt idx="4282">
                  <c:v>206</c:v>
                </c:pt>
                <c:pt idx="4283">
                  <c:v>206</c:v>
                </c:pt>
                <c:pt idx="4284">
                  <c:v>206</c:v>
                </c:pt>
                <c:pt idx="4285">
                  <c:v>206</c:v>
                </c:pt>
                <c:pt idx="4286">
                  <c:v>206</c:v>
                </c:pt>
                <c:pt idx="4287">
                  <c:v>206</c:v>
                </c:pt>
                <c:pt idx="4288">
                  <c:v>206</c:v>
                </c:pt>
                <c:pt idx="4289">
                  <c:v>206</c:v>
                </c:pt>
                <c:pt idx="4290">
                  <c:v>206</c:v>
                </c:pt>
                <c:pt idx="4291">
                  <c:v>206</c:v>
                </c:pt>
                <c:pt idx="4292">
                  <c:v>206</c:v>
                </c:pt>
                <c:pt idx="4293">
                  <c:v>170</c:v>
                </c:pt>
                <c:pt idx="4294">
                  <c:v>170</c:v>
                </c:pt>
                <c:pt idx="4295">
                  <c:v>170</c:v>
                </c:pt>
                <c:pt idx="4296">
                  <c:v>170</c:v>
                </c:pt>
                <c:pt idx="4297">
                  <c:v>170</c:v>
                </c:pt>
                <c:pt idx="4298">
                  <c:v>170</c:v>
                </c:pt>
                <c:pt idx="4299">
                  <c:v>220</c:v>
                </c:pt>
                <c:pt idx="4300">
                  <c:v>220</c:v>
                </c:pt>
                <c:pt idx="4301">
                  <c:v>220</c:v>
                </c:pt>
                <c:pt idx="4302">
                  <c:v>220</c:v>
                </c:pt>
                <c:pt idx="4303">
                  <c:v>220</c:v>
                </c:pt>
                <c:pt idx="4304">
                  <c:v>220</c:v>
                </c:pt>
                <c:pt idx="4305">
                  <c:v>220</c:v>
                </c:pt>
                <c:pt idx="4306">
                  <c:v>220</c:v>
                </c:pt>
                <c:pt idx="4307">
                  <c:v>196</c:v>
                </c:pt>
                <c:pt idx="4308">
                  <c:v>196</c:v>
                </c:pt>
                <c:pt idx="4309">
                  <c:v>196</c:v>
                </c:pt>
                <c:pt idx="4310">
                  <c:v>196</c:v>
                </c:pt>
                <c:pt idx="4311">
                  <c:v>196</c:v>
                </c:pt>
                <c:pt idx="4312">
                  <c:v>184</c:v>
                </c:pt>
                <c:pt idx="4313">
                  <c:v>184</c:v>
                </c:pt>
                <c:pt idx="4314">
                  <c:v>184</c:v>
                </c:pt>
                <c:pt idx="4315">
                  <c:v>184</c:v>
                </c:pt>
                <c:pt idx="4316">
                  <c:v>160</c:v>
                </c:pt>
                <c:pt idx="4317">
                  <c:v>160</c:v>
                </c:pt>
                <c:pt idx="4318">
                  <c:v>160</c:v>
                </c:pt>
                <c:pt idx="4319">
                  <c:v>160</c:v>
                </c:pt>
                <c:pt idx="4320">
                  <c:v>160</c:v>
                </c:pt>
                <c:pt idx="4321">
                  <c:v>160</c:v>
                </c:pt>
                <c:pt idx="4322">
                  <c:v>160</c:v>
                </c:pt>
                <c:pt idx="4323">
                  <c:v>160</c:v>
                </c:pt>
                <c:pt idx="4324">
                  <c:v>160</c:v>
                </c:pt>
                <c:pt idx="4325">
                  <c:v>160</c:v>
                </c:pt>
                <c:pt idx="4326">
                  <c:v>160</c:v>
                </c:pt>
                <c:pt idx="4327">
                  <c:v>160</c:v>
                </c:pt>
                <c:pt idx="4328">
                  <c:v>148</c:v>
                </c:pt>
                <c:pt idx="4329">
                  <c:v>148</c:v>
                </c:pt>
                <c:pt idx="4330">
                  <c:v>148</c:v>
                </c:pt>
                <c:pt idx="4331">
                  <c:v>148</c:v>
                </c:pt>
                <c:pt idx="4332">
                  <c:v>148</c:v>
                </c:pt>
                <c:pt idx="4333">
                  <c:v>148</c:v>
                </c:pt>
                <c:pt idx="4334">
                  <c:v>148</c:v>
                </c:pt>
                <c:pt idx="4335">
                  <c:v>148</c:v>
                </c:pt>
                <c:pt idx="4336">
                  <c:v>148</c:v>
                </c:pt>
                <c:pt idx="4337">
                  <c:v>148</c:v>
                </c:pt>
                <c:pt idx="4338">
                  <c:v>148</c:v>
                </c:pt>
                <c:pt idx="4339">
                  <c:v>148</c:v>
                </c:pt>
                <c:pt idx="4340">
                  <c:v>148</c:v>
                </c:pt>
                <c:pt idx="4341">
                  <c:v>148</c:v>
                </c:pt>
                <c:pt idx="4342">
                  <c:v>148</c:v>
                </c:pt>
                <c:pt idx="4343">
                  <c:v>198</c:v>
                </c:pt>
                <c:pt idx="4344">
                  <c:v>198</c:v>
                </c:pt>
                <c:pt idx="4345">
                  <c:v>198</c:v>
                </c:pt>
                <c:pt idx="4346">
                  <c:v>198</c:v>
                </c:pt>
                <c:pt idx="4347">
                  <c:v>198</c:v>
                </c:pt>
                <c:pt idx="4348">
                  <c:v>198</c:v>
                </c:pt>
                <c:pt idx="4349">
                  <c:v>183.6</c:v>
                </c:pt>
                <c:pt idx="4350">
                  <c:v>183.6</c:v>
                </c:pt>
                <c:pt idx="4351">
                  <c:v>183.6</c:v>
                </c:pt>
                <c:pt idx="4352">
                  <c:v>183.6</c:v>
                </c:pt>
                <c:pt idx="4353">
                  <c:v>183.6</c:v>
                </c:pt>
                <c:pt idx="4354">
                  <c:v>183.6</c:v>
                </c:pt>
                <c:pt idx="4355">
                  <c:v>183.6</c:v>
                </c:pt>
                <c:pt idx="4356">
                  <c:v>183.6</c:v>
                </c:pt>
                <c:pt idx="4357">
                  <c:v>183.6</c:v>
                </c:pt>
                <c:pt idx="4358">
                  <c:v>183.6</c:v>
                </c:pt>
                <c:pt idx="4359">
                  <c:v>98.6</c:v>
                </c:pt>
                <c:pt idx="4360">
                  <c:v>2</c:v>
                </c:pt>
                <c:pt idx="4361">
                  <c:v>2</c:v>
                </c:pt>
                <c:pt idx="4362">
                  <c:v>2</c:v>
                </c:pt>
                <c:pt idx="4363">
                  <c:v>-10</c:v>
                </c:pt>
                <c:pt idx="4364">
                  <c:v>-10</c:v>
                </c:pt>
                <c:pt idx="4365">
                  <c:v>-10</c:v>
                </c:pt>
                <c:pt idx="4366">
                  <c:v>-79</c:v>
                </c:pt>
                <c:pt idx="4367">
                  <c:v>-79</c:v>
                </c:pt>
                <c:pt idx="4368">
                  <c:v>-79</c:v>
                </c:pt>
                <c:pt idx="4369">
                  <c:v>-79</c:v>
                </c:pt>
                <c:pt idx="4370">
                  <c:v>-79</c:v>
                </c:pt>
                <c:pt idx="4371">
                  <c:v>-79</c:v>
                </c:pt>
                <c:pt idx="4372">
                  <c:v>-79</c:v>
                </c:pt>
                <c:pt idx="4373">
                  <c:v>-79</c:v>
                </c:pt>
                <c:pt idx="4374">
                  <c:v>-79</c:v>
                </c:pt>
                <c:pt idx="4375">
                  <c:v>-79</c:v>
                </c:pt>
                <c:pt idx="4376">
                  <c:v>-79</c:v>
                </c:pt>
                <c:pt idx="4377">
                  <c:v>-79</c:v>
                </c:pt>
                <c:pt idx="4378">
                  <c:v>-79</c:v>
                </c:pt>
                <c:pt idx="4379">
                  <c:v>-79</c:v>
                </c:pt>
                <c:pt idx="4380">
                  <c:v>-67</c:v>
                </c:pt>
                <c:pt idx="4381">
                  <c:v>-67</c:v>
                </c:pt>
                <c:pt idx="4382">
                  <c:v>-67</c:v>
                </c:pt>
                <c:pt idx="4383">
                  <c:v>-67</c:v>
                </c:pt>
                <c:pt idx="4384">
                  <c:v>-69.400000000000006</c:v>
                </c:pt>
                <c:pt idx="4385">
                  <c:v>-69.400000000000006</c:v>
                </c:pt>
                <c:pt idx="4386">
                  <c:v>-69.400000000000006</c:v>
                </c:pt>
                <c:pt idx="4387">
                  <c:v>-69.400000000000006</c:v>
                </c:pt>
                <c:pt idx="4388">
                  <c:v>-69.400000000000006</c:v>
                </c:pt>
                <c:pt idx="4389">
                  <c:v>-69.400000000000006</c:v>
                </c:pt>
                <c:pt idx="4390">
                  <c:v>-69.400000000000006</c:v>
                </c:pt>
                <c:pt idx="4391">
                  <c:v>-19</c:v>
                </c:pt>
                <c:pt idx="4392">
                  <c:v>-19</c:v>
                </c:pt>
                <c:pt idx="4393">
                  <c:v>-19</c:v>
                </c:pt>
                <c:pt idx="4394">
                  <c:v>-19</c:v>
                </c:pt>
                <c:pt idx="4395">
                  <c:v>-19</c:v>
                </c:pt>
                <c:pt idx="4396">
                  <c:v>41</c:v>
                </c:pt>
                <c:pt idx="4397">
                  <c:v>41</c:v>
                </c:pt>
                <c:pt idx="4398">
                  <c:v>41</c:v>
                </c:pt>
                <c:pt idx="4399">
                  <c:v>41</c:v>
                </c:pt>
                <c:pt idx="4400">
                  <c:v>41</c:v>
                </c:pt>
                <c:pt idx="4401">
                  <c:v>41</c:v>
                </c:pt>
                <c:pt idx="4402">
                  <c:v>41</c:v>
                </c:pt>
                <c:pt idx="4403">
                  <c:v>41</c:v>
                </c:pt>
                <c:pt idx="4404">
                  <c:v>41</c:v>
                </c:pt>
                <c:pt idx="4405">
                  <c:v>41</c:v>
                </c:pt>
                <c:pt idx="4406">
                  <c:v>41</c:v>
                </c:pt>
                <c:pt idx="4407">
                  <c:v>41</c:v>
                </c:pt>
                <c:pt idx="4408">
                  <c:v>41</c:v>
                </c:pt>
                <c:pt idx="4409">
                  <c:v>41</c:v>
                </c:pt>
                <c:pt idx="4410">
                  <c:v>41</c:v>
                </c:pt>
                <c:pt idx="4411">
                  <c:v>41</c:v>
                </c:pt>
                <c:pt idx="4412">
                  <c:v>41</c:v>
                </c:pt>
                <c:pt idx="4413">
                  <c:v>41</c:v>
                </c:pt>
                <c:pt idx="4414">
                  <c:v>41</c:v>
                </c:pt>
                <c:pt idx="4415">
                  <c:v>77</c:v>
                </c:pt>
                <c:pt idx="4416">
                  <c:v>77</c:v>
                </c:pt>
                <c:pt idx="4417">
                  <c:v>77</c:v>
                </c:pt>
                <c:pt idx="4418">
                  <c:v>77</c:v>
                </c:pt>
                <c:pt idx="4419">
                  <c:v>77</c:v>
                </c:pt>
                <c:pt idx="4420">
                  <c:v>77</c:v>
                </c:pt>
                <c:pt idx="4421">
                  <c:v>77</c:v>
                </c:pt>
                <c:pt idx="4422">
                  <c:v>81.800000000000097</c:v>
                </c:pt>
                <c:pt idx="4423">
                  <c:v>81.800000000000097</c:v>
                </c:pt>
                <c:pt idx="4424">
                  <c:v>81.800000000000097</c:v>
                </c:pt>
                <c:pt idx="4425">
                  <c:v>81.800000000000097</c:v>
                </c:pt>
                <c:pt idx="4426">
                  <c:v>77</c:v>
                </c:pt>
                <c:pt idx="4427">
                  <c:v>77</c:v>
                </c:pt>
                <c:pt idx="4428">
                  <c:v>77</c:v>
                </c:pt>
                <c:pt idx="4429">
                  <c:v>77</c:v>
                </c:pt>
                <c:pt idx="4430">
                  <c:v>77</c:v>
                </c:pt>
                <c:pt idx="4431">
                  <c:v>77</c:v>
                </c:pt>
                <c:pt idx="4432">
                  <c:v>77</c:v>
                </c:pt>
                <c:pt idx="4433">
                  <c:v>77</c:v>
                </c:pt>
                <c:pt idx="4434">
                  <c:v>77</c:v>
                </c:pt>
                <c:pt idx="4435">
                  <c:v>77</c:v>
                </c:pt>
                <c:pt idx="4436">
                  <c:v>77</c:v>
                </c:pt>
                <c:pt idx="4437">
                  <c:v>77</c:v>
                </c:pt>
                <c:pt idx="4438">
                  <c:v>77</c:v>
                </c:pt>
                <c:pt idx="4439">
                  <c:v>77</c:v>
                </c:pt>
                <c:pt idx="4440">
                  <c:v>77</c:v>
                </c:pt>
                <c:pt idx="4441">
                  <c:v>77</c:v>
                </c:pt>
                <c:pt idx="4442">
                  <c:v>77</c:v>
                </c:pt>
                <c:pt idx="4443">
                  <c:v>77</c:v>
                </c:pt>
                <c:pt idx="4444">
                  <c:v>77</c:v>
                </c:pt>
                <c:pt idx="4445">
                  <c:v>77</c:v>
                </c:pt>
                <c:pt idx="4446">
                  <c:v>77</c:v>
                </c:pt>
                <c:pt idx="4447">
                  <c:v>77</c:v>
                </c:pt>
                <c:pt idx="4448">
                  <c:v>77</c:v>
                </c:pt>
                <c:pt idx="4449">
                  <c:v>77</c:v>
                </c:pt>
                <c:pt idx="4450">
                  <c:v>77</c:v>
                </c:pt>
                <c:pt idx="4451">
                  <c:v>77</c:v>
                </c:pt>
                <c:pt idx="4452">
                  <c:v>77</c:v>
                </c:pt>
                <c:pt idx="4453">
                  <c:v>77</c:v>
                </c:pt>
                <c:pt idx="4454">
                  <c:v>77</c:v>
                </c:pt>
                <c:pt idx="4455">
                  <c:v>77</c:v>
                </c:pt>
                <c:pt idx="4456">
                  <c:v>77</c:v>
                </c:pt>
                <c:pt idx="4457">
                  <c:v>77</c:v>
                </c:pt>
                <c:pt idx="4458">
                  <c:v>77</c:v>
                </c:pt>
                <c:pt idx="4459">
                  <c:v>77</c:v>
                </c:pt>
                <c:pt idx="4460">
                  <c:v>77</c:v>
                </c:pt>
                <c:pt idx="4461">
                  <c:v>77</c:v>
                </c:pt>
                <c:pt idx="4462">
                  <c:v>77</c:v>
                </c:pt>
                <c:pt idx="4463">
                  <c:v>77</c:v>
                </c:pt>
                <c:pt idx="4464">
                  <c:v>77</c:v>
                </c:pt>
                <c:pt idx="4465">
                  <c:v>77</c:v>
                </c:pt>
                <c:pt idx="4466">
                  <c:v>77</c:v>
                </c:pt>
                <c:pt idx="4467">
                  <c:v>77</c:v>
                </c:pt>
                <c:pt idx="4468">
                  <c:v>101</c:v>
                </c:pt>
                <c:pt idx="4469">
                  <c:v>101</c:v>
                </c:pt>
                <c:pt idx="4470">
                  <c:v>101</c:v>
                </c:pt>
                <c:pt idx="4471">
                  <c:v>101</c:v>
                </c:pt>
                <c:pt idx="4472">
                  <c:v>101</c:v>
                </c:pt>
                <c:pt idx="4473">
                  <c:v>101</c:v>
                </c:pt>
                <c:pt idx="4474">
                  <c:v>101</c:v>
                </c:pt>
                <c:pt idx="4475">
                  <c:v>101</c:v>
                </c:pt>
                <c:pt idx="4476">
                  <c:v>101</c:v>
                </c:pt>
                <c:pt idx="4477">
                  <c:v>101</c:v>
                </c:pt>
                <c:pt idx="4478">
                  <c:v>101</c:v>
                </c:pt>
                <c:pt idx="4479">
                  <c:v>101</c:v>
                </c:pt>
                <c:pt idx="4480">
                  <c:v>101</c:v>
                </c:pt>
                <c:pt idx="4481">
                  <c:v>101</c:v>
                </c:pt>
                <c:pt idx="4482">
                  <c:v>101</c:v>
                </c:pt>
                <c:pt idx="4483">
                  <c:v>101</c:v>
                </c:pt>
                <c:pt idx="4484">
                  <c:v>125</c:v>
                </c:pt>
                <c:pt idx="4485">
                  <c:v>125</c:v>
                </c:pt>
                <c:pt idx="4486">
                  <c:v>125</c:v>
                </c:pt>
                <c:pt idx="4487">
                  <c:v>125</c:v>
                </c:pt>
                <c:pt idx="4488">
                  <c:v>141.80000000000001</c:v>
                </c:pt>
                <c:pt idx="4489">
                  <c:v>141.80000000000001</c:v>
                </c:pt>
                <c:pt idx="4490">
                  <c:v>141.80000000000001</c:v>
                </c:pt>
                <c:pt idx="4491">
                  <c:v>134.6</c:v>
                </c:pt>
                <c:pt idx="4492">
                  <c:v>134.6</c:v>
                </c:pt>
                <c:pt idx="4493">
                  <c:v>146.6</c:v>
                </c:pt>
                <c:pt idx="4494">
                  <c:v>158.6</c:v>
                </c:pt>
                <c:pt idx="4495">
                  <c:v>158.6</c:v>
                </c:pt>
                <c:pt idx="4496">
                  <c:v>158.6</c:v>
                </c:pt>
                <c:pt idx="4497">
                  <c:v>158.6</c:v>
                </c:pt>
                <c:pt idx="4498">
                  <c:v>158.6</c:v>
                </c:pt>
                <c:pt idx="4499">
                  <c:v>158.6</c:v>
                </c:pt>
                <c:pt idx="4500">
                  <c:v>158.6</c:v>
                </c:pt>
                <c:pt idx="4501">
                  <c:v>158.6</c:v>
                </c:pt>
                <c:pt idx="4502">
                  <c:v>158.6</c:v>
                </c:pt>
                <c:pt idx="4503">
                  <c:v>158.6</c:v>
                </c:pt>
                <c:pt idx="4504">
                  <c:v>158.6</c:v>
                </c:pt>
                <c:pt idx="4505">
                  <c:v>158.6</c:v>
                </c:pt>
                <c:pt idx="4506">
                  <c:v>158.6</c:v>
                </c:pt>
                <c:pt idx="4507">
                  <c:v>158.6</c:v>
                </c:pt>
                <c:pt idx="4508">
                  <c:v>158.6</c:v>
                </c:pt>
                <c:pt idx="4509">
                  <c:v>158.6</c:v>
                </c:pt>
                <c:pt idx="4510">
                  <c:v>158.6</c:v>
                </c:pt>
                <c:pt idx="4511">
                  <c:v>158.6</c:v>
                </c:pt>
                <c:pt idx="4512">
                  <c:v>158.6</c:v>
                </c:pt>
                <c:pt idx="4513">
                  <c:v>158.6</c:v>
                </c:pt>
                <c:pt idx="4514">
                  <c:v>158.6</c:v>
                </c:pt>
                <c:pt idx="4515">
                  <c:v>158.6</c:v>
                </c:pt>
                <c:pt idx="4516">
                  <c:v>158.6</c:v>
                </c:pt>
                <c:pt idx="4517">
                  <c:v>158.6</c:v>
                </c:pt>
                <c:pt idx="4518">
                  <c:v>158.6</c:v>
                </c:pt>
                <c:pt idx="4519">
                  <c:v>158.6</c:v>
                </c:pt>
                <c:pt idx="4520">
                  <c:v>158.6</c:v>
                </c:pt>
                <c:pt idx="4521">
                  <c:v>158.6</c:v>
                </c:pt>
                <c:pt idx="4522">
                  <c:v>158.6</c:v>
                </c:pt>
                <c:pt idx="4523">
                  <c:v>158.6</c:v>
                </c:pt>
                <c:pt idx="4524">
                  <c:v>158.6</c:v>
                </c:pt>
                <c:pt idx="4525">
                  <c:v>158.6</c:v>
                </c:pt>
                <c:pt idx="4526">
                  <c:v>158.6</c:v>
                </c:pt>
                <c:pt idx="4527">
                  <c:v>158.6</c:v>
                </c:pt>
                <c:pt idx="4528">
                  <c:v>158.6</c:v>
                </c:pt>
                <c:pt idx="4529">
                  <c:v>158.6</c:v>
                </c:pt>
                <c:pt idx="4530">
                  <c:v>158.6</c:v>
                </c:pt>
                <c:pt idx="4531">
                  <c:v>158.6</c:v>
                </c:pt>
                <c:pt idx="4532">
                  <c:v>158.6</c:v>
                </c:pt>
                <c:pt idx="4533">
                  <c:v>158.6</c:v>
                </c:pt>
                <c:pt idx="4534">
                  <c:v>158.6</c:v>
                </c:pt>
                <c:pt idx="4535">
                  <c:v>158.6</c:v>
                </c:pt>
                <c:pt idx="4536">
                  <c:v>158.6</c:v>
                </c:pt>
                <c:pt idx="4537">
                  <c:v>158.6</c:v>
                </c:pt>
                <c:pt idx="4538">
                  <c:v>158.6</c:v>
                </c:pt>
                <c:pt idx="4539">
                  <c:v>158.6</c:v>
                </c:pt>
                <c:pt idx="4540">
                  <c:v>158.6</c:v>
                </c:pt>
                <c:pt idx="4541">
                  <c:v>158.6</c:v>
                </c:pt>
                <c:pt idx="4542">
                  <c:v>158.6</c:v>
                </c:pt>
                <c:pt idx="4543">
                  <c:v>158.6</c:v>
                </c:pt>
                <c:pt idx="4544">
                  <c:v>158.6</c:v>
                </c:pt>
                <c:pt idx="4545">
                  <c:v>158.6</c:v>
                </c:pt>
                <c:pt idx="4546">
                  <c:v>158.6</c:v>
                </c:pt>
                <c:pt idx="4547">
                  <c:v>158.6</c:v>
                </c:pt>
                <c:pt idx="4548">
                  <c:v>158.6</c:v>
                </c:pt>
                <c:pt idx="4549">
                  <c:v>158.6</c:v>
                </c:pt>
                <c:pt idx="4550">
                  <c:v>158.6</c:v>
                </c:pt>
                <c:pt idx="4551">
                  <c:v>158.6</c:v>
                </c:pt>
                <c:pt idx="4552">
                  <c:v>158.6</c:v>
                </c:pt>
                <c:pt idx="4553">
                  <c:v>158.6</c:v>
                </c:pt>
                <c:pt idx="4554">
                  <c:v>158.6</c:v>
                </c:pt>
                <c:pt idx="4555">
                  <c:v>158.6</c:v>
                </c:pt>
                <c:pt idx="4556">
                  <c:v>158.6</c:v>
                </c:pt>
                <c:pt idx="4557">
                  <c:v>158.6</c:v>
                </c:pt>
                <c:pt idx="4558">
                  <c:v>158.6</c:v>
                </c:pt>
                <c:pt idx="4559">
                  <c:v>158.6</c:v>
                </c:pt>
                <c:pt idx="4560">
                  <c:v>158.6</c:v>
                </c:pt>
                <c:pt idx="4561">
                  <c:v>158.6</c:v>
                </c:pt>
                <c:pt idx="4562">
                  <c:v>158.6</c:v>
                </c:pt>
                <c:pt idx="4563">
                  <c:v>158.6</c:v>
                </c:pt>
                <c:pt idx="4564">
                  <c:v>158.6</c:v>
                </c:pt>
                <c:pt idx="4565">
                  <c:v>158.6</c:v>
                </c:pt>
                <c:pt idx="4566">
                  <c:v>158.6</c:v>
                </c:pt>
                <c:pt idx="4567">
                  <c:v>158.6</c:v>
                </c:pt>
                <c:pt idx="4568">
                  <c:v>158.6</c:v>
                </c:pt>
                <c:pt idx="4569">
                  <c:v>158.6</c:v>
                </c:pt>
                <c:pt idx="4570">
                  <c:v>58.6</c:v>
                </c:pt>
                <c:pt idx="4571">
                  <c:v>58.6</c:v>
                </c:pt>
                <c:pt idx="4572">
                  <c:v>58.6</c:v>
                </c:pt>
                <c:pt idx="4573">
                  <c:v>58.6</c:v>
                </c:pt>
                <c:pt idx="4574">
                  <c:v>58.6</c:v>
                </c:pt>
                <c:pt idx="4575">
                  <c:v>58.6</c:v>
                </c:pt>
                <c:pt idx="4576">
                  <c:v>58.6</c:v>
                </c:pt>
                <c:pt idx="4577">
                  <c:v>58.6</c:v>
                </c:pt>
                <c:pt idx="4578">
                  <c:v>58.6</c:v>
                </c:pt>
                <c:pt idx="4579">
                  <c:v>58.6</c:v>
                </c:pt>
                <c:pt idx="4580">
                  <c:v>143.6</c:v>
                </c:pt>
                <c:pt idx="4581">
                  <c:v>143.6</c:v>
                </c:pt>
                <c:pt idx="4582">
                  <c:v>143.6</c:v>
                </c:pt>
                <c:pt idx="4583">
                  <c:v>143.6</c:v>
                </c:pt>
                <c:pt idx="4584">
                  <c:v>143.6</c:v>
                </c:pt>
                <c:pt idx="4585">
                  <c:v>143.6</c:v>
                </c:pt>
                <c:pt idx="4586">
                  <c:v>143.6</c:v>
                </c:pt>
                <c:pt idx="4587">
                  <c:v>146</c:v>
                </c:pt>
                <c:pt idx="4588">
                  <c:v>146</c:v>
                </c:pt>
                <c:pt idx="4589">
                  <c:v>146</c:v>
                </c:pt>
                <c:pt idx="4590">
                  <c:v>146</c:v>
                </c:pt>
                <c:pt idx="4591">
                  <c:v>146</c:v>
                </c:pt>
                <c:pt idx="4592">
                  <c:v>146</c:v>
                </c:pt>
                <c:pt idx="4593">
                  <c:v>146</c:v>
                </c:pt>
                <c:pt idx="4594">
                  <c:v>146</c:v>
                </c:pt>
                <c:pt idx="4595">
                  <c:v>146</c:v>
                </c:pt>
                <c:pt idx="4596">
                  <c:v>146</c:v>
                </c:pt>
                <c:pt idx="4597">
                  <c:v>146</c:v>
                </c:pt>
                <c:pt idx="4598">
                  <c:v>146</c:v>
                </c:pt>
                <c:pt idx="4599">
                  <c:v>146</c:v>
                </c:pt>
                <c:pt idx="4600">
                  <c:v>146</c:v>
                </c:pt>
                <c:pt idx="4601">
                  <c:v>146</c:v>
                </c:pt>
                <c:pt idx="4602">
                  <c:v>146</c:v>
                </c:pt>
                <c:pt idx="4603">
                  <c:v>146</c:v>
                </c:pt>
                <c:pt idx="4604">
                  <c:v>146</c:v>
                </c:pt>
                <c:pt idx="4605">
                  <c:v>146</c:v>
                </c:pt>
                <c:pt idx="4606">
                  <c:v>146</c:v>
                </c:pt>
                <c:pt idx="4607">
                  <c:v>146</c:v>
                </c:pt>
                <c:pt idx="4608">
                  <c:v>146</c:v>
                </c:pt>
                <c:pt idx="4609">
                  <c:v>146</c:v>
                </c:pt>
                <c:pt idx="4610">
                  <c:v>146</c:v>
                </c:pt>
                <c:pt idx="4611">
                  <c:v>146</c:v>
                </c:pt>
                <c:pt idx="4612">
                  <c:v>146</c:v>
                </c:pt>
                <c:pt idx="4613">
                  <c:v>146</c:v>
                </c:pt>
                <c:pt idx="4614">
                  <c:v>146</c:v>
                </c:pt>
                <c:pt idx="4615">
                  <c:v>146</c:v>
                </c:pt>
                <c:pt idx="4616">
                  <c:v>146</c:v>
                </c:pt>
                <c:pt idx="4617">
                  <c:v>146</c:v>
                </c:pt>
                <c:pt idx="4618">
                  <c:v>214</c:v>
                </c:pt>
                <c:pt idx="4619">
                  <c:v>214</c:v>
                </c:pt>
                <c:pt idx="4620">
                  <c:v>214</c:v>
                </c:pt>
                <c:pt idx="4621">
                  <c:v>214</c:v>
                </c:pt>
                <c:pt idx="4622">
                  <c:v>214</c:v>
                </c:pt>
                <c:pt idx="4623">
                  <c:v>214</c:v>
                </c:pt>
                <c:pt idx="4624">
                  <c:v>214</c:v>
                </c:pt>
                <c:pt idx="4625">
                  <c:v>214</c:v>
                </c:pt>
                <c:pt idx="4626">
                  <c:v>214</c:v>
                </c:pt>
                <c:pt idx="4627">
                  <c:v>214</c:v>
                </c:pt>
                <c:pt idx="4628">
                  <c:v>214</c:v>
                </c:pt>
                <c:pt idx="4629">
                  <c:v>202</c:v>
                </c:pt>
                <c:pt idx="4630">
                  <c:v>202</c:v>
                </c:pt>
                <c:pt idx="4631">
                  <c:v>27</c:v>
                </c:pt>
                <c:pt idx="4632">
                  <c:v>27</c:v>
                </c:pt>
                <c:pt idx="4633">
                  <c:v>27</c:v>
                </c:pt>
                <c:pt idx="4634">
                  <c:v>27</c:v>
                </c:pt>
                <c:pt idx="4635">
                  <c:v>27</c:v>
                </c:pt>
                <c:pt idx="4636">
                  <c:v>27</c:v>
                </c:pt>
                <c:pt idx="4637">
                  <c:v>27</c:v>
                </c:pt>
                <c:pt idx="4638">
                  <c:v>27</c:v>
                </c:pt>
                <c:pt idx="4639">
                  <c:v>27</c:v>
                </c:pt>
                <c:pt idx="4640">
                  <c:v>27</c:v>
                </c:pt>
                <c:pt idx="4641">
                  <c:v>27</c:v>
                </c:pt>
                <c:pt idx="4642">
                  <c:v>27</c:v>
                </c:pt>
                <c:pt idx="4643">
                  <c:v>27</c:v>
                </c:pt>
                <c:pt idx="4644">
                  <c:v>27</c:v>
                </c:pt>
                <c:pt idx="4645">
                  <c:v>27</c:v>
                </c:pt>
                <c:pt idx="4646">
                  <c:v>27</c:v>
                </c:pt>
                <c:pt idx="4647">
                  <c:v>27</c:v>
                </c:pt>
                <c:pt idx="4648">
                  <c:v>27</c:v>
                </c:pt>
                <c:pt idx="4649">
                  <c:v>27</c:v>
                </c:pt>
                <c:pt idx="4650">
                  <c:v>27</c:v>
                </c:pt>
                <c:pt idx="4651">
                  <c:v>27</c:v>
                </c:pt>
                <c:pt idx="4652">
                  <c:v>27</c:v>
                </c:pt>
                <c:pt idx="4653">
                  <c:v>27</c:v>
                </c:pt>
                <c:pt idx="4654">
                  <c:v>27</c:v>
                </c:pt>
                <c:pt idx="4655">
                  <c:v>27</c:v>
                </c:pt>
                <c:pt idx="4656">
                  <c:v>27</c:v>
                </c:pt>
                <c:pt idx="4657">
                  <c:v>3</c:v>
                </c:pt>
                <c:pt idx="4658">
                  <c:v>3</c:v>
                </c:pt>
                <c:pt idx="4659">
                  <c:v>3</c:v>
                </c:pt>
                <c:pt idx="4660">
                  <c:v>3</c:v>
                </c:pt>
                <c:pt idx="4661">
                  <c:v>3</c:v>
                </c:pt>
                <c:pt idx="4662">
                  <c:v>3</c:v>
                </c:pt>
                <c:pt idx="4663">
                  <c:v>3</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360</c:v>
                </c:pt>
                <c:pt idx="4684">
                  <c:v>360</c:v>
                </c:pt>
                <c:pt idx="4685">
                  <c:v>360</c:v>
                </c:pt>
                <c:pt idx="4686">
                  <c:v>360</c:v>
                </c:pt>
                <c:pt idx="4687">
                  <c:v>360</c:v>
                </c:pt>
                <c:pt idx="4688">
                  <c:v>360</c:v>
                </c:pt>
                <c:pt idx="4689">
                  <c:v>360</c:v>
                </c:pt>
                <c:pt idx="4690">
                  <c:v>360</c:v>
                </c:pt>
                <c:pt idx="4691">
                  <c:v>360</c:v>
                </c:pt>
                <c:pt idx="4692">
                  <c:v>360</c:v>
                </c:pt>
                <c:pt idx="4693">
                  <c:v>360</c:v>
                </c:pt>
                <c:pt idx="4694">
                  <c:v>360</c:v>
                </c:pt>
                <c:pt idx="4695">
                  <c:v>360</c:v>
                </c:pt>
                <c:pt idx="4696">
                  <c:v>384</c:v>
                </c:pt>
                <c:pt idx="4697">
                  <c:v>384</c:v>
                </c:pt>
                <c:pt idx="4698">
                  <c:v>384</c:v>
                </c:pt>
                <c:pt idx="4699">
                  <c:v>384</c:v>
                </c:pt>
                <c:pt idx="4700">
                  <c:v>384</c:v>
                </c:pt>
                <c:pt idx="4701">
                  <c:v>384</c:v>
                </c:pt>
                <c:pt idx="4702">
                  <c:v>384</c:v>
                </c:pt>
                <c:pt idx="4703">
                  <c:v>384</c:v>
                </c:pt>
                <c:pt idx="4704">
                  <c:v>384</c:v>
                </c:pt>
                <c:pt idx="4705">
                  <c:v>384</c:v>
                </c:pt>
                <c:pt idx="4706">
                  <c:v>384</c:v>
                </c:pt>
                <c:pt idx="4707">
                  <c:v>384</c:v>
                </c:pt>
                <c:pt idx="4708">
                  <c:v>384</c:v>
                </c:pt>
                <c:pt idx="4709">
                  <c:v>384</c:v>
                </c:pt>
                <c:pt idx="4710">
                  <c:v>384</c:v>
                </c:pt>
                <c:pt idx="4711">
                  <c:v>384</c:v>
                </c:pt>
                <c:pt idx="4712">
                  <c:v>384</c:v>
                </c:pt>
                <c:pt idx="4713">
                  <c:v>384</c:v>
                </c:pt>
                <c:pt idx="4714">
                  <c:v>309</c:v>
                </c:pt>
                <c:pt idx="4715">
                  <c:v>309</c:v>
                </c:pt>
                <c:pt idx="4716">
                  <c:v>309</c:v>
                </c:pt>
                <c:pt idx="4717">
                  <c:v>309</c:v>
                </c:pt>
                <c:pt idx="4718">
                  <c:v>309</c:v>
                </c:pt>
                <c:pt idx="4719">
                  <c:v>309</c:v>
                </c:pt>
                <c:pt idx="4720">
                  <c:v>309</c:v>
                </c:pt>
                <c:pt idx="4721">
                  <c:v>309</c:v>
                </c:pt>
                <c:pt idx="4722">
                  <c:v>309</c:v>
                </c:pt>
                <c:pt idx="4723">
                  <c:v>309</c:v>
                </c:pt>
                <c:pt idx="4724">
                  <c:v>309</c:v>
                </c:pt>
                <c:pt idx="4725">
                  <c:v>326</c:v>
                </c:pt>
                <c:pt idx="4726">
                  <c:v>326</c:v>
                </c:pt>
                <c:pt idx="4727">
                  <c:v>326</c:v>
                </c:pt>
                <c:pt idx="4728">
                  <c:v>326</c:v>
                </c:pt>
                <c:pt idx="4729">
                  <c:v>326</c:v>
                </c:pt>
                <c:pt idx="4730">
                  <c:v>326</c:v>
                </c:pt>
                <c:pt idx="4731">
                  <c:v>326</c:v>
                </c:pt>
                <c:pt idx="4732">
                  <c:v>326</c:v>
                </c:pt>
                <c:pt idx="4733">
                  <c:v>326</c:v>
                </c:pt>
                <c:pt idx="4734">
                  <c:v>326</c:v>
                </c:pt>
                <c:pt idx="4735">
                  <c:v>326</c:v>
                </c:pt>
                <c:pt idx="4736">
                  <c:v>326</c:v>
                </c:pt>
                <c:pt idx="4737">
                  <c:v>326</c:v>
                </c:pt>
                <c:pt idx="4738">
                  <c:v>326</c:v>
                </c:pt>
                <c:pt idx="4739">
                  <c:v>326</c:v>
                </c:pt>
                <c:pt idx="4740">
                  <c:v>326</c:v>
                </c:pt>
                <c:pt idx="4741">
                  <c:v>326</c:v>
                </c:pt>
                <c:pt idx="4742">
                  <c:v>326</c:v>
                </c:pt>
                <c:pt idx="4743">
                  <c:v>326</c:v>
                </c:pt>
                <c:pt idx="4744">
                  <c:v>326</c:v>
                </c:pt>
                <c:pt idx="4745">
                  <c:v>326</c:v>
                </c:pt>
                <c:pt idx="4746">
                  <c:v>326</c:v>
                </c:pt>
                <c:pt idx="4747">
                  <c:v>326</c:v>
                </c:pt>
                <c:pt idx="4748">
                  <c:v>326</c:v>
                </c:pt>
                <c:pt idx="4749">
                  <c:v>326</c:v>
                </c:pt>
                <c:pt idx="4750">
                  <c:v>326</c:v>
                </c:pt>
                <c:pt idx="4751">
                  <c:v>326</c:v>
                </c:pt>
                <c:pt idx="4752">
                  <c:v>326</c:v>
                </c:pt>
                <c:pt idx="4753">
                  <c:v>326</c:v>
                </c:pt>
                <c:pt idx="4754">
                  <c:v>326</c:v>
                </c:pt>
                <c:pt idx="4755">
                  <c:v>326</c:v>
                </c:pt>
                <c:pt idx="4756">
                  <c:v>326</c:v>
                </c:pt>
                <c:pt idx="4757">
                  <c:v>326</c:v>
                </c:pt>
                <c:pt idx="4758">
                  <c:v>350</c:v>
                </c:pt>
                <c:pt idx="4759">
                  <c:v>350</c:v>
                </c:pt>
                <c:pt idx="4760">
                  <c:v>350</c:v>
                </c:pt>
                <c:pt idx="4761">
                  <c:v>350</c:v>
                </c:pt>
                <c:pt idx="4762">
                  <c:v>350</c:v>
                </c:pt>
                <c:pt idx="4763">
                  <c:v>350</c:v>
                </c:pt>
                <c:pt idx="4764">
                  <c:v>350</c:v>
                </c:pt>
                <c:pt idx="4765">
                  <c:v>350</c:v>
                </c:pt>
                <c:pt idx="4766">
                  <c:v>350</c:v>
                </c:pt>
                <c:pt idx="4767">
                  <c:v>350</c:v>
                </c:pt>
                <c:pt idx="4768">
                  <c:v>350</c:v>
                </c:pt>
                <c:pt idx="4769">
                  <c:v>350</c:v>
                </c:pt>
                <c:pt idx="4770">
                  <c:v>350</c:v>
                </c:pt>
                <c:pt idx="4771">
                  <c:v>350</c:v>
                </c:pt>
                <c:pt idx="4772">
                  <c:v>350</c:v>
                </c:pt>
                <c:pt idx="4773">
                  <c:v>350</c:v>
                </c:pt>
                <c:pt idx="4774">
                  <c:v>350</c:v>
                </c:pt>
                <c:pt idx="4775">
                  <c:v>350</c:v>
                </c:pt>
                <c:pt idx="4776">
                  <c:v>350</c:v>
                </c:pt>
                <c:pt idx="4777">
                  <c:v>350</c:v>
                </c:pt>
                <c:pt idx="4778">
                  <c:v>350</c:v>
                </c:pt>
                <c:pt idx="4779">
                  <c:v>350</c:v>
                </c:pt>
                <c:pt idx="4780">
                  <c:v>374</c:v>
                </c:pt>
                <c:pt idx="4781">
                  <c:v>374</c:v>
                </c:pt>
                <c:pt idx="4782">
                  <c:v>374</c:v>
                </c:pt>
                <c:pt idx="4783">
                  <c:v>374</c:v>
                </c:pt>
                <c:pt idx="4784">
                  <c:v>374</c:v>
                </c:pt>
                <c:pt idx="4785">
                  <c:v>350</c:v>
                </c:pt>
                <c:pt idx="4786">
                  <c:v>350</c:v>
                </c:pt>
                <c:pt idx="4787">
                  <c:v>350</c:v>
                </c:pt>
                <c:pt idx="4788">
                  <c:v>350</c:v>
                </c:pt>
                <c:pt idx="4789">
                  <c:v>350</c:v>
                </c:pt>
                <c:pt idx="4790">
                  <c:v>350</c:v>
                </c:pt>
                <c:pt idx="4791">
                  <c:v>350</c:v>
                </c:pt>
                <c:pt idx="4792">
                  <c:v>350</c:v>
                </c:pt>
                <c:pt idx="4793">
                  <c:v>350</c:v>
                </c:pt>
                <c:pt idx="4794">
                  <c:v>350</c:v>
                </c:pt>
                <c:pt idx="4795">
                  <c:v>350</c:v>
                </c:pt>
                <c:pt idx="4796">
                  <c:v>350</c:v>
                </c:pt>
                <c:pt idx="4797">
                  <c:v>350</c:v>
                </c:pt>
                <c:pt idx="4798">
                  <c:v>350</c:v>
                </c:pt>
                <c:pt idx="4799">
                  <c:v>350</c:v>
                </c:pt>
                <c:pt idx="4800">
                  <c:v>350</c:v>
                </c:pt>
                <c:pt idx="4801">
                  <c:v>350</c:v>
                </c:pt>
                <c:pt idx="4802">
                  <c:v>350</c:v>
                </c:pt>
                <c:pt idx="4803">
                  <c:v>362</c:v>
                </c:pt>
                <c:pt idx="4804">
                  <c:v>362</c:v>
                </c:pt>
                <c:pt idx="4805">
                  <c:v>362</c:v>
                </c:pt>
                <c:pt idx="4806">
                  <c:v>374</c:v>
                </c:pt>
                <c:pt idx="4807">
                  <c:v>398</c:v>
                </c:pt>
                <c:pt idx="4808">
                  <c:v>398</c:v>
                </c:pt>
                <c:pt idx="4809">
                  <c:v>398</c:v>
                </c:pt>
                <c:pt idx="4810">
                  <c:v>398</c:v>
                </c:pt>
                <c:pt idx="4811">
                  <c:v>398</c:v>
                </c:pt>
                <c:pt idx="4812">
                  <c:v>398</c:v>
                </c:pt>
                <c:pt idx="4813">
                  <c:v>398</c:v>
                </c:pt>
                <c:pt idx="4814">
                  <c:v>398</c:v>
                </c:pt>
                <c:pt idx="4815">
                  <c:v>398</c:v>
                </c:pt>
                <c:pt idx="4816">
                  <c:v>398</c:v>
                </c:pt>
                <c:pt idx="4817">
                  <c:v>398</c:v>
                </c:pt>
                <c:pt idx="4818">
                  <c:v>398</c:v>
                </c:pt>
                <c:pt idx="4819">
                  <c:v>398</c:v>
                </c:pt>
                <c:pt idx="4820">
                  <c:v>374</c:v>
                </c:pt>
                <c:pt idx="4821">
                  <c:v>99</c:v>
                </c:pt>
                <c:pt idx="4822">
                  <c:v>99</c:v>
                </c:pt>
                <c:pt idx="4823">
                  <c:v>99</c:v>
                </c:pt>
                <c:pt idx="4824">
                  <c:v>99</c:v>
                </c:pt>
                <c:pt idx="4825">
                  <c:v>99</c:v>
                </c:pt>
                <c:pt idx="4826">
                  <c:v>99</c:v>
                </c:pt>
                <c:pt idx="4827">
                  <c:v>99</c:v>
                </c:pt>
                <c:pt idx="4828">
                  <c:v>99</c:v>
                </c:pt>
                <c:pt idx="4829">
                  <c:v>99</c:v>
                </c:pt>
                <c:pt idx="4830">
                  <c:v>99</c:v>
                </c:pt>
                <c:pt idx="4831">
                  <c:v>99</c:v>
                </c:pt>
                <c:pt idx="4832">
                  <c:v>99</c:v>
                </c:pt>
                <c:pt idx="4833">
                  <c:v>99</c:v>
                </c:pt>
                <c:pt idx="4834">
                  <c:v>99</c:v>
                </c:pt>
                <c:pt idx="4835">
                  <c:v>99</c:v>
                </c:pt>
                <c:pt idx="4836">
                  <c:v>99</c:v>
                </c:pt>
                <c:pt idx="4837">
                  <c:v>99</c:v>
                </c:pt>
                <c:pt idx="4838">
                  <c:v>123</c:v>
                </c:pt>
                <c:pt idx="4839">
                  <c:v>123</c:v>
                </c:pt>
                <c:pt idx="4840">
                  <c:v>123</c:v>
                </c:pt>
                <c:pt idx="4841">
                  <c:v>123</c:v>
                </c:pt>
                <c:pt idx="4842">
                  <c:v>123</c:v>
                </c:pt>
                <c:pt idx="4843">
                  <c:v>123</c:v>
                </c:pt>
                <c:pt idx="4844">
                  <c:v>123</c:v>
                </c:pt>
                <c:pt idx="4845">
                  <c:v>123</c:v>
                </c:pt>
                <c:pt idx="4846">
                  <c:v>123</c:v>
                </c:pt>
                <c:pt idx="4847">
                  <c:v>123</c:v>
                </c:pt>
                <c:pt idx="4848">
                  <c:v>123</c:v>
                </c:pt>
                <c:pt idx="4849">
                  <c:v>123</c:v>
                </c:pt>
                <c:pt idx="4850">
                  <c:v>123</c:v>
                </c:pt>
                <c:pt idx="4851">
                  <c:v>123</c:v>
                </c:pt>
                <c:pt idx="4852">
                  <c:v>123</c:v>
                </c:pt>
                <c:pt idx="4853">
                  <c:v>173</c:v>
                </c:pt>
                <c:pt idx="4854">
                  <c:v>173</c:v>
                </c:pt>
                <c:pt idx="4855">
                  <c:v>173</c:v>
                </c:pt>
                <c:pt idx="4856">
                  <c:v>173</c:v>
                </c:pt>
                <c:pt idx="4857">
                  <c:v>173</c:v>
                </c:pt>
                <c:pt idx="4858">
                  <c:v>173</c:v>
                </c:pt>
                <c:pt idx="4859">
                  <c:v>173</c:v>
                </c:pt>
                <c:pt idx="4860">
                  <c:v>173</c:v>
                </c:pt>
                <c:pt idx="4861">
                  <c:v>173</c:v>
                </c:pt>
                <c:pt idx="4862">
                  <c:v>173</c:v>
                </c:pt>
                <c:pt idx="4863">
                  <c:v>173</c:v>
                </c:pt>
                <c:pt idx="4864">
                  <c:v>149</c:v>
                </c:pt>
                <c:pt idx="4865">
                  <c:v>149</c:v>
                </c:pt>
                <c:pt idx="4866">
                  <c:v>149</c:v>
                </c:pt>
                <c:pt idx="4867">
                  <c:v>149</c:v>
                </c:pt>
                <c:pt idx="4868">
                  <c:v>149</c:v>
                </c:pt>
                <c:pt idx="4869">
                  <c:v>149</c:v>
                </c:pt>
                <c:pt idx="4870">
                  <c:v>149</c:v>
                </c:pt>
                <c:pt idx="4871">
                  <c:v>144.19999999999999</c:v>
                </c:pt>
                <c:pt idx="4872">
                  <c:v>137</c:v>
                </c:pt>
                <c:pt idx="4873">
                  <c:v>132.19999999999999</c:v>
                </c:pt>
                <c:pt idx="4874">
                  <c:v>132.19999999999999</c:v>
                </c:pt>
                <c:pt idx="4875">
                  <c:v>132.19999999999999</c:v>
                </c:pt>
                <c:pt idx="4876">
                  <c:v>132.19999999999999</c:v>
                </c:pt>
                <c:pt idx="4877">
                  <c:v>132.19999999999999</c:v>
                </c:pt>
                <c:pt idx="4878">
                  <c:v>132.19999999999999</c:v>
                </c:pt>
                <c:pt idx="4879">
                  <c:v>132.19999999999999</c:v>
                </c:pt>
                <c:pt idx="4880">
                  <c:v>120.2</c:v>
                </c:pt>
                <c:pt idx="4881">
                  <c:v>120.2</c:v>
                </c:pt>
                <c:pt idx="4882">
                  <c:v>120.2</c:v>
                </c:pt>
                <c:pt idx="4883">
                  <c:v>108.2</c:v>
                </c:pt>
                <c:pt idx="4884">
                  <c:v>108.2</c:v>
                </c:pt>
                <c:pt idx="4885">
                  <c:v>108.2</c:v>
                </c:pt>
                <c:pt idx="4886">
                  <c:v>108.2</c:v>
                </c:pt>
                <c:pt idx="4887">
                  <c:v>108.2</c:v>
                </c:pt>
                <c:pt idx="4888">
                  <c:v>108.2</c:v>
                </c:pt>
                <c:pt idx="4889">
                  <c:v>108.2</c:v>
                </c:pt>
                <c:pt idx="4890">
                  <c:v>108.2</c:v>
                </c:pt>
                <c:pt idx="4891">
                  <c:v>108.2</c:v>
                </c:pt>
                <c:pt idx="4892">
                  <c:v>108.2</c:v>
                </c:pt>
                <c:pt idx="4893">
                  <c:v>108.2</c:v>
                </c:pt>
                <c:pt idx="4894">
                  <c:v>108.2</c:v>
                </c:pt>
                <c:pt idx="4895">
                  <c:v>108.2</c:v>
                </c:pt>
                <c:pt idx="4896">
                  <c:v>108.2</c:v>
                </c:pt>
                <c:pt idx="4897">
                  <c:v>120.2</c:v>
                </c:pt>
                <c:pt idx="4898">
                  <c:v>156.19999999999999</c:v>
                </c:pt>
                <c:pt idx="4899">
                  <c:v>156.19999999999999</c:v>
                </c:pt>
                <c:pt idx="4900">
                  <c:v>156.19999999999999</c:v>
                </c:pt>
                <c:pt idx="4901">
                  <c:v>156.19999999999999</c:v>
                </c:pt>
                <c:pt idx="4902">
                  <c:v>156.19999999999999</c:v>
                </c:pt>
                <c:pt idx="4903">
                  <c:v>156.19999999999999</c:v>
                </c:pt>
                <c:pt idx="4904">
                  <c:v>156.19999999999999</c:v>
                </c:pt>
                <c:pt idx="4905">
                  <c:v>156.19999999999999</c:v>
                </c:pt>
                <c:pt idx="4906">
                  <c:v>178.2</c:v>
                </c:pt>
                <c:pt idx="4907">
                  <c:v>178.2</c:v>
                </c:pt>
                <c:pt idx="4908">
                  <c:v>178.2</c:v>
                </c:pt>
                <c:pt idx="4909">
                  <c:v>178.2</c:v>
                </c:pt>
                <c:pt idx="4910">
                  <c:v>178.2</c:v>
                </c:pt>
                <c:pt idx="4911">
                  <c:v>171</c:v>
                </c:pt>
                <c:pt idx="4912">
                  <c:v>171</c:v>
                </c:pt>
                <c:pt idx="4913">
                  <c:v>171</c:v>
                </c:pt>
                <c:pt idx="4914">
                  <c:v>171</c:v>
                </c:pt>
                <c:pt idx="4915">
                  <c:v>183</c:v>
                </c:pt>
                <c:pt idx="4916">
                  <c:v>183</c:v>
                </c:pt>
                <c:pt idx="4917">
                  <c:v>183</c:v>
                </c:pt>
                <c:pt idx="4918">
                  <c:v>183</c:v>
                </c:pt>
                <c:pt idx="4919">
                  <c:v>145</c:v>
                </c:pt>
                <c:pt idx="4920">
                  <c:v>145</c:v>
                </c:pt>
                <c:pt idx="4921">
                  <c:v>145</c:v>
                </c:pt>
                <c:pt idx="4922">
                  <c:v>145</c:v>
                </c:pt>
                <c:pt idx="4923">
                  <c:v>145</c:v>
                </c:pt>
                <c:pt idx="4924">
                  <c:v>280</c:v>
                </c:pt>
                <c:pt idx="4925">
                  <c:v>304</c:v>
                </c:pt>
                <c:pt idx="4926">
                  <c:v>304</c:v>
                </c:pt>
                <c:pt idx="4927">
                  <c:v>304</c:v>
                </c:pt>
                <c:pt idx="4928">
                  <c:v>304</c:v>
                </c:pt>
                <c:pt idx="4929">
                  <c:v>304</c:v>
                </c:pt>
                <c:pt idx="4930">
                  <c:v>304</c:v>
                </c:pt>
                <c:pt idx="4931">
                  <c:v>304</c:v>
                </c:pt>
                <c:pt idx="4932">
                  <c:v>304</c:v>
                </c:pt>
                <c:pt idx="4933">
                  <c:v>304</c:v>
                </c:pt>
                <c:pt idx="4934">
                  <c:v>280</c:v>
                </c:pt>
                <c:pt idx="4935">
                  <c:v>280</c:v>
                </c:pt>
                <c:pt idx="4936">
                  <c:v>280</c:v>
                </c:pt>
                <c:pt idx="4937">
                  <c:v>280</c:v>
                </c:pt>
                <c:pt idx="4938">
                  <c:v>280</c:v>
                </c:pt>
                <c:pt idx="4939">
                  <c:v>256</c:v>
                </c:pt>
                <c:pt idx="4940">
                  <c:v>256</c:v>
                </c:pt>
                <c:pt idx="4941">
                  <c:v>206</c:v>
                </c:pt>
                <c:pt idx="4942">
                  <c:v>206</c:v>
                </c:pt>
                <c:pt idx="4943">
                  <c:v>206</c:v>
                </c:pt>
                <c:pt idx="4944">
                  <c:v>206</c:v>
                </c:pt>
                <c:pt idx="4945">
                  <c:v>206</c:v>
                </c:pt>
                <c:pt idx="4946">
                  <c:v>206</c:v>
                </c:pt>
                <c:pt idx="4947">
                  <c:v>206</c:v>
                </c:pt>
                <c:pt idx="4948">
                  <c:v>206</c:v>
                </c:pt>
                <c:pt idx="4949">
                  <c:v>281</c:v>
                </c:pt>
                <c:pt idx="4950">
                  <c:v>281</c:v>
                </c:pt>
                <c:pt idx="4951">
                  <c:v>281</c:v>
                </c:pt>
                <c:pt idx="4952">
                  <c:v>281</c:v>
                </c:pt>
                <c:pt idx="4953">
                  <c:v>281</c:v>
                </c:pt>
                <c:pt idx="4954">
                  <c:v>329</c:v>
                </c:pt>
                <c:pt idx="4955">
                  <c:v>329</c:v>
                </c:pt>
                <c:pt idx="4956">
                  <c:v>329</c:v>
                </c:pt>
                <c:pt idx="4957">
                  <c:v>329</c:v>
                </c:pt>
                <c:pt idx="4958">
                  <c:v>329</c:v>
                </c:pt>
                <c:pt idx="4959">
                  <c:v>329</c:v>
                </c:pt>
                <c:pt idx="4960">
                  <c:v>329</c:v>
                </c:pt>
                <c:pt idx="4961">
                  <c:v>329</c:v>
                </c:pt>
                <c:pt idx="4962">
                  <c:v>329</c:v>
                </c:pt>
                <c:pt idx="4963">
                  <c:v>329</c:v>
                </c:pt>
                <c:pt idx="4964">
                  <c:v>329</c:v>
                </c:pt>
                <c:pt idx="4965">
                  <c:v>329</c:v>
                </c:pt>
                <c:pt idx="4966">
                  <c:v>329</c:v>
                </c:pt>
                <c:pt idx="4967">
                  <c:v>305</c:v>
                </c:pt>
                <c:pt idx="4968">
                  <c:v>305</c:v>
                </c:pt>
                <c:pt idx="4969">
                  <c:v>305</c:v>
                </c:pt>
                <c:pt idx="4970">
                  <c:v>305</c:v>
                </c:pt>
                <c:pt idx="4971">
                  <c:v>305</c:v>
                </c:pt>
                <c:pt idx="4972">
                  <c:v>305</c:v>
                </c:pt>
                <c:pt idx="4973">
                  <c:v>305</c:v>
                </c:pt>
                <c:pt idx="4974">
                  <c:v>305</c:v>
                </c:pt>
                <c:pt idx="4975">
                  <c:v>305</c:v>
                </c:pt>
                <c:pt idx="4976">
                  <c:v>305</c:v>
                </c:pt>
                <c:pt idx="4977">
                  <c:v>280</c:v>
                </c:pt>
                <c:pt idx="4978">
                  <c:v>280</c:v>
                </c:pt>
                <c:pt idx="4979">
                  <c:v>280</c:v>
                </c:pt>
                <c:pt idx="4980">
                  <c:v>280</c:v>
                </c:pt>
                <c:pt idx="4981">
                  <c:v>280</c:v>
                </c:pt>
                <c:pt idx="4982">
                  <c:v>268</c:v>
                </c:pt>
                <c:pt idx="4983">
                  <c:v>268</c:v>
                </c:pt>
                <c:pt idx="4984">
                  <c:v>268</c:v>
                </c:pt>
                <c:pt idx="4985">
                  <c:v>268</c:v>
                </c:pt>
                <c:pt idx="4986">
                  <c:v>268</c:v>
                </c:pt>
                <c:pt idx="4987">
                  <c:v>268</c:v>
                </c:pt>
                <c:pt idx="4988">
                  <c:v>268</c:v>
                </c:pt>
                <c:pt idx="4989">
                  <c:v>268</c:v>
                </c:pt>
                <c:pt idx="4990">
                  <c:v>268</c:v>
                </c:pt>
                <c:pt idx="4991">
                  <c:v>285</c:v>
                </c:pt>
                <c:pt idx="4992">
                  <c:v>290</c:v>
                </c:pt>
                <c:pt idx="4993">
                  <c:v>290</c:v>
                </c:pt>
                <c:pt idx="4994">
                  <c:v>290</c:v>
                </c:pt>
                <c:pt idx="4995">
                  <c:v>290</c:v>
                </c:pt>
                <c:pt idx="4996">
                  <c:v>290</c:v>
                </c:pt>
                <c:pt idx="4997">
                  <c:v>290</c:v>
                </c:pt>
                <c:pt idx="4998">
                  <c:v>307</c:v>
                </c:pt>
                <c:pt idx="4999">
                  <c:v>307</c:v>
                </c:pt>
                <c:pt idx="5000">
                  <c:v>307</c:v>
                </c:pt>
                <c:pt idx="5001">
                  <c:v>307</c:v>
                </c:pt>
                <c:pt idx="5002">
                  <c:v>307</c:v>
                </c:pt>
                <c:pt idx="5003">
                  <c:v>307</c:v>
                </c:pt>
                <c:pt idx="5004">
                  <c:v>307</c:v>
                </c:pt>
                <c:pt idx="5005">
                  <c:v>307</c:v>
                </c:pt>
                <c:pt idx="5006">
                  <c:v>307</c:v>
                </c:pt>
                <c:pt idx="5007">
                  <c:v>307</c:v>
                </c:pt>
                <c:pt idx="5008">
                  <c:v>307</c:v>
                </c:pt>
                <c:pt idx="5009">
                  <c:v>307</c:v>
                </c:pt>
                <c:pt idx="5010">
                  <c:v>307</c:v>
                </c:pt>
                <c:pt idx="5011">
                  <c:v>307</c:v>
                </c:pt>
                <c:pt idx="5012">
                  <c:v>307</c:v>
                </c:pt>
                <c:pt idx="5013">
                  <c:v>307</c:v>
                </c:pt>
                <c:pt idx="5014">
                  <c:v>307</c:v>
                </c:pt>
                <c:pt idx="5015">
                  <c:v>307</c:v>
                </c:pt>
                <c:pt idx="5016">
                  <c:v>307</c:v>
                </c:pt>
                <c:pt idx="5017">
                  <c:v>307</c:v>
                </c:pt>
                <c:pt idx="5018">
                  <c:v>307</c:v>
                </c:pt>
                <c:pt idx="5019">
                  <c:v>382</c:v>
                </c:pt>
                <c:pt idx="5020">
                  <c:v>382</c:v>
                </c:pt>
                <c:pt idx="5021">
                  <c:v>382</c:v>
                </c:pt>
                <c:pt idx="5022">
                  <c:v>382</c:v>
                </c:pt>
                <c:pt idx="5023">
                  <c:v>382</c:v>
                </c:pt>
                <c:pt idx="5024">
                  <c:v>382</c:v>
                </c:pt>
                <c:pt idx="5025">
                  <c:v>382</c:v>
                </c:pt>
                <c:pt idx="5026">
                  <c:v>382</c:v>
                </c:pt>
                <c:pt idx="5027">
                  <c:v>382</c:v>
                </c:pt>
                <c:pt idx="5028">
                  <c:v>382</c:v>
                </c:pt>
                <c:pt idx="5029">
                  <c:v>382</c:v>
                </c:pt>
                <c:pt idx="5030">
                  <c:v>382</c:v>
                </c:pt>
                <c:pt idx="5031">
                  <c:v>382</c:v>
                </c:pt>
                <c:pt idx="5032">
                  <c:v>382</c:v>
                </c:pt>
                <c:pt idx="5033">
                  <c:v>382</c:v>
                </c:pt>
                <c:pt idx="5034">
                  <c:v>382</c:v>
                </c:pt>
                <c:pt idx="5035">
                  <c:v>382</c:v>
                </c:pt>
                <c:pt idx="5036">
                  <c:v>382</c:v>
                </c:pt>
                <c:pt idx="5037">
                  <c:v>382</c:v>
                </c:pt>
                <c:pt idx="5038">
                  <c:v>382</c:v>
                </c:pt>
                <c:pt idx="5039">
                  <c:v>382</c:v>
                </c:pt>
                <c:pt idx="5040">
                  <c:v>382</c:v>
                </c:pt>
                <c:pt idx="5041">
                  <c:v>382</c:v>
                </c:pt>
                <c:pt idx="5042">
                  <c:v>382</c:v>
                </c:pt>
                <c:pt idx="5043">
                  <c:v>382</c:v>
                </c:pt>
                <c:pt idx="5044">
                  <c:v>422</c:v>
                </c:pt>
                <c:pt idx="5045">
                  <c:v>422</c:v>
                </c:pt>
                <c:pt idx="5046">
                  <c:v>422</c:v>
                </c:pt>
                <c:pt idx="5047">
                  <c:v>422</c:v>
                </c:pt>
                <c:pt idx="5048">
                  <c:v>377</c:v>
                </c:pt>
                <c:pt idx="5049">
                  <c:v>377</c:v>
                </c:pt>
                <c:pt idx="5050">
                  <c:v>377</c:v>
                </c:pt>
                <c:pt idx="5051">
                  <c:v>377</c:v>
                </c:pt>
                <c:pt idx="5052">
                  <c:v>377</c:v>
                </c:pt>
                <c:pt idx="5053">
                  <c:v>377</c:v>
                </c:pt>
                <c:pt idx="5054">
                  <c:v>377</c:v>
                </c:pt>
                <c:pt idx="5055">
                  <c:v>377</c:v>
                </c:pt>
                <c:pt idx="5056">
                  <c:v>377</c:v>
                </c:pt>
                <c:pt idx="5057">
                  <c:v>377</c:v>
                </c:pt>
                <c:pt idx="5058">
                  <c:v>377</c:v>
                </c:pt>
                <c:pt idx="5059">
                  <c:v>377</c:v>
                </c:pt>
                <c:pt idx="5060">
                  <c:v>377</c:v>
                </c:pt>
                <c:pt idx="5061">
                  <c:v>377</c:v>
                </c:pt>
                <c:pt idx="5062">
                  <c:v>377</c:v>
                </c:pt>
                <c:pt idx="5063">
                  <c:v>377</c:v>
                </c:pt>
                <c:pt idx="5064">
                  <c:v>377</c:v>
                </c:pt>
                <c:pt idx="5065">
                  <c:v>377</c:v>
                </c:pt>
                <c:pt idx="5066">
                  <c:v>377</c:v>
                </c:pt>
                <c:pt idx="5067">
                  <c:v>377</c:v>
                </c:pt>
                <c:pt idx="5068">
                  <c:v>377</c:v>
                </c:pt>
                <c:pt idx="5069">
                  <c:v>377</c:v>
                </c:pt>
                <c:pt idx="5070">
                  <c:v>377</c:v>
                </c:pt>
                <c:pt idx="5071">
                  <c:v>377</c:v>
                </c:pt>
                <c:pt idx="5072">
                  <c:v>377</c:v>
                </c:pt>
                <c:pt idx="5073">
                  <c:v>377</c:v>
                </c:pt>
                <c:pt idx="5074">
                  <c:v>377</c:v>
                </c:pt>
                <c:pt idx="5075">
                  <c:v>377</c:v>
                </c:pt>
                <c:pt idx="5076">
                  <c:v>347</c:v>
                </c:pt>
                <c:pt idx="5077">
                  <c:v>347</c:v>
                </c:pt>
                <c:pt idx="5078">
                  <c:v>347</c:v>
                </c:pt>
                <c:pt idx="5079">
                  <c:v>347</c:v>
                </c:pt>
                <c:pt idx="5080">
                  <c:v>347</c:v>
                </c:pt>
                <c:pt idx="5081">
                  <c:v>347</c:v>
                </c:pt>
                <c:pt idx="5082">
                  <c:v>347</c:v>
                </c:pt>
                <c:pt idx="5083">
                  <c:v>347</c:v>
                </c:pt>
                <c:pt idx="5084">
                  <c:v>347</c:v>
                </c:pt>
                <c:pt idx="5085">
                  <c:v>347</c:v>
                </c:pt>
                <c:pt idx="5086">
                  <c:v>347</c:v>
                </c:pt>
                <c:pt idx="5087">
                  <c:v>347</c:v>
                </c:pt>
                <c:pt idx="5088">
                  <c:v>347</c:v>
                </c:pt>
                <c:pt idx="5089">
                  <c:v>347</c:v>
                </c:pt>
                <c:pt idx="5090">
                  <c:v>347</c:v>
                </c:pt>
                <c:pt idx="5091">
                  <c:v>347</c:v>
                </c:pt>
                <c:pt idx="5092">
                  <c:v>347</c:v>
                </c:pt>
                <c:pt idx="5093">
                  <c:v>347</c:v>
                </c:pt>
                <c:pt idx="5094">
                  <c:v>347</c:v>
                </c:pt>
                <c:pt idx="5095">
                  <c:v>347</c:v>
                </c:pt>
                <c:pt idx="5096">
                  <c:v>347</c:v>
                </c:pt>
                <c:pt idx="5097">
                  <c:v>347</c:v>
                </c:pt>
                <c:pt idx="5098">
                  <c:v>347</c:v>
                </c:pt>
                <c:pt idx="5099">
                  <c:v>347</c:v>
                </c:pt>
                <c:pt idx="5100">
                  <c:v>347</c:v>
                </c:pt>
                <c:pt idx="5101">
                  <c:v>347</c:v>
                </c:pt>
                <c:pt idx="5102">
                  <c:v>357</c:v>
                </c:pt>
                <c:pt idx="5103">
                  <c:v>357</c:v>
                </c:pt>
                <c:pt idx="5104">
                  <c:v>357</c:v>
                </c:pt>
                <c:pt idx="5105">
                  <c:v>357</c:v>
                </c:pt>
                <c:pt idx="5106">
                  <c:v>357</c:v>
                </c:pt>
                <c:pt idx="5107">
                  <c:v>357</c:v>
                </c:pt>
                <c:pt idx="5108">
                  <c:v>357</c:v>
                </c:pt>
                <c:pt idx="5109">
                  <c:v>297</c:v>
                </c:pt>
                <c:pt idx="5110">
                  <c:v>357</c:v>
                </c:pt>
                <c:pt idx="5111">
                  <c:v>297</c:v>
                </c:pt>
                <c:pt idx="5112">
                  <c:v>297</c:v>
                </c:pt>
                <c:pt idx="5113">
                  <c:v>297</c:v>
                </c:pt>
                <c:pt idx="5114">
                  <c:v>297</c:v>
                </c:pt>
                <c:pt idx="5115">
                  <c:v>297</c:v>
                </c:pt>
                <c:pt idx="5116">
                  <c:v>347</c:v>
                </c:pt>
                <c:pt idx="5117">
                  <c:v>347</c:v>
                </c:pt>
                <c:pt idx="5118">
                  <c:v>347</c:v>
                </c:pt>
                <c:pt idx="5119">
                  <c:v>347</c:v>
                </c:pt>
                <c:pt idx="5120">
                  <c:v>347</c:v>
                </c:pt>
                <c:pt idx="5121">
                  <c:v>347</c:v>
                </c:pt>
                <c:pt idx="5122">
                  <c:v>347</c:v>
                </c:pt>
                <c:pt idx="5123">
                  <c:v>347</c:v>
                </c:pt>
                <c:pt idx="5124">
                  <c:v>347</c:v>
                </c:pt>
                <c:pt idx="5125">
                  <c:v>347</c:v>
                </c:pt>
                <c:pt idx="5126">
                  <c:v>347</c:v>
                </c:pt>
                <c:pt idx="5127">
                  <c:v>347</c:v>
                </c:pt>
                <c:pt idx="5128">
                  <c:v>317</c:v>
                </c:pt>
                <c:pt idx="5129">
                  <c:v>317</c:v>
                </c:pt>
                <c:pt idx="5130">
                  <c:v>317</c:v>
                </c:pt>
                <c:pt idx="5131">
                  <c:v>317</c:v>
                </c:pt>
                <c:pt idx="5132">
                  <c:v>317</c:v>
                </c:pt>
                <c:pt idx="5133">
                  <c:v>317</c:v>
                </c:pt>
                <c:pt idx="5134">
                  <c:v>317</c:v>
                </c:pt>
                <c:pt idx="5135">
                  <c:v>317</c:v>
                </c:pt>
                <c:pt idx="5136">
                  <c:v>317</c:v>
                </c:pt>
                <c:pt idx="5137">
                  <c:v>317</c:v>
                </c:pt>
                <c:pt idx="5138">
                  <c:v>317</c:v>
                </c:pt>
                <c:pt idx="5139">
                  <c:v>227</c:v>
                </c:pt>
                <c:pt idx="5140">
                  <c:v>227</c:v>
                </c:pt>
                <c:pt idx="5141">
                  <c:v>227</c:v>
                </c:pt>
                <c:pt idx="5142">
                  <c:v>227</c:v>
                </c:pt>
                <c:pt idx="5143">
                  <c:v>227</c:v>
                </c:pt>
                <c:pt idx="5144">
                  <c:v>227</c:v>
                </c:pt>
                <c:pt idx="5145">
                  <c:v>227</c:v>
                </c:pt>
                <c:pt idx="5146">
                  <c:v>227</c:v>
                </c:pt>
                <c:pt idx="5147">
                  <c:v>227</c:v>
                </c:pt>
                <c:pt idx="5148">
                  <c:v>227</c:v>
                </c:pt>
                <c:pt idx="5149">
                  <c:v>227</c:v>
                </c:pt>
                <c:pt idx="5150">
                  <c:v>227</c:v>
                </c:pt>
                <c:pt idx="5151">
                  <c:v>227</c:v>
                </c:pt>
                <c:pt idx="5152">
                  <c:v>227</c:v>
                </c:pt>
                <c:pt idx="5153">
                  <c:v>227</c:v>
                </c:pt>
                <c:pt idx="5154">
                  <c:v>227</c:v>
                </c:pt>
                <c:pt idx="5155">
                  <c:v>227</c:v>
                </c:pt>
                <c:pt idx="5156">
                  <c:v>227</c:v>
                </c:pt>
                <c:pt idx="5157">
                  <c:v>152</c:v>
                </c:pt>
                <c:pt idx="5158">
                  <c:v>152</c:v>
                </c:pt>
                <c:pt idx="5159">
                  <c:v>152</c:v>
                </c:pt>
                <c:pt idx="5160">
                  <c:v>152</c:v>
                </c:pt>
                <c:pt idx="5161">
                  <c:v>152</c:v>
                </c:pt>
                <c:pt idx="5162">
                  <c:v>152</c:v>
                </c:pt>
                <c:pt idx="5163">
                  <c:v>152</c:v>
                </c:pt>
                <c:pt idx="5164">
                  <c:v>302</c:v>
                </c:pt>
                <c:pt idx="5165">
                  <c:v>302</c:v>
                </c:pt>
                <c:pt idx="5166">
                  <c:v>302</c:v>
                </c:pt>
                <c:pt idx="5167">
                  <c:v>302</c:v>
                </c:pt>
                <c:pt idx="5168">
                  <c:v>302</c:v>
                </c:pt>
                <c:pt idx="5169">
                  <c:v>302</c:v>
                </c:pt>
                <c:pt idx="5170">
                  <c:v>302</c:v>
                </c:pt>
                <c:pt idx="5171">
                  <c:v>302</c:v>
                </c:pt>
                <c:pt idx="5172">
                  <c:v>302</c:v>
                </c:pt>
                <c:pt idx="5173">
                  <c:v>302</c:v>
                </c:pt>
                <c:pt idx="5174">
                  <c:v>302</c:v>
                </c:pt>
                <c:pt idx="5175">
                  <c:v>302</c:v>
                </c:pt>
                <c:pt idx="5176">
                  <c:v>302</c:v>
                </c:pt>
                <c:pt idx="5177">
                  <c:v>302</c:v>
                </c:pt>
                <c:pt idx="5178">
                  <c:v>302</c:v>
                </c:pt>
                <c:pt idx="5179">
                  <c:v>302</c:v>
                </c:pt>
                <c:pt idx="5180">
                  <c:v>302</c:v>
                </c:pt>
                <c:pt idx="5181">
                  <c:v>302</c:v>
                </c:pt>
                <c:pt idx="5182">
                  <c:v>302</c:v>
                </c:pt>
                <c:pt idx="5183">
                  <c:v>302</c:v>
                </c:pt>
                <c:pt idx="5184">
                  <c:v>302</c:v>
                </c:pt>
                <c:pt idx="5185">
                  <c:v>302</c:v>
                </c:pt>
                <c:pt idx="5186">
                  <c:v>302</c:v>
                </c:pt>
                <c:pt idx="5187">
                  <c:v>342</c:v>
                </c:pt>
                <c:pt idx="5188">
                  <c:v>342</c:v>
                </c:pt>
                <c:pt idx="5189">
                  <c:v>342</c:v>
                </c:pt>
                <c:pt idx="5190">
                  <c:v>342</c:v>
                </c:pt>
                <c:pt idx="5191">
                  <c:v>342</c:v>
                </c:pt>
                <c:pt idx="5192">
                  <c:v>342</c:v>
                </c:pt>
                <c:pt idx="5193">
                  <c:v>342</c:v>
                </c:pt>
                <c:pt idx="5194">
                  <c:v>342</c:v>
                </c:pt>
                <c:pt idx="5195">
                  <c:v>342</c:v>
                </c:pt>
                <c:pt idx="5196">
                  <c:v>342</c:v>
                </c:pt>
                <c:pt idx="5197">
                  <c:v>342</c:v>
                </c:pt>
                <c:pt idx="5198">
                  <c:v>342</c:v>
                </c:pt>
                <c:pt idx="5199">
                  <c:v>342</c:v>
                </c:pt>
                <c:pt idx="5200">
                  <c:v>342</c:v>
                </c:pt>
                <c:pt idx="5201">
                  <c:v>342</c:v>
                </c:pt>
                <c:pt idx="5202">
                  <c:v>342</c:v>
                </c:pt>
                <c:pt idx="5203">
                  <c:v>342</c:v>
                </c:pt>
                <c:pt idx="5204">
                  <c:v>342</c:v>
                </c:pt>
                <c:pt idx="5205">
                  <c:v>342</c:v>
                </c:pt>
                <c:pt idx="5206">
                  <c:v>342</c:v>
                </c:pt>
                <c:pt idx="5207">
                  <c:v>342</c:v>
                </c:pt>
                <c:pt idx="5208">
                  <c:v>342</c:v>
                </c:pt>
                <c:pt idx="5209">
                  <c:v>342</c:v>
                </c:pt>
                <c:pt idx="5210">
                  <c:v>342</c:v>
                </c:pt>
                <c:pt idx="5211">
                  <c:v>342</c:v>
                </c:pt>
                <c:pt idx="5212">
                  <c:v>342</c:v>
                </c:pt>
                <c:pt idx="5213">
                  <c:v>342</c:v>
                </c:pt>
                <c:pt idx="5214">
                  <c:v>342</c:v>
                </c:pt>
                <c:pt idx="5215">
                  <c:v>342</c:v>
                </c:pt>
                <c:pt idx="5216">
                  <c:v>342</c:v>
                </c:pt>
                <c:pt idx="5217">
                  <c:v>342</c:v>
                </c:pt>
                <c:pt idx="5218">
                  <c:v>342</c:v>
                </c:pt>
                <c:pt idx="5219">
                  <c:v>342</c:v>
                </c:pt>
                <c:pt idx="5220">
                  <c:v>342</c:v>
                </c:pt>
                <c:pt idx="5221">
                  <c:v>342</c:v>
                </c:pt>
                <c:pt idx="5222">
                  <c:v>342</c:v>
                </c:pt>
                <c:pt idx="5223">
                  <c:v>342</c:v>
                </c:pt>
                <c:pt idx="5224">
                  <c:v>342</c:v>
                </c:pt>
                <c:pt idx="5225">
                  <c:v>342</c:v>
                </c:pt>
                <c:pt idx="5226">
                  <c:v>342</c:v>
                </c:pt>
                <c:pt idx="5227">
                  <c:v>342</c:v>
                </c:pt>
                <c:pt idx="5228">
                  <c:v>342</c:v>
                </c:pt>
                <c:pt idx="5229">
                  <c:v>342</c:v>
                </c:pt>
                <c:pt idx="5230">
                  <c:v>342</c:v>
                </c:pt>
                <c:pt idx="5231">
                  <c:v>342</c:v>
                </c:pt>
                <c:pt idx="5232">
                  <c:v>342</c:v>
                </c:pt>
                <c:pt idx="5233">
                  <c:v>342</c:v>
                </c:pt>
                <c:pt idx="5234">
                  <c:v>342</c:v>
                </c:pt>
                <c:pt idx="5235">
                  <c:v>342</c:v>
                </c:pt>
                <c:pt idx="5236">
                  <c:v>342</c:v>
                </c:pt>
                <c:pt idx="5237">
                  <c:v>342</c:v>
                </c:pt>
                <c:pt idx="5238">
                  <c:v>342</c:v>
                </c:pt>
                <c:pt idx="5239">
                  <c:v>342</c:v>
                </c:pt>
                <c:pt idx="5240">
                  <c:v>342</c:v>
                </c:pt>
                <c:pt idx="5241">
                  <c:v>342</c:v>
                </c:pt>
                <c:pt idx="5242">
                  <c:v>342</c:v>
                </c:pt>
                <c:pt idx="5243">
                  <c:v>267</c:v>
                </c:pt>
                <c:pt idx="5244">
                  <c:v>267</c:v>
                </c:pt>
                <c:pt idx="5245">
                  <c:v>267</c:v>
                </c:pt>
                <c:pt idx="5246">
                  <c:v>267</c:v>
                </c:pt>
                <c:pt idx="5247">
                  <c:v>267</c:v>
                </c:pt>
                <c:pt idx="5248">
                  <c:v>182</c:v>
                </c:pt>
                <c:pt idx="5249">
                  <c:v>182</c:v>
                </c:pt>
                <c:pt idx="5250">
                  <c:v>182</c:v>
                </c:pt>
                <c:pt idx="5251">
                  <c:v>182</c:v>
                </c:pt>
                <c:pt idx="5252">
                  <c:v>182</c:v>
                </c:pt>
                <c:pt idx="5253">
                  <c:v>182</c:v>
                </c:pt>
                <c:pt idx="5254">
                  <c:v>182</c:v>
                </c:pt>
                <c:pt idx="5255">
                  <c:v>182</c:v>
                </c:pt>
                <c:pt idx="5256">
                  <c:v>137</c:v>
                </c:pt>
                <c:pt idx="5257">
                  <c:v>137</c:v>
                </c:pt>
                <c:pt idx="5258">
                  <c:v>137</c:v>
                </c:pt>
                <c:pt idx="5259">
                  <c:v>137</c:v>
                </c:pt>
                <c:pt idx="5260">
                  <c:v>137</c:v>
                </c:pt>
                <c:pt idx="5261">
                  <c:v>637</c:v>
                </c:pt>
                <c:pt idx="5262">
                  <c:v>637</c:v>
                </c:pt>
                <c:pt idx="5263">
                  <c:v>637</c:v>
                </c:pt>
                <c:pt idx="5264">
                  <c:v>637</c:v>
                </c:pt>
                <c:pt idx="5265">
                  <c:v>637</c:v>
                </c:pt>
                <c:pt idx="5266">
                  <c:v>469</c:v>
                </c:pt>
                <c:pt idx="5267">
                  <c:v>469</c:v>
                </c:pt>
                <c:pt idx="5268">
                  <c:v>469</c:v>
                </c:pt>
                <c:pt idx="5269">
                  <c:v>449.8</c:v>
                </c:pt>
                <c:pt idx="5270">
                  <c:v>445</c:v>
                </c:pt>
                <c:pt idx="5271">
                  <c:v>445</c:v>
                </c:pt>
                <c:pt idx="5272">
                  <c:v>445</c:v>
                </c:pt>
                <c:pt idx="5273">
                  <c:v>445</c:v>
                </c:pt>
                <c:pt idx="5274">
                  <c:v>445</c:v>
                </c:pt>
                <c:pt idx="5275">
                  <c:v>476.2</c:v>
                </c:pt>
                <c:pt idx="5276">
                  <c:v>476.2</c:v>
                </c:pt>
                <c:pt idx="5277">
                  <c:v>476.2</c:v>
                </c:pt>
                <c:pt idx="5278">
                  <c:v>493</c:v>
                </c:pt>
                <c:pt idx="5279">
                  <c:v>505</c:v>
                </c:pt>
                <c:pt idx="5280">
                  <c:v>505</c:v>
                </c:pt>
                <c:pt idx="5281">
                  <c:v>505</c:v>
                </c:pt>
                <c:pt idx="5282">
                  <c:v>434.8</c:v>
                </c:pt>
                <c:pt idx="5283">
                  <c:v>434.8</c:v>
                </c:pt>
                <c:pt idx="5284">
                  <c:v>430</c:v>
                </c:pt>
                <c:pt idx="5285">
                  <c:v>430</c:v>
                </c:pt>
                <c:pt idx="5286">
                  <c:v>430</c:v>
                </c:pt>
                <c:pt idx="5287">
                  <c:v>430</c:v>
                </c:pt>
                <c:pt idx="5288">
                  <c:v>430</c:v>
                </c:pt>
                <c:pt idx="5289">
                  <c:v>418</c:v>
                </c:pt>
                <c:pt idx="5290">
                  <c:v>413.2</c:v>
                </c:pt>
                <c:pt idx="5291">
                  <c:v>413.2</c:v>
                </c:pt>
                <c:pt idx="5292">
                  <c:v>413.2</c:v>
                </c:pt>
                <c:pt idx="5293">
                  <c:v>368.2</c:v>
                </c:pt>
                <c:pt idx="5294">
                  <c:v>368.2</c:v>
                </c:pt>
                <c:pt idx="5295">
                  <c:v>368.2</c:v>
                </c:pt>
                <c:pt idx="5296">
                  <c:v>368.2</c:v>
                </c:pt>
                <c:pt idx="5297">
                  <c:v>368.2</c:v>
                </c:pt>
                <c:pt idx="5298">
                  <c:v>368.2</c:v>
                </c:pt>
                <c:pt idx="5299">
                  <c:v>368.2</c:v>
                </c:pt>
                <c:pt idx="5300">
                  <c:v>380.2</c:v>
                </c:pt>
                <c:pt idx="5301">
                  <c:v>380.2</c:v>
                </c:pt>
                <c:pt idx="5302">
                  <c:v>380.2</c:v>
                </c:pt>
                <c:pt idx="5303">
                  <c:v>385</c:v>
                </c:pt>
                <c:pt idx="5304">
                  <c:v>385</c:v>
                </c:pt>
                <c:pt idx="5305">
                  <c:v>385</c:v>
                </c:pt>
                <c:pt idx="5306">
                  <c:v>385</c:v>
                </c:pt>
                <c:pt idx="5307">
                  <c:v>385</c:v>
                </c:pt>
                <c:pt idx="5308">
                  <c:v>380.2</c:v>
                </c:pt>
                <c:pt idx="5309">
                  <c:v>380.2</c:v>
                </c:pt>
                <c:pt idx="5310">
                  <c:v>293.2</c:v>
                </c:pt>
                <c:pt idx="5311">
                  <c:v>286</c:v>
                </c:pt>
                <c:pt idx="5312">
                  <c:v>189</c:v>
                </c:pt>
                <c:pt idx="5313">
                  <c:v>177</c:v>
                </c:pt>
                <c:pt idx="5314">
                  <c:v>177</c:v>
                </c:pt>
                <c:pt idx="5315">
                  <c:v>177</c:v>
                </c:pt>
                <c:pt idx="5316">
                  <c:v>177</c:v>
                </c:pt>
                <c:pt idx="5317">
                  <c:v>177</c:v>
                </c:pt>
                <c:pt idx="5318">
                  <c:v>177</c:v>
                </c:pt>
                <c:pt idx="5319">
                  <c:v>177</c:v>
                </c:pt>
                <c:pt idx="5320">
                  <c:v>177</c:v>
                </c:pt>
                <c:pt idx="5321">
                  <c:v>129</c:v>
                </c:pt>
                <c:pt idx="5322">
                  <c:v>129</c:v>
                </c:pt>
                <c:pt idx="5323">
                  <c:v>129</c:v>
                </c:pt>
                <c:pt idx="5324">
                  <c:v>129</c:v>
                </c:pt>
                <c:pt idx="5325">
                  <c:v>129</c:v>
                </c:pt>
                <c:pt idx="5326">
                  <c:v>129</c:v>
                </c:pt>
                <c:pt idx="5327">
                  <c:v>81</c:v>
                </c:pt>
                <c:pt idx="5328">
                  <c:v>81</c:v>
                </c:pt>
                <c:pt idx="5329">
                  <c:v>81</c:v>
                </c:pt>
                <c:pt idx="5330">
                  <c:v>81</c:v>
                </c:pt>
                <c:pt idx="5331">
                  <c:v>81</c:v>
                </c:pt>
                <c:pt idx="5332">
                  <c:v>81</c:v>
                </c:pt>
                <c:pt idx="5333">
                  <c:v>81</c:v>
                </c:pt>
                <c:pt idx="5334">
                  <c:v>81</c:v>
                </c:pt>
                <c:pt idx="5335">
                  <c:v>81</c:v>
                </c:pt>
                <c:pt idx="5336">
                  <c:v>81</c:v>
                </c:pt>
                <c:pt idx="5337">
                  <c:v>81</c:v>
                </c:pt>
                <c:pt idx="5338">
                  <c:v>81</c:v>
                </c:pt>
                <c:pt idx="5339">
                  <c:v>76.2</c:v>
                </c:pt>
                <c:pt idx="5340">
                  <c:v>76.2</c:v>
                </c:pt>
                <c:pt idx="5341">
                  <c:v>-20.8</c:v>
                </c:pt>
                <c:pt idx="5342">
                  <c:v>-20.8</c:v>
                </c:pt>
                <c:pt idx="5343">
                  <c:v>-20.8</c:v>
                </c:pt>
                <c:pt idx="5344">
                  <c:v>-20.8</c:v>
                </c:pt>
                <c:pt idx="5345">
                  <c:v>-20.8</c:v>
                </c:pt>
                <c:pt idx="5346">
                  <c:v>-35.199999999999903</c:v>
                </c:pt>
                <c:pt idx="5347">
                  <c:v>-35.199999999999903</c:v>
                </c:pt>
                <c:pt idx="5348">
                  <c:v>-35.199999999999903</c:v>
                </c:pt>
                <c:pt idx="5349">
                  <c:v>-35.199999999999903</c:v>
                </c:pt>
                <c:pt idx="5350">
                  <c:v>-35.199999999999903</c:v>
                </c:pt>
                <c:pt idx="5351">
                  <c:v>-35.199999999999903</c:v>
                </c:pt>
                <c:pt idx="5352">
                  <c:v>-35.199999999999903</c:v>
                </c:pt>
                <c:pt idx="5353">
                  <c:v>-35.199999999999903</c:v>
                </c:pt>
                <c:pt idx="5354">
                  <c:v>-35.199999999999903</c:v>
                </c:pt>
                <c:pt idx="5355">
                  <c:v>114.8</c:v>
                </c:pt>
                <c:pt idx="5356">
                  <c:v>114.8</c:v>
                </c:pt>
                <c:pt idx="5357">
                  <c:v>114.8</c:v>
                </c:pt>
                <c:pt idx="5358">
                  <c:v>114.8</c:v>
                </c:pt>
                <c:pt idx="5359">
                  <c:v>110</c:v>
                </c:pt>
                <c:pt idx="5360">
                  <c:v>110</c:v>
                </c:pt>
                <c:pt idx="5361">
                  <c:v>110</c:v>
                </c:pt>
                <c:pt idx="5362">
                  <c:v>110</c:v>
                </c:pt>
                <c:pt idx="5363">
                  <c:v>110</c:v>
                </c:pt>
                <c:pt idx="5364">
                  <c:v>110</c:v>
                </c:pt>
                <c:pt idx="5365">
                  <c:v>110</c:v>
                </c:pt>
                <c:pt idx="5366">
                  <c:v>110</c:v>
                </c:pt>
                <c:pt idx="5367">
                  <c:v>110</c:v>
                </c:pt>
                <c:pt idx="5368">
                  <c:v>310</c:v>
                </c:pt>
                <c:pt idx="5369">
                  <c:v>298</c:v>
                </c:pt>
                <c:pt idx="5370">
                  <c:v>290.8</c:v>
                </c:pt>
                <c:pt idx="5371">
                  <c:v>262</c:v>
                </c:pt>
                <c:pt idx="5372">
                  <c:v>262</c:v>
                </c:pt>
                <c:pt idx="5373">
                  <c:v>250</c:v>
                </c:pt>
                <c:pt idx="5374">
                  <c:v>238</c:v>
                </c:pt>
                <c:pt idx="5375">
                  <c:v>238</c:v>
                </c:pt>
                <c:pt idx="5376">
                  <c:v>238</c:v>
                </c:pt>
                <c:pt idx="5377">
                  <c:v>238</c:v>
                </c:pt>
                <c:pt idx="5378">
                  <c:v>238</c:v>
                </c:pt>
                <c:pt idx="5379">
                  <c:v>238</c:v>
                </c:pt>
                <c:pt idx="5380">
                  <c:v>226</c:v>
                </c:pt>
                <c:pt idx="5381">
                  <c:v>314</c:v>
                </c:pt>
                <c:pt idx="5382">
                  <c:v>314</c:v>
                </c:pt>
                <c:pt idx="5383">
                  <c:v>302</c:v>
                </c:pt>
                <c:pt idx="5384">
                  <c:v>212</c:v>
                </c:pt>
                <c:pt idx="5385">
                  <c:v>212</c:v>
                </c:pt>
                <c:pt idx="5386">
                  <c:v>212</c:v>
                </c:pt>
                <c:pt idx="5387">
                  <c:v>127</c:v>
                </c:pt>
                <c:pt idx="5388">
                  <c:v>127</c:v>
                </c:pt>
                <c:pt idx="5389">
                  <c:v>143.80000000000001</c:v>
                </c:pt>
                <c:pt idx="5390">
                  <c:v>167.8</c:v>
                </c:pt>
                <c:pt idx="5391">
                  <c:v>167.8</c:v>
                </c:pt>
                <c:pt idx="5392">
                  <c:v>167.8</c:v>
                </c:pt>
                <c:pt idx="5393">
                  <c:v>167.8</c:v>
                </c:pt>
                <c:pt idx="5394">
                  <c:v>272.60000000000002</c:v>
                </c:pt>
                <c:pt idx="5395">
                  <c:v>272.60000000000002</c:v>
                </c:pt>
                <c:pt idx="5396">
                  <c:v>182.6</c:v>
                </c:pt>
                <c:pt idx="5397">
                  <c:v>182.6</c:v>
                </c:pt>
                <c:pt idx="5398">
                  <c:v>182.6</c:v>
                </c:pt>
                <c:pt idx="5399">
                  <c:v>182.6</c:v>
                </c:pt>
                <c:pt idx="5400">
                  <c:v>182.6</c:v>
                </c:pt>
                <c:pt idx="5401">
                  <c:v>182.6</c:v>
                </c:pt>
                <c:pt idx="5402">
                  <c:v>182.6</c:v>
                </c:pt>
                <c:pt idx="5403">
                  <c:v>194.6</c:v>
                </c:pt>
                <c:pt idx="5404">
                  <c:v>206.6</c:v>
                </c:pt>
                <c:pt idx="5405">
                  <c:v>206.6</c:v>
                </c:pt>
                <c:pt idx="5406">
                  <c:v>242.6</c:v>
                </c:pt>
                <c:pt idx="5407">
                  <c:v>242.6</c:v>
                </c:pt>
                <c:pt idx="5408">
                  <c:v>285.8</c:v>
                </c:pt>
                <c:pt idx="5409">
                  <c:v>285.8</c:v>
                </c:pt>
                <c:pt idx="5410">
                  <c:v>204.8</c:v>
                </c:pt>
                <c:pt idx="5411">
                  <c:v>252.8</c:v>
                </c:pt>
                <c:pt idx="5412">
                  <c:v>276.8</c:v>
                </c:pt>
                <c:pt idx="5413">
                  <c:v>276.8</c:v>
                </c:pt>
                <c:pt idx="5414">
                  <c:v>276.8</c:v>
                </c:pt>
                <c:pt idx="5415">
                  <c:v>350.8</c:v>
                </c:pt>
                <c:pt idx="5416">
                  <c:v>350.8</c:v>
                </c:pt>
                <c:pt idx="5417">
                  <c:v>260.8</c:v>
                </c:pt>
                <c:pt idx="5418">
                  <c:v>175.8</c:v>
                </c:pt>
                <c:pt idx="5419">
                  <c:v>175.8</c:v>
                </c:pt>
                <c:pt idx="5420">
                  <c:v>175.8</c:v>
                </c:pt>
                <c:pt idx="5421">
                  <c:v>175.8</c:v>
                </c:pt>
                <c:pt idx="5422">
                  <c:v>87</c:v>
                </c:pt>
                <c:pt idx="5423">
                  <c:v>63</c:v>
                </c:pt>
                <c:pt idx="5424">
                  <c:v>15</c:v>
                </c:pt>
                <c:pt idx="5425">
                  <c:v>-135</c:v>
                </c:pt>
                <c:pt idx="5426">
                  <c:v>-159</c:v>
                </c:pt>
                <c:pt idx="5427">
                  <c:v>-159</c:v>
                </c:pt>
                <c:pt idx="5428">
                  <c:v>-159</c:v>
                </c:pt>
                <c:pt idx="5429">
                  <c:v>-195</c:v>
                </c:pt>
                <c:pt idx="5430">
                  <c:v>-195</c:v>
                </c:pt>
                <c:pt idx="5431">
                  <c:v>-195</c:v>
                </c:pt>
                <c:pt idx="5432">
                  <c:v>-195</c:v>
                </c:pt>
                <c:pt idx="5433">
                  <c:v>-195</c:v>
                </c:pt>
                <c:pt idx="5434">
                  <c:v>-195</c:v>
                </c:pt>
                <c:pt idx="5435">
                  <c:v>-195</c:v>
                </c:pt>
                <c:pt idx="5436">
                  <c:v>-195</c:v>
                </c:pt>
                <c:pt idx="5437">
                  <c:v>-195</c:v>
                </c:pt>
                <c:pt idx="5438">
                  <c:v>-255</c:v>
                </c:pt>
                <c:pt idx="5439">
                  <c:v>-262.2</c:v>
                </c:pt>
                <c:pt idx="5440">
                  <c:v>-180</c:v>
                </c:pt>
                <c:pt idx="5441">
                  <c:v>-180</c:v>
                </c:pt>
                <c:pt idx="5442">
                  <c:v>-330</c:v>
                </c:pt>
                <c:pt idx="5443">
                  <c:v>-330</c:v>
                </c:pt>
                <c:pt idx="5444">
                  <c:v>-330</c:v>
                </c:pt>
                <c:pt idx="5445">
                  <c:v>-330</c:v>
                </c:pt>
                <c:pt idx="5446">
                  <c:v>-330</c:v>
                </c:pt>
                <c:pt idx="5447">
                  <c:v>-330</c:v>
                </c:pt>
                <c:pt idx="5448">
                  <c:v>-330</c:v>
                </c:pt>
                <c:pt idx="5449">
                  <c:v>-330</c:v>
                </c:pt>
                <c:pt idx="5450">
                  <c:v>-330</c:v>
                </c:pt>
                <c:pt idx="5451">
                  <c:v>-330</c:v>
                </c:pt>
                <c:pt idx="5452">
                  <c:v>-330</c:v>
                </c:pt>
                <c:pt idx="5453">
                  <c:v>-330</c:v>
                </c:pt>
                <c:pt idx="5454">
                  <c:v>-330</c:v>
                </c:pt>
                <c:pt idx="5455">
                  <c:v>-252</c:v>
                </c:pt>
                <c:pt idx="5456">
                  <c:v>-252</c:v>
                </c:pt>
                <c:pt idx="5457">
                  <c:v>-288</c:v>
                </c:pt>
                <c:pt idx="5458">
                  <c:v>-288</c:v>
                </c:pt>
                <c:pt idx="5459">
                  <c:v>-288</c:v>
                </c:pt>
                <c:pt idx="5460">
                  <c:v>-288</c:v>
                </c:pt>
                <c:pt idx="5461">
                  <c:v>-288</c:v>
                </c:pt>
                <c:pt idx="5462">
                  <c:v>-288</c:v>
                </c:pt>
                <c:pt idx="5463">
                  <c:v>-288</c:v>
                </c:pt>
                <c:pt idx="5464">
                  <c:v>-282</c:v>
                </c:pt>
                <c:pt idx="5465">
                  <c:v>-282</c:v>
                </c:pt>
                <c:pt idx="5466">
                  <c:v>-282</c:v>
                </c:pt>
                <c:pt idx="5467">
                  <c:v>-282</c:v>
                </c:pt>
                <c:pt idx="5468">
                  <c:v>-282</c:v>
                </c:pt>
                <c:pt idx="5469">
                  <c:v>-282</c:v>
                </c:pt>
                <c:pt idx="5470">
                  <c:v>-282</c:v>
                </c:pt>
                <c:pt idx="5471">
                  <c:v>-210</c:v>
                </c:pt>
                <c:pt idx="5472">
                  <c:v>-198</c:v>
                </c:pt>
                <c:pt idx="5473">
                  <c:v>-198</c:v>
                </c:pt>
                <c:pt idx="5474">
                  <c:v>-222</c:v>
                </c:pt>
                <c:pt idx="5475">
                  <c:v>-222</c:v>
                </c:pt>
                <c:pt idx="5476">
                  <c:v>-222</c:v>
                </c:pt>
                <c:pt idx="5477">
                  <c:v>-222</c:v>
                </c:pt>
                <c:pt idx="5478">
                  <c:v>-57</c:v>
                </c:pt>
                <c:pt idx="5479">
                  <c:v>-57</c:v>
                </c:pt>
                <c:pt idx="5480">
                  <c:v>-57</c:v>
                </c:pt>
                <c:pt idx="5481">
                  <c:v>-45</c:v>
                </c:pt>
                <c:pt idx="5482">
                  <c:v>-45</c:v>
                </c:pt>
                <c:pt idx="5483">
                  <c:v>-45</c:v>
                </c:pt>
                <c:pt idx="5484">
                  <c:v>-45</c:v>
                </c:pt>
                <c:pt idx="5485">
                  <c:v>-21</c:v>
                </c:pt>
                <c:pt idx="5486">
                  <c:v>3</c:v>
                </c:pt>
                <c:pt idx="5487">
                  <c:v>-22</c:v>
                </c:pt>
                <c:pt idx="5488">
                  <c:v>-22</c:v>
                </c:pt>
                <c:pt idx="5489">
                  <c:v>-22</c:v>
                </c:pt>
                <c:pt idx="5490">
                  <c:v>-22</c:v>
                </c:pt>
                <c:pt idx="5491">
                  <c:v>-22</c:v>
                </c:pt>
                <c:pt idx="5492">
                  <c:v>2</c:v>
                </c:pt>
                <c:pt idx="5493">
                  <c:v>77</c:v>
                </c:pt>
                <c:pt idx="5494">
                  <c:v>77</c:v>
                </c:pt>
                <c:pt idx="5495">
                  <c:v>77</c:v>
                </c:pt>
                <c:pt idx="5496">
                  <c:v>125</c:v>
                </c:pt>
                <c:pt idx="5497">
                  <c:v>125</c:v>
                </c:pt>
                <c:pt idx="5498">
                  <c:v>125</c:v>
                </c:pt>
                <c:pt idx="5499">
                  <c:v>125</c:v>
                </c:pt>
                <c:pt idx="5500">
                  <c:v>125</c:v>
                </c:pt>
                <c:pt idx="5501">
                  <c:v>125</c:v>
                </c:pt>
                <c:pt idx="5502">
                  <c:v>161</c:v>
                </c:pt>
                <c:pt idx="5503">
                  <c:v>149</c:v>
                </c:pt>
                <c:pt idx="5504">
                  <c:v>149</c:v>
                </c:pt>
                <c:pt idx="5505">
                  <c:v>149</c:v>
                </c:pt>
                <c:pt idx="5506">
                  <c:v>149</c:v>
                </c:pt>
                <c:pt idx="5507">
                  <c:v>149</c:v>
                </c:pt>
                <c:pt idx="5508">
                  <c:v>188</c:v>
                </c:pt>
                <c:pt idx="5509">
                  <c:v>164</c:v>
                </c:pt>
                <c:pt idx="5510">
                  <c:v>152</c:v>
                </c:pt>
                <c:pt idx="5511">
                  <c:v>152</c:v>
                </c:pt>
                <c:pt idx="5512">
                  <c:v>152</c:v>
                </c:pt>
                <c:pt idx="5513">
                  <c:v>164</c:v>
                </c:pt>
                <c:pt idx="5514">
                  <c:v>212</c:v>
                </c:pt>
                <c:pt idx="5515">
                  <c:v>224</c:v>
                </c:pt>
                <c:pt idx="5516">
                  <c:v>224</c:v>
                </c:pt>
                <c:pt idx="5517">
                  <c:v>260</c:v>
                </c:pt>
                <c:pt idx="5518">
                  <c:v>260</c:v>
                </c:pt>
                <c:pt idx="5519">
                  <c:v>260</c:v>
                </c:pt>
                <c:pt idx="5520">
                  <c:v>248</c:v>
                </c:pt>
                <c:pt idx="5521">
                  <c:v>236</c:v>
                </c:pt>
                <c:pt idx="5522">
                  <c:v>231.2</c:v>
                </c:pt>
                <c:pt idx="5523">
                  <c:v>231.2</c:v>
                </c:pt>
                <c:pt idx="5524">
                  <c:v>231.2</c:v>
                </c:pt>
                <c:pt idx="5525">
                  <c:v>231.2</c:v>
                </c:pt>
                <c:pt idx="5526">
                  <c:v>231.2</c:v>
                </c:pt>
                <c:pt idx="5527">
                  <c:v>231.2</c:v>
                </c:pt>
                <c:pt idx="5528">
                  <c:v>231.2</c:v>
                </c:pt>
                <c:pt idx="5529">
                  <c:v>231.2</c:v>
                </c:pt>
                <c:pt idx="5530">
                  <c:v>231.2</c:v>
                </c:pt>
                <c:pt idx="5531">
                  <c:v>231.2</c:v>
                </c:pt>
                <c:pt idx="5532">
                  <c:v>231.2</c:v>
                </c:pt>
                <c:pt idx="5533">
                  <c:v>231.2</c:v>
                </c:pt>
                <c:pt idx="5534">
                  <c:v>231.2</c:v>
                </c:pt>
                <c:pt idx="5535">
                  <c:v>231.2</c:v>
                </c:pt>
                <c:pt idx="5536">
                  <c:v>231.2</c:v>
                </c:pt>
                <c:pt idx="5537">
                  <c:v>231.2</c:v>
                </c:pt>
                <c:pt idx="5538">
                  <c:v>231.2</c:v>
                </c:pt>
                <c:pt idx="5539">
                  <c:v>231.2</c:v>
                </c:pt>
                <c:pt idx="5540">
                  <c:v>231.2</c:v>
                </c:pt>
                <c:pt idx="5541">
                  <c:v>231.2</c:v>
                </c:pt>
                <c:pt idx="5542">
                  <c:v>231.2</c:v>
                </c:pt>
                <c:pt idx="5543">
                  <c:v>231.2</c:v>
                </c:pt>
                <c:pt idx="5544">
                  <c:v>231.2</c:v>
                </c:pt>
                <c:pt idx="5545">
                  <c:v>231.2</c:v>
                </c:pt>
                <c:pt idx="5546">
                  <c:v>231.2</c:v>
                </c:pt>
                <c:pt idx="5547">
                  <c:v>231.2</c:v>
                </c:pt>
                <c:pt idx="5548">
                  <c:v>200</c:v>
                </c:pt>
                <c:pt idx="5549">
                  <c:v>200</c:v>
                </c:pt>
                <c:pt idx="5550">
                  <c:v>245</c:v>
                </c:pt>
                <c:pt idx="5551">
                  <c:v>245</c:v>
                </c:pt>
                <c:pt idx="5552">
                  <c:v>245</c:v>
                </c:pt>
                <c:pt idx="5553">
                  <c:v>245</c:v>
                </c:pt>
                <c:pt idx="5554">
                  <c:v>245</c:v>
                </c:pt>
                <c:pt idx="5555">
                  <c:v>245</c:v>
                </c:pt>
                <c:pt idx="5556">
                  <c:v>245</c:v>
                </c:pt>
                <c:pt idx="5557">
                  <c:v>245</c:v>
                </c:pt>
                <c:pt idx="5558">
                  <c:v>257</c:v>
                </c:pt>
                <c:pt idx="5559">
                  <c:v>257</c:v>
                </c:pt>
                <c:pt idx="5560">
                  <c:v>257</c:v>
                </c:pt>
                <c:pt idx="5561">
                  <c:v>257</c:v>
                </c:pt>
                <c:pt idx="5562">
                  <c:v>257</c:v>
                </c:pt>
                <c:pt idx="5563">
                  <c:v>257</c:v>
                </c:pt>
                <c:pt idx="5564">
                  <c:v>257</c:v>
                </c:pt>
                <c:pt idx="5565">
                  <c:v>182</c:v>
                </c:pt>
                <c:pt idx="5566">
                  <c:v>182</c:v>
                </c:pt>
                <c:pt idx="5567">
                  <c:v>182</c:v>
                </c:pt>
                <c:pt idx="5568">
                  <c:v>182</c:v>
                </c:pt>
                <c:pt idx="5569">
                  <c:v>182</c:v>
                </c:pt>
                <c:pt idx="5570">
                  <c:v>182</c:v>
                </c:pt>
                <c:pt idx="5571">
                  <c:v>182</c:v>
                </c:pt>
                <c:pt idx="5572">
                  <c:v>182</c:v>
                </c:pt>
                <c:pt idx="5573">
                  <c:v>182</c:v>
                </c:pt>
                <c:pt idx="5574">
                  <c:v>182</c:v>
                </c:pt>
                <c:pt idx="5575">
                  <c:v>182</c:v>
                </c:pt>
                <c:pt idx="5576">
                  <c:v>158</c:v>
                </c:pt>
                <c:pt idx="5577">
                  <c:v>158</c:v>
                </c:pt>
                <c:pt idx="5578">
                  <c:v>158</c:v>
                </c:pt>
                <c:pt idx="5579">
                  <c:v>158</c:v>
                </c:pt>
                <c:pt idx="5580">
                  <c:v>158</c:v>
                </c:pt>
                <c:pt idx="5581">
                  <c:v>158</c:v>
                </c:pt>
                <c:pt idx="5582">
                  <c:v>158</c:v>
                </c:pt>
                <c:pt idx="5583">
                  <c:v>125</c:v>
                </c:pt>
                <c:pt idx="5584">
                  <c:v>125</c:v>
                </c:pt>
                <c:pt idx="5585">
                  <c:v>125</c:v>
                </c:pt>
                <c:pt idx="5586">
                  <c:v>137</c:v>
                </c:pt>
                <c:pt idx="5587">
                  <c:v>149</c:v>
                </c:pt>
                <c:pt idx="5588">
                  <c:v>149</c:v>
                </c:pt>
                <c:pt idx="5589">
                  <c:v>149</c:v>
                </c:pt>
                <c:pt idx="5590">
                  <c:v>137</c:v>
                </c:pt>
                <c:pt idx="5591">
                  <c:v>129.80000000000001</c:v>
                </c:pt>
                <c:pt idx="5592">
                  <c:v>129.80000000000001</c:v>
                </c:pt>
                <c:pt idx="5593">
                  <c:v>129.80000000000001</c:v>
                </c:pt>
                <c:pt idx="5594">
                  <c:v>129.80000000000001</c:v>
                </c:pt>
                <c:pt idx="5595">
                  <c:v>129.80000000000001</c:v>
                </c:pt>
                <c:pt idx="5596">
                  <c:v>129.80000000000001</c:v>
                </c:pt>
                <c:pt idx="5597">
                  <c:v>129.80000000000001</c:v>
                </c:pt>
                <c:pt idx="5598">
                  <c:v>54.800000000000097</c:v>
                </c:pt>
                <c:pt idx="5599">
                  <c:v>62</c:v>
                </c:pt>
                <c:pt idx="5600">
                  <c:v>62</c:v>
                </c:pt>
                <c:pt idx="5601">
                  <c:v>369.5</c:v>
                </c:pt>
                <c:pt idx="5602">
                  <c:v>369.5</c:v>
                </c:pt>
                <c:pt idx="5603">
                  <c:v>369.5</c:v>
                </c:pt>
                <c:pt idx="5604">
                  <c:v>62</c:v>
                </c:pt>
                <c:pt idx="5605">
                  <c:v>-88</c:v>
                </c:pt>
                <c:pt idx="5606">
                  <c:v>-112</c:v>
                </c:pt>
                <c:pt idx="5607">
                  <c:v>-112</c:v>
                </c:pt>
                <c:pt idx="5608">
                  <c:v>-136</c:v>
                </c:pt>
                <c:pt idx="5609">
                  <c:v>-391</c:v>
                </c:pt>
                <c:pt idx="5610">
                  <c:v>-391</c:v>
                </c:pt>
                <c:pt idx="5611">
                  <c:v>-403</c:v>
                </c:pt>
                <c:pt idx="5612">
                  <c:v>-514</c:v>
                </c:pt>
                <c:pt idx="5613">
                  <c:v>-526</c:v>
                </c:pt>
                <c:pt idx="5614">
                  <c:v>-538</c:v>
                </c:pt>
                <c:pt idx="5615">
                  <c:v>-562</c:v>
                </c:pt>
                <c:pt idx="5616">
                  <c:v>-562</c:v>
                </c:pt>
                <c:pt idx="5617">
                  <c:v>-562</c:v>
                </c:pt>
                <c:pt idx="5618" formatCode="0_ ">
                  <c:v>-712</c:v>
                </c:pt>
                <c:pt idx="5619" formatCode="0_ ">
                  <c:v>-748</c:v>
                </c:pt>
                <c:pt idx="5620" formatCode="0_ ">
                  <c:v>-748</c:v>
                </c:pt>
                <c:pt idx="5621" formatCode="0_ ">
                  <c:v>-748</c:v>
                </c:pt>
                <c:pt idx="5622" formatCode="0_ ">
                  <c:v>-748</c:v>
                </c:pt>
                <c:pt idx="5623" formatCode="0_ ">
                  <c:v>-748</c:v>
                </c:pt>
                <c:pt idx="5624" formatCode="0_ ">
                  <c:v>-748</c:v>
                </c:pt>
                <c:pt idx="5625" formatCode="0_ ">
                  <c:v>-748</c:v>
                </c:pt>
                <c:pt idx="5626" formatCode="0_ ">
                  <c:v>-748</c:v>
                </c:pt>
                <c:pt idx="5627" formatCode="0_ ">
                  <c:v>-748</c:v>
                </c:pt>
                <c:pt idx="5628" formatCode="0_ ">
                  <c:v>-748</c:v>
                </c:pt>
                <c:pt idx="5629" formatCode="0_ ">
                  <c:v>-823</c:v>
                </c:pt>
                <c:pt idx="5630" formatCode="0_ ">
                  <c:v>-823</c:v>
                </c:pt>
                <c:pt idx="5631" formatCode="0_ ">
                  <c:v>-823</c:v>
                </c:pt>
                <c:pt idx="5632" formatCode="0_ ">
                  <c:v>-823</c:v>
                </c:pt>
                <c:pt idx="5633" formatCode="0_ ">
                  <c:v>-823</c:v>
                </c:pt>
                <c:pt idx="5634" formatCode="0_ ">
                  <c:v>-823</c:v>
                </c:pt>
                <c:pt idx="5635" formatCode="0_ ">
                  <c:v>-823</c:v>
                </c:pt>
                <c:pt idx="5636" formatCode="0_ ">
                  <c:v>-835</c:v>
                </c:pt>
                <c:pt idx="5637" formatCode="0_ ">
                  <c:v>-835</c:v>
                </c:pt>
                <c:pt idx="5638" formatCode="0_ ">
                  <c:v>-835</c:v>
                </c:pt>
                <c:pt idx="5639" formatCode="0_ ">
                  <c:v>-835</c:v>
                </c:pt>
                <c:pt idx="5640" formatCode="0_ ">
                  <c:v>-920</c:v>
                </c:pt>
                <c:pt idx="5641" formatCode="0_ ">
                  <c:v>-920</c:v>
                </c:pt>
                <c:pt idx="5642" formatCode="0_ ">
                  <c:v>-920</c:v>
                </c:pt>
                <c:pt idx="5643" formatCode="0_ ">
                  <c:v>-920</c:v>
                </c:pt>
                <c:pt idx="5644" formatCode="0_ ">
                  <c:v>-920</c:v>
                </c:pt>
                <c:pt idx="5645" formatCode="0_ ">
                  <c:v>-920</c:v>
                </c:pt>
                <c:pt idx="5646" formatCode="0_ ">
                  <c:v>-920</c:v>
                </c:pt>
                <c:pt idx="5647" formatCode="0_ ">
                  <c:v>-920</c:v>
                </c:pt>
                <c:pt idx="5648" formatCode="0_ ">
                  <c:v>-920</c:v>
                </c:pt>
                <c:pt idx="5649" formatCode="0_ ">
                  <c:v>-920</c:v>
                </c:pt>
                <c:pt idx="5650" formatCode="0_ ">
                  <c:v>-920</c:v>
                </c:pt>
                <c:pt idx="5651" formatCode="0_ ">
                  <c:v>-920</c:v>
                </c:pt>
                <c:pt idx="5652" formatCode="0_ ">
                  <c:v>-920</c:v>
                </c:pt>
                <c:pt idx="5653" formatCode="0_ ">
                  <c:v>-740</c:v>
                </c:pt>
                <c:pt idx="5654" formatCode="0_ ">
                  <c:v>-752</c:v>
                </c:pt>
                <c:pt idx="5655" formatCode="0_ ">
                  <c:v>-764</c:v>
                </c:pt>
                <c:pt idx="5656" formatCode="0_ ">
                  <c:v>-764</c:v>
                </c:pt>
                <c:pt idx="5657" formatCode="0_ ">
                  <c:v>-764</c:v>
                </c:pt>
                <c:pt idx="5658" formatCode="0_ ">
                  <c:v>-764</c:v>
                </c:pt>
                <c:pt idx="5659" formatCode="0_ ">
                  <c:v>-764</c:v>
                </c:pt>
                <c:pt idx="5660" formatCode="0_ ">
                  <c:v>-764</c:v>
                </c:pt>
                <c:pt idx="5661" formatCode="0_ ">
                  <c:v>-764</c:v>
                </c:pt>
                <c:pt idx="5662" formatCode="0_ ">
                  <c:v>-764</c:v>
                </c:pt>
                <c:pt idx="5663" formatCode="0_ ">
                  <c:v>-776</c:v>
                </c:pt>
                <c:pt idx="5664" formatCode="0_ ">
                  <c:v>-626</c:v>
                </c:pt>
                <c:pt idx="5665" formatCode="0_ ">
                  <c:v>-626</c:v>
                </c:pt>
                <c:pt idx="5666" formatCode="0_ ">
                  <c:v>-626</c:v>
                </c:pt>
                <c:pt idx="5667" formatCode="0_ ">
                  <c:v>-711</c:v>
                </c:pt>
                <c:pt idx="5668" formatCode="0_ ">
                  <c:v>-735</c:v>
                </c:pt>
                <c:pt idx="5669" formatCode="0_ ">
                  <c:v>-747</c:v>
                </c:pt>
                <c:pt idx="5670" formatCode="0_ ">
                  <c:v>-747</c:v>
                </c:pt>
                <c:pt idx="5671" formatCode="0_ ">
                  <c:v>-747</c:v>
                </c:pt>
                <c:pt idx="5672" formatCode="0_ ">
                  <c:v>-747</c:v>
                </c:pt>
                <c:pt idx="5673" formatCode="0_ ">
                  <c:v>-747</c:v>
                </c:pt>
                <c:pt idx="5674" formatCode="0_ ">
                  <c:v>-747</c:v>
                </c:pt>
                <c:pt idx="5675" formatCode="0_ ">
                  <c:v>-747</c:v>
                </c:pt>
                <c:pt idx="5676" formatCode="0_ ">
                  <c:v>-782</c:v>
                </c:pt>
                <c:pt idx="5677" formatCode="0_ ">
                  <c:v>-722</c:v>
                </c:pt>
                <c:pt idx="5678" formatCode="0_ ">
                  <c:v>-555.20000000000005</c:v>
                </c:pt>
                <c:pt idx="5679" formatCode="0_ ">
                  <c:v>-555.20000000000005</c:v>
                </c:pt>
                <c:pt idx="5680" formatCode="0_ ">
                  <c:v>-555.20000000000005</c:v>
                </c:pt>
                <c:pt idx="5681" formatCode="0_ ">
                  <c:v>-596</c:v>
                </c:pt>
                <c:pt idx="5682" formatCode="0_ ">
                  <c:v>-596</c:v>
                </c:pt>
                <c:pt idx="5683" formatCode="0_ ">
                  <c:v>-596</c:v>
                </c:pt>
                <c:pt idx="5684" formatCode="0_ ">
                  <c:v>-612.79999999999995</c:v>
                </c:pt>
                <c:pt idx="5685" formatCode="0_ ">
                  <c:v>-612.79999999999995</c:v>
                </c:pt>
                <c:pt idx="5686" formatCode="0_ ">
                  <c:v>-612.79999999999995</c:v>
                </c:pt>
                <c:pt idx="5687" formatCode="0_ ">
                  <c:v>-612.79999999999995</c:v>
                </c:pt>
                <c:pt idx="5688" formatCode="0_ ">
                  <c:v>-867.8</c:v>
                </c:pt>
                <c:pt idx="5689" formatCode="0_ ">
                  <c:v>-867.8</c:v>
                </c:pt>
                <c:pt idx="5690" formatCode="0_ ">
                  <c:v>-867.8</c:v>
                </c:pt>
                <c:pt idx="5691" formatCode="0_ ">
                  <c:v>-855.8</c:v>
                </c:pt>
                <c:pt idx="5692" formatCode="0_ ">
                  <c:v>-855.8</c:v>
                </c:pt>
                <c:pt idx="5693" formatCode="0_ ">
                  <c:v>-855.8</c:v>
                </c:pt>
                <c:pt idx="5694" formatCode="0_ ">
                  <c:v>-855.8</c:v>
                </c:pt>
                <c:pt idx="5695" formatCode="0_ ">
                  <c:v>-855.8</c:v>
                </c:pt>
                <c:pt idx="5696" formatCode="0_ ">
                  <c:v>-655.8</c:v>
                </c:pt>
                <c:pt idx="5697" formatCode="0_ ">
                  <c:v>-655.8</c:v>
                </c:pt>
                <c:pt idx="5698" formatCode="0_ ">
                  <c:v>-651</c:v>
                </c:pt>
                <c:pt idx="5699" formatCode="0_ ">
                  <c:v>-639</c:v>
                </c:pt>
                <c:pt idx="5700" formatCode="0_ ">
                  <c:v>-639</c:v>
                </c:pt>
                <c:pt idx="5701" formatCode="0_ ">
                  <c:v>-639</c:v>
                </c:pt>
                <c:pt idx="5702" formatCode="0_ ">
                  <c:v>-579</c:v>
                </c:pt>
                <c:pt idx="5703" formatCode="0_ ">
                  <c:v>-559.79999999999995</c:v>
                </c:pt>
                <c:pt idx="5704" formatCode="0_ ">
                  <c:v>-559.79999999999995</c:v>
                </c:pt>
                <c:pt idx="5705" formatCode="0_ ">
                  <c:v>-67</c:v>
                </c:pt>
                <c:pt idx="5706" formatCode="0_ ">
                  <c:v>-67</c:v>
                </c:pt>
                <c:pt idx="5707" formatCode="0_ ">
                  <c:v>-67</c:v>
                </c:pt>
                <c:pt idx="5708" formatCode="0_ ">
                  <c:v>-67</c:v>
                </c:pt>
                <c:pt idx="5709" formatCode="0_ ">
                  <c:v>-145</c:v>
                </c:pt>
                <c:pt idx="5710" formatCode="0_ ">
                  <c:v>-145</c:v>
                </c:pt>
                <c:pt idx="5711" formatCode="0_ ">
                  <c:v>-152.19999999999999</c:v>
                </c:pt>
                <c:pt idx="5712" formatCode="0_ ">
                  <c:v>-152.19999999999999</c:v>
                </c:pt>
                <c:pt idx="5713" formatCode="0_ ">
                  <c:v>-152.19999999999999</c:v>
                </c:pt>
                <c:pt idx="5714" formatCode="0_ ">
                  <c:v>-152.19999999999999</c:v>
                </c:pt>
                <c:pt idx="5715" formatCode="0_ ">
                  <c:v>-152.19999999999999</c:v>
                </c:pt>
                <c:pt idx="5716" formatCode="0_ ">
                  <c:v>-58</c:v>
                </c:pt>
                <c:pt idx="5717" formatCode="0_ ">
                  <c:v>-58</c:v>
                </c:pt>
                <c:pt idx="5718" formatCode="0_ ">
                  <c:v>-58</c:v>
                </c:pt>
                <c:pt idx="5719" formatCode="0_ ">
                  <c:v>-58</c:v>
                </c:pt>
                <c:pt idx="5720" formatCode="0_ ">
                  <c:v>-58</c:v>
                </c:pt>
                <c:pt idx="5721" formatCode="0_ ">
                  <c:v>-58</c:v>
                </c:pt>
                <c:pt idx="5722" formatCode="0_ ">
                  <c:v>-58</c:v>
                </c:pt>
                <c:pt idx="5723" formatCode="0_ ">
                  <c:v>-22</c:v>
                </c:pt>
                <c:pt idx="5724" formatCode="0_ ">
                  <c:v>-10</c:v>
                </c:pt>
                <c:pt idx="5725" formatCode="0_ ">
                  <c:v>50</c:v>
                </c:pt>
                <c:pt idx="5726" formatCode="0_ ">
                  <c:v>98</c:v>
                </c:pt>
                <c:pt idx="5727" formatCode="0_ ">
                  <c:v>146</c:v>
                </c:pt>
                <c:pt idx="5728" formatCode="0_ ">
                  <c:v>146</c:v>
                </c:pt>
                <c:pt idx="5729" formatCode="0_ ">
                  <c:v>146</c:v>
                </c:pt>
                <c:pt idx="5730" formatCode="0_ ">
                  <c:v>194</c:v>
                </c:pt>
                <c:pt idx="5731" formatCode="0_ ">
                  <c:v>293</c:v>
                </c:pt>
                <c:pt idx="5732" formatCode="0_ ">
                  <c:v>269</c:v>
                </c:pt>
                <c:pt idx="5733" formatCode="0_ ">
                  <c:v>185</c:v>
                </c:pt>
                <c:pt idx="5734" formatCode="0_ ">
                  <c:v>-51</c:v>
                </c:pt>
                <c:pt idx="5735" formatCode="0_ ">
                  <c:v>-51</c:v>
                </c:pt>
                <c:pt idx="5736" formatCode="0_ ">
                  <c:v>-51</c:v>
                </c:pt>
                <c:pt idx="5737" formatCode="0_ ">
                  <c:v>99</c:v>
                </c:pt>
                <c:pt idx="5738" formatCode="0_ ">
                  <c:v>120</c:v>
                </c:pt>
                <c:pt idx="5739" formatCode="0_ ">
                  <c:v>168</c:v>
                </c:pt>
                <c:pt idx="5740" formatCode="0_ ">
                  <c:v>168</c:v>
                </c:pt>
                <c:pt idx="5741" formatCode="0_ ">
                  <c:v>231</c:v>
                </c:pt>
                <c:pt idx="5742" formatCode="0_ ">
                  <c:v>531</c:v>
                </c:pt>
                <c:pt idx="5743" formatCode="0_ ">
                  <c:v>531</c:v>
                </c:pt>
                <c:pt idx="5744" formatCode="0_ ">
                  <c:v>495</c:v>
                </c:pt>
                <c:pt idx="5745" formatCode="0_ ">
                  <c:v>495</c:v>
                </c:pt>
                <c:pt idx="5746" formatCode="0_ ">
                  <c:v>495</c:v>
                </c:pt>
                <c:pt idx="5747" formatCode="0_ ">
                  <c:v>543</c:v>
                </c:pt>
                <c:pt idx="5748" formatCode="0_ ">
                  <c:v>591</c:v>
                </c:pt>
                <c:pt idx="5749" formatCode="0_ ">
                  <c:v>591</c:v>
                </c:pt>
                <c:pt idx="5750" formatCode="0_ ">
                  <c:v>591</c:v>
                </c:pt>
                <c:pt idx="5751" formatCode="0_ ">
                  <c:v>717</c:v>
                </c:pt>
                <c:pt idx="5752" formatCode="0_ ">
                  <c:v>193</c:v>
                </c:pt>
                <c:pt idx="5753" formatCode="0_ ">
                  <c:v>181</c:v>
                </c:pt>
                <c:pt idx="5754" formatCode="0_ ">
                  <c:v>169</c:v>
                </c:pt>
                <c:pt idx="5755" formatCode="0_ ">
                  <c:v>319</c:v>
                </c:pt>
                <c:pt idx="5756" formatCode="0_ ">
                  <c:v>319</c:v>
                </c:pt>
                <c:pt idx="5757" formatCode="0_ ">
                  <c:v>319</c:v>
                </c:pt>
                <c:pt idx="5758" formatCode="0_ ">
                  <c:v>294</c:v>
                </c:pt>
                <c:pt idx="5759" formatCode="0_ ">
                  <c:v>294</c:v>
                </c:pt>
                <c:pt idx="5760" formatCode="0_ ">
                  <c:v>444</c:v>
                </c:pt>
                <c:pt idx="5761" formatCode="0_ ">
                  <c:v>444</c:v>
                </c:pt>
                <c:pt idx="5762" formatCode="0_ ">
                  <c:v>444</c:v>
                </c:pt>
                <c:pt idx="5763" formatCode="0_ ">
                  <c:v>444</c:v>
                </c:pt>
                <c:pt idx="5764" formatCode="0_ ">
                  <c:v>444</c:v>
                </c:pt>
                <c:pt idx="5765" formatCode="0_ ">
                  <c:v>468</c:v>
                </c:pt>
                <c:pt idx="5766" formatCode="0_ ">
                  <c:v>468</c:v>
                </c:pt>
                <c:pt idx="5767" formatCode="0_ ">
                  <c:v>468</c:v>
                </c:pt>
                <c:pt idx="5768" formatCode="0_ ">
                  <c:v>468</c:v>
                </c:pt>
                <c:pt idx="5769" formatCode="0_ ">
                  <c:v>468</c:v>
                </c:pt>
                <c:pt idx="5770" formatCode="0_ ">
                  <c:v>468</c:v>
                </c:pt>
                <c:pt idx="5771" formatCode="0_ ">
                  <c:v>468</c:v>
                </c:pt>
                <c:pt idx="5772" formatCode="0_ ">
                  <c:v>468</c:v>
                </c:pt>
                <c:pt idx="5773" formatCode="0_ ">
                  <c:v>468</c:v>
                </c:pt>
                <c:pt idx="5774" formatCode="0_ ">
                  <c:v>293</c:v>
                </c:pt>
                <c:pt idx="5775" formatCode="0_ ">
                  <c:v>443</c:v>
                </c:pt>
                <c:pt idx="5776" formatCode="0_ ">
                  <c:v>443</c:v>
                </c:pt>
                <c:pt idx="5777" formatCode="0_ ">
                  <c:v>443</c:v>
                </c:pt>
                <c:pt idx="5778" formatCode="0_ ">
                  <c:v>443</c:v>
                </c:pt>
                <c:pt idx="5779" formatCode="0_ ">
                  <c:v>343</c:v>
                </c:pt>
                <c:pt idx="5780" formatCode="0_ ">
                  <c:v>343</c:v>
                </c:pt>
                <c:pt idx="5781" formatCode="0_ ">
                  <c:v>331</c:v>
                </c:pt>
                <c:pt idx="5782" formatCode="0_ ">
                  <c:v>319</c:v>
                </c:pt>
                <c:pt idx="5783" formatCode="0_ ">
                  <c:v>307</c:v>
                </c:pt>
                <c:pt idx="5784" formatCode="0_ ">
                  <c:v>307</c:v>
                </c:pt>
                <c:pt idx="5785" formatCode="0_ ">
                  <c:v>307</c:v>
                </c:pt>
                <c:pt idx="5786" formatCode="0_ ">
                  <c:v>247</c:v>
                </c:pt>
                <c:pt idx="5787" formatCode="0_ ">
                  <c:v>247</c:v>
                </c:pt>
                <c:pt idx="5788" formatCode="0_ ">
                  <c:v>247</c:v>
                </c:pt>
                <c:pt idx="5789" formatCode="0_ ">
                  <c:v>247</c:v>
                </c:pt>
                <c:pt idx="5790" formatCode="0_ ">
                  <c:v>247</c:v>
                </c:pt>
                <c:pt idx="5791" formatCode="0_ ">
                  <c:v>247</c:v>
                </c:pt>
                <c:pt idx="5792" formatCode="0_ ">
                  <c:v>247</c:v>
                </c:pt>
                <c:pt idx="5793" formatCode="0_ ">
                  <c:v>247</c:v>
                </c:pt>
                <c:pt idx="5794" formatCode="0_ ">
                  <c:v>-3</c:v>
                </c:pt>
                <c:pt idx="5795" formatCode="0_ ">
                  <c:v>-15</c:v>
                </c:pt>
                <c:pt idx="5796" formatCode="0_ ">
                  <c:v>-39</c:v>
                </c:pt>
                <c:pt idx="5797" formatCode="0_ ">
                  <c:v>-51</c:v>
                </c:pt>
                <c:pt idx="5798" formatCode="0_ ">
                  <c:v>-51</c:v>
                </c:pt>
                <c:pt idx="5799" formatCode="0_ ">
                  <c:v>-51</c:v>
                </c:pt>
                <c:pt idx="5800" formatCode="0_ ">
                  <c:v>-75</c:v>
                </c:pt>
                <c:pt idx="5801" formatCode="0_ ">
                  <c:v>-75</c:v>
                </c:pt>
                <c:pt idx="5802" formatCode="0_ ">
                  <c:v>-75</c:v>
                </c:pt>
                <c:pt idx="5803" formatCode="0_ ">
                  <c:v>-150</c:v>
                </c:pt>
                <c:pt idx="5804" formatCode="0_ ">
                  <c:v>-150</c:v>
                </c:pt>
                <c:pt idx="5805" formatCode="0_ ">
                  <c:v>-150</c:v>
                </c:pt>
                <c:pt idx="5806" formatCode="0_ ">
                  <c:v>-150</c:v>
                </c:pt>
                <c:pt idx="5807" formatCode="0_ ">
                  <c:v>-150</c:v>
                </c:pt>
                <c:pt idx="5808" formatCode="0_ ">
                  <c:v>-150</c:v>
                </c:pt>
                <c:pt idx="5809" formatCode="0_ ">
                  <c:v>-150</c:v>
                </c:pt>
                <c:pt idx="5810" formatCode="0_ ">
                  <c:v>-150</c:v>
                </c:pt>
                <c:pt idx="5811" formatCode="0_ ">
                  <c:v>-150</c:v>
                </c:pt>
                <c:pt idx="5812" formatCode="0_ ">
                  <c:v>-150</c:v>
                </c:pt>
                <c:pt idx="5813" formatCode="0_ ">
                  <c:v>-150</c:v>
                </c:pt>
                <c:pt idx="5814" formatCode="0_ ">
                  <c:v>-150</c:v>
                </c:pt>
                <c:pt idx="5815" formatCode="0_ ">
                  <c:v>-150</c:v>
                </c:pt>
                <c:pt idx="5816" formatCode="0_ ">
                  <c:v>-150</c:v>
                </c:pt>
                <c:pt idx="5817" formatCode="0_ ">
                  <c:v>-150</c:v>
                </c:pt>
                <c:pt idx="5818" formatCode="0_ ">
                  <c:v>-150</c:v>
                </c:pt>
                <c:pt idx="5819" formatCode="0_ ">
                  <c:v>-150</c:v>
                </c:pt>
                <c:pt idx="5820" formatCode="0_ ">
                  <c:v>-162</c:v>
                </c:pt>
                <c:pt idx="5821" formatCode="0_ ">
                  <c:v>-162</c:v>
                </c:pt>
                <c:pt idx="5822" formatCode="0_ ">
                  <c:v>-162</c:v>
                </c:pt>
                <c:pt idx="5823" formatCode="0_ ">
                  <c:v>-162</c:v>
                </c:pt>
                <c:pt idx="5824" formatCode="0_ ">
                  <c:v>-162</c:v>
                </c:pt>
                <c:pt idx="5825" formatCode="0_ ">
                  <c:v>-162</c:v>
                </c:pt>
                <c:pt idx="5826" formatCode="0_ ">
                  <c:v>-162</c:v>
                </c:pt>
                <c:pt idx="5827" formatCode="0_ ">
                  <c:v>-162</c:v>
                </c:pt>
                <c:pt idx="5828" formatCode="0_ ">
                  <c:v>-138</c:v>
                </c:pt>
                <c:pt idx="5829" formatCode="0_ ">
                  <c:v>-118.8</c:v>
                </c:pt>
                <c:pt idx="5830" formatCode="0_ ">
                  <c:v>-94.8</c:v>
                </c:pt>
                <c:pt idx="5831" formatCode="0_ ">
                  <c:v>-94.8</c:v>
                </c:pt>
                <c:pt idx="5832" formatCode="0_ ">
                  <c:v>-94.8</c:v>
                </c:pt>
                <c:pt idx="5833" formatCode="0_ ">
                  <c:v>-94.8</c:v>
                </c:pt>
                <c:pt idx="5834" formatCode="0_ ">
                  <c:v>-94.8</c:v>
                </c:pt>
                <c:pt idx="5835" formatCode="0_ ">
                  <c:v>-94.8</c:v>
                </c:pt>
                <c:pt idx="5836" formatCode="0_ ">
                  <c:v>-82.8</c:v>
                </c:pt>
                <c:pt idx="5837" formatCode="0_ ">
                  <c:v>-70.8</c:v>
                </c:pt>
                <c:pt idx="5838" formatCode="0_ ">
                  <c:v>-70.8</c:v>
                </c:pt>
                <c:pt idx="5839" formatCode="0_ ">
                  <c:v>-70.8</c:v>
                </c:pt>
                <c:pt idx="5840" formatCode="0_ ">
                  <c:v>-70.8</c:v>
                </c:pt>
                <c:pt idx="5841" formatCode="0_ ">
                  <c:v>-70.8</c:v>
                </c:pt>
                <c:pt idx="5842" formatCode="0_ ">
                  <c:v>-70.8</c:v>
                </c:pt>
                <c:pt idx="5843" formatCode="0_ ">
                  <c:v>-58.8</c:v>
                </c:pt>
                <c:pt idx="5844" formatCode="0_ ">
                  <c:v>-58.8</c:v>
                </c:pt>
                <c:pt idx="5845" formatCode="0_ ">
                  <c:v>-70.8</c:v>
                </c:pt>
                <c:pt idx="5846" formatCode="0_ ">
                  <c:v>-70.8</c:v>
                </c:pt>
                <c:pt idx="5847" formatCode="0_ ">
                  <c:v>-70.8</c:v>
                </c:pt>
                <c:pt idx="5848" formatCode="0_ ">
                  <c:v>-70.8</c:v>
                </c:pt>
                <c:pt idx="5849" formatCode="0_ ">
                  <c:v>-130.80000000000001</c:v>
                </c:pt>
                <c:pt idx="5850" formatCode="0_ ">
                  <c:v>-130.80000000000001</c:v>
                </c:pt>
                <c:pt idx="5851" formatCode="0_ ">
                  <c:v>-130.80000000000001</c:v>
                </c:pt>
                <c:pt idx="5852" formatCode="0_ ">
                  <c:v>-130.80000000000001</c:v>
                </c:pt>
                <c:pt idx="5853" formatCode="0_ ">
                  <c:v>-130.80000000000001</c:v>
                </c:pt>
                <c:pt idx="5854" formatCode="0_ ">
                  <c:v>-130.80000000000001</c:v>
                </c:pt>
                <c:pt idx="5855" formatCode="0_ ">
                  <c:v>-130.80000000000001</c:v>
                </c:pt>
                <c:pt idx="5856" formatCode="0_ ">
                  <c:v>-130.80000000000001</c:v>
                </c:pt>
                <c:pt idx="5857" formatCode="0_ ">
                  <c:v>-130.80000000000001</c:v>
                </c:pt>
                <c:pt idx="5858" formatCode="0_ ">
                  <c:v>-142.80000000000001</c:v>
                </c:pt>
                <c:pt idx="5859" formatCode="0_ ">
                  <c:v>-142.80000000000001</c:v>
                </c:pt>
                <c:pt idx="5860" formatCode="0_ ">
                  <c:v>-174</c:v>
                </c:pt>
                <c:pt idx="5861" formatCode="0_ ">
                  <c:v>-174</c:v>
                </c:pt>
                <c:pt idx="5862" formatCode="0_ ">
                  <c:v>-174</c:v>
                </c:pt>
                <c:pt idx="5863" formatCode="0_ ">
                  <c:v>-198</c:v>
                </c:pt>
                <c:pt idx="5864" formatCode="0_ ">
                  <c:v>-148</c:v>
                </c:pt>
                <c:pt idx="5865" formatCode="0_ ">
                  <c:v>-148</c:v>
                </c:pt>
                <c:pt idx="5866" formatCode="0_ ">
                  <c:v>-98</c:v>
                </c:pt>
                <c:pt idx="5867" formatCode="0_ ">
                  <c:v>-98</c:v>
                </c:pt>
                <c:pt idx="5868" formatCode="0_ ">
                  <c:v>-98</c:v>
                </c:pt>
                <c:pt idx="5869" formatCode="0_ ">
                  <c:v>-98</c:v>
                </c:pt>
                <c:pt idx="5870" formatCode="0_ ">
                  <c:v>-98</c:v>
                </c:pt>
                <c:pt idx="5871" formatCode="0_ ">
                  <c:v>-110</c:v>
                </c:pt>
                <c:pt idx="5872" formatCode="0_ ">
                  <c:v>-47</c:v>
                </c:pt>
                <c:pt idx="5873" formatCode="0_ ">
                  <c:v>-71</c:v>
                </c:pt>
                <c:pt idx="5874" formatCode="0_ ">
                  <c:v>-46</c:v>
                </c:pt>
                <c:pt idx="5875" formatCode="0_ ">
                  <c:v>-46</c:v>
                </c:pt>
                <c:pt idx="5876" formatCode="0_ ">
                  <c:v>-46</c:v>
                </c:pt>
                <c:pt idx="5877" formatCode="0_ ">
                  <c:v>-65.2</c:v>
                </c:pt>
                <c:pt idx="5878" formatCode="0_ ">
                  <c:v>-65.2</c:v>
                </c:pt>
                <c:pt idx="5879" formatCode="0_ ">
                  <c:v>-65.2</c:v>
                </c:pt>
                <c:pt idx="5880" formatCode="0_ ">
                  <c:v>-65.2</c:v>
                </c:pt>
                <c:pt idx="5881" formatCode="0_ ">
                  <c:v>-65.2</c:v>
                </c:pt>
                <c:pt idx="5882" formatCode="0_ ">
                  <c:v>-65</c:v>
                </c:pt>
                <c:pt idx="5883" formatCode="0_ ">
                  <c:v>-65</c:v>
                </c:pt>
                <c:pt idx="5884" formatCode="0_ ">
                  <c:v>34</c:v>
                </c:pt>
                <c:pt idx="5885" formatCode="0_ ">
                  <c:v>46</c:v>
                </c:pt>
                <c:pt idx="5886" formatCode="0_ ">
                  <c:v>70</c:v>
                </c:pt>
                <c:pt idx="5887" formatCode="0_ ">
                  <c:v>82</c:v>
                </c:pt>
                <c:pt idx="5888" formatCode="0_ ">
                  <c:v>105.8</c:v>
                </c:pt>
                <c:pt idx="5889" formatCode="0_ ">
                  <c:v>105.8</c:v>
                </c:pt>
                <c:pt idx="5890" formatCode="0_ ">
                  <c:v>105.8</c:v>
                </c:pt>
                <c:pt idx="5891" formatCode="0_ ">
                  <c:v>149</c:v>
                </c:pt>
                <c:pt idx="5892" formatCode="0_ ">
                  <c:v>153.80000000000001</c:v>
                </c:pt>
                <c:pt idx="5893" formatCode="0_ ">
                  <c:v>153.80000000000001</c:v>
                </c:pt>
                <c:pt idx="5894" formatCode="0_ ">
                  <c:v>153.80000000000001</c:v>
                </c:pt>
                <c:pt idx="5895" formatCode="0_ ">
                  <c:v>142</c:v>
                </c:pt>
                <c:pt idx="5896" formatCode="0_ ">
                  <c:v>142</c:v>
                </c:pt>
                <c:pt idx="5897" formatCode="0_ ">
                  <c:v>142</c:v>
                </c:pt>
                <c:pt idx="5898" formatCode="0_ ">
                  <c:v>142</c:v>
                </c:pt>
                <c:pt idx="5899" formatCode="0_ ">
                  <c:v>130</c:v>
                </c:pt>
                <c:pt idx="5900" formatCode="0_ ">
                  <c:v>118</c:v>
                </c:pt>
                <c:pt idx="5901" formatCode="0_ ">
                  <c:v>169</c:v>
                </c:pt>
                <c:pt idx="5902" formatCode="0_ ">
                  <c:v>145</c:v>
                </c:pt>
                <c:pt idx="5903" formatCode="0_ ">
                  <c:v>145</c:v>
                </c:pt>
                <c:pt idx="5904" formatCode="0_ ">
                  <c:v>145</c:v>
                </c:pt>
                <c:pt idx="5905" formatCode="0_ ">
                  <c:v>144.80000000000001</c:v>
                </c:pt>
                <c:pt idx="5906" formatCode="0_ ">
                  <c:v>144.80000000000001</c:v>
                </c:pt>
                <c:pt idx="5907" formatCode="0_ ">
                  <c:v>144.80000000000001</c:v>
                </c:pt>
                <c:pt idx="5908" formatCode="0_ ">
                  <c:v>144.80000000000001</c:v>
                </c:pt>
                <c:pt idx="5909" formatCode="0_ ">
                  <c:v>144.80000000000001</c:v>
                </c:pt>
                <c:pt idx="5910" formatCode="0_ ">
                  <c:v>180.8</c:v>
                </c:pt>
                <c:pt idx="5911" formatCode="0_ ">
                  <c:v>180.8</c:v>
                </c:pt>
                <c:pt idx="5912" formatCode="0_ ">
                  <c:v>280.8</c:v>
                </c:pt>
                <c:pt idx="5913" formatCode="0_ ">
                  <c:v>304.8</c:v>
                </c:pt>
                <c:pt idx="5914" formatCode="0_ ">
                  <c:v>304.8</c:v>
                </c:pt>
                <c:pt idx="5915" formatCode="0_ ">
                  <c:v>328.8</c:v>
                </c:pt>
                <c:pt idx="5916" formatCode="0_ ">
                  <c:v>328.8</c:v>
                </c:pt>
                <c:pt idx="5917" formatCode="0_ ">
                  <c:v>328.8</c:v>
                </c:pt>
                <c:pt idx="5918" formatCode="0_ ">
                  <c:v>328.8</c:v>
                </c:pt>
                <c:pt idx="5919" formatCode="0_ ">
                  <c:v>316.8</c:v>
                </c:pt>
                <c:pt idx="5920" formatCode="0_ ">
                  <c:v>316.8</c:v>
                </c:pt>
                <c:pt idx="5921" formatCode="0_ ">
                  <c:v>316.8</c:v>
                </c:pt>
                <c:pt idx="5922" formatCode="0_ ">
                  <c:v>316.8</c:v>
                </c:pt>
                <c:pt idx="5923" formatCode="0_ ">
                  <c:v>316.8</c:v>
                </c:pt>
                <c:pt idx="5924" formatCode="0_ ">
                  <c:v>316.8</c:v>
                </c:pt>
                <c:pt idx="5925" formatCode="0_ ">
                  <c:v>316.8</c:v>
                </c:pt>
                <c:pt idx="5926" formatCode="0_ ">
                  <c:v>316.8</c:v>
                </c:pt>
                <c:pt idx="5927" formatCode="0_ ">
                  <c:v>316.8</c:v>
                </c:pt>
                <c:pt idx="5928" formatCode="0_ ">
                  <c:v>316.8</c:v>
                </c:pt>
                <c:pt idx="5929" formatCode="0_ ">
                  <c:v>316.8</c:v>
                </c:pt>
                <c:pt idx="5930" formatCode="0_ ">
                  <c:v>316.8</c:v>
                </c:pt>
                <c:pt idx="5931" formatCode="0_ ">
                  <c:v>307.2</c:v>
                </c:pt>
                <c:pt idx="5932" formatCode="0_ ">
                  <c:v>300</c:v>
                </c:pt>
                <c:pt idx="5933" formatCode="0_ ">
                  <c:v>300</c:v>
                </c:pt>
                <c:pt idx="5934" formatCode="0_ ">
                  <c:v>300</c:v>
                </c:pt>
                <c:pt idx="5935" formatCode="0_ ">
                  <c:v>300</c:v>
                </c:pt>
                <c:pt idx="5936" formatCode="0_ ">
                  <c:v>300</c:v>
                </c:pt>
                <c:pt idx="5937" formatCode="0_ ">
                  <c:v>312</c:v>
                </c:pt>
                <c:pt idx="5938" formatCode="0_ ">
                  <c:v>312</c:v>
                </c:pt>
                <c:pt idx="5939" formatCode="0_ ">
                  <c:v>312</c:v>
                </c:pt>
                <c:pt idx="5940" formatCode="0_ ">
                  <c:v>312</c:v>
                </c:pt>
                <c:pt idx="5941" formatCode="0_ ">
                  <c:v>312</c:v>
                </c:pt>
                <c:pt idx="5942" formatCode="0_ ">
                  <c:v>337</c:v>
                </c:pt>
                <c:pt idx="5943" formatCode="0_ ">
                  <c:v>325</c:v>
                </c:pt>
                <c:pt idx="5944" formatCode="0_ ">
                  <c:v>313</c:v>
                </c:pt>
                <c:pt idx="5945" formatCode="0_ ">
                  <c:v>313</c:v>
                </c:pt>
                <c:pt idx="5946" formatCode="0_ ">
                  <c:v>265</c:v>
                </c:pt>
                <c:pt idx="5947" formatCode="0_ ">
                  <c:v>265</c:v>
                </c:pt>
                <c:pt idx="5948" formatCode="0_ ">
                  <c:v>265</c:v>
                </c:pt>
                <c:pt idx="5949" formatCode="0_ ">
                  <c:v>277</c:v>
                </c:pt>
                <c:pt idx="5950" formatCode="0_ ">
                  <c:v>301</c:v>
                </c:pt>
                <c:pt idx="5951" formatCode="0_ ">
                  <c:v>301</c:v>
                </c:pt>
                <c:pt idx="5952" formatCode="0_ ">
                  <c:v>301</c:v>
                </c:pt>
                <c:pt idx="5953" formatCode="0_ ">
                  <c:v>301</c:v>
                </c:pt>
                <c:pt idx="5954" formatCode="0_ ">
                  <c:v>233</c:v>
                </c:pt>
                <c:pt idx="5955" formatCode="0_ ">
                  <c:v>221</c:v>
                </c:pt>
                <c:pt idx="5956" formatCode="0_ ">
                  <c:v>221</c:v>
                </c:pt>
                <c:pt idx="5957" formatCode="0_ ">
                  <c:v>197</c:v>
                </c:pt>
                <c:pt idx="5958" formatCode="0_ ">
                  <c:v>185</c:v>
                </c:pt>
                <c:pt idx="5959" formatCode="0_ ">
                  <c:v>185</c:v>
                </c:pt>
                <c:pt idx="5960" formatCode="0_ ">
                  <c:v>185</c:v>
                </c:pt>
                <c:pt idx="5961" formatCode="0_ ">
                  <c:v>185</c:v>
                </c:pt>
                <c:pt idx="5962" formatCode="0_ ">
                  <c:v>197</c:v>
                </c:pt>
                <c:pt idx="5963" formatCode="0_ ">
                  <c:v>209</c:v>
                </c:pt>
                <c:pt idx="5964" formatCode="0_ ">
                  <c:v>209</c:v>
                </c:pt>
                <c:pt idx="5965" formatCode="0_ ">
                  <c:v>209</c:v>
                </c:pt>
                <c:pt idx="5966" formatCode="0_ ">
                  <c:v>209</c:v>
                </c:pt>
                <c:pt idx="5967" formatCode="0_ ">
                  <c:v>209</c:v>
                </c:pt>
                <c:pt idx="5968" formatCode="0_ ">
                  <c:v>236</c:v>
                </c:pt>
                <c:pt idx="5969" formatCode="0_ ">
                  <c:v>236</c:v>
                </c:pt>
                <c:pt idx="5970" formatCode="0_ ">
                  <c:v>236</c:v>
                </c:pt>
                <c:pt idx="5971" formatCode="0_ ">
                  <c:v>236</c:v>
                </c:pt>
                <c:pt idx="5972" formatCode="0_ ">
                  <c:v>236</c:v>
                </c:pt>
                <c:pt idx="5973" formatCode="0_ ">
                  <c:v>236</c:v>
                </c:pt>
                <c:pt idx="5974" formatCode="0_ ">
                  <c:v>236</c:v>
                </c:pt>
                <c:pt idx="5975" formatCode="0_ ">
                  <c:v>248</c:v>
                </c:pt>
                <c:pt idx="5976" formatCode="0_ ">
                  <c:v>272</c:v>
                </c:pt>
                <c:pt idx="5977" formatCode="0_ ">
                  <c:v>272</c:v>
                </c:pt>
                <c:pt idx="5978" formatCode="0_ ">
                  <c:v>284</c:v>
                </c:pt>
                <c:pt idx="5979" formatCode="0_ ">
                  <c:v>299</c:v>
                </c:pt>
                <c:pt idx="5980" formatCode="0_ ">
                  <c:v>299</c:v>
                </c:pt>
                <c:pt idx="5981" formatCode="0_ ">
                  <c:v>299</c:v>
                </c:pt>
                <c:pt idx="5982" formatCode="0_ ">
                  <c:v>279.8</c:v>
                </c:pt>
                <c:pt idx="5983" formatCode="0_ ">
                  <c:v>279.8</c:v>
                </c:pt>
                <c:pt idx="5984" formatCode="0_ ">
                  <c:v>291.8</c:v>
                </c:pt>
                <c:pt idx="5985" formatCode="0_ ">
                  <c:v>283.8</c:v>
                </c:pt>
                <c:pt idx="5986" formatCode="0_ ">
                  <c:v>283.8</c:v>
                </c:pt>
                <c:pt idx="5987" formatCode="0_ ">
                  <c:v>283.8</c:v>
                </c:pt>
                <c:pt idx="5988" formatCode="0_ ">
                  <c:v>283.8</c:v>
                </c:pt>
                <c:pt idx="5989" formatCode="0_ ">
                  <c:v>307.8</c:v>
                </c:pt>
                <c:pt idx="5990" formatCode="0_ ">
                  <c:v>307.8</c:v>
                </c:pt>
                <c:pt idx="5991" formatCode="0_ ">
                  <c:v>290.8</c:v>
                </c:pt>
                <c:pt idx="5992" formatCode="0_ ">
                  <c:v>290.8</c:v>
                </c:pt>
                <c:pt idx="5993" formatCode="0_ ">
                  <c:v>290.8</c:v>
                </c:pt>
                <c:pt idx="5994" formatCode="0_ ">
                  <c:v>290.8</c:v>
                </c:pt>
                <c:pt idx="5995" formatCode="0_ ">
                  <c:v>290.8</c:v>
                </c:pt>
                <c:pt idx="5996" formatCode="0_ ">
                  <c:v>302.8</c:v>
                </c:pt>
                <c:pt idx="5997" formatCode="0_ ">
                  <c:v>326.8</c:v>
                </c:pt>
                <c:pt idx="5998" formatCode="0_ ">
                  <c:v>326.8</c:v>
                </c:pt>
                <c:pt idx="5999" formatCode="0_ ">
                  <c:v>350.8</c:v>
                </c:pt>
                <c:pt idx="6000" formatCode="0_ ">
                  <c:v>374.8</c:v>
                </c:pt>
                <c:pt idx="6001" formatCode="0_ ">
                  <c:v>374.8</c:v>
                </c:pt>
                <c:pt idx="6002" formatCode="0_ ">
                  <c:v>374.8</c:v>
                </c:pt>
                <c:pt idx="6003" formatCode="0_ ">
                  <c:v>399</c:v>
                </c:pt>
                <c:pt idx="6004" formatCode="0_ ">
                  <c:v>399</c:v>
                </c:pt>
                <c:pt idx="6005" formatCode="0_ ">
                  <c:v>401</c:v>
                </c:pt>
                <c:pt idx="6006" formatCode="0_ ">
                  <c:v>401</c:v>
                </c:pt>
                <c:pt idx="6007" formatCode="0_ ">
                  <c:v>425</c:v>
                </c:pt>
                <c:pt idx="6008" formatCode="0_ ">
                  <c:v>425</c:v>
                </c:pt>
                <c:pt idx="6009" formatCode="0_ ">
                  <c:v>425</c:v>
                </c:pt>
                <c:pt idx="6010" formatCode="0_ ">
                  <c:v>449</c:v>
                </c:pt>
                <c:pt idx="6011" formatCode="0_ ">
                  <c:v>461</c:v>
                </c:pt>
                <c:pt idx="6012" formatCode="0_ ">
                  <c:v>478</c:v>
                </c:pt>
                <c:pt idx="6013" formatCode="0_ ">
                  <c:v>449</c:v>
                </c:pt>
                <c:pt idx="6014" formatCode="0_ ">
                  <c:v>449</c:v>
                </c:pt>
                <c:pt idx="6015" formatCode="0_ ">
                  <c:v>449</c:v>
                </c:pt>
                <c:pt idx="6016" formatCode="0_ ">
                  <c:v>449</c:v>
                </c:pt>
                <c:pt idx="6017" formatCode="0_ ">
                  <c:v>473</c:v>
                </c:pt>
                <c:pt idx="6018" formatCode="0_ ">
                  <c:v>473</c:v>
                </c:pt>
                <c:pt idx="6019" formatCode="0_ ">
                  <c:v>473</c:v>
                </c:pt>
                <c:pt idx="6020" formatCode="0_ ">
                  <c:v>449</c:v>
                </c:pt>
                <c:pt idx="6021" formatCode="0_ ">
                  <c:v>479</c:v>
                </c:pt>
                <c:pt idx="6022" formatCode="0_ ">
                  <c:v>479</c:v>
                </c:pt>
                <c:pt idx="6023" formatCode="0_ ">
                  <c:v>479</c:v>
                </c:pt>
                <c:pt idx="6024" formatCode="0_ ">
                  <c:v>479</c:v>
                </c:pt>
                <c:pt idx="6025" formatCode="0_ ">
                  <c:v>479</c:v>
                </c:pt>
                <c:pt idx="6026" formatCode="0_ ">
                  <c:v>479</c:v>
                </c:pt>
                <c:pt idx="6027" formatCode="0_ ">
                  <c:v>479</c:v>
                </c:pt>
                <c:pt idx="6028" formatCode="0_ ">
                  <c:v>559</c:v>
                </c:pt>
                <c:pt idx="6029" formatCode="0_ ">
                  <c:v>571</c:v>
                </c:pt>
                <c:pt idx="6030" formatCode="0_ ">
                  <c:v>571</c:v>
                </c:pt>
                <c:pt idx="6031" formatCode="0_ ">
                  <c:v>484</c:v>
                </c:pt>
                <c:pt idx="6032" formatCode="0_ ">
                  <c:v>493</c:v>
                </c:pt>
                <c:pt idx="6033" formatCode="0_ ">
                  <c:v>493</c:v>
                </c:pt>
                <c:pt idx="6034" formatCode="0_ ">
                  <c:v>493</c:v>
                </c:pt>
                <c:pt idx="6035" formatCode="0_ ">
                  <c:v>493</c:v>
                </c:pt>
                <c:pt idx="6036" formatCode="0_ ">
                  <c:v>493</c:v>
                </c:pt>
                <c:pt idx="6037" formatCode="0_ ">
                  <c:v>493</c:v>
                </c:pt>
                <c:pt idx="6038" formatCode="0_ ">
                  <c:v>428.2</c:v>
                </c:pt>
                <c:pt idx="6039" formatCode="0_ ">
                  <c:v>378.2</c:v>
                </c:pt>
                <c:pt idx="6040" formatCode="0_ ">
                  <c:v>353.2</c:v>
                </c:pt>
                <c:pt idx="6041" formatCode="0_ ">
                  <c:v>353.2</c:v>
                </c:pt>
                <c:pt idx="6042" formatCode="0_ ">
                  <c:v>353.2</c:v>
                </c:pt>
                <c:pt idx="6043" formatCode="0_ ">
                  <c:v>353.2</c:v>
                </c:pt>
                <c:pt idx="6044" formatCode="0_ ">
                  <c:v>353.2</c:v>
                </c:pt>
                <c:pt idx="6045" formatCode="0_ ">
                  <c:v>427.6</c:v>
                </c:pt>
                <c:pt idx="6046" formatCode="0_ ">
                  <c:v>439.6</c:v>
                </c:pt>
                <c:pt idx="6047" formatCode="0_ ">
                  <c:v>439.6</c:v>
                </c:pt>
                <c:pt idx="6048" formatCode="0_ ">
                  <c:v>401.6</c:v>
                </c:pt>
                <c:pt idx="6049" formatCode="0_ ">
                  <c:v>401.6</c:v>
                </c:pt>
                <c:pt idx="6050" formatCode="0_ ">
                  <c:v>401.6</c:v>
                </c:pt>
                <c:pt idx="6051" formatCode="0_ ">
                  <c:v>401.6</c:v>
                </c:pt>
                <c:pt idx="6052" formatCode="0_ ">
                  <c:v>401.6</c:v>
                </c:pt>
                <c:pt idx="6053" formatCode="0_ ">
                  <c:v>377.6</c:v>
                </c:pt>
                <c:pt idx="6054" formatCode="0_ ">
                  <c:v>377.6</c:v>
                </c:pt>
                <c:pt idx="6055" formatCode="0_ ">
                  <c:v>352.6</c:v>
                </c:pt>
                <c:pt idx="6056" formatCode="0_ ">
                  <c:v>488.6</c:v>
                </c:pt>
                <c:pt idx="6057" formatCode="0_ ">
                  <c:v>488.6</c:v>
                </c:pt>
                <c:pt idx="6058" formatCode="0_ ">
                  <c:v>488.6</c:v>
                </c:pt>
                <c:pt idx="6059" formatCode="0_ ">
                  <c:v>515</c:v>
                </c:pt>
                <c:pt idx="6060" formatCode="0_ ">
                  <c:v>515</c:v>
                </c:pt>
                <c:pt idx="6061" formatCode="0_ ">
                  <c:v>465</c:v>
                </c:pt>
                <c:pt idx="6062" formatCode="0_ ">
                  <c:v>465</c:v>
                </c:pt>
                <c:pt idx="6063" formatCode="0_ ">
                  <c:v>465</c:v>
                </c:pt>
                <c:pt idx="6064" formatCode="0_ ">
                  <c:v>465</c:v>
                </c:pt>
                <c:pt idx="6065" formatCode="0_ ">
                  <c:v>465</c:v>
                </c:pt>
                <c:pt idx="6066" formatCode="0_ ">
                  <c:v>681</c:v>
                </c:pt>
                <c:pt idx="6067" formatCode="0_ ">
                  <c:v>681</c:v>
                </c:pt>
                <c:pt idx="6068" formatCode="0_ ">
                  <c:v>656</c:v>
                </c:pt>
                <c:pt idx="6069" formatCode="0_ ">
                  <c:v>680</c:v>
                </c:pt>
                <c:pt idx="6070" formatCode="0_ ">
                  <c:v>680</c:v>
                </c:pt>
                <c:pt idx="6071" formatCode="0_ ">
                  <c:v>680</c:v>
                </c:pt>
                <c:pt idx="6072" formatCode="0_ ">
                  <c:v>680</c:v>
                </c:pt>
                <c:pt idx="6073" formatCode="0_ ">
                  <c:v>680</c:v>
                </c:pt>
                <c:pt idx="6074" formatCode="0_ ">
                  <c:v>704</c:v>
                </c:pt>
                <c:pt idx="6075" formatCode="0_ ">
                  <c:v>704</c:v>
                </c:pt>
                <c:pt idx="6076" formatCode="0_ ">
                  <c:v>704</c:v>
                </c:pt>
                <c:pt idx="6077" formatCode="0_ ">
                  <c:v>704</c:v>
                </c:pt>
                <c:pt idx="6078" formatCode="0_ ">
                  <c:v>704</c:v>
                </c:pt>
                <c:pt idx="6079" formatCode="0_ ">
                  <c:v>704</c:v>
                </c:pt>
                <c:pt idx="6080" formatCode="0_ ">
                  <c:v>667</c:v>
                </c:pt>
                <c:pt idx="6081" formatCode="0_ ">
                  <c:v>679</c:v>
                </c:pt>
                <c:pt idx="6082" formatCode="0_ ">
                  <c:v>679</c:v>
                </c:pt>
                <c:pt idx="6083" formatCode="0_ ">
                  <c:v>641</c:v>
                </c:pt>
                <c:pt idx="6084" formatCode="0_ ">
                  <c:v>641</c:v>
                </c:pt>
                <c:pt idx="6085" formatCode="0_ ">
                  <c:v>641</c:v>
                </c:pt>
                <c:pt idx="6086" formatCode="0_ ">
                  <c:v>641</c:v>
                </c:pt>
                <c:pt idx="6087" formatCode="0_ ">
                  <c:v>714</c:v>
                </c:pt>
                <c:pt idx="6088" formatCode="0_ ">
                  <c:v>714</c:v>
                </c:pt>
                <c:pt idx="6089" formatCode="0_ ">
                  <c:v>725</c:v>
                </c:pt>
                <c:pt idx="6090" formatCode="0_ ">
                  <c:v>713</c:v>
                </c:pt>
                <c:pt idx="6091" formatCode="0_ ">
                  <c:v>689</c:v>
                </c:pt>
                <c:pt idx="6092" formatCode="0_ ">
                  <c:v>689</c:v>
                </c:pt>
                <c:pt idx="6093" formatCode="0_ ">
                  <c:v>689</c:v>
                </c:pt>
                <c:pt idx="6094" formatCode="0_ ">
                  <c:v>689</c:v>
                </c:pt>
                <c:pt idx="6095" formatCode="0_ ">
                  <c:v>639</c:v>
                </c:pt>
                <c:pt idx="6096" formatCode="0_ ">
                  <c:v>639</c:v>
                </c:pt>
                <c:pt idx="6097" formatCode="0_ ">
                  <c:v>639</c:v>
                </c:pt>
                <c:pt idx="6098" formatCode="0_ ">
                  <c:v>639</c:v>
                </c:pt>
                <c:pt idx="6099" formatCode="0_ ">
                  <c:v>639</c:v>
                </c:pt>
                <c:pt idx="6100" formatCode="0_ ">
                  <c:v>639</c:v>
                </c:pt>
                <c:pt idx="6101" formatCode="0_ ">
                  <c:v>639</c:v>
                </c:pt>
                <c:pt idx="6102" formatCode="0_ ">
                  <c:v>663</c:v>
                </c:pt>
                <c:pt idx="6103" formatCode="0_ ">
                  <c:v>663</c:v>
                </c:pt>
                <c:pt idx="6104" formatCode="0_ ">
                  <c:v>663</c:v>
                </c:pt>
                <c:pt idx="6105" formatCode="0_ ">
                  <c:v>651</c:v>
                </c:pt>
                <c:pt idx="6106" formatCode="0_ ">
                  <c:v>651</c:v>
                </c:pt>
                <c:pt idx="6107" formatCode="0_ ">
                  <c:v>651</c:v>
                </c:pt>
                <c:pt idx="6108" formatCode="0_ ">
                  <c:v>639</c:v>
                </c:pt>
                <c:pt idx="6109" formatCode="0_ ">
                  <c:v>627</c:v>
                </c:pt>
                <c:pt idx="6110" formatCode="0_ ">
                  <c:v>603</c:v>
                </c:pt>
                <c:pt idx="6111" formatCode="0_ ">
                  <c:v>579</c:v>
                </c:pt>
                <c:pt idx="6112" formatCode="0_ ">
                  <c:v>555</c:v>
                </c:pt>
                <c:pt idx="6113" formatCode="0_ ">
                  <c:v>555</c:v>
                </c:pt>
                <c:pt idx="6114" formatCode="0_ ">
                  <c:v>519</c:v>
                </c:pt>
                <c:pt idx="6115" formatCode="0_ ">
                  <c:v>569</c:v>
                </c:pt>
                <c:pt idx="6116" formatCode="0_ ">
                  <c:v>557</c:v>
                </c:pt>
                <c:pt idx="6117" formatCode="0_ ">
                  <c:v>557</c:v>
                </c:pt>
                <c:pt idx="6118" formatCode="0_ ">
                  <c:v>607</c:v>
                </c:pt>
                <c:pt idx="6119" formatCode="0_ ">
                  <c:v>607</c:v>
                </c:pt>
                <c:pt idx="6120" formatCode="0_ ">
                  <c:v>607</c:v>
                </c:pt>
                <c:pt idx="6121" formatCode="0_ ">
                  <c:v>607</c:v>
                </c:pt>
                <c:pt idx="6122" formatCode="0_);[Red]\(0\)">
                  <c:v>667</c:v>
                </c:pt>
                <c:pt idx="6123" formatCode="0_);[Red]\(0\)">
                  <c:v>729</c:v>
                </c:pt>
                <c:pt idx="6124" formatCode="0_ ">
                  <c:v>745</c:v>
                </c:pt>
                <c:pt idx="6125" formatCode="0_ ">
                  <c:v>745</c:v>
                </c:pt>
                <c:pt idx="6126" formatCode="0_ ">
                  <c:v>795</c:v>
                </c:pt>
                <c:pt idx="6127" formatCode="0_ ">
                  <c:v>795</c:v>
                </c:pt>
                <c:pt idx="6128" formatCode="0_ ">
                  <c:v>795</c:v>
                </c:pt>
                <c:pt idx="6129" formatCode="0_ ">
                  <c:v>747</c:v>
                </c:pt>
                <c:pt idx="6130" formatCode="0_ ">
                  <c:v>797</c:v>
                </c:pt>
                <c:pt idx="6131" formatCode="0_ ">
                  <c:v>797</c:v>
                </c:pt>
                <c:pt idx="6132" formatCode="0_ ">
                  <c:v>797</c:v>
                </c:pt>
                <c:pt idx="6133" formatCode="0_ ">
                  <c:v>797</c:v>
                </c:pt>
                <c:pt idx="6134" formatCode="0_ ">
                  <c:v>797</c:v>
                </c:pt>
                <c:pt idx="6135" formatCode="0_ ">
                  <c:v>797</c:v>
                </c:pt>
                <c:pt idx="6136" formatCode="0_ ">
                  <c:v>847</c:v>
                </c:pt>
                <c:pt idx="6137" formatCode="0_ ">
                  <c:v>796</c:v>
                </c:pt>
                <c:pt idx="6138" formatCode="0_ ">
                  <c:v>846</c:v>
                </c:pt>
                <c:pt idx="6139" formatCode="0_ ">
                  <c:v>834</c:v>
                </c:pt>
                <c:pt idx="6140" formatCode="0_ ">
                  <c:v>822</c:v>
                </c:pt>
                <c:pt idx="6141" formatCode="0_ ">
                  <c:v>822</c:v>
                </c:pt>
                <c:pt idx="6142" formatCode="0_ ">
                  <c:v>822</c:v>
                </c:pt>
                <c:pt idx="6143" formatCode="0_ ">
                  <c:v>810</c:v>
                </c:pt>
                <c:pt idx="6144" formatCode="0_ ">
                  <c:v>776</c:v>
                </c:pt>
                <c:pt idx="6145" formatCode="0_ ">
                  <c:v>776</c:v>
                </c:pt>
                <c:pt idx="6146" formatCode="0_ ">
                  <c:v>726</c:v>
                </c:pt>
                <c:pt idx="6147" formatCode="0_ ">
                  <c:v>738</c:v>
                </c:pt>
                <c:pt idx="6148" formatCode="0_ ">
                  <c:v>738</c:v>
                </c:pt>
                <c:pt idx="6149" formatCode="0_ ">
                  <c:v>738</c:v>
                </c:pt>
                <c:pt idx="6150" formatCode="0_ ">
                  <c:v>738</c:v>
                </c:pt>
                <c:pt idx="6151" formatCode="0_ ">
                  <c:v>702</c:v>
                </c:pt>
                <c:pt idx="6152" formatCode="0_ ">
                  <c:v>702</c:v>
                </c:pt>
                <c:pt idx="6153" formatCode="0_ ">
                  <c:v>702</c:v>
                </c:pt>
                <c:pt idx="6154" formatCode="0_ ">
                  <c:v>576</c:v>
                </c:pt>
                <c:pt idx="6155" formatCode="0_ ">
                  <c:v>576</c:v>
                </c:pt>
                <c:pt idx="6156" formatCode="0_ ">
                  <c:v>576</c:v>
                </c:pt>
                <c:pt idx="6157" formatCode="0_ ">
                  <c:v>591</c:v>
                </c:pt>
                <c:pt idx="6158" formatCode="0_ ">
                  <c:v>615</c:v>
                </c:pt>
                <c:pt idx="6159" formatCode="0_ ">
                  <c:v>594</c:v>
                </c:pt>
                <c:pt idx="6160" formatCode="0_ ">
                  <c:v>594</c:v>
                </c:pt>
                <c:pt idx="6161" formatCode="0_ ">
                  <c:v>577</c:v>
                </c:pt>
                <c:pt idx="6162" formatCode="0_ ">
                  <c:v>577</c:v>
                </c:pt>
                <c:pt idx="6163" formatCode="0_ ">
                  <c:v>577</c:v>
                </c:pt>
                <c:pt idx="6164" formatCode="0_ ">
                  <c:v>492</c:v>
                </c:pt>
                <c:pt idx="6165" formatCode="0_ ">
                  <c:v>475</c:v>
                </c:pt>
                <c:pt idx="6166" formatCode="0_ ">
                  <c:v>463</c:v>
                </c:pt>
                <c:pt idx="6167" formatCode="0_ ">
                  <c:v>455.8</c:v>
                </c:pt>
                <c:pt idx="6168" formatCode="0_ ">
                  <c:v>439</c:v>
                </c:pt>
                <c:pt idx="6169" formatCode="0_ ">
                  <c:v>439</c:v>
                </c:pt>
                <c:pt idx="6170" formatCode="0_ ">
                  <c:v>439</c:v>
                </c:pt>
                <c:pt idx="6171" formatCode="0_ ">
                  <c:v>439</c:v>
                </c:pt>
                <c:pt idx="6172" formatCode="0_ ">
                  <c:v>439</c:v>
                </c:pt>
                <c:pt idx="6173" formatCode="0_ ">
                  <c:v>439</c:v>
                </c:pt>
                <c:pt idx="6174" formatCode="0_ ">
                  <c:v>439</c:v>
                </c:pt>
                <c:pt idx="6175" formatCode="0_ ">
                  <c:v>439</c:v>
                </c:pt>
                <c:pt idx="6176" formatCode="0_ ">
                  <c:v>439</c:v>
                </c:pt>
                <c:pt idx="6177" formatCode="0_ ">
                  <c:v>439</c:v>
                </c:pt>
                <c:pt idx="6178" formatCode="0_ ">
                  <c:v>439</c:v>
                </c:pt>
                <c:pt idx="6179" formatCode="0_ ">
                  <c:v>439</c:v>
                </c:pt>
                <c:pt idx="6180" formatCode="0_ ">
                  <c:v>439</c:v>
                </c:pt>
                <c:pt idx="6181" formatCode="0_ ">
                  <c:v>439</c:v>
                </c:pt>
                <c:pt idx="6182" formatCode="0_ ">
                  <c:v>439</c:v>
                </c:pt>
                <c:pt idx="6183" formatCode="0_ ">
                  <c:v>474</c:v>
                </c:pt>
                <c:pt idx="6184" formatCode="0_ ">
                  <c:v>486</c:v>
                </c:pt>
                <c:pt idx="6185" formatCode="0_ ">
                  <c:v>498</c:v>
                </c:pt>
                <c:pt idx="6186" formatCode="0_ ">
                  <c:v>517.20000000000005</c:v>
                </c:pt>
                <c:pt idx="6187" formatCode="0_ ">
                  <c:v>517.20000000000005</c:v>
                </c:pt>
                <c:pt idx="6188" formatCode="0_ ">
                  <c:v>541.20000000000005</c:v>
                </c:pt>
                <c:pt idx="6189" formatCode="0_ ">
                  <c:v>553.20000000000005</c:v>
                </c:pt>
                <c:pt idx="6190" formatCode="0_ ">
                  <c:v>553.20000000000005</c:v>
                </c:pt>
                <c:pt idx="6191" formatCode="0_ ">
                  <c:v>553.20000000000005</c:v>
                </c:pt>
                <c:pt idx="6192" formatCode="0_ ">
                  <c:v>534</c:v>
                </c:pt>
                <c:pt idx="6193" formatCode="0_ ">
                  <c:v>529.20000000000005</c:v>
                </c:pt>
                <c:pt idx="6194" formatCode="0_ ">
                  <c:v>517.20000000000005</c:v>
                </c:pt>
                <c:pt idx="6195" formatCode="0_ ">
                  <c:v>498</c:v>
                </c:pt>
                <c:pt idx="6196" formatCode="0_ ">
                  <c:v>474</c:v>
                </c:pt>
                <c:pt idx="6197" formatCode="0_ ">
                  <c:v>474</c:v>
                </c:pt>
                <c:pt idx="6198" formatCode="0_ ">
                  <c:v>474</c:v>
                </c:pt>
                <c:pt idx="6199" formatCode="0_ ">
                  <c:v>387</c:v>
                </c:pt>
                <c:pt idx="6200" formatCode="0_ ">
                  <c:v>399</c:v>
                </c:pt>
                <c:pt idx="6201" formatCode="0_ ">
                  <c:v>448</c:v>
                </c:pt>
                <c:pt idx="6202" formatCode="0_ ">
                  <c:v>448</c:v>
                </c:pt>
                <c:pt idx="6203" formatCode="0_ ">
                  <c:v>424</c:v>
                </c:pt>
                <c:pt idx="6204" formatCode="0_ ">
                  <c:v>424</c:v>
                </c:pt>
                <c:pt idx="6205" formatCode="0_ ">
                  <c:v>424</c:v>
                </c:pt>
                <c:pt idx="6206" formatCode="0_ ">
                  <c:v>433</c:v>
                </c:pt>
                <c:pt idx="6207" formatCode="0_ ">
                  <c:v>469</c:v>
                </c:pt>
                <c:pt idx="6208" formatCode="0_ ">
                  <c:v>494</c:v>
                </c:pt>
                <c:pt idx="6209" formatCode="0_ ">
                  <c:v>482</c:v>
                </c:pt>
                <c:pt idx="6210" formatCode="0_ ">
                  <c:v>482</c:v>
                </c:pt>
                <c:pt idx="6211" formatCode="0_ ">
                  <c:v>482</c:v>
                </c:pt>
                <c:pt idx="6212" formatCode="0_ ">
                  <c:v>482</c:v>
                </c:pt>
                <c:pt idx="6213" formatCode="0_ ">
                  <c:v>475.8</c:v>
                </c:pt>
                <c:pt idx="6214" formatCode="0_ ">
                  <c:v>475.8</c:v>
                </c:pt>
                <c:pt idx="6215" formatCode="0_ ">
                  <c:v>471</c:v>
                </c:pt>
                <c:pt idx="6216" formatCode="0_ ">
                  <c:v>451.8</c:v>
                </c:pt>
                <c:pt idx="6217" formatCode="0_ ">
                  <c:v>427.8</c:v>
                </c:pt>
                <c:pt idx="6218" formatCode="0_ ">
                  <c:v>427.8</c:v>
                </c:pt>
                <c:pt idx="6219" formatCode="0_ ">
                  <c:v>427.8</c:v>
                </c:pt>
                <c:pt idx="6220" formatCode="0_ ">
                  <c:v>415.8</c:v>
                </c:pt>
                <c:pt idx="6221" formatCode="0_ ">
                  <c:v>415.8</c:v>
                </c:pt>
                <c:pt idx="6222" formatCode="0_ ">
                  <c:v>415.8</c:v>
                </c:pt>
                <c:pt idx="6223" formatCode="0_ ">
                  <c:v>403.8</c:v>
                </c:pt>
                <c:pt idx="6224" formatCode="0_ ">
                  <c:v>391.8</c:v>
                </c:pt>
                <c:pt idx="6225" formatCode="0_ ">
                  <c:v>391.8</c:v>
                </c:pt>
                <c:pt idx="6226" formatCode="0_ ">
                  <c:v>391.8</c:v>
                </c:pt>
                <c:pt idx="6227" formatCode="0_ ">
                  <c:v>391.8</c:v>
                </c:pt>
                <c:pt idx="6228" formatCode="0_ ">
                  <c:v>411</c:v>
                </c:pt>
                <c:pt idx="6229" formatCode="0_ ">
                  <c:v>435</c:v>
                </c:pt>
                <c:pt idx="6230" formatCode="0_ ">
                  <c:v>459</c:v>
                </c:pt>
                <c:pt idx="6231" formatCode="0_ ">
                  <c:v>459</c:v>
                </c:pt>
                <c:pt idx="6232" formatCode="0_ ">
                  <c:v>459</c:v>
                </c:pt>
                <c:pt idx="6233" formatCode="0_ ">
                  <c:v>459</c:v>
                </c:pt>
                <c:pt idx="6234" formatCode="0_ ">
                  <c:v>471</c:v>
                </c:pt>
                <c:pt idx="6235" formatCode="0_ ">
                  <c:v>471</c:v>
                </c:pt>
                <c:pt idx="6236" formatCode="0_ ">
                  <c:v>483</c:v>
                </c:pt>
                <c:pt idx="6237" formatCode="0_ ">
                  <c:v>495</c:v>
                </c:pt>
                <c:pt idx="6238" formatCode="0_ ">
                  <c:v>502.2</c:v>
                </c:pt>
                <c:pt idx="6239" formatCode="0_ ">
                  <c:v>502.2</c:v>
                </c:pt>
                <c:pt idx="6240" formatCode="0_ ">
                  <c:v>502.2</c:v>
                </c:pt>
                <c:pt idx="6241" formatCode="0_ ">
                  <c:v>531</c:v>
                </c:pt>
                <c:pt idx="6242" formatCode="0_ ">
                  <c:v>507</c:v>
                </c:pt>
                <c:pt idx="6243" formatCode="0_ ">
                  <c:v>495</c:v>
                </c:pt>
                <c:pt idx="6244" formatCode="0_ ">
                  <c:v>483</c:v>
                </c:pt>
                <c:pt idx="6245" formatCode="0_ ">
                  <c:v>459</c:v>
                </c:pt>
                <c:pt idx="6246" formatCode="0_ ">
                  <c:v>459</c:v>
                </c:pt>
                <c:pt idx="6247" formatCode="0_ ">
                  <c:v>459</c:v>
                </c:pt>
                <c:pt idx="6248" formatCode="0_ ">
                  <c:v>471</c:v>
                </c:pt>
                <c:pt idx="6249" formatCode="0_ ">
                  <c:v>483</c:v>
                </c:pt>
                <c:pt idx="6250" formatCode="0_ ">
                  <c:v>483</c:v>
                </c:pt>
                <c:pt idx="6251" formatCode="0_ ">
                  <c:v>471</c:v>
                </c:pt>
                <c:pt idx="6252" formatCode="0_ ">
                  <c:v>471</c:v>
                </c:pt>
                <c:pt idx="6253" formatCode="0_ ">
                  <c:v>471</c:v>
                </c:pt>
                <c:pt idx="6254" formatCode="0_ ">
                  <c:v>471</c:v>
                </c:pt>
                <c:pt idx="6255" formatCode="0_ ">
                  <c:v>483</c:v>
                </c:pt>
                <c:pt idx="6256" formatCode="0_ ">
                  <c:v>471</c:v>
                </c:pt>
                <c:pt idx="6257" formatCode="0_ ">
                  <c:v>459</c:v>
                </c:pt>
                <c:pt idx="6258" formatCode="0_ ">
                  <c:v>459</c:v>
                </c:pt>
                <c:pt idx="6259" formatCode="0_ ">
                  <c:v>459</c:v>
                </c:pt>
                <c:pt idx="6260" formatCode="0_ ">
                  <c:v>459</c:v>
                </c:pt>
                <c:pt idx="6261" formatCode="0_ ">
                  <c:v>459</c:v>
                </c:pt>
                <c:pt idx="6262" formatCode="0_ ">
                  <c:v>459</c:v>
                </c:pt>
                <c:pt idx="6263" formatCode="0_ ">
                  <c:v>459</c:v>
                </c:pt>
                <c:pt idx="6264" formatCode="0_ ">
                  <c:v>483</c:v>
                </c:pt>
                <c:pt idx="6265" formatCode="0_ ">
                  <c:v>519</c:v>
                </c:pt>
                <c:pt idx="6266" formatCode="0_ ">
                  <c:v>543</c:v>
                </c:pt>
                <c:pt idx="6267" formatCode="0_ ">
                  <c:v>543</c:v>
                </c:pt>
                <c:pt idx="6268" formatCode="0_ ">
                  <c:v>543</c:v>
                </c:pt>
                <c:pt idx="6269" formatCode="0_ ">
                  <c:v>543</c:v>
                </c:pt>
                <c:pt idx="6270" formatCode="0_ ">
                  <c:v>579</c:v>
                </c:pt>
                <c:pt idx="6271" formatCode="0_ ">
                  <c:v>579</c:v>
                </c:pt>
                <c:pt idx="6272" formatCode="0_ ">
                  <c:v>579</c:v>
                </c:pt>
                <c:pt idx="6273" formatCode="0_ ">
                  <c:v>579</c:v>
                </c:pt>
                <c:pt idx="6274" formatCode="0_ ">
                  <c:v>579</c:v>
                </c:pt>
                <c:pt idx="6275" formatCode="0_ ">
                  <c:v>579</c:v>
                </c:pt>
                <c:pt idx="6276" formatCode="0_ ">
                  <c:v>603</c:v>
                </c:pt>
                <c:pt idx="6277" formatCode="0_ ">
                  <c:v>639</c:v>
                </c:pt>
                <c:pt idx="6278" formatCode="0_ ">
                  <c:v>651</c:v>
                </c:pt>
                <c:pt idx="6279" formatCode="0_ ">
                  <c:v>658.2</c:v>
                </c:pt>
                <c:pt idx="6280" formatCode="0_ ">
                  <c:v>663</c:v>
                </c:pt>
                <c:pt idx="6281" formatCode="0_ ">
                  <c:v>663</c:v>
                </c:pt>
                <c:pt idx="6282" formatCode="0_ ">
                  <c:v>663</c:v>
                </c:pt>
                <c:pt idx="6283" formatCode="0_ ">
                  <c:v>675</c:v>
                </c:pt>
                <c:pt idx="6284" formatCode="0_ ">
                  <c:v>651</c:v>
                </c:pt>
              </c:numCache>
            </c:numRef>
          </c:val>
          <c:extLst xmlns:c16r2="http://schemas.microsoft.com/office/drawing/2015/06/chart">
            <c:ext xmlns:c16="http://schemas.microsoft.com/office/drawing/2014/chart" uri="{C3380CC4-5D6E-409C-BE32-E72D297353CC}">
              <c16:uniqueId val="{00000000-207D-4338-B344-D725DA25C9DD}"/>
            </c:ext>
          </c:extLst>
        </c:ser>
        <c:dLbls>
          <c:showLegendKey val="0"/>
          <c:showVal val="0"/>
          <c:showCatName val="0"/>
          <c:showSerName val="0"/>
          <c:showPercent val="0"/>
          <c:showBubbleSize val="0"/>
        </c:dLbls>
        <c:axId val="861454192"/>
        <c:axId val="861455280"/>
      </c:areaChart>
      <c:lineChart>
        <c:grouping val="standard"/>
        <c:varyColors val="0"/>
        <c:ser>
          <c:idx val="0"/>
          <c:order val="0"/>
          <c:tx>
            <c:strRef>
              <c:f>磷肥价格及价差!$S$1</c:f>
              <c:strCache>
                <c:ptCount val="1"/>
                <c:pt idx="0">
                  <c:v>二铵市场价（元/吨）</c:v>
                </c:pt>
              </c:strCache>
            </c:strRef>
          </c:tx>
          <c:spPr>
            <a:ln w="12700" cap="rnd" cmpd="sng" algn="ctr">
              <a:solidFill>
                <a:srgbClr val="E10000"/>
              </a:solidFill>
              <a:prstDash val="solid"/>
              <a:round/>
            </a:ln>
          </c:spPr>
          <c:marker>
            <c:symbol val="diamond"/>
            <c:size val="2"/>
            <c:spPr>
              <a:solidFill>
                <a:srgbClr val="E10000"/>
              </a:solidFill>
              <a:ln w="12700" cap="flat" cmpd="sng" algn="ctr">
                <a:solidFill>
                  <a:srgbClr val="E10000"/>
                </a:solidFill>
                <a:prstDash val="solid"/>
                <a:round/>
              </a:ln>
            </c:spPr>
          </c:marker>
          <c:cat>
            <c:numRef>
              <c:f>磷肥价格及价差!$R$2:$R$6292</c:f>
              <c:numCache>
                <c:formatCode>m/d/yyyy</c:formatCode>
                <c:ptCount val="6291"/>
                <c:pt idx="0">
                  <c:v>39023</c:v>
                </c:pt>
                <c:pt idx="1">
                  <c:v>39024</c:v>
                </c:pt>
                <c:pt idx="2">
                  <c:v>39025</c:v>
                </c:pt>
                <c:pt idx="3">
                  <c:v>39026</c:v>
                </c:pt>
                <c:pt idx="4">
                  <c:v>39027</c:v>
                </c:pt>
                <c:pt idx="5">
                  <c:v>39028</c:v>
                </c:pt>
                <c:pt idx="6">
                  <c:v>39029</c:v>
                </c:pt>
                <c:pt idx="7">
                  <c:v>39030</c:v>
                </c:pt>
                <c:pt idx="8">
                  <c:v>39031</c:v>
                </c:pt>
                <c:pt idx="9">
                  <c:v>39032</c:v>
                </c:pt>
                <c:pt idx="10">
                  <c:v>39033</c:v>
                </c:pt>
                <c:pt idx="11">
                  <c:v>39034</c:v>
                </c:pt>
                <c:pt idx="12">
                  <c:v>39035</c:v>
                </c:pt>
                <c:pt idx="13">
                  <c:v>39036</c:v>
                </c:pt>
                <c:pt idx="14">
                  <c:v>39037</c:v>
                </c:pt>
                <c:pt idx="15">
                  <c:v>39038</c:v>
                </c:pt>
                <c:pt idx="16">
                  <c:v>39039</c:v>
                </c:pt>
                <c:pt idx="17">
                  <c:v>39040</c:v>
                </c:pt>
                <c:pt idx="18">
                  <c:v>39041</c:v>
                </c:pt>
                <c:pt idx="19">
                  <c:v>39042</c:v>
                </c:pt>
                <c:pt idx="20">
                  <c:v>39043</c:v>
                </c:pt>
                <c:pt idx="21">
                  <c:v>39044</c:v>
                </c:pt>
                <c:pt idx="22">
                  <c:v>39045</c:v>
                </c:pt>
                <c:pt idx="23">
                  <c:v>39046</c:v>
                </c:pt>
                <c:pt idx="24">
                  <c:v>39047</c:v>
                </c:pt>
                <c:pt idx="25">
                  <c:v>39048</c:v>
                </c:pt>
                <c:pt idx="26">
                  <c:v>39049</c:v>
                </c:pt>
                <c:pt idx="27">
                  <c:v>39050</c:v>
                </c:pt>
                <c:pt idx="28">
                  <c:v>39051</c:v>
                </c:pt>
                <c:pt idx="29">
                  <c:v>39052</c:v>
                </c:pt>
                <c:pt idx="30">
                  <c:v>39053</c:v>
                </c:pt>
                <c:pt idx="31">
                  <c:v>39054</c:v>
                </c:pt>
                <c:pt idx="32">
                  <c:v>39055</c:v>
                </c:pt>
                <c:pt idx="33">
                  <c:v>39056</c:v>
                </c:pt>
                <c:pt idx="34">
                  <c:v>39057</c:v>
                </c:pt>
                <c:pt idx="35">
                  <c:v>39058</c:v>
                </c:pt>
                <c:pt idx="36">
                  <c:v>39059</c:v>
                </c:pt>
                <c:pt idx="37">
                  <c:v>39060</c:v>
                </c:pt>
                <c:pt idx="38">
                  <c:v>39061</c:v>
                </c:pt>
                <c:pt idx="39">
                  <c:v>39062</c:v>
                </c:pt>
                <c:pt idx="40">
                  <c:v>39063</c:v>
                </c:pt>
                <c:pt idx="41">
                  <c:v>39064</c:v>
                </c:pt>
                <c:pt idx="42">
                  <c:v>39065</c:v>
                </c:pt>
                <c:pt idx="43">
                  <c:v>39066</c:v>
                </c:pt>
                <c:pt idx="44">
                  <c:v>39067</c:v>
                </c:pt>
                <c:pt idx="45">
                  <c:v>39068</c:v>
                </c:pt>
                <c:pt idx="46">
                  <c:v>39069</c:v>
                </c:pt>
                <c:pt idx="47">
                  <c:v>39070</c:v>
                </c:pt>
                <c:pt idx="48">
                  <c:v>39071</c:v>
                </c:pt>
                <c:pt idx="49">
                  <c:v>39072</c:v>
                </c:pt>
                <c:pt idx="50">
                  <c:v>39073</c:v>
                </c:pt>
                <c:pt idx="51">
                  <c:v>39074</c:v>
                </c:pt>
                <c:pt idx="52">
                  <c:v>39075</c:v>
                </c:pt>
                <c:pt idx="53">
                  <c:v>39076</c:v>
                </c:pt>
                <c:pt idx="54">
                  <c:v>39077</c:v>
                </c:pt>
                <c:pt idx="55">
                  <c:v>39078</c:v>
                </c:pt>
                <c:pt idx="56">
                  <c:v>39079</c:v>
                </c:pt>
                <c:pt idx="57">
                  <c:v>39080</c:v>
                </c:pt>
                <c:pt idx="58">
                  <c:v>39081</c:v>
                </c:pt>
                <c:pt idx="59">
                  <c:v>39082</c:v>
                </c:pt>
                <c:pt idx="60">
                  <c:v>39083</c:v>
                </c:pt>
                <c:pt idx="61">
                  <c:v>39084</c:v>
                </c:pt>
                <c:pt idx="62">
                  <c:v>39085</c:v>
                </c:pt>
                <c:pt idx="63">
                  <c:v>39086</c:v>
                </c:pt>
                <c:pt idx="64">
                  <c:v>39087</c:v>
                </c:pt>
                <c:pt idx="65">
                  <c:v>39088</c:v>
                </c:pt>
                <c:pt idx="66">
                  <c:v>39089</c:v>
                </c:pt>
                <c:pt idx="67">
                  <c:v>39090</c:v>
                </c:pt>
                <c:pt idx="68">
                  <c:v>39091</c:v>
                </c:pt>
                <c:pt idx="69">
                  <c:v>39092</c:v>
                </c:pt>
                <c:pt idx="70">
                  <c:v>39093</c:v>
                </c:pt>
                <c:pt idx="71">
                  <c:v>39094</c:v>
                </c:pt>
                <c:pt idx="72">
                  <c:v>39095</c:v>
                </c:pt>
                <c:pt idx="73">
                  <c:v>39096</c:v>
                </c:pt>
                <c:pt idx="74">
                  <c:v>39097</c:v>
                </c:pt>
                <c:pt idx="75">
                  <c:v>39098</c:v>
                </c:pt>
                <c:pt idx="76">
                  <c:v>39099</c:v>
                </c:pt>
                <c:pt idx="77">
                  <c:v>39100</c:v>
                </c:pt>
                <c:pt idx="78">
                  <c:v>39101</c:v>
                </c:pt>
                <c:pt idx="79">
                  <c:v>39102</c:v>
                </c:pt>
                <c:pt idx="80">
                  <c:v>39103</c:v>
                </c:pt>
                <c:pt idx="81">
                  <c:v>39104</c:v>
                </c:pt>
                <c:pt idx="82">
                  <c:v>39105</c:v>
                </c:pt>
                <c:pt idx="83">
                  <c:v>39106</c:v>
                </c:pt>
                <c:pt idx="84">
                  <c:v>39107</c:v>
                </c:pt>
                <c:pt idx="85">
                  <c:v>39108</c:v>
                </c:pt>
                <c:pt idx="86">
                  <c:v>39109</c:v>
                </c:pt>
                <c:pt idx="87">
                  <c:v>39110</c:v>
                </c:pt>
                <c:pt idx="88">
                  <c:v>39111</c:v>
                </c:pt>
                <c:pt idx="89">
                  <c:v>39112</c:v>
                </c:pt>
                <c:pt idx="90">
                  <c:v>39113</c:v>
                </c:pt>
                <c:pt idx="91">
                  <c:v>39114</c:v>
                </c:pt>
                <c:pt idx="92">
                  <c:v>39115</c:v>
                </c:pt>
                <c:pt idx="93">
                  <c:v>39116</c:v>
                </c:pt>
                <c:pt idx="94">
                  <c:v>39117</c:v>
                </c:pt>
                <c:pt idx="95">
                  <c:v>39118</c:v>
                </c:pt>
                <c:pt idx="96">
                  <c:v>39119</c:v>
                </c:pt>
                <c:pt idx="97">
                  <c:v>39120</c:v>
                </c:pt>
                <c:pt idx="98">
                  <c:v>39121</c:v>
                </c:pt>
                <c:pt idx="99">
                  <c:v>39122</c:v>
                </c:pt>
                <c:pt idx="100">
                  <c:v>39123</c:v>
                </c:pt>
                <c:pt idx="101">
                  <c:v>39124</c:v>
                </c:pt>
                <c:pt idx="102">
                  <c:v>39125</c:v>
                </c:pt>
                <c:pt idx="103">
                  <c:v>39126</c:v>
                </c:pt>
                <c:pt idx="104">
                  <c:v>39127</c:v>
                </c:pt>
                <c:pt idx="105">
                  <c:v>39128</c:v>
                </c:pt>
                <c:pt idx="106">
                  <c:v>39129</c:v>
                </c:pt>
                <c:pt idx="107">
                  <c:v>39130</c:v>
                </c:pt>
                <c:pt idx="108">
                  <c:v>39131</c:v>
                </c:pt>
                <c:pt idx="109">
                  <c:v>39132</c:v>
                </c:pt>
                <c:pt idx="110">
                  <c:v>39133</c:v>
                </c:pt>
                <c:pt idx="111">
                  <c:v>39134</c:v>
                </c:pt>
                <c:pt idx="112">
                  <c:v>39135</c:v>
                </c:pt>
                <c:pt idx="113">
                  <c:v>39136</c:v>
                </c:pt>
                <c:pt idx="114">
                  <c:v>39137</c:v>
                </c:pt>
                <c:pt idx="115">
                  <c:v>39138</c:v>
                </c:pt>
                <c:pt idx="116">
                  <c:v>39139</c:v>
                </c:pt>
                <c:pt idx="117">
                  <c:v>39140</c:v>
                </c:pt>
                <c:pt idx="118">
                  <c:v>39141</c:v>
                </c:pt>
                <c:pt idx="119">
                  <c:v>39142</c:v>
                </c:pt>
                <c:pt idx="120">
                  <c:v>39143</c:v>
                </c:pt>
                <c:pt idx="121">
                  <c:v>39144</c:v>
                </c:pt>
                <c:pt idx="122">
                  <c:v>39145</c:v>
                </c:pt>
                <c:pt idx="123">
                  <c:v>39146</c:v>
                </c:pt>
                <c:pt idx="124">
                  <c:v>39147</c:v>
                </c:pt>
                <c:pt idx="125">
                  <c:v>39148</c:v>
                </c:pt>
                <c:pt idx="126">
                  <c:v>39149</c:v>
                </c:pt>
                <c:pt idx="127">
                  <c:v>39150</c:v>
                </c:pt>
                <c:pt idx="128">
                  <c:v>39151</c:v>
                </c:pt>
                <c:pt idx="129">
                  <c:v>39152</c:v>
                </c:pt>
                <c:pt idx="130">
                  <c:v>39153</c:v>
                </c:pt>
                <c:pt idx="131">
                  <c:v>39154</c:v>
                </c:pt>
                <c:pt idx="132">
                  <c:v>39155</c:v>
                </c:pt>
                <c:pt idx="133">
                  <c:v>39156</c:v>
                </c:pt>
                <c:pt idx="134">
                  <c:v>39157</c:v>
                </c:pt>
                <c:pt idx="135">
                  <c:v>39158</c:v>
                </c:pt>
                <c:pt idx="136">
                  <c:v>39159</c:v>
                </c:pt>
                <c:pt idx="137">
                  <c:v>39160</c:v>
                </c:pt>
                <c:pt idx="138">
                  <c:v>39161</c:v>
                </c:pt>
                <c:pt idx="139">
                  <c:v>39162</c:v>
                </c:pt>
                <c:pt idx="140">
                  <c:v>39163</c:v>
                </c:pt>
                <c:pt idx="141">
                  <c:v>39164</c:v>
                </c:pt>
                <c:pt idx="142">
                  <c:v>39165</c:v>
                </c:pt>
                <c:pt idx="143">
                  <c:v>39166</c:v>
                </c:pt>
                <c:pt idx="144">
                  <c:v>39167</c:v>
                </c:pt>
                <c:pt idx="145">
                  <c:v>39168</c:v>
                </c:pt>
                <c:pt idx="146">
                  <c:v>39169</c:v>
                </c:pt>
                <c:pt idx="147">
                  <c:v>39170</c:v>
                </c:pt>
                <c:pt idx="148">
                  <c:v>39171</c:v>
                </c:pt>
                <c:pt idx="149">
                  <c:v>39172</c:v>
                </c:pt>
                <c:pt idx="150">
                  <c:v>39173</c:v>
                </c:pt>
                <c:pt idx="151">
                  <c:v>39174</c:v>
                </c:pt>
                <c:pt idx="152">
                  <c:v>39175</c:v>
                </c:pt>
                <c:pt idx="153">
                  <c:v>39176</c:v>
                </c:pt>
                <c:pt idx="154">
                  <c:v>39177</c:v>
                </c:pt>
                <c:pt idx="155">
                  <c:v>39178</c:v>
                </c:pt>
                <c:pt idx="156">
                  <c:v>39179</c:v>
                </c:pt>
                <c:pt idx="157">
                  <c:v>39180</c:v>
                </c:pt>
                <c:pt idx="158">
                  <c:v>39181</c:v>
                </c:pt>
                <c:pt idx="159">
                  <c:v>39182</c:v>
                </c:pt>
                <c:pt idx="160">
                  <c:v>39183</c:v>
                </c:pt>
                <c:pt idx="161">
                  <c:v>39184</c:v>
                </c:pt>
                <c:pt idx="162">
                  <c:v>39185</c:v>
                </c:pt>
                <c:pt idx="163">
                  <c:v>39186</c:v>
                </c:pt>
                <c:pt idx="164">
                  <c:v>39187</c:v>
                </c:pt>
                <c:pt idx="165">
                  <c:v>39188</c:v>
                </c:pt>
                <c:pt idx="166">
                  <c:v>39189</c:v>
                </c:pt>
                <c:pt idx="167">
                  <c:v>39190</c:v>
                </c:pt>
                <c:pt idx="168">
                  <c:v>39191</c:v>
                </c:pt>
                <c:pt idx="169">
                  <c:v>39192</c:v>
                </c:pt>
                <c:pt idx="170">
                  <c:v>39193</c:v>
                </c:pt>
                <c:pt idx="171">
                  <c:v>39194</c:v>
                </c:pt>
                <c:pt idx="172">
                  <c:v>39195</c:v>
                </c:pt>
                <c:pt idx="173">
                  <c:v>39196</c:v>
                </c:pt>
                <c:pt idx="174">
                  <c:v>39197</c:v>
                </c:pt>
                <c:pt idx="175">
                  <c:v>39198</c:v>
                </c:pt>
                <c:pt idx="176">
                  <c:v>39199</c:v>
                </c:pt>
                <c:pt idx="177">
                  <c:v>39200</c:v>
                </c:pt>
                <c:pt idx="178">
                  <c:v>39201</c:v>
                </c:pt>
                <c:pt idx="179">
                  <c:v>39202</c:v>
                </c:pt>
                <c:pt idx="180">
                  <c:v>39203</c:v>
                </c:pt>
                <c:pt idx="181">
                  <c:v>39204</c:v>
                </c:pt>
                <c:pt idx="182">
                  <c:v>39205</c:v>
                </c:pt>
                <c:pt idx="183">
                  <c:v>39206</c:v>
                </c:pt>
                <c:pt idx="184">
                  <c:v>39207</c:v>
                </c:pt>
                <c:pt idx="185">
                  <c:v>39208</c:v>
                </c:pt>
                <c:pt idx="186">
                  <c:v>39209</c:v>
                </c:pt>
                <c:pt idx="187">
                  <c:v>39210</c:v>
                </c:pt>
                <c:pt idx="188">
                  <c:v>39211</c:v>
                </c:pt>
                <c:pt idx="189">
                  <c:v>39212</c:v>
                </c:pt>
                <c:pt idx="190">
                  <c:v>39213</c:v>
                </c:pt>
                <c:pt idx="191">
                  <c:v>39214</c:v>
                </c:pt>
                <c:pt idx="192">
                  <c:v>39215</c:v>
                </c:pt>
                <c:pt idx="193">
                  <c:v>39216</c:v>
                </c:pt>
                <c:pt idx="194">
                  <c:v>39217</c:v>
                </c:pt>
                <c:pt idx="195">
                  <c:v>39218</c:v>
                </c:pt>
                <c:pt idx="196">
                  <c:v>39219</c:v>
                </c:pt>
                <c:pt idx="197">
                  <c:v>39220</c:v>
                </c:pt>
                <c:pt idx="198">
                  <c:v>39221</c:v>
                </c:pt>
                <c:pt idx="199">
                  <c:v>39222</c:v>
                </c:pt>
                <c:pt idx="200">
                  <c:v>39223</c:v>
                </c:pt>
                <c:pt idx="201">
                  <c:v>39224</c:v>
                </c:pt>
                <c:pt idx="202">
                  <c:v>39225</c:v>
                </c:pt>
                <c:pt idx="203">
                  <c:v>39226</c:v>
                </c:pt>
                <c:pt idx="204">
                  <c:v>39227</c:v>
                </c:pt>
                <c:pt idx="205">
                  <c:v>39228</c:v>
                </c:pt>
                <c:pt idx="206">
                  <c:v>39229</c:v>
                </c:pt>
                <c:pt idx="207">
                  <c:v>39230</c:v>
                </c:pt>
                <c:pt idx="208">
                  <c:v>39231</c:v>
                </c:pt>
                <c:pt idx="209">
                  <c:v>39232</c:v>
                </c:pt>
                <c:pt idx="210">
                  <c:v>39233</c:v>
                </c:pt>
                <c:pt idx="211">
                  <c:v>39234</c:v>
                </c:pt>
                <c:pt idx="212">
                  <c:v>39235</c:v>
                </c:pt>
                <c:pt idx="213">
                  <c:v>39236</c:v>
                </c:pt>
                <c:pt idx="214">
                  <c:v>39237</c:v>
                </c:pt>
                <c:pt idx="215">
                  <c:v>39238</c:v>
                </c:pt>
                <c:pt idx="216">
                  <c:v>39239</c:v>
                </c:pt>
                <c:pt idx="217">
                  <c:v>39240</c:v>
                </c:pt>
                <c:pt idx="218">
                  <c:v>39241</c:v>
                </c:pt>
                <c:pt idx="219">
                  <c:v>39242</c:v>
                </c:pt>
                <c:pt idx="220">
                  <c:v>39243</c:v>
                </c:pt>
                <c:pt idx="221">
                  <c:v>39244</c:v>
                </c:pt>
                <c:pt idx="222">
                  <c:v>39245</c:v>
                </c:pt>
                <c:pt idx="223">
                  <c:v>39246</c:v>
                </c:pt>
                <c:pt idx="224">
                  <c:v>39247</c:v>
                </c:pt>
                <c:pt idx="225">
                  <c:v>39248</c:v>
                </c:pt>
                <c:pt idx="226">
                  <c:v>39249</c:v>
                </c:pt>
                <c:pt idx="227">
                  <c:v>39250</c:v>
                </c:pt>
                <c:pt idx="228">
                  <c:v>39251</c:v>
                </c:pt>
                <c:pt idx="229">
                  <c:v>39252</c:v>
                </c:pt>
                <c:pt idx="230">
                  <c:v>39253</c:v>
                </c:pt>
                <c:pt idx="231">
                  <c:v>39254</c:v>
                </c:pt>
                <c:pt idx="232">
                  <c:v>39255</c:v>
                </c:pt>
                <c:pt idx="233">
                  <c:v>39256</c:v>
                </c:pt>
                <c:pt idx="234">
                  <c:v>39257</c:v>
                </c:pt>
                <c:pt idx="235">
                  <c:v>39258</c:v>
                </c:pt>
                <c:pt idx="236">
                  <c:v>39259</c:v>
                </c:pt>
                <c:pt idx="237">
                  <c:v>39260</c:v>
                </c:pt>
                <c:pt idx="238">
                  <c:v>39261</c:v>
                </c:pt>
                <c:pt idx="239">
                  <c:v>39262</c:v>
                </c:pt>
                <c:pt idx="240">
                  <c:v>39263</c:v>
                </c:pt>
                <c:pt idx="241">
                  <c:v>39264</c:v>
                </c:pt>
                <c:pt idx="242">
                  <c:v>39265</c:v>
                </c:pt>
                <c:pt idx="243">
                  <c:v>39266</c:v>
                </c:pt>
                <c:pt idx="244">
                  <c:v>39267</c:v>
                </c:pt>
                <c:pt idx="245">
                  <c:v>39268</c:v>
                </c:pt>
                <c:pt idx="246">
                  <c:v>39269</c:v>
                </c:pt>
                <c:pt idx="247">
                  <c:v>39270</c:v>
                </c:pt>
                <c:pt idx="248">
                  <c:v>39271</c:v>
                </c:pt>
                <c:pt idx="249">
                  <c:v>39272</c:v>
                </c:pt>
                <c:pt idx="250">
                  <c:v>39273</c:v>
                </c:pt>
                <c:pt idx="251">
                  <c:v>39274</c:v>
                </c:pt>
                <c:pt idx="252">
                  <c:v>39275</c:v>
                </c:pt>
                <c:pt idx="253">
                  <c:v>39276</c:v>
                </c:pt>
                <c:pt idx="254">
                  <c:v>39277</c:v>
                </c:pt>
                <c:pt idx="255">
                  <c:v>39278</c:v>
                </c:pt>
                <c:pt idx="256">
                  <c:v>39279</c:v>
                </c:pt>
                <c:pt idx="257">
                  <c:v>39280</c:v>
                </c:pt>
                <c:pt idx="258">
                  <c:v>39281</c:v>
                </c:pt>
                <c:pt idx="259">
                  <c:v>39282</c:v>
                </c:pt>
                <c:pt idx="260">
                  <c:v>39283</c:v>
                </c:pt>
                <c:pt idx="261">
                  <c:v>39284</c:v>
                </c:pt>
                <c:pt idx="262">
                  <c:v>39285</c:v>
                </c:pt>
                <c:pt idx="263">
                  <c:v>39286</c:v>
                </c:pt>
                <c:pt idx="264">
                  <c:v>39287</c:v>
                </c:pt>
                <c:pt idx="265">
                  <c:v>39288</c:v>
                </c:pt>
                <c:pt idx="266">
                  <c:v>39289</c:v>
                </c:pt>
                <c:pt idx="267">
                  <c:v>39290</c:v>
                </c:pt>
                <c:pt idx="268">
                  <c:v>39291</c:v>
                </c:pt>
                <c:pt idx="269">
                  <c:v>39292</c:v>
                </c:pt>
                <c:pt idx="270">
                  <c:v>39293</c:v>
                </c:pt>
                <c:pt idx="271">
                  <c:v>39294</c:v>
                </c:pt>
                <c:pt idx="272">
                  <c:v>39295</c:v>
                </c:pt>
                <c:pt idx="273">
                  <c:v>39296</c:v>
                </c:pt>
                <c:pt idx="274">
                  <c:v>39297</c:v>
                </c:pt>
                <c:pt idx="275">
                  <c:v>39298</c:v>
                </c:pt>
                <c:pt idx="276">
                  <c:v>39299</c:v>
                </c:pt>
                <c:pt idx="277">
                  <c:v>39300</c:v>
                </c:pt>
                <c:pt idx="278">
                  <c:v>39301</c:v>
                </c:pt>
                <c:pt idx="279">
                  <c:v>39302</c:v>
                </c:pt>
                <c:pt idx="280">
                  <c:v>39303</c:v>
                </c:pt>
                <c:pt idx="281">
                  <c:v>39304</c:v>
                </c:pt>
                <c:pt idx="282">
                  <c:v>39305</c:v>
                </c:pt>
                <c:pt idx="283">
                  <c:v>39306</c:v>
                </c:pt>
                <c:pt idx="284">
                  <c:v>39307</c:v>
                </c:pt>
                <c:pt idx="285">
                  <c:v>39308</c:v>
                </c:pt>
                <c:pt idx="286">
                  <c:v>39309</c:v>
                </c:pt>
                <c:pt idx="287">
                  <c:v>39310</c:v>
                </c:pt>
                <c:pt idx="288">
                  <c:v>39311</c:v>
                </c:pt>
                <c:pt idx="289">
                  <c:v>39312</c:v>
                </c:pt>
                <c:pt idx="290">
                  <c:v>39313</c:v>
                </c:pt>
                <c:pt idx="291">
                  <c:v>39314</c:v>
                </c:pt>
                <c:pt idx="292">
                  <c:v>39315</c:v>
                </c:pt>
                <c:pt idx="293">
                  <c:v>39316</c:v>
                </c:pt>
                <c:pt idx="294">
                  <c:v>39317</c:v>
                </c:pt>
                <c:pt idx="295">
                  <c:v>39318</c:v>
                </c:pt>
                <c:pt idx="296">
                  <c:v>39319</c:v>
                </c:pt>
                <c:pt idx="297">
                  <c:v>39320</c:v>
                </c:pt>
                <c:pt idx="298">
                  <c:v>39321</c:v>
                </c:pt>
                <c:pt idx="299">
                  <c:v>39322</c:v>
                </c:pt>
                <c:pt idx="300">
                  <c:v>39323</c:v>
                </c:pt>
                <c:pt idx="301">
                  <c:v>39324</c:v>
                </c:pt>
                <c:pt idx="302">
                  <c:v>39325</c:v>
                </c:pt>
                <c:pt idx="303">
                  <c:v>39326</c:v>
                </c:pt>
                <c:pt idx="304">
                  <c:v>39327</c:v>
                </c:pt>
                <c:pt idx="305">
                  <c:v>39328</c:v>
                </c:pt>
                <c:pt idx="306">
                  <c:v>39329</c:v>
                </c:pt>
                <c:pt idx="307">
                  <c:v>39330</c:v>
                </c:pt>
                <c:pt idx="308">
                  <c:v>39331</c:v>
                </c:pt>
                <c:pt idx="309">
                  <c:v>39332</c:v>
                </c:pt>
                <c:pt idx="310">
                  <c:v>39333</c:v>
                </c:pt>
                <c:pt idx="311">
                  <c:v>39334</c:v>
                </c:pt>
                <c:pt idx="312">
                  <c:v>39335</c:v>
                </c:pt>
                <c:pt idx="313">
                  <c:v>39336</c:v>
                </c:pt>
                <c:pt idx="314">
                  <c:v>39337</c:v>
                </c:pt>
                <c:pt idx="315">
                  <c:v>39338</c:v>
                </c:pt>
                <c:pt idx="316">
                  <c:v>39339</c:v>
                </c:pt>
                <c:pt idx="317">
                  <c:v>39340</c:v>
                </c:pt>
                <c:pt idx="318">
                  <c:v>39341</c:v>
                </c:pt>
                <c:pt idx="319">
                  <c:v>39342</c:v>
                </c:pt>
                <c:pt idx="320">
                  <c:v>39343</c:v>
                </c:pt>
                <c:pt idx="321">
                  <c:v>39344</c:v>
                </c:pt>
                <c:pt idx="322">
                  <c:v>39345</c:v>
                </c:pt>
                <c:pt idx="323">
                  <c:v>39346</c:v>
                </c:pt>
                <c:pt idx="324">
                  <c:v>39347</c:v>
                </c:pt>
                <c:pt idx="325">
                  <c:v>39348</c:v>
                </c:pt>
                <c:pt idx="326">
                  <c:v>39349</c:v>
                </c:pt>
                <c:pt idx="327">
                  <c:v>39350</c:v>
                </c:pt>
                <c:pt idx="328">
                  <c:v>39351</c:v>
                </c:pt>
                <c:pt idx="329">
                  <c:v>39352</c:v>
                </c:pt>
                <c:pt idx="330">
                  <c:v>39353</c:v>
                </c:pt>
                <c:pt idx="331">
                  <c:v>39354</c:v>
                </c:pt>
                <c:pt idx="332">
                  <c:v>39355</c:v>
                </c:pt>
                <c:pt idx="333">
                  <c:v>39356</c:v>
                </c:pt>
                <c:pt idx="334">
                  <c:v>39357</c:v>
                </c:pt>
                <c:pt idx="335">
                  <c:v>39358</c:v>
                </c:pt>
                <c:pt idx="336">
                  <c:v>39359</c:v>
                </c:pt>
                <c:pt idx="337">
                  <c:v>39360</c:v>
                </c:pt>
                <c:pt idx="338">
                  <c:v>39361</c:v>
                </c:pt>
                <c:pt idx="339">
                  <c:v>39362</c:v>
                </c:pt>
                <c:pt idx="340">
                  <c:v>39363</c:v>
                </c:pt>
                <c:pt idx="341">
                  <c:v>39364</c:v>
                </c:pt>
                <c:pt idx="342">
                  <c:v>39365</c:v>
                </c:pt>
                <c:pt idx="343">
                  <c:v>39366</c:v>
                </c:pt>
                <c:pt idx="344">
                  <c:v>39367</c:v>
                </c:pt>
                <c:pt idx="345">
                  <c:v>39368</c:v>
                </c:pt>
                <c:pt idx="346">
                  <c:v>39369</c:v>
                </c:pt>
                <c:pt idx="347">
                  <c:v>39370</c:v>
                </c:pt>
                <c:pt idx="348">
                  <c:v>39371</c:v>
                </c:pt>
                <c:pt idx="349">
                  <c:v>39372</c:v>
                </c:pt>
                <c:pt idx="350">
                  <c:v>39373</c:v>
                </c:pt>
                <c:pt idx="351">
                  <c:v>39374</c:v>
                </c:pt>
                <c:pt idx="352">
                  <c:v>39375</c:v>
                </c:pt>
                <c:pt idx="353">
                  <c:v>39376</c:v>
                </c:pt>
                <c:pt idx="354">
                  <c:v>39377</c:v>
                </c:pt>
                <c:pt idx="355">
                  <c:v>39378</c:v>
                </c:pt>
                <c:pt idx="356">
                  <c:v>39379</c:v>
                </c:pt>
                <c:pt idx="357">
                  <c:v>39380</c:v>
                </c:pt>
                <c:pt idx="358">
                  <c:v>39381</c:v>
                </c:pt>
                <c:pt idx="359">
                  <c:v>39382</c:v>
                </c:pt>
                <c:pt idx="360">
                  <c:v>39383</c:v>
                </c:pt>
                <c:pt idx="361">
                  <c:v>39384</c:v>
                </c:pt>
                <c:pt idx="362">
                  <c:v>39385</c:v>
                </c:pt>
                <c:pt idx="363">
                  <c:v>39386</c:v>
                </c:pt>
                <c:pt idx="364">
                  <c:v>39387</c:v>
                </c:pt>
                <c:pt idx="365">
                  <c:v>39388</c:v>
                </c:pt>
                <c:pt idx="366">
                  <c:v>39389</c:v>
                </c:pt>
                <c:pt idx="367">
                  <c:v>39390</c:v>
                </c:pt>
                <c:pt idx="368">
                  <c:v>39391</c:v>
                </c:pt>
                <c:pt idx="369">
                  <c:v>39392</c:v>
                </c:pt>
                <c:pt idx="370">
                  <c:v>39393</c:v>
                </c:pt>
                <c:pt idx="371">
                  <c:v>39394</c:v>
                </c:pt>
                <c:pt idx="372">
                  <c:v>39395</c:v>
                </c:pt>
                <c:pt idx="373">
                  <c:v>39396</c:v>
                </c:pt>
                <c:pt idx="374">
                  <c:v>39397</c:v>
                </c:pt>
                <c:pt idx="375">
                  <c:v>39398</c:v>
                </c:pt>
                <c:pt idx="376">
                  <c:v>39399</c:v>
                </c:pt>
                <c:pt idx="377">
                  <c:v>39400</c:v>
                </c:pt>
                <c:pt idx="378">
                  <c:v>39401</c:v>
                </c:pt>
                <c:pt idx="379">
                  <c:v>39402</c:v>
                </c:pt>
                <c:pt idx="380">
                  <c:v>39403</c:v>
                </c:pt>
                <c:pt idx="381">
                  <c:v>39404</c:v>
                </c:pt>
                <c:pt idx="382">
                  <c:v>39405</c:v>
                </c:pt>
                <c:pt idx="383">
                  <c:v>39406</c:v>
                </c:pt>
                <c:pt idx="384">
                  <c:v>39407</c:v>
                </c:pt>
                <c:pt idx="385">
                  <c:v>39408</c:v>
                </c:pt>
                <c:pt idx="386">
                  <c:v>39409</c:v>
                </c:pt>
                <c:pt idx="387">
                  <c:v>39410</c:v>
                </c:pt>
                <c:pt idx="388">
                  <c:v>39411</c:v>
                </c:pt>
                <c:pt idx="389">
                  <c:v>39412</c:v>
                </c:pt>
                <c:pt idx="390">
                  <c:v>39413</c:v>
                </c:pt>
                <c:pt idx="391">
                  <c:v>39414</c:v>
                </c:pt>
                <c:pt idx="392">
                  <c:v>39415</c:v>
                </c:pt>
                <c:pt idx="393">
                  <c:v>39416</c:v>
                </c:pt>
                <c:pt idx="394">
                  <c:v>39417</c:v>
                </c:pt>
                <c:pt idx="395">
                  <c:v>39418</c:v>
                </c:pt>
                <c:pt idx="396">
                  <c:v>39419</c:v>
                </c:pt>
                <c:pt idx="397">
                  <c:v>39420</c:v>
                </c:pt>
                <c:pt idx="398">
                  <c:v>39421</c:v>
                </c:pt>
                <c:pt idx="399">
                  <c:v>39422</c:v>
                </c:pt>
                <c:pt idx="400">
                  <c:v>39423</c:v>
                </c:pt>
                <c:pt idx="401">
                  <c:v>39424</c:v>
                </c:pt>
                <c:pt idx="402">
                  <c:v>39425</c:v>
                </c:pt>
                <c:pt idx="403">
                  <c:v>39426</c:v>
                </c:pt>
                <c:pt idx="404">
                  <c:v>39427</c:v>
                </c:pt>
                <c:pt idx="405">
                  <c:v>39428</c:v>
                </c:pt>
                <c:pt idx="406">
                  <c:v>39429</c:v>
                </c:pt>
                <c:pt idx="407">
                  <c:v>39430</c:v>
                </c:pt>
                <c:pt idx="408">
                  <c:v>39431</c:v>
                </c:pt>
                <c:pt idx="409">
                  <c:v>39432</c:v>
                </c:pt>
                <c:pt idx="410">
                  <c:v>39433</c:v>
                </c:pt>
                <c:pt idx="411">
                  <c:v>39434</c:v>
                </c:pt>
                <c:pt idx="412">
                  <c:v>39435</c:v>
                </c:pt>
                <c:pt idx="413">
                  <c:v>39436</c:v>
                </c:pt>
                <c:pt idx="414">
                  <c:v>39437</c:v>
                </c:pt>
                <c:pt idx="415">
                  <c:v>39438</c:v>
                </c:pt>
                <c:pt idx="416">
                  <c:v>39439</c:v>
                </c:pt>
                <c:pt idx="417">
                  <c:v>39440</c:v>
                </c:pt>
                <c:pt idx="418">
                  <c:v>39441</c:v>
                </c:pt>
                <c:pt idx="419">
                  <c:v>39442</c:v>
                </c:pt>
                <c:pt idx="420">
                  <c:v>39443</c:v>
                </c:pt>
                <c:pt idx="421">
                  <c:v>39444</c:v>
                </c:pt>
                <c:pt idx="422">
                  <c:v>39445</c:v>
                </c:pt>
                <c:pt idx="423">
                  <c:v>39446</c:v>
                </c:pt>
                <c:pt idx="424">
                  <c:v>39447</c:v>
                </c:pt>
                <c:pt idx="425">
                  <c:v>39448</c:v>
                </c:pt>
                <c:pt idx="426">
                  <c:v>39449</c:v>
                </c:pt>
                <c:pt idx="427">
                  <c:v>39450</c:v>
                </c:pt>
                <c:pt idx="428">
                  <c:v>39451</c:v>
                </c:pt>
                <c:pt idx="429">
                  <c:v>39452</c:v>
                </c:pt>
                <c:pt idx="430">
                  <c:v>39453</c:v>
                </c:pt>
                <c:pt idx="431">
                  <c:v>39454</c:v>
                </c:pt>
                <c:pt idx="432">
                  <c:v>39455</c:v>
                </c:pt>
                <c:pt idx="433">
                  <c:v>39456</c:v>
                </c:pt>
                <c:pt idx="434">
                  <c:v>39457</c:v>
                </c:pt>
                <c:pt idx="435">
                  <c:v>39458</c:v>
                </c:pt>
                <c:pt idx="436">
                  <c:v>39459</c:v>
                </c:pt>
                <c:pt idx="437">
                  <c:v>39460</c:v>
                </c:pt>
                <c:pt idx="438">
                  <c:v>39461</c:v>
                </c:pt>
                <c:pt idx="439">
                  <c:v>39462</c:v>
                </c:pt>
                <c:pt idx="440">
                  <c:v>39463</c:v>
                </c:pt>
                <c:pt idx="441">
                  <c:v>39464</c:v>
                </c:pt>
                <c:pt idx="442">
                  <c:v>39465</c:v>
                </c:pt>
                <c:pt idx="443">
                  <c:v>39466</c:v>
                </c:pt>
                <c:pt idx="444">
                  <c:v>39467</c:v>
                </c:pt>
                <c:pt idx="445">
                  <c:v>39468</c:v>
                </c:pt>
                <c:pt idx="446">
                  <c:v>39469</c:v>
                </c:pt>
                <c:pt idx="447">
                  <c:v>39470</c:v>
                </c:pt>
                <c:pt idx="448">
                  <c:v>39471</c:v>
                </c:pt>
                <c:pt idx="449">
                  <c:v>39472</c:v>
                </c:pt>
                <c:pt idx="450">
                  <c:v>39473</c:v>
                </c:pt>
                <c:pt idx="451">
                  <c:v>39474</c:v>
                </c:pt>
                <c:pt idx="452">
                  <c:v>39475</c:v>
                </c:pt>
                <c:pt idx="453">
                  <c:v>39476</c:v>
                </c:pt>
                <c:pt idx="454">
                  <c:v>39477</c:v>
                </c:pt>
                <c:pt idx="455">
                  <c:v>39478</c:v>
                </c:pt>
                <c:pt idx="456">
                  <c:v>39479</c:v>
                </c:pt>
                <c:pt idx="457">
                  <c:v>39480</c:v>
                </c:pt>
                <c:pt idx="458">
                  <c:v>39481</c:v>
                </c:pt>
                <c:pt idx="459">
                  <c:v>39482</c:v>
                </c:pt>
                <c:pt idx="460">
                  <c:v>39483</c:v>
                </c:pt>
                <c:pt idx="461">
                  <c:v>39484</c:v>
                </c:pt>
                <c:pt idx="462">
                  <c:v>39485</c:v>
                </c:pt>
                <c:pt idx="463">
                  <c:v>39486</c:v>
                </c:pt>
                <c:pt idx="464">
                  <c:v>39487</c:v>
                </c:pt>
                <c:pt idx="465">
                  <c:v>39488</c:v>
                </c:pt>
                <c:pt idx="466">
                  <c:v>39489</c:v>
                </c:pt>
                <c:pt idx="467">
                  <c:v>39490</c:v>
                </c:pt>
                <c:pt idx="468">
                  <c:v>39491</c:v>
                </c:pt>
                <c:pt idx="469">
                  <c:v>39492</c:v>
                </c:pt>
                <c:pt idx="470">
                  <c:v>39493</c:v>
                </c:pt>
                <c:pt idx="471">
                  <c:v>39494</c:v>
                </c:pt>
                <c:pt idx="472">
                  <c:v>39495</c:v>
                </c:pt>
                <c:pt idx="473">
                  <c:v>39496</c:v>
                </c:pt>
                <c:pt idx="474">
                  <c:v>39497</c:v>
                </c:pt>
                <c:pt idx="475">
                  <c:v>39498</c:v>
                </c:pt>
                <c:pt idx="476">
                  <c:v>39499</c:v>
                </c:pt>
                <c:pt idx="477">
                  <c:v>39500</c:v>
                </c:pt>
                <c:pt idx="478">
                  <c:v>39501</c:v>
                </c:pt>
                <c:pt idx="479">
                  <c:v>39502</c:v>
                </c:pt>
                <c:pt idx="480">
                  <c:v>39503</c:v>
                </c:pt>
                <c:pt idx="481">
                  <c:v>39504</c:v>
                </c:pt>
                <c:pt idx="482">
                  <c:v>39505</c:v>
                </c:pt>
                <c:pt idx="483">
                  <c:v>39506</c:v>
                </c:pt>
                <c:pt idx="484">
                  <c:v>39507</c:v>
                </c:pt>
                <c:pt idx="485">
                  <c:v>39508</c:v>
                </c:pt>
                <c:pt idx="486">
                  <c:v>39509</c:v>
                </c:pt>
                <c:pt idx="487">
                  <c:v>39510</c:v>
                </c:pt>
                <c:pt idx="488">
                  <c:v>39511</c:v>
                </c:pt>
                <c:pt idx="489">
                  <c:v>39512</c:v>
                </c:pt>
                <c:pt idx="490">
                  <c:v>39513</c:v>
                </c:pt>
                <c:pt idx="491">
                  <c:v>39514</c:v>
                </c:pt>
                <c:pt idx="492">
                  <c:v>39515</c:v>
                </c:pt>
                <c:pt idx="493">
                  <c:v>39516</c:v>
                </c:pt>
                <c:pt idx="494">
                  <c:v>39517</c:v>
                </c:pt>
                <c:pt idx="495">
                  <c:v>39518</c:v>
                </c:pt>
                <c:pt idx="496">
                  <c:v>39519</c:v>
                </c:pt>
                <c:pt idx="497">
                  <c:v>39520</c:v>
                </c:pt>
                <c:pt idx="498">
                  <c:v>39521</c:v>
                </c:pt>
                <c:pt idx="499">
                  <c:v>39522</c:v>
                </c:pt>
                <c:pt idx="500">
                  <c:v>39523</c:v>
                </c:pt>
                <c:pt idx="501">
                  <c:v>39524</c:v>
                </c:pt>
                <c:pt idx="502">
                  <c:v>39525</c:v>
                </c:pt>
                <c:pt idx="503">
                  <c:v>39526</c:v>
                </c:pt>
                <c:pt idx="504">
                  <c:v>39527</c:v>
                </c:pt>
                <c:pt idx="505">
                  <c:v>39528</c:v>
                </c:pt>
                <c:pt idx="506">
                  <c:v>39529</c:v>
                </c:pt>
                <c:pt idx="507">
                  <c:v>39530</c:v>
                </c:pt>
                <c:pt idx="508">
                  <c:v>39531</c:v>
                </c:pt>
                <c:pt idx="509">
                  <c:v>39532</c:v>
                </c:pt>
                <c:pt idx="510">
                  <c:v>39533</c:v>
                </c:pt>
                <c:pt idx="511">
                  <c:v>39534</c:v>
                </c:pt>
                <c:pt idx="512">
                  <c:v>39535</c:v>
                </c:pt>
                <c:pt idx="513">
                  <c:v>39536</c:v>
                </c:pt>
                <c:pt idx="514">
                  <c:v>39537</c:v>
                </c:pt>
                <c:pt idx="515">
                  <c:v>39538</c:v>
                </c:pt>
                <c:pt idx="516">
                  <c:v>39539</c:v>
                </c:pt>
                <c:pt idx="517">
                  <c:v>39540</c:v>
                </c:pt>
                <c:pt idx="518">
                  <c:v>39541</c:v>
                </c:pt>
                <c:pt idx="519">
                  <c:v>39542</c:v>
                </c:pt>
                <c:pt idx="520">
                  <c:v>39543</c:v>
                </c:pt>
                <c:pt idx="521">
                  <c:v>39544</c:v>
                </c:pt>
                <c:pt idx="522">
                  <c:v>39545</c:v>
                </c:pt>
                <c:pt idx="523">
                  <c:v>39546</c:v>
                </c:pt>
                <c:pt idx="524">
                  <c:v>39547</c:v>
                </c:pt>
                <c:pt idx="525">
                  <c:v>39548</c:v>
                </c:pt>
                <c:pt idx="526">
                  <c:v>39549</c:v>
                </c:pt>
                <c:pt idx="527">
                  <c:v>39550</c:v>
                </c:pt>
                <c:pt idx="528">
                  <c:v>39551</c:v>
                </c:pt>
                <c:pt idx="529">
                  <c:v>39552</c:v>
                </c:pt>
                <c:pt idx="530">
                  <c:v>39553</c:v>
                </c:pt>
                <c:pt idx="531">
                  <c:v>39554</c:v>
                </c:pt>
                <c:pt idx="532">
                  <c:v>39555</c:v>
                </c:pt>
                <c:pt idx="533">
                  <c:v>39556</c:v>
                </c:pt>
                <c:pt idx="534">
                  <c:v>39557</c:v>
                </c:pt>
                <c:pt idx="535">
                  <c:v>39558</c:v>
                </c:pt>
                <c:pt idx="536">
                  <c:v>39559</c:v>
                </c:pt>
                <c:pt idx="537">
                  <c:v>39560</c:v>
                </c:pt>
                <c:pt idx="538">
                  <c:v>39561</c:v>
                </c:pt>
                <c:pt idx="539">
                  <c:v>39562</c:v>
                </c:pt>
                <c:pt idx="540">
                  <c:v>39563</c:v>
                </c:pt>
                <c:pt idx="541">
                  <c:v>39564</c:v>
                </c:pt>
                <c:pt idx="542">
                  <c:v>39565</c:v>
                </c:pt>
                <c:pt idx="543">
                  <c:v>39566</c:v>
                </c:pt>
                <c:pt idx="544">
                  <c:v>39567</c:v>
                </c:pt>
                <c:pt idx="545">
                  <c:v>39568</c:v>
                </c:pt>
                <c:pt idx="546">
                  <c:v>39569</c:v>
                </c:pt>
                <c:pt idx="547">
                  <c:v>39570</c:v>
                </c:pt>
                <c:pt idx="548">
                  <c:v>39571</c:v>
                </c:pt>
                <c:pt idx="549">
                  <c:v>39572</c:v>
                </c:pt>
                <c:pt idx="550">
                  <c:v>39573</c:v>
                </c:pt>
                <c:pt idx="551">
                  <c:v>39574</c:v>
                </c:pt>
                <c:pt idx="552">
                  <c:v>39575</c:v>
                </c:pt>
                <c:pt idx="553">
                  <c:v>39576</c:v>
                </c:pt>
                <c:pt idx="554">
                  <c:v>39577</c:v>
                </c:pt>
                <c:pt idx="555">
                  <c:v>39578</c:v>
                </c:pt>
                <c:pt idx="556">
                  <c:v>39579</c:v>
                </c:pt>
                <c:pt idx="557">
                  <c:v>39580</c:v>
                </c:pt>
                <c:pt idx="558">
                  <c:v>39581</c:v>
                </c:pt>
                <c:pt idx="559">
                  <c:v>39582</c:v>
                </c:pt>
                <c:pt idx="560">
                  <c:v>39583</c:v>
                </c:pt>
                <c:pt idx="561">
                  <c:v>39584</c:v>
                </c:pt>
                <c:pt idx="562">
                  <c:v>39585</c:v>
                </c:pt>
                <c:pt idx="563">
                  <c:v>39586</c:v>
                </c:pt>
                <c:pt idx="564">
                  <c:v>39587</c:v>
                </c:pt>
                <c:pt idx="565">
                  <c:v>39588</c:v>
                </c:pt>
                <c:pt idx="566">
                  <c:v>39589</c:v>
                </c:pt>
                <c:pt idx="567">
                  <c:v>39590</c:v>
                </c:pt>
                <c:pt idx="568">
                  <c:v>39591</c:v>
                </c:pt>
                <c:pt idx="569">
                  <c:v>39592</c:v>
                </c:pt>
                <c:pt idx="570">
                  <c:v>39593</c:v>
                </c:pt>
                <c:pt idx="571">
                  <c:v>39594</c:v>
                </c:pt>
                <c:pt idx="572">
                  <c:v>39595</c:v>
                </c:pt>
                <c:pt idx="573">
                  <c:v>39596</c:v>
                </c:pt>
                <c:pt idx="574">
                  <c:v>39597</c:v>
                </c:pt>
                <c:pt idx="575">
                  <c:v>39598</c:v>
                </c:pt>
                <c:pt idx="576">
                  <c:v>39599</c:v>
                </c:pt>
                <c:pt idx="577">
                  <c:v>39600</c:v>
                </c:pt>
                <c:pt idx="578">
                  <c:v>39601</c:v>
                </c:pt>
                <c:pt idx="579">
                  <c:v>39602</c:v>
                </c:pt>
                <c:pt idx="580">
                  <c:v>39603</c:v>
                </c:pt>
                <c:pt idx="581">
                  <c:v>39604</c:v>
                </c:pt>
                <c:pt idx="582">
                  <c:v>39605</c:v>
                </c:pt>
                <c:pt idx="583">
                  <c:v>39606</c:v>
                </c:pt>
                <c:pt idx="584">
                  <c:v>39607</c:v>
                </c:pt>
                <c:pt idx="585">
                  <c:v>39608</c:v>
                </c:pt>
                <c:pt idx="586">
                  <c:v>39609</c:v>
                </c:pt>
                <c:pt idx="587">
                  <c:v>39610</c:v>
                </c:pt>
                <c:pt idx="588">
                  <c:v>39611</c:v>
                </c:pt>
                <c:pt idx="589">
                  <c:v>39612</c:v>
                </c:pt>
                <c:pt idx="590">
                  <c:v>39613</c:v>
                </c:pt>
                <c:pt idx="591">
                  <c:v>39614</c:v>
                </c:pt>
                <c:pt idx="592">
                  <c:v>39615</c:v>
                </c:pt>
                <c:pt idx="593">
                  <c:v>39616</c:v>
                </c:pt>
                <c:pt idx="594">
                  <c:v>39617</c:v>
                </c:pt>
                <c:pt idx="595">
                  <c:v>39618</c:v>
                </c:pt>
                <c:pt idx="596">
                  <c:v>39619</c:v>
                </c:pt>
                <c:pt idx="597">
                  <c:v>39620</c:v>
                </c:pt>
                <c:pt idx="598">
                  <c:v>39621</c:v>
                </c:pt>
                <c:pt idx="599">
                  <c:v>39622</c:v>
                </c:pt>
                <c:pt idx="600">
                  <c:v>39623</c:v>
                </c:pt>
                <c:pt idx="601">
                  <c:v>39624</c:v>
                </c:pt>
                <c:pt idx="602">
                  <c:v>39625</c:v>
                </c:pt>
                <c:pt idx="603">
                  <c:v>39626</c:v>
                </c:pt>
                <c:pt idx="604">
                  <c:v>39627</c:v>
                </c:pt>
                <c:pt idx="605">
                  <c:v>39628</c:v>
                </c:pt>
                <c:pt idx="606">
                  <c:v>39629</c:v>
                </c:pt>
                <c:pt idx="607">
                  <c:v>39630</c:v>
                </c:pt>
                <c:pt idx="608">
                  <c:v>39631</c:v>
                </c:pt>
                <c:pt idx="609">
                  <c:v>39632</c:v>
                </c:pt>
                <c:pt idx="610">
                  <c:v>39633</c:v>
                </c:pt>
                <c:pt idx="611">
                  <c:v>39634</c:v>
                </c:pt>
                <c:pt idx="612">
                  <c:v>39635</c:v>
                </c:pt>
                <c:pt idx="613">
                  <c:v>39636</c:v>
                </c:pt>
                <c:pt idx="614">
                  <c:v>39637</c:v>
                </c:pt>
                <c:pt idx="615">
                  <c:v>39638</c:v>
                </c:pt>
                <c:pt idx="616">
                  <c:v>39639</c:v>
                </c:pt>
                <c:pt idx="617">
                  <c:v>39640</c:v>
                </c:pt>
                <c:pt idx="618">
                  <c:v>39641</c:v>
                </c:pt>
                <c:pt idx="619">
                  <c:v>39642</c:v>
                </c:pt>
                <c:pt idx="620">
                  <c:v>39643</c:v>
                </c:pt>
                <c:pt idx="621">
                  <c:v>39644</c:v>
                </c:pt>
                <c:pt idx="622">
                  <c:v>39645</c:v>
                </c:pt>
                <c:pt idx="623">
                  <c:v>39646</c:v>
                </c:pt>
                <c:pt idx="624">
                  <c:v>39647</c:v>
                </c:pt>
                <c:pt idx="625">
                  <c:v>39648</c:v>
                </c:pt>
                <c:pt idx="626">
                  <c:v>39649</c:v>
                </c:pt>
                <c:pt idx="627">
                  <c:v>39650</c:v>
                </c:pt>
                <c:pt idx="628">
                  <c:v>39651</c:v>
                </c:pt>
                <c:pt idx="629">
                  <c:v>39652</c:v>
                </c:pt>
                <c:pt idx="630">
                  <c:v>39653</c:v>
                </c:pt>
                <c:pt idx="631">
                  <c:v>39654</c:v>
                </c:pt>
                <c:pt idx="632">
                  <c:v>39655</c:v>
                </c:pt>
                <c:pt idx="633">
                  <c:v>39656</c:v>
                </c:pt>
                <c:pt idx="634">
                  <c:v>39657</c:v>
                </c:pt>
                <c:pt idx="635">
                  <c:v>39658</c:v>
                </c:pt>
                <c:pt idx="636">
                  <c:v>39659</c:v>
                </c:pt>
                <c:pt idx="637">
                  <c:v>39660</c:v>
                </c:pt>
                <c:pt idx="638">
                  <c:v>39661</c:v>
                </c:pt>
                <c:pt idx="639">
                  <c:v>39662</c:v>
                </c:pt>
                <c:pt idx="640">
                  <c:v>39663</c:v>
                </c:pt>
                <c:pt idx="641">
                  <c:v>39664</c:v>
                </c:pt>
                <c:pt idx="642">
                  <c:v>39665</c:v>
                </c:pt>
                <c:pt idx="643">
                  <c:v>39666</c:v>
                </c:pt>
                <c:pt idx="644">
                  <c:v>39667</c:v>
                </c:pt>
                <c:pt idx="645">
                  <c:v>39668</c:v>
                </c:pt>
                <c:pt idx="646">
                  <c:v>39669</c:v>
                </c:pt>
                <c:pt idx="647">
                  <c:v>39670</c:v>
                </c:pt>
                <c:pt idx="648">
                  <c:v>39671</c:v>
                </c:pt>
                <c:pt idx="649">
                  <c:v>39672</c:v>
                </c:pt>
                <c:pt idx="650">
                  <c:v>39673</c:v>
                </c:pt>
                <c:pt idx="651">
                  <c:v>39674</c:v>
                </c:pt>
                <c:pt idx="652">
                  <c:v>39675</c:v>
                </c:pt>
                <c:pt idx="653">
                  <c:v>39676</c:v>
                </c:pt>
                <c:pt idx="654">
                  <c:v>39677</c:v>
                </c:pt>
                <c:pt idx="655">
                  <c:v>39678</c:v>
                </c:pt>
                <c:pt idx="656">
                  <c:v>39679</c:v>
                </c:pt>
                <c:pt idx="657">
                  <c:v>39680</c:v>
                </c:pt>
                <c:pt idx="658">
                  <c:v>39681</c:v>
                </c:pt>
                <c:pt idx="659">
                  <c:v>39682</c:v>
                </c:pt>
                <c:pt idx="660">
                  <c:v>39683</c:v>
                </c:pt>
                <c:pt idx="661">
                  <c:v>39684</c:v>
                </c:pt>
                <c:pt idx="662">
                  <c:v>39685</c:v>
                </c:pt>
                <c:pt idx="663">
                  <c:v>39686</c:v>
                </c:pt>
                <c:pt idx="664">
                  <c:v>39687</c:v>
                </c:pt>
                <c:pt idx="665">
                  <c:v>39688</c:v>
                </c:pt>
                <c:pt idx="666">
                  <c:v>39689</c:v>
                </c:pt>
                <c:pt idx="667">
                  <c:v>39690</c:v>
                </c:pt>
                <c:pt idx="668">
                  <c:v>39691</c:v>
                </c:pt>
                <c:pt idx="669">
                  <c:v>39692</c:v>
                </c:pt>
                <c:pt idx="670">
                  <c:v>39693</c:v>
                </c:pt>
                <c:pt idx="671">
                  <c:v>39694</c:v>
                </c:pt>
                <c:pt idx="672">
                  <c:v>39695</c:v>
                </c:pt>
                <c:pt idx="673">
                  <c:v>39696</c:v>
                </c:pt>
                <c:pt idx="674">
                  <c:v>39697</c:v>
                </c:pt>
                <c:pt idx="675">
                  <c:v>39698</c:v>
                </c:pt>
                <c:pt idx="676">
                  <c:v>39699</c:v>
                </c:pt>
                <c:pt idx="677">
                  <c:v>39700</c:v>
                </c:pt>
                <c:pt idx="678">
                  <c:v>39701</c:v>
                </c:pt>
                <c:pt idx="679">
                  <c:v>39702</c:v>
                </c:pt>
                <c:pt idx="680">
                  <c:v>39703</c:v>
                </c:pt>
                <c:pt idx="681">
                  <c:v>39704</c:v>
                </c:pt>
                <c:pt idx="682">
                  <c:v>39705</c:v>
                </c:pt>
                <c:pt idx="683">
                  <c:v>39706</c:v>
                </c:pt>
                <c:pt idx="684">
                  <c:v>39707</c:v>
                </c:pt>
                <c:pt idx="685">
                  <c:v>39708</c:v>
                </c:pt>
                <c:pt idx="686">
                  <c:v>39709</c:v>
                </c:pt>
                <c:pt idx="687">
                  <c:v>39710</c:v>
                </c:pt>
                <c:pt idx="688">
                  <c:v>39711</c:v>
                </c:pt>
                <c:pt idx="689">
                  <c:v>39712</c:v>
                </c:pt>
                <c:pt idx="690">
                  <c:v>39713</c:v>
                </c:pt>
                <c:pt idx="691">
                  <c:v>39714</c:v>
                </c:pt>
                <c:pt idx="692">
                  <c:v>39715</c:v>
                </c:pt>
                <c:pt idx="693">
                  <c:v>39716</c:v>
                </c:pt>
                <c:pt idx="694">
                  <c:v>39717</c:v>
                </c:pt>
                <c:pt idx="695">
                  <c:v>39718</c:v>
                </c:pt>
                <c:pt idx="696">
                  <c:v>39719</c:v>
                </c:pt>
                <c:pt idx="697">
                  <c:v>39720</c:v>
                </c:pt>
                <c:pt idx="698">
                  <c:v>39721</c:v>
                </c:pt>
                <c:pt idx="699">
                  <c:v>39722</c:v>
                </c:pt>
                <c:pt idx="700">
                  <c:v>39723</c:v>
                </c:pt>
                <c:pt idx="701">
                  <c:v>39724</c:v>
                </c:pt>
                <c:pt idx="702">
                  <c:v>39725</c:v>
                </c:pt>
                <c:pt idx="703">
                  <c:v>39726</c:v>
                </c:pt>
                <c:pt idx="704">
                  <c:v>39727</c:v>
                </c:pt>
                <c:pt idx="705">
                  <c:v>39728</c:v>
                </c:pt>
                <c:pt idx="706">
                  <c:v>39729</c:v>
                </c:pt>
                <c:pt idx="707">
                  <c:v>39730</c:v>
                </c:pt>
                <c:pt idx="708">
                  <c:v>39731</c:v>
                </c:pt>
                <c:pt idx="709">
                  <c:v>39732</c:v>
                </c:pt>
                <c:pt idx="710">
                  <c:v>39733</c:v>
                </c:pt>
                <c:pt idx="711">
                  <c:v>39734</c:v>
                </c:pt>
                <c:pt idx="712">
                  <c:v>39735</c:v>
                </c:pt>
                <c:pt idx="713">
                  <c:v>39736</c:v>
                </c:pt>
                <c:pt idx="714">
                  <c:v>39737</c:v>
                </c:pt>
                <c:pt idx="715">
                  <c:v>39738</c:v>
                </c:pt>
                <c:pt idx="716">
                  <c:v>39739</c:v>
                </c:pt>
                <c:pt idx="717">
                  <c:v>39740</c:v>
                </c:pt>
                <c:pt idx="718">
                  <c:v>39741</c:v>
                </c:pt>
                <c:pt idx="719">
                  <c:v>39742</c:v>
                </c:pt>
                <c:pt idx="720">
                  <c:v>39743</c:v>
                </c:pt>
                <c:pt idx="721">
                  <c:v>39744</c:v>
                </c:pt>
                <c:pt idx="722">
                  <c:v>39745</c:v>
                </c:pt>
                <c:pt idx="723">
                  <c:v>39746</c:v>
                </c:pt>
                <c:pt idx="724">
                  <c:v>39747</c:v>
                </c:pt>
                <c:pt idx="725">
                  <c:v>39748</c:v>
                </c:pt>
                <c:pt idx="726">
                  <c:v>39749</c:v>
                </c:pt>
                <c:pt idx="727">
                  <c:v>39750</c:v>
                </c:pt>
                <c:pt idx="728">
                  <c:v>39751</c:v>
                </c:pt>
                <c:pt idx="729">
                  <c:v>39752</c:v>
                </c:pt>
                <c:pt idx="730">
                  <c:v>39753</c:v>
                </c:pt>
                <c:pt idx="731">
                  <c:v>39754</c:v>
                </c:pt>
                <c:pt idx="732">
                  <c:v>39755</c:v>
                </c:pt>
                <c:pt idx="733">
                  <c:v>39756</c:v>
                </c:pt>
                <c:pt idx="734">
                  <c:v>39757</c:v>
                </c:pt>
                <c:pt idx="735">
                  <c:v>39758</c:v>
                </c:pt>
                <c:pt idx="736">
                  <c:v>39759</c:v>
                </c:pt>
                <c:pt idx="737">
                  <c:v>39760</c:v>
                </c:pt>
                <c:pt idx="738">
                  <c:v>39761</c:v>
                </c:pt>
                <c:pt idx="739">
                  <c:v>39762</c:v>
                </c:pt>
                <c:pt idx="740">
                  <c:v>39763</c:v>
                </c:pt>
                <c:pt idx="741">
                  <c:v>39764</c:v>
                </c:pt>
                <c:pt idx="742">
                  <c:v>39765</c:v>
                </c:pt>
                <c:pt idx="743">
                  <c:v>39766</c:v>
                </c:pt>
                <c:pt idx="744">
                  <c:v>39767</c:v>
                </c:pt>
                <c:pt idx="745">
                  <c:v>39768</c:v>
                </c:pt>
                <c:pt idx="746">
                  <c:v>39769</c:v>
                </c:pt>
                <c:pt idx="747">
                  <c:v>39770</c:v>
                </c:pt>
                <c:pt idx="748">
                  <c:v>39771</c:v>
                </c:pt>
                <c:pt idx="749">
                  <c:v>39772</c:v>
                </c:pt>
                <c:pt idx="750">
                  <c:v>39773</c:v>
                </c:pt>
                <c:pt idx="751">
                  <c:v>39774</c:v>
                </c:pt>
                <c:pt idx="752">
                  <c:v>39775</c:v>
                </c:pt>
                <c:pt idx="753">
                  <c:v>39776</c:v>
                </c:pt>
                <c:pt idx="754">
                  <c:v>39777</c:v>
                </c:pt>
                <c:pt idx="755">
                  <c:v>39778</c:v>
                </c:pt>
                <c:pt idx="756">
                  <c:v>39779</c:v>
                </c:pt>
                <c:pt idx="757">
                  <c:v>39780</c:v>
                </c:pt>
                <c:pt idx="758">
                  <c:v>39781</c:v>
                </c:pt>
                <c:pt idx="759">
                  <c:v>39782</c:v>
                </c:pt>
                <c:pt idx="760">
                  <c:v>39783</c:v>
                </c:pt>
                <c:pt idx="761">
                  <c:v>39784</c:v>
                </c:pt>
                <c:pt idx="762">
                  <c:v>39785</c:v>
                </c:pt>
                <c:pt idx="763">
                  <c:v>39786</c:v>
                </c:pt>
                <c:pt idx="764">
                  <c:v>39787</c:v>
                </c:pt>
                <c:pt idx="765">
                  <c:v>39788</c:v>
                </c:pt>
                <c:pt idx="766">
                  <c:v>39789</c:v>
                </c:pt>
                <c:pt idx="767">
                  <c:v>39790</c:v>
                </c:pt>
                <c:pt idx="768">
                  <c:v>39791</c:v>
                </c:pt>
                <c:pt idx="769">
                  <c:v>39792</c:v>
                </c:pt>
                <c:pt idx="770">
                  <c:v>39793</c:v>
                </c:pt>
                <c:pt idx="771">
                  <c:v>39794</c:v>
                </c:pt>
                <c:pt idx="772">
                  <c:v>39795</c:v>
                </c:pt>
                <c:pt idx="773">
                  <c:v>39796</c:v>
                </c:pt>
                <c:pt idx="774">
                  <c:v>39797</c:v>
                </c:pt>
                <c:pt idx="775">
                  <c:v>39798</c:v>
                </c:pt>
                <c:pt idx="776">
                  <c:v>39799</c:v>
                </c:pt>
                <c:pt idx="777">
                  <c:v>39800</c:v>
                </c:pt>
                <c:pt idx="778">
                  <c:v>39801</c:v>
                </c:pt>
                <c:pt idx="779">
                  <c:v>39802</c:v>
                </c:pt>
                <c:pt idx="780">
                  <c:v>39803</c:v>
                </c:pt>
                <c:pt idx="781">
                  <c:v>39804</c:v>
                </c:pt>
                <c:pt idx="782">
                  <c:v>39805</c:v>
                </c:pt>
                <c:pt idx="783">
                  <c:v>39806</c:v>
                </c:pt>
                <c:pt idx="784">
                  <c:v>39807</c:v>
                </c:pt>
                <c:pt idx="785">
                  <c:v>39808</c:v>
                </c:pt>
                <c:pt idx="786">
                  <c:v>39809</c:v>
                </c:pt>
                <c:pt idx="787">
                  <c:v>39810</c:v>
                </c:pt>
                <c:pt idx="788">
                  <c:v>39811</c:v>
                </c:pt>
                <c:pt idx="789">
                  <c:v>39812</c:v>
                </c:pt>
                <c:pt idx="790">
                  <c:v>39813</c:v>
                </c:pt>
                <c:pt idx="791">
                  <c:v>39814</c:v>
                </c:pt>
                <c:pt idx="792">
                  <c:v>39815</c:v>
                </c:pt>
                <c:pt idx="793">
                  <c:v>39816</c:v>
                </c:pt>
                <c:pt idx="794">
                  <c:v>39817</c:v>
                </c:pt>
                <c:pt idx="795">
                  <c:v>39818</c:v>
                </c:pt>
                <c:pt idx="796">
                  <c:v>39819</c:v>
                </c:pt>
                <c:pt idx="797">
                  <c:v>39820</c:v>
                </c:pt>
                <c:pt idx="798">
                  <c:v>39821</c:v>
                </c:pt>
                <c:pt idx="799">
                  <c:v>39822</c:v>
                </c:pt>
                <c:pt idx="800">
                  <c:v>39823</c:v>
                </c:pt>
                <c:pt idx="801">
                  <c:v>39824</c:v>
                </c:pt>
                <c:pt idx="802">
                  <c:v>39825</c:v>
                </c:pt>
                <c:pt idx="803">
                  <c:v>39826</c:v>
                </c:pt>
                <c:pt idx="804">
                  <c:v>39827</c:v>
                </c:pt>
                <c:pt idx="805">
                  <c:v>39828</c:v>
                </c:pt>
                <c:pt idx="806">
                  <c:v>39829</c:v>
                </c:pt>
                <c:pt idx="807">
                  <c:v>39830</c:v>
                </c:pt>
                <c:pt idx="808">
                  <c:v>39831</c:v>
                </c:pt>
                <c:pt idx="809">
                  <c:v>39832</c:v>
                </c:pt>
                <c:pt idx="810">
                  <c:v>39833</c:v>
                </c:pt>
                <c:pt idx="811">
                  <c:v>39834</c:v>
                </c:pt>
                <c:pt idx="812">
                  <c:v>39835</c:v>
                </c:pt>
                <c:pt idx="813">
                  <c:v>39836</c:v>
                </c:pt>
                <c:pt idx="814">
                  <c:v>39837</c:v>
                </c:pt>
                <c:pt idx="815">
                  <c:v>39838</c:v>
                </c:pt>
                <c:pt idx="816">
                  <c:v>39839</c:v>
                </c:pt>
                <c:pt idx="817">
                  <c:v>39840</c:v>
                </c:pt>
                <c:pt idx="818">
                  <c:v>39841</c:v>
                </c:pt>
                <c:pt idx="819">
                  <c:v>39842</c:v>
                </c:pt>
                <c:pt idx="820">
                  <c:v>39843</c:v>
                </c:pt>
                <c:pt idx="821">
                  <c:v>39844</c:v>
                </c:pt>
                <c:pt idx="822">
                  <c:v>39845</c:v>
                </c:pt>
                <c:pt idx="823">
                  <c:v>39846</c:v>
                </c:pt>
                <c:pt idx="824">
                  <c:v>39847</c:v>
                </c:pt>
                <c:pt idx="825">
                  <c:v>39848</c:v>
                </c:pt>
                <c:pt idx="826">
                  <c:v>39849</c:v>
                </c:pt>
                <c:pt idx="827">
                  <c:v>39850</c:v>
                </c:pt>
                <c:pt idx="828">
                  <c:v>39851</c:v>
                </c:pt>
                <c:pt idx="829">
                  <c:v>39852</c:v>
                </c:pt>
                <c:pt idx="830">
                  <c:v>39853</c:v>
                </c:pt>
                <c:pt idx="831">
                  <c:v>39854</c:v>
                </c:pt>
                <c:pt idx="832">
                  <c:v>39855</c:v>
                </c:pt>
                <c:pt idx="833">
                  <c:v>39856</c:v>
                </c:pt>
                <c:pt idx="834">
                  <c:v>39857</c:v>
                </c:pt>
                <c:pt idx="835">
                  <c:v>39858</c:v>
                </c:pt>
                <c:pt idx="836">
                  <c:v>39859</c:v>
                </c:pt>
                <c:pt idx="837">
                  <c:v>39860</c:v>
                </c:pt>
                <c:pt idx="838">
                  <c:v>39861</c:v>
                </c:pt>
                <c:pt idx="839">
                  <c:v>39862</c:v>
                </c:pt>
                <c:pt idx="840">
                  <c:v>39863</c:v>
                </c:pt>
                <c:pt idx="841">
                  <c:v>39864</c:v>
                </c:pt>
                <c:pt idx="842">
                  <c:v>39865</c:v>
                </c:pt>
                <c:pt idx="843">
                  <c:v>39866</c:v>
                </c:pt>
                <c:pt idx="844">
                  <c:v>39867</c:v>
                </c:pt>
                <c:pt idx="845">
                  <c:v>39868</c:v>
                </c:pt>
                <c:pt idx="846">
                  <c:v>39869</c:v>
                </c:pt>
                <c:pt idx="847">
                  <c:v>39870</c:v>
                </c:pt>
                <c:pt idx="848">
                  <c:v>39871</c:v>
                </c:pt>
                <c:pt idx="849">
                  <c:v>39872</c:v>
                </c:pt>
                <c:pt idx="850">
                  <c:v>39873</c:v>
                </c:pt>
                <c:pt idx="851">
                  <c:v>39874</c:v>
                </c:pt>
                <c:pt idx="852">
                  <c:v>39875</c:v>
                </c:pt>
                <c:pt idx="853">
                  <c:v>39876</c:v>
                </c:pt>
                <c:pt idx="854">
                  <c:v>39877</c:v>
                </c:pt>
                <c:pt idx="855">
                  <c:v>39878</c:v>
                </c:pt>
                <c:pt idx="856">
                  <c:v>39879</c:v>
                </c:pt>
                <c:pt idx="857">
                  <c:v>39880</c:v>
                </c:pt>
                <c:pt idx="858">
                  <c:v>39881</c:v>
                </c:pt>
                <c:pt idx="859">
                  <c:v>39882</c:v>
                </c:pt>
                <c:pt idx="860">
                  <c:v>39883</c:v>
                </c:pt>
                <c:pt idx="861">
                  <c:v>39884</c:v>
                </c:pt>
                <c:pt idx="862">
                  <c:v>39885</c:v>
                </c:pt>
                <c:pt idx="863">
                  <c:v>39886</c:v>
                </c:pt>
                <c:pt idx="864">
                  <c:v>39887</c:v>
                </c:pt>
                <c:pt idx="865">
                  <c:v>39888</c:v>
                </c:pt>
                <c:pt idx="866">
                  <c:v>39889</c:v>
                </c:pt>
                <c:pt idx="867">
                  <c:v>39890</c:v>
                </c:pt>
                <c:pt idx="868">
                  <c:v>39891</c:v>
                </c:pt>
                <c:pt idx="869">
                  <c:v>39892</c:v>
                </c:pt>
                <c:pt idx="870">
                  <c:v>39893</c:v>
                </c:pt>
                <c:pt idx="871">
                  <c:v>39894</c:v>
                </c:pt>
                <c:pt idx="872">
                  <c:v>39895</c:v>
                </c:pt>
                <c:pt idx="873">
                  <c:v>39896</c:v>
                </c:pt>
                <c:pt idx="874">
                  <c:v>39897</c:v>
                </c:pt>
                <c:pt idx="875">
                  <c:v>39898</c:v>
                </c:pt>
                <c:pt idx="876">
                  <c:v>39899</c:v>
                </c:pt>
                <c:pt idx="877">
                  <c:v>39900</c:v>
                </c:pt>
                <c:pt idx="878">
                  <c:v>39901</c:v>
                </c:pt>
                <c:pt idx="879">
                  <c:v>39902</c:v>
                </c:pt>
                <c:pt idx="880">
                  <c:v>39903</c:v>
                </c:pt>
                <c:pt idx="881">
                  <c:v>39904</c:v>
                </c:pt>
                <c:pt idx="882">
                  <c:v>39905</c:v>
                </c:pt>
                <c:pt idx="883">
                  <c:v>39906</c:v>
                </c:pt>
                <c:pt idx="884">
                  <c:v>39907</c:v>
                </c:pt>
                <c:pt idx="885">
                  <c:v>39908</c:v>
                </c:pt>
                <c:pt idx="886">
                  <c:v>39909</c:v>
                </c:pt>
                <c:pt idx="887">
                  <c:v>39910</c:v>
                </c:pt>
                <c:pt idx="888">
                  <c:v>39911</c:v>
                </c:pt>
                <c:pt idx="889">
                  <c:v>39912</c:v>
                </c:pt>
                <c:pt idx="890">
                  <c:v>39913</c:v>
                </c:pt>
                <c:pt idx="891">
                  <c:v>39914</c:v>
                </c:pt>
                <c:pt idx="892">
                  <c:v>39915</c:v>
                </c:pt>
                <c:pt idx="893">
                  <c:v>39916</c:v>
                </c:pt>
                <c:pt idx="894">
                  <c:v>39917</c:v>
                </c:pt>
                <c:pt idx="895">
                  <c:v>39918</c:v>
                </c:pt>
                <c:pt idx="896">
                  <c:v>39919</c:v>
                </c:pt>
                <c:pt idx="897">
                  <c:v>39920</c:v>
                </c:pt>
                <c:pt idx="898">
                  <c:v>39921</c:v>
                </c:pt>
                <c:pt idx="899">
                  <c:v>39922</c:v>
                </c:pt>
                <c:pt idx="900">
                  <c:v>39923</c:v>
                </c:pt>
                <c:pt idx="901">
                  <c:v>39924</c:v>
                </c:pt>
                <c:pt idx="902">
                  <c:v>39925</c:v>
                </c:pt>
                <c:pt idx="903">
                  <c:v>39926</c:v>
                </c:pt>
                <c:pt idx="904">
                  <c:v>39927</c:v>
                </c:pt>
                <c:pt idx="905">
                  <c:v>39928</c:v>
                </c:pt>
                <c:pt idx="906">
                  <c:v>39929</c:v>
                </c:pt>
                <c:pt idx="907">
                  <c:v>39930</c:v>
                </c:pt>
                <c:pt idx="908">
                  <c:v>39931</c:v>
                </c:pt>
                <c:pt idx="909">
                  <c:v>39932</c:v>
                </c:pt>
                <c:pt idx="910">
                  <c:v>39933</c:v>
                </c:pt>
                <c:pt idx="911">
                  <c:v>39934</c:v>
                </c:pt>
                <c:pt idx="912">
                  <c:v>39935</c:v>
                </c:pt>
                <c:pt idx="913">
                  <c:v>39936</c:v>
                </c:pt>
                <c:pt idx="914">
                  <c:v>39937</c:v>
                </c:pt>
                <c:pt idx="915">
                  <c:v>39938</c:v>
                </c:pt>
                <c:pt idx="916">
                  <c:v>39939</c:v>
                </c:pt>
                <c:pt idx="917">
                  <c:v>39940</c:v>
                </c:pt>
                <c:pt idx="918">
                  <c:v>39941</c:v>
                </c:pt>
                <c:pt idx="919">
                  <c:v>39942</c:v>
                </c:pt>
                <c:pt idx="920">
                  <c:v>39943</c:v>
                </c:pt>
                <c:pt idx="921">
                  <c:v>39944</c:v>
                </c:pt>
                <c:pt idx="922">
                  <c:v>39945</c:v>
                </c:pt>
                <c:pt idx="923">
                  <c:v>39946</c:v>
                </c:pt>
                <c:pt idx="924">
                  <c:v>39947</c:v>
                </c:pt>
                <c:pt idx="925">
                  <c:v>39948</c:v>
                </c:pt>
                <c:pt idx="926">
                  <c:v>39949</c:v>
                </c:pt>
                <c:pt idx="927">
                  <c:v>39950</c:v>
                </c:pt>
                <c:pt idx="928">
                  <c:v>39951</c:v>
                </c:pt>
                <c:pt idx="929">
                  <c:v>39952</c:v>
                </c:pt>
                <c:pt idx="930">
                  <c:v>39953</c:v>
                </c:pt>
                <c:pt idx="931">
                  <c:v>39954</c:v>
                </c:pt>
                <c:pt idx="932">
                  <c:v>39955</c:v>
                </c:pt>
                <c:pt idx="933">
                  <c:v>39956</c:v>
                </c:pt>
                <c:pt idx="934">
                  <c:v>39957</c:v>
                </c:pt>
                <c:pt idx="935">
                  <c:v>39958</c:v>
                </c:pt>
                <c:pt idx="936">
                  <c:v>39959</c:v>
                </c:pt>
                <c:pt idx="937">
                  <c:v>39960</c:v>
                </c:pt>
                <c:pt idx="938">
                  <c:v>39961</c:v>
                </c:pt>
                <c:pt idx="939">
                  <c:v>39962</c:v>
                </c:pt>
                <c:pt idx="940">
                  <c:v>39963</c:v>
                </c:pt>
                <c:pt idx="941">
                  <c:v>39964</c:v>
                </c:pt>
                <c:pt idx="942">
                  <c:v>39965</c:v>
                </c:pt>
                <c:pt idx="943">
                  <c:v>39966</c:v>
                </c:pt>
                <c:pt idx="944">
                  <c:v>39967</c:v>
                </c:pt>
                <c:pt idx="945">
                  <c:v>39968</c:v>
                </c:pt>
                <c:pt idx="946">
                  <c:v>39969</c:v>
                </c:pt>
                <c:pt idx="947">
                  <c:v>39970</c:v>
                </c:pt>
                <c:pt idx="948">
                  <c:v>39971</c:v>
                </c:pt>
                <c:pt idx="949">
                  <c:v>39972</c:v>
                </c:pt>
                <c:pt idx="950">
                  <c:v>39973</c:v>
                </c:pt>
                <c:pt idx="951">
                  <c:v>39974</c:v>
                </c:pt>
                <c:pt idx="952">
                  <c:v>39975</c:v>
                </c:pt>
                <c:pt idx="953">
                  <c:v>39976</c:v>
                </c:pt>
                <c:pt idx="954">
                  <c:v>39977</c:v>
                </c:pt>
                <c:pt idx="955">
                  <c:v>39978</c:v>
                </c:pt>
                <c:pt idx="956">
                  <c:v>39979</c:v>
                </c:pt>
                <c:pt idx="957">
                  <c:v>39980</c:v>
                </c:pt>
                <c:pt idx="958">
                  <c:v>39981</c:v>
                </c:pt>
                <c:pt idx="959">
                  <c:v>39982</c:v>
                </c:pt>
                <c:pt idx="960">
                  <c:v>39983</c:v>
                </c:pt>
                <c:pt idx="961">
                  <c:v>39984</c:v>
                </c:pt>
                <c:pt idx="962">
                  <c:v>39985</c:v>
                </c:pt>
                <c:pt idx="963">
                  <c:v>39986</c:v>
                </c:pt>
                <c:pt idx="964">
                  <c:v>39987</c:v>
                </c:pt>
                <c:pt idx="965">
                  <c:v>39988</c:v>
                </c:pt>
                <c:pt idx="966">
                  <c:v>39989</c:v>
                </c:pt>
                <c:pt idx="967">
                  <c:v>39990</c:v>
                </c:pt>
                <c:pt idx="968">
                  <c:v>39991</c:v>
                </c:pt>
                <c:pt idx="969">
                  <c:v>39992</c:v>
                </c:pt>
                <c:pt idx="970">
                  <c:v>39993</c:v>
                </c:pt>
                <c:pt idx="971">
                  <c:v>39994</c:v>
                </c:pt>
                <c:pt idx="972">
                  <c:v>39995</c:v>
                </c:pt>
                <c:pt idx="973">
                  <c:v>39996</c:v>
                </c:pt>
                <c:pt idx="974">
                  <c:v>39997</c:v>
                </c:pt>
                <c:pt idx="975">
                  <c:v>39998</c:v>
                </c:pt>
                <c:pt idx="976">
                  <c:v>39999</c:v>
                </c:pt>
                <c:pt idx="977">
                  <c:v>40000</c:v>
                </c:pt>
                <c:pt idx="978">
                  <c:v>40001</c:v>
                </c:pt>
                <c:pt idx="979">
                  <c:v>40002</c:v>
                </c:pt>
                <c:pt idx="980">
                  <c:v>40003</c:v>
                </c:pt>
                <c:pt idx="981">
                  <c:v>40004</c:v>
                </c:pt>
                <c:pt idx="982">
                  <c:v>40005</c:v>
                </c:pt>
                <c:pt idx="983">
                  <c:v>40006</c:v>
                </c:pt>
                <c:pt idx="984">
                  <c:v>40007</c:v>
                </c:pt>
                <c:pt idx="985">
                  <c:v>40008</c:v>
                </c:pt>
                <c:pt idx="986">
                  <c:v>40009</c:v>
                </c:pt>
                <c:pt idx="987">
                  <c:v>40010</c:v>
                </c:pt>
                <c:pt idx="988">
                  <c:v>40011</c:v>
                </c:pt>
                <c:pt idx="989">
                  <c:v>40012</c:v>
                </c:pt>
                <c:pt idx="990">
                  <c:v>40013</c:v>
                </c:pt>
                <c:pt idx="991">
                  <c:v>40014</c:v>
                </c:pt>
                <c:pt idx="992">
                  <c:v>40015</c:v>
                </c:pt>
                <c:pt idx="993">
                  <c:v>40016</c:v>
                </c:pt>
                <c:pt idx="994">
                  <c:v>40017</c:v>
                </c:pt>
                <c:pt idx="995">
                  <c:v>40018</c:v>
                </c:pt>
                <c:pt idx="996">
                  <c:v>40019</c:v>
                </c:pt>
                <c:pt idx="997">
                  <c:v>40020</c:v>
                </c:pt>
                <c:pt idx="998">
                  <c:v>40021</c:v>
                </c:pt>
                <c:pt idx="999">
                  <c:v>40022</c:v>
                </c:pt>
                <c:pt idx="1000">
                  <c:v>40023</c:v>
                </c:pt>
                <c:pt idx="1001">
                  <c:v>40024</c:v>
                </c:pt>
                <c:pt idx="1002">
                  <c:v>40025</c:v>
                </c:pt>
                <c:pt idx="1003">
                  <c:v>40026</c:v>
                </c:pt>
                <c:pt idx="1004">
                  <c:v>40027</c:v>
                </c:pt>
                <c:pt idx="1005">
                  <c:v>40028</c:v>
                </c:pt>
                <c:pt idx="1006">
                  <c:v>40029</c:v>
                </c:pt>
                <c:pt idx="1007">
                  <c:v>40030</c:v>
                </c:pt>
                <c:pt idx="1008">
                  <c:v>40031</c:v>
                </c:pt>
                <c:pt idx="1009">
                  <c:v>40032</c:v>
                </c:pt>
                <c:pt idx="1010">
                  <c:v>40033</c:v>
                </c:pt>
                <c:pt idx="1011">
                  <c:v>40034</c:v>
                </c:pt>
                <c:pt idx="1012">
                  <c:v>40035</c:v>
                </c:pt>
                <c:pt idx="1013">
                  <c:v>40036</c:v>
                </c:pt>
                <c:pt idx="1014">
                  <c:v>40037</c:v>
                </c:pt>
                <c:pt idx="1015">
                  <c:v>40038</c:v>
                </c:pt>
                <c:pt idx="1016">
                  <c:v>40039</c:v>
                </c:pt>
                <c:pt idx="1017">
                  <c:v>40040</c:v>
                </c:pt>
                <c:pt idx="1018">
                  <c:v>40041</c:v>
                </c:pt>
                <c:pt idx="1019">
                  <c:v>40042</c:v>
                </c:pt>
                <c:pt idx="1020">
                  <c:v>40043</c:v>
                </c:pt>
                <c:pt idx="1021">
                  <c:v>40044</c:v>
                </c:pt>
                <c:pt idx="1022">
                  <c:v>40045</c:v>
                </c:pt>
                <c:pt idx="1023">
                  <c:v>40046</c:v>
                </c:pt>
                <c:pt idx="1024">
                  <c:v>40047</c:v>
                </c:pt>
                <c:pt idx="1025">
                  <c:v>40048</c:v>
                </c:pt>
                <c:pt idx="1026">
                  <c:v>40049</c:v>
                </c:pt>
                <c:pt idx="1027">
                  <c:v>40050</c:v>
                </c:pt>
                <c:pt idx="1028">
                  <c:v>40051</c:v>
                </c:pt>
                <c:pt idx="1029">
                  <c:v>40052</c:v>
                </c:pt>
                <c:pt idx="1030">
                  <c:v>40053</c:v>
                </c:pt>
                <c:pt idx="1031">
                  <c:v>40054</c:v>
                </c:pt>
                <c:pt idx="1032">
                  <c:v>40055</c:v>
                </c:pt>
                <c:pt idx="1033">
                  <c:v>40056</c:v>
                </c:pt>
                <c:pt idx="1034">
                  <c:v>40057</c:v>
                </c:pt>
                <c:pt idx="1035">
                  <c:v>40058</c:v>
                </c:pt>
                <c:pt idx="1036">
                  <c:v>40059</c:v>
                </c:pt>
                <c:pt idx="1037">
                  <c:v>40060</c:v>
                </c:pt>
                <c:pt idx="1038">
                  <c:v>40061</c:v>
                </c:pt>
                <c:pt idx="1039">
                  <c:v>40062</c:v>
                </c:pt>
                <c:pt idx="1040">
                  <c:v>40063</c:v>
                </c:pt>
                <c:pt idx="1041">
                  <c:v>40064</c:v>
                </c:pt>
                <c:pt idx="1042">
                  <c:v>40065</c:v>
                </c:pt>
                <c:pt idx="1043">
                  <c:v>40066</c:v>
                </c:pt>
                <c:pt idx="1044">
                  <c:v>40067</c:v>
                </c:pt>
                <c:pt idx="1045">
                  <c:v>40068</c:v>
                </c:pt>
                <c:pt idx="1046">
                  <c:v>40069</c:v>
                </c:pt>
                <c:pt idx="1047">
                  <c:v>40070</c:v>
                </c:pt>
                <c:pt idx="1048">
                  <c:v>40071</c:v>
                </c:pt>
                <c:pt idx="1049">
                  <c:v>40072</c:v>
                </c:pt>
                <c:pt idx="1050">
                  <c:v>40073</c:v>
                </c:pt>
                <c:pt idx="1051">
                  <c:v>40074</c:v>
                </c:pt>
                <c:pt idx="1052">
                  <c:v>40075</c:v>
                </c:pt>
                <c:pt idx="1053">
                  <c:v>40076</c:v>
                </c:pt>
                <c:pt idx="1054">
                  <c:v>40077</c:v>
                </c:pt>
                <c:pt idx="1055">
                  <c:v>40078</c:v>
                </c:pt>
                <c:pt idx="1056">
                  <c:v>40079</c:v>
                </c:pt>
                <c:pt idx="1057">
                  <c:v>40080</c:v>
                </c:pt>
                <c:pt idx="1058">
                  <c:v>40081</c:v>
                </c:pt>
                <c:pt idx="1059">
                  <c:v>40082</c:v>
                </c:pt>
                <c:pt idx="1060">
                  <c:v>40083</c:v>
                </c:pt>
                <c:pt idx="1061">
                  <c:v>40084</c:v>
                </c:pt>
                <c:pt idx="1062">
                  <c:v>40085</c:v>
                </c:pt>
                <c:pt idx="1063">
                  <c:v>40086</c:v>
                </c:pt>
                <c:pt idx="1064">
                  <c:v>40087</c:v>
                </c:pt>
                <c:pt idx="1065">
                  <c:v>40088</c:v>
                </c:pt>
                <c:pt idx="1066">
                  <c:v>40089</c:v>
                </c:pt>
                <c:pt idx="1067">
                  <c:v>40090</c:v>
                </c:pt>
                <c:pt idx="1068">
                  <c:v>40091</c:v>
                </c:pt>
                <c:pt idx="1069">
                  <c:v>40092</c:v>
                </c:pt>
                <c:pt idx="1070">
                  <c:v>40093</c:v>
                </c:pt>
                <c:pt idx="1071">
                  <c:v>40094</c:v>
                </c:pt>
                <c:pt idx="1072">
                  <c:v>40095</c:v>
                </c:pt>
                <c:pt idx="1073">
                  <c:v>40096</c:v>
                </c:pt>
                <c:pt idx="1074">
                  <c:v>40097</c:v>
                </c:pt>
                <c:pt idx="1075">
                  <c:v>40098</c:v>
                </c:pt>
                <c:pt idx="1076">
                  <c:v>40099</c:v>
                </c:pt>
                <c:pt idx="1077">
                  <c:v>40100</c:v>
                </c:pt>
                <c:pt idx="1078">
                  <c:v>40101</c:v>
                </c:pt>
                <c:pt idx="1079">
                  <c:v>40102</c:v>
                </c:pt>
                <c:pt idx="1080">
                  <c:v>40103</c:v>
                </c:pt>
                <c:pt idx="1081">
                  <c:v>40104</c:v>
                </c:pt>
                <c:pt idx="1082">
                  <c:v>40105</c:v>
                </c:pt>
                <c:pt idx="1083">
                  <c:v>40106</c:v>
                </c:pt>
                <c:pt idx="1084">
                  <c:v>40107</c:v>
                </c:pt>
                <c:pt idx="1085">
                  <c:v>40108</c:v>
                </c:pt>
                <c:pt idx="1086">
                  <c:v>40109</c:v>
                </c:pt>
                <c:pt idx="1087">
                  <c:v>40110</c:v>
                </c:pt>
                <c:pt idx="1088">
                  <c:v>40111</c:v>
                </c:pt>
                <c:pt idx="1089">
                  <c:v>40112</c:v>
                </c:pt>
                <c:pt idx="1090">
                  <c:v>40113</c:v>
                </c:pt>
                <c:pt idx="1091">
                  <c:v>40114</c:v>
                </c:pt>
                <c:pt idx="1092">
                  <c:v>40115</c:v>
                </c:pt>
                <c:pt idx="1093">
                  <c:v>40116</c:v>
                </c:pt>
                <c:pt idx="1094">
                  <c:v>40117</c:v>
                </c:pt>
                <c:pt idx="1095">
                  <c:v>40118</c:v>
                </c:pt>
                <c:pt idx="1096">
                  <c:v>40119</c:v>
                </c:pt>
                <c:pt idx="1097">
                  <c:v>40120</c:v>
                </c:pt>
                <c:pt idx="1098">
                  <c:v>40121</c:v>
                </c:pt>
                <c:pt idx="1099">
                  <c:v>40122</c:v>
                </c:pt>
                <c:pt idx="1100">
                  <c:v>40123</c:v>
                </c:pt>
                <c:pt idx="1101">
                  <c:v>40124</c:v>
                </c:pt>
                <c:pt idx="1102">
                  <c:v>40125</c:v>
                </c:pt>
                <c:pt idx="1103">
                  <c:v>40126</c:v>
                </c:pt>
                <c:pt idx="1104">
                  <c:v>40127</c:v>
                </c:pt>
                <c:pt idx="1105">
                  <c:v>40128</c:v>
                </c:pt>
                <c:pt idx="1106">
                  <c:v>40129</c:v>
                </c:pt>
                <c:pt idx="1107">
                  <c:v>40130</c:v>
                </c:pt>
                <c:pt idx="1108">
                  <c:v>40131</c:v>
                </c:pt>
                <c:pt idx="1109">
                  <c:v>40132</c:v>
                </c:pt>
                <c:pt idx="1110">
                  <c:v>40133</c:v>
                </c:pt>
                <c:pt idx="1111">
                  <c:v>40134</c:v>
                </c:pt>
                <c:pt idx="1112">
                  <c:v>40135</c:v>
                </c:pt>
                <c:pt idx="1113">
                  <c:v>40136</c:v>
                </c:pt>
                <c:pt idx="1114">
                  <c:v>40137</c:v>
                </c:pt>
                <c:pt idx="1115">
                  <c:v>40138</c:v>
                </c:pt>
                <c:pt idx="1116">
                  <c:v>40139</c:v>
                </c:pt>
                <c:pt idx="1117">
                  <c:v>40140</c:v>
                </c:pt>
                <c:pt idx="1118">
                  <c:v>40141</c:v>
                </c:pt>
                <c:pt idx="1119">
                  <c:v>40142</c:v>
                </c:pt>
                <c:pt idx="1120">
                  <c:v>40143</c:v>
                </c:pt>
                <c:pt idx="1121">
                  <c:v>40144</c:v>
                </c:pt>
                <c:pt idx="1122">
                  <c:v>40145</c:v>
                </c:pt>
                <c:pt idx="1123">
                  <c:v>40146</c:v>
                </c:pt>
                <c:pt idx="1124">
                  <c:v>40147</c:v>
                </c:pt>
                <c:pt idx="1125">
                  <c:v>40148</c:v>
                </c:pt>
                <c:pt idx="1126">
                  <c:v>40149</c:v>
                </c:pt>
                <c:pt idx="1127">
                  <c:v>40150</c:v>
                </c:pt>
                <c:pt idx="1128">
                  <c:v>40151</c:v>
                </c:pt>
                <c:pt idx="1129">
                  <c:v>40152</c:v>
                </c:pt>
                <c:pt idx="1130">
                  <c:v>40153</c:v>
                </c:pt>
                <c:pt idx="1131">
                  <c:v>40154</c:v>
                </c:pt>
                <c:pt idx="1132">
                  <c:v>40155</c:v>
                </c:pt>
                <c:pt idx="1133">
                  <c:v>40156</c:v>
                </c:pt>
                <c:pt idx="1134">
                  <c:v>40157</c:v>
                </c:pt>
                <c:pt idx="1135">
                  <c:v>40158</c:v>
                </c:pt>
                <c:pt idx="1136">
                  <c:v>40159</c:v>
                </c:pt>
                <c:pt idx="1137">
                  <c:v>40160</c:v>
                </c:pt>
                <c:pt idx="1138">
                  <c:v>40161</c:v>
                </c:pt>
                <c:pt idx="1139">
                  <c:v>40162</c:v>
                </c:pt>
                <c:pt idx="1140">
                  <c:v>40163</c:v>
                </c:pt>
                <c:pt idx="1141">
                  <c:v>40164</c:v>
                </c:pt>
                <c:pt idx="1142">
                  <c:v>40165</c:v>
                </c:pt>
                <c:pt idx="1143">
                  <c:v>40166</c:v>
                </c:pt>
                <c:pt idx="1144">
                  <c:v>40167</c:v>
                </c:pt>
                <c:pt idx="1145">
                  <c:v>40168</c:v>
                </c:pt>
                <c:pt idx="1146">
                  <c:v>40169</c:v>
                </c:pt>
                <c:pt idx="1147">
                  <c:v>40170</c:v>
                </c:pt>
                <c:pt idx="1148">
                  <c:v>40171</c:v>
                </c:pt>
                <c:pt idx="1149">
                  <c:v>40172</c:v>
                </c:pt>
                <c:pt idx="1150">
                  <c:v>40173</c:v>
                </c:pt>
                <c:pt idx="1151">
                  <c:v>40174</c:v>
                </c:pt>
                <c:pt idx="1152">
                  <c:v>40175</c:v>
                </c:pt>
                <c:pt idx="1153">
                  <c:v>40176</c:v>
                </c:pt>
                <c:pt idx="1154">
                  <c:v>40177</c:v>
                </c:pt>
                <c:pt idx="1155">
                  <c:v>40178</c:v>
                </c:pt>
                <c:pt idx="1156">
                  <c:v>40179</c:v>
                </c:pt>
                <c:pt idx="1157">
                  <c:v>40180</c:v>
                </c:pt>
                <c:pt idx="1158">
                  <c:v>40181</c:v>
                </c:pt>
                <c:pt idx="1159">
                  <c:v>40182</c:v>
                </c:pt>
                <c:pt idx="1160">
                  <c:v>40183</c:v>
                </c:pt>
                <c:pt idx="1161">
                  <c:v>40184</c:v>
                </c:pt>
                <c:pt idx="1162">
                  <c:v>40185</c:v>
                </c:pt>
                <c:pt idx="1163">
                  <c:v>40186</c:v>
                </c:pt>
                <c:pt idx="1164">
                  <c:v>40187</c:v>
                </c:pt>
                <c:pt idx="1165">
                  <c:v>40188</c:v>
                </c:pt>
                <c:pt idx="1166">
                  <c:v>40189</c:v>
                </c:pt>
                <c:pt idx="1167">
                  <c:v>40190</c:v>
                </c:pt>
                <c:pt idx="1168">
                  <c:v>40191</c:v>
                </c:pt>
                <c:pt idx="1169">
                  <c:v>40192</c:v>
                </c:pt>
                <c:pt idx="1170">
                  <c:v>40193</c:v>
                </c:pt>
                <c:pt idx="1171">
                  <c:v>40194</c:v>
                </c:pt>
                <c:pt idx="1172">
                  <c:v>40195</c:v>
                </c:pt>
                <c:pt idx="1173">
                  <c:v>40196</c:v>
                </c:pt>
                <c:pt idx="1174">
                  <c:v>40197</c:v>
                </c:pt>
                <c:pt idx="1175">
                  <c:v>40198</c:v>
                </c:pt>
                <c:pt idx="1176">
                  <c:v>40199</c:v>
                </c:pt>
                <c:pt idx="1177">
                  <c:v>40200</c:v>
                </c:pt>
                <c:pt idx="1178">
                  <c:v>40201</c:v>
                </c:pt>
                <c:pt idx="1179">
                  <c:v>40202</c:v>
                </c:pt>
                <c:pt idx="1180">
                  <c:v>40203</c:v>
                </c:pt>
                <c:pt idx="1181">
                  <c:v>40204</c:v>
                </c:pt>
                <c:pt idx="1182">
                  <c:v>40205</c:v>
                </c:pt>
                <c:pt idx="1183">
                  <c:v>40206</c:v>
                </c:pt>
                <c:pt idx="1184">
                  <c:v>40207</c:v>
                </c:pt>
                <c:pt idx="1185">
                  <c:v>40208</c:v>
                </c:pt>
                <c:pt idx="1186">
                  <c:v>40209</c:v>
                </c:pt>
                <c:pt idx="1187">
                  <c:v>40210</c:v>
                </c:pt>
                <c:pt idx="1188">
                  <c:v>40211</c:v>
                </c:pt>
                <c:pt idx="1189">
                  <c:v>40212</c:v>
                </c:pt>
                <c:pt idx="1190">
                  <c:v>40213</c:v>
                </c:pt>
                <c:pt idx="1191">
                  <c:v>40214</c:v>
                </c:pt>
                <c:pt idx="1192">
                  <c:v>40215</c:v>
                </c:pt>
                <c:pt idx="1193">
                  <c:v>40216</c:v>
                </c:pt>
                <c:pt idx="1194">
                  <c:v>40217</c:v>
                </c:pt>
                <c:pt idx="1195">
                  <c:v>40218</c:v>
                </c:pt>
                <c:pt idx="1196">
                  <c:v>40219</c:v>
                </c:pt>
                <c:pt idx="1197">
                  <c:v>40220</c:v>
                </c:pt>
                <c:pt idx="1198">
                  <c:v>40221</c:v>
                </c:pt>
                <c:pt idx="1199">
                  <c:v>40222</c:v>
                </c:pt>
                <c:pt idx="1200">
                  <c:v>40223</c:v>
                </c:pt>
                <c:pt idx="1201">
                  <c:v>40224</c:v>
                </c:pt>
                <c:pt idx="1202">
                  <c:v>40225</c:v>
                </c:pt>
                <c:pt idx="1203">
                  <c:v>40226</c:v>
                </c:pt>
                <c:pt idx="1204">
                  <c:v>40227</c:v>
                </c:pt>
                <c:pt idx="1205">
                  <c:v>40228</c:v>
                </c:pt>
                <c:pt idx="1206">
                  <c:v>40229</c:v>
                </c:pt>
                <c:pt idx="1207">
                  <c:v>40230</c:v>
                </c:pt>
                <c:pt idx="1208">
                  <c:v>40231</c:v>
                </c:pt>
                <c:pt idx="1209">
                  <c:v>40232</c:v>
                </c:pt>
                <c:pt idx="1210">
                  <c:v>40233</c:v>
                </c:pt>
                <c:pt idx="1211">
                  <c:v>40234</c:v>
                </c:pt>
                <c:pt idx="1212">
                  <c:v>40235</c:v>
                </c:pt>
                <c:pt idx="1213">
                  <c:v>40236</c:v>
                </c:pt>
                <c:pt idx="1214">
                  <c:v>40237</c:v>
                </c:pt>
                <c:pt idx="1215">
                  <c:v>40238</c:v>
                </c:pt>
                <c:pt idx="1216">
                  <c:v>40239</c:v>
                </c:pt>
                <c:pt idx="1217">
                  <c:v>40240</c:v>
                </c:pt>
                <c:pt idx="1218">
                  <c:v>40241</c:v>
                </c:pt>
                <c:pt idx="1219">
                  <c:v>40242</c:v>
                </c:pt>
                <c:pt idx="1220">
                  <c:v>40243</c:v>
                </c:pt>
                <c:pt idx="1221">
                  <c:v>40244</c:v>
                </c:pt>
                <c:pt idx="1222">
                  <c:v>40245</c:v>
                </c:pt>
                <c:pt idx="1223">
                  <c:v>40246</c:v>
                </c:pt>
                <c:pt idx="1224">
                  <c:v>40247</c:v>
                </c:pt>
                <c:pt idx="1225">
                  <c:v>40248</c:v>
                </c:pt>
                <c:pt idx="1226">
                  <c:v>40249</c:v>
                </c:pt>
                <c:pt idx="1227">
                  <c:v>40250</c:v>
                </c:pt>
                <c:pt idx="1228">
                  <c:v>40251</c:v>
                </c:pt>
                <c:pt idx="1229">
                  <c:v>40252</c:v>
                </c:pt>
                <c:pt idx="1230">
                  <c:v>40253</c:v>
                </c:pt>
                <c:pt idx="1231">
                  <c:v>40254</c:v>
                </c:pt>
                <c:pt idx="1232">
                  <c:v>40255</c:v>
                </c:pt>
                <c:pt idx="1233">
                  <c:v>40256</c:v>
                </c:pt>
                <c:pt idx="1234">
                  <c:v>40257</c:v>
                </c:pt>
                <c:pt idx="1235">
                  <c:v>40258</c:v>
                </c:pt>
                <c:pt idx="1236">
                  <c:v>40259</c:v>
                </c:pt>
                <c:pt idx="1237">
                  <c:v>40260</c:v>
                </c:pt>
                <c:pt idx="1238">
                  <c:v>40261</c:v>
                </c:pt>
                <c:pt idx="1239">
                  <c:v>40262</c:v>
                </c:pt>
                <c:pt idx="1240">
                  <c:v>40263</c:v>
                </c:pt>
                <c:pt idx="1241">
                  <c:v>40264</c:v>
                </c:pt>
                <c:pt idx="1242">
                  <c:v>40265</c:v>
                </c:pt>
                <c:pt idx="1243">
                  <c:v>40266</c:v>
                </c:pt>
                <c:pt idx="1244">
                  <c:v>40267</c:v>
                </c:pt>
                <c:pt idx="1245">
                  <c:v>40268</c:v>
                </c:pt>
                <c:pt idx="1246">
                  <c:v>40269</c:v>
                </c:pt>
                <c:pt idx="1247">
                  <c:v>40270</c:v>
                </c:pt>
                <c:pt idx="1248">
                  <c:v>40271</c:v>
                </c:pt>
                <c:pt idx="1249">
                  <c:v>40272</c:v>
                </c:pt>
                <c:pt idx="1250">
                  <c:v>40273</c:v>
                </c:pt>
                <c:pt idx="1251">
                  <c:v>40274</c:v>
                </c:pt>
                <c:pt idx="1252">
                  <c:v>40275</c:v>
                </c:pt>
                <c:pt idx="1253">
                  <c:v>40276</c:v>
                </c:pt>
                <c:pt idx="1254">
                  <c:v>40277</c:v>
                </c:pt>
                <c:pt idx="1255">
                  <c:v>40278</c:v>
                </c:pt>
                <c:pt idx="1256">
                  <c:v>40279</c:v>
                </c:pt>
                <c:pt idx="1257">
                  <c:v>40280</c:v>
                </c:pt>
                <c:pt idx="1258">
                  <c:v>40281</c:v>
                </c:pt>
                <c:pt idx="1259">
                  <c:v>40282</c:v>
                </c:pt>
                <c:pt idx="1260">
                  <c:v>40283</c:v>
                </c:pt>
                <c:pt idx="1261">
                  <c:v>40284</c:v>
                </c:pt>
                <c:pt idx="1262">
                  <c:v>40285</c:v>
                </c:pt>
                <c:pt idx="1263">
                  <c:v>40286</c:v>
                </c:pt>
                <c:pt idx="1264">
                  <c:v>40287</c:v>
                </c:pt>
                <c:pt idx="1265">
                  <c:v>40288</c:v>
                </c:pt>
                <c:pt idx="1266">
                  <c:v>40289</c:v>
                </c:pt>
                <c:pt idx="1267">
                  <c:v>40290</c:v>
                </c:pt>
                <c:pt idx="1268">
                  <c:v>40291</c:v>
                </c:pt>
                <c:pt idx="1269">
                  <c:v>40292</c:v>
                </c:pt>
                <c:pt idx="1270">
                  <c:v>40293</c:v>
                </c:pt>
                <c:pt idx="1271">
                  <c:v>40294</c:v>
                </c:pt>
                <c:pt idx="1272">
                  <c:v>40295</c:v>
                </c:pt>
                <c:pt idx="1273">
                  <c:v>40296</c:v>
                </c:pt>
                <c:pt idx="1274">
                  <c:v>40297</c:v>
                </c:pt>
                <c:pt idx="1275">
                  <c:v>40298</c:v>
                </c:pt>
                <c:pt idx="1276">
                  <c:v>40299</c:v>
                </c:pt>
                <c:pt idx="1277">
                  <c:v>40300</c:v>
                </c:pt>
                <c:pt idx="1278">
                  <c:v>40301</c:v>
                </c:pt>
                <c:pt idx="1279">
                  <c:v>40302</c:v>
                </c:pt>
                <c:pt idx="1280">
                  <c:v>40303</c:v>
                </c:pt>
                <c:pt idx="1281">
                  <c:v>40304</c:v>
                </c:pt>
                <c:pt idx="1282">
                  <c:v>40305</c:v>
                </c:pt>
                <c:pt idx="1283">
                  <c:v>40306</c:v>
                </c:pt>
                <c:pt idx="1284">
                  <c:v>40307</c:v>
                </c:pt>
                <c:pt idx="1285">
                  <c:v>40308</c:v>
                </c:pt>
                <c:pt idx="1286">
                  <c:v>40309</c:v>
                </c:pt>
                <c:pt idx="1287">
                  <c:v>40310</c:v>
                </c:pt>
                <c:pt idx="1288">
                  <c:v>40311</c:v>
                </c:pt>
                <c:pt idx="1289">
                  <c:v>40312</c:v>
                </c:pt>
                <c:pt idx="1290">
                  <c:v>40313</c:v>
                </c:pt>
                <c:pt idx="1291">
                  <c:v>40314</c:v>
                </c:pt>
                <c:pt idx="1292">
                  <c:v>40315</c:v>
                </c:pt>
                <c:pt idx="1293">
                  <c:v>40316</c:v>
                </c:pt>
                <c:pt idx="1294">
                  <c:v>40317</c:v>
                </c:pt>
                <c:pt idx="1295">
                  <c:v>40318</c:v>
                </c:pt>
                <c:pt idx="1296">
                  <c:v>40319</c:v>
                </c:pt>
                <c:pt idx="1297">
                  <c:v>40320</c:v>
                </c:pt>
                <c:pt idx="1298">
                  <c:v>40321</c:v>
                </c:pt>
                <c:pt idx="1299">
                  <c:v>40322</c:v>
                </c:pt>
                <c:pt idx="1300">
                  <c:v>40323</c:v>
                </c:pt>
                <c:pt idx="1301">
                  <c:v>40324</c:v>
                </c:pt>
                <c:pt idx="1302">
                  <c:v>40325</c:v>
                </c:pt>
                <c:pt idx="1303">
                  <c:v>40326</c:v>
                </c:pt>
                <c:pt idx="1304">
                  <c:v>40327</c:v>
                </c:pt>
                <c:pt idx="1305">
                  <c:v>40328</c:v>
                </c:pt>
                <c:pt idx="1306">
                  <c:v>40329</c:v>
                </c:pt>
                <c:pt idx="1307">
                  <c:v>40330</c:v>
                </c:pt>
                <c:pt idx="1308">
                  <c:v>40331</c:v>
                </c:pt>
                <c:pt idx="1309">
                  <c:v>40332</c:v>
                </c:pt>
                <c:pt idx="1310">
                  <c:v>40333</c:v>
                </c:pt>
                <c:pt idx="1311">
                  <c:v>40334</c:v>
                </c:pt>
                <c:pt idx="1312">
                  <c:v>40335</c:v>
                </c:pt>
                <c:pt idx="1313">
                  <c:v>40336</c:v>
                </c:pt>
                <c:pt idx="1314">
                  <c:v>40337</c:v>
                </c:pt>
                <c:pt idx="1315">
                  <c:v>40338</c:v>
                </c:pt>
                <c:pt idx="1316">
                  <c:v>40339</c:v>
                </c:pt>
                <c:pt idx="1317">
                  <c:v>40340</c:v>
                </c:pt>
                <c:pt idx="1318">
                  <c:v>40341</c:v>
                </c:pt>
                <c:pt idx="1319">
                  <c:v>40342</c:v>
                </c:pt>
                <c:pt idx="1320">
                  <c:v>40343</c:v>
                </c:pt>
                <c:pt idx="1321">
                  <c:v>40344</c:v>
                </c:pt>
                <c:pt idx="1322">
                  <c:v>40345</c:v>
                </c:pt>
                <c:pt idx="1323">
                  <c:v>40346</c:v>
                </c:pt>
                <c:pt idx="1324">
                  <c:v>40347</c:v>
                </c:pt>
                <c:pt idx="1325">
                  <c:v>40348</c:v>
                </c:pt>
                <c:pt idx="1326">
                  <c:v>40349</c:v>
                </c:pt>
                <c:pt idx="1327">
                  <c:v>40350</c:v>
                </c:pt>
                <c:pt idx="1328">
                  <c:v>40351</c:v>
                </c:pt>
                <c:pt idx="1329">
                  <c:v>40352</c:v>
                </c:pt>
                <c:pt idx="1330">
                  <c:v>40353</c:v>
                </c:pt>
                <c:pt idx="1331">
                  <c:v>40354</c:v>
                </c:pt>
                <c:pt idx="1332">
                  <c:v>40355</c:v>
                </c:pt>
                <c:pt idx="1333">
                  <c:v>40356</c:v>
                </c:pt>
                <c:pt idx="1334">
                  <c:v>40357</c:v>
                </c:pt>
                <c:pt idx="1335">
                  <c:v>40358</c:v>
                </c:pt>
                <c:pt idx="1336">
                  <c:v>40359</c:v>
                </c:pt>
                <c:pt idx="1337">
                  <c:v>40360</c:v>
                </c:pt>
                <c:pt idx="1338">
                  <c:v>40361</c:v>
                </c:pt>
                <c:pt idx="1339">
                  <c:v>40362</c:v>
                </c:pt>
                <c:pt idx="1340">
                  <c:v>40363</c:v>
                </c:pt>
                <c:pt idx="1341">
                  <c:v>40364</c:v>
                </c:pt>
                <c:pt idx="1342">
                  <c:v>40365</c:v>
                </c:pt>
                <c:pt idx="1343">
                  <c:v>40366</c:v>
                </c:pt>
                <c:pt idx="1344">
                  <c:v>40367</c:v>
                </c:pt>
                <c:pt idx="1345">
                  <c:v>40368</c:v>
                </c:pt>
                <c:pt idx="1346">
                  <c:v>40369</c:v>
                </c:pt>
                <c:pt idx="1347">
                  <c:v>40370</c:v>
                </c:pt>
                <c:pt idx="1348">
                  <c:v>40371</c:v>
                </c:pt>
                <c:pt idx="1349">
                  <c:v>40372</c:v>
                </c:pt>
                <c:pt idx="1350">
                  <c:v>40373</c:v>
                </c:pt>
                <c:pt idx="1351">
                  <c:v>40374</c:v>
                </c:pt>
                <c:pt idx="1352">
                  <c:v>40375</c:v>
                </c:pt>
                <c:pt idx="1353">
                  <c:v>40376</c:v>
                </c:pt>
                <c:pt idx="1354">
                  <c:v>40377</c:v>
                </c:pt>
                <c:pt idx="1355">
                  <c:v>40378</c:v>
                </c:pt>
                <c:pt idx="1356">
                  <c:v>40379</c:v>
                </c:pt>
                <c:pt idx="1357">
                  <c:v>40380</c:v>
                </c:pt>
                <c:pt idx="1358">
                  <c:v>40381</c:v>
                </c:pt>
                <c:pt idx="1359">
                  <c:v>40382</c:v>
                </c:pt>
                <c:pt idx="1360">
                  <c:v>40383</c:v>
                </c:pt>
                <c:pt idx="1361">
                  <c:v>40384</c:v>
                </c:pt>
                <c:pt idx="1362">
                  <c:v>40385</c:v>
                </c:pt>
                <c:pt idx="1363">
                  <c:v>40386</c:v>
                </c:pt>
                <c:pt idx="1364">
                  <c:v>40387</c:v>
                </c:pt>
                <c:pt idx="1365">
                  <c:v>40388</c:v>
                </c:pt>
                <c:pt idx="1366">
                  <c:v>40389</c:v>
                </c:pt>
                <c:pt idx="1367">
                  <c:v>40390</c:v>
                </c:pt>
                <c:pt idx="1368">
                  <c:v>40391</c:v>
                </c:pt>
                <c:pt idx="1369">
                  <c:v>40392</c:v>
                </c:pt>
                <c:pt idx="1370">
                  <c:v>40393</c:v>
                </c:pt>
                <c:pt idx="1371">
                  <c:v>40394</c:v>
                </c:pt>
                <c:pt idx="1372">
                  <c:v>40395</c:v>
                </c:pt>
                <c:pt idx="1373">
                  <c:v>40396</c:v>
                </c:pt>
                <c:pt idx="1374">
                  <c:v>40397</c:v>
                </c:pt>
                <c:pt idx="1375">
                  <c:v>40398</c:v>
                </c:pt>
                <c:pt idx="1376">
                  <c:v>40399</c:v>
                </c:pt>
                <c:pt idx="1377">
                  <c:v>40400</c:v>
                </c:pt>
                <c:pt idx="1378">
                  <c:v>40401</c:v>
                </c:pt>
                <c:pt idx="1379">
                  <c:v>40402</c:v>
                </c:pt>
                <c:pt idx="1380">
                  <c:v>40403</c:v>
                </c:pt>
                <c:pt idx="1381">
                  <c:v>40404</c:v>
                </c:pt>
                <c:pt idx="1382">
                  <c:v>40405</c:v>
                </c:pt>
                <c:pt idx="1383">
                  <c:v>40406</c:v>
                </c:pt>
                <c:pt idx="1384">
                  <c:v>40407</c:v>
                </c:pt>
                <c:pt idx="1385">
                  <c:v>40408</c:v>
                </c:pt>
                <c:pt idx="1386">
                  <c:v>40409</c:v>
                </c:pt>
                <c:pt idx="1387">
                  <c:v>40410</c:v>
                </c:pt>
                <c:pt idx="1388">
                  <c:v>40411</c:v>
                </c:pt>
                <c:pt idx="1389">
                  <c:v>40412</c:v>
                </c:pt>
                <c:pt idx="1390">
                  <c:v>40413</c:v>
                </c:pt>
                <c:pt idx="1391">
                  <c:v>40414</c:v>
                </c:pt>
                <c:pt idx="1392">
                  <c:v>40415</c:v>
                </c:pt>
                <c:pt idx="1393">
                  <c:v>40416</c:v>
                </c:pt>
                <c:pt idx="1394">
                  <c:v>40417</c:v>
                </c:pt>
                <c:pt idx="1395">
                  <c:v>40418</c:v>
                </c:pt>
                <c:pt idx="1396">
                  <c:v>40419</c:v>
                </c:pt>
                <c:pt idx="1397">
                  <c:v>40420</c:v>
                </c:pt>
                <c:pt idx="1398">
                  <c:v>40421</c:v>
                </c:pt>
                <c:pt idx="1399">
                  <c:v>40422</c:v>
                </c:pt>
                <c:pt idx="1400">
                  <c:v>40423</c:v>
                </c:pt>
                <c:pt idx="1401">
                  <c:v>40424</c:v>
                </c:pt>
                <c:pt idx="1402">
                  <c:v>40425</c:v>
                </c:pt>
                <c:pt idx="1403">
                  <c:v>40426</c:v>
                </c:pt>
                <c:pt idx="1404">
                  <c:v>40427</c:v>
                </c:pt>
                <c:pt idx="1405">
                  <c:v>40428</c:v>
                </c:pt>
                <c:pt idx="1406">
                  <c:v>40429</c:v>
                </c:pt>
                <c:pt idx="1407">
                  <c:v>40430</c:v>
                </c:pt>
                <c:pt idx="1408">
                  <c:v>40431</c:v>
                </c:pt>
                <c:pt idx="1409">
                  <c:v>40432</c:v>
                </c:pt>
                <c:pt idx="1410">
                  <c:v>40433</c:v>
                </c:pt>
                <c:pt idx="1411">
                  <c:v>40434</c:v>
                </c:pt>
                <c:pt idx="1412">
                  <c:v>40435</c:v>
                </c:pt>
                <c:pt idx="1413">
                  <c:v>40436</c:v>
                </c:pt>
                <c:pt idx="1414">
                  <c:v>40437</c:v>
                </c:pt>
                <c:pt idx="1415">
                  <c:v>40438</c:v>
                </c:pt>
                <c:pt idx="1416">
                  <c:v>40439</c:v>
                </c:pt>
                <c:pt idx="1417">
                  <c:v>40440</c:v>
                </c:pt>
                <c:pt idx="1418">
                  <c:v>40441</c:v>
                </c:pt>
                <c:pt idx="1419">
                  <c:v>40442</c:v>
                </c:pt>
                <c:pt idx="1420">
                  <c:v>40443</c:v>
                </c:pt>
                <c:pt idx="1421">
                  <c:v>40444</c:v>
                </c:pt>
                <c:pt idx="1422">
                  <c:v>40445</c:v>
                </c:pt>
                <c:pt idx="1423">
                  <c:v>40446</c:v>
                </c:pt>
                <c:pt idx="1424">
                  <c:v>40447</c:v>
                </c:pt>
                <c:pt idx="1425">
                  <c:v>40448</c:v>
                </c:pt>
                <c:pt idx="1426">
                  <c:v>40449</c:v>
                </c:pt>
                <c:pt idx="1427">
                  <c:v>40450</c:v>
                </c:pt>
                <c:pt idx="1428">
                  <c:v>40451</c:v>
                </c:pt>
                <c:pt idx="1429">
                  <c:v>40452</c:v>
                </c:pt>
                <c:pt idx="1430">
                  <c:v>40453</c:v>
                </c:pt>
                <c:pt idx="1431">
                  <c:v>40454</c:v>
                </c:pt>
                <c:pt idx="1432">
                  <c:v>40455</c:v>
                </c:pt>
                <c:pt idx="1433">
                  <c:v>40456</c:v>
                </c:pt>
                <c:pt idx="1434">
                  <c:v>40457</c:v>
                </c:pt>
                <c:pt idx="1435">
                  <c:v>40458</c:v>
                </c:pt>
                <c:pt idx="1436">
                  <c:v>40459</c:v>
                </c:pt>
                <c:pt idx="1437">
                  <c:v>40460</c:v>
                </c:pt>
                <c:pt idx="1438">
                  <c:v>40461</c:v>
                </c:pt>
                <c:pt idx="1439">
                  <c:v>40462</c:v>
                </c:pt>
                <c:pt idx="1440">
                  <c:v>40463</c:v>
                </c:pt>
                <c:pt idx="1441">
                  <c:v>40464</c:v>
                </c:pt>
                <c:pt idx="1442">
                  <c:v>40465</c:v>
                </c:pt>
                <c:pt idx="1443">
                  <c:v>40466</c:v>
                </c:pt>
                <c:pt idx="1444">
                  <c:v>40467</c:v>
                </c:pt>
                <c:pt idx="1445">
                  <c:v>40468</c:v>
                </c:pt>
                <c:pt idx="1446">
                  <c:v>40469</c:v>
                </c:pt>
                <c:pt idx="1447">
                  <c:v>40470</c:v>
                </c:pt>
                <c:pt idx="1448">
                  <c:v>40471</c:v>
                </c:pt>
                <c:pt idx="1449">
                  <c:v>40472</c:v>
                </c:pt>
                <c:pt idx="1450">
                  <c:v>40473</c:v>
                </c:pt>
                <c:pt idx="1451">
                  <c:v>40474</c:v>
                </c:pt>
                <c:pt idx="1452">
                  <c:v>40475</c:v>
                </c:pt>
                <c:pt idx="1453">
                  <c:v>40476</c:v>
                </c:pt>
                <c:pt idx="1454">
                  <c:v>40477</c:v>
                </c:pt>
                <c:pt idx="1455">
                  <c:v>40478</c:v>
                </c:pt>
                <c:pt idx="1456">
                  <c:v>40479</c:v>
                </c:pt>
                <c:pt idx="1457">
                  <c:v>40480</c:v>
                </c:pt>
                <c:pt idx="1458">
                  <c:v>40481</c:v>
                </c:pt>
                <c:pt idx="1459">
                  <c:v>40482</c:v>
                </c:pt>
                <c:pt idx="1460">
                  <c:v>40483</c:v>
                </c:pt>
                <c:pt idx="1461">
                  <c:v>40484</c:v>
                </c:pt>
                <c:pt idx="1462">
                  <c:v>40485</c:v>
                </c:pt>
                <c:pt idx="1463">
                  <c:v>40486</c:v>
                </c:pt>
                <c:pt idx="1464">
                  <c:v>40487</c:v>
                </c:pt>
                <c:pt idx="1465">
                  <c:v>40488</c:v>
                </c:pt>
                <c:pt idx="1466">
                  <c:v>40489</c:v>
                </c:pt>
                <c:pt idx="1467">
                  <c:v>40490</c:v>
                </c:pt>
                <c:pt idx="1468">
                  <c:v>40491</c:v>
                </c:pt>
                <c:pt idx="1469">
                  <c:v>40492</c:v>
                </c:pt>
                <c:pt idx="1470">
                  <c:v>40493</c:v>
                </c:pt>
                <c:pt idx="1471">
                  <c:v>40494</c:v>
                </c:pt>
                <c:pt idx="1472">
                  <c:v>40495</c:v>
                </c:pt>
                <c:pt idx="1473">
                  <c:v>40496</c:v>
                </c:pt>
                <c:pt idx="1474">
                  <c:v>40497</c:v>
                </c:pt>
                <c:pt idx="1475">
                  <c:v>40498</c:v>
                </c:pt>
                <c:pt idx="1476">
                  <c:v>40499</c:v>
                </c:pt>
                <c:pt idx="1477">
                  <c:v>40500</c:v>
                </c:pt>
                <c:pt idx="1478">
                  <c:v>40501</c:v>
                </c:pt>
                <c:pt idx="1479">
                  <c:v>40502</c:v>
                </c:pt>
                <c:pt idx="1480">
                  <c:v>40503</c:v>
                </c:pt>
                <c:pt idx="1481">
                  <c:v>40504</c:v>
                </c:pt>
                <c:pt idx="1482">
                  <c:v>40505</c:v>
                </c:pt>
                <c:pt idx="1483">
                  <c:v>40506</c:v>
                </c:pt>
                <c:pt idx="1484">
                  <c:v>40507</c:v>
                </c:pt>
                <c:pt idx="1485">
                  <c:v>40508</c:v>
                </c:pt>
                <c:pt idx="1486">
                  <c:v>40509</c:v>
                </c:pt>
                <c:pt idx="1487">
                  <c:v>40510</c:v>
                </c:pt>
                <c:pt idx="1488">
                  <c:v>40511</c:v>
                </c:pt>
                <c:pt idx="1489">
                  <c:v>40512</c:v>
                </c:pt>
                <c:pt idx="1490">
                  <c:v>40513</c:v>
                </c:pt>
                <c:pt idx="1491">
                  <c:v>40514</c:v>
                </c:pt>
                <c:pt idx="1492">
                  <c:v>40515</c:v>
                </c:pt>
                <c:pt idx="1493">
                  <c:v>40516</c:v>
                </c:pt>
                <c:pt idx="1494">
                  <c:v>40517</c:v>
                </c:pt>
                <c:pt idx="1495">
                  <c:v>40518</c:v>
                </c:pt>
                <c:pt idx="1496">
                  <c:v>40519</c:v>
                </c:pt>
                <c:pt idx="1497">
                  <c:v>40520</c:v>
                </c:pt>
                <c:pt idx="1498">
                  <c:v>40521</c:v>
                </c:pt>
                <c:pt idx="1499">
                  <c:v>40522</c:v>
                </c:pt>
                <c:pt idx="1500">
                  <c:v>40523</c:v>
                </c:pt>
                <c:pt idx="1501">
                  <c:v>40524</c:v>
                </c:pt>
                <c:pt idx="1502">
                  <c:v>40525</c:v>
                </c:pt>
                <c:pt idx="1503">
                  <c:v>40526</c:v>
                </c:pt>
                <c:pt idx="1504">
                  <c:v>40527</c:v>
                </c:pt>
                <c:pt idx="1505">
                  <c:v>40528</c:v>
                </c:pt>
                <c:pt idx="1506">
                  <c:v>40529</c:v>
                </c:pt>
                <c:pt idx="1507">
                  <c:v>40530</c:v>
                </c:pt>
                <c:pt idx="1508">
                  <c:v>40531</c:v>
                </c:pt>
                <c:pt idx="1509">
                  <c:v>40532</c:v>
                </c:pt>
                <c:pt idx="1510">
                  <c:v>40533</c:v>
                </c:pt>
                <c:pt idx="1511">
                  <c:v>40534</c:v>
                </c:pt>
                <c:pt idx="1512">
                  <c:v>40535</c:v>
                </c:pt>
                <c:pt idx="1513">
                  <c:v>40536</c:v>
                </c:pt>
                <c:pt idx="1514">
                  <c:v>40537</c:v>
                </c:pt>
                <c:pt idx="1515">
                  <c:v>40538</c:v>
                </c:pt>
                <c:pt idx="1516">
                  <c:v>40539</c:v>
                </c:pt>
                <c:pt idx="1517">
                  <c:v>40540</c:v>
                </c:pt>
                <c:pt idx="1518">
                  <c:v>40541</c:v>
                </c:pt>
                <c:pt idx="1519">
                  <c:v>40542</c:v>
                </c:pt>
                <c:pt idx="1520">
                  <c:v>40543</c:v>
                </c:pt>
                <c:pt idx="1521">
                  <c:v>40544</c:v>
                </c:pt>
                <c:pt idx="1522">
                  <c:v>40545</c:v>
                </c:pt>
                <c:pt idx="1523">
                  <c:v>40546</c:v>
                </c:pt>
                <c:pt idx="1524">
                  <c:v>40547</c:v>
                </c:pt>
                <c:pt idx="1525">
                  <c:v>40548</c:v>
                </c:pt>
                <c:pt idx="1526">
                  <c:v>40549</c:v>
                </c:pt>
                <c:pt idx="1527">
                  <c:v>40550</c:v>
                </c:pt>
                <c:pt idx="1528">
                  <c:v>40551</c:v>
                </c:pt>
                <c:pt idx="1529">
                  <c:v>40552</c:v>
                </c:pt>
                <c:pt idx="1530">
                  <c:v>40553</c:v>
                </c:pt>
                <c:pt idx="1531">
                  <c:v>40554</c:v>
                </c:pt>
                <c:pt idx="1532">
                  <c:v>40555</c:v>
                </c:pt>
                <c:pt idx="1533">
                  <c:v>40556</c:v>
                </c:pt>
                <c:pt idx="1534">
                  <c:v>40557</c:v>
                </c:pt>
                <c:pt idx="1535">
                  <c:v>40558</c:v>
                </c:pt>
                <c:pt idx="1536">
                  <c:v>40559</c:v>
                </c:pt>
                <c:pt idx="1537">
                  <c:v>40560</c:v>
                </c:pt>
                <c:pt idx="1538">
                  <c:v>40561</c:v>
                </c:pt>
                <c:pt idx="1539">
                  <c:v>40562</c:v>
                </c:pt>
                <c:pt idx="1540">
                  <c:v>40563</c:v>
                </c:pt>
                <c:pt idx="1541">
                  <c:v>40564</c:v>
                </c:pt>
                <c:pt idx="1542">
                  <c:v>40565</c:v>
                </c:pt>
                <c:pt idx="1543">
                  <c:v>40566</c:v>
                </c:pt>
                <c:pt idx="1544">
                  <c:v>40567</c:v>
                </c:pt>
                <c:pt idx="1545">
                  <c:v>40568</c:v>
                </c:pt>
                <c:pt idx="1546">
                  <c:v>40569</c:v>
                </c:pt>
                <c:pt idx="1547">
                  <c:v>40570</c:v>
                </c:pt>
                <c:pt idx="1548">
                  <c:v>40571</c:v>
                </c:pt>
                <c:pt idx="1549">
                  <c:v>40572</c:v>
                </c:pt>
                <c:pt idx="1550">
                  <c:v>40573</c:v>
                </c:pt>
                <c:pt idx="1551">
                  <c:v>40574</c:v>
                </c:pt>
                <c:pt idx="1552">
                  <c:v>40575</c:v>
                </c:pt>
                <c:pt idx="1553">
                  <c:v>40576</c:v>
                </c:pt>
                <c:pt idx="1554">
                  <c:v>40577</c:v>
                </c:pt>
                <c:pt idx="1555">
                  <c:v>40578</c:v>
                </c:pt>
                <c:pt idx="1556">
                  <c:v>40579</c:v>
                </c:pt>
                <c:pt idx="1557">
                  <c:v>40580</c:v>
                </c:pt>
                <c:pt idx="1558">
                  <c:v>40581</c:v>
                </c:pt>
                <c:pt idx="1559">
                  <c:v>40582</c:v>
                </c:pt>
                <c:pt idx="1560">
                  <c:v>40583</c:v>
                </c:pt>
                <c:pt idx="1561">
                  <c:v>40584</c:v>
                </c:pt>
                <c:pt idx="1562">
                  <c:v>40585</c:v>
                </c:pt>
                <c:pt idx="1563">
                  <c:v>40586</c:v>
                </c:pt>
                <c:pt idx="1564">
                  <c:v>40587</c:v>
                </c:pt>
                <c:pt idx="1565">
                  <c:v>40588</c:v>
                </c:pt>
                <c:pt idx="1566">
                  <c:v>40589</c:v>
                </c:pt>
                <c:pt idx="1567">
                  <c:v>40590</c:v>
                </c:pt>
                <c:pt idx="1568">
                  <c:v>40591</c:v>
                </c:pt>
                <c:pt idx="1569">
                  <c:v>40592</c:v>
                </c:pt>
                <c:pt idx="1570">
                  <c:v>40593</c:v>
                </c:pt>
                <c:pt idx="1571">
                  <c:v>40594</c:v>
                </c:pt>
                <c:pt idx="1572">
                  <c:v>40595</c:v>
                </c:pt>
                <c:pt idx="1573">
                  <c:v>40596</c:v>
                </c:pt>
                <c:pt idx="1574">
                  <c:v>40597</c:v>
                </c:pt>
                <c:pt idx="1575">
                  <c:v>40598</c:v>
                </c:pt>
                <c:pt idx="1576">
                  <c:v>40599</c:v>
                </c:pt>
                <c:pt idx="1577">
                  <c:v>40600</c:v>
                </c:pt>
                <c:pt idx="1578">
                  <c:v>40601</c:v>
                </c:pt>
                <c:pt idx="1579">
                  <c:v>40602</c:v>
                </c:pt>
                <c:pt idx="1580">
                  <c:v>40603</c:v>
                </c:pt>
                <c:pt idx="1581">
                  <c:v>40604</c:v>
                </c:pt>
                <c:pt idx="1582">
                  <c:v>40605</c:v>
                </c:pt>
                <c:pt idx="1583">
                  <c:v>40606</c:v>
                </c:pt>
                <c:pt idx="1584">
                  <c:v>40607</c:v>
                </c:pt>
                <c:pt idx="1585">
                  <c:v>40608</c:v>
                </c:pt>
                <c:pt idx="1586">
                  <c:v>40609</c:v>
                </c:pt>
                <c:pt idx="1587">
                  <c:v>40610</c:v>
                </c:pt>
                <c:pt idx="1588">
                  <c:v>40611</c:v>
                </c:pt>
                <c:pt idx="1589">
                  <c:v>40612</c:v>
                </c:pt>
                <c:pt idx="1590">
                  <c:v>40613</c:v>
                </c:pt>
                <c:pt idx="1591">
                  <c:v>40614</c:v>
                </c:pt>
                <c:pt idx="1592">
                  <c:v>40615</c:v>
                </c:pt>
                <c:pt idx="1593">
                  <c:v>40616</c:v>
                </c:pt>
                <c:pt idx="1594">
                  <c:v>40617</c:v>
                </c:pt>
                <c:pt idx="1595">
                  <c:v>40618</c:v>
                </c:pt>
                <c:pt idx="1596">
                  <c:v>40619</c:v>
                </c:pt>
                <c:pt idx="1597">
                  <c:v>40620</c:v>
                </c:pt>
                <c:pt idx="1598">
                  <c:v>40621</c:v>
                </c:pt>
                <c:pt idx="1599">
                  <c:v>40622</c:v>
                </c:pt>
                <c:pt idx="1600">
                  <c:v>40623</c:v>
                </c:pt>
                <c:pt idx="1601">
                  <c:v>40624</c:v>
                </c:pt>
                <c:pt idx="1602">
                  <c:v>40625</c:v>
                </c:pt>
                <c:pt idx="1603">
                  <c:v>40626</c:v>
                </c:pt>
                <c:pt idx="1604">
                  <c:v>40627</c:v>
                </c:pt>
                <c:pt idx="1605">
                  <c:v>40628</c:v>
                </c:pt>
                <c:pt idx="1606">
                  <c:v>40629</c:v>
                </c:pt>
                <c:pt idx="1607">
                  <c:v>40630</c:v>
                </c:pt>
                <c:pt idx="1608">
                  <c:v>40631</c:v>
                </c:pt>
                <c:pt idx="1609">
                  <c:v>40632</c:v>
                </c:pt>
                <c:pt idx="1610">
                  <c:v>40633</c:v>
                </c:pt>
                <c:pt idx="1611">
                  <c:v>40634</c:v>
                </c:pt>
                <c:pt idx="1612">
                  <c:v>40635</c:v>
                </c:pt>
                <c:pt idx="1613">
                  <c:v>40636</c:v>
                </c:pt>
                <c:pt idx="1614">
                  <c:v>40637</c:v>
                </c:pt>
                <c:pt idx="1615">
                  <c:v>40638</c:v>
                </c:pt>
                <c:pt idx="1616">
                  <c:v>40639</c:v>
                </c:pt>
                <c:pt idx="1617">
                  <c:v>40640</c:v>
                </c:pt>
                <c:pt idx="1618">
                  <c:v>40641</c:v>
                </c:pt>
                <c:pt idx="1619">
                  <c:v>40642</c:v>
                </c:pt>
                <c:pt idx="1620">
                  <c:v>40643</c:v>
                </c:pt>
                <c:pt idx="1621">
                  <c:v>40644</c:v>
                </c:pt>
                <c:pt idx="1622">
                  <c:v>40645</c:v>
                </c:pt>
                <c:pt idx="1623">
                  <c:v>40646</c:v>
                </c:pt>
                <c:pt idx="1624">
                  <c:v>40647</c:v>
                </c:pt>
                <c:pt idx="1625">
                  <c:v>40648</c:v>
                </c:pt>
                <c:pt idx="1626">
                  <c:v>40649</c:v>
                </c:pt>
                <c:pt idx="1627">
                  <c:v>40650</c:v>
                </c:pt>
                <c:pt idx="1628">
                  <c:v>40651</c:v>
                </c:pt>
                <c:pt idx="1629">
                  <c:v>40652</c:v>
                </c:pt>
                <c:pt idx="1630">
                  <c:v>40653</c:v>
                </c:pt>
                <c:pt idx="1631">
                  <c:v>40654</c:v>
                </c:pt>
                <c:pt idx="1632">
                  <c:v>40655</c:v>
                </c:pt>
                <c:pt idx="1633">
                  <c:v>40656</c:v>
                </c:pt>
                <c:pt idx="1634">
                  <c:v>40657</c:v>
                </c:pt>
                <c:pt idx="1635">
                  <c:v>40658</c:v>
                </c:pt>
                <c:pt idx="1636">
                  <c:v>40659</c:v>
                </c:pt>
                <c:pt idx="1637">
                  <c:v>40660</c:v>
                </c:pt>
                <c:pt idx="1638">
                  <c:v>40661</c:v>
                </c:pt>
                <c:pt idx="1639">
                  <c:v>40662</c:v>
                </c:pt>
                <c:pt idx="1640">
                  <c:v>40663</c:v>
                </c:pt>
                <c:pt idx="1641">
                  <c:v>40664</c:v>
                </c:pt>
                <c:pt idx="1642">
                  <c:v>40665</c:v>
                </c:pt>
                <c:pt idx="1643">
                  <c:v>40666</c:v>
                </c:pt>
                <c:pt idx="1644">
                  <c:v>40667</c:v>
                </c:pt>
                <c:pt idx="1645">
                  <c:v>40668</c:v>
                </c:pt>
                <c:pt idx="1646">
                  <c:v>40669</c:v>
                </c:pt>
                <c:pt idx="1647">
                  <c:v>40670</c:v>
                </c:pt>
                <c:pt idx="1648">
                  <c:v>40671</c:v>
                </c:pt>
                <c:pt idx="1649">
                  <c:v>40672</c:v>
                </c:pt>
                <c:pt idx="1650">
                  <c:v>40673</c:v>
                </c:pt>
                <c:pt idx="1651">
                  <c:v>40674</c:v>
                </c:pt>
                <c:pt idx="1652">
                  <c:v>40675</c:v>
                </c:pt>
                <c:pt idx="1653">
                  <c:v>40676</c:v>
                </c:pt>
                <c:pt idx="1654">
                  <c:v>40677</c:v>
                </c:pt>
                <c:pt idx="1655">
                  <c:v>40678</c:v>
                </c:pt>
                <c:pt idx="1656">
                  <c:v>40679</c:v>
                </c:pt>
                <c:pt idx="1657">
                  <c:v>40680</c:v>
                </c:pt>
                <c:pt idx="1658">
                  <c:v>40681</c:v>
                </c:pt>
                <c:pt idx="1659">
                  <c:v>40682</c:v>
                </c:pt>
                <c:pt idx="1660">
                  <c:v>40683</c:v>
                </c:pt>
                <c:pt idx="1661">
                  <c:v>40684</c:v>
                </c:pt>
                <c:pt idx="1662">
                  <c:v>40685</c:v>
                </c:pt>
                <c:pt idx="1663">
                  <c:v>40686</c:v>
                </c:pt>
                <c:pt idx="1664">
                  <c:v>40687</c:v>
                </c:pt>
                <c:pt idx="1665">
                  <c:v>40688</c:v>
                </c:pt>
                <c:pt idx="1666">
                  <c:v>40689</c:v>
                </c:pt>
                <c:pt idx="1667">
                  <c:v>40690</c:v>
                </c:pt>
                <c:pt idx="1668">
                  <c:v>40691</c:v>
                </c:pt>
                <c:pt idx="1669">
                  <c:v>40692</c:v>
                </c:pt>
                <c:pt idx="1670">
                  <c:v>40693</c:v>
                </c:pt>
                <c:pt idx="1671">
                  <c:v>40694</c:v>
                </c:pt>
                <c:pt idx="1672">
                  <c:v>40695</c:v>
                </c:pt>
                <c:pt idx="1673">
                  <c:v>40696</c:v>
                </c:pt>
                <c:pt idx="1674">
                  <c:v>40697</c:v>
                </c:pt>
                <c:pt idx="1675">
                  <c:v>40698</c:v>
                </c:pt>
                <c:pt idx="1676">
                  <c:v>40699</c:v>
                </c:pt>
                <c:pt idx="1677">
                  <c:v>40700</c:v>
                </c:pt>
                <c:pt idx="1678">
                  <c:v>40701</c:v>
                </c:pt>
                <c:pt idx="1679">
                  <c:v>40702</c:v>
                </c:pt>
                <c:pt idx="1680">
                  <c:v>40703</c:v>
                </c:pt>
                <c:pt idx="1681">
                  <c:v>40704</c:v>
                </c:pt>
                <c:pt idx="1682">
                  <c:v>40705</c:v>
                </c:pt>
                <c:pt idx="1683">
                  <c:v>40706</c:v>
                </c:pt>
                <c:pt idx="1684">
                  <c:v>40707</c:v>
                </c:pt>
                <c:pt idx="1685">
                  <c:v>40708</c:v>
                </c:pt>
                <c:pt idx="1686">
                  <c:v>40709</c:v>
                </c:pt>
                <c:pt idx="1687">
                  <c:v>40710</c:v>
                </c:pt>
                <c:pt idx="1688">
                  <c:v>40711</c:v>
                </c:pt>
                <c:pt idx="1689">
                  <c:v>40712</c:v>
                </c:pt>
                <c:pt idx="1690">
                  <c:v>40713</c:v>
                </c:pt>
                <c:pt idx="1691">
                  <c:v>40714</c:v>
                </c:pt>
                <c:pt idx="1692">
                  <c:v>40715</c:v>
                </c:pt>
                <c:pt idx="1693">
                  <c:v>40716</c:v>
                </c:pt>
                <c:pt idx="1694">
                  <c:v>40717</c:v>
                </c:pt>
                <c:pt idx="1695">
                  <c:v>40718</c:v>
                </c:pt>
                <c:pt idx="1696">
                  <c:v>40719</c:v>
                </c:pt>
                <c:pt idx="1697">
                  <c:v>40720</c:v>
                </c:pt>
                <c:pt idx="1698">
                  <c:v>40721</c:v>
                </c:pt>
                <c:pt idx="1699">
                  <c:v>40722</c:v>
                </c:pt>
                <c:pt idx="1700">
                  <c:v>40723</c:v>
                </c:pt>
                <c:pt idx="1701">
                  <c:v>40724</c:v>
                </c:pt>
                <c:pt idx="1702">
                  <c:v>40725</c:v>
                </c:pt>
                <c:pt idx="1703">
                  <c:v>40726</c:v>
                </c:pt>
                <c:pt idx="1704">
                  <c:v>40727</c:v>
                </c:pt>
                <c:pt idx="1705">
                  <c:v>40728</c:v>
                </c:pt>
                <c:pt idx="1706">
                  <c:v>40729</c:v>
                </c:pt>
                <c:pt idx="1707">
                  <c:v>40730</c:v>
                </c:pt>
                <c:pt idx="1708">
                  <c:v>40731</c:v>
                </c:pt>
                <c:pt idx="1709">
                  <c:v>40732</c:v>
                </c:pt>
                <c:pt idx="1710">
                  <c:v>40733</c:v>
                </c:pt>
                <c:pt idx="1711">
                  <c:v>40734</c:v>
                </c:pt>
                <c:pt idx="1712">
                  <c:v>40735</c:v>
                </c:pt>
                <c:pt idx="1713">
                  <c:v>40736</c:v>
                </c:pt>
                <c:pt idx="1714">
                  <c:v>40737</c:v>
                </c:pt>
                <c:pt idx="1715">
                  <c:v>40738</c:v>
                </c:pt>
                <c:pt idx="1716">
                  <c:v>40739</c:v>
                </c:pt>
                <c:pt idx="1717">
                  <c:v>40740</c:v>
                </c:pt>
                <c:pt idx="1718">
                  <c:v>40741</c:v>
                </c:pt>
                <c:pt idx="1719">
                  <c:v>40742</c:v>
                </c:pt>
                <c:pt idx="1720">
                  <c:v>40743</c:v>
                </c:pt>
                <c:pt idx="1721">
                  <c:v>40744</c:v>
                </c:pt>
                <c:pt idx="1722">
                  <c:v>40745</c:v>
                </c:pt>
                <c:pt idx="1723">
                  <c:v>40746</c:v>
                </c:pt>
                <c:pt idx="1724">
                  <c:v>40747</c:v>
                </c:pt>
                <c:pt idx="1725">
                  <c:v>40748</c:v>
                </c:pt>
                <c:pt idx="1726">
                  <c:v>40749</c:v>
                </c:pt>
                <c:pt idx="1727">
                  <c:v>40750</c:v>
                </c:pt>
                <c:pt idx="1728">
                  <c:v>40751</c:v>
                </c:pt>
                <c:pt idx="1729">
                  <c:v>40752</c:v>
                </c:pt>
                <c:pt idx="1730">
                  <c:v>40753</c:v>
                </c:pt>
                <c:pt idx="1731">
                  <c:v>40754</c:v>
                </c:pt>
                <c:pt idx="1732">
                  <c:v>40755</c:v>
                </c:pt>
                <c:pt idx="1733">
                  <c:v>40756</c:v>
                </c:pt>
                <c:pt idx="1734">
                  <c:v>40757</c:v>
                </c:pt>
                <c:pt idx="1735">
                  <c:v>40758</c:v>
                </c:pt>
                <c:pt idx="1736">
                  <c:v>40759</c:v>
                </c:pt>
                <c:pt idx="1737">
                  <c:v>40760</c:v>
                </c:pt>
                <c:pt idx="1738">
                  <c:v>40761</c:v>
                </c:pt>
                <c:pt idx="1739">
                  <c:v>40762</c:v>
                </c:pt>
                <c:pt idx="1740">
                  <c:v>40763</c:v>
                </c:pt>
                <c:pt idx="1741">
                  <c:v>40764</c:v>
                </c:pt>
                <c:pt idx="1742">
                  <c:v>40765</c:v>
                </c:pt>
                <c:pt idx="1743">
                  <c:v>40766</c:v>
                </c:pt>
                <c:pt idx="1744">
                  <c:v>40767</c:v>
                </c:pt>
                <c:pt idx="1745">
                  <c:v>40768</c:v>
                </c:pt>
                <c:pt idx="1746">
                  <c:v>40769</c:v>
                </c:pt>
                <c:pt idx="1747">
                  <c:v>40770</c:v>
                </c:pt>
                <c:pt idx="1748">
                  <c:v>40771</c:v>
                </c:pt>
                <c:pt idx="1749">
                  <c:v>40772</c:v>
                </c:pt>
                <c:pt idx="1750">
                  <c:v>40773</c:v>
                </c:pt>
                <c:pt idx="1751">
                  <c:v>40774</c:v>
                </c:pt>
                <c:pt idx="1752">
                  <c:v>40775</c:v>
                </c:pt>
                <c:pt idx="1753">
                  <c:v>40776</c:v>
                </c:pt>
                <c:pt idx="1754">
                  <c:v>40777</c:v>
                </c:pt>
                <c:pt idx="1755">
                  <c:v>40778</c:v>
                </c:pt>
                <c:pt idx="1756">
                  <c:v>40779</c:v>
                </c:pt>
                <c:pt idx="1757">
                  <c:v>40780</c:v>
                </c:pt>
                <c:pt idx="1758">
                  <c:v>40781</c:v>
                </c:pt>
                <c:pt idx="1759">
                  <c:v>40782</c:v>
                </c:pt>
                <c:pt idx="1760">
                  <c:v>40783</c:v>
                </c:pt>
                <c:pt idx="1761">
                  <c:v>40784</c:v>
                </c:pt>
                <c:pt idx="1762">
                  <c:v>40785</c:v>
                </c:pt>
                <c:pt idx="1763">
                  <c:v>40786</c:v>
                </c:pt>
                <c:pt idx="1764">
                  <c:v>40787</c:v>
                </c:pt>
                <c:pt idx="1765">
                  <c:v>40788</c:v>
                </c:pt>
                <c:pt idx="1766">
                  <c:v>40789</c:v>
                </c:pt>
                <c:pt idx="1767">
                  <c:v>40790</c:v>
                </c:pt>
                <c:pt idx="1768">
                  <c:v>40791</c:v>
                </c:pt>
                <c:pt idx="1769">
                  <c:v>40792</c:v>
                </c:pt>
                <c:pt idx="1770">
                  <c:v>40793</c:v>
                </c:pt>
                <c:pt idx="1771">
                  <c:v>40794</c:v>
                </c:pt>
                <c:pt idx="1772">
                  <c:v>40795</c:v>
                </c:pt>
                <c:pt idx="1773">
                  <c:v>40796</c:v>
                </c:pt>
                <c:pt idx="1774">
                  <c:v>40797</c:v>
                </c:pt>
                <c:pt idx="1775">
                  <c:v>40798</c:v>
                </c:pt>
                <c:pt idx="1776">
                  <c:v>40799</c:v>
                </c:pt>
                <c:pt idx="1777">
                  <c:v>40800</c:v>
                </c:pt>
                <c:pt idx="1778">
                  <c:v>40801</c:v>
                </c:pt>
                <c:pt idx="1779">
                  <c:v>40802</c:v>
                </c:pt>
                <c:pt idx="1780">
                  <c:v>40803</c:v>
                </c:pt>
                <c:pt idx="1781">
                  <c:v>40804</c:v>
                </c:pt>
                <c:pt idx="1782">
                  <c:v>40805</c:v>
                </c:pt>
                <c:pt idx="1783">
                  <c:v>40806</c:v>
                </c:pt>
                <c:pt idx="1784">
                  <c:v>40807</c:v>
                </c:pt>
                <c:pt idx="1785">
                  <c:v>40808</c:v>
                </c:pt>
                <c:pt idx="1786">
                  <c:v>40809</c:v>
                </c:pt>
                <c:pt idx="1787">
                  <c:v>40810</c:v>
                </c:pt>
                <c:pt idx="1788">
                  <c:v>40811</c:v>
                </c:pt>
                <c:pt idx="1789">
                  <c:v>40812</c:v>
                </c:pt>
                <c:pt idx="1790">
                  <c:v>40813</c:v>
                </c:pt>
                <c:pt idx="1791">
                  <c:v>40814</c:v>
                </c:pt>
                <c:pt idx="1792">
                  <c:v>40815</c:v>
                </c:pt>
                <c:pt idx="1793">
                  <c:v>40816</c:v>
                </c:pt>
                <c:pt idx="1794">
                  <c:v>40817</c:v>
                </c:pt>
                <c:pt idx="1795">
                  <c:v>40818</c:v>
                </c:pt>
                <c:pt idx="1796">
                  <c:v>40819</c:v>
                </c:pt>
                <c:pt idx="1797">
                  <c:v>40820</c:v>
                </c:pt>
                <c:pt idx="1798">
                  <c:v>40821</c:v>
                </c:pt>
                <c:pt idx="1799">
                  <c:v>40822</c:v>
                </c:pt>
                <c:pt idx="1800">
                  <c:v>40823</c:v>
                </c:pt>
                <c:pt idx="1801">
                  <c:v>40824</c:v>
                </c:pt>
                <c:pt idx="1802">
                  <c:v>40825</c:v>
                </c:pt>
                <c:pt idx="1803">
                  <c:v>40826</c:v>
                </c:pt>
                <c:pt idx="1804">
                  <c:v>40827</c:v>
                </c:pt>
                <c:pt idx="1805">
                  <c:v>40828</c:v>
                </c:pt>
                <c:pt idx="1806">
                  <c:v>40829</c:v>
                </c:pt>
                <c:pt idx="1807">
                  <c:v>40830</c:v>
                </c:pt>
                <c:pt idx="1808">
                  <c:v>40831</c:v>
                </c:pt>
                <c:pt idx="1809">
                  <c:v>40832</c:v>
                </c:pt>
                <c:pt idx="1810">
                  <c:v>40833</c:v>
                </c:pt>
                <c:pt idx="1811">
                  <c:v>40834</c:v>
                </c:pt>
                <c:pt idx="1812">
                  <c:v>40835</c:v>
                </c:pt>
                <c:pt idx="1813">
                  <c:v>40836</c:v>
                </c:pt>
                <c:pt idx="1814">
                  <c:v>40837</c:v>
                </c:pt>
                <c:pt idx="1815">
                  <c:v>40838</c:v>
                </c:pt>
                <c:pt idx="1816">
                  <c:v>40839</c:v>
                </c:pt>
                <c:pt idx="1817">
                  <c:v>40840</c:v>
                </c:pt>
                <c:pt idx="1818">
                  <c:v>40841</c:v>
                </c:pt>
                <c:pt idx="1819">
                  <c:v>40842</c:v>
                </c:pt>
                <c:pt idx="1820">
                  <c:v>40843</c:v>
                </c:pt>
                <c:pt idx="1821">
                  <c:v>40844</c:v>
                </c:pt>
                <c:pt idx="1822">
                  <c:v>40845</c:v>
                </c:pt>
                <c:pt idx="1823">
                  <c:v>40846</c:v>
                </c:pt>
                <c:pt idx="1824">
                  <c:v>40847</c:v>
                </c:pt>
                <c:pt idx="1825">
                  <c:v>40848</c:v>
                </c:pt>
                <c:pt idx="1826">
                  <c:v>40849</c:v>
                </c:pt>
                <c:pt idx="1827">
                  <c:v>40850</c:v>
                </c:pt>
                <c:pt idx="1828">
                  <c:v>40851</c:v>
                </c:pt>
                <c:pt idx="1829">
                  <c:v>40852</c:v>
                </c:pt>
                <c:pt idx="1830">
                  <c:v>40853</c:v>
                </c:pt>
                <c:pt idx="1831">
                  <c:v>40854</c:v>
                </c:pt>
                <c:pt idx="1832">
                  <c:v>40855</c:v>
                </c:pt>
                <c:pt idx="1833">
                  <c:v>40856</c:v>
                </c:pt>
                <c:pt idx="1834">
                  <c:v>40857</c:v>
                </c:pt>
                <c:pt idx="1835">
                  <c:v>40858</c:v>
                </c:pt>
                <c:pt idx="1836">
                  <c:v>40859</c:v>
                </c:pt>
                <c:pt idx="1837">
                  <c:v>40860</c:v>
                </c:pt>
                <c:pt idx="1838">
                  <c:v>40861</c:v>
                </c:pt>
                <c:pt idx="1839">
                  <c:v>40862</c:v>
                </c:pt>
                <c:pt idx="1840">
                  <c:v>40863</c:v>
                </c:pt>
                <c:pt idx="1841">
                  <c:v>40864</c:v>
                </c:pt>
                <c:pt idx="1842">
                  <c:v>40865</c:v>
                </c:pt>
                <c:pt idx="1843">
                  <c:v>40866</c:v>
                </c:pt>
                <c:pt idx="1844">
                  <c:v>40867</c:v>
                </c:pt>
                <c:pt idx="1845">
                  <c:v>40868</c:v>
                </c:pt>
                <c:pt idx="1846">
                  <c:v>40869</c:v>
                </c:pt>
                <c:pt idx="1847">
                  <c:v>40870</c:v>
                </c:pt>
                <c:pt idx="1848">
                  <c:v>40871</c:v>
                </c:pt>
                <c:pt idx="1849">
                  <c:v>40872</c:v>
                </c:pt>
                <c:pt idx="1850">
                  <c:v>40873</c:v>
                </c:pt>
                <c:pt idx="1851">
                  <c:v>40874</c:v>
                </c:pt>
                <c:pt idx="1852">
                  <c:v>40875</c:v>
                </c:pt>
                <c:pt idx="1853">
                  <c:v>40876</c:v>
                </c:pt>
                <c:pt idx="1854">
                  <c:v>40877</c:v>
                </c:pt>
                <c:pt idx="1855">
                  <c:v>40878</c:v>
                </c:pt>
                <c:pt idx="1856">
                  <c:v>40879</c:v>
                </c:pt>
                <c:pt idx="1857">
                  <c:v>40880</c:v>
                </c:pt>
                <c:pt idx="1858">
                  <c:v>40881</c:v>
                </c:pt>
                <c:pt idx="1859">
                  <c:v>40882</c:v>
                </c:pt>
                <c:pt idx="1860">
                  <c:v>40883</c:v>
                </c:pt>
                <c:pt idx="1861">
                  <c:v>40884</c:v>
                </c:pt>
                <c:pt idx="1862">
                  <c:v>40885</c:v>
                </c:pt>
                <c:pt idx="1863">
                  <c:v>40886</c:v>
                </c:pt>
                <c:pt idx="1864">
                  <c:v>40887</c:v>
                </c:pt>
                <c:pt idx="1865">
                  <c:v>40888</c:v>
                </c:pt>
                <c:pt idx="1866">
                  <c:v>40889</c:v>
                </c:pt>
                <c:pt idx="1867">
                  <c:v>40890</c:v>
                </c:pt>
                <c:pt idx="1868">
                  <c:v>40891</c:v>
                </c:pt>
                <c:pt idx="1869">
                  <c:v>40892</c:v>
                </c:pt>
                <c:pt idx="1870">
                  <c:v>40893</c:v>
                </c:pt>
                <c:pt idx="1871">
                  <c:v>40894</c:v>
                </c:pt>
                <c:pt idx="1872">
                  <c:v>40895</c:v>
                </c:pt>
                <c:pt idx="1873">
                  <c:v>40896</c:v>
                </c:pt>
                <c:pt idx="1874">
                  <c:v>40897</c:v>
                </c:pt>
                <c:pt idx="1875">
                  <c:v>40898</c:v>
                </c:pt>
                <c:pt idx="1876">
                  <c:v>40899</c:v>
                </c:pt>
                <c:pt idx="1877">
                  <c:v>40900</c:v>
                </c:pt>
                <c:pt idx="1878">
                  <c:v>40901</c:v>
                </c:pt>
                <c:pt idx="1879">
                  <c:v>40902</c:v>
                </c:pt>
                <c:pt idx="1880">
                  <c:v>40903</c:v>
                </c:pt>
                <c:pt idx="1881">
                  <c:v>40904</c:v>
                </c:pt>
                <c:pt idx="1882">
                  <c:v>40905</c:v>
                </c:pt>
                <c:pt idx="1883">
                  <c:v>40906</c:v>
                </c:pt>
                <c:pt idx="1884">
                  <c:v>40907</c:v>
                </c:pt>
                <c:pt idx="1885">
                  <c:v>40908</c:v>
                </c:pt>
                <c:pt idx="1886">
                  <c:v>40909</c:v>
                </c:pt>
                <c:pt idx="1887">
                  <c:v>40910</c:v>
                </c:pt>
                <c:pt idx="1888">
                  <c:v>40911</c:v>
                </c:pt>
                <c:pt idx="1889">
                  <c:v>40912</c:v>
                </c:pt>
                <c:pt idx="1890">
                  <c:v>40913</c:v>
                </c:pt>
                <c:pt idx="1891">
                  <c:v>40914</c:v>
                </c:pt>
                <c:pt idx="1892">
                  <c:v>40915</c:v>
                </c:pt>
                <c:pt idx="1893">
                  <c:v>40916</c:v>
                </c:pt>
                <c:pt idx="1894">
                  <c:v>40917</c:v>
                </c:pt>
                <c:pt idx="1895">
                  <c:v>40918</c:v>
                </c:pt>
                <c:pt idx="1896">
                  <c:v>40919</c:v>
                </c:pt>
                <c:pt idx="1897">
                  <c:v>40920</c:v>
                </c:pt>
                <c:pt idx="1898">
                  <c:v>40921</c:v>
                </c:pt>
                <c:pt idx="1899">
                  <c:v>40922</c:v>
                </c:pt>
                <c:pt idx="1900">
                  <c:v>40923</c:v>
                </c:pt>
                <c:pt idx="1901">
                  <c:v>40924</c:v>
                </c:pt>
                <c:pt idx="1902">
                  <c:v>40925</c:v>
                </c:pt>
                <c:pt idx="1903">
                  <c:v>40926</c:v>
                </c:pt>
                <c:pt idx="1904">
                  <c:v>40927</c:v>
                </c:pt>
                <c:pt idx="1905">
                  <c:v>40928</c:v>
                </c:pt>
                <c:pt idx="1906">
                  <c:v>40929</c:v>
                </c:pt>
                <c:pt idx="1907">
                  <c:v>40930</c:v>
                </c:pt>
                <c:pt idx="1908">
                  <c:v>40931</c:v>
                </c:pt>
                <c:pt idx="1909">
                  <c:v>40932</c:v>
                </c:pt>
                <c:pt idx="1910">
                  <c:v>40933</c:v>
                </c:pt>
                <c:pt idx="1911">
                  <c:v>40934</c:v>
                </c:pt>
                <c:pt idx="1912">
                  <c:v>40935</c:v>
                </c:pt>
                <c:pt idx="1913">
                  <c:v>40936</c:v>
                </c:pt>
                <c:pt idx="1914">
                  <c:v>40937</c:v>
                </c:pt>
                <c:pt idx="1915">
                  <c:v>40938</c:v>
                </c:pt>
                <c:pt idx="1916">
                  <c:v>40939</c:v>
                </c:pt>
                <c:pt idx="1917">
                  <c:v>40940</c:v>
                </c:pt>
                <c:pt idx="1918">
                  <c:v>40941</c:v>
                </c:pt>
                <c:pt idx="1919">
                  <c:v>40942</c:v>
                </c:pt>
                <c:pt idx="1920">
                  <c:v>40943</c:v>
                </c:pt>
                <c:pt idx="1921">
                  <c:v>40944</c:v>
                </c:pt>
                <c:pt idx="1922">
                  <c:v>40945</c:v>
                </c:pt>
                <c:pt idx="1923">
                  <c:v>40946</c:v>
                </c:pt>
                <c:pt idx="1924">
                  <c:v>40947</c:v>
                </c:pt>
                <c:pt idx="1925">
                  <c:v>40948</c:v>
                </c:pt>
                <c:pt idx="1926">
                  <c:v>40949</c:v>
                </c:pt>
                <c:pt idx="1927">
                  <c:v>40950</c:v>
                </c:pt>
                <c:pt idx="1928">
                  <c:v>40951</c:v>
                </c:pt>
                <c:pt idx="1929">
                  <c:v>40952</c:v>
                </c:pt>
                <c:pt idx="1930">
                  <c:v>40953</c:v>
                </c:pt>
                <c:pt idx="1931">
                  <c:v>40954</c:v>
                </c:pt>
                <c:pt idx="1932">
                  <c:v>40955</c:v>
                </c:pt>
                <c:pt idx="1933">
                  <c:v>40956</c:v>
                </c:pt>
                <c:pt idx="1934">
                  <c:v>40957</c:v>
                </c:pt>
                <c:pt idx="1935">
                  <c:v>40958</c:v>
                </c:pt>
                <c:pt idx="1936">
                  <c:v>40959</c:v>
                </c:pt>
                <c:pt idx="1937">
                  <c:v>40960</c:v>
                </c:pt>
                <c:pt idx="1938">
                  <c:v>40961</c:v>
                </c:pt>
                <c:pt idx="1939">
                  <c:v>40962</c:v>
                </c:pt>
                <c:pt idx="1940">
                  <c:v>40963</c:v>
                </c:pt>
                <c:pt idx="1941">
                  <c:v>40964</c:v>
                </c:pt>
                <c:pt idx="1942">
                  <c:v>40965</c:v>
                </c:pt>
                <c:pt idx="1943">
                  <c:v>40966</c:v>
                </c:pt>
                <c:pt idx="1944">
                  <c:v>40967</c:v>
                </c:pt>
                <c:pt idx="1945">
                  <c:v>40968</c:v>
                </c:pt>
                <c:pt idx="1946">
                  <c:v>40969</c:v>
                </c:pt>
                <c:pt idx="1947">
                  <c:v>40970</c:v>
                </c:pt>
                <c:pt idx="1948">
                  <c:v>40971</c:v>
                </c:pt>
                <c:pt idx="1949">
                  <c:v>40972</c:v>
                </c:pt>
                <c:pt idx="1950">
                  <c:v>40973</c:v>
                </c:pt>
                <c:pt idx="1951">
                  <c:v>40974</c:v>
                </c:pt>
                <c:pt idx="1952">
                  <c:v>40975</c:v>
                </c:pt>
                <c:pt idx="1953">
                  <c:v>40976</c:v>
                </c:pt>
                <c:pt idx="1954">
                  <c:v>40977</c:v>
                </c:pt>
                <c:pt idx="1955">
                  <c:v>40978</c:v>
                </c:pt>
                <c:pt idx="1956">
                  <c:v>40979</c:v>
                </c:pt>
                <c:pt idx="1957">
                  <c:v>40980</c:v>
                </c:pt>
                <c:pt idx="1958">
                  <c:v>40981</c:v>
                </c:pt>
                <c:pt idx="1959">
                  <c:v>40982</c:v>
                </c:pt>
                <c:pt idx="1960">
                  <c:v>40983</c:v>
                </c:pt>
                <c:pt idx="1961">
                  <c:v>40984</c:v>
                </c:pt>
                <c:pt idx="1962">
                  <c:v>40985</c:v>
                </c:pt>
                <c:pt idx="1963">
                  <c:v>40986</c:v>
                </c:pt>
                <c:pt idx="1964">
                  <c:v>40987</c:v>
                </c:pt>
                <c:pt idx="1965">
                  <c:v>40988</c:v>
                </c:pt>
                <c:pt idx="1966">
                  <c:v>40989</c:v>
                </c:pt>
                <c:pt idx="1967">
                  <c:v>40990</c:v>
                </c:pt>
                <c:pt idx="1968">
                  <c:v>40991</c:v>
                </c:pt>
                <c:pt idx="1969">
                  <c:v>40992</c:v>
                </c:pt>
                <c:pt idx="1970">
                  <c:v>40993</c:v>
                </c:pt>
                <c:pt idx="1971">
                  <c:v>40994</c:v>
                </c:pt>
                <c:pt idx="1972">
                  <c:v>40995</c:v>
                </c:pt>
                <c:pt idx="1973">
                  <c:v>40996</c:v>
                </c:pt>
                <c:pt idx="1974">
                  <c:v>40997</c:v>
                </c:pt>
                <c:pt idx="1975">
                  <c:v>40998</c:v>
                </c:pt>
                <c:pt idx="1976">
                  <c:v>40999</c:v>
                </c:pt>
                <c:pt idx="1977">
                  <c:v>41000</c:v>
                </c:pt>
                <c:pt idx="1978">
                  <c:v>41001</c:v>
                </c:pt>
                <c:pt idx="1979">
                  <c:v>41002</c:v>
                </c:pt>
                <c:pt idx="1980">
                  <c:v>41003</c:v>
                </c:pt>
                <c:pt idx="1981">
                  <c:v>41004</c:v>
                </c:pt>
                <c:pt idx="1982">
                  <c:v>41005</c:v>
                </c:pt>
                <c:pt idx="1983">
                  <c:v>41006</c:v>
                </c:pt>
                <c:pt idx="1984">
                  <c:v>41007</c:v>
                </c:pt>
                <c:pt idx="1985">
                  <c:v>41008</c:v>
                </c:pt>
                <c:pt idx="1986">
                  <c:v>41009</c:v>
                </c:pt>
                <c:pt idx="1987">
                  <c:v>41010</c:v>
                </c:pt>
                <c:pt idx="1988">
                  <c:v>41011</c:v>
                </c:pt>
                <c:pt idx="1989">
                  <c:v>41012</c:v>
                </c:pt>
                <c:pt idx="1990">
                  <c:v>41013</c:v>
                </c:pt>
                <c:pt idx="1991">
                  <c:v>41014</c:v>
                </c:pt>
                <c:pt idx="1992">
                  <c:v>41015</c:v>
                </c:pt>
                <c:pt idx="1993">
                  <c:v>41016</c:v>
                </c:pt>
                <c:pt idx="1994">
                  <c:v>41017</c:v>
                </c:pt>
                <c:pt idx="1995">
                  <c:v>41018</c:v>
                </c:pt>
                <c:pt idx="1996">
                  <c:v>41019</c:v>
                </c:pt>
                <c:pt idx="1997">
                  <c:v>41020</c:v>
                </c:pt>
                <c:pt idx="1998">
                  <c:v>41021</c:v>
                </c:pt>
                <c:pt idx="1999">
                  <c:v>41022</c:v>
                </c:pt>
                <c:pt idx="2000">
                  <c:v>41023</c:v>
                </c:pt>
                <c:pt idx="2001">
                  <c:v>41024</c:v>
                </c:pt>
                <c:pt idx="2002">
                  <c:v>41025</c:v>
                </c:pt>
                <c:pt idx="2003">
                  <c:v>41026</c:v>
                </c:pt>
                <c:pt idx="2004">
                  <c:v>41027</c:v>
                </c:pt>
                <c:pt idx="2005">
                  <c:v>41028</c:v>
                </c:pt>
                <c:pt idx="2006">
                  <c:v>41029</c:v>
                </c:pt>
                <c:pt idx="2007">
                  <c:v>41030</c:v>
                </c:pt>
                <c:pt idx="2008">
                  <c:v>41031</c:v>
                </c:pt>
                <c:pt idx="2009">
                  <c:v>41032</c:v>
                </c:pt>
                <c:pt idx="2010">
                  <c:v>41033</c:v>
                </c:pt>
                <c:pt idx="2011">
                  <c:v>41034</c:v>
                </c:pt>
                <c:pt idx="2012">
                  <c:v>41035</c:v>
                </c:pt>
                <c:pt idx="2013">
                  <c:v>41036</c:v>
                </c:pt>
                <c:pt idx="2014">
                  <c:v>41037</c:v>
                </c:pt>
                <c:pt idx="2015">
                  <c:v>41038</c:v>
                </c:pt>
                <c:pt idx="2016">
                  <c:v>41039</c:v>
                </c:pt>
                <c:pt idx="2017">
                  <c:v>41040</c:v>
                </c:pt>
                <c:pt idx="2018">
                  <c:v>41041</c:v>
                </c:pt>
                <c:pt idx="2019">
                  <c:v>41042</c:v>
                </c:pt>
                <c:pt idx="2020">
                  <c:v>41043</c:v>
                </c:pt>
                <c:pt idx="2021">
                  <c:v>41044</c:v>
                </c:pt>
                <c:pt idx="2022">
                  <c:v>41045</c:v>
                </c:pt>
                <c:pt idx="2023">
                  <c:v>41046</c:v>
                </c:pt>
                <c:pt idx="2024">
                  <c:v>41047</c:v>
                </c:pt>
                <c:pt idx="2025">
                  <c:v>41048</c:v>
                </c:pt>
                <c:pt idx="2026">
                  <c:v>41049</c:v>
                </c:pt>
                <c:pt idx="2027">
                  <c:v>41050</c:v>
                </c:pt>
                <c:pt idx="2028">
                  <c:v>41051</c:v>
                </c:pt>
                <c:pt idx="2029">
                  <c:v>41052</c:v>
                </c:pt>
                <c:pt idx="2030">
                  <c:v>41053</c:v>
                </c:pt>
                <c:pt idx="2031">
                  <c:v>41054</c:v>
                </c:pt>
                <c:pt idx="2032">
                  <c:v>41055</c:v>
                </c:pt>
                <c:pt idx="2033">
                  <c:v>41056</c:v>
                </c:pt>
                <c:pt idx="2034">
                  <c:v>41057</c:v>
                </c:pt>
                <c:pt idx="2035">
                  <c:v>41058</c:v>
                </c:pt>
                <c:pt idx="2036">
                  <c:v>41059</c:v>
                </c:pt>
                <c:pt idx="2037">
                  <c:v>41060</c:v>
                </c:pt>
                <c:pt idx="2038">
                  <c:v>41061</c:v>
                </c:pt>
                <c:pt idx="2039">
                  <c:v>41062</c:v>
                </c:pt>
                <c:pt idx="2040">
                  <c:v>41063</c:v>
                </c:pt>
                <c:pt idx="2041">
                  <c:v>41064</c:v>
                </c:pt>
                <c:pt idx="2042">
                  <c:v>41065</c:v>
                </c:pt>
                <c:pt idx="2043">
                  <c:v>41066</c:v>
                </c:pt>
                <c:pt idx="2044">
                  <c:v>41067</c:v>
                </c:pt>
                <c:pt idx="2045">
                  <c:v>41068</c:v>
                </c:pt>
                <c:pt idx="2046">
                  <c:v>41069</c:v>
                </c:pt>
                <c:pt idx="2047">
                  <c:v>41070</c:v>
                </c:pt>
                <c:pt idx="2048">
                  <c:v>41071</c:v>
                </c:pt>
                <c:pt idx="2049">
                  <c:v>41072</c:v>
                </c:pt>
                <c:pt idx="2050">
                  <c:v>41073</c:v>
                </c:pt>
                <c:pt idx="2051">
                  <c:v>41074</c:v>
                </c:pt>
                <c:pt idx="2052">
                  <c:v>41075</c:v>
                </c:pt>
                <c:pt idx="2053">
                  <c:v>41076</c:v>
                </c:pt>
                <c:pt idx="2054">
                  <c:v>41077</c:v>
                </c:pt>
                <c:pt idx="2055">
                  <c:v>41078</c:v>
                </c:pt>
                <c:pt idx="2056">
                  <c:v>41079</c:v>
                </c:pt>
                <c:pt idx="2057">
                  <c:v>41080</c:v>
                </c:pt>
                <c:pt idx="2058">
                  <c:v>41081</c:v>
                </c:pt>
                <c:pt idx="2059">
                  <c:v>41082</c:v>
                </c:pt>
                <c:pt idx="2060">
                  <c:v>41083</c:v>
                </c:pt>
                <c:pt idx="2061">
                  <c:v>41084</c:v>
                </c:pt>
                <c:pt idx="2062">
                  <c:v>41085</c:v>
                </c:pt>
                <c:pt idx="2063">
                  <c:v>41086</c:v>
                </c:pt>
                <c:pt idx="2064">
                  <c:v>41087</c:v>
                </c:pt>
                <c:pt idx="2065">
                  <c:v>41088</c:v>
                </c:pt>
                <c:pt idx="2066">
                  <c:v>41089</c:v>
                </c:pt>
                <c:pt idx="2067">
                  <c:v>41090</c:v>
                </c:pt>
                <c:pt idx="2068">
                  <c:v>41091</c:v>
                </c:pt>
                <c:pt idx="2069">
                  <c:v>41092</c:v>
                </c:pt>
                <c:pt idx="2070">
                  <c:v>41093</c:v>
                </c:pt>
                <c:pt idx="2071">
                  <c:v>41094</c:v>
                </c:pt>
                <c:pt idx="2072">
                  <c:v>41095</c:v>
                </c:pt>
                <c:pt idx="2073">
                  <c:v>41096</c:v>
                </c:pt>
                <c:pt idx="2074">
                  <c:v>41097</c:v>
                </c:pt>
                <c:pt idx="2075">
                  <c:v>41098</c:v>
                </c:pt>
                <c:pt idx="2076">
                  <c:v>41099</c:v>
                </c:pt>
                <c:pt idx="2077">
                  <c:v>41100</c:v>
                </c:pt>
                <c:pt idx="2078">
                  <c:v>41101</c:v>
                </c:pt>
                <c:pt idx="2079">
                  <c:v>41102</c:v>
                </c:pt>
                <c:pt idx="2080">
                  <c:v>41103</c:v>
                </c:pt>
                <c:pt idx="2081">
                  <c:v>41104</c:v>
                </c:pt>
                <c:pt idx="2082">
                  <c:v>41105</c:v>
                </c:pt>
                <c:pt idx="2083">
                  <c:v>41106</c:v>
                </c:pt>
                <c:pt idx="2084">
                  <c:v>41107</c:v>
                </c:pt>
                <c:pt idx="2085">
                  <c:v>41108</c:v>
                </c:pt>
                <c:pt idx="2086">
                  <c:v>41109</c:v>
                </c:pt>
                <c:pt idx="2087">
                  <c:v>41110</c:v>
                </c:pt>
                <c:pt idx="2088">
                  <c:v>41111</c:v>
                </c:pt>
                <c:pt idx="2089">
                  <c:v>41112</c:v>
                </c:pt>
                <c:pt idx="2090">
                  <c:v>41113</c:v>
                </c:pt>
                <c:pt idx="2091">
                  <c:v>41114</c:v>
                </c:pt>
                <c:pt idx="2092">
                  <c:v>41115</c:v>
                </c:pt>
                <c:pt idx="2093">
                  <c:v>41116</c:v>
                </c:pt>
                <c:pt idx="2094">
                  <c:v>41117</c:v>
                </c:pt>
                <c:pt idx="2095">
                  <c:v>41118</c:v>
                </c:pt>
                <c:pt idx="2096">
                  <c:v>41119</c:v>
                </c:pt>
                <c:pt idx="2097">
                  <c:v>41120</c:v>
                </c:pt>
                <c:pt idx="2098">
                  <c:v>41121</c:v>
                </c:pt>
                <c:pt idx="2099">
                  <c:v>41122</c:v>
                </c:pt>
                <c:pt idx="2100">
                  <c:v>41123</c:v>
                </c:pt>
                <c:pt idx="2101">
                  <c:v>41124</c:v>
                </c:pt>
                <c:pt idx="2102">
                  <c:v>41125</c:v>
                </c:pt>
                <c:pt idx="2103">
                  <c:v>41126</c:v>
                </c:pt>
                <c:pt idx="2104">
                  <c:v>41127</c:v>
                </c:pt>
                <c:pt idx="2105">
                  <c:v>41128</c:v>
                </c:pt>
                <c:pt idx="2106">
                  <c:v>41129</c:v>
                </c:pt>
                <c:pt idx="2107">
                  <c:v>41130</c:v>
                </c:pt>
                <c:pt idx="2108">
                  <c:v>41131</c:v>
                </c:pt>
                <c:pt idx="2109">
                  <c:v>41132</c:v>
                </c:pt>
                <c:pt idx="2110">
                  <c:v>41133</c:v>
                </c:pt>
                <c:pt idx="2111">
                  <c:v>41134</c:v>
                </c:pt>
                <c:pt idx="2112">
                  <c:v>41135</c:v>
                </c:pt>
                <c:pt idx="2113">
                  <c:v>41136</c:v>
                </c:pt>
                <c:pt idx="2114">
                  <c:v>41137</c:v>
                </c:pt>
                <c:pt idx="2115">
                  <c:v>41138</c:v>
                </c:pt>
                <c:pt idx="2116">
                  <c:v>41139</c:v>
                </c:pt>
                <c:pt idx="2117">
                  <c:v>41140</c:v>
                </c:pt>
                <c:pt idx="2118">
                  <c:v>41141</c:v>
                </c:pt>
                <c:pt idx="2119">
                  <c:v>41142</c:v>
                </c:pt>
                <c:pt idx="2120">
                  <c:v>41143</c:v>
                </c:pt>
                <c:pt idx="2121">
                  <c:v>41144</c:v>
                </c:pt>
                <c:pt idx="2122">
                  <c:v>41145</c:v>
                </c:pt>
                <c:pt idx="2123">
                  <c:v>41146</c:v>
                </c:pt>
                <c:pt idx="2124">
                  <c:v>41147</c:v>
                </c:pt>
                <c:pt idx="2125">
                  <c:v>41148</c:v>
                </c:pt>
                <c:pt idx="2126">
                  <c:v>41149</c:v>
                </c:pt>
                <c:pt idx="2127">
                  <c:v>41150</c:v>
                </c:pt>
                <c:pt idx="2128">
                  <c:v>41151</c:v>
                </c:pt>
                <c:pt idx="2129">
                  <c:v>41152</c:v>
                </c:pt>
                <c:pt idx="2130">
                  <c:v>41153</c:v>
                </c:pt>
                <c:pt idx="2131">
                  <c:v>41154</c:v>
                </c:pt>
                <c:pt idx="2132">
                  <c:v>41155</c:v>
                </c:pt>
                <c:pt idx="2133">
                  <c:v>41156</c:v>
                </c:pt>
                <c:pt idx="2134">
                  <c:v>41157</c:v>
                </c:pt>
                <c:pt idx="2135">
                  <c:v>41158</c:v>
                </c:pt>
                <c:pt idx="2136">
                  <c:v>41159</c:v>
                </c:pt>
                <c:pt idx="2137">
                  <c:v>41160</c:v>
                </c:pt>
                <c:pt idx="2138">
                  <c:v>41161</c:v>
                </c:pt>
                <c:pt idx="2139">
                  <c:v>41162</c:v>
                </c:pt>
                <c:pt idx="2140">
                  <c:v>41163</c:v>
                </c:pt>
                <c:pt idx="2141">
                  <c:v>41164</c:v>
                </c:pt>
                <c:pt idx="2142">
                  <c:v>41165</c:v>
                </c:pt>
                <c:pt idx="2143">
                  <c:v>41166</c:v>
                </c:pt>
                <c:pt idx="2144">
                  <c:v>41167</c:v>
                </c:pt>
                <c:pt idx="2145">
                  <c:v>41168</c:v>
                </c:pt>
                <c:pt idx="2146">
                  <c:v>41169</c:v>
                </c:pt>
                <c:pt idx="2147">
                  <c:v>41170</c:v>
                </c:pt>
                <c:pt idx="2148">
                  <c:v>41171</c:v>
                </c:pt>
                <c:pt idx="2149">
                  <c:v>41172</c:v>
                </c:pt>
                <c:pt idx="2150">
                  <c:v>41173</c:v>
                </c:pt>
                <c:pt idx="2151">
                  <c:v>41174</c:v>
                </c:pt>
                <c:pt idx="2152">
                  <c:v>41175</c:v>
                </c:pt>
                <c:pt idx="2153">
                  <c:v>41176</c:v>
                </c:pt>
                <c:pt idx="2154">
                  <c:v>41177</c:v>
                </c:pt>
                <c:pt idx="2155">
                  <c:v>41178</c:v>
                </c:pt>
                <c:pt idx="2156">
                  <c:v>41179</c:v>
                </c:pt>
                <c:pt idx="2157">
                  <c:v>41180</c:v>
                </c:pt>
                <c:pt idx="2158">
                  <c:v>41181</c:v>
                </c:pt>
                <c:pt idx="2159">
                  <c:v>41182</c:v>
                </c:pt>
                <c:pt idx="2160">
                  <c:v>41183</c:v>
                </c:pt>
                <c:pt idx="2161">
                  <c:v>41184</c:v>
                </c:pt>
                <c:pt idx="2162">
                  <c:v>41185</c:v>
                </c:pt>
                <c:pt idx="2163">
                  <c:v>41186</c:v>
                </c:pt>
                <c:pt idx="2164">
                  <c:v>41187</c:v>
                </c:pt>
                <c:pt idx="2165">
                  <c:v>41188</c:v>
                </c:pt>
                <c:pt idx="2166">
                  <c:v>41189</c:v>
                </c:pt>
                <c:pt idx="2167">
                  <c:v>41190</c:v>
                </c:pt>
                <c:pt idx="2168">
                  <c:v>41191</c:v>
                </c:pt>
                <c:pt idx="2169">
                  <c:v>41192</c:v>
                </c:pt>
                <c:pt idx="2170">
                  <c:v>41193</c:v>
                </c:pt>
                <c:pt idx="2171">
                  <c:v>41194</c:v>
                </c:pt>
                <c:pt idx="2172">
                  <c:v>41195</c:v>
                </c:pt>
                <c:pt idx="2173">
                  <c:v>41196</c:v>
                </c:pt>
                <c:pt idx="2174">
                  <c:v>41197</c:v>
                </c:pt>
                <c:pt idx="2175">
                  <c:v>41198</c:v>
                </c:pt>
                <c:pt idx="2176">
                  <c:v>41199</c:v>
                </c:pt>
                <c:pt idx="2177">
                  <c:v>41200</c:v>
                </c:pt>
                <c:pt idx="2178">
                  <c:v>41201</c:v>
                </c:pt>
                <c:pt idx="2179">
                  <c:v>41202</c:v>
                </c:pt>
                <c:pt idx="2180">
                  <c:v>41203</c:v>
                </c:pt>
                <c:pt idx="2181">
                  <c:v>41204</c:v>
                </c:pt>
                <c:pt idx="2182">
                  <c:v>41205</c:v>
                </c:pt>
                <c:pt idx="2183">
                  <c:v>41206</c:v>
                </c:pt>
                <c:pt idx="2184">
                  <c:v>41207</c:v>
                </c:pt>
                <c:pt idx="2185">
                  <c:v>41208</c:v>
                </c:pt>
                <c:pt idx="2186">
                  <c:v>41209</c:v>
                </c:pt>
                <c:pt idx="2187">
                  <c:v>41210</c:v>
                </c:pt>
                <c:pt idx="2188">
                  <c:v>41211</c:v>
                </c:pt>
                <c:pt idx="2189">
                  <c:v>41212</c:v>
                </c:pt>
                <c:pt idx="2190">
                  <c:v>41213</c:v>
                </c:pt>
                <c:pt idx="2191">
                  <c:v>41214</c:v>
                </c:pt>
                <c:pt idx="2192">
                  <c:v>41215</c:v>
                </c:pt>
                <c:pt idx="2193">
                  <c:v>41216</c:v>
                </c:pt>
                <c:pt idx="2194">
                  <c:v>41217</c:v>
                </c:pt>
                <c:pt idx="2195">
                  <c:v>41218</c:v>
                </c:pt>
                <c:pt idx="2196">
                  <c:v>41219</c:v>
                </c:pt>
                <c:pt idx="2197">
                  <c:v>41220</c:v>
                </c:pt>
                <c:pt idx="2198">
                  <c:v>41221</c:v>
                </c:pt>
                <c:pt idx="2199">
                  <c:v>41222</c:v>
                </c:pt>
                <c:pt idx="2200">
                  <c:v>41223</c:v>
                </c:pt>
                <c:pt idx="2201">
                  <c:v>41224</c:v>
                </c:pt>
                <c:pt idx="2202">
                  <c:v>41225</c:v>
                </c:pt>
                <c:pt idx="2203">
                  <c:v>41226</c:v>
                </c:pt>
                <c:pt idx="2204">
                  <c:v>41227</c:v>
                </c:pt>
                <c:pt idx="2205">
                  <c:v>41228</c:v>
                </c:pt>
                <c:pt idx="2206">
                  <c:v>41229</c:v>
                </c:pt>
                <c:pt idx="2207">
                  <c:v>41230</c:v>
                </c:pt>
                <c:pt idx="2208">
                  <c:v>41231</c:v>
                </c:pt>
                <c:pt idx="2209">
                  <c:v>41232</c:v>
                </c:pt>
                <c:pt idx="2210">
                  <c:v>41233</c:v>
                </c:pt>
                <c:pt idx="2211">
                  <c:v>41234</c:v>
                </c:pt>
                <c:pt idx="2212">
                  <c:v>41235</c:v>
                </c:pt>
                <c:pt idx="2213">
                  <c:v>41236</c:v>
                </c:pt>
                <c:pt idx="2214">
                  <c:v>41237</c:v>
                </c:pt>
                <c:pt idx="2215">
                  <c:v>41238</c:v>
                </c:pt>
                <c:pt idx="2216">
                  <c:v>41239</c:v>
                </c:pt>
                <c:pt idx="2217">
                  <c:v>41240</c:v>
                </c:pt>
                <c:pt idx="2218">
                  <c:v>41241</c:v>
                </c:pt>
                <c:pt idx="2219">
                  <c:v>41242</c:v>
                </c:pt>
                <c:pt idx="2220">
                  <c:v>41243</c:v>
                </c:pt>
                <c:pt idx="2221">
                  <c:v>41244</c:v>
                </c:pt>
                <c:pt idx="2222">
                  <c:v>41245</c:v>
                </c:pt>
                <c:pt idx="2223">
                  <c:v>41246</c:v>
                </c:pt>
                <c:pt idx="2224">
                  <c:v>41247</c:v>
                </c:pt>
                <c:pt idx="2225">
                  <c:v>41248</c:v>
                </c:pt>
                <c:pt idx="2226">
                  <c:v>41249</c:v>
                </c:pt>
                <c:pt idx="2227">
                  <c:v>41250</c:v>
                </c:pt>
                <c:pt idx="2228">
                  <c:v>41251</c:v>
                </c:pt>
                <c:pt idx="2229">
                  <c:v>41252</c:v>
                </c:pt>
                <c:pt idx="2230">
                  <c:v>41253</c:v>
                </c:pt>
                <c:pt idx="2231">
                  <c:v>41254</c:v>
                </c:pt>
                <c:pt idx="2232">
                  <c:v>41255</c:v>
                </c:pt>
                <c:pt idx="2233">
                  <c:v>41256</c:v>
                </c:pt>
                <c:pt idx="2234">
                  <c:v>41257</c:v>
                </c:pt>
                <c:pt idx="2235">
                  <c:v>41258</c:v>
                </c:pt>
                <c:pt idx="2236">
                  <c:v>41259</c:v>
                </c:pt>
                <c:pt idx="2237">
                  <c:v>41260</c:v>
                </c:pt>
                <c:pt idx="2238">
                  <c:v>41261</c:v>
                </c:pt>
                <c:pt idx="2239">
                  <c:v>41262</c:v>
                </c:pt>
                <c:pt idx="2240">
                  <c:v>41263</c:v>
                </c:pt>
                <c:pt idx="2241">
                  <c:v>41264</c:v>
                </c:pt>
                <c:pt idx="2242">
                  <c:v>41265</c:v>
                </c:pt>
                <c:pt idx="2243">
                  <c:v>41266</c:v>
                </c:pt>
                <c:pt idx="2244">
                  <c:v>41267</c:v>
                </c:pt>
                <c:pt idx="2245">
                  <c:v>41268</c:v>
                </c:pt>
                <c:pt idx="2246">
                  <c:v>41269</c:v>
                </c:pt>
                <c:pt idx="2247">
                  <c:v>41270</c:v>
                </c:pt>
                <c:pt idx="2248">
                  <c:v>41271</c:v>
                </c:pt>
                <c:pt idx="2249">
                  <c:v>41272</c:v>
                </c:pt>
                <c:pt idx="2250">
                  <c:v>41273</c:v>
                </c:pt>
                <c:pt idx="2251">
                  <c:v>41274</c:v>
                </c:pt>
                <c:pt idx="2252">
                  <c:v>41275</c:v>
                </c:pt>
                <c:pt idx="2253">
                  <c:v>41276</c:v>
                </c:pt>
                <c:pt idx="2254">
                  <c:v>41277</c:v>
                </c:pt>
                <c:pt idx="2255">
                  <c:v>41278</c:v>
                </c:pt>
                <c:pt idx="2256">
                  <c:v>41279</c:v>
                </c:pt>
                <c:pt idx="2257">
                  <c:v>41280</c:v>
                </c:pt>
                <c:pt idx="2258">
                  <c:v>41281</c:v>
                </c:pt>
                <c:pt idx="2259">
                  <c:v>41282</c:v>
                </c:pt>
                <c:pt idx="2260">
                  <c:v>41283</c:v>
                </c:pt>
                <c:pt idx="2261">
                  <c:v>41284</c:v>
                </c:pt>
                <c:pt idx="2262">
                  <c:v>41285</c:v>
                </c:pt>
                <c:pt idx="2263">
                  <c:v>41286</c:v>
                </c:pt>
                <c:pt idx="2264">
                  <c:v>41287</c:v>
                </c:pt>
                <c:pt idx="2265">
                  <c:v>41288</c:v>
                </c:pt>
                <c:pt idx="2266">
                  <c:v>41289</c:v>
                </c:pt>
                <c:pt idx="2267">
                  <c:v>41290</c:v>
                </c:pt>
                <c:pt idx="2268">
                  <c:v>41291</c:v>
                </c:pt>
                <c:pt idx="2269">
                  <c:v>41292</c:v>
                </c:pt>
                <c:pt idx="2270">
                  <c:v>41293</c:v>
                </c:pt>
                <c:pt idx="2271">
                  <c:v>41294</c:v>
                </c:pt>
                <c:pt idx="2272">
                  <c:v>41295</c:v>
                </c:pt>
                <c:pt idx="2273">
                  <c:v>41296</c:v>
                </c:pt>
                <c:pt idx="2274">
                  <c:v>41297</c:v>
                </c:pt>
                <c:pt idx="2275">
                  <c:v>41298</c:v>
                </c:pt>
                <c:pt idx="2276">
                  <c:v>41299</c:v>
                </c:pt>
                <c:pt idx="2277">
                  <c:v>41300</c:v>
                </c:pt>
                <c:pt idx="2278">
                  <c:v>41301</c:v>
                </c:pt>
                <c:pt idx="2279">
                  <c:v>41302</c:v>
                </c:pt>
                <c:pt idx="2280">
                  <c:v>41303</c:v>
                </c:pt>
                <c:pt idx="2281">
                  <c:v>41304</c:v>
                </c:pt>
                <c:pt idx="2282">
                  <c:v>41305</c:v>
                </c:pt>
                <c:pt idx="2283">
                  <c:v>41306</c:v>
                </c:pt>
                <c:pt idx="2284">
                  <c:v>41307</c:v>
                </c:pt>
                <c:pt idx="2285">
                  <c:v>41308</c:v>
                </c:pt>
                <c:pt idx="2286">
                  <c:v>41309</c:v>
                </c:pt>
                <c:pt idx="2287">
                  <c:v>41310</c:v>
                </c:pt>
                <c:pt idx="2288">
                  <c:v>41311</c:v>
                </c:pt>
                <c:pt idx="2289">
                  <c:v>41312</c:v>
                </c:pt>
                <c:pt idx="2290">
                  <c:v>41313</c:v>
                </c:pt>
                <c:pt idx="2291">
                  <c:v>41314</c:v>
                </c:pt>
                <c:pt idx="2292">
                  <c:v>41315</c:v>
                </c:pt>
                <c:pt idx="2293">
                  <c:v>41316</c:v>
                </c:pt>
                <c:pt idx="2294">
                  <c:v>41317</c:v>
                </c:pt>
                <c:pt idx="2295">
                  <c:v>41318</c:v>
                </c:pt>
                <c:pt idx="2296">
                  <c:v>41319</c:v>
                </c:pt>
                <c:pt idx="2297">
                  <c:v>41320</c:v>
                </c:pt>
                <c:pt idx="2298">
                  <c:v>41321</c:v>
                </c:pt>
                <c:pt idx="2299">
                  <c:v>41322</c:v>
                </c:pt>
                <c:pt idx="2300">
                  <c:v>41323</c:v>
                </c:pt>
                <c:pt idx="2301">
                  <c:v>41324</c:v>
                </c:pt>
                <c:pt idx="2302">
                  <c:v>41325</c:v>
                </c:pt>
                <c:pt idx="2303">
                  <c:v>41326</c:v>
                </c:pt>
                <c:pt idx="2304">
                  <c:v>41327</c:v>
                </c:pt>
                <c:pt idx="2305">
                  <c:v>41328</c:v>
                </c:pt>
                <c:pt idx="2306">
                  <c:v>41329</c:v>
                </c:pt>
                <c:pt idx="2307">
                  <c:v>41330</c:v>
                </c:pt>
                <c:pt idx="2308">
                  <c:v>41331</c:v>
                </c:pt>
                <c:pt idx="2309">
                  <c:v>41332</c:v>
                </c:pt>
                <c:pt idx="2310">
                  <c:v>41333</c:v>
                </c:pt>
                <c:pt idx="2311">
                  <c:v>41334</c:v>
                </c:pt>
                <c:pt idx="2312">
                  <c:v>41335</c:v>
                </c:pt>
                <c:pt idx="2313">
                  <c:v>41336</c:v>
                </c:pt>
                <c:pt idx="2314">
                  <c:v>41337</c:v>
                </c:pt>
                <c:pt idx="2315">
                  <c:v>41338</c:v>
                </c:pt>
                <c:pt idx="2316">
                  <c:v>41339</c:v>
                </c:pt>
                <c:pt idx="2317">
                  <c:v>41340</c:v>
                </c:pt>
                <c:pt idx="2318">
                  <c:v>41341</c:v>
                </c:pt>
                <c:pt idx="2319">
                  <c:v>41342</c:v>
                </c:pt>
                <c:pt idx="2320">
                  <c:v>41343</c:v>
                </c:pt>
                <c:pt idx="2321">
                  <c:v>41344</c:v>
                </c:pt>
                <c:pt idx="2322">
                  <c:v>41345</c:v>
                </c:pt>
                <c:pt idx="2323">
                  <c:v>41346</c:v>
                </c:pt>
                <c:pt idx="2324">
                  <c:v>41347</c:v>
                </c:pt>
                <c:pt idx="2325">
                  <c:v>41348</c:v>
                </c:pt>
                <c:pt idx="2326">
                  <c:v>41349</c:v>
                </c:pt>
                <c:pt idx="2327">
                  <c:v>41350</c:v>
                </c:pt>
                <c:pt idx="2328">
                  <c:v>41351</c:v>
                </c:pt>
                <c:pt idx="2329">
                  <c:v>41352</c:v>
                </c:pt>
                <c:pt idx="2330">
                  <c:v>41353</c:v>
                </c:pt>
                <c:pt idx="2331">
                  <c:v>41354</c:v>
                </c:pt>
                <c:pt idx="2332">
                  <c:v>41355</c:v>
                </c:pt>
                <c:pt idx="2333">
                  <c:v>41356</c:v>
                </c:pt>
                <c:pt idx="2334">
                  <c:v>41357</c:v>
                </c:pt>
                <c:pt idx="2335">
                  <c:v>41358</c:v>
                </c:pt>
                <c:pt idx="2336">
                  <c:v>41359</c:v>
                </c:pt>
                <c:pt idx="2337">
                  <c:v>41360</c:v>
                </c:pt>
                <c:pt idx="2338">
                  <c:v>41361</c:v>
                </c:pt>
                <c:pt idx="2339">
                  <c:v>41362</c:v>
                </c:pt>
                <c:pt idx="2340">
                  <c:v>41363</c:v>
                </c:pt>
                <c:pt idx="2341">
                  <c:v>41364</c:v>
                </c:pt>
                <c:pt idx="2342">
                  <c:v>41365</c:v>
                </c:pt>
                <c:pt idx="2343">
                  <c:v>41366</c:v>
                </c:pt>
                <c:pt idx="2344">
                  <c:v>41367</c:v>
                </c:pt>
                <c:pt idx="2345">
                  <c:v>41368</c:v>
                </c:pt>
                <c:pt idx="2346">
                  <c:v>41369</c:v>
                </c:pt>
                <c:pt idx="2347">
                  <c:v>41370</c:v>
                </c:pt>
                <c:pt idx="2348">
                  <c:v>41371</c:v>
                </c:pt>
                <c:pt idx="2349">
                  <c:v>41372</c:v>
                </c:pt>
                <c:pt idx="2350">
                  <c:v>41373</c:v>
                </c:pt>
                <c:pt idx="2351">
                  <c:v>41374</c:v>
                </c:pt>
                <c:pt idx="2352">
                  <c:v>41375</c:v>
                </c:pt>
                <c:pt idx="2353">
                  <c:v>41376</c:v>
                </c:pt>
                <c:pt idx="2354">
                  <c:v>41377</c:v>
                </c:pt>
                <c:pt idx="2355">
                  <c:v>41378</c:v>
                </c:pt>
                <c:pt idx="2356">
                  <c:v>41379</c:v>
                </c:pt>
                <c:pt idx="2357">
                  <c:v>41380</c:v>
                </c:pt>
                <c:pt idx="2358">
                  <c:v>41381</c:v>
                </c:pt>
                <c:pt idx="2359">
                  <c:v>41382</c:v>
                </c:pt>
                <c:pt idx="2360">
                  <c:v>41383</c:v>
                </c:pt>
                <c:pt idx="2361">
                  <c:v>41384</c:v>
                </c:pt>
                <c:pt idx="2362">
                  <c:v>41385</c:v>
                </c:pt>
                <c:pt idx="2363">
                  <c:v>41386</c:v>
                </c:pt>
                <c:pt idx="2364">
                  <c:v>41387</c:v>
                </c:pt>
                <c:pt idx="2365">
                  <c:v>41388</c:v>
                </c:pt>
                <c:pt idx="2366">
                  <c:v>41389</c:v>
                </c:pt>
                <c:pt idx="2367">
                  <c:v>41390</c:v>
                </c:pt>
                <c:pt idx="2368">
                  <c:v>41391</c:v>
                </c:pt>
                <c:pt idx="2369">
                  <c:v>41392</c:v>
                </c:pt>
                <c:pt idx="2370">
                  <c:v>41393</c:v>
                </c:pt>
                <c:pt idx="2371">
                  <c:v>41394</c:v>
                </c:pt>
                <c:pt idx="2372">
                  <c:v>41395</c:v>
                </c:pt>
                <c:pt idx="2373">
                  <c:v>41396</c:v>
                </c:pt>
                <c:pt idx="2374">
                  <c:v>41397</c:v>
                </c:pt>
                <c:pt idx="2375">
                  <c:v>41398</c:v>
                </c:pt>
                <c:pt idx="2376">
                  <c:v>41399</c:v>
                </c:pt>
                <c:pt idx="2377">
                  <c:v>41400</c:v>
                </c:pt>
                <c:pt idx="2378">
                  <c:v>41401</c:v>
                </c:pt>
                <c:pt idx="2379">
                  <c:v>41402</c:v>
                </c:pt>
                <c:pt idx="2380">
                  <c:v>41403</c:v>
                </c:pt>
                <c:pt idx="2381">
                  <c:v>41404</c:v>
                </c:pt>
                <c:pt idx="2382">
                  <c:v>41405</c:v>
                </c:pt>
                <c:pt idx="2383">
                  <c:v>41406</c:v>
                </c:pt>
                <c:pt idx="2384">
                  <c:v>41407</c:v>
                </c:pt>
                <c:pt idx="2385">
                  <c:v>41408</c:v>
                </c:pt>
                <c:pt idx="2386">
                  <c:v>41409</c:v>
                </c:pt>
                <c:pt idx="2387">
                  <c:v>41410</c:v>
                </c:pt>
                <c:pt idx="2388">
                  <c:v>41411</c:v>
                </c:pt>
                <c:pt idx="2389">
                  <c:v>41412</c:v>
                </c:pt>
                <c:pt idx="2390">
                  <c:v>41413</c:v>
                </c:pt>
                <c:pt idx="2391">
                  <c:v>41414</c:v>
                </c:pt>
                <c:pt idx="2392">
                  <c:v>41415</c:v>
                </c:pt>
                <c:pt idx="2393">
                  <c:v>41416</c:v>
                </c:pt>
                <c:pt idx="2394">
                  <c:v>41417</c:v>
                </c:pt>
                <c:pt idx="2395">
                  <c:v>41418</c:v>
                </c:pt>
                <c:pt idx="2396">
                  <c:v>41419</c:v>
                </c:pt>
                <c:pt idx="2397">
                  <c:v>41420</c:v>
                </c:pt>
                <c:pt idx="2398">
                  <c:v>41421</c:v>
                </c:pt>
                <c:pt idx="2399">
                  <c:v>41422</c:v>
                </c:pt>
                <c:pt idx="2400">
                  <c:v>41423</c:v>
                </c:pt>
                <c:pt idx="2401">
                  <c:v>41424</c:v>
                </c:pt>
                <c:pt idx="2402">
                  <c:v>41425</c:v>
                </c:pt>
                <c:pt idx="2403">
                  <c:v>41426</c:v>
                </c:pt>
                <c:pt idx="2404">
                  <c:v>41427</c:v>
                </c:pt>
                <c:pt idx="2405">
                  <c:v>41428</c:v>
                </c:pt>
                <c:pt idx="2406">
                  <c:v>41429</c:v>
                </c:pt>
                <c:pt idx="2407">
                  <c:v>41430</c:v>
                </c:pt>
                <c:pt idx="2408">
                  <c:v>41431</c:v>
                </c:pt>
                <c:pt idx="2409">
                  <c:v>41432</c:v>
                </c:pt>
                <c:pt idx="2410">
                  <c:v>41433</c:v>
                </c:pt>
                <c:pt idx="2411">
                  <c:v>41434</c:v>
                </c:pt>
                <c:pt idx="2412">
                  <c:v>41435</c:v>
                </c:pt>
                <c:pt idx="2413">
                  <c:v>41436</c:v>
                </c:pt>
                <c:pt idx="2414">
                  <c:v>41437</c:v>
                </c:pt>
                <c:pt idx="2415">
                  <c:v>41438</c:v>
                </c:pt>
                <c:pt idx="2416">
                  <c:v>41439</c:v>
                </c:pt>
                <c:pt idx="2417">
                  <c:v>41440</c:v>
                </c:pt>
                <c:pt idx="2418">
                  <c:v>41441</c:v>
                </c:pt>
                <c:pt idx="2419">
                  <c:v>41442</c:v>
                </c:pt>
                <c:pt idx="2420">
                  <c:v>41443</c:v>
                </c:pt>
                <c:pt idx="2421">
                  <c:v>41444</c:v>
                </c:pt>
                <c:pt idx="2422">
                  <c:v>41445</c:v>
                </c:pt>
                <c:pt idx="2423">
                  <c:v>41446</c:v>
                </c:pt>
                <c:pt idx="2424">
                  <c:v>41447</c:v>
                </c:pt>
                <c:pt idx="2425">
                  <c:v>41448</c:v>
                </c:pt>
                <c:pt idx="2426">
                  <c:v>41449</c:v>
                </c:pt>
                <c:pt idx="2427">
                  <c:v>41450</c:v>
                </c:pt>
                <c:pt idx="2428">
                  <c:v>41451</c:v>
                </c:pt>
                <c:pt idx="2429">
                  <c:v>41452</c:v>
                </c:pt>
                <c:pt idx="2430">
                  <c:v>41453</c:v>
                </c:pt>
                <c:pt idx="2431">
                  <c:v>41454</c:v>
                </c:pt>
                <c:pt idx="2432">
                  <c:v>41455</c:v>
                </c:pt>
                <c:pt idx="2433">
                  <c:v>41456</c:v>
                </c:pt>
                <c:pt idx="2434">
                  <c:v>41457</c:v>
                </c:pt>
                <c:pt idx="2435">
                  <c:v>41458</c:v>
                </c:pt>
                <c:pt idx="2436">
                  <c:v>41459</c:v>
                </c:pt>
                <c:pt idx="2437">
                  <c:v>41460</c:v>
                </c:pt>
                <c:pt idx="2438">
                  <c:v>41461</c:v>
                </c:pt>
                <c:pt idx="2439">
                  <c:v>41462</c:v>
                </c:pt>
                <c:pt idx="2440">
                  <c:v>41463</c:v>
                </c:pt>
                <c:pt idx="2441">
                  <c:v>41464</c:v>
                </c:pt>
                <c:pt idx="2442">
                  <c:v>41465</c:v>
                </c:pt>
                <c:pt idx="2443">
                  <c:v>41466</c:v>
                </c:pt>
                <c:pt idx="2444">
                  <c:v>41467</c:v>
                </c:pt>
                <c:pt idx="2445">
                  <c:v>41468</c:v>
                </c:pt>
                <c:pt idx="2446">
                  <c:v>41469</c:v>
                </c:pt>
                <c:pt idx="2447">
                  <c:v>41470</c:v>
                </c:pt>
                <c:pt idx="2448">
                  <c:v>41471</c:v>
                </c:pt>
                <c:pt idx="2449">
                  <c:v>41472</c:v>
                </c:pt>
                <c:pt idx="2450">
                  <c:v>41473</c:v>
                </c:pt>
                <c:pt idx="2451">
                  <c:v>41474</c:v>
                </c:pt>
                <c:pt idx="2452">
                  <c:v>41475</c:v>
                </c:pt>
                <c:pt idx="2453">
                  <c:v>41476</c:v>
                </c:pt>
                <c:pt idx="2454">
                  <c:v>41477</c:v>
                </c:pt>
                <c:pt idx="2455">
                  <c:v>41478</c:v>
                </c:pt>
                <c:pt idx="2456">
                  <c:v>41479</c:v>
                </c:pt>
                <c:pt idx="2457">
                  <c:v>41480</c:v>
                </c:pt>
                <c:pt idx="2458">
                  <c:v>41481</c:v>
                </c:pt>
                <c:pt idx="2459">
                  <c:v>41482</c:v>
                </c:pt>
                <c:pt idx="2460">
                  <c:v>41483</c:v>
                </c:pt>
                <c:pt idx="2461">
                  <c:v>41484</c:v>
                </c:pt>
                <c:pt idx="2462">
                  <c:v>41485</c:v>
                </c:pt>
                <c:pt idx="2463">
                  <c:v>41486</c:v>
                </c:pt>
                <c:pt idx="2464">
                  <c:v>41487</c:v>
                </c:pt>
                <c:pt idx="2465">
                  <c:v>41488</c:v>
                </c:pt>
                <c:pt idx="2466">
                  <c:v>41489</c:v>
                </c:pt>
                <c:pt idx="2467">
                  <c:v>41490</c:v>
                </c:pt>
                <c:pt idx="2468">
                  <c:v>41491</c:v>
                </c:pt>
                <c:pt idx="2469">
                  <c:v>41492</c:v>
                </c:pt>
                <c:pt idx="2470">
                  <c:v>41493</c:v>
                </c:pt>
                <c:pt idx="2471">
                  <c:v>41494</c:v>
                </c:pt>
                <c:pt idx="2472">
                  <c:v>41495</c:v>
                </c:pt>
                <c:pt idx="2473">
                  <c:v>41496</c:v>
                </c:pt>
                <c:pt idx="2474">
                  <c:v>41497</c:v>
                </c:pt>
                <c:pt idx="2475">
                  <c:v>41498</c:v>
                </c:pt>
                <c:pt idx="2476">
                  <c:v>41499</c:v>
                </c:pt>
                <c:pt idx="2477">
                  <c:v>41500</c:v>
                </c:pt>
                <c:pt idx="2478">
                  <c:v>41501</c:v>
                </c:pt>
                <c:pt idx="2479">
                  <c:v>41502</c:v>
                </c:pt>
                <c:pt idx="2480">
                  <c:v>41503</c:v>
                </c:pt>
                <c:pt idx="2481">
                  <c:v>41504</c:v>
                </c:pt>
                <c:pt idx="2482">
                  <c:v>41505</c:v>
                </c:pt>
                <c:pt idx="2483">
                  <c:v>41506</c:v>
                </c:pt>
                <c:pt idx="2484">
                  <c:v>41507</c:v>
                </c:pt>
                <c:pt idx="2485">
                  <c:v>41508</c:v>
                </c:pt>
                <c:pt idx="2486">
                  <c:v>41509</c:v>
                </c:pt>
                <c:pt idx="2487">
                  <c:v>41510</c:v>
                </c:pt>
                <c:pt idx="2488">
                  <c:v>41511</c:v>
                </c:pt>
                <c:pt idx="2489">
                  <c:v>41512</c:v>
                </c:pt>
                <c:pt idx="2490">
                  <c:v>41513</c:v>
                </c:pt>
                <c:pt idx="2491">
                  <c:v>41514</c:v>
                </c:pt>
                <c:pt idx="2492">
                  <c:v>41515</c:v>
                </c:pt>
                <c:pt idx="2493">
                  <c:v>41516</c:v>
                </c:pt>
                <c:pt idx="2494">
                  <c:v>41517</c:v>
                </c:pt>
                <c:pt idx="2495">
                  <c:v>41518</c:v>
                </c:pt>
                <c:pt idx="2496">
                  <c:v>41519</c:v>
                </c:pt>
                <c:pt idx="2497">
                  <c:v>41520</c:v>
                </c:pt>
                <c:pt idx="2498">
                  <c:v>41521</c:v>
                </c:pt>
                <c:pt idx="2499">
                  <c:v>41522</c:v>
                </c:pt>
                <c:pt idx="2500">
                  <c:v>41523</c:v>
                </c:pt>
                <c:pt idx="2501">
                  <c:v>41524</c:v>
                </c:pt>
                <c:pt idx="2502">
                  <c:v>41525</c:v>
                </c:pt>
                <c:pt idx="2503">
                  <c:v>41526</c:v>
                </c:pt>
                <c:pt idx="2504">
                  <c:v>41527</c:v>
                </c:pt>
                <c:pt idx="2505">
                  <c:v>41528</c:v>
                </c:pt>
                <c:pt idx="2506">
                  <c:v>41529</c:v>
                </c:pt>
                <c:pt idx="2507">
                  <c:v>41530</c:v>
                </c:pt>
                <c:pt idx="2508">
                  <c:v>41531</c:v>
                </c:pt>
                <c:pt idx="2509">
                  <c:v>41532</c:v>
                </c:pt>
                <c:pt idx="2510">
                  <c:v>41533</c:v>
                </c:pt>
                <c:pt idx="2511">
                  <c:v>41534</c:v>
                </c:pt>
                <c:pt idx="2512">
                  <c:v>41535</c:v>
                </c:pt>
                <c:pt idx="2513">
                  <c:v>41536</c:v>
                </c:pt>
                <c:pt idx="2514">
                  <c:v>41537</c:v>
                </c:pt>
                <c:pt idx="2515">
                  <c:v>41538</c:v>
                </c:pt>
                <c:pt idx="2516">
                  <c:v>41539</c:v>
                </c:pt>
                <c:pt idx="2517">
                  <c:v>41540</c:v>
                </c:pt>
                <c:pt idx="2518">
                  <c:v>41541</c:v>
                </c:pt>
                <c:pt idx="2519">
                  <c:v>41542</c:v>
                </c:pt>
                <c:pt idx="2520">
                  <c:v>41543</c:v>
                </c:pt>
                <c:pt idx="2521">
                  <c:v>41544</c:v>
                </c:pt>
                <c:pt idx="2522">
                  <c:v>41545</c:v>
                </c:pt>
                <c:pt idx="2523">
                  <c:v>41546</c:v>
                </c:pt>
                <c:pt idx="2524">
                  <c:v>41547</c:v>
                </c:pt>
                <c:pt idx="2525">
                  <c:v>41548</c:v>
                </c:pt>
                <c:pt idx="2526">
                  <c:v>41549</c:v>
                </c:pt>
                <c:pt idx="2527">
                  <c:v>41550</c:v>
                </c:pt>
                <c:pt idx="2528">
                  <c:v>41551</c:v>
                </c:pt>
                <c:pt idx="2529">
                  <c:v>41552</c:v>
                </c:pt>
                <c:pt idx="2530">
                  <c:v>41553</c:v>
                </c:pt>
                <c:pt idx="2531">
                  <c:v>41554</c:v>
                </c:pt>
                <c:pt idx="2532">
                  <c:v>41555</c:v>
                </c:pt>
                <c:pt idx="2533">
                  <c:v>41556</c:v>
                </c:pt>
                <c:pt idx="2534">
                  <c:v>41557</c:v>
                </c:pt>
                <c:pt idx="2535">
                  <c:v>41558</c:v>
                </c:pt>
                <c:pt idx="2536">
                  <c:v>41559</c:v>
                </c:pt>
                <c:pt idx="2537">
                  <c:v>41560</c:v>
                </c:pt>
                <c:pt idx="2538">
                  <c:v>41561</c:v>
                </c:pt>
                <c:pt idx="2539">
                  <c:v>41562</c:v>
                </c:pt>
                <c:pt idx="2540">
                  <c:v>41563</c:v>
                </c:pt>
                <c:pt idx="2541">
                  <c:v>41564</c:v>
                </c:pt>
                <c:pt idx="2542">
                  <c:v>41565</c:v>
                </c:pt>
                <c:pt idx="2543">
                  <c:v>41566</c:v>
                </c:pt>
                <c:pt idx="2544">
                  <c:v>41567</c:v>
                </c:pt>
                <c:pt idx="2545">
                  <c:v>41568</c:v>
                </c:pt>
                <c:pt idx="2546">
                  <c:v>41569</c:v>
                </c:pt>
                <c:pt idx="2547">
                  <c:v>41570</c:v>
                </c:pt>
                <c:pt idx="2548">
                  <c:v>41571</c:v>
                </c:pt>
                <c:pt idx="2549">
                  <c:v>41572</c:v>
                </c:pt>
                <c:pt idx="2550">
                  <c:v>41573</c:v>
                </c:pt>
                <c:pt idx="2551">
                  <c:v>41574</c:v>
                </c:pt>
                <c:pt idx="2552">
                  <c:v>41575</c:v>
                </c:pt>
                <c:pt idx="2553">
                  <c:v>41576</c:v>
                </c:pt>
                <c:pt idx="2554">
                  <c:v>41577</c:v>
                </c:pt>
                <c:pt idx="2555">
                  <c:v>41578</c:v>
                </c:pt>
                <c:pt idx="2556">
                  <c:v>41579</c:v>
                </c:pt>
                <c:pt idx="2557">
                  <c:v>41580</c:v>
                </c:pt>
                <c:pt idx="2558">
                  <c:v>41581</c:v>
                </c:pt>
                <c:pt idx="2559">
                  <c:v>41582</c:v>
                </c:pt>
                <c:pt idx="2560">
                  <c:v>41583</c:v>
                </c:pt>
                <c:pt idx="2561">
                  <c:v>41584</c:v>
                </c:pt>
                <c:pt idx="2562">
                  <c:v>41585</c:v>
                </c:pt>
                <c:pt idx="2563">
                  <c:v>41586</c:v>
                </c:pt>
                <c:pt idx="2564">
                  <c:v>41587</c:v>
                </c:pt>
                <c:pt idx="2565">
                  <c:v>41588</c:v>
                </c:pt>
                <c:pt idx="2566">
                  <c:v>41589</c:v>
                </c:pt>
                <c:pt idx="2567">
                  <c:v>41590</c:v>
                </c:pt>
                <c:pt idx="2568">
                  <c:v>41591</c:v>
                </c:pt>
                <c:pt idx="2569">
                  <c:v>41592</c:v>
                </c:pt>
                <c:pt idx="2570">
                  <c:v>41593</c:v>
                </c:pt>
                <c:pt idx="2571">
                  <c:v>41594</c:v>
                </c:pt>
                <c:pt idx="2572">
                  <c:v>41595</c:v>
                </c:pt>
                <c:pt idx="2573">
                  <c:v>41596</c:v>
                </c:pt>
                <c:pt idx="2574">
                  <c:v>41597</c:v>
                </c:pt>
                <c:pt idx="2575">
                  <c:v>41598</c:v>
                </c:pt>
                <c:pt idx="2576">
                  <c:v>41599</c:v>
                </c:pt>
                <c:pt idx="2577">
                  <c:v>41600</c:v>
                </c:pt>
                <c:pt idx="2578">
                  <c:v>41601</c:v>
                </c:pt>
                <c:pt idx="2579">
                  <c:v>41602</c:v>
                </c:pt>
                <c:pt idx="2580">
                  <c:v>41603</c:v>
                </c:pt>
                <c:pt idx="2581">
                  <c:v>41604</c:v>
                </c:pt>
                <c:pt idx="2582">
                  <c:v>41605</c:v>
                </c:pt>
                <c:pt idx="2583">
                  <c:v>41606</c:v>
                </c:pt>
                <c:pt idx="2584">
                  <c:v>41607</c:v>
                </c:pt>
                <c:pt idx="2585">
                  <c:v>41608</c:v>
                </c:pt>
                <c:pt idx="2586">
                  <c:v>41609</c:v>
                </c:pt>
                <c:pt idx="2587">
                  <c:v>41610</c:v>
                </c:pt>
                <c:pt idx="2588">
                  <c:v>41611</c:v>
                </c:pt>
                <c:pt idx="2589">
                  <c:v>41612</c:v>
                </c:pt>
                <c:pt idx="2590">
                  <c:v>41613</c:v>
                </c:pt>
                <c:pt idx="2591">
                  <c:v>41614</c:v>
                </c:pt>
                <c:pt idx="2592">
                  <c:v>41615</c:v>
                </c:pt>
                <c:pt idx="2593">
                  <c:v>41616</c:v>
                </c:pt>
                <c:pt idx="2594">
                  <c:v>41617</c:v>
                </c:pt>
                <c:pt idx="2595">
                  <c:v>41618</c:v>
                </c:pt>
                <c:pt idx="2596">
                  <c:v>41619</c:v>
                </c:pt>
                <c:pt idx="2597">
                  <c:v>41620</c:v>
                </c:pt>
                <c:pt idx="2598">
                  <c:v>41621</c:v>
                </c:pt>
                <c:pt idx="2599">
                  <c:v>41622</c:v>
                </c:pt>
                <c:pt idx="2600">
                  <c:v>41623</c:v>
                </c:pt>
                <c:pt idx="2601">
                  <c:v>41624</c:v>
                </c:pt>
                <c:pt idx="2602">
                  <c:v>41625</c:v>
                </c:pt>
                <c:pt idx="2603">
                  <c:v>41626</c:v>
                </c:pt>
                <c:pt idx="2604">
                  <c:v>41627</c:v>
                </c:pt>
                <c:pt idx="2605">
                  <c:v>41628</c:v>
                </c:pt>
                <c:pt idx="2606">
                  <c:v>41629</c:v>
                </c:pt>
                <c:pt idx="2607">
                  <c:v>41630</c:v>
                </c:pt>
                <c:pt idx="2608">
                  <c:v>41631</c:v>
                </c:pt>
                <c:pt idx="2609">
                  <c:v>41632</c:v>
                </c:pt>
                <c:pt idx="2610">
                  <c:v>41633</c:v>
                </c:pt>
                <c:pt idx="2611">
                  <c:v>41634</c:v>
                </c:pt>
                <c:pt idx="2612">
                  <c:v>41635</c:v>
                </c:pt>
                <c:pt idx="2613">
                  <c:v>41636</c:v>
                </c:pt>
                <c:pt idx="2614">
                  <c:v>41637</c:v>
                </c:pt>
                <c:pt idx="2615">
                  <c:v>41638</c:v>
                </c:pt>
                <c:pt idx="2616">
                  <c:v>41639</c:v>
                </c:pt>
                <c:pt idx="2617">
                  <c:v>41640</c:v>
                </c:pt>
                <c:pt idx="2618">
                  <c:v>41641</c:v>
                </c:pt>
                <c:pt idx="2619">
                  <c:v>41642</c:v>
                </c:pt>
                <c:pt idx="2620">
                  <c:v>41643</c:v>
                </c:pt>
                <c:pt idx="2621">
                  <c:v>41644</c:v>
                </c:pt>
                <c:pt idx="2622">
                  <c:v>41645</c:v>
                </c:pt>
                <c:pt idx="2623">
                  <c:v>41646</c:v>
                </c:pt>
                <c:pt idx="2624">
                  <c:v>41647</c:v>
                </c:pt>
                <c:pt idx="2625">
                  <c:v>41648</c:v>
                </c:pt>
                <c:pt idx="2626">
                  <c:v>41649</c:v>
                </c:pt>
                <c:pt idx="2627">
                  <c:v>41650</c:v>
                </c:pt>
                <c:pt idx="2628">
                  <c:v>41651</c:v>
                </c:pt>
                <c:pt idx="2629">
                  <c:v>41652</c:v>
                </c:pt>
                <c:pt idx="2630">
                  <c:v>41653</c:v>
                </c:pt>
                <c:pt idx="2631">
                  <c:v>41654</c:v>
                </c:pt>
                <c:pt idx="2632">
                  <c:v>41655</c:v>
                </c:pt>
                <c:pt idx="2633">
                  <c:v>41656</c:v>
                </c:pt>
                <c:pt idx="2634">
                  <c:v>41657</c:v>
                </c:pt>
                <c:pt idx="2635">
                  <c:v>41658</c:v>
                </c:pt>
                <c:pt idx="2636">
                  <c:v>41659</c:v>
                </c:pt>
                <c:pt idx="2637">
                  <c:v>41660</c:v>
                </c:pt>
                <c:pt idx="2638">
                  <c:v>41661</c:v>
                </c:pt>
                <c:pt idx="2639">
                  <c:v>41662</c:v>
                </c:pt>
                <c:pt idx="2640">
                  <c:v>41663</c:v>
                </c:pt>
                <c:pt idx="2641">
                  <c:v>41664</c:v>
                </c:pt>
                <c:pt idx="2642">
                  <c:v>41665</c:v>
                </c:pt>
                <c:pt idx="2643">
                  <c:v>41666</c:v>
                </c:pt>
                <c:pt idx="2644">
                  <c:v>41667</c:v>
                </c:pt>
                <c:pt idx="2645">
                  <c:v>41668</c:v>
                </c:pt>
                <c:pt idx="2646">
                  <c:v>41669</c:v>
                </c:pt>
                <c:pt idx="2647">
                  <c:v>41670</c:v>
                </c:pt>
                <c:pt idx="2648">
                  <c:v>41671</c:v>
                </c:pt>
                <c:pt idx="2649">
                  <c:v>41672</c:v>
                </c:pt>
                <c:pt idx="2650">
                  <c:v>41673</c:v>
                </c:pt>
                <c:pt idx="2651">
                  <c:v>41674</c:v>
                </c:pt>
                <c:pt idx="2652">
                  <c:v>41675</c:v>
                </c:pt>
                <c:pt idx="2653">
                  <c:v>41676</c:v>
                </c:pt>
                <c:pt idx="2654">
                  <c:v>41677</c:v>
                </c:pt>
                <c:pt idx="2655">
                  <c:v>41678</c:v>
                </c:pt>
                <c:pt idx="2656">
                  <c:v>41679</c:v>
                </c:pt>
                <c:pt idx="2657">
                  <c:v>41680</c:v>
                </c:pt>
                <c:pt idx="2658">
                  <c:v>41681</c:v>
                </c:pt>
                <c:pt idx="2659">
                  <c:v>41682</c:v>
                </c:pt>
                <c:pt idx="2660">
                  <c:v>41683</c:v>
                </c:pt>
                <c:pt idx="2661">
                  <c:v>41684</c:v>
                </c:pt>
                <c:pt idx="2662">
                  <c:v>41685</c:v>
                </c:pt>
                <c:pt idx="2663">
                  <c:v>41686</c:v>
                </c:pt>
                <c:pt idx="2664">
                  <c:v>41687</c:v>
                </c:pt>
                <c:pt idx="2665">
                  <c:v>41688</c:v>
                </c:pt>
                <c:pt idx="2666">
                  <c:v>41689</c:v>
                </c:pt>
                <c:pt idx="2667">
                  <c:v>41690</c:v>
                </c:pt>
                <c:pt idx="2668">
                  <c:v>41691</c:v>
                </c:pt>
                <c:pt idx="2669">
                  <c:v>41692</c:v>
                </c:pt>
                <c:pt idx="2670">
                  <c:v>41693</c:v>
                </c:pt>
                <c:pt idx="2671">
                  <c:v>41694</c:v>
                </c:pt>
                <c:pt idx="2672">
                  <c:v>41695</c:v>
                </c:pt>
                <c:pt idx="2673">
                  <c:v>41696</c:v>
                </c:pt>
                <c:pt idx="2674">
                  <c:v>41697</c:v>
                </c:pt>
                <c:pt idx="2675">
                  <c:v>41698</c:v>
                </c:pt>
                <c:pt idx="2676">
                  <c:v>41699</c:v>
                </c:pt>
                <c:pt idx="2677">
                  <c:v>41700</c:v>
                </c:pt>
                <c:pt idx="2678">
                  <c:v>41701</c:v>
                </c:pt>
                <c:pt idx="2679">
                  <c:v>41702</c:v>
                </c:pt>
                <c:pt idx="2680">
                  <c:v>41703</c:v>
                </c:pt>
                <c:pt idx="2681">
                  <c:v>41704</c:v>
                </c:pt>
                <c:pt idx="2682">
                  <c:v>41705</c:v>
                </c:pt>
                <c:pt idx="2683">
                  <c:v>41706</c:v>
                </c:pt>
                <c:pt idx="2684">
                  <c:v>41707</c:v>
                </c:pt>
                <c:pt idx="2685">
                  <c:v>41708</c:v>
                </c:pt>
                <c:pt idx="2686">
                  <c:v>41709</c:v>
                </c:pt>
                <c:pt idx="2687">
                  <c:v>41710</c:v>
                </c:pt>
                <c:pt idx="2688">
                  <c:v>41711</c:v>
                </c:pt>
                <c:pt idx="2689">
                  <c:v>41712</c:v>
                </c:pt>
                <c:pt idx="2690">
                  <c:v>41713</c:v>
                </c:pt>
                <c:pt idx="2691">
                  <c:v>41714</c:v>
                </c:pt>
                <c:pt idx="2692">
                  <c:v>41715</c:v>
                </c:pt>
                <c:pt idx="2693">
                  <c:v>41716</c:v>
                </c:pt>
                <c:pt idx="2694">
                  <c:v>41717</c:v>
                </c:pt>
                <c:pt idx="2695">
                  <c:v>41718</c:v>
                </c:pt>
                <c:pt idx="2696">
                  <c:v>41719</c:v>
                </c:pt>
                <c:pt idx="2697">
                  <c:v>41720</c:v>
                </c:pt>
                <c:pt idx="2698">
                  <c:v>41721</c:v>
                </c:pt>
                <c:pt idx="2699">
                  <c:v>41722</c:v>
                </c:pt>
                <c:pt idx="2700">
                  <c:v>41723</c:v>
                </c:pt>
                <c:pt idx="2701">
                  <c:v>41724</c:v>
                </c:pt>
                <c:pt idx="2702">
                  <c:v>41725</c:v>
                </c:pt>
                <c:pt idx="2703">
                  <c:v>41726</c:v>
                </c:pt>
                <c:pt idx="2704">
                  <c:v>41727</c:v>
                </c:pt>
                <c:pt idx="2705">
                  <c:v>41728</c:v>
                </c:pt>
                <c:pt idx="2706">
                  <c:v>41729</c:v>
                </c:pt>
                <c:pt idx="2707">
                  <c:v>41730</c:v>
                </c:pt>
                <c:pt idx="2708">
                  <c:v>41731</c:v>
                </c:pt>
                <c:pt idx="2709">
                  <c:v>41732</c:v>
                </c:pt>
                <c:pt idx="2710">
                  <c:v>41733</c:v>
                </c:pt>
                <c:pt idx="2711">
                  <c:v>41734</c:v>
                </c:pt>
                <c:pt idx="2712">
                  <c:v>41735</c:v>
                </c:pt>
                <c:pt idx="2713">
                  <c:v>41736</c:v>
                </c:pt>
                <c:pt idx="2714">
                  <c:v>41737</c:v>
                </c:pt>
                <c:pt idx="2715">
                  <c:v>41738</c:v>
                </c:pt>
                <c:pt idx="2716">
                  <c:v>41739</c:v>
                </c:pt>
                <c:pt idx="2717">
                  <c:v>41740</c:v>
                </c:pt>
                <c:pt idx="2718">
                  <c:v>41741</c:v>
                </c:pt>
                <c:pt idx="2719">
                  <c:v>41742</c:v>
                </c:pt>
                <c:pt idx="2720">
                  <c:v>41743</c:v>
                </c:pt>
                <c:pt idx="2721">
                  <c:v>41744</c:v>
                </c:pt>
                <c:pt idx="2722">
                  <c:v>41745</c:v>
                </c:pt>
                <c:pt idx="2723">
                  <c:v>41746</c:v>
                </c:pt>
                <c:pt idx="2724">
                  <c:v>41747</c:v>
                </c:pt>
                <c:pt idx="2725">
                  <c:v>41748</c:v>
                </c:pt>
                <c:pt idx="2726">
                  <c:v>41749</c:v>
                </c:pt>
                <c:pt idx="2727">
                  <c:v>41750</c:v>
                </c:pt>
                <c:pt idx="2728">
                  <c:v>41751</c:v>
                </c:pt>
                <c:pt idx="2729">
                  <c:v>41752</c:v>
                </c:pt>
                <c:pt idx="2730">
                  <c:v>41753</c:v>
                </c:pt>
                <c:pt idx="2731">
                  <c:v>41754</c:v>
                </c:pt>
                <c:pt idx="2732">
                  <c:v>41755</c:v>
                </c:pt>
                <c:pt idx="2733">
                  <c:v>41756</c:v>
                </c:pt>
                <c:pt idx="2734">
                  <c:v>41757</c:v>
                </c:pt>
                <c:pt idx="2735">
                  <c:v>41758</c:v>
                </c:pt>
                <c:pt idx="2736">
                  <c:v>41759</c:v>
                </c:pt>
                <c:pt idx="2737">
                  <c:v>41760</c:v>
                </c:pt>
                <c:pt idx="2738">
                  <c:v>41761</c:v>
                </c:pt>
                <c:pt idx="2739">
                  <c:v>41762</c:v>
                </c:pt>
                <c:pt idx="2740">
                  <c:v>41763</c:v>
                </c:pt>
                <c:pt idx="2741">
                  <c:v>41764</c:v>
                </c:pt>
                <c:pt idx="2742">
                  <c:v>41765</c:v>
                </c:pt>
                <c:pt idx="2743">
                  <c:v>41766</c:v>
                </c:pt>
                <c:pt idx="2744">
                  <c:v>41767</c:v>
                </c:pt>
                <c:pt idx="2745">
                  <c:v>41768</c:v>
                </c:pt>
                <c:pt idx="2746">
                  <c:v>41769</c:v>
                </c:pt>
                <c:pt idx="2747">
                  <c:v>41770</c:v>
                </c:pt>
                <c:pt idx="2748">
                  <c:v>41771</c:v>
                </c:pt>
                <c:pt idx="2749">
                  <c:v>41772</c:v>
                </c:pt>
                <c:pt idx="2750">
                  <c:v>41773</c:v>
                </c:pt>
                <c:pt idx="2751">
                  <c:v>41774</c:v>
                </c:pt>
                <c:pt idx="2752">
                  <c:v>41775</c:v>
                </c:pt>
                <c:pt idx="2753">
                  <c:v>41776</c:v>
                </c:pt>
                <c:pt idx="2754">
                  <c:v>41777</c:v>
                </c:pt>
                <c:pt idx="2755">
                  <c:v>41778</c:v>
                </c:pt>
                <c:pt idx="2756">
                  <c:v>41779</c:v>
                </c:pt>
                <c:pt idx="2757">
                  <c:v>41780</c:v>
                </c:pt>
                <c:pt idx="2758">
                  <c:v>41781</c:v>
                </c:pt>
                <c:pt idx="2759">
                  <c:v>41782</c:v>
                </c:pt>
                <c:pt idx="2760">
                  <c:v>41783</c:v>
                </c:pt>
                <c:pt idx="2761">
                  <c:v>41784</c:v>
                </c:pt>
                <c:pt idx="2762">
                  <c:v>41785</c:v>
                </c:pt>
                <c:pt idx="2763">
                  <c:v>41786</c:v>
                </c:pt>
                <c:pt idx="2764">
                  <c:v>41787</c:v>
                </c:pt>
                <c:pt idx="2765">
                  <c:v>41788</c:v>
                </c:pt>
                <c:pt idx="2766">
                  <c:v>41789</c:v>
                </c:pt>
                <c:pt idx="2767">
                  <c:v>41790</c:v>
                </c:pt>
                <c:pt idx="2768">
                  <c:v>41791</c:v>
                </c:pt>
                <c:pt idx="2769">
                  <c:v>41792</c:v>
                </c:pt>
                <c:pt idx="2770">
                  <c:v>41793</c:v>
                </c:pt>
                <c:pt idx="2771">
                  <c:v>41794</c:v>
                </c:pt>
                <c:pt idx="2772">
                  <c:v>41795</c:v>
                </c:pt>
                <c:pt idx="2773">
                  <c:v>41796</c:v>
                </c:pt>
                <c:pt idx="2774">
                  <c:v>41797</c:v>
                </c:pt>
                <c:pt idx="2775">
                  <c:v>41798</c:v>
                </c:pt>
                <c:pt idx="2776">
                  <c:v>41799</c:v>
                </c:pt>
                <c:pt idx="2777">
                  <c:v>41800</c:v>
                </c:pt>
                <c:pt idx="2778">
                  <c:v>41801</c:v>
                </c:pt>
                <c:pt idx="2779">
                  <c:v>41802</c:v>
                </c:pt>
                <c:pt idx="2780">
                  <c:v>41803</c:v>
                </c:pt>
                <c:pt idx="2781">
                  <c:v>41804</c:v>
                </c:pt>
                <c:pt idx="2782">
                  <c:v>41805</c:v>
                </c:pt>
                <c:pt idx="2783">
                  <c:v>41806</c:v>
                </c:pt>
                <c:pt idx="2784">
                  <c:v>41807</c:v>
                </c:pt>
                <c:pt idx="2785">
                  <c:v>41808</c:v>
                </c:pt>
                <c:pt idx="2786">
                  <c:v>41809</c:v>
                </c:pt>
                <c:pt idx="2787">
                  <c:v>41810</c:v>
                </c:pt>
                <c:pt idx="2788">
                  <c:v>41811</c:v>
                </c:pt>
                <c:pt idx="2789">
                  <c:v>41812</c:v>
                </c:pt>
                <c:pt idx="2790">
                  <c:v>41813</c:v>
                </c:pt>
                <c:pt idx="2791">
                  <c:v>41814</c:v>
                </c:pt>
                <c:pt idx="2792">
                  <c:v>41815</c:v>
                </c:pt>
                <c:pt idx="2793">
                  <c:v>41816</c:v>
                </c:pt>
                <c:pt idx="2794">
                  <c:v>41817</c:v>
                </c:pt>
                <c:pt idx="2795">
                  <c:v>41818</c:v>
                </c:pt>
                <c:pt idx="2796">
                  <c:v>41819</c:v>
                </c:pt>
                <c:pt idx="2797">
                  <c:v>41820</c:v>
                </c:pt>
                <c:pt idx="2798">
                  <c:v>41821</c:v>
                </c:pt>
                <c:pt idx="2799">
                  <c:v>41822</c:v>
                </c:pt>
                <c:pt idx="2800">
                  <c:v>41823</c:v>
                </c:pt>
                <c:pt idx="2801">
                  <c:v>41824</c:v>
                </c:pt>
                <c:pt idx="2802">
                  <c:v>41825</c:v>
                </c:pt>
                <c:pt idx="2803">
                  <c:v>41826</c:v>
                </c:pt>
                <c:pt idx="2804">
                  <c:v>41827</c:v>
                </c:pt>
                <c:pt idx="2805">
                  <c:v>41828</c:v>
                </c:pt>
                <c:pt idx="2806">
                  <c:v>41829</c:v>
                </c:pt>
                <c:pt idx="2807">
                  <c:v>41830</c:v>
                </c:pt>
                <c:pt idx="2808">
                  <c:v>41831</c:v>
                </c:pt>
                <c:pt idx="2809">
                  <c:v>41832</c:v>
                </c:pt>
                <c:pt idx="2810">
                  <c:v>41833</c:v>
                </c:pt>
                <c:pt idx="2811">
                  <c:v>41834</c:v>
                </c:pt>
                <c:pt idx="2812">
                  <c:v>41835</c:v>
                </c:pt>
                <c:pt idx="2813">
                  <c:v>41836</c:v>
                </c:pt>
                <c:pt idx="2814">
                  <c:v>41837</c:v>
                </c:pt>
                <c:pt idx="2815">
                  <c:v>41838</c:v>
                </c:pt>
                <c:pt idx="2816">
                  <c:v>41839</c:v>
                </c:pt>
                <c:pt idx="2817">
                  <c:v>41840</c:v>
                </c:pt>
                <c:pt idx="2818">
                  <c:v>41841</c:v>
                </c:pt>
                <c:pt idx="2819">
                  <c:v>41842</c:v>
                </c:pt>
                <c:pt idx="2820">
                  <c:v>41843</c:v>
                </c:pt>
                <c:pt idx="2821">
                  <c:v>41844</c:v>
                </c:pt>
                <c:pt idx="2822">
                  <c:v>41845</c:v>
                </c:pt>
                <c:pt idx="2823">
                  <c:v>41846</c:v>
                </c:pt>
                <c:pt idx="2824">
                  <c:v>41847</c:v>
                </c:pt>
                <c:pt idx="2825">
                  <c:v>41848</c:v>
                </c:pt>
                <c:pt idx="2826">
                  <c:v>41849</c:v>
                </c:pt>
                <c:pt idx="2827">
                  <c:v>41850</c:v>
                </c:pt>
                <c:pt idx="2828">
                  <c:v>41851</c:v>
                </c:pt>
                <c:pt idx="2829">
                  <c:v>41852</c:v>
                </c:pt>
                <c:pt idx="2830">
                  <c:v>41853</c:v>
                </c:pt>
                <c:pt idx="2831">
                  <c:v>41854</c:v>
                </c:pt>
                <c:pt idx="2832">
                  <c:v>41855</c:v>
                </c:pt>
                <c:pt idx="2833">
                  <c:v>41856</c:v>
                </c:pt>
                <c:pt idx="2834">
                  <c:v>41857</c:v>
                </c:pt>
                <c:pt idx="2835">
                  <c:v>41858</c:v>
                </c:pt>
                <c:pt idx="2836">
                  <c:v>41859</c:v>
                </c:pt>
                <c:pt idx="2837">
                  <c:v>41860</c:v>
                </c:pt>
                <c:pt idx="2838">
                  <c:v>41861</c:v>
                </c:pt>
                <c:pt idx="2839">
                  <c:v>41862</c:v>
                </c:pt>
                <c:pt idx="2840">
                  <c:v>41863</c:v>
                </c:pt>
                <c:pt idx="2841">
                  <c:v>41864</c:v>
                </c:pt>
                <c:pt idx="2842">
                  <c:v>41865</c:v>
                </c:pt>
                <c:pt idx="2843">
                  <c:v>41866</c:v>
                </c:pt>
                <c:pt idx="2844">
                  <c:v>41867</c:v>
                </c:pt>
                <c:pt idx="2845">
                  <c:v>41868</c:v>
                </c:pt>
                <c:pt idx="2846">
                  <c:v>41869</c:v>
                </c:pt>
                <c:pt idx="2847">
                  <c:v>41870</c:v>
                </c:pt>
                <c:pt idx="2848">
                  <c:v>41871</c:v>
                </c:pt>
                <c:pt idx="2849">
                  <c:v>41872</c:v>
                </c:pt>
                <c:pt idx="2850">
                  <c:v>41873</c:v>
                </c:pt>
                <c:pt idx="2851">
                  <c:v>41874</c:v>
                </c:pt>
                <c:pt idx="2852">
                  <c:v>41875</c:v>
                </c:pt>
                <c:pt idx="2853">
                  <c:v>41876</c:v>
                </c:pt>
                <c:pt idx="2854">
                  <c:v>41877</c:v>
                </c:pt>
                <c:pt idx="2855">
                  <c:v>41878</c:v>
                </c:pt>
                <c:pt idx="2856">
                  <c:v>41879</c:v>
                </c:pt>
                <c:pt idx="2857">
                  <c:v>41880</c:v>
                </c:pt>
                <c:pt idx="2858">
                  <c:v>41881</c:v>
                </c:pt>
                <c:pt idx="2859">
                  <c:v>41882</c:v>
                </c:pt>
                <c:pt idx="2860">
                  <c:v>41883</c:v>
                </c:pt>
                <c:pt idx="2861">
                  <c:v>41884</c:v>
                </c:pt>
                <c:pt idx="2862">
                  <c:v>41885</c:v>
                </c:pt>
                <c:pt idx="2863">
                  <c:v>41886</c:v>
                </c:pt>
                <c:pt idx="2864">
                  <c:v>41887</c:v>
                </c:pt>
                <c:pt idx="2865">
                  <c:v>41888</c:v>
                </c:pt>
                <c:pt idx="2866">
                  <c:v>41889</c:v>
                </c:pt>
                <c:pt idx="2867">
                  <c:v>41890</c:v>
                </c:pt>
                <c:pt idx="2868">
                  <c:v>41891</c:v>
                </c:pt>
                <c:pt idx="2869">
                  <c:v>41892</c:v>
                </c:pt>
                <c:pt idx="2870">
                  <c:v>41893</c:v>
                </c:pt>
                <c:pt idx="2871">
                  <c:v>41894</c:v>
                </c:pt>
                <c:pt idx="2872">
                  <c:v>41895</c:v>
                </c:pt>
                <c:pt idx="2873">
                  <c:v>41896</c:v>
                </c:pt>
                <c:pt idx="2874">
                  <c:v>41897</c:v>
                </c:pt>
                <c:pt idx="2875">
                  <c:v>41898</c:v>
                </c:pt>
                <c:pt idx="2876">
                  <c:v>41899</c:v>
                </c:pt>
                <c:pt idx="2877">
                  <c:v>41900</c:v>
                </c:pt>
                <c:pt idx="2878">
                  <c:v>41901</c:v>
                </c:pt>
                <c:pt idx="2879">
                  <c:v>41902</c:v>
                </c:pt>
                <c:pt idx="2880">
                  <c:v>41903</c:v>
                </c:pt>
                <c:pt idx="2881">
                  <c:v>41904</c:v>
                </c:pt>
                <c:pt idx="2882">
                  <c:v>41905</c:v>
                </c:pt>
                <c:pt idx="2883">
                  <c:v>41906</c:v>
                </c:pt>
                <c:pt idx="2884">
                  <c:v>41907</c:v>
                </c:pt>
                <c:pt idx="2885">
                  <c:v>41908</c:v>
                </c:pt>
                <c:pt idx="2886">
                  <c:v>41909</c:v>
                </c:pt>
                <c:pt idx="2887">
                  <c:v>41910</c:v>
                </c:pt>
                <c:pt idx="2888">
                  <c:v>41911</c:v>
                </c:pt>
                <c:pt idx="2889">
                  <c:v>41912</c:v>
                </c:pt>
                <c:pt idx="2890">
                  <c:v>41913</c:v>
                </c:pt>
                <c:pt idx="2891">
                  <c:v>41914</c:v>
                </c:pt>
                <c:pt idx="2892">
                  <c:v>41915</c:v>
                </c:pt>
                <c:pt idx="2893">
                  <c:v>41916</c:v>
                </c:pt>
                <c:pt idx="2894">
                  <c:v>41917</c:v>
                </c:pt>
                <c:pt idx="2895">
                  <c:v>41918</c:v>
                </c:pt>
                <c:pt idx="2896">
                  <c:v>41919</c:v>
                </c:pt>
                <c:pt idx="2897">
                  <c:v>41920</c:v>
                </c:pt>
                <c:pt idx="2898">
                  <c:v>41921</c:v>
                </c:pt>
                <c:pt idx="2899">
                  <c:v>41922</c:v>
                </c:pt>
                <c:pt idx="2900">
                  <c:v>41923</c:v>
                </c:pt>
                <c:pt idx="2901">
                  <c:v>41924</c:v>
                </c:pt>
                <c:pt idx="2902">
                  <c:v>41925</c:v>
                </c:pt>
                <c:pt idx="2903">
                  <c:v>41926</c:v>
                </c:pt>
                <c:pt idx="2904">
                  <c:v>41927</c:v>
                </c:pt>
                <c:pt idx="2905">
                  <c:v>41928</c:v>
                </c:pt>
                <c:pt idx="2906">
                  <c:v>41929</c:v>
                </c:pt>
                <c:pt idx="2907">
                  <c:v>41930</c:v>
                </c:pt>
                <c:pt idx="2908">
                  <c:v>41931</c:v>
                </c:pt>
                <c:pt idx="2909">
                  <c:v>41932</c:v>
                </c:pt>
                <c:pt idx="2910">
                  <c:v>41933</c:v>
                </c:pt>
                <c:pt idx="2911">
                  <c:v>41934</c:v>
                </c:pt>
                <c:pt idx="2912">
                  <c:v>41935</c:v>
                </c:pt>
                <c:pt idx="2913">
                  <c:v>41936</c:v>
                </c:pt>
                <c:pt idx="2914">
                  <c:v>41937</c:v>
                </c:pt>
                <c:pt idx="2915">
                  <c:v>41938</c:v>
                </c:pt>
                <c:pt idx="2916">
                  <c:v>41939</c:v>
                </c:pt>
                <c:pt idx="2917">
                  <c:v>41940</c:v>
                </c:pt>
                <c:pt idx="2918">
                  <c:v>41941</c:v>
                </c:pt>
                <c:pt idx="2919">
                  <c:v>41942</c:v>
                </c:pt>
                <c:pt idx="2920">
                  <c:v>41943</c:v>
                </c:pt>
                <c:pt idx="2921">
                  <c:v>41944</c:v>
                </c:pt>
                <c:pt idx="2922">
                  <c:v>41945</c:v>
                </c:pt>
                <c:pt idx="2923">
                  <c:v>41946</c:v>
                </c:pt>
                <c:pt idx="2924">
                  <c:v>41947</c:v>
                </c:pt>
                <c:pt idx="2925">
                  <c:v>41948</c:v>
                </c:pt>
                <c:pt idx="2926">
                  <c:v>41949</c:v>
                </c:pt>
                <c:pt idx="2927">
                  <c:v>41950</c:v>
                </c:pt>
                <c:pt idx="2928">
                  <c:v>41951</c:v>
                </c:pt>
                <c:pt idx="2929">
                  <c:v>41952</c:v>
                </c:pt>
                <c:pt idx="2930">
                  <c:v>41953</c:v>
                </c:pt>
                <c:pt idx="2931">
                  <c:v>41954</c:v>
                </c:pt>
                <c:pt idx="2932">
                  <c:v>41955</c:v>
                </c:pt>
                <c:pt idx="2933">
                  <c:v>41956</c:v>
                </c:pt>
                <c:pt idx="2934">
                  <c:v>41957</c:v>
                </c:pt>
                <c:pt idx="2935">
                  <c:v>41958</c:v>
                </c:pt>
                <c:pt idx="2936">
                  <c:v>41959</c:v>
                </c:pt>
                <c:pt idx="2937">
                  <c:v>41960</c:v>
                </c:pt>
                <c:pt idx="2938">
                  <c:v>41961</c:v>
                </c:pt>
                <c:pt idx="2939">
                  <c:v>41962</c:v>
                </c:pt>
                <c:pt idx="2940">
                  <c:v>41963</c:v>
                </c:pt>
                <c:pt idx="2941">
                  <c:v>41964</c:v>
                </c:pt>
                <c:pt idx="2942">
                  <c:v>41965</c:v>
                </c:pt>
                <c:pt idx="2943">
                  <c:v>41966</c:v>
                </c:pt>
                <c:pt idx="2944">
                  <c:v>41967</c:v>
                </c:pt>
                <c:pt idx="2945">
                  <c:v>41968</c:v>
                </c:pt>
                <c:pt idx="2946">
                  <c:v>41969</c:v>
                </c:pt>
                <c:pt idx="2947">
                  <c:v>41970</c:v>
                </c:pt>
                <c:pt idx="2948">
                  <c:v>41971</c:v>
                </c:pt>
                <c:pt idx="2949">
                  <c:v>41972</c:v>
                </c:pt>
                <c:pt idx="2950">
                  <c:v>41973</c:v>
                </c:pt>
                <c:pt idx="2951">
                  <c:v>41974</c:v>
                </c:pt>
                <c:pt idx="2952">
                  <c:v>41975</c:v>
                </c:pt>
                <c:pt idx="2953">
                  <c:v>41976</c:v>
                </c:pt>
                <c:pt idx="2954">
                  <c:v>41977</c:v>
                </c:pt>
                <c:pt idx="2955">
                  <c:v>41978</c:v>
                </c:pt>
                <c:pt idx="2956">
                  <c:v>41979</c:v>
                </c:pt>
                <c:pt idx="2957">
                  <c:v>41980</c:v>
                </c:pt>
                <c:pt idx="2958">
                  <c:v>41981</c:v>
                </c:pt>
                <c:pt idx="2959">
                  <c:v>41982</c:v>
                </c:pt>
                <c:pt idx="2960">
                  <c:v>41983</c:v>
                </c:pt>
                <c:pt idx="2961">
                  <c:v>41984</c:v>
                </c:pt>
                <c:pt idx="2962">
                  <c:v>41985</c:v>
                </c:pt>
                <c:pt idx="2963">
                  <c:v>41986</c:v>
                </c:pt>
                <c:pt idx="2964">
                  <c:v>41987</c:v>
                </c:pt>
                <c:pt idx="2965">
                  <c:v>41988</c:v>
                </c:pt>
                <c:pt idx="2966">
                  <c:v>41989</c:v>
                </c:pt>
                <c:pt idx="2967">
                  <c:v>41990</c:v>
                </c:pt>
                <c:pt idx="2968">
                  <c:v>41991</c:v>
                </c:pt>
                <c:pt idx="2969">
                  <c:v>41992</c:v>
                </c:pt>
                <c:pt idx="2970">
                  <c:v>41993</c:v>
                </c:pt>
                <c:pt idx="2971">
                  <c:v>41994</c:v>
                </c:pt>
                <c:pt idx="2972">
                  <c:v>41995</c:v>
                </c:pt>
                <c:pt idx="2973">
                  <c:v>41996</c:v>
                </c:pt>
                <c:pt idx="2974">
                  <c:v>41997</c:v>
                </c:pt>
                <c:pt idx="2975">
                  <c:v>41998</c:v>
                </c:pt>
                <c:pt idx="2976">
                  <c:v>41999</c:v>
                </c:pt>
                <c:pt idx="2977">
                  <c:v>42000</c:v>
                </c:pt>
                <c:pt idx="2978">
                  <c:v>42001</c:v>
                </c:pt>
                <c:pt idx="2979">
                  <c:v>42002</c:v>
                </c:pt>
                <c:pt idx="2980">
                  <c:v>42003</c:v>
                </c:pt>
                <c:pt idx="2981">
                  <c:v>42004</c:v>
                </c:pt>
                <c:pt idx="2982">
                  <c:v>42005</c:v>
                </c:pt>
                <c:pt idx="2983">
                  <c:v>42006</c:v>
                </c:pt>
                <c:pt idx="2984">
                  <c:v>42007</c:v>
                </c:pt>
                <c:pt idx="2985">
                  <c:v>42008</c:v>
                </c:pt>
                <c:pt idx="2986">
                  <c:v>42009</c:v>
                </c:pt>
                <c:pt idx="2987">
                  <c:v>42010</c:v>
                </c:pt>
                <c:pt idx="2988">
                  <c:v>42011</c:v>
                </c:pt>
                <c:pt idx="2989">
                  <c:v>42012</c:v>
                </c:pt>
                <c:pt idx="2990">
                  <c:v>42013</c:v>
                </c:pt>
                <c:pt idx="2991">
                  <c:v>42014</c:v>
                </c:pt>
                <c:pt idx="2992">
                  <c:v>42015</c:v>
                </c:pt>
                <c:pt idx="2993">
                  <c:v>42016</c:v>
                </c:pt>
                <c:pt idx="2994">
                  <c:v>42017</c:v>
                </c:pt>
                <c:pt idx="2995">
                  <c:v>42018</c:v>
                </c:pt>
                <c:pt idx="2996">
                  <c:v>42019</c:v>
                </c:pt>
                <c:pt idx="2997">
                  <c:v>42020</c:v>
                </c:pt>
                <c:pt idx="2998">
                  <c:v>42021</c:v>
                </c:pt>
                <c:pt idx="2999">
                  <c:v>42022</c:v>
                </c:pt>
                <c:pt idx="3000">
                  <c:v>42023</c:v>
                </c:pt>
                <c:pt idx="3001">
                  <c:v>42024</c:v>
                </c:pt>
                <c:pt idx="3002">
                  <c:v>42025</c:v>
                </c:pt>
                <c:pt idx="3003">
                  <c:v>42026</c:v>
                </c:pt>
                <c:pt idx="3004">
                  <c:v>42027</c:v>
                </c:pt>
                <c:pt idx="3005">
                  <c:v>42028</c:v>
                </c:pt>
                <c:pt idx="3006">
                  <c:v>42029</c:v>
                </c:pt>
                <c:pt idx="3007">
                  <c:v>42030</c:v>
                </c:pt>
                <c:pt idx="3008">
                  <c:v>42031</c:v>
                </c:pt>
                <c:pt idx="3009">
                  <c:v>42032</c:v>
                </c:pt>
                <c:pt idx="3010">
                  <c:v>42033</c:v>
                </c:pt>
                <c:pt idx="3011">
                  <c:v>42034</c:v>
                </c:pt>
                <c:pt idx="3012">
                  <c:v>42035</c:v>
                </c:pt>
                <c:pt idx="3013">
                  <c:v>42036</c:v>
                </c:pt>
                <c:pt idx="3014">
                  <c:v>42037</c:v>
                </c:pt>
                <c:pt idx="3015">
                  <c:v>42038</c:v>
                </c:pt>
                <c:pt idx="3016">
                  <c:v>42039</c:v>
                </c:pt>
                <c:pt idx="3017">
                  <c:v>42040</c:v>
                </c:pt>
                <c:pt idx="3018">
                  <c:v>42041</c:v>
                </c:pt>
                <c:pt idx="3019">
                  <c:v>42042</c:v>
                </c:pt>
                <c:pt idx="3020">
                  <c:v>42043</c:v>
                </c:pt>
                <c:pt idx="3021">
                  <c:v>42044</c:v>
                </c:pt>
                <c:pt idx="3022">
                  <c:v>42045</c:v>
                </c:pt>
                <c:pt idx="3023">
                  <c:v>42046</c:v>
                </c:pt>
                <c:pt idx="3024">
                  <c:v>42047</c:v>
                </c:pt>
                <c:pt idx="3025">
                  <c:v>42048</c:v>
                </c:pt>
                <c:pt idx="3026">
                  <c:v>42049</c:v>
                </c:pt>
                <c:pt idx="3027">
                  <c:v>42050</c:v>
                </c:pt>
                <c:pt idx="3028">
                  <c:v>42051</c:v>
                </c:pt>
                <c:pt idx="3029">
                  <c:v>42052</c:v>
                </c:pt>
                <c:pt idx="3030">
                  <c:v>42053</c:v>
                </c:pt>
                <c:pt idx="3031">
                  <c:v>42054</c:v>
                </c:pt>
                <c:pt idx="3032">
                  <c:v>42055</c:v>
                </c:pt>
                <c:pt idx="3033">
                  <c:v>42056</c:v>
                </c:pt>
                <c:pt idx="3034">
                  <c:v>42057</c:v>
                </c:pt>
                <c:pt idx="3035">
                  <c:v>42058</c:v>
                </c:pt>
                <c:pt idx="3036">
                  <c:v>42059</c:v>
                </c:pt>
                <c:pt idx="3037">
                  <c:v>42060</c:v>
                </c:pt>
                <c:pt idx="3038">
                  <c:v>42061</c:v>
                </c:pt>
                <c:pt idx="3039">
                  <c:v>42062</c:v>
                </c:pt>
                <c:pt idx="3040">
                  <c:v>42063</c:v>
                </c:pt>
                <c:pt idx="3041">
                  <c:v>42064</c:v>
                </c:pt>
                <c:pt idx="3042">
                  <c:v>42065</c:v>
                </c:pt>
                <c:pt idx="3043">
                  <c:v>42066</c:v>
                </c:pt>
                <c:pt idx="3044">
                  <c:v>42067</c:v>
                </c:pt>
                <c:pt idx="3045">
                  <c:v>42068</c:v>
                </c:pt>
                <c:pt idx="3046">
                  <c:v>42069</c:v>
                </c:pt>
                <c:pt idx="3047">
                  <c:v>42070</c:v>
                </c:pt>
                <c:pt idx="3048">
                  <c:v>42071</c:v>
                </c:pt>
                <c:pt idx="3049">
                  <c:v>42072</c:v>
                </c:pt>
                <c:pt idx="3050">
                  <c:v>42073</c:v>
                </c:pt>
                <c:pt idx="3051">
                  <c:v>42074</c:v>
                </c:pt>
                <c:pt idx="3052">
                  <c:v>42075</c:v>
                </c:pt>
                <c:pt idx="3053">
                  <c:v>42076</c:v>
                </c:pt>
                <c:pt idx="3054">
                  <c:v>42077</c:v>
                </c:pt>
                <c:pt idx="3055">
                  <c:v>42078</c:v>
                </c:pt>
                <c:pt idx="3056">
                  <c:v>42079</c:v>
                </c:pt>
                <c:pt idx="3057">
                  <c:v>42080</c:v>
                </c:pt>
                <c:pt idx="3058">
                  <c:v>42081</c:v>
                </c:pt>
                <c:pt idx="3059">
                  <c:v>42082</c:v>
                </c:pt>
                <c:pt idx="3060">
                  <c:v>42083</c:v>
                </c:pt>
                <c:pt idx="3061">
                  <c:v>42084</c:v>
                </c:pt>
                <c:pt idx="3062">
                  <c:v>42085</c:v>
                </c:pt>
                <c:pt idx="3063">
                  <c:v>42086</c:v>
                </c:pt>
                <c:pt idx="3064">
                  <c:v>42087</c:v>
                </c:pt>
                <c:pt idx="3065">
                  <c:v>42088</c:v>
                </c:pt>
                <c:pt idx="3066">
                  <c:v>42089</c:v>
                </c:pt>
                <c:pt idx="3067">
                  <c:v>42090</c:v>
                </c:pt>
                <c:pt idx="3068">
                  <c:v>42091</c:v>
                </c:pt>
                <c:pt idx="3069">
                  <c:v>42092</c:v>
                </c:pt>
                <c:pt idx="3070">
                  <c:v>42093</c:v>
                </c:pt>
                <c:pt idx="3071">
                  <c:v>42094</c:v>
                </c:pt>
                <c:pt idx="3072">
                  <c:v>42095</c:v>
                </c:pt>
                <c:pt idx="3073">
                  <c:v>42096</c:v>
                </c:pt>
                <c:pt idx="3074">
                  <c:v>42097</c:v>
                </c:pt>
                <c:pt idx="3075">
                  <c:v>42098</c:v>
                </c:pt>
                <c:pt idx="3076">
                  <c:v>42099</c:v>
                </c:pt>
                <c:pt idx="3077">
                  <c:v>42100</c:v>
                </c:pt>
                <c:pt idx="3078">
                  <c:v>42101</c:v>
                </c:pt>
                <c:pt idx="3079">
                  <c:v>42102</c:v>
                </c:pt>
                <c:pt idx="3080">
                  <c:v>42103</c:v>
                </c:pt>
                <c:pt idx="3081">
                  <c:v>42104</c:v>
                </c:pt>
                <c:pt idx="3082">
                  <c:v>42105</c:v>
                </c:pt>
                <c:pt idx="3083">
                  <c:v>42106</c:v>
                </c:pt>
                <c:pt idx="3084">
                  <c:v>42107</c:v>
                </c:pt>
                <c:pt idx="3085">
                  <c:v>42108</c:v>
                </c:pt>
                <c:pt idx="3086">
                  <c:v>42109</c:v>
                </c:pt>
                <c:pt idx="3087">
                  <c:v>42110</c:v>
                </c:pt>
                <c:pt idx="3088">
                  <c:v>42111</c:v>
                </c:pt>
                <c:pt idx="3089">
                  <c:v>42112</c:v>
                </c:pt>
                <c:pt idx="3090">
                  <c:v>42113</c:v>
                </c:pt>
                <c:pt idx="3091">
                  <c:v>42114</c:v>
                </c:pt>
                <c:pt idx="3092">
                  <c:v>42115</c:v>
                </c:pt>
                <c:pt idx="3093">
                  <c:v>42116</c:v>
                </c:pt>
                <c:pt idx="3094">
                  <c:v>42117</c:v>
                </c:pt>
                <c:pt idx="3095">
                  <c:v>42118</c:v>
                </c:pt>
                <c:pt idx="3096">
                  <c:v>42119</c:v>
                </c:pt>
                <c:pt idx="3097">
                  <c:v>42120</c:v>
                </c:pt>
                <c:pt idx="3098">
                  <c:v>42121</c:v>
                </c:pt>
                <c:pt idx="3099">
                  <c:v>42122</c:v>
                </c:pt>
                <c:pt idx="3100">
                  <c:v>42123</c:v>
                </c:pt>
                <c:pt idx="3101">
                  <c:v>42124</c:v>
                </c:pt>
                <c:pt idx="3102">
                  <c:v>42125</c:v>
                </c:pt>
                <c:pt idx="3103">
                  <c:v>42126</c:v>
                </c:pt>
                <c:pt idx="3104">
                  <c:v>42127</c:v>
                </c:pt>
                <c:pt idx="3105">
                  <c:v>42128</c:v>
                </c:pt>
                <c:pt idx="3106">
                  <c:v>42129</c:v>
                </c:pt>
                <c:pt idx="3107">
                  <c:v>42130</c:v>
                </c:pt>
                <c:pt idx="3108">
                  <c:v>42131</c:v>
                </c:pt>
                <c:pt idx="3109">
                  <c:v>42132</c:v>
                </c:pt>
                <c:pt idx="3110">
                  <c:v>42133</c:v>
                </c:pt>
                <c:pt idx="3111">
                  <c:v>42134</c:v>
                </c:pt>
                <c:pt idx="3112">
                  <c:v>42135</c:v>
                </c:pt>
                <c:pt idx="3113">
                  <c:v>42136</c:v>
                </c:pt>
                <c:pt idx="3114">
                  <c:v>42137</c:v>
                </c:pt>
                <c:pt idx="3115">
                  <c:v>42138</c:v>
                </c:pt>
                <c:pt idx="3116">
                  <c:v>42139</c:v>
                </c:pt>
                <c:pt idx="3117">
                  <c:v>42140</c:v>
                </c:pt>
                <c:pt idx="3118">
                  <c:v>42141</c:v>
                </c:pt>
                <c:pt idx="3119">
                  <c:v>42142</c:v>
                </c:pt>
                <c:pt idx="3120">
                  <c:v>42143</c:v>
                </c:pt>
                <c:pt idx="3121">
                  <c:v>42144</c:v>
                </c:pt>
                <c:pt idx="3122">
                  <c:v>42145</c:v>
                </c:pt>
                <c:pt idx="3123">
                  <c:v>42146</c:v>
                </c:pt>
                <c:pt idx="3124">
                  <c:v>42147</c:v>
                </c:pt>
                <c:pt idx="3125">
                  <c:v>42148</c:v>
                </c:pt>
                <c:pt idx="3126">
                  <c:v>42149</c:v>
                </c:pt>
                <c:pt idx="3127">
                  <c:v>42150</c:v>
                </c:pt>
                <c:pt idx="3128">
                  <c:v>42151</c:v>
                </c:pt>
                <c:pt idx="3129">
                  <c:v>42152</c:v>
                </c:pt>
                <c:pt idx="3130">
                  <c:v>42153</c:v>
                </c:pt>
                <c:pt idx="3131">
                  <c:v>42154</c:v>
                </c:pt>
                <c:pt idx="3132">
                  <c:v>42155</c:v>
                </c:pt>
                <c:pt idx="3133">
                  <c:v>42156</c:v>
                </c:pt>
                <c:pt idx="3134">
                  <c:v>42157</c:v>
                </c:pt>
                <c:pt idx="3135">
                  <c:v>42158</c:v>
                </c:pt>
                <c:pt idx="3136">
                  <c:v>42159</c:v>
                </c:pt>
                <c:pt idx="3137">
                  <c:v>42160</c:v>
                </c:pt>
                <c:pt idx="3138">
                  <c:v>42161</c:v>
                </c:pt>
                <c:pt idx="3139">
                  <c:v>42162</c:v>
                </c:pt>
                <c:pt idx="3140">
                  <c:v>42163</c:v>
                </c:pt>
                <c:pt idx="3141">
                  <c:v>42164</c:v>
                </c:pt>
                <c:pt idx="3142">
                  <c:v>42165</c:v>
                </c:pt>
                <c:pt idx="3143">
                  <c:v>42166</c:v>
                </c:pt>
                <c:pt idx="3144">
                  <c:v>42167</c:v>
                </c:pt>
                <c:pt idx="3145">
                  <c:v>42168</c:v>
                </c:pt>
                <c:pt idx="3146">
                  <c:v>42169</c:v>
                </c:pt>
                <c:pt idx="3147">
                  <c:v>42170</c:v>
                </c:pt>
                <c:pt idx="3148">
                  <c:v>42171</c:v>
                </c:pt>
                <c:pt idx="3149">
                  <c:v>42172</c:v>
                </c:pt>
                <c:pt idx="3150">
                  <c:v>42173</c:v>
                </c:pt>
                <c:pt idx="3151">
                  <c:v>42174</c:v>
                </c:pt>
                <c:pt idx="3152">
                  <c:v>42175</c:v>
                </c:pt>
                <c:pt idx="3153">
                  <c:v>42176</c:v>
                </c:pt>
                <c:pt idx="3154">
                  <c:v>42177</c:v>
                </c:pt>
                <c:pt idx="3155">
                  <c:v>42178</c:v>
                </c:pt>
                <c:pt idx="3156">
                  <c:v>42179</c:v>
                </c:pt>
                <c:pt idx="3157">
                  <c:v>42180</c:v>
                </c:pt>
                <c:pt idx="3158">
                  <c:v>42181</c:v>
                </c:pt>
                <c:pt idx="3159">
                  <c:v>42182</c:v>
                </c:pt>
                <c:pt idx="3160">
                  <c:v>42183</c:v>
                </c:pt>
                <c:pt idx="3161">
                  <c:v>42184</c:v>
                </c:pt>
                <c:pt idx="3162">
                  <c:v>42185</c:v>
                </c:pt>
                <c:pt idx="3163">
                  <c:v>42186</c:v>
                </c:pt>
                <c:pt idx="3164">
                  <c:v>42187</c:v>
                </c:pt>
                <c:pt idx="3165">
                  <c:v>42188</c:v>
                </c:pt>
                <c:pt idx="3166">
                  <c:v>42189</c:v>
                </c:pt>
                <c:pt idx="3167">
                  <c:v>42190</c:v>
                </c:pt>
                <c:pt idx="3168">
                  <c:v>42191</c:v>
                </c:pt>
                <c:pt idx="3169">
                  <c:v>42192</c:v>
                </c:pt>
                <c:pt idx="3170">
                  <c:v>42193</c:v>
                </c:pt>
                <c:pt idx="3171">
                  <c:v>42194</c:v>
                </c:pt>
                <c:pt idx="3172">
                  <c:v>42195</c:v>
                </c:pt>
                <c:pt idx="3173">
                  <c:v>42196</c:v>
                </c:pt>
                <c:pt idx="3174">
                  <c:v>42197</c:v>
                </c:pt>
                <c:pt idx="3175">
                  <c:v>42198</c:v>
                </c:pt>
                <c:pt idx="3176">
                  <c:v>42199</c:v>
                </c:pt>
                <c:pt idx="3177">
                  <c:v>42200</c:v>
                </c:pt>
                <c:pt idx="3178">
                  <c:v>42201</c:v>
                </c:pt>
                <c:pt idx="3179">
                  <c:v>42202</c:v>
                </c:pt>
                <c:pt idx="3180">
                  <c:v>42203</c:v>
                </c:pt>
                <c:pt idx="3181">
                  <c:v>42204</c:v>
                </c:pt>
                <c:pt idx="3182">
                  <c:v>42205</c:v>
                </c:pt>
                <c:pt idx="3183">
                  <c:v>42206</c:v>
                </c:pt>
                <c:pt idx="3184">
                  <c:v>42207</c:v>
                </c:pt>
                <c:pt idx="3185">
                  <c:v>42208</c:v>
                </c:pt>
                <c:pt idx="3186">
                  <c:v>42209</c:v>
                </c:pt>
                <c:pt idx="3187">
                  <c:v>42210</c:v>
                </c:pt>
                <c:pt idx="3188">
                  <c:v>42211</c:v>
                </c:pt>
                <c:pt idx="3189">
                  <c:v>42212</c:v>
                </c:pt>
                <c:pt idx="3190">
                  <c:v>42213</c:v>
                </c:pt>
                <c:pt idx="3191">
                  <c:v>42214</c:v>
                </c:pt>
                <c:pt idx="3192">
                  <c:v>42215</c:v>
                </c:pt>
                <c:pt idx="3193">
                  <c:v>42216</c:v>
                </c:pt>
                <c:pt idx="3194">
                  <c:v>42217</c:v>
                </c:pt>
                <c:pt idx="3195">
                  <c:v>42218</c:v>
                </c:pt>
                <c:pt idx="3196">
                  <c:v>42219</c:v>
                </c:pt>
                <c:pt idx="3197">
                  <c:v>42220</c:v>
                </c:pt>
                <c:pt idx="3198">
                  <c:v>42221</c:v>
                </c:pt>
                <c:pt idx="3199">
                  <c:v>42222</c:v>
                </c:pt>
                <c:pt idx="3200">
                  <c:v>42223</c:v>
                </c:pt>
                <c:pt idx="3201">
                  <c:v>42224</c:v>
                </c:pt>
                <c:pt idx="3202">
                  <c:v>42225</c:v>
                </c:pt>
                <c:pt idx="3203">
                  <c:v>42226</c:v>
                </c:pt>
                <c:pt idx="3204">
                  <c:v>42227</c:v>
                </c:pt>
                <c:pt idx="3205">
                  <c:v>42228</c:v>
                </c:pt>
                <c:pt idx="3206">
                  <c:v>42229</c:v>
                </c:pt>
                <c:pt idx="3207">
                  <c:v>42230</c:v>
                </c:pt>
                <c:pt idx="3208">
                  <c:v>42231</c:v>
                </c:pt>
                <c:pt idx="3209">
                  <c:v>42232</c:v>
                </c:pt>
                <c:pt idx="3210">
                  <c:v>42233</c:v>
                </c:pt>
                <c:pt idx="3211">
                  <c:v>42234</c:v>
                </c:pt>
                <c:pt idx="3212">
                  <c:v>42235</c:v>
                </c:pt>
                <c:pt idx="3213">
                  <c:v>42236</c:v>
                </c:pt>
                <c:pt idx="3214">
                  <c:v>42237</c:v>
                </c:pt>
                <c:pt idx="3215">
                  <c:v>42238</c:v>
                </c:pt>
                <c:pt idx="3216">
                  <c:v>42239</c:v>
                </c:pt>
                <c:pt idx="3217">
                  <c:v>42240</c:v>
                </c:pt>
                <c:pt idx="3218">
                  <c:v>42241</c:v>
                </c:pt>
                <c:pt idx="3219">
                  <c:v>42242</c:v>
                </c:pt>
                <c:pt idx="3220">
                  <c:v>42243</c:v>
                </c:pt>
                <c:pt idx="3221">
                  <c:v>42244</c:v>
                </c:pt>
                <c:pt idx="3222">
                  <c:v>42245</c:v>
                </c:pt>
                <c:pt idx="3223">
                  <c:v>42246</c:v>
                </c:pt>
                <c:pt idx="3224">
                  <c:v>42247</c:v>
                </c:pt>
                <c:pt idx="3225">
                  <c:v>42248</c:v>
                </c:pt>
                <c:pt idx="3226">
                  <c:v>42249</c:v>
                </c:pt>
                <c:pt idx="3227">
                  <c:v>42250</c:v>
                </c:pt>
                <c:pt idx="3228">
                  <c:v>42251</c:v>
                </c:pt>
                <c:pt idx="3229">
                  <c:v>42252</c:v>
                </c:pt>
                <c:pt idx="3230">
                  <c:v>42253</c:v>
                </c:pt>
                <c:pt idx="3231">
                  <c:v>42254</c:v>
                </c:pt>
                <c:pt idx="3232">
                  <c:v>42255</c:v>
                </c:pt>
                <c:pt idx="3233">
                  <c:v>42256</c:v>
                </c:pt>
                <c:pt idx="3234">
                  <c:v>42257</c:v>
                </c:pt>
                <c:pt idx="3235">
                  <c:v>42258</c:v>
                </c:pt>
                <c:pt idx="3236">
                  <c:v>42259</c:v>
                </c:pt>
                <c:pt idx="3237">
                  <c:v>42260</c:v>
                </c:pt>
                <c:pt idx="3238">
                  <c:v>42261</c:v>
                </c:pt>
                <c:pt idx="3239">
                  <c:v>42262</c:v>
                </c:pt>
                <c:pt idx="3240">
                  <c:v>42263</c:v>
                </c:pt>
                <c:pt idx="3241">
                  <c:v>42264</c:v>
                </c:pt>
                <c:pt idx="3242">
                  <c:v>42265</c:v>
                </c:pt>
                <c:pt idx="3243">
                  <c:v>42266</c:v>
                </c:pt>
                <c:pt idx="3244">
                  <c:v>42267</c:v>
                </c:pt>
                <c:pt idx="3245">
                  <c:v>42268</c:v>
                </c:pt>
                <c:pt idx="3246">
                  <c:v>42269</c:v>
                </c:pt>
                <c:pt idx="3247">
                  <c:v>42270</c:v>
                </c:pt>
                <c:pt idx="3248">
                  <c:v>42271</c:v>
                </c:pt>
                <c:pt idx="3249">
                  <c:v>42272</c:v>
                </c:pt>
                <c:pt idx="3250">
                  <c:v>42273</c:v>
                </c:pt>
                <c:pt idx="3251">
                  <c:v>42274</c:v>
                </c:pt>
                <c:pt idx="3252">
                  <c:v>42275</c:v>
                </c:pt>
                <c:pt idx="3253">
                  <c:v>42276</c:v>
                </c:pt>
                <c:pt idx="3254">
                  <c:v>42277</c:v>
                </c:pt>
                <c:pt idx="3255">
                  <c:v>42278</c:v>
                </c:pt>
                <c:pt idx="3256">
                  <c:v>42279</c:v>
                </c:pt>
                <c:pt idx="3257">
                  <c:v>42280</c:v>
                </c:pt>
                <c:pt idx="3258">
                  <c:v>42281</c:v>
                </c:pt>
                <c:pt idx="3259">
                  <c:v>42282</c:v>
                </c:pt>
                <c:pt idx="3260">
                  <c:v>42283</c:v>
                </c:pt>
                <c:pt idx="3261">
                  <c:v>42284</c:v>
                </c:pt>
                <c:pt idx="3262">
                  <c:v>42285</c:v>
                </c:pt>
                <c:pt idx="3263">
                  <c:v>42286</c:v>
                </c:pt>
                <c:pt idx="3264">
                  <c:v>42287</c:v>
                </c:pt>
                <c:pt idx="3265">
                  <c:v>42288</c:v>
                </c:pt>
                <c:pt idx="3266">
                  <c:v>42289</c:v>
                </c:pt>
                <c:pt idx="3267">
                  <c:v>42290</c:v>
                </c:pt>
                <c:pt idx="3268">
                  <c:v>42291</c:v>
                </c:pt>
                <c:pt idx="3269">
                  <c:v>42292</c:v>
                </c:pt>
                <c:pt idx="3270">
                  <c:v>42293</c:v>
                </c:pt>
                <c:pt idx="3271">
                  <c:v>42294</c:v>
                </c:pt>
                <c:pt idx="3272">
                  <c:v>42295</c:v>
                </c:pt>
                <c:pt idx="3273">
                  <c:v>42296</c:v>
                </c:pt>
                <c:pt idx="3274">
                  <c:v>42297</c:v>
                </c:pt>
                <c:pt idx="3275">
                  <c:v>42298</c:v>
                </c:pt>
                <c:pt idx="3276">
                  <c:v>42299</c:v>
                </c:pt>
                <c:pt idx="3277">
                  <c:v>42300</c:v>
                </c:pt>
                <c:pt idx="3278">
                  <c:v>42301</c:v>
                </c:pt>
                <c:pt idx="3279">
                  <c:v>42302</c:v>
                </c:pt>
                <c:pt idx="3280">
                  <c:v>42303</c:v>
                </c:pt>
                <c:pt idx="3281">
                  <c:v>42304</c:v>
                </c:pt>
                <c:pt idx="3282">
                  <c:v>42305</c:v>
                </c:pt>
                <c:pt idx="3283">
                  <c:v>42306</c:v>
                </c:pt>
                <c:pt idx="3284">
                  <c:v>42307</c:v>
                </c:pt>
                <c:pt idx="3285">
                  <c:v>42308</c:v>
                </c:pt>
                <c:pt idx="3286">
                  <c:v>42309</c:v>
                </c:pt>
                <c:pt idx="3287">
                  <c:v>42310</c:v>
                </c:pt>
                <c:pt idx="3288">
                  <c:v>42311</c:v>
                </c:pt>
                <c:pt idx="3289">
                  <c:v>42312</c:v>
                </c:pt>
                <c:pt idx="3290">
                  <c:v>42313</c:v>
                </c:pt>
                <c:pt idx="3291">
                  <c:v>42314</c:v>
                </c:pt>
                <c:pt idx="3292">
                  <c:v>42315</c:v>
                </c:pt>
                <c:pt idx="3293">
                  <c:v>42316</c:v>
                </c:pt>
                <c:pt idx="3294">
                  <c:v>42317</c:v>
                </c:pt>
                <c:pt idx="3295">
                  <c:v>42318</c:v>
                </c:pt>
                <c:pt idx="3296">
                  <c:v>42319</c:v>
                </c:pt>
                <c:pt idx="3297">
                  <c:v>42320</c:v>
                </c:pt>
                <c:pt idx="3298">
                  <c:v>42321</c:v>
                </c:pt>
                <c:pt idx="3299">
                  <c:v>42322</c:v>
                </c:pt>
                <c:pt idx="3300">
                  <c:v>42323</c:v>
                </c:pt>
                <c:pt idx="3301">
                  <c:v>42324</c:v>
                </c:pt>
                <c:pt idx="3302">
                  <c:v>42325</c:v>
                </c:pt>
                <c:pt idx="3303">
                  <c:v>42326</c:v>
                </c:pt>
                <c:pt idx="3304">
                  <c:v>42327</c:v>
                </c:pt>
                <c:pt idx="3305">
                  <c:v>42328</c:v>
                </c:pt>
                <c:pt idx="3306">
                  <c:v>42329</c:v>
                </c:pt>
                <c:pt idx="3307">
                  <c:v>42330</c:v>
                </c:pt>
                <c:pt idx="3308">
                  <c:v>42331</c:v>
                </c:pt>
                <c:pt idx="3309">
                  <c:v>42332</c:v>
                </c:pt>
                <c:pt idx="3310">
                  <c:v>42333</c:v>
                </c:pt>
                <c:pt idx="3311">
                  <c:v>42334</c:v>
                </c:pt>
                <c:pt idx="3312">
                  <c:v>42335</c:v>
                </c:pt>
                <c:pt idx="3313">
                  <c:v>42336</c:v>
                </c:pt>
                <c:pt idx="3314">
                  <c:v>42337</c:v>
                </c:pt>
                <c:pt idx="3315">
                  <c:v>42338</c:v>
                </c:pt>
                <c:pt idx="3316">
                  <c:v>42339</c:v>
                </c:pt>
                <c:pt idx="3317">
                  <c:v>42340</c:v>
                </c:pt>
                <c:pt idx="3318">
                  <c:v>42341</c:v>
                </c:pt>
                <c:pt idx="3319">
                  <c:v>42342</c:v>
                </c:pt>
                <c:pt idx="3320">
                  <c:v>42343</c:v>
                </c:pt>
                <c:pt idx="3321">
                  <c:v>42344</c:v>
                </c:pt>
                <c:pt idx="3322">
                  <c:v>42345</c:v>
                </c:pt>
                <c:pt idx="3323">
                  <c:v>42346</c:v>
                </c:pt>
                <c:pt idx="3324">
                  <c:v>42347</c:v>
                </c:pt>
                <c:pt idx="3325">
                  <c:v>42348</c:v>
                </c:pt>
                <c:pt idx="3326">
                  <c:v>42349</c:v>
                </c:pt>
                <c:pt idx="3327">
                  <c:v>42350</c:v>
                </c:pt>
                <c:pt idx="3328">
                  <c:v>42351</c:v>
                </c:pt>
                <c:pt idx="3329">
                  <c:v>42352</c:v>
                </c:pt>
                <c:pt idx="3330">
                  <c:v>42353</c:v>
                </c:pt>
                <c:pt idx="3331">
                  <c:v>42354</c:v>
                </c:pt>
                <c:pt idx="3332">
                  <c:v>42355</c:v>
                </c:pt>
                <c:pt idx="3333">
                  <c:v>42356</c:v>
                </c:pt>
                <c:pt idx="3334">
                  <c:v>42357</c:v>
                </c:pt>
                <c:pt idx="3335">
                  <c:v>42358</c:v>
                </c:pt>
                <c:pt idx="3336">
                  <c:v>42359</c:v>
                </c:pt>
                <c:pt idx="3337">
                  <c:v>42360</c:v>
                </c:pt>
                <c:pt idx="3338">
                  <c:v>42361</c:v>
                </c:pt>
                <c:pt idx="3339">
                  <c:v>42362</c:v>
                </c:pt>
                <c:pt idx="3340">
                  <c:v>42363</c:v>
                </c:pt>
                <c:pt idx="3341">
                  <c:v>42364</c:v>
                </c:pt>
                <c:pt idx="3342">
                  <c:v>42365</c:v>
                </c:pt>
                <c:pt idx="3343">
                  <c:v>42366</c:v>
                </c:pt>
                <c:pt idx="3344">
                  <c:v>42367</c:v>
                </c:pt>
                <c:pt idx="3345">
                  <c:v>42368</c:v>
                </c:pt>
                <c:pt idx="3346">
                  <c:v>42369</c:v>
                </c:pt>
                <c:pt idx="3347">
                  <c:v>42370</c:v>
                </c:pt>
                <c:pt idx="3348">
                  <c:v>42371</c:v>
                </c:pt>
                <c:pt idx="3349">
                  <c:v>42372</c:v>
                </c:pt>
                <c:pt idx="3350">
                  <c:v>42373</c:v>
                </c:pt>
                <c:pt idx="3351">
                  <c:v>42374</c:v>
                </c:pt>
                <c:pt idx="3352">
                  <c:v>42375</c:v>
                </c:pt>
                <c:pt idx="3353">
                  <c:v>42376</c:v>
                </c:pt>
                <c:pt idx="3354">
                  <c:v>42377</c:v>
                </c:pt>
                <c:pt idx="3355">
                  <c:v>42378</c:v>
                </c:pt>
                <c:pt idx="3356">
                  <c:v>42379</c:v>
                </c:pt>
                <c:pt idx="3357">
                  <c:v>42380</c:v>
                </c:pt>
                <c:pt idx="3358">
                  <c:v>42381</c:v>
                </c:pt>
                <c:pt idx="3359">
                  <c:v>42382</c:v>
                </c:pt>
                <c:pt idx="3360">
                  <c:v>42383</c:v>
                </c:pt>
                <c:pt idx="3361">
                  <c:v>42384</c:v>
                </c:pt>
                <c:pt idx="3362">
                  <c:v>42385</c:v>
                </c:pt>
                <c:pt idx="3363">
                  <c:v>42386</c:v>
                </c:pt>
                <c:pt idx="3364">
                  <c:v>42387</c:v>
                </c:pt>
                <c:pt idx="3365">
                  <c:v>42388</c:v>
                </c:pt>
                <c:pt idx="3366">
                  <c:v>42389</c:v>
                </c:pt>
                <c:pt idx="3367">
                  <c:v>42390</c:v>
                </c:pt>
                <c:pt idx="3368">
                  <c:v>42391</c:v>
                </c:pt>
                <c:pt idx="3369">
                  <c:v>42392</c:v>
                </c:pt>
                <c:pt idx="3370">
                  <c:v>42393</c:v>
                </c:pt>
                <c:pt idx="3371">
                  <c:v>42394</c:v>
                </c:pt>
                <c:pt idx="3372">
                  <c:v>42395</c:v>
                </c:pt>
                <c:pt idx="3373">
                  <c:v>42396</c:v>
                </c:pt>
                <c:pt idx="3374">
                  <c:v>42397</c:v>
                </c:pt>
                <c:pt idx="3375">
                  <c:v>42398</c:v>
                </c:pt>
                <c:pt idx="3376">
                  <c:v>42399</c:v>
                </c:pt>
                <c:pt idx="3377">
                  <c:v>42400</c:v>
                </c:pt>
                <c:pt idx="3378">
                  <c:v>42401</c:v>
                </c:pt>
                <c:pt idx="3379">
                  <c:v>42402</c:v>
                </c:pt>
                <c:pt idx="3380">
                  <c:v>42403</c:v>
                </c:pt>
                <c:pt idx="3381">
                  <c:v>42404</c:v>
                </c:pt>
                <c:pt idx="3382">
                  <c:v>42405</c:v>
                </c:pt>
                <c:pt idx="3383">
                  <c:v>42406</c:v>
                </c:pt>
                <c:pt idx="3384">
                  <c:v>42407</c:v>
                </c:pt>
                <c:pt idx="3385">
                  <c:v>42408</c:v>
                </c:pt>
                <c:pt idx="3386">
                  <c:v>42409</c:v>
                </c:pt>
                <c:pt idx="3387">
                  <c:v>42410</c:v>
                </c:pt>
                <c:pt idx="3388">
                  <c:v>42411</c:v>
                </c:pt>
                <c:pt idx="3389">
                  <c:v>42412</c:v>
                </c:pt>
                <c:pt idx="3390">
                  <c:v>42413</c:v>
                </c:pt>
                <c:pt idx="3391">
                  <c:v>42414</c:v>
                </c:pt>
                <c:pt idx="3392">
                  <c:v>42415</c:v>
                </c:pt>
                <c:pt idx="3393">
                  <c:v>42416</c:v>
                </c:pt>
                <c:pt idx="3394">
                  <c:v>42417</c:v>
                </c:pt>
                <c:pt idx="3395">
                  <c:v>42418</c:v>
                </c:pt>
                <c:pt idx="3396">
                  <c:v>42419</c:v>
                </c:pt>
                <c:pt idx="3397">
                  <c:v>42420</c:v>
                </c:pt>
                <c:pt idx="3398">
                  <c:v>42421</c:v>
                </c:pt>
                <c:pt idx="3399">
                  <c:v>42422</c:v>
                </c:pt>
                <c:pt idx="3400">
                  <c:v>42423</c:v>
                </c:pt>
                <c:pt idx="3401">
                  <c:v>42424</c:v>
                </c:pt>
                <c:pt idx="3402">
                  <c:v>42425</c:v>
                </c:pt>
                <c:pt idx="3403">
                  <c:v>42426</c:v>
                </c:pt>
                <c:pt idx="3404">
                  <c:v>42427</c:v>
                </c:pt>
                <c:pt idx="3405">
                  <c:v>42428</c:v>
                </c:pt>
                <c:pt idx="3406">
                  <c:v>42429</c:v>
                </c:pt>
                <c:pt idx="3407">
                  <c:v>42430</c:v>
                </c:pt>
                <c:pt idx="3408">
                  <c:v>42431</c:v>
                </c:pt>
                <c:pt idx="3409">
                  <c:v>42432</c:v>
                </c:pt>
                <c:pt idx="3410">
                  <c:v>42433</c:v>
                </c:pt>
                <c:pt idx="3411">
                  <c:v>42434</c:v>
                </c:pt>
                <c:pt idx="3412">
                  <c:v>42435</c:v>
                </c:pt>
                <c:pt idx="3413">
                  <c:v>42436</c:v>
                </c:pt>
                <c:pt idx="3414">
                  <c:v>42437</c:v>
                </c:pt>
                <c:pt idx="3415">
                  <c:v>42438</c:v>
                </c:pt>
                <c:pt idx="3416">
                  <c:v>42439</c:v>
                </c:pt>
                <c:pt idx="3417">
                  <c:v>42440</c:v>
                </c:pt>
                <c:pt idx="3418">
                  <c:v>42441</c:v>
                </c:pt>
                <c:pt idx="3419">
                  <c:v>42442</c:v>
                </c:pt>
                <c:pt idx="3420">
                  <c:v>42443</c:v>
                </c:pt>
                <c:pt idx="3421">
                  <c:v>42444</c:v>
                </c:pt>
                <c:pt idx="3422">
                  <c:v>42445</c:v>
                </c:pt>
                <c:pt idx="3423">
                  <c:v>42446</c:v>
                </c:pt>
                <c:pt idx="3424">
                  <c:v>42447</c:v>
                </c:pt>
                <c:pt idx="3425">
                  <c:v>42448</c:v>
                </c:pt>
                <c:pt idx="3426">
                  <c:v>42449</c:v>
                </c:pt>
                <c:pt idx="3427">
                  <c:v>42450</c:v>
                </c:pt>
                <c:pt idx="3428">
                  <c:v>42451</c:v>
                </c:pt>
                <c:pt idx="3429">
                  <c:v>42452</c:v>
                </c:pt>
                <c:pt idx="3430">
                  <c:v>42453</c:v>
                </c:pt>
                <c:pt idx="3431">
                  <c:v>42454</c:v>
                </c:pt>
                <c:pt idx="3432">
                  <c:v>42455</c:v>
                </c:pt>
                <c:pt idx="3433">
                  <c:v>42456</c:v>
                </c:pt>
                <c:pt idx="3434">
                  <c:v>42457</c:v>
                </c:pt>
                <c:pt idx="3435">
                  <c:v>42458</c:v>
                </c:pt>
                <c:pt idx="3436">
                  <c:v>42459</c:v>
                </c:pt>
                <c:pt idx="3437">
                  <c:v>42460</c:v>
                </c:pt>
                <c:pt idx="3438">
                  <c:v>42461</c:v>
                </c:pt>
                <c:pt idx="3439">
                  <c:v>42462</c:v>
                </c:pt>
                <c:pt idx="3440">
                  <c:v>42463</c:v>
                </c:pt>
                <c:pt idx="3441">
                  <c:v>42464</c:v>
                </c:pt>
                <c:pt idx="3442">
                  <c:v>42465</c:v>
                </c:pt>
                <c:pt idx="3443">
                  <c:v>42466</c:v>
                </c:pt>
                <c:pt idx="3444">
                  <c:v>42467</c:v>
                </c:pt>
                <c:pt idx="3445">
                  <c:v>42468</c:v>
                </c:pt>
                <c:pt idx="3446">
                  <c:v>42469</c:v>
                </c:pt>
                <c:pt idx="3447">
                  <c:v>42470</c:v>
                </c:pt>
                <c:pt idx="3448">
                  <c:v>42471</c:v>
                </c:pt>
                <c:pt idx="3449">
                  <c:v>42472</c:v>
                </c:pt>
                <c:pt idx="3450">
                  <c:v>42473</c:v>
                </c:pt>
                <c:pt idx="3451">
                  <c:v>42474</c:v>
                </c:pt>
                <c:pt idx="3452">
                  <c:v>42475</c:v>
                </c:pt>
                <c:pt idx="3453">
                  <c:v>42476</c:v>
                </c:pt>
                <c:pt idx="3454">
                  <c:v>42477</c:v>
                </c:pt>
                <c:pt idx="3455">
                  <c:v>42478</c:v>
                </c:pt>
                <c:pt idx="3456">
                  <c:v>42479</c:v>
                </c:pt>
                <c:pt idx="3457">
                  <c:v>42480</c:v>
                </c:pt>
                <c:pt idx="3458">
                  <c:v>42481</c:v>
                </c:pt>
                <c:pt idx="3459">
                  <c:v>42482</c:v>
                </c:pt>
                <c:pt idx="3460">
                  <c:v>42483</c:v>
                </c:pt>
                <c:pt idx="3461">
                  <c:v>42484</c:v>
                </c:pt>
                <c:pt idx="3462">
                  <c:v>42485</c:v>
                </c:pt>
                <c:pt idx="3463">
                  <c:v>42486</c:v>
                </c:pt>
                <c:pt idx="3464">
                  <c:v>42487</c:v>
                </c:pt>
                <c:pt idx="3465">
                  <c:v>42488</c:v>
                </c:pt>
                <c:pt idx="3466">
                  <c:v>42489</c:v>
                </c:pt>
                <c:pt idx="3467">
                  <c:v>42490</c:v>
                </c:pt>
                <c:pt idx="3468">
                  <c:v>42491</c:v>
                </c:pt>
                <c:pt idx="3469">
                  <c:v>42492</c:v>
                </c:pt>
                <c:pt idx="3470">
                  <c:v>42493</c:v>
                </c:pt>
                <c:pt idx="3471">
                  <c:v>42494</c:v>
                </c:pt>
                <c:pt idx="3472">
                  <c:v>42495</c:v>
                </c:pt>
                <c:pt idx="3473">
                  <c:v>42496</c:v>
                </c:pt>
                <c:pt idx="3474">
                  <c:v>42497</c:v>
                </c:pt>
                <c:pt idx="3475">
                  <c:v>42498</c:v>
                </c:pt>
                <c:pt idx="3476">
                  <c:v>42499</c:v>
                </c:pt>
                <c:pt idx="3477">
                  <c:v>42500</c:v>
                </c:pt>
                <c:pt idx="3478">
                  <c:v>42501</c:v>
                </c:pt>
                <c:pt idx="3479">
                  <c:v>42502</c:v>
                </c:pt>
                <c:pt idx="3480">
                  <c:v>42503</c:v>
                </c:pt>
                <c:pt idx="3481">
                  <c:v>42504</c:v>
                </c:pt>
                <c:pt idx="3482">
                  <c:v>42505</c:v>
                </c:pt>
                <c:pt idx="3483">
                  <c:v>42506</c:v>
                </c:pt>
                <c:pt idx="3484">
                  <c:v>42507</c:v>
                </c:pt>
                <c:pt idx="3485">
                  <c:v>42508</c:v>
                </c:pt>
                <c:pt idx="3486">
                  <c:v>42509</c:v>
                </c:pt>
                <c:pt idx="3487">
                  <c:v>42510</c:v>
                </c:pt>
                <c:pt idx="3488">
                  <c:v>42511</c:v>
                </c:pt>
                <c:pt idx="3489">
                  <c:v>42512</c:v>
                </c:pt>
                <c:pt idx="3490">
                  <c:v>42513</c:v>
                </c:pt>
                <c:pt idx="3491">
                  <c:v>42514</c:v>
                </c:pt>
                <c:pt idx="3492">
                  <c:v>42515</c:v>
                </c:pt>
                <c:pt idx="3493">
                  <c:v>42516</c:v>
                </c:pt>
                <c:pt idx="3494">
                  <c:v>42517</c:v>
                </c:pt>
                <c:pt idx="3495">
                  <c:v>42518</c:v>
                </c:pt>
                <c:pt idx="3496">
                  <c:v>42519</c:v>
                </c:pt>
                <c:pt idx="3497">
                  <c:v>42520</c:v>
                </c:pt>
                <c:pt idx="3498">
                  <c:v>42521</c:v>
                </c:pt>
                <c:pt idx="3499">
                  <c:v>42522</c:v>
                </c:pt>
                <c:pt idx="3500">
                  <c:v>42523</c:v>
                </c:pt>
                <c:pt idx="3501">
                  <c:v>42524</c:v>
                </c:pt>
                <c:pt idx="3502">
                  <c:v>42525</c:v>
                </c:pt>
                <c:pt idx="3503">
                  <c:v>42526</c:v>
                </c:pt>
                <c:pt idx="3504">
                  <c:v>42527</c:v>
                </c:pt>
                <c:pt idx="3505">
                  <c:v>42528</c:v>
                </c:pt>
                <c:pt idx="3506">
                  <c:v>42529</c:v>
                </c:pt>
                <c:pt idx="3507">
                  <c:v>42530</c:v>
                </c:pt>
                <c:pt idx="3508">
                  <c:v>42531</c:v>
                </c:pt>
                <c:pt idx="3509">
                  <c:v>42532</c:v>
                </c:pt>
                <c:pt idx="3510">
                  <c:v>42533</c:v>
                </c:pt>
                <c:pt idx="3511">
                  <c:v>42534</c:v>
                </c:pt>
                <c:pt idx="3512">
                  <c:v>42535</c:v>
                </c:pt>
                <c:pt idx="3513">
                  <c:v>42536</c:v>
                </c:pt>
                <c:pt idx="3514">
                  <c:v>42537</c:v>
                </c:pt>
                <c:pt idx="3515">
                  <c:v>42538</c:v>
                </c:pt>
                <c:pt idx="3516">
                  <c:v>42539</c:v>
                </c:pt>
                <c:pt idx="3517">
                  <c:v>42540</c:v>
                </c:pt>
                <c:pt idx="3518">
                  <c:v>42541</c:v>
                </c:pt>
                <c:pt idx="3519">
                  <c:v>42542</c:v>
                </c:pt>
                <c:pt idx="3520">
                  <c:v>42543</c:v>
                </c:pt>
                <c:pt idx="3521">
                  <c:v>42544</c:v>
                </c:pt>
                <c:pt idx="3522">
                  <c:v>42545</c:v>
                </c:pt>
                <c:pt idx="3523">
                  <c:v>42546</c:v>
                </c:pt>
                <c:pt idx="3524">
                  <c:v>42547</c:v>
                </c:pt>
                <c:pt idx="3525">
                  <c:v>42548</c:v>
                </c:pt>
                <c:pt idx="3526">
                  <c:v>42549</c:v>
                </c:pt>
                <c:pt idx="3527">
                  <c:v>42550</c:v>
                </c:pt>
                <c:pt idx="3528">
                  <c:v>42551</c:v>
                </c:pt>
                <c:pt idx="3529">
                  <c:v>42552</c:v>
                </c:pt>
                <c:pt idx="3530">
                  <c:v>42553</c:v>
                </c:pt>
                <c:pt idx="3531">
                  <c:v>42554</c:v>
                </c:pt>
                <c:pt idx="3532">
                  <c:v>42555</c:v>
                </c:pt>
                <c:pt idx="3533">
                  <c:v>42556</c:v>
                </c:pt>
                <c:pt idx="3534">
                  <c:v>42557</c:v>
                </c:pt>
                <c:pt idx="3535">
                  <c:v>42558</c:v>
                </c:pt>
                <c:pt idx="3536">
                  <c:v>42559</c:v>
                </c:pt>
                <c:pt idx="3537">
                  <c:v>42560</c:v>
                </c:pt>
                <c:pt idx="3538">
                  <c:v>42561</c:v>
                </c:pt>
                <c:pt idx="3539">
                  <c:v>42562</c:v>
                </c:pt>
                <c:pt idx="3540">
                  <c:v>42563</c:v>
                </c:pt>
                <c:pt idx="3541">
                  <c:v>42564</c:v>
                </c:pt>
                <c:pt idx="3542">
                  <c:v>42565</c:v>
                </c:pt>
                <c:pt idx="3543">
                  <c:v>42566</c:v>
                </c:pt>
                <c:pt idx="3544">
                  <c:v>42567</c:v>
                </c:pt>
                <c:pt idx="3545">
                  <c:v>42568</c:v>
                </c:pt>
                <c:pt idx="3546">
                  <c:v>42569</c:v>
                </c:pt>
                <c:pt idx="3547">
                  <c:v>42570</c:v>
                </c:pt>
                <c:pt idx="3548">
                  <c:v>42571</c:v>
                </c:pt>
                <c:pt idx="3549">
                  <c:v>42572</c:v>
                </c:pt>
                <c:pt idx="3550">
                  <c:v>42573</c:v>
                </c:pt>
                <c:pt idx="3551">
                  <c:v>42574</c:v>
                </c:pt>
                <c:pt idx="3552">
                  <c:v>42575</c:v>
                </c:pt>
                <c:pt idx="3553">
                  <c:v>42576</c:v>
                </c:pt>
                <c:pt idx="3554">
                  <c:v>42577</c:v>
                </c:pt>
                <c:pt idx="3555">
                  <c:v>42578</c:v>
                </c:pt>
                <c:pt idx="3556">
                  <c:v>42579</c:v>
                </c:pt>
                <c:pt idx="3557">
                  <c:v>42580</c:v>
                </c:pt>
                <c:pt idx="3558">
                  <c:v>42581</c:v>
                </c:pt>
                <c:pt idx="3559">
                  <c:v>42582</c:v>
                </c:pt>
                <c:pt idx="3560">
                  <c:v>42583</c:v>
                </c:pt>
                <c:pt idx="3561">
                  <c:v>42584</c:v>
                </c:pt>
                <c:pt idx="3562">
                  <c:v>42585</c:v>
                </c:pt>
                <c:pt idx="3563">
                  <c:v>42586</c:v>
                </c:pt>
                <c:pt idx="3564">
                  <c:v>42587</c:v>
                </c:pt>
                <c:pt idx="3565">
                  <c:v>42588</c:v>
                </c:pt>
                <c:pt idx="3566">
                  <c:v>42589</c:v>
                </c:pt>
                <c:pt idx="3567">
                  <c:v>42590</c:v>
                </c:pt>
                <c:pt idx="3568">
                  <c:v>42591</c:v>
                </c:pt>
                <c:pt idx="3569">
                  <c:v>42592</c:v>
                </c:pt>
                <c:pt idx="3570">
                  <c:v>42593</c:v>
                </c:pt>
                <c:pt idx="3571">
                  <c:v>42594</c:v>
                </c:pt>
                <c:pt idx="3572">
                  <c:v>42595</c:v>
                </c:pt>
                <c:pt idx="3573">
                  <c:v>42596</c:v>
                </c:pt>
                <c:pt idx="3574">
                  <c:v>42597</c:v>
                </c:pt>
                <c:pt idx="3575">
                  <c:v>42598</c:v>
                </c:pt>
                <c:pt idx="3576">
                  <c:v>42599</c:v>
                </c:pt>
                <c:pt idx="3577">
                  <c:v>42600</c:v>
                </c:pt>
                <c:pt idx="3578">
                  <c:v>42601</c:v>
                </c:pt>
                <c:pt idx="3579">
                  <c:v>42602</c:v>
                </c:pt>
                <c:pt idx="3580">
                  <c:v>42603</c:v>
                </c:pt>
                <c:pt idx="3581">
                  <c:v>42604</c:v>
                </c:pt>
                <c:pt idx="3582">
                  <c:v>42605</c:v>
                </c:pt>
                <c:pt idx="3583">
                  <c:v>42606</c:v>
                </c:pt>
                <c:pt idx="3584">
                  <c:v>42607</c:v>
                </c:pt>
                <c:pt idx="3585">
                  <c:v>42608</c:v>
                </c:pt>
                <c:pt idx="3586">
                  <c:v>42609</c:v>
                </c:pt>
                <c:pt idx="3587">
                  <c:v>42610</c:v>
                </c:pt>
                <c:pt idx="3588">
                  <c:v>42611</c:v>
                </c:pt>
                <c:pt idx="3589">
                  <c:v>42612</c:v>
                </c:pt>
                <c:pt idx="3590">
                  <c:v>42613</c:v>
                </c:pt>
                <c:pt idx="3591">
                  <c:v>42614</c:v>
                </c:pt>
                <c:pt idx="3592">
                  <c:v>42615</c:v>
                </c:pt>
                <c:pt idx="3593">
                  <c:v>42616</c:v>
                </c:pt>
                <c:pt idx="3594">
                  <c:v>42617</c:v>
                </c:pt>
                <c:pt idx="3595">
                  <c:v>42618</c:v>
                </c:pt>
                <c:pt idx="3596">
                  <c:v>42619</c:v>
                </c:pt>
                <c:pt idx="3597">
                  <c:v>42620</c:v>
                </c:pt>
                <c:pt idx="3598">
                  <c:v>42621</c:v>
                </c:pt>
                <c:pt idx="3599">
                  <c:v>42622</c:v>
                </c:pt>
                <c:pt idx="3600">
                  <c:v>42623</c:v>
                </c:pt>
                <c:pt idx="3601">
                  <c:v>42624</c:v>
                </c:pt>
                <c:pt idx="3602">
                  <c:v>42625</c:v>
                </c:pt>
                <c:pt idx="3603">
                  <c:v>42626</c:v>
                </c:pt>
                <c:pt idx="3604">
                  <c:v>42627</c:v>
                </c:pt>
                <c:pt idx="3605">
                  <c:v>42628</c:v>
                </c:pt>
                <c:pt idx="3606">
                  <c:v>42629</c:v>
                </c:pt>
                <c:pt idx="3607">
                  <c:v>42630</c:v>
                </c:pt>
                <c:pt idx="3608">
                  <c:v>42631</c:v>
                </c:pt>
                <c:pt idx="3609">
                  <c:v>42632</c:v>
                </c:pt>
                <c:pt idx="3610">
                  <c:v>42633</c:v>
                </c:pt>
                <c:pt idx="3611">
                  <c:v>42634</c:v>
                </c:pt>
                <c:pt idx="3612">
                  <c:v>42635</c:v>
                </c:pt>
                <c:pt idx="3613">
                  <c:v>42636</c:v>
                </c:pt>
                <c:pt idx="3614">
                  <c:v>42637</c:v>
                </c:pt>
                <c:pt idx="3615">
                  <c:v>42638</c:v>
                </c:pt>
                <c:pt idx="3616">
                  <c:v>42639</c:v>
                </c:pt>
                <c:pt idx="3617">
                  <c:v>42640</c:v>
                </c:pt>
                <c:pt idx="3618">
                  <c:v>42641</c:v>
                </c:pt>
                <c:pt idx="3619">
                  <c:v>42642</c:v>
                </c:pt>
                <c:pt idx="3620">
                  <c:v>42643</c:v>
                </c:pt>
                <c:pt idx="3621">
                  <c:v>42644</c:v>
                </c:pt>
                <c:pt idx="3622">
                  <c:v>42645</c:v>
                </c:pt>
                <c:pt idx="3623">
                  <c:v>42646</c:v>
                </c:pt>
                <c:pt idx="3624">
                  <c:v>42647</c:v>
                </c:pt>
                <c:pt idx="3625">
                  <c:v>42648</c:v>
                </c:pt>
                <c:pt idx="3626">
                  <c:v>42649</c:v>
                </c:pt>
                <c:pt idx="3627">
                  <c:v>42650</c:v>
                </c:pt>
                <c:pt idx="3628">
                  <c:v>42651</c:v>
                </c:pt>
                <c:pt idx="3629">
                  <c:v>42652</c:v>
                </c:pt>
                <c:pt idx="3630">
                  <c:v>42653</c:v>
                </c:pt>
                <c:pt idx="3631">
                  <c:v>42654</c:v>
                </c:pt>
                <c:pt idx="3632">
                  <c:v>42655</c:v>
                </c:pt>
                <c:pt idx="3633">
                  <c:v>42656</c:v>
                </c:pt>
                <c:pt idx="3634">
                  <c:v>42657</c:v>
                </c:pt>
                <c:pt idx="3635">
                  <c:v>42658</c:v>
                </c:pt>
                <c:pt idx="3636">
                  <c:v>42659</c:v>
                </c:pt>
                <c:pt idx="3637">
                  <c:v>42660</c:v>
                </c:pt>
                <c:pt idx="3638">
                  <c:v>42661</c:v>
                </c:pt>
                <c:pt idx="3639">
                  <c:v>42662</c:v>
                </c:pt>
                <c:pt idx="3640">
                  <c:v>42663</c:v>
                </c:pt>
                <c:pt idx="3641">
                  <c:v>42664</c:v>
                </c:pt>
                <c:pt idx="3642">
                  <c:v>42665</c:v>
                </c:pt>
                <c:pt idx="3643">
                  <c:v>42666</c:v>
                </c:pt>
                <c:pt idx="3644">
                  <c:v>42667</c:v>
                </c:pt>
                <c:pt idx="3645">
                  <c:v>42668</c:v>
                </c:pt>
                <c:pt idx="3646">
                  <c:v>42669</c:v>
                </c:pt>
                <c:pt idx="3647">
                  <c:v>42670</c:v>
                </c:pt>
                <c:pt idx="3648">
                  <c:v>42671</c:v>
                </c:pt>
                <c:pt idx="3649">
                  <c:v>42672</c:v>
                </c:pt>
                <c:pt idx="3650">
                  <c:v>42673</c:v>
                </c:pt>
                <c:pt idx="3651">
                  <c:v>42674</c:v>
                </c:pt>
                <c:pt idx="3652">
                  <c:v>42675</c:v>
                </c:pt>
                <c:pt idx="3653">
                  <c:v>42676</c:v>
                </c:pt>
                <c:pt idx="3654">
                  <c:v>42677</c:v>
                </c:pt>
                <c:pt idx="3655">
                  <c:v>42678</c:v>
                </c:pt>
                <c:pt idx="3656">
                  <c:v>42679</c:v>
                </c:pt>
                <c:pt idx="3657">
                  <c:v>42680</c:v>
                </c:pt>
                <c:pt idx="3658">
                  <c:v>42681</c:v>
                </c:pt>
                <c:pt idx="3659">
                  <c:v>42682</c:v>
                </c:pt>
                <c:pt idx="3660">
                  <c:v>42683</c:v>
                </c:pt>
                <c:pt idx="3661">
                  <c:v>42684</c:v>
                </c:pt>
                <c:pt idx="3662">
                  <c:v>42685</c:v>
                </c:pt>
                <c:pt idx="3663">
                  <c:v>42686</c:v>
                </c:pt>
                <c:pt idx="3664">
                  <c:v>42687</c:v>
                </c:pt>
                <c:pt idx="3665">
                  <c:v>42688</c:v>
                </c:pt>
                <c:pt idx="3666">
                  <c:v>42689</c:v>
                </c:pt>
                <c:pt idx="3667">
                  <c:v>42690</c:v>
                </c:pt>
                <c:pt idx="3668">
                  <c:v>42691</c:v>
                </c:pt>
                <c:pt idx="3669">
                  <c:v>42692</c:v>
                </c:pt>
                <c:pt idx="3670">
                  <c:v>42693</c:v>
                </c:pt>
                <c:pt idx="3671">
                  <c:v>42694</c:v>
                </c:pt>
                <c:pt idx="3672">
                  <c:v>42695</c:v>
                </c:pt>
                <c:pt idx="3673">
                  <c:v>42696</c:v>
                </c:pt>
                <c:pt idx="3674">
                  <c:v>42697</c:v>
                </c:pt>
                <c:pt idx="3675">
                  <c:v>42698</c:v>
                </c:pt>
                <c:pt idx="3676">
                  <c:v>42699</c:v>
                </c:pt>
                <c:pt idx="3677">
                  <c:v>42700</c:v>
                </c:pt>
                <c:pt idx="3678">
                  <c:v>42701</c:v>
                </c:pt>
                <c:pt idx="3679">
                  <c:v>42702</c:v>
                </c:pt>
                <c:pt idx="3680">
                  <c:v>42703</c:v>
                </c:pt>
                <c:pt idx="3681">
                  <c:v>42704</c:v>
                </c:pt>
                <c:pt idx="3682">
                  <c:v>42705</c:v>
                </c:pt>
                <c:pt idx="3683">
                  <c:v>42706</c:v>
                </c:pt>
                <c:pt idx="3684">
                  <c:v>42707</c:v>
                </c:pt>
                <c:pt idx="3685">
                  <c:v>42708</c:v>
                </c:pt>
                <c:pt idx="3686">
                  <c:v>42709</c:v>
                </c:pt>
                <c:pt idx="3687">
                  <c:v>42710</c:v>
                </c:pt>
                <c:pt idx="3688">
                  <c:v>42711</c:v>
                </c:pt>
                <c:pt idx="3689">
                  <c:v>42712</c:v>
                </c:pt>
                <c:pt idx="3690">
                  <c:v>42713</c:v>
                </c:pt>
                <c:pt idx="3691">
                  <c:v>42714</c:v>
                </c:pt>
                <c:pt idx="3692">
                  <c:v>42715</c:v>
                </c:pt>
                <c:pt idx="3693">
                  <c:v>42716</c:v>
                </c:pt>
                <c:pt idx="3694">
                  <c:v>42717</c:v>
                </c:pt>
                <c:pt idx="3695">
                  <c:v>42718</c:v>
                </c:pt>
                <c:pt idx="3696">
                  <c:v>42719</c:v>
                </c:pt>
                <c:pt idx="3697">
                  <c:v>42720</c:v>
                </c:pt>
                <c:pt idx="3698">
                  <c:v>42721</c:v>
                </c:pt>
                <c:pt idx="3699">
                  <c:v>42722</c:v>
                </c:pt>
                <c:pt idx="3700">
                  <c:v>42723</c:v>
                </c:pt>
                <c:pt idx="3701">
                  <c:v>42724</c:v>
                </c:pt>
                <c:pt idx="3702">
                  <c:v>42725</c:v>
                </c:pt>
                <c:pt idx="3703">
                  <c:v>42726</c:v>
                </c:pt>
                <c:pt idx="3704">
                  <c:v>42727</c:v>
                </c:pt>
                <c:pt idx="3705">
                  <c:v>42728</c:v>
                </c:pt>
                <c:pt idx="3706">
                  <c:v>42729</c:v>
                </c:pt>
                <c:pt idx="3707">
                  <c:v>42730</c:v>
                </c:pt>
                <c:pt idx="3708">
                  <c:v>42731</c:v>
                </c:pt>
                <c:pt idx="3709">
                  <c:v>42732</c:v>
                </c:pt>
                <c:pt idx="3710">
                  <c:v>42733</c:v>
                </c:pt>
                <c:pt idx="3711">
                  <c:v>42734</c:v>
                </c:pt>
                <c:pt idx="3712">
                  <c:v>42735</c:v>
                </c:pt>
                <c:pt idx="3713">
                  <c:v>42736</c:v>
                </c:pt>
                <c:pt idx="3714">
                  <c:v>42737</c:v>
                </c:pt>
                <c:pt idx="3715">
                  <c:v>42738</c:v>
                </c:pt>
                <c:pt idx="3716">
                  <c:v>42739</c:v>
                </c:pt>
                <c:pt idx="3717">
                  <c:v>42740</c:v>
                </c:pt>
                <c:pt idx="3718">
                  <c:v>42741</c:v>
                </c:pt>
                <c:pt idx="3719">
                  <c:v>42742</c:v>
                </c:pt>
                <c:pt idx="3720">
                  <c:v>42743</c:v>
                </c:pt>
                <c:pt idx="3721">
                  <c:v>42744</c:v>
                </c:pt>
                <c:pt idx="3722">
                  <c:v>42745</c:v>
                </c:pt>
                <c:pt idx="3723">
                  <c:v>42746</c:v>
                </c:pt>
                <c:pt idx="3724">
                  <c:v>42747</c:v>
                </c:pt>
                <c:pt idx="3725">
                  <c:v>42748</c:v>
                </c:pt>
                <c:pt idx="3726">
                  <c:v>42749</c:v>
                </c:pt>
                <c:pt idx="3727">
                  <c:v>42750</c:v>
                </c:pt>
                <c:pt idx="3728">
                  <c:v>42751</c:v>
                </c:pt>
                <c:pt idx="3729">
                  <c:v>42752</c:v>
                </c:pt>
                <c:pt idx="3730">
                  <c:v>42753</c:v>
                </c:pt>
                <c:pt idx="3731">
                  <c:v>42754</c:v>
                </c:pt>
                <c:pt idx="3732">
                  <c:v>42755</c:v>
                </c:pt>
                <c:pt idx="3733">
                  <c:v>42756</c:v>
                </c:pt>
                <c:pt idx="3734">
                  <c:v>42757</c:v>
                </c:pt>
                <c:pt idx="3735">
                  <c:v>42758</c:v>
                </c:pt>
                <c:pt idx="3736">
                  <c:v>42759</c:v>
                </c:pt>
                <c:pt idx="3737">
                  <c:v>42760</c:v>
                </c:pt>
                <c:pt idx="3738">
                  <c:v>42761</c:v>
                </c:pt>
                <c:pt idx="3739">
                  <c:v>42762</c:v>
                </c:pt>
                <c:pt idx="3740">
                  <c:v>42763</c:v>
                </c:pt>
                <c:pt idx="3741">
                  <c:v>42764</c:v>
                </c:pt>
                <c:pt idx="3742">
                  <c:v>42765</c:v>
                </c:pt>
                <c:pt idx="3743">
                  <c:v>42766</c:v>
                </c:pt>
                <c:pt idx="3744">
                  <c:v>42767</c:v>
                </c:pt>
                <c:pt idx="3745">
                  <c:v>42768</c:v>
                </c:pt>
                <c:pt idx="3746">
                  <c:v>42769</c:v>
                </c:pt>
                <c:pt idx="3747">
                  <c:v>42770</c:v>
                </c:pt>
                <c:pt idx="3748">
                  <c:v>42771</c:v>
                </c:pt>
                <c:pt idx="3749">
                  <c:v>42772</c:v>
                </c:pt>
                <c:pt idx="3750">
                  <c:v>42773</c:v>
                </c:pt>
                <c:pt idx="3751">
                  <c:v>42774</c:v>
                </c:pt>
                <c:pt idx="3752">
                  <c:v>42775</c:v>
                </c:pt>
                <c:pt idx="3753">
                  <c:v>42776</c:v>
                </c:pt>
                <c:pt idx="3754">
                  <c:v>42777</c:v>
                </c:pt>
                <c:pt idx="3755">
                  <c:v>42778</c:v>
                </c:pt>
                <c:pt idx="3756">
                  <c:v>42779</c:v>
                </c:pt>
                <c:pt idx="3757">
                  <c:v>42780</c:v>
                </c:pt>
                <c:pt idx="3758">
                  <c:v>42781</c:v>
                </c:pt>
                <c:pt idx="3759">
                  <c:v>42782</c:v>
                </c:pt>
                <c:pt idx="3760">
                  <c:v>42783</c:v>
                </c:pt>
                <c:pt idx="3761">
                  <c:v>42784</c:v>
                </c:pt>
                <c:pt idx="3762">
                  <c:v>42785</c:v>
                </c:pt>
                <c:pt idx="3763">
                  <c:v>42786</c:v>
                </c:pt>
                <c:pt idx="3764">
                  <c:v>42787</c:v>
                </c:pt>
                <c:pt idx="3765">
                  <c:v>42788</c:v>
                </c:pt>
                <c:pt idx="3766">
                  <c:v>42789</c:v>
                </c:pt>
                <c:pt idx="3767">
                  <c:v>42790</c:v>
                </c:pt>
                <c:pt idx="3768">
                  <c:v>42791</c:v>
                </c:pt>
                <c:pt idx="3769">
                  <c:v>42792</c:v>
                </c:pt>
                <c:pt idx="3770">
                  <c:v>42793</c:v>
                </c:pt>
                <c:pt idx="3771">
                  <c:v>42794</c:v>
                </c:pt>
                <c:pt idx="3772">
                  <c:v>42795</c:v>
                </c:pt>
                <c:pt idx="3773">
                  <c:v>42796</c:v>
                </c:pt>
                <c:pt idx="3774">
                  <c:v>42797</c:v>
                </c:pt>
                <c:pt idx="3775">
                  <c:v>42798</c:v>
                </c:pt>
                <c:pt idx="3776">
                  <c:v>42799</c:v>
                </c:pt>
                <c:pt idx="3777">
                  <c:v>42800</c:v>
                </c:pt>
                <c:pt idx="3778">
                  <c:v>42801</c:v>
                </c:pt>
                <c:pt idx="3779">
                  <c:v>42802</c:v>
                </c:pt>
                <c:pt idx="3780">
                  <c:v>42803</c:v>
                </c:pt>
                <c:pt idx="3781">
                  <c:v>42804</c:v>
                </c:pt>
                <c:pt idx="3782">
                  <c:v>42805</c:v>
                </c:pt>
                <c:pt idx="3783">
                  <c:v>42806</c:v>
                </c:pt>
                <c:pt idx="3784">
                  <c:v>42807</c:v>
                </c:pt>
                <c:pt idx="3785">
                  <c:v>42808</c:v>
                </c:pt>
                <c:pt idx="3786">
                  <c:v>42809</c:v>
                </c:pt>
                <c:pt idx="3787">
                  <c:v>42810</c:v>
                </c:pt>
                <c:pt idx="3788">
                  <c:v>42811</c:v>
                </c:pt>
                <c:pt idx="3789">
                  <c:v>42812</c:v>
                </c:pt>
                <c:pt idx="3790">
                  <c:v>42813</c:v>
                </c:pt>
                <c:pt idx="3791">
                  <c:v>42814</c:v>
                </c:pt>
                <c:pt idx="3792">
                  <c:v>42815</c:v>
                </c:pt>
                <c:pt idx="3793">
                  <c:v>42816</c:v>
                </c:pt>
                <c:pt idx="3794">
                  <c:v>42817</c:v>
                </c:pt>
                <c:pt idx="3795">
                  <c:v>42818</c:v>
                </c:pt>
                <c:pt idx="3796">
                  <c:v>42819</c:v>
                </c:pt>
                <c:pt idx="3797">
                  <c:v>42820</c:v>
                </c:pt>
                <c:pt idx="3798">
                  <c:v>42821</c:v>
                </c:pt>
                <c:pt idx="3799">
                  <c:v>42822</c:v>
                </c:pt>
                <c:pt idx="3800">
                  <c:v>42823</c:v>
                </c:pt>
                <c:pt idx="3801">
                  <c:v>42824</c:v>
                </c:pt>
                <c:pt idx="3802">
                  <c:v>42825</c:v>
                </c:pt>
                <c:pt idx="3803">
                  <c:v>42826</c:v>
                </c:pt>
                <c:pt idx="3804">
                  <c:v>42827</c:v>
                </c:pt>
                <c:pt idx="3805">
                  <c:v>42828</c:v>
                </c:pt>
                <c:pt idx="3806">
                  <c:v>42829</c:v>
                </c:pt>
                <c:pt idx="3807">
                  <c:v>42830</c:v>
                </c:pt>
                <c:pt idx="3808">
                  <c:v>42831</c:v>
                </c:pt>
                <c:pt idx="3809">
                  <c:v>42832</c:v>
                </c:pt>
                <c:pt idx="3810">
                  <c:v>42833</c:v>
                </c:pt>
                <c:pt idx="3811">
                  <c:v>42834</c:v>
                </c:pt>
                <c:pt idx="3812">
                  <c:v>42835</c:v>
                </c:pt>
                <c:pt idx="3813">
                  <c:v>42836</c:v>
                </c:pt>
                <c:pt idx="3814">
                  <c:v>42837</c:v>
                </c:pt>
                <c:pt idx="3815">
                  <c:v>42838</c:v>
                </c:pt>
                <c:pt idx="3816">
                  <c:v>42839</c:v>
                </c:pt>
                <c:pt idx="3817">
                  <c:v>42840</c:v>
                </c:pt>
                <c:pt idx="3818">
                  <c:v>42841</c:v>
                </c:pt>
                <c:pt idx="3819">
                  <c:v>42842</c:v>
                </c:pt>
                <c:pt idx="3820">
                  <c:v>42843</c:v>
                </c:pt>
                <c:pt idx="3821">
                  <c:v>42844</c:v>
                </c:pt>
                <c:pt idx="3822">
                  <c:v>42845</c:v>
                </c:pt>
                <c:pt idx="3823">
                  <c:v>42846</c:v>
                </c:pt>
                <c:pt idx="3824">
                  <c:v>42847</c:v>
                </c:pt>
                <c:pt idx="3825">
                  <c:v>42848</c:v>
                </c:pt>
                <c:pt idx="3826">
                  <c:v>42849</c:v>
                </c:pt>
                <c:pt idx="3827">
                  <c:v>42850</c:v>
                </c:pt>
                <c:pt idx="3828">
                  <c:v>42851</c:v>
                </c:pt>
                <c:pt idx="3829">
                  <c:v>42852</c:v>
                </c:pt>
                <c:pt idx="3830">
                  <c:v>42853</c:v>
                </c:pt>
                <c:pt idx="3831">
                  <c:v>42854</c:v>
                </c:pt>
                <c:pt idx="3832">
                  <c:v>42855</c:v>
                </c:pt>
                <c:pt idx="3833">
                  <c:v>42856</c:v>
                </c:pt>
                <c:pt idx="3834">
                  <c:v>42857</c:v>
                </c:pt>
                <c:pt idx="3835">
                  <c:v>42858</c:v>
                </c:pt>
                <c:pt idx="3836">
                  <c:v>42859</c:v>
                </c:pt>
                <c:pt idx="3837">
                  <c:v>42860</c:v>
                </c:pt>
                <c:pt idx="3838">
                  <c:v>42861</c:v>
                </c:pt>
                <c:pt idx="3839">
                  <c:v>42862</c:v>
                </c:pt>
                <c:pt idx="3840">
                  <c:v>42863</c:v>
                </c:pt>
                <c:pt idx="3841">
                  <c:v>42864</c:v>
                </c:pt>
                <c:pt idx="3842">
                  <c:v>42865</c:v>
                </c:pt>
                <c:pt idx="3843">
                  <c:v>42866</c:v>
                </c:pt>
                <c:pt idx="3844">
                  <c:v>42867</c:v>
                </c:pt>
                <c:pt idx="3845">
                  <c:v>42868</c:v>
                </c:pt>
                <c:pt idx="3846">
                  <c:v>42869</c:v>
                </c:pt>
                <c:pt idx="3847">
                  <c:v>42870</c:v>
                </c:pt>
                <c:pt idx="3848">
                  <c:v>42871</c:v>
                </c:pt>
                <c:pt idx="3849">
                  <c:v>42872</c:v>
                </c:pt>
                <c:pt idx="3850">
                  <c:v>42873</c:v>
                </c:pt>
                <c:pt idx="3851">
                  <c:v>42874</c:v>
                </c:pt>
                <c:pt idx="3852">
                  <c:v>42875</c:v>
                </c:pt>
                <c:pt idx="3853">
                  <c:v>42876</c:v>
                </c:pt>
                <c:pt idx="3854">
                  <c:v>42877</c:v>
                </c:pt>
                <c:pt idx="3855">
                  <c:v>42878</c:v>
                </c:pt>
                <c:pt idx="3856">
                  <c:v>42879</c:v>
                </c:pt>
                <c:pt idx="3857">
                  <c:v>42880</c:v>
                </c:pt>
                <c:pt idx="3858">
                  <c:v>42881</c:v>
                </c:pt>
                <c:pt idx="3859">
                  <c:v>42882</c:v>
                </c:pt>
                <c:pt idx="3860">
                  <c:v>42883</c:v>
                </c:pt>
                <c:pt idx="3861">
                  <c:v>42884</c:v>
                </c:pt>
                <c:pt idx="3862">
                  <c:v>42885</c:v>
                </c:pt>
                <c:pt idx="3863">
                  <c:v>42886</c:v>
                </c:pt>
                <c:pt idx="3864">
                  <c:v>42887</c:v>
                </c:pt>
                <c:pt idx="3865">
                  <c:v>42888</c:v>
                </c:pt>
                <c:pt idx="3866">
                  <c:v>42889</c:v>
                </c:pt>
                <c:pt idx="3867">
                  <c:v>42890</c:v>
                </c:pt>
                <c:pt idx="3868">
                  <c:v>42891</c:v>
                </c:pt>
                <c:pt idx="3869">
                  <c:v>42892</c:v>
                </c:pt>
                <c:pt idx="3870">
                  <c:v>42893</c:v>
                </c:pt>
                <c:pt idx="3871">
                  <c:v>42894</c:v>
                </c:pt>
                <c:pt idx="3872">
                  <c:v>42895</c:v>
                </c:pt>
                <c:pt idx="3873">
                  <c:v>42896</c:v>
                </c:pt>
                <c:pt idx="3874">
                  <c:v>42897</c:v>
                </c:pt>
                <c:pt idx="3875">
                  <c:v>42898</c:v>
                </c:pt>
                <c:pt idx="3876">
                  <c:v>42899</c:v>
                </c:pt>
                <c:pt idx="3877">
                  <c:v>42900</c:v>
                </c:pt>
                <c:pt idx="3878">
                  <c:v>42901</c:v>
                </c:pt>
                <c:pt idx="3879">
                  <c:v>42902</c:v>
                </c:pt>
                <c:pt idx="3880">
                  <c:v>42903</c:v>
                </c:pt>
                <c:pt idx="3881">
                  <c:v>42904</c:v>
                </c:pt>
                <c:pt idx="3882">
                  <c:v>42905</c:v>
                </c:pt>
                <c:pt idx="3883">
                  <c:v>42906</c:v>
                </c:pt>
                <c:pt idx="3884">
                  <c:v>42907</c:v>
                </c:pt>
                <c:pt idx="3885">
                  <c:v>42908</c:v>
                </c:pt>
                <c:pt idx="3886">
                  <c:v>42909</c:v>
                </c:pt>
                <c:pt idx="3887">
                  <c:v>42910</c:v>
                </c:pt>
                <c:pt idx="3888">
                  <c:v>42911</c:v>
                </c:pt>
                <c:pt idx="3889">
                  <c:v>42912</c:v>
                </c:pt>
                <c:pt idx="3890">
                  <c:v>42913</c:v>
                </c:pt>
                <c:pt idx="3891">
                  <c:v>42914</c:v>
                </c:pt>
                <c:pt idx="3892">
                  <c:v>42915</c:v>
                </c:pt>
                <c:pt idx="3893">
                  <c:v>42916</c:v>
                </c:pt>
                <c:pt idx="3894">
                  <c:v>42917</c:v>
                </c:pt>
                <c:pt idx="3895">
                  <c:v>42918</c:v>
                </c:pt>
                <c:pt idx="3896">
                  <c:v>42919</c:v>
                </c:pt>
                <c:pt idx="3897">
                  <c:v>42920</c:v>
                </c:pt>
                <c:pt idx="3898">
                  <c:v>42921</c:v>
                </c:pt>
                <c:pt idx="3899">
                  <c:v>42922</c:v>
                </c:pt>
                <c:pt idx="3900">
                  <c:v>42923</c:v>
                </c:pt>
                <c:pt idx="3901">
                  <c:v>42924</c:v>
                </c:pt>
                <c:pt idx="3902">
                  <c:v>42925</c:v>
                </c:pt>
                <c:pt idx="3903">
                  <c:v>42926</c:v>
                </c:pt>
                <c:pt idx="3904">
                  <c:v>42927</c:v>
                </c:pt>
                <c:pt idx="3905">
                  <c:v>42928</c:v>
                </c:pt>
                <c:pt idx="3906">
                  <c:v>42929</c:v>
                </c:pt>
                <c:pt idx="3907">
                  <c:v>42930</c:v>
                </c:pt>
                <c:pt idx="3908">
                  <c:v>42931</c:v>
                </c:pt>
                <c:pt idx="3909">
                  <c:v>42932</c:v>
                </c:pt>
                <c:pt idx="3910">
                  <c:v>42933</c:v>
                </c:pt>
                <c:pt idx="3911">
                  <c:v>42934</c:v>
                </c:pt>
                <c:pt idx="3912">
                  <c:v>42935</c:v>
                </c:pt>
                <c:pt idx="3913">
                  <c:v>42936</c:v>
                </c:pt>
                <c:pt idx="3914">
                  <c:v>42937</c:v>
                </c:pt>
                <c:pt idx="3915">
                  <c:v>42938</c:v>
                </c:pt>
                <c:pt idx="3916">
                  <c:v>42939</c:v>
                </c:pt>
                <c:pt idx="3917">
                  <c:v>42940</c:v>
                </c:pt>
                <c:pt idx="3918">
                  <c:v>42941</c:v>
                </c:pt>
                <c:pt idx="3919">
                  <c:v>42942</c:v>
                </c:pt>
                <c:pt idx="3920">
                  <c:v>42943</c:v>
                </c:pt>
                <c:pt idx="3921">
                  <c:v>42944</c:v>
                </c:pt>
                <c:pt idx="3922">
                  <c:v>42945</c:v>
                </c:pt>
                <c:pt idx="3923">
                  <c:v>42946</c:v>
                </c:pt>
                <c:pt idx="3924">
                  <c:v>42947</c:v>
                </c:pt>
                <c:pt idx="3925">
                  <c:v>42948</c:v>
                </c:pt>
                <c:pt idx="3926">
                  <c:v>42949</c:v>
                </c:pt>
                <c:pt idx="3927">
                  <c:v>42950</c:v>
                </c:pt>
                <c:pt idx="3928">
                  <c:v>42951</c:v>
                </c:pt>
                <c:pt idx="3929">
                  <c:v>42952</c:v>
                </c:pt>
                <c:pt idx="3930">
                  <c:v>42953</c:v>
                </c:pt>
                <c:pt idx="3931">
                  <c:v>42954</c:v>
                </c:pt>
                <c:pt idx="3932">
                  <c:v>42955</c:v>
                </c:pt>
                <c:pt idx="3933">
                  <c:v>42956</c:v>
                </c:pt>
                <c:pt idx="3934">
                  <c:v>42957</c:v>
                </c:pt>
                <c:pt idx="3935">
                  <c:v>42958</c:v>
                </c:pt>
                <c:pt idx="3936">
                  <c:v>42959</c:v>
                </c:pt>
                <c:pt idx="3937">
                  <c:v>42960</c:v>
                </c:pt>
                <c:pt idx="3938">
                  <c:v>42961</c:v>
                </c:pt>
                <c:pt idx="3939">
                  <c:v>42962</c:v>
                </c:pt>
                <c:pt idx="3940">
                  <c:v>42963</c:v>
                </c:pt>
                <c:pt idx="3941">
                  <c:v>42964</c:v>
                </c:pt>
                <c:pt idx="3942">
                  <c:v>42965</c:v>
                </c:pt>
                <c:pt idx="3943">
                  <c:v>42966</c:v>
                </c:pt>
                <c:pt idx="3944">
                  <c:v>42967</c:v>
                </c:pt>
                <c:pt idx="3945">
                  <c:v>42968</c:v>
                </c:pt>
                <c:pt idx="3946">
                  <c:v>42969</c:v>
                </c:pt>
                <c:pt idx="3947">
                  <c:v>42970</c:v>
                </c:pt>
                <c:pt idx="3948">
                  <c:v>42971</c:v>
                </c:pt>
                <c:pt idx="3949">
                  <c:v>42972</c:v>
                </c:pt>
                <c:pt idx="3950">
                  <c:v>42973</c:v>
                </c:pt>
                <c:pt idx="3951">
                  <c:v>42974</c:v>
                </c:pt>
                <c:pt idx="3952">
                  <c:v>42975</c:v>
                </c:pt>
                <c:pt idx="3953">
                  <c:v>42976</c:v>
                </c:pt>
                <c:pt idx="3954">
                  <c:v>42977</c:v>
                </c:pt>
                <c:pt idx="3955">
                  <c:v>42978</c:v>
                </c:pt>
                <c:pt idx="3956">
                  <c:v>42979</c:v>
                </c:pt>
                <c:pt idx="3957">
                  <c:v>42980</c:v>
                </c:pt>
                <c:pt idx="3958">
                  <c:v>42981</c:v>
                </c:pt>
                <c:pt idx="3959">
                  <c:v>42982</c:v>
                </c:pt>
                <c:pt idx="3960">
                  <c:v>42983</c:v>
                </c:pt>
                <c:pt idx="3961">
                  <c:v>42984</c:v>
                </c:pt>
                <c:pt idx="3962">
                  <c:v>42985</c:v>
                </c:pt>
                <c:pt idx="3963">
                  <c:v>42986</c:v>
                </c:pt>
                <c:pt idx="3964">
                  <c:v>42987</c:v>
                </c:pt>
                <c:pt idx="3965">
                  <c:v>42988</c:v>
                </c:pt>
                <c:pt idx="3966">
                  <c:v>42989</c:v>
                </c:pt>
                <c:pt idx="3967">
                  <c:v>42990</c:v>
                </c:pt>
                <c:pt idx="3968">
                  <c:v>42991</c:v>
                </c:pt>
                <c:pt idx="3969">
                  <c:v>42992</c:v>
                </c:pt>
                <c:pt idx="3970">
                  <c:v>42993</c:v>
                </c:pt>
                <c:pt idx="3971">
                  <c:v>42994</c:v>
                </c:pt>
                <c:pt idx="3972">
                  <c:v>42995</c:v>
                </c:pt>
                <c:pt idx="3973">
                  <c:v>42996</c:v>
                </c:pt>
                <c:pt idx="3974">
                  <c:v>42997</c:v>
                </c:pt>
                <c:pt idx="3975">
                  <c:v>42998</c:v>
                </c:pt>
                <c:pt idx="3976">
                  <c:v>42999</c:v>
                </c:pt>
                <c:pt idx="3977">
                  <c:v>43000</c:v>
                </c:pt>
                <c:pt idx="3978">
                  <c:v>43001</c:v>
                </c:pt>
                <c:pt idx="3979">
                  <c:v>43002</c:v>
                </c:pt>
                <c:pt idx="3980">
                  <c:v>43003</c:v>
                </c:pt>
                <c:pt idx="3981">
                  <c:v>43004</c:v>
                </c:pt>
                <c:pt idx="3982">
                  <c:v>43005</c:v>
                </c:pt>
                <c:pt idx="3983">
                  <c:v>43006</c:v>
                </c:pt>
                <c:pt idx="3984">
                  <c:v>43007</c:v>
                </c:pt>
                <c:pt idx="3985">
                  <c:v>43008</c:v>
                </c:pt>
                <c:pt idx="3986">
                  <c:v>43009</c:v>
                </c:pt>
                <c:pt idx="3987">
                  <c:v>43010</c:v>
                </c:pt>
                <c:pt idx="3988">
                  <c:v>43011</c:v>
                </c:pt>
                <c:pt idx="3989">
                  <c:v>43012</c:v>
                </c:pt>
                <c:pt idx="3990">
                  <c:v>43013</c:v>
                </c:pt>
                <c:pt idx="3991">
                  <c:v>43014</c:v>
                </c:pt>
                <c:pt idx="3992">
                  <c:v>43015</c:v>
                </c:pt>
                <c:pt idx="3993">
                  <c:v>43016</c:v>
                </c:pt>
                <c:pt idx="3994">
                  <c:v>43017</c:v>
                </c:pt>
                <c:pt idx="3995">
                  <c:v>43018</c:v>
                </c:pt>
                <c:pt idx="3996">
                  <c:v>43019</c:v>
                </c:pt>
                <c:pt idx="3997">
                  <c:v>43020</c:v>
                </c:pt>
                <c:pt idx="3998">
                  <c:v>43021</c:v>
                </c:pt>
                <c:pt idx="3999">
                  <c:v>43022</c:v>
                </c:pt>
                <c:pt idx="4000">
                  <c:v>43023</c:v>
                </c:pt>
                <c:pt idx="4001">
                  <c:v>43024</c:v>
                </c:pt>
                <c:pt idx="4002">
                  <c:v>43025</c:v>
                </c:pt>
                <c:pt idx="4003">
                  <c:v>43026</c:v>
                </c:pt>
                <c:pt idx="4004">
                  <c:v>43027</c:v>
                </c:pt>
                <c:pt idx="4005">
                  <c:v>43028</c:v>
                </c:pt>
                <c:pt idx="4006">
                  <c:v>43029</c:v>
                </c:pt>
                <c:pt idx="4007">
                  <c:v>43030</c:v>
                </c:pt>
                <c:pt idx="4008">
                  <c:v>43031</c:v>
                </c:pt>
                <c:pt idx="4009">
                  <c:v>43032</c:v>
                </c:pt>
                <c:pt idx="4010">
                  <c:v>43033</c:v>
                </c:pt>
                <c:pt idx="4011">
                  <c:v>43034</c:v>
                </c:pt>
                <c:pt idx="4012">
                  <c:v>43035</c:v>
                </c:pt>
                <c:pt idx="4013">
                  <c:v>43036</c:v>
                </c:pt>
                <c:pt idx="4014">
                  <c:v>43037</c:v>
                </c:pt>
                <c:pt idx="4015">
                  <c:v>43038</c:v>
                </c:pt>
                <c:pt idx="4016">
                  <c:v>43039</c:v>
                </c:pt>
                <c:pt idx="4017">
                  <c:v>43040</c:v>
                </c:pt>
                <c:pt idx="4018">
                  <c:v>43041</c:v>
                </c:pt>
                <c:pt idx="4019">
                  <c:v>43042</c:v>
                </c:pt>
                <c:pt idx="4020">
                  <c:v>43043</c:v>
                </c:pt>
                <c:pt idx="4021">
                  <c:v>43044</c:v>
                </c:pt>
                <c:pt idx="4022">
                  <c:v>43045</c:v>
                </c:pt>
                <c:pt idx="4023">
                  <c:v>43046</c:v>
                </c:pt>
                <c:pt idx="4024">
                  <c:v>43047</c:v>
                </c:pt>
                <c:pt idx="4025">
                  <c:v>43048</c:v>
                </c:pt>
                <c:pt idx="4026">
                  <c:v>43049</c:v>
                </c:pt>
                <c:pt idx="4027">
                  <c:v>43050</c:v>
                </c:pt>
                <c:pt idx="4028">
                  <c:v>43051</c:v>
                </c:pt>
                <c:pt idx="4029">
                  <c:v>43052</c:v>
                </c:pt>
                <c:pt idx="4030">
                  <c:v>43053</c:v>
                </c:pt>
                <c:pt idx="4031">
                  <c:v>43054</c:v>
                </c:pt>
                <c:pt idx="4032">
                  <c:v>43055</c:v>
                </c:pt>
                <c:pt idx="4033">
                  <c:v>43056</c:v>
                </c:pt>
                <c:pt idx="4034">
                  <c:v>43057</c:v>
                </c:pt>
                <c:pt idx="4035">
                  <c:v>43058</c:v>
                </c:pt>
                <c:pt idx="4036">
                  <c:v>43059</c:v>
                </c:pt>
                <c:pt idx="4037">
                  <c:v>43060</c:v>
                </c:pt>
                <c:pt idx="4038">
                  <c:v>43061</c:v>
                </c:pt>
                <c:pt idx="4039">
                  <c:v>43062</c:v>
                </c:pt>
                <c:pt idx="4040">
                  <c:v>43063</c:v>
                </c:pt>
                <c:pt idx="4041">
                  <c:v>43064</c:v>
                </c:pt>
                <c:pt idx="4042">
                  <c:v>43065</c:v>
                </c:pt>
                <c:pt idx="4043">
                  <c:v>43066</c:v>
                </c:pt>
                <c:pt idx="4044">
                  <c:v>43067</c:v>
                </c:pt>
                <c:pt idx="4045">
                  <c:v>43068</c:v>
                </c:pt>
                <c:pt idx="4046">
                  <c:v>43069</c:v>
                </c:pt>
                <c:pt idx="4047">
                  <c:v>43070</c:v>
                </c:pt>
                <c:pt idx="4048">
                  <c:v>43071</c:v>
                </c:pt>
                <c:pt idx="4049">
                  <c:v>43072</c:v>
                </c:pt>
                <c:pt idx="4050">
                  <c:v>43073</c:v>
                </c:pt>
                <c:pt idx="4051">
                  <c:v>43074</c:v>
                </c:pt>
                <c:pt idx="4052">
                  <c:v>43075</c:v>
                </c:pt>
                <c:pt idx="4053">
                  <c:v>43076</c:v>
                </c:pt>
                <c:pt idx="4054">
                  <c:v>43077</c:v>
                </c:pt>
                <c:pt idx="4055">
                  <c:v>43078</c:v>
                </c:pt>
                <c:pt idx="4056">
                  <c:v>43079</c:v>
                </c:pt>
                <c:pt idx="4057">
                  <c:v>43080</c:v>
                </c:pt>
                <c:pt idx="4058">
                  <c:v>43081</c:v>
                </c:pt>
                <c:pt idx="4059">
                  <c:v>43082</c:v>
                </c:pt>
                <c:pt idx="4060">
                  <c:v>43083</c:v>
                </c:pt>
                <c:pt idx="4061">
                  <c:v>43084</c:v>
                </c:pt>
                <c:pt idx="4062">
                  <c:v>43085</c:v>
                </c:pt>
                <c:pt idx="4063">
                  <c:v>43086</c:v>
                </c:pt>
                <c:pt idx="4064">
                  <c:v>43087</c:v>
                </c:pt>
                <c:pt idx="4065">
                  <c:v>43088</c:v>
                </c:pt>
                <c:pt idx="4066">
                  <c:v>43089</c:v>
                </c:pt>
                <c:pt idx="4067">
                  <c:v>43090</c:v>
                </c:pt>
                <c:pt idx="4068">
                  <c:v>43091</c:v>
                </c:pt>
                <c:pt idx="4069">
                  <c:v>43092</c:v>
                </c:pt>
                <c:pt idx="4070">
                  <c:v>43093</c:v>
                </c:pt>
                <c:pt idx="4071">
                  <c:v>43094</c:v>
                </c:pt>
                <c:pt idx="4072">
                  <c:v>43095</c:v>
                </c:pt>
                <c:pt idx="4073">
                  <c:v>43096</c:v>
                </c:pt>
                <c:pt idx="4074">
                  <c:v>43097</c:v>
                </c:pt>
                <c:pt idx="4075">
                  <c:v>43098</c:v>
                </c:pt>
                <c:pt idx="4076">
                  <c:v>43099</c:v>
                </c:pt>
                <c:pt idx="4077">
                  <c:v>43100</c:v>
                </c:pt>
                <c:pt idx="4078">
                  <c:v>43101</c:v>
                </c:pt>
                <c:pt idx="4079">
                  <c:v>43102</c:v>
                </c:pt>
                <c:pt idx="4080">
                  <c:v>43103</c:v>
                </c:pt>
                <c:pt idx="4081">
                  <c:v>43104</c:v>
                </c:pt>
                <c:pt idx="4082">
                  <c:v>43105</c:v>
                </c:pt>
                <c:pt idx="4083">
                  <c:v>43106</c:v>
                </c:pt>
                <c:pt idx="4084">
                  <c:v>43107</c:v>
                </c:pt>
                <c:pt idx="4085">
                  <c:v>43108</c:v>
                </c:pt>
                <c:pt idx="4086">
                  <c:v>43109</c:v>
                </c:pt>
                <c:pt idx="4087">
                  <c:v>43110</c:v>
                </c:pt>
                <c:pt idx="4088">
                  <c:v>43111</c:v>
                </c:pt>
                <c:pt idx="4089">
                  <c:v>43112</c:v>
                </c:pt>
                <c:pt idx="4090">
                  <c:v>43113</c:v>
                </c:pt>
                <c:pt idx="4091">
                  <c:v>43114</c:v>
                </c:pt>
                <c:pt idx="4092">
                  <c:v>43115</c:v>
                </c:pt>
                <c:pt idx="4093">
                  <c:v>43116</c:v>
                </c:pt>
                <c:pt idx="4094">
                  <c:v>43117</c:v>
                </c:pt>
                <c:pt idx="4095">
                  <c:v>43118</c:v>
                </c:pt>
                <c:pt idx="4096">
                  <c:v>43119</c:v>
                </c:pt>
                <c:pt idx="4097">
                  <c:v>43120</c:v>
                </c:pt>
                <c:pt idx="4098">
                  <c:v>43121</c:v>
                </c:pt>
                <c:pt idx="4099">
                  <c:v>43122</c:v>
                </c:pt>
                <c:pt idx="4100">
                  <c:v>43123</c:v>
                </c:pt>
                <c:pt idx="4101">
                  <c:v>43124</c:v>
                </c:pt>
                <c:pt idx="4102">
                  <c:v>43125</c:v>
                </c:pt>
                <c:pt idx="4103">
                  <c:v>43126</c:v>
                </c:pt>
                <c:pt idx="4104">
                  <c:v>43127</c:v>
                </c:pt>
                <c:pt idx="4105">
                  <c:v>43128</c:v>
                </c:pt>
                <c:pt idx="4106">
                  <c:v>43129</c:v>
                </c:pt>
                <c:pt idx="4107">
                  <c:v>43130</c:v>
                </c:pt>
                <c:pt idx="4108">
                  <c:v>43131</c:v>
                </c:pt>
                <c:pt idx="4109">
                  <c:v>43132</c:v>
                </c:pt>
                <c:pt idx="4110">
                  <c:v>43133</c:v>
                </c:pt>
                <c:pt idx="4111">
                  <c:v>43134</c:v>
                </c:pt>
                <c:pt idx="4112">
                  <c:v>43135</c:v>
                </c:pt>
                <c:pt idx="4113">
                  <c:v>43136</c:v>
                </c:pt>
                <c:pt idx="4114">
                  <c:v>43137</c:v>
                </c:pt>
                <c:pt idx="4115">
                  <c:v>43138</c:v>
                </c:pt>
                <c:pt idx="4116">
                  <c:v>43139</c:v>
                </c:pt>
                <c:pt idx="4117">
                  <c:v>43140</c:v>
                </c:pt>
                <c:pt idx="4118">
                  <c:v>43141</c:v>
                </c:pt>
                <c:pt idx="4119">
                  <c:v>43142</c:v>
                </c:pt>
                <c:pt idx="4120">
                  <c:v>43143</c:v>
                </c:pt>
                <c:pt idx="4121">
                  <c:v>43144</c:v>
                </c:pt>
                <c:pt idx="4122">
                  <c:v>43145</c:v>
                </c:pt>
                <c:pt idx="4123">
                  <c:v>43146</c:v>
                </c:pt>
                <c:pt idx="4124">
                  <c:v>43147</c:v>
                </c:pt>
                <c:pt idx="4125">
                  <c:v>43148</c:v>
                </c:pt>
                <c:pt idx="4126">
                  <c:v>43149</c:v>
                </c:pt>
                <c:pt idx="4127">
                  <c:v>43150</c:v>
                </c:pt>
                <c:pt idx="4128">
                  <c:v>43151</c:v>
                </c:pt>
                <c:pt idx="4129">
                  <c:v>43152</c:v>
                </c:pt>
                <c:pt idx="4130">
                  <c:v>43153</c:v>
                </c:pt>
                <c:pt idx="4131">
                  <c:v>43154</c:v>
                </c:pt>
                <c:pt idx="4132">
                  <c:v>43155</c:v>
                </c:pt>
                <c:pt idx="4133">
                  <c:v>43156</c:v>
                </c:pt>
                <c:pt idx="4134">
                  <c:v>43157</c:v>
                </c:pt>
                <c:pt idx="4135">
                  <c:v>43158</c:v>
                </c:pt>
                <c:pt idx="4136">
                  <c:v>43159</c:v>
                </c:pt>
                <c:pt idx="4137">
                  <c:v>43160</c:v>
                </c:pt>
                <c:pt idx="4138">
                  <c:v>43161</c:v>
                </c:pt>
                <c:pt idx="4139">
                  <c:v>43162</c:v>
                </c:pt>
                <c:pt idx="4140">
                  <c:v>43163</c:v>
                </c:pt>
                <c:pt idx="4141">
                  <c:v>43164</c:v>
                </c:pt>
                <c:pt idx="4142">
                  <c:v>43165</c:v>
                </c:pt>
                <c:pt idx="4143">
                  <c:v>43166</c:v>
                </c:pt>
                <c:pt idx="4144">
                  <c:v>43167</c:v>
                </c:pt>
                <c:pt idx="4145">
                  <c:v>43168</c:v>
                </c:pt>
                <c:pt idx="4146">
                  <c:v>43169</c:v>
                </c:pt>
                <c:pt idx="4147">
                  <c:v>43170</c:v>
                </c:pt>
                <c:pt idx="4148">
                  <c:v>43171</c:v>
                </c:pt>
                <c:pt idx="4149">
                  <c:v>43172</c:v>
                </c:pt>
                <c:pt idx="4150">
                  <c:v>43173</c:v>
                </c:pt>
                <c:pt idx="4151">
                  <c:v>43174</c:v>
                </c:pt>
                <c:pt idx="4152">
                  <c:v>43175</c:v>
                </c:pt>
                <c:pt idx="4153">
                  <c:v>43176</c:v>
                </c:pt>
                <c:pt idx="4154">
                  <c:v>43177</c:v>
                </c:pt>
                <c:pt idx="4155">
                  <c:v>43178</c:v>
                </c:pt>
                <c:pt idx="4156">
                  <c:v>43179</c:v>
                </c:pt>
                <c:pt idx="4157">
                  <c:v>43180</c:v>
                </c:pt>
                <c:pt idx="4158">
                  <c:v>43181</c:v>
                </c:pt>
                <c:pt idx="4159">
                  <c:v>43182</c:v>
                </c:pt>
                <c:pt idx="4160">
                  <c:v>43183</c:v>
                </c:pt>
                <c:pt idx="4161">
                  <c:v>43184</c:v>
                </c:pt>
                <c:pt idx="4162">
                  <c:v>43185</c:v>
                </c:pt>
                <c:pt idx="4163">
                  <c:v>43186</c:v>
                </c:pt>
                <c:pt idx="4164">
                  <c:v>43187</c:v>
                </c:pt>
                <c:pt idx="4165">
                  <c:v>43188</c:v>
                </c:pt>
                <c:pt idx="4166">
                  <c:v>43189</c:v>
                </c:pt>
                <c:pt idx="4167">
                  <c:v>43190</c:v>
                </c:pt>
                <c:pt idx="4168">
                  <c:v>43191</c:v>
                </c:pt>
                <c:pt idx="4169">
                  <c:v>43192</c:v>
                </c:pt>
                <c:pt idx="4170">
                  <c:v>43193</c:v>
                </c:pt>
                <c:pt idx="4171">
                  <c:v>43194</c:v>
                </c:pt>
                <c:pt idx="4172">
                  <c:v>43195</c:v>
                </c:pt>
                <c:pt idx="4173">
                  <c:v>43196</c:v>
                </c:pt>
                <c:pt idx="4174">
                  <c:v>43197</c:v>
                </c:pt>
                <c:pt idx="4175">
                  <c:v>43198</c:v>
                </c:pt>
                <c:pt idx="4176">
                  <c:v>43199</c:v>
                </c:pt>
                <c:pt idx="4177">
                  <c:v>43200</c:v>
                </c:pt>
                <c:pt idx="4178">
                  <c:v>43201</c:v>
                </c:pt>
                <c:pt idx="4179">
                  <c:v>43202</c:v>
                </c:pt>
                <c:pt idx="4180">
                  <c:v>43203</c:v>
                </c:pt>
                <c:pt idx="4181">
                  <c:v>43204</c:v>
                </c:pt>
                <c:pt idx="4182">
                  <c:v>43205</c:v>
                </c:pt>
                <c:pt idx="4183">
                  <c:v>43206</c:v>
                </c:pt>
                <c:pt idx="4184">
                  <c:v>43207</c:v>
                </c:pt>
                <c:pt idx="4185">
                  <c:v>43208</c:v>
                </c:pt>
                <c:pt idx="4186">
                  <c:v>43209</c:v>
                </c:pt>
                <c:pt idx="4187">
                  <c:v>43210</c:v>
                </c:pt>
                <c:pt idx="4188">
                  <c:v>43211</c:v>
                </c:pt>
                <c:pt idx="4189">
                  <c:v>43212</c:v>
                </c:pt>
                <c:pt idx="4190">
                  <c:v>43213</c:v>
                </c:pt>
                <c:pt idx="4191">
                  <c:v>43214</c:v>
                </c:pt>
                <c:pt idx="4192">
                  <c:v>43215</c:v>
                </c:pt>
                <c:pt idx="4193">
                  <c:v>43216</c:v>
                </c:pt>
                <c:pt idx="4194">
                  <c:v>43217</c:v>
                </c:pt>
                <c:pt idx="4195">
                  <c:v>43218</c:v>
                </c:pt>
                <c:pt idx="4196">
                  <c:v>43219</c:v>
                </c:pt>
                <c:pt idx="4197">
                  <c:v>43220</c:v>
                </c:pt>
                <c:pt idx="4198">
                  <c:v>43221</c:v>
                </c:pt>
                <c:pt idx="4199">
                  <c:v>43222</c:v>
                </c:pt>
                <c:pt idx="4200">
                  <c:v>43223</c:v>
                </c:pt>
                <c:pt idx="4201">
                  <c:v>43224</c:v>
                </c:pt>
                <c:pt idx="4202">
                  <c:v>43225</c:v>
                </c:pt>
                <c:pt idx="4203">
                  <c:v>43226</c:v>
                </c:pt>
                <c:pt idx="4204">
                  <c:v>43227</c:v>
                </c:pt>
                <c:pt idx="4205">
                  <c:v>43228</c:v>
                </c:pt>
                <c:pt idx="4206">
                  <c:v>43229</c:v>
                </c:pt>
                <c:pt idx="4207">
                  <c:v>43230</c:v>
                </c:pt>
                <c:pt idx="4208">
                  <c:v>43231</c:v>
                </c:pt>
                <c:pt idx="4209">
                  <c:v>43232</c:v>
                </c:pt>
                <c:pt idx="4210">
                  <c:v>43233</c:v>
                </c:pt>
                <c:pt idx="4211">
                  <c:v>43234</c:v>
                </c:pt>
                <c:pt idx="4212">
                  <c:v>43235</c:v>
                </c:pt>
                <c:pt idx="4213">
                  <c:v>43236</c:v>
                </c:pt>
                <c:pt idx="4214">
                  <c:v>43237</c:v>
                </c:pt>
                <c:pt idx="4215">
                  <c:v>43238</c:v>
                </c:pt>
                <c:pt idx="4216">
                  <c:v>43239</c:v>
                </c:pt>
                <c:pt idx="4217">
                  <c:v>43240</c:v>
                </c:pt>
                <c:pt idx="4218">
                  <c:v>43241</c:v>
                </c:pt>
                <c:pt idx="4219">
                  <c:v>43242</c:v>
                </c:pt>
                <c:pt idx="4220">
                  <c:v>43243</c:v>
                </c:pt>
                <c:pt idx="4221">
                  <c:v>43244</c:v>
                </c:pt>
                <c:pt idx="4222">
                  <c:v>43245</c:v>
                </c:pt>
                <c:pt idx="4223">
                  <c:v>43246</c:v>
                </c:pt>
                <c:pt idx="4224">
                  <c:v>43247</c:v>
                </c:pt>
                <c:pt idx="4225">
                  <c:v>43248</c:v>
                </c:pt>
                <c:pt idx="4226">
                  <c:v>43249</c:v>
                </c:pt>
                <c:pt idx="4227">
                  <c:v>43250</c:v>
                </c:pt>
                <c:pt idx="4228">
                  <c:v>43251</c:v>
                </c:pt>
                <c:pt idx="4229">
                  <c:v>43252</c:v>
                </c:pt>
                <c:pt idx="4230">
                  <c:v>43253</c:v>
                </c:pt>
                <c:pt idx="4231">
                  <c:v>43254</c:v>
                </c:pt>
                <c:pt idx="4232">
                  <c:v>43255</c:v>
                </c:pt>
                <c:pt idx="4233">
                  <c:v>43256</c:v>
                </c:pt>
                <c:pt idx="4234">
                  <c:v>43257</c:v>
                </c:pt>
                <c:pt idx="4235">
                  <c:v>43258</c:v>
                </c:pt>
                <c:pt idx="4236">
                  <c:v>43259</c:v>
                </c:pt>
                <c:pt idx="4237">
                  <c:v>43260</c:v>
                </c:pt>
                <c:pt idx="4238">
                  <c:v>43261</c:v>
                </c:pt>
                <c:pt idx="4239">
                  <c:v>43262</c:v>
                </c:pt>
                <c:pt idx="4240">
                  <c:v>43263</c:v>
                </c:pt>
                <c:pt idx="4241">
                  <c:v>43264</c:v>
                </c:pt>
                <c:pt idx="4242">
                  <c:v>43265</c:v>
                </c:pt>
                <c:pt idx="4243">
                  <c:v>43266</c:v>
                </c:pt>
                <c:pt idx="4244">
                  <c:v>43267</c:v>
                </c:pt>
                <c:pt idx="4245">
                  <c:v>43268</c:v>
                </c:pt>
                <c:pt idx="4246">
                  <c:v>43269</c:v>
                </c:pt>
                <c:pt idx="4247">
                  <c:v>43270</c:v>
                </c:pt>
                <c:pt idx="4248">
                  <c:v>43271</c:v>
                </c:pt>
                <c:pt idx="4249">
                  <c:v>43272</c:v>
                </c:pt>
                <c:pt idx="4250">
                  <c:v>43273</c:v>
                </c:pt>
                <c:pt idx="4251">
                  <c:v>43274</c:v>
                </c:pt>
                <c:pt idx="4252">
                  <c:v>43275</c:v>
                </c:pt>
                <c:pt idx="4253">
                  <c:v>43276</c:v>
                </c:pt>
                <c:pt idx="4254">
                  <c:v>43277</c:v>
                </c:pt>
                <c:pt idx="4255">
                  <c:v>43278</c:v>
                </c:pt>
                <c:pt idx="4256">
                  <c:v>43279</c:v>
                </c:pt>
                <c:pt idx="4257">
                  <c:v>43280</c:v>
                </c:pt>
                <c:pt idx="4258">
                  <c:v>43281</c:v>
                </c:pt>
                <c:pt idx="4259">
                  <c:v>43282</c:v>
                </c:pt>
                <c:pt idx="4260">
                  <c:v>43283</c:v>
                </c:pt>
                <c:pt idx="4261">
                  <c:v>43284</c:v>
                </c:pt>
                <c:pt idx="4262">
                  <c:v>43285</c:v>
                </c:pt>
                <c:pt idx="4263">
                  <c:v>43286</c:v>
                </c:pt>
                <c:pt idx="4264">
                  <c:v>43287</c:v>
                </c:pt>
                <c:pt idx="4265">
                  <c:v>43288</c:v>
                </c:pt>
                <c:pt idx="4266">
                  <c:v>43289</c:v>
                </c:pt>
                <c:pt idx="4267">
                  <c:v>43290</c:v>
                </c:pt>
                <c:pt idx="4268">
                  <c:v>43291</c:v>
                </c:pt>
                <c:pt idx="4269">
                  <c:v>43292</c:v>
                </c:pt>
                <c:pt idx="4270">
                  <c:v>43293</c:v>
                </c:pt>
                <c:pt idx="4271">
                  <c:v>43294</c:v>
                </c:pt>
                <c:pt idx="4272">
                  <c:v>43295</c:v>
                </c:pt>
                <c:pt idx="4273">
                  <c:v>43296</c:v>
                </c:pt>
                <c:pt idx="4274">
                  <c:v>43297</c:v>
                </c:pt>
                <c:pt idx="4275">
                  <c:v>43298</c:v>
                </c:pt>
                <c:pt idx="4276">
                  <c:v>43299</c:v>
                </c:pt>
                <c:pt idx="4277">
                  <c:v>43300</c:v>
                </c:pt>
                <c:pt idx="4278">
                  <c:v>43301</c:v>
                </c:pt>
                <c:pt idx="4279">
                  <c:v>43302</c:v>
                </c:pt>
                <c:pt idx="4280">
                  <c:v>43303</c:v>
                </c:pt>
                <c:pt idx="4281">
                  <c:v>43304</c:v>
                </c:pt>
                <c:pt idx="4282">
                  <c:v>43305</c:v>
                </c:pt>
                <c:pt idx="4283">
                  <c:v>43306</c:v>
                </c:pt>
                <c:pt idx="4284">
                  <c:v>43307</c:v>
                </c:pt>
                <c:pt idx="4285">
                  <c:v>43308</c:v>
                </c:pt>
                <c:pt idx="4286">
                  <c:v>43309</c:v>
                </c:pt>
                <c:pt idx="4287">
                  <c:v>43310</c:v>
                </c:pt>
                <c:pt idx="4288">
                  <c:v>43311</c:v>
                </c:pt>
                <c:pt idx="4289">
                  <c:v>43312</c:v>
                </c:pt>
                <c:pt idx="4290">
                  <c:v>43313</c:v>
                </c:pt>
                <c:pt idx="4291">
                  <c:v>43314</c:v>
                </c:pt>
                <c:pt idx="4292">
                  <c:v>43315</c:v>
                </c:pt>
                <c:pt idx="4293">
                  <c:v>43316</c:v>
                </c:pt>
                <c:pt idx="4294">
                  <c:v>43317</c:v>
                </c:pt>
                <c:pt idx="4295">
                  <c:v>43318</c:v>
                </c:pt>
                <c:pt idx="4296">
                  <c:v>43319</c:v>
                </c:pt>
                <c:pt idx="4297">
                  <c:v>43320</c:v>
                </c:pt>
                <c:pt idx="4298">
                  <c:v>43321</c:v>
                </c:pt>
                <c:pt idx="4299">
                  <c:v>43322</c:v>
                </c:pt>
                <c:pt idx="4300">
                  <c:v>43323</c:v>
                </c:pt>
                <c:pt idx="4301">
                  <c:v>43324</c:v>
                </c:pt>
                <c:pt idx="4302">
                  <c:v>43325</c:v>
                </c:pt>
                <c:pt idx="4303">
                  <c:v>43326</c:v>
                </c:pt>
                <c:pt idx="4304">
                  <c:v>43327</c:v>
                </c:pt>
                <c:pt idx="4305">
                  <c:v>43328</c:v>
                </c:pt>
                <c:pt idx="4306">
                  <c:v>43329</c:v>
                </c:pt>
                <c:pt idx="4307">
                  <c:v>43330</c:v>
                </c:pt>
                <c:pt idx="4308">
                  <c:v>43331</c:v>
                </c:pt>
                <c:pt idx="4309">
                  <c:v>43332</c:v>
                </c:pt>
                <c:pt idx="4310">
                  <c:v>43333</c:v>
                </c:pt>
                <c:pt idx="4311">
                  <c:v>43334</c:v>
                </c:pt>
                <c:pt idx="4312">
                  <c:v>43335</c:v>
                </c:pt>
                <c:pt idx="4313">
                  <c:v>43336</c:v>
                </c:pt>
                <c:pt idx="4314">
                  <c:v>43337</c:v>
                </c:pt>
                <c:pt idx="4315">
                  <c:v>43338</c:v>
                </c:pt>
                <c:pt idx="4316">
                  <c:v>43339</c:v>
                </c:pt>
                <c:pt idx="4317">
                  <c:v>43340</c:v>
                </c:pt>
                <c:pt idx="4318">
                  <c:v>43341</c:v>
                </c:pt>
                <c:pt idx="4319">
                  <c:v>43342</c:v>
                </c:pt>
                <c:pt idx="4320">
                  <c:v>43343</c:v>
                </c:pt>
                <c:pt idx="4321">
                  <c:v>43344</c:v>
                </c:pt>
                <c:pt idx="4322">
                  <c:v>43345</c:v>
                </c:pt>
                <c:pt idx="4323">
                  <c:v>43346</c:v>
                </c:pt>
                <c:pt idx="4324">
                  <c:v>43347</c:v>
                </c:pt>
                <c:pt idx="4325">
                  <c:v>43348</c:v>
                </c:pt>
                <c:pt idx="4326">
                  <c:v>43349</c:v>
                </c:pt>
                <c:pt idx="4327">
                  <c:v>43350</c:v>
                </c:pt>
                <c:pt idx="4328">
                  <c:v>43351</c:v>
                </c:pt>
                <c:pt idx="4329">
                  <c:v>43352</c:v>
                </c:pt>
                <c:pt idx="4330">
                  <c:v>43353</c:v>
                </c:pt>
                <c:pt idx="4331">
                  <c:v>43354</c:v>
                </c:pt>
                <c:pt idx="4332">
                  <c:v>43355</c:v>
                </c:pt>
                <c:pt idx="4333">
                  <c:v>43356</c:v>
                </c:pt>
                <c:pt idx="4334">
                  <c:v>43357</c:v>
                </c:pt>
                <c:pt idx="4335">
                  <c:v>43358</c:v>
                </c:pt>
                <c:pt idx="4336">
                  <c:v>43359</c:v>
                </c:pt>
                <c:pt idx="4337">
                  <c:v>43360</c:v>
                </c:pt>
                <c:pt idx="4338">
                  <c:v>43361</c:v>
                </c:pt>
                <c:pt idx="4339">
                  <c:v>43362</c:v>
                </c:pt>
                <c:pt idx="4340">
                  <c:v>43363</c:v>
                </c:pt>
                <c:pt idx="4341">
                  <c:v>43364</c:v>
                </c:pt>
                <c:pt idx="4342">
                  <c:v>43365</c:v>
                </c:pt>
                <c:pt idx="4343">
                  <c:v>43366</c:v>
                </c:pt>
                <c:pt idx="4344">
                  <c:v>43367</c:v>
                </c:pt>
                <c:pt idx="4345">
                  <c:v>43368</c:v>
                </c:pt>
                <c:pt idx="4346">
                  <c:v>43369</c:v>
                </c:pt>
                <c:pt idx="4347">
                  <c:v>43370</c:v>
                </c:pt>
                <c:pt idx="4348">
                  <c:v>43371</c:v>
                </c:pt>
                <c:pt idx="4349">
                  <c:v>43372</c:v>
                </c:pt>
                <c:pt idx="4350">
                  <c:v>43373</c:v>
                </c:pt>
                <c:pt idx="4351">
                  <c:v>43374</c:v>
                </c:pt>
                <c:pt idx="4352">
                  <c:v>43375</c:v>
                </c:pt>
                <c:pt idx="4353">
                  <c:v>43376</c:v>
                </c:pt>
                <c:pt idx="4354">
                  <c:v>43377</c:v>
                </c:pt>
                <c:pt idx="4355">
                  <c:v>43378</c:v>
                </c:pt>
                <c:pt idx="4356">
                  <c:v>43379</c:v>
                </c:pt>
                <c:pt idx="4357">
                  <c:v>43380</c:v>
                </c:pt>
                <c:pt idx="4358">
                  <c:v>43381</c:v>
                </c:pt>
                <c:pt idx="4359">
                  <c:v>43382</c:v>
                </c:pt>
                <c:pt idx="4360">
                  <c:v>43383</c:v>
                </c:pt>
                <c:pt idx="4361">
                  <c:v>43384</c:v>
                </c:pt>
                <c:pt idx="4362">
                  <c:v>43385</c:v>
                </c:pt>
                <c:pt idx="4363">
                  <c:v>43386</c:v>
                </c:pt>
                <c:pt idx="4364">
                  <c:v>43387</c:v>
                </c:pt>
                <c:pt idx="4365">
                  <c:v>43388</c:v>
                </c:pt>
                <c:pt idx="4366">
                  <c:v>43389</c:v>
                </c:pt>
                <c:pt idx="4367">
                  <c:v>43390</c:v>
                </c:pt>
                <c:pt idx="4368">
                  <c:v>43391</c:v>
                </c:pt>
                <c:pt idx="4369">
                  <c:v>43392</c:v>
                </c:pt>
                <c:pt idx="4370">
                  <c:v>43393</c:v>
                </c:pt>
                <c:pt idx="4371">
                  <c:v>43394</c:v>
                </c:pt>
                <c:pt idx="4372">
                  <c:v>43395</c:v>
                </c:pt>
                <c:pt idx="4373">
                  <c:v>43396</c:v>
                </c:pt>
                <c:pt idx="4374">
                  <c:v>43397</c:v>
                </c:pt>
                <c:pt idx="4375">
                  <c:v>43398</c:v>
                </c:pt>
                <c:pt idx="4376">
                  <c:v>43399</c:v>
                </c:pt>
                <c:pt idx="4377">
                  <c:v>43400</c:v>
                </c:pt>
                <c:pt idx="4378">
                  <c:v>43401</c:v>
                </c:pt>
                <c:pt idx="4379">
                  <c:v>43402</c:v>
                </c:pt>
                <c:pt idx="4380">
                  <c:v>43403</c:v>
                </c:pt>
                <c:pt idx="4381">
                  <c:v>43404</c:v>
                </c:pt>
                <c:pt idx="4382">
                  <c:v>43405</c:v>
                </c:pt>
                <c:pt idx="4383">
                  <c:v>43406</c:v>
                </c:pt>
                <c:pt idx="4384">
                  <c:v>43407</c:v>
                </c:pt>
                <c:pt idx="4385">
                  <c:v>43408</c:v>
                </c:pt>
                <c:pt idx="4386">
                  <c:v>43409</c:v>
                </c:pt>
                <c:pt idx="4387">
                  <c:v>43410</c:v>
                </c:pt>
                <c:pt idx="4388">
                  <c:v>43411</c:v>
                </c:pt>
                <c:pt idx="4389">
                  <c:v>43412</c:v>
                </c:pt>
                <c:pt idx="4390">
                  <c:v>43413</c:v>
                </c:pt>
                <c:pt idx="4391">
                  <c:v>43414</c:v>
                </c:pt>
                <c:pt idx="4392">
                  <c:v>43415</c:v>
                </c:pt>
                <c:pt idx="4393">
                  <c:v>43416</c:v>
                </c:pt>
                <c:pt idx="4394">
                  <c:v>43417</c:v>
                </c:pt>
                <c:pt idx="4395">
                  <c:v>43418</c:v>
                </c:pt>
                <c:pt idx="4396">
                  <c:v>43419</c:v>
                </c:pt>
                <c:pt idx="4397">
                  <c:v>43420</c:v>
                </c:pt>
                <c:pt idx="4398">
                  <c:v>43421</c:v>
                </c:pt>
                <c:pt idx="4399">
                  <c:v>43422</c:v>
                </c:pt>
                <c:pt idx="4400">
                  <c:v>43423</c:v>
                </c:pt>
                <c:pt idx="4401">
                  <c:v>43424</c:v>
                </c:pt>
                <c:pt idx="4402">
                  <c:v>43425</c:v>
                </c:pt>
                <c:pt idx="4403">
                  <c:v>43426</c:v>
                </c:pt>
                <c:pt idx="4404">
                  <c:v>43427</c:v>
                </c:pt>
                <c:pt idx="4405">
                  <c:v>43428</c:v>
                </c:pt>
                <c:pt idx="4406">
                  <c:v>43429</c:v>
                </c:pt>
                <c:pt idx="4407">
                  <c:v>43430</c:v>
                </c:pt>
                <c:pt idx="4408">
                  <c:v>43431</c:v>
                </c:pt>
                <c:pt idx="4409">
                  <c:v>43432</c:v>
                </c:pt>
                <c:pt idx="4410">
                  <c:v>43433</c:v>
                </c:pt>
                <c:pt idx="4411">
                  <c:v>43434</c:v>
                </c:pt>
                <c:pt idx="4412">
                  <c:v>43435</c:v>
                </c:pt>
                <c:pt idx="4413">
                  <c:v>43436</c:v>
                </c:pt>
                <c:pt idx="4414">
                  <c:v>43437</c:v>
                </c:pt>
                <c:pt idx="4415">
                  <c:v>43438</c:v>
                </c:pt>
                <c:pt idx="4416">
                  <c:v>43439</c:v>
                </c:pt>
                <c:pt idx="4417">
                  <c:v>43440</c:v>
                </c:pt>
                <c:pt idx="4418">
                  <c:v>43441</c:v>
                </c:pt>
                <c:pt idx="4419">
                  <c:v>43442</c:v>
                </c:pt>
                <c:pt idx="4420">
                  <c:v>43443</c:v>
                </c:pt>
                <c:pt idx="4421">
                  <c:v>43444</c:v>
                </c:pt>
                <c:pt idx="4422">
                  <c:v>43445</c:v>
                </c:pt>
                <c:pt idx="4423">
                  <c:v>43446</c:v>
                </c:pt>
                <c:pt idx="4424">
                  <c:v>43447</c:v>
                </c:pt>
                <c:pt idx="4425">
                  <c:v>43448</c:v>
                </c:pt>
                <c:pt idx="4426">
                  <c:v>43449</c:v>
                </c:pt>
                <c:pt idx="4427">
                  <c:v>43450</c:v>
                </c:pt>
                <c:pt idx="4428">
                  <c:v>43451</c:v>
                </c:pt>
                <c:pt idx="4429">
                  <c:v>43452</c:v>
                </c:pt>
                <c:pt idx="4430">
                  <c:v>43453</c:v>
                </c:pt>
                <c:pt idx="4431">
                  <c:v>43454</c:v>
                </c:pt>
                <c:pt idx="4432">
                  <c:v>43455</c:v>
                </c:pt>
                <c:pt idx="4433">
                  <c:v>43456</c:v>
                </c:pt>
                <c:pt idx="4434">
                  <c:v>43457</c:v>
                </c:pt>
                <c:pt idx="4435">
                  <c:v>43458</c:v>
                </c:pt>
                <c:pt idx="4436">
                  <c:v>43459</c:v>
                </c:pt>
                <c:pt idx="4437">
                  <c:v>43460</c:v>
                </c:pt>
                <c:pt idx="4438">
                  <c:v>43461</c:v>
                </c:pt>
                <c:pt idx="4439">
                  <c:v>43462</c:v>
                </c:pt>
                <c:pt idx="4440">
                  <c:v>43463</c:v>
                </c:pt>
                <c:pt idx="4441">
                  <c:v>43464</c:v>
                </c:pt>
                <c:pt idx="4442">
                  <c:v>43465</c:v>
                </c:pt>
                <c:pt idx="4443">
                  <c:v>43466</c:v>
                </c:pt>
                <c:pt idx="4444">
                  <c:v>43467</c:v>
                </c:pt>
                <c:pt idx="4445">
                  <c:v>43468</c:v>
                </c:pt>
                <c:pt idx="4446">
                  <c:v>43469</c:v>
                </c:pt>
                <c:pt idx="4447">
                  <c:v>43470</c:v>
                </c:pt>
                <c:pt idx="4448">
                  <c:v>43471</c:v>
                </c:pt>
                <c:pt idx="4449">
                  <c:v>43472</c:v>
                </c:pt>
                <c:pt idx="4450">
                  <c:v>43473</c:v>
                </c:pt>
                <c:pt idx="4451">
                  <c:v>43474</c:v>
                </c:pt>
                <c:pt idx="4452">
                  <c:v>43475</c:v>
                </c:pt>
                <c:pt idx="4453">
                  <c:v>43476</c:v>
                </c:pt>
                <c:pt idx="4454">
                  <c:v>43477</c:v>
                </c:pt>
                <c:pt idx="4455">
                  <c:v>43478</c:v>
                </c:pt>
                <c:pt idx="4456">
                  <c:v>43479</c:v>
                </c:pt>
                <c:pt idx="4457">
                  <c:v>43480</c:v>
                </c:pt>
                <c:pt idx="4458">
                  <c:v>43481</c:v>
                </c:pt>
                <c:pt idx="4459">
                  <c:v>43482</c:v>
                </c:pt>
                <c:pt idx="4460">
                  <c:v>43483</c:v>
                </c:pt>
                <c:pt idx="4461">
                  <c:v>43484</c:v>
                </c:pt>
                <c:pt idx="4462">
                  <c:v>43485</c:v>
                </c:pt>
                <c:pt idx="4463">
                  <c:v>43486</c:v>
                </c:pt>
                <c:pt idx="4464">
                  <c:v>43487</c:v>
                </c:pt>
                <c:pt idx="4465">
                  <c:v>43488</c:v>
                </c:pt>
                <c:pt idx="4466">
                  <c:v>43489</c:v>
                </c:pt>
                <c:pt idx="4467">
                  <c:v>43490</c:v>
                </c:pt>
                <c:pt idx="4468">
                  <c:v>43491</c:v>
                </c:pt>
                <c:pt idx="4469">
                  <c:v>43492</c:v>
                </c:pt>
                <c:pt idx="4470">
                  <c:v>43493</c:v>
                </c:pt>
                <c:pt idx="4471">
                  <c:v>43494</c:v>
                </c:pt>
                <c:pt idx="4472">
                  <c:v>43495</c:v>
                </c:pt>
                <c:pt idx="4473">
                  <c:v>43496</c:v>
                </c:pt>
                <c:pt idx="4474">
                  <c:v>43497</c:v>
                </c:pt>
                <c:pt idx="4475">
                  <c:v>43498</c:v>
                </c:pt>
                <c:pt idx="4476">
                  <c:v>43499</c:v>
                </c:pt>
                <c:pt idx="4477">
                  <c:v>43500</c:v>
                </c:pt>
                <c:pt idx="4478">
                  <c:v>43501</c:v>
                </c:pt>
                <c:pt idx="4479">
                  <c:v>43502</c:v>
                </c:pt>
                <c:pt idx="4480">
                  <c:v>43503</c:v>
                </c:pt>
                <c:pt idx="4481">
                  <c:v>43504</c:v>
                </c:pt>
                <c:pt idx="4482">
                  <c:v>43505</c:v>
                </c:pt>
                <c:pt idx="4483">
                  <c:v>43506</c:v>
                </c:pt>
                <c:pt idx="4484">
                  <c:v>43507</c:v>
                </c:pt>
                <c:pt idx="4485">
                  <c:v>43508</c:v>
                </c:pt>
                <c:pt idx="4486">
                  <c:v>43509</c:v>
                </c:pt>
                <c:pt idx="4487">
                  <c:v>43510</c:v>
                </c:pt>
                <c:pt idx="4488">
                  <c:v>43511</c:v>
                </c:pt>
                <c:pt idx="4489">
                  <c:v>43512</c:v>
                </c:pt>
                <c:pt idx="4490">
                  <c:v>43513</c:v>
                </c:pt>
                <c:pt idx="4491">
                  <c:v>43514</c:v>
                </c:pt>
                <c:pt idx="4492">
                  <c:v>43515</c:v>
                </c:pt>
                <c:pt idx="4493">
                  <c:v>43516</c:v>
                </c:pt>
                <c:pt idx="4494">
                  <c:v>43517</c:v>
                </c:pt>
                <c:pt idx="4495">
                  <c:v>43518</c:v>
                </c:pt>
                <c:pt idx="4496">
                  <c:v>43519</c:v>
                </c:pt>
                <c:pt idx="4497">
                  <c:v>43520</c:v>
                </c:pt>
                <c:pt idx="4498">
                  <c:v>43521</c:v>
                </c:pt>
                <c:pt idx="4499">
                  <c:v>43522</c:v>
                </c:pt>
                <c:pt idx="4500">
                  <c:v>43523</c:v>
                </c:pt>
                <c:pt idx="4501">
                  <c:v>43524</c:v>
                </c:pt>
                <c:pt idx="4502">
                  <c:v>43525</c:v>
                </c:pt>
                <c:pt idx="4503">
                  <c:v>43526</c:v>
                </c:pt>
                <c:pt idx="4504">
                  <c:v>43527</c:v>
                </c:pt>
                <c:pt idx="4505">
                  <c:v>43528</c:v>
                </c:pt>
                <c:pt idx="4506">
                  <c:v>43529</c:v>
                </c:pt>
                <c:pt idx="4507">
                  <c:v>43530</c:v>
                </c:pt>
                <c:pt idx="4508">
                  <c:v>43531</c:v>
                </c:pt>
                <c:pt idx="4509">
                  <c:v>43532</c:v>
                </c:pt>
                <c:pt idx="4510">
                  <c:v>43533</c:v>
                </c:pt>
                <c:pt idx="4511">
                  <c:v>43534</c:v>
                </c:pt>
                <c:pt idx="4512">
                  <c:v>43535</c:v>
                </c:pt>
                <c:pt idx="4513">
                  <c:v>43536</c:v>
                </c:pt>
                <c:pt idx="4514">
                  <c:v>43537</c:v>
                </c:pt>
                <c:pt idx="4515">
                  <c:v>43538</c:v>
                </c:pt>
                <c:pt idx="4516">
                  <c:v>43539</c:v>
                </c:pt>
                <c:pt idx="4517">
                  <c:v>43540</c:v>
                </c:pt>
                <c:pt idx="4518">
                  <c:v>43541</c:v>
                </c:pt>
                <c:pt idx="4519">
                  <c:v>43542</c:v>
                </c:pt>
                <c:pt idx="4520">
                  <c:v>43543</c:v>
                </c:pt>
                <c:pt idx="4521">
                  <c:v>43544</c:v>
                </c:pt>
                <c:pt idx="4522">
                  <c:v>43545</c:v>
                </c:pt>
                <c:pt idx="4523">
                  <c:v>43546</c:v>
                </c:pt>
                <c:pt idx="4524">
                  <c:v>43547</c:v>
                </c:pt>
                <c:pt idx="4525">
                  <c:v>43548</c:v>
                </c:pt>
                <c:pt idx="4526">
                  <c:v>43549</c:v>
                </c:pt>
                <c:pt idx="4527">
                  <c:v>43550</c:v>
                </c:pt>
                <c:pt idx="4528">
                  <c:v>43551</c:v>
                </c:pt>
                <c:pt idx="4529">
                  <c:v>43552</c:v>
                </c:pt>
                <c:pt idx="4530">
                  <c:v>43553</c:v>
                </c:pt>
                <c:pt idx="4531">
                  <c:v>43554</c:v>
                </c:pt>
                <c:pt idx="4532">
                  <c:v>43555</c:v>
                </c:pt>
                <c:pt idx="4533">
                  <c:v>43556</c:v>
                </c:pt>
                <c:pt idx="4534">
                  <c:v>43557</c:v>
                </c:pt>
                <c:pt idx="4535">
                  <c:v>43558</c:v>
                </c:pt>
                <c:pt idx="4536">
                  <c:v>43559</c:v>
                </c:pt>
                <c:pt idx="4537">
                  <c:v>43560</c:v>
                </c:pt>
                <c:pt idx="4538">
                  <c:v>43561</c:v>
                </c:pt>
                <c:pt idx="4539">
                  <c:v>43562</c:v>
                </c:pt>
                <c:pt idx="4540">
                  <c:v>43563</c:v>
                </c:pt>
                <c:pt idx="4541">
                  <c:v>43564</c:v>
                </c:pt>
                <c:pt idx="4542">
                  <c:v>43565</c:v>
                </c:pt>
                <c:pt idx="4543">
                  <c:v>43566</c:v>
                </c:pt>
                <c:pt idx="4544">
                  <c:v>43567</c:v>
                </c:pt>
                <c:pt idx="4545">
                  <c:v>43568</c:v>
                </c:pt>
                <c:pt idx="4546">
                  <c:v>43569</c:v>
                </c:pt>
                <c:pt idx="4547">
                  <c:v>43570</c:v>
                </c:pt>
                <c:pt idx="4548">
                  <c:v>43571</c:v>
                </c:pt>
                <c:pt idx="4549">
                  <c:v>43572</c:v>
                </c:pt>
                <c:pt idx="4550">
                  <c:v>43573</c:v>
                </c:pt>
                <c:pt idx="4551">
                  <c:v>43574</c:v>
                </c:pt>
                <c:pt idx="4552">
                  <c:v>43575</c:v>
                </c:pt>
                <c:pt idx="4553">
                  <c:v>43576</c:v>
                </c:pt>
                <c:pt idx="4554">
                  <c:v>43577</c:v>
                </c:pt>
                <c:pt idx="4555">
                  <c:v>43578</c:v>
                </c:pt>
                <c:pt idx="4556">
                  <c:v>43579</c:v>
                </c:pt>
                <c:pt idx="4557">
                  <c:v>43580</c:v>
                </c:pt>
                <c:pt idx="4558">
                  <c:v>43581</c:v>
                </c:pt>
                <c:pt idx="4559">
                  <c:v>43582</c:v>
                </c:pt>
                <c:pt idx="4560">
                  <c:v>43583</c:v>
                </c:pt>
                <c:pt idx="4561">
                  <c:v>43584</c:v>
                </c:pt>
                <c:pt idx="4562">
                  <c:v>43585</c:v>
                </c:pt>
                <c:pt idx="4563">
                  <c:v>43586</c:v>
                </c:pt>
                <c:pt idx="4564">
                  <c:v>43587</c:v>
                </c:pt>
                <c:pt idx="4565">
                  <c:v>43588</c:v>
                </c:pt>
                <c:pt idx="4566">
                  <c:v>43589</c:v>
                </c:pt>
                <c:pt idx="4567">
                  <c:v>43590</c:v>
                </c:pt>
                <c:pt idx="4568">
                  <c:v>43591</c:v>
                </c:pt>
                <c:pt idx="4569">
                  <c:v>43592</c:v>
                </c:pt>
                <c:pt idx="4570">
                  <c:v>43593</c:v>
                </c:pt>
                <c:pt idx="4571">
                  <c:v>43594</c:v>
                </c:pt>
                <c:pt idx="4572">
                  <c:v>43595</c:v>
                </c:pt>
                <c:pt idx="4573">
                  <c:v>43596</c:v>
                </c:pt>
                <c:pt idx="4574">
                  <c:v>43597</c:v>
                </c:pt>
                <c:pt idx="4575">
                  <c:v>43598</c:v>
                </c:pt>
                <c:pt idx="4576">
                  <c:v>43599</c:v>
                </c:pt>
                <c:pt idx="4577">
                  <c:v>43600</c:v>
                </c:pt>
                <c:pt idx="4578">
                  <c:v>43601</c:v>
                </c:pt>
                <c:pt idx="4579">
                  <c:v>43602</c:v>
                </c:pt>
                <c:pt idx="4580">
                  <c:v>43603</c:v>
                </c:pt>
                <c:pt idx="4581">
                  <c:v>43604</c:v>
                </c:pt>
                <c:pt idx="4582">
                  <c:v>43605</c:v>
                </c:pt>
                <c:pt idx="4583">
                  <c:v>43606</c:v>
                </c:pt>
                <c:pt idx="4584">
                  <c:v>43607</c:v>
                </c:pt>
                <c:pt idx="4585">
                  <c:v>43608</c:v>
                </c:pt>
                <c:pt idx="4586">
                  <c:v>43609</c:v>
                </c:pt>
                <c:pt idx="4587">
                  <c:v>43610</c:v>
                </c:pt>
                <c:pt idx="4588">
                  <c:v>43611</c:v>
                </c:pt>
                <c:pt idx="4589">
                  <c:v>43612</c:v>
                </c:pt>
                <c:pt idx="4590">
                  <c:v>43613</c:v>
                </c:pt>
                <c:pt idx="4591">
                  <c:v>43614</c:v>
                </c:pt>
                <c:pt idx="4592">
                  <c:v>43615</c:v>
                </c:pt>
                <c:pt idx="4593">
                  <c:v>43616</c:v>
                </c:pt>
                <c:pt idx="4594">
                  <c:v>43617</c:v>
                </c:pt>
                <c:pt idx="4595">
                  <c:v>43618</c:v>
                </c:pt>
                <c:pt idx="4596">
                  <c:v>43619</c:v>
                </c:pt>
                <c:pt idx="4597">
                  <c:v>43620</c:v>
                </c:pt>
                <c:pt idx="4598">
                  <c:v>43621</c:v>
                </c:pt>
                <c:pt idx="4599">
                  <c:v>43622</c:v>
                </c:pt>
                <c:pt idx="4600">
                  <c:v>43623</c:v>
                </c:pt>
                <c:pt idx="4601">
                  <c:v>43624</c:v>
                </c:pt>
                <c:pt idx="4602">
                  <c:v>43625</c:v>
                </c:pt>
                <c:pt idx="4603">
                  <c:v>43626</c:v>
                </c:pt>
                <c:pt idx="4604">
                  <c:v>43627</c:v>
                </c:pt>
                <c:pt idx="4605">
                  <c:v>43628</c:v>
                </c:pt>
                <c:pt idx="4606">
                  <c:v>43629</c:v>
                </c:pt>
                <c:pt idx="4607">
                  <c:v>43630</c:v>
                </c:pt>
                <c:pt idx="4608">
                  <c:v>43631</c:v>
                </c:pt>
                <c:pt idx="4609">
                  <c:v>43632</c:v>
                </c:pt>
                <c:pt idx="4610">
                  <c:v>43633</c:v>
                </c:pt>
                <c:pt idx="4611">
                  <c:v>43634</c:v>
                </c:pt>
                <c:pt idx="4612">
                  <c:v>43635</c:v>
                </c:pt>
                <c:pt idx="4613">
                  <c:v>43636</c:v>
                </c:pt>
                <c:pt idx="4614">
                  <c:v>43637</c:v>
                </c:pt>
                <c:pt idx="4615">
                  <c:v>43638</c:v>
                </c:pt>
                <c:pt idx="4616">
                  <c:v>43639</c:v>
                </c:pt>
                <c:pt idx="4617">
                  <c:v>43640</c:v>
                </c:pt>
                <c:pt idx="4618">
                  <c:v>43641</c:v>
                </c:pt>
                <c:pt idx="4619">
                  <c:v>43642</c:v>
                </c:pt>
                <c:pt idx="4620">
                  <c:v>43643</c:v>
                </c:pt>
                <c:pt idx="4621">
                  <c:v>43644</c:v>
                </c:pt>
                <c:pt idx="4622">
                  <c:v>43645</c:v>
                </c:pt>
                <c:pt idx="4623">
                  <c:v>43646</c:v>
                </c:pt>
                <c:pt idx="4624">
                  <c:v>43647</c:v>
                </c:pt>
                <c:pt idx="4625">
                  <c:v>43648</c:v>
                </c:pt>
                <c:pt idx="4626">
                  <c:v>43649</c:v>
                </c:pt>
                <c:pt idx="4627">
                  <c:v>43650</c:v>
                </c:pt>
                <c:pt idx="4628">
                  <c:v>43651</c:v>
                </c:pt>
                <c:pt idx="4629">
                  <c:v>43652</c:v>
                </c:pt>
                <c:pt idx="4630">
                  <c:v>43653</c:v>
                </c:pt>
                <c:pt idx="4631">
                  <c:v>43654</c:v>
                </c:pt>
                <c:pt idx="4632">
                  <c:v>43655</c:v>
                </c:pt>
                <c:pt idx="4633">
                  <c:v>43656</c:v>
                </c:pt>
                <c:pt idx="4634">
                  <c:v>43657</c:v>
                </c:pt>
                <c:pt idx="4635">
                  <c:v>43658</c:v>
                </c:pt>
                <c:pt idx="4636">
                  <c:v>43659</c:v>
                </c:pt>
                <c:pt idx="4637">
                  <c:v>43660</c:v>
                </c:pt>
                <c:pt idx="4638">
                  <c:v>43661</c:v>
                </c:pt>
                <c:pt idx="4639">
                  <c:v>43662</c:v>
                </c:pt>
                <c:pt idx="4640">
                  <c:v>43663</c:v>
                </c:pt>
                <c:pt idx="4641">
                  <c:v>43664</c:v>
                </c:pt>
                <c:pt idx="4642">
                  <c:v>43665</c:v>
                </c:pt>
                <c:pt idx="4643">
                  <c:v>43666</c:v>
                </c:pt>
                <c:pt idx="4644">
                  <c:v>43667</c:v>
                </c:pt>
                <c:pt idx="4645">
                  <c:v>43668</c:v>
                </c:pt>
                <c:pt idx="4646">
                  <c:v>43669</c:v>
                </c:pt>
                <c:pt idx="4647">
                  <c:v>43670</c:v>
                </c:pt>
                <c:pt idx="4648">
                  <c:v>43671</c:v>
                </c:pt>
                <c:pt idx="4649">
                  <c:v>43672</c:v>
                </c:pt>
                <c:pt idx="4650">
                  <c:v>43673</c:v>
                </c:pt>
                <c:pt idx="4651">
                  <c:v>43674</c:v>
                </c:pt>
                <c:pt idx="4652">
                  <c:v>43675</c:v>
                </c:pt>
                <c:pt idx="4653">
                  <c:v>43676</c:v>
                </c:pt>
                <c:pt idx="4654">
                  <c:v>43677</c:v>
                </c:pt>
                <c:pt idx="4655">
                  <c:v>43678</c:v>
                </c:pt>
                <c:pt idx="4656">
                  <c:v>43679</c:v>
                </c:pt>
                <c:pt idx="4657">
                  <c:v>43680</c:v>
                </c:pt>
                <c:pt idx="4658">
                  <c:v>43681</c:v>
                </c:pt>
                <c:pt idx="4659">
                  <c:v>43682</c:v>
                </c:pt>
                <c:pt idx="4660">
                  <c:v>43683</c:v>
                </c:pt>
                <c:pt idx="4661">
                  <c:v>43684</c:v>
                </c:pt>
                <c:pt idx="4662">
                  <c:v>43685</c:v>
                </c:pt>
                <c:pt idx="4663">
                  <c:v>43686</c:v>
                </c:pt>
                <c:pt idx="4664">
                  <c:v>43687</c:v>
                </c:pt>
                <c:pt idx="4665">
                  <c:v>43688</c:v>
                </c:pt>
                <c:pt idx="4666">
                  <c:v>43689</c:v>
                </c:pt>
                <c:pt idx="4667">
                  <c:v>43690</c:v>
                </c:pt>
                <c:pt idx="4668">
                  <c:v>43691</c:v>
                </c:pt>
                <c:pt idx="4669">
                  <c:v>43692</c:v>
                </c:pt>
                <c:pt idx="4670">
                  <c:v>43693</c:v>
                </c:pt>
                <c:pt idx="4671">
                  <c:v>43694</c:v>
                </c:pt>
                <c:pt idx="4672">
                  <c:v>43695</c:v>
                </c:pt>
                <c:pt idx="4673">
                  <c:v>43696</c:v>
                </c:pt>
                <c:pt idx="4674">
                  <c:v>43697</c:v>
                </c:pt>
                <c:pt idx="4675">
                  <c:v>43698</c:v>
                </c:pt>
                <c:pt idx="4676">
                  <c:v>43699</c:v>
                </c:pt>
                <c:pt idx="4677">
                  <c:v>43700</c:v>
                </c:pt>
                <c:pt idx="4678">
                  <c:v>43701</c:v>
                </c:pt>
                <c:pt idx="4679">
                  <c:v>43702</c:v>
                </c:pt>
                <c:pt idx="4680">
                  <c:v>43703</c:v>
                </c:pt>
                <c:pt idx="4681">
                  <c:v>43704</c:v>
                </c:pt>
                <c:pt idx="4682">
                  <c:v>43705</c:v>
                </c:pt>
                <c:pt idx="4683">
                  <c:v>43706</c:v>
                </c:pt>
                <c:pt idx="4684">
                  <c:v>43707</c:v>
                </c:pt>
                <c:pt idx="4685">
                  <c:v>43708</c:v>
                </c:pt>
                <c:pt idx="4686">
                  <c:v>43709</c:v>
                </c:pt>
                <c:pt idx="4687">
                  <c:v>43710</c:v>
                </c:pt>
                <c:pt idx="4688">
                  <c:v>43711</c:v>
                </c:pt>
                <c:pt idx="4689">
                  <c:v>43712</c:v>
                </c:pt>
                <c:pt idx="4690">
                  <c:v>43713</c:v>
                </c:pt>
                <c:pt idx="4691">
                  <c:v>43714</c:v>
                </c:pt>
                <c:pt idx="4692">
                  <c:v>43715</c:v>
                </c:pt>
                <c:pt idx="4693">
                  <c:v>43716</c:v>
                </c:pt>
                <c:pt idx="4694">
                  <c:v>43717</c:v>
                </c:pt>
                <c:pt idx="4695">
                  <c:v>43718</c:v>
                </c:pt>
                <c:pt idx="4696">
                  <c:v>43719</c:v>
                </c:pt>
                <c:pt idx="4697">
                  <c:v>43720</c:v>
                </c:pt>
                <c:pt idx="4698">
                  <c:v>43721</c:v>
                </c:pt>
                <c:pt idx="4699">
                  <c:v>43722</c:v>
                </c:pt>
                <c:pt idx="4700">
                  <c:v>43723</c:v>
                </c:pt>
                <c:pt idx="4701">
                  <c:v>43724</c:v>
                </c:pt>
                <c:pt idx="4702">
                  <c:v>43725</c:v>
                </c:pt>
                <c:pt idx="4703">
                  <c:v>43726</c:v>
                </c:pt>
                <c:pt idx="4704">
                  <c:v>43727</c:v>
                </c:pt>
                <c:pt idx="4705">
                  <c:v>43728</c:v>
                </c:pt>
                <c:pt idx="4706">
                  <c:v>43729</c:v>
                </c:pt>
                <c:pt idx="4707">
                  <c:v>43730</c:v>
                </c:pt>
                <c:pt idx="4708">
                  <c:v>43731</c:v>
                </c:pt>
                <c:pt idx="4709">
                  <c:v>43732</c:v>
                </c:pt>
                <c:pt idx="4710">
                  <c:v>43733</c:v>
                </c:pt>
                <c:pt idx="4711">
                  <c:v>43734</c:v>
                </c:pt>
                <c:pt idx="4712">
                  <c:v>43735</c:v>
                </c:pt>
                <c:pt idx="4713">
                  <c:v>43736</c:v>
                </c:pt>
                <c:pt idx="4714">
                  <c:v>43737</c:v>
                </c:pt>
                <c:pt idx="4715">
                  <c:v>43738</c:v>
                </c:pt>
                <c:pt idx="4716">
                  <c:v>43739</c:v>
                </c:pt>
                <c:pt idx="4717">
                  <c:v>43740</c:v>
                </c:pt>
                <c:pt idx="4718">
                  <c:v>43741</c:v>
                </c:pt>
                <c:pt idx="4719">
                  <c:v>43742</c:v>
                </c:pt>
                <c:pt idx="4720">
                  <c:v>43743</c:v>
                </c:pt>
                <c:pt idx="4721">
                  <c:v>43744</c:v>
                </c:pt>
                <c:pt idx="4722">
                  <c:v>43745</c:v>
                </c:pt>
                <c:pt idx="4723">
                  <c:v>43746</c:v>
                </c:pt>
                <c:pt idx="4724">
                  <c:v>43747</c:v>
                </c:pt>
                <c:pt idx="4725">
                  <c:v>43748</c:v>
                </c:pt>
                <c:pt idx="4726">
                  <c:v>43749</c:v>
                </c:pt>
                <c:pt idx="4727">
                  <c:v>43750</c:v>
                </c:pt>
                <c:pt idx="4728">
                  <c:v>43751</c:v>
                </c:pt>
                <c:pt idx="4729">
                  <c:v>43752</c:v>
                </c:pt>
                <c:pt idx="4730">
                  <c:v>43753</c:v>
                </c:pt>
                <c:pt idx="4731">
                  <c:v>43754</c:v>
                </c:pt>
                <c:pt idx="4732">
                  <c:v>43755</c:v>
                </c:pt>
                <c:pt idx="4733">
                  <c:v>43756</c:v>
                </c:pt>
                <c:pt idx="4734">
                  <c:v>43757</c:v>
                </c:pt>
                <c:pt idx="4735">
                  <c:v>43758</c:v>
                </c:pt>
                <c:pt idx="4736">
                  <c:v>43759</c:v>
                </c:pt>
                <c:pt idx="4737">
                  <c:v>43760</c:v>
                </c:pt>
                <c:pt idx="4738">
                  <c:v>43761</c:v>
                </c:pt>
                <c:pt idx="4739">
                  <c:v>43762</c:v>
                </c:pt>
                <c:pt idx="4740">
                  <c:v>43763</c:v>
                </c:pt>
                <c:pt idx="4741">
                  <c:v>43764</c:v>
                </c:pt>
                <c:pt idx="4742">
                  <c:v>43765</c:v>
                </c:pt>
                <c:pt idx="4743">
                  <c:v>43766</c:v>
                </c:pt>
                <c:pt idx="4744">
                  <c:v>43767</c:v>
                </c:pt>
                <c:pt idx="4745">
                  <c:v>43768</c:v>
                </c:pt>
                <c:pt idx="4746">
                  <c:v>43769</c:v>
                </c:pt>
                <c:pt idx="4747">
                  <c:v>43770</c:v>
                </c:pt>
                <c:pt idx="4748">
                  <c:v>43771</c:v>
                </c:pt>
                <c:pt idx="4749">
                  <c:v>43772</c:v>
                </c:pt>
                <c:pt idx="4750">
                  <c:v>43773</c:v>
                </c:pt>
                <c:pt idx="4751">
                  <c:v>43774</c:v>
                </c:pt>
                <c:pt idx="4752">
                  <c:v>43775</c:v>
                </c:pt>
                <c:pt idx="4753">
                  <c:v>43776</c:v>
                </c:pt>
                <c:pt idx="4754">
                  <c:v>43777</c:v>
                </c:pt>
                <c:pt idx="4755">
                  <c:v>43778</c:v>
                </c:pt>
                <c:pt idx="4756">
                  <c:v>43779</c:v>
                </c:pt>
                <c:pt idx="4757">
                  <c:v>43780</c:v>
                </c:pt>
                <c:pt idx="4758">
                  <c:v>43781</c:v>
                </c:pt>
                <c:pt idx="4759">
                  <c:v>43782</c:v>
                </c:pt>
                <c:pt idx="4760">
                  <c:v>43783</c:v>
                </c:pt>
                <c:pt idx="4761">
                  <c:v>43784</c:v>
                </c:pt>
                <c:pt idx="4762">
                  <c:v>43785</c:v>
                </c:pt>
                <c:pt idx="4763">
                  <c:v>43786</c:v>
                </c:pt>
                <c:pt idx="4764">
                  <c:v>43787</c:v>
                </c:pt>
                <c:pt idx="4765">
                  <c:v>43788</c:v>
                </c:pt>
                <c:pt idx="4766">
                  <c:v>43789</c:v>
                </c:pt>
                <c:pt idx="4767">
                  <c:v>43790</c:v>
                </c:pt>
                <c:pt idx="4768">
                  <c:v>43791</c:v>
                </c:pt>
                <c:pt idx="4769">
                  <c:v>43792</c:v>
                </c:pt>
                <c:pt idx="4770">
                  <c:v>43793</c:v>
                </c:pt>
                <c:pt idx="4771">
                  <c:v>43794</c:v>
                </c:pt>
                <c:pt idx="4772">
                  <c:v>43795</c:v>
                </c:pt>
                <c:pt idx="4773">
                  <c:v>43796</c:v>
                </c:pt>
                <c:pt idx="4774">
                  <c:v>43797</c:v>
                </c:pt>
                <c:pt idx="4775">
                  <c:v>43798</c:v>
                </c:pt>
                <c:pt idx="4776">
                  <c:v>43799</c:v>
                </c:pt>
                <c:pt idx="4777">
                  <c:v>43800</c:v>
                </c:pt>
                <c:pt idx="4778">
                  <c:v>43801</c:v>
                </c:pt>
                <c:pt idx="4779">
                  <c:v>43802</c:v>
                </c:pt>
                <c:pt idx="4780">
                  <c:v>43803</c:v>
                </c:pt>
                <c:pt idx="4781">
                  <c:v>43804</c:v>
                </c:pt>
                <c:pt idx="4782">
                  <c:v>43805</c:v>
                </c:pt>
                <c:pt idx="4783">
                  <c:v>43806</c:v>
                </c:pt>
                <c:pt idx="4784">
                  <c:v>43807</c:v>
                </c:pt>
                <c:pt idx="4785">
                  <c:v>43808</c:v>
                </c:pt>
                <c:pt idx="4786">
                  <c:v>43809</c:v>
                </c:pt>
                <c:pt idx="4787">
                  <c:v>43810</c:v>
                </c:pt>
                <c:pt idx="4788">
                  <c:v>43811</c:v>
                </c:pt>
                <c:pt idx="4789">
                  <c:v>43812</c:v>
                </c:pt>
                <c:pt idx="4790">
                  <c:v>43813</c:v>
                </c:pt>
                <c:pt idx="4791">
                  <c:v>43814</c:v>
                </c:pt>
                <c:pt idx="4792">
                  <c:v>43815</c:v>
                </c:pt>
                <c:pt idx="4793">
                  <c:v>43816</c:v>
                </c:pt>
                <c:pt idx="4794">
                  <c:v>43817</c:v>
                </c:pt>
                <c:pt idx="4795">
                  <c:v>43818</c:v>
                </c:pt>
                <c:pt idx="4796">
                  <c:v>43819</c:v>
                </c:pt>
                <c:pt idx="4797">
                  <c:v>43820</c:v>
                </c:pt>
                <c:pt idx="4798">
                  <c:v>43821</c:v>
                </c:pt>
                <c:pt idx="4799">
                  <c:v>43822</c:v>
                </c:pt>
                <c:pt idx="4800">
                  <c:v>43823</c:v>
                </c:pt>
                <c:pt idx="4801">
                  <c:v>43824</c:v>
                </c:pt>
                <c:pt idx="4802">
                  <c:v>43825</c:v>
                </c:pt>
                <c:pt idx="4803">
                  <c:v>43826</c:v>
                </c:pt>
                <c:pt idx="4804">
                  <c:v>43827</c:v>
                </c:pt>
                <c:pt idx="4805">
                  <c:v>43828</c:v>
                </c:pt>
                <c:pt idx="4806">
                  <c:v>43829</c:v>
                </c:pt>
                <c:pt idx="4807">
                  <c:v>43830</c:v>
                </c:pt>
                <c:pt idx="4808">
                  <c:v>43831</c:v>
                </c:pt>
                <c:pt idx="4809">
                  <c:v>43832</c:v>
                </c:pt>
                <c:pt idx="4810">
                  <c:v>43833</c:v>
                </c:pt>
                <c:pt idx="4811">
                  <c:v>43834</c:v>
                </c:pt>
                <c:pt idx="4812">
                  <c:v>43835</c:v>
                </c:pt>
                <c:pt idx="4813">
                  <c:v>43836</c:v>
                </c:pt>
                <c:pt idx="4814">
                  <c:v>43837</c:v>
                </c:pt>
                <c:pt idx="4815">
                  <c:v>43838</c:v>
                </c:pt>
                <c:pt idx="4816">
                  <c:v>43839</c:v>
                </c:pt>
                <c:pt idx="4817">
                  <c:v>43840</c:v>
                </c:pt>
                <c:pt idx="4818">
                  <c:v>43841</c:v>
                </c:pt>
                <c:pt idx="4819">
                  <c:v>43842</c:v>
                </c:pt>
                <c:pt idx="4820">
                  <c:v>43843</c:v>
                </c:pt>
                <c:pt idx="4821">
                  <c:v>43844</c:v>
                </c:pt>
                <c:pt idx="4822">
                  <c:v>43845</c:v>
                </c:pt>
                <c:pt idx="4823">
                  <c:v>43846</c:v>
                </c:pt>
                <c:pt idx="4824">
                  <c:v>43847</c:v>
                </c:pt>
                <c:pt idx="4825">
                  <c:v>43848</c:v>
                </c:pt>
                <c:pt idx="4826">
                  <c:v>43849</c:v>
                </c:pt>
                <c:pt idx="4827">
                  <c:v>43850</c:v>
                </c:pt>
                <c:pt idx="4828">
                  <c:v>43851</c:v>
                </c:pt>
                <c:pt idx="4829">
                  <c:v>43852</c:v>
                </c:pt>
                <c:pt idx="4830">
                  <c:v>43853</c:v>
                </c:pt>
                <c:pt idx="4831">
                  <c:v>43854</c:v>
                </c:pt>
                <c:pt idx="4832">
                  <c:v>43855</c:v>
                </c:pt>
                <c:pt idx="4833">
                  <c:v>43856</c:v>
                </c:pt>
                <c:pt idx="4834">
                  <c:v>43857</c:v>
                </c:pt>
                <c:pt idx="4835">
                  <c:v>43858</c:v>
                </c:pt>
                <c:pt idx="4836">
                  <c:v>43859</c:v>
                </c:pt>
                <c:pt idx="4837">
                  <c:v>43860</c:v>
                </c:pt>
                <c:pt idx="4838">
                  <c:v>43861</c:v>
                </c:pt>
                <c:pt idx="4839">
                  <c:v>43862</c:v>
                </c:pt>
                <c:pt idx="4840">
                  <c:v>43863</c:v>
                </c:pt>
                <c:pt idx="4841">
                  <c:v>43864</c:v>
                </c:pt>
                <c:pt idx="4842">
                  <c:v>43865</c:v>
                </c:pt>
                <c:pt idx="4843">
                  <c:v>43866</c:v>
                </c:pt>
                <c:pt idx="4844">
                  <c:v>43867</c:v>
                </c:pt>
                <c:pt idx="4845">
                  <c:v>43868</c:v>
                </c:pt>
                <c:pt idx="4846">
                  <c:v>43869</c:v>
                </c:pt>
                <c:pt idx="4847">
                  <c:v>43870</c:v>
                </c:pt>
                <c:pt idx="4848">
                  <c:v>43871</c:v>
                </c:pt>
                <c:pt idx="4849">
                  <c:v>43872</c:v>
                </c:pt>
                <c:pt idx="4850">
                  <c:v>43873</c:v>
                </c:pt>
                <c:pt idx="4851">
                  <c:v>43874</c:v>
                </c:pt>
                <c:pt idx="4852">
                  <c:v>43875</c:v>
                </c:pt>
                <c:pt idx="4853">
                  <c:v>43876</c:v>
                </c:pt>
                <c:pt idx="4854">
                  <c:v>43877</c:v>
                </c:pt>
                <c:pt idx="4855">
                  <c:v>43878</c:v>
                </c:pt>
                <c:pt idx="4856">
                  <c:v>43879</c:v>
                </c:pt>
                <c:pt idx="4857">
                  <c:v>43880</c:v>
                </c:pt>
                <c:pt idx="4858">
                  <c:v>43881</c:v>
                </c:pt>
                <c:pt idx="4859">
                  <c:v>43882</c:v>
                </c:pt>
                <c:pt idx="4860">
                  <c:v>43883</c:v>
                </c:pt>
                <c:pt idx="4861">
                  <c:v>43884</c:v>
                </c:pt>
                <c:pt idx="4862">
                  <c:v>43885</c:v>
                </c:pt>
                <c:pt idx="4863">
                  <c:v>43886</c:v>
                </c:pt>
                <c:pt idx="4864">
                  <c:v>43887</c:v>
                </c:pt>
                <c:pt idx="4865">
                  <c:v>43888</c:v>
                </c:pt>
                <c:pt idx="4866">
                  <c:v>43889</c:v>
                </c:pt>
                <c:pt idx="4867">
                  <c:v>43890</c:v>
                </c:pt>
                <c:pt idx="4868">
                  <c:v>43891</c:v>
                </c:pt>
                <c:pt idx="4869">
                  <c:v>43892</c:v>
                </c:pt>
                <c:pt idx="4870">
                  <c:v>43893</c:v>
                </c:pt>
                <c:pt idx="4871">
                  <c:v>43894</c:v>
                </c:pt>
                <c:pt idx="4872">
                  <c:v>43895</c:v>
                </c:pt>
                <c:pt idx="4873">
                  <c:v>43896</c:v>
                </c:pt>
                <c:pt idx="4874">
                  <c:v>43897</c:v>
                </c:pt>
                <c:pt idx="4875">
                  <c:v>43898</c:v>
                </c:pt>
                <c:pt idx="4876">
                  <c:v>43899</c:v>
                </c:pt>
                <c:pt idx="4877">
                  <c:v>43900</c:v>
                </c:pt>
                <c:pt idx="4878">
                  <c:v>43901</c:v>
                </c:pt>
                <c:pt idx="4879">
                  <c:v>43902</c:v>
                </c:pt>
                <c:pt idx="4880">
                  <c:v>43903</c:v>
                </c:pt>
                <c:pt idx="4881">
                  <c:v>43904</c:v>
                </c:pt>
                <c:pt idx="4882">
                  <c:v>43905</c:v>
                </c:pt>
                <c:pt idx="4883">
                  <c:v>43906</c:v>
                </c:pt>
                <c:pt idx="4884">
                  <c:v>43907</c:v>
                </c:pt>
                <c:pt idx="4885">
                  <c:v>43908</c:v>
                </c:pt>
                <c:pt idx="4886">
                  <c:v>43909</c:v>
                </c:pt>
                <c:pt idx="4887">
                  <c:v>43910</c:v>
                </c:pt>
                <c:pt idx="4888">
                  <c:v>43911</c:v>
                </c:pt>
                <c:pt idx="4889">
                  <c:v>43912</c:v>
                </c:pt>
                <c:pt idx="4890">
                  <c:v>43913</c:v>
                </c:pt>
                <c:pt idx="4891">
                  <c:v>43914</c:v>
                </c:pt>
                <c:pt idx="4892">
                  <c:v>43915</c:v>
                </c:pt>
                <c:pt idx="4893">
                  <c:v>43916</c:v>
                </c:pt>
                <c:pt idx="4894">
                  <c:v>43917</c:v>
                </c:pt>
                <c:pt idx="4895">
                  <c:v>43918</c:v>
                </c:pt>
                <c:pt idx="4896">
                  <c:v>43919</c:v>
                </c:pt>
                <c:pt idx="4897">
                  <c:v>43920</c:v>
                </c:pt>
                <c:pt idx="4898">
                  <c:v>43921</c:v>
                </c:pt>
                <c:pt idx="4899">
                  <c:v>43922</c:v>
                </c:pt>
                <c:pt idx="4900">
                  <c:v>43923</c:v>
                </c:pt>
                <c:pt idx="4901">
                  <c:v>43924</c:v>
                </c:pt>
                <c:pt idx="4902">
                  <c:v>43925</c:v>
                </c:pt>
                <c:pt idx="4903">
                  <c:v>43926</c:v>
                </c:pt>
                <c:pt idx="4904">
                  <c:v>43927</c:v>
                </c:pt>
                <c:pt idx="4905">
                  <c:v>43928</c:v>
                </c:pt>
                <c:pt idx="4906">
                  <c:v>43929</c:v>
                </c:pt>
                <c:pt idx="4907">
                  <c:v>43930</c:v>
                </c:pt>
                <c:pt idx="4908">
                  <c:v>43931</c:v>
                </c:pt>
                <c:pt idx="4909">
                  <c:v>43932</c:v>
                </c:pt>
                <c:pt idx="4910">
                  <c:v>43933</c:v>
                </c:pt>
                <c:pt idx="4911">
                  <c:v>43934</c:v>
                </c:pt>
                <c:pt idx="4912">
                  <c:v>43935</c:v>
                </c:pt>
                <c:pt idx="4913">
                  <c:v>43936</c:v>
                </c:pt>
                <c:pt idx="4914">
                  <c:v>43937</c:v>
                </c:pt>
                <c:pt idx="4915">
                  <c:v>43938</c:v>
                </c:pt>
                <c:pt idx="4916">
                  <c:v>43939</c:v>
                </c:pt>
                <c:pt idx="4917">
                  <c:v>43940</c:v>
                </c:pt>
                <c:pt idx="4918">
                  <c:v>43941</c:v>
                </c:pt>
                <c:pt idx="4919">
                  <c:v>43942</c:v>
                </c:pt>
                <c:pt idx="4920">
                  <c:v>43943</c:v>
                </c:pt>
                <c:pt idx="4921">
                  <c:v>43944</c:v>
                </c:pt>
                <c:pt idx="4922">
                  <c:v>43945</c:v>
                </c:pt>
                <c:pt idx="4923">
                  <c:v>43946</c:v>
                </c:pt>
                <c:pt idx="4924">
                  <c:v>43947</c:v>
                </c:pt>
                <c:pt idx="4925">
                  <c:v>43948</c:v>
                </c:pt>
                <c:pt idx="4926">
                  <c:v>43949</c:v>
                </c:pt>
                <c:pt idx="4927">
                  <c:v>43950</c:v>
                </c:pt>
                <c:pt idx="4928">
                  <c:v>43951</c:v>
                </c:pt>
                <c:pt idx="4929">
                  <c:v>43952</c:v>
                </c:pt>
                <c:pt idx="4930">
                  <c:v>43953</c:v>
                </c:pt>
                <c:pt idx="4931">
                  <c:v>43954</c:v>
                </c:pt>
                <c:pt idx="4932">
                  <c:v>43955</c:v>
                </c:pt>
                <c:pt idx="4933">
                  <c:v>43956</c:v>
                </c:pt>
                <c:pt idx="4934">
                  <c:v>43957</c:v>
                </c:pt>
                <c:pt idx="4935">
                  <c:v>43958</c:v>
                </c:pt>
                <c:pt idx="4936">
                  <c:v>43959</c:v>
                </c:pt>
                <c:pt idx="4937">
                  <c:v>43960</c:v>
                </c:pt>
                <c:pt idx="4938">
                  <c:v>43961</c:v>
                </c:pt>
                <c:pt idx="4939">
                  <c:v>43962</c:v>
                </c:pt>
                <c:pt idx="4940">
                  <c:v>43963</c:v>
                </c:pt>
                <c:pt idx="4941">
                  <c:v>43964</c:v>
                </c:pt>
                <c:pt idx="4942">
                  <c:v>43965</c:v>
                </c:pt>
                <c:pt idx="4943">
                  <c:v>43966</c:v>
                </c:pt>
                <c:pt idx="4944">
                  <c:v>43967</c:v>
                </c:pt>
                <c:pt idx="4945">
                  <c:v>43968</c:v>
                </c:pt>
                <c:pt idx="4946">
                  <c:v>43969</c:v>
                </c:pt>
                <c:pt idx="4947">
                  <c:v>43970</c:v>
                </c:pt>
                <c:pt idx="4948">
                  <c:v>43971</c:v>
                </c:pt>
                <c:pt idx="4949">
                  <c:v>43972</c:v>
                </c:pt>
                <c:pt idx="4950">
                  <c:v>43973</c:v>
                </c:pt>
                <c:pt idx="4951">
                  <c:v>43974</c:v>
                </c:pt>
                <c:pt idx="4952">
                  <c:v>43975</c:v>
                </c:pt>
                <c:pt idx="4953">
                  <c:v>43976</c:v>
                </c:pt>
                <c:pt idx="4954">
                  <c:v>43977</c:v>
                </c:pt>
                <c:pt idx="4955">
                  <c:v>43978</c:v>
                </c:pt>
                <c:pt idx="4956">
                  <c:v>43979</c:v>
                </c:pt>
                <c:pt idx="4957">
                  <c:v>43980</c:v>
                </c:pt>
                <c:pt idx="4958">
                  <c:v>43981</c:v>
                </c:pt>
                <c:pt idx="4959">
                  <c:v>43982</c:v>
                </c:pt>
                <c:pt idx="4960">
                  <c:v>43983</c:v>
                </c:pt>
                <c:pt idx="4961">
                  <c:v>43984</c:v>
                </c:pt>
                <c:pt idx="4962">
                  <c:v>43985</c:v>
                </c:pt>
                <c:pt idx="4963">
                  <c:v>43986</c:v>
                </c:pt>
                <c:pt idx="4964">
                  <c:v>43987</c:v>
                </c:pt>
                <c:pt idx="4965">
                  <c:v>43988</c:v>
                </c:pt>
                <c:pt idx="4966">
                  <c:v>43989</c:v>
                </c:pt>
                <c:pt idx="4967">
                  <c:v>43990</c:v>
                </c:pt>
                <c:pt idx="4968">
                  <c:v>43991</c:v>
                </c:pt>
                <c:pt idx="4969">
                  <c:v>43992</c:v>
                </c:pt>
                <c:pt idx="4970">
                  <c:v>43993</c:v>
                </c:pt>
                <c:pt idx="4971">
                  <c:v>43994</c:v>
                </c:pt>
                <c:pt idx="4972">
                  <c:v>43995</c:v>
                </c:pt>
                <c:pt idx="4973">
                  <c:v>43996</c:v>
                </c:pt>
                <c:pt idx="4974">
                  <c:v>43997</c:v>
                </c:pt>
                <c:pt idx="4975">
                  <c:v>43998</c:v>
                </c:pt>
                <c:pt idx="4976">
                  <c:v>43999</c:v>
                </c:pt>
                <c:pt idx="4977">
                  <c:v>44000</c:v>
                </c:pt>
                <c:pt idx="4978">
                  <c:v>44001</c:v>
                </c:pt>
                <c:pt idx="4979">
                  <c:v>44002</c:v>
                </c:pt>
                <c:pt idx="4980">
                  <c:v>44003</c:v>
                </c:pt>
                <c:pt idx="4981">
                  <c:v>44004</c:v>
                </c:pt>
                <c:pt idx="4982">
                  <c:v>44005</c:v>
                </c:pt>
                <c:pt idx="4983">
                  <c:v>44006</c:v>
                </c:pt>
                <c:pt idx="4984">
                  <c:v>44007</c:v>
                </c:pt>
                <c:pt idx="4985">
                  <c:v>44008</c:v>
                </c:pt>
                <c:pt idx="4986">
                  <c:v>44009</c:v>
                </c:pt>
                <c:pt idx="4987">
                  <c:v>44010</c:v>
                </c:pt>
                <c:pt idx="4988">
                  <c:v>44011</c:v>
                </c:pt>
                <c:pt idx="4989">
                  <c:v>44012</c:v>
                </c:pt>
                <c:pt idx="4990">
                  <c:v>44013</c:v>
                </c:pt>
                <c:pt idx="4991">
                  <c:v>44014</c:v>
                </c:pt>
                <c:pt idx="4992">
                  <c:v>44015</c:v>
                </c:pt>
                <c:pt idx="4993">
                  <c:v>44016</c:v>
                </c:pt>
                <c:pt idx="4994">
                  <c:v>44017</c:v>
                </c:pt>
                <c:pt idx="4995">
                  <c:v>44018</c:v>
                </c:pt>
                <c:pt idx="4996">
                  <c:v>44019</c:v>
                </c:pt>
                <c:pt idx="4997">
                  <c:v>44020</c:v>
                </c:pt>
                <c:pt idx="4998">
                  <c:v>44021</c:v>
                </c:pt>
                <c:pt idx="4999">
                  <c:v>44022</c:v>
                </c:pt>
                <c:pt idx="5000">
                  <c:v>44023</c:v>
                </c:pt>
                <c:pt idx="5001">
                  <c:v>44024</c:v>
                </c:pt>
                <c:pt idx="5002">
                  <c:v>44025</c:v>
                </c:pt>
                <c:pt idx="5003">
                  <c:v>44026</c:v>
                </c:pt>
                <c:pt idx="5004">
                  <c:v>44027</c:v>
                </c:pt>
                <c:pt idx="5005">
                  <c:v>44028</c:v>
                </c:pt>
                <c:pt idx="5006">
                  <c:v>44029</c:v>
                </c:pt>
                <c:pt idx="5007">
                  <c:v>44030</c:v>
                </c:pt>
                <c:pt idx="5008">
                  <c:v>44031</c:v>
                </c:pt>
                <c:pt idx="5009">
                  <c:v>44032</c:v>
                </c:pt>
                <c:pt idx="5010">
                  <c:v>44033</c:v>
                </c:pt>
                <c:pt idx="5011">
                  <c:v>44034</c:v>
                </c:pt>
                <c:pt idx="5012">
                  <c:v>44035</c:v>
                </c:pt>
                <c:pt idx="5013">
                  <c:v>44036</c:v>
                </c:pt>
                <c:pt idx="5014">
                  <c:v>44037</c:v>
                </c:pt>
                <c:pt idx="5015">
                  <c:v>44038</c:v>
                </c:pt>
                <c:pt idx="5016">
                  <c:v>44039</c:v>
                </c:pt>
                <c:pt idx="5017">
                  <c:v>44040</c:v>
                </c:pt>
                <c:pt idx="5018">
                  <c:v>44041</c:v>
                </c:pt>
                <c:pt idx="5019">
                  <c:v>44042</c:v>
                </c:pt>
                <c:pt idx="5020">
                  <c:v>44043</c:v>
                </c:pt>
                <c:pt idx="5021">
                  <c:v>44044</c:v>
                </c:pt>
                <c:pt idx="5022">
                  <c:v>44045</c:v>
                </c:pt>
                <c:pt idx="5023">
                  <c:v>44046</c:v>
                </c:pt>
                <c:pt idx="5024">
                  <c:v>44047</c:v>
                </c:pt>
                <c:pt idx="5025">
                  <c:v>44048</c:v>
                </c:pt>
                <c:pt idx="5026">
                  <c:v>44049</c:v>
                </c:pt>
                <c:pt idx="5027">
                  <c:v>44050</c:v>
                </c:pt>
                <c:pt idx="5028">
                  <c:v>44051</c:v>
                </c:pt>
                <c:pt idx="5029">
                  <c:v>44052</c:v>
                </c:pt>
                <c:pt idx="5030">
                  <c:v>44053</c:v>
                </c:pt>
                <c:pt idx="5031">
                  <c:v>44054</c:v>
                </c:pt>
                <c:pt idx="5032">
                  <c:v>44055</c:v>
                </c:pt>
                <c:pt idx="5033">
                  <c:v>44056</c:v>
                </c:pt>
                <c:pt idx="5034">
                  <c:v>44057</c:v>
                </c:pt>
                <c:pt idx="5035">
                  <c:v>44058</c:v>
                </c:pt>
                <c:pt idx="5036">
                  <c:v>44059</c:v>
                </c:pt>
                <c:pt idx="5037">
                  <c:v>44060</c:v>
                </c:pt>
                <c:pt idx="5038">
                  <c:v>44061</c:v>
                </c:pt>
                <c:pt idx="5039">
                  <c:v>44062</c:v>
                </c:pt>
                <c:pt idx="5040">
                  <c:v>44063</c:v>
                </c:pt>
                <c:pt idx="5041">
                  <c:v>44064</c:v>
                </c:pt>
                <c:pt idx="5042">
                  <c:v>44065</c:v>
                </c:pt>
                <c:pt idx="5043">
                  <c:v>44066</c:v>
                </c:pt>
                <c:pt idx="5044">
                  <c:v>44067</c:v>
                </c:pt>
                <c:pt idx="5045">
                  <c:v>44068</c:v>
                </c:pt>
                <c:pt idx="5046">
                  <c:v>44069</c:v>
                </c:pt>
                <c:pt idx="5047">
                  <c:v>44070</c:v>
                </c:pt>
                <c:pt idx="5048">
                  <c:v>44071</c:v>
                </c:pt>
                <c:pt idx="5049">
                  <c:v>44072</c:v>
                </c:pt>
                <c:pt idx="5050">
                  <c:v>44073</c:v>
                </c:pt>
                <c:pt idx="5051">
                  <c:v>44074</c:v>
                </c:pt>
                <c:pt idx="5052">
                  <c:v>44075</c:v>
                </c:pt>
                <c:pt idx="5053">
                  <c:v>44076</c:v>
                </c:pt>
                <c:pt idx="5054">
                  <c:v>44077</c:v>
                </c:pt>
                <c:pt idx="5055">
                  <c:v>44078</c:v>
                </c:pt>
                <c:pt idx="5056">
                  <c:v>44079</c:v>
                </c:pt>
                <c:pt idx="5057">
                  <c:v>44080</c:v>
                </c:pt>
                <c:pt idx="5058">
                  <c:v>44081</c:v>
                </c:pt>
                <c:pt idx="5059">
                  <c:v>44082</c:v>
                </c:pt>
                <c:pt idx="5060">
                  <c:v>44083</c:v>
                </c:pt>
                <c:pt idx="5061">
                  <c:v>44084</c:v>
                </c:pt>
                <c:pt idx="5062">
                  <c:v>44085</c:v>
                </c:pt>
                <c:pt idx="5063">
                  <c:v>44086</c:v>
                </c:pt>
                <c:pt idx="5064">
                  <c:v>44087</c:v>
                </c:pt>
                <c:pt idx="5065">
                  <c:v>44088</c:v>
                </c:pt>
                <c:pt idx="5066">
                  <c:v>44089</c:v>
                </c:pt>
                <c:pt idx="5067">
                  <c:v>44090</c:v>
                </c:pt>
                <c:pt idx="5068">
                  <c:v>44091</c:v>
                </c:pt>
                <c:pt idx="5069">
                  <c:v>44092</c:v>
                </c:pt>
                <c:pt idx="5070">
                  <c:v>44093</c:v>
                </c:pt>
                <c:pt idx="5071">
                  <c:v>44094</c:v>
                </c:pt>
                <c:pt idx="5072">
                  <c:v>44095</c:v>
                </c:pt>
                <c:pt idx="5073">
                  <c:v>44096</c:v>
                </c:pt>
                <c:pt idx="5074">
                  <c:v>44097</c:v>
                </c:pt>
                <c:pt idx="5075">
                  <c:v>44098</c:v>
                </c:pt>
                <c:pt idx="5076">
                  <c:v>44099</c:v>
                </c:pt>
                <c:pt idx="5077">
                  <c:v>44100</c:v>
                </c:pt>
                <c:pt idx="5078">
                  <c:v>44101</c:v>
                </c:pt>
                <c:pt idx="5079">
                  <c:v>44102</c:v>
                </c:pt>
                <c:pt idx="5080">
                  <c:v>44103</c:v>
                </c:pt>
                <c:pt idx="5081">
                  <c:v>44104</c:v>
                </c:pt>
                <c:pt idx="5082">
                  <c:v>44105</c:v>
                </c:pt>
                <c:pt idx="5083">
                  <c:v>44106</c:v>
                </c:pt>
                <c:pt idx="5084">
                  <c:v>44107</c:v>
                </c:pt>
                <c:pt idx="5085">
                  <c:v>44108</c:v>
                </c:pt>
                <c:pt idx="5086">
                  <c:v>44109</c:v>
                </c:pt>
                <c:pt idx="5087">
                  <c:v>44110</c:v>
                </c:pt>
                <c:pt idx="5088">
                  <c:v>44111</c:v>
                </c:pt>
                <c:pt idx="5089">
                  <c:v>44112</c:v>
                </c:pt>
                <c:pt idx="5090">
                  <c:v>44113</c:v>
                </c:pt>
                <c:pt idx="5091">
                  <c:v>44114</c:v>
                </c:pt>
                <c:pt idx="5092">
                  <c:v>44115</c:v>
                </c:pt>
                <c:pt idx="5093">
                  <c:v>44116</c:v>
                </c:pt>
                <c:pt idx="5094">
                  <c:v>44117</c:v>
                </c:pt>
                <c:pt idx="5095">
                  <c:v>44118</c:v>
                </c:pt>
                <c:pt idx="5096">
                  <c:v>44119</c:v>
                </c:pt>
                <c:pt idx="5097">
                  <c:v>44120</c:v>
                </c:pt>
                <c:pt idx="5098">
                  <c:v>44121</c:v>
                </c:pt>
                <c:pt idx="5099">
                  <c:v>44122</c:v>
                </c:pt>
                <c:pt idx="5100">
                  <c:v>44123</c:v>
                </c:pt>
                <c:pt idx="5101">
                  <c:v>44124</c:v>
                </c:pt>
                <c:pt idx="5102">
                  <c:v>44125</c:v>
                </c:pt>
                <c:pt idx="5103">
                  <c:v>44126</c:v>
                </c:pt>
                <c:pt idx="5104">
                  <c:v>44127</c:v>
                </c:pt>
                <c:pt idx="5105">
                  <c:v>44128</c:v>
                </c:pt>
                <c:pt idx="5106">
                  <c:v>44129</c:v>
                </c:pt>
                <c:pt idx="5107">
                  <c:v>44130</c:v>
                </c:pt>
                <c:pt idx="5108">
                  <c:v>44131</c:v>
                </c:pt>
                <c:pt idx="5109">
                  <c:v>44132</c:v>
                </c:pt>
                <c:pt idx="5110">
                  <c:v>44133</c:v>
                </c:pt>
                <c:pt idx="5111">
                  <c:v>44134</c:v>
                </c:pt>
                <c:pt idx="5112">
                  <c:v>44135</c:v>
                </c:pt>
                <c:pt idx="5113">
                  <c:v>44136</c:v>
                </c:pt>
                <c:pt idx="5114">
                  <c:v>44137</c:v>
                </c:pt>
                <c:pt idx="5115">
                  <c:v>44138</c:v>
                </c:pt>
                <c:pt idx="5116">
                  <c:v>44139</c:v>
                </c:pt>
                <c:pt idx="5117">
                  <c:v>44140</c:v>
                </c:pt>
                <c:pt idx="5118">
                  <c:v>44141</c:v>
                </c:pt>
                <c:pt idx="5119">
                  <c:v>44142</c:v>
                </c:pt>
                <c:pt idx="5120">
                  <c:v>44143</c:v>
                </c:pt>
                <c:pt idx="5121">
                  <c:v>44144</c:v>
                </c:pt>
                <c:pt idx="5122">
                  <c:v>44145</c:v>
                </c:pt>
                <c:pt idx="5123">
                  <c:v>44146</c:v>
                </c:pt>
                <c:pt idx="5124">
                  <c:v>44147</c:v>
                </c:pt>
                <c:pt idx="5125">
                  <c:v>44148</c:v>
                </c:pt>
                <c:pt idx="5126">
                  <c:v>44149</c:v>
                </c:pt>
                <c:pt idx="5127">
                  <c:v>44150</c:v>
                </c:pt>
                <c:pt idx="5128">
                  <c:v>44151</c:v>
                </c:pt>
                <c:pt idx="5129">
                  <c:v>44152</c:v>
                </c:pt>
                <c:pt idx="5130">
                  <c:v>44153</c:v>
                </c:pt>
                <c:pt idx="5131">
                  <c:v>44154</c:v>
                </c:pt>
                <c:pt idx="5132">
                  <c:v>44155</c:v>
                </c:pt>
                <c:pt idx="5133">
                  <c:v>44156</c:v>
                </c:pt>
                <c:pt idx="5134">
                  <c:v>44157</c:v>
                </c:pt>
                <c:pt idx="5135">
                  <c:v>44158</c:v>
                </c:pt>
                <c:pt idx="5136">
                  <c:v>44159</c:v>
                </c:pt>
                <c:pt idx="5137">
                  <c:v>44160</c:v>
                </c:pt>
                <c:pt idx="5138">
                  <c:v>44161</c:v>
                </c:pt>
                <c:pt idx="5139">
                  <c:v>44162</c:v>
                </c:pt>
                <c:pt idx="5140">
                  <c:v>44163</c:v>
                </c:pt>
                <c:pt idx="5141">
                  <c:v>44164</c:v>
                </c:pt>
                <c:pt idx="5142">
                  <c:v>44165</c:v>
                </c:pt>
                <c:pt idx="5143">
                  <c:v>44166</c:v>
                </c:pt>
                <c:pt idx="5144">
                  <c:v>44167</c:v>
                </c:pt>
                <c:pt idx="5145">
                  <c:v>44168</c:v>
                </c:pt>
                <c:pt idx="5146">
                  <c:v>44169</c:v>
                </c:pt>
                <c:pt idx="5147">
                  <c:v>44170</c:v>
                </c:pt>
                <c:pt idx="5148">
                  <c:v>44171</c:v>
                </c:pt>
                <c:pt idx="5149">
                  <c:v>44172</c:v>
                </c:pt>
                <c:pt idx="5150">
                  <c:v>44173</c:v>
                </c:pt>
                <c:pt idx="5151">
                  <c:v>44174</c:v>
                </c:pt>
                <c:pt idx="5152">
                  <c:v>44175</c:v>
                </c:pt>
                <c:pt idx="5153">
                  <c:v>44176</c:v>
                </c:pt>
                <c:pt idx="5154">
                  <c:v>44177</c:v>
                </c:pt>
                <c:pt idx="5155">
                  <c:v>44178</c:v>
                </c:pt>
                <c:pt idx="5156">
                  <c:v>44179</c:v>
                </c:pt>
                <c:pt idx="5157">
                  <c:v>44180</c:v>
                </c:pt>
                <c:pt idx="5158">
                  <c:v>44181</c:v>
                </c:pt>
                <c:pt idx="5159">
                  <c:v>44182</c:v>
                </c:pt>
                <c:pt idx="5160">
                  <c:v>44183</c:v>
                </c:pt>
                <c:pt idx="5161">
                  <c:v>44184</c:v>
                </c:pt>
                <c:pt idx="5162">
                  <c:v>44185</c:v>
                </c:pt>
                <c:pt idx="5163">
                  <c:v>44186</c:v>
                </c:pt>
                <c:pt idx="5164">
                  <c:v>44187</c:v>
                </c:pt>
                <c:pt idx="5165">
                  <c:v>44188</c:v>
                </c:pt>
                <c:pt idx="5166">
                  <c:v>44189</c:v>
                </c:pt>
                <c:pt idx="5167">
                  <c:v>44190</c:v>
                </c:pt>
                <c:pt idx="5168">
                  <c:v>44191</c:v>
                </c:pt>
                <c:pt idx="5169">
                  <c:v>44192</c:v>
                </c:pt>
                <c:pt idx="5170">
                  <c:v>44193</c:v>
                </c:pt>
                <c:pt idx="5171">
                  <c:v>44194</c:v>
                </c:pt>
                <c:pt idx="5172">
                  <c:v>44195</c:v>
                </c:pt>
                <c:pt idx="5173">
                  <c:v>44196</c:v>
                </c:pt>
                <c:pt idx="5174">
                  <c:v>44197</c:v>
                </c:pt>
                <c:pt idx="5175">
                  <c:v>44198</c:v>
                </c:pt>
                <c:pt idx="5176">
                  <c:v>44199</c:v>
                </c:pt>
                <c:pt idx="5177">
                  <c:v>44200</c:v>
                </c:pt>
                <c:pt idx="5178">
                  <c:v>44201</c:v>
                </c:pt>
                <c:pt idx="5179">
                  <c:v>44202</c:v>
                </c:pt>
                <c:pt idx="5180">
                  <c:v>44203</c:v>
                </c:pt>
                <c:pt idx="5181">
                  <c:v>44204</c:v>
                </c:pt>
                <c:pt idx="5182">
                  <c:v>44205</c:v>
                </c:pt>
                <c:pt idx="5183">
                  <c:v>44206</c:v>
                </c:pt>
                <c:pt idx="5184">
                  <c:v>44207</c:v>
                </c:pt>
                <c:pt idx="5185">
                  <c:v>44208</c:v>
                </c:pt>
                <c:pt idx="5186">
                  <c:v>44209</c:v>
                </c:pt>
                <c:pt idx="5187">
                  <c:v>44210</c:v>
                </c:pt>
                <c:pt idx="5188">
                  <c:v>44211</c:v>
                </c:pt>
                <c:pt idx="5189">
                  <c:v>44212</c:v>
                </c:pt>
                <c:pt idx="5190">
                  <c:v>44213</c:v>
                </c:pt>
                <c:pt idx="5191">
                  <c:v>44214</c:v>
                </c:pt>
                <c:pt idx="5192">
                  <c:v>44215</c:v>
                </c:pt>
                <c:pt idx="5193">
                  <c:v>44216</c:v>
                </c:pt>
                <c:pt idx="5194">
                  <c:v>44217</c:v>
                </c:pt>
                <c:pt idx="5195">
                  <c:v>44218</c:v>
                </c:pt>
                <c:pt idx="5196">
                  <c:v>44219</c:v>
                </c:pt>
                <c:pt idx="5197">
                  <c:v>44220</c:v>
                </c:pt>
                <c:pt idx="5198">
                  <c:v>44221</c:v>
                </c:pt>
                <c:pt idx="5199">
                  <c:v>44222</c:v>
                </c:pt>
                <c:pt idx="5200">
                  <c:v>44223</c:v>
                </c:pt>
                <c:pt idx="5201">
                  <c:v>44224</c:v>
                </c:pt>
                <c:pt idx="5202">
                  <c:v>44225</c:v>
                </c:pt>
                <c:pt idx="5203">
                  <c:v>44226</c:v>
                </c:pt>
                <c:pt idx="5204">
                  <c:v>44227</c:v>
                </c:pt>
                <c:pt idx="5205">
                  <c:v>44228</c:v>
                </c:pt>
                <c:pt idx="5206">
                  <c:v>44229</c:v>
                </c:pt>
                <c:pt idx="5207">
                  <c:v>44230</c:v>
                </c:pt>
                <c:pt idx="5208">
                  <c:v>44231</c:v>
                </c:pt>
                <c:pt idx="5209">
                  <c:v>44232</c:v>
                </c:pt>
                <c:pt idx="5210">
                  <c:v>44233</c:v>
                </c:pt>
                <c:pt idx="5211">
                  <c:v>44234</c:v>
                </c:pt>
                <c:pt idx="5212">
                  <c:v>44235</c:v>
                </c:pt>
                <c:pt idx="5213">
                  <c:v>44236</c:v>
                </c:pt>
                <c:pt idx="5214">
                  <c:v>44237</c:v>
                </c:pt>
                <c:pt idx="5215">
                  <c:v>44238</c:v>
                </c:pt>
                <c:pt idx="5216">
                  <c:v>44239</c:v>
                </c:pt>
                <c:pt idx="5217">
                  <c:v>44240</c:v>
                </c:pt>
                <c:pt idx="5218">
                  <c:v>44241</c:v>
                </c:pt>
                <c:pt idx="5219">
                  <c:v>44242</c:v>
                </c:pt>
                <c:pt idx="5220">
                  <c:v>44243</c:v>
                </c:pt>
                <c:pt idx="5221">
                  <c:v>44244</c:v>
                </c:pt>
                <c:pt idx="5222">
                  <c:v>44245</c:v>
                </c:pt>
                <c:pt idx="5223">
                  <c:v>44246</c:v>
                </c:pt>
                <c:pt idx="5224">
                  <c:v>44247</c:v>
                </c:pt>
                <c:pt idx="5225">
                  <c:v>44248</c:v>
                </c:pt>
                <c:pt idx="5226">
                  <c:v>44249</c:v>
                </c:pt>
                <c:pt idx="5227">
                  <c:v>44250</c:v>
                </c:pt>
                <c:pt idx="5228">
                  <c:v>44251</c:v>
                </c:pt>
                <c:pt idx="5229">
                  <c:v>44252</c:v>
                </c:pt>
                <c:pt idx="5230">
                  <c:v>44253</c:v>
                </c:pt>
                <c:pt idx="5231">
                  <c:v>44254</c:v>
                </c:pt>
                <c:pt idx="5232">
                  <c:v>44255</c:v>
                </c:pt>
                <c:pt idx="5233">
                  <c:v>44256</c:v>
                </c:pt>
                <c:pt idx="5234">
                  <c:v>44257</c:v>
                </c:pt>
                <c:pt idx="5235">
                  <c:v>44258</c:v>
                </c:pt>
                <c:pt idx="5236">
                  <c:v>44259</c:v>
                </c:pt>
                <c:pt idx="5237">
                  <c:v>44260</c:v>
                </c:pt>
                <c:pt idx="5238">
                  <c:v>44261</c:v>
                </c:pt>
                <c:pt idx="5239">
                  <c:v>44262</c:v>
                </c:pt>
                <c:pt idx="5240">
                  <c:v>44263</c:v>
                </c:pt>
                <c:pt idx="5241">
                  <c:v>44264</c:v>
                </c:pt>
                <c:pt idx="5242">
                  <c:v>44265</c:v>
                </c:pt>
                <c:pt idx="5243">
                  <c:v>44266</c:v>
                </c:pt>
                <c:pt idx="5244">
                  <c:v>44267</c:v>
                </c:pt>
                <c:pt idx="5245">
                  <c:v>44268</c:v>
                </c:pt>
                <c:pt idx="5246">
                  <c:v>44269</c:v>
                </c:pt>
                <c:pt idx="5247">
                  <c:v>44270</c:v>
                </c:pt>
                <c:pt idx="5248">
                  <c:v>44271</c:v>
                </c:pt>
                <c:pt idx="5249">
                  <c:v>44272</c:v>
                </c:pt>
                <c:pt idx="5250">
                  <c:v>44273</c:v>
                </c:pt>
                <c:pt idx="5251">
                  <c:v>44274</c:v>
                </c:pt>
                <c:pt idx="5252">
                  <c:v>44275</c:v>
                </c:pt>
                <c:pt idx="5253">
                  <c:v>44276</c:v>
                </c:pt>
                <c:pt idx="5254">
                  <c:v>44277</c:v>
                </c:pt>
                <c:pt idx="5255">
                  <c:v>44278</c:v>
                </c:pt>
                <c:pt idx="5256">
                  <c:v>44279</c:v>
                </c:pt>
                <c:pt idx="5257">
                  <c:v>44280</c:v>
                </c:pt>
                <c:pt idx="5258">
                  <c:v>44281</c:v>
                </c:pt>
                <c:pt idx="5259">
                  <c:v>44282</c:v>
                </c:pt>
                <c:pt idx="5260">
                  <c:v>44283</c:v>
                </c:pt>
                <c:pt idx="5261">
                  <c:v>44284</c:v>
                </c:pt>
                <c:pt idx="5262">
                  <c:v>44285</c:v>
                </c:pt>
                <c:pt idx="5263">
                  <c:v>44286</c:v>
                </c:pt>
                <c:pt idx="5264">
                  <c:v>44287</c:v>
                </c:pt>
                <c:pt idx="5265">
                  <c:v>44288</c:v>
                </c:pt>
                <c:pt idx="5266">
                  <c:v>44289</c:v>
                </c:pt>
                <c:pt idx="5267">
                  <c:v>44290</c:v>
                </c:pt>
                <c:pt idx="5268">
                  <c:v>44291</c:v>
                </c:pt>
                <c:pt idx="5269">
                  <c:v>44292</c:v>
                </c:pt>
                <c:pt idx="5270">
                  <c:v>44293</c:v>
                </c:pt>
                <c:pt idx="5271">
                  <c:v>44294</c:v>
                </c:pt>
                <c:pt idx="5272">
                  <c:v>44295</c:v>
                </c:pt>
                <c:pt idx="5273">
                  <c:v>44296</c:v>
                </c:pt>
                <c:pt idx="5274">
                  <c:v>44297</c:v>
                </c:pt>
                <c:pt idx="5275">
                  <c:v>44298</c:v>
                </c:pt>
                <c:pt idx="5276">
                  <c:v>44299</c:v>
                </c:pt>
                <c:pt idx="5277">
                  <c:v>44300</c:v>
                </c:pt>
                <c:pt idx="5278">
                  <c:v>44301</c:v>
                </c:pt>
                <c:pt idx="5279">
                  <c:v>44302</c:v>
                </c:pt>
                <c:pt idx="5280">
                  <c:v>44303</c:v>
                </c:pt>
                <c:pt idx="5281">
                  <c:v>44304</c:v>
                </c:pt>
                <c:pt idx="5282">
                  <c:v>44305</c:v>
                </c:pt>
                <c:pt idx="5283">
                  <c:v>44306</c:v>
                </c:pt>
                <c:pt idx="5284">
                  <c:v>44307</c:v>
                </c:pt>
                <c:pt idx="5285">
                  <c:v>44308</c:v>
                </c:pt>
                <c:pt idx="5286">
                  <c:v>44309</c:v>
                </c:pt>
                <c:pt idx="5287">
                  <c:v>44310</c:v>
                </c:pt>
                <c:pt idx="5288">
                  <c:v>44311</c:v>
                </c:pt>
                <c:pt idx="5289">
                  <c:v>44312</c:v>
                </c:pt>
                <c:pt idx="5290">
                  <c:v>44313</c:v>
                </c:pt>
                <c:pt idx="5291">
                  <c:v>44314</c:v>
                </c:pt>
                <c:pt idx="5292">
                  <c:v>44315</c:v>
                </c:pt>
                <c:pt idx="5293">
                  <c:v>44316</c:v>
                </c:pt>
                <c:pt idx="5294">
                  <c:v>44317</c:v>
                </c:pt>
                <c:pt idx="5295">
                  <c:v>44318</c:v>
                </c:pt>
                <c:pt idx="5296">
                  <c:v>44319</c:v>
                </c:pt>
                <c:pt idx="5297">
                  <c:v>44320</c:v>
                </c:pt>
                <c:pt idx="5298">
                  <c:v>44321</c:v>
                </c:pt>
                <c:pt idx="5299">
                  <c:v>44322</c:v>
                </c:pt>
                <c:pt idx="5300">
                  <c:v>44323</c:v>
                </c:pt>
                <c:pt idx="5301">
                  <c:v>44324</c:v>
                </c:pt>
                <c:pt idx="5302">
                  <c:v>44325</c:v>
                </c:pt>
                <c:pt idx="5303">
                  <c:v>44326</c:v>
                </c:pt>
                <c:pt idx="5304">
                  <c:v>44327</c:v>
                </c:pt>
                <c:pt idx="5305">
                  <c:v>44328</c:v>
                </c:pt>
                <c:pt idx="5306">
                  <c:v>44329</c:v>
                </c:pt>
                <c:pt idx="5307">
                  <c:v>44330</c:v>
                </c:pt>
                <c:pt idx="5308">
                  <c:v>44331</c:v>
                </c:pt>
                <c:pt idx="5309">
                  <c:v>44332</c:v>
                </c:pt>
                <c:pt idx="5310">
                  <c:v>44333</c:v>
                </c:pt>
                <c:pt idx="5311">
                  <c:v>44334</c:v>
                </c:pt>
                <c:pt idx="5312">
                  <c:v>44335</c:v>
                </c:pt>
                <c:pt idx="5313">
                  <c:v>44336</c:v>
                </c:pt>
                <c:pt idx="5314">
                  <c:v>44337</c:v>
                </c:pt>
                <c:pt idx="5315">
                  <c:v>44338</c:v>
                </c:pt>
                <c:pt idx="5316">
                  <c:v>44339</c:v>
                </c:pt>
                <c:pt idx="5317">
                  <c:v>44340</c:v>
                </c:pt>
                <c:pt idx="5318">
                  <c:v>44341</c:v>
                </c:pt>
                <c:pt idx="5319">
                  <c:v>44342</c:v>
                </c:pt>
                <c:pt idx="5320">
                  <c:v>44343</c:v>
                </c:pt>
                <c:pt idx="5321">
                  <c:v>44344</c:v>
                </c:pt>
                <c:pt idx="5322">
                  <c:v>44345</c:v>
                </c:pt>
                <c:pt idx="5323">
                  <c:v>44346</c:v>
                </c:pt>
                <c:pt idx="5324">
                  <c:v>44347</c:v>
                </c:pt>
                <c:pt idx="5325">
                  <c:v>44348</c:v>
                </c:pt>
                <c:pt idx="5326">
                  <c:v>44349</c:v>
                </c:pt>
                <c:pt idx="5327">
                  <c:v>44350</c:v>
                </c:pt>
                <c:pt idx="5328">
                  <c:v>44351</c:v>
                </c:pt>
                <c:pt idx="5329">
                  <c:v>44352</c:v>
                </c:pt>
                <c:pt idx="5330">
                  <c:v>44353</c:v>
                </c:pt>
                <c:pt idx="5331">
                  <c:v>44354</c:v>
                </c:pt>
                <c:pt idx="5332">
                  <c:v>44355</c:v>
                </c:pt>
                <c:pt idx="5333">
                  <c:v>44356</c:v>
                </c:pt>
                <c:pt idx="5334">
                  <c:v>44357</c:v>
                </c:pt>
                <c:pt idx="5335">
                  <c:v>44358</c:v>
                </c:pt>
                <c:pt idx="5336">
                  <c:v>44359</c:v>
                </c:pt>
                <c:pt idx="5337">
                  <c:v>44360</c:v>
                </c:pt>
                <c:pt idx="5338">
                  <c:v>44361</c:v>
                </c:pt>
                <c:pt idx="5339">
                  <c:v>44362</c:v>
                </c:pt>
                <c:pt idx="5340">
                  <c:v>44363</c:v>
                </c:pt>
                <c:pt idx="5341">
                  <c:v>44364</c:v>
                </c:pt>
                <c:pt idx="5342">
                  <c:v>44365</c:v>
                </c:pt>
                <c:pt idx="5343">
                  <c:v>44366</c:v>
                </c:pt>
                <c:pt idx="5344">
                  <c:v>44367</c:v>
                </c:pt>
                <c:pt idx="5345">
                  <c:v>44368</c:v>
                </c:pt>
                <c:pt idx="5346">
                  <c:v>44369</c:v>
                </c:pt>
                <c:pt idx="5347">
                  <c:v>44370</c:v>
                </c:pt>
                <c:pt idx="5348">
                  <c:v>44371</c:v>
                </c:pt>
                <c:pt idx="5349">
                  <c:v>44372</c:v>
                </c:pt>
                <c:pt idx="5350">
                  <c:v>44373</c:v>
                </c:pt>
                <c:pt idx="5351">
                  <c:v>44374</c:v>
                </c:pt>
                <c:pt idx="5352">
                  <c:v>44375</c:v>
                </c:pt>
                <c:pt idx="5353">
                  <c:v>44376</c:v>
                </c:pt>
                <c:pt idx="5354">
                  <c:v>44377</c:v>
                </c:pt>
                <c:pt idx="5355">
                  <c:v>44378</c:v>
                </c:pt>
                <c:pt idx="5356">
                  <c:v>44379</c:v>
                </c:pt>
                <c:pt idx="5357">
                  <c:v>44380</c:v>
                </c:pt>
                <c:pt idx="5358">
                  <c:v>44381</c:v>
                </c:pt>
                <c:pt idx="5359">
                  <c:v>44382</c:v>
                </c:pt>
                <c:pt idx="5360">
                  <c:v>44383</c:v>
                </c:pt>
                <c:pt idx="5361">
                  <c:v>44384</c:v>
                </c:pt>
                <c:pt idx="5362">
                  <c:v>44385</c:v>
                </c:pt>
                <c:pt idx="5363">
                  <c:v>44386</c:v>
                </c:pt>
                <c:pt idx="5364">
                  <c:v>44387</c:v>
                </c:pt>
                <c:pt idx="5365">
                  <c:v>44388</c:v>
                </c:pt>
                <c:pt idx="5366">
                  <c:v>44389</c:v>
                </c:pt>
                <c:pt idx="5367">
                  <c:v>44390</c:v>
                </c:pt>
                <c:pt idx="5368">
                  <c:v>44391</c:v>
                </c:pt>
                <c:pt idx="5369">
                  <c:v>44392</c:v>
                </c:pt>
                <c:pt idx="5370">
                  <c:v>44393</c:v>
                </c:pt>
                <c:pt idx="5371">
                  <c:v>44394</c:v>
                </c:pt>
                <c:pt idx="5372">
                  <c:v>44395</c:v>
                </c:pt>
                <c:pt idx="5373">
                  <c:v>44396</c:v>
                </c:pt>
                <c:pt idx="5374">
                  <c:v>44397</c:v>
                </c:pt>
                <c:pt idx="5375">
                  <c:v>44398</c:v>
                </c:pt>
                <c:pt idx="5376">
                  <c:v>44399</c:v>
                </c:pt>
                <c:pt idx="5377">
                  <c:v>44400</c:v>
                </c:pt>
                <c:pt idx="5378">
                  <c:v>44401</c:v>
                </c:pt>
                <c:pt idx="5379">
                  <c:v>44402</c:v>
                </c:pt>
                <c:pt idx="5380">
                  <c:v>44403</c:v>
                </c:pt>
                <c:pt idx="5381">
                  <c:v>44404</c:v>
                </c:pt>
                <c:pt idx="5382">
                  <c:v>44405</c:v>
                </c:pt>
                <c:pt idx="5383">
                  <c:v>44406</c:v>
                </c:pt>
                <c:pt idx="5384">
                  <c:v>44407</c:v>
                </c:pt>
                <c:pt idx="5385">
                  <c:v>44408</c:v>
                </c:pt>
                <c:pt idx="5386">
                  <c:v>44409</c:v>
                </c:pt>
                <c:pt idx="5387">
                  <c:v>44410</c:v>
                </c:pt>
                <c:pt idx="5388">
                  <c:v>44411</c:v>
                </c:pt>
                <c:pt idx="5389">
                  <c:v>44412</c:v>
                </c:pt>
                <c:pt idx="5390">
                  <c:v>44413</c:v>
                </c:pt>
                <c:pt idx="5391">
                  <c:v>44414</c:v>
                </c:pt>
                <c:pt idx="5392">
                  <c:v>44415</c:v>
                </c:pt>
                <c:pt idx="5393">
                  <c:v>44416</c:v>
                </c:pt>
                <c:pt idx="5394">
                  <c:v>44417</c:v>
                </c:pt>
                <c:pt idx="5395">
                  <c:v>44418</c:v>
                </c:pt>
                <c:pt idx="5396">
                  <c:v>44419</c:v>
                </c:pt>
                <c:pt idx="5397">
                  <c:v>44420</c:v>
                </c:pt>
                <c:pt idx="5398">
                  <c:v>44421</c:v>
                </c:pt>
                <c:pt idx="5399">
                  <c:v>44422</c:v>
                </c:pt>
                <c:pt idx="5400">
                  <c:v>44423</c:v>
                </c:pt>
                <c:pt idx="5401">
                  <c:v>44424</c:v>
                </c:pt>
                <c:pt idx="5402">
                  <c:v>44425</c:v>
                </c:pt>
                <c:pt idx="5403">
                  <c:v>44426</c:v>
                </c:pt>
                <c:pt idx="5404">
                  <c:v>44427</c:v>
                </c:pt>
                <c:pt idx="5405">
                  <c:v>44428</c:v>
                </c:pt>
                <c:pt idx="5406">
                  <c:v>44429</c:v>
                </c:pt>
                <c:pt idx="5407">
                  <c:v>44430</c:v>
                </c:pt>
                <c:pt idx="5408">
                  <c:v>44431</c:v>
                </c:pt>
                <c:pt idx="5409">
                  <c:v>44432</c:v>
                </c:pt>
                <c:pt idx="5410">
                  <c:v>44433</c:v>
                </c:pt>
                <c:pt idx="5411">
                  <c:v>44434</c:v>
                </c:pt>
                <c:pt idx="5412">
                  <c:v>44435</c:v>
                </c:pt>
                <c:pt idx="5413">
                  <c:v>44436</c:v>
                </c:pt>
                <c:pt idx="5414">
                  <c:v>44437</c:v>
                </c:pt>
                <c:pt idx="5415">
                  <c:v>44438</c:v>
                </c:pt>
                <c:pt idx="5416">
                  <c:v>44439</c:v>
                </c:pt>
                <c:pt idx="5417">
                  <c:v>44440</c:v>
                </c:pt>
                <c:pt idx="5418">
                  <c:v>44441</c:v>
                </c:pt>
                <c:pt idx="5419">
                  <c:v>44442</c:v>
                </c:pt>
                <c:pt idx="5420">
                  <c:v>44443</c:v>
                </c:pt>
                <c:pt idx="5421">
                  <c:v>44444</c:v>
                </c:pt>
                <c:pt idx="5422">
                  <c:v>44445</c:v>
                </c:pt>
                <c:pt idx="5423">
                  <c:v>44446</c:v>
                </c:pt>
                <c:pt idx="5424">
                  <c:v>44447</c:v>
                </c:pt>
                <c:pt idx="5425">
                  <c:v>44448</c:v>
                </c:pt>
                <c:pt idx="5426">
                  <c:v>44449</c:v>
                </c:pt>
                <c:pt idx="5427">
                  <c:v>44450</c:v>
                </c:pt>
                <c:pt idx="5428">
                  <c:v>44451</c:v>
                </c:pt>
                <c:pt idx="5429">
                  <c:v>44452</c:v>
                </c:pt>
                <c:pt idx="5430">
                  <c:v>44453</c:v>
                </c:pt>
                <c:pt idx="5431">
                  <c:v>44454</c:v>
                </c:pt>
                <c:pt idx="5432">
                  <c:v>44455</c:v>
                </c:pt>
                <c:pt idx="5433">
                  <c:v>44456</c:v>
                </c:pt>
                <c:pt idx="5434">
                  <c:v>44457</c:v>
                </c:pt>
                <c:pt idx="5435">
                  <c:v>44458</c:v>
                </c:pt>
                <c:pt idx="5436">
                  <c:v>44459</c:v>
                </c:pt>
                <c:pt idx="5437">
                  <c:v>44460</c:v>
                </c:pt>
                <c:pt idx="5438">
                  <c:v>44461</c:v>
                </c:pt>
                <c:pt idx="5439">
                  <c:v>44462</c:v>
                </c:pt>
                <c:pt idx="5440">
                  <c:v>44463</c:v>
                </c:pt>
                <c:pt idx="5441">
                  <c:v>44464</c:v>
                </c:pt>
                <c:pt idx="5442">
                  <c:v>44465</c:v>
                </c:pt>
                <c:pt idx="5443">
                  <c:v>44466</c:v>
                </c:pt>
                <c:pt idx="5444">
                  <c:v>44467</c:v>
                </c:pt>
                <c:pt idx="5445">
                  <c:v>44468</c:v>
                </c:pt>
                <c:pt idx="5446">
                  <c:v>44469</c:v>
                </c:pt>
                <c:pt idx="5447">
                  <c:v>44470</c:v>
                </c:pt>
                <c:pt idx="5448">
                  <c:v>44471</c:v>
                </c:pt>
                <c:pt idx="5449">
                  <c:v>44472</c:v>
                </c:pt>
                <c:pt idx="5450">
                  <c:v>44473</c:v>
                </c:pt>
                <c:pt idx="5451">
                  <c:v>44474</c:v>
                </c:pt>
                <c:pt idx="5452">
                  <c:v>44475</c:v>
                </c:pt>
                <c:pt idx="5453">
                  <c:v>44476</c:v>
                </c:pt>
                <c:pt idx="5454">
                  <c:v>44477</c:v>
                </c:pt>
                <c:pt idx="5455">
                  <c:v>44478</c:v>
                </c:pt>
                <c:pt idx="5456">
                  <c:v>44479</c:v>
                </c:pt>
                <c:pt idx="5457">
                  <c:v>44480</c:v>
                </c:pt>
                <c:pt idx="5458">
                  <c:v>44481</c:v>
                </c:pt>
                <c:pt idx="5459">
                  <c:v>44482</c:v>
                </c:pt>
                <c:pt idx="5460">
                  <c:v>44483</c:v>
                </c:pt>
                <c:pt idx="5461">
                  <c:v>44484</c:v>
                </c:pt>
                <c:pt idx="5462">
                  <c:v>44485</c:v>
                </c:pt>
                <c:pt idx="5463">
                  <c:v>44486</c:v>
                </c:pt>
                <c:pt idx="5464">
                  <c:v>44487</c:v>
                </c:pt>
                <c:pt idx="5465">
                  <c:v>44488</c:v>
                </c:pt>
                <c:pt idx="5466">
                  <c:v>44489</c:v>
                </c:pt>
                <c:pt idx="5467">
                  <c:v>44490</c:v>
                </c:pt>
                <c:pt idx="5468">
                  <c:v>44491</c:v>
                </c:pt>
                <c:pt idx="5469">
                  <c:v>44492</c:v>
                </c:pt>
                <c:pt idx="5470">
                  <c:v>44493</c:v>
                </c:pt>
                <c:pt idx="5471">
                  <c:v>44494</c:v>
                </c:pt>
                <c:pt idx="5472">
                  <c:v>44495</c:v>
                </c:pt>
                <c:pt idx="5473">
                  <c:v>44496</c:v>
                </c:pt>
                <c:pt idx="5474">
                  <c:v>44497</c:v>
                </c:pt>
                <c:pt idx="5475">
                  <c:v>44498</c:v>
                </c:pt>
                <c:pt idx="5476">
                  <c:v>44499</c:v>
                </c:pt>
                <c:pt idx="5477">
                  <c:v>44500</c:v>
                </c:pt>
                <c:pt idx="5478">
                  <c:v>44501</c:v>
                </c:pt>
                <c:pt idx="5479">
                  <c:v>44502</c:v>
                </c:pt>
                <c:pt idx="5480">
                  <c:v>44503</c:v>
                </c:pt>
                <c:pt idx="5481">
                  <c:v>44504</c:v>
                </c:pt>
                <c:pt idx="5482">
                  <c:v>44505</c:v>
                </c:pt>
                <c:pt idx="5483">
                  <c:v>44506</c:v>
                </c:pt>
                <c:pt idx="5484">
                  <c:v>44507</c:v>
                </c:pt>
                <c:pt idx="5485">
                  <c:v>44508</c:v>
                </c:pt>
                <c:pt idx="5486">
                  <c:v>44509</c:v>
                </c:pt>
                <c:pt idx="5487">
                  <c:v>44510</c:v>
                </c:pt>
                <c:pt idx="5488">
                  <c:v>44511</c:v>
                </c:pt>
                <c:pt idx="5489">
                  <c:v>44512</c:v>
                </c:pt>
                <c:pt idx="5490">
                  <c:v>44513</c:v>
                </c:pt>
                <c:pt idx="5491">
                  <c:v>44514</c:v>
                </c:pt>
                <c:pt idx="5492">
                  <c:v>44515</c:v>
                </c:pt>
                <c:pt idx="5493">
                  <c:v>44516</c:v>
                </c:pt>
                <c:pt idx="5494">
                  <c:v>44517</c:v>
                </c:pt>
                <c:pt idx="5495">
                  <c:v>44518</c:v>
                </c:pt>
                <c:pt idx="5496">
                  <c:v>44519</c:v>
                </c:pt>
                <c:pt idx="5497">
                  <c:v>44520</c:v>
                </c:pt>
                <c:pt idx="5498">
                  <c:v>44521</c:v>
                </c:pt>
                <c:pt idx="5499">
                  <c:v>44522</c:v>
                </c:pt>
                <c:pt idx="5500">
                  <c:v>44523</c:v>
                </c:pt>
                <c:pt idx="5501">
                  <c:v>44524</c:v>
                </c:pt>
                <c:pt idx="5502">
                  <c:v>44525</c:v>
                </c:pt>
                <c:pt idx="5503">
                  <c:v>44526</c:v>
                </c:pt>
                <c:pt idx="5504">
                  <c:v>44527</c:v>
                </c:pt>
                <c:pt idx="5505">
                  <c:v>44528</c:v>
                </c:pt>
                <c:pt idx="5506">
                  <c:v>44529</c:v>
                </c:pt>
                <c:pt idx="5507">
                  <c:v>44530</c:v>
                </c:pt>
                <c:pt idx="5508">
                  <c:v>44531</c:v>
                </c:pt>
                <c:pt idx="5509">
                  <c:v>44532</c:v>
                </c:pt>
                <c:pt idx="5510">
                  <c:v>44533</c:v>
                </c:pt>
                <c:pt idx="5511">
                  <c:v>44534</c:v>
                </c:pt>
                <c:pt idx="5512">
                  <c:v>44535</c:v>
                </c:pt>
                <c:pt idx="5513">
                  <c:v>44536</c:v>
                </c:pt>
                <c:pt idx="5514">
                  <c:v>44537</c:v>
                </c:pt>
                <c:pt idx="5515">
                  <c:v>44538</c:v>
                </c:pt>
                <c:pt idx="5516">
                  <c:v>44539</c:v>
                </c:pt>
                <c:pt idx="5517">
                  <c:v>44540</c:v>
                </c:pt>
                <c:pt idx="5518">
                  <c:v>44541</c:v>
                </c:pt>
                <c:pt idx="5519">
                  <c:v>44542</c:v>
                </c:pt>
                <c:pt idx="5520">
                  <c:v>44543</c:v>
                </c:pt>
                <c:pt idx="5521">
                  <c:v>44544</c:v>
                </c:pt>
                <c:pt idx="5522">
                  <c:v>44545</c:v>
                </c:pt>
                <c:pt idx="5523">
                  <c:v>44546</c:v>
                </c:pt>
                <c:pt idx="5524">
                  <c:v>44547</c:v>
                </c:pt>
                <c:pt idx="5525">
                  <c:v>44548</c:v>
                </c:pt>
                <c:pt idx="5526">
                  <c:v>44549</c:v>
                </c:pt>
                <c:pt idx="5527">
                  <c:v>44550</c:v>
                </c:pt>
                <c:pt idx="5528">
                  <c:v>44551</c:v>
                </c:pt>
                <c:pt idx="5529">
                  <c:v>44552</c:v>
                </c:pt>
                <c:pt idx="5530">
                  <c:v>44553</c:v>
                </c:pt>
                <c:pt idx="5531">
                  <c:v>44554</c:v>
                </c:pt>
                <c:pt idx="5532">
                  <c:v>44555</c:v>
                </c:pt>
                <c:pt idx="5533">
                  <c:v>44556</c:v>
                </c:pt>
                <c:pt idx="5534">
                  <c:v>44557</c:v>
                </c:pt>
                <c:pt idx="5535">
                  <c:v>44558</c:v>
                </c:pt>
                <c:pt idx="5536">
                  <c:v>44559</c:v>
                </c:pt>
                <c:pt idx="5537">
                  <c:v>44560</c:v>
                </c:pt>
                <c:pt idx="5538">
                  <c:v>44561</c:v>
                </c:pt>
                <c:pt idx="5539">
                  <c:v>44562</c:v>
                </c:pt>
                <c:pt idx="5540">
                  <c:v>44563</c:v>
                </c:pt>
                <c:pt idx="5541">
                  <c:v>44564</c:v>
                </c:pt>
                <c:pt idx="5542">
                  <c:v>44565</c:v>
                </c:pt>
                <c:pt idx="5543">
                  <c:v>44566</c:v>
                </c:pt>
                <c:pt idx="5544">
                  <c:v>44567</c:v>
                </c:pt>
                <c:pt idx="5545">
                  <c:v>44568</c:v>
                </c:pt>
                <c:pt idx="5546">
                  <c:v>44569</c:v>
                </c:pt>
                <c:pt idx="5547">
                  <c:v>44570</c:v>
                </c:pt>
                <c:pt idx="5548">
                  <c:v>44571</c:v>
                </c:pt>
                <c:pt idx="5549">
                  <c:v>44572</c:v>
                </c:pt>
                <c:pt idx="5550">
                  <c:v>44573</c:v>
                </c:pt>
                <c:pt idx="5551">
                  <c:v>44574</c:v>
                </c:pt>
                <c:pt idx="5552">
                  <c:v>44575</c:v>
                </c:pt>
                <c:pt idx="5553">
                  <c:v>44576</c:v>
                </c:pt>
                <c:pt idx="5554">
                  <c:v>44577</c:v>
                </c:pt>
                <c:pt idx="5555">
                  <c:v>44578</c:v>
                </c:pt>
                <c:pt idx="5556">
                  <c:v>44579</c:v>
                </c:pt>
                <c:pt idx="5557">
                  <c:v>44580</c:v>
                </c:pt>
                <c:pt idx="5558">
                  <c:v>44581</c:v>
                </c:pt>
                <c:pt idx="5559">
                  <c:v>44582</c:v>
                </c:pt>
                <c:pt idx="5560">
                  <c:v>44583</c:v>
                </c:pt>
                <c:pt idx="5561">
                  <c:v>44584</c:v>
                </c:pt>
                <c:pt idx="5562">
                  <c:v>44585</c:v>
                </c:pt>
                <c:pt idx="5563">
                  <c:v>44586</c:v>
                </c:pt>
                <c:pt idx="5564">
                  <c:v>44587</c:v>
                </c:pt>
                <c:pt idx="5565">
                  <c:v>44588</c:v>
                </c:pt>
                <c:pt idx="5566">
                  <c:v>44589</c:v>
                </c:pt>
                <c:pt idx="5567">
                  <c:v>44590</c:v>
                </c:pt>
                <c:pt idx="5568">
                  <c:v>44591</c:v>
                </c:pt>
                <c:pt idx="5569">
                  <c:v>44592</c:v>
                </c:pt>
                <c:pt idx="5570">
                  <c:v>44593</c:v>
                </c:pt>
                <c:pt idx="5571">
                  <c:v>44594</c:v>
                </c:pt>
                <c:pt idx="5572">
                  <c:v>44595</c:v>
                </c:pt>
                <c:pt idx="5573">
                  <c:v>44596</c:v>
                </c:pt>
                <c:pt idx="5574">
                  <c:v>44597</c:v>
                </c:pt>
                <c:pt idx="5575">
                  <c:v>44598</c:v>
                </c:pt>
                <c:pt idx="5576">
                  <c:v>44599</c:v>
                </c:pt>
                <c:pt idx="5577">
                  <c:v>44600</c:v>
                </c:pt>
                <c:pt idx="5578">
                  <c:v>44601</c:v>
                </c:pt>
                <c:pt idx="5579">
                  <c:v>44602</c:v>
                </c:pt>
                <c:pt idx="5580">
                  <c:v>44603</c:v>
                </c:pt>
                <c:pt idx="5581">
                  <c:v>44604</c:v>
                </c:pt>
                <c:pt idx="5582">
                  <c:v>44605</c:v>
                </c:pt>
                <c:pt idx="5583">
                  <c:v>44606</c:v>
                </c:pt>
                <c:pt idx="5584">
                  <c:v>44607</c:v>
                </c:pt>
                <c:pt idx="5585">
                  <c:v>44608</c:v>
                </c:pt>
                <c:pt idx="5586">
                  <c:v>44609</c:v>
                </c:pt>
                <c:pt idx="5587">
                  <c:v>44610</c:v>
                </c:pt>
                <c:pt idx="5588">
                  <c:v>44611</c:v>
                </c:pt>
                <c:pt idx="5589">
                  <c:v>44612</c:v>
                </c:pt>
                <c:pt idx="5590">
                  <c:v>44613</c:v>
                </c:pt>
                <c:pt idx="5591">
                  <c:v>44614</c:v>
                </c:pt>
                <c:pt idx="5592">
                  <c:v>44615</c:v>
                </c:pt>
                <c:pt idx="5593">
                  <c:v>44616</c:v>
                </c:pt>
                <c:pt idx="5594">
                  <c:v>44617</c:v>
                </c:pt>
                <c:pt idx="5595">
                  <c:v>44618</c:v>
                </c:pt>
                <c:pt idx="5596">
                  <c:v>44619</c:v>
                </c:pt>
                <c:pt idx="5597">
                  <c:v>44620</c:v>
                </c:pt>
                <c:pt idx="5598">
                  <c:v>44621</c:v>
                </c:pt>
                <c:pt idx="5599">
                  <c:v>44622</c:v>
                </c:pt>
                <c:pt idx="5600">
                  <c:v>44623</c:v>
                </c:pt>
                <c:pt idx="5601">
                  <c:v>44624</c:v>
                </c:pt>
                <c:pt idx="5602">
                  <c:v>44625</c:v>
                </c:pt>
                <c:pt idx="5603">
                  <c:v>44626</c:v>
                </c:pt>
                <c:pt idx="5604">
                  <c:v>44627</c:v>
                </c:pt>
                <c:pt idx="5605">
                  <c:v>44628</c:v>
                </c:pt>
                <c:pt idx="5606">
                  <c:v>44629</c:v>
                </c:pt>
                <c:pt idx="5607">
                  <c:v>44630</c:v>
                </c:pt>
                <c:pt idx="5608">
                  <c:v>44631</c:v>
                </c:pt>
                <c:pt idx="5609">
                  <c:v>44632</c:v>
                </c:pt>
                <c:pt idx="5610">
                  <c:v>44633</c:v>
                </c:pt>
                <c:pt idx="5611">
                  <c:v>44634</c:v>
                </c:pt>
                <c:pt idx="5612">
                  <c:v>44635</c:v>
                </c:pt>
                <c:pt idx="5613">
                  <c:v>44636</c:v>
                </c:pt>
                <c:pt idx="5614">
                  <c:v>44637</c:v>
                </c:pt>
                <c:pt idx="5615">
                  <c:v>44638</c:v>
                </c:pt>
                <c:pt idx="5616">
                  <c:v>44639</c:v>
                </c:pt>
                <c:pt idx="5617">
                  <c:v>44640</c:v>
                </c:pt>
                <c:pt idx="5618">
                  <c:v>44641</c:v>
                </c:pt>
                <c:pt idx="5619">
                  <c:v>44642</c:v>
                </c:pt>
                <c:pt idx="5620">
                  <c:v>44643</c:v>
                </c:pt>
                <c:pt idx="5621">
                  <c:v>44644</c:v>
                </c:pt>
                <c:pt idx="5622">
                  <c:v>44645</c:v>
                </c:pt>
                <c:pt idx="5623">
                  <c:v>44646</c:v>
                </c:pt>
                <c:pt idx="5624">
                  <c:v>44647</c:v>
                </c:pt>
                <c:pt idx="5625">
                  <c:v>44648</c:v>
                </c:pt>
                <c:pt idx="5626">
                  <c:v>44649</c:v>
                </c:pt>
                <c:pt idx="5627">
                  <c:v>44650</c:v>
                </c:pt>
                <c:pt idx="5628">
                  <c:v>44651</c:v>
                </c:pt>
                <c:pt idx="5629">
                  <c:v>44652</c:v>
                </c:pt>
                <c:pt idx="5630">
                  <c:v>44653</c:v>
                </c:pt>
                <c:pt idx="5631">
                  <c:v>44654</c:v>
                </c:pt>
                <c:pt idx="5632">
                  <c:v>44655</c:v>
                </c:pt>
                <c:pt idx="5633">
                  <c:v>44656</c:v>
                </c:pt>
                <c:pt idx="5634">
                  <c:v>44657</c:v>
                </c:pt>
                <c:pt idx="5635">
                  <c:v>44658</c:v>
                </c:pt>
                <c:pt idx="5636">
                  <c:v>44659</c:v>
                </c:pt>
                <c:pt idx="5637">
                  <c:v>44660</c:v>
                </c:pt>
                <c:pt idx="5638">
                  <c:v>44661</c:v>
                </c:pt>
                <c:pt idx="5639">
                  <c:v>44662</c:v>
                </c:pt>
                <c:pt idx="5640">
                  <c:v>44663</c:v>
                </c:pt>
                <c:pt idx="5641">
                  <c:v>44664</c:v>
                </c:pt>
                <c:pt idx="5642">
                  <c:v>44665</c:v>
                </c:pt>
                <c:pt idx="5643">
                  <c:v>44666</c:v>
                </c:pt>
                <c:pt idx="5644">
                  <c:v>44667</c:v>
                </c:pt>
                <c:pt idx="5645">
                  <c:v>44668</c:v>
                </c:pt>
                <c:pt idx="5646">
                  <c:v>44669</c:v>
                </c:pt>
                <c:pt idx="5647">
                  <c:v>44670</c:v>
                </c:pt>
                <c:pt idx="5648">
                  <c:v>44671</c:v>
                </c:pt>
                <c:pt idx="5649">
                  <c:v>44672</c:v>
                </c:pt>
                <c:pt idx="5650">
                  <c:v>44673</c:v>
                </c:pt>
                <c:pt idx="5651">
                  <c:v>44674</c:v>
                </c:pt>
                <c:pt idx="5652">
                  <c:v>44675</c:v>
                </c:pt>
                <c:pt idx="5653">
                  <c:v>44676</c:v>
                </c:pt>
                <c:pt idx="5654">
                  <c:v>44677</c:v>
                </c:pt>
                <c:pt idx="5655">
                  <c:v>44678</c:v>
                </c:pt>
                <c:pt idx="5656">
                  <c:v>44679</c:v>
                </c:pt>
                <c:pt idx="5657">
                  <c:v>44680</c:v>
                </c:pt>
                <c:pt idx="5658">
                  <c:v>44681</c:v>
                </c:pt>
                <c:pt idx="5659">
                  <c:v>44682</c:v>
                </c:pt>
                <c:pt idx="5660">
                  <c:v>44683</c:v>
                </c:pt>
                <c:pt idx="5661">
                  <c:v>44684</c:v>
                </c:pt>
                <c:pt idx="5662">
                  <c:v>44685</c:v>
                </c:pt>
                <c:pt idx="5663">
                  <c:v>44686</c:v>
                </c:pt>
                <c:pt idx="5664">
                  <c:v>44687</c:v>
                </c:pt>
                <c:pt idx="5665">
                  <c:v>44688</c:v>
                </c:pt>
                <c:pt idx="5666">
                  <c:v>44689</c:v>
                </c:pt>
                <c:pt idx="5667">
                  <c:v>44690</c:v>
                </c:pt>
                <c:pt idx="5668">
                  <c:v>44691</c:v>
                </c:pt>
                <c:pt idx="5669">
                  <c:v>44692</c:v>
                </c:pt>
                <c:pt idx="5670">
                  <c:v>44693</c:v>
                </c:pt>
                <c:pt idx="5671">
                  <c:v>44694</c:v>
                </c:pt>
                <c:pt idx="5672">
                  <c:v>44695</c:v>
                </c:pt>
                <c:pt idx="5673">
                  <c:v>44696</c:v>
                </c:pt>
                <c:pt idx="5674">
                  <c:v>44697</c:v>
                </c:pt>
                <c:pt idx="5675">
                  <c:v>44698</c:v>
                </c:pt>
                <c:pt idx="5676">
                  <c:v>44699</c:v>
                </c:pt>
                <c:pt idx="5677">
                  <c:v>44700</c:v>
                </c:pt>
                <c:pt idx="5678">
                  <c:v>44701</c:v>
                </c:pt>
                <c:pt idx="5679">
                  <c:v>44702</c:v>
                </c:pt>
                <c:pt idx="5680">
                  <c:v>44703</c:v>
                </c:pt>
                <c:pt idx="5681">
                  <c:v>44704</c:v>
                </c:pt>
                <c:pt idx="5682">
                  <c:v>44705</c:v>
                </c:pt>
                <c:pt idx="5683">
                  <c:v>44706</c:v>
                </c:pt>
                <c:pt idx="5684">
                  <c:v>44707</c:v>
                </c:pt>
                <c:pt idx="5685">
                  <c:v>44708</c:v>
                </c:pt>
                <c:pt idx="5686">
                  <c:v>44709</c:v>
                </c:pt>
                <c:pt idx="5687">
                  <c:v>44710</c:v>
                </c:pt>
                <c:pt idx="5688">
                  <c:v>44711</c:v>
                </c:pt>
                <c:pt idx="5689">
                  <c:v>44712</c:v>
                </c:pt>
                <c:pt idx="5690">
                  <c:v>44713</c:v>
                </c:pt>
                <c:pt idx="5691">
                  <c:v>44714</c:v>
                </c:pt>
                <c:pt idx="5692">
                  <c:v>44715</c:v>
                </c:pt>
                <c:pt idx="5693">
                  <c:v>44716</c:v>
                </c:pt>
                <c:pt idx="5694">
                  <c:v>44717</c:v>
                </c:pt>
                <c:pt idx="5695">
                  <c:v>44718</c:v>
                </c:pt>
                <c:pt idx="5696">
                  <c:v>44719</c:v>
                </c:pt>
                <c:pt idx="5697">
                  <c:v>44720</c:v>
                </c:pt>
                <c:pt idx="5698">
                  <c:v>44721</c:v>
                </c:pt>
                <c:pt idx="5699">
                  <c:v>44722</c:v>
                </c:pt>
                <c:pt idx="5700">
                  <c:v>44723</c:v>
                </c:pt>
                <c:pt idx="5701">
                  <c:v>44724</c:v>
                </c:pt>
                <c:pt idx="5702">
                  <c:v>44725</c:v>
                </c:pt>
                <c:pt idx="5703">
                  <c:v>44726</c:v>
                </c:pt>
                <c:pt idx="5704">
                  <c:v>44727</c:v>
                </c:pt>
                <c:pt idx="5705">
                  <c:v>44728</c:v>
                </c:pt>
                <c:pt idx="5706">
                  <c:v>44729</c:v>
                </c:pt>
                <c:pt idx="5707">
                  <c:v>44730</c:v>
                </c:pt>
                <c:pt idx="5708">
                  <c:v>44731</c:v>
                </c:pt>
                <c:pt idx="5709">
                  <c:v>44732</c:v>
                </c:pt>
                <c:pt idx="5710">
                  <c:v>44733</c:v>
                </c:pt>
                <c:pt idx="5711">
                  <c:v>44734</c:v>
                </c:pt>
                <c:pt idx="5712">
                  <c:v>44735</c:v>
                </c:pt>
                <c:pt idx="5713">
                  <c:v>44736</c:v>
                </c:pt>
                <c:pt idx="5714">
                  <c:v>44737</c:v>
                </c:pt>
                <c:pt idx="5715">
                  <c:v>44738</c:v>
                </c:pt>
                <c:pt idx="5716">
                  <c:v>44739</c:v>
                </c:pt>
                <c:pt idx="5717">
                  <c:v>44740</c:v>
                </c:pt>
                <c:pt idx="5718">
                  <c:v>44741</c:v>
                </c:pt>
                <c:pt idx="5719">
                  <c:v>44742</c:v>
                </c:pt>
                <c:pt idx="5720">
                  <c:v>44743</c:v>
                </c:pt>
                <c:pt idx="5721">
                  <c:v>44744</c:v>
                </c:pt>
                <c:pt idx="5722">
                  <c:v>44745</c:v>
                </c:pt>
                <c:pt idx="5723">
                  <c:v>44746</c:v>
                </c:pt>
                <c:pt idx="5724">
                  <c:v>44747</c:v>
                </c:pt>
                <c:pt idx="5725">
                  <c:v>44748</c:v>
                </c:pt>
                <c:pt idx="5726">
                  <c:v>44749</c:v>
                </c:pt>
                <c:pt idx="5727">
                  <c:v>44750</c:v>
                </c:pt>
                <c:pt idx="5728">
                  <c:v>44751</c:v>
                </c:pt>
                <c:pt idx="5729">
                  <c:v>44752</c:v>
                </c:pt>
                <c:pt idx="5730">
                  <c:v>44753</c:v>
                </c:pt>
                <c:pt idx="5731">
                  <c:v>44754</c:v>
                </c:pt>
                <c:pt idx="5732">
                  <c:v>44755</c:v>
                </c:pt>
                <c:pt idx="5733">
                  <c:v>44756</c:v>
                </c:pt>
                <c:pt idx="5734">
                  <c:v>44757</c:v>
                </c:pt>
                <c:pt idx="5735">
                  <c:v>44758</c:v>
                </c:pt>
                <c:pt idx="5736">
                  <c:v>44759</c:v>
                </c:pt>
                <c:pt idx="5737">
                  <c:v>44760</c:v>
                </c:pt>
                <c:pt idx="5738">
                  <c:v>44761</c:v>
                </c:pt>
                <c:pt idx="5739">
                  <c:v>44762</c:v>
                </c:pt>
                <c:pt idx="5740">
                  <c:v>44763</c:v>
                </c:pt>
                <c:pt idx="5741">
                  <c:v>44764</c:v>
                </c:pt>
                <c:pt idx="5742">
                  <c:v>44765</c:v>
                </c:pt>
                <c:pt idx="5743">
                  <c:v>44766</c:v>
                </c:pt>
                <c:pt idx="5744">
                  <c:v>44767</c:v>
                </c:pt>
                <c:pt idx="5745">
                  <c:v>44768</c:v>
                </c:pt>
                <c:pt idx="5746">
                  <c:v>44769</c:v>
                </c:pt>
                <c:pt idx="5747">
                  <c:v>44770</c:v>
                </c:pt>
                <c:pt idx="5748">
                  <c:v>44771</c:v>
                </c:pt>
                <c:pt idx="5749">
                  <c:v>44772</c:v>
                </c:pt>
                <c:pt idx="5750">
                  <c:v>44773</c:v>
                </c:pt>
                <c:pt idx="5751">
                  <c:v>44774</c:v>
                </c:pt>
                <c:pt idx="5752">
                  <c:v>44775</c:v>
                </c:pt>
                <c:pt idx="5753">
                  <c:v>44776</c:v>
                </c:pt>
                <c:pt idx="5754">
                  <c:v>44777</c:v>
                </c:pt>
                <c:pt idx="5755">
                  <c:v>44778</c:v>
                </c:pt>
                <c:pt idx="5756">
                  <c:v>44779</c:v>
                </c:pt>
                <c:pt idx="5757">
                  <c:v>44780</c:v>
                </c:pt>
                <c:pt idx="5758">
                  <c:v>44781</c:v>
                </c:pt>
                <c:pt idx="5759">
                  <c:v>44782</c:v>
                </c:pt>
                <c:pt idx="5760">
                  <c:v>44783</c:v>
                </c:pt>
                <c:pt idx="5761">
                  <c:v>44784</c:v>
                </c:pt>
                <c:pt idx="5762">
                  <c:v>44785</c:v>
                </c:pt>
                <c:pt idx="5763">
                  <c:v>44786</c:v>
                </c:pt>
                <c:pt idx="5764">
                  <c:v>44787</c:v>
                </c:pt>
                <c:pt idx="5765">
                  <c:v>44788</c:v>
                </c:pt>
                <c:pt idx="5766">
                  <c:v>44789</c:v>
                </c:pt>
                <c:pt idx="5767">
                  <c:v>44790</c:v>
                </c:pt>
                <c:pt idx="5768">
                  <c:v>44791</c:v>
                </c:pt>
                <c:pt idx="5769">
                  <c:v>44792</c:v>
                </c:pt>
                <c:pt idx="5770">
                  <c:v>44793</c:v>
                </c:pt>
                <c:pt idx="5771">
                  <c:v>44794</c:v>
                </c:pt>
                <c:pt idx="5772">
                  <c:v>44795</c:v>
                </c:pt>
                <c:pt idx="5773">
                  <c:v>44796</c:v>
                </c:pt>
                <c:pt idx="5774">
                  <c:v>44797</c:v>
                </c:pt>
                <c:pt idx="5775">
                  <c:v>44798</c:v>
                </c:pt>
                <c:pt idx="5776">
                  <c:v>44799</c:v>
                </c:pt>
                <c:pt idx="5777">
                  <c:v>44800</c:v>
                </c:pt>
                <c:pt idx="5778">
                  <c:v>44801</c:v>
                </c:pt>
                <c:pt idx="5779">
                  <c:v>44802</c:v>
                </c:pt>
                <c:pt idx="5780">
                  <c:v>44803</c:v>
                </c:pt>
                <c:pt idx="5781">
                  <c:v>44804</c:v>
                </c:pt>
                <c:pt idx="5782">
                  <c:v>44805</c:v>
                </c:pt>
                <c:pt idx="5783">
                  <c:v>44806</c:v>
                </c:pt>
                <c:pt idx="5784">
                  <c:v>44807</c:v>
                </c:pt>
                <c:pt idx="5785">
                  <c:v>44808</c:v>
                </c:pt>
                <c:pt idx="5786">
                  <c:v>44809</c:v>
                </c:pt>
                <c:pt idx="5787">
                  <c:v>44810</c:v>
                </c:pt>
                <c:pt idx="5788">
                  <c:v>44811</c:v>
                </c:pt>
                <c:pt idx="5789">
                  <c:v>44812</c:v>
                </c:pt>
                <c:pt idx="5790">
                  <c:v>44813</c:v>
                </c:pt>
                <c:pt idx="5791">
                  <c:v>44814</c:v>
                </c:pt>
                <c:pt idx="5792">
                  <c:v>44815</c:v>
                </c:pt>
                <c:pt idx="5793">
                  <c:v>44816</c:v>
                </c:pt>
                <c:pt idx="5794">
                  <c:v>44817</c:v>
                </c:pt>
                <c:pt idx="5795">
                  <c:v>44818</c:v>
                </c:pt>
                <c:pt idx="5796">
                  <c:v>44819</c:v>
                </c:pt>
                <c:pt idx="5797">
                  <c:v>44820</c:v>
                </c:pt>
                <c:pt idx="5798">
                  <c:v>44821</c:v>
                </c:pt>
                <c:pt idx="5799">
                  <c:v>44822</c:v>
                </c:pt>
                <c:pt idx="5800">
                  <c:v>44823</c:v>
                </c:pt>
                <c:pt idx="5801">
                  <c:v>44824</c:v>
                </c:pt>
                <c:pt idx="5802">
                  <c:v>44825</c:v>
                </c:pt>
                <c:pt idx="5803">
                  <c:v>44826</c:v>
                </c:pt>
                <c:pt idx="5804">
                  <c:v>44827</c:v>
                </c:pt>
                <c:pt idx="5805">
                  <c:v>44828</c:v>
                </c:pt>
                <c:pt idx="5806">
                  <c:v>44829</c:v>
                </c:pt>
                <c:pt idx="5807">
                  <c:v>44830</c:v>
                </c:pt>
                <c:pt idx="5808">
                  <c:v>44831</c:v>
                </c:pt>
                <c:pt idx="5809">
                  <c:v>44832</c:v>
                </c:pt>
                <c:pt idx="5810">
                  <c:v>44833</c:v>
                </c:pt>
                <c:pt idx="5811">
                  <c:v>44834</c:v>
                </c:pt>
                <c:pt idx="5812">
                  <c:v>44835</c:v>
                </c:pt>
                <c:pt idx="5813">
                  <c:v>44836</c:v>
                </c:pt>
                <c:pt idx="5814">
                  <c:v>44837</c:v>
                </c:pt>
                <c:pt idx="5815">
                  <c:v>44838</c:v>
                </c:pt>
                <c:pt idx="5816">
                  <c:v>44839</c:v>
                </c:pt>
                <c:pt idx="5817">
                  <c:v>44840</c:v>
                </c:pt>
                <c:pt idx="5818">
                  <c:v>44841</c:v>
                </c:pt>
                <c:pt idx="5819">
                  <c:v>44842</c:v>
                </c:pt>
                <c:pt idx="5820">
                  <c:v>44843</c:v>
                </c:pt>
                <c:pt idx="5821">
                  <c:v>44844</c:v>
                </c:pt>
                <c:pt idx="5822">
                  <c:v>44845</c:v>
                </c:pt>
                <c:pt idx="5823">
                  <c:v>44846</c:v>
                </c:pt>
                <c:pt idx="5824">
                  <c:v>44847</c:v>
                </c:pt>
                <c:pt idx="5825">
                  <c:v>44848</c:v>
                </c:pt>
                <c:pt idx="5826">
                  <c:v>44849</c:v>
                </c:pt>
                <c:pt idx="5827">
                  <c:v>44850</c:v>
                </c:pt>
                <c:pt idx="5828">
                  <c:v>44851</c:v>
                </c:pt>
                <c:pt idx="5829">
                  <c:v>44852</c:v>
                </c:pt>
                <c:pt idx="5830">
                  <c:v>44853</c:v>
                </c:pt>
                <c:pt idx="5831">
                  <c:v>44854</c:v>
                </c:pt>
                <c:pt idx="5832">
                  <c:v>44855</c:v>
                </c:pt>
                <c:pt idx="5833">
                  <c:v>44856</c:v>
                </c:pt>
                <c:pt idx="5834">
                  <c:v>44857</c:v>
                </c:pt>
                <c:pt idx="5835">
                  <c:v>44858</c:v>
                </c:pt>
                <c:pt idx="5836">
                  <c:v>44859</c:v>
                </c:pt>
                <c:pt idx="5837">
                  <c:v>44860</c:v>
                </c:pt>
                <c:pt idx="5838">
                  <c:v>44861</c:v>
                </c:pt>
                <c:pt idx="5839">
                  <c:v>44862</c:v>
                </c:pt>
                <c:pt idx="5840">
                  <c:v>44863</c:v>
                </c:pt>
                <c:pt idx="5841">
                  <c:v>44864</c:v>
                </c:pt>
                <c:pt idx="5842">
                  <c:v>44865</c:v>
                </c:pt>
                <c:pt idx="5843">
                  <c:v>44866</c:v>
                </c:pt>
                <c:pt idx="5844">
                  <c:v>44867</c:v>
                </c:pt>
                <c:pt idx="5845">
                  <c:v>44868</c:v>
                </c:pt>
                <c:pt idx="5846">
                  <c:v>44869</c:v>
                </c:pt>
                <c:pt idx="5847">
                  <c:v>44870</c:v>
                </c:pt>
                <c:pt idx="5848">
                  <c:v>44871</c:v>
                </c:pt>
                <c:pt idx="5849">
                  <c:v>44872</c:v>
                </c:pt>
                <c:pt idx="5850">
                  <c:v>44873</c:v>
                </c:pt>
                <c:pt idx="5851">
                  <c:v>44874</c:v>
                </c:pt>
                <c:pt idx="5852">
                  <c:v>44875</c:v>
                </c:pt>
                <c:pt idx="5853">
                  <c:v>44876</c:v>
                </c:pt>
                <c:pt idx="5854">
                  <c:v>44877</c:v>
                </c:pt>
                <c:pt idx="5855">
                  <c:v>44878</c:v>
                </c:pt>
                <c:pt idx="5856">
                  <c:v>44879</c:v>
                </c:pt>
                <c:pt idx="5857">
                  <c:v>44880</c:v>
                </c:pt>
                <c:pt idx="5858">
                  <c:v>44881</c:v>
                </c:pt>
                <c:pt idx="5859">
                  <c:v>44882</c:v>
                </c:pt>
                <c:pt idx="5860">
                  <c:v>44883</c:v>
                </c:pt>
                <c:pt idx="5861">
                  <c:v>44884</c:v>
                </c:pt>
                <c:pt idx="5862">
                  <c:v>44885</c:v>
                </c:pt>
                <c:pt idx="5863">
                  <c:v>44886</c:v>
                </c:pt>
                <c:pt idx="5864">
                  <c:v>44887</c:v>
                </c:pt>
                <c:pt idx="5865">
                  <c:v>44888</c:v>
                </c:pt>
                <c:pt idx="5866">
                  <c:v>44889</c:v>
                </c:pt>
                <c:pt idx="5867">
                  <c:v>44890</c:v>
                </c:pt>
                <c:pt idx="5868">
                  <c:v>44891</c:v>
                </c:pt>
                <c:pt idx="5869">
                  <c:v>44892</c:v>
                </c:pt>
                <c:pt idx="5870">
                  <c:v>44893</c:v>
                </c:pt>
                <c:pt idx="5871">
                  <c:v>44894</c:v>
                </c:pt>
                <c:pt idx="5872">
                  <c:v>44895</c:v>
                </c:pt>
                <c:pt idx="5873">
                  <c:v>44896</c:v>
                </c:pt>
                <c:pt idx="5874">
                  <c:v>44897</c:v>
                </c:pt>
                <c:pt idx="5875">
                  <c:v>44898</c:v>
                </c:pt>
                <c:pt idx="5876">
                  <c:v>44899</c:v>
                </c:pt>
                <c:pt idx="5877">
                  <c:v>44900</c:v>
                </c:pt>
                <c:pt idx="5878">
                  <c:v>44901</c:v>
                </c:pt>
                <c:pt idx="5879">
                  <c:v>44902</c:v>
                </c:pt>
                <c:pt idx="5880">
                  <c:v>44903</c:v>
                </c:pt>
                <c:pt idx="5881">
                  <c:v>44904</c:v>
                </c:pt>
                <c:pt idx="5882">
                  <c:v>44905</c:v>
                </c:pt>
                <c:pt idx="5883">
                  <c:v>44906</c:v>
                </c:pt>
                <c:pt idx="5884">
                  <c:v>44907</c:v>
                </c:pt>
                <c:pt idx="5885">
                  <c:v>44908</c:v>
                </c:pt>
                <c:pt idx="5886">
                  <c:v>44909</c:v>
                </c:pt>
                <c:pt idx="5887">
                  <c:v>44910</c:v>
                </c:pt>
                <c:pt idx="5888">
                  <c:v>44911</c:v>
                </c:pt>
                <c:pt idx="5889">
                  <c:v>44912</c:v>
                </c:pt>
                <c:pt idx="5890">
                  <c:v>44913</c:v>
                </c:pt>
                <c:pt idx="5891">
                  <c:v>44914</c:v>
                </c:pt>
                <c:pt idx="5892">
                  <c:v>44915</c:v>
                </c:pt>
                <c:pt idx="5893">
                  <c:v>44916</c:v>
                </c:pt>
                <c:pt idx="5894">
                  <c:v>44917</c:v>
                </c:pt>
                <c:pt idx="5895">
                  <c:v>44918</c:v>
                </c:pt>
                <c:pt idx="5896">
                  <c:v>44919</c:v>
                </c:pt>
                <c:pt idx="5897">
                  <c:v>44920</c:v>
                </c:pt>
                <c:pt idx="5898">
                  <c:v>44921</c:v>
                </c:pt>
                <c:pt idx="5899">
                  <c:v>44922</c:v>
                </c:pt>
                <c:pt idx="5900">
                  <c:v>44923</c:v>
                </c:pt>
                <c:pt idx="5901">
                  <c:v>44924</c:v>
                </c:pt>
                <c:pt idx="5902">
                  <c:v>44925</c:v>
                </c:pt>
                <c:pt idx="5903">
                  <c:v>44926</c:v>
                </c:pt>
                <c:pt idx="5904">
                  <c:v>44927</c:v>
                </c:pt>
                <c:pt idx="5905">
                  <c:v>44928</c:v>
                </c:pt>
                <c:pt idx="5906">
                  <c:v>44929</c:v>
                </c:pt>
                <c:pt idx="5907">
                  <c:v>44930</c:v>
                </c:pt>
                <c:pt idx="5908">
                  <c:v>44931</c:v>
                </c:pt>
                <c:pt idx="5909">
                  <c:v>44932</c:v>
                </c:pt>
                <c:pt idx="5910">
                  <c:v>44933</c:v>
                </c:pt>
                <c:pt idx="5911">
                  <c:v>44934</c:v>
                </c:pt>
                <c:pt idx="5912">
                  <c:v>44935</c:v>
                </c:pt>
                <c:pt idx="5913">
                  <c:v>44936</c:v>
                </c:pt>
                <c:pt idx="5914">
                  <c:v>44937</c:v>
                </c:pt>
                <c:pt idx="5915">
                  <c:v>44938</c:v>
                </c:pt>
                <c:pt idx="5916">
                  <c:v>44939</c:v>
                </c:pt>
                <c:pt idx="5917">
                  <c:v>44940</c:v>
                </c:pt>
                <c:pt idx="5918">
                  <c:v>44941</c:v>
                </c:pt>
                <c:pt idx="5919">
                  <c:v>44942</c:v>
                </c:pt>
                <c:pt idx="5920">
                  <c:v>44943</c:v>
                </c:pt>
                <c:pt idx="5921">
                  <c:v>44944</c:v>
                </c:pt>
                <c:pt idx="5922">
                  <c:v>44945</c:v>
                </c:pt>
                <c:pt idx="5923">
                  <c:v>44946</c:v>
                </c:pt>
                <c:pt idx="5924">
                  <c:v>44947</c:v>
                </c:pt>
                <c:pt idx="5925">
                  <c:v>44948</c:v>
                </c:pt>
                <c:pt idx="5926">
                  <c:v>44949</c:v>
                </c:pt>
                <c:pt idx="5927">
                  <c:v>44950</c:v>
                </c:pt>
                <c:pt idx="5928">
                  <c:v>44951</c:v>
                </c:pt>
                <c:pt idx="5929">
                  <c:v>44952</c:v>
                </c:pt>
                <c:pt idx="5930">
                  <c:v>44953</c:v>
                </c:pt>
                <c:pt idx="5931">
                  <c:v>44954</c:v>
                </c:pt>
                <c:pt idx="5932">
                  <c:v>44955</c:v>
                </c:pt>
                <c:pt idx="5933">
                  <c:v>44956</c:v>
                </c:pt>
                <c:pt idx="5934">
                  <c:v>44957</c:v>
                </c:pt>
                <c:pt idx="5935">
                  <c:v>44958</c:v>
                </c:pt>
                <c:pt idx="5936">
                  <c:v>44959</c:v>
                </c:pt>
                <c:pt idx="5937">
                  <c:v>44960</c:v>
                </c:pt>
                <c:pt idx="5938">
                  <c:v>44961</c:v>
                </c:pt>
                <c:pt idx="5939">
                  <c:v>44962</c:v>
                </c:pt>
                <c:pt idx="5940">
                  <c:v>44963</c:v>
                </c:pt>
                <c:pt idx="5941">
                  <c:v>44964</c:v>
                </c:pt>
                <c:pt idx="5942">
                  <c:v>44965</c:v>
                </c:pt>
                <c:pt idx="5943">
                  <c:v>44966</c:v>
                </c:pt>
                <c:pt idx="5944">
                  <c:v>44967</c:v>
                </c:pt>
                <c:pt idx="5945">
                  <c:v>44968</c:v>
                </c:pt>
                <c:pt idx="5946">
                  <c:v>44969</c:v>
                </c:pt>
                <c:pt idx="5947">
                  <c:v>44970</c:v>
                </c:pt>
                <c:pt idx="5948">
                  <c:v>44971</c:v>
                </c:pt>
                <c:pt idx="5949">
                  <c:v>44972</c:v>
                </c:pt>
                <c:pt idx="5950">
                  <c:v>44973</c:v>
                </c:pt>
                <c:pt idx="5951">
                  <c:v>44974</c:v>
                </c:pt>
                <c:pt idx="5952">
                  <c:v>44975</c:v>
                </c:pt>
                <c:pt idx="5953">
                  <c:v>44976</c:v>
                </c:pt>
                <c:pt idx="5954">
                  <c:v>44977</c:v>
                </c:pt>
                <c:pt idx="5955">
                  <c:v>44978</c:v>
                </c:pt>
                <c:pt idx="5956">
                  <c:v>44979</c:v>
                </c:pt>
                <c:pt idx="5957">
                  <c:v>44980</c:v>
                </c:pt>
                <c:pt idx="5958">
                  <c:v>44981</c:v>
                </c:pt>
                <c:pt idx="5959">
                  <c:v>44982</c:v>
                </c:pt>
                <c:pt idx="5960">
                  <c:v>44983</c:v>
                </c:pt>
                <c:pt idx="5961">
                  <c:v>44984</c:v>
                </c:pt>
                <c:pt idx="5962">
                  <c:v>44985</c:v>
                </c:pt>
                <c:pt idx="5963">
                  <c:v>44986</c:v>
                </c:pt>
                <c:pt idx="5964">
                  <c:v>44987</c:v>
                </c:pt>
                <c:pt idx="5965">
                  <c:v>44988</c:v>
                </c:pt>
                <c:pt idx="5966">
                  <c:v>44989</c:v>
                </c:pt>
                <c:pt idx="5967">
                  <c:v>44990</c:v>
                </c:pt>
                <c:pt idx="5968">
                  <c:v>44991</c:v>
                </c:pt>
                <c:pt idx="5969">
                  <c:v>44992</c:v>
                </c:pt>
                <c:pt idx="5970">
                  <c:v>44993</c:v>
                </c:pt>
                <c:pt idx="5971">
                  <c:v>44994</c:v>
                </c:pt>
                <c:pt idx="5972">
                  <c:v>44995</c:v>
                </c:pt>
                <c:pt idx="5973">
                  <c:v>44996</c:v>
                </c:pt>
                <c:pt idx="5974">
                  <c:v>44997</c:v>
                </c:pt>
                <c:pt idx="5975">
                  <c:v>44998</c:v>
                </c:pt>
                <c:pt idx="5976">
                  <c:v>44999</c:v>
                </c:pt>
                <c:pt idx="5977">
                  <c:v>45000</c:v>
                </c:pt>
                <c:pt idx="5978">
                  <c:v>45001</c:v>
                </c:pt>
                <c:pt idx="5979">
                  <c:v>45002</c:v>
                </c:pt>
                <c:pt idx="5980">
                  <c:v>45003</c:v>
                </c:pt>
                <c:pt idx="5981">
                  <c:v>45004</c:v>
                </c:pt>
                <c:pt idx="5982">
                  <c:v>45005</c:v>
                </c:pt>
                <c:pt idx="5983">
                  <c:v>45006</c:v>
                </c:pt>
                <c:pt idx="5984">
                  <c:v>45007</c:v>
                </c:pt>
                <c:pt idx="5985">
                  <c:v>45008</c:v>
                </c:pt>
                <c:pt idx="5986">
                  <c:v>45009</c:v>
                </c:pt>
                <c:pt idx="5987">
                  <c:v>45010</c:v>
                </c:pt>
                <c:pt idx="5988">
                  <c:v>45011</c:v>
                </c:pt>
                <c:pt idx="5989">
                  <c:v>45012</c:v>
                </c:pt>
                <c:pt idx="5990">
                  <c:v>45013</c:v>
                </c:pt>
                <c:pt idx="5991">
                  <c:v>45014</c:v>
                </c:pt>
                <c:pt idx="5992">
                  <c:v>45015</c:v>
                </c:pt>
                <c:pt idx="5993">
                  <c:v>45016</c:v>
                </c:pt>
                <c:pt idx="5994">
                  <c:v>45017</c:v>
                </c:pt>
                <c:pt idx="5995">
                  <c:v>45018</c:v>
                </c:pt>
                <c:pt idx="5996">
                  <c:v>45019</c:v>
                </c:pt>
                <c:pt idx="5997">
                  <c:v>45020</c:v>
                </c:pt>
                <c:pt idx="5998">
                  <c:v>45021</c:v>
                </c:pt>
                <c:pt idx="5999">
                  <c:v>45022</c:v>
                </c:pt>
                <c:pt idx="6000">
                  <c:v>45023</c:v>
                </c:pt>
                <c:pt idx="6001">
                  <c:v>45024</c:v>
                </c:pt>
                <c:pt idx="6002">
                  <c:v>45025</c:v>
                </c:pt>
                <c:pt idx="6003">
                  <c:v>45026</c:v>
                </c:pt>
                <c:pt idx="6004">
                  <c:v>45027</c:v>
                </c:pt>
                <c:pt idx="6005">
                  <c:v>45028</c:v>
                </c:pt>
                <c:pt idx="6006">
                  <c:v>45029</c:v>
                </c:pt>
                <c:pt idx="6007">
                  <c:v>45030</c:v>
                </c:pt>
                <c:pt idx="6008">
                  <c:v>45031</c:v>
                </c:pt>
                <c:pt idx="6009">
                  <c:v>45032</c:v>
                </c:pt>
                <c:pt idx="6010">
                  <c:v>45033</c:v>
                </c:pt>
                <c:pt idx="6011">
                  <c:v>45034</c:v>
                </c:pt>
                <c:pt idx="6012">
                  <c:v>45035</c:v>
                </c:pt>
                <c:pt idx="6013">
                  <c:v>45036</c:v>
                </c:pt>
                <c:pt idx="6014">
                  <c:v>45037</c:v>
                </c:pt>
                <c:pt idx="6015">
                  <c:v>45038</c:v>
                </c:pt>
                <c:pt idx="6016">
                  <c:v>45039</c:v>
                </c:pt>
                <c:pt idx="6017">
                  <c:v>45040</c:v>
                </c:pt>
                <c:pt idx="6018">
                  <c:v>45041</c:v>
                </c:pt>
                <c:pt idx="6019">
                  <c:v>45042</c:v>
                </c:pt>
                <c:pt idx="6020">
                  <c:v>45043</c:v>
                </c:pt>
                <c:pt idx="6021">
                  <c:v>45044</c:v>
                </c:pt>
                <c:pt idx="6022">
                  <c:v>45045</c:v>
                </c:pt>
                <c:pt idx="6023">
                  <c:v>45046</c:v>
                </c:pt>
                <c:pt idx="6024">
                  <c:v>45047</c:v>
                </c:pt>
                <c:pt idx="6025">
                  <c:v>45048</c:v>
                </c:pt>
                <c:pt idx="6026">
                  <c:v>45049</c:v>
                </c:pt>
                <c:pt idx="6027">
                  <c:v>45050</c:v>
                </c:pt>
                <c:pt idx="6028">
                  <c:v>45051</c:v>
                </c:pt>
                <c:pt idx="6029">
                  <c:v>45052</c:v>
                </c:pt>
                <c:pt idx="6030">
                  <c:v>45053</c:v>
                </c:pt>
                <c:pt idx="6031">
                  <c:v>45054</c:v>
                </c:pt>
                <c:pt idx="6032">
                  <c:v>45055</c:v>
                </c:pt>
                <c:pt idx="6033">
                  <c:v>45056</c:v>
                </c:pt>
                <c:pt idx="6034">
                  <c:v>45057</c:v>
                </c:pt>
                <c:pt idx="6035">
                  <c:v>45058</c:v>
                </c:pt>
                <c:pt idx="6036">
                  <c:v>45059</c:v>
                </c:pt>
                <c:pt idx="6037">
                  <c:v>45060</c:v>
                </c:pt>
                <c:pt idx="6038">
                  <c:v>45061</c:v>
                </c:pt>
                <c:pt idx="6039">
                  <c:v>45062</c:v>
                </c:pt>
                <c:pt idx="6040">
                  <c:v>45063</c:v>
                </c:pt>
                <c:pt idx="6041">
                  <c:v>45064</c:v>
                </c:pt>
                <c:pt idx="6042">
                  <c:v>45065</c:v>
                </c:pt>
                <c:pt idx="6043">
                  <c:v>45066</c:v>
                </c:pt>
                <c:pt idx="6044">
                  <c:v>45067</c:v>
                </c:pt>
                <c:pt idx="6045">
                  <c:v>45068</c:v>
                </c:pt>
                <c:pt idx="6046">
                  <c:v>45069</c:v>
                </c:pt>
                <c:pt idx="6047">
                  <c:v>45070</c:v>
                </c:pt>
                <c:pt idx="6048">
                  <c:v>45071</c:v>
                </c:pt>
                <c:pt idx="6049">
                  <c:v>45072</c:v>
                </c:pt>
                <c:pt idx="6050">
                  <c:v>45073</c:v>
                </c:pt>
                <c:pt idx="6051">
                  <c:v>45074</c:v>
                </c:pt>
                <c:pt idx="6052">
                  <c:v>45075</c:v>
                </c:pt>
                <c:pt idx="6053">
                  <c:v>45076</c:v>
                </c:pt>
                <c:pt idx="6054">
                  <c:v>45077</c:v>
                </c:pt>
                <c:pt idx="6055">
                  <c:v>45078</c:v>
                </c:pt>
                <c:pt idx="6056">
                  <c:v>45079</c:v>
                </c:pt>
                <c:pt idx="6057">
                  <c:v>45080</c:v>
                </c:pt>
                <c:pt idx="6058">
                  <c:v>45081</c:v>
                </c:pt>
                <c:pt idx="6059">
                  <c:v>45082</c:v>
                </c:pt>
                <c:pt idx="6060">
                  <c:v>45083</c:v>
                </c:pt>
                <c:pt idx="6061">
                  <c:v>45084</c:v>
                </c:pt>
                <c:pt idx="6062">
                  <c:v>45085</c:v>
                </c:pt>
                <c:pt idx="6063">
                  <c:v>45086</c:v>
                </c:pt>
                <c:pt idx="6064">
                  <c:v>45087</c:v>
                </c:pt>
                <c:pt idx="6065">
                  <c:v>45088</c:v>
                </c:pt>
                <c:pt idx="6066">
                  <c:v>45089</c:v>
                </c:pt>
                <c:pt idx="6067">
                  <c:v>45090</c:v>
                </c:pt>
                <c:pt idx="6068">
                  <c:v>45091</c:v>
                </c:pt>
                <c:pt idx="6069">
                  <c:v>45092</c:v>
                </c:pt>
                <c:pt idx="6070">
                  <c:v>45093</c:v>
                </c:pt>
                <c:pt idx="6071">
                  <c:v>45094</c:v>
                </c:pt>
                <c:pt idx="6072">
                  <c:v>45095</c:v>
                </c:pt>
                <c:pt idx="6073">
                  <c:v>45096</c:v>
                </c:pt>
                <c:pt idx="6074">
                  <c:v>45097</c:v>
                </c:pt>
                <c:pt idx="6075">
                  <c:v>45098</c:v>
                </c:pt>
                <c:pt idx="6076">
                  <c:v>45099</c:v>
                </c:pt>
                <c:pt idx="6077">
                  <c:v>45100</c:v>
                </c:pt>
                <c:pt idx="6078">
                  <c:v>45101</c:v>
                </c:pt>
                <c:pt idx="6079">
                  <c:v>45102</c:v>
                </c:pt>
                <c:pt idx="6080">
                  <c:v>45103</c:v>
                </c:pt>
                <c:pt idx="6081">
                  <c:v>45104</c:v>
                </c:pt>
                <c:pt idx="6082">
                  <c:v>45105</c:v>
                </c:pt>
                <c:pt idx="6083">
                  <c:v>45106</c:v>
                </c:pt>
                <c:pt idx="6084">
                  <c:v>45107</c:v>
                </c:pt>
                <c:pt idx="6085">
                  <c:v>45108</c:v>
                </c:pt>
                <c:pt idx="6086">
                  <c:v>45109</c:v>
                </c:pt>
                <c:pt idx="6087">
                  <c:v>45110</c:v>
                </c:pt>
                <c:pt idx="6088">
                  <c:v>45111</c:v>
                </c:pt>
                <c:pt idx="6089">
                  <c:v>45112</c:v>
                </c:pt>
                <c:pt idx="6090">
                  <c:v>45113</c:v>
                </c:pt>
                <c:pt idx="6091">
                  <c:v>45114</c:v>
                </c:pt>
                <c:pt idx="6092">
                  <c:v>45115</c:v>
                </c:pt>
                <c:pt idx="6093">
                  <c:v>45116</c:v>
                </c:pt>
                <c:pt idx="6094">
                  <c:v>45117</c:v>
                </c:pt>
                <c:pt idx="6095">
                  <c:v>45118</c:v>
                </c:pt>
                <c:pt idx="6096">
                  <c:v>45119</c:v>
                </c:pt>
                <c:pt idx="6097">
                  <c:v>45120</c:v>
                </c:pt>
                <c:pt idx="6098">
                  <c:v>45121</c:v>
                </c:pt>
                <c:pt idx="6099">
                  <c:v>45122</c:v>
                </c:pt>
                <c:pt idx="6100">
                  <c:v>45123</c:v>
                </c:pt>
                <c:pt idx="6101">
                  <c:v>45124</c:v>
                </c:pt>
                <c:pt idx="6102">
                  <c:v>45125</c:v>
                </c:pt>
                <c:pt idx="6103">
                  <c:v>45126</c:v>
                </c:pt>
                <c:pt idx="6104">
                  <c:v>45127</c:v>
                </c:pt>
                <c:pt idx="6105">
                  <c:v>45128</c:v>
                </c:pt>
                <c:pt idx="6106">
                  <c:v>45129</c:v>
                </c:pt>
                <c:pt idx="6107">
                  <c:v>45130</c:v>
                </c:pt>
                <c:pt idx="6108">
                  <c:v>45131</c:v>
                </c:pt>
                <c:pt idx="6109">
                  <c:v>45132</c:v>
                </c:pt>
                <c:pt idx="6110">
                  <c:v>45133</c:v>
                </c:pt>
                <c:pt idx="6111">
                  <c:v>45134</c:v>
                </c:pt>
                <c:pt idx="6112">
                  <c:v>45135</c:v>
                </c:pt>
                <c:pt idx="6113">
                  <c:v>45136</c:v>
                </c:pt>
                <c:pt idx="6114">
                  <c:v>45137</c:v>
                </c:pt>
                <c:pt idx="6115">
                  <c:v>45138</c:v>
                </c:pt>
                <c:pt idx="6116">
                  <c:v>45139</c:v>
                </c:pt>
                <c:pt idx="6117">
                  <c:v>45140</c:v>
                </c:pt>
                <c:pt idx="6118">
                  <c:v>45141</c:v>
                </c:pt>
                <c:pt idx="6119">
                  <c:v>45142</c:v>
                </c:pt>
                <c:pt idx="6120">
                  <c:v>45143</c:v>
                </c:pt>
                <c:pt idx="6121">
                  <c:v>45144</c:v>
                </c:pt>
                <c:pt idx="6122">
                  <c:v>45145</c:v>
                </c:pt>
                <c:pt idx="6123">
                  <c:v>45146</c:v>
                </c:pt>
                <c:pt idx="6124">
                  <c:v>45147</c:v>
                </c:pt>
                <c:pt idx="6125">
                  <c:v>45148</c:v>
                </c:pt>
                <c:pt idx="6126">
                  <c:v>45149</c:v>
                </c:pt>
                <c:pt idx="6127">
                  <c:v>45150</c:v>
                </c:pt>
                <c:pt idx="6128">
                  <c:v>45151</c:v>
                </c:pt>
                <c:pt idx="6129">
                  <c:v>45152</c:v>
                </c:pt>
                <c:pt idx="6130">
                  <c:v>45153</c:v>
                </c:pt>
                <c:pt idx="6131">
                  <c:v>45154</c:v>
                </c:pt>
                <c:pt idx="6132">
                  <c:v>45155</c:v>
                </c:pt>
                <c:pt idx="6133">
                  <c:v>45156</c:v>
                </c:pt>
                <c:pt idx="6134">
                  <c:v>45157</c:v>
                </c:pt>
                <c:pt idx="6135">
                  <c:v>45158</c:v>
                </c:pt>
                <c:pt idx="6136">
                  <c:v>45159</c:v>
                </c:pt>
                <c:pt idx="6137">
                  <c:v>45160</c:v>
                </c:pt>
                <c:pt idx="6138">
                  <c:v>45161</c:v>
                </c:pt>
                <c:pt idx="6139">
                  <c:v>45162</c:v>
                </c:pt>
                <c:pt idx="6140">
                  <c:v>45163</c:v>
                </c:pt>
                <c:pt idx="6141">
                  <c:v>45164</c:v>
                </c:pt>
                <c:pt idx="6142">
                  <c:v>45165</c:v>
                </c:pt>
                <c:pt idx="6143">
                  <c:v>45166</c:v>
                </c:pt>
                <c:pt idx="6144">
                  <c:v>45167</c:v>
                </c:pt>
                <c:pt idx="6145">
                  <c:v>45168</c:v>
                </c:pt>
                <c:pt idx="6146">
                  <c:v>45169</c:v>
                </c:pt>
                <c:pt idx="6147">
                  <c:v>45170</c:v>
                </c:pt>
                <c:pt idx="6148">
                  <c:v>45171</c:v>
                </c:pt>
                <c:pt idx="6149">
                  <c:v>45172</c:v>
                </c:pt>
                <c:pt idx="6150">
                  <c:v>45173</c:v>
                </c:pt>
                <c:pt idx="6151">
                  <c:v>45174</c:v>
                </c:pt>
                <c:pt idx="6152">
                  <c:v>45175</c:v>
                </c:pt>
                <c:pt idx="6153">
                  <c:v>45176</c:v>
                </c:pt>
                <c:pt idx="6154">
                  <c:v>45177</c:v>
                </c:pt>
                <c:pt idx="6155">
                  <c:v>45178</c:v>
                </c:pt>
                <c:pt idx="6156">
                  <c:v>45179</c:v>
                </c:pt>
                <c:pt idx="6157">
                  <c:v>45180</c:v>
                </c:pt>
                <c:pt idx="6158">
                  <c:v>45181</c:v>
                </c:pt>
                <c:pt idx="6159">
                  <c:v>45182</c:v>
                </c:pt>
                <c:pt idx="6160">
                  <c:v>45183</c:v>
                </c:pt>
                <c:pt idx="6161">
                  <c:v>45184</c:v>
                </c:pt>
                <c:pt idx="6162">
                  <c:v>45185</c:v>
                </c:pt>
                <c:pt idx="6163">
                  <c:v>45186</c:v>
                </c:pt>
                <c:pt idx="6164">
                  <c:v>45187</c:v>
                </c:pt>
                <c:pt idx="6165">
                  <c:v>45188</c:v>
                </c:pt>
                <c:pt idx="6166">
                  <c:v>45189</c:v>
                </c:pt>
                <c:pt idx="6167">
                  <c:v>45190</c:v>
                </c:pt>
                <c:pt idx="6168">
                  <c:v>45191</c:v>
                </c:pt>
                <c:pt idx="6169">
                  <c:v>45192</c:v>
                </c:pt>
                <c:pt idx="6170">
                  <c:v>45193</c:v>
                </c:pt>
                <c:pt idx="6171">
                  <c:v>45194</c:v>
                </c:pt>
                <c:pt idx="6172">
                  <c:v>45195</c:v>
                </c:pt>
                <c:pt idx="6173">
                  <c:v>45196</c:v>
                </c:pt>
                <c:pt idx="6174">
                  <c:v>45197</c:v>
                </c:pt>
                <c:pt idx="6175">
                  <c:v>45198</c:v>
                </c:pt>
                <c:pt idx="6176">
                  <c:v>45199</c:v>
                </c:pt>
                <c:pt idx="6177">
                  <c:v>45200</c:v>
                </c:pt>
                <c:pt idx="6178">
                  <c:v>45201</c:v>
                </c:pt>
                <c:pt idx="6179">
                  <c:v>45202</c:v>
                </c:pt>
                <c:pt idx="6180">
                  <c:v>45203</c:v>
                </c:pt>
                <c:pt idx="6181">
                  <c:v>45204</c:v>
                </c:pt>
                <c:pt idx="6182">
                  <c:v>45205</c:v>
                </c:pt>
                <c:pt idx="6183">
                  <c:v>45206</c:v>
                </c:pt>
                <c:pt idx="6184">
                  <c:v>45207</c:v>
                </c:pt>
                <c:pt idx="6185">
                  <c:v>45208</c:v>
                </c:pt>
                <c:pt idx="6186">
                  <c:v>45209</c:v>
                </c:pt>
                <c:pt idx="6187">
                  <c:v>45210</c:v>
                </c:pt>
                <c:pt idx="6188">
                  <c:v>45211</c:v>
                </c:pt>
                <c:pt idx="6189">
                  <c:v>45212</c:v>
                </c:pt>
                <c:pt idx="6190">
                  <c:v>45213</c:v>
                </c:pt>
                <c:pt idx="6191">
                  <c:v>45214</c:v>
                </c:pt>
                <c:pt idx="6192">
                  <c:v>45215</c:v>
                </c:pt>
                <c:pt idx="6193">
                  <c:v>45216</c:v>
                </c:pt>
                <c:pt idx="6194">
                  <c:v>45217</c:v>
                </c:pt>
                <c:pt idx="6195">
                  <c:v>45218</c:v>
                </c:pt>
                <c:pt idx="6196">
                  <c:v>45219</c:v>
                </c:pt>
                <c:pt idx="6197">
                  <c:v>45220</c:v>
                </c:pt>
                <c:pt idx="6198">
                  <c:v>45221</c:v>
                </c:pt>
                <c:pt idx="6199">
                  <c:v>45222</c:v>
                </c:pt>
                <c:pt idx="6200">
                  <c:v>45223</c:v>
                </c:pt>
                <c:pt idx="6201">
                  <c:v>45224</c:v>
                </c:pt>
                <c:pt idx="6202">
                  <c:v>45225</c:v>
                </c:pt>
                <c:pt idx="6203">
                  <c:v>45226</c:v>
                </c:pt>
                <c:pt idx="6204">
                  <c:v>45227</c:v>
                </c:pt>
                <c:pt idx="6205">
                  <c:v>45228</c:v>
                </c:pt>
                <c:pt idx="6206">
                  <c:v>45229</c:v>
                </c:pt>
                <c:pt idx="6207">
                  <c:v>45230</c:v>
                </c:pt>
                <c:pt idx="6208">
                  <c:v>45231</c:v>
                </c:pt>
                <c:pt idx="6209">
                  <c:v>45232</c:v>
                </c:pt>
                <c:pt idx="6210">
                  <c:v>45233</c:v>
                </c:pt>
                <c:pt idx="6211">
                  <c:v>45234</c:v>
                </c:pt>
                <c:pt idx="6212">
                  <c:v>45235</c:v>
                </c:pt>
                <c:pt idx="6213">
                  <c:v>45236</c:v>
                </c:pt>
                <c:pt idx="6214">
                  <c:v>45237</c:v>
                </c:pt>
                <c:pt idx="6215">
                  <c:v>45238</c:v>
                </c:pt>
                <c:pt idx="6216">
                  <c:v>45239</c:v>
                </c:pt>
                <c:pt idx="6217">
                  <c:v>45240</c:v>
                </c:pt>
                <c:pt idx="6218">
                  <c:v>45241</c:v>
                </c:pt>
                <c:pt idx="6219">
                  <c:v>45242</c:v>
                </c:pt>
                <c:pt idx="6220">
                  <c:v>45243</c:v>
                </c:pt>
                <c:pt idx="6221">
                  <c:v>45244</c:v>
                </c:pt>
                <c:pt idx="6222">
                  <c:v>45245</c:v>
                </c:pt>
                <c:pt idx="6223">
                  <c:v>45246</c:v>
                </c:pt>
                <c:pt idx="6224">
                  <c:v>45247</c:v>
                </c:pt>
                <c:pt idx="6225">
                  <c:v>45248</c:v>
                </c:pt>
                <c:pt idx="6226">
                  <c:v>45249</c:v>
                </c:pt>
                <c:pt idx="6227">
                  <c:v>45250</c:v>
                </c:pt>
                <c:pt idx="6228">
                  <c:v>45251</c:v>
                </c:pt>
                <c:pt idx="6229">
                  <c:v>45252</c:v>
                </c:pt>
                <c:pt idx="6230">
                  <c:v>45253</c:v>
                </c:pt>
                <c:pt idx="6231">
                  <c:v>45254</c:v>
                </c:pt>
                <c:pt idx="6232">
                  <c:v>45255</c:v>
                </c:pt>
                <c:pt idx="6233">
                  <c:v>45256</c:v>
                </c:pt>
                <c:pt idx="6234">
                  <c:v>45257</c:v>
                </c:pt>
                <c:pt idx="6235">
                  <c:v>45258</c:v>
                </c:pt>
                <c:pt idx="6236">
                  <c:v>45259</c:v>
                </c:pt>
                <c:pt idx="6237">
                  <c:v>45260</c:v>
                </c:pt>
                <c:pt idx="6238">
                  <c:v>45261</c:v>
                </c:pt>
                <c:pt idx="6239">
                  <c:v>45262</c:v>
                </c:pt>
                <c:pt idx="6240">
                  <c:v>45263</c:v>
                </c:pt>
                <c:pt idx="6241">
                  <c:v>45264</c:v>
                </c:pt>
                <c:pt idx="6242">
                  <c:v>45265</c:v>
                </c:pt>
                <c:pt idx="6243">
                  <c:v>45266</c:v>
                </c:pt>
                <c:pt idx="6244">
                  <c:v>45267</c:v>
                </c:pt>
                <c:pt idx="6245">
                  <c:v>45268</c:v>
                </c:pt>
                <c:pt idx="6246">
                  <c:v>45269</c:v>
                </c:pt>
                <c:pt idx="6247">
                  <c:v>45270</c:v>
                </c:pt>
                <c:pt idx="6248">
                  <c:v>45271</c:v>
                </c:pt>
                <c:pt idx="6249">
                  <c:v>45272</c:v>
                </c:pt>
                <c:pt idx="6250">
                  <c:v>45273</c:v>
                </c:pt>
                <c:pt idx="6251">
                  <c:v>45274</c:v>
                </c:pt>
                <c:pt idx="6252">
                  <c:v>45275</c:v>
                </c:pt>
                <c:pt idx="6253">
                  <c:v>45276</c:v>
                </c:pt>
                <c:pt idx="6254">
                  <c:v>45277</c:v>
                </c:pt>
                <c:pt idx="6255">
                  <c:v>45278</c:v>
                </c:pt>
                <c:pt idx="6256">
                  <c:v>45279</c:v>
                </c:pt>
                <c:pt idx="6257">
                  <c:v>45280</c:v>
                </c:pt>
                <c:pt idx="6258">
                  <c:v>45281</c:v>
                </c:pt>
                <c:pt idx="6259">
                  <c:v>45282</c:v>
                </c:pt>
                <c:pt idx="6260">
                  <c:v>45283</c:v>
                </c:pt>
                <c:pt idx="6261">
                  <c:v>45284</c:v>
                </c:pt>
                <c:pt idx="6262">
                  <c:v>45285</c:v>
                </c:pt>
                <c:pt idx="6263">
                  <c:v>45286</c:v>
                </c:pt>
                <c:pt idx="6264">
                  <c:v>45287</c:v>
                </c:pt>
                <c:pt idx="6265">
                  <c:v>45288</c:v>
                </c:pt>
                <c:pt idx="6266">
                  <c:v>45289</c:v>
                </c:pt>
                <c:pt idx="6267">
                  <c:v>45290</c:v>
                </c:pt>
                <c:pt idx="6268">
                  <c:v>45291</c:v>
                </c:pt>
                <c:pt idx="6269">
                  <c:v>45292</c:v>
                </c:pt>
                <c:pt idx="6270">
                  <c:v>45293</c:v>
                </c:pt>
                <c:pt idx="6271">
                  <c:v>45294</c:v>
                </c:pt>
                <c:pt idx="6272">
                  <c:v>45295</c:v>
                </c:pt>
                <c:pt idx="6273">
                  <c:v>45296</c:v>
                </c:pt>
                <c:pt idx="6274">
                  <c:v>45297</c:v>
                </c:pt>
                <c:pt idx="6275">
                  <c:v>45298</c:v>
                </c:pt>
                <c:pt idx="6276">
                  <c:v>45299</c:v>
                </c:pt>
                <c:pt idx="6277">
                  <c:v>45300</c:v>
                </c:pt>
                <c:pt idx="6278">
                  <c:v>45301</c:v>
                </c:pt>
                <c:pt idx="6279">
                  <c:v>45302</c:v>
                </c:pt>
                <c:pt idx="6280">
                  <c:v>45303</c:v>
                </c:pt>
                <c:pt idx="6281">
                  <c:v>45304</c:v>
                </c:pt>
                <c:pt idx="6282">
                  <c:v>45305</c:v>
                </c:pt>
                <c:pt idx="6283">
                  <c:v>45306</c:v>
                </c:pt>
                <c:pt idx="6284">
                  <c:v>45307</c:v>
                </c:pt>
                <c:pt idx="6285">
                  <c:v>45308</c:v>
                </c:pt>
                <c:pt idx="6286">
                  <c:v>45309</c:v>
                </c:pt>
                <c:pt idx="6287">
                  <c:v>45310</c:v>
                </c:pt>
                <c:pt idx="6288">
                  <c:v>45311</c:v>
                </c:pt>
                <c:pt idx="6289">
                  <c:v>45312</c:v>
                </c:pt>
                <c:pt idx="6290">
                  <c:v>45313</c:v>
                </c:pt>
              </c:numCache>
            </c:numRef>
          </c:cat>
          <c:val>
            <c:numRef>
              <c:f>磷肥价格及价差!$S$2:$S$6286</c:f>
              <c:numCache>
                <c:formatCode>0</c:formatCode>
                <c:ptCount val="6285"/>
                <c:pt idx="0">
                  <c:v>2450</c:v>
                </c:pt>
                <c:pt idx="1">
                  <c:v>2450</c:v>
                </c:pt>
                <c:pt idx="2">
                  <c:v>2450</c:v>
                </c:pt>
                <c:pt idx="3">
                  <c:v>2450</c:v>
                </c:pt>
                <c:pt idx="4">
                  <c:v>2450</c:v>
                </c:pt>
                <c:pt idx="5">
                  <c:v>2450</c:v>
                </c:pt>
                <c:pt idx="6">
                  <c:v>2450</c:v>
                </c:pt>
                <c:pt idx="7">
                  <c:v>2450</c:v>
                </c:pt>
                <c:pt idx="8">
                  <c:v>2450</c:v>
                </c:pt>
                <c:pt idx="9">
                  <c:v>2450</c:v>
                </c:pt>
                <c:pt idx="10">
                  <c:v>2375</c:v>
                </c:pt>
                <c:pt idx="11">
                  <c:v>2375</c:v>
                </c:pt>
                <c:pt idx="12">
                  <c:v>2375</c:v>
                </c:pt>
                <c:pt idx="13">
                  <c:v>2375</c:v>
                </c:pt>
                <c:pt idx="14">
                  <c:v>2375</c:v>
                </c:pt>
                <c:pt idx="15">
                  <c:v>2375</c:v>
                </c:pt>
                <c:pt idx="16">
                  <c:v>2375</c:v>
                </c:pt>
                <c:pt idx="17">
                  <c:v>2375</c:v>
                </c:pt>
                <c:pt idx="18">
                  <c:v>2375</c:v>
                </c:pt>
                <c:pt idx="19">
                  <c:v>2375</c:v>
                </c:pt>
                <c:pt idx="20">
                  <c:v>2375</c:v>
                </c:pt>
                <c:pt idx="21">
                  <c:v>2375</c:v>
                </c:pt>
                <c:pt idx="22">
                  <c:v>2375</c:v>
                </c:pt>
                <c:pt idx="23">
                  <c:v>2375</c:v>
                </c:pt>
                <c:pt idx="24">
                  <c:v>2375</c:v>
                </c:pt>
                <c:pt idx="25">
                  <c:v>2375</c:v>
                </c:pt>
                <c:pt idx="26">
                  <c:v>2375</c:v>
                </c:pt>
                <c:pt idx="27">
                  <c:v>2375</c:v>
                </c:pt>
                <c:pt idx="28">
                  <c:v>2375</c:v>
                </c:pt>
                <c:pt idx="29">
                  <c:v>2375</c:v>
                </c:pt>
                <c:pt idx="30">
                  <c:v>2375</c:v>
                </c:pt>
                <c:pt idx="31">
                  <c:v>2375</c:v>
                </c:pt>
                <c:pt idx="32">
                  <c:v>2375</c:v>
                </c:pt>
                <c:pt idx="33">
                  <c:v>2375</c:v>
                </c:pt>
                <c:pt idx="34">
                  <c:v>2375</c:v>
                </c:pt>
                <c:pt idx="35">
                  <c:v>2375</c:v>
                </c:pt>
                <c:pt idx="36">
                  <c:v>2375</c:v>
                </c:pt>
                <c:pt idx="37">
                  <c:v>2375</c:v>
                </c:pt>
                <c:pt idx="38">
                  <c:v>2375</c:v>
                </c:pt>
                <c:pt idx="39">
                  <c:v>2375</c:v>
                </c:pt>
                <c:pt idx="40">
                  <c:v>2375</c:v>
                </c:pt>
                <c:pt idx="41">
                  <c:v>2375</c:v>
                </c:pt>
                <c:pt idx="42">
                  <c:v>2375</c:v>
                </c:pt>
                <c:pt idx="43">
                  <c:v>2375</c:v>
                </c:pt>
                <c:pt idx="44">
                  <c:v>2375</c:v>
                </c:pt>
                <c:pt idx="45">
                  <c:v>2375</c:v>
                </c:pt>
                <c:pt idx="46">
                  <c:v>2375</c:v>
                </c:pt>
                <c:pt idx="47">
                  <c:v>2375</c:v>
                </c:pt>
                <c:pt idx="48">
                  <c:v>2375</c:v>
                </c:pt>
                <c:pt idx="49">
                  <c:v>2375</c:v>
                </c:pt>
                <c:pt idx="50">
                  <c:v>2375</c:v>
                </c:pt>
                <c:pt idx="51">
                  <c:v>2375</c:v>
                </c:pt>
                <c:pt idx="52">
                  <c:v>2375</c:v>
                </c:pt>
                <c:pt idx="53">
                  <c:v>2375</c:v>
                </c:pt>
                <c:pt idx="54">
                  <c:v>2375</c:v>
                </c:pt>
                <c:pt idx="55">
                  <c:v>2375</c:v>
                </c:pt>
                <c:pt idx="56">
                  <c:v>2375</c:v>
                </c:pt>
                <c:pt idx="57">
                  <c:v>2375</c:v>
                </c:pt>
                <c:pt idx="58">
                  <c:v>2375</c:v>
                </c:pt>
                <c:pt idx="59">
                  <c:v>2375</c:v>
                </c:pt>
                <c:pt idx="60">
                  <c:v>2375</c:v>
                </c:pt>
                <c:pt idx="61">
                  <c:v>2375</c:v>
                </c:pt>
                <c:pt idx="62">
                  <c:v>2375</c:v>
                </c:pt>
                <c:pt idx="63">
                  <c:v>2375</c:v>
                </c:pt>
                <c:pt idx="64">
                  <c:v>2375</c:v>
                </c:pt>
                <c:pt idx="65">
                  <c:v>2375</c:v>
                </c:pt>
                <c:pt idx="66">
                  <c:v>2375</c:v>
                </c:pt>
                <c:pt idx="67">
                  <c:v>2375</c:v>
                </c:pt>
                <c:pt idx="68">
                  <c:v>2375</c:v>
                </c:pt>
                <c:pt idx="69">
                  <c:v>2375</c:v>
                </c:pt>
                <c:pt idx="70">
                  <c:v>2375</c:v>
                </c:pt>
                <c:pt idx="71">
                  <c:v>2375</c:v>
                </c:pt>
                <c:pt idx="72">
                  <c:v>2375</c:v>
                </c:pt>
                <c:pt idx="73">
                  <c:v>2375</c:v>
                </c:pt>
                <c:pt idx="74">
                  <c:v>2375</c:v>
                </c:pt>
                <c:pt idx="75">
                  <c:v>2375</c:v>
                </c:pt>
                <c:pt idx="76">
                  <c:v>2375</c:v>
                </c:pt>
                <c:pt idx="77">
                  <c:v>2375</c:v>
                </c:pt>
                <c:pt idx="78">
                  <c:v>2375</c:v>
                </c:pt>
                <c:pt idx="79">
                  <c:v>2375</c:v>
                </c:pt>
                <c:pt idx="80">
                  <c:v>2375</c:v>
                </c:pt>
                <c:pt idx="81">
                  <c:v>2375</c:v>
                </c:pt>
                <c:pt idx="82">
                  <c:v>2375</c:v>
                </c:pt>
                <c:pt idx="83">
                  <c:v>2375</c:v>
                </c:pt>
                <c:pt idx="84">
                  <c:v>2375</c:v>
                </c:pt>
                <c:pt idx="85">
                  <c:v>2375</c:v>
                </c:pt>
                <c:pt idx="86">
                  <c:v>2375</c:v>
                </c:pt>
                <c:pt idx="87">
                  <c:v>2375</c:v>
                </c:pt>
                <c:pt idx="88">
                  <c:v>2375</c:v>
                </c:pt>
                <c:pt idx="89">
                  <c:v>2375</c:v>
                </c:pt>
                <c:pt idx="90">
                  <c:v>2360</c:v>
                </c:pt>
                <c:pt idx="91">
                  <c:v>2360</c:v>
                </c:pt>
                <c:pt idx="92">
                  <c:v>2360</c:v>
                </c:pt>
                <c:pt idx="93">
                  <c:v>2360</c:v>
                </c:pt>
                <c:pt idx="94">
                  <c:v>2360</c:v>
                </c:pt>
                <c:pt idx="95">
                  <c:v>2360</c:v>
                </c:pt>
                <c:pt idx="96">
                  <c:v>2360</c:v>
                </c:pt>
                <c:pt idx="97">
                  <c:v>2360</c:v>
                </c:pt>
                <c:pt idx="98">
                  <c:v>2360</c:v>
                </c:pt>
                <c:pt idx="99">
                  <c:v>2360</c:v>
                </c:pt>
                <c:pt idx="100">
                  <c:v>2360</c:v>
                </c:pt>
                <c:pt idx="101">
                  <c:v>2360</c:v>
                </c:pt>
                <c:pt idx="102">
                  <c:v>2360</c:v>
                </c:pt>
                <c:pt idx="103">
                  <c:v>2360</c:v>
                </c:pt>
                <c:pt idx="104">
                  <c:v>2360</c:v>
                </c:pt>
                <c:pt idx="105">
                  <c:v>2380</c:v>
                </c:pt>
                <c:pt idx="106">
                  <c:v>2380</c:v>
                </c:pt>
                <c:pt idx="107">
                  <c:v>2380</c:v>
                </c:pt>
                <c:pt idx="108">
                  <c:v>2380</c:v>
                </c:pt>
                <c:pt idx="109">
                  <c:v>2380</c:v>
                </c:pt>
                <c:pt idx="110">
                  <c:v>2380</c:v>
                </c:pt>
                <c:pt idx="111">
                  <c:v>2380</c:v>
                </c:pt>
                <c:pt idx="112">
                  <c:v>2380</c:v>
                </c:pt>
                <c:pt idx="113">
                  <c:v>2380</c:v>
                </c:pt>
                <c:pt idx="114">
                  <c:v>2380</c:v>
                </c:pt>
                <c:pt idx="115">
                  <c:v>2380</c:v>
                </c:pt>
                <c:pt idx="116">
                  <c:v>2380</c:v>
                </c:pt>
                <c:pt idx="117">
                  <c:v>2380</c:v>
                </c:pt>
                <c:pt idx="118">
                  <c:v>2380</c:v>
                </c:pt>
                <c:pt idx="119">
                  <c:v>2380</c:v>
                </c:pt>
                <c:pt idx="120">
                  <c:v>2380</c:v>
                </c:pt>
                <c:pt idx="121">
                  <c:v>2380</c:v>
                </c:pt>
                <c:pt idx="122">
                  <c:v>2380</c:v>
                </c:pt>
                <c:pt idx="123">
                  <c:v>2380</c:v>
                </c:pt>
                <c:pt idx="124">
                  <c:v>2380</c:v>
                </c:pt>
                <c:pt idx="125">
                  <c:v>2400</c:v>
                </c:pt>
                <c:pt idx="126">
                  <c:v>2400</c:v>
                </c:pt>
                <c:pt idx="127">
                  <c:v>2400</c:v>
                </c:pt>
                <c:pt idx="128">
                  <c:v>2400</c:v>
                </c:pt>
                <c:pt idx="129">
                  <c:v>2400</c:v>
                </c:pt>
                <c:pt idx="130">
                  <c:v>2400</c:v>
                </c:pt>
                <c:pt idx="131">
                  <c:v>2400</c:v>
                </c:pt>
                <c:pt idx="132">
                  <c:v>2400</c:v>
                </c:pt>
                <c:pt idx="133">
                  <c:v>2400</c:v>
                </c:pt>
                <c:pt idx="134">
                  <c:v>2400</c:v>
                </c:pt>
                <c:pt idx="135">
                  <c:v>2400</c:v>
                </c:pt>
                <c:pt idx="136">
                  <c:v>2400</c:v>
                </c:pt>
                <c:pt idx="137">
                  <c:v>2400</c:v>
                </c:pt>
                <c:pt idx="138">
                  <c:v>2400</c:v>
                </c:pt>
                <c:pt idx="139">
                  <c:v>2400</c:v>
                </c:pt>
                <c:pt idx="140">
                  <c:v>2400</c:v>
                </c:pt>
                <c:pt idx="141">
                  <c:v>2400</c:v>
                </c:pt>
                <c:pt idx="142">
                  <c:v>2400</c:v>
                </c:pt>
                <c:pt idx="143">
                  <c:v>2400</c:v>
                </c:pt>
                <c:pt idx="144">
                  <c:v>2400</c:v>
                </c:pt>
                <c:pt idx="145">
                  <c:v>2400</c:v>
                </c:pt>
                <c:pt idx="146">
                  <c:v>2400</c:v>
                </c:pt>
                <c:pt idx="147">
                  <c:v>2400</c:v>
                </c:pt>
                <c:pt idx="148">
                  <c:v>2400</c:v>
                </c:pt>
                <c:pt idx="149">
                  <c:v>2400</c:v>
                </c:pt>
                <c:pt idx="150">
                  <c:v>2450</c:v>
                </c:pt>
                <c:pt idx="151">
                  <c:v>2450</c:v>
                </c:pt>
                <c:pt idx="152">
                  <c:v>2450</c:v>
                </c:pt>
                <c:pt idx="153">
                  <c:v>2450</c:v>
                </c:pt>
                <c:pt idx="154">
                  <c:v>2450</c:v>
                </c:pt>
                <c:pt idx="155">
                  <c:v>2450</c:v>
                </c:pt>
                <c:pt idx="156">
                  <c:v>2450</c:v>
                </c:pt>
                <c:pt idx="157">
                  <c:v>2450</c:v>
                </c:pt>
                <c:pt idx="158">
                  <c:v>2460</c:v>
                </c:pt>
                <c:pt idx="159">
                  <c:v>2460</c:v>
                </c:pt>
                <c:pt idx="160">
                  <c:v>2465</c:v>
                </c:pt>
                <c:pt idx="161">
                  <c:v>2465</c:v>
                </c:pt>
                <c:pt idx="162">
                  <c:v>2550</c:v>
                </c:pt>
                <c:pt idx="163">
                  <c:v>2550</c:v>
                </c:pt>
                <c:pt idx="164">
                  <c:v>2550</c:v>
                </c:pt>
                <c:pt idx="165">
                  <c:v>2550</c:v>
                </c:pt>
                <c:pt idx="166">
                  <c:v>2550</c:v>
                </c:pt>
                <c:pt idx="167">
                  <c:v>2550</c:v>
                </c:pt>
                <c:pt idx="168">
                  <c:v>2550</c:v>
                </c:pt>
                <c:pt idx="169">
                  <c:v>2550</c:v>
                </c:pt>
                <c:pt idx="170">
                  <c:v>2550</c:v>
                </c:pt>
                <c:pt idx="171">
                  <c:v>2550</c:v>
                </c:pt>
                <c:pt idx="172">
                  <c:v>2550</c:v>
                </c:pt>
                <c:pt idx="173">
                  <c:v>2550</c:v>
                </c:pt>
                <c:pt idx="174">
                  <c:v>2550</c:v>
                </c:pt>
                <c:pt idx="175">
                  <c:v>2550</c:v>
                </c:pt>
                <c:pt idx="176">
                  <c:v>2490</c:v>
                </c:pt>
                <c:pt idx="177">
                  <c:v>2490</c:v>
                </c:pt>
                <c:pt idx="178">
                  <c:v>2490</c:v>
                </c:pt>
                <c:pt idx="179">
                  <c:v>2490</c:v>
                </c:pt>
                <c:pt idx="180">
                  <c:v>2490</c:v>
                </c:pt>
                <c:pt idx="181">
                  <c:v>2490</c:v>
                </c:pt>
                <c:pt idx="182">
                  <c:v>2490</c:v>
                </c:pt>
                <c:pt idx="183">
                  <c:v>2490</c:v>
                </c:pt>
                <c:pt idx="184">
                  <c:v>2490</c:v>
                </c:pt>
                <c:pt idx="185">
                  <c:v>2490</c:v>
                </c:pt>
                <c:pt idx="186">
                  <c:v>2490</c:v>
                </c:pt>
                <c:pt idx="187">
                  <c:v>2490</c:v>
                </c:pt>
                <c:pt idx="188">
                  <c:v>2490</c:v>
                </c:pt>
                <c:pt idx="189">
                  <c:v>2490</c:v>
                </c:pt>
                <c:pt idx="190">
                  <c:v>2540</c:v>
                </c:pt>
                <c:pt idx="191">
                  <c:v>2540</c:v>
                </c:pt>
                <c:pt idx="192">
                  <c:v>2540</c:v>
                </c:pt>
                <c:pt idx="193">
                  <c:v>2540</c:v>
                </c:pt>
                <c:pt idx="194">
                  <c:v>2540</c:v>
                </c:pt>
                <c:pt idx="195">
                  <c:v>2540</c:v>
                </c:pt>
                <c:pt idx="196">
                  <c:v>2530</c:v>
                </c:pt>
                <c:pt idx="197">
                  <c:v>2530</c:v>
                </c:pt>
                <c:pt idx="198">
                  <c:v>2530</c:v>
                </c:pt>
                <c:pt idx="199">
                  <c:v>2530</c:v>
                </c:pt>
                <c:pt idx="200">
                  <c:v>2530</c:v>
                </c:pt>
                <c:pt idx="201">
                  <c:v>2530</c:v>
                </c:pt>
                <c:pt idx="202">
                  <c:v>2530</c:v>
                </c:pt>
                <c:pt idx="203">
                  <c:v>2530</c:v>
                </c:pt>
                <c:pt idx="204">
                  <c:v>2530</c:v>
                </c:pt>
                <c:pt idx="205">
                  <c:v>2530</c:v>
                </c:pt>
                <c:pt idx="206">
                  <c:v>2530</c:v>
                </c:pt>
                <c:pt idx="207">
                  <c:v>2530</c:v>
                </c:pt>
                <c:pt idx="208">
                  <c:v>2530</c:v>
                </c:pt>
                <c:pt idx="209">
                  <c:v>2530</c:v>
                </c:pt>
                <c:pt idx="210">
                  <c:v>2530</c:v>
                </c:pt>
                <c:pt idx="211">
                  <c:v>2530</c:v>
                </c:pt>
                <c:pt idx="212">
                  <c:v>2530</c:v>
                </c:pt>
                <c:pt idx="213">
                  <c:v>2530</c:v>
                </c:pt>
                <c:pt idx="214">
                  <c:v>2540</c:v>
                </c:pt>
                <c:pt idx="215">
                  <c:v>2540</c:v>
                </c:pt>
                <c:pt idx="216">
                  <c:v>2540</c:v>
                </c:pt>
                <c:pt idx="217">
                  <c:v>2540</c:v>
                </c:pt>
                <c:pt idx="218">
                  <c:v>2540</c:v>
                </c:pt>
                <c:pt idx="219">
                  <c:v>2540</c:v>
                </c:pt>
                <c:pt idx="220">
                  <c:v>2540</c:v>
                </c:pt>
                <c:pt idx="221">
                  <c:v>2540</c:v>
                </c:pt>
                <c:pt idx="222">
                  <c:v>2540</c:v>
                </c:pt>
                <c:pt idx="223">
                  <c:v>2540</c:v>
                </c:pt>
                <c:pt idx="224">
                  <c:v>2540</c:v>
                </c:pt>
                <c:pt idx="225">
                  <c:v>2540</c:v>
                </c:pt>
                <c:pt idx="226">
                  <c:v>2540</c:v>
                </c:pt>
                <c:pt idx="227">
                  <c:v>2540</c:v>
                </c:pt>
                <c:pt idx="228">
                  <c:v>2540</c:v>
                </c:pt>
                <c:pt idx="229">
                  <c:v>2540</c:v>
                </c:pt>
                <c:pt idx="230">
                  <c:v>2540</c:v>
                </c:pt>
                <c:pt idx="231">
                  <c:v>2540</c:v>
                </c:pt>
                <c:pt idx="232">
                  <c:v>2540</c:v>
                </c:pt>
                <c:pt idx="233">
                  <c:v>2540</c:v>
                </c:pt>
                <c:pt idx="234">
                  <c:v>2540</c:v>
                </c:pt>
                <c:pt idx="235">
                  <c:v>2540</c:v>
                </c:pt>
                <c:pt idx="236">
                  <c:v>2540</c:v>
                </c:pt>
                <c:pt idx="237">
                  <c:v>2540</c:v>
                </c:pt>
                <c:pt idx="238">
                  <c:v>2540</c:v>
                </c:pt>
                <c:pt idx="239">
                  <c:v>2540</c:v>
                </c:pt>
                <c:pt idx="240">
                  <c:v>2540</c:v>
                </c:pt>
                <c:pt idx="241">
                  <c:v>2540</c:v>
                </c:pt>
                <c:pt idx="242">
                  <c:v>2540</c:v>
                </c:pt>
                <c:pt idx="243">
                  <c:v>2540</c:v>
                </c:pt>
                <c:pt idx="244">
                  <c:v>2540</c:v>
                </c:pt>
                <c:pt idx="245">
                  <c:v>2540</c:v>
                </c:pt>
                <c:pt idx="246">
                  <c:v>2540</c:v>
                </c:pt>
                <c:pt idx="247">
                  <c:v>2540</c:v>
                </c:pt>
                <c:pt idx="248">
                  <c:v>2540</c:v>
                </c:pt>
                <c:pt idx="249">
                  <c:v>2540</c:v>
                </c:pt>
                <c:pt idx="250">
                  <c:v>2540</c:v>
                </c:pt>
                <c:pt idx="251">
                  <c:v>2540</c:v>
                </c:pt>
                <c:pt idx="252">
                  <c:v>2540</c:v>
                </c:pt>
                <c:pt idx="253">
                  <c:v>2540</c:v>
                </c:pt>
                <c:pt idx="254">
                  <c:v>2540</c:v>
                </c:pt>
                <c:pt idx="255">
                  <c:v>2540</c:v>
                </c:pt>
                <c:pt idx="256">
                  <c:v>2540</c:v>
                </c:pt>
                <c:pt idx="257">
                  <c:v>2540</c:v>
                </c:pt>
                <c:pt idx="258">
                  <c:v>2540</c:v>
                </c:pt>
                <c:pt idx="259">
                  <c:v>2540</c:v>
                </c:pt>
                <c:pt idx="260">
                  <c:v>2540</c:v>
                </c:pt>
                <c:pt idx="261">
                  <c:v>2540</c:v>
                </c:pt>
                <c:pt idx="262">
                  <c:v>2540</c:v>
                </c:pt>
                <c:pt idx="263">
                  <c:v>2540</c:v>
                </c:pt>
                <c:pt idx="264">
                  <c:v>2540</c:v>
                </c:pt>
                <c:pt idx="265">
                  <c:v>2540</c:v>
                </c:pt>
                <c:pt idx="266">
                  <c:v>2540</c:v>
                </c:pt>
                <c:pt idx="267">
                  <c:v>2540</c:v>
                </c:pt>
                <c:pt idx="268">
                  <c:v>2550</c:v>
                </c:pt>
                <c:pt idx="269">
                  <c:v>2550</c:v>
                </c:pt>
                <c:pt idx="270">
                  <c:v>2550</c:v>
                </c:pt>
                <c:pt idx="271">
                  <c:v>2550</c:v>
                </c:pt>
                <c:pt idx="272">
                  <c:v>2550</c:v>
                </c:pt>
                <c:pt idx="273">
                  <c:v>2550</c:v>
                </c:pt>
                <c:pt idx="274">
                  <c:v>2550</c:v>
                </c:pt>
                <c:pt idx="275">
                  <c:v>2550</c:v>
                </c:pt>
                <c:pt idx="276">
                  <c:v>2550</c:v>
                </c:pt>
                <c:pt idx="277">
                  <c:v>2550</c:v>
                </c:pt>
                <c:pt idx="278">
                  <c:v>2550</c:v>
                </c:pt>
                <c:pt idx="279">
                  <c:v>2550</c:v>
                </c:pt>
                <c:pt idx="280">
                  <c:v>2550</c:v>
                </c:pt>
                <c:pt idx="281">
                  <c:v>2550</c:v>
                </c:pt>
                <c:pt idx="282">
                  <c:v>2550</c:v>
                </c:pt>
                <c:pt idx="283">
                  <c:v>2550</c:v>
                </c:pt>
                <c:pt idx="284">
                  <c:v>2550</c:v>
                </c:pt>
                <c:pt idx="285">
                  <c:v>2550</c:v>
                </c:pt>
                <c:pt idx="286">
                  <c:v>2550</c:v>
                </c:pt>
                <c:pt idx="287">
                  <c:v>2550</c:v>
                </c:pt>
                <c:pt idx="288">
                  <c:v>2550</c:v>
                </c:pt>
                <c:pt idx="289">
                  <c:v>2550</c:v>
                </c:pt>
                <c:pt idx="290">
                  <c:v>2550</c:v>
                </c:pt>
                <c:pt idx="291">
                  <c:v>2550</c:v>
                </c:pt>
                <c:pt idx="292">
                  <c:v>2550</c:v>
                </c:pt>
                <c:pt idx="293">
                  <c:v>2550</c:v>
                </c:pt>
                <c:pt idx="294">
                  <c:v>2550</c:v>
                </c:pt>
                <c:pt idx="295">
                  <c:v>2550</c:v>
                </c:pt>
                <c:pt idx="296">
                  <c:v>2550</c:v>
                </c:pt>
                <c:pt idx="297">
                  <c:v>2550</c:v>
                </c:pt>
                <c:pt idx="298">
                  <c:v>2550</c:v>
                </c:pt>
                <c:pt idx="299">
                  <c:v>2550</c:v>
                </c:pt>
                <c:pt idx="300">
                  <c:v>2550</c:v>
                </c:pt>
                <c:pt idx="301">
                  <c:v>2600</c:v>
                </c:pt>
                <c:pt idx="302">
                  <c:v>2600</c:v>
                </c:pt>
                <c:pt idx="303">
                  <c:v>2600</c:v>
                </c:pt>
                <c:pt idx="304">
                  <c:v>2600</c:v>
                </c:pt>
                <c:pt idx="305">
                  <c:v>2600</c:v>
                </c:pt>
                <c:pt idx="306">
                  <c:v>2600</c:v>
                </c:pt>
                <c:pt idx="307">
                  <c:v>2600</c:v>
                </c:pt>
                <c:pt idx="308">
                  <c:v>2630</c:v>
                </c:pt>
                <c:pt idx="309">
                  <c:v>2630</c:v>
                </c:pt>
                <c:pt idx="310">
                  <c:v>2630</c:v>
                </c:pt>
                <c:pt idx="311">
                  <c:v>2630</c:v>
                </c:pt>
                <c:pt idx="312">
                  <c:v>2630</c:v>
                </c:pt>
                <c:pt idx="313">
                  <c:v>2630</c:v>
                </c:pt>
                <c:pt idx="314">
                  <c:v>2630</c:v>
                </c:pt>
                <c:pt idx="315">
                  <c:v>2630</c:v>
                </c:pt>
                <c:pt idx="316">
                  <c:v>2630</c:v>
                </c:pt>
                <c:pt idx="317">
                  <c:v>2630</c:v>
                </c:pt>
                <c:pt idx="318">
                  <c:v>2630</c:v>
                </c:pt>
                <c:pt idx="319">
                  <c:v>2630</c:v>
                </c:pt>
                <c:pt idx="320">
                  <c:v>2630</c:v>
                </c:pt>
                <c:pt idx="321">
                  <c:v>2630</c:v>
                </c:pt>
                <c:pt idx="322">
                  <c:v>2630</c:v>
                </c:pt>
                <c:pt idx="323">
                  <c:v>2630</c:v>
                </c:pt>
                <c:pt idx="324">
                  <c:v>2630</c:v>
                </c:pt>
                <c:pt idx="325">
                  <c:v>2630</c:v>
                </c:pt>
                <c:pt idx="326">
                  <c:v>2630</c:v>
                </c:pt>
                <c:pt idx="327">
                  <c:v>2630</c:v>
                </c:pt>
                <c:pt idx="328">
                  <c:v>2630</c:v>
                </c:pt>
                <c:pt idx="329">
                  <c:v>2630</c:v>
                </c:pt>
                <c:pt idx="330">
                  <c:v>2630</c:v>
                </c:pt>
                <c:pt idx="331">
                  <c:v>2630</c:v>
                </c:pt>
                <c:pt idx="332">
                  <c:v>2630</c:v>
                </c:pt>
                <c:pt idx="333">
                  <c:v>2650</c:v>
                </c:pt>
                <c:pt idx="334">
                  <c:v>2650</c:v>
                </c:pt>
                <c:pt idx="335">
                  <c:v>2650</c:v>
                </c:pt>
                <c:pt idx="336">
                  <c:v>2650</c:v>
                </c:pt>
                <c:pt idx="337">
                  <c:v>2680</c:v>
                </c:pt>
                <c:pt idx="338">
                  <c:v>2680</c:v>
                </c:pt>
                <c:pt idx="339">
                  <c:v>2680</c:v>
                </c:pt>
                <c:pt idx="340">
                  <c:v>2680</c:v>
                </c:pt>
                <c:pt idx="341">
                  <c:v>2680</c:v>
                </c:pt>
                <c:pt idx="342">
                  <c:v>2680</c:v>
                </c:pt>
                <c:pt idx="343">
                  <c:v>2680</c:v>
                </c:pt>
                <c:pt idx="344">
                  <c:v>2700</c:v>
                </c:pt>
                <c:pt idx="345">
                  <c:v>2700</c:v>
                </c:pt>
                <c:pt idx="346">
                  <c:v>2700</c:v>
                </c:pt>
                <c:pt idx="347">
                  <c:v>2700</c:v>
                </c:pt>
                <c:pt idx="348">
                  <c:v>2700</c:v>
                </c:pt>
                <c:pt idx="349">
                  <c:v>2700</c:v>
                </c:pt>
                <c:pt idx="350">
                  <c:v>2780</c:v>
                </c:pt>
                <c:pt idx="351">
                  <c:v>2780</c:v>
                </c:pt>
                <c:pt idx="352">
                  <c:v>2780</c:v>
                </c:pt>
                <c:pt idx="353">
                  <c:v>2780</c:v>
                </c:pt>
                <c:pt idx="354">
                  <c:v>2780</c:v>
                </c:pt>
                <c:pt idx="355">
                  <c:v>2780</c:v>
                </c:pt>
                <c:pt idx="356">
                  <c:v>2780</c:v>
                </c:pt>
                <c:pt idx="357">
                  <c:v>2850</c:v>
                </c:pt>
                <c:pt idx="358">
                  <c:v>2850</c:v>
                </c:pt>
                <c:pt idx="359">
                  <c:v>2850</c:v>
                </c:pt>
                <c:pt idx="360">
                  <c:v>2850</c:v>
                </c:pt>
                <c:pt idx="361">
                  <c:v>2850</c:v>
                </c:pt>
                <c:pt idx="362">
                  <c:v>2850</c:v>
                </c:pt>
                <c:pt idx="363">
                  <c:v>2850</c:v>
                </c:pt>
                <c:pt idx="364">
                  <c:v>2850</c:v>
                </c:pt>
                <c:pt idx="365">
                  <c:v>2850</c:v>
                </c:pt>
                <c:pt idx="366">
                  <c:v>2850</c:v>
                </c:pt>
                <c:pt idx="367">
                  <c:v>2850</c:v>
                </c:pt>
                <c:pt idx="368">
                  <c:v>2850</c:v>
                </c:pt>
                <c:pt idx="369">
                  <c:v>2850</c:v>
                </c:pt>
                <c:pt idx="370">
                  <c:v>2850</c:v>
                </c:pt>
                <c:pt idx="371">
                  <c:v>2850</c:v>
                </c:pt>
                <c:pt idx="372">
                  <c:v>2850</c:v>
                </c:pt>
                <c:pt idx="373">
                  <c:v>2850</c:v>
                </c:pt>
                <c:pt idx="374">
                  <c:v>2850</c:v>
                </c:pt>
                <c:pt idx="375">
                  <c:v>2850</c:v>
                </c:pt>
                <c:pt idx="376">
                  <c:v>2850</c:v>
                </c:pt>
                <c:pt idx="377">
                  <c:v>2850</c:v>
                </c:pt>
                <c:pt idx="378">
                  <c:v>2850</c:v>
                </c:pt>
                <c:pt idx="379">
                  <c:v>2850</c:v>
                </c:pt>
                <c:pt idx="380">
                  <c:v>2850</c:v>
                </c:pt>
                <c:pt idx="381">
                  <c:v>2850</c:v>
                </c:pt>
                <c:pt idx="382">
                  <c:v>2850</c:v>
                </c:pt>
                <c:pt idx="383">
                  <c:v>2850</c:v>
                </c:pt>
                <c:pt idx="384">
                  <c:v>2850</c:v>
                </c:pt>
                <c:pt idx="385">
                  <c:v>2850</c:v>
                </c:pt>
                <c:pt idx="386">
                  <c:v>2880</c:v>
                </c:pt>
                <c:pt idx="387">
                  <c:v>2880</c:v>
                </c:pt>
                <c:pt idx="388">
                  <c:v>2880</c:v>
                </c:pt>
                <c:pt idx="389">
                  <c:v>2880</c:v>
                </c:pt>
                <c:pt idx="390">
                  <c:v>2880</c:v>
                </c:pt>
                <c:pt idx="391">
                  <c:v>2950</c:v>
                </c:pt>
                <c:pt idx="392">
                  <c:v>3000</c:v>
                </c:pt>
                <c:pt idx="393">
                  <c:v>3180</c:v>
                </c:pt>
                <c:pt idx="394">
                  <c:v>3180</c:v>
                </c:pt>
                <c:pt idx="395">
                  <c:v>3180</c:v>
                </c:pt>
                <c:pt idx="396">
                  <c:v>3200</c:v>
                </c:pt>
                <c:pt idx="397">
                  <c:v>3350</c:v>
                </c:pt>
                <c:pt idx="398">
                  <c:v>3350</c:v>
                </c:pt>
                <c:pt idx="399">
                  <c:v>3350</c:v>
                </c:pt>
                <c:pt idx="400">
                  <c:v>3350</c:v>
                </c:pt>
                <c:pt idx="401">
                  <c:v>3350</c:v>
                </c:pt>
                <c:pt idx="402">
                  <c:v>3350</c:v>
                </c:pt>
                <c:pt idx="403">
                  <c:v>3350</c:v>
                </c:pt>
                <c:pt idx="404">
                  <c:v>3350</c:v>
                </c:pt>
                <c:pt idx="405">
                  <c:v>3350</c:v>
                </c:pt>
                <c:pt idx="406">
                  <c:v>3500</c:v>
                </c:pt>
                <c:pt idx="407">
                  <c:v>3500</c:v>
                </c:pt>
                <c:pt idx="408">
                  <c:v>3500</c:v>
                </c:pt>
                <c:pt idx="409">
                  <c:v>3500</c:v>
                </c:pt>
                <c:pt idx="410">
                  <c:v>3500</c:v>
                </c:pt>
                <c:pt idx="411">
                  <c:v>3600</c:v>
                </c:pt>
                <c:pt idx="412">
                  <c:v>3600</c:v>
                </c:pt>
                <c:pt idx="413">
                  <c:v>3600</c:v>
                </c:pt>
                <c:pt idx="414">
                  <c:v>3600</c:v>
                </c:pt>
                <c:pt idx="415">
                  <c:v>3600</c:v>
                </c:pt>
                <c:pt idx="416">
                  <c:v>3600</c:v>
                </c:pt>
                <c:pt idx="417">
                  <c:v>3600</c:v>
                </c:pt>
                <c:pt idx="418">
                  <c:v>3600</c:v>
                </c:pt>
                <c:pt idx="419">
                  <c:v>3600</c:v>
                </c:pt>
                <c:pt idx="420">
                  <c:v>3700</c:v>
                </c:pt>
                <c:pt idx="421">
                  <c:v>3700</c:v>
                </c:pt>
                <c:pt idx="422">
                  <c:v>3700</c:v>
                </c:pt>
                <c:pt idx="423">
                  <c:v>3700</c:v>
                </c:pt>
                <c:pt idx="424">
                  <c:v>3700</c:v>
                </c:pt>
                <c:pt idx="425">
                  <c:v>3700</c:v>
                </c:pt>
                <c:pt idx="426">
                  <c:v>3700</c:v>
                </c:pt>
                <c:pt idx="427">
                  <c:v>3700</c:v>
                </c:pt>
                <c:pt idx="428">
                  <c:v>3700</c:v>
                </c:pt>
                <c:pt idx="429">
                  <c:v>3700</c:v>
                </c:pt>
                <c:pt idx="430">
                  <c:v>3700</c:v>
                </c:pt>
                <c:pt idx="431">
                  <c:v>3950</c:v>
                </c:pt>
                <c:pt idx="432">
                  <c:v>3950</c:v>
                </c:pt>
                <c:pt idx="433">
                  <c:v>3950</c:v>
                </c:pt>
                <c:pt idx="434">
                  <c:v>3950</c:v>
                </c:pt>
                <c:pt idx="435">
                  <c:v>3950</c:v>
                </c:pt>
                <c:pt idx="436">
                  <c:v>3950</c:v>
                </c:pt>
                <c:pt idx="437">
                  <c:v>3950</c:v>
                </c:pt>
                <c:pt idx="438">
                  <c:v>3950</c:v>
                </c:pt>
                <c:pt idx="439">
                  <c:v>3950</c:v>
                </c:pt>
                <c:pt idx="440">
                  <c:v>3950</c:v>
                </c:pt>
                <c:pt idx="441">
                  <c:v>3950</c:v>
                </c:pt>
                <c:pt idx="442">
                  <c:v>3950</c:v>
                </c:pt>
                <c:pt idx="443">
                  <c:v>3950</c:v>
                </c:pt>
                <c:pt idx="444">
                  <c:v>3950</c:v>
                </c:pt>
                <c:pt idx="445">
                  <c:v>3950</c:v>
                </c:pt>
                <c:pt idx="446">
                  <c:v>3950</c:v>
                </c:pt>
                <c:pt idx="447">
                  <c:v>3950</c:v>
                </c:pt>
                <c:pt idx="448">
                  <c:v>3950</c:v>
                </c:pt>
                <c:pt idx="449">
                  <c:v>3950</c:v>
                </c:pt>
                <c:pt idx="450">
                  <c:v>3950</c:v>
                </c:pt>
                <c:pt idx="451">
                  <c:v>3950</c:v>
                </c:pt>
                <c:pt idx="452">
                  <c:v>3950</c:v>
                </c:pt>
                <c:pt idx="453">
                  <c:v>3950</c:v>
                </c:pt>
                <c:pt idx="454">
                  <c:v>3950</c:v>
                </c:pt>
                <c:pt idx="455">
                  <c:v>3950</c:v>
                </c:pt>
                <c:pt idx="456">
                  <c:v>3950</c:v>
                </c:pt>
                <c:pt idx="457">
                  <c:v>3950</c:v>
                </c:pt>
                <c:pt idx="458">
                  <c:v>3950</c:v>
                </c:pt>
                <c:pt idx="459">
                  <c:v>3950</c:v>
                </c:pt>
                <c:pt idx="460">
                  <c:v>3950</c:v>
                </c:pt>
                <c:pt idx="461">
                  <c:v>3950</c:v>
                </c:pt>
                <c:pt idx="462">
                  <c:v>3950</c:v>
                </c:pt>
                <c:pt idx="463">
                  <c:v>3950</c:v>
                </c:pt>
                <c:pt idx="464">
                  <c:v>3950</c:v>
                </c:pt>
                <c:pt idx="465">
                  <c:v>3950</c:v>
                </c:pt>
                <c:pt idx="466">
                  <c:v>3950</c:v>
                </c:pt>
                <c:pt idx="467">
                  <c:v>3950</c:v>
                </c:pt>
                <c:pt idx="468">
                  <c:v>3950</c:v>
                </c:pt>
                <c:pt idx="469">
                  <c:v>3950</c:v>
                </c:pt>
                <c:pt idx="470">
                  <c:v>3950</c:v>
                </c:pt>
                <c:pt idx="471">
                  <c:v>3950</c:v>
                </c:pt>
                <c:pt idx="472">
                  <c:v>3950</c:v>
                </c:pt>
                <c:pt idx="473">
                  <c:v>3950</c:v>
                </c:pt>
                <c:pt idx="474">
                  <c:v>3950</c:v>
                </c:pt>
                <c:pt idx="475">
                  <c:v>3950</c:v>
                </c:pt>
                <c:pt idx="476">
                  <c:v>3950</c:v>
                </c:pt>
                <c:pt idx="477">
                  <c:v>3950</c:v>
                </c:pt>
                <c:pt idx="478">
                  <c:v>3950</c:v>
                </c:pt>
                <c:pt idx="479">
                  <c:v>3950</c:v>
                </c:pt>
                <c:pt idx="480">
                  <c:v>3950</c:v>
                </c:pt>
                <c:pt idx="481">
                  <c:v>3950</c:v>
                </c:pt>
                <c:pt idx="482">
                  <c:v>3950</c:v>
                </c:pt>
                <c:pt idx="483">
                  <c:v>4100</c:v>
                </c:pt>
                <c:pt idx="484">
                  <c:v>4100</c:v>
                </c:pt>
                <c:pt idx="485">
                  <c:v>4100</c:v>
                </c:pt>
                <c:pt idx="486">
                  <c:v>4100</c:v>
                </c:pt>
                <c:pt idx="487">
                  <c:v>4100</c:v>
                </c:pt>
                <c:pt idx="488">
                  <c:v>4100</c:v>
                </c:pt>
                <c:pt idx="489">
                  <c:v>4100</c:v>
                </c:pt>
                <c:pt idx="490">
                  <c:v>4100</c:v>
                </c:pt>
                <c:pt idx="491">
                  <c:v>4100</c:v>
                </c:pt>
                <c:pt idx="492">
                  <c:v>4100</c:v>
                </c:pt>
                <c:pt idx="493">
                  <c:v>4100</c:v>
                </c:pt>
                <c:pt idx="494">
                  <c:v>4100</c:v>
                </c:pt>
                <c:pt idx="495">
                  <c:v>4100</c:v>
                </c:pt>
                <c:pt idx="496">
                  <c:v>4100</c:v>
                </c:pt>
                <c:pt idx="497">
                  <c:v>4100</c:v>
                </c:pt>
                <c:pt idx="498">
                  <c:v>4100</c:v>
                </c:pt>
                <c:pt idx="499">
                  <c:v>4100</c:v>
                </c:pt>
                <c:pt idx="500">
                  <c:v>4100</c:v>
                </c:pt>
                <c:pt idx="501">
                  <c:v>4100</c:v>
                </c:pt>
                <c:pt idx="502">
                  <c:v>4100</c:v>
                </c:pt>
                <c:pt idx="503">
                  <c:v>4100</c:v>
                </c:pt>
                <c:pt idx="504">
                  <c:v>4100</c:v>
                </c:pt>
                <c:pt idx="505">
                  <c:v>4100</c:v>
                </c:pt>
                <c:pt idx="506">
                  <c:v>4100</c:v>
                </c:pt>
                <c:pt idx="507">
                  <c:v>4100</c:v>
                </c:pt>
                <c:pt idx="508">
                  <c:v>4100</c:v>
                </c:pt>
                <c:pt idx="509">
                  <c:v>4100</c:v>
                </c:pt>
                <c:pt idx="510">
                  <c:v>4100</c:v>
                </c:pt>
                <c:pt idx="511">
                  <c:v>4100</c:v>
                </c:pt>
                <c:pt idx="512">
                  <c:v>4100</c:v>
                </c:pt>
                <c:pt idx="513">
                  <c:v>4100</c:v>
                </c:pt>
                <c:pt idx="514">
                  <c:v>4100</c:v>
                </c:pt>
                <c:pt idx="515">
                  <c:v>4100</c:v>
                </c:pt>
                <c:pt idx="516">
                  <c:v>4100</c:v>
                </c:pt>
                <c:pt idx="517">
                  <c:v>4100</c:v>
                </c:pt>
                <c:pt idx="518">
                  <c:v>4100</c:v>
                </c:pt>
                <c:pt idx="519">
                  <c:v>4100</c:v>
                </c:pt>
                <c:pt idx="520">
                  <c:v>4100</c:v>
                </c:pt>
                <c:pt idx="521">
                  <c:v>4100</c:v>
                </c:pt>
                <c:pt idx="522">
                  <c:v>4100</c:v>
                </c:pt>
                <c:pt idx="523">
                  <c:v>4100</c:v>
                </c:pt>
                <c:pt idx="524">
                  <c:v>4100</c:v>
                </c:pt>
                <c:pt idx="525">
                  <c:v>4100</c:v>
                </c:pt>
                <c:pt idx="526">
                  <c:v>4100</c:v>
                </c:pt>
                <c:pt idx="527">
                  <c:v>4100</c:v>
                </c:pt>
                <c:pt idx="528">
                  <c:v>4100</c:v>
                </c:pt>
                <c:pt idx="529">
                  <c:v>4100</c:v>
                </c:pt>
                <c:pt idx="530">
                  <c:v>4100</c:v>
                </c:pt>
                <c:pt idx="531">
                  <c:v>4100</c:v>
                </c:pt>
                <c:pt idx="532">
                  <c:v>4100</c:v>
                </c:pt>
                <c:pt idx="533">
                  <c:v>4100</c:v>
                </c:pt>
                <c:pt idx="534">
                  <c:v>4100</c:v>
                </c:pt>
                <c:pt idx="535">
                  <c:v>4100</c:v>
                </c:pt>
                <c:pt idx="536">
                  <c:v>4100</c:v>
                </c:pt>
                <c:pt idx="537">
                  <c:v>4100</c:v>
                </c:pt>
                <c:pt idx="538">
                  <c:v>4100</c:v>
                </c:pt>
                <c:pt idx="539">
                  <c:v>4100</c:v>
                </c:pt>
                <c:pt idx="540">
                  <c:v>4100</c:v>
                </c:pt>
                <c:pt idx="541">
                  <c:v>4100</c:v>
                </c:pt>
                <c:pt idx="542">
                  <c:v>4100</c:v>
                </c:pt>
                <c:pt idx="543">
                  <c:v>4100</c:v>
                </c:pt>
                <c:pt idx="544">
                  <c:v>4100</c:v>
                </c:pt>
                <c:pt idx="545">
                  <c:v>4100</c:v>
                </c:pt>
                <c:pt idx="546">
                  <c:v>4100</c:v>
                </c:pt>
                <c:pt idx="547">
                  <c:v>4100</c:v>
                </c:pt>
                <c:pt idx="548">
                  <c:v>4100</c:v>
                </c:pt>
                <c:pt idx="549">
                  <c:v>4100</c:v>
                </c:pt>
                <c:pt idx="550">
                  <c:v>4100</c:v>
                </c:pt>
                <c:pt idx="551">
                  <c:v>4100</c:v>
                </c:pt>
                <c:pt idx="552">
                  <c:v>4100</c:v>
                </c:pt>
                <c:pt idx="553">
                  <c:v>4100</c:v>
                </c:pt>
                <c:pt idx="554">
                  <c:v>4100</c:v>
                </c:pt>
                <c:pt idx="555">
                  <c:v>4100</c:v>
                </c:pt>
                <c:pt idx="556">
                  <c:v>4100</c:v>
                </c:pt>
                <c:pt idx="557">
                  <c:v>4100</c:v>
                </c:pt>
                <c:pt idx="558">
                  <c:v>4100</c:v>
                </c:pt>
                <c:pt idx="559">
                  <c:v>4100</c:v>
                </c:pt>
                <c:pt idx="560">
                  <c:v>4100</c:v>
                </c:pt>
                <c:pt idx="561">
                  <c:v>4100</c:v>
                </c:pt>
                <c:pt idx="562">
                  <c:v>4100</c:v>
                </c:pt>
                <c:pt idx="563">
                  <c:v>4100</c:v>
                </c:pt>
                <c:pt idx="564">
                  <c:v>4100</c:v>
                </c:pt>
                <c:pt idx="565">
                  <c:v>4100</c:v>
                </c:pt>
                <c:pt idx="566">
                  <c:v>4100</c:v>
                </c:pt>
                <c:pt idx="567">
                  <c:v>4100</c:v>
                </c:pt>
                <c:pt idx="568">
                  <c:v>4100</c:v>
                </c:pt>
                <c:pt idx="569">
                  <c:v>4100</c:v>
                </c:pt>
                <c:pt idx="570">
                  <c:v>4100</c:v>
                </c:pt>
                <c:pt idx="571">
                  <c:v>4100</c:v>
                </c:pt>
                <c:pt idx="572">
                  <c:v>4100</c:v>
                </c:pt>
                <c:pt idx="573">
                  <c:v>4100</c:v>
                </c:pt>
                <c:pt idx="574">
                  <c:v>4100</c:v>
                </c:pt>
                <c:pt idx="575">
                  <c:v>4100</c:v>
                </c:pt>
                <c:pt idx="576">
                  <c:v>4100</c:v>
                </c:pt>
                <c:pt idx="577">
                  <c:v>4100</c:v>
                </c:pt>
                <c:pt idx="578">
                  <c:v>4100</c:v>
                </c:pt>
                <c:pt idx="579">
                  <c:v>4100</c:v>
                </c:pt>
                <c:pt idx="580">
                  <c:v>4100</c:v>
                </c:pt>
                <c:pt idx="581">
                  <c:v>4100</c:v>
                </c:pt>
                <c:pt idx="582">
                  <c:v>4100</c:v>
                </c:pt>
                <c:pt idx="583">
                  <c:v>4100</c:v>
                </c:pt>
                <c:pt idx="584">
                  <c:v>4100</c:v>
                </c:pt>
                <c:pt idx="585">
                  <c:v>4100</c:v>
                </c:pt>
                <c:pt idx="586">
                  <c:v>4100</c:v>
                </c:pt>
                <c:pt idx="587">
                  <c:v>4100</c:v>
                </c:pt>
                <c:pt idx="588">
                  <c:v>4100</c:v>
                </c:pt>
                <c:pt idx="589">
                  <c:v>4100</c:v>
                </c:pt>
                <c:pt idx="590">
                  <c:v>4100</c:v>
                </c:pt>
                <c:pt idx="591">
                  <c:v>4100</c:v>
                </c:pt>
                <c:pt idx="592">
                  <c:v>4100</c:v>
                </c:pt>
                <c:pt idx="593">
                  <c:v>4100</c:v>
                </c:pt>
                <c:pt idx="594">
                  <c:v>4100</c:v>
                </c:pt>
                <c:pt idx="595">
                  <c:v>4100</c:v>
                </c:pt>
                <c:pt idx="596">
                  <c:v>4100</c:v>
                </c:pt>
                <c:pt idx="597">
                  <c:v>4100</c:v>
                </c:pt>
                <c:pt idx="598">
                  <c:v>4100</c:v>
                </c:pt>
                <c:pt idx="599">
                  <c:v>4100</c:v>
                </c:pt>
                <c:pt idx="600">
                  <c:v>4100</c:v>
                </c:pt>
                <c:pt idx="601">
                  <c:v>4100</c:v>
                </c:pt>
                <c:pt idx="602">
                  <c:v>4100</c:v>
                </c:pt>
                <c:pt idx="603">
                  <c:v>4100</c:v>
                </c:pt>
                <c:pt idx="604">
                  <c:v>4100</c:v>
                </c:pt>
                <c:pt idx="605">
                  <c:v>4100</c:v>
                </c:pt>
                <c:pt idx="606">
                  <c:v>4100</c:v>
                </c:pt>
                <c:pt idx="607">
                  <c:v>4100</c:v>
                </c:pt>
                <c:pt idx="608">
                  <c:v>4100</c:v>
                </c:pt>
                <c:pt idx="609">
                  <c:v>4100</c:v>
                </c:pt>
                <c:pt idx="610">
                  <c:v>4100</c:v>
                </c:pt>
                <c:pt idx="611">
                  <c:v>4100</c:v>
                </c:pt>
                <c:pt idx="612">
                  <c:v>4100</c:v>
                </c:pt>
                <c:pt idx="613">
                  <c:v>4100</c:v>
                </c:pt>
                <c:pt idx="614">
                  <c:v>4100</c:v>
                </c:pt>
                <c:pt idx="615">
                  <c:v>4100</c:v>
                </c:pt>
                <c:pt idx="616">
                  <c:v>4100</c:v>
                </c:pt>
                <c:pt idx="617">
                  <c:v>4100</c:v>
                </c:pt>
                <c:pt idx="618">
                  <c:v>4100</c:v>
                </c:pt>
                <c:pt idx="619">
                  <c:v>4100</c:v>
                </c:pt>
                <c:pt idx="620">
                  <c:v>4100</c:v>
                </c:pt>
                <c:pt idx="621">
                  <c:v>4100</c:v>
                </c:pt>
                <c:pt idx="622">
                  <c:v>4100</c:v>
                </c:pt>
                <c:pt idx="623">
                  <c:v>4100</c:v>
                </c:pt>
                <c:pt idx="624">
                  <c:v>4100</c:v>
                </c:pt>
                <c:pt idx="625">
                  <c:v>4100</c:v>
                </c:pt>
                <c:pt idx="626">
                  <c:v>4100</c:v>
                </c:pt>
                <c:pt idx="627">
                  <c:v>4100</c:v>
                </c:pt>
                <c:pt idx="628">
                  <c:v>4100</c:v>
                </c:pt>
                <c:pt idx="629">
                  <c:v>4700</c:v>
                </c:pt>
                <c:pt idx="630">
                  <c:v>4700</c:v>
                </c:pt>
                <c:pt idx="631">
                  <c:v>4700</c:v>
                </c:pt>
                <c:pt idx="632">
                  <c:v>4700</c:v>
                </c:pt>
                <c:pt idx="633">
                  <c:v>4700</c:v>
                </c:pt>
                <c:pt idx="634">
                  <c:v>4700</c:v>
                </c:pt>
                <c:pt idx="635">
                  <c:v>4700</c:v>
                </c:pt>
                <c:pt idx="636">
                  <c:v>4700</c:v>
                </c:pt>
                <c:pt idx="637">
                  <c:v>4700</c:v>
                </c:pt>
                <c:pt idx="638">
                  <c:v>4700</c:v>
                </c:pt>
                <c:pt idx="639">
                  <c:v>4700</c:v>
                </c:pt>
                <c:pt idx="640">
                  <c:v>4700</c:v>
                </c:pt>
                <c:pt idx="641">
                  <c:v>4700</c:v>
                </c:pt>
                <c:pt idx="642">
                  <c:v>4700</c:v>
                </c:pt>
                <c:pt idx="643">
                  <c:v>4700</c:v>
                </c:pt>
                <c:pt idx="644">
                  <c:v>4700</c:v>
                </c:pt>
                <c:pt idx="645">
                  <c:v>4700</c:v>
                </c:pt>
                <c:pt idx="646">
                  <c:v>4700</c:v>
                </c:pt>
                <c:pt idx="647">
                  <c:v>4700</c:v>
                </c:pt>
                <c:pt idx="648">
                  <c:v>4700</c:v>
                </c:pt>
                <c:pt idx="649">
                  <c:v>4700</c:v>
                </c:pt>
                <c:pt idx="650">
                  <c:v>4700</c:v>
                </c:pt>
                <c:pt idx="651">
                  <c:v>4700</c:v>
                </c:pt>
                <c:pt idx="652">
                  <c:v>4700</c:v>
                </c:pt>
                <c:pt idx="653">
                  <c:v>4700</c:v>
                </c:pt>
                <c:pt idx="654">
                  <c:v>4700</c:v>
                </c:pt>
                <c:pt idx="655">
                  <c:v>4700</c:v>
                </c:pt>
                <c:pt idx="656">
                  <c:v>4700</c:v>
                </c:pt>
                <c:pt idx="657">
                  <c:v>4700</c:v>
                </c:pt>
                <c:pt idx="658">
                  <c:v>4700</c:v>
                </c:pt>
                <c:pt idx="659">
                  <c:v>4700</c:v>
                </c:pt>
                <c:pt idx="660">
                  <c:v>4700</c:v>
                </c:pt>
                <c:pt idx="661">
                  <c:v>4700</c:v>
                </c:pt>
                <c:pt idx="662">
                  <c:v>4700</c:v>
                </c:pt>
                <c:pt idx="663">
                  <c:v>4700</c:v>
                </c:pt>
                <c:pt idx="664">
                  <c:v>4700</c:v>
                </c:pt>
                <c:pt idx="665">
                  <c:v>4700</c:v>
                </c:pt>
                <c:pt idx="666">
                  <c:v>4700</c:v>
                </c:pt>
                <c:pt idx="667">
                  <c:v>4700</c:v>
                </c:pt>
                <c:pt idx="668">
                  <c:v>4700</c:v>
                </c:pt>
                <c:pt idx="669">
                  <c:v>4700</c:v>
                </c:pt>
                <c:pt idx="670">
                  <c:v>4700</c:v>
                </c:pt>
                <c:pt idx="671">
                  <c:v>4700</c:v>
                </c:pt>
                <c:pt idx="672">
                  <c:v>4700</c:v>
                </c:pt>
                <c:pt idx="673">
                  <c:v>4700</c:v>
                </c:pt>
                <c:pt idx="674">
                  <c:v>4700</c:v>
                </c:pt>
                <c:pt idx="675">
                  <c:v>4700</c:v>
                </c:pt>
                <c:pt idx="676">
                  <c:v>4700</c:v>
                </c:pt>
                <c:pt idx="677">
                  <c:v>4700</c:v>
                </c:pt>
                <c:pt idx="678">
                  <c:v>4700</c:v>
                </c:pt>
                <c:pt idx="679">
                  <c:v>4700</c:v>
                </c:pt>
                <c:pt idx="680">
                  <c:v>4700</c:v>
                </c:pt>
                <c:pt idx="681">
                  <c:v>4700</c:v>
                </c:pt>
                <c:pt idx="682">
                  <c:v>4700</c:v>
                </c:pt>
                <c:pt idx="683">
                  <c:v>4700</c:v>
                </c:pt>
                <c:pt idx="684">
                  <c:v>4700</c:v>
                </c:pt>
                <c:pt idx="685">
                  <c:v>4700</c:v>
                </c:pt>
                <c:pt idx="686">
                  <c:v>4700</c:v>
                </c:pt>
                <c:pt idx="687">
                  <c:v>4600</c:v>
                </c:pt>
                <c:pt idx="688">
                  <c:v>4600</c:v>
                </c:pt>
                <c:pt idx="689">
                  <c:v>4600</c:v>
                </c:pt>
                <c:pt idx="690">
                  <c:v>4600</c:v>
                </c:pt>
                <c:pt idx="691">
                  <c:v>4600</c:v>
                </c:pt>
                <c:pt idx="692">
                  <c:v>4600</c:v>
                </c:pt>
                <c:pt idx="693">
                  <c:v>4600</c:v>
                </c:pt>
                <c:pt idx="694">
                  <c:v>4600</c:v>
                </c:pt>
                <c:pt idx="695">
                  <c:v>4600</c:v>
                </c:pt>
                <c:pt idx="696">
                  <c:v>4600</c:v>
                </c:pt>
                <c:pt idx="697">
                  <c:v>4600</c:v>
                </c:pt>
                <c:pt idx="698">
                  <c:v>4600</c:v>
                </c:pt>
                <c:pt idx="699">
                  <c:v>4600</c:v>
                </c:pt>
                <c:pt idx="700">
                  <c:v>4600</c:v>
                </c:pt>
                <c:pt idx="701">
                  <c:v>4600</c:v>
                </c:pt>
                <c:pt idx="702">
                  <c:v>4600</c:v>
                </c:pt>
                <c:pt idx="703">
                  <c:v>4600</c:v>
                </c:pt>
                <c:pt idx="704">
                  <c:v>4600</c:v>
                </c:pt>
                <c:pt idx="705">
                  <c:v>4300</c:v>
                </c:pt>
                <c:pt idx="706">
                  <c:v>4300</c:v>
                </c:pt>
                <c:pt idx="707">
                  <c:v>4000</c:v>
                </c:pt>
                <c:pt idx="708">
                  <c:v>4000</c:v>
                </c:pt>
                <c:pt idx="709">
                  <c:v>4000</c:v>
                </c:pt>
                <c:pt idx="710">
                  <c:v>4000</c:v>
                </c:pt>
                <c:pt idx="711">
                  <c:v>4000</c:v>
                </c:pt>
                <c:pt idx="712">
                  <c:v>4000</c:v>
                </c:pt>
                <c:pt idx="713">
                  <c:v>4000</c:v>
                </c:pt>
                <c:pt idx="714">
                  <c:v>4000</c:v>
                </c:pt>
                <c:pt idx="715">
                  <c:v>4000</c:v>
                </c:pt>
                <c:pt idx="716">
                  <c:v>4000</c:v>
                </c:pt>
                <c:pt idx="717">
                  <c:v>4000</c:v>
                </c:pt>
                <c:pt idx="718">
                  <c:v>4000</c:v>
                </c:pt>
                <c:pt idx="719">
                  <c:v>4000</c:v>
                </c:pt>
                <c:pt idx="720">
                  <c:v>4000</c:v>
                </c:pt>
                <c:pt idx="721">
                  <c:v>4000</c:v>
                </c:pt>
                <c:pt idx="722">
                  <c:v>4000</c:v>
                </c:pt>
                <c:pt idx="723">
                  <c:v>4000</c:v>
                </c:pt>
                <c:pt idx="724">
                  <c:v>4000</c:v>
                </c:pt>
                <c:pt idx="725">
                  <c:v>4000</c:v>
                </c:pt>
                <c:pt idx="726">
                  <c:v>4000</c:v>
                </c:pt>
                <c:pt idx="727">
                  <c:v>4000</c:v>
                </c:pt>
                <c:pt idx="728">
                  <c:v>4000</c:v>
                </c:pt>
                <c:pt idx="729">
                  <c:v>4000</c:v>
                </c:pt>
                <c:pt idx="730">
                  <c:v>4000</c:v>
                </c:pt>
                <c:pt idx="731">
                  <c:v>4000</c:v>
                </c:pt>
                <c:pt idx="732">
                  <c:v>4000</c:v>
                </c:pt>
                <c:pt idx="733">
                  <c:v>4000</c:v>
                </c:pt>
                <c:pt idx="734">
                  <c:v>4000</c:v>
                </c:pt>
                <c:pt idx="735">
                  <c:v>4000</c:v>
                </c:pt>
                <c:pt idx="736">
                  <c:v>4000</c:v>
                </c:pt>
                <c:pt idx="737">
                  <c:v>4000</c:v>
                </c:pt>
                <c:pt idx="738">
                  <c:v>4000</c:v>
                </c:pt>
                <c:pt idx="739">
                  <c:v>4000</c:v>
                </c:pt>
                <c:pt idx="740">
                  <c:v>4000</c:v>
                </c:pt>
                <c:pt idx="741">
                  <c:v>4000</c:v>
                </c:pt>
                <c:pt idx="742">
                  <c:v>4000</c:v>
                </c:pt>
                <c:pt idx="743">
                  <c:v>4000</c:v>
                </c:pt>
                <c:pt idx="744">
                  <c:v>4000</c:v>
                </c:pt>
                <c:pt idx="745">
                  <c:v>4000</c:v>
                </c:pt>
                <c:pt idx="746">
                  <c:v>4000</c:v>
                </c:pt>
                <c:pt idx="747">
                  <c:v>4000</c:v>
                </c:pt>
                <c:pt idx="748">
                  <c:v>4000</c:v>
                </c:pt>
                <c:pt idx="749">
                  <c:v>4000</c:v>
                </c:pt>
                <c:pt idx="750">
                  <c:v>4000</c:v>
                </c:pt>
                <c:pt idx="751">
                  <c:v>4000</c:v>
                </c:pt>
                <c:pt idx="752">
                  <c:v>4000</c:v>
                </c:pt>
                <c:pt idx="753">
                  <c:v>4000</c:v>
                </c:pt>
                <c:pt idx="754">
                  <c:v>4000</c:v>
                </c:pt>
                <c:pt idx="755">
                  <c:v>4000</c:v>
                </c:pt>
                <c:pt idx="756">
                  <c:v>4000</c:v>
                </c:pt>
                <c:pt idx="757">
                  <c:v>4000</c:v>
                </c:pt>
                <c:pt idx="758">
                  <c:v>4000</c:v>
                </c:pt>
                <c:pt idx="759">
                  <c:v>4000</c:v>
                </c:pt>
                <c:pt idx="760">
                  <c:v>4000</c:v>
                </c:pt>
                <c:pt idx="761">
                  <c:v>4000</c:v>
                </c:pt>
                <c:pt idx="762">
                  <c:v>4000</c:v>
                </c:pt>
                <c:pt idx="763">
                  <c:v>4000</c:v>
                </c:pt>
                <c:pt idx="764">
                  <c:v>4000</c:v>
                </c:pt>
                <c:pt idx="765">
                  <c:v>4000</c:v>
                </c:pt>
                <c:pt idx="766">
                  <c:v>4000</c:v>
                </c:pt>
                <c:pt idx="767">
                  <c:v>4000</c:v>
                </c:pt>
                <c:pt idx="768">
                  <c:v>4000</c:v>
                </c:pt>
                <c:pt idx="769">
                  <c:v>4000</c:v>
                </c:pt>
                <c:pt idx="770">
                  <c:v>4000</c:v>
                </c:pt>
                <c:pt idx="771">
                  <c:v>4000</c:v>
                </c:pt>
                <c:pt idx="772">
                  <c:v>4000</c:v>
                </c:pt>
                <c:pt idx="773">
                  <c:v>4000</c:v>
                </c:pt>
                <c:pt idx="774">
                  <c:v>4000</c:v>
                </c:pt>
                <c:pt idx="775">
                  <c:v>3500</c:v>
                </c:pt>
                <c:pt idx="776">
                  <c:v>3500</c:v>
                </c:pt>
                <c:pt idx="777">
                  <c:v>3500</c:v>
                </c:pt>
                <c:pt idx="778">
                  <c:v>3500</c:v>
                </c:pt>
                <c:pt idx="779">
                  <c:v>3500</c:v>
                </c:pt>
                <c:pt idx="780">
                  <c:v>3500</c:v>
                </c:pt>
                <c:pt idx="781">
                  <c:v>3500</c:v>
                </c:pt>
                <c:pt idx="782">
                  <c:v>3000</c:v>
                </c:pt>
                <c:pt idx="783">
                  <c:v>3000</c:v>
                </c:pt>
                <c:pt idx="784">
                  <c:v>3000</c:v>
                </c:pt>
                <c:pt idx="785">
                  <c:v>3000</c:v>
                </c:pt>
                <c:pt idx="786">
                  <c:v>3000</c:v>
                </c:pt>
                <c:pt idx="787">
                  <c:v>3000</c:v>
                </c:pt>
                <c:pt idx="788">
                  <c:v>3000</c:v>
                </c:pt>
                <c:pt idx="789">
                  <c:v>3000</c:v>
                </c:pt>
                <c:pt idx="790">
                  <c:v>3000</c:v>
                </c:pt>
                <c:pt idx="791">
                  <c:v>3000</c:v>
                </c:pt>
                <c:pt idx="792">
                  <c:v>3000</c:v>
                </c:pt>
                <c:pt idx="793">
                  <c:v>3000</c:v>
                </c:pt>
                <c:pt idx="794">
                  <c:v>3000</c:v>
                </c:pt>
                <c:pt idx="795">
                  <c:v>3000</c:v>
                </c:pt>
                <c:pt idx="796">
                  <c:v>3000</c:v>
                </c:pt>
                <c:pt idx="797">
                  <c:v>3000</c:v>
                </c:pt>
                <c:pt idx="798">
                  <c:v>3000</c:v>
                </c:pt>
                <c:pt idx="799">
                  <c:v>3000</c:v>
                </c:pt>
                <c:pt idx="800">
                  <c:v>3000</c:v>
                </c:pt>
                <c:pt idx="801">
                  <c:v>3000</c:v>
                </c:pt>
                <c:pt idx="802">
                  <c:v>3000</c:v>
                </c:pt>
                <c:pt idx="803">
                  <c:v>3000</c:v>
                </c:pt>
                <c:pt idx="804">
                  <c:v>3000</c:v>
                </c:pt>
                <c:pt idx="805">
                  <c:v>3000</c:v>
                </c:pt>
                <c:pt idx="806">
                  <c:v>3000</c:v>
                </c:pt>
                <c:pt idx="807">
                  <c:v>3000</c:v>
                </c:pt>
                <c:pt idx="808">
                  <c:v>3000</c:v>
                </c:pt>
                <c:pt idx="809">
                  <c:v>3000</c:v>
                </c:pt>
                <c:pt idx="810">
                  <c:v>3000</c:v>
                </c:pt>
                <c:pt idx="811">
                  <c:v>3000</c:v>
                </c:pt>
                <c:pt idx="812">
                  <c:v>3000</c:v>
                </c:pt>
                <c:pt idx="813">
                  <c:v>3000</c:v>
                </c:pt>
                <c:pt idx="814">
                  <c:v>3000</c:v>
                </c:pt>
                <c:pt idx="815">
                  <c:v>3000</c:v>
                </c:pt>
                <c:pt idx="816">
                  <c:v>3000</c:v>
                </c:pt>
                <c:pt idx="817">
                  <c:v>3000</c:v>
                </c:pt>
                <c:pt idx="818">
                  <c:v>3000</c:v>
                </c:pt>
                <c:pt idx="819">
                  <c:v>3000</c:v>
                </c:pt>
                <c:pt idx="820">
                  <c:v>3000</c:v>
                </c:pt>
                <c:pt idx="821">
                  <c:v>3000</c:v>
                </c:pt>
                <c:pt idx="822">
                  <c:v>3000</c:v>
                </c:pt>
                <c:pt idx="823">
                  <c:v>3000</c:v>
                </c:pt>
                <c:pt idx="824">
                  <c:v>3000</c:v>
                </c:pt>
                <c:pt idx="825">
                  <c:v>3000</c:v>
                </c:pt>
                <c:pt idx="826">
                  <c:v>3000</c:v>
                </c:pt>
                <c:pt idx="827">
                  <c:v>3000</c:v>
                </c:pt>
                <c:pt idx="828">
                  <c:v>3000</c:v>
                </c:pt>
                <c:pt idx="829">
                  <c:v>3000</c:v>
                </c:pt>
                <c:pt idx="830">
                  <c:v>3000</c:v>
                </c:pt>
                <c:pt idx="831">
                  <c:v>3000</c:v>
                </c:pt>
                <c:pt idx="832">
                  <c:v>3000</c:v>
                </c:pt>
                <c:pt idx="833">
                  <c:v>2800</c:v>
                </c:pt>
                <c:pt idx="834">
                  <c:v>2800</c:v>
                </c:pt>
                <c:pt idx="835">
                  <c:v>2800</c:v>
                </c:pt>
                <c:pt idx="836">
                  <c:v>2800</c:v>
                </c:pt>
                <c:pt idx="837">
                  <c:v>2800</c:v>
                </c:pt>
                <c:pt idx="838">
                  <c:v>2800</c:v>
                </c:pt>
                <c:pt idx="839">
                  <c:v>2800</c:v>
                </c:pt>
                <c:pt idx="840">
                  <c:v>2800</c:v>
                </c:pt>
                <c:pt idx="841">
                  <c:v>2800</c:v>
                </c:pt>
                <c:pt idx="842">
                  <c:v>2800</c:v>
                </c:pt>
                <c:pt idx="843">
                  <c:v>2800</c:v>
                </c:pt>
                <c:pt idx="844">
                  <c:v>2800</c:v>
                </c:pt>
                <c:pt idx="845">
                  <c:v>2800</c:v>
                </c:pt>
                <c:pt idx="846">
                  <c:v>2800</c:v>
                </c:pt>
                <c:pt idx="847">
                  <c:v>2800</c:v>
                </c:pt>
                <c:pt idx="848">
                  <c:v>2800</c:v>
                </c:pt>
                <c:pt idx="849">
                  <c:v>2800</c:v>
                </c:pt>
                <c:pt idx="850">
                  <c:v>2800</c:v>
                </c:pt>
                <c:pt idx="851">
                  <c:v>2800</c:v>
                </c:pt>
                <c:pt idx="852">
                  <c:v>2800</c:v>
                </c:pt>
                <c:pt idx="853">
                  <c:v>2800</c:v>
                </c:pt>
                <c:pt idx="854">
                  <c:v>2800</c:v>
                </c:pt>
                <c:pt idx="855">
                  <c:v>2800</c:v>
                </c:pt>
                <c:pt idx="856">
                  <c:v>2800</c:v>
                </c:pt>
                <c:pt idx="857">
                  <c:v>2800</c:v>
                </c:pt>
                <c:pt idx="858">
                  <c:v>2800</c:v>
                </c:pt>
                <c:pt idx="859">
                  <c:v>2800</c:v>
                </c:pt>
                <c:pt idx="860">
                  <c:v>2800</c:v>
                </c:pt>
                <c:pt idx="861">
                  <c:v>2800</c:v>
                </c:pt>
                <c:pt idx="862">
                  <c:v>2800</c:v>
                </c:pt>
                <c:pt idx="863">
                  <c:v>2800</c:v>
                </c:pt>
                <c:pt idx="864">
                  <c:v>2800</c:v>
                </c:pt>
                <c:pt idx="865">
                  <c:v>2800</c:v>
                </c:pt>
                <c:pt idx="866">
                  <c:v>2800</c:v>
                </c:pt>
                <c:pt idx="867">
                  <c:v>2800</c:v>
                </c:pt>
                <c:pt idx="868">
                  <c:v>2800</c:v>
                </c:pt>
                <c:pt idx="869">
                  <c:v>2800</c:v>
                </c:pt>
                <c:pt idx="870">
                  <c:v>2800</c:v>
                </c:pt>
                <c:pt idx="871">
                  <c:v>2800</c:v>
                </c:pt>
                <c:pt idx="872">
                  <c:v>2800</c:v>
                </c:pt>
                <c:pt idx="873">
                  <c:v>2800</c:v>
                </c:pt>
                <c:pt idx="874">
                  <c:v>2800</c:v>
                </c:pt>
                <c:pt idx="875">
                  <c:v>2800</c:v>
                </c:pt>
                <c:pt idx="876">
                  <c:v>2800</c:v>
                </c:pt>
                <c:pt idx="877">
                  <c:v>2800</c:v>
                </c:pt>
                <c:pt idx="878">
                  <c:v>2800</c:v>
                </c:pt>
                <c:pt idx="879">
                  <c:v>2800</c:v>
                </c:pt>
                <c:pt idx="880">
                  <c:v>2700</c:v>
                </c:pt>
                <c:pt idx="881">
                  <c:v>2700</c:v>
                </c:pt>
                <c:pt idx="882">
                  <c:v>2700</c:v>
                </c:pt>
                <c:pt idx="883">
                  <c:v>2700</c:v>
                </c:pt>
                <c:pt idx="884">
                  <c:v>2700</c:v>
                </c:pt>
                <c:pt idx="885">
                  <c:v>2700</c:v>
                </c:pt>
                <c:pt idx="886">
                  <c:v>2700</c:v>
                </c:pt>
                <c:pt idx="887">
                  <c:v>2700</c:v>
                </c:pt>
                <c:pt idx="888">
                  <c:v>2700</c:v>
                </c:pt>
                <c:pt idx="889">
                  <c:v>2700</c:v>
                </c:pt>
                <c:pt idx="890">
                  <c:v>2700</c:v>
                </c:pt>
                <c:pt idx="891">
                  <c:v>2700</c:v>
                </c:pt>
                <c:pt idx="892">
                  <c:v>2700</c:v>
                </c:pt>
                <c:pt idx="893">
                  <c:v>2700</c:v>
                </c:pt>
                <c:pt idx="894">
                  <c:v>2700</c:v>
                </c:pt>
                <c:pt idx="895">
                  <c:v>2700</c:v>
                </c:pt>
                <c:pt idx="896">
                  <c:v>2700</c:v>
                </c:pt>
                <c:pt idx="897">
                  <c:v>2700</c:v>
                </c:pt>
                <c:pt idx="898">
                  <c:v>2700</c:v>
                </c:pt>
                <c:pt idx="899">
                  <c:v>2700</c:v>
                </c:pt>
                <c:pt idx="900">
                  <c:v>2700</c:v>
                </c:pt>
                <c:pt idx="901">
                  <c:v>2700</c:v>
                </c:pt>
                <c:pt idx="902">
                  <c:v>2700</c:v>
                </c:pt>
                <c:pt idx="903">
                  <c:v>2700</c:v>
                </c:pt>
                <c:pt idx="904">
                  <c:v>2700</c:v>
                </c:pt>
                <c:pt idx="905">
                  <c:v>2700</c:v>
                </c:pt>
                <c:pt idx="906">
                  <c:v>2700</c:v>
                </c:pt>
                <c:pt idx="907">
                  <c:v>2700</c:v>
                </c:pt>
                <c:pt idx="908">
                  <c:v>2700</c:v>
                </c:pt>
                <c:pt idx="909">
                  <c:v>2700</c:v>
                </c:pt>
                <c:pt idx="910">
                  <c:v>2700</c:v>
                </c:pt>
                <c:pt idx="911">
                  <c:v>2700</c:v>
                </c:pt>
                <c:pt idx="912">
                  <c:v>2700</c:v>
                </c:pt>
                <c:pt idx="913">
                  <c:v>2700</c:v>
                </c:pt>
                <c:pt idx="914">
                  <c:v>2700</c:v>
                </c:pt>
                <c:pt idx="915">
                  <c:v>2700</c:v>
                </c:pt>
                <c:pt idx="916">
                  <c:v>2700</c:v>
                </c:pt>
                <c:pt idx="917">
                  <c:v>2700</c:v>
                </c:pt>
                <c:pt idx="918">
                  <c:v>2700</c:v>
                </c:pt>
                <c:pt idx="919">
                  <c:v>2700</c:v>
                </c:pt>
                <c:pt idx="920">
                  <c:v>2700</c:v>
                </c:pt>
                <c:pt idx="921">
                  <c:v>2700</c:v>
                </c:pt>
                <c:pt idx="922">
                  <c:v>2700</c:v>
                </c:pt>
                <c:pt idx="923">
                  <c:v>2700</c:v>
                </c:pt>
                <c:pt idx="924">
                  <c:v>2700</c:v>
                </c:pt>
                <c:pt idx="925">
                  <c:v>2700</c:v>
                </c:pt>
                <c:pt idx="926">
                  <c:v>2700</c:v>
                </c:pt>
                <c:pt idx="927">
                  <c:v>2700</c:v>
                </c:pt>
                <c:pt idx="928">
                  <c:v>2700</c:v>
                </c:pt>
                <c:pt idx="929">
                  <c:v>2700</c:v>
                </c:pt>
                <c:pt idx="930">
                  <c:v>2700</c:v>
                </c:pt>
                <c:pt idx="931">
                  <c:v>2700</c:v>
                </c:pt>
                <c:pt idx="932">
                  <c:v>2700</c:v>
                </c:pt>
                <c:pt idx="933">
                  <c:v>2700</c:v>
                </c:pt>
                <c:pt idx="934">
                  <c:v>2700</c:v>
                </c:pt>
                <c:pt idx="935">
                  <c:v>2700</c:v>
                </c:pt>
                <c:pt idx="936">
                  <c:v>2700</c:v>
                </c:pt>
                <c:pt idx="937">
                  <c:v>2700</c:v>
                </c:pt>
                <c:pt idx="938">
                  <c:v>2700</c:v>
                </c:pt>
                <c:pt idx="939">
                  <c:v>2700</c:v>
                </c:pt>
                <c:pt idx="940">
                  <c:v>2700</c:v>
                </c:pt>
                <c:pt idx="941">
                  <c:v>2700</c:v>
                </c:pt>
                <c:pt idx="942">
                  <c:v>2700</c:v>
                </c:pt>
                <c:pt idx="943">
                  <c:v>2700</c:v>
                </c:pt>
                <c:pt idx="944">
                  <c:v>2700</c:v>
                </c:pt>
                <c:pt idx="945">
                  <c:v>2700</c:v>
                </c:pt>
                <c:pt idx="946">
                  <c:v>2700</c:v>
                </c:pt>
                <c:pt idx="947">
                  <c:v>2700</c:v>
                </c:pt>
                <c:pt idx="948">
                  <c:v>2700</c:v>
                </c:pt>
                <c:pt idx="949">
                  <c:v>2700</c:v>
                </c:pt>
                <c:pt idx="950">
                  <c:v>2700</c:v>
                </c:pt>
                <c:pt idx="951">
                  <c:v>2700</c:v>
                </c:pt>
                <c:pt idx="952">
                  <c:v>2700</c:v>
                </c:pt>
                <c:pt idx="953">
                  <c:v>2700</c:v>
                </c:pt>
                <c:pt idx="954">
                  <c:v>2700</c:v>
                </c:pt>
                <c:pt idx="955">
                  <c:v>2700</c:v>
                </c:pt>
                <c:pt idx="956">
                  <c:v>2400</c:v>
                </c:pt>
                <c:pt idx="957">
                  <c:v>2400</c:v>
                </c:pt>
                <c:pt idx="958">
                  <c:v>2400</c:v>
                </c:pt>
                <c:pt idx="959">
                  <c:v>2400</c:v>
                </c:pt>
                <c:pt idx="960">
                  <c:v>2400</c:v>
                </c:pt>
                <c:pt idx="961">
                  <c:v>2400</c:v>
                </c:pt>
                <c:pt idx="962">
                  <c:v>2400</c:v>
                </c:pt>
                <c:pt idx="963">
                  <c:v>2400</c:v>
                </c:pt>
                <c:pt idx="964">
                  <c:v>2400</c:v>
                </c:pt>
                <c:pt idx="965">
                  <c:v>2400</c:v>
                </c:pt>
                <c:pt idx="966">
                  <c:v>2400</c:v>
                </c:pt>
                <c:pt idx="967">
                  <c:v>2400</c:v>
                </c:pt>
                <c:pt idx="968">
                  <c:v>2400</c:v>
                </c:pt>
                <c:pt idx="969">
                  <c:v>2400</c:v>
                </c:pt>
                <c:pt idx="970">
                  <c:v>2400</c:v>
                </c:pt>
                <c:pt idx="971">
                  <c:v>2400</c:v>
                </c:pt>
                <c:pt idx="972">
                  <c:v>2400</c:v>
                </c:pt>
                <c:pt idx="973">
                  <c:v>2400</c:v>
                </c:pt>
                <c:pt idx="974">
                  <c:v>2400</c:v>
                </c:pt>
                <c:pt idx="975">
                  <c:v>2400</c:v>
                </c:pt>
                <c:pt idx="976">
                  <c:v>2400</c:v>
                </c:pt>
                <c:pt idx="977">
                  <c:v>2400</c:v>
                </c:pt>
                <c:pt idx="978">
                  <c:v>2400</c:v>
                </c:pt>
                <c:pt idx="979">
                  <c:v>2400</c:v>
                </c:pt>
                <c:pt idx="980">
                  <c:v>2400</c:v>
                </c:pt>
                <c:pt idx="981">
                  <c:v>2400</c:v>
                </c:pt>
                <c:pt idx="982">
                  <c:v>2400</c:v>
                </c:pt>
                <c:pt idx="983">
                  <c:v>2400</c:v>
                </c:pt>
                <c:pt idx="984">
                  <c:v>2400</c:v>
                </c:pt>
                <c:pt idx="985">
                  <c:v>2400</c:v>
                </c:pt>
                <c:pt idx="986">
                  <c:v>2400</c:v>
                </c:pt>
                <c:pt idx="987">
                  <c:v>2400</c:v>
                </c:pt>
                <c:pt idx="988">
                  <c:v>2400</c:v>
                </c:pt>
                <c:pt idx="989">
                  <c:v>2400</c:v>
                </c:pt>
                <c:pt idx="990">
                  <c:v>2400</c:v>
                </c:pt>
                <c:pt idx="991">
                  <c:v>2400</c:v>
                </c:pt>
                <c:pt idx="992">
                  <c:v>2400</c:v>
                </c:pt>
                <c:pt idx="993">
                  <c:v>2400</c:v>
                </c:pt>
                <c:pt idx="994">
                  <c:v>2400</c:v>
                </c:pt>
                <c:pt idx="995">
                  <c:v>2400</c:v>
                </c:pt>
                <c:pt idx="996">
                  <c:v>2400</c:v>
                </c:pt>
                <c:pt idx="997">
                  <c:v>2400</c:v>
                </c:pt>
                <c:pt idx="998">
                  <c:v>2400</c:v>
                </c:pt>
                <c:pt idx="999">
                  <c:v>2400</c:v>
                </c:pt>
                <c:pt idx="1000">
                  <c:v>2400</c:v>
                </c:pt>
                <c:pt idx="1001">
                  <c:v>2400</c:v>
                </c:pt>
                <c:pt idx="1002">
                  <c:v>2400</c:v>
                </c:pt>
                <c:pt idx="1003">
                  <c:v>2400</c:v>
                </c:pt>
                <c:pt idx="1004">
                  <c:v>2400</c:v>
                </c:pt>
                <c:pt idx="1005">
                  <c:v>2400</c:v>
                </c:pt>
                <c:pt idx="1006">
                  <c:v>2400</c:v>
                </c:pt>
                <c:pt idx="1007">
                  <c:v>2400</c:v>
                </c:pt>
                <c:pt idx="1008">
                  <c:v>2400</c:v>
                </c:pt>
                <c:pt idx="1009">
                  <c:v>2400</c:v>
                </c:pt>
                <c:pt idx="1010">
                  <c:v>2400</c:v>
                </c:pt>
                <c:pt idx="1011">
                  <c:v>2400</c:v>
                </c:pt>
                <c:pt idx="1012">
                  <c:v>2400</c:v>
                </c:pt>
                <c:pt idx="1013">
                  <c:v>2400</c:v>
                </c:pt>
                <c:pt idx="1014">
                  <c:v>2400</c:v>
                </c:pt>
                <c:pt idx="1015">
                  <c:v>2400</c:v>
                </c:pt>
                <c:pt idx="1016">
                  <c:v>2400</c:v>
                </c:pt>
                <c:pt idx="1017">
                  <c:v>2400</c:v>
                </c:pt>
                <c:pt idx="1018">
                  <c:v>2400</c:v>
                </c:pt>
                <c:pt idx="1019">
                  <c:v>2400</c:v>
                </c:pt>
                <c:pt idx="1020">
                  <c:v>2400</c:v>
                </c:pt>
                <c:pt idx="1021">
                  <c:v>2400</c:v>
                </c:pt>
                <c:pt idx="1022">
                  <c:v>2400</c:v>
                </c:pt>
                <c:pt idx="1023">
                  <c:v>2400</c:v>
                </c:pt>
                <c:pt idx="1024">
                  <c:v>2400</c:v>
                </c:pt>
                <c:pt idx="1025">
                  <c:v>2400</c:v>
                </c:pt>
                <c:pt idx="1026">
                  <c:v>2250</c:v>
                </c:pt>
                <c:pt idx="1027">
                  <c:v>2250</c:v>
                </c:pt>
                <c:pt idx="1028">
                  <c:v>2250</c:v>
                </c:pt>
                <c:pt idx="1029">
                  <c:v>2250</c:v>
                </c:pt>
                <c:pt idx="1030">
                  <c:v>2250</c:v>
                </c:pt>
                <c:pt idx="1031">
                  <c:v>2250</c:v>
                </c:pt>
                <c:pt idx="1032">
                  <c:v>2250</c:v>
                </c:pt>
                <c:pt idx="1033">
                  <c:v>2250</c:v>
                </c:pt>
                <c:pt idx="1034">
                  <c:v>2250</c:v>
                </c:pt>
                <c:pt idx="1035">
                  <c:v>2250</c:v>
                </c:pt>
                <c:pt idx="1036">
                  <c:v>2220</c:v>
                </c:pt>
                <c:pt idx="1037">
                  <c:v>2220</c:v>
                </c:pt>
                <c:pt idx="1038">
                  <c:v>2220</c:v>
                </c:pt>
                <c:pt idx="1039">
                  <c:v>2220</c:v>
                </c:pt>
                <c:pt idx="1040">
                  <c:v>2220</c:v>
                </c:pt>
                <c:pt idx="1041">
                  <c:v>2220</c:v>
                </c:pt>
                <c:pt idx="1042">
                  <c:v>2220</c:v>
                </c:pt>
                <c:pt idx="1043">
                  <c:v>2220</c:v>
                </c:pt>
                <c:pt idx="1044">
                  <c:v>2220</c:v>
                </c:pt>
                <c:pt idx="1045">
                  <c:v>2220</c:v>
                </c:pt>
                <c:pt idx="1046">
                  <c:v>2220</c:v>
                </c:pt>
                <c:pt idx="1047">
                  <c:v>2220</c:v>
                </c:pt>
                <c:pt idx="1048">
                  <c:v>2220</c:v>
                </c:pt>
                <c:pt idx="1049">
                  <c:v>2220</c:v>
                </c:pt>
                <c:pt idx="1050">
                  <c:v>2220</c:v>
                </c:pt>
                <c:pt idx="1051">
                  <c:v>2220</c:v>
                </c:pt>
                <c:pt idx="1052">
                  <c:v>2220</c:v>
                </c:pt>
                <c:pt idx="1053">
                  <c:v>2220</c:v>
                </c:pt>
                <c:pt idx="1054">
                  <c:v>2220</c:v>
                </c:pt>
                <c:pt idx="1055">
                  <c:v>2220</c:v>
                </c:pt>
                <c:pt idx="1056">
                  <c:v>2220</c:v>
                </c:pt>
                <c:pt idx="1057">
                  <c:v>2220</c:v>
                </c:pt>
                <c:pt idx="1058">
                  <c:v>2220</c:v>
                </c:pt>
                <c:pt idx="1059">
                  <c:v>2220</c:v>
                </c:pt>
                <c:pt idx="1060">
                  <c:v>2220</c:v>
                </c:pt>
                <c:pt idx="1061">
                  <c:v>2220</c:v>
                </c:pt>
                <c:pt idx="1062">
                  <c:v>2220</c:v>
                </c:pt>
                <c:pt idx="1063">
                  <c:v>2220</c:v>
                </c:pt>
                <c:pt idx="1064">
                  <c:v>2220</c:v>
                </c:pt>
                <c:pt idx="1065">
                  <c:v>2220</c:v>
                </c:pt>
                <c:pt idx="1066">
                  <c:v>2220</c:v>
                </c:pt>
                <c:pt idx="1067">
                  <c:v>2220</c:v>
                </c:pt>
                <c:pt idx="1068">
                  <c:v>2220</c:v>
                </c:pt>
                <c:pt idx="1069">
                  <c:v>2220</c:v>
                </c:pt>
                <c:pt idx="1070">
                  <c:v>2220</c:v>
                </c:pt>
                <c:pt idx="1071">
                  <c:v>2220</c:v>
                </c:pt>
                <c:pt idx="1072">
                  <c:v>2220</c:v>
                </c:pt>
                <c:pt idx="1073">
                  <c:v>2220</c:v>
                </c:pt>
                <c:pt idx="1074">
                  <c:v>2220</c:v>
                </c:pt>
                <c:pt idx="1075">
                  <c:v>2220</c:v>
                </c:pt>
                <c:pt idx="1076">
                  <c:v>2220</c:v>
                </c:pt>
                <c:pt idx="1077">
                  <c:v>2220</c:v>
                </c:pt>
                <c:pt idx="1078">
                  <c:v>2220</c:v>
                </c:pt>
                <c:pt idx="1079">
                  <c:v>2220</c:v>
                </c:pt>
                <c:pt idx="1080">
                  <c:v>2220</c:v>
                </c:pt>
                <c:pt idx="1081">
                  <c:v>2220</c:v>
                </c:pt>
                <c:pt idx="1082">
                  <c:v>2220</c:v>
                </c:pt>
                <c:pt idx="1083">
                  <c:v>2220</c:v>
                </c:pt>
                <c:pt idx="1084">
                  <c:v>2220</c:v>
                </c:pt>
                <c:pt idx="1085">
                  <c:v>2220</c:v>
                </c:pt>
                <c:pt idx="1086">
                  <c:v>2220</c:v>
                </c:pt>
                <c:pt idx="1087">
                  <c:v>2220</c:v>
                </c:pt>
                <c:pt idx="1088">
                  <c:v>2220</c:v>
                </c:pt>
                <c:pt idx="1089">
                  <c:v>2220</c:v>
                </c:pt>
                <c:pt idx="1090">
                  <c:v>2220</c:v>
                </c:pt>
                <c:pt idx="1091">
                  <c:v>2220</c:v>
                </c:pt>
                <c:pt idx="1092">
                  <c:v>2220</c:v>
                </c:pt>
                <c:pt idx="1093">
                  <c:v>2220</c:v>
                </c:pt>
                <c:pt idx="1094">
                  <c:v>2220</c:v>
                </c:pt>
                <c:pt idx="1095">
                  <c:v>2220</c:v>
                </c:pt>
                <c:pt idx="1096">
                  <c:v>2220</c:v>
                </c:pt>
                <c:pt idx="1097">
                  <c:v>2220</c:v>
                </c:pt>
                <c:pt idx="1098">
                  <c:v>2400</c:v>
                </c:pt>
                <c:pt idx="1099">
                  <c:v>2400</c:v>
                </c:pt>
                <c:pt idx="1100">
                  <c:v>2400</c:v>
                </c:pt>
                <c:pt idx="1101">
                  <c:v>2400</c:v>
                </c:pt>
                <c:pt idx="1102">
                  <c:v>2400</c:v>
                </c:pt>
                <c:pt idx="1103">
                  <c:v>2400</c:v>
                </c:pt>
                <c:pt idx="1104">
                  <c:v>2400</c:v>
                </c:pt>
                <c:pt idx="1105">
                  <c:v>2400</c:v>
                </c:pt>
                <c:pt idx="1106">
                  <c:v>2400</c:v>
                </c:pt>
                <c:pt idx="1107">
                  <c:v>2400</c:v>
                </c:pt>
                <c:pt idx="1108">
                  <c:v>2400</c:v>
                </c:pt>
                <c:pt idx="1109">
                  <c:v>2400</c:v>
                </c:pt>
                <c:pt idx="1110">
                  <c:v>2400</c:v>
                </c:pt>
                <c:pt idx="1111">
                  <c:v>2400</c:v>
                </c:pt>
                <c:pt idx="1112">
                  <c:v>2400</c:v>
                </c:pt>
                <c:pt idx="1113">
                  <c:v>2400</c:v>
                </c:pt>
                <c:pt idx="1114">
                  <c:v>2400</c:v>
                </c:pt>
                <c:pt idx="1115">
                  <c:v>2400</c:v>
                </c:pt>
                <c:pt idx="1116">
                  <c:v>2400</c:v>
                </c:pt>
                <c:pt idx="1117">
                  <c:v>2400</c:v>
                </c:pt>
                <c:pt idx="1118">
                  <c:v>2400</c:v>
                </c:pt>
                <c:pt idx="1119">
                  <c:v>2400</c:v>
                </c:pt>
                <c:pt idx="1120">
                  <c:v>2400</c:v>
                </c:pt>
                <c:pt idx="1121">
                  <c:v>2400</c:v>
                </c:pt>
                <c:pt idx="1122">
                  <c:v>2400</c:v>
                </c:pt>
                <c:pt idx="1123">
                  <c:v>2400</c:v>
                </c:pt>
                <c:pt idx="1124">
                  <c:v>2400</c:v>
                </c:pt>
                <c:pt idx="1125">
                  <c:v>2400</c:v>
                </c:pt>
                <c:pt idx="1126">
                  <c:v>2400</c:v>
                </c:pt>
                <c:pt idx="1127">
                  <c:v>2400</c:v>
                </c:pt>
                <c:pt idx="1128">
                  <c:v>2400</c:v>
                </c:pt>
                <c:pt idx="1129">
                  <c:v>2400</c:v>
                </c:pt>
                <c:pt idx="1130">
                  <c:v>2400</c:v>
                </c:pt>
                <c:pt idx="1131">
                  <c:v>2400</c:v>
                </c:pt>
                <c:pt idx="1132">
                  <c:v>2400</c:v>
                </c:pt>
                <c:pt idx="1133">
                  <c:v>2400</c:v>
                </c:pt>
                <c:pt idx="1134">
                  <c:v>2400</c:v>
                </c:pt>
                <c:pt idx="1135">
                  <c:v>2400</c:v>
                </c:pt>
                <c:pt idx="1136">
                  <c:v>2400</c:v>
                </c:pt>
                <c:pt idx="1137">
                  <c:v>2400</c:v>
                </c:pt>
                <c:pt idx="1138">
                  <c:v>2400</c:v>
                </c:pt>
                <c:pt idx="1139">
                  <c:v>2400</c:v>
                </c:pt>
                <c:pt idx="1140">
                  <c:v>2400</c:v>
                </c:pt>
                <c:pt idx="1141">
                  <c:v>2400</c:v>
                </c:pt>
                <c:pt idx="1142">
                  <c:v>2400</c:v>
                </c:pt>
                <c:pt idx="1143">
                  <c:v>2400</c:v>
                </c:pt>
                <c:pt idx="1144">
                  <c:v>2400</c:v>
                </c:pt>
                <c:pt idx="1145">
                  <c:v>2400</c:v>
                </c:pt>
                <c:pt idx="1146">
                  <c:v>2400</c:v>
                </c:pt>
                <c:pt idx="1147">
                  <c:v>2400</c:v>
                </c:pt>
                <c:pt idx="1148">
                  <c:v>2400</c:v>
                </c:pt>
                <c:pt idx="1149">
                  <c:v>2400</c:v>
                </c:pt>
                <c:pt idx="1150">
                  <c:v>2400</c:v>
                </c:pt>
                <c:pt idx="1151">
                  <c:v>2400</c:v>
                </c:pt>
                <c:pt idx="1152">
                  <c:v>2400</c:v>
                </c:pt>
                <c:pt idx="1153">
                  <c:v>2400</c:v>
                </c:pt>
                <c:pt idx="1154">
                  <c:v>2400</c:v>
                </c:pt>
                <c:pt idx="1155">
                  <c:v>2400</c:v>
                </c:pt>
                <c:pt idx="1156">
                  <c:v>2400</c:v>
                </c:pt>
                <c:pt idx="1157">
                  <c:v>2400</c:v>
                </c:pt>
                <c:pt idx="1158">
                  <c:v>2400</c:v>
                </c:pt>
                <c:pt idx="1159">
                  <c:v>2400</c:v>
                </c:pt>
                <c:pt idx="1160">
                  <c:v>2400</c:v>
                </c:pt>
                <c:pt idx="1161">
                  <c:v>2400</c:v>
                </c:pt>
                <c:pt idx="1162">
                  <c:v>2400</c:v>
                </c:pt>
                <c:pt idx="1163">
                  <c:v>2400</c:v>
                </c:pt>
                <c:pt idx="1164">
                  <c:v>2400</c:v>
                </c:pt>
                <c:pt idx="1165">
                  <c:v>2400</c:v>
                </c:pt>
                <c:pt idx="1166">
                  <c:v>2400</c:v>
                </c:pt>
                <c:pt idx="1167">
                  <c:v>2700</c:v>
                </c:pt>
                <c:pt idx="1168">
                  <c:v>2700</c:v>
                </c:pt>
                <c:pt idx="1169">
                  <c:v>2700</c:v>
                </c:pt>
                <c:pt idx="1170">
                  <c:v>2700</c:v>
                </c:pt>
                <c:pt idx="1171">
                  <c:v>2700</c:v>
                </c:pt>
                <c:pt idx="1172">
                  <c:v>2700</c:v>
                </c:pt>
                <c:pt idx="1173">
                  <c:v>2700</c:v>
                </c:pt>
                <c:pt idx="1174">
                  <c:v>2700</c:v>
                </c:pt>
                <c:pt idx="1175">
                  <c:v>2700</c:v>
                </c:pt>
                <c:pt idx="1176">
                  <c:v>2700</c:v>
                </c:pt>
                <c:pt idx="1177">
                  <c:v>2700</c:v>
                </c:pt>
                <c:pt idx="1178">
                  <c:v>2700</c:v>
                </c:pt>
                <c:pt idx="1179">
                  <c:v>2700</c:v>
                </c:pt>
                <c:pt idx="1180">
                  <c:v>2900</c:v>
                </c:pt>
                <c:pt idx="1181">
                  <c:v>2900</c:v>
                </c:pt>
                <c:pt idx="1182">
                  <c:v>2900</c:v>
                </c:pt>
                <c:pt idx="1183">
                  <c:v>2900</c:v>
                </c:pt>
                <c:pt idx="1184">
                  <c:v>2900</c:v>
                </c:pt>
                <c:pt idx="1185">
                  <c:v>2900</c:v>
                </c:pt>
                <c:pt idx="1186">
                  <c:v>2900</c:v>
                </c:pt>
                <c:pt idx="1187">
                  <c:v>2900</c:v>
                </c:pt>
                <c:pt idx="1188">
                  <c:v>2900</c:v>
                </c:pt>
                <c:pt idx="1189">
                  <c:v>2900</c:v>
                </c:pt>
                <c:pt idx="1190">
                  <c:v>2900</c:v>
                </c:pt>
                <c:pt idx="1191">
                  <c:v>2900</c:v>
                </c:pt>
                <c:pt idx="1192">
                  <c:v>2900</c:v>
                </c:pt>
                <c:pt idx="1193">
                  <c:v>2900</c:v>
                </c:pt>
                <c:pt idx="1194">
                  <c:v>2900</c:v>
                </c:pt>
                <c:pt idx="1195">
                  <c:v>2900</c:v>
                </c:pt>
                <c:pt idx="1196">
                  <c:v>2900</c:v>
                </c:pt>
                <c:pt idx="1197">
                  <c:v>2900</c:v>
                </c:pt>
                <c:pt idx="1198">
                  <c:v>2900</c:v>
                </c:pt>
                <c:pt idx="1199">
                  <c:v>2900</c:v>
                </c:pt>
                <c:pt idx="1200">
                  <c:v>2900</c:v>
                </c:pt>
                <c:pt idx="1201">
                  <c:v>2900</c:v>
                </c:pt>
                <c:pt idx="1202">
                  <c:v>2900</c:v>
                </c:pt>
                <c:pt idx="1203">
                  <c:v>2900</c:v>
                </c:pt>
                <c:pt idx="1204">
                  <c:v>2900</c:v>
                </c:pt>
                <c:pt idx="1205">
                  <c:v>2900</c:v>
                </c:pt>
                <c:pt idx="1206">
                  <c:v>2900</c:v>
                </c:pt>
                <c:pt idx="1207">
                  <c:v>2900</c:v>
                </c:pt>
                <c:pt idx="1208">
                  <c:v>2900</c:v>
                </c:pt>
                <c:pt idx="1209">
                  <c:v>2900</c:v>
                </c:pt>
                <c:pt idx="1210">
                  <c:v>2900</c:v>
                </c:pt>
                <c:pt idx="1211">
                  <c:v>2900</c:v>
                </c:pt>
                <c:pt idx="1212">
                  <c:v>2900</c:v>
                </c:pt>
                <c:pt idx="1213">
                  <c:v>2900</c:v>
                </c:pt>
                <c:pt idx="1214">
                  <c:v>2900</c:v>
                </c:pt>
                <c:pt idx="1215">
                  <c:v>2900</c:v>
                </c:pt>
                <c:pt idx="1216">
                  <c:v>2900</c:v>
                </c:pt>
                <c:pt idx="1217">
                  <c:v>2900</c:v>
                </c:pt>
                <c:pt idx="1218">
                  <c:v>2900</c:v>
                </c:pt>
                <c:pt idx="1219">
                  <c:v>2900</c:v>
                </c:pt>
                <c:pt idx="1220">
                  <c:v>2900</c:v>
                </c:pt>
                <c:pt idx="1221">
                  <c:v>2900</c:v>
                </c:pt>
                <c:pt idx="1222">
                  <c:v>2900</c:v>
                </c:pt>
                <c:pt idx="1223">
                  <c:v>2900</c:v>
                </c:pt>
                <c:pt idx="1224">
                  <c:v>2900</c:v>
                </c:pt>
                <c:pt idx="1225">
                  <c:v>2900</c:v>
                </c:pt>
                <c:pt idx="1226">
                  <c:v>2900</c:v>
                </c:pt>
                <c:pt idx="1227">
                  <c:v>2900</c:v>
                </c:pt>
                <c:pt idx="1228">
                  <c:v>2900</c:v>
                </c:pt>
                <c:pt idx="1229">
                  <c:v>2900</c:v>
                </c:pt>
                <c:pt idx="1230">
                  <c:v>2900</c:v>
                </c:pt>
                <c:pt idx="1231">
                  <c:v>2900</c:v>
                </c:pt>
                <c:pt idx="1232">
                  <c:v>2900</c:v>
                </c:pt>
                <c:pt idx="1233">
                  <c:v>2900</c:v>
                </c:pt>
                <c:pt idx="1234">
                  <c:v>2900</c:v>
                </c:pt>
                <c:pt idx="1235">
                  <c:v>2900</c:v>
                </c:pt>
                <c:pt idx="1236">
                  <c:v>2900</c:v>
                </c:pt>
                <c:pt idx="1237">
                  <c:v>2900</c:v>
                </c:pt>
                <c:pt idx="1238">
                  <c:v>2900</c:v>
                </c:pt>
                <c:pt idx="1239">
                  <c:v>2900</c:v>
                </c:pt>
                <c:pt idx="1240">
                  <c:v>2900</c:v>
                </c:pt>
                <c:pt idx="1241">
                  <c:v>2900</c:v>
                </c:pt>
                <c:pt idx="1242">
                  <c:v>2900</c:v>
                </c:pt>
                <c:pt idx="1243">
                  <c:v>2900</c:v>
                </c:pt>
                <c:pt idx="1244">
                  <c:v>2900</c:v>
                </c:pt>
                <c:pt idx="1245">
                  <c:v>2900</c:v>
                </c:pt>
                <c:pt idx="1246">
                  <c:v>2900</c:v>
                </c:pt>
                <c:pt idx="1247">
                  <c:v>2900</c:v>
                </c:pt>
                <c:pt idx="1248">
                  <c:v>2900</c:v>
                </c:pt>
                <c:pt idx="1249">
                  <c:v>2900</c:v>
                </c:pt>
                <c:pt idx="1250">
                  <c:v>2900</c:v>
                </c:pt>
                <c:pt idx="1251">
                  <c:v>2900</c:v>
                </c:pt>
                <c:pt idx="1252">
                  <c:v>2900</c:v>
                </c:pt>
                <c:pt idx="1253">
                  <c:v>2900</c:v>
                </c:pt>
                <c:pt idx="1254">
                  <c:v>2900</c:v>
                </c:pt>
                <c:pt idx="1255">
                  <c:v>2900</c:v>
                </c:pt>
                <c:pt idx="1256">
                  <c:v>2900</c:v>
                </c:pt>
                <c:pt idx="1257">
                  <c:v>2900</c:v>
                </c:pt>
                <c:pt idx="1258">
                  <c:v>2900</c:v>
                </c:pt>
                <c:pt idx="1259">
                  <c:v>2900</c:v>
                </c:pt>
                <c:pt idx="1260">
                  <c:v>2900</c:v>
                </c:pt>
                <c:pt idx="1261">
                  <c:v>2900</c:v>
                </c:pt>
                <c:pt idx="1262">
                  <c:v>2900</c:v>
                </c:pt>
                <c:pt idx="1263">
                  <c:v>2900</c:v>
                </c:pt>
                <c:pt idx="1264">
                  <c:v>2900</c:v>
                </c:pt>
                <c:pt idx="1265">
                  <c:v>2900</c:v>
                </c:pt>
                <c:pt idx="1266">
                  <c:v>2900</c:v>
                </c:pt>
                <c:pt idx="1267">
                  <c:v>2900</c:v>
                </c:pt>
                <c:pt idx="1268">
                  <c:v>2900</c:v>
                </c:pt>
                <c:pt idx="1269">
                  <c:v>2900</c:v>
                </c:pt>
                <c:pt idx="1270">
                  <c:v>2900</c:v>
                </c:pt>
                <c:pt idx="1271">
                  <c:v>2900</c:v>
                </c:pt>
                <c:pt idx="1272">
                  <c:v>2900</c:v>
                </c:pt>
                <c:pt idx="1273">
                  <c:v>2900</c:v>
                </c:pt>
                <c:pt idx="1274">
                  <c:v>2900</c:v>
                </c:pt>
                <c:pt idx="1275">
                  <c:v>2900</c:v>
                </c:pt>
                <c:pt idx="1276">
                  <c:v>2900</c:v>
                </c:pt>
                <c:pt idx="1277">
                  <c:v>2900</c:v>
                </c:pt>
                <c:pt idx="1278">
                  <c:v>2900</c:v>
                </c:pt>
                <c:pt idx="1279">
                  <c:v>2900</c:v>
                </c:pt>
                <c:pt idx="1280">
                  <c:v>2900</c:v>
                </c:pt>
                <c:pt idx="1281">
                  <c:v>2900</c:v>
                </c:pt>
                <c:pt idx="1282">
                  <c:v>2900</c:v>
                </c:pt>
                <c:pt idx="1283">
                  <c:v>2900</c:v>
                </c:pt>
                <c:pt idx="1284">
                  <c:v>2900</c:v>
                </c:pt>
                <c:pt idx="1285">
                  <c:v>2900</c:v>
                </c:pt>
                <c:pt idx="1286">
                  <c:v>2900</c:v>
                </c:pt>
                <c:pt idx="1287">
                  <c:v>2900</c:v>
                </c:pt>
                <c:pt idx="1288">
                  <c:v>2900</c:v>
                </c:pt>
                <c:pt idx="1289">
                  <c:v>2900</c:v>
                </c:pt>
                <c:pt idx="1290">
                  <c:v>2900</c:v>
                </c:pt>
                <c:pt idx="1291">
                  <c:v>2900</c:v>
                </c:pt>
                <c:pt idx="1292">
                  <c:v>2900</c:v>
                </c:pt>
                <c:pt idx="1293">
                  <c:v>2900</c:v>
                </c:pt>
                <c:pt idx="1294">
                  <c:v>2900</c:v>
                </c:pt>
                <c:pt idx="1295">
                  <c:v>2900</c:v>
                </c:pt>
                <c:pt idx="1296">
                  <c:v>2900</c:v>
                </c:pt>
                <c:pt idx="1297">
                  <c:v>2900</c:v>
                </c:pt>
                <c:pt idx="1298">
                  <c:v>2900</c:v>
                </c:pt>
                <c:pt idx="1299">
                  <c:v>2900</c:v>
                </c:pt>
                <c:pt idx="1300">
                  <c:v>2900</c:v>
                </c:pt>
                <c:pt idx="1301">
                  <c:v>2900</c:v>
                </c:pt>
                <c:pt idx="1302">
                  <c:v>2900</c:v>
                </c:pt>
                <c:pt idx="1303">
                  <c:v>2900</c:v>
                </c:pt>
                <c:pt idx="1304">
                  <c:v>2900</c:v>
                </c:pt>
                <c:pt idx="1305">
                  <c:v>2900</c:v>
                </c:pt>
                <c:pt idx="1306">
                  <c:v>2900</c:v>
                </c:pt>
                <c:pt idx="1307">
                  <c:v>2900</c:v>
                </c:pt>
                <c:pt idx="1308">
                  <c:v>2900</c:v>
                </c:pt>
                <c:pt idx="1309">
                  <c:v>2900</c:v>
                </c:pt>
                <c:pt idx="1310">
                  <c:v>2900</c:v>
                </c:pt>
                <c:pt idx="1311">
                  <c:v>2900</c:v>
                </c:pt>
                <c:pt idx="1312">
                  <c:v>2900</c:v>
                </c:pt>
                <c:pt idx="1313">
                  <c:v>2900</c:v>
                </c:pt>
                <c:pt idx="1314">
                  <c:v>2900</c:v>
                </c:pt>
                <c:pt idx="1315">
                  <c:v>2900</c:v>
                </c:pt>
                <c:pt idx="1316">
                  <c:v>2900</c:v>
                </c:pt>
                <c:pt idx="1317">
                  <c:v>2900</c:v>
                </c:pt>
                <c:pt idx="1318">
                  <c:v>2900</c:v>
                </c:pt>
                <c:pt idx="1319">
                  <c:v>2900</c:v>
                </c:pt>
                <c:pt idx="1320">
                  <c:v>2900</c:v>
                </c:pt>
                <c:pt idx="1321">
                  <c:v>2900</c:v>
                </c:pt>
                <c:pt idx="1322">
                  <c:v>2900</c:v>
                </c:pt>
                <c:pt idx="1323">
                  <c:v>2900</c:v>
                </c:pt>
                <c:pt idx="1324">
                  <c:v>2900</c:v>
                </c:pt>
                <c:pt idx="1325">
                  <c:v>2900</c:v>
                </c:pt>
                <c:pt idx="1326">
                  <c:v>2900</c:v>
                </c:pt>
                <c:pt idx="1327">
                  <c:v>2900</c:v>
                </c:pt>
                <c:pt idx="1328">
                  <c:v>2900</c:v>
                </c:pt>
                <c:pt idx="1329">
                  <c:v>2900</c:v>
                </c:pt>
                <c:pt idx="1330">
                  <c:v>2900</c:v>
                </c:pt>
                <c:pt idx="1331">
                  <c:v>2900</c:v>
                </c:pt>
                <c:pt idx="1332">
                  <c:v>2900</c:v>
                </c:pt>
                <c:pt idx="1333">
                  <c:v>2900</c:v>
                </c:pt>
                <c:pt idx="1334">
                  <c:v>2900</c:v>
                </c:pt>
                <c:pt idx="1335">
                  <c:v>2900</c:v>
                </c:pt>
                <c:pt idx="1336">
                  <c:v>2900</c:v>
                </c:pt>
                <c:pt idx="1337">
                  <c:v>2900</c:v>
                </c:pt>
                <c:pt idx="1338">
                  <c:v>2900</c:v>
                </c:pt>
                <c:pt idx="1339">
                  <c:v>2900</c:v>
                </c:pt>
                <c:pt idx="1340">
                  <c:v>2900</c:v>
                </c:pt>
                <c:pt idx="1341">
                  <c:v>2900</c:v>
                </c:pt>
                <c:pt idx="1342">
                  <c:v>2900</c:v>
                </c:pt>
                <c:pt idx="1343">
                  <c:v>2900</c:v>
                </c:pt>
                <c:pt idx="1344">
                  <c:v>2900</c:v>
                </c:pt>
                <c:pt idx="1345">
                  <c:v>2900</c:v>
                </c:pt>
                <c:pt idx="1346">
                  <c:v>2900</c:v>
                </c:pt>
                <c:pt idx="1347">
                  <c:v>2900</c:v>
                </c:pt>
                <c:pt idx="1348">
                  <c:v>2750</c:v>
                </c:pt>
                <c:pt idx="1349">
                  <c:v>2750</c:v>
                </c:pt>
                <c:pt idx="1350">
                  <c:v>2750</c:v>
                </c:pt>
                <c:pt idx="1351">
                  <c:v>2750</c:v>
                </c:pt>
                <c:pt idx="1352">
                  <c:v>2750</c:v>
                </c:pt>
                <c:pt idx="1353">
                  <c:v>2750</c:v>
                </c:pt>
                <c:pt idx="1354">
                  <c:v>2750</c:v>
                </c:pt>
                <c:pt idx="1355">
                  <c:v>2750</c:v>
                </c:pt>
                <c:pt idx="1356">
                  <c:v>2750</c:v>
                </c:pt>
                <c:pt idx="1357">
                  <c:v>2750</c:v>
                </c:pt>
                <c:pt idx="1358">
                  <c:v>2750</c:v>
                </c:pt>
                <c:pt idx="1359">
                  <c:v>2750</c:v>
                </c:pt>
                <c:pt idx="1360">
                  <c:v>2750</c:v>
                </c:pt>
                <c:pt idx="1361">
                  <c:v>2750</c:v>
                </c:pt>
                <c:pt idx="1362">
                  <c:v>2750</c:v>
                </c:pt>
                <c:pt idx="1363">
                  <c:v>2750</c:v>
                </c:pt>
                <c:pt idx="1364">
                  <c:v>2750</c:v>
                </c:pt>
                <c:pt idx="1365">
                  <c:v>2750</c:v>
                </c:pt>
                <c:pt idx="1366">
                  <c:v>2750</c:v>
                </c:pt>
                <c:pt idx="1367">
                  <c:v>2750</c:v>
                </c:pt>
                <c:pt idx="1368">
                  <c:v>2750</c:v>
                </c:pt>
                <c:pt idx="1369">
                  <c:v>2750</c:v>
                </c:pt>
                <c:pt idx="1370">
                  <c:v>2750</c:v>
                </c:pt>
                <c:pt idx="1371">
                  <c:v>2750</c:v>
                </c:pt>
                <c:pt idx="1372">
                  <c:v>2750</c:v>
                </c:pt>
                <c:pt idx="1373">
                  <c:v>2750</c:v>
                </c:pt>
                <c:pt idx="1374">
                  <c:v>2750</c:v>
                </c:pt>
                <c:pt idx="1375">
                  <c:v>2750</c:v>
                </c:pt>
                <c:pt idx="1376">
                  <c:v>2750</c:v>
                </c:pt>
                <c:pt idx="1377">
                  <c:v>2750</c:v>
                </c:pt>
                <c:pt idx="1378">
                  <c:v>2750</c:v>
                </c:pt>
                <c:pt idx="1379">
                  <c:v>2750</c:v>
                </c:pt>
                <c:pt idx="1380">
                  <c:v>2750</c:v>
                </c:pt>
                <c:pt idx="1381">
                  <c:v>2750</c:v>
                </c:pt>
                <c:pt idx="1382">
                  <c:v>2750</c:v>
                </c:pt>
                <c:pt idx="1383">
                  <c:v>2750</c:v>
                </c:pt>
                <c:pt idx="1384">
                  <c:v>2750</c:v>
                </c:pt>
                <c:pt idx="1385">
                  <c:v>2750</c:v>
                </c:pt>
                <c:pt idx="1386">
                  <c:v>2750</c:v>
                </c:pt>
                <c:pt idx="1387">
                  <c:v>2750</c:v>
                </c:pt>
                <c:pt idx="1388">
                  <c:v>2750</c:v>
                </c:pt>
                <c:pt idx="1389">
                  <c:v>2750</c:v>
                </c:pt>
                <c:pt idx="1390">
                  <c:v>2800</c:v>
                </c:pt>
                <c:pt idx="1391">
                  <c:v>2800</c:v>
                </c:pt>
                <c:pt idx="1392">
                  <c:v>2800</c:v>
                </c:pt>
                <c:pt idx="1393">
                  <c:v>2800</c:v>
                </c:pt>
                <c:pt idx="1394">
                  <c:v>2800</c:v>
                </c:pt>
                <c:pt idx="1395">
                  <c:v>2800</c:v>
                </c:pt>
                <c:pt idx="1396">
                  <c:v>2800</c:v>
                </c:pt>
                <c:pt idx="1397">
                  <c:v>2800</c:v>
                </c:pt>
                <c:pt idx="1398">
                  <c:v>2800</c:v>
                </c:pt>
                <c:pt idx="1399">
                  <c:v>2800</c:v>
                </c:pt>
                <c:pt idx="1400">
                  <c:v>2800</c:v>
                </c:pt>
                <c:pt idx="1401">
                  <c:v>2850</c:v>
                </c:pt>
                <c:pt idx="1402">
                  <c:v>2850</c:v>
                </c:pt>
                <c:pt idx="1403">
                  <c:v>2850</c:v>
                </c:pt>
                <c:pt idx="1404">
                  <c:v>2850</c:v>
                </c:pt>
                <c:pt idx="1405">
                  <c:v>2850</c:v>
                </c:pt>
                <c:pt idx="1406">
                  <c:v>2850</c:v>
                </c:pt>
                <c:pt idx="1407">
                  <c:v>2850</c:v>
                </c:pt>
                <c:pt idx="1408">
                  <c:v>2850</c:v>
                </c:pt>
                <c:pt idx="1409">
                  <c:v>2850</c:v>
                </c:pt>
                <c:pt idx="1410">
                  <c:v>2850</c:v>
                </c:pt>
                <c:pt idx="1411">
                  <c:v>2850</c:v>
                </c:pt>
                <c:pt idx="1412">
                  <c:v>2850</c:v>
                </c:pt>
                <c:pt idx="1413">
                  <c:v>2850</c:v>
                </c:pt>
                <c:pt idx="1414">
                  <c:v>2900</c:v>
                </c:pt>
                <c:pt idx="1415">
                  <c:v>2900</c:v>
                </c:pt>
                <c:pt idx="1416">
                  <c:v>2900</c:v>
                </c:pt>
                <c:pt idx="1417">
                  <c:v>2900</c:v>
                </c:pt>
                <c:pt idx="1418">
                  <c:v>2900</c:v>
                </c:pt>
                <c:pt idx="1419">
                  <c:v>2900</c:v>
                </c:pt>
                <c:pt idx="1420">
                  <c:v>2900</c:v>
                </c:pt>
                <c:pt idx="1421">
                  <c:v>2900</c:v>
                </c:pt>
                <c:pt idx="1422">
                  <c:v>2900</c:v>
                </c:pt>
                <c:pt idx="1423">
                  <c:v>2900</c:v>
                </c:pt>
                <c:pt idx="1424">
                  <c:v>2900</c:v>
                </c:pt>
                <c:pt idx="1425">
                  <c:v>2900</c:v>
                </c:pt>
                <c:pt idx="1426">
                  <c:v>2900</c:v>
                </c:pt>
                <c:pt idx="1427">
                  <c:v>2900</c:v>
                </c:pt>
                <c:pt idx="1428">
                  <c:v>2900</c:v>
                </c:pt>
                <c:pt idx="1429">
                  <c:v>2900</c:v>
                </c:pt>
                <c:pt idx="1430">
                  <c:v>2900</c:v>
                </c:pt>
                <c:pt idx="1431">
                  <c:v>2900</c:v>
                </c:pt>
                <c:pt idx="1432">
                  <c:v>2900</c:v>
                </c:pt>
                <c:pt idx="1433">
                  <c:v>2900</c:v>
                </c:pt>
                <c:pt idx="1434">
                  <c:v>2900</c:v>
                </c:pt>
                <c:pt idx="1435">
                  <c:v>2900</c:v>
                </c:pt>
                <c:pt idx="1436">
                  <c:v>2900</c:v>
                </c:pt>
                <c:pt idx="1437">
                  <c:v>2900</c:v>
                </c:pt>
                <c:pt idx="1438">
                  <c:v>2900</c:v>
                </c:pt>
                <c:pt idx="1439">
                  <c:v>2900</c:v>
                </c:pt>
                <c:pt idx="1440">
                  <c:v>2900</c:v>
                </c:pt>
                <c:pt idx="1441">
                  <c:v>2900</c:v>
                </c:pt>
                <c:pt idx="1442">
                  <c:v>2900</c:v>
                </c:pt>
                <c:pt idx="1443">
                  <c:v>2900</c:v>
                </c:pt>
                <c:pt idx="1444">
                  <c:v>2900</c:v>
                </c:pt>
                <c:pt idx="1445">
                  <c:v>2900</c:v>
                </c:pt>
                <c:pt idx="1446">
                  <c:v>2900</c:v>
                </c:pt>
                <c:pt idx="1447">
                  <c:v>2900</c:v>
                </c:pt>
                <c:pt idx="1448">
                  <c:v>2900</c:v>
                </c:pt>
                <c:pt idx="1449">
                  <c:v>3000</c:v>
                </c:pt>
                <c:pt idx="1450">
                  <c:v>3000</c:v>
                </c:pt>
                <c:pt idx="1451">
                  <c:v>3000</c:v>
                </c:pt>
                <c:pt idx="1452">
                  <c:v>3000</c:v>
                </c:pt>
                <c:pt idx="1453">
                  <c:v>3000</c:v>
                </c:pt>
                <c:pt idx="1454">
                  <c:v>3000</c:v>
                </c:pt>
                <c:pt idx="1455">
                  <c:v>3000</c:v>
                </c:pt>
                <c:pt idx="1456">
                  <c:v>3000</c:v>
                </c:pt>
                <c:pt idx="1457">
                  <c:v>3000</c:v>
                </c:pt>
                <c:pt idx="1458">
                  <c:v>3000</c:v>
                </c:pt>
                <c:pt idx="1459">
                  <c:v>3000</c:v>
                </c:pt>
                <c:pt idx="1460">
                  <c:v>3000</c:v>
                </c:pt>
                <c:pt idx="1461">
                  <c:v>3000</c:v>
                </c:pt>
                <c:pt idx="1462">
                  <c:v>3000</c:v>
                </c:pt>
                <c:pt idx="1463">
                  <c:v>3000</c:v>
                </c:pt>
                <c:pt idx="1464">
                  <c:v>3000</c:v>
                </c:pt>
                <c:pt idx="1465">
                  <c:v>3000</c:v>
                </c:pt>
                <c:pt idx="1466">
                  <c:v>3000</c:v>
                </c:pt>
                <c:pt idx="1467">
                  <c:v>3000</c:v>
                </c:pt>
                <c:pt idx="1468">
                  <c:v>3000</c:v>
                </c:pt>
                <c:pt idx="1469">
                  <c:v>3000</c:v>
                </c:pt>
                <c:pt idx="1470">
                  <c:v>3000</c:v>
                </c:pt>
                <c:pt idx="1471">
                  <c:v>3000</c:v>
                </c:pt>
                <c:pt idx="1472">
                  <c:v>3000</c:v>
                </c:pt>
                <c:pt idx="1473">
                  <c:v>3000</c:v>
                </c:pt>
                <c:pt idx="1474">
                  <c:v>3000</c:v>
                </c:pt>
                <c:pt idx="1475">
                  <c:v>3000</c:v>
                </c:pt>
                <c:pt idx="1476">
                  <c:v>3000</c:v>
                </c:pt>
                <c:pt idx="1477">
                  <c:v>3000</c:v>
                </c:pt>
                <c:pt idx="1478">
                  <c:v>3000</c:v>
                </c:pt>
                <c:pt idx="1479">
                  <c:v>3000</c:v>
                </c:pt>
                <c:pt idx="1480">
                  <c:v>3000</c:v>
                </c:pt>
                <c:pt idx="1481">
                  <c:v>3000</c:v>
                </c:pt>
                <c:pt idx="1482">
                  <c:v>3000</c:v>
                </c:pt>
                <c:pt idx="1483">
                  <c:v>3000</c:v>
                </c:pt>
                <c:pt idx="1484">
                  <c:v>3000</c:v>
                </c:pt>
                <c:pt idx="1485">
                  <c:v>3000</c:v>
                </c:pt>
                <c:pt idx="1486">
                  <c:v>3000</c:v>
                </c:pt>
                <c:pt idx="1487">
                  <c:v>3000</c:v>
                </c:pt>
                <c:pt idx="1488">
                  <c:v>3000</c:v>
                </c:pt>
                <c:pt idx="1489">
                  <c:v>3150</c:v>
                </c:pt>
                <c:pt idx="1490">
                  <c:v>3150</c:v>
                </c:pt>
                <c:pt idx="1491">
                  <c:v>3150</c:v>
                </c:pt>
                <c:pt idx="1492">
                  <c:v>3150</c:v>
                </c:pt>
                <c:pt idx="1493">
                  <c:v>3150</c:v>
                </c:pt>
                <c:pt idx="1494">
                  <c:v>3150</c:v>
                </c:pt>
                <c:pt idx="1495">
                  <c:v>3150</c:v>
                </c:pt>
                <c:pt idx="1496">
                  <c:v>3150</c:v>
                </c:pt>
                <c:pt idx="1497">
                  <c:v>3150</c:v>
                </c:pt>
                <c:pt idx="1498">
                  <c:v>3150</c:v>
                </c:pt>
                <c:pt idx="1499">
                  <c:v>3150</c:v>
                </c:pt>
                <c:pt idx="1500">
                  <c:v>3150</c:v>
                </c:pt>
                <c:pt idx="1501">
                  <c:v>3150</c:v>
                </c:pt>
                <c:pt idx="1502">
                  <c:v>3150</c:v>
                </c:pt>
                <c:pt idx="1503">
                  <c:v>3150</c:v>
                </c:pt>
                <c:pt idx="1504">
                  <c:v>3150</c:v>
                </c:pt>
                <c:pt idx="1505">
                  <c:v>3150</c:v>
                </c:pt>
                <c:pt idx="1506">
                  <c:v>3150</c:v>
                </c:pt>
                <c:pt idx="1507">
                  <c:v>3150</c:v>
                </c:pt>
                <c:pt idx="1508">
                  <c:v>3150</c:v>
                </c:pt>
                <c:pt idx="1509">
                  <c:v>3350</c:v>
                </c:pt>
                <c:pt idx="1510">
                  <c:v>3350</c:v>
                </c:pt>
                <c:pt idx="1511">
                  <c:v>3350</c:v>
                </c:pt>
                <c:pt idx="1512">
                  <c:v>3350</c:v>
                </c:pt>
                <c:pt idx="1513">
                  <c:v>3350</c:v>
                </c:pt>
                <c:pt idx="1514">
                  <c:v>3350</c:v>
                </c:pt>
                <c:pt idx="1515">
                  <c:v>3350</c:v>
                </c:pt>
                <c:pt idx="1516">
                  <c:v>3350</c:v>
                </c:pt>
                <c:pt idx="1517">
                  <c:v>3300</c:v>
                </c:pt>
                <c:pt idx="1518">
                  <c:v>3300</c:v>
                </c:pt>
                <c:pt idx="1519">
                  <c:v>3300</c:v>
                </c:pt>
                <c:pt idx="1520">
                  <c:v>3300</c:v>
                </c:pt>
                <c:pt idx="1521">
                  <c:v>3300</c:v>
                </c:pt>
                <c:pt idx="1522">
                  <c:v>3300</c:v>
                </c:pt>
                <c:pt idx="1523">
                  <c:v>3300</c:v>
                </c:pt>
                <c:pt idx="1524">
                  <c:v>3300</c:v>
                </c:pt>
                <c:pt idx="1525">
                  <c:v>3300</c:v>
                </c:pt>
                <c:pt idx="1526">
                  <c:v>3300</c:v>
                </c:pt>
                <c:pt idx="1527">
                  <c:v>3300</c:v>
                </c:pt>
                <c:pt idx="1528">
                  <c:v>3300</c:v>
                </c:pt>
                <c:pt idx="1529">
                  <c:v>3300</c:v>
                </c:pt>
                <c:pt idx="1530">
                  <c:v>3300</c:v>
                </c:pt>
                <c:pt idx="1531">
                  <c:v>3300</c:v>
                </c:pt>
                <c:pt idx="1532">
                  <c:v>3300</c:v>
                </c:pt>
                <c:pt idx="1533">
                  <c:v>3300</c:v>
                </c:pt>
                <c:pt idx="1534">
                  <c:v>3300</c:v>
                </c:pt>
                <c:pt idx="1535">
                  <c:v>3300</c:v>
                </c:pt>
                <c:pt idx="1536">
                  <c:v>3300</c:v>
                </c:pt>
                <c:pt idx="1537">
                  <c:v>3100</c:v>
                </c:pt>
                <c:pt idx="1538">
                  <c:v>3100</c:v>
                </c:pt>
                <c:pt idx="1539">
                  <c:v>3100</c:v>
                </c:pt>
                <c:pt idx="1540">
                  <c:v>3100</c:v>
                </c:pt>
                <c:pt idx="1541">
                  <c:v>3100</c:v>
                </c:pt>
                <c:pt idx="1542">
                  <c:v>3100</c:v>
                </c:pt>
                <c:pt idx="1543">
                  <c:v>3100</c:v>
                </c:pt>
                <c:pt idx="1544">
                  <c:v>3100</c:v>
                </c:pt>
                <c:pt idx="1545">
                  <c:v>3100</c:v>
                </c:pt>
                <c:pt idx="1546">
                  <c:v>3100</c:v>
                </c:pt>
                <c:pt idx="1547">
                  <c:v>3100</c:v>
                </c:pt>
                <c:pt idx="1548">
                  <c:v>3100</c:v>
                </c:pt>
                <c:pt idx="1549">
                  <c:v>3100</c:v>
                </c:pt>
                <c:pt idx="1550">
                  <c:v>3100</c:v>
                </c:pt>
                <c:pt idx="1551">
                  <c:v>3100</c:v>
                </c:pt>
                <c:pt idx="1552">
                  <c:v>3100</c:v>
                </c:pt>
                <c:pt idx="1553">
                  <c:v>3100</c:v>
                </c:pt>
                <c:pt idx="1554">
                  <c:v>3100</c:v>
                </c:pt>
                <c:pt idx="1555">
                  <c:v>3100</c:v>
                </c:pt>
                <c:pt idx="1556">
                  <c:v>3100</c:v>
                </c:pt>
                <c:pt idx="1557">
                  <c:v>3100</c:v>
                </c:pt>
                <c:pt idx="1558">
                  <c:v>3100</c:v>
                </c:pt>
                <c:pt idx="1559">
                  <c:v>3100</c:v>
                </c:pt>
                <c:pt idx="1560">
                  <c:v>3200</c:v>
                </c:pt>
                <c:pt idx="1561">
                  <c:v>3200</c:v>
                </c:pt>
                <c:pt idx="1562">
                  <c:v>3200</c:v>
                </c:pt>
                <c:pt idx="1563">
                  <c:v>3200</c:v>
                </c:pt>
                <c:pt idx="1564">
                  <c:v>3200</c:v>
                </c:pt>
                <c:pt idx="1565">
                  <c:v>3200</c:v>
                </c:pt>
                <c:pt idx="1566">
                  <c:v>3200</c:v>
                </c:pt>
                <c:pt idx="1567">
                  <c:v>3260</c:v>
                </c:pt>
                <c:pt idx="1568">
                  <c:v>3260</c:v>
                </c:pt>
                <c:pt idx="1569">
                  <c:v>3260</c:v>
                </c:pt>
                <c:pt idx="1570">
                  <c:v>3200</c:v>
                </c:pt>
                <c:pt idx="1571">
                  <c:v>3200</c:v>
                </c:pt>
                <c:pt idx="1572">
                  <c:v>3200</c:v>
                </c:pt>
                <c:pt idx="1573">
                  <c:v>3200</c:v>
                </c:pt>
                <c:pt idx="1574">
                  <c:v>3200</c:v>
                </c:pt>
                <c:pt idx="1575">
                  <c:v>3200</c:v>
                </c:pt>
                <c:pt idx="1576">
                  <c:v>3200</c:v>
                </c:pt>
                <c:pt idx="1577">
                  <c:v>2800</c:v>
                </c:pt>
                <c:pt idx="1578">
                  <c:v>2800</c:v>
                </c:pt>
                <c:pt idx="1579">
                  <c:v>2950</c:v>
                </c:pt>
                <c:pt idx="1580">
                  <c:v>3000</c:v>
                </c:pt>
                <c:pt idx="1581">
                  <c:v>3000</c:v>
                </c:pt>
                <c:pt idx="1582">
                  <c:v>3000</c:v>
                </c:pt>
                <c:pt idx="1583">
                  <c:v>3000</c:v>
                </c:pt>
                <c:pt idx="1584">
                  <c:v>3000</c:v>
                </c:pt>
                <c:pt idx="1585">
                  <c:v>3000</c:v>
                </c:pt>
                <c:pt idx="1586">
                  <c:v>3000</c:v>
                </c:pt>
                <c:pt idx="1587">
                  <c:v>3000</c:v>
                </c:pt>
                <c:pt idx="1588">
                  <c:v>3000</c:v>
                </c:pt>
                <c:pt idx="1589">
                  <c:v>3000</c:v>
                </c:pt>
                <c:pt idx="1590">
                  <c:v>3000</c:v>
                </c:pt>
                <c:pt idx="1591">
                  <c:v>3000</c:v>
                </c:pt>
                <c:pt idx="1592">
                  <c:v>3000</c:v>
                </c:pt>
                <c:pt idx="1593">
                  <c:v>3300</c:v>
                </c:pt>
                <c:pt idx="1594">
                  <c:v>3300</c:v>
                </c:pt>
                <c:pt idx="1595">
                  <c:v>3300</c:v>
                </c:pt>
                <c:pt idx="1596">
                  <c:v>3300</c:v>
                </c:pt>
                <c:pt idx="1597">
                  <c:v>3300</c:v>
                </c:pt>
                <c:pt idx="1598">
                  <c:v>3300</c:v>
                </c:pt>
                <c:pt idx="1599">
                  <c:v>3300</c:v>
                </c:pt>
                <c:pt idx="1600">
                  <c:v>3300</c:v>
                </c:pt>
                <c:pt idx="1601">
                  <c:v>3300</c:v>
                </c:pt>
                <c:pt idx="1602">
                  <c:v>3300</c:v>
                </c:pt>
                <c:pt idx="1603">
                  <c:v>3300</c:v>
                </c:pt>
                <c:pt idx="1604">
                  <c:v>3300</c:v>
                </c:pt>
                <c:pt idx="1605">
                  <c:v>3300</c:v>
                </c:pt>
                <c:pt idx="1606">
                  <c:v>3300</c:v>
                </c:pt>
                <c:pt idx="1607">
                  <c:v>3300</c:v>
                </c:pt>
                <c:pt idx="1608">
                  <c:v>3300</c:v>
                </c:pt>
                <c:pt idx="1609">
                  <c:v>3300</c:v>
                </c:pt>
                <c:pt idx="1610">
                  <c:v>3300</c:v>
                </c:pt>
                <c:pt idx="1611">
                  <c:v>3300</c:v>
                </c:pt>
                <c:pt idx="1612">
                  <c:v>3300</c:v>
                </c:pt>
                <c:pt idx="1613">
                  <c:v>3300</c:v>
                </c:pt>
                <c:pt idx="1614">
                  <c:v>3300</c:v>
                </c:pt>
                <c:pt idx="1615">
                  <c:v>3300</c:v>
                </c:pt>
                <c:pt idx="1616">
                  <c:v>3300</c:v>
                </c:pt>
                <c:pt idx="1617">
                  <c:v>3300</c:v>
                </c:pt>
                <c:pt idx="1618">
                  <c:v>3300</c:v>
                </c:pt>
                <c:pt idx="1619">
                  <c:v>3300</c:v>
                </c:pt>
                <c:pt idx="1620">
                  <c:v>3300</c:v>
                </c:pt>
                <c:pt idx="1621">
                  <c:v>3300</c:v>
                </c:pt>
                <c:pt idx="1622">
                  <c:v>3300</c:v>
                </c:pt>
                <c:pt idx="1623">
                  <c:v>3300</c:v>
                </c:pt>
                <c:pt idx="1624">
                  <c:v>3300</c:v>
                </c:pt>
                <c:pt idx="1625">
                  <c:v>3300</c:v>
                </c:pt>
                <c:pt idx="1626">
                  <c:v>3300</c:v>
                </c:pt>
                <c:pt idx="1627">
                  <c:v>3300</c:v>
                </c:pt>
                <c:pt idx="1628">
                  <c:v>3300</c:v>
                </c:pt>
                <c:pt idx="1629">
                  <c:v>3300</c:v>
                </c:pt>
                <c:pt idx="1630">
                  <c:v>3300</c:v>
                </c:pt>
                <c:pt idx="1631">
                  <c:v>3300</c:v>
                </c:pt>
                <c:pt idx="1632">
                  <c:v>3300</c:v>
                </c:pt>
                <c:pt idx="1633">
                  <c:v>3300</c:v>
                </c:pt>
                <c:pt idx="1634">
                  <c:v>3300</c:v>
                </c:pt>
                <c:pt idx="1635">
                  <c:v>3300</c:v>
                </c:pt>
                <c:pt idx="1636">
                  <c:v>3300</c:v>
                </c:pt>
                <c:pt idx="1637">
                  <c:v>3300</c:v>
                </c:pt>
                <c:pt idx="1638">
                  <c:v>3300</c:v>
                </c:pt>
                <c:pt idx="1639">
                  <c:v>3300</c:v>
                </c:pt>
                <c:pt idx="1640">
                  <c:v>3300</c:v>
                </c:pt>
                <c:pt idx="1641">
                  <c:v>3300</c:v>
                </c:pt>
                <c:pt idx="1642">
                  <c:v>3300</c:v>
                </c:pt>
                <c:pt idx="1643">
                  <c:v>3300</c:v>
                </c:pt>
                <c:pt idx="1644">
                  <c:v>3300</c:v>
                </c:pt>
                <c:pt idx="1645">
                  <c:v>3300</c:v>
                </c:pt>
                <c:pt idx="1646">
                  <c:v>3300</c:v>
                </c:pt>
                <c:pt idx="1647">
                  <c:v>3300</c:v>
                </c:pt>
                <c:pt idx="1648">
                  <c:v>3300</c:v>
                </c:pt>
                <c:pt idx="1649">
                  <c:v>3300</c:v>
                </c:pt>
                <c:pt idx="1650">
                  <c:v>3300</c:v>
                </c:pt>
                <c:pt idx="1651">
                  <c:v>3300</c:v>
                </c:pt>
                <c:pt idx="1652">
                  <c:v>3300</c:v>
                </c:pt>
                <c:pt idx="1653">
                  <c:v>3300</c:v>
                </c:pt>
                <c:pt idx="1654">
                  <c:v>3300</c:v>
                </c:pt>
                <c:pt idx="1655">
                  <c:v>3300</c:v>
                </c:pt>
                <c:pt idx="1656">
                  <c:v>3300</c:v>
                </c:pt>
                <c:pt idx="1657">
                  <c:v>3300</c:v>
                </c:pt>
                <c:pt idx="1658">
                  <c:v>3300</c:v>
                </c:pt>
                <c:pt idx="1659">
                  <c:v>3300</c:v>
                </c:pt>
                <c:pt idx="1660">
                  <c:v>3300</c:v>
                </c:pt>
                <c:pt idx="1661">
                  <c:v>3300</c:v>
                </c:pt>
                <c:pt idx="1662">
                  <c:v>3300</c:v>
                </c:pt>
                <c:pt idx="1663">
                  <c:v>3300</c:v>
                </c:pt>
                <c:pt idx="1664">
                  <c:v>3300</c:v>
                </c:pt>
                <c:pt idx="1665">
                  <c:v>3300</c:v>
                </c:pt>
                <c:pt idx="1666">
                  <c:v>3300</c:v>
                </c:pt>
                <c:pt idx="1667">
                  <c:v>3300</c:v>
                </c:pt>
                <c:pt idx="1668">
                  <c:v>3300</c:v>
                </c:pt>
                <c:pt idx="1669">
                  <c:v>3300</c:v>
                </c:pt>
                <c:pt idx="1670">
                  <c:v>3300</c:v>
                </c:pt>
                <c:pt idx="1671">
                  <c:v>3300</c:v>
                </c:pt>
                <c:pt idx="1672">
                  <c:v>3300</c:v>
                </c:pt>
                <c:pt idx="1673">
                  <c:v>3300</c:v>
                </c:pt>
                <c:pt idx="1674">
                  <c:v>3300</c:v>
                </c:pt>
                <c:pt idx="1675">
                  <c:v>3300</c:v>
                </c:pt>
                <c:pt idx="1676">
                  <c:v>3300</c:v>
                </c:pt>
                <c:pt idx="1677">
                  <c:v>3300</c:v>
                </c:pt>
                <c:pt idx="1678">
                  <c:v>3300</c:v>
                </c:pt>
                <c:pt idx="1679">
                  <c:v>3300</c:v>
                </c:pt>
                <c:pt idx="1680">
                  <c:v>3300</c:v>
                </c:pt>
                <c:pt idx="1681">
                  <c:v>3300</c:v>
                </c:pt>
                <c:pt idx="1682">
                  <c:v>3300</c:v>
                </c:pt>
                <c:pt idx="1683">
                  <c:v>3300</c:v>
                </c:pt>
                <c:pt idx="1684">
                  <c:v>3300</c:v>
                </c:pt>
                <c:pt idx="1685">
                  <c:v>3300</c:v>
                </c:pt>
                <c:pt idx="1686">
                  <c:v>3300</c:v>
                </c:pt>
                <c:pt idx="1687">
                  <c:v>3300</c:v>
                </c:pt>
                <c:pt idx="1688">
                  <c:v>3300</c:v>
                </c:pt>
                <c:pt idx="1689">
                  <c:v>3300</c:v>
                </c:pt>
                <c:pt idx="1690">
                  <c:v>3300</c:v>
                </c:pt>
                <c:pt idx="1691">
                  <c:v>3300</c:v>
                </c:pt>
                <c:pt idx="1692">
                  <c:v>3300</c:v>
                </c:pt>
                <c:pt idx="1693">
                  <c:v>3300</c:v>
                </c:pt>
                <c:pt idx="1694">
                  <c:v>3300</c:v>
                </c:pt>
                <c:pt idx="1695">
                  <c:v>3300</c:v>
                </c:pt>
                <c:pt idx="1696">
                  <c:v>3300</c:v>
                </c:pt>
                <c:pt idx="1697">
                  <c:v>3300</c:v>
                </c:pt>
                <c:pt idx="1698">
                  <c:v>3300</c:v>
                </c:pt>
                <c:pt idx="1699">
                  <c:v>3300</c:v>
                </c:pt>
                <c:pt idx="1700">
                  <c:v>3300</c:v>
                </c:pt>
                <c:pt idx="1701">
                  <c:v>3300</c:v>
                </c:pt>
                <c:pt idx="1702">
                  <c:v>3300</c:v>
                </c:pt>
                <c:pt idx="1703">
                  <c:v>3300</c:v>
                </c:pt>
                <c:pt idx="1704">
                  <c:v>3300</c:v>
                </c:pt>
                <c:pt idx="1705">
                  <c:v>3300</c:v>
                </c:pt>
                <c:pt idx="1706">
                  <c:v>3300</c:v>
                </c:pt>
                <c:pt idx="1707">
                  <c:v>3300</c:v>
                </c:pt>
                <c:pt idx="1708">
                  <c:v>3300</c:v>
                </c:pt>
                <c:pt idx="1709">
                  <c:v>3300</c:v>
                </c:pt>
                <c:pt idx="1710">
                  <c:v>3300</c:v>
                </c:pt>
                <c:pt idx="1711">
                  <c:v>3300</c:v>
                </c:pt>
                <c:pt idx="1712">
                  <c:v>3300</c:v>
                </c:pt>
                <c:pt idx="1713">
                  <c:v>3300</c:v>
                </c:pt>
                <c:pt idx="1714">
                  <c:v>3300</c:v>
                </c:pt>
                <c:pt idx="1715">
                  <c:v>3300</c:v>
                </c:pt>
                <c:pt idx="1716">
                  <c:v>3300</c:v>
                </c:pt>
                <c:pt idx="1717">
                  <c:v>3300</c:v>
                </c:pt>
                <c:pt idx="1718">
                  <c:v>3300</c:v>
                </c:pt>
                <c:pt idx="1719">
                  <c:v>3300</c:v>
                </c:pt>
                <c:pt idx="1720">
                  <c:v>3300</c:v>
                </c:pt>
                <c:pt idx="1721">
                  <c:v>3300</c:v>
                </c:pt>
                <c:pt idx="1722">
                  <c:v>3300</c:v>
                </c:pt>
                <c:pt idx="1723">
                  <c:v>3300</c:v>
                </c:pt>
                <c:pt idx="1724">
                  <c:v>3300</c:v>
                </c:pt>
                <c:pt idx="1725">
                  <c:v>3300</c:v>
                </c:pt>
                <c:pt idx="1726">
                  <c:v>3300</c:v>
                </c:pt>
                <c:pt idx="1727">
                  <c:v>3300</c:v>
                </c:pt>
                <c:pt idx="1728">
                  <c:v>3300</c:v>
                </c:pt>
                <c:pt idx="1729">
                  <c:v>3300</c:v>
                </c:pt>
                <c:pt idx="1730">
                  <c:v>3300</c:v>
                </c:pt>
                <c:pt idx="1731">
                  <c:v>3300</c:v>
                </c:pt>
                <c:pt idx="1732">
                  <c:v>3300</c:v>
                </c:pt>
                <c:pt idx="1733">
                  <c:v>3300</c:v>
                </c:pt>
                <c:pt idx="1734">
                  <c:v>3350</c:v>
                </c:pt>
                <c:pt idx="1735">
                  <c:v>3350</c:v>
                </c:pt>
                <c:pt idx="1736">
                  <c:v>3350</c:v>
                </c:pt>
                <c:pt idx="1737">
                  <c:v>3350</c:v>
                </c:pt>
                <c:pt idx="1738">
                  <c:v>3350</c:v>
                </c:pt>
                <c:pt idx="1739">
                  <c:v>3350</c:v>
                </c:pt>
                <c:pt idx="1740">
                  <c:v>3350</c:v>
                </c:pt>
                <c:pt idx="1741">
                  <c:v>3350</c:v>
                </c:pt>
                <c:pt idx="1742">
                  <c:v>3350</c:v>
                </c:pt>
                <c:pt idx="1743">
                  <c:v>3350</c:v>
                </c:pt>
                <c:pt idx="1744">
                  <c:v>3350</c:v>
                </c:pt>
                <c:pt idx="1745">
                  <c:v>3350</c:v>
                </c:pt>
                <c:pt idx="1746">
                  <c:v>3350</c:v>
                </c:pt>
                <c:pt idx="1747">
                  <c:v>3350</c:v>
                </c:pt>
                <c:pt idx="1748">
                  <c:v>3350</c:v>
                </c:pt>
                <c:pt idx="1749">
                  <c:v>3350</c:v>
                </c:pt>
                <c:pt idx="1750">
                  <c:v>3350</c:v>
                </c:pt>
                <c:pt idx="1751">
                  <c:v>3350</c:v>
                </c:pt>
                <c:pt idx="1752">
                  <c:v>3350</c:v>
                </c:pt>
                <c:pt idx="1753">
                  <c:v>3350</c:v>
                </c:pt>
                <c:pt idx="1754">
                  <c:v>3350</c:v>
                </c:pt>
                <c:pt idx="1755">
                  <c:v>3350</c:v>
                </c:pt>
                <c:pt idx="1756">
                  <c:v>3350</c:v>
                </c:pt>
                <c:pt idx="1757">
                  <c:v>3350</c:v>
                </c:pt>
                <c:pt idx="1758">
                  <c:v>3350</c:v>
                </c:pt>
                <c:pt idx="1759">
                  <c:v>3350</c:v>
                </c:pt>
                <c:pt idx="1760">
                  <c:v>3350</c:v>
                </c:pt>
                <c:pt idx="1761">
                  <c:v>3350</c:v>
                </c:pt>
                <c:pt idx="1762">
                  <c:v>3350</c:v>
                </c:pt>
                <c:pt idx="1763">
                  <c:v>3350</c:v>
                </c:pt>
                <c:pt idx="1764">
                  <c:v>3350</c:v>
                </c:pt>
                <c:pt idx="1765">
                  <c:v>3350</c:v>
                </c:pt>
                <c:pt idx="1766">
                  <c:v>3350</c:v>
                </c:pt>
                <c:pt idx="1767">
                  <c:v>3350</c:v>
                </c:pt>
                <c:pt idx="1768">
                  <c:v>3350</c:v>
                </c:pt>
                <c:pt idx="1769">
                  <c:v>3350</c:v>
                </c:pt>
                <c:pt idx="1770">
                  <c:v>3350</c:v>
                </c:pt>
                <c:pt idx="1771">
                  <c:v>3350</c:v>
                </c:pt>
                <c:pt idx="1772">
                  <c:v>3350</c:v>
                </c:pt>
                <c:pt idx="1773">
                  <c:v>3350</c:v>
                </c:pt>
                <c:pt idx="1774">
                  <c:v>3350</c:v>
                </c:pt>
                <c:pt idx="1775">
                  <c:v>3350</c:v>
                </c:pt>
                <c:pt idx="1776">
                  <c:v>3350</c:v>
                </c:pt>
                <c:pt idx="1777">
                  <c:v>3350</c:v>
                </c:pt>
                <c:pt idx="1778">
                  <c:v>3350</c:v>
                </c:pt>
                <c:pt idx="1779">
                  <c:v>3350</c:v>
                </c:pt>
                <c:pt idx="1780">
                  <c:v>3350</c:v>
                </c:pt>
                <c:pt idx="1781">
                  <c:v>3350</c:v>
                </c:pt>
                <c:pt idx="1782">
                  <c:v>3350</c:v>
                </c:pt>
                <c:pt idx="1783">
                  <c:v>3350</c:v>
                </c:pt>
                <c:pt idx="1784">
                  <c:v>3350</c:v>
                </c:pt>
                <c:pt idx="1785">
                  <c:v>3350</c:v>
                </c:pt>
                <c:pt idx="1786">
                  <c:v>3350</c:v>
                </c:pt>
                <c:pt idx="1787">
                  <c:v>3350</c:v>
                </c:pt>
                <c:pt idx="1788">
                  <c:v>3350</c:v>
                </c:pt>
                <c:pt idx="1789">
                  <c:v>3350</c:v>
                </c:pt>
                <c:pt idx="1790">
                  <c:v>3350</c:v>
                </c:pt>
                <c:pt idx="1791">
                  <c:v>3350</c:v>
                </c:pt>
                <c:pt idx="1792">
                  <c:v>3350</c:v>
                </c:pt>
                <c:pt idx="1793">
                  <c:v>3350</c:v>
                </c:pt>
                <c:pt idx="1794">
                  <c:v>3350</c:v>
                </c:pt>
                <c:pt idx="1795">
                  <c:v>3350</c:v>
                </c:pt>
                <c:pt idx="1796">
                  <c:v>3350</c:v>
                </c:pt>
                <c:pt idx="1797">
                  <c:v>3350</c:v>
                </c:pt>
                <c:pt idx="1798">
                  <c:v>3350</c:v>
                </c:pt>
                <c:pt idx="1799">
                  <c:v>3350</c:v>
                </c:pt>
                <c:pt idx="1800">
                  <c:v>3350</c:v>
                </c:pt>
                <c:pt idx="1801">
                  <c:v>3350</c:v>
                </c:pt>
                <c:pt idx="1802">
                  <c:v>3350</c:v>
                </c:pt>
                <c:pt idx="1803">
                  <c:v>3350</c:v>
                </c:pt>
                <c:pt idx="1804">
                  <c:v>3350</c:v>
                </c:pt>
                <c:pt idx="1805">
                  <c:v>3350</c:v>
                </c:pt>
                <c:pt idx="1806">
                  <c:v>3350</c:v>
                </c:pt>
                <c:pt idx="1807">
                  <c:v>3350</c:v>
                </c:pt>
                <c:pt idx="1808">
                  <c:v>3350</c:v>
                </c:pt>
                <c:pt idx="1809">
                  <c:v>3350</c:v>
                </c:pt>
                <c:pt idx="1810">
                  <c:v>3350</c:v>
                </c:pt>
                <c:pt idx="1811">
                  <c:v>3350</c:v>
                </c:pt>
                <c:pt idx="1812">
                  <c:v>3350</c:v>
                </c:pt>
                <c:pt idx="1813">
                  <c:v>3350</c:v>
                </c:pt>
                <c:pt idx="1814">
                  <c:v>3350</c:v>
                </c:pt>
                <c:pt idx="1815">
                  <c:v>3350</c:v>
                </c:pt>
                <c:pt idx="1816">
                  <c:v>3350</c:v>
                </c:pt>
                <c:pt idx="1817">
                  <c:v>3350</c:v>
                </c:pt>
                <c:pt idx="1818">
                  <c:v>3350</c:v>
                </c:pt>
                <c:pt idx="1819">
                  <c:v>3350</c:v>
                </c:pt>
                <c:pt idx="1820">
                  <c:v>3350</c:v>
                </c:pt>
                <c:pt idx="1821">
                  <c:v>3350</c:v>
                </c:pt>
                <c:pt idx="1822">
                  <c:v>3350</c:v>
                </c:pt>
                <c:pt idx="1823">
                  <c:v>3350</c:v>
                </c:pt>
                <c:pt idx="1824">
                  <c:v>3350</c:v>
                </c:pt>
                <c:pt idx="1825">
                  <c:v>3350</c:v>
                </c:pt>
                <c:pt idx="1826">
                  <c:v>3350</c:v>
                </c:pt>
                <c:pt idx="1827">
                  <c:v>3350</c:v>
                </c:pt>
                <c:pt idx="1828">
                  <c:v>3350</c:v>
                </c:pt>
                <c:pt idx="1829">
                  <c:v>3350</c:v>
                </c:pt>
                <c:pt idx="1830">
                  <c:v>3350</c:v>
                </c:pt>
                <c:pt idx="1831">
                  <c:v>3350</c:v>
                </c:pt>
                <c:pt idx="1832">
                  <c:v>3350</c:v>
                </c:pt>
                <c:pt idx="1833">
                  <c:v>3350</c:v>
                </c:pt>
                <c:pt idx="1834">
                  <c:v>3350</c:v>
                </c:pt>
                <c:pt idx="1835">
                  <c:v>3350</c:v>
                </c:pt>
                <c:pt idx="1836">
                  <c:v>3350</c:v>
                </c:pt>
                <c:pt idx="1837">
                  <c:v>3350</c:v>
                </c:pt>
                <c:pt idx="1838">
                  <c:v>3350</c:v>
                </c:pt>
                <c:pt idx="1839">
                  <c:v>3350</c:v>
                </c:pt>
                <c:pt idx="1840">
                  <c:v>3350</c:v>
                </c:pt>
                <c:pt idx="1841">
                  <c:v>3350</c:v>
                </c:pt>
                <c:pt idx="1842">
                  <c:v>3350</c:v>
                </c:pt>
                <c:pt idx="1843">
                  <c:v>3350</c:v>
                </c:pt>
                <c:pt idx="1844">
                  <c:v>3350</c:v>
                </c:pt>
                <c:pt idx="1845">
                  <c:v>3350</c:v>
                </c:pt>
                <c:pt idx="1846">
                  <c:v>3350</c:v>
                </c:pt>
                <c:pt idx="1847">
                  <c:v>3350</c:v>
                </c:pt>
                <c:pt idx="1848">
                  <c:v>3350</c:v>
                </c:pt>
                <c:pt idx="1849">
                  <c:v>3350</c:v>
                </c:pt>
                <c:pt idx="1850">
                  <c:v>3350</c:v>
                </c:pt>
                <c:pt idx="1851">
                  <c:v>3350</c:v>
                </c:pt>
                <c:pt idx="1852">
                  <c:v>3350</c:v>
                </c:pt>
                <c:pt idx="1853">
                  <c:v>3350</c:v>
                </c:pt>
                <c:pt idx="1854">
                  <c:v>3350</c:v>
                </c:pt>
                <c:pt idx="1855">
                  <c:v>3350</c:v>
                </c:pt>
                <c:pt idx="1856">
                  <c:v>3350</c:v>
                </c:pt>
                <c:pt idx="1857">
                  <c:v>3350</c:v>
                </c:pt>
                <c:pt idx="1858">
                  <c:v>3350</c:v>
                </c:pt>
                <c:pt idx="1859">
                  <c:v>3350</c:v>
                </c:pt>
                <c:pt idx="1860">
                  <c:v>3350</c:v>
                </c:pt>
                <c:pt idx="1861">
                  <c:v>3350</c:v>
                </c:pt>
                <c:pt idx="1862">
                  <c:v>3350</c:v>
                </c:pt>
                <c:pt idx="1863">
                  <c:v>3350</c:v>
                </c:pt>
                <c:pt idx="1864">
                  <c:v>3350</c:v>
                </c:pt>
                <c:pt idx="1865">
                  <c:v>3350</c:v>
                </c:pt>
                <c:pt idx="1866">
                  <c:v>3350</c:v>
                </c:pt>
                <c:pt idx="1867">
                  <c:v>3350</c:v>
                </c:pt>
                <c:pt idx="1868">
                  <c:v>3350</c:v>
                </c:pt>
                <c:pt idx="1869">
                  <c:v>3350</c:v>
                </c:pt>
                <c:pt idx="1870">
                  <c:v>3350</c:v>
                </c:pt>
                <c:pt idx="1871">
                  <c:v>3350</c:v>
                </c:pt>
                <c:pt idx="1872">
                  <c:v>3350</c:v>
                </c:pt>
                <c:pt idx="1873">
                  <c:v>3350</c:v>
                </c:pt>
                <c:pt idx="1874">
                  <c:v>3350</c:v>
                </c:pt>
                <c:pt idx="1875">
                  <c:v>3350</c:v>
                </c:pt>
                <c:pt idx="1876">
                  <c:v>3350</c:v>
                </c:pt>
                <c:pt idx="1877">
                  <c:v>3350</c:v>
                </c:pt>
                <c:pt idx="1878">
                  <c:v>3350</c:v>
                </c:pt>
                <c:pt idx="1879">
                  <c:v>3350</c:v>
                </c:pt>
                <c:pt idx="1880">
                  <c:v>3350</c:v>
                </c:pt>
                <c:pt idx="1881">
                  <c:v>3350</c:v>
                </c:pt>
                <c:pt idx="1882">
                  <c:v>3350</c:v>
                </c:pt>
                <c:pt idx="1883">
                  <c:v>3350</c:v>
                </c:pt>
                <c:pt idx="1884">
                  <c:v>3350</c:v>
                </c:pt>
                <c:pt idx="1885">
                  <c:v>3350</c:v>
                </c:pt>
                <c:pt idx="1886">
                  <c:v>3350</c:v>
                </c:pt>
                <c:pt idx="1887">
                  <c:v>3350</c:v>
                </c:pt>
                <c:pt idx="1888">
                  <c:v>3350</c:v>
                </c:pt>
                <c:pt idx="1889">
                  <c:v>3350</c:v>
                </c:pt>
                <c:pt idx="1890">
                  <c:v>3350</c:v>
                </c:pt>
                <c:pt idx="1891">
                  <c:v>3350</c:v>
                </c:pt>
                <c:pt idx="1892">
                  <c:v>3350</c:v>
                </c:pt>
                <c:pt idx="1893">
                  <c:v>3350</c:v>
                </c:pt>
                <c:pt idx="1894">
                  <c:v>3350</c:v>
                </c:pt>
                <c:pt idx="1895">
                  <c:v>3350</c:v>
                </c:pt>
                <c:pt idx="1896">
                  <c:v>3350</c:v>
                </c:pt>
                <c:pt idx="1897">
                  <c:v>3350</c:v>
                </c:pt>
                <c:pt idx="1898">
                  <c:v>3350</c:v>
                </c:pt>
                <c:pt idx="1899">
                  <c:v>3350</c:v>
                </c:pt>
                <c:pt idx="1900">
                  <c:v>3350</c:v>
                </c:pt>
                <c:pt idx="1901">
                  <c:v>3350</c:v>
                </c:pt>
                <c:pt idx="1902">
                  <c:v>3350</c:v>
                </c:pt>
                <c:pt idx="1903">
                  <c:v>3350</c:v>
                </c:pt>
                <c:pt idx="1904">
                  <c:v>3350</c:v>
                </c:pt>
                <c:pt idx="1905">
                  <c:v>3350</c:v>
                </c:pt>
                <c:pt idx="1906">
                  <c:v>3350</c:v>
                </c:pt>
                <c:pt idx="1907">
                  <c:v>3350</c:v>
                </c:pt>
                <c:pt idx="1908">
                  <c:v>3350</c:v>
                </c:pt>
                <c:pt idx="1909">
                  <c:v>3350</c:v>
                </c:pt>
                <c:pt idx="1910">
                  <c:v>3350</c:v>
                </c:pt>
                <c:pt idx="1911">
                  <c:v>3350</c:v>
                </c:pt>
                <c:pt idx="1912">
                  <c:v>3350</c:v>
                </c:pt>
                <c:pt idx="1913">
                  <c:v>3350</c:v>
                </c:pt>
                <c:pt idx="1914">
                  <c:v>3350</c:v>
                </c:pt>
                <c:pt idx="1915">
                  <c:v>3350</c:v>
                </c:pt>
                <c:pt idx="1916">
                  <c:v>3350</c:v>
                </c:pt>
                <c:pt idx="1917">
                  <c:v>3350</c:v>
                </c:pt>
                <c:pt idx="1918">
                  <c:v>3350</c:v>
                </c:pt>
                <c:pt idx="1919">
                  <c:v>3350</c:v>
                </c:pt>
                <c:pt idx="1920">
                  <c:v>3350</c:v>
                </c:pt>
                <c:pt idx="1921">
                  <c:v>3350</c:v>
                </c:pt>
                <c:pt idx="1922">
                  <c:v>3350</c:v>
                </c:pt>
                <c:pt idx="1923">
                  <c:v>3350</c:v>
                </c:pt>
                <c:pt idx="1924">
                  <c:v>3350</c:v>
                </c:pt>
                <c:pt idx="1925">
                  <c:v>3350</c:v>
                </c:pt>
                <c:pt idx="1926">
                  <c:v>3350</c:v>
                </c:pt>
                <c:pt idx="1927">
                  <c:v>3350</c:v>
                </c:pt>
                <c:pt idx="1928">
                  <c:v>3350</c:v>
                </c:pt>
                <c:pt idx="1929">
                  <c:v>3350</c:v>
                </c:pt>
                <c:pt idx="1930">
                  <c:v>3350</c:v>
                </c:pt>
                <c:pt idx="1931">
                  <c:v>3350</c:v>
                </c:pt>
                <c:pt idx="1932">
                  <c:v>3350</c:v>
                </c:pt>
                <c:pt idx="1933">
                  <c:v>3350</c:v>
                </c:pt>
                <c:pt idx="1934">
                  <c:v>3350</c:v>
                </c:pt>
                <c:pt idx="1935">
                  <c:v>3350</c:v>
                </c:pt>
                <c:pt idx="1936">
                  <c:v>3350</c:v>
                </c:pt>
                <c:pt idx="1937">
                  <c:v>3350</c:v>
                </c:pt>
                <c:pt idx="1938">
                  <c:v>3350</c:v>
                </c:pt>
                <c:pt idx="1939">
                  <c:v>3350</c:v>
                </c:pt>
                <c:pt idx="1940">
                  <c:v>3350</c:v>
                </c:pt>
                <c:pt idx="1941">
                  <c:v>3350</c:v>
                </c:pt>
                <c:pt idx="1942">
                  <c:v>3350</c:v>
                </c:pt>
                <c:pt idx="1943">
                  <c:v>3350</c:v>
                </c:pt>
                <c:pt idx="1944">
                  <c:v>3350</c:v>
                </c:pt>
                <c:pt idx="1945">
                  <c:v>3350</c:v>
                </c:pt>
                <c:pt idx="1946">
                  <c:v>3350</c:v>
                </c:pt>
                <c:pt idx="1947">
                  <c:v>3350</c:v>
                </c:pt>
                <c:pt idx="1948">
                  <c:v>3350</c:v>
                </c:pt>
                <c:pt idx="1949">
                  <c:v>3350</c:v>
                </c:pt>
                <c:pt idx="1950">
                  <c:v>3350</c:v>
                </c:pt>
                <c:pt idx="1951">
                  <c:v>3350</c:v>
                </c:pt>
                <c:pt idx="1952">
                  <c:v>3350</c:v>
                </c:pt>
                <c:pt idx="1953">
                  <c:v>3350</c:v>
                </c:pt>
                <c:pt idx="1954">
                  <c:v>3350</c:v>
                </c:pt>
                <c:pt idx="1955">
                  <c:v>3350</c:v>
                </c:pt>
                <c:pt idx="1956">
                  <c:v>3350</c:v>
                </c:pt>
                <c:pt idx="1957">
                  <c:v>3350</c:v>
                </c:pt>
                <c:pt idx="1958">
                  <c:v>3350</c:v>
                </c:pt>
                <c:pt idx="1959">
                  <c:v>3350</c:v>
                </c:pt>
                <c:pt idx="1960">
                  <c:v>3350</c:v>
                </c:pt>
                <c:pt idx="1961">
                  <c:v>3350</c:v>
                </c:pt>
                <c:pt idx="1962">
                  <c:v>3350</c:v>
                </c:pt>
                <c:pt idx="1963">
                  <c:v>3350</c:v>
                </c:pt>
                <c:pt idx="1964">
                  <c:v>3350</c:v>
                </c:pt>
                <c:pt idx="1965">
                  <c:v>3350</c:v>
                </c:pt>
                <c:pt idx="1966">
                  <c:v>3350</c:v>
                </c:pt>
                <c:pt idx="1967">
                  <c:v>3350</c:v>
                </c:pt>
                <c:pt idx="1968">
                  <c:v>3350</c:v>
                </c:pt>
                <c:pt idx="1969">
                  <c:v>3350</c:v>
                </c:pt>
                <c:pt idx="1970">
                  <c:v>3350</c:v>
                </c:pt>
                <c:pt idx="1971">
                  <c:v>3350</c:v>
                </c:pt>
                <c:pt idx="1972">
                  <c:v>3350</c:v>
                </c:pt>
                <c:pt idx="1973">
                  <c:v>3350</c:v>
                </c:pt>
                <c:pt idx="1974">
                  <c:v>3350</c:v>
                </c:pt>
                <c:pt idx="1975">
                  <c:v>3350</c:v>
                </c:pt>
                <c:pt idx="1976">
                  <c:v>3350</c:v>
                </c:pt>
                <c:pt idx="1977">
                  <c:v>3350</c:v>
                </c:pt>
                <c:pt idx="1978">
                  <c:v>3350</c:v>
                </c:pt>
                <c:pt idx="1979">
                  <c:v>3350</c:v>
                </c:pt>
                <c:pt idx="1980">
                  <c:v>3350</c:v>
                </c:pt>
                <c:pt idx="1981">
                  <c:v>3350</c:v>
                </c:pt>
                <c:pt idx="1982">
                  <c:v>3350</c:v>
                </c:pt>
                <c:pt idx="1983">
                  <c:v>3350</c:v>
                </c:pt>
                <c:pt idx="1984">
                  <c:v>3350</c:v>
                </c:pt>
                <c:pt idx="1985">
                  <c:v>3350</c:v>
                </c:pt>
                <c:pt idx="1986">
                  <c:v>3350</c:v>
                </c:pt>
                <c:pt idx="1987">
                  <c:v>3350</c:v>
                </c:pt>
                <c:pt idx="1988">
                  <c:v>3350</c:v>
                </c:pt>
                <c:pt idx="1989">
                  <c:v>3350</c:v>
                </c:pt>
                <c:pt idx="1990">
                  <c:v>3350</c:v>
                </c:pt>
                <c:pt idx="1991">
                  <c:v>3350</c:v>
                </c:pt>
                <c:pt idx="1992">
                  <c:v>3350</c:v>
                </c:pt>
                <c:pt idx="1993">
                  <c:v>3350</c:v>
                </c:pt>
                <c:pt idx="1994">
                  <c:v>3350</c:v>
                </c:pt>
                <c:pt idx="1995">
                  <c:v>3350</c:v>
                </c:pt>
                <c:pt idx="1996">
                  <c:v>3350</c:v>
                </c:pt>
                <c:pt idx="1997">
                  <c:v>3350</c:v>
                </c:pt>
                <c:pt idx="1998">
                  <c:v>3350</c:v>
                </c:pt>
                <c:pt idx="1999">
                  <c:v>3350</c:v>
                </c:pt>
                <c:pt idx="2000">
                  <c:v>3350</c:v>
                </c:pt>
                <c:pt idx="2001">
                  <c:v>3350</c:v>
                </c:pt>
                <c:pt idx="2002">
                  <c:v>3350</c:v>
                </c:pt>
                <c:pt idx="2003">
                  <c:v>3350</c:v>
                </c:pt>
                <c:pt idx="2004">
                  <c:v>3350</c:v>
                </c:pt>
                <c:pt idx="2005">
                  <c:v>3350</c:v>
                </c:pt>
                <c:pt idx="2006">
                  <c:v>3350</c:v>
                </c:pt>
                <c:pt idx="2007">
                  <c:v>3350</c:v>
                </c:pt>
                <c:pt idx="2008">
                  <c:v>3350</c:v>
                </c:pt>
                <c:pt idx="2009">
                  <c:v>3300</c:v>
                </c:pt>
                <c:pt idx="2010">
                  <c:v>3300</c:v>
                </c:pt>
                <c:pt idx="2011">
                  <c:v>3300</c:v>
                </c:pt>
                <c:pt idx="2012">
                  <c:v>3300</c:v>
                </c:pt>
                <c:pt idx="2013">
                  <c:v>3300</c:v>
                </c:pt>
                <c:pt idx="2014">
                  <c:v>3300</c:v>
                </c:pt>
                <c:pt idx="2015">
                  <c:v>3300</c:v>
                </c:pt>
                <c:pt idx="2016">
                  <c:v>3300</c:v>
                </c:pt>
                <c:pt idx="2017">
                  <c:v>3300</c:v>
                </c:pt>
                <c:pt idx="2018">
                  <c:v>3300</c:v>
                </c:pt>
                <c:pt idx="2019">
                  <c:v>3300</c:v>
                </c:pt>
                <c:pt idx="2020">
                  <c:v>3300</c:v>
                </c:pt>
                <c:pt idx="2021">
                  <c:v>3300</c:v>
                </c:pt>
                <c:pt idx="2022">
                  <c:v>3300</c:v>
                </c:pt>
                <c:pt idx="2023">
                  <c:v>3300</c:v>
                </c:pt>
                <c:pt idx="2024">
                  <c:v>3300</c:v>
                </c:pt>
                <c:pt idx="2025">
                  <c:v>3300</c:v>
                </c:pt>
                <c:pt idx="2026">
                  <c:v>3300</c:v>
                </c:pt>
                <c:pt idx="2027">
                  <c:v>3300</c:v>
                </c:pt>
                <c:pt idx="2028">
                  <c:v>3300</c:v>
                </c:pt>
                <c:pt idx="2029">
                  <c:v>3300</c:v>
                </c:pt>
                <c:pt idx="2030">
                  <c:v>3300</c:v>
                </c:pt>
                <c:pt idx="2031">
                  <c:v>3300</c:v>
                </c:pt>
                <c:pt idx="2032">
                  <c:v>3300</c:v>
                </c:pt>
                <c:pt idx="2033">
                  <c:v>3300</c:v>
                </c:pt>
                <c:pt idx="2034">
                  <c:v>3300</c:v>
                </c:pt>
                <c:pt idx="2035">
                  <c:v>3300</c:v>
                </c:pt>
                <c:pt idx="2036">
                  <c:v>3300</c:v>
                </c:pt>
                <c:pt idx="2037">
                  <c:v>3300</c:v>
                </c:pt>
                <c:pt idx="2038">
                  <c:v>3300</c:v>
                </c:pt>
                <c:pt idx="2039">
                  <c:v>3300</c:v>
                </c:pt>
                <c:pt idx="2040">
                  <c:v>3300</c:v>
                </c:pt>
                <c:pt idx="2041">
                  <c:v>3350</c:v>
                </c:pt>
                <c:pt idx="2042">
                  <c:v>3350</c:v>
                </c:pt>
                <c:pt idx="2043">
                  <c:v>3350</c:v>
                </c:pt>
                <c:pt idx="2044">
                  <c:v>3350</c:v>
                </c:pt>
                <c:pt idx="2045">
                  <c:v>3350</c:v>
                </c:pt>
                <c:pt idx="2046">
                  <c:v>3350</c:v>
                </c:pt>
                <c:pt idx="2047">
                  <c:v>3350</c:v>
                </c:pt>
                <c:pt idx="2048">
                  <c:v>3350</c:v>
                </c:pt>
                <c:pt idx="2049">
                  <c:v>3350</c:v>
                </c:pt>
                <c:pt idx="2050">
                  <c:v>3350</c:v>
                </c:pt>
                <c:pt idx="2051">
                  <c:v>3350</c:v>
                </c:pt>
                <c:pt idx="2052">
                  <c:v>3350</c:v>
                </c:pt>
                <c:pt idx="2053">
                  <c:v>3350</c:v>
                </c:pt>
                <c:pt idx="2054">
                  <c:v>3350</c:v>
                </c:pt>
                <c:pt idx="2055">
                  <c:v>3350</c:v>
                </c:pt>
                <c:pt idx="2056">
                  <c:v>3350</c:v>
                </c:pt>
                <c:pt idx="2057">
                  <c:v>3350</c:v>
                </c:pt>
                <c:pt idx="2058">
                  <c:v>3350</c:v>
                </c:pt>
                <c:pt idx="2059">
                  <c:v>3350</c:v>
                </c:pt>
                <c:pt idx="2060">
                  <c:v>3350</c:v>
                </c:pt>
                <c:pt idx="2061">
                  <c:v>3350</c:v>
                </c:pt>
                <c:pt idx="2062">
                  <c:v>3350</c:v>
                </c:pt>
                <c:pt idx="2063">
                  <c:v>3350</c:v>
                </c:pt>
                <c:pt idx="2064">
                  <c:v>3350</c:v>
                </c:pt>
                <c:pt idx="2065">
                  <c:v>3350</c:v>
                </c:pt>
                <c:pt idx="2066">
                  <c:v>3350</c:v>
                </c:pt>
                <c:pt idx="2067">
                  <c:v>3350</c:v>
                </c:pt>
                <c:pt idx="2068">
                  <c:v>3350</c:v>
                </c:pt>
                <c:pt idx="2069">
                  <c:v>3350</c:v>
                </c:pt>
                <c:pt idx="2070">
                  <c:v>3350</c:v>
                </c:pt>
                <c:pt idx="2071">
                  <c:v>3350</c:v>
                </c:pt>
                <c:pt idx="2072">
                  <c:v>3350</c:v>
                </c:pt>
                <c:pt idx="2073">
                  <c:v>3350</c:v>
                </c:pt>
                <c:pt idx="2074">
                  <c:v>3350</c:v>
                </c:pt>
                <c:pt idx="2075">
                  <c:v>3350</c:v>
                </c:pt>
                <c:pt idx="2076">
                  <c:v>3350</c:v>
                </c:pt>
                <c:pt idx="2077">
                  <c:v>3350</c:v>
                </c:pt>
                <c:pt idx="2078">
                  <c:v>3350</c:v>
                </c:pt>
                <c:pt idx="2079">
                  <c:v>3350</c:v>
                </c:pt>
                <c:pt idx="2080">
                  <c:v>3350</c:v>
                </c:pt>
                <c:pt idx="2081">
                  <c:v>3350</c:v>
                </c:pt>
                <c:pt idx="2082">
                  <c:v>3350</c:v>
                </c:pt>
                <c:pt idx="2083">
                  <c:v>3400</c:v>
                </c:pt>
                <c:pt idx="2084">
                  <c:v>3400</c:v>
                </c:pt>
                <c:pt idx="2085">
                  <c:v>3400</c:v>
                </c:pt>
                <c:pt idx="2086">
                  <c:v>3400</c:v>
                </c:pt>
                <c:pt idx="2087">
                  <c:v>3400</c:v>
                </c:pt>
                <c:pt idx="2088">
                  <c:v>3400</c:v>
                </c:pt>
                <c:pt idx="2089">
                  <c:v>3400</c:v>
                </c:pt>
                <c:pt idx="2090">
                  <c:v>3400</c:v>
                </c:pt>
                <c:pt idx="2091">
                  <c:v>3400</c:v>
                </c:pt>
                <c:pt idx="2092">
                  <c:v>3400</c:v>
                </c:pt>
                <c:pt idx="2093">
                  <c:v>3375</c:v>
                </c:pt>
                <c:pt idx="2094">
                  <c:v>3375</c:v>
                </c:pt>
                <c:pt idx="2095">
                  <c:v>3375</c:v>
                </c:pt>
                <c:pt idx="2096">
                  <c:v>3375</c:v>
                </c:pt>
                <c:pt idx="2097">
                  <c:v>3375</c:v>
                </c:pt>
                <c:pt idx="2098">
                  <c:v>3375</c:v>
                </c:pt>
                <c:pt idx="2099">
                  <c:v>3375</c:v>
                </c:pt>
                <c:pt idx="2100">
                  <c:v>3375</c:v>
                </c:pt>
                <c:pt idx="2101">
                  <c:v>3375</c:v>
                </c:pt>
                <c:pt idx="2102">
                  <c:v>3375</c:v>
                </c:pt>
                <c:pt idx="2103">
                  <c:v>3375</c:v>
                </c:pt>
                <c:pt idx="2104">
                  <c:v>3375</c:v>
                </c:pt>
                <c:pt idx="2105">
                  <c:v>3375</c:v>
                </c:pt>
                <c:pt idx="2106">
                  <c:v>3375</c:v>
                </c:pt>
                <c:pt idx="2107">
                  <c:v>3375</c:v>
                </c:pt>
                <c:pt idx="2108">
                  <c:v>3375</c:v>
                </c:pt>
                <c:pt idx="2109">
                  <c:v>3375</c:v>
                </c:pt>
                <c:pt idx="2110">
                  <c:v>3375</c:v>
                </c:pt>
                <c:pt idx="2111">
                  <c:v>3375</c:v>
                </c:pt>
                <c:pt idx="2112">
                  <c:v>3375</c:v>
                </c:pt>
                <c:pt idx="2113">
                  <c:v>3375</c:v>
                </c:pt>
                <c:pt idx="2114">
                  <c:v>3375</c:v>
                </c:pt>
                <c:pt idx="2115">
                  <c:v>3375</c:v>
                </c:pt>
                <c:pt idx="2116">
                  <c:v>3375</c:v>
                </c:pt>
                <c:pt idx="2117">
                  <c:v>3375</c:v>
                </c:pt>
                <c:pt idx="2118">
                  <c:v>3375</c:v>
                </c:pt>
                <c:pt idx="2119">
                  <c:v>3375</c:v>
                </c:pt>
                <c:pt idx="2120">
                  <c:v>3375</c:v>
                </c:pt>
                <c:pt idx="2121">
                  <c:v>3375</c:v>
                </c:pt>
                <c:pt idx="2122">
                  <c:v>3375</c:v>
                </c:pt>
                <c:pt idx="2123">
                  <c:v>3375</c:v>
                </c:pt>
                <c:pt idx="2124">
                  <c:v>3375</c:v>
                </c:pt>
                <c:pt idx="2125">
                  <c:v>3375</c:v>
                </c:pt>
                <c:pt idx="2126">
                  <c:v>3375</c:v>
                </c:pt>
                <c:pt idx="2127">
                  <c:v>3375</c:v>
                </c:pt>
                <c:pt idx="2128">
                  <c:v>3375</c:v>
                </c:pt>
                <c:pt idx="2129">
                  <c:v>3375</c:v>
                </c:pt>
                <c:pt idx="2130">
                  <c:v>3375</c:v>
                </c:pt>
                <c:pt idx="2131">
                  <c:v>3375</c:v>
                </c:pt>
                <c:pt idx="2132">
                  <c:v>3375</c:v>
                </c:pt>
                <c:pt idx="2133">
                  <c:v>3375</c:v>
                </c:pt>
                <c:pt idx="2134">
                  <c:v>3375</c:v>
                </c:pt>
                <c:pt idx="2135">
                  <c:v>3375</c:v>
                </c:pt>
                <c:pt idx="2136">
                  <c:v>3375</c:v>
                </c:pt>
                <c:pt idx="2137">
                  <c:v>3375</c:v>
                </c:pt>
                <c:pt idx="2138">
                  <c:v>3375</c:v>
                </c:pt>
                <c:pt idx="2139">
                  <c:v>3375</c:v>
                </c:pt>
                <c:pt idx="2140">
                  <c:v>3375</c:v>
                </c:pt>
                <c:pt idx="2141">
                  <c:v>3375</c:v>
                </c:pt>
                <c:pt idx="2142">
                  <c:v>3375</c:v>
                </c:pt>
                <c:pt idx="2143">
                  <c:v>3375</c:v>
                </c:pt>
                <c:pt idx="2144">
                  <c:v>3375</c:v>
                </c:pt>
                <c:pt idx="2145">
                  <c:v>3375</c:v>
                </c:pt>
                <c:pt idx="2146">
                  <c:v>3375</c:v>
                </c:pt>
                <c:pt idx="2147">
                  <c:v>3375</c:v>
                </c:pt>
                <c:pt idx="2148">
                  <c:v>3375</c:v>
                </c:pt>
                <c:pt idx="2149">
                  <c:v>3350</c:v>
                </c:pt>
                <c:pt idx="2150">
                  <c:v>3350</c:v>
                </c:pt>
                <c:pt idx="2151">
                  <c:v>3350</c:v>
                </c:pt>
                <c:pt idx="2152">
                  <c:v>3350</c:v>
                </c:pt>
                <c:pt idx="2153">
                  <c:v>3350</c:v>
                </c:pt>
                <c:pt idx="2154">
                  <c:v>3350</c:v>
                </c:pt>
                <c:pt idx="2155">
                  <c:v>3350</c:v>
                </c:pt>
                <c:pt idx="2156">
                  <c:v>3350</c:v>
                </c:pt>
                <c:pt idx="2157">
                  <c:v>3350</c:v>
                </c:pt>
                <c:pt idx="2158">
                  <c:v>3350</c:v>
                </c:pt>
                <c:pt idx="2159">
                  <c:v>3350</c:v>
                </c:pt>
                <c:pt idx="2160">
                  <c:v>3350</c:v>
                </c:pt>
                <c:pt idx="2161">
                  <c:v>3350</c:v>
                </c:pt>
                <c:pt idx="2162">
                  <c:v>3350</c:v>
                </c:pt>
                <c:pt idx="2163">
                  <c:v>3350</c:v>
                </c:pt>
                <c:pt idx="2164">
                  <c:v>3350</c:v>
                </c:pt>
                <c:pt idx="2165">
                  <c:v>3350</c:v>
                </c:pt>
                <c:pt idx="2166">
                  <c:v>3350</c:v>
                </c:pt>
                <c:pt idx="2167">
                  <c:v>3350</c:v>
                </c:pt>
                <c:pt idx="2168">
                  <c:v>3350</c:v>
                </c:pt>
                <c:pt idx="2169">
                  <c:v>3350</c:v>
                </c:pt>
                <c:pt idx="2170">
                  <c:v>3350</c:v>
                </c:pt>
                <c:pt idx="2171">
                  <c:v>3350</c:v>
                </c:pt>
                <c:pt idx="2172">
                  <c:v>3350</c:v>
                </c:pt>
                <c:pt idx="2173">
                  <c:v>3350</c:v>
                </c:pt>
                <c:pt idx="2174">
                  <c:v>3350</c:v>
                </c:pt>
                <c:pt idx="2175">
                  <c:v>3350</c:v>
                </c:pt>
                <c:pt idx="2176">
                  <c:v>3350</c:v>
                </c:pt>
                <c:pt idx="2177">
                  <c:v>3350</c:v>
                </c:pt>
                <c:pt idx="2178">
                  <c:v>3350</c:v>
                </c:pt>
                <c:pt idx="2179">
                  <c:v>3350</c:v>
                </c:pt>
                <c:pt idx="2180">
                  <c:v>3350</c:v>
                </c:pt>
                <c:pt idx="2181">
                  <c:v>3350</c:v>
                </c:pt>
                <c:pt idx="2182">
                  <c:v>3350</c:v>
                </c:pt>
                <c:pt idx="2183">
                  <c:v>3350</c:v>
                </c:pt>
                <c:pt idx="2184">
                  <c:v>3350</c:v>
                </c:pt>
                <c:pt idx="2185">
                  <c:v>3350</c:v>
                </c:pt>
                <c:pt idx="2186">
                  <c:v>3350</c:v>
                </c:pt>
                <c:pt idx="2187">
                  <c:v>3350</c:v>
                </c:pt>
                <c:pt idx="2188">
                  <c:v>3350</c:v>
                </c:pt>
                <c:pt idx="2189">
                  <c:v>3350</c:v>
                </c:pt>
                <c:pt idx="2190">
                  <c:v>3350</c:v>
                </c:pt>
                <c:pt idx="2191">
                  <c:v>3350</c:v>
                </c:pt>
                <c:pt idx="2192">
                  <c:v>3350</c:v>
                </c:pt>
                <c:pt idx="2193">
                  <c:v>3350</c:v>
                </c:pt>
                <c:pt idx="2194">
                  <c:v>3350</c:v>
                </c:pt>
                <c:pt idx="2195">
                  <c:v>3350</c:v>
                </c:pt>
                <c:pt idx="2196">
                  <c:v>3350</c:v>
                </c:pt>
                <c:pt idx="2197">
                  <c:v>3350</c:v>
                </c:pt>
                <c:pt idx="2198">
                  <c:v>3350</c:v>
                </c:pt>
                <c:pt idx="2199">
                  <c:v>3350</c:v>
                </c:pt>
                <c:pt idx="2200">
                  <c:v>3350</c:v>
                </c:pt>
                <c:pt idx="2201">
                  <c:v>3350</c:v>
                </c:pt>
                <c:pt idx="2202">
                  <c:v>3350</c:v>
                </c:pt>
                <c:pt idx="2203">
                  <c:v>3350</c:v>
                </c:pt>
                <c:pt idx="2204">
                  <c:v>3350</c:v>
                </c:pt>
                <c:pt idx="2205">
                  <c:v>3350</c:v>
                </c:pt>
                <c:pt idx="2206">
                  <c:v>3350</c:v>
                </c:pt>
                <c:pt idx="2207">
                  <c:v>3350</c:v>
                </c:pt>
                <c:pt idx="2208">
                  <c:v>3350</c:v>
                </c:pt>
                <c:pt idx="2209">
                  <c:v>3350</c:v>
                </c:pt>
                <c:pt idx="2210">
                  <c:v>3350</c:v>
                </c:pt>
                <c:pt idx="2211">
                  <c:v>3350</c:v>
                </c:pt>
                <c:pt idx="2212">
                  <c:v>3350</c:v>
                </c:pt>
                <c:pt idx="2213">
                  <c:v>3350</c:v>
                </c:pt>
                <c:pt idx="2214">
                  <c:v>3350</c:v>
                </c:pt>
                <c:pt idx="2215">
                  <c:v>3350</c:v>
                </c:pt>
                <c:pt idx="2216">
                  <c:v>3350</c:v>
                </c:pt>
                <c:pt idx="2217">
                  <c:v>3350</c:v>
                </c:pt>
                <c:pt idx="2218">
                  <c:v>3350</c:v>
                </c:pt>
                <c:pt idx="2219">
                  <c:v>3350</c:v>
                </c:pt>
                <c:pt idx="2220">
                  <c:v>3350</c:v>
                </c:pt>
                <c:pt idx="2221">
                  <c:v>3350</c:v>
                </c:pt>
                <c:pt idx="2222">
                  <c:v>3350</c:v>
                </c:pt>
                <c:pt idx="2223">
                  <c:v>3350</c:v>
                </c:pt>
                <c:pt idx="2224">
                  <c:v>3350</c:v>
                </c:pt>
                <c:pt idx="2225">
                  <c:v>3350</c:v>
                </c:pt>
                <c:pt idx="2226">
                  <c:v>3350</c:v>
                </c:pt>
                <c:pt idx="2227">
                  <c:v>3350</c:v>
                </c:pt>
                <c:pt idx="2228">
                  <c:v>3350</c:v>
                </c:pt>
                <c:pt idx="2229">
                  <c:v>3350</c:v>
                </c:pt>
                <c:pt idx="2230">
                  <c:v>3350</c:v>
                </c:pt>
                <c:pt idx="2231">
                  <c:v>3350</c:v>
                </c:pt>
                <c:pt idx="2232">
                  <c:v>3350</c:v>
                </c:pt>
                <c:pt idx="2233">
                  <c:v>3350</c:v>
                </c:pt>
                <c:pt idx="2234">
                  <c:v>3350</c:v>
                </c:pt>
                <c:pt idx="2235">
                  <c:v>3350</c:v>
                </c:pt>
                <c:pt idx="2236">
                  <c:v>3350</c:v>
                </c:pt>
                <c:pt idx="2237">
                  <c:v>3350</c:v>
                </c:pt>
                <c:pt idx="2238">
                  <c:v>3350</c:v>
                </c:pt>
                <c:pt idx="2239">
                  <c:v>3350</c:v>
                </c:pt>
                <c:pt idx="2240">
                  <c:v>3350</c:v>
                </c:pt>
                <c:pt idx="2241">
                  <c:v>3350</c:v>
                </c:pt>
                <c:pt idx="2242">
                  <c:v>3350</c:v>
                </c:pt>
                <c:pt idx="2243">
                  <c:v>3350</c:v>
                </c:pt>
                <c:pt idx="2244">
                  <c:v>3350</c:v>
                </c:pt>
                <c:pt idx="2245">
                  <c:v>3350</c:v>
                </c:pt>
                <c:pt idx="2246">
                  <c:v>3350</c:v>
                </c:pt>
                <c:pt idx="2247">
                  <c:v>3350</c:v>
                </c:pt>
                <c:pt idx="2248">
                  <c:v>3350</c:v>
                </c:pt>
                <c:pt idx="2249">
                  <c:v>3350</c:v>
                </c:pt>
                <c:pt idx="2250">
                  <c:v>3350</c:v>
                </c:pt>
                <c:pt idx="2251">
                  <c:v>3350</c:v>
                </c:pt>
                <c:pt idx="2252">
                  <c:v>3350</c:v>
                </c:pt>
                <c:pt idx="2253">
                  <c:v>3350</c:v>
                </c:pt>
                <c:pt idx="2254">
                  <c:v>3350</c:v>
                </c:pt>
                <c:pt idx="2255">
                  <c:v>3350</c:v>
                </c:pt>
                <c:pt idx="2256">
                  <c:v>3350</c:v>
                </c:pt>
                <c:pt idx="2257">
                  <c:v>3350</c:v>
                </c:pt>
                <c:pt idx="2258">
                  <c:v>3350</c:v>
                </c:pt>
                <c:pt idx="2259">
                  <c:v>3350</c:v>
                </c:pt>
                <c:pt idx="2260">
                  <c:v>3350</c:v>
                </c:pt>
                <c:pt idx="2261">
                  <c:v>3350</c:v>
                </c:pt>
                <c:pt idx="2262">
                  <c:v>3350</c:v>
                </c:pt>
                <c:pt idx="2263">
                  <c:v>3350</c:v>
                </c:pt>
                <c:pt idx="2264">
                  <c:v>3350</c:v>
                </c:pt>
                <c:pt idx="2265">
                  <c:v>3350</c:v>
                </c:pt>
                <c:pt idx="2266">
                  <c:v>3350</c:v>
                </c:pt>
                <c:pt idx="2267">
                  <c:v>3350</c:v>
                </c:pt>
                <c:pt idx="2268">
                  <c:v>3350</c:v>
                </c:pt>
                <c:pt idx="2269">
                  <c:v>3350</c:v>
                </c:pt>
                <c:pt idx="2270">
                  <c:v>3350</c:v>
                </c:pt>
                <c:pt idx="2271">
                  <c:v>3350</c:v>
                </c:pt>
                <c:pt idx="2272">
                  <c:v>3350</c:v>
                </c:pt>
                <c:pt idx="2273">
                  <c:v>3350</c:v>
                </c:pt>
                <c:pt idx="2274">
                  <c:v>3350</c:v>
                </c:pt>
                <c:pt idx="2275">
                  <c:v>3350</c:v>
                </c:pt>
                <c:pt idx="2276">
                  <c:v>3350</c:v>
                </c:pt>
                <c:pt idx="2277">
                  <c:v>3350</c:v>
                </c:pt>
                <c:pt idx="2278">
                  <c:v>3350</c:v>
                </c:pt>
                <c:pt idx="2279">
                  <c:v>3350</c:v>
                </c:pt>
                <c:pt idx="2280">
                  <c:v>3350</c:v>
                </c:pt>
                <c:pt idx="2281">
                  <c:v>3350</c:v>
                </c:pt>
                <c:pt idx="2282">
                  <c:v>3350</c:v>
                </c:pt>
                <c:pt idx="2283">
                  <c:v>3350</c:v>
                </c:pt>
                <c:pt idx="2284">
                  <c:v>3350</c:v>
                </c:pt>
                <c:pt idx="2285">
                  <c:v>3350</c:v>
                </c:pt>
                <c:pt idx="2286">
                  <c:v>3350</c:v>
                </c:pt>
                <c:pt idx="2287">
                  <c:v>3350</c:v>
                </c:pt>
                <c:pt idx="2288">
                  <c:v>3350</c:v>
                </c:pt>
                <c:pt idx="2289">
                  <c:v>3350</c:v>
                </c:pt>
                <c:pt idx="2290">
                  <c:v>3350</c:v>
                </c:pt>
                <c:pt idx="2291">
                  <c:v>3350</c:v>
                </c:pt>
                <c:pt idx="2292">
                  <c:v>3350</c:v>
                </c:pt>
                <c:pt idx="2293">
                  <c:v>3350</c:v>
                </c:pt>
                <c:pt idx="2294">
                  <c:v>3350</c:v>
                </c:pt>
                <c:pt idx="2295">
                  <c:v>3350</c:v>
                </c:pt>
                <c:pt idx="2296">
                  <c:v>3350</c:v>
                </c:pt>
                <c:pt idx="2297">
                  <c:v>3350</c:v>
                </c:pt>
                <c:pt idx="2298">
                  <c:v>3350</c:v>
                </c:pt>
                <c:pt idx="2299">
                  <c:v>3350</c:v>
                </c:pt>
                <c:pt idx="2300">
                  <c:v>3350</c:v>
                </c:pt>
                <c:pt idx="2301">
                  <c:v>3350</c:v>
                </c:pt>
                <c:pt idx="2302">
                  <c:v>3350</c:v>
                </c:pt>
                <c:pt idx="2303">
                  <c:v>3350</c:v>
                </c:pt>
                <c:pt idx="2304">
                  <c:v>3350</c:v>
                </c:pt>
                <c:pt idx="2305">
                  <c:v>3350</c:v>
                </c:pt>
                <c:pt idx="2306">
                  <c:v>3350</c:v>
                </c:pt>
                <c:pt idx="2307">
                  <c:v>3350</c:v>
                </c:pt>
                <c:pt idx="2308">
                  <c:v>3350</c:v>
                </c:pt>
                <c:pt idx="2309">
                  <c:v>3350</c:v>
                </c:pt>
                <c:pt idx="2310">
                  <c:v>3350</c:v>
                </c:pt>
                <c:pt idx="2311">
                  <c:v>3350</c:v>
                </c:pt>
                <c:pt idx="2312">
                  <c:v>3350</c:v>
                </c:pt>
                <c:pt idx="2313">
                  <c:v>3350</c:v>
                </c:pt>
                <c:pt idx="2314">
                  <c:v>3350</c:v>
                </c:pt>
                <c:pt idx="2315">
                  <c:v>3350</c:v>
                </c:pt>
                <c:pt idx="2316">
                  <c:v>3350</c:v>
                </c:pt>
                <c:pt idx="2317">
                  <c:v>3350</c:v>
                </c:pt>
                <c:pt idx="2318">
                  <c:v>3350</c:v>
                </c:pt>
                <c:pt idx="2319">
                  <c:v>3350</c:v>
                </c:pt>
                <c:pt idx="2320">
                  <c:v>3350</c:v>
                </c:pt>
                <c:pt idx="2321">
                  <c:v>3350</c:v>
                </c:pt>
                <c:pt idx="2322">
                  <c:v>3350</c:v>
                </c:pt>
                <c:pt idx="2323">
                  <c:v>3350</c:v>
                </c:pt>
                <c:pt idx="2324">
                  <c:v>3350</c:v>
                </c:pt>
                <c:pt idx="2325">
                  <c:v>3350</c:v>
                </c:pt>
                <c:pt idx="2326">
                  <c:v>3350</c:v>
                </c:pt>
                <c:pt idx="2327">
                  <c:v>3350</c:v>
                </c:pt>
                <c:pt idx="2328">
                  <c:v>3350</c:v>
                </c:pt>
                <c:pt idx="2329">
                  <c:v>3350</c:v>
                </c:pt>
                <c:pt idx="2330">
                  <c:v>3350</c:v>
                </c:pt>
                <c:pt idx="2331">
                  <c:v>3350</c:v>
                </c:pt>
                <c:pt idx="2332">
                  <c:v>3350</c:v>
                </c:pt>
                <c:pt idx="2333">
                  <c:v>3350</c:v>
                </c:pt>
                <c:pt idx="2334">
                  <c:v>3350</c:v>
                </c:pt>
                <c:pt idx="2335">
                  <c:v>3350</c:v>
                </c:pt>
                <c:pt idx="2336">
                  <c:v>3350</c:v>
                </c:pt>
                <c:pt idx="2337">
                  <c:v>3350</c:v>
                </c:pt>
                <c:pt idx="2338">
                  <c:v>3350</c:v>
                </c:pt>
                <c:pt idx="2339">
                  <c:v>3250</c:v>
                </c:pt>
                <c:pt idx="2340">
                  <c:v>3250</c:v>
                </c:pt>
                <c:pt idx="2341">
                  <c:v>3250</c:v>
                </c:pt>
                <c:pt idx="2342">
                  <c:v>3250</c:v>
                </c:pt>
                <c:pt idx="2343">
                  <c:v>3250</c:v>
                </c:pt>
                <c:pt idx="2344">
                  <c:v>3250</c:v>
                </c:pt>
                <c:pt idx="2345">
                  <c:v>3250</c:v>
                </c:pt>
                <c:pt idx="2346">
                  <c:v>3250</c:v>
                </c:pt>
                <c:pt idx="2347">
                  <c:v>3250</c:v>
                </c:pt>
                <c:pt idx="2348">
                  <c:v>3250</c:v>
                </c:pt>
                <c:pt idx="2349">
                  <c:v>3250</c:v>
                </c:pt>
                <c:pt idx="2350">
                  <c:v>3250</c:v>
                </c:pt>
                <c:pt idx="2351">
                  <c:v>3250</c:v>
                </c:pt>
                <c:pt idx="2352">
                  <c:v>3250</c:v>
                </c:pt>
                <c:pt idx="2353">
                  <c:v>3250</c:v>
                </c:pt>
                <c:pt idx="2354">
                  <c:v>3250</c:v>
                </c:pt>
                <c:pt idx="2355">
                  <c:v>3250</c:v>
                </c:pt>
                <c:pt idx="2356">
                  <c:v>3250</c:v>
                </c:pt>
                <c:pt idx="2357">
                  <c:v>3250</c:v>
                </c:pt>
                <c:pt idx="2358">
                  <c:v>3250</c:v>
                </c:pt>
                <c:pt idx="2359">
                  <c:v>3250</c:v>
                </c:pt>
                <c:pt idx="2360">
                  <c:v>3250</c:v>
                </c:pt>
                <c:pt idx="2361">
                  <c:v>3250</c:v>
                </c:pt>
                <c:pt idx="2362">
                  <c:v>3250</c:v>
                </c:pt>
                <c:pt idx="2363">
                  <c:v>3250</c:v>
                </c:pt>
                <c:pt idx="2364">
                  <c:v>3250</c:v>
                </c:pt>
                <c:pt idx="2365">
                  <c:v>3250</c:v>
                </c:pt>
                <c:pt idx="2366">
                  <c:v>3250</c:v>
                </c:pt>
                <c:pt idx="2367">
                  <c:v>3250</c:v>
                </c:pt>
                <c:pt idx="2368">
                  <c:v>3250</c:v>
                </c:pt>
                <c:pt idx="2369">
                  <c:v>3250</c:v>
                </c:pt>
                <c:pt idx="2370">
                  <c:v>3250</c:v>
                </c:pt>
                <c:pt idx="2371">
                  <c:v>3250</c:v>
                </c:pt>
                <c:pt idx="2372">
                  <c:v>3250</c:v>
                </c:pt>
                <c:pt idx="2373">
                  <c:v>3250</c:v>
                </c:pt>
                <c:pt idx="2374">
                  <c:v>3250</c:v>
                </c:pt>
                <c:pt idx="2375">
                  <c:v>3250</c:v>
                </c:pt>
                <c:pt idx="2376">
                  <c:v>3250</c:v>
                </c:pt>
                <c:pt idx="2377">
                  <c:v>3250</c:v>
                </c:pt>
                <c:pt idx="2378">
                  <c:v>3250</c:v>
                </c:pt>
                <c:pt idx="2379">
                  <c:v>3250</c:v>
                </c:pt>
                <c:pt idx="2380">
                  <c:v>3200</c:v>
                </c:pt>
                <c:pt idx="2381">
                  <c:v>3200</c:v>
                </c:pt>
                <c:pt idx="2382">
                  <c:v>3200</c:v>
                </c:pt>
                <c:pt idx="2383">
                  <c:v>3200</c:v>
                </c:pt>
                <c:pt idx="2384">
                  <c:v>3200</c:v>
                </c:pt>
                <c:pt idx="2385">
                  <c:v>3200</c:v>
                </c:pt>
                <c:pt idx="2386">
                  <c:v>3200</c:v>
                </c:pt>
                <c:pt idx="2387">
                  <c:v>3200</c:v>
                </c:pt>
                <c:pt idx="2388">
                  <c:v>3200</c:v>
                </c:pt>
                <c:pt idx="2389">
                  <c:v>3200</c:v>
                </c:pt>
                <c:pt idx="2390">
                  <c:v>3200</c:v>
                </c:pt>
                <c:pt idx="2391">
                  <c:v>3200</c:v>
                </c:pt>
                <c:pt idx="2392">
                  <c:v>3200</c:v>
                </c:pt>
                <c:pt idx="2393">
                  <c:v>3200</c:v>
                </c:pt>
                <c:pt idx="2394">
                  <c:v>3200</c:v>
                </c:pt>
                <c:pt idx="2395">
                  <c:v>3200</c:v>
                </c:pt>
                <c:pt idx="2396">
                  <c:v>3200</c:v>
                </c:pt>
                <c:pt idx="2397">
                  <c:v>3200</c:v>
                </c:pt>
                <c:pt idx="2398">
                  <c:v>3200</c:v>
                </c:pt>
                <c:pt idx="2399">
                  <c:v>3200</c:v>
                </c:pt>
                <c:pt idx="2400">
                  <c:v>3200</c:v>
                </c:pt>
                <c:pt idx="2401">
                  <c:v>3200</c:v>
                </c:pt>
                <c:pt idx="2402">
                  <c:v>3200</c:v>
                </c:pt>
                <c:pt idx="2403">
                  <c:v>3200</c:v>
                </c:pt>
                <c:pt idx="2404">
                  <c:v>3200</c:v>
                </c:pt>
                <c:pt idx="2405">
                  <c:v>3150</c:v>
                </c:pt>
                <c:pt idx="2406">
                  <c:v>3150</c:v>
                </c:pt>
                <c:pt idx="2407">
                  <c:v>3150</c:v>
                </c:pt>
                <c:pt idx="2408">
                  <c:v>3150</c:v>
                </c:pt>
                <c:pt idx="2409">
                  <c:v>3150</c:v>
                </c:pt>
                <c:pt idx="2410">
                  <c:v>3150</c:v>
                </c:pt>
                <c:pt idx="2411">
                  <c:v>3150</c:v>
                </c:pt>
                <c:pt idx="2412">
                  <c:v>3150</c:v>
                </c:pt>
                <c:pt idx="2413">
                  <c:v>3150</c:v>
                </c:pt>
                <c:pt idx="2414">
                  <c:v>3150</c:v>
                </c:pt>
                <c:pt idx="2415">
                  <c:v>3150</c:v>
                </c:pt>
                <c:pt idx="2416">
                  <c:v>3150</c:v>
                </c:pt>
                <c:pt idx="2417">
                  <c:v>3150</c:v>
                </c:pt>
                <c:pt idx="2418">
                  <c:v>3150</c:v>
                </c:pt>
                <c:pt idx="2419">
                  <c:v>3150</c:v>
                </c:pt>
                <c:pt idx="2420">
                  <c:v>3150</c:v>
                </c:pt>
                <c:pt idx="2421">
                  <c:v>3100</c:v>
                </c:pt>
                <c:pt idx="2422">
                  <c:v>3100</c:v>
                </c:pt>
                <c:pt idx="2423">
                  <c:v>3100</c:v>
                </c:pt>
                <c:pt idx="2424">
                  <c:v>3100</c:v>
                </c:pt>
                <c:pt idx="2425">
                  <c:v>3100</c:v>
                </c:pt>
                <c:pt idx="2426">
                  <c:v>3100</c:v>
                </c:pt>
                <c:pt idx="2427">
                  <c:v>3100</c:v>
                </c:pt>
                <c:pt idx="2428">
                  <c:v>3100</c:v>
                </c:pt>
                <c:pt idx="2429">
                  <c:v>3100</c:v>
                </c:pt>
                <c:pt idx="2430">
                  <c:v>2900</c:v>
                </c:pt>
                <c:pt idx="2431">
                  <c:v>2900</c:v>
                </c:pt>
                <c:pt idx="2432">
                  <c:v>2900</c:v>
                </c:pt>
                <c:pt idx="2433">
                  <c:v>2900</c:v>
                </c:pt>
                <c:pt idx="2434">
                  <c:v>2900</c:v>
                </c:pt>
                <c:pt idx="2435">
                  <c:v>2900</c:v>
                </c:pt>
                <c:pt idx="2436">
                  <c:v>2900</c:v>
                </c:pt>
                <c:pt idx="2437">
                  <c:v>2900</c:v>
                </c:pt>
                <c:pt idx="2438">
                  <c:v>2900</c:v>
                </c:pt>
                <c:pt idx="2439">
                  <c:v>2900</c:v>
                </c:pt>
                <c:pt idx="2440">
                  <c:v>2900</c:v>
                </c:pt>
                <c:pt idx="2441">
                  <c:v>2900</c:v>
                </c:pt>
                <c:pt idx="2442">
                  <c:v>2900</c:v>
                </c:pt>
                <c:pt idx="2443">
                  <c:v>2900</c:v>
                </c:pt>
                <c:pt idx="2444">
                  <c:v>2900</c:v>
                </c:pt>
                <c:pt idx="2445">
                  <c:v>2900</c:v>
                </c:pt>
                <c:pt idx="2446">
                  <c:v>2900</c:v>
                </c:pt>
                <c:pt idx="2447">
                  <c:v>2900</c:v>
                </c:pt>
                <c:pt idx="2448">
                  <c:v>2900</c:v>
                </c:pt>
                <c:pt idx="2449">
                  <c:v>2850</c:v>
                </c:pt>
                <c:pt idx="2450">
                  <c:v>2850</c:v>
                </c:pt>
                <c:pt idx="2451">
                  <c:v>2850</c:v>
                </c:pt>
                <c:pt idx="2452">
                  <c:v>2850</c:v>
                </c:pt>
                <c:pt idx="2453">
                  <c:v>2850</c:v>
                </c:pt>
                <c:pt idx="2454">
                  <c:v>2850</c:v>
                </c:pt>
                <c:pt idx="2455">
                  <c:v>2850</c:v>
                </c:pt>
                <c:pt idx="2456">
                  <c:v>2850</c:v>
                </c:pt>
                <c:pt idx="2457">
                  <c:v>2850</c:v>
                </c:pt>
                <c:pt idx="2458">
                  <c:v>2850</c:v>
                </c:pt>
                <c:pt idx="2459">
                  <c:v>2850</c:v>
                </c:pt>
                <c:pt idx="2460">
                  <c:v>2850</c:v>
                </c:pt>
                <c:pt idx="2461">
                  <c:v>2850</c:v>
                </c:pt>
                <c:pt idx="2462">
                  <c:v>2850</c:v>
                </c:pt>
                <c:pt idx="2463">
                  <c:v>2850</c:v>
                </c:pt>
                <c:pt idx="2464">
                  <c:v>2850</c:v>
                </c:pt>
                <c:pt idx="2465">
                  <c:v>2850</c:v>
                </c:pt>
                <c:pt idx="2466">
                  <c:v>2850</c:v>
                </c:pt>
                <c:pt idx="2467">
                  <c:v>2850</c:v>
                </c:pt>
                <c:pt idx="2468">
                  <c:v>2850</c:v>
                </c:pt>
                <c:pt idx="2469">
                  <c:v>2850</c:v>
                </c:pt>
                <c:pt idx="2470">
                  <c:v>2850</c:v>
                </c:pt>
                <c:pt idx="2471">
                  <c:v>2850</c:v>
                </c:pt>
                <c:pt idx="2472">
                  <c:v>2850</c:v>
                </c:pt>
                <c:pt idx="2473">
                  <c:v>2850</c:v>
                </c:pt>
                <c:pt idx="2474">
                  <c:v>2850</c:v>
                </c:pt>
                <c:pt idx="2475">
                  <c:v>2850</c:v>
                </c:pt>
                <c:pt idx="2476">
                  <c:v>2850</c:v>
                </c:pt>
                <c:pt idx="2477">
                  <c:v>2850</c:v>
                </c:pt>
                <c:pt idx="2478">
                  <c:v>2850</c:v>
                </c:pt>
                <c:pt idx="2479">
                  <c:v>2850</c:v>
                </c:pt>
                <c:pt idx="2480">
                  <c:v>2850</c:v>
                </c:pt>
                <c:pt idx="2481">
                  <c:v>2850</c:v>
                </c:pt>
                <c:pt idx="2482">
                  <c:v>2850</c:v>
                </c:pt>
                <c:pt idx="2483">
                  <c:v>2850</c:v>
                </c:pt>
                <c:pt idx="2484">
                  <c:v>2850</c:v>
                </c:pt>
                <c:pt idx="2485">
                  <c:v>2850</c:v>
                </c:pt>
                <c:pt idx="2486">
                  <c:v>2850</c:v>
                </c:pt>
                <c:pt idx="2487">
                  <c:v>2850</c:v>
                </c:pt>
                <c:pt idx="2488">
                  <c:v>2850</c:v>
                </c:pt>
                <c:pt idx="2489">
                  <c:v>2850</c:v>
                </c:pt>
                <c:pt idx="2490">
                  <c:v>2850</c:v>
                </c:pt>
                <c:pt idx="2491">
                  <c:v>2850</c:v>
                </c:pt>
                <c:pt idx="2492">
                  <c:v>2850</c:v>
                </c:pt>
                <c:pt idx="2493">
                  <c:v>2850</c:v>
                </c:pt>
                <c:pt idx="2494">
                  <c:v>2850</c:v>
                </c:pt>
                <c:pt idx="2495">
                  <c:v>2850</c:v>
                </c:pt>
                <c:pt idx="2496">
                  <c:v>2850</c:v>
                </c:pt>
                <c:pt idx="2497">
                  <c:v>2850</c:v>
                </c:pt>
                <c:pt idx="2498">
                  <c:v>2850</c:v>
                </c:pt>
                <c:pt idx="2499">
                  <c:v>2850</c:v>
                </c:pt>
                <c:pt idx="2500">
                  <c:v>2850</c:v>
                </c:pt>
                <c:pt idx="2501">
                  <c:v>2850</c:v>
                </c:pt>
                <c:pt idx="2502">
                  <c:v>2850</c:v>
                </c:pt>
                <c:pt idx="2503">
                  <c:v>2850</c:v>
                </c:pt>
                <c:pt idx="2504">
                  <c:v>2850</c:v>
                </c:pt>
                <c:pt idx="2505">
                  <c:v>2850</c:v>
                </c:pt>
                <c:pt idx="2506">
                  <c:v>2850</c:v>
                </c:pt>
                <c:pt idx="2507">
                  <c:v>2850</c:v>
                </c:pt>
                <c:pt idx="2508">
                  <c:v>2850</c:v>
                </c:pt>
                <c:pt idx="2509">
                  <c:v>2850</c:v>
                </c:pt>
                <c:pt idx="2510">
                  <c:v>2850</c:v>
                </c:pt>
                <c:pt idx="2511">
                  <c:v>2850</c:v>
                </c:pt>
                <c:pt idx="2512">
                  <c:v>2850</c:v>
                </c:pt>
                <c:pt idx="2513">
                  <c:v>2850</c:v>
                </c:pt>
                <c:pt idx="2514">
                  <c:v>2850</c:v>
                </c:pt>
                <c:pt idx="2515">
                  <c:v>2850</c:v>
                </c:pt>
                <c:pt idx="2516">
                  <c:v>2850</c:v>
                </c:pt>
                <c:pt idx="2517">
                  <c:v>2850</c:v>
                </c:pt>
                <c:pt idx="2518">
                  <c:v>2850</c:v>
                </c:pt>
                <c:pt idx="2519">
                  <c:v>2850</c:v>
                </c:pt>
                <c:pt idx="2520">
                  <c:v>2850</c:v>
                </c:pt>
                <c:pt idx="2521">
                  <c:v>2850</c:v>
                </c:pt>
                <c:pt idx="2522">
                  <c:v>2850</c:v>
                </c:pt>
                <c:pt idx="2523">
                  <c:v>2850</c:v>
                </c:pt>
                <c:pt idx="2524">
                  <c:v>2850</c:v>
                </c:pt>
                <c:pt idx="2525">
                  <c:v>2850</c:v>
                </c:pt>
                <c:pt idx="2526">
                  <c:v>2850</c:v>
                </c:pt>
                <c:pt idx="2527">
                  <c:v>2850</c:v>
                </c:pt>
                <c:pt idx="2528">
                  <c:v>2850</c:v>
                </c:pt>
                <c:pt idx="2529">
                  <c:v>2850</c:v>
                </c:pt>
                <c:pt idx="2530">
                  <c:v>2850</c:v>
                </c:pt>
                <c:pt idx="2531">
                  <c:v>2850</c:v>
                </c:pt>
                <c:pt idx="2532">
                  <c:v>2850</c:v>
                </c:pt>
                <c:pt idx="2533">
                  <c:v>2850</c:v>
                </c:pt>
                <c:pt idx="2534">
                  <c:v>2850</c:v>
                </c:pt>
                <c:pt idx="2535">
                  <c:v>2850</c:v>
                </c:pt>
                <c:pt idx="2536">
                  <c:v>2850</c:v>
                </c:pt>
                <c:pt idx="2537">
                  <c:v>2850</c:v>
                </c:pt>
                <c:pt idx="2538">
                  <c:v>2850</c:v>
                </c:pt>
                <c:pt idx="2539">
                  <c:v>2850</c:v>
                </c:pt>
                <c:pt idx="2540">
                  <c:v>2850</c:v>
                </c:pt>
                <c:pt idx="2541">
                  <c:v>2850</c:v>
                </c:pt>
                <c:pt idx="2542">
                  <c:v>2850</c:v>
                </c:pt>
                <c:pt idx="2543">
                  <c:v>2850</c:v>
                </c:pt>
                <c:pt idx="2544">
                  <c:v>2850</c:v>
                </c:pt>
                <c:pt idx="2545">
                  <c:v>2850</c:v>
                </c:pt>
                <c:pt idx="2546">
                  <c:v>2850</c:v>
                </c:pt>
                <c:pt idx="2547">
                  <c:v>2850</c:v>
                </c:pt>
                <c:pt idx="2548">
                  <c:v>2850</c:v>
                </c:pt>
                <c:pt idx="2549">
                  <c:v>2850</c:v>
                </c:pt>
                <c:pt idx="2550">
                  <c:v>2850</c:v>
                </c:pt>
                <c:pt idx="2551">
                  <c:v>2850</c:v>
                </c:pt>
                <c:pt idx="2552">
                  <c:v>2650</c:v>
                </c:pt>
                <c:pt idx="2553">
                  <c:v>2650</c:v>
                </c:pt>
                <c:pt idx="2554">
                  <c:v>2650</c:v>
                </c:pt>
                <c:pt idx="2555">
                  <c:v>2650</c:v>
                </c:pt>
                <c:pt idx="2556">
                  <c:v>2650</c:v>
                </c:pt>
                <c:pt idx="2557">
                  <c:v>2650</c:v>
                </c:pt>
                <c:pt idx="2558">
                  <c:v>2650</c:v>
                </c:pt>
                <c:pt idx="2559">
                  <c:v>2650</c:v>
                </c:pt>
                <c:pt idx="2560">
                  <c:v>2650</c:v>
                </c:pt>
                <c:pt idx="2561">
                  <c:v>2650</c:v>
                </c:pt>
                <c:pt idx="2562">
                  <c:v>2650</c:v>
                </c:pt>
                <c:pt idx="2563">
                  <c:v>2650</c:v>
                </c:pt>
                <c:pt idx="2564">
                  <c:v>2650</c:v>
                </c:pt>
                <c:pt idx="2565">
                  <c:v>2650</c:v>
                </c:pt>
                <c:pt idx="2566">
                  <c:v>2650</c:v>
                </c:pt>
                <c:pt idx="2567">
                  <c:v>2650</c:v>
                </c:pt>
                <c:pt idx="2568">
                  <c:v>2650</c:v>
                </c:pt>
                <c:pt idx="2569">
                  <c:v>2650</c:v>
                </c:pt>
                <c:pt idx="2570">
                  <c:v>2650</c:v>
                </c:pt>
                <c:pt idx="2571">
                  <c:v>2650</c:v>
                </c:pt>
                <c:pt idx="2572">
                  <c:v>2650</c:v>
                </c:pt>
                <c:pt idx="2573">
                  <c:v>2650</c:v>
                </c:pt>
                <c:pt idx="2574">
                  <c:v>2650</c:v>
                </c:pt>
                <c:pt idx="2575">
                  <c:v>2650</c:v>
                </c:pt>
                <c:pt idx="2576">
                  <c:v>2650</c:v>
                </c:pt>
                <c:pt idx="2577">
                  <c:v>2650</c:v>
                </c:pt>
                <c:pt idx="2578">
                  <c:v>2650</c:v>
                </c:pt>
                <c:pt idx="2579">
                  <c:v>2650</c:v>
                </c:pt>
                <c:pt idx="2580">
                  <c:v>2650</c:v>
                </c:pt>
                <c:pt idx="2581">
                  <c:v>2650</c:v>
                </c:pt>
                <c:pt idx="2582">
                  <c:v>2650</c:v>
                </c:pt>
                <c:pt idx="2583">
                  <c:v>2650</c:v>
                </c:pt>
                <c:pt idx="2584">
                  <c:v>2650</c:v>
                </c:pt>
                <c:pt idx="2585">
                  <c:v>2650</c:v>
                </c:pt>
                <c:pt idx="2586">
                  <c:v>2650</c:v>
                </c:pt>
                <c:pt idx="2587">
                  <c:v>2650</c:v>
                </c:pt>
                <c:pt idx="2588">
                  <c:v>2650</c:v>
                </c:pt>
                <c:pt idx="2589">
                  <c:v>2650</c:v>
                </c:pt>
                <c:pt idx="2590">
                  <c:v>2650</c:v>
                </c:pt>
                <c:pt idx="2591">
                  <c:v>2650</c:v>
                </c:pt>
                <c:pt idx="2592">
                  <c:v>2650</c:v>
                </c:pt>
                <c:pt idx="2593">
                  <c:v>2650</c:v>
                </c:pt>
                <c:pt idx="2594">
                  <c:v>2650</c:v>
                </c:pt>
                <c:pt idx="2595">
                  <c:v>2650</c:v>
                </c:pt>
                <c:pt idx="2596">
                  <c:v>2650</c:v>
                </c:pt>
                <c:pt idx="2597">
                  <c:v>2650</c:v>
                </c:pt>
                <c:pt idx="2598">
                  <c:v>2650</c:v>
                </c:pt>
                <c:pt idx="2599">
                  <c:v>2650</c:v>
                </c:pt>
                <c:pt idx="2600">
                  <c:v>2650</c:v>
                </c:pt>
                <c:pt idx="2601">
                  <c:v>2650</c:v>
                </c:pt>
                <c:pt idx="2602">
                  <c:v>2650</c:v>
                </c:pt>
                <c:pt idx="2603">
                  <c:v>2650</c:v>
                </c:pt>
                <c:pt idx="2604">
                  <c:v>2650</c:v>
                </c:pt>
                <c:pt idx="2605">
                  <c:v>2650</c:v>
                </c:pt>
                <c:pt idx="2606">
                  <c:v>2650</c:v>
                </c:pt>
                <c:pt idx="2607">
                  <c:v>2650</c:v>
                </c:pt>
                <c:pt idx="2608">
                  <c:v>2650</c:v>
                </c:pt>
                <c:pt idx="2609">
                  <c:v>2650</c:v>
                </c:pt>
                <c:pt idx="2610">
                  <c:v>2650</c:v>
                </c:pt>
                <c:pt idx="2611">
                  <c:v>2650</c:v>
                </c:pt>
                <c:pt idx="2612">
                  <c:v>2650</c:v>
                </c:pt>
                <c:pt idx="2613">
                  <c:v>2650</c:v>
                </c:pt>
                <c:pt idx="2614">
                  <c:v>2650</c:v>
                </c:pt>
                <c:pt idx="2615">
                  <c:v>2650</c:v>
                </c:pt>
                <c:pt idx="2616">
                  <c:v>2650</c:v>
                </c:pt>
                <c:pt idx="2617">
                  <c:v>2650</c:v>
                </c:pt>
                <c:pt idx="2618">
                  <c:v>2650</c:v>
                </c:pt>
                <c:pt idx="2619">
                  <c:v>2650</c:v>
                </c:pt>
                <c:pt idx="2620">
                  <c:v>2650</c:v>
                </c:pt>
                <c:pt idx="2621">
                  <c:v>2650</c:v>
                </c:pt>
                <c:pt idx="2622">
                  <c:v>2650</c:v>
                </c:pt>
                <c:pt idx="2623">
                  <c:v>2650</c:v>
                </c:pt>
                <c:pt idx="2624">
                  <c:v>2650</c:v>
                </c:pt>
                <c:pt idx="2625">
                  <c:v>2650</c:v>
                </c:pt>
                <c:pt idx="2626">
                  <c:v>2650</c:v>
                </c:pt>
                <c:pt idx="2627">
                  <c:v>2650</c:v>
                </c:pt>
                <c:pt idx="2628">
                  <c:v>2650</c:v>
                </c:pt>
                <c:pt idx="2629">
                  <c:v>2700</c:v>
                </c:pt>
                <c:pt idx="2630">
                  <c:v>2700</c:v>
                </c:pt>
                <c:pt idx="2631">
                  <c:v>2700</c:v>
                </c:pt>
                <c:pt idx="2632">
                  <c:v>2700</c:v>
                </c:pt>
                <c:pt idx="2633">
                  <c:v>2700</c:v>
                </c:pt>
                <c:pt idx="2634">
                  <c:v>2700</c:v>
                </c:pt>
                <c:pt idx="2635">
                  <c:v>2700</c:v>
                </c:pt>
                <c:pt idx="2636">
                  <c:v>2700</c:v>
                </c:pt>
                <c:pt idx="2637">
                  <c:v>2700</c:v>
                </c:pt>
                <c:pt idx="2638">
                  <c:v>2700</c:v>
                </c:pt>
                <c:pt idx="2639">
                  <c:v>2700</c:v>
                </c:pt>
                <c:pt idx="2640">
                  <c:v>2700</c:v>
                </c:pt>
                <c:pt idx="2641">
                  <c:v>2700</c:v>
                </c:pt>
                <c:pt idx="2642">
                  <c:v>2700</c:v>
                </c:pt>
                <c:pt idx="2643">
                  <c:v>2700</c:v>
                </c:pt>
                <c:pt idx="2644">
                  <c:v>2700</c:v>
                </c:pt>
                <c:pt idx="2645">
                  <c:v>2700</c:v>
                </c:pt>
                <c:pt idx="2646">
                  <c:v>2700</c:v>
                </c:pt>
                <c:pt idx="2647">
                  <c:v>2700</c:v>
                </c:pt>
                <c:pt idx="2648">
                  <c:v>2700</c:v>
                </c:pt>
                <c:pt idx="2649">
                  <c:v>2700</c:v>
                </c:pt>
                <c:pt idx="2650">
                  <c:v>2700</c:v>
                </c:pt>
                <c:pt idx="2651">
                  <c:v>2700</c:v>
                </c:pt>
                <c:pt idx="2652">
                  <c:v>2700</c:v>
                </c:pt>
                <c:pt idx="2653">
                  <c:v>2700</c:v>
                </c:pt>
                <c:pt idx="2654">
                  <c:v>2700</c:v>
                </c:pt>
                <c:pt idx="2655">
                  <c:v>2700</c:v>
                </c:pt>
                <c:pt idx="2656">
                  <c:v>2700</c:v>
                </c:pt>
                <c:pt idx="2657">
                  <c:v>2700</c:v>
                </c:pt>
                <c:pt idx="2658">
                  <c:v>2750</c:v>
                </c:pt>
                <c:pt idx="2659">
                  <c:v>2750</c:v>
                </c:pt>
                <c:pt idx="2660">
                  <c:v>2750</c:v>
                </c:pt>
                <c:pt idx="2661">
                  <c:v>2750</c:v>
                </c:pt>
                <c:pt idx="2662">
                  <c:v>2750</c:v>
                </c:pt>
                <c:pt idx="2663">
                  <c:v>2750</c:v>
                </c:pt>
                <c:pt idx="2664">
                  <c:v>2750</c:v>
                </c:pt>
                <c:pt idx="2665">
                  <c:v>2800</c:v>
                </c:pt>
                <c:pt idx="2666">
                  <c:v>2800</c:v>
                </c:pt>
                <c:pt idx="2667">
                  <c:v>2800</c:v>
                </c:pt>
                <c:pt idx="2668">
                  <c:v>2800</c:v>
                </c:pt>
                <c:pt idx="2669">
                  <c:v>2800</c:v>
                </c:pt>
                <c:pt idx="2670">
                  <c:v>2800</c:v>
                </c:pt>
                <c:pt idx="2671">
                  <c:v>2850</c:v>
                </c:pt>
                <c:pt idx="2672">
                  <c:v>2850</c:v>
                </c:pt>
                <c:pt idx="2673">
                  <c:v>2850</c:v>
                </c:pt>
                <c:pt idx="2674">
                  <c:v>2850</c:v>
                </c:pt>
                <c:pt idx="2675">
                  <c:v>2850</c:v>
                </c:pt>
                <c:pt idx="2676">
                  <c:v>2850</c:v>
                </c:pt>
                <c:pt idx="2677">
                  <c:v>2850</c:v>
                </c:pt>
                <c:pt idx="2678">
                  <c:v>2850</c:v>
                </c:pt>
                <c:pt idx="2679">
                  <c:v>2850</c:v>
                </c:pt>
                <c:pt idx="2680">
                  <c:v>2850</c:v>
                </c:pt>
                <c:pt idx="2681">
                  <c:v>2850</c:v>
                </c:pt>
                <c:pt idx="2682">
                  <c:v>2850</c:v>
                </c:pt>
                <c:pt idx="2683">
                  <c:v>2850</c:v>
                </c:pt>
                <c:pt idx="2684">
                  <c:v>2850</c:v>
                </c:pt>
                <c:pt idx="2685">
                  <c:v>2850</c:v>
                </c:pt>
                <c:pt idx="2686">
                  <c:v>2850</c:v>
                </c:pt>
                <c:pt idx="2687">
                  <c:v>2850</c:v>
                </c:pt>
                <c:pt idx="2688">
                  <c:v>2850</c:v>
                </c:pt>
                <c:pt idx="2689">
                  <c:v>2850</c:v>
                </c:pt>
                <c:pt idx="2690">
                  <c:v>2850</c:v>
                </c:pt>
                <c:pt idx="2691">
                  <c:v>2850</c:v>
                </c:pt>
                <c:pt idx="2692">
                  <c:v>2850</c:v>
                </c:pt>
                <c:pt idx="2693">
                  <c:v>2850</c:v>
                </c:pt>
                <c:pt idx="2694">
                  <c:v>2850</c:v>
                </c:pt>
                <c:pt idx="2695">
                  <c:v>2850</c:v>
                </c:pt>
                <c:pt idx="2696">
                  <c:v>2850</c:v>
                </c:pt>
                <c:pt idx="2697">
                  <c:v>2850</c:v>
                </c:pt>
                <c:pt idx="2698">
                  <c:v>2850</c:v>
                </c:pt>
                <c:pt idx="2699">
                  <c:v>2850</c:v>
                </c:pt>
                <c:pt idx="2700">
                  <c:v>2850</c:v>
                </c:pt>
                <c:pt idx="2701">
                  <c:v>2850</c:v>
                </c:pt>
                <c:pt idx="2702">
                  <c:v>2850</c:v>
                </c:pt>
                <c:pt idx="2703">
                  <c:v>2850</c:v>
                </c:pt>
                <c:pt idx="2704">
                  <c:v>2850</c:v>
                </c:pt>
                <c:pt idx="2705">
                  <c:v>2850</c:v>
                </c:pt>
                <c:pt idx="2706">
                  <c:v>2850</c:v>
                </c:pt>
                <c:pt idx="2707">
                  <c:v>2850</c:v>
                </c:pt>
                <c:pt idx="2708">
                  <c:v>2850</c:v>
                </c:pt>
                <c:pt idx="2709">
                  <c:v>2850</c:v>
                </c:pt>
                <c:pt idx="2710">
                  <c:v>2850</c:v>
                </c:pt>
                <c:pt idx="2711">
                  <c:v>2850</c:v>
                </c:pt>
                <c:pt idx="2712">
                  <c:v>2850</c:v>
                </c:pt>
                <c:pt idx="2713">
                  <c:v>2850</c:v>
                </c:pt>
                <c:pt idx="2714">
                  <c:v>2850</c:v>
                </c:pt>
                <c:pt idx="2715">
                  <c:v>2850</c:v>
                </c:pt>
                <c:pt idx="2716">
                  <c:v>2850</c:v>
                </c:pt>
                <c:pt idx="2717">
                  <c:v>2850</c:v>
                </c:pt>
                <c:pt idx="2718">
                  <c:v>2850</c:v>
                </c:pt>
                <c:pt idx="2719">
                  <c:v>2850</c:v>
                </c:pt>
                <c:pt idx="2720">
                  <c:v>2850</c:v>
                </c:pt>
                <c:pt idx="2721">
                  <c:v>2850</c:v>
                </c:pt>
                <c:pt idx="2722">
                  <c:v>2850</c:v>
                </c:pt>
                <c:pt idx="2723">
                  <c:v>2850</c:v>
                </c:pt>
                <c:pt idx="2724">
                  <c:v>2850</c:v>
                </c:pt>
                <c:pt idx="2725">
                  <c:v>2850</c:v>
                </c:pt>
                <c:pt idx="2726">
                  <c:v>2850</c:v>
                </c:pt>
                <c:pt idx="2727">
                  <c:v>2850</c:v>
                </c:pt>
                <c:pt idx="2728">
                  <c:v>2850</c:v>
                </c:pt>
                <c:pt idx="2729">
                  <c:v>2850</c:v>
                </c:pt>
                <c:pt idx="2730">
                  <c:v>2850</c:v>
                </c:pt>
                <c:pt idx="2731">
                  <c:v>2850</c:v>
                </c:pt>
                <c:pt idx="2732">
                  <c:v>2850</c:v>
                </c:pt>
                <c:pt idx="2733">
                  <c:v>2850</c:v>
                </c:pt>
                <c:pt idx="2734">
                  <c:v>2850</c:v>
                </c:pt>
                <c:pt idx="2735">
                  <c:v>2850</c:v>
                </c:pt>
                <c:pt idx="2736">
                  <c:v>2850</c:v>
                </c:pt>
                <c:pt idx="2737">
                  <c:v>2850</c:v>
                </c:pt>
                <c:pt idx="2738">
                  <c:v>2850</c:v>
                </c:pt>
                <c:pt idx="2739">
                  <c:v>2850</c:v>
                </c:pt>
                <c:pt idx="2740">
                  <c:v>2850</c:v>
                </c:pt>
                <c:pt idx="2741">
                  <c:v>2850</c:v>
                </c:pt>
                <c:pt idx="2742">
                  <c:v>2850</c:v>
                </c:pt>
                <c:pt idx="2743">
                  <c:v>2850</c:v>
                </c:pt>
                <c:pt idx="2744">
                  <c:v>2850</c:v>
                </c:pt>
                <c:pt idx="2745">
                  <c:v>2850</c:v>
                </c:pt>
                <c:pt idx="2746">
                  <c:v>2850</c:v>
                </c:pt>
                <c:pt idx="2747">
                  <c:v>2850</c:v>
                </c:pt>
                <c:pt idx="2748">
                  <c:v>2850</c:v>
                </c:pt>
                <c:pt idx="2749">
                  <c:v>2850</c:v>
                </c:pt>
                <c:pt idx="2750">
                  <c:v>2850</c:v>
                </c:pt>
                <c:pt idx="2751">
                  <c:v>2850</c:v>
                </c:pt>
                <c:pt idx="2752">
                  <c:v>2850</c:v>
                </c:pt>
                <c:pt idx="2753">
                  <c:v>2850</c:v>
                </c:pt>
                <c:pt idx="2754">
                  <c:v>2850</c:v>
                </c:pt>
                <c:pt idx="2755">
                  <c:v>2850</c:v>
                </c:pt>
                <c:pt idx="2756">
                  <c:v>2850</c:v>
                </c:pt>
                <c:pt idx="2757">
                  <c:v>2850</c:v>
                </c:pt>
                <c:pt idx="2758">
                  <c:v>2850</c:v>
                </c:pt>
                <c:pt idx="2759">
                  <c:v>2850</c:v>
                </c:pt>
                <c:pt idx="2760">
                  <c:v>2850</c:v>
                </c:pt>
                <c:pt idx="2761">
                  <c:v>2850</c:v>
                </c:pt>
                <c:pt idx="2762">
                  <c:v>2850</c:v>
                </c:pt>
                <c:pt idx="2763">
                  <c:v>2850</c:v>
                </c:pt>
                <c:pt idx="2764">
                  <c:v>2850</c:v>
                </c:pt>
                <c:pt idx="2765">
                  <c:v>2850</c:v>
                </c:pt>
                <c:pt idx="2766">
                  <c:v>2850</c:v>
                </c:pt>
                <c:pt idx="2767">
                  <c:v>2850</c:v>
                </c:pt>
                <c:pt idx="2768">
                  <c:v>2850</c:v>
                </c:pt>
                <c:pt idx="2769">
                  <c:v>2850</c:v>
                </c:pt>
                <c:pt idx="2770">
                  <c:v>2850</c:v>
                </c:pt>
                <c:pt idx="2771">
                  <c:v>2850</c:v>
                </c:pt>
                <c:pt idx="2772">
                  <c:v>2850</c:v>
                </c:pt>
                <c:pt idx="2773">
                  <c:v>2850</c:v>
                </c:pt>
                <c:pt idx="2774">
                  <c:v>2850</c:v>
                </c:pt>
                <c:pt idx="2775">
                  <c:v>2850</c:v>
                </c:pt>
                <c:pt idx="2776">
                  <c:v>2850</c:v>
                </c:pt>
                <c:pt idx="2777">
                  <c:v>2850</c:v>
                </c:pt>
                <c:pt idx="2778">
                  <c:v>2850</c:v>
                </c:pt>
                <c:pt idx="2779">
                  <c:v>2850</c:v>
                </c:pt>
                <c:pt idx="2780">
                  <c:v>2850</c:v>
                </c:pt>
                <c:pt idx="2781">
                  <c:v>2850</c:v>
                </c:pt>
                <c:pt idx="2782">
                  <c:v>2850</c:v>
                </c:pt>
                <c:pt idx="2783">
                  <c:v>2850</c:v>
                </c:pt>
                <c:pt idx="2784">
                  <c:v>2850</c:v>
                </c:pt>
                <c:pt idx="2785">
                  <c:v>2850</c:v>
                </c:pt>
                <c:pt idx="2786">
                  <c:v>2850</c:v>
                </c:pt>
                <c:pt idx="2787">
                  <c:v>2850</c:v>
                </c:pt>
                <c:pt idx="2788">
                  <c:v>2850</c:v>
                </c:pt>
                <c:pt idx="2789">
                  <c:v>2850</c:v>
                </c:pt>
                <c:pt idx="2790">
                  <c:v>2850</c:v>
                </c:pt>
                <c:pt idx="2791">
                  <c:v>2850</c:v>
                </c:pt>
                <c:pt idx="2792">
                  <c:v>2850</c:v>
                </c:pt>
                <c:pt idx="2793">
                  <c:v>2850</c:v>
                </c:pt>
                <c:pt idx="2794">
                  <c:v>2850</c:v>
                </c:pt>
                <c:pt idx="2795">
                  <c:v>2850</c:v>
                </c:pt>
                <c:pt idx="2796">
                  <c:v>2850</c:v>
                </c:pt>
                <c:pt idx="2797">
                  <c:v>2850</c:v>
                </c:pt>
                <c:pt idx="2798">
                  <c:v>2850</c:v>
                </c:pt>
                <c:pt idx="2799">
                  <c:v>2850</c:v>
                </c:pt>
                <c:pt idx="2800">
                  <c:v>2750</c:v>
                </c:pt>
                <c:pt idx="2801">
                  <c:v>2750</c:v>
                </c:pt>
                <c:pt idx="2802">
                  <c:v>2750</c:v>
                </c:pt>
                <c:pt idx="2803">
                  <c:v>2750</c:v>
                </c:pt>
                <c:pt idx="2804">
                  <c:v>2750</c:v>
                </c:pt>
                <c:pt idx="2805">
                  <c:v>2750</c:v>
                </c:pt>
                <c:pt idx="2806">
                  <c:v>2750</c:v>
                </c:pt>
                <c:pt idx="2807">
                  <c:v>2750</c:v>
                </c:pt>
                <c:pt idx="2808">
                  <c:v>2750</c:v>
                </c:pt>
                <c:pt idx="2809">
                  <c:v>2750</c:v>
                </c:pt>
                <c:pt idx="2810">
                  <c:v>2750</c:v>
                </c:pt>
                <c:pt idx="2811">
                  <c:v>2750</c:v>
                </c:pt>
                <c:pt idx="2812">
                  <c:v>2750</c:v>
                </c:pt>
                <c:pt idx="2813">
                  <c:v>2750</c:v>
                </c:pt>
                <c:pt idx="2814">
                  <c:v>2800</c:v>
                </c:pt>
                <c:pt idx="2815">
                  <c:v>2800</c:v>
                </c:pt>
                <c:pt idx="2816">
                  <c:v>2800</c:v>
                </c:pt>
                <c:pt idx="2817">
                  <c:v>2800</c:v>
                </c:pt>
                <c:pt idx="2818">
                  <c:v>2800</c:v>
                </c:pt>
                <c:pt idx="2819">
                  <c:v>2800</c:v>
                </c:pt>
                <c:pt idx="2820">
                  <c:v>2800</c:v>
                </c:pt>
                <c:pt idx="2821">
                  <c:v>2800</c:v>
                </c:pt>
                <c:pt idx="2822">
                  <c:v>2800</c:v>
                </c:pt>
                <c:pt idx="2823">
                  <c:v>2800</c:v>
                </c:pt>
                <c:pt idx="2824">
                  <c:v>2800</c:v>
                </c:pt>
                <c:pt idx="2825">
                  <c:v>2800</c:v>
                </c:pt>
                <c:pt idx="2826">
                  <c:v>2800</c:v>
                </c:pt>
                <c:pt idx="2827">
                  <c:v>2800</c:v>
                </c:pt>
                <c:pt idx="2828">
                  <c:v>2800</c:v>
                </c:pt>
                <c:pt idx="2829">
                  <c:v>2800</c:v>
                </c:pt>
                <c:pt idx="2830">
                  <c:v>2800</c:v>
                </c:pt>
                <c:pt idx="2831">
                  <c:v>2800</c:v>
                </c:pt>
                <c:pt idx="2832">
                  <c:v>2800</c:v>
                </c:pt>
                <c:pt idx="2833">
                  <c:v>2800</c:v>
                </c:pt>
                <c:pt idx="2834">
                  <c:v>2800</c:v>
                </c:pt>
                <c:pt idx="2835">
                  <c:v>2850</c:v>
                </c:pt>
                <c:pt idx="2836">
                  <c:v>2850</c:v>
                </c:pt>
                <c:pt idx="2837">
                  <c:v>2850</c:v>
                </c:pt>
                <c:pt idx="2838">
                  <c:v>2850</c:v>
                </c:pt>
                <c:pt idx="2839">
                  <c:v>2850</c:v>
                </c:pt>
                <c:pt idx="2840">
                  <c:v>2850</c:v>
                </c:pt>
                <c:pt idx="2841">
                  <c:v>2950</c:v>
                </c:pt>
                <c:pt idx="2842">
                  <c:v>2950</c:v>
                </c:pt>
                <c:pt idx="2843">
                  <c:v>2950</c:v>
                </c:pt>
                <c:pt idx="2844">
                  <c:v>2950</c:v>
                </c:pt>
                <c:pt idx="2845">
                  <c:v>2950</c:v>
                </c:pt>
                <c:pt idx="2846">
                  <c:v>2950</c:v>
                </c:pt>
                <c:pt idx="2847">
                  <c:v>2950</c:v>
                </c:pt>
                <c:pt idx="2848">
                  <c:v>2950</c:v>
                </c:pt>
                <c:pt idx="2849">
                  <c:v>2950</c:v>
                </c:pt>
                <c:pt idx="2850">
                  <c:v>2950</c:v>
                </c:pt>
                <c:pt idx="2851">
                  <c:v>2950</c:v>
                </c:pt>
                <c:pt idx="2852">
                  <c:v>2950</c:v>
                </c:pt>
                <c:pt idx="2853">
                  <c:v>2950</c:v>
                </c:pt>
                <c:pt idx="2854">
                  <c:v>2950</c:v>
                </c:pt>
                <c:pt idx="2855">
                  <c:v>2950</c:v>
                </c:pt>
                <c:pt idx="2856">
                  <c:v>2950</c:v>
                </c:pt>
                <c:pt idx="2857">
                  <c:v>2950</c:v>
                </c:pt>
                <c:pt idx="2858">
                  <c:v>2950</c:v>
                </c:pt>
                <c:pt idx="2859">
                  <c:v>2950</c:v>
                </c:pt>
                <c:pt idx="2860">
                  <c:v>2950</c:v>
                </c:pt>
                <c:pt idx="2861">
                  <c:v>2950</c:v>
                </c:pt>
                <c:pt idx="2862">
                  <c:v>2950</c:v>
                </c:pt>
                <c:pt idx="2863">
                  <c:v>2950</c:v>
                </c:pt>
                <c:pt idx="2864">
                  <c:v>2950</c:v>
                </c:pt>
                <c:pt idx="2865">
                  <c:v>2950</c:v>
                </c:pt>
                <c:pt idx="2866">
                  <c:v>2950</c:v>
                </c:pt>
                <c:pt idx="2867">
                  <c:v>2950</c:v>
                </c:pt>
                <c:pt idx="2868">
                  <c:v>2950</c:v>
                </c:pt>
                <c:pt idx="2869">
                  <c:v>2950</c:v>
                </c:pt>
                <c:pt idx="2870">
                  <c:v>2950</c:v>
                </c:pt>
                <c:pt idx="2871">
                  <c:v>2950</c:v>
                </c:pt>
                <c:pt idx="2872">
                  <c:v>2950</c:v>
                </c:pt>
                <c:pt idx="2873">
                  <c:v>2950</c:v>
                </c:pt>
                <c:pt idx="2874">
                  <c:v>2950</c:v>
                </c:pt>
                <c:pt idx="2875">
                  <c:v>2950</c:v>
                </c:pt>
                <c:pt idx="2876">
                  <c:v>2950</c:v>
                </c:pt>
                <c:pt idx="2877">
                  <c:v>2950</c:v>
                </c:pt>
                <c:pt idx="2878">
                  <c:v>2950</c:v>
                </c:pt>
                <c:pt idx="2879">
                  <c:v>2950</c:v>
                </c:pt>
                <c:pt idx="2880">
                  <c:v>2950</c:v>
                </c:pt>
                <c:pt idx="2881">
                  <c:v>2950</c:v>
                </c:pt>
                <c:pt idx="2882">
                  <c:v>2950</c:v>
                </c:pt>
                <c:pt idx="2883">
                  <c:v>2950</c:v>
                </c:pt>
                <c:pt idx="2884">
                  <c:v>2950</c:v>
                </c:pt>
                <c:pt idx="2885">
                  <c:v>2950</c:v>
                </c:pt>
                <c:pt idx="2886">
                  <c:v>2950</c:v>
                </c:pt>
                <c:pt idx="2887">
                  <c:v>2950</c:v>
                </c:pt>
                <c:pt idx="2888">
                  <c:v>2950</c:v>
                </c:pt>
                <c:pt idx="2889">
                  <c:v>2950</c:v>
                </c:pt>
                <c:pt idx="2890">
                  <c:v>2950</c:v>
                </c:pt>
                <c:pt idx="2891">
                  <c:v>2950</c:v>
                </c:pt>
                <c:pt idx="2892">
                  <c:v>2950</c:v>
                </c:pt>
                <c:pt idx="2893">
                  <c:v>2950</c:v>
                </c:pt>
                <c:pt idx="2894">
                  <c:v>2950</c:v>
                </c:pt>
                <c:pt idx="2895">
                  <c:v>2950</c:v>
                </c:pt>
                <c:pt idx="2896">
                  <c:v>2950</c:v>
                </c:pt>
                <c:pt idx="2897">
                  <c:v>2950</c:v>
                </c:pt>
                <c:pt idx="2898">
                  <c:v>2950</c:v>
                </c:pt>
                <c:pt idx="2899">
                  <c:v>2950</c:v>
                </c:pt>
                <c:pt idx="2900">
                  <c:v>2950</c:v>
                </c:pt>
                <c:pt idx="2901">
                  <c:v>2950</c:v>
                </c:pt>
                <c:pt idx="2902">
                  <c:v>2950</c:v>
                </c:pt>
                <c:pt idx="2903">
                  <c:v>2950</c:v>
                </c:pt>
                <c:pt idx="2904">
                  <c:v>2950</c:v>
                </c:pt>
                <c:pt idx="2905">
                  <c:v>2950</c:v>
                </c:pt>
                <c:pt idx="2906">
                  <c:v>2950</c:v>
                </c:pt>
                <c:pt idx="2907">
                  <c:v>2950</c:v>
                </c:pt>
                <c:pt idx="2908">
                  <c:v>2950</c:v>
                </c:pt>
                <c:pt idx="2909">
                  <c:v>2950</c:v>
                </c:pt>
                <c:pt idx="2910">
                  <c:v>3100</c:v>
                </c:pt>
                <c:pt idx="2911">
                  <c:v>3100</c:v>
                </c:pt>
                <c:pt idx="2912">
                  <c:v>3100</c:v>
                </c:pt>
                <c:pt idx="2913">
                  <c:v>3100</c:v>
                </c:pt>
                <c:pt idx="2914">
                  <c:v>3100</c:v>
                </c:pt>
                <c:pt idx="2915">
                  <c:v>3100</c:v>
                </c:pt>
                <c:pt idx="2916">
                  <c:v>3100</c:v>
                </c:pt>
                <c:pt idx="2917">
                  <c:v>3100</c:v>
                </c:pt>
                <c:pt idx="2918">
                  <c:v>3100</c:v>
                </c:pt>
                <c:pt idx="2919">
                  <c:v>3100</c:v>
                </c:pt>
                <c:pt idx="2920">
                  <c:v>3100</c:v>
                </c:pt>
                <c:pt idx="2921">
                  <c:v>3100</c:v>
                </c:pt>
                <c:pt idx="2922">
                  <c:v>3100</c:v>
                </c:pt>
                <c:pt idx="2923">
                  <c:v>3100</c:v>
                </c:pt>
                <c:pt idx="2924">
                  <c:v>3100</c:v>
                </c:pt>
                <c:pt idx="2925">
                  <c:v>3100</c:v>
                </c:pt>
                <c:pt idx="2926">
                  <c:v>3100</c:v>
                </c:pt>
                <c:pt idx="2927">
                  <c:v>3100</c:v>
                </c:pt>
                <c:pt idx="2928">
                  <c:v>3100</c:v>
                </c:pt>
                <c:pt idx="2929">
                  <c:v>3100</c:v>
                </c:pt>
                <c:pt idx="2930">
                  <c:v>3100</c:v>
                </c:pt>
                <c:pt idx="2931">
                  <c:v>3100</c:v>
                </c:pt>
                <c:pt idx="2932">
                  <c:v>3100</c:v>
                </c:pt>
                <c:pt idx="2933">
                  <c:v>3100</c:v>
                </c:pt>
                <c:pt idx="2934">
                  <c:v>3100</c:v>
                </c:pt>
                <c:pt idx="2935">
                  <c:v>3100</c:v>
                </c:pt>
                <c:pt idx="2936">
                  <c:v>3100</c:v>
                </c:pt>
                <c:pt idx="2937">
                  <c:v>3100</c:v>
                </c:pt>
                <c:pt idx="2938">
                  <c:v>3100</c:v>
                </c:pt>
                <c:pt idx="2939">
                  <c:v>3100</c:v>
                </c:pt>
                <c:pt idx="2940">
                  <c:v>3100</c:v>
                </c:pt>
                <c:pt idx="2941">
                  <c:v>3100</c:v>
                </c:pt>
                <c:pt idx="2942">
                  <c:v>3100</c:v>
                </c:pt>
                <c:pt idx="2943">
                  <c:v>3100</c:v>
                </c:pt>
                <c:pt idx="2944">
                  <c:v>3100</c:v>
                </c:pt>
                <c:pt idx="2945">
                  <c:v>3100</c:v>
                </c:pt>
                <c:pt idx="2946">
                  <c:v>3100</c:v>
                </c:pt>
                <c:pt idx="2947">
                  <c:v>3100</c:v>
                </c:pt>
                <c:pt idx="2948">
                  <c:v>3100</c:v>
                </c:pt>
                <c:pt idx="2949">
                  <c:v>3100</c:v>
                </c:pt>
                <c:pt idx="2950">
                  <c:v>3100</c:v>
                </c:pt>
                <c:pt idx="2951">
                  <c:v>3100</c:v>
                </c:pt>
                <c:pt idx="2952">
                  <c:v>3100</c:v>
                </c:pt>
                <c:pt idx="2953">
                  <c:v>3100</c:v>
                </c:pt>
                <c:pt idx="2954">
                  <c:v>3100</c:v>
                </c:pt>
                <c:pt idx="2955">
                  <c:v>3100</c:v>
                </c:pt>
                <c:pt idx="2956">
                  <c:v>3100</c:v>
                </c:pt>
                <c:pt idx="2957">
                  <c:v>3100</c:v>
                </c:pt>
                <c:pt idx="2958">
                  <c:v>3100</c:v>
                </c:pt>
                <c:pt idx="2959">
                  <c:v>3100</c:v>
                </c:pt>
                <c:pt idx="2960">
                  <c:v>3100</c:v>
                </c:pt>
                <c:pt idx="2961">
                  <c:v>3100</c:v>
                </c:pt>
                <c:pt idx="2962">
                  <c:v>3100</c:v>
                </c:pt>
                <c:pt idx="2963">
                  <c:v>3100</c:v>
                </c:pt>
                <c:pt idx="2964">
                  <c:v>3100</c:v>
                </c:pt>
                <c:pt idx="2965">
                  <c:v>3100</c:v>
                </c:pt>
                <c:pt idx="2966">
                  <c:v>3100</c:v>
                </c:pt>
                <c:pt idx="2967">
                  <c:v>3100</c:v>
                </c:pt>
                <c:pt idx="2968">
                  <c:v>3100</c:v>
                </c:pt>
                <c:pt idx="2969">
                  <c:v>3100</c:v>
                </c:pt>
                <c:pt idx="2970">
                  <c:v>3100</c:v>
                </c:pt>
                <c:pt idx="2971">
                  <c:v>3100</c:v>
                </c:pt>
                <c:pt idx="2972">
                  <c:v>3100</c:v>
                </c:pt>
                <c:pt idx="2973">
                  <c:v>3100</c:v>
                </c:pt>
                <c:pt idx="2974">
                  <c:v>3100</c:v>
                </c:pt>
                <c:pt idx="2975">
                  <c:v>3100</c:v>
                </c:pt>
                <c:pt idx="2976">
                  <c:v>3100</c:v>
                </c:pt>
                <c:pt idx="2977">
                  <c:v>3100</c:v>
                </c:pt>
                <c:pt idx="2978">
                  <c:v>3100</c:v>
                </c:pt>
                <c:pt idx="2979">
                  <c:v>3150</c:v>
                </c:pt>
                <c:pt idx="2980">
                  <c:v>3150</c:v>
                </c:pt>
                <c:pt idx="2981">
                  <c:v>3150</c:v>
                </c:pt>
                <c:pt idx="2982">
                  <c:v>3150</c:v>
                </c:pt>
                <c:pt idx="2983">
                  <c:v>3150</c:v>
                </c:pt>
                <c:pt idx="2984">
                  <c:v>3150</c:v>
                </c:pt>
                <c:pt idx="2985">
                  <c:v>3150</c:v>
                </c:pt>
                <c:pt idx="2986">
                  <c:v>3150</c:v>
                </c:pt>
                <c:pt idx="2987">
                  <c:v>3150</c:v>
                </c:pt>
                <c:pt idx="2988">
                  <c:v>3150</c:v>
                </c:pt>
                <c:pt idx="2989">
                  <c:v>3150</c:v>
                </c:pt>
                <c:pt idx="2990">
                  <c:v>3150</c:v>
                </c:pt>
                <c:pt idx="2991">
                  <c:v>3150</c:v>
                </c:pt>
                <c:pt idx="2992">
                  <c:v>3150</c:v>
                </c:pt>
                <c:pt idx="2993">
                  <c:v>3150</c:v>
                </c:pt>
                <c:pt idx="2994">
                  <c:v>3150</c:v>
                </c:pt>
                <c:pt idx="2995">
                  <c:v>3150</c:v>
                </c:pt>
                <c:pt idx="2996">
                  <c:v>3150</c:v>
                </c:pt>
                <c:pt idx="2997">
                  <c:v>3150</c:v>
                </c:pt>
                <c:pt idx="2998">
                  <c:v>3150</c:v>
                </c:pt>
                <c:pt idx="2999">
                  <c:v>3150</c:v>
                </c:pt>
                <c:pt idx="3000">
                  <c:v>3150</c:v>
                </c:pt>
                <c:pt idx="3001">
                  <c:v>3150</c:v>
                </c:pt>
                <c:pt idx="3002">
                  <c:v>3150</c:v>
                </c:pt>
                <c:pt idx="3003">
                  <c:v>3150</c:v>
                </c:pt>
                <c:pt idx="3004">
                  <c:v>3150</c:v>
                </c:pt>
                <c:pt idx="3005">
                  <c:v>3150</c:v>
                </c:pt>
                <c:pt idx="3006">
                  <c:v>3150</c:v>
                </c:pt>
                <c:pt idx="3007">
                  <c:v>3150</c:v>
                </c:pt>
                <c:pt idx="3008">
                  <c:v>3150</c:v>
                </c:pt>
                <c:pt idx="3009">
                  <c:v>3150</c:v>
                </c:pt>
                <c:pt idx="3010">
                  <c:v>3150</c:v>
                </c:pt>
                <c:pt idx="3011">
                  <c:v>3150</c:v>
                </c:pt>
                <c:pt idx="3012">
                  <c:v>3150</c:v>
                </c:pt>
                <c:pt idx="3013">
                  <c:v>3150</c:v>
                </c:pt>
                <c:pt idx="3014">
                  <c:v>3150</c:v>
                </c:pt>
                <c:pt idx="3015">
                  <c:v>3150</c:v>
                </c:pt>
                <c:pt idx="3016">
                  <c:v>3150</c:v>
                </c:pt>
                <c:pt idx="3017">
                  <c:v>3150</c:v>
                </c:pt>
                <c:pt idx="3018">
                  <c:v>3150</c:v>
                </c:pt>
                <c:pt idx="3019">
                  <c:v>3150</c:v>
                </c:pt>
                <c:pt idx="3020">
                  <c:v>3150</c:v>
                </c:pt>
                <c:pt idx="3021">
                  <c:v>3150</c:v>
                </c:pt>
                <c:pt idx="3022">
                  <c:v>3150</c:v>
                </c:pt>
                <c:pt idx="3023">
                  <c:v>3150</c:v>
                </c:pt>
                <c:pt idx="3024">
                  <c:v>3150</c:v>
                </c:pt>
                <c:pt idx="3025">
                  <c:v>3150</c:v>
                </c:pt>
                <c:pt idx="3026">
                  <c:v>3150</c:v>
                </c:pt>
                <c:pt idx="3027">
                  <c:v>3150</c:v>
                </c:pt>
                <c:pt idx="3028">
                  <c:v>3150</c:v>
                </c:pt>
                <c:pt idx="3029">
                  <c:v>3150</c:v>
                </c:pt>
                <c:pt idx="3030">
                  <c:v>3150</c:v>
                </c:pt>
                <c:pt idx="3031">
                  <c:v>3150</c:v>
                </c:pt>
                <c:pt idx="3032">
                  <c:v>3150</c:v>
                </c:pt>
                <c:pt idx="3033">
                  <c:v>3150</c:v>
                </c:pt>
                <c:pt idx="3034">
                  <c:v>3150</c:v>
                </c:pt>
                <c:pt idx="3035">
                  <c:v>3150</c:v>
                </c:pt>
                <c:pt idx="3036">
                  <c:v>3150</c:v>
                </c:pt>
                <c:pt idx="3037">
                  <c:v>3150</c:v>
                </c:pt>
                <c:pt idx="3038">
                  <c:v>3150</c:v>
                </c:pt>
                <c:pt idx="3039">
                  <c:v>3150</c:v>
                </c:pt>
                <c:pt idx="3040">
                  <c:v>3150</c:v>
                </c:pt>
                <c:pt idx="3041">
                  <c:v>3150</c:v>
                </c:pt>
                <c:pt idx="3042">
                  <c:v>3150</c:v>
                </c:pt>
                <c:pt idx="3043">
                  <c:v>3150</c:v>
                </c:pt>
                <c:pt idx="3044">
                  <c:v>3150</c:v>
                </c:pt>
                <c:pt idx="3045">
                  <c:v>3150</c:v>
                </c:pt>
                <c:pt idx="3046">
                  <c:v>3150</c:v>
                </c:pt>
                <c:pt idx="3047">
                  <c:v>3150</c:v>
                </c:pt>
                <c:pt idx="3048">
                  <c:v>3150</c:v>
                </c:pt>
                <c:pt idx="3049">
                  <c:v>3150</c:v>
                </c:pt>
                <c:pt idx="3050">
                  <c:v>3150</c:v>
                </c:pt>
                <c:pt idx="3051">
                  <c:v>3150</c:v>
                </c:pt>
                <c:pt idx="3052">
                  <c:v>3150</c:v>
                </c:pt>
                <c:pt idx="3053">
                  <c:v>3150</c:v>
                </c:pt>
                <c:pt idx="3054">
                  <c:v>3150</c:v>
                </c:pt>
                <c:pt idx="3055">
                  <c:v>3150</c:v>
                </c:pt>
                <c:pt idx="3056">
                  <c:v>3150</c:v>
                </c:pt>
                <c:pt idx="3057">
                  <c:v>3150</c:v>
                </c:pt>
                <c:pt idx="3058">
                  <c:v>3150</c:v>
                </c:pt>
                <c:pt idx="3059">
                  <c:v>3150</c:v>
                </c:pt>
                <c:pt idx="3060">
                  <c:v>3150</c:v>
                </c:pt>
                <c:pt idx="3061">
                  <c:v>3150</c:v>
                </c:pt>
                <c:pt idx="3062">
                  <c:v>3150</c:v>
                </c:pt>
                <c:pt idx="3063">
                  <c:v>3150</c:v>
                </c:pt>
                <c:pt idx="3064">
                  <c:v>3150</c:v>
                </c:pt>
                <c:pt idx="3065">
                  <c:v>3150</c:v>
                </c:pt>
                <c:pt idx="3066">
                  <c:v>3150</c:v>
                </c:pt>
                <c:pt idx="3067">
                  <c:v>3150</c:v>
                </c:pt>
                <c:pt idx="3068">
                  <c:v>3150</c:v>
                </c:pt>
                <c:pt idx="3069">
                  <c:v>3150</c:v>
                </c:pt>
                <c:pt idx="3070">
                  <c:v>3150</c:v>
                </c:pt>
                <c:pt idx="3071">
                  <c:v>3150</c:v>
                </c:pt>
                <c:pt idx="3072">
                  <c:v>3150</c:v>
                </c:pt>
                <c:pt idx="3073">
                  <c:v>3150</c:v>
                </c:pt>
                <c:pt idx="3074">
                  <c:v>3150</c:v>
                </c:pt>
                <c:pt idx="3075">
                  <c:v>3150</c:v>
                </c:pt>
                <c:pt idx="3076">
                  <c:v>3150</c:v>
                </c:pt>
                <c:pt idx="3077">
                  <c:v>3150</c:v>
                </c:pt>
                <c:pt idx="3078">
                  <c:v>3150</c:v>
                </c:pt>
                <c:pt idx="3079">
                  <c:v>3150</c:v>
                </c:pt>
                <c:pt idx="3080">
                  <c:v>3150</c:v>
                </c:pt>
                <c:pt idx="3081">
                  <c:v>3150</c:v>
                </c:pt>
                <c:pt idx="3082">
                  <c:v>3150</c:v>
                </c:pt>
                <c:pt idx="3083">
                  <c:v>3150</c:v>
                </c:pt>
                <c:pt idx="3084">
                  <c:v>3150</c:v>
                </c:pt>
                <c:pt idx="3085">
                  <c:v>3150</c:v>
                </c:pt>
                <c:pt idx="3086">
                  <c:v>3150</c:v>
                </c:pt>
                <c:pt idx="3087">
                  <c:v>3150</c:v>
                </c:pt>
                <c:pt idx="3088">
                  <c:v>3150</c:v>
                </c:pt>
                <c:pt idx="3089">
                  <c:v>3150</c:v>
                </c:pt>
                <c:pt idx="3090">
                  <c:v>3150</c:v>
                </c:pt>
                <c:pt idx="3091">
                  <c:v>3150</c:v>
                </c:pt>
                <c:pt idx="3092">
                  <c:v>3150</c:v>
                </c:pt>
                <c:pt idx="3093">
                  <c:v>3150</c:v>
                </c:pt>
                <c:pt idx="3094">
                  <c:v>3150</c:v>
                </c:pt>
                <c:pt idx="3095">
                  <c:v>3150</c:v>
                </c:pt>
                <c:pt idx="3096">
                  <c:v>3150</c:v>
                </c:pt>
                <c:pt idx="3097">
                  <c:v>3150</c:v>
                </c:pt>
                <c:pt idx="3098">
                  <c:v>3150</c:v>
                </c:pt>
                <c:pt idx="3099">
                  <c:v>3150</c:v>
                </c:pt>
                <c:pt idx="3100">
                  <c:v>3150</c:v>
                </c:pt>
                <c:pt idx="3101">
                  <c:v>3150</c:v>
                </c:pt>
                <c:pt idx="3102">
                  <c:v>3150</c:v>
                </c:pt>
                <c:pt idx="3103">
                  <c:v>3150</c:v>
                </c:pt>
                <c:pt idx="3104">
                  <c:v>3150</c:v>
                </c:pt>
                <c:pt idx="3105">
                  <c:v>3150</c:v>
                </c:pt>
                <c:pt idx="3106">
                  <c:v>3150</c:v>
                </c:pt>
                <c:pt idx="3107">
                  <c:v>3150</c:v>
                </c:pt>
                <c:pt idx="3108">
                  <c:v>3150</c:v>
                </c:pt>
                <c:pt idx="3109">
                  <c:v>3150</c:v>
                </c:pt>
                <c:pt idx="3110">
                  <c:v>3150</c:v>
                </c:pt>
                <c:pt idx="3111">
                  <c:v>3150</c:v>
                </c:pt>
                <c:pt idx="3112">
                  <c:v>3150</c:v>
                </c:pt>
                <c:pt idx="3113">
                  <c:v>3150</c:v>
                </c:pt>
                <c:pt idx="3114">
                  <c:v>3150</c:v>
                </c:pt>
                <c:pt idx="3115">
                  <c:v>3150</c:v>
                </c:pt>
                <c:pt idx="3116">
                  <c:v>3150</c:v>
                </c:pt>
                <c:pt idx="3117">
                  <c:v>3150</c:v>
                </c:pt>
                <c:pt idx="3118">
                  <c:v>3150</c:v>
                </c:pt>
                <c:pt idx="3119">
                  <c:v>3150</c:v>
                </c:pt>
                <c:pt idx="3120">
                  <c:v>3150</c:v>
                </c:pt>
                <c:pt idx="3121">
                  <c:v>3150</c:v>
                </c:pt>
                <c:pt idx="3122">
                  <c:v>3150</c:v>
                </c:pt>
                <c:pt idx="3123">
                  <c:v>3150</c:v>
                </c:pt>
                <c:pt idx="3124">
                  <c:v>3150</c:v>
                </c:pt>
                <c:pt idx="3125">
                  <c:v>3150</c:v>
                </c:pt>
                <c:pt idx="3126">
                  <c:v>3150</c:v>
                </c:pt>
                <c:pt idx="3127">
                  <c:v>3150</c:v>
                </c:pt>
                <c:pt idx="3128">
                  <c:v>3150</c:v>
                </c:pt>
                <c:pt idx="3129">
                  <c:v>3150</c:v>
                </c:pt>
                <c:pt idx="3130">
                  <c:v>3150</c:v>
                </c:pt>
                <c:pt idx="3131">
                  <c:v>3150</c:v>
                </c:pt>
                <c:pt idx="3132">
                  <c:v>3150</c:v>
                </c:pt>
                <c:pt idx="3133">
                  <c:v>3150</c:v>
                </c:pt>
                <c:pt idx="3134">
                  <c:v>3150</c:v>
                </c:pt>
                <c:pt idx="3135">
                  <c:v>3150</c:v>
                </c:pt>
                <c:pt idx="3136">
                  <c:v>3150</c:v>
                </c:pt>
                <c:pt idx="3137">
                  <c:v>3150</c:v>
                </c:pt>
                <c:pt idx="3138">
                  <c:v>3150</c:v>
                </c:pt>
                <c:pt idx="3139">
                  <c:v>3150</c:v>
                </c:pt>
                <c:pt idx="3140">
                  <c:v>3150</c:v>
                </c:pt>
                <c:pt idx="3141">
                  <c:v>3150</c:v>
                </c:pt>
                <c:pt idx="3142">
                  <c:v>3150</c:v>
                </c:pt>
                <c:pt idx="3143">
                  <c:v>3150</c:v>
                </c:pt>
                <c:pt idx="3144">
                  <c:v>3150</c:v>
                </c:pt>
                <c:pt idx="3145">
                  <c:v>3150</c:v>
                </c:pt>
                <c:pt idx="3146">
                  <c:v>3150</c:v>
                </c:pt>
                <c:pt idx="3147">
                  <c:v>3150</c:v>
                </c:pt>
                <c:pt idx="3148">
                  <c:v>3150</c:v>
                </c:pt>
                <c:pt idx="3149">
                  <c:v>3150</c:v>
                </c:pt>
                <c:pt idx="3150">
                  <c:v>3150</c:v>
                </c:pt>
                <c:pt idx="3151">
                  <c:v>3150</c:v>
                </c:pt>
                <c:pt idx="3152">
                  <c:v>3150</c:v>
                </c:pt>
                <c:pt idx="3153">
                  <c:v>3150</c:v>
                </c:pt>
                <c:pt idx="3154">
                  <c:v>3150</c:v>
                </c:pt>
                <c:pt idx="3155">
                  <c:v>3150</c:v>
                </c:pt>
                <c:pt idx="3156">
                  <c:v>3150</c:v>
                </c:pt>
                <c:pt idx="3157">
                  <c:v>3150</c:v>
                </c:pt>
                <c:pt idx="3158">
                  <c:v>3150</c:v>
                </c:pt>
                <c:pt idx="3159">
                  <c:v>3150</c:v>
                </c:pt>
                <c:pt idx="3160">
                  <c:v>3150</c:v>
                </c:pt>
                <c:pt idx="3161">
                  <c:v>3150</c:v>
                </c:pt>
                <c:pt idx="3162">
                  <c:v>3150</c:v>
                </c:pt>
                <c:pt idx="3163">
                  <c:v>3150</c:v>
                </c:pt>
                <c:pt idx="3164">
                  <c:v>3150</c:v>
                </c:pt>
                <c:pt idx="3165">
                  <c:v>3150</c:v>
                </c:pt>
                <c:pt idx="3166">
                  <c:v>3150</c:v>
                </c:pt>
                <c:pt idx="3167">
                  <c:v>3150</c:v>
                </c:pt>
                <c:pt idx="3168">
                  <c:v>3150</c:v>
                </c:pt>
                <c:pt idx="3169">
                  <c:v>3150</c:v>
                </c:pt>
                <c:pt idx="3170">
                  <c:v>3150</c:v>
                </c:pt>
                <c:pt idx="3171">
                  <c:v>3150</c:v>
                </c:pt>
                <c:pt idx="3172">
                  <c:v>3150</c:v>
                </c:pt>
                <c:pt idx="3173">
                  <c:v>3150</c:v>
                </c:pt>
                <c:pt idx="3174">
                  <c:v>3150</c:v>
                </c:pt>
                <c:pt idx="3175">
                  <c:v>3150</c:v>
                </c:pt>
                <c:pt idx="3176">
                  <c:v>3150</c:v>
                </c:pt>
                <c:pt idx="3177">
                  <c:v>3150</c:v>
                </c:pt>
                <c:pt idx="3178">
                  <c:v>3150</c:v>
                </c:pt>
                <c:pt idx="3179">
                  <c:v>3150</c:v>
                </c:pt>
                <c:pt idx="3180">
                  <c:v>3150</c:v>
                </c:pt>
                <c:pt idx="3181">
                  <c:v>3150</c:v>
                </c:pt>
                <c:pt idx="3182">
                  <c:v>3150</c:v>
                </c:pt>
                <c:pt idx="3183">
                  <c:v>3150</c:v>
                </c:pt>
                <c:pt idx="3184">
                  <c:v>3150</c:v>
                </c:pt>
                <c:pt idx="3185">
                  <c:v>3150</c:v>
                </c:pt>
                <c:pt idx="3186">
                  <c:v>3150</c:v>
                </c:pt>
                <c:pt idx="3187">
                  <c:v>3150</c:v>
                </c:pt>
                <c:pt idx="3188">
                  <c:v>3150</c:v>
                </c:pt>
                <c:pt idx="3189">
                  <c:v>3150</c:v>
                </c:pt>
                <c:pt idx="3190">
                  <c:v>3150</c:v>
                </c:pt>
                <c:pt idx="3191">
                  <c:v>2900</c:v>
                </c:pt>
                <c:pt idx="3192">
                  <c:v>2900</c:v>
                </c:pt>
                <c:pt idx="3193">
                  <c:v>2900</c:v>
                </c:pt>
                <c:pt idx="3194">
                  <c:v>2900</c:v>
                </c:pt>
                <c:pt idx="3195">
                  <c:v>2900</c:v>
                </c:pt>
                <c:pt idx="3196">
                  <c:v>2900</c:v>
                </c:pt>
                <c:pt idx="3197">
                  <c:v>2900</c:v>
                </c:pt>
                <c:pt idx="3198">
                  <c:v>2900</c:v>
                </c:pt>
                <c:pt idx="3199">
                  <c:v>2900</c:v>
                </c:pt>
                <c:pt idx="3200">
                  <c:v>2900</c:v>
                </c:pt>
                <c:pt idx="3201">
                  <c:v>2900</c:v>
                </c:pt>
                <c:pt idx="3202">
                  <c:v>2900</c:v>
                </c:pt>
                <c:pt idx="3203">
                  <c:v>2900</c:v>
                </c:pt>
                <c:pt idx="3204">
                  <c:v>2900</c:v>
                </c:pt>
                <c:pt idx="3205">
                  <c:v>2900</c:v>
                </c:pt>
                <c:pt idx="3206">
                  <c:v>2900</c:v>
                </c:pt>
                <c:pt idx="3207">
                  <c:v>2900</c:v>
                </c:pt>
                <c:pt idx="3208">
                  <c:v>2900</c:v>
                </c:pt>
                <c:pt idx="3209">
                  <c:v>2900</c:v>
                </c:pt>
                <c:pt idx="3210">
                  <c:v>2900</c:v>
                </c:pt>
                <c:pt idx="3211">
                  <c:v>2900</c:v>
                </c:pt>
                <c:pt idx="3212">
                  <c:v>2900</c:v>
                </c:pt>
                <c:pt idx="3213">
                  <c:v>2900</c:v>
                </c:pt>
                <c:pt idx="3214">
                  <c:v>2900</c:v>
                </c:pt>
                <c:pt idx="3215">
                  <c:v>2900</c:v>
                </c:pt>
                <c:pt idx="3216">
                  <c:v>2900</c:v>
                </c:pt>
                <c:pt idx="3217">
                  <c:v>2900</c:v>
                </c:pt>
                <c:pt idx="3218">
                  <c:v>2900</c:v>
                </c:pt>
                <c:pt idx="3219">
                  <c:v>2900</c:v>
                </c:pt>
                <c:pt idx="3220">
                  <c:v>2900</c:v>
                </c:pt>
                <c:pt idx="3221">
                  <c:v>2900</c:v>
                </c:pt>
                <c:pt idx="3222">
                  <c:v>2900</c:v>
                </c:pt>
                <c:pt idx="3223">
                  <c:v>2900</c:v>
                </c:pt>
                <c:pt idx="3224">
                  <c:v>2900</c:v>
                </c:pt>
                <c:pt idx="3225">
                  <c:v>2900</c:v>
                </c:pt>
                <c:pt idx="3226">
                  <c:v>2900</c:v>
                </c:pt>
                <c:pt idx="3227">
                  <c:v>2900</c:v>
                </c:pt>
                <c:pt idx="3228">
                  <c:v>2900</c:v>
                </c:pt>
                <c:pt idx="3229">
                  <c:v>2900</c:v>
                </c:pt>
                <c:pt idx="3230">
                  <c:v>2900</c:v>
                </c:pt>
                <c:pt idx="3231">
                  <c:v>2900</c:v>
                </c:pt>
                <c:pt idx="3232">
                  <c:v>2900</c:v>
                </c:pt>
                <c:pt idx="3233">
                  <c:v>2900</c:v>
                </c:pt>
                <c:pt idx="3234">
                  <c:v>2900</c:v>
                </c:pt>
                <c:pt idx="3235">
                  <c:v>2900</c:v>
                </c:pt>
                <c:pt idx="3236">
                  <c:v>2900</c:v>
                </c:pt>
                <c:pt idx="3237">
                  <c:v>2900</c:v>
                </c:pt>
                <c:pt idx="3238">
                  <c:v>2900</c:v>
                </c:pt>
                <c:pt idx="3239">
                  <c:v>2900</c:v>
                </c:pt>
                <c:pt idx="3240">
                  <c:v>2900</c:v>
                </c:pt>
                <c:pt idx="3241">
                  <c:v>2900</c:v>
                </c:pt>
                <c:pt idx="3242">
                  <c:v>2900</c:v>
                </c:pt>
                <c:pt idx="3243">
                  <c:v>2900</c:v>
                </c:pt>
                <c:pt idx="3244">
                  <c:v>2900</c:v>
                </c:pt>
                <c:pt idx="3245">
                  <c:v>2900</c:v>
                </c:pt>
                <c:pt idx="3246">
                  <c:v>2900</c:v>
                </c:pt>
                <c:pt idx="3247">
                  <c:v>2900</c:v>
                </c:pt>
                <c:pt idx="3248">
                  <c:v>2900</c:v>
                </c:pt>
                <c:pt idx="3249">
                  <c:v>2900</c:v>
                </c:pt>
                <c:pt idx="3250">
                  <c:v>2900</c:v>
                </c:pt>
                <c:pt idx="3251">
                  <c:v>2900</c:v>
                </c:pt>
                <c:pt idx="3252">
                  <c:v>2900</c:v>
                </c:pt>
                <c:pt idx="3253">
                  <c:v>2900</c:v>
                </c:pt>
                <c:pt idx="3254">
                  <c:v>2900</c:v>
                </c:pt>
                <c:pt idx="3255">
                  <c:v>2900</c:v>
                </c:pt>
                <c:pt idx="3256">
                  <c:v>2900</c:v>
                </c:pt>
                <c:pt idx="3257">
                  <c:v>2900</c:v>
                </c:pt>
                <c:pt idx="3258">
                  <c:v>2900</c:v>
                </c:pt>
                <c:pt idx="3259">
                  <c:v>2900</c:v>
                </c:pt>
                <c:pt idx="3260">
                  <c:v>2900</c:v>
                </c:pt>
                <c:pt idx="3261">
                  <c:v>2900</c:v>
                </c:pt>
                <c:pt idx="3262">
                  <c:v>2900</c:v>
                </c:pt>
                <c:pt idx="3263">
                  <c:v>2900</c:v>
                </c:pt>
                <c:pt idx="3264">
                  <c:v>2900</c:v>
                </c:pt>
                <c:pt idx="3265">
                  <c:v>2900</c:v>
                </c:pt>
                <c:pt idx="3266">
                  <c:v>2900</c:v>
                </c:pt>
                <c:pt idx="3267">
                  <c:v>2900</c:v>
                </c:pt>
                <c:pt idx="3268">
                  <c:v>2900</c:v>
                </c:pt>
                <c:pt idx="3269">
                  <c:v>2900</c:v>
                </c:pt>
                <c:pt idx="3270">
                  <c:v>2900</c:v>
                </c:pt>
                <c:pt idx="3271">
                  <c:v>2900</c:v>
                </c:pt>
                <c:pt idx="3272">
                  <c:v>2900</c:v>
                </c:pt>
                <c:pt idx="3273">
                  <c:v>2900</c:v>
                </c:pt>
                <c:pt idx="3274">
                  <c:v>2900</c:v>
                </c:pt>
                <c:pt idx="3275">
                  <c:v>2900</c:v>
                </c:pt>
                <c:pt idx="3276">
                  <c:v>2900</c:v>
                </c:pt>
                <c:pt idx="3277">
                  <c:v>2900</c:v>
                </c:pt>
                <c:pt idx="3278">
                  <c:v>2900</c:v>
                </c:pt>
                <c:pt idx="3279">
                  <c:v>2900</c:v>
                </c:pt>
                <c:pt idx="3280">
                  <c:v>2900</c:v>
                </c:pt>
                <c:pt idx="3281">
                  <c:v>2900</c:v>
                </c:pt>
                <c:pt idx="3282">
                  <c:v>2900</c:v>
                </c:pt>
                <c:pt idx="3283">
                  <c:v>2900</c:v>
                </c:pt>
                <c:pt idx="3284">
                  <c:v>2900</c:v>
                </c:pt>
                <c:pt idx="3285">
                  <c:v>2900</c:v>
                </c:pt>
                <c:pt idx="3286">
                  <c:v>2900</c:v>
                </c:pt>
                <c:pt idx="3287">
                  <c:v>2900</c:v>
                </c:pt>
                <c:pt idx="3288">
                  <c:v>2900</c:v>
                </c:pt>
                <c:pt idx="3289">
                  <c:v>2900</c:v>
                </c:pt>
                <c:pt idx="3290">
                  <c:v>2900</c:v>
                </c:pt>
                <c:pt idx="3291">
                  <c:v>2900</c:v>
                </c:pt>
                <c:pt idx="3292">
                  <c:v>2900</c:v>
                </c:pt>
                <c:pt idx="3293">
                  <c:v>2900</c:v>
                </c:pt>
                <c:pt idx="3294">
                  <c:v>2900</c:v>
                </c:pt>
                <c:pt idx="3295">
                  <c:v>2900</c:v>
                </c:pt>
                <c:pt idx="3296">
                  <c:v>2900</c:v>
                </c:pt>
                <c:pt idx="3297">
                  <c:v>2900</c:v>
                </c:pt>
                <c:pt idx="3298">
                  <c:v>2900</c:v>
                </c:pt>
                <c:pt idx="3299">
                  <c:v>2900</c:v>
                </c:pt>
                <c:pt idx="3300">
                  <c:v>2900</c:v>
                </c:pt>
                <c:pt idx="3301">
                  <c:v>2900</c:v>
                </c:pt>
                <c:pt idx="3302">
                  <c:v>2900</c:v>
                </c:pt>
                <c:pt idx="3303">
                  <c:v>2900</c:v>
                </c:pt>
                <c:pt idx="3304">
                  <c:v>2900</c:v>
                </c:pt>
                <c:pt idx="3305">
                  <c:v>2900</c:v>
                </c:pt>
                <c:pt idx="3306">
                  <c:v>2900</c:v>
                </c:pt>
                <c:pt idx="3307">
                  <c:v>2900</c:v>
                </c:pt>
                <c:pt idx="3308">
                  <c:v>2900</c:v>
                </c:pt>
                <c:pt idx="3309">
                  <c:v>2900</c:v>
                </c:pt>
                <c:pt idx="3310">
                  <c:v>2900</c:v>
                </c:pt>
                <c:pt idx="3311">
                  <c:v>2900</c:v>
                </c:pt>
                <c:pt idx="3312">
                  <c:v>2900</c:v>
                </c:pt>
                <c:pt idx="3313">
                  <c:v>2900</c:v>
                </c:pt>
                <c:pt idx="3314">
                  <c:v>2900</c:v>
                </c:pt>
                <c:pt idx="3315">
                  <c:v>2900</c:v>
                </c:pt>
                <c:pt idx="3316">
                  <c:v>2900</c:v>
                </c:pt>
                <c:pt idx="3317">
                  <c:v>2900</c:v>
                </c:pt>
                <c:pt idx="3318">
                  <c:v>2900</c:v>
                </c:pt>
                <c:pt idx="3319">
                  <c:v>2900</c:v>
                </c:pt>
                <c:pt idx="3320">
                  <c:v>2900</c:v>
                </c:pt>
                <c:pt idx="3321">
                  <c:v>2900</c:v>
                </c:pt>
                <c:pt idx="3322">
                  <c:v>2900</c:v>
                </c:pt>
                <c:pt idx="3323">
                  <c:v>2900</c:v>
                </c:pt>
                <c:pt idx="3324">
                  <c:v>2900</c:v>
                </c:pt>
                <c:pt idx="3325">
                  <c:v>2900</c:v>
                </c:pt>
                <c:pt idx="3326">
                  <c:v>2900</c:v>
                </c:pt>
                <c:pt idx="3327">
                  <c:v>2900</c:v>
                </c:pt>
                <c:pt idx="3328">
                  <c:v>2900</c:v>
                </c:pt>
                <c:pt idx="3329">
                  <c:v>2900</c:v>
                </c:pt>
                <c:pt idx="3330">
                  <c:v>2900</c:v>
                </c:pt>
                <c:pt idx="3331">
                  <c:v>2900</c:v>
                </c:pt>
                <c:pt idx="3332">
                  <c:v>2900</c:v>
                </c:pt>
                <c:pt idx="3333">
                  <c:v>2900</c:v>
                </c:pt>
                <c:pt idx="3334">
                  <c:v>2900</c:v>
                </c:pt>
                <c:pt idx="3335">
                  <c:v>2900</c:v>
                </c:pt>
                <c:pt idx="3336">
                  <c:v>2900</c:v>
                </c:pt>
                <c:pt idx="3337">
                  <c:v>2900</c:v>
                </c:pt>
                <c:pt idx="3338">
                  <c:v>2900</c:v>
                </c:pt>
                <c:pt idx="3339">
                  <c:v>2900</c:v>
                </c:pt>
                <c:pt idx="3340">
                  <c:v>2900</c:v>
                </c:pt>
                <c:pt idx="3341">
                  <c:v>2900</c:v>
                </c:pt>
                <c:pt idx="3342">
                  <c:v>2900</c:v>
                </c:pt>
                <c:pt idx="3343">
                  <c:v>2900</c:v>
                </c:pt>
                <c:pt idx="3344">
                  <c:v>2900</c:v>
                </c:pt>
                <c:pt idx="3345">
                  <c:v>2900</c:v>
                </c:pt>
                <c:pt idx="3346">
                  <c:v>2900</c:v>
                </c:pt>
                <c:pt idx="3347">
                  <c:v>2900</c:v>
                </c:pt>
                <c:pt idx="3348">
                  <c:v>2900</c:v>
                </c:pt>
                <c:pt idx="3349">
                  <c:v>2900</c:v>
                </c:pt>
                <c:pt idx="3350">
                  <c:v>2900</c:v>
                </c:pt>
                <c:pt idx="3351">
                  <c:v>2900</c:v>
                </c:pt>
                <c:pt idx="3352">
                  <c:v>2900</c:v>
                </c:pt>
                <c:pt idx="3353">
                  <c:v>2900</c:v>
                </c:pt>
                <c:pt idx="3354">
                  <c:v>2900</c:v>
                </c:pt>
                <c:pt idx="3355">
                  <c:v>2900</c:v>
                </c:pt>
                <c:pt idx="3356">
                  <c:v>2900</c:v>
                </c:pt>
                <c:pt idx="3357">
                  <c:v>2900</c:v>
                </c:pt>
                <c:pt idx="3358">
                  <c:v>2900</c:v>
                </c:pt>
                <c:pt idx="3359">
                  <c:v>2900</c:v>
                </c:pt>
                <c:pt idx="3360">
                  <c:v>2900</c:v>
                </c:pt>
                <c:pt idx="3361">
                  <c:v>2900</c:v>
                </c:pt>
                <c:pt idx="3362">
                  <c:v>2900</c:v>
                </c:pt>
                <c:pt idx="3363">
                  <c:v>2900</c:v>
                </c:pt>
                <c:pt idx="3364">
                  <c:v>2900</c:v>
                </c:pt>
                <c:pt idx="3365">
                  <c:v>2900</c:v>
                </c:pt>
                <c:pt idx="3366">
                  <c:v>2900</c:v>
                </c:pt>
                <c:pt idx="3367">
                  <c:v>2900</c:v>
                </c:pt>
                <c:pt idx="3368">
                  <c:v>2900</c:v>
                </c:pt>
                <c:pt idx="3369">
                  <c:v>2900</c:v>
                </c:pt>
                <c:pt idx="3370">
                  <c:v>2900</c:v>
                </c:pt>
                <c:pt idx="3371">
                  <c:v>2900</c:v>
                </c:pt>
                <c:pt idx="3372">
                  <c:v>2900</c:v>
                </c:pt>
                <c:pt idx="3373">
                  <c:v>2900</c:v>
                </c:pt>
                <c:pt idx="3374">
                  <c:v>2900</c:v>
                </c:pt>
                <c:pt idx="3375">
                  <c:v>2900</c:v>
                </c:pt>
                <c:pt idx="3376">
                  <c:v>2900</c:v>
                </c:pt>
                <c:pt idx="3377">
                  <c:v>2900</c:v>
                </c:pt>
                <c:pt idx="3378">
                  <c:v>2900</c:v>
                </c:pt>
                <c:pt idx="3379">
                  <c:v>2900</c:v>
                </c:pt>
                <c:pt idx="3380">
                  <c:v>2900</c:v>
                </c:pt>
                <c:pt idx="3381">
                  <c:v>2900</c:v>
                </c:pt>
                <c:pt idx="3382">
                  <c:v>2900</c:v>
                </c:pt>
                <c:pt idx="3383">
                  <c:v>2900</c:v>
                </c:pt>
                <c:pt idx="3384">
                  <c:v>2900</c:v>
                </c:pt>
                <c:pt idx="3385">
                  <c:v>2900</c:v>
                </c:pt>
                <c:pt idx="3386">
                  <c:v>2900</c:v>
                </c:pt>
                <c:pt idx="3387">
                  <c:v>2900</c:v>
                </c:pt>
                <c:pt idx="3388">
                  <c:v>2900</c:v>
                </c:pt>
                <c:pt idx="3389">
                  <c:v>2900</c:v>
                </c:pt>
                <c:pt idx="3390">
                  <c:v>2900</c:v>
                </c:pt>
                <c:pt idx="3391">
                  <c:v>2900</c:v>
                </c:pt>
                <c:pt idx="3392">
                  <c:v>2900</c:v>
                </c:pt>
                <c:pt idx="3393">
                  <c:v>2900</c:v>
                </c:pt>
                <c:pt idx="3394">
                  <c:v>2900</c:v>
                </c:pt>
                <c:pt idx="3395">
                  <c:v>2900</c:v>
                </c:pt>
                <c:pt idx="3396">
                  <c:v>2900</c:v>
                </c:pt>
                <c:pt idx="3397">
                  <c:v>2900</c:v>
                </c:pt>
                <c:pt idx="3398">
                  <c:v>2900</c:v>
                </c:pt>
                <c:pt idx="3399">
                  <c:v>2900</c:v>
                </c:pt>
                <c:pt idx="3400">
                  <c:v>2900</c:v>
                </c:pt>
                <c:pt idx="3401">
                  <c:v>2900</c:v>
                </c:pt>
                <c:pt idx="3402">
                  <c:v>2900</c:v>
                </c:pt>
                <c:pt idx="3403">
                  <c:v>2900</c:v>
                </c:pt>
                <c:pt idx="3404">
                  <c:v>2900</c:v>
                </c:pt>
                <c:pt idx="3405">
                  <c:v>2900</c:v>
                </c:pt>
                <c:pt idx="3406">
                  <c:v>2900</c:v>
                </c:pt>
                <c:pt idx="3407">
                  <c:v>2900</c:v>
                </c:pt>
                <c:pt idx="3408">
                  <c:v>2900</c:v>
                </c:pt>
                <c:pt idx="3409">
                  <c:v>2900</c:v>
                </c:pt>
                <c:pt idx="3410">
                  <c:v>2900</c:v>
                </c:pt>
                <c:pt idx="3411">
                  <c:v>2900</c:v>
                </c:pt>
                <c:pt idx="3412">
                  <c:v>2900</c:v>
                </c:pt>
                <c:pt idx="3413">
                  <c:v>2900</c:v>
                </c:pt>
                <c:pt idx="3414">
                  <c:v>2900</c:v>
                </c:pt>
                <c:pt idx="3415">
                  <c:v>2900</c:v>
                </c:pt>
                <c:pt idx="3416">
                  <c:v>2900</c:v>
                </c:pt>
                <c:pt idx="3417">
                  <c:v>2900</c:v>
                </c:pt>
                <c:pt idx="3418">
                  <c:v>2900</c:v>
                </c:pt>
                <c:pt idx="3419">
                  <c:v>2900</c:v>
                </c:pt>
                <c:pt idx="3420">
                  <c:v>2900</c:v>
                </c:pt>
                <c:pt idx="3421">
                  <c:v>2900</c:v>
                </c:pt>
                <c:pt idx="3422">
                  <c:v>2900</c:v>
                </c:pt>
                <c:pt idx="3423">
                  <c:v>2900</c:v>
                </c:pt>
                <c:pt idx="3424">
                  <c:v>2900</c:v>
                </c:pt>
                <c:pt idx="3425">
                  <c:v>2900</c:v>
                </c:pt>
                <c:pt idx="3426">
                  <c:v>2900</c:v>
                </c:pt>
                <c:pt idx="3427">
                  <c:v>2900</c:v>
                </c:pt>
                <c:pt idx="3428">
                  <c:v>2900</c:v>
                </c:pt>
                <c:pt idx="3429">
                  <c:v>2900</c:v>
                </c:pt>
                <c:pt idx="3430">
                  <c:v>2900</c:v>
                </c:pt>
                <c:pt idx="3431">
                  <c:v>2900</c:v>
                </c:pt>
                <c:pt idx="3432">
                  <c:v>2900</c:v>
                </c:pt>
                <c:pt idx="3433">
                  <c:v>2900</c:v>
                </c:pt>
                <c:pt idx="3434">
                  <c:v>2900</c:v>
                </c:pt>
                <c:pt idx="3435">
                  <c:v>2900</c:v>
                </c:pt>
                <c:pt idx="3436">
                  <c:v>2900</c:v>
                </c:pt>
                <c:pt idx="3437">
                  <c:v>2900</c:v>
                </c:pt>
                <c:pt idx="3438">
                  <c:v>2900</c:v>
                </c:pt>
                <c:pt idx="3439">
                  <c:v>2900</c:v>
                </c:pt>
                <c:pt idx="3440">
                  <c:v>2900</c:v>
                </c:pt>
                <c:pt idx="3441">
                  <c:v>2900</c:v>
                </c:pt>
                <c:pt idx="3442">
                  <c:v>2900</c:v>
                </c:pt>
                <c:pt idx="3443">
                  <c:v>2900</c:v>
                </c:pt>
                <c:pt idx="3444">
                  <c:v>2900</c:v>
                </c:pt>
                <c:pt idx="3445">
                  <c:v>2900</c:v>
                </c:pt>
                <c:pt idx="3446">
                  <c:v>2900</c:v>
                </c:pt>
                <c:pt idx="3447">
                  <c:v>2900</c:v>
                </c:pt>
                <c:pt idx="3448">
                  <c:v>2900</c:v>
                </c:pt>
                <c:pt idx="3449">
                  <c:v>2730</c:v>
                </c:pt>
                <c:pt idx="3450">
                  <c:v>2730</c:v>
                </c:pt>
                <c:pt idx="3451">
                  <c:v>2730</c:v>
                </c:pt>
                <c:pt idx="3452">
                  <c:v>2730</c:v>
                </c:pt>
                <c:pt idx="3453">
                  <c:v>2730</c:v>
                </c:pt>
                <c:pt idx="3454">
                  <c:v>2730</c:v>
                </c:pt>
                <c:pt idx="3455">
                  <c:v>2730</c:v>
                </c:pt>
                <c:pt idx="3456">
                  <c:v>2730</c:v>
                </c:pt>
                <c:pt idx="3457">
                  <c:v>2730</c:v>
                </c:pt>
                <c:pt idx="3458">
                  <c:v>2730</c:v>
                </c:pt>
                <c:pt idx="3459">
                  <c:v>2730</c:v>
                </c:pt>
                <c:pt idx="3460">
                  <c:v>2730</c:v>
                </c:pt>
                <c:pt idx="3461">
                  <c:v>2730</c:v>
                </c:pt>
                <c:pt idx="3462">
                  <c:v>2730</c:v>
                </c:pt>
                <c:pt idx="3463">
                  <c:v>2730</c:v>
                </c:pt>
                <c:pt idx="3464">
                  <c:v>2730</c:v>
                </c:pt>
                <c:pt idx="3465">
                  <c:v>2730</c:v>
                </c:pt>
                <c:pt idx="3466">
                  <c:v>2730</c:v>
                </c:pt>
                <c:pt idx="3467">
                  <c:v>2730</c:v>
                </c:pt>
                <c:pt idx="3468">
                  <c:v>2730</c:v>
                </c:pt>
                <c:pt idx="3469">
                  <c:v>2730</c:v>
                </c:pt>
                <c:pt idx="3470">
                  <c:v>2730</c:v>
                </c:pt>
                <c:pt idx="3471">
                  <c:v>2730</c:v>
                </c:pt>
                <c:pt idx="3472">
                  <c:v>2730</c:v>
                </c:pt>
                <c:pt idx="3473">
                  <c:v>2730</c:v>
                </c:pt>
                <c:pt idx="3474">
                  <c:v>2730</c:v>
                </c:pt>
                <c:pt idx="3475">
                  <c:v>2730</c:v>
                </c:pt>
                <c:pt idx="3476">
                  <c:v>2730</c:v>
                </c:pt>
                <c:pt idx="3477">
                  <c:v>2730</c:v>
                </c:pt>
                <c:pt idx="3478">
                  <c:v>2730</c:v>
                </c:pt>
                <c:pt idx="3479">
                  <c:v>2730</c:v>
                </c:pt>
                <c:pt idx="3480">
                  <c:v>2730</c:v>
                </c:pt>
                <c:pt idx="3481">
                  <c:v>2730</c:v>
                </c:pt>
                <c:pt idx="3482">
                  <c:v>2730</c:v>
                </c:pt>
                <c:pt idx="3483">
                  <c:v>2730</c:v>
                </c:pt>
                <c:pt idx="3484">
                  <c:v>2730</c:v>
                </c:pt>
                <c:pt idx="3485">
                  <c:v>2730</c:v>
                </c:pt>
                <c:pt idx="3486">
                  <c:v>2730</c:v>
                </c:pt>
                <c:pt idx="3487">
                  <c:v>2730</c:v>
                </c:pt>
                <c:pt idx="3488">
                  <c:v>2730</c:v>
                </c:pt>
                <c:pt idx="3489">
                  <c:v>2730</c:v>
                </c:pt>
                <c:pt idx="3490">
                  <c:v>2730</c:v>
                </c:pt>
                <c:pt idx="3491">
                  <c:v>2730</c:v>
                </c:pt>
                <c:pt idx="3492">
                  <c:v>2730</c:v>
                </c:pt>
                <c:pt idx="3493">
                  <c:v>2730</c:v>
                </c:pt>
                <c:pt idx="3494">
                  <c:v>2730</c:v>
                </c:pt>
                <c:pt idx="3495">
                  <c:v>2730</c:v>
                </c:pt>
                <c:pt idx="3496">
                  <c:v>2730</c:v>
                </c:pt>
                <c:pt idx="3497">
                  <c:v>2450</c:v>
                </c:pt>
                <c:pt idx="3498">
                  <c:v>2450</c:v>
                </c:pt>
                <c:pt idx="3499">
                  <c:v>2450</c:v>
                </c:pt>
                <c:pt idx="3500">
                  <c:v>2450</c:v>
                </c:pt>
                <c:pt idx="3501">
                  <c:v>2300</c:v>
                </c:pt>
                <c:pt idx="3502">
                  <c:v>2300</c:v>
                </c:pt>
                <c:pt idx="3503">
                  <c:v>2300</c:v>
                </c:pt>
                <c:pt idx="3504">
                  <c:v>2300</c:v>
                </c:pt>
                <c:pt idx="3505">
                  <c:v>2300</c:v>
                </c:pt>
                <c:pt idx="3506">
                  <c:v>2300</c:v>
                </c:pt>
                <c:pt idx="3507">
                  <c:v>2300</c:v>
                </c:pt>
                <c:pt idx="3508">
                  <c:v>2300</c:v>
                </c:pt>
                <c:pt idx="3509">
                  <c:v>2300</c:v>
                </c:pt>
                <c:pt idx="3510">
                  <c:v>2300</c:v>
                </c:pt>
                <c:pt idx="3511">
                  <c:v>2300</c:v>
                </c:pt>
                <c:pt idx="3512">
                  <c:v>2300</c:v>
                </c:pt>
                <c:pt idx="3513">
                  <c:v>2300</c:v>
                </c:pt>
                <c:pt idx="3514">
                  <c:v>2300</c:v>
                </c:pt>
                <c:pt idx="3515">
                  <c:v>2300</c:v>
                </c:pt>
                <c:pt idx="3516">
                  <c:v>2300</c:v>
                </c:pt>
                <c:pt idx="3517">
                  <c:v>2300</c:v>
                </c:pt>
                <c:pt idx="3518">
                  <c:v>2300</c:v>
                </c:pt>
                <c:pt idx="3519">
                  <c:v>2300</c:v>
                </c:pt>
                <c:pt idx="3520">
                  <c:v>2300</c:v>
                </c:pt>
                <c:pt idx="3521">
                  <c:v>2300</c:v>
                </c:pt>
                <c:pt idx="3522">
                  <c:v>2300</c:v>
                </c:pt>
                <c:pt idx="3523">
                  <c:v>2300</c:v>
                </c:pt>
                <c:pt idx="3524">
                  <c:v>2300</c:v>
                </c:pt>
                <c:pt idx="3525">
                  <c:v>2300</c:v>
                </c:pt>
                <c:pt idx="3526">
                  <c:v>2300</c:v>
                </c:pt>
                <c:pt idx="3527">
                  <c:v>2300</c:v>
                </c:pt>
                <c:pt idx="3528">
                  <c:v>2300</c:v>
                </c:pt>
                <c:pt idx="3529">
                  <c:v>2300</c:v>
                </c:pt>
                <c:pt idx="3530">
                  <c:v>2300</c:v>
                </c:pt>
                <c:pt idx="3531">
                  <c:v>2300</c:v>
                </c:pt>
                <c:pt idx="3532">
                  <c:v>2300</c:v>
                </c:pt>
                <c:pt idx="3533">
                  <c:v>2300</c:v>
                </c:pt>
                <c:pt idx="3534">
                  <c:v>2300</c:v>
                </c:pt>
                <c:pt idx="3535">
                  <c:v>2300</c:v>
                </c:pt>
                <c:pt idx="3536">
                  <c:v>2300</c:v>
                </c:pt>
                <c:pt idx="3537">
                  <c:v>2300</c:v>
                </c:pt>
                <c:pt idx="3538">
                  <c:v>2300</c:v>
                </c:pt>
                <c:pt idx="3539">
                  <c:v>2300</c:v>
                </c:pt>
                <c:pt idx="3540">
                  <c:v>2300</c:v>
                </c:pt>
                <c:pt idx="3541">
                  <c:v>2300</c:v>
                </c:pt>
                <c:pt idx="3542">
                  <c:v>2300</c:v>
                </c:pt>
                <c:pt idx="3543">
                  <c:v>2300</c:v>
                </c:pt>
                <c:pt idx="3544">
                  <c:v>2300</c:v>
                </c:pt>
                <c:pt idx="3545">
                  <c:v>2300</c:v>
                </c:pt>
                <c:pt idx="3546">
                  <c:v>2300</c:v>
                </c:pt>
                <c:pt idx="3547">
                  <c:v>2300</c:v>
                </c:pt>
                <c:pt idx="3548">
                  <c:v>2300</c:v>
                </c:pt>
                <c:pt idx="3549">
                  <c:v>2300</c:v>
                </c:pt>
                <c:pt idx="3550">
                  <c:v>2300</c:v>
                </c:pt>
                <c:pt idx="3551">
                  <c:v>2300</c:v>
                </c:pt>
                <c:pt idx="3552">
                  <c:v>2300</c:v>
                </c:pt>
                <c:pt idx="3553">
                  <c:v>2300</c:v>
                </c:pt>
                <c:pt idx="3554">
                  <c:v>2300</c:v>
                </c:pt>
                <c:pt idx="3555">
                  <c:v>2300</c:v>
                </c:pt>
                <c:pt idx="3556">
                  <c:v>2300</c:v>
                </c:pt>
                <c:pt idx="3557">
                  <c:v>2300</c:v>
                </c:pt>
                <c:pt idx="3558">
                  <c:v>2300</c:v>
                </c:pt>
                <c:pt idx="3559">
                  <c:v>2300</c:v>
                </c:pt>
                <c:pt idx="3560">
                  <c:v>2300</c:v>
                </c:pt>
                <c:pt idx="3561">
                  <c:v>2300</c:v>
                </c:pt>
                <c:pt idx="3562">
                  <c:v>2300</c:v>
                </c:pt>
                <c:pt idx="3563">
                  <c:v>2300</c:v>
                </c:pt>
                <c:pt idx="3564">
                  <c:v>2300</c:v>
                </c:pt>
                <c:pt idx="3565">
                  <c:v>2300</c:v>
                </c:pt>
                <c:pt idx="3566">
                  <c:v>2300</c:v>
                </c:pt>
                <c:pt idx="3567">
                  <c:v>2300</c:v>
                </c:pt>
                <c:pt idx="3568">
                  <c:v>2300</c:v>
                </c:pt>
                <c:pt idx="3569">
                  <c:v>2300</c:v>
                </c:pt>
                <c:pt idx="3570">
                  <c:v>2300</c:v>
                </c:pt>
                <c:pt idx="3571">
                  <c:v>2300</c:v>
                </c:pt>
                <c:pt idx="3572">
                  <c:v>2300</c:v>
                </c:pt>
                <c:pt idx="3573">
                  <c:v>2300</c:v>
                </c:pt>
                <c:pt idx="3574">
                  <c:v>2300</c:v>
                </c:pt>
                <c:pt idx="3575">
                  <c:v>2300</c:v>
                </c:pt>
                <c:pt idx="3576">
                  <c:v>2300</c:v>
                </c:pt>
                <c:pt idx="3577">
                  <c:v>2300</c:v>
                </c:pt>
                <c:pt idx="3578">
                  <c:v>2300</c:v>
                </c:pt>
                <c:pt idx="3579">
                  <c:v>2300</c:v>
                </c:pt>
                <c:pt idx="3580">
                  <c:v>2300</c:v>
                </c:pt>
                <c:pt idx="3581">
                  <c:v>2300</c:v>
                </c:pt>
                <c:pt idx="3582">
                  <c:v>2300</c:v>
                </c:pt>
                <c:pt idx="3583">
                  <c:v>2300</c:v>
                </c:pt>
                <c:pt idx="3584">
                  <c:v>2300</c:v>
                </c:pt>
                <c:pt idx="3585">
                  <c:v>2300</c:v>
                </c:pt>
                <c:pt idx="3586">
                  <c:v>2300</c:v>
                </c:pt>
                <c:pt idx="3587">
                  <c:v>2300</c:v>
                </c:pt>
                <c:pt idx="3588">
                  <c:v>2300</c:v>
                </c:pt>
                <c:pt idx="3589">
                  <c:v>2300</c:v>
                </c:pt>
                <c:pt idx="3590">
                  <c:v>2300</c:v>
                </c:pt>
                <c:pt idx="3591">
                  <c:v>2300</c:v>
                </c:pt>
                <c:pt idx="3592">
                  <c:v>2300</c:v>
                </c:pt>
                <c:pt idx="3593">
                  <c:v>2300</c:v>
                </c:pt>
                <c:pt idx="3594">
                  <c:v>2300</c:v>
                </c:pt>
                <c:pt idx="3595">
                  <c:v>2300</c:v>
                </c:pt>
                <c:pt idx="3596">
                  <c:v>2300</c:v>
                </c:pt>
                <c:pt idx="3597">
                  <c:v>2300</c:v>
                </c:pt>
                <c:pt idx="3598">
                  <c:v>2300</c:v>
                </c:pt>
                <c:pt idx="3599">
                  <c:v>2300</c:v>
                </c:pt>
                <c:pt idx="3600">
                  <c:v>2300</c:v>
                </c:pt>
                <c:pt idx="3601">
                  <c:v>2300</c:v>
                </c:pt>
                <c:pt idx="3602">
                  <c:v>2300</c:v>
                </c:pt>
                <c:pt idx="3603">
                  <c:v>2300</c:v>
                </c:pt>
                <c:pt idx="3604">
                  <c:v>2300</c:v>
                </c:pt>
                <c:pt idx="3605">
                  <c:v>2300</c:v>
                </c:pt>
                <c:pt idx="3606">
                  <c:v>2300</c:v>
                </c:pt>
                <c:pt idx="3607">
                  <c:v>2300</c:v>
                </c:pt>
                <c:pt idx="3608">
                  <c:v>2300</c:v>
                </c:pt>
                <c:pt idx="3609">
                  <c:v>2300</c:v>
                </c:pt>
                <c:pt idx="3610">
                  <c:v>2300</c:v>
                </c:pt>
                <c:pt idx="3611">
                  <c:v>2300</c:v>
                </c:pt>
                <c:pt idx="3612">
                  <c:v>2300</c:v>
                </c:pt>
                <c:pt idx="3613">
                  <c:v>2300</c:v>
                </c:pt>
                <c:pt idx="3614">
                  <c:v>2300</c:v>
                </c:pt>
                <c:pt idx="3615">
                  <c:v>2300</c:v>
                </c:pt>
                <c:pt idx="3616">
                  <c:v>2300</c:v>
                </c:pt>
                <c:pt idx="3617">
                  <c:v>2300</c:v>
                </c:pt>
                <c:pt idx="3618">
                  <c:v>2300</c:v>
                </c:pt>
                <c:pt idx="3619">
                  <c:v>2300</c:v>
                </c:pt>
                <c:pt idx="3620">
                  <c:v>2300</c:v>
                </c:pt>
                <c:pt idx="3621">
                  <c:v>2300</c:v>
                </c:pt>
                <c:pt idx="3622">
                  <c:v>2300</c:v>
                </c:pt>
                <c:pt idx="3623">
                  <c:v>2300</c:v>
                </c:pt>
                <c:pt idx="3624">
                  <c:v>2300</c:v>
                </c:pt>
                <c:pt idx="3625">
                  <c:v>2300</c:v>
                </c:pt>
                <c:pt idx="3626">
                  <c:v>2300</c:v>
                </c:pt>
                <c:pt idx="3627">
                  <c:v>2300</c:v>
                </c:pt>
                <c:pt idx="3628">
                  <c:v>2300</c:v>
                </c:pt>
                <c:pt idx="3629">
                  <c:v>2300</c:v>
                </c:pt>
                <c:pt idx="3630">
                  <c:v>2300</c:v>
                </c:pt>
                <c:pt idx="3631">
                  <c:v>2300</c:v>
                </c:pt>
                <c:pt idx="3632">
                  <c:v>2300</c:v>
                </c:pt>
                <c:pt idx="3633">
                  <c:v>2300</c:v>
                </c:pt>
                <c:pt idx="3634">
                  <c:v>2300</c:v>
                </c:pt>
                <c:pt idx="3635">
                  <c:v>2300</c:v>
                </c:pt>
                <c:pt idx="3636">
                  <c:v>2300</c:v>
                </c:pt>
                <c:pt idx="3637">
                  <c:v>2300</c:v>
                </c:pt>
                <c:pt idx="3638">
                  <c:v>2300</c:v>
                </c:pt>
                <c:pt idx="3639">
                  <c:v>2300</c:v>
                </c:pt>
                <c:pt idx="3640">
                  <c:v>2300</c:v>
                </c:pt>
                <c:pt idx="3641">
                  <c:v>2300</c:v>
                </c:pt>
                <c:pt idx="3642">
                  <c:v>2300</c:v>
                </c:pt>
                <c:pt idx="3643">
                  <c:v>2300</c:v>
                </c:pt>
                <c:pt idx="3644">
                  <c:v>2300</c:v>
                </c:pt>
                <c:pt idx="3645">
                  <c:v>2300</c:v>
                </c:pt>
                <c:pt idx="3646">
                  <c:v>2300</c:v>
                </c:pt>
                <c:pt idx="3647">
                  <c:v>2300</c:v>
                </c:pt>
                <c:pt idx="3648">
                  <c:v>2300</c:v>
                </c:pt>
                <c:pt idx="3649">
                  <c:v>2300</c:v>
                </c:pt>
                <c:pt idx="3650">
                  <c:v>2300</c:v>
                </c:pt>
                <c:pt idx="3651">
                  <c:v>2300</c:v>
                </c:pt>
                <c:pt idx="3652">
                  <c:v>2300</c:v>
                </c:pt>
                <c:pt idx="3653">
                  <c:v>2300</c:v>
                </c:pt>
                <c:pt idx="3654">
                  <c:v>2300</c:v>
                </c:pt>
                <c:pt idx="3655">
                  <c:v>2300</c:v>
                </c:pt>
                <c:pt idx="3656">
                  <c:v>2300</c:v>
                </c:pt>
                <c:pt idx="3657">
                  <c:v>2300</c:v>
                </c:pt>
                <c:pt idx="3658">
                  <c:v>2300</c:v>
                </c:pt>
                <c:pt idx="3659">
                  <c:v>2300</c:v>
                </c:pt>
                <c:pt idx="3660">
                  <c:v>2300</c:v>
                </c:pt>
                <c:pt idx="3661">
                  <c:v>2300</c:v>
                </c:pt>
                <c:pt idx="3662">
                  <c:v>2300</c:v>
                </c:pt>
                <c:pt idx="3663">
                  <c:v>2300</c:v>
                </c:pt>
                <c:pt idx="3664">
                  <c:v>2300</c:v>
                </c:pt>
                <c:pt idx="3665">
                  <c:v>2300</c:v>
                </c:pt>
                <c:pt idx="3666">
                  <c:v>2350</c:v>
                </c:pt>
                <c:pt idx="3667">
                  <c:v>2350</c:v>
                </c:pt>
                <c:pt idx="3668">
                  <c:v>2350</c:v>
                </c:pt>
                <c:pt idx="3669">
                  <c:v>2350</c:v>
                </c:pt>
                <c:pt idx="3670">
                  <c:v>2350</c:v>
                </c:pt>
                <c:pt idx="3671">
                  <c:v>2350</c:v>
                </c:pt>
                <c:pt idx="3672">
                  <c:v>2350</c:v>
                </c:pt>
                <c:pt idx="3673">
                  <c:v>2350</c:v>
                </c:pt>
                <c:pt idx="3674">
                  <c:v>2350</c:v>
                </c:pt>
                <c:pt idx="3675">
                  <c:v>2350</c:v>
                </c:pt>
                <c:pt idx="3676">
                  <c:v>2350</c:v>
                </c:pt>
                <c:pt idx="3677">
                  <c:v>2350</c:v>
                </c:pt>
                <c:pt idx="3678">
                  <c:v>2350</c:v>
                </c:pt>
                <c:pt idx="3679">
                  <c:v>2350</c:v>
                </c:pt>
                <c:pt idx="3680">
                  <c:v>2350</c:v>
                </c:pt>
                <c:pt idx="3681">
                  <c:v>2350</c:v>
                </c:pt>
                <c:pt idx="3682">
                  <c:v>2350</c:v>
                </c:pt>
                <c:pt idx="3683">
                  <c:v>2350</c:v>
                </c:pt>
                <c:pt idx="3684">
                  <c:v>2350</c:v>
                </c:pt>
                <c:pt idx="3685">
                  <c:v>2350</c:v>
                </c:pt>
                <c:pt idx="3686">
                  <c:v>2350</c:v>
                </c:pt>
                <c:pt idx="3687">
                  <c:v>2350</c:v>
                </c:pt>
                <c:pt idx="3688">
                  <c:v>2500</c:v>
                </c:pt>
                <c:pt idx="3689">
                  <c:v>2500</c:v>
                </c:pt>
                <c:pt idx="3690">
                  <c:v>2500</c:v>
                </c:pt>
                <c:pt idx="3691">
                  <c:v>2500</c:v>
                </c:pt>
                <c:pt idx="3692">
                  <c:v>2500</c:v>
                </c:pt>
                <c:pt idx="3693">
                  <c:v>2500</c:v>
                </c:pt>
                <c:pt idx="3694">
                  <c:v>2500</c:v>
                </c:pt>
                <c:pt idx="3695">
                  <c:v>2500</c:v>
                </c:pt>
                <c:pt idx="3696">
                  <c:v>2550</c:v>
                </c:pt>
                <c:pt idx="3697">
                  <c:v>2550</c:v>
                </c:pt>
                <c:pt idx="3698">
                  <c:v>2550</c:v>
                </c:pt>
                <c:pt idx="3699">
                  <c:v>2550</c:v>
                </c:pt>
                <c:pt idx="3700">
                  <c:v>2550</c:v>
                </c:pt>
                <c:pt idx="3701">
                  <c:v>2550</c:v>
                </c:pt>
                <c:pt idx="3702">
                  <c:v>2550</c:v>
                </c:pt>
                <c:pt idx="3703">
                  <c:v>2550</c:v>
                </c:pt>
                <c:pt idx="3704">
                  <c:v>2550</c:v>
                </c:pt>
                <c:pt idx="3705">
                  <c:v>2550</c:v>
                </c:pt>
                <c:pt idx="3706">
                  <c:v>2550</c:v>
                </c:pt>
                <c:pt idx="3707">
                  <c:v>2550</c:v>
                </c:pt>
                <c:pt idx="3708">
                  <c:v>2550</c:v>
                </c:pt>
                <c:pt idx="3709">
                  <c:v>2550</c:v>
                </c:pt>
                <c:pt idx="3710">
                  <c:v>2550</c:v>
                </c:pt>
                <c:pt idx="3711">
                  <c:v>2550</c:v>
                </c:pt>
                <c:pt idx="3712">
                  <c:v>2550</c:v>
                </c:pt>
                <c:pt idx="3713">
                  <c:v>2550</c:v>
                </c:pt>
                <c:pt idx="3714">
                  <c:v>2550</c:v>
                </c:pt>
                <c:pt idx="3715">
                  <c:v>2550</c:v>
                </c:pt>
                <c:pt idx="3716">
                  <c:v>2550</c:v>
                </c:pt>
                <c:pt idx="3717">
                  <c:v>2550</c:v>
                </c:pt>
                <c:pt idx="3718">
                  <c:v>2550</c:v>
                </c:pt>
                <c:pt idx="3719">
                  <c:v>2550</c:v>
                </c:pt>
                <c:pt idx="3720">
                  <c:v>2550</c:v>
                </c:pt>
                <c:pt idx="3721">
                  <c:v>2550</c:v>
                </c:pt>
                <c:pt idx="3722">
                  <c:v>2550</c:v>
                </c:pt>
                <c:pt idx="3723">
                  <c:v>2550</c:v>
                </c:pt>
                <c:pt idx="3724">
                  <c:v>2550</c:v>
                </c:pt>
                <c:pt idx="3725">
                  <c:v>2550</c:v>
                </c:pt>
                <c:pt idx="3726">
                  <c:v>2550</c:v>
                </c:pt>
                <c:pt idx="3727">
                  <c:v>2550</c:v>
                </c:pt>
                <c:pt idx="3728">
                  <c:v>2550</c:v>
                </c:pt>
                <c:pt idx="3729">
                  <c:v>2550</c:v>
                </c:pt>
                <c:pt idx="3730">
                  <c:v>2550</c:v>
                </c:pt>
                <c:pt idx="3731">
                  <c:v>2550</c:v>
                </c:pt>
                <c:pt idx="3732">
                  <c:v>2550</c:v>
                </c:pt>
                <c:pt idx="3733">
                  <c:v>2550</c:v>
                </c:pt>
                <c:pt idx="3734">
                  <c:v>2550</c:v>
                </c:pt>
                <c:pt idx="3735">
                  <c:v>2800</c:v>
                </c:pt>
                <c:pt idx="3736">
                  <c:v>2800</c:v>
                </c:pt>
                <c:pt idx="3737">
                  <c:v>2800</c:v>
                </c:pt>
                <c:pt idx="3738">
                  <c:v>2800</c:v>
                </c:pt>
                <c:pt idx="3739">
                  <c:v>2800</c:v>
                </c:pt>
                <c:pt idx="3740">
                  <c:v>2800</c:v>
                </c:pt>
                <c:pt idx="3741">
                  <c:v>2800</c:v>
                </c:pt>
                <c:pt idx="3742">
                  <c:v>2800</c:v>
                </c:pt>
                <c:pt idx="3743">
                  <c:v>2800</c:v>
                </c:pt>
                <c:pt idx="3744">
                  <c:v>2800</c:v>
                </c:pt>
                <c:pt idx="3745">
                  <c:v>2800</c:v>
                </c:pt>
                <c:pt idx="3746">
                  <c:v>2800</c:v>
                </c:pt>
                <c:pt idx="3747">
                  <c:v>2800</c:v>
                </c:pt>
                <c:pt idx="3748">
                  <c:v>2800</c:v>
                </c:pt>
                <c:pt idx="3749">
                  <c:v>2800</c:v>
                </c:pt>
                <c:pt idx="3750">
                  <c:v>2800</c:v>
                </c:pt>
                <c:pt idx="3751">
                  <c:v>2800</c:v>
                </c:pt>
                <c:pt idx="3752">
                  <c:v>2800</c:v>
                </c:pt>
                <c:pt idx="3753">
                  <c:v>2800</c:v>
                </c:pt>
                <c:pt idx="3754">
                  <c:v>2800</c:v>
                </c:pt>
                <c:pt idx="3755">
                  <c:v>2800</c:v>
                </c:pt>
                <c:pt idx="3756">
                  <c:v>2800</c:v>
                </c:pt>
                <c:pt idx="3757">
                  <c:v>2800</c:v>
                </c:pt>
                <c:pt idx="3758">
                  <c:v>2800</c:v>
                </c:pt>
                <c:pt idx="3759">
                  <c:v>2800</c:v>
                </c:pt>
                <c:pt idx="3760">
                  <c:v>2800</c:v>
                </c:pt>
                <c:pt idx="3761">
                  <c:v>2800</c:v>
                </c:pt>
                <c:pt idx="3762">
                  <c:v>2800</c:v>
                </c:pt>
                <c:pt idx="3763">
                  <c:v>2800</c:v>
                </c:pt>
                <c:pt idx="3764">
                  <c:v>2800</c:v>
                </c:pt>
                <c:pt idx="3765">
                  <c:v>2800</c:v>
                </c:pt>
                <c:pt idx="3766">
                  <c:v>2800</c:v>
                </c:pt>
                <c:pt idx="3767">
                  <c:v>2800</c:v>
                </c:pt>
                <c:pt idx="3768">
                  <c:v>2800</c:v>
                </c:pt>
                <c:pt idx="3769">
                  <c:v>2800</c:v>
                </c:pt>
                <c:pt idx="3770">
                  <c:v>2800</c:v>
                </c:pt>
                <c:pt idx="3771">
                  <c:v>2800</c:v>
                </c:pt>
                <c:pt idx="3772">
                  <c:v>2800</c:v>
                </c:pt>
                <c:pt idx="3773">
                  <c:v>2800</c:v>
                </c:pt>
                <c:pt idx="3774">
                  <c:v>2800</c:v>
                </c:pt>
                <c:pt idx="3775">
                  <c:v>2800</c:v>
                </c:pt>
                <c:pt idx="3776">
                  <c:v>2800</c:v>
                </c:pt>
                <c:pt idx="3777">
                  <c:v>2800</c:v>
                </c:pt>
                <c:pt idx="3778">
                  <c:v>2800</c:v>
                </c:pt>
                <c:pt idx="3779">
                  <c:v>2800</c:v>
                </c:pt>
                <c:pt idx="3780">
                  <c:v>2800</c:v>
                </c:pt>
                <c:pt idx="3781">
                  <c:v>2800</c:v>
                </c:pt>
                <c:pt idx="3782">
                  <c:v>2801</c:v>
                </c:pt>
                <c:pt idx="3783">
                  <c:v>2802</c:v>
                </c:pt>
                <c:pt idx="3784">
                  <c:v>2800</c:v>
                </c:pt>
                <c:pt idx="3785">
                  <c:v>2800</c:v>
                </c:pt>
                <c:pt idx="3786">
                  <c:v>2800</c:v>
                </c:pt>
                <c:pt idx="3787">
                  <c:v>2800</c:v>
                </c:pt>
                <c:pt idx="3788">
                  <c:v>2800</c:v>
                </c:pt>
                <c:pt idx="3789">
                  <c:v>2800</c:v>
                </c:pt>
                <c:pt idx="3790">
                  <c:v>2800</c:v>
                </c:pt>
                <c:pt idx="3791">
                  <c:v>2800</c:v>
                </c:pt>
                <c:pt idx="3792">
                  <c:v>2800</c:v>
                </c:pt>
                <c:pt idx="3793">
                  <c:v>2800</c:v>
                </c:pt>
                <c:pt idx="3794">
                  <c:v>2800</c:v>
                </c:pt>
                <c:pt idx="3795">
                  <c:v>2800</c:v>
                </c:pt>
                <c:pt idx="3796">
                  <c:v>2800</c:v>
                </c:pt>
                <c:pt idx="3797">
                  <c:v>2800</c:v>
                </c:pt>
                <c:pt idx="3798">
                  <c:v>2800</c:v>
                </c:pt>
                <c:pt idx="3799">
                  <c:v>2800</c:v>
                </c:pt>
                <c:pt idx="3800">
                  <c:v>2800</c:v>
                </c:pt>
                <c:pt idx="3801">
                  <c:v>2800</c:v>
                </c:pt>
                <c:pt idx="3802">
                  <c:v>2800</c:v>
                </c:pt>
                <c:pt idx="3803">
                  <c:v>2800</c:v>
                </c:pt>
                <c:pt idx="3804">
                  <c:v>2800</c:v>
                </c:pt>
                <c:pt idx="3805">
                  <c:v>2800</c:v>
                </c:pt>
                <c:pt idx="3806">
                  <c:v>2800</c:v>
                </c:pt>
                <c:pt idx="3807">
                  <c:v>2800</c:v>
                </c:pt>
                <c:pt idx="3808">
                  <c:v>2800</c:v>
                </c:pt>
                <c:pt idx="3809">
                  <c:v>2650</c:v>
                </c:pt>
                <c:pt idx="3810">
                  <c:v>2650</c:v>
                </c:pt>
                <c:pt idx="3811">
                  <c:v>2650</c:v>
                </c:pt>
                <c:pt idx="3812">
                  <c:v>2650</c:v>
                </c:pt>
                <c:pt idx="3813">
                  <c:v>2400</c:v>
                </c:pt>
                <c:pt idx="3814">
                  <c:v>2400</c:v>
                </c:pt>
                <c:pt idx="3815">
                  <c:v>2400</c:v>
                </c:pt>
                <c:pt idx="3816">
                  <c:v>2800</c:v>
                </c:pt>
                <c:pt idx="3817">
                  <c:v>2800</c:v>
                </c:pt>
                <c:pt idx="3818">
                  <c:v>2800</c:v>
                </c:pt>
                <c:pt idx="3819">
                  <c:v>2350</c:v>
                </c:pt>
                <c:pt idx="3820">
                  <c:v>2350</c:v>
                </c:pt>
                <c:pt idx="3821">
                  <c:v>2350</c:v>
                </c:pt>
                <c:pt idx="3822">
                  <c:v>2350</c:v>
                </c:pt>
                <c:pt idx="3823">
                  <c:v>2350</c:v>
                </c:pt>
                <c:pt idx="3824">
                  <c:v>2350</c:v>
                </c:pt>
                <c:pt idx="3825">
                  <c:v>2350</c:v>
                </c:pt>
                <c:pt idx="3826">
                  <c:v>2350</c:v>
                </c:pt>
                <c:pt idx="3827">
                  <c:v>2350</c:v>
                </c:pt>
                <c:pt idx="3828">
                  <c:v>2350</c:v>
                </c:pt>
                <c:pt idx="3829">
                  <c:v>2350</c:v>
                </c:pt>
                <c:pt idx="3830">
                  <c:v>2350</c:v>
                </c:pt>
                <c:pt idx="3831">
                  <c:v>2350</c:v>
                </c:pt>
                <c:pt idx="3832">
                  <c:v>2350</c:v>
                </c:pt>
                <c:pt idx="3833">
                  <c:v>2350</c:v>
                </c:pt>
                <c:pt idx="3834">
                  <c:v>2350</c:v>
                </c:pt>
                <c:pt idx="3835">
                  <c:v>2350</c:v>
                </c:pt>
                <c:pt idx="3836">
                  <c:v>2350</c:v>
                </c:pt>
                <c:pt idx="3837">
                  <c:v>2350</c:v>
                </c:pt>
                <c:pt idx="3838">
                  <c:v>2350</c:v>
                </c:pt>
                <c:pt idx="3839">
                  <c:v>2350</c:v>
                </c:pt>
                <c:pt idx="3840">
                  <c:v>2350</c:v>
                </c:pt>
                <c:pt idx="3841">
                  <c:v>2350</c:v>
                </c:pt>
                <c:pt idx="3842">
                  <c:v>2350</c:v>
                </c:pt>
                <c:pt idx="3843">
                  <c:v>2350</c:v>
                </c:pt>
                <c:pt idx="3844">
                  <c:v>2350</c:v>
                </c:pt>
                <c:pt idx="3845">
                  <c:v>2350</c:v>
                </c:pt>
                <c:pt idx="3846">
                  <c:v>2350</c:v>
                </c:pt>
                <c:pt idx="3847">
                  <c:v>2350</c:v>
                </c:pt>
                <c:pt idx="3848">
                  <c:v>2350</c:v>
                </c:pt>
                <c:pt idx="3849">
                  <c:v>2350</c:v>
                </c:pt>
                <c:pt idx="3850">
                  <c:v>2350</c:v>
                </c:pt>
                <c:pt idx="3851">
                  <c:v>2350</c:v>
                </c:pt>
                <c:pt idx="3852">
                  <c:v>2350</c:v>
                </c:pt>
                <c:pt idx="3853">
                  <c:v>2350</c:v>
                </c:pt>
                <c:pt idx="3854">
                  <c:v>2350</c:v>
                </c:pt>
                <c:pt idx="3855">
                  <c:v>2350</c:v>
                </c:pt>
                <c:pt idx="3856">
                  <c:v>2350</c:v>
                </c:pt>
                <c:pt idx="3857">
                  <c:v>2350</c:v>
                </c:pt>
                <c:pt idx="3858">
                  <c:v>2350</c:v>
                </c:pt>
                <c:pt idx="3859">
                  <c:v>2350</c:v>
                </c:pt>
                <c:pt idx="3860">
                  <c:v>2350</c:v>
                </c:pt>
                <c:pt idx="3861">
                  <c:v>2350</c:v>
                </c:pt>
                <c:pt idx="3862">
                  <c:v>2350</c:v>
                </c:pt>
                <c:pt idx="3863">
                  <c:v>2350</c:v>
                </c:pt>
                <c:pt idx="3864">
                  <c:v>2350</c:v>
                </c:pt>
                <c:pt idx="3865">
                  <c:v>2350</c:v>
                </c:pt>
                <c:pt idx="3866">
                  <c:v>2350</c:v>
                </c:pt>
                <c:pt idx="3867">
                  <c:v>2350</c:v>
                </c:pt>
                <c:pt idx="3868">
                  <c:v>2350</c:v>
                </c:pt>
                <c:pt idx="3869">
                  <c:v>2350</c:v>
                </c:pt>
                <c:pt idx="3870">
                  <c:v>2200</c:v>
                </c:pt>
                <c:pt idx="3871">
                  <c:v>2200</c:v>
                </c:pt>
                <c:pt idx="3872">
                  <c:v>2200</c:v>
                </c:pt>
                <c:pt idx="3873">
                  <c:v>2200</c:v>
                </c:pt>
                <c:pt idx="3874">
                  <c:v>2200</c:v>
                </c:pt>
                <c:pt idx="3875">
                  <c:v>2200</c:v>
                </c:pt>
                <c:pt idx="3876">
                  <c:v>2200</c:v>
                </c:pt>
                <c:pt idx="3877">
                  <c:v>2200</c:v>
                </c:pt>
                <c:pt idx="3878">
                  <c:v>2200</c:v>
                </c:pt>
                <c:pt idx="3879">
                  <c:v>2200</c:v>
                </c:pt>
                <c:pt idx="3880">
                  <c:v>2200</c:v>
                </c:pt>
                <c:pt idx="3881">
                  <c:v>2200</c:v>
                </c:pt>
                <c:pt idx="3882">
                  <c:v>2200</c:v>
                </c:pt>
                <c:pt idx="3883">
                  <c:v>2200</c:v>
                </c:pt>
                <c:pt idx="3884">
                  <c:v>2200</c:v>
                </c:pt>
                <c:pt idx="3885">
                  <c:v>2200</c:v>
                </c:pt>
                <c:pt idx="3886">
                  <c:v>2200</c:v>
                </c:pt>
                <c:pt idx="3887">
                  <c:v>2200</c:v>
                </c:pt>
                <c:pt idx="3888">
                  <c:v>2200</c:v>
                </c:pt>
                <c:pt idx="3889">
                  <c:v>2200</c:v>
                </c:pt>
                <c:pt idx="3890">
                  <c:v>2200</c:v>
                </c:pt>
                <c:pt idx="3891">
                  <c:v>2200</c:v>
                </c:pt>
                <c:pt idx="3892">
                  <c:v>2200</c:v>
                </c:pt>
                <c:pt idx="3893">
                  <c:v>2200</c:v>
                </c:pt>
                <c:pt idx="3894">
                  <c:v>2200</c:v>
                </c:pt>
                <c:pt idx="3895">
                  <c:v>2200</c:v>
                </c:pt>
                <c:pt idx="3896">
                  <c:v>2200</c:v>
                </c:pt>
                <c:pt idx="3897">
                  <c:v>2200</c:v>
                </c:pt>
                <c:pt idx="3898">
                  <c:v>2200</c:v>
                </c:pt>
                <c:pt idx="3899">
                  <c:v>2200</c:v>
                </c:pt>
                <c:pt idx="3900">
                  <c:v>2200</c:v>
                </c:pt>
                <c:pt idx="3901">
                  <c:v>2200</c:v>
                </c:pt>
                <c:pt idx="3902">
                  <c:v>2200</c:v>
                </c:pt>
                <c:pt idx="3903">
                  <c:v>2200</c:v>
                </c:pt>
                <c:pt idx="3904">
                  <c:v>2200</c:v>
                </c:pt>
                <c:pt idx="3905">
                  <c:v>2200</c:v>
                </c:pt>
                <c:pt idx="3906">
                  <c:v>2200</c:v>
                </c:pt>
                <c:pt idx="3907">
                  <c:v>2200</c:v>
                </c:pt>
                <c:pt idx="3908">
                  <c:v>2200</c:v>
                </c:pt>
                <c:pt idx="3909">
                  <c:v>2200</c:v>
                </c:pt>
                <c:pt idx="3910">
                  <c:v>2200</c:v>
                </c:pt>
                <c:pt idx="3911">
                  <c:v>2200</c:v>
                </c:pt>
                <c:pt idx="3912">
                  <c:v>2200</c:v>
                </c:pt>
                <c:pt idx="3913">
                  <c:v>2200</c:v>
                </c:pt>
                <c:pt idx="3914">
                  <c:v>2200</c:v>
                </c:pt>
                <c:pt idx="3915">
                  <c:v>2200</c:v>
                </c:pt>
                <c:pt idx="3916">
                  <c:v>2200</c:v>
                </c:pt>
                <c:pt idx="3917">
                  <c:v>2200</c:v>
                </c:pt>
                <c:pt idx="3918">
                  <c:v>2200</c:v>
                </c:pt>
                <c:pt idx="3919">
                  <c:v>2200</c:v>
                </c:pt>
                <c:pt idx="3920">
                  <c:v>2200</c:v>
                </c:pt>
                <c:pt idx="3921">
                  <c:v>2200</c:v>
                </c:pt>
                <c:pt idx="3922">
                  <c:v>2200</c:v>
                </c:pt>
                <c:pt idx="3923">
                  <c:v>2200</c:v>
                </c:pt>
                <c:pt idx="3924">
                  <c:v>2200</c:v>
                </c:pt>
                <c:pt idx="3925">
                  <c:v>2200</c:v>
                </c:pt>
                <c:pt idx="3926">
                  <c:v>2200</c:v>
                </c:pt>
                <c:pt idx="3927">
                  <c:v>2200</c:v>
                </c:pt>
                <c:pt idx="3928">
                  <c:v>2200</c:v>
                </c:pt>
                <c:pt idx="3929">
                  <c:v>2200</c:v>
                </c:pt>
                <c:pt idx="3930">
                  <c:v>2200</c:v>
                </c:pt>
                <c:pt idx="3931">
                  <c:v>2200</c:v>
                </c:pt>
                <c:pt idx="3932">
                  <c:v>2200</c:v>
                </c:pt>
                <c:pt idx="3933">
                  <c:v>2200</c:v>
                </c:pt>
                <c:pt idx="3934">
                  <c:v>2200</c:v>
                </c:pt>
                <c:pt idx="3935">
                  <c:v>2200</c:v>
                </c:pt>
                <c:pt idx="3936">
                  <c:v>2200</c:v>
                </c:pt>
                <c:pt idx="3937">
                  <c:v>2200</c:v>
                </c:pt>
                <c:pt idx="3938">
                  <c:v>2200</c:v>
                </c:pt>
                <c:pt idx="3939">
                  <c:v>2200</c:v>
                </c:pt>
                <c:pt idx="3940">
                  <c:v>2200</c:v>
                </c:pt>
                <c:pt idx="3941">
                  <c:v>2200</c:v>
                </c:pt>
                <c:pt idx="3942">
                  <c:v>2200</c:v>
                </c:pt>
                <c:pt idx="3943">
                  <c:v>2200</c:v>
                </c:pt>
                <c:pt idx="3944">
                  <c:v>2200</c:v>
                </c:pt>
                <c:pt idx="3945">
                  <c:v>2200</c:v>
                </c:pt>
                <c:pt idx="3946">
                  <c:v>2200</c:v>
                </c:pt>
                <c:pt idx="3947">
                  <c:v>2200</c:v>
                </c:pt>
                <c:pt idx="3948">
                  <c:v>2200</c:v>
                </c:pt>
                <c:pt idx="3949">
                  <c:v>2200</c:v>
                </c:pt>
                <c:pt idx="3950">
                  <c:v>2200</c:v>
                </c:pt>
                <c:pt idx="3951">
                  <c:v>2200</c:v>
                </c:pt>
                <c:pt idx="3952">
                  <c:v>2200</c:v>
                </c:pt>
                <c:pt idx="3953">
                  <c:v>2200</c:v>
                </c:pt>
                <c:pt idx="3954">
                  <c:v>2200</c:v>
                </c:pt>
                <c:pt idx="3955">
                  <c:v>2200</c:v>
                </c:pt>
                <c:pt idx="3956">
                  <c:v>2200</c:v>
                </c:pt>
                <c:pt idx="3957">
                  <c:v>2200</c:v>
                </c:pt>
                <c:pt idx="3958">
                  <c:v>2200</c:v>
                </c:pt>
                <c:pt idx="3959">
                  <c:v>2200</c:v>
                </c:pt>
                <c:pt idx="3960">
                  <c:v>2200</c:v>
                </c:pt>
                <c:pt idx="3961">
                  <c:v>2200</c:v>
                </c:pt>
                <c:pt idx="3962">
                  <c:v>2200</c:v>
                </c:pt>
                <c:pt idx="3963">
                  <c:v>2200</c:v>
                </c:pt>
                <c:pt idx="3964">
                  <c:v>2200</c:v>
                </c:pt>
                <c:pt idx="3965">
                  <c:v>2200</c:v>
                </c:pt>
                <c:pt idx="3966">
                  <c:v>2200</c:v>
                </c:pt>
                <c:pt idx="3967">
                  <c:v>2200</c:v>
                </c:pt>
                <c:pt idx="3968">
                  <c:v>2200</c:v>
                </c:pt>
                <c:pt idx="3969">
                  <c:v>2200</c:v>
                </c:pt>
                <c:pt idx="3970">
                  <c:v>2200</c:v>
                </c:pt>
                <c:pt idx="3971">
                  <c:v>2200</c:v>
                </c:pt>
                <c:pt idx="3972">
                  <c:v>2200</c:v>
                </c:pt>
                <c:pt idx="3973">
                  <c:v>2200</c:v>
                </c:pt>
                <c:pt idx="3974">
                  <c:v>2200</c:v>
                </c:pt>
                <c:pt idx="3975">
                  <c:v>2200</c:v>
                </c:pt>
                <c:pt idx="3976">
                  <c:v>2200</c:v>
                </c:pt>
                <c:pt idx="3977">
                  <c:v>2200</c:v>
                </c:pt>
                <c:pt idx="3978">
                  <c:v>2200</c:v>
                </c:pt>
                <c:pt idx="3979">
                  <c:v>2200</c:v>
                </c:pt>
                <c:pt idx="3980">
                  <c:v>2200</c:v>
                </c:pt>
                <c:pt idx="3981">
                  <c:v>2200</c:v>
                </c:pt>
                <c:pt idx="3982">
                  <c:v>2200</c:v>
                </c:pt>
                <c:pt idx="3983">
                  <c:v>2200</c:v>
                </c:pt>
                <c:pt idx="3984">
                  <c:v>2200</c:v>
                </c:pt>
                <c:pt idx="3985">
                  <c:v>2200</c:v>
                </c:pt>
                <c:pt idx="3986">
                  <c:v>2200</c:v>
                </c:pt>
                <c:pt idx="3987">
                  <c:v>2200</c:v>
                </c:pt>
                <c:pt idx="3988">
                  <c:v>2200</c:v>
                </c:pt>
                <c:pt idx="3989">
                  <c:v>2200</c:v>
                </c:pt>
                <c:pt idx="3990">
                  <c:v>2200</c:v>
                </c:pt>
                <c:pt idx="3991">
                  <c:v>2200</c:v>
                </c:pt>
                <c:pt idx="3992">
                  <c:v>2200</c:v>
                </c:pt>
                <c:pt idx="3993">
                  <c:v>2200</c:v>
                </c:pt>
                <c:pt idx="3994">
                  <c:v>2200</c:v>
                </c:pt>
                <c:pt idx="3995">
                  <c:v>2200</c:v>
                </c:pt>
                <c:pt idx="3996">
                  <c:v>2200</c:v>
                </c:pt>
                <c:pt idx="3997">
                  <c:v>2200</c:v>
                </c:pt>
                <c:pt idx="3998">
                  <c:v>2200</c:v>
                </c:pt>
                <c:pt idx="3999">
                  <c:v>2200</c:v>
                </c:pt>
                <c:pt idx="4000">
                  <c:v>2200</c:v>
                </c:pt>
                <c:pt idx="4001">
                  <c:v>2200</c:v>
                </c:pt>
                <c:pt idx="4002">
                  <c:v>2200</c:v>
                </c:pt>
                <c:pt idx="4003">
                  <c:v>2200</c:v>
                </c:pt>
                <c:pt idx="4004">
                  <c:v>2200</c:v>
                </c:pt>
                <c:pt idx="4005">
                  <c:v>2200</c:v>
                </c:pt>
                <c:pt idx="4006">
                  <c:v>2200</c:v>
                </c:pt>
                <c:pt idx="4007">
                  <c:v>2200</c:v>
                </c:pt>
                <c:pt idx="4008">
                  <c:v>2200</c:v>
                </c:pt>
                <c:pt idx="4009">
                  <c:v>2200</c:v>
                </c:pt>
                <c:pt idx="4010">
                  <c:v>2200</c:v>
                </c:pt>
                <c:pt idx="4011">
                  <c:v>2200</c:v>
                </c:pt>
                <c:pt idx="4012">
                  <c:v>2200</c:v>
                </c:pt>
                <c:pt idx="4013">
                  <c:v>2200</c:v>
                </c:pt>
                <c:pt idx="4014">
                  <c:v>2200</c:v>
                </c:pt>
                <c:pt idx="4015">
                  <c:v>2200</c:v>
                </c:pt>
                <c:pt idx="4016">
                  <c:v>2200</c:v>
                </c:pt>
                <c:pt idx="4017">
                  <c:v>2200</c:v>
                </c:pt>
                <c:pt idx="4018">
                  <c:v>2200</c:v>
                </c:pt>
                <c:pt idx="4019">
                  <c:v>2200</c:v>
                </c:pt>
                <c:pt idx="4020">
                  <c:v>2200</c:v>
                </c:pt>
                <c:pt idx="4021">
                  <c:v>2200</c:v>
                </c:pt>
                <c:pt idx="4022">
                  <c:v>2200</c:v>
                </c:pt>
                <c:pt idx="4023">
                  <c:v>2200</c:v>
                </c:pt>
                <c:pt idx="4024">
                  <c:v>2200</c:v>
                </c:pt>
                <c:pt idx="4025">
                  <c:v>2200</c:v>
                </c:pt>
                <c:pt idx="4026">
                  <c:v>2200</c:v>
                </c:pt>
                <c:pt idx="4027">
                  <c:v>2200</c:v>
                </c:pt>
                <c:pt idx="4028">
                  <c:v>2200</c:v>
                </c:pt>
                <c:pt idx="4029">
                  <c:v>2200</c:v>
                </c:pt>
                <c:pt idx="4030">
                  <c:v>2200</c:v>
                </c:pt>
                <c:pt idx="4031">
                  <c:v>2200</c:v>
                </c:pt>
                <c:pt idx="4032">
                  <c:v>2200</c:v>
                </c:pt>
                <c:pt idx="4033">
                  <c:v>2200</c:v>
                </c:pt>
                <c:pt idx="4034">
                  <c:v>2200</c:v>
                </c:pt>
                <c:pt idx="4035">
                  <c:v>2200</c:v>
                </c:pt>
                <c:pt idx="4036">
                  <c:v>2200</c:v>
                </c:pt>
                <c:pt idx="4037">
                  <c:v>2200</c:v>
                </c:pt>
                <c:pt idx="4038">
                  <c:v>2200</c:v>
                </c:pt>
                <c:pt idx="4039">
                  <c:v>2200</c:v>
                </c:pt>
                <c:pt idx="4040">
                  <c:v>2200</c:v>
                </c:pt>
                <c:pt idx="4041">
                  <c:v>2200</c:v>
                </c:pt>
                <c:pt idx="4042">
                  <c:v>2200</c:v>
                </c:pt>
                <c:pt idx="4043">
                  <c:v>2200</c:v>
                </c:pt>
                <c:pt idx="4044">
                  <c:v>2200</c:v>
                </c:pt>
                <c:pt idx="4045">
                  <c:v>2200</c:v>
                </c:pt>
                <c:pt idx="4046">
                  <c:v>2200</c:v>
                </c:pt>
                <c:pt idx="4047">
                  <c:v>2200</c:v>
                </c:pt>
                <c:pt idx="4048">
                  <c:v>2200</c:v>
                </c:pt>
                <c:pt idx="4049">
                  <c:v>2200</c:v>
                </c:pt>
                <c:pt idx="4050">
                  <c:v>2200</c:v>
                </c:pt>
                <c:pt idx="4051">
                  <c:v>2200</c:v>
                </c:pt>
                <c:pt idx="4052">
                  <c:v>2200</c:v>
                </c:pt>
                <c:pt idx="4053">
                  <c:v>2200</c:v>
                </c:pt>
                <c:pt idx="4054">
                  <c:v>2200</c:v>
                </c:pt>
                <c:pt idx="4055">
                  <c:v>2200</c:v>
                </c:pt>
                <c:pt idx="4056">
                  <c:v>2200</c:v>
                </c:pt>
                <c:pt idx="4057">
                  <c:v>2200</c:v>
                </c:pt>
                <c:pt idx="4058">
                  <c:v>2200</c:v>
                </c:pt>
                <c:pt idx="4059">
                  <c:v>2200</c:v>
                </c:pt>
                <c:pt idx="4060">
                  <c:v>2200</c:v>
                </c:pt>
                <c:pt idx="4061">
                  <c:v>2200</c:v>
                </c:pt>
                <c:pt idx="4062">
                  <c:v>2200</c:v>
                </c:pt>
                <c:pt idx="4063">
                  <c:v>2200</c:v>
                </c:pt>
                <c:pt idx="4064">
                  <c:v>2200</c:v>
                </c:pt>
                <c:pt idx="4065">
                  <c:v>2200</c:v>
                </c:pt>
                <c:pt idx="4066">
                  <c:v>2200</c:v>
                </c:pt>
                <c:pt idx="4067">
                  <c:v>2200</c:v>
                </c:pt>
                <c:pt idx="4068">
                  <c:v>2200</c:v>
                </c:pt>
                <c:pt idx="4069">
                  <c:v>2200</c:v>
                </c:pt>
                <c:pt idx="4070">
                  <c:v>2200</c:v>
                </c:pt>
                <c:pt idx="4071">
                  <c:v>2200</c:v>
                </c:pt>
                <c:pt idx="4072">
                  <c:v>2200</c:v>
                </c:pt>
                <c:pt idx="4073">
                  <c:v>2200</c:v>
                </c:pt>
                <c:pt idx="4074">
                  <c:v>2200</c:v>
                </c:pt>
                <c:pt idx="4075">
                  <c:v>2200</c:v>
                </c:pt>
                <c:pt idx="4076">
                  <c:v>2200</c:v>
                </c:pt>
                <c:pt idx="4077">
                  <c:v>2200</c:v>
                </c:pt>
                <c:pt idx="4078">
                  <c:v>2200</c:v>
                </c:pt>
                <c:pt idx="4079">
                  <c:v>2200</c:v>
                </c:pt>
                <c:pt idx="4080">
                  <c:v>2200</c:v>
                </c:pt>
                <c:pt idx="4081">
                  <c:v>2200</c:v>
                </c:pt>
                <c:pt idx="4082">
                  <c:v>2200</c:v>
                </c:pt>
                <c:pt idx="4083">
                  <c:v>2600</c:v>
                </c:pt>
                <c:pt idx="4084">
                  <c:v>2600</c:v>
                </c:pt>
                <c:pt idx="4085">
                  <c:v>2600</c:v>
                </c:pt>
                <c:pt idx="4086">
                  <c:v>2600</c:v>
                </c:pt>
                <c:pt idx="4087">
                  <c:v>2600</c:v>
                </c:pt>
                <c:pt idx="4088">
                  <c:v>2600</c:v>
                </c:pt>
                <c:pt idx="4089">
                  <c:v>2600</c:v>
                </c:pt>
                <c:pt idx="4090">
                  <c:v>2600</c:v>
                </c:pt>
                <c:pt idx="4091">
                  <c:v>2600</c:v>
                </c:pt>
                <c:pt idx="4092">
                  <c:v>2600</c:v>
                </c:pt>
                <c:pt idx="4093">
                  <c:v>2600</c:v>
                </c:pt>
                <c:pt idx="4094">
                  <c:v>2600</c:v>
                </c:pt>
                <c:pt idx="4095">
                  <c:v>2600</c:v>
                </c:pt>
                <c:pt idx="4096">
                  <c:v>2600</c:v>
                </c:pt>
                <c:pt idx="4097">
                  <c:v>2600</c:v>
                </c:pt>
                <c:pt idx="4098">
                  <c:v>2600</c:v>
                </c:pt>
                <c:pt idx="4099">
                  <c:v>2600</c:v>
                </c:pt>
                <c:pt idx="4100">
                  <c:v>2600</c:v>
                </c:pt>
                <c:pt idx="4101">
                  <c:v>2600</c:v>
                </c:pt>
                <c:pt idx="4102">
                  <c:v>2600</c:v>
                </c:pt>
                <c:pt idx="4103">
                  <c:v>2600</c:v>
                </c:pt>
                <c:pt idx="4104">
                  <c:v>2600</c:v>
                </c:pt>
                <c:pt idx="4105">
                  <c:v>2600</c:v>
                </c:pt>
                <c:pt idx="4106">
                  <c:v>2600</c:v>
                </c:pt>
                <c:pt idx="4107">
                  <c:v>2600</c:v>
                </c:pt>
                <c:pt idx="4108">
                  <c:v>2600</c:v>
                </c:pt>
                <c:pt idx="4109">
                  <c:v>2600</c:v>
                </c:pt>
                <c:pt idx="4110">
                  <c:v>2600</c:v>
                </c:pt>
                <c:pt idx="4111">
                  <c:v>2600</c:v>
                </c:pt>
                <c:pt idx="4112">
                  <c:v>2600</c:v>
                </c:pt>
                <c:pt idx="4113">
                  <c:v>2600</c:v>
                </c:pt>
                <c:pt idx="4114">
                  <c:v>2600</c:v>
                </c:pt>
                <c:pt idx="4115">
                  <c:v>2600</c:v>
                </c:pt>
                <c:pt idx="4116">
                  <c:v>2600</c:v>
                </c:pt>
                <c:pt idx="4117">
                  <c:v>2600</c:v>
                </c:pt>
                <c:pt idx="4118">
                  <c:v>2600</c:v>
                </c:pt>
                <c:pt idx="4119">
                  <c:v>2600</c:v>
                </c:pt>
                <c:pt idx="4120">
                  <c:v>2600</c:v>
                </c:pt>
                <c:pt idx="4121">
                  <c:v>2600</c:v>
                </c:pt>
                <c:pt idx="4122">
                  <c:v>2600</c:v>
                </c:pt>
                <c:pt idx="4123">
                  <c:v>2600</c:v>
                </c:pt>
                <c:pt idx="4124">
                  <c:v>2600</c:v>
                </c:pt>
                <c:pt idx="4125">
                  <c:v>2600</c:v>
                </c:pt>
                <c:pt idx="4126">
                  <c:v>2600</c:v>
                </c:pt>
                <c:pt idx="4127">
                  <c:v>2600</c:v>
                </c:pt>
                <c:pt idx="4128">
                  <c:v>2600</c:v>
                </c:pt>
                <c:pt idx="4129">
                  <c:v>2600</c:v>
                </c:pt>
                <c:pt idx="4130">
                  <c:v>2600</c:v>
                </c:pt>
                <c:pt idx="4131">
                  <c:v>2600</c:v>
                </c:pt>
                <c:pt idx="4132">
                  <c:v>2600</c:v>
                </c:pt>
                <c:pt idx="4133">
                  <c:v>2600</c:v>
                </c:pt>
                <c:pt idx="4134">
                  <c:v>2600</c:v>
                </c:pt>
                <c:pt idx="4135">
                  <c:v>2600</c:v>
                </c:pt>
                <c:pt idx="4136">
                  <c:v>2600</c:v>
                </c:pt>
                <c:pt idx="4137">
                  <c:v>2600</c:v>
                </c:pt>
                <c:pt idx="4138">
                  <c:v>2600</c:v>
                </c:pt>
                <c:pt idx="4139">
                  <c:v>2600</c:v>
                </c:pt>
                <c:pt idx="4140">
                  <c:v>2600</c:v>
                </c:pt>
                <c:pt idx="4141">
                  <c:v>2600</c:v>
                </c:pt>
                <c:pt idx="4142">
                  <c:v>2600</c:v>
                </c:pt>
                <c:pt idx="4143">
                  <c:v>2600</c:v>
                </c:pt>
                <c:pt idx="4144">
                  <c:v>2600</c:v>
                </c:pt>
                <c:pt idx="4145">
                  <c:v>2600</c:v>
                </c:pt>
                <c:pt idx="4146">
                  <c:v>2600</c:v>
                </c:pt>
                <c:pt idx="4147">
                  <c:v>2600</c:v>
                </c:pt>
                <c:pt idx="4148">
                  <c:v>2600</c:v>
                </c:pt>
                <c:pt idx="4149">
                  <c:v>2600</c:v>
                </c:pt>
                <c:pt idx="4150">
                  <c:v>2600</c:v>
                </c:pt>
                <c:pt idx="4151">
                  <c:v>2600</c:v>
                </c:pt>
                <c:pt idx="4152">
                  <c:v>2600</c:v>
                </c:pt>
                <c:pt idx="4153">
                  <c:v>2600</c:v>
                </c:pt>
                <c:pt idx="4154">
                  <c:v>2600</c:v>
                </c:pt>
                <c:pt idx="4155">
                  <c:v>2600</c:v>
                </c:pt>
                <c:pt idx="4156">
                  <c:v>2600</c:v>
                </c:pt>
                <c:pt idx="4157">
                  <c:v>2600</c:v>
                </c:pt>
                <c:pt idx="4158">
                  <c:v>2600</c:v>
                </c:pt>
                <c:pt idx="4159">
                  <c:v>2600</c:v>
                </c:pt>
                <c:pt idx="4160">
                  <c:v>2600</c:v>
                </c:pt>
                <c:pt idx="4161">
                  <c:v>2600</c:v>
                </c:pt>
                <c:pt idx="4162">
                  <c:v>2600</c:v>
                </c:pt>
                <c:pt idx="4163">
                  <c:v>2600</c:v>
                </c:pt>
                <c:pt idx="4164">
                  <c:v>2600</c:v>
                </c:pt>
                <c:pt idx="4165">
                  <c:v>2600</c:v>
                </c:pt>
                <c:pt idx="4166">
                  <c:v>2600</c:v>
                </c:pt>
                <c:pt idx="4167">
                  <c:v>2600</c:v>
                </c:pt>
                <c:pt idx="4168">
                  <c:v>2600</c:v>
                </c:pt>
                <c:pt idx="4169">
                  <c:v>2600</c:v>
                </c:pt>
                <c:pt idx="4170">
                  <c:v>2600</c:v>
                </c:pt>
                <c:pt idx="4171">
                  <c:v>2600</c:v>
                </c:pt>
                <c:pt idx="4172">
                  <c:v>2600</c:v>
                </c:pt>
                <c:pt idx="4173">
                  <c:v>2600</c:v>
                </c:pt>
                <c:pt idx="4174">
                  <c:v>2600</c:v>
                </c:pt>
                <c:pt idx="4175">
                  <c:v>2600</c:v>
                </c:pt>
                <c:pt idx="4176">
                  <c:v>2600</c:v>
                </c:pt>
                <c:pt idx="4177">
                  <c:v>2600</c:v>
                </c:pt>
                <c:pt idx="4178">
                  <c:v>2600</c:v>
                </c:pt>
                <c:pt idx="4179">
                  <c:v>2600</c:v>
                </c:pt>
                <c:pt idx="4180">
                  <c:v>2600</c:v>
                </c:pt>
                <c:pt idx="4181">
                  <c:v>2600</c:v>
                </c:pt>
                <c:pt idx="4182">
                  <c:v>2600</c:v>
                </c:pt>
                <c:pt idx="4183">
                  <c:v>2600</c:v>
                </c:pt>
                <c:pt idx="4184">
                  <c:v>2600</c:v>
                </c:pt>
                <c:pt idx="4185">
                  <c:v>2600</c:v>
                </c:pt>
                <c:pt idx="4186">
                  <c:v>2600</c:v>
                </c:pt>
                <c:pt idx="4187">
                  <c:v>2600</c:v>
                </c:pt>
                <c:pt idx="4188">
                  <c:v>2600</c:v>
                </c:pt>
                <c:pt idx="4189">
                  <c:v>2600</c:v>
                </c:pt>
                <c:pt idx="4190">
                  <c:v>2600</c:v>
                </c:pt>
                <c:pt idx="4191">
                  <c:v>2600</c:v>
                </c:pt>
                <c:pt idx="4192">
                  <c:v>2600</c:v>
                </c:pt>
                <c:pt idx="4193">
                  <c:v>2600</c:v>
                </c:pt>
                <c:pt idx="4194">
                  <c:v>2600</c:v>
                </c:pt>
                <c:pt idx="4195">
                  <c:v>2600</c:v>
                </c:pt>
                <c:pt idx="4196">
                  <c:v>2600</c:v>
                </c:pt>
                <c:pt idx="4197">
                  <c:v>2600</c:v>
                </c:pt>
                <c:pt idx="4198">
                  <c:v>2600</c:v>
                </c:pt>
                <c:pt idx="4199">
                  <c:v>2600</c:v>
                </c:pt>
                <c:pt idx="4200">
                  <c:v>2600</c:v>
                </c:pt>
                <c:pt idx="4201">
                  <c:v>2600</c:v>
                </c:pt>
                <c:pt idx="4202">
                  <c:v>2600</c:v>
                </c:pt>
                <c:pt idx="4203">
                  <c:v>2600</c:v>
                </c:pt>
                <c:pt idx="4204">
                  <c:v>2600</c:v>
                </c:pt>
                <c:pt idx="4205">
                  <c:v>2430</c:v>
                </c:pt>
                <c:pt idx="4206">
                  <c:v>2430</c:v>
                </c:pt>
                <c:pt idx="4207">
                  <c:v>2430</c:v>
                </c:pt>
                <c:pt idx="4208">
                  <c:v>2430</c:v>
                </c:pt>
                <c:pt idx="4209">
                  <c:v>2430</c:v>
                </c:pt>
                <c:pt idx="4210">
                  <c:v>2430</c:v>
                </c:pt>
                <c:pt idx="4211">
                  <c:v>2430</c:v>
                </c:pt>
                <c:pt idx="4212">
                  <c:v>2430</c:v>
                </c:pt>
                <c:pt idx="4213">
                  <c:v>2430</c:v>
                </c:pt>
                <c:pt idx="4214">
                  <c:v>2430</c:v>
                </c:pt>
                <c:pt idx="4215">
                  <c:v>2430</c:v>
                </c:pt>
                <c:pt idx="4216">
                  <c:v>2430</c:v>
                </c:pt>
                <c:pt idx="4217">
                  <c:v>2430</c:v>
                </c:pt>
                <c:pt idx="4218">
                  <c:v>2430</c:v>
                </c:pt>
                <c:pt idx="4219">
                  <c:v>2430</c:v>
                </c:pt>
                <c:pt idx="4220">
                  <c:v>2430</c:v>
                </c:pt>
                <c:pt idx="4221">
                  <c:v>2430</c:v>
                </c:pt>
                <c:pt idx="4222">
                  <c:v>2430</c:v>
                </c:pt>
                <c:pt idx="4223">
                  <c:v>2430</c:v>
                </c:pt>
                <c:pt idx="4224">
                  <c:v>2430</c:v>
                </c:pt>
                <c:pt idx="4225">
                  <c:v>2430</c:v>
                </c:pt>
                <c:pt idx="4226">
                  <c:v>2430</c:v>
                </c:pt>
                <c:pt idx="4227">
                  <c:v>2430</c:v>
                </c:pt>
                <c:pt idx="4228">
                  <c:v>2430</c:v>
                </c:pt>
                <c:pt idx="4229">
                  <c:v>2430</c:v>
                </c:pt>
                <c:pt idx="4230">
                  <c:v>2430</c:v>
                </c:pt>
                <c:pt idx="4231">
                  <c:v>2430</c:v>
                </c:pt>
                <c:pt idx="4232">
                  <c:v>2430</c:v>
                </c:pt>
                <c:pt idx="4233">
                  <c:v>2430</c:v>
                </c:pt>
                <c:pt idx="4234">
                  <c:v>2430</c:v>
                </c:pt>
                <c:pt idx="4235">
                  <c:v>2430</c:v>
                </c:pt>
                <c:pt idx="4236">
                  <c:v>2430</c:v>
                </c:pt>
                <c:pt idx="4237">
                  <c:v>2430</c:v>
                </c:pt>
                <c:pt idx="4238">
                  <c:v>2430</c:v>
                </c:pt>
                <c:pt idx="4239">
                  <c:v>2430</c:v>
                </c:pt>
                <c:pt idx="4240">
                  <c:v>2430</c:v>
                </c:pt>
                <c:pt idx="4241">
                  <c:v>2430</c:v>
                </c:pt>
                <c:pt idx="4242">
                  <c:v>2430</c:v>
                </c:pt>
                <c:pt idx="4243">
                  <c:v>2430</c:v>
                </c:pt>
                <c:pt idx="4244">
                  <c:v>2430</c:v>
                </c:pt>
                <c:pt idx="4245">
                  <c:v>2430</c:v>
                </c:pt>
                <c:pt idx="4246">
                  <c:v>2430</c:v>
                </c:pt>
                <c:pt idx="4247">
                  <c:v>2430</c:v>
                </c:pt>
                <c:pt idx="4248">
                  <c:v>2430</c:v>
                </c:pt>
                <c:pt idx="4249">
                  <c:v>2430</c:v>
                </c:pt>
                <c:pt idx="4250">
                  <c:v>2430</c:v>
                </c:pt>
                <c:pt idx="4251">
                  <c:v>2430</c:v>
                </c:pt>
                <c:pt idx="4252">
                  <c:v>2430</c:v>
                </c:pt>
                <c:pt idx="4253">
                  <c:v>2430</c:v>
                </c:pt>
                <c:pt idx="4254">
                  <c:v>2430</c:v>
                </c:pt>
                <c:pt idx="4255">
                  <c:v>2430</c:v>
                </c:pt>
                <c:pt idx="4256">
                  <c:v>2430</c:v>
                </c:pt>
                <c:pt idx="4257">
                  <c:v>2430</c:v>
                </c:pt>
                <c:pt idx="4258">
                  <c:v>2430</c:v>
                </c:pt>
                <c:pt idx="4259">
                  <c:v>2430</c:v>
                </c:pt>
                <c:pt idx="4260">
                  <c:v>2540</c:v>
                </c:pt>
                <c:pt idx="4261">
                  <c:v>2540</c:v>
                </c:pt>
                <c:pt idx="4262">
                  <c:v>2540</c:v>
                </c:pt>
                <c:pt idx="4263">
                  <c:v>2540</c:v>
                </c:pt>
                <c:pt idx="4264">
                  <c:v>2540</c:v>
                </c:pt>
                <c:pt idx="4265">
                  <c:v>2540</c:v>
                </c:pt>
                <c:pt idx="4266">
                  <c:v>2540</c:v>
                </c:pt>
                <c:pt idx="4267">
                  <c:v>2540</c:v>
                </c:pt>
                <c:pt idx="4268">
                  <c:v>2540</c:v>
                </c:pt>
                <c:pt idx="4269">
                  <c:v>2540</c:v>
                </c:pt>
                <c:pt idx="4270">
                  <c:v>2540</c:v>
                </c:pt>
                <c:pt idx="4271">
                  <c:v>2540</c:v>
                </c:pt>
                <c:pt idx="4272">
                  <c:v>2540</c:v>
                </c:pt>
                <c:pt idx="4273">
                  <c:v>2540</c:v>
                </c:pt>
                <c:pt idx="4274">
                  <c:v>2540</c:v>
                </c:pt>
                <c:pt idx="4275">
                  <c:v>2540</c:v>
                </c:pt>
                <c:pt idx="4276">
                  <c:v>2540</c:v>
                </c:pt>
                <c:pt idx="4277">
                  <c:v>2540</c:v>
                </c:pt>
                <c:pt idx="4278">
                  <c:v>2540</c:v>
                </c:pt>
                <c:pt idx="4279">
                  <c:v>2540</c:v>
                </c:pt>
                <c:pt idx="4280">
                  <c:v>2540</c:v>
                </c:pt>
                <c:pt idx="4281">
                  <c:v>2540</c:v>
                </c:pt>
                <c:pt idx="4282">
                  <c:v>2540</c:v>
                </c:pt>
                <c:pt idx="4283">
                  <c:v>2540</c:v>
                </c:pt>
                <c:pt idx="4284">
                  <c:v>2540</c:v>
                </c:pt>
                <c:pt idx="4285">
                  <c:v>2540</c:v>
                </c:pt>
                <c:pt idx="4286">
                  <c:v>2540</c:v>
                </c:pt>
                <c:pt idx="4287">
                  <c:v>2540</c:v>
                </c:pt>
                <c:pt idx="4288">
                  <c:v>2540</c:v>
                </c:pt>
                <c:pt idx="4289">
                  <c:v>2540</c:v>
                </c:pt>
                <c:pt idx="4290">
                  <c:v>2540</c:v>
                </c:pt>
                <c:pt idx="4291">
                  <c:v>2540</c:v>
                </c:pt>
                <c:pt idx="4292">
                  <c:v>2540</c:v>
                </c:pt>
                <c:pt idx="4293">
                  <c:v>2540</c:v>
                </c:pt>
                <c:pt idx="4294">
                  <c:v>2540</c:v>
                </c:pt>
                <c:pt idx="4295">
                  <c:v>2540</c:v>
                </c:pt>
                <c:pt idx="4296">
                  <c:v>2540</c:v>
                </c:pt>
                <c:pt idx="4297">
                  <c:v>2540</c:v>
                </c:pt>
                <c:pt idx="4298">
                  <c:v>2540</c:v>
                </c:pt>
                <c:pt idx="4299">
                  <c:v>2590</c:v>
                </c:pt>
                <c:pt idx="4300">
                  <c:v>2590</c:v>
                </c:pt>
                <c:pt idx="4301">
                  <c:v>2590</c:v>
                </c:pt>
                <c:pt idx="4302">
                  <c:v>2590</c:v>
                </c:pt>
                <c:pt idx="4303">
                  <c:v>2590</c:v>
                </c:pt>
                <c:pt idx="4304">
                  <c:v>2590</c:v>
                </c:pt>
                <c:pt idx="4305">
                  <c:v>2590</c:v>
                </c:pt>
                <c:pt idx="4306">
                  <c:v>2590</c:v>
                </c:pt>
                <c:pt idx="4307">
                  <c:v>2590</c:v>
                </c:pt>
                <c:pt idx="4308">
                  <c:v>2590</c:v>
                </c:pt>
                <c:pt idx="4309">
                  <c:v>2590</c:v>
                </c:pt>
                <c:pt idx="4310">
                  <c:v>2590</c:v>
                </c:pt>
                <c:pt idx="4311">
                  <c:v>2590</c:v>
                </c:pt>
                <c:pt idx="4312">
                  <c:v>2590</c:v>
                </c:pt>
                <c:pt idx="4313">
                  <c:v>2590</c:v>
                </c:pt>
                <c:pt idx="4314">
                  <c:v>2590</c:v>
                </c:pt>
                <c:pt idx="4315">
                  <c:v>2590</c:v>
                </c:pt>
                <c:pt idx="4316">
                  <c:v>2590</c:v>
                </c:pt>
                <c:pt idx="4317">
                  <c:v>2590</c:v>
                </c:pt>
                <c:pt idx="4318">
                  <c:v>2590</c:v>
                </c:pt>
                <c:pt idx="4319">
                  <c:v>2590</c:v>
                </c:pt>
                <c:pt idx="4320">
                  <c:v>2590</c:v>
                </c:pt>
                <c:pt idx="4321">
                  <c:v>2590</c:v>
                </c:pt>
                <c:pt idx="4322">
                  <c:v>2590</c:v>
                </c:pt>
                <c:pt idx="4323">
                  <c:v>2590</c:v>
                </c:pt>
                <c:pt idx="4324">
                  <c:v>2590</c:v>
                </c:pt>
                <c:pt idx="4325">
                  <c:v>2590</c:v>
                </c:pt>
                <c:pt idx="4326">
                  <c:v>2590</c:v>
                </c:pt>
                <c:pt idx="4327">
                  <c:v>2590</c:v>
                </c:pt>
                <c:pt idx="4328">
                  <c:v>2590</c:v>
                </c:pt>
                <c:pt idx="4329">
                  <c:v>2590</c:v>
                </c:pt>
                <c:pt idx="4330">
                  <c:v>2590</c:v>
                </c:pt>
                <c:pt idx="4331">
                  <c:v>2590</c:v>
                </c:pt>
                <c:pt idx="4332">
                  <c:v>2590</c:v>
                </c:pt>
                <c:pt idx="4333">
                  <c:v>2590</c:v>
                </c:pt>
                <c:pt idx="4334">
                  <c:v>2590</c:v>
                </c:pt>
                <c:pt idx="4335">
                  <c:v>2590</c:v>
                </c:pt>
                <c:pt idx="4336">
                  <c:v>2590</c:v>
                </c:pt>
                <c:pt idx="4337">
                  <c:v>2590</c:v>
                </c:pt>
                <c:pt idx="4338">
                  <c:v>2590</c:v>
                </c:pt>
                <c:pt idx="4339">
                  <c:v>2590</c:v>
                </c:pt>
                <c:pt idx="4340">
                  <c:v>2590</c:v>
                </c:pt>
                <c:pt idx="4341">
                  <c:v>2590</c:v>
                </c:pt>
                <c:pt idx="4342">
                  <c:v>2590</c:v>
                </c:pt>
                <c:pt idx="4343">
                  <c:v>2640</c:v>
                </c:pt>
                <c:pt idx="4344">
                  <c:v>2640</c:v>
                </c:pt>
                <c:pt idx="4345">
                  <c:v>2640</c:v>
                </c:pt>
                <c:pt idx="4346">
                  <c:v>2640</c:v>
                </c:pt>
                <c:pt idx="4347">
                  <c:v>2640</c:v>
                </c:pt>
                <c:pt idx="4348">
                  <c:v>2640</c:v>
                </c:pt>
                <c:pt idx="4349">
                  <c:v>2640</c:v>
                </c:pt>
                <c:pt idx="4350">
                  <c:v>2640</c:v>
                </c:pt>
                <c:pt idx="4351">
                  <c:v>2640</c:v>
                </c:pt>
                <c:pt idx="4352">
                  <c:v>2640</c:v>
                </c:pt>
                <c:pt idx="4353">
                  <c:v>2640</c:v>
                </c:pt>
                <c:pt idx="4354">
                  <c:v>2640</c:v>
                </c:pt>
                <c:pt idx="4355">
                  <c:v>2640</c:v>
                </c:pt>
                <c:pt idx="4356">
                  <c:v>2640</c:v>
                </c:pt>
                <c:pt idx="4357">
                  <c:v>2640</c:v>
                </c:pt>
                <c:pt idx="4358">
                  <c:v>2640</c:v>
                </c:pt>
                <c:pt idx="4359">
                  <c:v>2640</c:v>
                </c:pt>
                <c:pt idx="4360">
                  <c:v>2640</c:v>
                </c:pt>
                <c:pt idx="4361">
                  <c:v>2640</c:v>
                </c:pt>
                <c:pt idx="4362">
                  <c:v>2640</c:v>
                </c:pt>
                <c:pt idx="4363">
                  <c:v>2640</c:v>
                </c:pt>
                <c:pt idx="4364">
                  <c:v>2640</c:v>
                </c:pt>
                <c:pt idx="4365">
                  <c:v>2640</c:v>
                </c:pt>
                <c:pt idx="4366">
                  <c:v>2640</c:v>
                </c:pt>
                <c:pt idx="4367">
                  <c:v>2640</c:v>
                </c:pt>
                <c:pt idx="4368">
                  <c:v>2640</c:v>
                </c:pt>
                <c:pt idx="4369">
                  <c:v>2640</c:v>
                </c:pt>
                <c:pt idx="4370">
                  <c:v>2640</c:v>
                </c:pt>
                <c:pt idx="4371">
                  <c:v>2640</c:v>
                </c:pt>
                <c:pt idx="4372">
                  <c:v>2640</c:v>
                </c:pt>
                <c:pt idx="4373">
                  <c:v>2640</c:v>
                </c:pt>
                <c:pt idx="4374">
                  <c:v>2640</c:v>
                </c:pt>
                <c:pt idx="4375">
                  <c:v>2640</c:v>
                </c:pt>
                <c:pt idx="4376">
                  <c:v>2640</c:v>
                </c:pt>
                <c:pt idx="4377">
                  <c:v>2640</c:v>
                </c:pt>
                <c:pt idx="4378">
                  <c:v>2640</c:v>
                </c:pt>
                <c:pt idx="4379">
                  <c:v>2640</c:v>
                </c:pt>
                <c:pt idx="4380">
                  <c:v>2640</c:v>
                </c:pt>
                <c:pt idx="4381">
                  <c:v>2640</c:v>
                </c:pt>
                <c:pt idx="4382">
                  <c:v>2640</c:v>
                </c:pt>
                <c:pt idx="4383">
                  <c:v>2640</c:v>
                </c:pt>
                <c:pt idx="4384">
                  <c:v>2640</c:v>
                </c:pt>
                <c:pt idx="4385">
                  <c:v>2640</c:v>
                </c:pt>
                <c:pt idx="4386">
                  <c:v>2640</c:v>
                </c:pt>
                <c:pt idx="4387">
                  <c:v>2640</c:v>
                </c:pt>
                <c:pt idx="4388">
                  <c:v>2640</c:v>
                </c:pt>
                <c:pt idx="4389">
                  <c:v>2640</c:v>
                </c:pt>
                <c:pt idx="4390">
                  <c:v>2640</c:v>
                </c:pt>
                <c:pt idx="4391">
                  <c:v>2640</c:v>
                </c:pt>
                <c:pt idx="4392">
                  <c:v>2640</c:v>
                </c:pt>
                <c:pt idx="4393">
                  <c:v>2640</c:v>
                </c:pt>
                <c:pt idx="4394">
                  <c:v>2640</c:v>
                </c:pt>
                <c:pt idx="4395">
                  <c:v>2640</c:v>
                </c:pt>
                <c:pt idx="4396">
                  <c:v>2700</c:v>
                </c:pt>
                <c:pt idx="4397">
                  <c:v>2700</c:v>
                </c:pt>
                <c:pt idx="4398">
                  <c:v>2700</c:v>
                </c:pt>
                <c:pt idx="4399">
                  <c:v>2700</c:v>
                </c:pt>
                <c:pt idx="4400">
                  <c:v>2700</c:v>
                </c:pt>
                <c:pt idx="4401">
                  <c:v>2700</c:v>
                </c:pt>
                <c:pt idx="4402">
                  <c:v>2700</c:v>
                </c:pt>
                <c:pt idx="4403">
                  <c:v>2700</c:v>
                </c:pt>
                <c:pt idx="4404">
                  <c:v>2700</c:v>
                </c:pt>
                <c:pt idx="4405">
                  <c:v>2700</c:v>
                </c:pt>
                <c:pt idx="4406">
                  <c:v>2700</c:v>
                </c:pt>
                <c:pt idx="4407">
                  <c:v>2700</c:v>
                </c:pt>
                <c:pt idx="4408">
                  <c:v>2700</c:v>
                </c:pt>
                <c:pt idx="4409">
                  <c:v>2700</c:v>
                </c:pt>
                <c:pt idx="4410">
                  <c:v>2700</c:v>
                </c:pt>
                <c:pt idx="4411">
                  <c:v>2700</c:v>
                </c:pt>
                <c:pt idx="4412">
                  <c:v>2700</c:v>
                </c:pt>
                <c:pt idx="4413">
                  <c:v>2700</c:v>
                </c:pt>
                <c:pt idx="4414">
                  <c:v>2700</c:v>
                </c:pt>
                <c:pt idx="4415">
                  <c:v>2700</c:v>
                </c:pt>
                <c:pt idx="4416">
                  <c:v>2700</c:v>
                </c:pt>
                <c:pt idx="4417">
                  <c:v>2700</c:v>
                </c:pt>
                <c:pt idx="4418">
                  <c:v>2700</c:v>
                </c:pt>
                <c:pt idx="4419">
                  <c:v>2700</c:v>
                </c:pt>
                <c:pt idx="4420">
                  <c:v>2700</c:v>
                </c:pt>
                <c:pt idx="4421">
                  <c:v>2700</c:v>
                </c:pt>
                <c:pt idx="4422">
                  <c:v>2700</c:v>
                </c:pt>
                <c:pt idx="4423">
                  <c:v>2700</c:v>
                </c:pt>
                <c:pt idx="4424">
                  <c:v>2700</c:v>
                </c:pt>
                <c:pt idx="4425">
                  <c:v>2700</c:v>
                </c:pt>
                <c:pt idx="4426">
                  <c:v>2700</c:v>
                </c:pt>
                <c:pt idx="4427">
                  <c:v>2700</c:v>
                </c:pt>
                <c:pt idx="4428">
                  <c:v>2700</c:v>
                </c:pt>
                <c:pt idx="4429">
                  <c:v>2700</c:v>
                </c:pt>
                <c:pt idx="4430">
                  <c:v>2700</c:v>
                </c:pt>
                <c:pt idx="4431">
                  <c:v>2700</c:v>
                </c:pt>
                <c:pt idx="4432">
                  <c:v>2700</c:v>
                </c:pt>
                <c:pt idx="4433">
                  <c:v>2700</c:v>
                </c:pt>
                <c:pt idx="4434">
                  <c:v>2700</c:v>
                </c:pt>
                <c:pt idx="4435">
                  <c:v>2700</c:v>
                </c:pt>
                <c:pt idx="4436">
                  <c:v>2700</c:v>
                </c:pt>
                <c:pt idx="4437">
                  <c:v>2700</c:v>
                </c:pt>
                <c:pt idx="4438">
                  <c:v>2700</c:v>
                </c:pt>
                <c:pt idx="4439">
                  <c:v>2700</c:v>
                </c:pt>
                <c:pt idx="4440">
                  <c:v>2700</c:v>
                </c:pt>
                <c:pt idx="4441">
                  <c:v>2700</c:v>
                </c:pt>
                <c:pt idx="4442">
                  <c:v>2700</c:v>
                </c:pt>
                <c:pt idx="4443">
                  <c:v>2700</c:v>
                </c:pt>
                <c:pt idx="4444">
                  <c:v>2700</c:v>
                </c:pt>
                <c:pt idx="4445">
                  <c:v>2700</c:v>
                </c:pt>
                <c:pt idx="4446">
                  <c:v>2700</c:v>
                </c:pt>
                <c:pt idx="4447">
                  <c:v>2700</c:v>
                </c:pt>
                <c:pt idx="4448">
                  <c:v>2700</c:v>
                </c:pt>
                <c:pt idx="4449">
                  <c:v>2700</c:v>
                </c:pt>
                <c:pt idx="4450">
                  <c:v>2700</c:v>
                </c:pt>
                <c:pt idx="4451">
                  <c:v>2700</c:v>
                </c:pt>
                <c:pt idx="4452">
                  <c:v>2700</c:v>
                </c:pt>
                <c:pt idx="4453">
                  <c:v>2700</c:v>
                </c:pt>
                <c:pt idx="4454">
                  <c:v>2700</c:v>
                </c:pt>
                <c:pt idx="4455">
                  <c:v>2700</c:v>
                </c:pt>
                <c:pt idx="4456">
                  <c:v>2700</c:v>
                </c:pt>
                <c:pt idx="4457">
                  <c:v>2700</c:v>
                </c:pt>
                <c:pt idx="4458">
                  <c:v>2700</c:v>
                </c:pt>
                <c:pt idx="4459">
                  <c:v>2700</c:v>
                </c:pt>
                <c:pt idx="4460">
                  <c:v>2700</c:v>
                </c:pt>
                <c:pt idx="4461">
                  <c:v>2700</c:v>
                </c:pt>
                <c:pt idx="4462">
                  <c:v>2700</c:v>
                </c:pt>
                <c:pt idx="4463">
                  <c:v>2700</c:v>
                </c:pt>
                <c:pt idx="4464">
                  <c:v>2700</c:v>
                </c:pt>
                <c:pt idx="4465">
                  <c:v>2700</c:v>
                </c:pt>
                <c:pt idx="4466">
                  <c:v>2700</c:v>
                </c:pt>
                <c:pt idx="4467">
                  <c:v>2700</c:v>
                </c:pt>
                <c:pt idx="4468">
                  <c:v>2700</c:v>
                </c:pt>
                <c:pt idx="4469">
                  <c:v>2700</c:v>
                </c:pt>
                <c:pt idx="4470">
                  <c:v>2700</c:v>
                </c:pt>
                <c:pt idx="4471">
                  <c:v>2700</c:v>
                </c:pt>
                <c:pt idx="4472">
                  <c:v>2700</c:v>
                </c:pt>
                <c:pt idx="4473">
                  <c:v>2700</c:v>
                </c:pt>
                <c:pt idx="4474">
                  <c:v>2700</c:v>
                </c:pt>
                <c:pt idx="4475">
                  <c:v>2700</c:v>
                </c:pt>
                <c:pt idx="4476">
                  <c:v>2700</c:v>
                </c:pt>
                <c:pt idx="4477">
                  <c:v>2700</c:v>
                </c:pt>
                <c:pt idx="4478">
                  <c:v>2700</c:v>
                </c:pt>
                <c:pt idx="4479">
                  <c:v>2700</c:v>
                </c:pt>
                <c:pt idx="4480">
                  <c:v>2700</c:v>
                </c:pt>
                <c:pt idx="4481">
                  <c:v>2700</c:v>
                </c:pt>
                <c:pt idx="4482">
                  <c:v>2700</c:v>
                </c:pt>
                <c:pt idx="4483">
                  <c:v>2700</c:v>
                </c:pt>
                <c:pt idx="4484">
                  <c:v>2700</c:v>
                </c:pt>
                <c:pt idx="4485">
                  <c:v>2700</c:v>
                </c:pt>
                <c:pt idx="4486">
                  <c:v>2700</c:v>
                </c:pt>
                <c:pt idx="4487">
                  <c:v>2700</c:v>
                </c:pt>
                <c:pt idx="4488">
                  <c:v>2700</c:v>
                </c:pt>
                <c:pt idx="4489">
                  <c:v>2700</c:v>
                </c:pt>
                <c:pt idx="4490">
                  <c:v>2700</c:v>
                </c:pt>
                <c:pt idx="4491">
                  <c:v>2700</c:v>
                </c:pt>
                <c:pt idx="4492">
                  <c:v>2700</c:v>
                </c:pt>
                <c:pt idx="4493">
                  <c:v>2700</c:v>
                </c:pt>
                <c:pt idx="4494">
                  <c:v>2700</c:v>
                </c:pt>
                <c:pt idx="4495">
                  <c:v>2700</c:v>
                </c:pt>
                <c:pt idx="4496">
                  <c:v>2700</c:v>
                </c:pt>
                <c:pt idx="4497">
                  <c:v>2700</c:v>
                </c:pt>
                <c:pt idx="4498">
                  <c:v>2700</c:v>
                </c:pt>
                <c:pt idx="4499">
                  <c:v>2700</c:v>
                </c:pt>
                <c:pt idx="4500">
                  <c:v>2700</c:v>
                </c:pt>
                <c:pt idx="4501">
                  <c:v>2700</c:v>
                </c:pt>
                <c:pt idx="4502">
                  <c:v>2700</c:v>
                </c:pt>
                <c:pt idx="4503">
                  <c:v>2700</c:v>
                </c:pt>
                <c:pt idx="4504">
                  <c:v>2700</c:v>
                </c:pt>
                <c:pt idx="4505">
                  <c:v>2700</c:v>
                </c:pt>
                <c:pt idx="4506">
                  <c:v>2700</c:v>
                </c:pt>
                <c:pt idx="4507">
                  <c:v>2700</c:v>
                </c:pt>
                <c:pt idx="4508">
                  <c:v>2700</c:v>
                </c:pt>
                <c:pt idx="4509">
                  <c:v>2700</c:v>
                </c:pt>
                <c:pt idx="4510">
                  <c:v>2700</c:v>
                </c:pt>
                <c:pt idx="4511">
                  <c:v>2700</c:v>
                </c:pt>
                <c:pt idx="4512">
                  <c:v>2700</c:v>
                </c:pt>
                <c:pt idx="4513">
                  <c:v>2700</c:v>
                </c:pt>
                <c:pt idx="4514">
                  <c:v>2700</c:v>
                </c:pt>
                <c:pt idx="4515">
                  <c:v>2700</c:v>
                </c:pt>
                <c:pt idx="4516">
                  <c:v>2700</c:v>
                </c:pt>
                <c:pt idx="4517">
                  <c:v>2700</c:v>
                </c:pt>
                <c:pt idx="4518">
                  <c:v>2700</c:v>
                </c:pt>
                <c:pt idx="4519">
                  <c:v>2700</c:v>
                </c:pt>
                <c:pt idx="4520">
                  <c:v>2700</c:v>
                </c:pt>
                <c:pt idx="4521">
                  <c:v>2700</c:v>
                </c:pt>
                <c:pt idx="4522">
                  <c:v>2700</c:v>
                </c:pt>
                <c:pt idx="4523">
                  <c:v>2700</c:v>
                </c:pt>
                <c:pt idx="4524">
                  <c:v>2700</c:v>
                </c:pt>
                <c:pt idx="4525">
                  <c:v>2700</c:v>
                </c:pt>
                <c:pt idx="4526">
                  <c:v>2700</c:v>
                </c:pt>
                <c:pt idx="4527">
                  <c:v>2700</c:v>
                </c:pt>
                <c:pt idx="4528">
                  <c:v>2700</c:v>
                </c:pt>
                <c:pt idx="4529">
                  <c:v>2700</c:v>
                </c:pt>
                <c:pt idx="4530">
                  <c:v>2700</c:v>
                </c:pt>
                <c:pt idx="4531">
                  <c:v>2700</c:v>
                </c:pt>
                <c:pt idx="4532">
                  <c:v>2700</c:v>
                </c:pt>
                <c:pt idx="4533">
                  <c:v>2700</c:v>
                </c:pt>
                <c:pt idx="4534">
                  <c:v>2700</c:v>
                </c:pt>
                <c:pt idx="4535">
                  <c:v>2700</c:v>
                </c:pt>
                <c:pt idx="4536">
                  <c:v>2700</c:v>
                </c:pt>
                <c:pt idx="4537">
                  <c:v>2700</c:v>
                </c:pt>
                <c:pt idx="4538">
                  <c:v>2700</c:v>
                </c:pt>
                <c:pt idx="4539">
                  <c:v>2700</c:v>
                </c:pt>
                <c:pt idx="4540">
                  <c:v>2700</c:v>
                </c:pt>
                <c:pt idx="4541">
                  <c:v>2700</c:v>
                </c:pt>
                <c:pt idx="4542">
                  <c:v>2700</c:v>
                </c:pt>
                <c:pt idx="4543">
                  <c:v>2700</c:v>
                </c:pt>
                <c:pt idx="4544">
                  <c:v>2700</c:v>
                </c:pt>
                <c:pt idx="4545">
                  <c:v>2700</c:v>
                </c:pt>
                <c:pt idx="4546">
                  <c:v>2700</c:v>
                </c:pt>
                <c:pt idx="4547">
                  <c:v>2700</c:v>
                </c:pt>
                <c:pt idx="4548">
                  <c:v>2700</c:v>
                </c:pt>
                <c:pt idx="4549">
                  <c:v>2700</c:v>
                </c:pt>
                <c:pt idx="4550">
                  <c:v>2700</c:v>
                </c:pt>
                <c:pt idx="4551">
                  <c:v>2700</c:v>
                </c:pt>
                <c:pt idx="4552">
                  <c:v>2700</c:v>
                </c:pt>
                <c:pt idx="4553">
                  <c:v>2700</c:v>
                </c:pt>
                <c:pt idx="4554">
                  <c:v>2700</c:v>
                </c:pt>
                <c:pt idx="4555">
                  <c:v>2700</c:v>
                </c:pt>
                <c:pt idx="4556">
                  <c:v>2700</c:v>
                </c:pt>
                <c:pt idx="4557">
                  <c:v>2700</c:v>
                </c:pt>
                <c:pt idx="4558">
                  <c:v>2700</c:v>
                </c:pt>
                <c:pt idx="4559">
                  <c:v>2700</c:v>
                </c:pt>
                <c:pt idx="4560">
                  <c:v>2700</c:v>
                </c:pt>
                <c:pt idx="4561">
                  <c:v>2700</c:v>
                </c:pt>
                <c:pt idx="4562">
                  <c:v>2700</c:v>
                </c:pt>
                <c:pt idx="4563">
                  <c:v>2700</c:v>
                </c:pt>
                <c:pt idx="4564">
                  <c:v>2700</c:v>
                </c:pt>
                <c:pt idx="4565">
                  <c:v>2700</c:v>
                </c:pt>
                <c:pt idx="4566">
                  <c:v>2700</c:v>
                </c:pt>
                <c:pt idx="4567">
                  <c:v>2700</c:v>
                </c:pt>
                <c:pt idx="4568">
                  <c:v>2700</c:v>
                </c:pt>
                <c:pt idx="4569">
                  <c:v>2700</c:v>
                </c:pt>
                <c:pt idx="4570">
                  <c:v>2600</c:v>
                </c:pt>
                <c:pt idx="4571">
                  <c:v>2600</c:v>
                </c:pt>
                <c:pt idx="4572">
                  <c:v>2600</c:v>
                </c:pt>
                <c:pt idx="4573">
                  <c:v>2600</c:v>
                </c:pt>
                <c:pt idx="4574">
                  <c:v>2600</c:v>
                </c:pt>
                <c:pt idx="4575">
                  <c:v>2600</c:v>
                </c:pt>
                <c:pt idx="4576">
                  <c:v>2600</c:v>
                </c:pt>
                <c:pt idx="4577">
                  <c:v>2600</c:v>
                </c:pt>
                <c:pt idx="4578">
                  <c:v>2600</c:v>
                </c:pt>
                <c:pt idx="4579">
                  <c:v>2600</c:v>
                </c:pt>
                <c:pt idx="4580">
                  <c:v>2600</c:v>
                </c:pt>
                <c:pt idx="4581">
                  <c:v>2600</c:v>
                </c:pt>
                <c:pt idx="4582">
                  <c:v>2600</c:v>
                </c:pt>
                <c:pt idx="4583">
                  <c:v>2600</c:v>
                </c:pt>
                <c:pt idx="4584">
                  <c:v>2600</c:v>
                </c:pt>
                <c:pt idx="4585">
                  <c:v>2600</c:v>
                </c:pt>
                <c:pt idx="4586">
                  <c:v>2600</c:v>
                </c:pt>
                <c:pt idx="4587">
                  <c:v>2600</c:v>
                </c:pt>
                <c:pt idx="4588">
                  <c:v>2600</c:v>
                </c:pt>
                <c:pt idx="4589">
                  <c:v>2600</c:v>
                </c:pt>
                <c:pt idx="4590">
                  <c:v>2600</c:v>
                </c:pt>
                <c:pt idx="4591">
                  <c:v>2600</c:v>
                </c:pt>
                <c:pt idx="4592">
                  <c:v>2600</c:v>
                </c:pt>
                <c:pt idx="4593">
                  <c:v>2600</c:v>
                </c:pt>
                <c:pt idx="4594">
                  <c:v>2600</c:v>
                </c:pt>
                <c:pt idx="4595">
                  <c:v>2600</c:v>
                </c:pt>
                <c:pt idx="4596">
                  <c:v>2600</c:v>
                </c:pt>
                <c:pt idx="4597">
                  <c:v>2600</c:v>
                </c:pt>
                <c:pt idx="4598">
                  <c:v>2600</c:v>
                </c:pt>
                <c:pt idx="4599">
                  <c:v>2600</c:v>
                </c:pt>
                <c:pt idx="4600">
                  <c:v>2600</c:v>
                </c:pt>
                <c:pt idx="4601">
                  <c:v>2600</c:v>
                </c:pt>
                <c:pt idx="4602">
                  <c:v>2600</c:v>
                </c:pt>
                <c:pt idx="4603">
                  <c:v>2600</c:v>
                </c:pt>
                <c:pt idx="4604">
                  <c:v>2600</c:v>
                </c:pt>
                <c:pt idx="4605">
                  <c:v>2600</c:v>
                </c:pt>
                <c:pt idx="4606">
                  <c:v>2600</c:v>
                </c:pt>
                <c:pt idx="4607">
                  <c:v>2600</c:v>
                </c:pt>
                <c:pt idx="4608">
                  <c:v>2600</c:v>
                </c:pt>
                <c:pt idx="4609">
                  <c:v>2600</c:v>
                </c:pt>
                <c:pt idx="4610">
                  <c:v>2600</c:v>
                </c:pt>
                <c:pt idx="4611">
                  <c:v>2600</c:v>
                </c:pt>
                <c:pt idx="4612">
                  <c:v>2600</c:v>
                </c:pt>
                <c:pt idx="4613">
                  <c:v>2600</c:v>
                </c:pt>
                <c:pt idx="4614">
                  <c:v>2600</c:v>
                </c:pt>
                <c:pt idx="4615">
                  <c:v>2600</c:v>
                </c:pt>
                <c:pt idx="4616">
                  <c:v>2600</c:v>
                </c:pt>
                <c:pt idx="4617">
                  <c:v>2600</c:v>
                </c:pt>
                <c:pt idx="4618">
                  <c:v>2600</c:v>
                </c:pt>
                <c:pt idx="4619">
                  <c:v>2600</c:v>
                </c:pt>
                <c:pt idx="4620">
                  <c:v>2600</c:v>
                </c:pt>
                <c:pt idx="4621">
                  <c:v>2600</c:v>
                </c:pt>
                <c:pt idx="4622">
                  <c:v>2600</c:v>
                </c:pt>
                <c:pt idx="4623">
                  <c:v>2600</c:v>
                </c:pt>
                <c:pt idx="4624">
                  <c:v>2600</c:v>
                </c:pt>
                <c:pt idx="4625">
                  <c:v>2600</c:v>
                </c:pt>
                <c:pt idx="4626">
                  <c:v>2600</c:v>
                </c:pt>
                <c:pt idx="4627">
                  <c:v>2600</c:v>
                </c:pt>
                <c:pt idx="4628">
                  <c:v>2600</c:v>
                </c:pt>
                <c:pt idx="4629">
                  <c:v>2600</c:v>
                </c:pt>
                <c:pt idx="4630">
                  <c:v>2600</c:v>
                </c:pt>
                <c:pt idx="4631">
                  <c:v>2425</c:v>
                </c:pt>
                <c:pt idx="4632">
                  <c:v>2425</c:v>
                </c:pt>
                <c:pt idx="4633">
                  <c:v>2425</c:v>
                </c:pt>
                <c:pt idx="4634">
                  <c:v>2425</c:v>
                </c:pt>
                <c:pt idx="4635">
                  <c:v>2425</c:v>
                </c:pt>
                <c:pt idx="4636">
                  <c:v>2425</c:v>
                </c:pt>
                <c:pt idx="4637">
                  <c:v>2425</c:v>
                </c:pt>
                <c:pt idx="4638">
                  <c:v>2425</c:v>
                </c:pt>
                <c:pt idx="4639">
                  <c:v>2425</c:v>
                </c:pt>
                <c:pt idx="4640">
                  <c:v>2425</c:v>
                </c:pt>
                <c:pt idx="4641">
                  <c:v>2425</c:v>
                </c:pt>
                <c:pt idx="4642">
                  <c:v>2425</c:v>
                </c:pt>
                <c:pt idx="4643">
                  <c:v>2425</c:v>
                </c:pt>
                <c:pt idx="4644">
                  <c:v>2425</c:v>
                </c:pt>
                <c:pt idx="4645">
                  <c:v>2425</c:v>
                </c:pt>
                <c:pt idx="4646">
                  <c:v>2425</c:v>
                </c:pt>
                <c:pt idx="4647">
                  <c:v>2425</c:v>
                </c:pt>
                <c:pt idx="4648">
                  <c:v>2425</c:v>
                </c:pt>
                <c:pt idx="4649">
                  <c:v>2425</c:v>
                </c:pt>
                <c:pt idx="4650">
                  <c:v>2425</c:v>
                </c:pt>
                <c:pt idx="4651">
                  <c:v>2425</c:v>
                </c:pt>
                <c:pt idx="4652">
                  <c:v>2425</c:v>
                </c:pt>
                <c:pt idx="4653">
                  <c:v>2425</c:v>
                </c:pt>
                <c:pt idx="4654">
                  <c:v>2425</c:v>
                </c:pt>
                <c:pt idx="4655">
                  <c:v>2425</c:v>
                </c:pt>
                <c:pt idx="4656">
                  <c:v>2425</c:v>
                </c:pt>
                <c:pt idx="4657">
                  <c:v>2425</c:v>
                </c:pt>
                <c:pt idx="4658">
                  <c:v>2425</c:v>
                </c:pt>
                <c:pt idx="4659">
                  <c:v>2425</c:v>
                </c:pt>
                <c:pt idx="4660">
                  <c:v>2425</c:v>
                </c:pt>
                <c:pt idx="4661">
                  <c:v>2425</c:v>
                </c:pt>
                <c:pt idx="4662">
                  <c:v>2425</c:v>
                </c:pt>
                <c:pt idx="4663">
                  <c:v>2425</c:v>
                </c:pt>
                <c:pt idx="4664">
                  <c:v>2425</c:v>
                </c:pt>
                <c:pt idx="4665">
                  <c:v>2425</c:v>
                </c:pt>
                <c:pt idx="4666">
                  <c:v>2425</c:v>
                </c:pt>
                <c:pt idx="4667">
                  <c:v>2425</c:v>
                </c:pt>
                <c:pt idx="4668">
                  <c:v>2425</c:v>
                </c:pt>
                <c:pt idx="4669">
                  <c:v>2425</c:v>
                </c:pt>
                <c:pt idx="4670">
                  <c:v>2425</c:v>
                </c:pt>
                <c:pt idx="4671">
                  <c:v>2425</c:v>
                </c:pt>
                <c:pt idx="4672">
                  <c:v>2425</c:v>
                </c:pt>
                <c:pt idx="4673">
                  <c:v>2425</c:v>
                </c:pt>
                <c:pt idx="4674">
                  <c:v>2425</c:v>
                </c:pt>
                <c:pt idx="4675">
                  <c:v>2425</c:v>
                </c:pt>
                <c:pt idx="4676">
                  <c:v>2425</c:v>
                </c:pt>
                <c:pt idx="4677">
                  <c:v>2425</c:v>
                </c:pt>
                <c:pt idx="4678">
                  <c:v>2425</c:v>
                </c:pt>
                <c:pt idx="4679">
                  <c:v>2425</c:v>
                </c:pt>
                <c:pt idx="4680">
                  <c:v>2425</c:v>
                </c:pt>
                <c:pt idx="4681">
                  <c:v>2425</c:v>
                </c:pt>
                <c:pt idx="4682">
                  <c:v>2425</c:v>
                </c:pt>
                <c:pt idx="4683">
                  <c:v>2425</c:v>
                </c:pt>
                <c:pt idx="4684">
                  <c:v>2425</c:v>
                </c:pt>
                <c:pt idx="4685">
                  <c:v>2425</c:v>
                </c:pt>
                <c:pt idx="4686">
                  <c:v>2425</c:v>
                </c:pt>
                <c:pt idx="4687">
                  <c:v>2425</c:v>
                </c:pt>
                <c:pt idx="4688">
                  <c:v>2425</c:v>
                </c:pt>
                <c:pt idx="4689">
                  <c:v>2425</c:v>
                </c:pt>
                <c:pt idx="4690">
                  <c:v>2425</c:v>
                </c:pt>
                <c:pt idx="4691">
                  <c:v>2425</c:v>
                </c:pt>
                <c:pt idx="4692">
                  <c:v>2425</c:v>
                </c:pt>
                <c:pt idx="4693">
                  <c:v>2425</c:v>
                </c:pt>
                <c:pt idx="4694">
                  <c:v>2425</c:v>
                </c:pt>
                <c:pt idx="4695">
                  <c:v>2425</c:v>
                </c:pt>
                <c:pt idx="4696">
                  <c:v>2425</c:v>
                </c:pt>
                <c:pt idx="4697">
                  <c:v>2425</c:v>
                </c:pt>
                <c:pt idx="4698">
                  <c:v>2425</c:v>
                </c:pt>
                <c:pt idx="4699">
                  <c:v>2425</c:v>
                </c:pt>
                <c:pt idx="4700">
                  <c:v>2425</c:v>
                </c:pt>
                <c:pt idx="4701">
                  <c:v>2425</c:v>
                </c:pt>
                <c:pt idx="4702">
                  <c:v>2425</c:v>
                </c:pt>
                <c:pt idx="4703">
                  <c:v>2425</c:v>
                </c:pt>
                <c:pt idx="4704">
                  <c:v>2425</c:v>
                </c:pt>
                <c:pt idx="4705">
                  <c:v>2425</c:v>
                </c:pt>
                <c:pt idx="4706">
                  <c:v>2425</c:v>
                </c:pt>
                <c:pt idx="4707">
                  <c:v>2425</c:v>
                </c:pt>
                <c:pt idx="4708">
                  <c:v>2425</c:v>
                </c:pt>
                <c:pt idx="4709">
                  <c:v>2425</c:v>
                </c:pt>
                <c:pt idx="4710">
                  <c:v>2425</c:v>
                </c:pt>
                <c:pt idx="4711">
                  <c:v>2425</c:v>
                </c:pt>
                <c:pt idx="4712">
                  <c:v>2425</c:v>
                </c:pt>
                <c:pt idx="4713">
                  <c:v>2425</c:v>
                </c:pt>
                <c:pt idx="4714">
                  <c:v>2425</c:v>
                </c:pt>
                <c:pt idx="4715">
                  <c:v>2425</c:v>
                </c:pt>
                <c:pt idx="4716">
                  <c:v>2425</c:v>
                </c:pt>
                <c:pt idx="4717">
                  <c:v>2425</c:v>
                </c:pt>
                <c:pt idx="4718">
                  <c:v>2425</c:v>
                </c:pt>
                <c:pt idx="4719">
                  <c:v>2425</c:v>
                </c:pt>
                <c:pt idx="4720">
                  <c:v>2425</c:v>
                </c:pt>
                <c:pt idx="4721">
                  <c:v>2425</c:v>
                </c:pt>
                <c:pt idx="4722">
                  <c:v>2425</c:v>
                </c:pt>
                <c:pt idx="4723">
                  <c:v>2425</c:v>
                </c:pt>
                <c:pt idx="4724">
                  <c:v>2425</c:v>
                </c:pt>
                <c:pt idx="4725">
                  <c:v>2425</c:v>
                </c:pt>
                <c:pt idx="4726">
                  <c:v>2425</c:v>
                </c:pt>
                <c:pt idx="4727">
                  <c:v>2425</c:v>
                </c:pt>
                <c:pt idx="4728">
                  <c:v>2425</c:v>
                </c:pt>
                <c:pt idx="4729">
                  <c:v>2425</c:v>
                </c:pt>
                <c:pt idx="4730">
                  <c:v>2425</c:v>
                </c:pt>
                <c:pt idx="4731">
                  <c:v>2425</c:v>
                </c:pt>
                <c:pt idx="4732">
                  <c:v>2425</c:v>
                </c:pt>
                <c:pt idx="4733">
                  <c:v>2425</c:v>
                </c:pt>
                <c:pt idx="4734">
                  <c:v>2425</c:v>
                </c:pt>
                <c:pt idx="4735">
                  <c:v>2425</c:v>
                </c:pt>
                <c:pt idx="4736">
                  <c:v>2425</c:v>
                </c:pt>
                <c:pt idx="4737">
                  <c:v>2425</c:v>
                </c:pt>
                <c:pt idx="4738">
                  <c:v>2425</c:v>
                </c:pt>
                <c:pt idx="4739">
                  <c:v>2425</c:v>
                </c:pt>
                <c:pt idx="4740">
                  <c:v>2425</c:v>
                </c:pt>
                <c:pt idx="4741">
                  <c:v>2425</c:v>
                </c:pt>
                <c:pt idx="4742">
                  <c:v>2425</c:v>
                </c:pt>
                <c:pt idx="4743">
                  <c:v>2425</c:v>
                </c:pt>
                <c:pt idx="4744">
                  <c:v>2425</c:v>
                </c:pt>
                <c:pt idx="4745">
                  <c:v>2425</c:v>
                </c:pt>
                <c:pt idx="4746">
                  <c:v>2425</c:v>
                </c:pt>
                <c:pt idx="4747">
                  <c:v>2425</c:v>
                </c:pt>
                <c:pt idx="4748">
                  <c:v>2425</c:v>
                </c:pt>
                <c:pt idx="4749">
                  <c:v>2425</c:v>
                </c:pt>
                <c:pt idx="4750">
                  <c:v>2425</c:v>
                </c:pt>
                <c:pt idx="4751">
                  <c:v>2425</c:v>
                </c:pt>
                <c:pt idx="4752">
                  <c:v>2425</c:v>
                </c:pt>
                <c:pt idx="4753">
                  <c:v>2425</c:v>
                </c:pt>
                <c:pt idx="4754">
                  <c:v>2425</c:v>
                </c:pt>
                <c:pt idx="4755">
                  <c:v>2425</c:v>
                </c:pt>
                <c:pt idx="4756">
                  <c:v>2425</c:v>
                </c:pt>
                <c:pt idx="4757">
                  <c:v>2425</c:v>
                </c:pt>
                <c:pt idx="4758">
                  <c:v>2425</c:v>
                </c:pt>
                <c:pt idx="4759">
                  <c:v>2425</c:v>
                </c:pt>
                <c:pt idx="4760">
                  <c:v>2425</c:v>
                </c:pt>
                <c:pt idx="4761">
                  <c:v>2425</c:v>
                </c:pt>
                <c:pt idx="4762">
                  <c:v>2425</c:v>
                </c:pt>
                <c:pt idx="4763">
                  <c:v>2425</c:v>
                </c:pt>
                <c:pt idx="4764">
                  <c:v>2425</c:v>
                </c:pt>
                <c:pt idx="4765">
                  <c:v>2425</c:v>
                </c:pt>
                <c:pt idx="4766">
                  <c:v>2425</c:v>
                </c:pt>
                <c:pt idx="4767">
                  <c:v>2425</c:v>
                </c:pt>
                <c:pt idx="4768">
                  <c:v>2425</c:v>
                </c:pt>
                <c:pt idx="4769">
                  <c:v>2425</c:v>
                </c:pt>
                <c:pt idx="4770">
                  <c:v>2425</c:v>
                </c:pt>
                <c:pt idx="4771">
                  <c:v>2425</c:v>
                </c:pt>
                <c:pt idx="4772">
                  <c:v>2425</c:v>
                </c:pt>
                <c:pt idx="4773">
                  <c:v>2425</c:v>
                </c:pt>
                <c:pt idx="4774">
                  <c:v>2425</c:v>
                </c:pt>
                <c:pt idx="4775">
                  <c:v>2425</c:v>
                </c:pt>
                <c:pt idx="4776">
                  <c:v>2425</c:v>
                </c:pt>
                <c:pt idx="4777">
                  <c:v>2425</c:v>
                </c:pt>
                <c:pt idx="4778">
                  <c:v>2425</c:v>
                </c:pt>
                <c:pt idx="4779">
                  <c:v>2425</c:v>
                </c:pt>
                <c:pt idx="4780">
                  <c:v>2425</c:v>
                </c:pt>
                <c:pt idx="4781">
                  <c:v>2425</c:v>
                </c:pt>
                <c:pt idx="4782">
                  <c:v>2425</c:v>
                </c:pt>
                <c:pt idx="4783">
                  <c:v>2425</c:v>
                </c:pt>
                <c:pt idx="4784">
                  <c:v>2425</c:v>
                </c:pt>
                <c:pt idx="4785">
                  <c:v>2425</c:v>
                </c:pt>
                <c:pt idx="4786">
                  <c:v>2425</c:v>
                </c:pt>
                <c:pt idx="4787">
                  <c:v>2425</c:v>
                </c:pt>
                <c:pt idx="4788">
                  <c:v>2425</c:v>
                </c:pt>
                <c:pt idx="4789">
                  <c:v>2425</c:v>
                </c:pt>
                <c:pt idx="4790">
                  <c:v>2425</c:v>
                </c:pt>
                <c:pt idx="4791">
                  <c:v>2425</c:v>
                </c:pt>
                <c:pt idx="4792">
                  <c:v>2425</c:v>
                </c:pt>
                <c:pt idx="4793">
                  <c:v>2425</c:v>
                </c:pt>
                <c:pt idx="4794">
                  <c:v>2425</c:v>
                </c:pt>
                <c:pt idx="4795">
                  <c:v>2425</c:v>
                </c:pt>
                <c:pt idx="4796">
                  <c:v>2425</c:v>
                </c:pt>
                <c:pt idx="4797">
                  <c:v>2425</c:v>
                </c:pt>
                <c:pt idx="4798">
                  <c:v>2425</c:v>
                </c:pt>
                <c:pt idx="4799">
                  <c:v>2425</c:v>
                </c:pt>
                <c:pt idx="4800">
                  <c:v>2425</c:v>
                </c:pt>
                <c:pt idx="4801">
                  <c:v>2425</c:v>
                </c:pt>
                <c:pt idx="4802">
                  <c:v>2425</c:v>
                </c:pt>
                <c:pt idx="4803">
                  <c:v>2425</c:v>
                </c:pt>
                <c:pt idx="4804">
                  <c:v>2425</c:v>
                </c:pt>
                <c:pt idx="4805">
                  <c:v>2425</c:v>
                </c:pt>
                <c:pt idx="4806">
                  <c:v>2425</c:v>
                </c:pt>
                <c:pt idx="4807">
                  <c:v>2425</c:v>
                </c:pt>
                <c:pt idx="4808">
                  <c:v>2425</c:v>
                </c:pt>
                <c:pt idx="4809">
                  <c:v>2425</c:v>
                </c:pt>
                <c:pt idx="4810">
                  <c:v>2425</c:v>
                </c:pt>
                <c:pt idx="4811">
                  <c:v>2425</c:v>
                </c:pt>
                <c:pt idx="4812">
                  <c:v>2425</c:v>
                </c:pt>
                <c:pt idx="4813">
                  <c:v>2425</c:v>
                </c:pt>
                <c:pt idx="4814">
                  <c:v>2425</c:v>
                </c:pt>
                <c:pt idx="4815">
                  <c:v>2425</c:v>
                </c:pt>
                <c:pt idx="4816">
                  <c:v>2425</c:v>
                </c:pt>
                <c:pt idx="4817">
                  <c:v>2425</c:v>
                </c:pt>
                <c:pt idx="4818">
                  <c:v>2425</c:v>
                </c:pt>
                <c:pt idx="4819">
                  <c:v>2425</c:v>
                </c:pt>
                <c:pt idx="4820">
                  <c:v>2425</c:v>
                </c:pt>
                <c:pt idx="4821">
                  <c:v>2150</c:v>
                </c:pt>
                <c:pt idx="4822">
                  <c:v>2150</c:v>
                </c:pt>
                <c:pt idx="4823">
                  <c:v>2150</c:v>
                </c:pt>
                <c:pt idx="4824">
                  <c:v>2150</c:v>
                </c:pt>
                <c:pt idx="4825">
                  <c:v>2150</c:v>
                </c:pt>
                <c:pt idx="4826">
                  <c:v>2150</c:v>
                </c:pt>
                <c:pt idx="4827">
                  <c:v>2150</c:v>
                </c:pt>
                <c:pt idx="4828">
                  <c:v>2150</c:v>
                </c:pt>
                <c:pt idx="4829">
                  <c:v>2150</c:v>
                </c:pt>
                <c:pt idx="4830">
                  <c:v>2150</c:v>
                </c:pt>
                <c:pt idx="4831">
                  <c:v>2150</c:v>
                </c:pt>
                <c:pt idx="4832">
                  <c:v>2150</c:v>
                </c:pt>
                <c:pt idx="4833">
                  <c:v>2150</c:v>
                </c:pt>
                <c:pt idx="4834">
                  <c:v>2150</c:v>
                </c:pt>
                <c:pt idx="4835">
                  <c:v>2150</c:v>
                </c:pt>
                <c:pt idx="4836">
                  <c:v>2150</c:v>
                </c:pt>
                <c:pt idx="4837">
                  <c:v>2150</c:v>
                </c:pt>
                <c:pt idx="4838">
                  <c:v>2150</c:v>
                </c:pt>
                <c:pt idx="4839">
                  <c:v>2150</c:v>
                </c:pt>
                <c:pt idx="4840">
                  <c:v>2150</c:v>
                </c:pt>
                <c:pt idx="4841">
                  <c:v>2150</c:v>
                </c:pt>
                <c:pt idx="4842">
                  <c:v>2150</c:v>
                </c:pt>
                <c:pt idx="4843">
                  <c:v>2150</c:v>
                </c:pt>
                <c:pt idx="4844">
                  <c:v>2150</c:v>
                </c:pt>
                <c:pt idx="4845">
                  <c:v>2150</c:v>
                </c:pt>
                <c:pt idx="4846">
                  <c:v>2150</c:v>
                </c:pt>
                <c:pt idx="4847">
                  <c:v>2150</c:v>
                </c:pt>
                <c:pt idx="4848">
                  <c:v>2150</c:v>
                </c:pt>
                <c:pt idx="4849">
                  <c:v>2150</c:v>
                </c:pt>
                <c:pt idx="4850">
                  <c:v>2150</c:v>
                </c:pt>
                <c:pt idx="4851">
                  <c:v>2150</c:v>
                </c:pt>
                <c:pt idx="4852">
                  <c:v>2150</c:v>
                </c:pt>
                <c:pt idx="4853">
                  <c:v>2200</c:v>
                </c:pt>
                <c:pt idx="4854">
                  <c:v>2200</c:v>
                </c:pt>
                <c:pt idx="4855">
                  <c:v>2200</c:v>
                </c:pt>
                <c:pt idx="4856">
                  <c:v>2200</c:v>
                </c:pt>
                <c:pt idx="4857">
                  <c:v>2200</c:v>
                </c:pt>
                <c:pt idx="4858">
                  <c:v>2200</c:v>
                </c:pt>
                <c:pt idx="4859">
                  <c:v>2200</c:v>
                </c:pt>
                <c:pt idx="4860">
                  <c:v>2200</c:v>
                </c:pt>
                <c:pt idx="4861">
                  <c:v>2200</c:v>
                </c:pt>
                <c:pt idx="4862">
                  <c:v>2200</c:v>
                </c:pt>
                <c:pt idx="4863">
                  <c:v>2200</c:v>
                </c:pt>
                <c:pt idx="4864">
                  <c:v>2200</c:v>
                </c:pt>
                <c:pt idx="4865">
                  <c:v>2200</c:v>
                </c:pt>
                <c:pt idx="4866">
                  <c:v>2200</c:v>
                </c:pt>
                <c:pt idx="4867">
                  <c:v>2200</c:v>
                </c:pt>
                <c:pt idx="4868">
                  <c:v>2200</c:v>
                </c:pt>
                <c:pt idx="4869">
                  <c:v>2200</c:v>
                </c:pt>
                <c:pt idx="4870">
                  <c:v>2200</c:v>
                </c:pt>
                <c:pt idx="4871">
                  <c:v>2200</c:v>
                </c:pt>
                <c:pt idx="4872">
                  <c:v>2200</c:v>
                </c:pt>
                <c:pt idx="4873">
                  <c:v>2200</c:v>
                </c:pt>
                <c:pt idx="4874">
                  <c:v>2200</c:v>
                </c:pt>
                <c:pt idx="4875">
                  <c:v>2200</c:v>
                </c:pt>
                <c:pt idx="4876">
                  <c:v>2200</c:v>
                </c:pt>
                <c:pt idx="4877">
                  <c:v>2200</c:v>
                </c:pt>
                <c:pt idx="4878">
                  <c:v>2200</c:v>
                </c:pt>
                <c:pt idx="4879">
                  <c:v>2200</c:v>
                </c:pt>
                <c:pt idx="4880">
                  <c:v>2200</c:v>
                </c:pt>
                <c:pt idx="4881">
                  <c:v>2200</c:v>
                </c:pt>
                <c:pt idx="4882">
                  <c:v>2200</c:v>
                </c:pt>
                <c:pt idx="4883">
                  <c:v>2200</c:v>
                </c:pt>
                <c:pt idx="4884">
                  <c:v>2200</c:v>
                </c:pt>
                <c:pt idx="4885">
                  <c:v>2200</c:v>
                </c:pt>
                <c:pt idx="4886">
                  <c:v>2200</c:v>
                </c:pt>
                <c:pt idx="4887">
                  <c:v>2200</c:v>
                </c:pt>
                <c:pt idx="4888">
                  <c:v>2200</c:v>
                </c:pt>
                <c:pt idx="4889">
                  <c:v>2200</c:v>
                </c:pt>
                <c:pt idx="4890">
                  <c:v>2200</c:v>
                </c:pt>
                <c:pt idx="4891">
                  <c:v>2200</c:v>
                </c:pt>
                <c:pt idx="4892">
                  <c:v>2200</c:v>
                </c:pt>
                <c:pt idx="4893">
                  <c:v>2200</c:v>
                </c:pt>
                <c:pt idx="4894">
                  <c:v>2200</c:v>
                </c:pt>
                <c:pt idx="4895">
                  <c:v>2200</c:v>
                </c:pt>
                <c:pt idx="4896">
                  <c:v>2200</c:v>
                </c:pt>
                <c:pt idx="4897">
                  <c:v>2200</c:v>
                </c:pt>
                <c:pt idx="4898">
                  <c:v>2200</c:v>
                </c:pt>
                <c:pt idx="4899">
                  <c:v>2200</c:v>
                </c:pt>
                <c:pt idx="4900">
                  <c:v>2200</c:v>
                </c:pt>
                <c:pt idx="4901">
                  <c:v>2200</c:v>
                </c:pt>
                <c:pt idx="4902">
                  <c:v>2200</c:v>
                </c:pt>
                <c:pt idx="4903">
                  <c:v>2200</c:v>
                </c:pt>
                <c:pt idx="4904">
                  <c:v>2200</c:v>
                </c:pt>
                <c:pt idx="4905">
                  <c:v>2200</c:v>
                </c:pt>
                <c:pt idx="4906">
                  <c:v>2200</c:v>
                </c:pt>
                <c:pt idx="4907">
                  <c:v>2200</c:v>
                </c:pt>
                <c:pt idx="4908">
                  <c:v>2200</c:v>
                </c:pt>
                <c:pt idx="4909">
                  <c:v>2200</c:v>
                </c:pt>
                <c:pt idx="4910">
                  <c:v>2200</c:v>
                </c:pt>
                <c:pt idx="4911">
                  <c:v>2200</c:v>
                </c:pt>
                <c:pt idx="4912">
                  <c:v>2200</c:v>
                </c:pt>
                <c:pt idx="4913">
                  <c:v>2200</c:v>
                </c:pt>
                <c:pt idx="4914">
                  <c:v>2200</c:v>
                </c:pt>
                <c:pt idx="4915">
                  <c:v>2200</c:v>
                </c:pt>
                <c:pt idx="4916">
                  <c:v>2200</c:v>
                </c:pt>
                <c:pt idx="4917">
                  <c:v>2200</c:v>
                </c:pt>
                <c:pt idx="4918">
                  <c:v>2200</c:v>
                </c:pt>
                <c:pt idx="4919">
                  <c:v>2150</c:v>
                </c:pt>
                <c:pt idx="4920">
                  <c:v>2150</c:v>
                </c:pt>
                <c:pt idx="4921">
                  <c:v>2150</c:v>
                </c:pt>
                <c:pt idx="4922">
                  <c:v>2150</c:v>
                </c:pt>
                <c:pt idx="4923">
                  <c:v>2150</c:v>
                </c:pt>
                <c:pt idx="4924">
                  <c:v>2150</c:v>
                </c:pt>
                <c:pt idx="4925">
                  <c:v>2150</c:v>
                </c:pt>
                <c:pt idx="4926">
                  <c:v>2150</c:v>
                </c:pt>
                <c:pt idx="4927">
                  <c:v>2150</c:v>
                </c:pt>
                <c:pt idx="4928">
                  <c:v>2150</c:v>
                </c:pt>
                <c:pt idx="4929">
                  <c:v>2150</c:v>
                </c:pt>
                <c:pt idx="4930">
                  <c:v>2150</c:v>
                </c:pt>
                <c:pt idx="4931">
                  <c:v>2150</c:v>
                </c:pt>
                <c:pt idx="4932">
                  <c:v>2150</c:v>
                </c:pt>
                <c:pt idx="4933">
                  <c:v>2150</c:v>
                </c:pt>
                <c:pt idx="4934">
                  <c:v>2150</c:v>
                </c:pt>
                <c:pt idx="4935">
                  <c:v>2150</c:v>
                </c:pt>
                <c:pt idx="4936">
                  <c:v>2150</c:v>
                </c:pt>
                <c:pt idx="4937">
                  <c:v>2150</c:v>
                </c:pt>
                <c:pt idx="4938">
                  <c:v>2150</c:v>
                </c:pt>
                <c:pt idx="4939">
                  <c:v>2150</c:v>
                </c:pt>
                <c:pt idx="4940">
                  <c:v>2150</c:v>
                </c:pt>
                <c:pt idx="4941">
                  <c:v>2100</c:v>
                </c:pt>
                <c:pt idx="4942">
                  <c:v>2100</c:v>
                </c:pt>
                <c:pt idx="4943">
                  <c:v>2100</c:v>
                </c:pt>
                <c:pt idx="4944">
                  <c:v>2100</c:v>
                </c:pt>
                <c:pt idx="4945">
                  <c:v>2100</c:v>
                </c:pt>
                <c:pt idx="4946">
                  <c:v>2100</c:v>
                </c:pt>
                <c:pt idx="4947">
                  <c:v>2100</c:v>
                </c:pt>
                <c:pt idx="4948">
                  <c:v>2100</c:v>
                </c:pt>
                <c:pt idx="4949">
                  <c:v>2100</c:v>
                </c:pt>
                <c:pt idx="4950">
                  <c:v>2100</c:v>
                </c:pt>
                <c:pt idx="4951">
                  <c:v>2100</c:v>
                </c:pt>
                <c:pt idx="4952">
                  <c:v>2100</c:v>
                </c:pt>
                <c:pt idx="4953">
                  <c:v>2100</c:v>
                </c:pt>
                <c:pt idx="4954">
                  <c:v>2100</c:v>
                </c:pt>
                <c:pt idx="4955">
                  <c:v>2100</c:v>
                </c:pt>
                <c:pt idx="4956">
                  <c:v>2100</c:v>
                </c:pt>
                <c:pt idx="4957">
                  <c:v>2100</c:v>
                </c:pt>
                <c:pt idx="4958">
                  <c:v>2100</c:v>
                </c:pt>
                <c:pt idx="4959">
                  <c:v>2100</c:v>
                </c:pt>
                <c:pt idx="4960">
                  <c:v>2100</c:v>
                </c:pt>
                <c:pt idx="4961">
                  <c:v>2100</c:v>
                </c:pt>
                <c:pt idx="4962">
                  <c:v>2100</c:v>
                </c:pt>
                <c:pt idx="4963">
                  <c:v>2100</c:v>
                </c:pt>
                <c:pt idx="4964">
                  <c:v>2100</c:v>
                </c:pt>
                <c:pt idx="4965">
                  <c:v>2100</c:v>
                </c:pt>
                <c:pt idx="4966">
                  <c:v>2100</c:v>
                </c:pt>
                <c:pt idx="4967">
                  <c:v>2100</c:v>
                </c:pt>
                <c:pt idx="4968">
                  <c:v>2100</c:v>
                </c:pt>
                <c:pt idx="4969">
                  <c:v>2100</c:v>
                </c:pt>
                <c:pt idx="4970">
                  <c:v>2100</c:v>
                </c:pt>
                <c:pt idx="4971">
                  <c:v>2100</c:v>
                </c:pt>
                <c:pt idx="4972">
                  <c:v>2100</c:v>
                </c:pt>
                <c:pt idx="4973">
                  <c:v>2100</c:v>
                </c:pt>
                <c:pt idx="4974">
                  <c:v>2100</c:v>
                </c:pt>
                <c:pt idx="4975">
                  <c:v>2100</c:v>
                </c:pt>
                <c:pt idx="4976">
                  <c:v>2100</c:v>
                </c:pt>
                <c:pt idx="4977">
                  <c:v>2075</c:v>
                </c:pt>
                <c:pt idx="4978">
                  <c:v>2075</c:v>
                </c:pt>
                <c:pt idx="4979">
                  <c:v>2075</c:v>
                </c:pt>
                <c:pt idx="4980">
                  <c:v>2075</c:v>
                </c:pt>
                <c:pt idx="4981">
                  <c:v>2075</c:v>
                </c:pt>
                <c:pt idx="4982">
                  <c:v>2075</c:v>
                </c:pt>
                <c:pt idx="4983">
                  <c:v>2075</c:v>
                </c:pt>
                <c:pt idx="4984">
                  <c:v>2075</c:v>
                </c:pt>
                <c:pt idx="4985">
                  <c:v>2075</c:v>
                </c:pt>
                <c:pt idx="4986">
                  <c:v>2075</c:v>
                </c:pt>
                <c:pt idx="4987">
                  <c:v>2075</c:v>
                </c:pt>
                <c:pt idx="4988">
                  <c:v>2075</c:v>
                </c:pt>
                <c:pt idx="4989">
                  <c:v>2075</c:v>
                </c:pt>
                <c:pt idx="4990">
                  <c:v>2075</c:v>
                </c:pt>
                <c:pt idx="4991">
                  <c:v>2075</c:v>
                </c:pt>
                <c:pt idx="4992">
                  <c:v>2075</c:v>
                </c:pt>
                <c:pt idx="4993">
                  <c:v>2075</c:v>
                </c:pt>
                <c:pt idx="4994">
                  <c:v>2075</c:v>
                </c:pt>
                <c:pt idx="4995">
                  <c:v>2075</c:v>
                </c:pt>
                <c:pt idx="4996">
                  <c:v>2075</c:v>
                </c:pt>
                <c:pt idx="4997">
                  <c:v>2075</c:v>
                </c:pt>
                <c:pt idx="4998">
                  <c:v>2075</c:v>
                </c:pt>
                <c:pt idx="4999">
                  <c:v>2075</c:v>
                </c:pt>
                <c:pt idx="5000">
                  <c:v>2075</c:v>
                </c:pt>
                <c:pt idx="5001">
                  <c:v>2075</c:v>
                </c:pt>
                <c:pt idx="5002">
                  <c:v>2075</c:v>
                </c:pt>
                <c:pt idx="5003">
                  <c:v>2075</c:v>
                </c:pt>
                <c:pt idx="5004">
                  <c:v>2075</c:v>
                </c:pt>
                <c:pt idx="5005">
                  <c:v>2075</c:v>
                </c:pt>
                <c:pt idx="5006">
                  <c:v>2075</c:v>
                </c:pt>
                <c:pt idx="5007">
                  <c:v>2075</c:v>
                </c:pt>
                <c:pt idx="5008">
                  <c:v>2075</c:v>
                </c:pt>
                <c:pt idx="5009">
                  <c:v>2075</c:v>
                </c:pt>
                <c:pt idx="5010">
                  <c:v>2075</c:v>
                </c:pt>
                <c:pt idx="5011">
                  <c:v>2075</c:v>
                </c:pt>
                <c:pt idx="5012">
                  <c:v>2075</c:v>
                </c:pt>
                <c:pt idx="5013">
                  <c:v>2075</c:v>
                </c:pt>
                <c:pt idx="5014">
                  <c:v>2075</c:v>
                </c:pt>
                <c:pt idx="5015">
                  <c:v>2075</c:v>
                </c:pt>
                <c:pt idx="5016">
                  <c:v>2075</c:v>
                </c:pt>
                <c:pt idx="5017">
                  <c:v>2075</c:v>
                </c:pt>
                <c:pt idx="5018">
                  <c:v>2075</c:v>
                </c:pt>
                <c:pt idx="5019">
                  <c:v>2150</c:v>
                </c:pt>
                <c:pt idx="5020">
                  <c:v>2150</c:v>
                </c:pt>
                <c:pt idx="5021">
                  <c:v>2150</c:v>
                </c:pt>
                <c:pt idx="5022">
                  <c:v>2150</c:v>
                </c:pt>
                <c:pt idx="5023">
                  <c:v>2150</c:v>
                </c:pt>
                <c:pt idx="5024">
                  <c:v>2150</c:v>
                </c:pt>
                <c:pt idx="5025">
                  <c:v>2150</c:v>
                </c:pt>
                <c:pt idx="5026">
                  <c:v>2150</c:v>
                </c:pt>
                <c:pt idx="5027">
                  <c:v>2150</c:v>
                </c:pt>
                <c:pt idx="5028">
                  <c:v>2150</c:v>
                </c:pt>
                <c:pt idx="5029">
                  <c:v>2150</c:v>
                </c:pt>
                <c:pt idx="5030">
                  <c:v>2150</c:v>
                </c:pt>
                <c:pt idx="5031">
                  <c:v>2150</c:v>
                </c:pt>
                <c:pt idx="5032">
                  <c:v>2150</c:v>
                </c:pt>
                <c:pt idx="5033">
                  <c:v>2150</c:v>
                </c:pt>
                <c:pt idx="5034">
                  <c:v>2150</c:v>
                </c:pt>
                <c:pt idx="5035">
                  <c:v>2150</c:v>
                </c:pt>
                <c:pt idx="5036">
                  <c:v>2150</c:v>
                </c:pt>
                <c:pt idx="5037">
                  <c:v>2150</c:v>
                </c:pt>
                <c:pt idx="5038">
                  <c:v>2150</c:v>
                </c:pt>
                <c:pt idx="5039">
                  <c:v>2150</c:v>
                </c:pt>
                <c:pt idx="5040">
                  <c:v>2150</c:v>
                </c:pt>
                <c:pt idx="5041">
                  <c:v>2150</c:v>
                </c:pt>
                <c:pt idx="5042">
                  <c:v>2150</c:v>
                </c:pt>
                <c:pt idx="5043">
                  <c:v>2150</c:v>
                </c:pt>
                <c:pt idx="5044">
                  <c:v>2190</c:v>
                </c:pt>
                <c:pt idx="5045">
                  <c:v>2190</c:v>
                </c:pt>
                <c:pt idx="5046">
                  <c:v>2190</c:v>
                </c:pt>
                <c:pt idx="5047">
                  <c:v>2190</c:v>
                </c:pt>
                <c:pt idx="5048">
                  <c:v>2190</c:v>
                </c:pt>
                <c:pt idx="5049">
                  <c:v>2190</c:v>
                </c:pt>
                <c:pt idx="5050">
                  <c:v>2190</c:v>
                </c:pt>
                <c:pt idx="5051">
                  <c:v>2190</c:v>
                </c:pt>
                <c:pt idx="5052">
                  <c:v>2190</c:v>
                </c:pt>
                <c:pt idx="5053">
                  <c:v>2190</c:v>
                </c:pt>
                <c:pt idx="5054">
                  <c:v>2190</c:v>
                </c:pt>
                <c:pt idx="5055">
                  <c:v>2190</c:v>
                </c:pt>
                <c:pt idx="5056">
                  <c:v>2190</c:v>
                </c:pt>
                <c:pt idx="5057">
                  <c:v>2190</c:v>
                </c:pt>
                <c:pt idx="5058">
                  <c:v>2190</c:v>
                </c:pt>
                <c:pt idx="5059">
                  <c:v>2190</c:v>
                </c:pt>
                <c:pt idx="5060">
                  <c:v>2190</c:v>
                </c:pt>
                <c:pt idx="5061">
                  <c:v>2190</c:v>
                </c:pt>
                <c:pt idx="5062">
                  <c:v>2190</c:v>
                </c:pt>
                <c:pt idx="5063">
                  <c:v>2190</c:v>
                </c:pt>
                <c:pt idx="5064">
                  <c:v>2190</c:v>
                </c:pt>
                <c:pt idx="5065">
                  <c:v>2190</c:v>
                </c:pt>
                <c:pt idx="5066">
                  <c:v>2190</c:v>
                </c:pt>
                <c:pt idx="5067">
                  <c:v>2190</c:v>
                </c:pt>
                <c:pt idx="5068">
                  <c:v>2190</c:v>
                </c:pt>
                <c:pt idx="5069">
                  <c:v>2190</c:v>
                </c:pt>
                <c:pt idx="5070">
                  <c:v>2190</c:v>
                </c:pt>
                <c:pt idx="5071">
                  <c:v>2190</c:v>
                </c:pt>
                <c:pt idx="5072">
                  <c:v>2190</c:v>
                </c:pt>
                <c:pt idx="5073">
                  <c:v>2190</c:v>
                </c:pt>
                <c:pt idx="5074">
                  <c:v>2190</c:v>
                </c:pt>
                <c:pt idx="5075">
                  <c:v>2190</c:v>
                </c:pt>
                <c:pt idx="5076">
                  <c:v>2190</c:v>
                </c:pt>
                <c:pt idx="5077">
                  <c:v>2190</c:v>
                </c:pt>
                <c:pt idx="5078">
                  <c:v>2190</c:v>
                </c:pt>
                <c:pt idx="5079">
                  <c:v>2190</c:v>
                </c:pt>
                <c:pt idx="5080">
                  <c:v>2190</c:v>
                </c:pt>
                <c:pt idx="5081">
                  <c:v>2190</c:v>
                </c:pt>
                <c:pt idx="5082">
                  <c:v>2190</c:v>
                </c:pt>
                <c:pt idx="5083">
                  <c:v>2190</c:v>
                </c:pt>
                <c:pt idx="5084">
                  <c:v>2190</c:v>
                </c:pt>
                <c:pt idx="5085">
                  <c:v>2190</c:v>
                </c:pt>
                <c:pt idx="5086">
                  <c:v>2190</c:v>
                </c:pt>
                <c:pt idx="5087">
                  <c:v>2190</c:v>
                </c:pt>
                <c:pt idx="5088">
                  <c:v>2190</c:v>
                </c:pt>
                <c:pt idx="5089">
                  <c:v>2190</c:v>
                </c:pt>
                <c:pt idx="5090">
                  <c:v>2190</c:v>
                </c:pt>
                <c:pt idx="5091">
                  <c:v>2190</c:v>
                </c:pt>
                <c:pt idx="5092">
                  <c:v>2190</c:v>
                </c:pt>
                <c:pt idx="5093">
                  <c:v>2190</c:v>
                </c:pt>
                <c:pt idx="5094">
                  <c:v>2190</c:v>
                </c:pt>
                <c:pt idx="5095">
                  <c:v>2190</c:v>
                </c:pt>
                <c:pt idx="5096">
                  <c:v>2190</c:v>
                </c:pt>
                <c:pt idx="5097">
                  <c:v>2190</c:v>
                </c:pt>
                <c:pt idx="5098">
                  <c:v>2190</c:v>
                </c:pt>
                <c:pt idx="5099">
                  <c:v>2190</c:v>
                </c:pt>
                <c:pt idx="5100">
                  <c:v>2190</c:v>
                </c:pt>
                <c:pt idx="5101">
                  <c:v>2190</c:v>
                </c:pt>
                <c:pt idx="5102">
                  <c:v>2200</c:v>
                </c:pt>
                <c:pt idx="5103">
                  <c:v>2200</c:v>
                </c:pt>
                <c:pt idx="5104">
                  <c:v>2200</c:v>
                </c:pt>
                <c:pt idx="5105">
                  <c:v>2200</c:v>
                </c:pt>
                <c:pt idx="5106">
                  <c:v>2200</c:v>
                </c:pt>
                <c:pt idx="5107">
                  <c:v>2200</c:v>
                </c:pt>
                <c:pt idx="5108">
                  <c:v>2200</c:v>
                </c:pt>
                <c:pt idx="5109">
                  <c:v>2200</c:v>
                </c:pt>
                <c:pt idx="5110">
                  <c:v>2200</c:v>
                </c:pt>
                <c:pt idx="5111">
                  <c:v>2200</c:v>
                </c:pt>
                <c:pt idx="5112">
                  <c:v>2200</c:v>
                </c:pt>
                <c:pt idx="5113">
                  <c:v>2200</c:v>
                </c:pt>
                <c:pt idx="5114">
                  <c:v>2200</c:v>
                </c:pt>
                <c:pt idx="5115">
                  <c:v>2200</c:v>
                </c:pt>
                <c:pt idx="5116">
                  <c:v>2250</c:v>
                </c:pt>
                <c:pt idx="5117">
                  <c:v>2250</c:v>
                </c:pt>
                <c:pt idx="5118">
                  <c:v>2250</c:v>
                </c:pt>
                <c:pt idx="5119">
                  <c:v>2250</c:v>
                </c:pt>
                <c:pt idx="5120">
                  <c:v>2250</c:v>
                </c:pt>
                <c:pt idx="5121">
                  <c:v>2250</c:v>
                </c:pt>
                <c:pt idx="5122">
                  <c:v>2250</c:v>
                </c:pt>
                <c:pt idx="5123">
                  <c:v>2250</c:v>
                </c:pt>
                <c:pt idx="5124">
                  <c:v>2250</c:v>
                </c:pt>
                <c:pt idx="5125">
                  <c:v>2250</c:v>
                </c:pt>
                <c:pt idx="5126">
                  <c:v>2250</c:v>
                </c:pt>
                <c:pt idx="5127">
                  <c:v>2250</c:v>
                </c:pt>
                <c:pt idx="5128">
                  <c:v>2250</c:v>
                </c:pt>
                <c:pt idx="5129">
                  <c:v>2250</c:v>
                </c:pt>
                <c:pt idx="5130">
                  <c:v>2250</c:v>
                </c:pt>
                <c:pt idx="5131">
                  <c:v>2250</c:v>
                </c:pt>
                <c:pt idx="5132">
                  <c:v>2250</c:v>
                </c:pt>
                <c:pt idx="5133">
                  <c:v>2250</c:v>
                </c:pt>
                <c:pt idx="5134">
                  <c:v>2250</c:v>
                </c:pt>
                <c:pt idx="5135">
                  <c:v>2250</c:v>
                </c:pt>
                <c:pt idx="5136">
                  <c:v>2250</c:v>
                </c:pt>
                <c:pt idx="5137">
                  <c:v>2250</c:v>
                </c:pt>
                <c:pt idx="5138">
                  <c:v>2250</c:v>
                </c:pt>
                <c:pt idx="5139">
                  <c:v>2250</c:v>
                </c:pt>
                <c:pt idx="5140">
                  <c:v>2250</c:v>
                </c:pt>
                <c:pt idx="5141">
                  <c:v>2250</c:v>
                </c:pt>
                <c:pt idx="5142">
                  <c:v>2250</c:v>
                </c:pt>
                <c:pt idx="5143">
                  <c:v>2250</c:v>
                </c:pt>
                <c:pt idx="5144">
                  <c:v>2250</c:v>
                </c:pt>
                <c:pt idx="5145">
                  <c:v>2250</c:v>
                </c:pt>
                <c:pt idx="5146">
                  <c:v>2250</c:v>
                </c:pt>
                <c:pt idx="5147">
                  <c:v>2250</c:v>
                </c:pt>
                <c:pt idx="5148">
                  <c:v>2250</c:v>
                </c:pt>
                <c:pt idx="5149">
                  <c:v>2250</c:v>
                </c:pt>
                <c:pt idx="5150">
                  <c:v>2250</c:v>
                </c:pt>
                <c:pt idx="5151">
                  <c:v>2250</c:v>
                </c:pt>
                <c:pt idx="5152">
                  <c:v>2250</c:v>
                </c:pt>
                <c:pt idx="5153">
                  <c:v>2250</c:v>
                </c:pt>
                <c:pt idx="5154">
                  <c:v>2250</c:v>
                </c:pt>
                <c:pt idx="5155">
                  <c:v>2250</c:v>
                </c:pt>
                <c:pt idx="5156">
                  <c:v>2250</c:v>
                </c:pt>
                <c:pt idx="5157">
                  <c:v>2250</c:v>
                </c:pt>
                <c:pt idx="5158">
                  <c:v>2250</c:v>
                </c:pt>
                <c:pt idx="5159">
                  <c:v>2250</c:v>
                </c:pt>
                <c:pt idx="5160">
                  <c:v>2250</c:v>
                </c:pt>
                <c:pt idx="5161">
                  <c:v>2250</c:v>
                </c:pt>
                <c:pt idx="5162">
                  <c:v>2250</c:v>
                </c:pt>
                <c:pt idx="5163">
                  <c:v>2250</c:v>
                </c:pt>
                <c:pt idx="5164">
                  <c:v>2400</c:v>
                </c:pt>
                <c:pt idx="5165">
                  <c:v>2400</c:v>
                </c:pt>
                <c:pt idx="5166">
                  <c:v>2400</c:v>
                </c:pt>
                <c:pt idx="5167">
                  <c:v>2400</c:v>
                </c:pt>
                <c:pt idx="5168">
                  <c:v>2400</c:v>
                </c:pt>
                <c:pt idx="5169">
                  <c:v>2400</c:v>
                </c:pt>
                <c:pt idx="5170">
                  <c:v>2400</c:v>
                </c:pt>
                <c:pt idx="5171">
                  <c:v>2400</c:v>
                </c:pt>
                <c:pt idx="5172">
                  <c:v>2400</c:v>
                </c:pt>
                <c:pt idx="5173">
                  <c:v>2400</c:v>
                </c:pt>
                <c:pt idx="5174">
                  <c:v>2400</c:v>
                </c:pt>
                <c:pt idx="5175">
                  <c:v>2400</c:v>
                </c:pt>
                <c:pt idx="5176">
                  <c:v>2400</c:v>
                </c:pt>
                <c:pt idx="5177">
                  <c:v>2400</c:v>
                </c:pt>
                <c:pt idx="5178">
                  <c:v>2400</c:v>
                </c:pt>
                <c:pt idx="5179">
                  <c:v>2400</c:v>
                </c:pt>
                <c:pt idx="5180">
                  <c:v>2400</c:v>
                </c:pt>
                <c:pt idx="5181">
                  <c:v>2400</c:v>
                </c:pt>
                <c:pt idx="5182">
                  <c:v>2400</c:v>
                </c:pt>
                <c:pt idx="5183">
                  <c:v>2400</c:v>
                </c:pt>
                <c:pt idx="5184">
                  <c:v>2400</c:v>
                </c:pt>
                <c:pt idx="5185">
                  <c:v>2400</c:v>
                </c:pt>
                <c:pt idx="5186">
                  <c:v>2400</c:v>
                </c:pt>
                <c:pt idx="5187">
                  <c:v>2500</c:v>
                </c:pt>
                <c:pt idx="5188">
                  <c:v>2500</c:v>
                </c:pt>
                <c:pt idx="5189">
                  <c:v>2500</c:v>
                </c:pt>
                <c:pt idx="5190">
                  <c:v>2500</c:v>
                </c:pt>
                <c:pt idx="5191">
                  <c:v>2500</c:v>
                </c:pt>
                <c:pt idx="5192">
                  <c:v>2500</c:v>
                </c:pt>
                <c:pt idx="5193">
                  <c:v>2500</c:v>
                </c:pt>
                <c:pt idx="5194">
                  <c:v>2500</c:v>
                </c:pt>
                <c:pt idx="5195">
                  <c:v>2500</c:v>
                </c:pt>
                <c:pt idx="5196">
                  <c:v>2500</c:v>
                </c:pt>
                <c:pt idx="5197">
                  <c:v>2500</c:v>
                </c:pt>
                <c:pt idx="5198">
                  <c:v>2500</c:v>
                </c:pt>
                <c:pt idx="5199">
                  <c:v>2500</c:v>
                </c:pt>
                <c:pt idx="5200">
                  <c:v>2500</c:v>
                </c:pt>
                <c:pt idx="5201">
                  <c:v>2500</c:v>
                </c:pt>
                <c:pt idx="5202">
                  <c:v>2500</c:v>
                </c:pt>
                <c:pt idx="5203">
                  <c:v>2500</c:v>
                </c:pt>
                <c:pt idx="5204">
                  <c:v>2500</c:v>
                </c:pt>
                <c:pt idx="5205">
                  <c:v>2500</c:v>
                </c:pt>
                <c:pt idx="5206">
                  <c:v>2500</c:v>
                </c:pt>
                <c:pt idx="5207">
                  <c:v>2500</c:v>
                </c:pt>
                <c:pt idx="5208">
                  <c:v>2500</c:v>
                </c:pt>
                <c:pt idx="5209">
                  <c:v>2500</c:v>
                </c:pt>
                <c:pt idx="5210">
                  <c:v>2500</c:v>
                </c:pt>
                <c:pt idx="5211">
                  <c:v>2500</c:v>
                </c:pt>
                <c:pt idx="5212">
                  <c:v>2500</c:v>
                </c:pt>
                <c:pt idx="5213">
                  <c:v>2500</c:v>
                </c:pt>
                <c:pt idx="5214">
                  <c:v>2500</c:v>
                </c:pt>
                <c:pt idx="5215">
                  <c:v>2500</c:v>
                </c:pt>
                <c:pt idx="5216">
                  <c:v>2500</c:v>
                </c:pt>
                <c:pt idx="5217">
                  <c:v>2500</c:v>
                </c:pt>
                <c:pt idx="5218">
                  <c:v>2500</c:v>
                </c:pt>
                <c:pt idx="5219">
                  <c:v>2500</c:v>
                </c:pt>
                <c:pt idx="5220">
                  <c:v>2500</c:v>
                </c:pt>
                <c:pt idx="5221">
                  <c:v>2500</c:v>
                </c:pt>
                <c:pt idx="5222">
                  <c:v>2500</c:v>
                </c:pt>
                <c:pt idx="5223">
                  <c:v>2500</c:v>
                </c:pt>
                <c:pt idx="5224">
                  <c:v>2500</c:v>
                </c:pt>
                <c:pt idx="5225">
                  <c:v>2500</c:v>
                </c:pt>
                <c:pt idx="5226">
                  <c:v>2500</c:v>
                </c:pt>
                <c:pt idx="5227">
                  <c:v>2500</c:v>
                </c:pt>
                <c:pt idx="5228">
                  <c:v>2500</c:v>
                </c:pt>
                <c:pt idx="5229">
                  <c:v>2500</c:v>
                </c:pt>
                <c:pt idx="5230">
                  <c:v>2500</c:v>
                </c:pt>
                <c:pt idx="5231">
                  <c:v>2500</c:v>
                </c:pt>
                <c:pt idx="5232">
                  <c:v>2500</c:v>
                </c:pt>
                <c:pt idx="5233">
                  <c:v>2500</c:v>
                </c:pt>
                <c:pt idx="5234">
                  <c:v>2500</c:v>
                </c:pt>
                <c:pt idx="5235">
                  <c:v>2500</c:v>
                </c:pt>
                <c:pt idx="5236">
                  <c:v>2500</c:v>
                </c:pt>
                <c:pt idx="5237">
                  <c:v>2500</c:v>
                </c:pt>
                <c:pt idx="5238">
                  <c:v>2500</c:v>
                </c:pt>
                <c:pt idx="5239">
                  <c:v>2500</c:v>
                </c:pt>
                <c:pt idx="5240">
                  <c:v>2500</c:v>
                </c:pt>
                <c:pt idx="5241">
                  <c:v>2500</c:v>
                </c:pt>
                <c:pt idx="5242">
                  <c:v>2500</c:v>
                </c:pt>
                <c:pt idx="5243">
                  <c:v>2500</c:v>
                </c:pt>
                <c:pt idx="5244">
                  <c:v>2500</c:v>
                </c:pt>
                <c:pt idx="5245">
                  <c:v>2500</c:v>
                </c:pt>
                <c:pt idx="5246">
                  <c:v>2500</c:v>
                </c:pt>
                <c:pt idx="5247">
                  <c:v>2500</c:v>
                </c:pt>
                <c:pt idx="5248">
                  <c:v>2500</c:v>
                </c:pt>
                <c:pt idx="5249">
                  <c:v>2500</c:v>
                </c:pt>
                <c:pt idx="5250">
                  <c:v>2500</c:v>
                </c:pt>
                <c:pt idx="5251">
                  <c:v>2500</c:v>
                </c:pt>
                <c:pt idx="5252">
                  <c:v>2500</c:v>
                </c:pt>
                <c:pt idx="5253">
                  <c:v>2500</c:v>
                </c:pt>
                <c:pt idx="5254">
                  <c:v>2500</c:v>
                </c:pt>
                <c:pt idx="5255">
                  <c:v>2500</c:v>
                </c:pt>
                <c:pt idx="5256">
                  <c:v>2500</c:v>
                </c:pt>
                <c:pt idx="5257">
                  <c:v>2500</c:v>
                </c:pt>
                <c:pt idx="5258">
                  <c:v>2500</c:v>
                </c:pt>
                <c:pt idx="5259">
                  <c:v>2500</c:v>
                </c:pt>
                <c:pt idx="5260">
                  <c:v>2500</c:v>
                </c:pt>
                <c:pt idx="5261">
                  <c:v>3000</c:v>
                </c:pt>
                <c:pt idx="5262">
                  <c:v>3000</c:v>
                </c:pt>
                <c:pt idx="5263">
                  <c:v>3000</c:v>
                </c:pt>
                <c:pt idx="5264">
                  <c:v>3000</c:v>
                </c:pt>
                <c:pt idx="5265">
                  <c:v>3000</c:v>
                </c:pt>
                <c:pt idx="5266">
                  <c:v>3000</c:v>
                </c:pt>
                <c:pt idx="5267">
                  <c:v>3000</c:v>
                </c:pt>
                <c:pt idx="5268">
                  <c:v>3000</c:v>
                </c:pt>
                <c:pt idx="5269">
                  <c:v>3000</c:v>
                </c:pt>
                <c:pt idx="5270">
                  <c:v>3000</c:v>
                </c:pt>
                <c:pt idx="5271">
                  <c:v>3000</c:v>
                </c:pt>
                <c:pt idx="5272">
                  <c:v>3000</c:v>
                </c:pt>
                <c:pt idx="5273">
                  <c:v>3000</c:v>
                </c:pt>
                <c:pt idx="5274">
                  <c:v>3000</c:v>
                </c:pt>
                <c:pt idx="5275">
                  <c:v>3000</c:v>
                </c:pt>
                <c:pt idx="5276">
                  <c:v>3000</c:v>
                </c:pt>
                <c:pt idx="5277">
                  <c:v>3000</c:v>
                </c:pt>
                <c:pt idx="5278">
                  <c:v>3000</c:v>
                </c:pt>
                <c:pt idx="5279">
                  <c:v>3000</c:v>
                </c:pt>
                <c:pt idx="5280">
                  <c:v>3000</c:v>
                </c:pt>
                <c:pt idx="5281">
                  <c:v>3000</c:v>
                </c:pt>
                <c:pt idx="5282">
                  <c:v>3000</c:v>
                </c:pt>
                <c:pt idx="5283">
                  <c:v>3000</c:v>
                </c:pt>
                <c:pt idx="5284">
                  <c:v>3000</c:v>
                </c:pt>
                <c:pt idx="5285">
                  <c:v>3000</c:v>
                </c:pt>
                <c:pt idx="5286">
                  <c:v>3000</c:v>
                </c:pt>
                <c:pt idx="5287">
                  <c:v>3000</c:v>
                </c:pt>
                <c:pt idx="5288">
                  <c:v>3000</c:v>
                </c:pt>
                <c:pt idx="5289">
                  <c:v>3000</c:v>
                </c:pt>
                <c:pt idx="5290">
                  <c:v>3000</c:v>
                </c:pt>
                <c:pt idx="5291">
                  <c:v>3000</c:v>
                </c:pt>
                <c:pt idx="5292">
                  <c:v>3000</c:v>
                </c:pt>
                <c:pt idx="5293">
                  <c:v>3000</c:v>
                </c:pt>
                <c:pt idx="5294">
                  <c:v>3000</c:v>
                </c:pt>
                <c:pt idx="5295">
                  <c:v>3000</c:v>
                </c:pt>
                <c:pt idx="5296">
                  <c:v>3000</c:v>
                </c:pt>
                <c:pt idx="5297">
                  <c:v>3000</c:v>
                </c:pt>
                <c:pt idx="5298">
                  <c:v>3000</c:v>
                </c:pt>
                <c:pt idx="5299">
                  <c:v>3000</c:v>
                </c:pt>
                <c:pt idx="5300">
                  <c:v>3000</c:v>
                </c:pt>
                <c:pt idx="5301">
                  <c:v>3000</c:v>
                </c:pt>
                <c:pt idx="5302">
                  <c:v>3000</c:v>
                </c:pt>
                <c:pt idx="5303">
                  <c:v>3000</c:v>
                </c:pt>
                <c:pt idx="5304">
                  <c:v>3000</c:v>
                </c:pt>
                <c:pt idx="5305">
                  <c:v>3000</c:v>
                </c:pt>
                <c:pt idx="5306">
                  <c:v>3000</c:v>
                </c:pt>
                <c:pt idx="5307">
                  <c:v>3000</c:v>
                </c:pt>
                <c:pt idx="5308">
                  <c:v>3000</c:v>
                </c:pt>
                <c:pt idx="5309">
                  <c:v>3000</c:v>
                </c:pt>
                <c:pt idx="5310">
                  <c:v>3000</c:v>
                </c:pt>
                <c:pt idx="5311">
                  <c:v>3000</c:v>
                </c:pt>
                <c:pt idx="5312">
                  <c:v>3000</c:v>
                </c:pt>
                <c:pt idx="5313">
                  <c:v>3000</c:v>
                </c:pt>
                <c:pt idx="5314">
                  <c:v>3000</c:v>
                </c:pt>
                <c:pt idx="5315">
                  <c:v>3000</c:v>
                </c:pt>
                <c:pt idx="5316">
                  <c:v>3000</c:v>
                </c:pt>
                <c:pt idx="5317">
                  <c:v>3000</c:v>
                </c:pt>
                <c:pt idx="5318">
                  <c:v>3000</c:v>
                </c:pt>
                <c:pt idx="5319">
                  <c:v>3000</c:v>
                </c:pt>
                <c:pt idx="5320">
                  <c:v>3000</c:v>
                </c:pt>
                <c:pt idx="5321">
                  <c:v>3000</c:v>
                </c:pt>
                <c:pt idx="5322">
                  <c:v>3000</c:v>
                </c:pt>
                <c:pt idx="5323">
                  <c:v>3000</c:v>
                </c:pt>
                <c:pt idx="5324">
                  <c:v>3000</c:v>
                </c:pt>
                <c:pt idx="5325">
                  <c:v>3000</c:v>
                </c:pt>
                <c:pt idx="5326">
                  <c:v>3000</c:v>
                </c:pt>
                <c:pt idx="5327">
                  <c:v>3000</c:v>
                </c:pt>
                <c:pt idx="5328">
                  <c:v>3000</c:v>
                </c:pt>
                <c:pt idx="5329">
                  <c:v>3000</c:v>
                </c:pt>
                <c:pt idx="5330">
                  <c:v>3000</c:v>
                </c:pt>
                <c:pt idx="5331">
                  <c:v>3000</c:v>
                </c:pt>
                <c:pt idx="5332">
                  <c:v>3000</c:v>
                </c:pt>
                <c:pt idx="5333">
                  <c:v>3000</c:v>
                </c:pt>
                <c:pt idx="5334">
                  <c:v>3000</c:v>
                </c:pt>
                <c:pt idx="5335">
                  <c:v>3000</c:v>
                </c:pt>
                <c:pt idx="5336">
                  <c:v>3000</c:v>
                </c:pt>
                <c:pt idx="5337">
                  <c:v>3000</c:v>
                </c:pt>
                <c:pt idx="5338">
                  <c:v>3000</c:v>
                </c:pt>
                <c:pt idx="5339">
                  <c:v>3000</c:v>
                </c:pt>
                <c:pt idx="5340">
                  <c:v>3000</c:v>
                </c:pt>
                <c:pt idx="5341">
                  <c:v>3000</c:v>
                </c:pt>
                <c:pt idx="5342">
                  <c:v>3000</c:v>
                </c:pt>
                <c:pt idx="5343">
                  <c:v>3000</c:v>
                </c:pt>
                <c:pt idx="5344">
                  <c:v>3000</c:v>
                </c:pt>
                <c:pt idx="5345">
                  <c:v>3000</c:v>
                </c:pt>
                <c:pt idx="5346">
                  <c:v>3000</c:v>
                </c:pt>
                <c:pt idx="5347">
                  <c:v>3000</c:v>
                </c:pt>
                <c:pt idx="5348">
                  <c:v>3000</c:v>
                </c:pt>
                <c:pt idx="5349">
                  <c:v>3000</c:v>
                </c:pt>
                <c:pt idx="5350">
                  <c:v>3000</c:v>
                </c:pt>
                <c:pt idx="5351">
                  <c:v>3000</c:v>
                </c:pt>
                <c:pt idx="5352">
                  <c:v>3000</c:v>
                </c:pt>
                <c:pt idx="5353">
                  <c:v>3000</c:v>
                </c:pt>
                <c:pt idx="5354">
                  <c:v>3000</c:v>
                </c:pt>
                <c:pt idx="5355">
                  <c:v>3150</c:v>
                </c:pt>
                <c:pt idx="5356">
                  <c:v>3150</c:v>
                </c:pt>
                <c:pt idx="5357">
                  <c:v>3150</c:v>
                </c:pt>
                <c:pt idx="5358">
                  <c:v>3150</c:v>
                </c:pt>
                <c:pt idx="5359">
                  <c:v>3150</c:v>
                </c:pt>
                <c:pt idx="5360">
                  <c:v>3150</c:v>
                </c:pt>
                <c:pt idx="5361">
                  <c:v>3150</c:v>
                </c:pt>
                <c:pt idx="5362">
                  <c:v>3150</c:v>
                </c:pt>
                <c:pt idx="5363">
                  <c:v>3150</c:v>
                </c:pt>
                <c:pt idx="5364">
                  <c:v>3150</c:v>
                </c:pt>
                <c:pt idx="5365">
                  <c:v>3150</c:v>
                </c:pt>
                <c:pt idx="5366">
                  <c:v>3150</c:v>
                </c:pt>
                <c:pt idx="5367">
                  <c:v>3150</c:v>
                </c:pt>
                <c:pt idx="5368">
                  <c:v>3350</c:v>
                </c:pt>
                <c:pt idx="5369">
                  <c:v>3350</c:v>
                </c:pt>
                <c:pt idx="5370">
                  <c:v>3350</c:v>
                </c:pt>
                <c:pt idx="5371">
                  <c:v>3350</c:v>
                </c:pt>
                <c:pt idx="5372">
                  <c:v>3350</c:v>
                </c:pt>
                <c:pt idx="5373">
                  <c:v>3350</c:v>
                </c:pt>
                <c:pt idx="5374">
                  <c:v>3350</c:v>
                </c:pt>
                <c:pt idx="5375">
                  <c:v>3350</c:v>
                </c:pt>
                <c:pt idx="5376">
                  <c:v>3350</c:v>
                </c:pt>
                <c:pt idx="5377">
                  <c:v>3350</c:v>
                </c:pt>
                <c:pt idx="5378">
                  <c:v>3350</c:v>
                </c:pt>
                <c:pt idx="5379">
                  <c:v>3350</c:v>
                </c:pt>
                <c:pt idx="5380">
                  <c:v>3350</c:v>
                </c:pt>
                <c:pt idx="5381">
                  <c:v>3450</c:v>
                </c:pt>
                <c:pt idx="5382">
                  <c:v>3450</c:v>
                </c:pt>
                <c:pt idx="5383">
                  <c:v>3450</c:v>
                </c:pt>
                <c:pt idx="5384">
                  <c:v>3450</c:v>
                </c:pt>
                <c:pt idx="5385">
                  <c:v>3450</c:v>
                </c:pt>
                <c:pt idx="5386">
                  <c:v>3450</c:v>
                </c:pt>
                <c:pt idx="5387">
                  <c:v>3450</c:v>
                </c:pt>
                <c:pt idx="5388">
                  <c:v>3450</c:v>
                </c:pt>
                <c:pt idx="5389">
                  <c:v>3450</c:v>
                </c:pt>
                <c:pt idx="5390">
                  <c:v>3450</c:v>
                </c:pt>
                <c:pt idx="5391">
                  <c:v>3450</c:v>
                </c:pt>
                <c:pt idx="5392">
                  <c:v>3450</c:v>
                </c:pt>
                <c:pt idx="5393">
                  <c:v>3450</c:v>
                </c:pt>
                <c:pt idx="5394">
                  <c:v>3550</c:v>
                </c:pt>
                <c:pt idx="5395">
                  <c:v>3550</c:v>
                </c:pt>
                <c:pt idx="5396">
                  <c:v>3550</c:v>
                </c:pt>
                <c:pt idx="5397">
                  <c:v>3550</c:v>
                </c:pt>
                <c:pt idx="5398">
                  <c:v>3550</c:v>
                </c:pt>
                <c:pt idx="5399">
                  <c:v>3550</c:v>
                </c:pt>
                <c:pt idx="5400">
                  <c:v>3550</c:v>
                </c:pt>
                <c:pt idx="5401">
                  <c:v>3550</c:v>
                </c:pt>
                <c:pt idx="5402">
                  <c:v>3550</c:v>
                </c:pt>
                <c:pt idx="5403">
                  <c:v>3550</c:v>
                </c:pt>
                <c:pt idx="5404">
                  <c:v>3550</c:v>
                </c:pt>
                <c:pt idx="5405">
                  <c:v>3550</c:v>
                </c:pt>
                <c:pt idx="5406">
                  <c:v>3550</c:v>
                </c:pt>
                <c:pt idx="5407">
                  <c:v>3550</c:v>
                </c:pt>
                <c:pt idx="5408">
                  <c:v>3550</c:v>
                </c:pt>
                <c:pt idx="5409">
                  <c:v>3550</c:v>
                </c:pt>
                <c:pt idx="5410">
                  <c:v>3550</c:v>
                </c:pt>
                <c:pt idx="5411">
                  <c:v>3550</c:v>
                </c:pt>
                <c:pt idx="5412">
                  <c:v>3550</c:v>
                </c:pt>
                <c:pt idx="5413">
                  <c:v>3550</c:v>
                </c:pt>
                <c:pt idx="5414">
                  <c:v>3550</c:v>
                </c:pt>
                <c:pt idx="5415">
                  <c:v>3550</c:v>
                </c:pt>
                <c:pt idx="5416">
                  <c:v>3550</c:v>
                </c:pt>
                <c:pt idx="5417">
                  <c:v>3550</c:v>
                </c:pt>
                <c:pt idx="5418">
                  <c:v>3550</c:v>
                </c:pt>
                <c:pt idx="5419">
                  <c:v>3550</c:v>
                </c:pt>
                <c:pt idx="5420">
                  <c:v>3550</c:v>
                </c:pt>
                <c:pt idx="5421">
                  <c:v>3550</c:v>
                </c:pt>
                <c:pt idx="5422">
                  <c:v>3550</c:v>
                </c:pt>
                <c:pt idx="5423">
                  <c:v>3550</c:v>
                </c:pt>
                <c:pt idx="5424">
                  <c:v>3550</c:v>
                </c:pt>
                <c:pt idx="5425">
                  <c:v>3550</c:v>
                </c:pt>
                <c:pt idx="5426">
                  <c:v>3550</c:v>
                </c:pt>
                <c:pt idx="5427">
                  <c:v>3550</c:v>
                </c:pt>
                <c:pt idx="5428">
                  <c:v>3550</c:v>
                </c:pt>
                <c:pt idx="5429">
                  <c:v>3550</c:v>
                </c:pt>
                <c:pt idx="5430">
                  <c:v>3550</c:v>
                </c:pt>
                <c:pt idx="5431">
                  <c:v>3550</c:v>
                </c:pt>
                <c:pt idx="5432">
                  <c:v>3550</c:v>
                </c:pt>
                <c:pt idx="5433">
                  <c:v>3550</c:v>
                </c:pt>
                <c:pt idx="5434">
                  <c:v>3550</c:v>
                </c:pt>
                <c:pt idx="5435">
                  <c:v>3550</c:v>
                </c:pt>
                <c:pt idx="5436">
                  <c:v>3550</c:v>
                </c:pt>
                <c:pt idx="5437">
                  <c:v>3550</c:v>
                </c:pt>
                <c:pt idx="5438">
                  <c:v>3550</c:v>
                </c:pt>
                <c:pt idx="5439">
                  <c:v>3550</c:v>
                </c:pt>
                <c:pt idx="5440">
                  <c:v>3550</c:v>
                </c:pt>
                <c:pt idx="5441">
                  <c:v>3550</c:v>
                </c:pt>
                <c:pt idx="5442">
                  <c:v>3550</c:v>
                </c:pt>
                <c:pt idx="5443">
                  <c:v>3550</c:v>
                </c:pt>
                <c:pt idx="5444">
                  <c:v>3550</c:v>
                </c:pt>
                <c:pt idx="5445">
                  <c:v>3550</c:v>
                </c:pt>
                <c:pt idx="5446">
                  <c:v>3550</c:v>
                </c:pt>
                <c:pt idx="5447">
                  <c:v>3550</c:v>
                </c:pt>
                <c:pt idx="5448">
                  <c:v>3550</c:v>
                </c:pt>
                <c:pt idx="5449">
                  <c:v>3550</c:v>
                </c:pt>
                <c:pt idx="5450">
                  <c:v>3550</c:v>
                </c:pt>
                <c:pt idx="5451">
                  <c:v>3550</c:v>
                </c:pt>
                <c:pt idx="5452">
                  <c:v>3550</c:v>
                </c:pt>
                <c:pt idx="5453">
                  <c:v>3550</c:v>
                </c:pt>
                <c:pt idx="5454">
                  <c:v>3550</c:v>
                </c:pt>
                <c:pt idx="5455">
                  <c:v>3550</c:v>
                </c:pt>
                <c:pt idx="5456">
                  <c:v>3550</c:v>
                </c:pt>
                <c:pt idx="5457">
                  <c:v>3550</c:v>
                </c:pt>
                <c:pt idx="5458">
                  <c:v>3550</c:v>
                </c:pt>
                <c:pt idx="5459">
                  <c:v>3550</c:v>
                </c:pt>
                <c:pt idx="5460">
                  <c:v>3550</c:v>
                </c:pt>
                <c:pt idx="5461">
                  <c:v>3550</c:v>
                </c:pt>
                <c:pt idx="5462">
                  <c:v>3550</c:v>
                </c:pt>
                <c:pt idx="5463">
                  <c:v>3550</c:v>
                </c:pt>
                <c:pt idx="5464">
                  <c:v>3550</c:v>
                </c:pt>
                <c:pt idx="5465">
                  <c:v>3550</c:v>
                </c:pt>
                <c:pt idx="5466">
                  <c:v>3550</c:v>
                </c:pt>
                <c:pt idx="5467">
                  <c:v>3550</c:v>
                </c:pt>
                <c:pt idx="5468">
                  <c:v>3550</c:v>
                </c:pt>
                <c:pt idx="5469">
                  <c:v>3550</c:v>
                </c:pt>
                <c:pt idx="5470">
                  <c:v>3550</c:v>
                </c:pt>
                <c:pt idx="5471">
                  <c:v>3550</c:v>
                </c:pt>
                <c:pt idx="5472">
                  <c:v>3550</c:v>
                </c:pt>
                <c:pt idx="5473">
                  <c:v>3550</c:v>
                </c:pt>
                <c:pt idx="5474">
                  <c:v>3550</c:v>
                </c:pt>
                <c:pt idx="5475">
                  <c:v>3550</c:v>
                </c:pt>
                <c:pt idx="5476">
                  <c:v>3550</c:v>
                </c:pt>
                <c:pt idx="5477">
                  <c:v>3550</c:v>
                </c:pt>
                <c:pt idx="5478">
                  <c:v>3550</c:v>
                </c:pt>
                <c:pt idx="5479">
                  <c:v>3550</c:v>
                </c:pt>
                <c:pt idx="5480">
                  <c:v>3550</c:v>
                </c:pt>
                <c:pt idx="5481">
                  <c:v>3550</c:v>
                </c:pt>
                <c:pt idx="5482">
                  <c:v>3550</c:v>
                </c:pt>
                <c:pt idx="5483">
                  <c:v>3550</c:v>
                </c:pt>
                <c:pt idx="5484">
                  <c:v>3550</c:v>
                </c:pt>
                <c:pt idx="5485">
                  <c:v>3550</c:v>
                </c:pt>
                <c:pt idx="5486">
                  <c:v>3550</c:v>
                </c:pt>
                <c:pt idx="5487">
                  <c:v>3525</c:v>
                </c:pt>
                <c:pt idx="5488">
                  <c:v>3525</c:v>
                </c:pt>
                <c:pt idx="5489">
                  <c:v>3525</c:v>
                </c:pt>
                <c:pt idx="5490">
                  <c:v>3525</c:v>
                </c:pt>
                <c:pt idx="5491">
                  <c:v>3525</c:v>
                </c:pt>
                <c:pt idx="5492">
                  <c:v>3525</c:v>
                </c:pt>
                <c:pt idx="5493">
                  <c:v>3525</c:v>
                </c:pt>
                <c:pt idx="5494">
                  <c:v>3525</c:v>
                </c:pt>
                <c:pt idx="5495">
                  <c:v>3525</c:v>
                </c:pt>
                <c:pt idx="5496">
                  <c:v>3525</c:v>
                </c:pt>
                <c:pt idx="5497">
                  <c:v>3525</c:v>
                </c:pt>
                <c:pt idx="5498">
                  <c:v>3525</c:v>
                </c:pt>
                <c:pt idx="5499">
                  <c:v>3525</c:v>
                </c:pt>
                <c:pt idx="5500">
                  <c:v>3525</c:v>
                </c:pt>
                <c:pt idx="5501">
                  <c:v>3525</c:v>
                </c:pt>
                <c:pt idx="5502">
                  <c:v>3525</c:v>
                </c:pt>
                <c:pt idx="5503">
                  <c:v>3525</c:v>
                </c:pt>
                <c:pt idx="5504">
                  <c:v>3525</c:v>
                </c:pt>
                <c:pt idx="5505">
                  <c:v>3525</c:v>
                </c:pt>
                <c:pt idx="5506">
                  <c:v>3525</c:v>
                </c:pt>
                <c:pt idx="5507">
                  <c:v>3525</c:v>
                </c:pt>
                <c:pt idx="5508">
                  <c:v>3525</c:v>
                </c:pt>
                <c:pt idx="5509">
                  <c:v>3525</c:v>
                </c:pt>
                <c:pt idx="5510">
                  <c:v>3525</c:v>
                </c:pt>
                <c:pt idx="5511">
                  <c:v>3525</c:v>
                </c:pt>
                <c:pt idx="5512">
                  <c:v>3525</c:v>
                </c:pt>
                <c:pt idx="5513">
                  <c:v>3525</c:v>
                </c:pt>
                <c:pt idx="5514">
                  <c:v>3525</c:v>
                </c:pt>
                <c:pt idx="5515">
                  <c:v>3525</c:v>
                </c:pt>
                <c:pt idx="5516">
                  <c:v>3525</c:v>
                </c:pt>
                <c:pt idx="5517">
                  <c:v>3525</c:v>
                </c:pt>
                <c:pt idx="5518">
                  <c:v>3525</c:v>
                </c:pt>
                <c:pt idx="5519">
                  <c:v>3525</c:v>
                </c:pt>
                <c:pt idx="5520">
                  <c:v>3525</c:v>
                </c:pt>
                <c:pt idx="5521">
                  <c:v>3525</c:v>
                </c:pt>
                <c:pt idx="5522">
                  <c:v>3525</c:v>
                </c:pt>
                <c:pt idx="5523">
                  <c:v>3525</c:v>
                </c:pt>
                <c:pt idx="5524">
                  <c:v>3525</c:v>
                </c:pt>
                <c:pt idx="5525">
                  <c:v>3525</c:v>
                </c:pt>
                <c:pt idx="5526">
                  <c:v>3525</c:v>
                </c:pt>
                <c:pt idx="5527">
                  <c:v>3525</c:v>
                </c:pt>
                <c:pt idx="5528">
                  <c:v>3525</c:v>
                </c:pt>
                <c:pt idx="5529">
                  <c:v>3525</c:v>
                </c:pt>
                <c:pt idx="5530">
                  <c:v>3525</c:v>
                </c:pt>
                <c:pt idx="5531">
                  <c:v>3525</c:v>
                </c:pt>
                <c:pt idx="5532">
                  <c:v>3525</c:v>
                </c:pt>
                <c:pt idx="5533">
                  <c:v>3525</c:v>
                </c:pt>
                <c:pt idx="5534">
                  <c:v>3525</c:v>
                </c:pt>
                <c:pt idx="5535">
                  <c:v>3525</c:v>
                </c:pt>
                <c:pt idx="5536">
                  <c:v>3525</c:v>
                </c:pt>
                <c:pt idx="5537">
                  <c:v>3525</c:v>
                </c:pt>
                <c:pt idx="5538">
                  <c:v>3525</c:v>
                </c:pt>
                <c:pt idx="5539">
                  <c:v>3525</c:v>
                </c:pt>
                <c:pt idx="5540">
                  <c:v>3525</c:v>
                </c:pt>
                <c:pt idx="5541">
                  <c:v>3525</c:v>
                </c:pt>
                <c:pt idx="5542">
                  <c:v>3525</c:v>
                </c:pt>
                <c:pt idx="5543">
                  <c:v>3525</c:v>
                </c:pt>
                <c:pt idx="5544">
                  <c:v>3525</c:v>
                </c:pt>
                <c:pt idx="5545">
                  <c:v>3525</c:v>
                </c:pt>
                <c:pt idx="5546">
                  <c:v>3525</c:v>
                </c:pt>
                <c:pt idx="5547">
                  <c:v>3525</c:v>
                </c:pt>
                <c:pt idx="5548">
                  <c:v>3525</c:v>
                </c:pt>
                <c:pt idx="5549">
                  <c:v>3525</c:v>
                </c:pt>
                <c:pt idx="5550">
                  <c:v>3570</c:v>
                </c:pt>
                <c:pt idx="5551">
                  <c:v>3570</c:v>
                </c:pt>
                <c:pt idx="5552">
                  <c:v>3570</c:v>
                </c:pt>
                <c:pt idx="5553">
                  <c:v>3570</c:v>
                </c:pt>
                <c:pt idx="5554">
                  <c:v>3570</c:v>
                </c:pt>
                <c:pt idx="5555">
                  <c:v>3570</c:v>
                </c:pt>
                <c:pt idx="5556">
                  <c:v>3570</c:v>
                </c:pt>
                <c:pt idx="5557">
                  <c:v>3570</c:v>
                </c:pt>
                <c:pt idx="5558">
                  <c:v>3570</c:v>
                </c:pt>
                <c:pt idx="5559">
                  <c:v>3570</c:v>
                </c:pt>
                <c:pt idx="5560">
                  <c:v>3570</c:v>
                </c:pt>
                <c:pt idx="5561">
                  <c:v>3570</c:v>
                </c:pt>
                <c:pt idx="5562">
                  <c:v>3570</c:v>
                </c:pt>
                <c:pt idx="5563">
                  <c:v>3570</c:v>
                </c:pt>
                <c:pt idx="5564">
                  <c:v>3570</c:v>
                </c:pt>
                <c:pt idx="5565">
                  <c:v>3570</c:v>
                </c:pt>
                <c:pt idx="5566">
                  <c:v>3570</c:v>
                </c:pt>
                <c:pt idx="5567">
                  <c:v>3570</c:v>
                </c:pt>
                <c:pt idx="5568">
                  <c:v>3570</c:v>
                </c:pt>
                <c:pt idx="5569">
                  <c:v>3570</c:v>
                </c:pt>
                <c:pt idx="5570">
                  <c:v>3570</c:v>
                </c:pt>
                <c:pt idx="5571">
                  <c:v>3570</c:v>
                </c:pt>
                <c:pt idx="5572">
                  <c:v>3570</c:v>
                </c:pt>
                <c:pt idx="5573">
                  <c:v>3570</c:v>
                </c:pt>
                <c:pt idx="5574">
                  <c:v>3570</c:v>
                </c:pt>
                <c:pt idx="5575">
                  <c:v>3570</c:v>
                </c:pt>
                <c:pt idx="5576">
                  <c:v>3570</c:v>
                </c:pt>
                <c:pt idx="5577">
                  <c:v>3570</c:v>
                </c:pt>
                <c:pt idx="5578">
                  <c:v>3570</c:v>
                </c:pt>
                <c:pt idx="5579">
                  <c:v>3570</c:v>
                </c:pt>
                <c:pt idx="5580">
                  <c:v>3570</c:v>
                </c:pt>
                <c:pt idx="5581">
                  <c:v>3570</c:v>
                </c:pt>
                <c:pt idx="5582">
                  <c:v>3570</c:v>
                </c:pt>
                <c:pt idx="5583">
                  <c:v>3570</c:v>
                </c:pt>
                <c:pt idx="5584">
                  <c:v>3570</c:v>
                </c:pt>
                <c:pt idx="5585">
                  <c:v>3570</c:v>
                </c:pt>
                <c:pt idx="5586">
                  <c:v>3570</c:v>
                </c:pt>
                <c:pt idx="5587">
                  <c:v>3570</c:v>
                </c:pt>
                <c:pt idx="5588">
                  <c:v>3570</c:v>
                </c:pt>
                <c:pt idx="5589">
                  <c:v>3570</c:v>
                </c:pt>
                <c:pt idx="5590">
                  <c:v>3570</c:v>
                </c:pt>
                <c:pt idx="5591">
                  <c:v>3570</c:v>
                </c:pt>
                <c:pt idx="5592">
                  <c:v>3570</c:v>
                </c:pt>
                <c:pt idx="5593">
                  <c:v>3570</c:v>
                </c:pt>
                <c:pt idx="5594">
                  <c:v>3570</c:v>
                </c:pt>
                <c:pt idx="5595">
                  <c:v>3570</c:v>
                </c:pt>
                <c:pt idx="5596">
                  <c:v>3570</c:v>
                </c:pt>
                <c:pt idx="5597">
                  <c:v>3570</c:v>
                </c:pt>
                <c:pt idx="5598">
                  <c:v>3570</c:v>
                </c:pt>
                <c:pt idx="5599">
                  <c:v>3570</c:v>
                </c:pt>
                <c:pt idx="5600">
                  <c:v>3570</c:v>
                </c:pt>
                <c:pt idx="5601">
                  <c:v>3570</c:v>
                </c:pt>
                <c:pt idx="5602">
                  <c:v>3570</c:v>
                </c:pt>
                <c:pt idx="5603">
                  <c:v>3570</c:v>
                </c:pt>
                <c:pt idx="5604">
                  <c:v>3570</c:v>
                </c:pt>
                <c:pt idx="5605">
                  <c:v>3570</c:v>
                </c:pt>
                <c:pt idx="5606">
                  <c:v>3570</c:v>
                </c:pt>
                <c:pt idx="5607">
                  <c:v>3570</c:v>
                </c:pt>
                <c:pt idx="5608">
                  <c:v>3570</c:v>
                </c:pt>
                <c:pt idx="5609">
                  <c:v>3570</c:v>
                </c:pt>
                <c:pt idx="5610">
                  <c:v>3570</c:v>
                </c:pt>
                <c:pt idx="5611">
                  <c:v>3570</c:v>
                </c:pt>
                <c:pt idx="5612">
                  <c:v>3570</c:v>
                </c:pt>
                <c:pt idx="5613">
                  <c:v>3570</c:v>
                </c:pt>
                <c:pt idx="5614">
                  <c:v>3570</c:v>
                </c:pt>
                <c:pt idx="5615">
                  <c:v>3570</c:v>
                </c:pt>
                <c:pt idx="5616">
                  <c:v>3570</c:v>
                </c:pt>
                <c:pt idx="5617">
                  <c:v>3570</c:v>
                </c:pt>
                <c:pt idx="5618" formatCode="0_ ">
                  <c:v>3570</c:v>
                </c:pt>
                <c:pt idx="5619" formatCode="0_ ">
                  <c:v>3570</c:v>
                </c:pt>
                <c:pt idx="5620" formatCode="0_ ">
                  <c:v>3570</c:v>
                </c:pt>
                <c:pt idx="5621" formatCode="0_ ">
                  <c:v>3570</c:v>
                </c:pt>
                <c:pt idx="5622" formatCode="0_ ">
                  <c:v>3570</c:v>
                </c:pt>
                <c:pt idx="5623" formatCode="0_ ">
                  <c:v>3570</c:v>
                </c:pt>
                <c:pt idx="5624" formatCode="0_ ">
                  <c:v>3570</c:v>
                </c:pt>
                <c:pt idx="5625" formatCode="0_ ">
                  <c:v>3570</c:v>
                </c:pt>
                <c:pt idx="5626" formatCode="0_ ">
                  <c:v>3570</c:v>
                </c:pt>
                <c:pt idx="5627" formatCode="0_ ">
                  <c:v>3570</c:v>
                </c:pt>
                <c:pt idx="5628" formatCode="0_ ">
                  <c:v>3570</c:v>
                </c:pt>
                <c:pt idx="5629" formatCode="0_ ">
                  <c:v>3570</c:v>
                </c:pt>
                <c:pt idx="5630" formatCode="0_ ">
                  <c:v>3570</c:v>
                </c:pt>
                <c:pt idx="5631" formatCode="0_ ">
                  <c:v>3570</c:v>
                </c:pt>
                <c:pt idx="5632" formatCode="0_ ">
                  <c:v>3570</c:v>
                </c:pt>
                <c:pt idx="5633" formatCode="0_ ">
                  <c:v>3570</c:v>
                </c:pt>
                <c:pt idx="5634" formatCode="0_ ">
                  <c:v>3570</c:v>
                </c:pt>
                <c:pt idx="5635" formatCode="0_ ">
                  <c:v>3570</c:v>
                </c:pt>
                <c:pt idx="5636" formatCode="0_ ">
                  <c:v>3570</c:v>
                </c:pt>
                <c:pt idx="5637" formatCode="0_ ">
                  <c:v>3570</c:v>
                </c:pt>
                <c:pt idx="5638" formatCode="0_ ">
                  <c:v>3570</c:v>
                </c:pt>
                <c:pt idx="5639" formatCode="0_ ">
                  <c:v>3570</c:v>
                </c:pt>
                <c:pt idx="5640" formatCode="0_ ">
                  <c:v>3570</c:v>
                </c:pt>
                <c:pt idx="5641" formatCode="0_ ">
                  <c:v>3570</c:v>
                </c:pt>
                <c:pt idx="5642" formatCode="0_ ">
                  <c:v>3570</c:v>
                </c:pt>
                <c:pt idx="5643" formatCode="0_ ">
                  <c:v>3570</c:v>
                </c:pt>
                <c:pt idx="5644" formatCode="0_ ">
                  <c:v>3570</c:v>
                </c:pt>
                <c:pt idx="5645" formatCode="0_ ">
                  <c:v>3570</c:v>
                </c:pt>
                <c:pt idx="5646" formatCode="0_ ">
                  <c:v>3570</c:v>
                </c:pt>
                <c:pt idx="5647" formatCode="0_ ">
                  <c:v>3570</c:v>
                </c:pt>
                <c:pt idx="5648" formatCode="0_ ">
                  <c:v>3570</c:v>
                </c:pt>
                <c:pt idx="5649" formatCode="0_ ">
                  <c:v>3570</c:v>
                </c:pt>
                <c:pt idx="5650" formatCode="0_ ">
                  <c:v>3570</c:v>
                </c:pt>
                <c:pt idx="5651" formatCode="0_ ">
                  <c:v>3570</c:v>
                </c:pt>
                <c:pt idx="5652" formatCode="0_ ">
                  <c:v>3570</c:v>
                </c:pt>
                <c:pt idx="5653" formatCode="0_ ">
                  <c:v>3750</c:v>
                </c:pt>
                <c:pt idx="5654" formatCode="0_ ">
                  <c:v>3750</c:v>
                </c:pt>
                <c:pt idx="5655" formatCode="0_ ">
                  <c:v>3750</c:v>
                </c:pt>
                <c:pt idx="5656" formatCode="0_ ">
                  <c:v>3750</c:v>
                </c:pt>
                <c:pt idx="5657" formatCode="0_ ">
                  <c:v>3750</c:v>
                </c:pt>
                <c:pt idx="5658" formatCode="0_ ">
                  <c:v>3750</c:v>
                </c:pt>
                <c:pt idx="5659" formatCode="0_ ">
                  <c:v>3750</c:v>
                </c:pt>
                <c:pt idx="5660" formatCode="0_ ">
                  <c:v>3750</c:v>
                </c:pt>
                <c:pt idx="5661" formatCode="0_ ">
                  <c:v>3750</c:v>
                </c:pt>
                <c:pt idx="5662" formatCode="0_ ">
                  <c:v>3750</c:v>
                </c:pt>
                <c:pt idx="5663" formatCode="0_ ">
                  <c:v>3750</c:v>
                </c:pt>
                <c:pt idx="5664" formatCode="0_ ">
                  <c:v>3900</c:v>
                </c:pt>
                <c:pt idx="5665" formatCode="0_ ">
                  <c:v>3900</c:v>
                </c:pt>
                <c:pt idx="5666" formatCode="0_ ">
                  <c:v>3900</c:v>
                </c:pt>
                <c:pt idx="5667" formatCode="0_ ">
                  <c:v>3900</c:v>
                </c:pt>
                <c:pt idx="5668" formatCode="0_ ">
                  <c:v>3900</c:v>
                </c:pt>
                <c:pt idx="5669" formatCode="0_ ">
                  <c:v>3900</c:v>
                </c:pt>
                <c:pt idx="5670" formatCode="0_ ">
                  <c:v>3900</c:v>
                </c:pt>
                <c:pt idx="5671" formatCode="0_ ">
                  <c:v>3900</c:v>
                </c:pt>
                <c:pt idx="5672" formatCode="0_ ">
                  <c:v>3900</c:v>
                </c:pt>
                <c:pt idx="5673" formatCode="0_ ">
                  <c:v>3900</c:v>
                </c:pt>
                <c:pt idx="5674" formatCode="0_ ">
                  <c:v>3900</c:v>
                </c:pt>
                <c:pt idx="5675" formatCode="0_ ">
                  <c:v>3900</c:v>
                </c:pt>
                <c:pt idx="5676" formatCode="0_ ">
                  <c:v>3950</c:v>
                </c:pt>
                <c:pt idx="5677" formatCode="0_ ">
                  <c:v>3950</c:v>
                </c:pt>
                <c:pt idx="5678" formatCode="0_ ">
                  <c:v>4100</c:v>
                </c:pt>
                <c:pt idx="5679" formatCode="0_ ">
                  <c:v>4100</c:v>
                </c:pt>
                <c:pt idx="5680" formatCode="0_ ">
                  <c:v>4100</c:v>
                </c:pt>
                <c:pt idx="5681" formatCode="0_ ">
                  <c:v>4100</c:v>
                </c:pt>
                <c:pt idx="5682" formatCode="0_ ">
                  <c:v>4100</c:v>
                </c:pt>
                <c:pt idx="5683" formatCode="0_ ">
                  <c:v>4100</c:v>
                </c:pt>
                <c:pt idx="5684" formatCode="0_ ">
                  <c:v>4100</c:v>
                </c:pt>
                <c:pt idx="5685" formatCode="0_ ">
                  <c:v>4100</c:v>
                </c:pt>
                <c:pt idx="5686" formatCode="0_ ">
                  <c:v>4100</c:v>
                </c:pt>
                <c:pt idx="5687" formatCode="0_ ">
                  <c:v>4100</c:v>
                </c:pt>
                <c:pt idx="5688" formatCode="0_ ">
                  <c:v>4100</c:v>
                </c:pt>
                <c:pt idx="5689" formatCode="0_ ">
                  <c:v>4100</c:v>
                </c:pt>
                <c:pt idx="5690" formatCode="0_ ">
                  <c:v>4100</c:v>
                </c:pt>
                <c:pt idx="5691" formatCode="0_ ">
                  <c:v>4100</c:v>
                </c:pt>
                <c:pt idx="5692" formatCode="0_ ">
                  <c:v>4100</c:v>
                </c:pt>
                <c:pt idx="5693" formatCode="0_ ">
                  <c:v>4100</c:v>
                </c:pt>
                <c:pt idx="5694" formatCode="0_ ">
                  <c:v>4100</c:v>
                </c:pt>
                <c:pt idx="5695" formatCode="0_ ">
                  <c:v>4100</c:v>
                </c:pt>
                <c:pt idx="5696" formatCode="0_ ">
                  <c:v>4300</c:v>
                </c:pt>
                <c:pt idx="5697" formatCode="0_ ">
                  <c:v>4300</c:v>
                </c:pt>
                <c:pt idx="5698" formatCode="0_ ">
                  <c:v>4300</c:v>
                </c:pt>
                <c:pt idx="5699" formatCode="0_ ">
                  <c:v>4300</c:v>
                </c:pt>
                <c:pt idx="5700" formatCode="0_ ">
                  <c:v>4300</c:v>
                </c:pt>
                <c:pt idx="5701" formatCode="0_ ">
                  <c:v>4300</c:v>
                </c:pt>
                <c:pt idx="5702" formatCode="0_ ">
                  <c:v>4300</c:v>
                </c:pt>
                <c:pt idx="5703" formatCode="0_ ">
                  <c:v>4300</c:v>
                </c:pt>
                <c:pt idx="5704" formatCode="0_ ">
                  <c:v>4300</c:v>
                </c:pt>
                <c:pt idx="5705" formatCode="0_ ">
                  <c:v>4800</c:v>
                </c:pt>
                <c:pt idx="5706" formatCode="0_ ">
                  <c:v>4800</c:v>
                </c:pt>
                <c:pt idx="5707" formatCode="0_ ">
                  <c:v>4800</c:v>
                </c:pt>
                <c:pt idx="5708" formatCode="0_ ">
                  <c:v>4800</c:v>
                </c:pt>
                <c:pt idx="5709" formatCode="General">
                  <c:v>4800</c:v>
                </c:pt>
                <c:pt idx="5710" formatCode="General">
                  <c:v>4800</c:v>
                </c:pt>
                <c:pt idx="5711" formatCode="General">
                  <c:v>4800</c:v>
                </c:pt>
                <c:pt idx="5712" formatCode="General">
                  <c:v>4800</c:v>
                </c:pt>
                <c:pt idx="5713" formatCode="General">
                  <c:v>4800</c:v>
                </c:pt>
                <c:pt idx="5714" formatCode="General">
                  <c:v>4800</c:v>
                </c:pt>
                <c:pt idx="5715" formatCode="General">
                  <c:v>4800</c:v>
                </c:pt>
                <c:pt idx="5716" formatCode="General">
                  <c:v>4800</c:v>
                </c:pt>
                <c:pt idx="5717" formatCode="General">
                  <c:v>4800</c:v>
                </c:pt>
                <c:pt idx="5718" formatCode="General">
                  <c:v>4800</c:v>
                </c:pt>
                <c:pt idx="5719" formatCode="General">
                  <c:v>4800</c:v>
                </c:pt>
                <c:pt idx="5720" formatCode="General">
                  <c:v>4800</c:v>
                </c:pt>
                <c:pt idx="5721" formatCode="General">
                  <c:v>4800</c:v>
                </c:pt>
                <c:pt idx="5722" formatCode="General">
                  <c:v>4800</c:v>
                </c:pt>
                <c:pt idx="5723" formatCode="General">
                  <c:v>4800</c:v>
                </c:pt>
                <c:pt idx="5724" formatCode="General">
                  <c:v>4800</c:v>
                </c:pt>
                <c:pt idx="5725" formatCode="General">
                  <c:v>4800</c:v>
                </c:pt>
                <c:pt idx="5726" formatCode="General">
                  <c:v>4800</c:v>
                </c:pt>
                <c:pt idx="5727" formatCode="General">
                  <c:v>4800</c:v>
                </c:pt>
                <c:pt idx="5728" formatCode="General">
                  <c:v>4800</c:v>
                </c:pt>
                <c:pt idx="5729" formatCode="General">
                  <c:v>4800</c:v>
                </c:pt>
                <c:pt idx="5730" formatCode="General">
                  <c:v>4800</c:v>
                </c:pt>
                <c:pt idx="5731" formatCode="General">
                  <c:v>4800</c:v>
                </c:pt>
                <c:pt idx="5732" formatCode="General">
                  <c:v>4800</c:v>
                </c:pt>
                <c:pt idx="5733" formatCode="General">
                  <c:v>4800</c:v>
                </c:pt>
                <c:pt idx="5734" formatCode="General">
                  <c:v>4600</c:v>
                </c:pt>
                <c:pt idx="5735" formatCode="General">
                  <c:v>4600</c:v>
                </c:pt>
                <c:pt idx="5736" formatCode="General">
                  <c:v>4600</c:v>
                </c:pt>
                <c:pt idx="5737" formatCode="General">
                  <c:v>4600</c:v>
                </c:pt>
                <c:pt idx="5738" formatCode="General">
                  <c:v>4600</c:v>
                </c:pt>
                <c:pt idx="5739" formatCode="General">
                  <c:v>4600</c:v>
                </c:pt>
                <c:pt idx="5740" formatCode="General">
                  <c:v>4600</c:v>
                </c:pt>
                <c:pt idx="5741" formatCode="General">
                  <c:v>4600</c:v>
                </c:pt>
                <c:pt idx="5742" formatCode="General">
                  <c:v>4600</c:v>
                </c:pt>
                <c:pt idx="5743" formatCode="General">
                  <c:v>4600</c:v>
                </c:pt>
                <c:pt idx="5744" formatCode="General">
                  <c:v>4600</c:v>
                </c:pt>
                <c:pt idx="5745" formatCode="General">
                  <c:v>4600</c:v>
                </c:pt>
                <c:pt idx="5746" formatCode="General">
                  <c:v>4600</c:v>
                </c:pt>
                <c:pt idx="5747" formatCode="General">
                  <c:v>4600</c:v>
                </c:pt>
                <c:pt idx="5748" formatCode="General">
                  <c:v>4600</c:v>
                </c:pt>
                <c:pt idx="5749" formatCode="General">
                  <c:v>4600</c:v>
                </c:pt>
                <c:pt idx="5750" formatCode="General">
                  <c:v>4600</c:v>
                </c:pt>
                <c:pt idx="5751" formatCode="General">
                  <c:v>4600</c:v>
                </c:pt>
                <c:pt idx="5752" formatCode="General">
                  <c:v>4100</c:v>
                </c:pt>
                <c:pt idx="5753" formatCode="General">
                  <c:v>4100</c:v>
                </c:pt>
                <c:pt idx="5754" formatCode="General">
                  <c:v>4100</c:v>
                </c:pt>
                <c:pt idx="5755" formatCode="General">
                  <c:v>4100</c:v>
                </c:pt>
                <c:pt idx="5756" formatCode="General">
                  <c:v>4100</c:v>
                </c:pt>
                <c:pt idx="5757" formatCode="General">
                  <c:v>4100</c:v>
                </c:pt>
                <c:pt idx="5758" formatCode="General">
                  <c:v>4075</c:v>
                </c:pt>
                <c:pt idx="5759" formatCode="General">
                  <c:v>4075</c:v>
                </c:pt>
                <c:pt idx="5760" formatCode="General">
                  <c:v>4075</c:v>
                </c:pt>
                <c:pt idx="5761" formatCode="General">
                  <c:v>4075</c:v>
                </c:pt>
                <c:pt idx="5762" formatCode="General">
                  <c:v>4075</c:v>
                </c:pt>
                <c:pt idx="5763" formatCode="General">
                  <c:v>4075</c:v>
                </c:pt>
                <c:pt idx="5764" formatCode="General">
                  <c:v>4075</c:v>
                </c:pt>
                <c:pt idx="5765" formatCode="General">
                  <c:v>4075</c:v>
                </c:pt>
                <c:pt idx="5766" formatCode="General">
                  <c:v>4075</c:v>
                </c:pt>
                <c:pt idx="5767" formatCode="General">
                  <c:v>4075</c:v>
                </c:pt>
                <c:pt idx="5768" formatCode="General">
                  <c:v>4075</c:v>
                </c:pt>
                <c:pt idx="5769" formatCode="General">
                  <c:v>4075</c:v>
                </c:pt>
                <c:pt idx="5770" formatCode="General">
                  <c:v>4075</c:v>
                </c:pt>
                <c:pt idx="5771" formatCode="General">
                  <c:v>4075</c:v>
                </c:pt>
                <c:pt idx="5772" formatCode="General">
                  <c:v>4075</c:v>
                </c:pt>
                <c:pt idx="5773" formatCode="General">
                  <c:v>4075</c:v>
                </c:pt>
                <c:pt idx="5774" formatCode="General">
                  <c:v>3900</c:v>
                </c:pt>
                <c:pt idx="5775" formatCode="General">
                  <c:v>3900</c:v>
                </c:pt>
                <c:pt idx="5776" formatCode="General">
                  <c:v>3900</c:v>
                </c:pt>
                <c:pt idx="5777" formatCode="General">
                  <c:v>3900</c:v>
                </c:pt>
                <c:pt idx="5778" formatCode="General">
                  <c:v>3900</c:v>
                </c:pt>
                <c:pt idx="5779" formatCode="General">
                  <c:v>3800</c:v>
                </c:pt>
                <c:pt idx="5780" formatCode="General">
                  <c:v>3800</c:v>
                </c:pt>
                <c:pt idx="5781" formatCode="General">
                  <c:v>3800</c:v>
                </c:pt>
                <c:pt idx="5782" formatCode="General">
                  <c:v>3800</c:v>
                </c:pt>
                <c:pt idx="5783" formatCode="General">
                  <c:v>3800</c:v>
                </c:pt>
                <c:pt idx="5784" formatCode="General">
                  <c:v>3800</c:v>
                </c:pt>
                <c:pt idx="5785" formatCode="General">
                  <c:v>3800</c:v>
                </c:pt>
                <c:pt idx="5786" formatCode="General">
                  <c:v>3800</c:v>
                </c:pt>
                <c:pt idx="5787" formatCode="General">
                  <c:v>3800</c:v>
                </c:pt>
                <c:pt idx="5788" formatCode="General">
                  <c:v>3800</c:v>
                </c:pt>
                <c:pt idx="5789" formatCode="General">
                  <c:v>3800</c:v>
                </c:pt>
                <c:pt idx="5790" formatCode="General">
                  <c:v>3800</c:v>
                </c:pt>
                <c:pt idx="5791" formatCode="General">
                  <c:v>3800</c:v>
                </c:pt>
                <c:pt idx="5792" formatCode="General">
                  <c:v>3800</c:v>
                </c:pt>
                <c:pt idx="5793" formatCode="General">
                  <c:v>3800</c:v>
                </c:pt>
                <c:pt idx="5794" formatCode="General">
                  <c:v>3550</c:v>
                </c:pt>
                <c:pt idx="5795" formatCode="General">
                  <c:v>3550</c:v>
                </c:pt>
                <c:pt idx="5796" formatCode="General">
                  <c:v>3550</c:v>
                </c:pt>
                <c:pt idx="5797" formatCode="General">
                  <c:v>3550</c:v>
                </c:pt>
                <c:pt idx="5798" formatCode="General">
                  <c:v>3550</c:v>
                </c:pt>
                <c:pt idx="5799" formatCode="General">
                  <c:v>3550</c:v>
                </c:pt>
                <c:pt idx="5800" formatCode="General">
                  <c:v>3550</c:v>
                </c:pt>
                <c:pt idx="5801" formatCode="General">
                  <c:v>3550</c:v>
                </c:pt>
                <c:pt idx="5802" formatCode="General">
                  <c:v>3550</c:v>
                </c:pt>
                <c:pt idx="5803" formatCode="General">
                  <c:v>3475</c:v>
                </c:pt>
                <c:pt idx="5804" formatCode="General">
                  <c:v>3475</c:v>
                </c:pt>
                <c:pt idx="5805" formatCode="General">
                  <c:v>3475</c:v>
                </c:pt>
                <c:pt idx="5806" formatCode="General">
                  <c:v>3475</c:v>
                </c:pt>
                <c:pt idx="5807" formatCode="General">
                  <c:v>3475</c:v>
                </c:pt>
                <c:pt idx="5808" formatCode="General">
                  <c:v>3475</c:v>
                </c:pt>
                <c:pt idx="5809" formatCode="General">
                  <c:v>3475</c:v>
                </c:pt>
                <c:pt idx="5810" formatCode="General">
                  <c:v>3475</c:v>
                </c:pt>
                <c:pt idx="5811" formatCode="General">
                  <c:v>3475</c:v>
                </c:pt>
                <c:pt idx="5812" formatCode="General">
                  <c:v>3475</c:v>
                </c:pt>
                <c:pt idx="5813" formatCode="General">
                  <c:v>3475</c:v>
                </c:pt>
                <c:pt idx="5814" formatCode="General">
                  <c:v>3475</c:v>
                </c:pt>
                <c:pt idx="5815" formatCode="General">
                  <c:v>3475</c:v>
                </c:pt>
                <c:pt idx="5816" formatCode="General">
                  <c:v>3475</c:v>
                </c:pt>
                <c:pt idx="5817" formatCode="General">
                  <c:v>3475</c:v>
                </c:pt>
                <c:pt idx="5818" formatCode="General">
                  <c:v>3475</c:v>
                </c:pt>
                <c:pt idx="5819" formatCode="General">
                  <c:v>3475</c:v>
                </c:pt>
                <c:pt idx="5820" formatCode="General">
                  <c:v>3475</c:v>
                </c:pt>
                <c:pt idx="5821" formatCode="General">
                  <c:v>3475</c:v>
                </c:pt>
                <c:pt idx="5822" formatCode="General">
                  <c:v>3475</c:v>
                </c:pt>
                <c:pt idx="5823" formatCode="General">
                  <c:v>3475</c:v>
                </c:pt>
                <c:pt idx="5824" formatCode="General">
                  <c:v>3475</c:v>
                </c:pt>
                <c:pt idx="5825" formatCode="General">
                  <c:v>3475</c:v>
                </c:pt>
                <c:pt idx="5826" formatCode="General">
                  <c:v>3475</c:v>
                </c:pt>
                <c:pt idx="5827" formatCode="General">
                  <c:v>3475</c:v>
                </c:pt>
                <c:pt idx="5828" formatCode="General">
                  <c:v>3475</c:v>
                </c:pt>
                <c:pt idx="5829" formatCode="General">
                  <c:v>3475</c:v>
                </c:pt>
                <c:pt idx="5830" formatCode="General">
                  <c:v>3475</c:v>
                </c:pt>
                <c:pt idx="5831" formatCode="General">
                  <c:v>3475</c:v>
                </c:pt>
                <c:pt idx="5832" formatCode="General">
                  <c:v>3475</c:v>
                </c:pt>
                <c:pt idx="5833" formatCode="General">
                  <c:v>3475</c:v>
                </c:pt>
                <c:pt idx="5834" formatCode="General">
                  <c:v>3475</c:v>
                </c:pt>
                <c:pt idx="5835" formatCode="General">
                  <c:v>3475</c:v>
                </c:pt>
                <c:pt idx="5836" formatCode="General">
                  <c:v>3475</c:v>
                </c:pt>
                <c:pt idx="5837" formatCode="General">
                  <c:v>3475</c:v>
                </c:pt>
                <c:pt idx="5838" formatCode="General">
                  <c:v>3475</c:v>
                </c:pt>
                <c:pt idx="5839" formatCode="General">
                  <c:v>3475</c:v>
                </c:pt>
                <c:pt idx="5840" formatCode="General">
                  <c:v>3475</c:v>
                </c:pt>
                <c:pt idx="5841" formatCode="General">
                  <c:v>3475</c:v>
                </c:pt>
                <c:pt idx="5842" formatCode="General">
                  <c:v>3475</c:v>
                </c:pt>
                <c:pt idx="5843" formatCode="General">
                  <c:v>3475</c:v>
                </c:pt>
                <c:pt idx="5844" formatCode="General">
                  <c:v>3475</c:v>
                </c:pt>
                <c:pt idx="5845" formatCode="General">
                  <c:v>3475</c:v>
                </c:pt>
                <c:pt idx="5846" formatCode="General">
                  <c:v>3475</c:v>
                </c:pt>
                <c:pt idx="5847" formatCode="General">
                  <c:v>3475</c:v>
                </c:pt>
                <c:pt idx="5848" formatCode="General">
                  <c:v>3475</c:v>
                </c:pt>
                <c:pt idx="5849" formatCode="General">
                  <c:v>3475</c:v>
                </c:pt>
                <c:pt idx="5850" formatCode="General">
                  <c:v>3475</c:v>
                </c:pt>
                <c:pt idx="5851" formatCode="General">
                  <c:v>3475</c:v>
                </c:pt>
                <c:pt idx="5852" formatCode="General">
                  <c:v>3475</c:v>
                </c:pt>
                <c:pt idx="5853" formatCode="General">
                  <c:v>3475</c:v>
                </c:pt>
                <c:pt idx="5854" formatCode="General">
                  <c:v>3475</c:v>
                </c:pt>
                <c:pt idx="5855" formatCode="General">
                  <c:v>3475</c:v>
                </c:pt>
                <c:pt idx="5856" formatCode="General">
                  <c:v>3475</c:v>
                </c:pt>
                <c:pt idx="5857" formatCode="General">
                  <c:v>3475</c:v>
                </c:pt>
                <c:pt idx="5858" formatCode="General">
                  <c:v>3475</c:v>
                </c:pt>
                <c:pt idx="5859" formatCode="General">
                  <c:v>3475</c:v>
                </c:pt>
                <c:pt idx="5860" formatCode="General">
                  <c:v>3475</c:v>
                </c:pt>
                <c:pt idx="5861" formatCode="General">
                  <c:v>3475</c:v>
                </c:pt>
                <c:pt idx="5862" formatCode="General">
                  <c:v>3475</c:v>
                </c:pt>
                <c:pt idx="5863" formatCode="General">
                  <c:v>3475</c:v>
                </c:pt>
                <c:pt idx="5864" formatCode="General">
                  <c:v>3525</c:v>
                </c:pt>
                <c:pt idx="5865" formatCode="General">
                  <c:v>3525</c:v>
                </c:pt>
                <c:pt idx="5866" formatCode="General">
                  <c:v>3575</c:v>
                </c:pt>
                <c:pt idx="5867" formatCode="General">
                  <c:v>3575</c:v>
                </c:pt>
                <c:pt idx="5868" formatCode="General">
                  <c:v>3575</c:v>
                </c:pt>
                <c:pt idx="5869" formatCode="General">
                  <c:v>3575</c:v>
                </c:pt>
                <c:pt idx="5870" formatCode="General">
                  <c:v>3575</c:v>
                </c:pt>
                <c:pt idx="5871" formatCode="General">
                  <c:v>3575</c:v>
                </c:pt>
                <c:pt idx="5872" formatCode="General">
                  <c:v>3650</c:v>
                </c:pt>
                <c:pt idx="5873" formatCode="General">
                  <c:v>3650</c:v>
                </c:pt>
                <c:pt idx="5874" formatCode="General">
                  <c:v>3675</c:v>
                </c:pt>
                <c:pt idx="5875" formatCode="General">
                  <c:v>3675</c:v>
                </c:pt>
                <c:pt idx="5876" formatCode="General">
                  <c:v>3675</c:v>
                </c:pt>
                <c:pt idx="5877" formatCode="General">
                  <c:v>3675</c:v>
                </c:pt>
                <c:pt idx="5878" formatCode="General">
                  <c:v>3675</c:v>
                </c:pt>
                <c:pt idx="5879" formatCode="General">
                  <c:v>3675</c:v>
                </c:pt>
                <c:pt idx="5880" formatCode="General">
                  <c:v>3675</c:v>
                </c:pt>
                <c:pt idx="5881" formatCode="General">
                  <c:v>3675</c:v>
                </c:pt>
                <c:pt idx="5882" formatCode="General">
                  <c:v>3675</c:v>
                </c:pt>
                <c:pt idx="5883" formatCode="General">
                  <c:v>3675</c:v>
                </c:pt>
                <c:pt idx="5884" formatCode="General">
                  <c:v>3675</c:v>
                </c:pt>
                <c:pt idx="5885" formatCode="General">
                  <c:v>3675</c:v>
                </c:pt>
                <c:pt idx="5886" formatCode="General">
                  <c:v>3675</c:v>
                </c:pt>
                <c:pt idx="5887" formatCode="General">
                  <c:v>3675</c:v>
                </c:pt>
                <c:pt idx="5888" formatCode="General">
                  <c:v>3675</c:v>
                </c:pt>
                <c:pt idx="5889" formatCode="General">
                  <c:v>3675</c:v>
                </c:pt>
                <c:pt idx="5890" formatCode="General">
                  <c:v>3675</c:v>
                </c:pt>
                <c:pt idx="5891" formatCode="General">
                  <c:v>3675</c:v>
                </c:pt>
                <c:pt idx="5892" formatCode="General">
                  <c:v>3675</c:v>
                </c:pt>
                <c:pt idx="5893" formatCode="General">
                  <c:v>3675</c:v>
                </c:pt>
                <c:pt idx="5894" formatCode="General">
                  <c:v>3675</c:v>
                </c:pt>
                <c:pt idx="5895" formatCode="General">
                  <c:v>3675</c:v>
                </c:pt>
                <c:pt idx="5896" formatCode="General">
                  <c:v>3675</c:v>
                </c:pt>
                <c:pt idx="5897" formatCode="General">
                  <c:v>3675</c:v>
                </c:pt>
                <c:pt idx="5898" formatCode="General">
                  <c:v>3675</c:v>
                </c:pt>
                <c:pt idx="5899" formatCode="General">
                  <c:v>3675</c:v>
                </c:pt>
                <c:pt idx="5900" formatCode="General">
                  <c:v>3675</c:v>
                </c:pt>
                <c:pt idx="5901" formatCode="General">
                  <c:v>3675</c:v>
                </c:pt>
                <c:pt idx="5902" formatCode="General">
                  <c:v>3675</c:v>
                </c:pt>
                <c:pt idx="5903" formatCode="General">
                  <c:v>3675</c:v>
                </c:pt>
                <c:pt idx="5904" formatCode="General">
                  <c:v>3675</c:v>
                </c:pt>
                <c:pt idx="5905" formatCode="General">
                  <c:v>3675</c:v>
                </c:pt>
                <c:pt idx="5906" formatCode="General">
                  <c:v>3675</c:v>
                </c:pt>
                <c:pt idx="5907" formatCode="General">
                  <c:v>3675</c:v>
                </c:pt>
                <c:pt idx="5908" formatCode="General">
                  <c:v>3675</c:v>
                </c:pt>
                <c:pt idx="5909" formatCode="General">
                  <c:v>3675</c:v>
                </c:pt>
                <c:pt idx="5910" formatCode="General">
                  <c:v>3675</c:v>
                </c:pt>
                <c:pt idx="5911" formatCode="General">
                  <c:v>3675</c:v>
                </c:pt>
                <c:pt idx="5912" formatCode="General">
                  <c:v>3775</c:v>
                </c:pt>
                <c:pt idx="5913" formatCode="General">
                  <c:v>3775</c:v>
                </c:pt>
                <c:pt idx="5914" formatCode="General">
                  <c:v>3775</c:v>
                </c:pt>
                <c:pt idx="5915" formatCode="General">
                  <c:v>3775</c:v>
                </c:pt>
                <c:pt idx="5916" formatCode="General">
                  <c:v>3775</c:v>
                </c:pt>
                <c:pt idx="5917" formatCode="General">
                  <c:v>3775</c:v>
                </c:pt>
                <c:pt idx="5918" formatCode="General">
                  <c:v>3775</c:v>
                </c:pt>
                <c:pt idx="5919" formatCode="General">
                  <c:v>3775</c:v>
                </c:pt>
                <c:pt idx="5920" formatCode="General">
                  <c:v>3775</c:v>
                </c:pt>
                <c:pt idx="5921" formatCode="General">
                  <c:v>3775</c:v>
                </c:pt>
                <c:pt idx="5922" formatCode="General">
                  <c:v>3775</c:v>
                </c:pt>
                <c:pt idx="5923" formatCode="General">
                  <c:v>3775</c:v>
                </c:pt>
                <c:pt idx="5924" formatCode="General">
                  <c:v>3775</c:v>
                </c:pt>
                <c:pt idx="5925" formatCode="General">
                  <c:v>3775</c:v>
                </c:pt>
                <c:pt idx="5926" formatCode="General">
                  <c:v>3775</c:v>
                </c:pt>
                <c:pt idx="5927" formatCode="General">
                  <c:v>3775</c:v>
                </c:pt>
                <c:pt idx="5928" formatCode="General">
                  <c:v>3775</c:v>
                </c:pt>
                <c:pt idx="5929" formatCode="General">
                  <c:v>3775</c:v>
                </c:pt>
                <c:pt idx="5930" formatCode="General">
                  <c:v>3775</c:v>
                </c:pt>
                <c:pt idx="5931" formatCode="General">
                  <c:v>3775</c:v>
                </c:pt>
                <c:pt idx="5932" formatCode="General">
                  <c:v>3775</c:v>
                </c:pt>
                <c:pt idx="5933" formatCode="General">
                  <c:v>3775</c:v>
                </c:pt>
                <c:pt idx="5934" formatCode="General">
                  <c:v>3775</c:v>
                </c:pt>
                <c:pt idx="5935" formatCode="General">
                  <c:v>3775</c:v>
                </c:pt>
                <c:pt idx="5936" formatCode="General">
                  <c:v>3775</c:v>
                </c:pt>
                <c:pt idx="5937" formatCode="General">
                  <c:v>3775</c:v>
                </c:pt>
                <c:pt idx="5938" formatCode="General">
                  <c:v>3775</c:v>
                </c:pt>
                <c:pt idx="5939" formatCode="General">
                  <c:v>3775</c:v>
                </c:pt>
                <c:pt idx="5940" formatCode="General">
                  <c:v>3775</c:v>
                </c:pt>
                <c:pt idx="5941" formatCode="General">
                  <c:v>3775</c:v>
                </c:pt>
                <c:pt idx="5942" formatCode="General">
                  <c:v>3800</c:v>
                </c:pt>
                <c:pt idx="5943" formatCode="General">
                  <c:v>3800</c:v>
                </c:pt>
                <c:pt idx="5944" formatCode="General">
                  <c:v>3800</c:v>
                </c:pt>
                <c:pt idx="5945" formatCode="General">
                  <c:v>3800</c:v>
                </c:pt>
                <c:pt idx="5946" formatCode="General">
                  <c:v>3800</c:v>
                </c:pt>
                <c:pt idx="5947" formatCode="General">
                  <c:v>3800</c:v>
                </c:pt>
                <c:pt idx="5948" formatCode="General">
                  <c:v>3800</c:v>
                </c:pt>
                <c:pt idx="5949" formatCode="General">
                  <c:v>3800</c:v>
                </c:pt>
                <c:pt idx="5950" formatCode="General">
                  <c:v>3800</c:v>
                </c:pt>
                <c:pt idx="5951" formatCode="General">
                  <c:v>3800</c:v>
                </c:pt>
                <c:pt idx="5952" formatCode="General">
                  <c:v>3800</c:v>
                </c:pt>
                <c:pt idx="5953" formatCode="General">
                  <c:v>3800</c:v>
                </c:pt>
                <c:pt idx="5954" formatCode="General">
                  <c:v>3800</c:v>
                </c:pt>
                <c:pt idx="5955" formatCode="General">
                  <c:v>3800</c:v>
                </c:pt>
                <c:pt idx="5956" formatCode="General">
                  <c:v>3800</c:v>
                </c:pt>
                <c:pt idx="5957" formatCode="General">
                  <c:v>3800</c:v>
                </c:pt>
                <c:pt idx="5958" formatCode="General">
                  <c:v>3800</c:v>
                </c:pt>
                <c:pt idx="5959" formatCode="General">
                  <c:v>3800</c:v>
                </c:pt>
                <c:pt idx="5960" formatCode="General">
                  <c:v>3800</c:v>
                </c:pt>
                <c:pt idx="5961" formatCode="General">
                  <c:v>3800</c:v>
                </c:pt>
                <c:pt idx="5962" formatCode="General">
                  <c:v>3800</c:v>
                </c:pt>
                <c:pt idx="5963" formatCode="General">
                  <c:v>3800</c:v>
                </c:pt>
                <c:pt idx="5964" formatCode="General">
                  <c:v>3800</c:v>
                </c:pt>
                <c:pt idx="5965" formatCode="General">
                  <c:v>3800</c:v>
                </c:pt>
                <c:pt idx="5966" formatCode="General">
                  <c:v>3800</c:v>
                </c:pt>
                <c:pt idx="5967" formatCode="General">
                  <c:v>3800</c:v>
                </c:pt>
                <c:pt idx="5968" formatCode="General">
                  <c:v>3815</c:v>
                </c:pt>
                <c:pt idx="5969" formatCode="General">
                  <c:v>3815</c:v>
                </c:pt>
                <c:pt idx="5970" formatCode="General">
                  <c:v>3815</c:v>
                </c:pt>
                <c:pt idx="5971" formatCode="General">
                  <c:v>3815</c:v>
                </c:pt>
                <c:pt idx="5972" formatCode="General">
                  <c:v>3815</c:v>
                </c:pt>
                <c:pt idx="5973" formatCode="General">
                  <c:v>3815</c:v>
                </c:pt>
                <c:pt idx="5974" formatCode="General">
                  <c:v>3815</c:v>
                </c:pt>
                <c:pt idx="5975" formatCode="General">
                  <c:v>3815</c:v>
                </c:pt>
                <c:pt idx="5976" formatCode="General">
                  <c:v>3815</c:v>
                </c:pt>
                <c:pt idx="5977" formatCode="General">
                  <c:v>3815</c:v>
                </c:pt>
                <c:pt idx="5978" formatCode="General">
                  <c:v>3815</c:v>
                </c:pt>
                <c:pt idx="5979" formatCode="General">
                  <c:v>3830</c:v>
                </c:pt>
                <c:pt idx="5980" formatCode="General">
                  <c:v>3830</c:v>
                </c:pt>
                <c:pt idx="5981" formatCode="General">
                  <c:v>3830</c:v>
                </c:pt>
                <c:pt idx="5982" formatCode="General">
                  <c:v>3830</c:v>
                </c:pt>
                <c:pt idx="5983" formatCode="General">
                  <c:v>3830</c:v>
                </c:pt>
                <c:pt idx="5984" formatCode="General">
                  <c:v>3830</c:v>
                </c:pt>
                <c:pt idx="5985" formatCode="General">
                  <c:v>3810</c:v>
                </c:pt>
                <c:pt idx="5986" formatCode="General">
                  <c:v>3810</c:v>
                </c:pt>
                <c:pt idx="5987" formatCode="General">
                  <c:v>3810</c:v>
                </c:pt>
                <c:pt idx="5988" formatCode="General">
                  <c:v>3810</c:v>
                </c:pt>
                <c:pt idx="5989" formatCode="General">
                  <c:v>3810</c:v>
                </c:pt>
                <c:pt idx="5990" formatCode="General">
                  <c:v>3810</c:v>
                </c:pt>
                <c:pt idx="5991" formatCode="General">
                  <c:v>3810</c:v>
                </c:pt>
                <c:pt idx="5992" formatCode="General">
                  <c:v>3810</c:v>
                </c:pt>
                <c:pt idx="5993" formatCode="General">
                  <c:v>3810</c:v>
                </c:pt>
                <c:pt idx="5994" formatCode="General">
                  <c:v>3810</c:v>
                </c:pt>
                <c:pt idx="5995" formatCode="General">
                  <c:v>3810</c:v>
                </c:pt>
                <c:pt idx="5996" formatCode="General">
                  <c:v>3810</c:v>
                </c:pt>
                <c:pt idx="5997" formatCode="General">
                  <c:v>3810</c:v>
                </c:pt>
                <c:pt idx="5998" formatCode="General">
                  <c:v>3810</c:v>
                </c:pt>
                <c:pt idx="5999" formatCode="General">
                  <c:v>3810</c:v>
                </c:pt>
                <c:pt idx="6000" formatCode="General">
                  <c:v>3810</c:v>
                </c:pt>
                <c:pt idx="6001" formatCode="General">
                  <c:v>3810</c:v>
                </c:pt>
                <c:pt idx="6002" formatCode="General">
                  <c:v>3810</c:v>
                </c:pt>
                <c:pt idx="6003" formatCode="General">
                  <c:v>3810</c:v>
                </c:pt>
                <c:pt idx="6004" formatCode="General">
                  <c:v>3810</c:v>
                </c:pt>
                <c:pt idx="6005" formatCode="General">
                  <c:v>3800</c:v>
                </c:pt>
                <c:pt idx="6006" formatCode="General">
                  <c:v>3800</c:v>
                </c:pt>
                <c:pt idx="6007" formatCode="General">
                  <c:v>3800</c:v>
                </c:pt>
                <c:pt idx="6008" formatCode="General">
                  <c:v>3800</c:v>
                </c:pt>
                <c:pt idx="6009" formatCode="General">
                  <c:v>3800</c:v>
                </c:pt>
                <c:pt idx="6010" formatCode="General">
                  <c:v>3800</c:v>
                </c:pt>
                <c:pt idx="6011" formatCode="General">
                  <c:v>3800</c:v>
                </c:pt>
                <c:pt idx="6012" formatCode="General">
                  <c:v>3750</c:v>
                </c:pt>
                <c:pt idx="6013" formatCode="General">
                  <c:v>3700</c:v>
                </c:pt>
                <c:pt idx="6014" formatCode="General">
                  <c:v>3700</c:v>
                </c:pt>
                <c:pt idx="6015" formatCode="General">
                  <c:v>3700</c:v>
                </c:pt>
                <c:pt idx="6016" formatCode="General">
                  <c:v>3700</c:v>
                </c:pt>
                <c:pt idx="6017" formatCode="General">
                  <c:v>3700</c:v>
                </c:pt>
                <c:pt idx="6018" formatCode="General">
                  <c:v>3700</c:v>
                </c:pt>
                <c:pt idx="6019" formatCode="General">
                  <c:v>3700</c:v>
                </c:pt>
                <c:pt idx="6020" formatCode="General">
                  <c:v>3700</c:v>
                </c:pt>
                <c:pt idx="6021" formatCode="General">
                  <c:v>3700</c:v>
                </c:pt>
                <c:pt idx="6022" formatCode="General">
                  <c:v>3700</c:v>
                </c:pt>
                <c:pt idx="6023" formatCode="General">
                  <c:v>3700</c:v>
                </c:pt>
                <c:pt idx="6024" formatCode="General">
                  <c:v>3700</c:v>
                </c:pt>
                <c:pt idx="6025" formatCode="General">
                  <c:v>3700</c:v>
                </c:pt>
                <c:pt idx="6026" formatCode="General">
                  <c:v>3700</c:v>
                </c:pt>
                <c:pt idx="6027" formatCode="General">
                  <c:v>3700</c:v>
                </c:pt>
                <c:pt idx="6028" formatCode="General">
                  <c:v>3700</c:v>
                </c:pt>
                <c:pt idx="6029" formatCode="General">
                  <c:v>3700</c:v>
                </c:pt>
                <c:pt idx="6030" formatCode="General">
                  <c:v>3700</c:v>
                </c:pt>
                <c:pt idx="6031" formatCode="General">
                  <c:v>3625</c:v>
                </c:pt>
                <c:pt idx="6032" formatCode="General">
                  <c:v>3600</c:v>
                </c:pt>
                <c:pt idx="6033" formatCode="General">
                  <c:v>3600</c:v>
                </c:pt>
                <c:pt idx="6034" formatCode="General">
                  <c:v>3600</c:v>
                </c:pt>
                <c:pt idx="6035" formatCode="General">
                  <c:v>3600</c:v>
                </c:pt>
                <c:pt idx="6036" formatCode="General">
                  <c:v>3600</c:v>
                </c:pt>
                <c:pt idx="6037" formatCode="General">
                  <c:v>3600</c:v>
                </c:pt>
                <c:pt idx="6038" formatCode="General">
                  <c:v>3600</c:v>
                </c:pt>
                <c:pt idx="6039" formatCode="General">
                  <c:v>3550</c:v>
                </c:pt>
                <c:pt idx="6040" formatCode="General">
                  <c:v>3525</c:v>
                </c:pt>
                <c:pt idx="6041" formatCode="General">
                  <c:v>3525</c:v>
                </c:pt>
                <c:pt idx="6042" formatCode="General">
                  <c:v>3525</c:v>
                </c:pt>
                <c:pt idx="6043" formatCode="General">
                  <c:v>3525</c:v>
                </c:pt>
                <c:pt idx="6044" formatCode="General">
                  <c:v>3525</c:v>
                </c:pt>
                <c:pt idx="6045" formatCode="General">
                  <c:v>3525</c:v>
                </c:pt>
                <c:pt idx="6046" formatCode="General">
                  <c:v>3525</c:v>
                </c:pt>
                <c:pt idx="6047" formatCode="General">
                  <c:v>3525</c:v>
                </c:pt>
                <c:pt idx="6048" formatCode="General">
                  <c:v>3475</c:v>
                </c:pt>
                <c:pt idx="6049" formatCode="General">
                  <c:v>3475</c:v>
                </c:pt>
                <c:pt idx="6050" formatCode="General">
                  <c:v>3475</c:v>
                </c:pt>
                <c:pt idx="6051" formatCode="General">
                  <c:v>3475</c:v>
                </c:pt>
                <c:pt idx="6052" formatCode="General">
                  <c:v>3475</c:v>
                </c:pt>
                <c:pt idx="6053" formatCode="General">
                  <c:v>3475</c:v>
                </c:pt>
                <c:pt idx="6054" formatCode="General">
                  <c:v>3475</c:v>
                </c:pt>
                <c:pt idx="6055" formatCode="General">
                  <c:v>3450</c:v>
                </c:pt>
                <c:pt idx="6056" formatCode="General">
                  <c:v>3450</c:v>
                </c:pt>
                <c:pt idx="6057" formatCode="General">
                  <c:v>3450</c:v>
                </c:pt>
                <c:pt idx="6058" formatCode="General">
                  <c:v>3450</c:v>
                </c:pt>
                <c:pt idx="6059" formatCode="General">
                  <c:v>3450</c:v>
                </c:pt>
                <c:pt idx="6060" formatCode="General">
                  <c:v>3450</c:v>
                </c:pt>
                <c:pt idx="6061" formatCode="General">
                  <c:v>3400</c:v>
                </c:pt>
                <c:pt idx="6062" formatCode="General">
                  <c:v>3400</c:v>
                </c:pt>
                <c:pt idx="6063" formatCode="General">
                  <c:v>3400</c:v>
                </c:pt>
                <c:pt idx="6064" formatCode="General">
                  <c:v>3400</c:v>
                </c:pt>
                <c:pt idx="6065" formatCode="General">
                  <c:v>3400</c:v>
                </c:pt>
                <c:pt idx="6066" formatCode="General">
                  <c:v>3400</c:v>
                </c:pt>
                <c:pt idx="6067" formatCode="General">
                  <c:v>3400</c:v>
                </c:pt>
                <c:pt idx="6068" formatCode="General">
                  <c:v>3375</c:v>
                </c:pt>
                <c:pt idx="6069" formatCode="General">
                  <c:v>3375</c:v>
                </c:pt>
                <c:pt idx="6070" formatCode="General">
                  <c:v>3375</c:v>
                </c:pt>
                <c:pt idx="6071" formatCode="General">
                  <c:v>3375</c:v>
                </c:pt>
                <c:pt idx="6072" formatCode="General">
                  <c:v>3375</c:v>
                </c:pt>
                <c:pt idx="6073" formatCode="General">
                  <c:v>3375</c:v>
                </c:pt>
                <c:pt idx="6074" formatCode="General">
                  <c:v>3375</c:v>
                </c:pt>
                <c:pt idx="6075" formatCode="General">
                  <c:v>3375</c:v>
                </c:pt>
                <c:pt idx="6076" formatCode="General">
                  <c:v>3375</c:v>
                </c:pt>
                <c:pt idx="6077" formatCode="General">
                  <c:v>3375</c:v>
                </c:pt>
                <c:pt idx="6078" formatCode="General">
                  <c:v>3375</c:v>
                </c:pt>
                <c:pt idx="6079" formatCode="General">
                  <c:v>3375</c:v>
                </c:pt>
                <c:pt idx="6080" formatCode="General">
                  <c:v>3350</c:v>
                </c:pt>
                <c:pt idx="6081" formatCode="General">
                  <c:v>3350</c:v>
                </c:pt>
                <c:pt idx="6082" formatCode="General">
                  <c:v>3350</c:v>
                </c:pt>
                <c:pt idx="6083" formatCode="General">
                  <c:v>3300</c:v>
                </c:pt>
                <c:pt idx="6084" formatCode="General">
                  <c:v>3300</c:v>
                </c:pt>
                <c:pt idx="6085" formatCode="General">
                  <c:v>3300</c:v>
                </c:pt>
                <c:pt idx="6086" formatCode="General">
                  <c:v>3300</c:v>
                </c:pt>
                <c:pt idx="6087" formatCode="General">
                  <c:v>3300</c:v>
                </c:pt>
                <c:pt idx="6088" formatCode="General">
                  <c:v>3300</c:v>
                </c:pt>
                <c:pt idx="6089" formatCode="General">
                  <c:v>3250</c:v>
                </c:pt>
                <c:pt idx="6090" formatCode="General">
                  <c:v>3250</c:v>
                </c:pt>
                <c:pt idx="6091" formatCode="General">
                  <c:v>3250</c:v>
                </c:pt>
                <c:pt idx="6092" formatCode="General">
                  <c:v>3250</c:v>
                </c:pt>
                <c:pt idx="6093" formatCode="General">
                  <c:v>3250</c:v>
                </c:pt>
                <c:pt idx="6094" formatCode="General">
                  <c:v>3250</c:v>
                </c:pt>
                <c:pt idx="6095" formatCode="General">
                  <c:v>3200</c:v>
                </c:pt>
                <c:pt idx="6096" formatCode="General">
                  <c:v>3200</c:v>
                </c:pt>
                <c:pt idx="6097" formatCode="General">
                  <c:v>3200</c:v>
                </c:pt>
                <c:pt idx="6098" formatCode="General">
                  <c:v>3200</c:v>
                </c:pt>
                <c:pt idx="6099" formatCode="General">
                  <c:v>3200</c:v>
                </c:pt>
                <c:pt idx="6100" formatCode="General">
                  <c:v>3200</c:v>
                </c:pt>
                <c:pt idx="6101" formatCode="General">
                  <c:v>3200</c:v>
                </c:pt>
                <c:pt idx="6102" formatCode="General">
                  <c:v>3200</c:v>
                </c:pt>
                <c:pt idx="6103" formatCode="General">
                  <c:v>3200</c:v>
                </c:pt>
                <c:pt idx="6104" formatCode="General">
                  <c:v>3200</c:v>
                </c:pt>
                <c:pt idx="6105" formatCode="General">
                  <c:v>3200</c:v>
                </c:pt>
                <c:pt idx="6106" formatCode="General">
                  <c:v>3200</c:v>
                </c:pt>
                <c:pt idx="6107" formatCode="General">
                  <c:v>3200</c:v>
                </c:pt>
                <c:pt idx="6108" formatCode="General">
                  <c:v>3200</c:v>
                </c:pt>
                <c:pt idx="6109" formatCode="General">
                  <c:v>3200</c:v>
                </c:pt>
                <c:pt idx="6110" formatCode="General">
                  <c:v>3200</c:v>
                </c:pt>
                <c:pt idx="6111" formatCode="General">
                  <c:v>3200</c:v>
                </c:pt>
                <c:pt idx="6112" formatCode="General">
                  <c:v>3200</c:v>
                </c:pt>
                <c:pt idx="6113" formatCode="General">
                  <c:v>3200</c:v>
                </c:pt>
                <c:pt idx="6114" formatCode="General">
                  <c:v>3200</c:v>
                </c:pt>
                <c:pt idx="6115" formatCode="General">
                  <c:v>3250</c:v>
                </c:pt>
                <c:pt idx="6116" formatCode="General">
                  <c:v>3250</c:v>
                </c:pt>
                <c:pt idx="6117" formatCode="General">
                  <c:v>3250</c:v>
                </c:pt>
                <c:pt idx="6118" formatCode="General">
                  <c:v>3300</c:v>
                </c:pt>
                <c:pt idx="6119" formatCode="General">
                  <c:v>3300</c:v>
                </c:pt>
                <c:pt idx="6120" formatCode="General">
                  <c:v>3300</c:v>
                </c:pt>
                <c:pt idx="6121" formatCode="General">
                  <c:v>3300</c:v>
                </c:pt>
                <c:pt idx="6122" formatCode="0_);[Red]\(0\)">
                  <c:v>3300</c:v>
                </c:pt>
                <c:pt idx="6123" formatCode="0_);[Red]\(0\)">
                  <c:v>3350</c:v>
                </c:pt>
                <c:pt idx="6124" formatCode="General">
                  <c:v>3400</c:v>
                </c:pt>
                <c:pt idx="6125" formatCode="General">
                  <c:v>3400</c:v>
                </c:pt>
                <c:pt idx="6126" formatCode="General">
                  <c:v>3450</c:v>
                </c:pt>
                <c:pt idx="6127" formatCode="General">
                  <c:v>3450</c:v>
                </c:pt>
                <c:pt idx="6128" formatCode="General">
                  <c:v>3450</c:v>
                </c:pt>
                <c:pt idx="6129" formatCode="General">
                  <c:v>3450</c:v>
                </c:pt>
                <c:pt idx="6130" formatCode="General">
                  <c:v>3500</c:v>
                </c:pt>
                <c:pt idx="6131" formatCode="General">
                  <c:v>3500</c:v>
                </c:pt>
                <c:pt idx="6132" formatCode="General">
                  <c:v>3500</c:v>
                </c:pt>
                <c:pt idx="6133" formatCode="General">
                  <c:v>3500</c:v>
                </c:pt>
                <c:pt idx="6134" formatCode="General">
                  <c:v>3500</c:v>
                </c:pt>
                <c:pt idx="6135" formatCode="General">
                  <c:v>3500</c:v>
                </c:pt>
                <c:pt idx="6136" formatCode="General">
                  <c:v>3550</c:v>
                </c:pt>
                <c:pt idx="6137" formatCode="General">
                  <c:v>3550</c:v>
                </c:pt>
                <c:pt idx="6138" formatCode="General">
                  <c:v>3600</c:v>
                </c:pt>
                <c:pt idx="6139" formatCode="General">
                  <c:v>3600</c:v>
                </c:pt>
                <c:pt idx="6140" formatCode="General">
                  <c:v>3600</c:v>
                </c:pt>
                <c:pt idx="6141" formatCode="General">
                  <c:v>3600</c:v>
                </c:pt>
                <c:pt idx="6142" formatCode="General">
                  <c:v>3600</c:v>
                </c:pt>
                <c:pt idx="6143" formatCode="General">
                  <c:v>3600</c:v>
                </c:pt>
                <c:pt idx="6144" formatCode="General">
                  <c:v>3600</c:v>
                </c:pt>
                <c:pt idx="6145" formatCode="General">
                  <c:v>3600</c:v>
                </c:pt>
                <c:pt idx="6146" formatCode="General">
                  <c:v>3625</c:v>
                </c:pt>
                <c:pt idx="6147" formatCode="General">
                  <c:v>3625</c:v>
                </c:pt>
                <c:pt idx="6148" formatCode="General">
                  <c:v>3625</c:v>
                </c:pt>
                <c:pt idx="6149" formatCode="General">
                  <c:v>3625</c:v>
                </c:pt>
                <c:pt idx="6150" formatCode="General">
                  <c:v>3625</c:v>
                </c:pt>
                <c:pt idx="6151" formatCode="General">
                  <c:v>3625</c:v>
                </c:pt>
                <c:pt idx="6152" formatCode="General">
                  <c:v>3625</c:v>
                </c:pt>
                <c:pt idx="6153" formatCode="General">
                  <c:v>3625</c:v>
                </c:pt>
                <c:pt idx="6154" formatCode="General">
                  <c:v>3625</c:v>
                </c:pt>
                <c:pt idx="6155" formatCode="General">
                  <c:v>3625</c:v>
                </c:pt>
                <c:pt idx="6156" formatCode="General">
                  <c:v>3625</c:v>
                </c:pt>
                <c:pt idx="6157" formatCode="General">
                  <c:v>3700</c:v>
                </c:pt>
                <c:pt idx="6158" formatCode="General">
                  <c:v>3700</c:v>
                </c:pt>
                <c:pt idx="6159" formatCode="General">
                  <c:v>3700</c:v>
                </c:pt>
                <c:pt idx="6160" formatCode="General">
                  <c:v>3700</c:v>
                </c:pt>
                <c:pt idx="6161" formatCode="General">
                  <c:v>3700</c:v>
                </c:pt>
                <c:pt idx="6162" formatCode="General">
                  <c:v>3700</c:v>
                </c:pt>
                <c:pt idx="6163" formatCode="General">
                  <c:v>3700</c:v>
                </c:pt>
                <c:pt idx="6164" formatCode="General">
                  <c:v>3700</c:v>
                </c:pt>
                <c:pt idx="6165" formatCode="General">
                  <c:v>3700</c:v>
                </c:pt>
                <c:pt idx="6166" formatCode="General">
                  <c:v>3700</c:v>
                </c:pt>
                <c:pt idx="6167" formatCode="General">
                  <c:v>3700</c:v>
                </c:pt>
                <c:pt idx="6168" formatCode="General">
                  <c:v>3700</c:v>
                </c:pt>
                <c:pt idx="6169" formatCode="General">
                  <c:v>3700</c:v>
                </c:pt>
                <c:pt idx="6170" formatCode="General">
                  <c:v>3700</c:v>
                </c:pt>
                <c:pt idx="6171" formatCode="General">
                  <c:v>3700</c:v>
                </c:pt>
                <c:pt idx="6172" formatCode="General">
                  <c:v>3700</c:v>
                </c:pt>
                <c:pt idx="6173" formatCode="General">
                  <c:v>3700</c:v>
                </c:pt>
                <c:pt idx="6174" formatCode="General">
                  <c:v>3700</c:v>
                </c:pt>
                <c:pt idx="6175" formatCode="General">
                  <c:v>3700</c:v>
                </c:pt>
                <c:pt idx="6176" formatCode="General">
                  <c:v>3700</c:v>
                </c:pt>
                <c:pt idx="6177" formatCode="General">
                  <c:v>3700</c:v>
                </c:pt>
                <c:pt idx="6178" formatCode="General">
                  <c:v>3700</c:v>
                </c:pt>
                <c:pt idx="6179" formatCode="General">
                  <c:v>3700</c:v>
                </c:pt>
                <c:pt idx="6180" formatCode="General">
                  <c:v>3700</c:v>
                </c:pt>
                <c:pt idx="6181" formatCode="General">
                  <c:v>3700</c:v>
                </c:pt>
                <c:pt idx="6182" formatCode="General">
                  <c:v>3700</c:v>
                </c:pt>
                <c:pt idx="6183" formatCode="General">
                  <c:v>3675</c:v>
                </c:pt>
                <c:pt idx="6184" formatCode="General">
                  <c:v>3675</c:v>
                </c:pt>
                <c:pt idx="6185" formatCode="General">
                  <c:v>3675</c:v>
                </c:pt>
                <c:pt idx="6186" formatCode="General">
                  <c:v>3675</c:v>
                </c:pt>
                <c:pt idx="6187" formatCode="General">
                  <c:v>3675</c:v>
                </c:pt>
                <c:pt idx="6188" formatCode="General">
                  <c:v>3675</c:v>
                </c:pt>
                <c:pt idx="6189" formatCode="General">
                  <c:v>3675</c:v>
                </c:pt>
                <c:pt idx="6190" formatCode="General">
                  <c:v>3675</c:v>
                </c:pt>
                <c:pt idx="6191" formatCode="General">
                  <c:v>3675</c:v>
                </c:pt>
                <c:pt idx="6192" formatCode="General">
                  <c:v>3675</c:v>
                </c:pt>
                <c:pt idx="6193" formatCode="General">
                  <c:v>3675</c:v>
                </c:pt>
                <c:pt idx="6194" formatCode="General">
                  <c:v>3675</c:v>
                </c:pt>
                <c:pt idx="6195" formatCode="General">
                  <c:v>3675</c:v>
                </c:pt>
                <c:pt idx="6196" formatCode="General">
                  <c:v>3675</c:v>
                </c:pt>
                <c:pt idx="6197" formatCode="General">
                  <c:v>3675</c:v>
                </c:pt>
                <c:pt idx="6198" formatCode="General">
                  <c:v>3675</c:v>
                </c:pt>
                <c:pt idx="6199" formatCode="General">
                  <c:v>3675</c:v>
                </c:pt>
                <c:pt idx="6200" formatCode="General">
                  <c:v>3675</c:v>
                </c:pt>
                <c:pt idx="6201" formatCode="General">
                  <c:v>3700</c:v>
                </c:pt>
                <c:pt idx="6202" formatCode="General">
                  <c:v>3700</c:v>
                </c:pt>
                <c:pt idx="6203" formatCode="General">
                  <c:v>3700</c:v>
                </c:pt>
                <c:pt idx="6204" formatCode="General">
                  <c:v>3700</c:v>
                </c:pt>
                <c:pt idx="6205" formatCode="General">
                  <c:v>3700</c:v>
                </c:pt>
                <c:pt idx="6206" formatCode="General">
                  <c:v>3700</c:v>
                </c:pt>
                <c:pt idx="6207" formatCode="General">
                  <c:v>3700</c:v>
                </c:pt>
                <c:pt idx="6208" formatCode="General">
                  <c:v>3725</c:v>
                </c:pt>
                <c:pt idx="6209" formatCode="General">
                  <c:v>3725</c:v>
                </c:pt>
                <c:pt idx="6210" formatCode="General">
                  <c:v>3725</c:v>
                </c:pt>
                <c:pt idx="6211" formatCode="General">
                  <c:v>3725</c:v>
                </c:pt>
                <c:pt idx="6212" formatCode="General">
                  <c:v>3725</c:v>
                </c:pt>
                <c:pt idx="6213" formatCode="General">
                  <c:v>3750</c:v>
                </c:pt>
                <c:pt idx="6214" formatCode="General">
                  <c:v>3750</c:v>
                </c:pt>
                <c:pt idx="6215" formatCode="General">
                  <c:v>3750</c:v>
                </c:pt>
                <c:pt idx="6216" formatCode="General">
                  <c:v>3750</c:v>
                </c:pt>
                <c:pt idx="6217" formatCode="General">
                  <c:v>3750</c:v>
                </c:pt>
                <c:pt idx="6218" formatCode="General">
                  <c:v>3750</c:v>
                </c:pt>
                <c:pt idx="6219" formatCode="General">
                  <c:v>3750</c:v>
                </c:pt>
                <c:pt idx="6220" formatCode="General">
                  <c:v>3750</c:v>
                </c:pt>
                <c:pt idx="6221" formatCode="General">
                  <c:v>3750</c:v>
                </c:pt>
                <c:pt idx="6222" formatCode="General">
                  <c:v>3750</c:v>
                </c:pt>
                <c:pt idx="6223" formatCode="General">
                  <c:v>3750</c:v>
                </c:pt>
                <c:pt idx="6224" formatCode="General">
                  <c:v>3750</c:v>
                </c:pt>
                <c:pt idx="6225" formatCode="General">
                  <c:v>3750</c:v>
                </c:pt>
                <c:pt idx="6226" formatCode="General">
                  <c:v>3750</c:v>
                </c:pt>
                <c:pt idx="6227" formatCode="General">
                  <c:v>3750</c:v>
                </c:pt>
                <c:pt idx="6228" formatCode="General">
                  <c:v>3750</c:v>
                </c:pt>
                <c:pt idx="6229" formatCode="General">
                  <c:v>3750</c:v>
                </c:pt>
                <c:pt idx="6230" formatCode="General">
                  <c:v>3750</c:v>
                </c:pt>
                <c:pt idx="6231" formatCode="General">
                  <c:v>3750</c:v>
                </c:pt>
                <c:pt idx="6232" formatCode="General">
                  <c:v>3750</c:v>
                </c:pt>
                <c:pt idx="6233" formatCode="General">
                  <c:v>3750</c:v>
                </c:pt>
                <c:pt idx="6234" formatCode="General">
                  <c:v>3750</c:v>
                </c:pt>
                <c:pt idx="6235" formatCode="General">
                  <c:v>3750</c:v>
                </c:pt>
                <c:pt idx="6236" formatCode="General">
                  <c:v>3750</c:v>
                </c:pt>
                <c:pt idx="6237" formatCode="General">
                  <c:v>3750</c:v>
                </c:pt>
                <c:pt idx="6238" formatCode="General">
                  <c:v>3750</c:v>
                </c:pt>
                <c:pt idx="6239" formatCode="General">
                  <c:v>3750</c:v>
                </c:pt>
                <c:pt idx="6240" formatCode="General">
                  <c:v>3750</c:v>
                </c:pt>
                <c:pt idx="6241" formatCode="General">
                  <c:v>3750</c:v>
                </c:pt>
                <c:pt idx="6242" formatCode="General">
                  <c:v>3750</c:v>
                </c:pt>
                <c:pt idx="6243" formatCode="General">
                  <c:v>3750</c:v>
                </c:pt>
                <c:pt idx="6244" formatCode="General">
                  <c:v>3750</c:v>
                </c:pt>
                <c:pt idx="6245" formatCode="General">
                  <c:v>3750</c:v>
                </c:pt>
                <c:pt idx="6246" formatCode="General">
                  <c:v>3750</c:v>
                </c:pt>
                <c:pt idx="6247" formatCode="General">
                  <c:v>3750</c:v>
                </c:pt>
                <c:pt idx="6248" formatCode="General">
                  <c:v>3750</c:v>
                </c:pt>
                <c:pt idx="6249" formatCode="General">
                  <c:v>3750</c:v>
                </c:pt>
                <c:pt idx="6250" formatCode="General">
                  <c:v>3750</c:v>
                </c:pt>
                <c:pt idx="6251" formatCode="General">
                  <c:v>3750</c:v>
                </c:pt>
                <c:pt idx="6252" formatCode="General">
                  <c:v>3750</c:v>
                </c:pt>
                <c:pt idx="6253" formatCode="General">
                  <c:v>3750</c:v>
                </c:pt>
                <c:pt idx="6254" formatCode="General">
                  <c:v>3750</c:v>
                </c:pt>
                <c:pt idx="6255" formatCode="General">
                  <c:v>3750</c:v>
                </c:pt>
                <c:pt idx="6256" formatCode="General">
                  <c:v>3750</c:v>
                </c:pt>
                <c:pt idx="6257" formatCode="General">
                  <c:v>3750</c:v>
                </c:pt>
                <c:pt idx="6258" formatCode="General">
                  <c:v>3750</c:v>
                </c:pt>
                <c:pt idx="6259" formatCode="General">
                  <c:v>3750</c:v>
                </c:pt>
                <c:pt idx="6260" formatCode="General">
                  <c:v>3750</c:v>
                </c:pt>
                <c:pt idx="6261" formatCode="General">
                  <c:v>3750</c:v>
                </c:pt>
                <c:pt idx="6262" formatCode="General">
                  <c:v>3750</c:v>
                </c:pt>
                <c:pt idx="6263" formatCode="General">
                  <c:v>3750</c:v>
                </c:pt>
                <c:pt idx="6264" formatCode="General">
                  <c:v>3750</c:v>
                </c:pt>
                <c:pt idx="6265" formatCode="General">
                  <c:v>3750</c:v>
                </c:pt>
                <c:pt idx="6266" formatCode="General">
                  <c:v>3750</c:v>
                </c:pt>
                <c:pt idx="6267" formatCode="General">
                  <c:v>3750</c:v>
                </c:pt>
                <c:pt idx="6268" formatCode="General">
                  <c:v>3750</c:v>
                </c:pt>
                <c:pt idx="6269" formatCode="General">
                  <c:v>3750</c:v>
                </c:pt>
                <c:pt idx="6270" formatCode="General">
                  <c:v>3750</c:v>
                </c:pt>
                <c:pt idx="6271" formatCode="General">
                  <c:v>3750</c:v>
                </c:pt>
                <c:pt idx="6272" formatCode="General">
                  <c:v>3750</c:v>
                </c:pt>
                <c:pt idx="6273" formatCode="General">
                  <c:v>3750</c:v>
                </c:pt>
                <c:pt idx="6274" formatCode="General">
                  <c:v>3750</c:v>
                </c:pt>
                <c:pt idx="6275" formatCode="General">
                  <c:v>3750</c:v>
                </c:pt>
                <c:pt idx="6276" formatCode="General">
                  <c:v>3750</c:v>
                </c:pt>
                <c:pt idx="6277" formatCode="General">
                  <c:v>3750</c:v>
                </c:pt>
                <c:pt idx="6278" formatCode="General">
                  <c:v>3750</c:v>
                </c:pt>
                <c:pt idx="6279" formatCode="General">
                  <c:v>3750</c:v>
                </c:pt>
                <c:pt idx="6280" formatCode="General">
                  <c:v>3750</c:v>
                </c:pt>
                <c:pt idx="6281" formatCode="General">
                  <c:v>3750</c:v>
                </c:pt>
                <c:pt idx="6282" formatCode="General">
                  <c:v>3750</c:v>
                </c:pt>
                <c:pt idx="6283" formatCode="General">
                  <c:v>3750</c:v>
                </c:pt>
                <c:pt idx="6284" formatCode="General">
                  <c:v>3750</c:v>
                </c:pt>
              </c:numCache>
            </c:numRef>
          </c:val>
          <c:smooth val="1"/>
          <c:extLst xmlns:c16r2="http://schemas.microsoft.com/office/drawing/2015/06/chart">
            <c:ext xmlns:c16="http://schemas.microsoft.com/office/drawing/2014/chart" uri="{C3380CC4-5D6E-409C-BE32-E72D297353CC}">
              <c16:uniqueId val="{00000001-207D-4338-B344-D725DA25C9DD}"/>
            </c:ext>
          </c:extLst>
        </c:ser>
        <c:dLbls>
          <c:showLegendKey val="0"/>
          <c:showVal val="0"/>
          <c:showCatName val="0"/>
          <c:showSerName val="0"/>
          <c:showPercent val="0"/>
          <c:showBubbleSize val="0"/>
        </c:dLbls>
        <c:marker val="1"/>
        <c:smooth val="0"/>
        <c:axId val="861454192"/>
        <c:axId val="861455280"/>
      </c:lineChart>
      <c:dateAx>
        <c:axId val="861454192"/>
        <c:scaling>
          <c:orientation val="minMax"/>
          <c:min val="43101"/>
        </c:scaling>
        <c:delete val="0"/>
        <c:axPos val="b"/>
        <c:numFmt formatCode="yy/mm" sourceLinked="0"/>
        <c:majorTickMark val="in"/>
        <c:minorTickMark val="none"/>
        <c:tickLblPos val="nextTo"/>
        <c:spPr>
          <a:ln w="6350" cap="flat" cmpd="sng" algn="ctr">
            <a:solidFill>
              <a:srgbClr val="000000"/>
            </a:solidFill>
            <a:prstDash val="solid"/>
            <a:round/>
          </a:ln>
        </c:spPr>
        <c:txPr>
          <a:bodyPr rot="0" vert="horz"/>
          <a:lstStyle/>
          <a:p>
            <a:pPr>
              <a:defRPr/>
            </a:pPr>
            <a:endParaRPr lang="zh-CN"/>
          </a:p>
        </c:txPr>
        <c:crossAx val="861455280"/>
        <c:crosses val="autoZero"/>
        <c:auto val="1"/>
        <c:lblOffset val="100"/>
        <c:baseTimeUnit val="days"/>
      </c:dateAx>
      <c:valAx>
        <c:axId val="861455280"/>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vert="horz"/>
          <a:lstStyle/>
          <a:p>
            <a:pPr>
              <a:defRPr/>
            </a:pPr>
            <a:endParaRPr lang="zh-CN"/>
          </a:p>
        </c:txPr>
        <c:crossAx val="861454192"/>
        <c:crosses val="autoZero"/>
        <c:crossBetween val="between"/>
      </c:valAx>
      <c:spPr>
        <a:noFill/>
        <a:ln w="25400">
          <a:noFill/>
        </a:ln>
      </c:spPr>
    </c:plotArea>
    <c:legend>
      <c:legendPos val="t"/>
      <c:overlay val="0"/>
      <c:spPr>
        <a:noFill/>
        <a:ln w="25400">
          <a:noFill/>
        </a:ln>
        <a:effectLst/>
      </c:spPr>
      <c:txPr>
        <a:bodyPr rot="0" vert="horz"/>
        <a:lstStyle/>
        <a:p>
          <a:pPr>
            <a:defRPr/>
          </a:pPr>
          <a:endParaRPr lang="zh-CN"/>
        </a:p>
      </c:txPr>
    </c:legend>
    <c:plotVisOnly val="1"/>
    <c:dispBlanksAs val="gap"/>
    <c:showDLblsOverMax val="0"/>
  </c:chart>
  <c:spPr>
    <a:noFill/>
    <a:ln w="25400" cap="flat" cmpd="sng" algn="ctr">
      <a:noFill/>
      <a:prstDash val="solid"/>
      <a:round/>
    </a:ln>
  </c:spPr>
  <c:txPr>
    <a:bodyPr/>
    <a:lstStyle/>
    <a:p>
      <a:pPr>
        <a:defRPr lang="zh-CN" sz="1000" b="1">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7848333333333"/>
          <c:y val="0.182199305555556"/>
          <c:w val="0.84334611111111102"/>
          <c:h val="0.72845243055555597"/>
        </c:manualLayout>
      </c:layout>
      <c:lineChart>
        <c:grouping val="standard"/>
        <c:varyColors val="0"/>
        <c:ser>
          <c:idx val="0"/>
          <c:order val="0"/>
          <c:tx>
            <c:strRef>
              <c:f>磷肥价格及价差!$AT$1</c:f>
              <c:strCache>
                <c:ptCount val="1"/>
                <c:pt idx="0">
                  <c:v>国内磷酸二铵价格(元/吨)</c:v>
                </c:pt>
              </c:strCache>
            </c:strRef>
          </c:tx>
          <c:spPr>
            <a:ln w="12700" cap="rnd" cmpd="sng" algn="ctr">
              <a:solidFill>
                <a:srgbClr val="E10000"/>
              </a:solidFill>
              <a:prstDash val="solid"/>
              <a:round/>
            </a:ln>
            <a:effectLst/>
          </c:spPr>
          <c:marker>
            <c:symbol val="diamond"/>
            <c:size val="2"/>
            <c:spPr>
              <a:solidFill>
                <a:srgbClr val="E10000"/>
              </a:solidFill>
              <a:ln w="12700">
                <a:solidFill>
                  <a:srgbClr val="E10000"/>
                </a:solidFill>
                <a:prstDash val="solid"/>
              </a:ln>
            </c:spPr>
          </c:marker>
          <c:cat>
            <c:numRef>
              <c:f>磷肥价格及价差!$AS$2:$AS$6333</c:f>
              <c:numCache>
                <c:formatCode>m/d/yyyy</c:formatCode>
                <c:ptCount val="6332"/>
                <c:pt idx="0">
                  <c:v>42882</c:v>
                </c:pt>
                <c:pt idx="1">
                  <c:v>42883</c:v>
                </c:pt>
                <c:pt idx="2">
                  <c:v>42884</c:v>
                </c:pt>
                <c:pt idx="3">
                  <c:v>42885</c:v>
                </c:pt>
                <c:pt idx="4">
                  <c:v>42886</c:v>
                </c:pt>
                <c:pt idx="5">
                  <c:v>42887</c:v>
                </c:pt>
                <c:pt idx="6">
                  <c:v>42888</c:v>
                </c:pt>
                <c:pt idx="7">
                  <c:v>42889</c:v>
                </c:pt>
                <c:pt idx="8">
                  <c:v>42890</c:v>
                </c:pt>
                <c:pt idx="9">
                  <c:v>42891</c:v>
                </c:pt>
                <c:pt idx="10">
                  <c:v>42892</c:v>
                </c:pt>
                <c:pt idx="11">
                  <c:v>42893</c:v>
                </c:pt>
                <c:pt idx="12">
                  <c:v>42894</c:v>
                </c:pt>
                <c:pt idx="13">
                  <c:v>42895</c:v>
                </c:pt>
                <c:pt idx="14">
                  <c:v>42896</c:v>
                </c:pt>
                <c:pt idx="15">
                  <c:v>42897</c:v>
                </c:pt>
                <c:pt idx="16">
                  <c:v>42898</c:v>
                </c:pt>
                <c:pt idx="17">
                  <c:v>42899</c:v>
                </c:pt>
                <c:pt idx="18">
                  <c:v>42900</c:v>
                </c:pt>
                <c:pt idx="19">
                  <c:v>42901</c:v>
                </c:pt>
                <c:pt idx="20">
                  <c:v>42902</c:v>
                </c:pt>
                <c:pt idx="21">
                  <c:v>42903</c:v>
                </c:pt>
                <c:pt idx="22">
                  <c:v>42904</c:v>
                </c:pt>
                <c:pt idx="23">
                  <c:v>42905</c:v>
                </c:pt>
                <c:pt idx="24">
                  <c:v>42906</c:v>
                </c:pt>
                <c:pt idx="25">
                  <c:v>42907</c:v>
                </c:pt>
                <c:pt idx="26">
                  <c:v>42908</c:v>
                </c:pt>
                <c:pt idx="27">
                  <c:v>42909</c:v>
                </c:pt>
                <c:pt idx="28">
                  <c:v>42910</c:v>
                </c:pt>
                <c:pt idx="29">
                  <c:v>42911</c:v>
                </c:pt>
                <c:pt idx="30">
                  <c:v>42912</c:v>
                </c:pt>
                <c:pt idx="31">
                  <c:v>42913</c:v>
                </c:pt>
                <c:pt idx="32">
                  <c:v>42914</c:v>
                </c:pt>
                <c:pt idx="33">
                  <c:v>42915</c:v>
                </c:pt>
                <c:pt idx="34">
                  <c:v>42916</c:v>
                </c:pt>
                <c:pt idx="35">
                  <c:v>42917</c:v>
                </c:pt>
                <c:pt idx="36">
                  <c:v>42918</c:v>
                </c:pt>
                <c:pt idx="37">
                  <c:v>42919</c:v>
                </c:pt>
                <c:pt idx="38">
                  <c:v>42920</c:v>
                </c:pt>
                <c:pt idx="39">
                  <c:v>42921</c:v>
                </c:pt>
                <c:pt idx="40">
                  <c:v>42922</c:v>
                </c:pt>
                <c:pt idx="41">
                  <c:v>42923</c:v>
                </c:pt>
                <c:pt idx="42">
                  <c:v>42924</c:v>
                </c:pt>
                <c:pt idx="43">
                  <c:v>42925</c:v>
                </c:pt>
                <c:pt idx="44">
                  <c:v>42926</c:v>
                </c:pt>
                <c:pt idx="45">
                  <c:v>42927</c:v>
                </c:pt>
                <c:pt idx="46">
                  <c:v>42928</c:v>
                </c:pt>
                <c:pt idx="47">
                  <c:v>42929</c:v>
                </c:pt>
                <c:pt idx="48">
                  <c:v>42930</c:v>
                </c:pt>
                <c:pt idx="49">
                  <c:v>42931</c:v>
                </c:pt>
                <c:pt idx="50">
                  <c:v>42932</c:v>
                </c:pt>
                <c:pt idx="51">
                  <c:v>42933</c:v>
                </c:pt>
                <c:pt idx="52">
                  <c:v>42934</c:v>
                </c:pt>
                <c:pt idx="53">
                  <c:v>42935</c:v>
                </c:pt>
                <c:pt idx="54">
                  <c:v>42936</c:v>
                </c:pt>
                <c:pt idx="55">
                  <c:v>42937</c:v>
                </c:pt>
                <c:pt idx="56">
                  <c:v>42938</c:v>
                </c:pt>
                <c:pt idx="57">
                  <c:v>42939</c:v>
                </c:pt>
                <c:pt idx="58">
                  <c:v>42940</c:v>
                </c:pt>
                <c:pt idx="59">
                  <c:v>42941</c:v>
                </c:pt>
                <c:pt idx="60">
                  <c:v>42942</c:v>
                </c:pt>
                <c:pt idx="61">
                  <c:v>42943</c:v>
                </c:pt>
                <c:pt idx="62">
                  <c:v>42944</c:v>
                </c:pt>
                <c:pt idx="63">
                  <c:v>42945</c:v>
                </c:pt>
                <c:pt idx="64">
                  <c:v>42946</c:v>
                </c:pt>
                <c:pt idx="65">
                  <c:v>42947</c:v>
                </c:pt>
                <c:pt idx="66">
                  <c:v>42948</c:v>
                </c:pt>
                <c:pt idx="67">
                  <c:v>42949</c:v>
                </c:pt>
                <c:pt idx="68">
                  <c:v>42950</c:v>
                </c:pt>
                <c:pt idx="69">
                  <c:v>42951</c:v>
                </c:pt>
                <c:pt idx="70">
                  <c:v>42952</c:v>
                </c:pt>
                <c:pt idx="71">
                  <c:v>42953</c:v>
                </c:pt>
                <c:pt idx="72">
                  <c:v>42954</c:v>
                </c:pt>
                <c:pt idx="73">
                  <c:v>42955</c:v>
                </c:pt>
                <c:pt idx="74">
                  <c:v>42956</c:v>
                </c:pt>
                <c:pt idx="75">
                  <c:v>42957</c:v>
                </c:pt>
                <c:pt idx="76">
                  <c:v>42958</c:v>
                </c:pt>
                <c:pt idx="77">
                  <c:v>42959</c:v>
                </c:pt>
                <c:pt idx="78">
                  <c:v>42960</c:v>
                </c:pt>
                <c:pt idx="79">
                  <c:v>42961</c:v>
                </c:pt>
                <c:pt idx="80">
                  <c:v>42962</c:v>
                </c:pt>
                <c:pt idx="81">
                  <c:v>42963</c:v>
                </c:pt>
                <c:pt idx="82">
                  <c:v>42964</c:v>
                </c:pt>
                <c:pt idx="83">
                  <c:v>42965</c:v>
                </c:pt>
                <c:pt idx="84">
                  <c:v>42966</c:v>
                </c:pt>
                <c:pt idx="85">
                  <c:v>42967</c:v>
                </c:pt>
                <c:pt idx="86">
                  <c:v>42968</c:v>
                </c:pt>
                <c:pt idx="87">
                  <c:v>42969</c:v>
                </c:pt>
                <c:pt idx="88">
                  <c:v>42970</c:v>
                </c:pt>
                <c:pt idx="89">
                  <c:v>42971</c:v>
                </c:pt>
                <c:pt idx="90">
                  <c:v>42972</c:v>
                </c:pt>
                <c:pt idx="91">
                  <c:v>42973</c:v>
                </c:pt>
                <c:pt idx="92">
                  <c:v>42974</c:v>
                </c:pt>
                <c:pt idx="93">
                  <c:v>42975</c:v>
                </c:pt>
                <c:pt idx="94">
                  <c:v>42976</c:v>
                </c:pt>
                <c:pt idx="95">
                  <c:v>42977</c:v>
                </c:pt>
                <c:pt idx="96">
                  <c:v>42978</c:v>
                </c:pt>
                <c:pt idx="97">
                  <c:v>42979</c:v>
                </c:pt>
                <c:pt idx="98">
                  <c:v>42980</c:v>
                </c:pt>
                <c:pt idx="99">
                  <c:v>42981</c:v>
                </c:pt>
                <c:pt idx="100">
                  <c:v>42982</c:v>
                </c:pt>
                <c:pt idx="101">
                  <c:v>42983</c:v>
                </c:pt>
                <c:pt idx="102">
                  <c:v>42984</c:v>
                </c:pt>
                <c:pt idx="103">
                  <c:v>42985</c:v>
                </c:pt>
                <c:pt idx="104">
                  <c:v>42986</c:v>
                </c:pt>
                <c:pt idx="105">
                  <c:v>42987</c:v>
                </c:pt>
                <c:pt idx="106">
                  <c:v>42988</c:v>
                </c:pt>
                <c:pt idx="107">
                  <c:v>42989</c:v>
                </c:pt>
                <c:pt idx="108">
                  <c:v>42990</c:v>
                </c:pt>
                <c:pt idx="109">
                  <c:v>42991</c:v>
                </c:pt>
                <c:pt idx="110">
                  <c:v>42992</c:v>
                </c:pt>
                <c:pt idx="111">
                  <c:v>42993</c:v>
                </c:pt>
                <c:pt idx="112">
                  <c:v>42994</c:v>
                </c:pt>
                <c:pt idx="113">
                  <c:v>42995</c:v>
                </c:pt>
                <c:pt idx="114">
                  <c:v>42996</c:v>
                </c:pt>
                <c:pt idx="115">
                  <c:v>42997</c:v>
                </c:pt>
                <c:pt idx="116">
                  <c:v>42998</c:v>
                </c:pt>
                <c:pt idx="117">
                  <c:v>42999</c:v>
                </c:pt>
                <c:pt idx="118">
                  <c:v>43000</c:v>
                </c:pt>
                <c:pt idx="119">
                  <c:v>43001</c:v>
                </c:pt>
                <c:pt idx="120">
                  <c:v>43002</c:v>
                </c:pt>
                <c:pt idx="121">
                  <c:v>43003</c:v>
                </c:pt>
                <c:pt idx="122">
                  <c:v>43004</c:v>
                </c:pt>
                <c:pt idx="123">
                  <c:v>43005</c:v>
                </c:pt>
                <c:pt idx="124">
                  <c:v>43006</c:v>
                </c:pt>
                <c:pt idx="125">
                  <c:v>43007</c:v>
                </c:pt>
                <c:pt idx="126">
                  <c:v>43008</c:v>
                </c:pt>
                <c:pt idx="127">
                  <c:v>43009</c:v>
                </c:pt>
                <c:pt idx="128">
                  <c:v>43010</c:v>
                </c:pt>
                <c:pt idx="129">
                  <c:v>43011</c:v>
                </c:pt>
                <c:pt idx="130">
                  <c:v>43012</c:v>
                </c:pt>
                <c:pt idx="131">
                  <c:v>43013</c:v>
                </c:pt>
                <c:pt idx="132">
                  <c:v>43014</c:v>
                </c:pt>
                <c:pt idx="133">
                  <c:v>43015</c:v>
                </c:pt>
                <c:pt idx="134">
                  <c:v>43016</c:v>
                </c:pt>
                <c:pt idx="135">
                  <c:v>43017</c:v>
                </c:pt>
                <c:pt idx="136">
                  <c:v>43018</c:v>
                </c:pt>
                <c:pt idx="137">
                  <c:v>43019</c:v>
                </c:pt>
                <c:pt idx="138">
                  <c:v>43020</c:v>
                </c:pt>
                <c:pt idx="139">
                  <c:v>43021</c:v>
                </c:pt>
                <c:pt idx="140">
                  <c:v>43022</c:v>
                </c:pt>
                <c:pt idx="141">
                  <c:v>43023</c:v>
                </c:pt>
                <c:pt idx="142">
                  <c:v>43024</c:v>
                </c:pt>
                <c:pt idx="143">
                  <c:v>43025</c:v>
                </c:pt>
                <c:pt idx="144">
                  <c:v>43026</c:v>
                </c:pt>
                <c:pt idx="145">
                  <c:v>43027</c:v>
                </c:pt>
                <c:pt idx="146">
                  <c:v>43028</c:v>
                </c:pt>
                <c:pt idx="147">
                  <c:v>43029</c:v>
                </c:pt>
                <c:pt idx="148">
                  <c:v>43030</c:v>
                </c:pt>
                <c:pt idx="149">
                  <c:v>43031</c:v>
                </c:pt>
                <c:pt idx="150">
                  <c:v>43032</c:v>
                </c:pt>
                <c:pt idx="151">
                  <c:v>43033</c:v>
                </c:pt>
                <c:pt idx="152">
                  <c:v>43034</c:v>
                </c:pt>
                <c:pt idx="153">
                  <c:v>43035</c:v>
                </c:pt>
                <c:pt idx="154">
                  <c:v>43036</c:v>
                </c:pt>
                <c:pt idx="155">
                  <c:v>43037</c:v>
                </c:pt>
                <c:pt idx="156">
                  <c:v>43038</c:v>
                </c:pt>
                <c:pt idx="157">
                  <c:v>43039</c:v>
                </c:pt>
                <c:pt idx="158">
                  <c:v>43040</c:v>
                </c:pt>
                <c:pt idx="159">
                  <c:v>43041</c:v>
                </c:pt>
                <c:pt idx="160">
                  <c:v>43042</c:v>
                </c:pt>
                <c:pt idx="161">
                  <c:v>43043</c:v>
                </c:pt>
                <c:pt idx="162">
                  <c:v>43044</c:v>
                </c:pt>
                <c:pt idx="163">
                  <c:v>43045</c:v>
                </c:pt>
                <c:pt idx="164">
                  <c:v>43046</c:v>
                </c:pt>
                <c:pt idx="165">
                  <c:v>43047</c:v>
                </c:pt>
                <c:pt idx="166">
                  <c:v>43048</c:v>
                </c:pt>
                <c:pt idx="167">
                  <c:v>43049</c:v>
                </c:pt>
                <c:pt idx="168">
                  <c:v>43050</c:v>
                </c:pt>
                <c:pt idx="169">
                  <c:v>43051</c:v>
                </c:pt>
                <c:pt idx="170">
                  <c:v>43052</c:v>
                </c:pt>
                <c:pt idx="171">
                  <c:v>43053</c:v>
                </c:pt>
                <c:pt idx="172">
                  <c:v>43054</c:v>
                </c:pt>
                <c:pt idx="173">
                  <c:v>43055</c:v>
                </c:pt>
                <c:pt idx="174">
                  <c:v>43056</c:v>
                </c:pt>
                <c:pt idx="175">
                  <c:v>43057</c:v>
                </c:pt>
                <c:pt idx="176">
                  <c:v>43058</c:v>
                </c:pt>
                <c:pt idx="177">
                  <c:v>43059</c:v>
                </c:pt>
                <c:pt idx="178">
                  <c:v>43060</c:v>
                </c:pt>
                <c:pt idx="179">
                  <c:v>43061</c:v>
                </c:pt>
                <c:pt idx="180">
                  <c:v>43062</c:v>
                </c:pt>
                <c:pt idx="181">
                  <c:v>43063</c:v>
                </c:pt>
                <c:pt idx="182">
                  <c:v>43064</c:v>
                </c:pt>
                <c:pt idx="183">
                  <c:v>43065</c:v>
                </c:pt>
                <c:pt idx="184">
                  <c:v>43066</c:v>
                </c:pt>
                <c:pt idx="185">
                  <c:v>43067</c:v>
                </c:pt>
                <c:pt idx="186">
                  <c:v>43068</c:v>
                </c:pt>
                <c:pt idx="187">
                  <c:v>43069</c:v>
                </c:pt>
                <c:pt idx="188">
                  <c:v>43070</c:v>
                </c:pt>
                <c:pt idx="189">
                  <c:v>43071</c:v>
                </c:pt>
                <c:pt idx="190">
                  <c:v>43072</c:v>
                </c:pt>
                <c:pt idx="191">
                  <c:v>43073</c:v>
                </c:pt>
                <c:pt idx="192">
                  <c:v>43074</c:v>
                </c:pt>
                <c:pt idx="193">
                  <c:v>43075</c:v>
                </c:pt>
                <c:pt idx="194">
                  <c:v>43076</c:v>
                </c:pt>
                <c:pt idx="195">
                  <c:v>43077</c:v>
                </c:pt>
                <c:pt idx="196">
                  <c:v>43078</c:v>
                </c:pt>
                <c:pt idx="197">
                  <c:v>43079</c:v>
                </c:pt>
                <c:pt idx="198">
                  <c:v>43080</c:v>
                </c:pt>
                <c:pt idx="199">
                  <c:v>43081</c:v>
                </c:pt>
                <c:pt idx="200">
                  <c:v>43082</c:v>
                </c:pt>
                <c:pt idx="201">
                  <c:v>43083</c:v>
                </c:pt>
                <c:pt idx="202">
                  <c:v>43084</c:v>
                </c:pt>
                <c:pt idx="203">
                  <c:v>43085</c:v>
                </c:pt>
                <c:pt idx="204">
                  <c:v>43086</c:v>
                </c:pt>
                <c:pt idx="205">
                  <c:v>43087</c:v>
                </c:pt>
                <c:pt idx="206">
                  <c:v>43088</c:v>
                </c:pt>
                <c:pt idx="207">
                  <c:v>43089</c:v>
                </c:pt>
                <c:pt idx="208">
                  <c:v>43090</c:v>
                </c:pt>
                <c:pt idx="209">
                  <c:v>43091</c:v>
                </c:pt>
                <c:pt idx="210">
                  <c:v>43092</c:v>
                </c:pt>
                <c:pt idx="211">
                  <c:v>43093</c:v>
                </c:pt>
                <c:pt idx="212">
                  <c:v>43094</c:v>
                </c:pt>
                <c:pt idx="213">
                  <c:v>43095</c:v>
                </c:pt>
                <c:pt idx="214">
                  <c:v>43096</c:v>
                </c:pt>
                <c:pt idx="215">
                  <c:v>43097</c:v>
                </c:pt>
                <c:pt idx="216">
                  <c:v>43098</c:v>
                </c:pt>
                <c:pt idx="217">
                  <c:v>43099</c:v>
                </c:pt>
                <c:pt idx="218">
                  <c:v>43100</c:v>
                </c:pt>
                <c:pt idx="219">
                  <c:v>43101</c:v>
                </c:pt>
                <c:pt idx="220">
                  <c:v>43102</c:v>
                </c:pt>
                <c:pt idx="221">
                  <c:v>43103</c:v>
                </c:pt>
                <c:pt idx="222">
                  <c:v>43104</c:v>
                </c:pt>
                <c:pt idx="223">
                  <c:v>43105</c:v>
                </c:pt>
                <c:pt idx="224">
                  <c:v>43106</c:v>
                </c:pt>
                <c:pt idx="225">
                  <c:v>43107</c:v>
                </c:pt>
                <c:pt idx="226">
                  <c:v>43108</c:v>
                </c:pt>
                <c:pt idx="227">
                  <c:v>43109</c:v>
                </c:pt>
                <c:pt idx="228">
                  <c:v>43110</c:v>
                </c:pt>
                <c:pt idx="229">
                  <c:v>43111</c:v>
                </c:pt>
                <c:pt idx="230">
                  <c:v>43112</c:v>
                </c:pt>
                <c:pt idx="231">
                  <c:v>43113</c:v>
                </c:pt>
                <c:pt idx="232">
                  <c:v>43114</c:v>
                </c:pt>
                <c:pt idx="233">
                  <c:v>43115</c:v>
                </c:pt>
                <c:pt idx="234">
                  <c:v>43116</c:v>
                </c:pt>
                <c:pt idx="235">
                  <c:v>43117</c:v>
                </c:pt>
                <c:pt idx="236">
                  <c:v>43118</c:v>
                </c:pt>
                <c:pt idx="237">
                  <c:v>43119</c:v>
                </c:pt>
                <c:pt idx="238">
                  <c:v>43120</c:v>
                </c:pt>
                <c:pt idx="239">
                  <c:v>43121</c:v>
                </c:pt>
                <c:pt idx="240">
                  <c:v>43122</c:v>
                </c:pt>
                <c:pt idx="241">
                  <c:v>43123</c:v>
                </c:pt>
                <c:pt idx="242">
                  <c:v>43124</c:v>
                </c:pt>
                <c:pt idx="243">
                  <c:v>43125</c:v>
                </c:pt>
                <c:pt idx="244">
                  <c:v>43126</c:v>
                </c:pt>
                <c:pt idx="245">
                  <c:v>43127</c:v>
                </c:pt>
                <c:pt idx="246">
                  <c:v>43128</c:v>
                </c:pt>
                <c:pt idx="247">
                  <c:v>43129</c:v>
                </c:pt>
                <c:pt idx="248">
                  <c:v>43130</c:v>
                </c:pt>
                <c:pt idx="249">
                  <c:v>43131</c:v>
                </c:pt>
                <c:pt idx="250">
                  <c:v>43132</c:v>
                </c:pt>
                <c:pt idx="251">
                  <c:v>43133</c:v>
                </c:pt>
                <c:pt idx="252">
                  <c:v>43134</c:v>
                </c:pt>
                <c:pt idx="253">
                  <c:v>43135</c:v>
                </c:pt>
                <c:pt idx="254">
                  <c:v>43136</c:v>
                </c:pt>
                <c:pt idx="255">
                  <c:v>43137</c:v>
                </c:pt>
                <c:pt idx="256">
                  <c:v>43138</c:v>
                </c:pt>
                <c:pt idx="257">
                  <c:v>43139</c:v>
                </c:pt>
                <c:pt idx="258">
                  <c:v>43140</c:v>
                </c:pt>
                <c:pt idx="259">
                  <c:v>43141</c:v>
                </c:pt>
                <c:pt idx="260">
                  <c:v>43142</c:v>
                </c:pt>
                <c:pt idx="261">
                  <c:v>43143</c:v>
                </c:pt>
                <c:pt idx="262">
                  <c:v>43144</c:v>
                </c:pt>
                <c:pt idx="263">
                  <c:v>43145</c:v>
                </c:pt>
                <c:pt idx="264">
                  <c:v>43146</c:v>
                </c:pt>
                <c:pt idx="265">
                  <c:v>43147</c:v>
                </c:pt>
                <c:pt idx="266">
                  <c:v>43148</c:v>
                </c:pt>
                <c:pt idx="267">
                  <c:v>43149</c:v>
                </c:pt>
                <c:pt idx="268">
                  <c:v>43150</c:v>
                </c:pt>
                <c:pt idx="269">
                  <c:v>43151</c:v>
                </c:pt>
                <c:pt idx="270">
                  <c:v>43152</c:v>
                </c:pt>
                <c:pt idx="271">
                  <c:v>43153</c:v>
                </c:pt>
                <c:pt idx="272">
                  <c:v>43154</c:v>
                </c:pt>
                <c:pt idx="273">
                  <c:v>43155</c:v>
                </c:pt>
                <c:pt idx="274">
                  <c:v>43156</c:v>
                </c:pt>
                <c:pt idx="275">
                  <c:v>43157</c:v>
                </c:pt>
                <c:pt idx="276">
                  <c:v>43158</c:v>
                </c:pt>
                <c:pt idx="277">
                  <c:v>43159</c:v>
                </c:pt>
                <c:pt idx="278">
                  <c:v>43160</c:v>
                </c:pt>
                <c:pt idx="279">
                  <c:v>43161</c:v>
                </c:pt>
                <c:pt idx="280">
                  <c:v>43162</c:v>
                </c:pt>
                <c:pt idx="281">
                  <c:v>43163</c:v>
                </c:pt>
                <c:pt idx="282">
                  <c:v>43164</c:v>
                </c:pt>
                <c:pt idx="283">
                  <c:v>43165</c:v>
                </c:pt>
                <c:pt idx="284">
                  <c:v>43166</c:v>
                </c:pt>
                <c:pt idx="285">
                  <c:v>43167</c:v>
                </c:pt>
                <c:pt idx="286">
                  <c:v>43168</c:v>
                </c:pt>
                <c:pt idx="287">
                  <c:v>43169</c:v>
                </c:pt>
                <c:pt idx="288">
                  <c:v>43170</c:v>
                </c:pt>
                <c:pt idx="289">
                  <c:v>43171</c:v>
                </c:pt>
                <c:pt idx="290">
                  <c:v>43172</c:v>
                </c:pt>
                <c:pt idx="291">
                  <c:v>43173</c:v>
                </c:pt>
                <c:pt idx="292">
                  <c:v>43174</c:v>
                </c:pt>
                <c:pt idx="293">
                  <c:v>43175</c:v>
                </c:pt>
                <c:pt idx="294">
                  <c:v>43176</c:v>
                </c:pt>
                <c:pt idx="295">
                  <c:v>43177</c:v>
                </c:pt>
                <c:pt idx="296">
                  <c:v>43178</c:v>
                </c:pt>
                <c:pt idx="297">
                  <c:v>43179</c:v>
                </c:pt>
                <c:pt idx="298">
                  <c:v>43180</c:v>
                </c:pt>
                <c:pt idx="299">
                  <c:v>43181</c:v>
                </c:pt>
                <c:pt idx="300">
                  <c:v>43182</c:v>
                </c:pt>
                <c:pt idx="301">
                  <c:v>43183</c:v>
                </c:pt>
                <c:pt idx="302">
                  <c:v>43184</c:v>
                </c:pt>
                <c:pt idx="303">
                  <c:v>43185</c:v>
                </c:pt>
                <c:pt idx="304">
                  <c:v>43186</c:v>
                </c:pt>
                <c:pt idx="305">
                  <c:v>43187</c:v>
                </c:pt>
                <c:pt idx="306">
                  <c:v>43188</c:v>
                </c:pt>
                <c:pt idx="307">
                  <c:v>43189</c:v>
                </c:pt>
                <c:pt idx="308">
                  <c:v>43190</c:v>
                </c:pt>
                <c:pt idx="309">
                  <c:v>43191</c:v>
                </c:pt>
                <c:pt idx="310">
                  <c:v>43192</c:v>
                </c:pt>
                <c:pt idx="311">
                  <c:v>43193</c:v>
                </c:pt>
                <c:pt idx="312">
                  <c:v>43194</c:v>
                </c:pt>
                <c:pt idx="313">
                  <c:v>43195</c:v>
                </c:pt>
                <c:pt idx="314">
                  <c:v>43196</c:v>
                </c:pt>
                <c:pt idx="315">
                  <c:v>43197</c:v>
                </c:pt>
                <c:pt idx="316">
                  <c:v>43198</c:v>
                </c:pt>
                <c:pt idx="317">
                  <c:v>43199</c:v>
                </c:pt>
                <c:pt idx="318">
                  <c:v>43200</c:v>
                </c:pt>
                <c:pt idx="319">
                  <c:v>43201</c:v>
                </c:pt>
                <c:pt idx="320">
                  <c:v>43202</c:v>
                </c:pt>
                <c:pt idx="321">
                  <c:v>43203</c:v>
                </c:pt>
                <c:pt idx="322">
                  <c:v>43204</c:v>
                </c:pt>
                <c:pt idx="323">
                  <c:v>43205</c:v>
                </c:pt>
                <c:pt idx="324">
                  <c:v>43206</c:v>
                </c:pt>
                <c:pt idx="325">
                  <c:v>43207</c:v>
                </c:pt>
                <c:pt idx="326">
                  <c:v>43208</c:v>
                </c:pt>
                <c:pt idx="327">
                  <c:v>43209</c:v>
                </c:pt>
                <c:pt idx="328">
                  <c:v>43210</c:v>
                </c:pt>
                <c:pt idx="329">
                  <c:v>43211</c:v>
                </c:pt>
                <c:pt idx="330">
                  <c:v>43212</c:v>
                </c:pt>
                <c:pt idx="331">
                  <c:v>43213</c:v>
                </c:pt>
                <c:pt idx="332">
                  <c:v>43214</c:v>
                </c:pt>
                <c:pt idx="333">
                  <c:v>43215</c:v>
                </c:pt>
                <c:pt idx="334">
                  <c:v>43216</c:v>
                </c:pt>
                <c:pt idx="335">
                  <c:v>43217</c:v>
                </c:pt>
                <c:pt idx="336">
                  <c:v>43218</c:v>
                </c:pt>
                <c:pt idx="337">
                  <c:v>43219</c:v>
                </c:pt>
                <c:pt idx="338">
                  <c:v>43220</c:v>
                </c:pt>
                <c:pt idx="339">
                  <c:v>43221</c:v>
                </c:pt>
                <c:pt idx="340">
                  <c:v>43222</c:v>
                </c:pt>
                <c:pt idx="341">
                  <c:v>43223</c:v>
                </c:pt>
                <c:pt idx="342">
                  <c:v>43224</c:v>
                </c:pt>
                <c:pt idx="343">
                  <c:v>43225</c:v>
                </c:pt>
                <c:pt idx="344">
                  <c:v>43226</c:v>
                </c:pt>
                <c:pt idx="345">
                  <c:v>43227</c:v>
                </c:pt>
                <c:pt idx="346">
                  <c:v>43228</c:v>
                </c:pt>
                <c:pt idx="347">
                  <c:v>43229</c:v>
                </c:pt>
                <c:pt idx="348">
                  <c:v>43230</c:v>
                </c:pt>
                <c:pt idx="349">
                  <c:v>43231</c:v>
                </c:pt>
                <c:pt idx="350">
                  <c:v>43232</c:v>
                </c:pt>
                <c:pt idx="351">
                  <c:v>43233</c:v>
                </c:pt>
                <c:pt idx="352">
                  <c:v>43234</c:v>
                </c:pt>
                <c:pt idx="353">
                  <c:v>43235</c:v>
                </c:pt>
                <c:pt idx="354">
                  <c:v>43236</c:v>
                </c:pt>
                <c:pt idx="355">
                  <c:v>43237</c:v>
                </c:pt>
                <c:pt idx="356">
                  <c:v>43238</c:v>
                </c:pt>
                <c:pt idx="357">
                  <c:v>43239</c:v>
                </c:pt>
                <c:pt idx="358">
                  <c:v>43240</c:v>
                </c:pt>
                <c:pt idx="359">
                  <c:v>43241</c:v>
                </c:pt>
                <c:pt idx="360">
                  <c:v>43242</c:v>
                </c:pt>
                <c:pt idx="361">
                  <c:v>43243</c:v>
                </c:pt>
                <c:pt idx="362">
                  <c:v>43244</c:v>
                </c:pt>
                <c:pt idx="363">
                  <c:v>43245</c:v>
                </c:pt>
                <c:pt idx="364">
                  <c:v>43246</c:v>
                </c:pt>
                <c:pt idx="365">
                  <c:v>43247</c:v>
                </c:pt>
                <c:pt idx="366">
                  <c:v>43248</c:v>
                </c:pt>
                <c:pt idx="367">
                  <c:v>43249</c:v>
                </c:pt>
                <c:pt idx="368">
                  <c:v>43250</c:v>
                </c:pt>
                <c:pt idx="369">
                  <c:v>43251</c:v>
                </c:pt>
                <c:pt idx="370">
                  <c:v>43252</c:v>
                </c:pt>
                <c:pt idx="371">
                  <c:v>43253</c:v>
                </c:pt>
                <c:pt idx="372">
                  <c:v>43254</c:v>
                </c:pt>
                <c:pt idx="373">
                  <c:v>43255</c:v>
                </c:pt>
                <c:pt idx="374">
                  <c:v>43256</c:v>
                </c:pt>
                <c:pt idx="375">
                  <c:v>43257</c:v>
                </c:pt>
                <c:pt idx="376">
                  <c:v>43258</c:v>
                </c:pt>
                <c:pt idx="377">
                  <c:v>43259</c:v>
                </c:pt>
                <c:pt idx="378">
                  <c:v>43260</c:v>
                </c:pt>
                <c:pt idx="379">
                  <c:v>43261</c:v>
                </c:pt>
                <c:pt idx="380">
                  <c:v>43262</c:v>
                </c:pt>
                <c:pt idx="381">
                  <c:v>43263</c:v>
                </c:pt>
                <c:pt idx="382">
                  <c:v>43264</c:v>
                </c:pt>
                <c:pt idx="383">
                  <c:v>43265</c:v>
                </c:pt>
                <c:pt idx="384">
                  <c:v>43266</c:v>
                </c:pt>
                <c:pt idx="385">
                  <c:v>43267</c:v>
                </c:pt>
                <c:pt idx="386">
                  <c:v>43268</c:v>
                </c:pt>
                <c:pt idx="387">
                  <c:v>43269</c:v>
                </c:pt>
                <c:pt idx="388">
                  <c:v>43270</c:v>
                </c:pt>
                <c:pt idx="389">
                  <c:v>43271</c:v>
                </c:pt>
                <c:pt idx="390">
                  <c:v>43272</c:v>
                </c:pt>
                <c:pt idx="391">
                  <c:v>43273</c:v>
                </c:pt>
                <c:pt idx="392">
                  <c:v>43274</c:v>
                </c:pt>
                <c:pt idx="393">
                  <c:v>43275</c:v>
                </c:pt>
                <c:pt idx="394">
                  <c:v>43276</c:v>
                </c:pt>
                <c:pt idx="395">
                  <c:v>43277</c:v>
                </c:pt>
                <c:pt idx="396">
                  <c:v>43278</c:v>
                </c:pt>
                <c:pt idx="397">
                  <c:v>43279</c:v>
                </c:pt>
                <c:pt idx="398">
                  <c:v>43280</c:v>
                </c:pt>
                <c:pt idx="399">
                  <c:v>43281</c:v>
                </c:pt>
                <c:pt idx="400">
                  <c:v>43282</c:v>
                </c:pt>
                <c:pt idx="401">
                  <c:v>43283</c:v>
                </c:pt>
                <c:pt idx="402">
                  <c:v>43284</c:v>
                </c:pt>
                <c:pt idx="403">
                  <c:v>43285</c:v>
                </c:pt>
                <c:pt idx="404">
                  <c:v>43286</c:v>
                </c:pt>
                <c:pt idx="405">
                  <c:v>43287</c:v>
                </c:pt>
                <c:pt idx="406">
                  <c:v>43288</c:v>
                </c:pt>
                <c:pt idx="407">
                  <c:v>43289</c:v>
                </c:pt>
                <c:pt idx="408">
                  <c:v>43290</c:v>
                </c:pt>
                <c:pt idx="409">
                  <c:v>43291</c:v>
                </c:pt>
                <c:pt idx="410">
                  <c:v>43292</c:v>
                </c:pt>
                <c:pt idx="411">
                  <c:v>43293</c:v>
                </c:pt>
                <c:pt idx="412">
                  <c:v>43294</c:v>
                </c:pt>
                <c:pt idx="413">
                  <c:v>43295</c:v>
                </c:pt>
                <c:pt idx="414">
                  <c:v>43296</c:v>
                </c:pt>
                <c:pt idx="415">
                  <c:v>43297</c:v>
                </c:pt>
                <c:pt idx="416">
                  <c:v>43298</c:v>
                </c:pt>
                <c:pt idx="417">
                  <c:v>43299</c:v>
                </c:pt>
                <c:pt idx="418">
                  <c:v>43300</c:v>
                </c:pt>
                <c:pt idx="419">
                  <c:v>43301</c:v>
                </c:pt>
                <c:pt idx="420">
                  <c:v>43302</c:v>
                </c:pt>
                <c:pt idx="421">
                  <c:v>43303</c:v>
                </c:pt>
                <c:pt idx="422">
                  <c:v>43304</c:v>
                </c:pt>
                <c:pt idx="423">
                  <c:v>43305</c:v>
                </c:pt>
                <c:pt idx="424">
                  <c:v>43306</c:v>
                </c:pt>
                <c:pt idx="425">
                  <c:v>43307</c:v>
                </c:pt>
                <c:pt idx="426">
                  <c:v>43308</c:v>
                </c:pt>
                <c:pt idx="427">
                  <c:v>43309</c:v>
                </c:pt>
                <c:pt idx="428">
                  <c:v>43310</c:v>
                </c:pt>
                <c:pt idx="429">
                  <c:v>43311</c:v>
                </c:pt>
                <c:pt idx="430">
                  <c:v>43312</c:v>
                </c:pt>
                <c:pt idx="431">
                  <c:v>43313</c:v>
                </c:pt>
                <c:pt idx="432">
                  <c:v>43314</c:v>
                </c:pt>
                <c:pt idx="433">
                  <c:v>43315</c:v>
                </c:pt>
                <c:pt idx="434">
                  <c:v>43316</c:v>
                </c:pt>
                <c:pt idx="435">
                  <c:v>43317</c:v>
                </c:pt>
                <c:pt idx="436">
                  <c:v>43318</c:v>
                </c:pt>
                <c:pt idx="437">
                  <c:v>43319</c:v>
                </c:pt>
                <c:pt idx="438">
                  <c:v>43320</c:v>
                </c:pt>
                <c:pt idx="439">
                  <c:v>43321</c:v>
                </c:pt>
                <c:pt idx="440">
                  <c:v>43322</c:v>
                </c:pt>
                <c:pt idx="441">
                  <c:v>43323</c:v>
                </c:pt>
                <c:pt idx="442">
                  <c:v>43324</c:v>
                </c:pt>
                <c:pt idx="443">
                  <c:v>43325</c:v>
                </c:pt>
                <c:pt idx="444">
                  <c:v>43326</c:v>
                </c:pt>
                <c:pt idx="445">
                  <c:v>43327</c:v>
                </c:pt>
                <c:pt idx="446">
                  <c:v>43328</c:v>
                </c:pt>
                <c:pt idx="447">
                  <c:v>43329</c:v>
                </c:pt>
                <c:pt idx="448">
                  <c:v>43330</c:v>
                </c:pt>
                <c:pt idx="449">
                  <c:v>43331</c:v>
                </c:pt>
                <c:pt idx="450">
                  <c:v>43332</c:v>
                </c:pt>
                <c:pt idx="451">
                  <c:v>43333</c:v>
                </c:pt>
                <c:pt idx="452">
                  <c:v>43334</c:v>
                </c:pt>
                <c:pt idx="453">
                  <c:v>43335</c:v>
                </c:pt>
                <c:pt idx="454">
                  <c:v>43336</c:v>
                </c:pt>
                <c:pt idx="455">
                  <c:v>43337</c:v>
                </c:pt>
                <c:pt idx="456">
                  <c:v>43338</c:v>
                </c:pt>
                <c:pt idx="457">
                  <c:v>43339</c:v>
                </c:pt>
                <c:pt idx="458">
                  <c:v>43340</c:v>
                </c:pt>
                <c:pt idx="459">
                  <c:v>43341</c:v>
                </c:pt>
                <c:pt idx="460">
                  <c:v>43342</c:v>
                </c:pt>
                <c:pt idx="461">
                  <c:v>43343</c:v>
                </c:pt>
                <c:pt idx="462">
                  <c:v>43344</c:v>
                </c:pt>
                <c:pt idx="463">
                  <c:v>43345</c:v>
                </c:pt>
                <c:pt idx="464">
                  <c:v>43346</c:v>
                </c:pt>
                <c:pt idx="465">
                  <c:v>43347</c:v>
                </c:pt>
                <c:pt idx="466">
                  <c:v>43348</c:v>
                </c:pt>
                <c:pt idx="467">
                  <c:v>43349</c:v>
                </c:pt>
                <c:pt idx="468">
                  <c:v>43350</c:v>
                </c:pt>
                <c:pt idx="469">
                  <c:v>43351</c:v>
                </c:pt>
                <c:pt idx="470">
                  <c:v>43352</c:v>
                </c:pt>
                <c:pt idx="471">
                  <c:v>43353</c:v>
                </c:pt>
                <c:pt idx="472">
                  <c:v>43354</c:v>
                </c:pt>
                <c:pt idx="473">
                  <c:v>43355</c:v>
                </c:pt>
                <c:pt idx="474">
                  <c:v>43356</c:v>
                </c:pt>
                <c:pt idx="475">
                  <c:v>43357</c:v>
                </c:pt>
                <c:pt idx="476">
                  <c:v>43358</c:v>
                </c:pt>
                <c:pt idx="477">
                  <c:v>43359</c:v>
                </c:pt>
                <c:pt idx="478">
                  <c:v>43360</c:v>
                </c:pt>
                <c:pt idx="479">
                  <c:v>43361</c:v>
                </c:pt>
                <c:pt idx="480">
                  <c:v>43362</c:v>
                </c:pt>
                <c:pt idx="481">
                  <c:v>43363</c:v>
                </c:pt>
                <c:pt idx="482">
                  <c:v>43364</c:v>
                </c:pt>
                <c:pt idx="483">
                  <c:v>43365</c:v>
                </c:pt>
                <c:pt idx="484">
                  <c:v>43366</c:v>
                </c:pt>
                <c:pt idx="485">
                  <c:v>43367</c:v>
                </c:pt>
                <c:pt idx="486">
                  <c:v>43368</c:v>
                </c:pt>
                <c:pt idx="487">
                  <c:v>43369</c:v>
                </c:pt>
                <c:pt idx="488">
                  <c:v>43370</c:v>
                </c:pt>
                <c:pt idx="489">
                  <c:v>43371</c:v>
                </c:pt>
                <c:pt idx="490">
                  <c:v>43372</c:v>
                </c:pt>
                <c:pt idx="491">
                  <c:v>43373</c:v>
                </c:pt>
                <c:pt idx="492">
                  <c:v>43374</c:v>
                </c:pt>
                <c:pt idx="493">
                  <c:v>43375</c:v>
                </c:pt>
                <c:pt idx="494">
                  <c:v>43376</c:v>
                </c:pt>
                <c:pt idx="495">
                  <c:v>43377</c:v>
                </c:pt>
                <c:pt idx="496">
                  <c:v>43378</c:v>
                </c:pt>
                <c:pt idx="497">
                  <c:v>43379</c:v>
                </c:pt>
                <c:pt idx="498">
                  <c:v>43380</c:v>
                </c:pt>
                <c:pt idx="499">
                  <c:v>43381</c:v>
                </c:pt>
                <c:pt idx="500">
                  <c:v>43382</c:v>
                </c:pt>
                <c:pt idx="501">
                  <c:v>43383</c:v>
                </c:pt>
                <c:pt idx="502">
                  <c:v>43384</c:v>
                </c:pt>
                <c:pt idx="503">
                  <c:v>43385</c:v>
                </c:pt>
                <c:pt idx="504">
                  <c:v>43386</c:v>
                </c:pt>
                <c:pt idx="505">
                  <c:v>43387</c:v>
                </c:pt>
                <c:pt idx="506">
                  <c:v>43388</c:v>
                </c:pt>
                <c:pt idx="507">
                  <c:v>43389</c:v>
                </c:pt>
                <c:pt idx="508">
                  <c:v>43390</c:v>
                </c:pt>
                <c:pt idx="509">
                  <c:v>43391</c:v>
                </c:pt>
                <c:pt idx="510">
                  <c:v>43392</c:v>
                </c:pt>
                <c:pt idx="511">
                  <c:v>43393</c:v>
                </c:pt>
                <c:pt idx="512">
                  <c:v>43394</c:v>
                </c:pt>
                <c:pt idx="513">
                  <c:v>43395</c:v>
                </c:pt>
                <c:pt idx="514">
                  <c:v>43396</c:v>
                </c:pt>
                <c:pt idx="515">
                  <c:v>43397</c:v>
                </c:pt>
                <c:pt idx="516">
                  <c:v>43398</c:v>
                </c:pt>
                <c:pt idx="517">
                  <c:v>43399</c:v>
                </c:pt>
                <c:pt idx="518">
                  <c:v>43400</c:v>
                </c:pt>
                <c:pt idx="519">
                  <c:v>43401</c:v>
                </c:pt>
                <c:pt idx="520">
                  <c:v>43402</c:v>
                </c:pt>
                <c:pt idx="521">
                  <c:v>43403</c:v>
                </c:pt>
                <c:pt idx="522">
                  <c:v>43404</c:v>
                </c:pt>
                <c:pt idx="523">
                  <c:v>43405</c:v>
                </c:pt>
                <c:pt idx="524">
                  <c:v>43406</c:v>
                </c:pt>
                <c:pt idx="525">
                  <c:v>43407</c:v>
                </c:pt>
                <c:pt idx="526">
                  <c:v>43408</c:v>
                </c:pt>
                <c:pt idx="527">
                  <c:v>43409</c:v>
                </c:pt>
                <c:pt idx="528">
                  <c:v>43410</c:v>
                </c:pt>
                <c:pt idx="529">
                  <c:v>43411</c:v>
                </c:pt>
                <c:pt idx="530">
                  <c:v>43412</c:v>
                </c:pt>
                <c:pt idx="531">
                  <c:v>43413</c:v>
                </c:pt>
                <c:pt idx="532">
                  <c:v>43414</c:v>
                </c:pt>
                <c:pt idx="533">
                  <c:v>43415</c:v>
                </c:pt>
                <c:pt idx="534">
                  <c:v>43416</c:v>
                </c:pt>
                <c:pt idx="535">
                  <c:v>43417</c:v>
                </c:pt>
                <c:pt idx="536">
                  <c:v>43418</c:v>
                </c:pt>
                <c:pt idx="537">
                  <c:v>43419</c:v>
                </c:pt>
                <c:pt idx="538">
                  <c:v>43420</c:v>
                </c:pt>
                <c:pt idx="539">
                  <c:v>43421</c:v>
                </c:pt>
                <c:pt idx="540">
                  <c:v>43422</c:v>
                </c:pt>
                <c:pt idx="541">
                  <c:v>43423</c:v>
                </c:pt>
                <c:pt idx="542">
                  <c:v>43424</c:v>
                </c:pt>
                <c:pt idx="543">
                  <c:v>43425</c:v>
                </c:pt>
                <c:pt idx="544">
                  <c:v>43426</c:v>
                </c:pt>
                <c:pt idx="545">
                  <c:v>43427</c:v>
                </c:pt>
                <c:pt idx="546">
                  <c:v>43428</c:v>
                </c:pt>
                <c:pt idx="547">
                  <c:v>43429</c:v>
                </c:pt>
                <c:pt idx="548">
                  <c:v>43430</c:v>
                </c:pt>
                <c:pt idx="549">
                  <c:v>43431</c:v>
                </c:pt>
                <c:pt idx="550">
                  <c:v>43432</c:v>
                </c:pt>
                <c:pt idx="551">
                  <c:v>43433</c:v>
                </c:pt>
                <c:pt idx="552">
                  <c:v>43434</c:v>
                </c:pt>
                <c:pt idx="553">
                  <c:v>43435</c:v>
                </c:pt>
                <c:pt idx="554">
                  <c:v>43436</c:v>
                </c:pt>
                <c:pt idx="555">
                  <c:v>43437</c:v>
                </c:pt>
                <c:pt idx="556">
                  <c:v>43438</c:v>
                </c:pt>
                <c:pt idx="557">
                  <c:v>43439</c:v>
                </c:pt>
                <c:pt idx="558">
                  <c:v>43440</c:v>
                </c:pt>
                <c:pt idx="559">
                  <c:v>43441</c:v>
                </c:pt>
                <c:pt idx="560">
                  <c:v>43442</c:v>
                </c:pt>
                <c:pt idx="561">
                  <c:v>43443</c:v>
                </c:pt>
                <c:pt idx="562">
                  <c:v>43444</c:v>
                </c:pt>
                <c:pt idx="563">
                  <c:v>43445</c:v>
                </c:pt>
                <c:pt idx="564">
                  <c:v>43446</c:v>
                </c:pt>
                <c:pt idx="565">
                  <c:v>43447</c:v>
                </c:pt>
                <c:pt idx="566">
                  <c:v>43448</c:v>
                </c:pt>
                <c:pt idx="567">
                  <c:v>43449</c:v>
                </c:pt>
                <c:pt idx="568">
                  <c:v>43450</c:v>
                </c:pt>
                <c:pt idx="569">
                  <c:v>43451</c:v>
                </c:pt>
                <c:pt idx="570">
                  <c:v>43452</c:v>
                </c:pt>
                <c:pt idx="571">
                  <c:v>43453</c:v>
                </c:pt>
                <c:pt idx="572">
                  <c:v>43454</c:v>
                </c:pt>
                <c:pt idx="573">
                  <c:v>43455</c:v>
                </c:pt>
                <c:pt idx="574">
                  <c:v>43456</c:v>
                </c:pt>
                <c:pt idx="575">
                  <c:v>43457</c:v>
                </c:pt>
                <c:pt idx="576">
                  <c:v>43458</c:v>
                </c:pt>
                <c:pt idx="577">
                  <c:v>43459</c:v>
                </c:pt>
                <c:pt idx="578">
                  <c:v>43460</c:v>
                </c:pt>
                <c:pt idx="579">
                  <c:v>43461</c:v>
                </c:pt>
                <c:pt idx="580">
                  <c:v>43462</c:v>
                </c:pt>
                <c:pt idx="581">
                  <c:v>43463</c:v>
                </c:pt>
                <c:pt idx="582">
                  <c:v>43464</c:v>
                </c:pt>
                <c:pt idx="583">
                  <c:v>43465</c:v>
                </c:pt>
                <c:pt idx="584">
                  <c:v>43466</c:v>
                </c:pt>
                <c:pt idx="585">
                  <c:v>43467</c:v>
                </c:pt>
                <c:pt idx="586">
                  <c:v>43468</c:v>
                </c:pt>
                <c:pt idx="587">
                  <c:v>43469</c:v>
                </c:pt>
                <c:pt idx="588">
                  <c:v>43470</c:v>
                </c:pt>
                <c:pt idx="589">
                  <c:v>43471</c:v>
                </c:pt>
                <c:pt idx="590">
                  <c:v>43472</c:v>
                </c:pt>
                <c:pt idx="591">
                  <c:v>43473</c:v>
                </c:pt>
                <c:pt idx="592">
                  <c:v>43474</c:v>
                </c:pt>
                <c:pt idx="593">
                  <c:v>43475</c:v>
                </c:pt>
                <c:pt idx="594">
                  <c:v>43476</c:v>
                </c:pt>
                <c:pt idx="595">
                  <c:v>43477</c:v>
                </c:pt>
                <c:pt idx="596">
                  <c:v>43478</c:v>
                </c:pt>
                <c:pt idx="597">
                  <c:v>43479</c:v>
                </c:pt>
                <c:pt idx="598">
                  <c:v>43480</c:v>
                </c:pt>
                <c:pt idx="599">
                  <c:v>43481</c:v>
                </c:pt>
                <c:pt idx="600">
                  <c:v>43482</c:v>
                </c:pt>
                <c:pt idx="601">
                  <c:v>43483</c:v>
                </c:pt>
                <c:pt idx="602">
                  <c:v>43484</c:v>
                </c:pt>
                <c:pt idx="603">
                  <c:v>43485</c:v>
                </c:pt>
                <c:pt idx="604">
                  <c:v>43486</c:v>
                </c:pt>
                <c:pt idx="605">
                  <c:v>43487</c:v>
                </c:pt>
                <c:pt idx="606">
                  <c:v>43488</c:v>
                </c:pt>
                <c:pt idx="607">
                  <c:v>43489</c:v>
                </c:pt>
                <c:pt idx="608">
                  <c:v>43490</c:v>
                </c:pt>
                <c:pt idx="609">
                  <c:v>43491</c:v>
                </c:pt>
                <c:pt idx="610">
                  <c:v>43492</c:v>
                </c:pt>
                <c:pt idx="611">
                  <c:v>43493</c:v>
                </c:pt>
                <c:pt idx="612">
                  <c:v>43494</c:v>
                </c:pt>
                <c:pt idx="613">
                  <c:v>43495</c:v>
                </c:pt>
                <c:pt idx="614">
                  <c:v>43496</c:v>
                </c:pt>
                <c:pt idx="615">
                  <c:v>43497</c:v>
                </c:pt>
                <c:pt idx="616">
                  <c:v>43498</c:v>
                </c:pt>
                <c:pt idx="617">
                  <c:v>43499</c:v>
                </c:pt>
                <c:pt idx="618">
                  <c:v>43500</c:v>
                </c:pt>
                <c:pt idx="619">
                  <c:v>43501</c:v>
                </c:pt>
                <c:pt idx="620">
                  <c:v>43502</c:v>
                </c:pt>
                <c:pt idx="621">
                  <c:v>43503</c:v>
                </c:pt>
                <c:pt idx="622">
                  <c:v>43504</c:v>
                </c:pt>
                <c:pt idx="623">
                  <c:v>43505</c:v>
                </c:pt>
                <c:pt idx="624">
                  <c:v>43506</c:v>
                </c:pt>
                <c:pt idx="625">
                  <c:v>43507</c:v>
                </c:pt>
                <c:pt idx="626">
                  <c:v>43508</c:v>
                </c:pt>
                <c:pt idx="627">
                  <c:v>43509</c:v>
                </c:pt>
                <c:pt idx="628">
                  <c:v>43510</c:v>
                </c:pt>
                <c:pt idx="629">
                  <c:v>43511</c:v>
                </c:pt>
                <c:pt idx="630">
                  <c:v>43512</c:v>
                </c:pt>
                <c:pt idx="631">
                  <c:v>43513</c:v>
                </c:pt>
                <c:pt idx="632">
                  <c:v>43514</c:v>
                </c:pt>
                <c:pt idx="633">
                  <c:v>43515</c:v>
                </c:pt>
                <c:pt idx="634">
                  <c:v>43516</c:v>
                </c:pt>
                <c:pt idx="635">
                  <c:v>43517</c:v>
                </c:pt>
                <c:pt idx="636">
                  <c:v>43518</c:v>
                </c:pt>
                <c:pt idx="637">
                  <c:v>43519</c:v>
                </c:pt>
                <c:pt idx="638">
                  <c:v>43520</c:v>
                </c:pt>
                <c:pt idx="639">
                  <c:v>43521</c:v>
                </c:pt>
                <c:pt idx="640">
                  <c:v>43522</c:v>
                </c:pt>
                <c:pt idx="641">
                  <c:v>43523</c:v>
                </c:pt>
                <c:pt idx="642">
                  <c:v>43524</c:v>
                </c:pt>
                <c:pt idx="643">
                  <c:v>43525</c:v>
                </c:pt>
                <c:pt idx="644">
                  <c:v>43526</c:v>
                </c:pt>
                <c:pt idx="645">
                  <c:v>43527</c:v>
                </c:pt>
                <c:pt idx="646">
                  <c:v>43528</c:v>
                </c:pt>
                <c:pt idx="647">
                  <c:v>43529</c:v>
                </c:pt>
                <c:pt idx="648">
                  <c:v>43530</c:v>
                </c:pt>
                <c:pt idx="649">
                  <c:v>43531</c:v>
                </c:pt>
                <c:pt idx="650">
                  <c:v>43532</c:v>
                </c:pt>
                <c:pt idx="651">
                  <c:v>43533</c:v>
                </c:pt>
                <c:pt idx="652">
                  <c:v>43534</c:v>
                </c:pt>
                <c:pt idx="653">
                  <c:v>43535</c:v>
                </c:pt>
                <c:pt idx="654">
                  <c:v>43536</c:v>
                </c:pt>
                <c:pt idx="655">
                  <c:v>43537</c:v>
                </c:pt>
                <c:pt idx="656">
                  <c:v>43538</c:v>
                </c:pt>
                <c:pt idx="657">
                  <c:v>43539</c:v>
                </c:pt>
                <c:pt idx="658">
                  <c:v>43540</c:v>
                </c:pt>
                <c:pt idx="659">
                  <c:v>43541</c:v>
                </c:pt>
                <c:pt idx="660">
                  <c:v>43542</c:v>
                </c:pt>
                <c:pt idx="661">
                  <c:v>43543</c:v>
                </c:pt>
                <c:pt idx="662">
                  <c:v>43544</c:v>
                </c:pt>
                <c:pt idx="663">
                  <c:v>43545</c:v>
                </c:pt>
                <c:pt idx="664">
                  <c:v>43546</c:v>
                </c:pt>
                <c:pt idx="665">
                  <c:v>43547</c:v>
                </c:pt>
                <c:pt idx="666">
                  <c:v>43548</c:v>
                </c:pt>
                <c:pt idx="667">
                  <c:v>43549</c:v>
                </c:pt>
                <c:pt idx="668">
                  <c:v>43550</c:v>
                </c:pt>
                <c:pt idx="669">
                  <c:v>43551</c:v>
                </c:pt>
                <c:pt idx="670">
                  <c:v>43552</c:v>
                </c:pt>
                <c:pt idx="671">
                  <c:v>43553</c:v>
                </c:pt>
                <c:pt idx="672">
                  <c:v>43554</c:v>
                </c:pt>
                <c:pt idx="673">
                  <c:v>43555</c:v>
                </c:pt>
                <c:pt idx="674">
                  <c:v>43556</c:v>
                </c:pt>
                <c:pt idx="675">
                  <c:v>43557</c:v>
                </c:pt>
                <c:pt idx="676">
                  <c:v>43558</c:v>
                </c:pt>
                <c:pt idx="677">
                  <c:v>43559</c:v>
                </c:pt>
                <c:pt idx="678">
                  <c:v>43560</c:v>
                </c:pt>
                <c:pt idx="679">
                  <c:v>43561</c:v>
                </c:pt>
                <c:pt idx="680">
                  <c:v>43562</c:v>
                </c:pt>
                <c:pt idx="681">
                  <c:v>43563</c:v>
                </c:pt>
                <c:pt idx="682">
                  <c:v>43564</c:v>
                </c:pt>
                <c:pt idx="683">
                  <c:v>43565</c:v>
                </c:pt>
                <c:pt idx="684">
                  <c:v>43566</c:v>
                </c:pt>
                <c:pt idx="685">
                  <c:v>43567</c:v>
                </c:pt>
                <c:pt idx="686">
                  <c:v>43568</c:v>
                </c:pt>
                <c:pt idx="687">
                  <c:v>43569</c:v>
                </c:pt>
                <c:pt idx="688">
                  <c:v>43570</c:v>
                </c:pt>
                <c:pt idx="689">
                  <c:v>43571</c:v>
                </c:pt>
                <c:pt idx="690">
                  <c:v>43572</c:v>
                </c:pt>
                <c:pt idx="691">
                  <c:v>43573</c:v>
                </c:pt>
                <c:pt idx="692">
                  <c:v>43574</c:v>
                </c:pt>
                <c:pt idx="693">
                  <c:v>43575</c:v>
                </c:pt>
                <c:pt idx="694">
                  <c:v>43576</c:v>
                </c:pt>
                <c:pt idx="695">
                  <c:v>43577</c:v>
                </c:pt>
                <c:pt idx="696">
                  <c:v>43578</c:v>
                </c:pt>
                <c:pt idx="697">
                  <c:v>43579</c:v>
                </c:pt>
                <c:pt idx="698">
                  <c:v>43580</c:v>
                </c:pt>
                <c:pt idx="699">
                  <c:v>43581</c:v>
                </c:pt>
                <c:pt idx="700">
                  <c:v>43582</c:v>
                </c:pt>
                <c:pt idx="701">
                  <c:v>43583</c:v>
                </c:pt>
                <c:pt idx="702">
                  <c:v>43584</c:v>
                </c:pt>
                <c:pt idx="703">
                  <c:v>43585</c:v>
                </c:pt>
                <c:pt idx="704">
                  <c:v>43586</c:v>
                </c:pt>
                <c:pt idx="705">
                  <c:v>43587</c:v>
                </c:pt>
                <c:pt idx="706">
                  <c:v>43588</c:v>
                </c:pt>
                <c:pt idx="707">
                  <c:v>43589</c:v>
                </c:pt>
                <c:pt idx="708">
                  <c:v>43590</c:v>
                </c:pt>
                <c:pt idx="709">
                  <c:v>43591</c:v>
                </c:pt>
                <c:pt idx="710">
                  <c:v>43592</c:v>
                </c:pt>
                <c:pt idx="711">
                  <c:v>43593</c:v>
                </c:pt>
                <c:pt idx="712">
                  <c:v>43594</c:v>
                </c:pt>
                <c:pt idx="713">
                  <c:v>43595</c:v>
                </c:pt>
                <c:pt idx="714">
                  <c:v>43596</c:v>
                </c:pt>
                <c:pt idx="715">
                  <c:v>43597</c:v>
                </c:pt>
                <c:pt idx="716">
                  <c:v>43598</c:v>
                </c:pt>
                <c:pt idx="717">
                  <c:v>43599</c:v>
                </c:pt>
                <c:pt idx="718">
                  <c:v>43600</c:v>
                </c:pt>
                <c:pt idx="719">
                  <c:v>43601</c:v>
                </c:pt>
                <c:pt idx="720">
                  <c:v>43602</c:v>
                </c:pt>
                <c:pt idx="721">
                  <c:v>43603</c:v>
                </c:pt>
                <c:pt idx="722">
                  <c:v>43604</c:v>
                </c:pt>
                <c:pt idx="723">
                  <c:v>43605</c:v>
                </c:pt>
                <c:pt idx="724">
                  <c:v>43606</c:v>
                </c:pt>
                <c:pt idx="725">
                  <c:v>43607</c:v>
                </c:pt>
                <c:pt idx="726">
                  <c:v>43608</c:v>
                </c:pt>
                <c:pt idx="727">
                  <c:v>43609</c:v>
                </c:pt>
                <c:pt idx="728">
                  <c:v>43610</c:v>
                </c:pt>
                <c:pt idx="729">
                  <c:v>43611</c:v>
                </c:pt>
                <c:pt idx="730">
                  <c:v>43612</c:v>
                </c:pt>
                <c:pt idx="731">
                  <c:v>43613</c:v>
                </c:pt>
                <c:pt idx="732">
                  <c:v>43614</c:v>
                </c:pt>
                <c:pt idx="733">
                  <c:v>43615</c:v>
                </c:pt>
                <c:pt idx="734">
                  <c:v>43616</c:v>
                </c:pt>
                <c:pt idx="735">
                  <c:v>43617</c:v>
                </c:pt>
                <c:pt idx="736">
                  <c:v>43618</c:v>
                </c:pt>
                <c:pt idx="737">
                  <c:v>43619</c:v>
                </c:pt>
                <c:pt idx="738">
                  <c:v>43620</c:v>
                </c:pt>
                <c:pt idx="739">
                  <c:v>43621</c:v>
                </c:pt>
                <c:pt idx="740">
                  <c:v>43622</c:v>
                </c:pt>
                <c:pt idx="741">
                  <c:v>43623</c:v>
                </c:pt>
                <c:pt idx="742">
                  <c:v>43624</c:v>
                </c:pt>
                <c:pt idx="743">
                  <c:v>43625</c:v>
                </c:pt>
                <c:pt idx="744">
                  <c:v>43626</c:v>
                </c:pt>
                <c:pt idx="745">
                  <c:v>43627</c:v>
                </c:pt>
                <c:pt idx="746">
                  <c:v>43628</c:v>
                </c:pt>
                <c:pt idx="747">
                  <c:v>43629</c:v>
                </c:pt>
                <c:pt idx="748">
                  <c:v>43630</c:v>
                </c:pt>
                <c:pt idx="749">
                  <c:v>43631</c:v>
                </c:pt>
                <c:pt idx="750">
                  <c:v>43632</c:v>
                </c:pt>
                <c:pt idx="751">
                  <c:v>43633</c:v>
                </c:pt>
                <c:pt idx="752">
                  <c:v>43634</c:v>
                </c:pt>
                <c:pt idx="753">
                  <c:v>43635</c:v>
                </c:pt>
                <c:pt idx="754">
                  <c:v>43636</c:v>
                </c:pt>
                <c:pt idx="755">
                  <c:v>43637</c:v>
                </c:pt>
                <c:pt idx="756">
                  <c:v>43638</c:v>
                </c:pt>
                <c:pt idx="757">
                  <c:v>43639</c:v>
                </c:pt>
                <c:pt idx="758">
                  <c:v>43640</c:v>
                </c:pt>
                <c:pt idx="759">
                  <c:v>43641</c:v>
                </c:pt>
                <c:pt idx="760">
                  <c:v>43642</c:v>
                </c:pt>
                <c:pt idx="761">
                  <c:v>43643</c:v>
                </c:pt>
                <c:pt idx="762">
                  <c:v>43644</c:v>
                </c:pt>
                <c:pt idx="763">
                  <c:v>43645</c:v>
                </c:pt>
                <c:pt idx="764">
                  <c:v>43646</c:v>
                </c:pt>
                <c:pt idx="765">
                  <c:v>43647</c:v>
                </c:pt>
                <c:pt idx="766">
                  <c:v>43648</c:v>
                </c:pt>
                <c:pt idx="767">
                  <c:v>43649</c:v>
                </c:pt>
                <c:pt idx="768">
                  <c:v>43650</c:v>
                </c:pt>
                <c:pt idx="769">
                  <c:v>43651</c:v>
                </c:pt>
                <c:pt idx="770">
                  <c:v>43652</c:v>
                </c:pt>
                <c:pt idx="771">
                  <c:v>43653</c:v>
                </c:pt>
                <c:pt idx="772">
                  <c:v>43654</c:v>
                </c:pt>
                <c:pt idx="773">
                  <c:v>43655</c:v>
                </c:pt>
                <c:pt idx="774">
                  <c:v>43656</c:v>
                </c:pt>
                <c:pt idx="775">
                  <c:v>43657</c:v>
                </c:pt>
                <c:pt idx="776">
                  <c:v>43658</c:v>
                </c:pt>
                <c:pt idx="777">
                  <c:v>43659</c:v>
                </c:pt>
                <c:pt idx="778">
                  <c:v>43660</c:v>
                </c:pt>
                <c:pt idx="779">
                  <c:v>43661</c:v>
                </c:pt>
                <c:pt idx="780">
                  <c:v>43662</c:v>
                </c:pt>
                <c:pt idx="781">
                  <c:v>43663</c:v>
                </c:pt>
                <c:pt idx="782">
                  <c:v>43664</c:v>
                </c:pt>
                <c:pt idx="783">
                  <c:v>43665</c:v>
                </c:pt>
                <c:pt idx="784">
                  <c:v>43666</c:v>
                </c:pt>
                <c:pt idx="785">
                  <c:v>43667</c:v>
                </c:pt>
                <c:pt idx="786">
                  <c:v>43668</c:v>
                </c:pt>
                <c:pt idx="787">
                  <c:v>43669</c:v>
                </c:pt>
                <c:pt idx="788">
                  <c:v>43670</c:v>
                </c:pt>
                <c:pt idx="789">
                  <c:v>43671</c:v>
                </c:pt>
                <c:pt idx="790">
                  <c:v>43672</c:v>
                </c:pt>
                <c:pt idx="791">
                  <c:v>43673</c:v>
                </c:pt>
                <c:pt idx="792">
                  <c:v>43674</c:v>
                </c:pt>
                <c:pt idx="793">
                  <c:v>43675</c:v>
                </c:pt>
                <c:pt idx="794">
                  <c:v>43676</c:v>
                </c:pt>
                <c:pt idx="795">
                  <c:v>43677</c:v>
                </c:pt>
                <c:pt idx="796">
                  <c:v>43678</c:v>
                </c:pt>
                <c:pt idx="797">
                  <c:v>43679</c:v>
                </c:pt>
                <c:pt idx="798">
                  <c:v>43680</c:v>
                </c:pt>
                <c:pt idx="799">
                  <c:v>43681</c:v>
                </c:pt>
                <c:pt idx="800">
                  <c:v>43682</c:v>
                </c:pt>
                <c:pt idx="801">
                  <c:v>43683</c:v>
                </c:pt>
                <c:pt idx="802">
                  <c:v>43684</c:v>
                </c:pt>
                <c:pt idx="803">
                  <c:v>43685</c:v>
                </c:pt>
                <c:pt idx="804">
                  <c:v>43686</c:v>
                </c:pt>
                <c:pt idx="805">
                  <c:v>43687</c:v>
                </c:pt>
                <c:pt idx="806">
                  <c:v>43688</c:v>
                </c:pt>
                <c:pt idx="807">
                  <c:v>43689</c:v>
                </c:pt>
                <c:pt idx="808">
                  <c:v>43690</c:v>
                </c:pt>
                <c:pt idx="809">
                  <c:v>43691</c:v>
                </c:pt>
                <c:pt idx="810">
                  <c:v>43692</c:v>
                </c:pt>
                <c:pt idx="811">
                  <c:v>43693</c:v>
                </c:pt>
                <c:pt idx="812">
                  <c:v>43694</c:v>
                </c:pt>
                <c:pt idx="813">
                  <c:v>43695</c:v>
                </c:pt>
                <c:pt idx="814">
                  <c:v>43696</c:v>
                </c:pt>
                <c:pt idx="815">
                  <c:v>43697</c:v>
                </c:pt>
                <c:pt idx="816">
                  <c:v>43698</c:v>
                </c:pt>
                <c:pt idx="817">
                  <c:v>43699</c:v>
                </c:pt>
                <c:pt idx="818">
                  <c:v>43700</c:v>
                </c:pt>
                <c:pt idx="819">
                  <c:v>43701</c:v>
                </c:pt>
                <c:pt idx="820">
                  <c:v>43702</c:v>
                </c:pt>
                <c:pt idx="821">
                  <c:v>43703</c:v>
                </c:pt>
                <c:pt idx="822">
                  <c:v>43704</c:v>
                </c:pt>
                <c:pt idx="823">
                  <c:v>43705</c:v>
                </c:pt>
                <c:pt idx="824">
                  <c:v>43706</c:v>
                </c:pt>
                <c:pt idx="825">
                  <c:v>43707</c:v>
                </c:pt>
                <c:pt idx="826">
                  <c:v>43708</c:v>
                </c:pt>
                <c:pt idx="827">
                  <c:v>43709</c:v>
                </c:pt>
                <c:pt idx="828">
                  <c:v>43710</c:v>
                </c:pt>
                <c:pt idx="829">
                  <c:v>43711</c:v>
                </c:pt>
                <c:pt idx="830">
                  <c:v>43712</c:v>
                </c:pt>
                <c:pt idx="831">
                  <c:v>43713</c:v>
                </c:pt>
                <c:pt idx="832">
                  <c:v>43714</c:v>
                </c:pt>
                <c:pt idx="833">
                  <c:v>43715</c:v>
                </c:pt>
                <c:pt idx="834">
                  <c:v>43716</c:v>
                </c:pt>
                <c:pt idx="835">
                  <c:v>43717</c:v>
                </c:pt>
                <c:pt idx="836">
                  <c:v>43718</c:v>
                </c:pt>
                <c:pt idx="837">
                  <c:v>43719</c:v>
                </c:pt>
                <c:pt idx="838">
                  <c:v>43720</c:v>
                </c:pt>
                <c:pt idx="839">
                  <c:v>43721</c:v>
                </c:pt>
                <c:pt idx="840">
                  <c:v>43722</c:v>
                </c:pt>
                <c:pt idx="841">
                  <c:v>43723</c:v>
                </c:pt>
                <c:pt idx="842">
                  <c:v>43724</c:v>
                </c:pt>
                <c:pt idx="843">
                  <c:v>43725</c:v>
                </c:pt>
                <c:pt idx="844">
                  <c:v>43726</c:v>
                </c:pt>
                <c:pt idx="845">
                  <c:v>43727</c:v>
                </c:pt>
                <c:pt idx="846">
                  <c:v>43728</c:v>
                </c:pt>
                <c:pt idx="847">
                  <c:v>43729</c:v>
                </c:pt>
                <c:pt idx="848">
                  <c:v>43730</c:v>
                </c:pt>
                <c:pt idx="849">
                  <c:v>43731</c:v>
                </c:pt>
                <c:pt idx="850">
                  <c:v>43732</c:v>
                </c:pt>
                <c:pt idx="851">
                  <c:v>43733</c:v>
                </c:pt>
                <c:pt idx="852">
                  <c:v>43734</c:v>
                </c:pt>
                <c:pt idx="853">
                  <c:v>43735</c:v>
                </c:pt>
                <c:pt idx="854">
                  <c:v>43736</c:v>
                </c:pt>
                <c:pt idx="855">
                  <c:v>43737</c:v>
                </c:pt>
                <c:pt idx="856">
                  <c:v>43738</c:v>
                </c:pt>
                <c:pt idx="857">
                  <c:v>43739</c:v>
                </c:pt>
                <c:pt idx="858">
                  <c:v>43740</c:v>
                </c:pt>
                <c:pt idx="859">
                  <c:v>43741</c:v>
                </c:pt>
                <c:pt idx="860">
                  <c:v>43742</c:v>
                </c:pt>
                <c:pt idx="861">
                  <c:v>43743</c:v>
                </c:pt>
                <c:pt idx="862">
                  <c:v>43744</c:v>
                </c:pt>
                <c:pt idx="863">
                  <c:v>43745</c:v>
                </c:pt>
                <c:pt idx="864">
                  <c:v>43746</c:v>
                </c:pt>
                <c:pt idx="865">
                  <c:v>43747</c:v>
                </c:pt>
                <c:pt idx="866">
                  <c:v>43748</c:v>
                </c:pt>
                <c:pt idx="867">
                  <c:v>43749</c:v>
                </c:pt>
                <c:pt idx="868">
                  <c:v>43750</c:v>
                </c:pt>
                <c:pt idx="869">
                  <c:v>43751</c:v>
                </c:pt>
                <c:pt idx="870">
                  <c:v>43752</c:v>
                </c:pt>
                <c:pt idx="871">
                  <c:v>43753</c:v>
                </c:pt>
                <c:pt idx="872">
                  <c:v>43754</c:v>
                </c:pt>
                <c:pt idx="873">
                  <c:v>43755</c:v>
                </c:pt>
                <c:pt idx="874">
                  <c:v>43756</c:v>
                </c:pt>
                <c:pt idx="875">
                  <c:v>43757</c:v>
                </c:pt>
                <c:pt idx="876">
                  <c:v>43758</c:v>
                </c:pt>
                <c:pt idx="877">
                  <c:v>43759</c:v>
                </c:pt>
                <c:pt idx="878">
                  <c:v>43760</c:v>
                </c:pt>
                <c:pt idx="879">
                  <c:v>43761</c:v>
                </c:pt>
                <c:pt idx="880">
                  <c:v>43762</c:v>
                </c:pt>
                <c:pt idx="881">
                  <c:v>43763</c:v>
                </c:pt>
                <c:pt idx="882">
                  <c:v>43764</c:v>
                </c:pt>
                <c:pt idx="883">
                  <c:v>43765</c:v>
                </c:pt>
                <c:pt idx="884">
                  <c:v>43766</c:v>
                </c:pt>
                <c:pt idx="885">
                  <c:v>43767</c:v>
                </c:pt>
                <c:pt idx="886">
                  <c:v>43768</c:v>
                </c:pt>
                <c:pt idx="887">
                  <c:v>43769</c:v>
                </c:pt>
                <c:pt idx="888">
                  <c:v>43770</c:v>
                </c:pt>
                <c:pt idx="889">
                  <c:v>43771</c:v>
                </c:pt>
                <c:pt idx="890">
                  <c:v>43772</c:v>
                </c:pt>
                <c:pt idx="891">
                  <c:v>43773</c:v>
                </c:pt>
                <c:pt idx="892">
                  <c:v>43774</c:v>
                </c:pt>
                <c:pt idx="893">
                  <c:v>43775</c:v>
                </c:pt>
                <c:pt idx="894">
                  <c:v>43776</c:v>
                </c:pt>
                <c:pt idx="895">
                  <c:v>43777</c:v>
                </c:pt>
                <c:pt idx="896">
                  <c:v>43778</c:v>
                </c:pt>
                <c:pt idx="897">
                  <c:v>43779</c:v>
                </c:pt>
                <c:pt idx="898">
                  <c:v>43780</c:v>
                </c:pt>
                <c:pt idx="899">
                  <c:v>43781</c:v>
                </c:pt>
                <c:pt idx="900">
                  <c:v>43782</c:v>
                </c:pt>
                <c:pt idx="901">
                  <c:v>43783</c:v>
                </c:pt>
                <c:pt idx="902">
                  <c:v>43784</c:v>
                </c:pt>
                <c:pt idx="903">
                  <c:v>43785</c:v>
                </c:pt>
                <c:pt idx="904">
                  <c:v>43786</c:v>
                </c:pt>
                <c:pt idx="905">
                  <c:v>43787</c:v>
                </c:pt>
                <c:pt idx="906">
                  <c:v>43788</c:v>
                </c:pt>
                <c:pt idx="907">
                  <c:v>43789</c:v>
                </c:pt>
                <c:pt idx="908">
                  <c:v>43790</c:v>
                </c:pt>
                <c:pt idx="909">
                  <c:v>43791</c:v>
                </c:pt>
                <c:pt idx="910">
                  <c:v>43792</c:v>
                </c:pt>
                <c:pt idx="911">
                  <c:v>43793</c:v>
                </c:pt>
                <c:pt idx="912">
                  <c:v>43794</c:v>
                </c:pt>
                <c:pt idx="913">
                  <c:v>43795</c:v>
                </c:pt>
                <c:pt idx="914">
                  <c:v>43796</c:v>
                </c:pt>
                <c:pt idx="915">
                  <c:v>43797</c:v>
                </c:pt>
                <c:pt idx="916">
                  <c:v>43798</c:v>
                </c:pt>
                <c:pt idx="917">
                  <c:v>43799</c:v>
                </c:pt>
                <c:pt idx="918">
                  <c:v>43800</c:v>
                </c:pt>
                <c:pt idx="919">
                  <c:v>43801</c:v>
                </c:pt>
                <c:pt idx="920">
                  <c:v>43802</c:v>
                </c:pt>
                <c:pt idx="921">
                  <c:v>43803</c:v>
                </c:pt>
                <c:pt idx="922">
                  <c:v>43804</c:v>
                </c:pt>
                <c:pt idx="923">
                  <c:v>43805</c:v>
                </c:pt>
                <c:pt idx="924">
                  <c:v>43806</c:v>
                </c:pt>
                <c:pt idx="925">
                  <c:v>43807</c:v>
                </c:pt>
                <c:pt idx="926">
                  <c:v>43808</c:v>
                </c:pt>
                <c:pt idx="927">
                  <c:v>43809</c:v>
                </c:pt>
                <c:pt idx="928">
                  <c:v>43810</c:v>
                </c:pt>
                <c:pt idx="929">
                  <c:v>43811</c:v>
                </c:pt>
                <c:pt idx="930">
                  <c:v>43812</c:v>
                </c:pt>
                <c:pt idx="931">
                  <c:v>43813</c:v>
                </c:pt>
                <c:pt idx="932">
                  <c:v>43814</c:v>
                </c:pt>
                <c:pt idx="933">
                  <c:v>43815</c:v>
                </c:pt>
                <c:pt idx="934">
                  <c:v>43816</c:v>
                </c:pt>
                <c:pt idx="935">
                  <c:v>43817</c:v>
                </c:pt>
                <c:pt idx="936">
                  <c:v>43818</c:v>
                </c:pt>
                <c:pt idx="937">
                  <c:v>43819</c:v>
                </c:pt>
                <c:pt idx="938">
                  <c:v>43820</c:v>
                </c:pt>
                <c:pt idx="939">
                  <c:v>43821</c:v>
                </c:pt>
                <c:pt idx="940">
                  <c:v>43822</c:v>
                </c:pt>
                <c:pt idx="941">
                  <c:v>43823</c:v>
                </c:pt>
                <c:pt idx="942">
                  <c:v>43824</c:v>
                </c:pt>
                <c:pt idx="943">
                  <c:v>43825</c:v>
                </c:pt>
                <c:pt idx="944">
                  <c:v>43826</c:v>
                </c:pt>
                <c:pt idx="945">
                  <c:v>43827</c:v>
                </c:pt>
                <c:pt idx="946">
                  <c:v>43828</c:v>
                </c:pt>
                <c:pt idx="947">
                  <c:v>43829</c:v>
                </c:pt>
                <c:pt idx="948">
                  <c:v>43830</c:v>
                </c:pt>
                <c:pt idx="949">
                  <c:v>43831</c:v>
                </c:pt>
                <c:pt idx="950">
                  <c:v>43832</c:v>
                </c:pt>
                <c:pt idx="951">
                  <c:v>43833</c:v>
                </c:pt>
                <c:pt idx="952">
                  <c:v>43834</c:v>
                </c:pt>
                <c:pt idx="953">
                  <c:v>43835</c:v>
                </c:pt>
                <c:pt idx="954">
                  <c:v>43836</c:v>
                </c:pt>
                <c:pt idx="955">
                  <c:v>43837</c:v>
                </c:pt>
                <c:pt idx="956">
                  <c:v>43838</c:v>
                </c:pt>
                <c:pt idx="957">
                  <c:v>43839</c:v>
                </c:pt>
                <c:pt idx="958">
                  <c:v>43840</c:v>
                </c:pt>
                <c:pt idx="959">
                  <c:v>43841</c:v>
                </c:pt>
                <c:pt idx="960">
                  <c:v>43842</c:v>
                </c:pt>
                <c:pt idx="961">
                  <c:v>43843</c:v>
                </c:pt>
                <c:pt idx="962">
                  <c:v>43844</c:v>
                </c:pt>
                <c:pt idx="963">
                  <c:v>43845</c:v>
                </c:pt>
                <c:pt idx="964">
                  <c:v>43846</c:v>
                </c:pt>
                <c:pt idx="965">
                  <c:v>43847</c:v>
                </c:pt>
                <c:pt idx="966">
                  <c:v>43848</c:v>
                </c:pt>
                <c:pt idx="967">
                  <c:v>43849</c:v>
                </c:pt>
                <c:pt idx="968">
                  <c:v>43850</c:v>
                </c:pt>
                <c:pt idx="969">
                  <c:v>43851</c:v>
                </c:pt>
                <c:pt idx="970">
                  <c:v>43852</c:v>
                </c:pt>
                <c:pt idx="971">
                  <c:v>43853</c:v>
                </c:pt>
                <c:pt idx="972">
                  <c:v>43854</c:v>
                </c:pt>
                <c:pt idx="973">
                  <c:v>43855</c:v>
                </c:pt>
                <c:pt idx="974">
                  <c:v>43856</c:v>
                </c:pt>
                <c:pt idx="975">
                  <c:v>43857</c:v>
                </c:pt>
                <c:pt idx="976">
                  <c:v>43858</c:v>
                </c:pt>
                <c:pt idx="977">
                  <c:v>43859</c:v>
                </c:pt>
                <c:pt idx="978">
                  <c:v>43860</c:v>
                </c:pt>
                <c:pt idx="979">
                  <c:v>43861</c:v>
                </c:pt>
                <c:pt idx="980">
                  <c:v>43862</c:v>
                </c:pt>
                <c:pt idx="981">
                  <c:v>43863</c:v>
                </c:pt>
                <c:pt idx="982">
                  <c:v>43864</c:v>
                </c:pt>
                <c:pt idx="983">
                  <c:v>43865</c:v>
                </c:pt>
                <c:pt idx="984">
                  <c:v>43866</c:v>
                </c:pt>
                <c:pt idx="985">
                  <c:v>43867</c:v>
                </c:pt>
                <c:pt idx="986">
                  <c:v>43868</c:v>
                </c:pt>
                <c:pt idx="987">
                  <c:v>43869</c:v>
                </c:pt>
                <c:pt idx="988">
                  <c:v>43870</c:v>
                </c:pt>
                <c:pt idx="989">
                  <c:v>43871</c:v>
                </c:pt>
                <c:pt idx="990">
                  <c:v>43872</c:v>
                </c:pt>
                <c:pt idx="991">
                  <c:v>43873</c:v>
                </c:pt>
                <c:pt idx="992">
                  <c:v>43874</c:v>
                </c:pt>
                <c:pt idx="993">
                  <c:v>43875</c:v>
                </c:pt>
                <c:pt idx="994">
                  <c:v>43876</c:v>
                </c:pt>
                <c:pt idx="995">
                  <c:v>43877</c:v>
                </c:pt>
                <c:pt idx="996">
                  <c:v>43878</c:v>
                </c:pt>
                <c:pt idx="997">
                  <c:v>43879</c:v>
                </c:pt>
                <c:pt idx="998">
                  <c:v>43880</c:v>
                </c:pt>
                <c:pt idx="999">
                  <c:v>43881</c:v>
                </c:pt>
                <c:pt idx="1000">
                  <c:v>43882</c:v>
                </c:pt>
                <c:pt idx="1001">
                  <c:v>43883</c:v>
                </c:pt>
                <c:pt idx="1002">
                  <c:v>43884</c:v>
                </c:pt>
                <c:pt idx="1003">
                  <c:v>43885</c:v>
                </c:pt>
                <c:pt idx="1004">
                  <c:v>43886</c:v>
                </c:pt>
                <c:pt idx="1005">
                  <c:v>43887</c:v>
                </c:pt>
                <c:pt idx="1006">
                  <c:v>43888</c:v>
                </c:pt>
                <c:pt idx="1007">
                  <c:v>43889</c:v>
                </c:pt>
                <c:pt idx="1008">
                  <c:v>43890</c:v>
                </c:pt>
                <c:pt idx="1009">
                  <c:v>43891</c:v>
                </c:pt>
                <c:pt idx="1010">
                  <c:v>43892</c:v>
                </c:pt>
                <c:pt idx="1011">
                  <c:v>43893</c:v>
                </c:pt>
                <c:pt idx="1012">
                  <c:v>43894</c:v>
                </c:pt>
                <c:pt idx="1013">
                  <c:v>43895</c:v>
                </c:pt>
                <c:pt idx="1014">
                  <c:v>43896</c:v>
                </c:pt>
                <c:pt idx="1015">
                  <c:v>43897</c:v>
                </c:pt>
                <c:pt idx="1016">
                  <c:v>43898</c:v>
                </c:pt>
                <c:pt idx="1017">
                  <c:v>43899</c:v>
                </c:pt>
                <c:pt idx="1018">
                  <c:v>43900</c:v>
                </c:pt>
                <c:pt idx="1019">
                  <c:v>43901</c:v>
                </c:pt>
                <c:pt idx="1020">
                  <c:v>43902</c:v>
                </c:pt>
                <c:pt idx="1021">
                  <c:v>43903</c:v>
                </c:pt>
                <c:pt idx="1022">
                  <c:v>43904</c:v>
                </c:pt>
                <c:pt idx="1023">
                  <c:v>43905</c:v>
                </c:pt>
                <c:pt idx="1024">
                  <c:v>43906</c:v>
                </c:pt>
                <c:pt idx="1025">
                  <c:v>43907</c:v>
                </c:pt>
                <c:pt idx="1026">
                  <c:v>43908</c:v>
                </c:pt>
                <c:pt idx="1027">
                  <c:v>43909</c:v>
                </c:pt>
                <c:pt idx="1028">
                  <c:v>43910</c:v>
                </c:pt>
                <c:pt idx="1029">
                  <c:v>43911</c:v>
                </c:pt>
                <c:pt idx="1030">
                  <c:v>43912</c:v>
                </c:pt>
                <c:pt idx="1031">
                  <c:v>43913</c:v>
                </c:pt>
                <c:pt idx="1032">
                  <c:v>43914</c:v>
                </c:pt>
                <c:pt idx="1033">
                  <c:v>43915</c:v>
                </c:pt>
                <c:pt idx="1034">
                  <c:v>43916</c:v>
                </c:pt>
                <c:pt idx="1035">
                  <c:v>43917</c:v>
                </c:pt>
                <c:pt idx="1036">
                  <c:v>43918</c:v>
                </c:pt>
                <c:pt idx="1037">
                  <c:v>43919</c:v>
                </c:pt>
                <c:pt idx="1038">
                  <c:v>43920</c:v>
                </c:pt>
                <c:pt idx="1039">
                  <c:v>43921</c:v>
                </c:pt>
                <c:pt idx="1040">
                  <c:v>43922</c:v>
                </c:pt>
                <c:pt idx="1041">
                  <c:v>43923</c:v>
                </c:pt>
                <c:pt idx="1042">
                  <c:v>43924</c:v>
                </c:pt>
                <c:pt idx="1043">
                  <c:v>43925</c:v>
                </c:pt>
                <c:pt idx="1044">
                  <c:v>43926</c:v>
                </c:pt>
                <c:pt idx="1045">
                  <c:v>43927</c:v>
                </c:pt>
                <c:pt idx="1046">
                  <c:v>43928</c:v>
                </c:pt>
                <c:pt idx="1047">
                  <c:v>43929</c:v>
                </c:pt>
                <c:pt idx="1048">
                  <c:v>43930</c:v>
                </c:pt>
                <c:pt idx="1049">
                  <c:v>43931</c:v>
                </c:pt>
                <c:pt idx="1050">
                  <c:v>43932</c:v>
                </c:pt>
                <c:pt idx="1051">
                  <c:v>43933</c:v>
                </c:pt>
                <c:pt idx="1052">
                  <c:v>43934</c:v>
                </c:pt>
                <c:pt idx="1053">
                  <c:v>43935</c:v>
                </c:pt>
                <c:pt idx="1054">
                  <c:v>43936</c:v>
                </c:pt>
                <c:pt idx="1055">
                  <c:v>43937</c:v>
                </c:pt>
                <c:pt idx="1056">
                  <c:v>43938</c:v>
                </c:pt>
                <c:pt idx="1057">
                  <c:v>43939</c:v>
                </c:pt>
                <c:pt idx="1058">
                  <c:v>43940</c:v>
                </c:pt>
                <c:pt idx="1059">
                  <c:v>43941</c:v>
                </c:pt>
                <c:pt idx="1060">
                  <c:v>43942</c:v>
                </c:pt>
                <c:pt idx="1061">
                  <c:v>43943</c:v>
                </c:pt>
                <c:pt idx="1062">
                  <c:v>43944</c:v>
                </c:pt>
                <c:pt idx="1063">
                  <c:v>43945</c:v>
                </c:pt>
                <c:pt idx="1064">
                  <c:v>43946</c:v>
                </c:pt>
                <c:pt idx="1065">
                  <c:v>43947</c:v>
                </c:pt>
                <c:pt idx="1066">
                  <c:v>43948</c:v>
                </c:pt>
                <c:pt idx="1067">
                  <c:v>43949</c:v>
                </c:pt>
                <c:pt idx="1068">
                  <c:v>43950</c:v>
                </c:pt>
                <c:pt idx="1069">
                  <c:v>43951</c:v>
                </c:pt>
                <c:pt idx="1070">
                  <c:v>43952</c:v>
                </c:pt>
                <c:pt idx="1071">
                  <c:v>43953</c:v>
                </c:pt>
                <c:pt idx="1072">
                  <c:v>43954</c:v>
                </c:pt>
                <c:pt idx="1073">
                  <c:v>43955</c:v>
                </c:pt>
                <c:pt idx="1074">
                  <c:v>43956</c:v>
                </c:pt>
                <c:pt idx="1075">
                  <c:v>43957</c:v>
                </c:pt>
                <c:pt idx="1076">
                  <c:v>43958</c:v>
                </c:pt>
                <c:pt idx="1077">
                  <c:v>43959</c:v>
                </c:pt>
                <c:pt idx="1078">
                  <c:v>43960</c:v>
                </c:pt>
                <c:pt idx="1079">
                  <c:v>43961</c:v>
                </c:pt>
                <c:pt idx="1080">
                  <c:v>43962</c:v>
                </c:pt>
                <c:pt idx="1081">
                  <c:v>43963</c:v>
                </c:pt>
                <c:pt idx="1082">
                  <c:v>43964</c:v>
                </c:pt>
                <c:pt idx="1083">
                  <c:v>43965</c:v>
                </c:pt>
                <c:pt idx="1084">
                  <c:v>43966</c:v>
                </c:pt>
                <c:pt idx="1085">
                  <c:v>43967</c:v>
                </c:pt>
                <c:pt idx="1086">
                  <c:v>43968</c:v>
                </c:pt>
                <c:pt idx="1087">
                  <c:v>43969</c:v>
                </c:pt>
                <c:pt idx="1088">
                  <c:v>43970</c:v>
                </c:pt>
                <c:pt idx="1089">
                  <c:v>43971</c:v>
                </c:pt>
                <c:pt idx="1090">
                  <c:v>43972</c:v>
                </c:pt>
                <c:pt idx="1091">
                  <c:v>43973</c:v>
                </c:pt>
                <c:pt idx="1092">
                  <c:v>43974</c:v>
                </c:pt>
                <c:pt idx="1093">
                  <c:v>43975</c:v>
                </c:pt>
                <c:pt idx="1094">
                  <c:v>43976</c:v>
                </c:pt>
                <c:pt idx="1095">
                  <c:v>43977</c:v>
                </c:pt>
                <c:pt idx="1096">
                  <c:v>43978</c:v>
                </c:pt>
                <c:pt idx="1097">
                  <c:v>43979</c:v>
                </c:pt>
                <c:pt idx="1098">
                  <c:v>43980</c:v>
                </c:pt>
                <c:pt idx="1099">
                  <c:v>43981</c:v>
                </c:pt>
                <c:pt idx="1100">
                  <c:v>43982</c:v>
                </c:pt>
                <c:pt idx="1101">
                  <c:v>43983</c:v>
                </c:pt>
                <c:pt idx="1102">
                  <c:v>43984</c:v>
                </c:pt>
                <c:pt idx="1103">
                  <c:v>43985</c:v>
                </c:pt>
                <c:pt idx="1104">
                  <c:v>43986</c:v>
                </c:pt>
                <c:pt idx="1105">
                  <c:v>43987</c:v>
                </c:pt>
                <c:pt idx="1106">
                  <c:v>43988</c:v>
                </c:pt>
                <c:pt idx="1107">
                  <c:v>43989</c:v>
                </c:pt>
                <c:pt idx="1108">
                  <c:v>43990</c:v>
                </c:pt>
                <c:pt idx="1109">
                  <c:v>43991</c:v>
                </c:pt>
                <c:pt idx="1110">
                  <c:v>43992</c:v>
                </c:pt>
                <c:pt idx="1111">
                  <c:v>43993</c:v>
                </c:pt>
                <c:pt idx="1112">
                  <c:v>43994</c:v>
                </c:pt>
                <c:pt idx="1113">
                  <c:v>43995</c:v>
                </c:pt>
                <c:pt idx="1114">
                  <c:v>43996</c:v>
                </c:pt>
                <c:pt idx="1115">
                  <c:v>43997</c:v>
                </c:pt>
                <c:pt idx="1116">
                  <c:v>43998</c:v>
                </c:pt>
                <c:pt idx="1117">
                  <c:v>43999</c:v>
                </c:pt>
                <c:pt idx="1118">
                  <c:v>44000</c:v>
                </c:pt>
                <c:pt idx="1119">
                  <c:v>44001</c:v>
                </c:pt>
                <c:pt idx="1120">
                  <c:v>44002</c:v>
                </c:pt>
                <c:pt idx="1121">
                  <c:v>44003</c:v>
                </c:pt>
                <c:pt idx="1122">
                  <c:v>44004</c:v>
                </c:pt>
                <c:pt idx="1123">
                  <c:v>44005</c:v>
                </c:pt>
                <c:pt idx="1124">
                  <c:v>44006</c:v>
                </c:pt>
                <c:pt idx="1125">
                  <c:v>44007</c:v>
                </c:pt>
                <c:pt idx="1126">
                  <c:v>44008</c:v>
                </c:pt>
                <c:pt idx="1127">
                  <c:v>44009</c:v>
                </c:pt>
                <c:pt idx="1128">
                  <c:v>44010</c:v>
                </c:pt>
                <c:pt idx="1129">
                  <c:v>44011</c:v>
                </c:pt>
                <c:pt idx="1130">
                  <c:v>44012</c:v>
                </c:pt>
                <c:pt idx="1131">
                  <c:v>44013</c:v>
                </c:pt>
                <c:pt idx="1132">
                  <c:v>44014</c:v>
                </c:pt>
                <c:pt idx="1133">
                  <c:v>44015</c:v>
                </c:pt>
                <c:pt idx="1134">
                  <c:v>44016</c:v>
                </c:pt>
                <c:pt idx="1135">
                  <c:v>44017</c:v>
                </c:pt>
                <c:pt idx="1136">
                  <c:v>44018</c:v>
                </c:pt>
                <c:pt idx="1137">
                  <c:v>44019</c:v>
                </c:pt>
                <c:pt idx="1138">
                  <c:v>44020</c:v>
                </c:pt>
                <c:pt idx="1139">
                  <c:v>44021</c:v>
                </c:pt>
                <c:pt idx="1140">
                  <c:v>44022</c:v>
                </c:pt>
                <c:pt idx="1141">
                  <c:v>44023</c:v>
                </c:pt>
                <c:pt idx="1142">
                  <c:v>44024</c:v>
                </c:pt>
                <c:pt idx="1143">
                  <c:v>44025</c:v>
                </c:pt>
                <c:pt idx="1144">
                  <c:v>44026</c:v>
                </c:pt>
                <c:pt idx="1145">
                  <c:v>44027</c:v>
                </c:pt>
                <c:pt idx="1146">
                  <c:v>44028</c:v>
                </c:pt>
                <c:pt idx="1147">
                  <c:v>44029</c:v>
                </c:pt>
                <c:pt idx="1148">
                  <c:v>44030</c:v>
                </c:pt>
                <c:pt idx="1149">
                  <c:v>44031</c:v>
                </c:pt>
                <c:pt idx="1150">
                  <c:v>44032</c:v>
                </c:pt>
                <c:pt idx="1151">
                  <c:v>44033</c:v>
                </c:pt>
                <c:pt idx="1152">
                  <c:v>44034</c:v>
                </c:pt>
                <c:pt idx="1153">
                  <c:v>44035</c:v>
                </c:pt>
                <c:pt idx="1154">
                  <c:v>44036</c:v>
                </c:pt>
                <c:pt idx="1155">
                  <c:v>44037</c:v>
                </c:pt>
                <c:pt idx="1156">
                  <c:v>44038</c:v>
                </c:pt>
                <c:pt idx="1157">
                  <c:v>44039</c:v>
                </c:pt>
                <c:pt idx="1158">
                  <c:v>44040</c:v>
                </c:pt>
                <c:pt idx="1159">
                  <c:v>44041</c:v>
                </c:pt>
                <c:pt idx="1160">
                  <c:v>44042</c:v>
                </c:pt>
                <c:pt idx="1161">
                  <c:v>44043</c:v>
                </c:pt>
                <c:pt idx="1162">
                  <c:v>44044</c:v>
                </c:pt>
                <c:pt idx="1163">
                  <c:v>44045</c:v>
                </c:pt>
                <c:pt idx="1164">
                  <c:v>44046</c:v>
                </c:pt>
                <c:pt idx="1165">
                  <c:v>44047</c:v>
                </c:pt>
                <c:pt idx="1166">
                  <c:v>44048</c:v>
                </c:pt>
                <c:pt idx="1167">
                  <c:v>44049</c:v>
                </c:pt>
                <c:pt idx="1168">
                  <c:v>44050</c:v>
                </c:pt>
                <c:pt idx="1169">
                  <c:v>44051</c:v>
                </c:pt>
                <c:pt idx="1170">
                  <c:v>44052</c:v>
                </c:pt>
                <c:pt idx="1171">
                  <c:v>44053</c:v>
                </c:pt>
                <c:pt idx="1172">
                  <c:v>44054</c:v>
                </c:pt>
                <c:pt idx="1173">
                  <c:v>44055</c:v>
                </c:pt>
                <c:pt idx="1174">
                  <c:v>44056</c:v>
                </c:pt>
                <c:pt idx="1175">
                  <c:v>44057</c:v>
                </c:pt>
                <c:pt idx="1176">
                  <c:v>44058</c:v>
                </c:pt>
                <c:pt idx="1177">
                  <c:v>44059</c:v>
                </c:pt>
                <c:pt idx="1178">
                  <c:v>44060</c:v>
                </c:pt>
                <c:pt idx="1179">
                  <c:v>44061</c:v>
                </c:pt>
                <c:pt idx="1180">
                  <c:v>44062</c:v>
                </c:pt>
                <c:pt idx="1181">
                  <c:v>44063</c:v>
                </c:pt>
                <c:pt idx="1182">
                  <c:v>44064</c:v>
                </c:pt>
                <c:pt idx="1183">
                  <c:v>44065</c:v>
                </c:pt>
                <c:pt idx="1184">
                  <c:v>44066</c:v>
                </c:pt>
                <c:pt idx="1185">
                  <c:v>44067</c:v>
                </c:pt>
                <c:pt idx="1186">
                  <c:v>44068</c:v>
                </c:pt>
                <c:pt idx="1187">
                  <c:v>44069</c:v>
                </c:pt>
                <c:pt idx="1188">
                  <c:v>44070</c:v>
                </c:pt>
                <c:pt idx="1189">
                  <c:v>44071</c:v>
                </c:pt>
                <c:pt idx="1190">
                  <c:v>44072</c:v>
                </c:pt>
                <c:pt idx="1191">
                  <c:v>44073</c:v>
                </c:pt>
                <c:pt idx="1192">
                  <c:v>44074</c:v>
                </c:pt>
                <c:pt idx="1193">
                  <c:v>44075</c:v>
                </c:pt>
                <c:pt idx="1194">
                  <c:v>44076</c:v>
                </c:pt>
                <c:pt idx="1195">
                  <c:v>44077</c:v>
                </c:pt>
                <c:pt idx="1196">
                  <c:v>44078</c:v>
                </c:pt>
                <c:pt idx="1197">
                  <c:v>44079</c:v>
                </c:pt>
                <c:pt idx="1198">
                  <c:v>44080</c:v>
                </c:pt>
                <c:pt idx="1199">
                  <c:v>44081</c:v>
                </c:pt>
                <c:pt idx="1200">
                  <c:v>44082</c:v>
                </c:pt>
                <c:pt idx="1201">
                  <c:v>44083</c:v>
                </c:pt>
                <c:pt idx="1202">
                  <c:v>44084</c:v>
                </c:pt>
                <c:pt idx="1203">
                  <c:v>44085</c:v>
                </c:pt>
                <c:pt idx="1204">
                  <c:v>44086</c:v>
                </c:pt>
                <c:pt idx="1205">
                  <c:v>44087</c:v>
                </c:pt>
                <c:pt idx="1206">
                  <c:v>44088</c:v>
                </c:pt>
                <c:pt idx="1207">
                  <c:v>44089</c:v>
                </c:pt>
                <c:pt idx="1208">
                  <c:v>44090</c:v>
                </c:pt>
                <c:pt idx="1209">
                  <c:v>44091</c:v>
                </c:pt>
                <c:pt idx="1210">
                  <c:v>44092</c:v>
                </c:pt>
                <c:pt idx="1211">
                  <c:v>44093</c:v>
                </c:pt>
                <c:pt idx="1212">
                  <c:v>44094</c:v>
                </c:pt>
                <c:pt idx="1213">
                  <c:v>44095</c:v>
                </c:pt>
                <c:pt idx="1214">
                  <c:v>44096</c:v>
                </c:pt>
                <c:pt idx="1215">
                  <c:v>44097</c:v>
                </c:pt>
                <c:pt idx="1216">
                  <c:v>44098</c:v>
                </c:pt>
                <c:pt idx="1217">
                  <c:v>44099</c:v>
                </c:pt>
                <c:pt idx="1218">
                  <c:v>44100</c:v>
                </c:pt>
                <c:pt idx="1219">
                  <c:v>44101</c:v>
                </c:pt>
                <c:pt idx="1220">
                  <c:v>44102</c:v>
                </c:pt>
                <c:pt idx="1221">
                  <c:v>44103</c:v>
                </c:pt>
                <c:pt idx="1222">
                  <c:v>44104</c:v>
                </c:pt>
                <c:pt idx="1223">
                  <c:v>44105</c:v>
                </c:pt>
                <c:pt idx="1224">
                  <c:v>44106</c:v>
                </c:pt>
                <c:pt idx="1225">
                  <c:v>44107</c:v>
                </c:pt>
                <c:pt idx="1226">
                  <c:v>44108</c:v>
                </c:pt>
                <c:pt idx="1227">
                  <c:v>44109</c:v>
                </c:pt>
                <c:pt idx="1228">
                  <c:v>44110</c:v>
                </c:pt>
                <c:pt idx="1229">
                  <c:v>44111</c:v>
                </c:pt>
                <c:pt idx="1230">
                  <c:v>44112</c:v>
                </c:pt>
                <c:pt idx="1231">
                  <c:v>44113</c:v>
                </c:pt>
                <c:pt idx="1232">
                  <c:v>44114</c:v>
                </c:pt>
                <c:pt idx="1233">
                  <c:v>44115</c:v>
                </c:pt>
                <c:pt idx="1234">
                  <c:v>44116</c:v>
                </c:pt>
                <c:pt idx="1235">
                  <c:v>44117</c:v>
                </c:pt>
                <c:pt idx="1236">
                  <c:v>44118</c:v>
                </c:pt>
                <c:pt idx="1237">
                  <c:v>44119</c:v>
                </c:pt>
                <c:pt idx="1238">
                  <c:v>44120</c:v>
                </c:pt>
                <c:pt idx="1239">
                  <c:v>44121</c:v>
                </c:pt>
                <c:pt idx="1240">
                  <c:v>44122</c:v>
                </c:pt>
                <c:pt idx="1241">
                  <c:v>44123</c:v>
                </c:pt>
                <c:pt idx="1242">
                  <c:v>44124</c:v>
                </c:pt>
                <c:pt idx="1243">
                  <c:v>44125</c:v>
                </c:pt>
                <c:pt idx="1244">
                  <c:v>44126</c:v>
                </c:pt>
                <c:pt idx="1245">
                  <c:v>44127</c:v>
                </c:pt>
                <c:pt idx="1246">
                  <c:v>44128</c:v>
                </c:pt>
                <c:pt idx="1247">
                  <c:v>44129</c:v>
                </c:pt>
                <c:pt idx="1248">
                  <c:v>44130</c:v>
                </c:pt>
                <c:pt idx="1249">
                  <c:v>44131</c:v>
                </c:pt>
                <c:pt idx="1250">
                  <c:v>44132</c:v>
                </c:pt>
                <c:pt idx="1251">
                  <c:v>44133</c:v>
                </c:pt>
                <c:pt idx="1252">
                  <c:v>44134</c:v>
                </c:pt>
                <c:pt idx="1253">
                  <c:v>44135</c:v>
                </c:pt>
                <c:pt idx="1254">
                  <c:v>44136</c:v>
                </c:pt>
                <c:pt idx="1255">
                  <c:v>44137</c:v>
                </c:pt>
                <c:pt idx="1256">
                  <c:v>44138</c:v>
                </c:pt>
                <c:pt idx="1257">
                  <c:v>44139</c:v>
                </c:pt>
                <c:pt idx="1258">
                  <c:v>44140</c:v>
                </c:pt>
                <c:pt idx="1259">
                  <c:v>44141</c:v>
                </c:pt>
                <c:pt idx="1260">
                  <c:v>44142</c:v>
                </c:pt>
                <c:pt idx="1261">
                  <c:v>44143</c:v>
                </c:pt>
                <c:pt idx="1262">
                  <c:v>44144</c:v>
                </c:pt>
                <c:pt idx="1263">
                  <c:v>44145</c:v>
                </c:pt>
                <c:pt idx="1264">
                  <c:v>44146</c:v>
                </c:pt>
                <c:pt idx="1265">
                  <c:v>44147</c:v>
                </c:pt>
                <c:pt idx="1266">
                  <c:v>44148</c:v>
                </c:pt>
                <c:pt idx="1267">
                  <c:v>44149</c:v>
                </c:pt>
                <c:pt idx="1268">
                  <c:v>44150</c:v>
                </c:pt>
                <c:pt idx="1269">
                  <c:v>44151</c:v>
                </c:pt>
                <c:pt idx="1270">
                  <c:v>44152</c:v>
                </c:pt>
                <c:pt idx="1271">
                  <c:v>44153</c:v>
                </c:pt>
                <c:pt idx="1272">
                  <c:v>44154</c:v>
                </c:pt>
                <c:pt idx="1273">
                  <c:v>44155</c:v>
                </c:pt>
                <c:pt idx="1274">
                  <c:v>44156</c:v>
                </c:pt>
                <c:pt idx="1275">
                  <c:v>44157</c:v>
                </c:pt>
                <c:pt idx="1276">
                  <c:v>44158</c:v>
                </c:pt>
                <c:pt idx="1277">
                  <c:v>44159</c:v>
                </c:pt>
                <c:pt idx="1278">
                  <c:v>44160</c:v>
                </c:pt>
                <c:pt idx="1279">
                  <c:v>44161</c:v>
                </c:pt>
                <c:pt idx="1280">
                  <c:v>44162</c:v>
                </c:pt>
                <c:pt idx="1281">
                  <c:v>44163</c:v>
                </c:pt>
                <c:pt idx="1282">
                  <c:v>44164</c:v>
                </c:pt>
                <c:pt idx="1283">
                  <c:v>44165</c:v>
                </c:pt>
                <c:pt idx="1284">
                  <c:v>44166</c:v>
                </c:pt>
                <c:pt idx="1285">
                  <c:v>44167</c:v>
                </c:pt>
                <c:pt idx="1286">
                  <c:v>44168</c:v>
                </c:pt>
                <c:pt idx="1287">
                  <c:v>44169</c:v>
                </c:pt>
                <c:pt idx="1288">
                  <c:v>44170</c:v>
                </c:pt>
                <c:pt idx="1289">
                  <c:v>44171</c:v>
                </c:pt>
                <c:pt idx="1290">
                  <c:v>44172</c:v>
                </c:pt>
                <c:pt idx="1291">
                  <c:v>44173</c:v>
                </c:pt>
                <c:pt idx="1292">
                  <c:v>44174</c:v>
                </c:pt>
                <c:pt idx="1293">
                  <c:v>44175</c:v>
                </c:pt>
                <c:pt idx="1294">
                  <c:v>44176</c:v>
                </c:pt>
                <c:pt idx="1295">
                  <c:v>44177</c:v>
                </c:pt>
                <c:pt idx="1296">
                  <c:v>44178</c:v>
                </c:pt>
                <c:pt idx="1297">
                  <c:v>44179</c:v>
                </c:pt>
                <c:pt idx="1298">
                  <c:v>44180</c:v>
                </c:pt>
                <c:pt idx="1299">
                  <c:v>44181</c:v>
                </c:pt>
                <c:pt idx="1300">
                  <c:v>44182</c:v>
                </c:pt>
                <c:pt idx="1301">
                  <c:v>44183</c:v>
                </c:pt>
                <c:pt idx="1302">
                  <c:v>44184</c:v>
                </c:pt>
                <c:pt idx="1303">
                  <c:v>44185</c:v>
                </c:pt>
                <c:pt idx="1304">
                  <c:v>44186</c:v>
                </c:pt>
                <c:pt idx="1305">
                  <c:v>44187</c:v>
                </c:pt>
                <c:pt idx="1306">
                  <c:v>44188</c:v>
                </c:pt>
                <c:pt idx="1307">
                  <c:v>44189</c:v>
                </c:pt>
                <c:pt idx="1308">
                  <c:v>44190</c:v>
                </c:pt>
                <c:pt idx="1309">
                  <c:v>44191</c:v>
                </c:pt>
                <c:pt idx="1310">
                  <c:v>44192</c:v>
                </c:pt>
                <c:pt idx="1311">
                  <c:v>44193</c:v>
                </c:pt>
                <c:pt idx="1312">
                  <c:v>44194</c:v>
                </c:pt>
                <c:pt idx="1313">
                  <c:v>44195</c:v>
                </c:pt>
                <c:pt idx="1314">
                  <c:v>44196</c:v>
                </c:pt>
                <c:pt idx="1315">
                  <c:v>44197</c:v>
                </c:pt>
                <c:pt idx="1316">
                  <c:v>44198</c:v>
                </c:pt>
                <c:pt idx="1317">
                  <c:v>44199</c:v>
                </c:pt>
                <c:pt idx="1318">
                  <c:v>44200</c:v>
                </c:pt>
                <c:pt idx="1319">
                  <c:v>44201</c:v>
                </c:pt>
                <c:pt idx="1320">
                  <c:v>44202</c:v>
                </c:pt>
                <c:pt idx="1321">
                  <c:v>44203</c:v>
                </c:pt>
                <c:pt idx="1322">
                  <c:v>44204</c:v>
                </c:pt>
                <c:pt idx="1323">
                  <c:v>44205</c:v>
                </c:pt>
                <c:pt idx="1324">
                  <c:v>44206</c:v>
                </c:pt>
                <c:pt idx="1325">
                  <c:v>44207</c:v>
                </c:pt>
                <c:pt idx="1326">
                  <c:v>44208</c:v>
                </c:pt>
                <c:pt idx="1327">
                  <c:v>44209</c:v>
                </c:pt>
                <c:pt idx="1328">
                  <c:v>44210</c:v>
                </c:pt>
                <c:pt idx="1329">
                  <c:v>44211</c:v>
                </c:pt>
                <c:pt idx="1330">
                  <c:v>44212</c:v>
                </c:pt>
                <c:pt idx="1331">
                  <c:v>44213</c:v>
                </c:pt>
                <c:pt idx="1332">
                  <c:v>44214</c:v>
                </c:pt>
                <c:pt idx="1333">
                  <c:v>44215</c:v>
                </c:pt>
                <c:pt idx="1334">
                  <c:v>44216</c:v>
                </c:pt>
                <c:pt idx="1335">
                  <c:v>44217</c:v>
                </c:pt>
                <c:pt idx="1336">
                  <c:v>44218</c:v>
                </c:pt>
                <c:pt idx="1337">
                  <c:v>44219</c:v>
                </c:pt>
                <c:pt idx="1338">
                  <c:v>44220</c:v>
                </c:pt>
                <c:pt idx="1339">
                  <c:v>44221</c:v>
                </c:pt>
                <c:pt idx="1340">
                  <c:v>44222</c:v>
                </c:pt>
                <c:pt idx="1341">
                  <c:v>44223</c:v>
                </c:pt>
                <c:pt idx="1342">
                  <c:v>44224</c:v>
                </c:pt>
                <c:pt idx="1343">
                  <c:v>44225</c:v>
                </c:pt>
                <c:pt idx="1344">
                  <c:v>44226</c:v>
                </c:pt>
                <c:pt idx="1345">
                  <c:v>44227</c:v>
                </c:pt>
                <c:pt idx="1346">
                  <c:v>44228</c:v>
                </c:pt>
                <c:pt idx="1347">
                  <c:v>44229</c:v>
                </c:pt>
                <c:pt idx="1348">
                  <c:v>44230</c:v>
                </c:pt>
                <c:pt idx="1349">
                  <c:v>44231</c:v>
                </c:pt>
                <c:pt idx="1350">
                  <c:v>44232</c:v>
                </c:pt>
                <c:pt idx="1351">
                  <c:v>44233</c:v>
                </c:pt>
                <c:pt idx="1352">
                  <c:v>44234</c:v>
                </c:pt>
                <c:pt idx="1353">
                  <c:v>44235</c:v>
                </c:pt>
                <c:pt idx="1354">
                  <c:v>44236</c:v>
                </c:pt>
                <c:pt idx="1355">
                  <c:v>44237</c:v>
                </c:pt>
                <c:pt idx="1356">
                  <c:v>44238</c:v>
                </c:pt>
                <c:pt idx="1357">
                  <c:v>44239</c:v>
                </c:pt>
                <c:pt idx="1358">
                  <c:v>44240</c:v>
                </c:pt>
                <c:pt idx="1359">
                  <c:v>44241</c:v>
                </c:pt>
                <c:pt idx="1360">
                  <c:v>44242</c:v>
                </c:pt>
                <c:pt idx="1361">
                  <c:v>44243</c:v>
                </c:pt>
                <c:pt idx="1362">
                  <c:v>44244</c:v>
                </c:pt>
                <c:pt idx="1363">
                  <c:v>44245</c:v>
                </c:pt>
                <c:pt idx="1364">
                  <c:v>44246</c:v>
                </c:pt>
                <c:pt idx="1365">
                  <c:v>44247</c:v>
                </c:pt>
                <c:pt idx="1366">
                  <c:v>44248</c:v>
                </c:pt>
                <c:pt idx="1367">
                  <c:v>44249</c:v>
                </c:pt>
                <c:pt idx="1368">
                  <c:v>44250</c:v>
                </c:pt>
                <c:pt idx="1369">
                  <c:v>44251</c:v>
                </c:pt>
                <c:pt idx="1370">
                  <c:v>44252</c:v>
                </c:pt>
                <c:pt idx="1371">
                  <c:v>44253</c:v>
                </c:pt>
                <c:pt idx="1372">
                  <c:v>44254</c:v>
                </c:pt>
                <c:pt idx="1373">
                  <c:v>44255</c:v>
                </c:pt>
                <c:pt idx="1374">
                  <c:v>44256</c:v>
                </c:pt>
                <c:pt idx="1375">
                  <c:v>44257</c:v>
                </c:pt>
                <c:pt idx="1376">
                  <c:v>44258</c:v>
                </c:pt>
                <c:pt idx="1377">
                  <c:v>44259</c:v>
                </c:pt>
                <c:pt idx="1378">
                  <c:v>44260</c:v>
                </c:pt>
                <c:pt idx="1379">
                  <c:v>44261</c:v>
                </c:pt>
                <c:pt idx="1380">
                  <c:v>44262</c:v>
                </c:pt>
                <c:pt idx="1381">
                  <c:v>44263</c:v>
                </c:pt>
                <c:pt idx="1382">
                  <c:v>44264</c:v>
                </c:pt>
                <c:pt idx="1383">
                  <c:v>44265</c:v>
                </c:pt>
                <c:pt idx="1384">
                  <c:v>44266</c:v>
                </c:pt>
                <c:pt idx="1385">
                  <c:v>44267</c:v>
                </c:pt>
                <c:pt idx="1386">
                  <c:v>44268</c:v>
                </c:pt>
                <c:pt idx="1387">
                  <c:v>44269</c:v>
                </c:pt>
                <c:pt idx="1388">
                  <c:v>44270</c:v>
                </c:pt>
                <c:pt idx="1389">
                  <c:v>44271</c:v>
                </c:pt>
                <c:pt idx="1390">
                  <c:v>44272</c:v>
                </c:pt>
                <c:pt idx="1391">
                  <c:v>44273</c:v>
                </c:pt>
                <c:pt idx="1392">
                  <c:v>44274</c:v>
                </c:pt>
                <c:pt idx="1393">
                  <c:v>44275</c:v>
                </c:pt>
                <c:pt idx="1394">
                  <c:v>44276</c:v>
                </c:pt>
                <c:pt idx="1395">
                  <c:v>44277</c:v>
                </c:pt>
                <c:pt idx="1396">
                  <c:v>44278</c:v>
                </c:pt>
                <c:pt idx="1397">
                  <c:v>44279</c:v>
                </c:pt>
                <c:pt idx="1398">
                  <c:v>44280</c:v>
                </c:pt>
                <c:pt idx="1399">
                  <c:v>44281</c:v>
                </c:pt>
                <c:pt idx="1400">
                  <c:v>44282</c:v>
                </c:pt>
                <c:pt idx="1401">
                  <c:v>44283</c:v>
                </c:pt>
                <c:pt idx="1402">
                  <c:v>44284</c:v>
                </c:pt>
                <c:pt idx="1403">
                  <c:v>44285</c:v>
                </c:pt>
                <c:pt idx="1404">
                  <c:v>44286</c:v>
                </c:pt>
                <c:pt idx="1405">
                  <c:v>44287</c:v>
                </c:pt>
                <c:pt idx="1406">
                  <c:v>44288</c:v>
                </c:pt>
                <c:pt idx="1407">
                  <c:v>44289</c:v>
                </c:pt>
                <c:pt idx="1408">
                  <c:v>44290</c:v>
                </c:pt>
                <c:pt idx="1409">
                  <c:v>44291</c:v>
                </c:pt>
                <c:pt idx="1410">
                  <c:v>44292</c:v>
                </c:pt>
                <c:pt idx="1411">
                  <c:v>44293</c:v>
                </c:pt>
                <c:pt idx="1412">
                  <c:v>44294</c:v>
                </c:pt>
                <c:pt idx="1413">
                  <c:v>44295</c:v>
                </c:pt>
                <c:pt idx="1414">
                  <c:v>44296</c:v>
                </c:pt>
                <c:pt idx="1415">
                  <c:v>44297</c:v>
                </c:pt>
                <c:pt idx="1416">
                  <c:v>44298</c:v>
                </c:pt>
                <c:pt idx="1417">
                  <c:v>44299</c:v>
                </c:pt>
                <c:pt idx="1418">
                  <c:v>44300</c:v>
                </c:pt>
                <c:pt idx="1419">
                  <c:v>44301</c:v>
                </c:pt>
                <c:pt idx="1420">
                  <c:v>44302</c:v>
                </c:pt>
                <c:pt idx="1421">
                  <c:v>44303</c:v>
                </c:pt>
                <c:pt idx="1422">
                  <c:v>44304</c:v>
                </c:pt>
                <c:pt idx="1423">
                  <c:v>44305</c:v>
                </c:pt>
                <c:pt idx="1424">
                  <c:v>44306</c:v>
                </c:pt>
                <c:pt idx="1425">
                  <c:v>44307</c:v>
                </c:pt>
                <c:pt idx="1426">
                  <c:v>44308</c:v>
                </c:pt>
                <c:pt idx="1427">
                  <c:v>44309</c:v>
                </c:pt>
                <c:pt idx="1428">
                  <c:v>44310</c:v>
                </c:pt>
                <c:pt idx="1429">
                  <c:v>44311</c:v>
                </c:pt>
                <c:pt idx="1430">
                  <c:v>44312</c:v>
                </c:pt>
                <c:pt idx="1431">
                  <c:v>44313</c:v>
                </c:pt>
                <c:pt idx="1432">
                  <c:v>44314</c:v>
                </c:pt>
                <c:pt idx="1433">
                  <c:v>44315</c:v>
                </c:pt>
                <c:pt idx="1434">
                  <c:v>44316</c:v>
                </c:pt>
                <c:pt idx="1435">
                  <c:v>44317</c:v>
                </c:pt>
                <c:pt idx="1436">
                  <c:v>44318</c:v>
                </c:pt>
                <c:pt idx="1437">
                  <c:v>44319</c:v>
                </c:pt>
                <c:pt idx="1438">
                  <c:v>44320</c:v>
                </c:pt>
                <c:pt idx="1439">
                  <c:v>44321</c:v>
                </c:pt>
                <c:pt idx="1440">
                  <c:v>44322</c:v>
                </c:pt>
                <c:pt idx="1441">
                  <c:v>44323</c:v>
                </c:pt>
                <c:pt idx="1442">
                  <c:v>44324</c:v>
                </c:pt>
                <c:pt idx="1443">
                  <c:v>44325</c:v>
                </c:pt>
                <c:pt idx="1444">
                  <c:v>44326</c:v>
                </c:pt>
                <c:pt idx="1445">
                  <c:v>44327</c:v>
                </c:pt>
                <c:pt idx="1446">
                  <c:v>44328</c:v>
                </c:pt>
                <c:pt idx="1447">
                  <c:v>44329</c:v>
                </c:pt>
                <c:pt idx="1448">
                  <c:v>44330</c:v>
                </c:pt>
                <c:pt idx="1449">
                  <c:v>44331</c:v>
                </c:pt>
                <c:pt idx="1450">
                  <c:v>44332</c:v>
                </c:pt>
                <c:pt idx="1451">
                  <c:v>44333</c:v>
                </c:pt>
                <c:pt idx="1452">
                  <c:v>44334</c:v>
                </c:pt>
                <c:pt idx="1453">
                  <c:v>44335</c:v>
                </c:pt>
                <c:pt idx="1454">
                  <c:v>44336</c:v>
                </c:pt>
                <c:pt idx="1455">
                  <c:v>44337</c:v>
                </c:pt>
                <c:pt idx="1456">
                  <c:v>44338</c:v>
                </c:pt>
                <c:pt idx="1457">
                  <c:v>44339</c:v>
                </c:pt>
                <c:pt idx="1458">
                  <c:v>44340</c:v>
                </c:pt>
                <c:pt idx="1459">
                  <c:v>44341</c:v>
                </c:pt>
                <c:pt idx="1460">
                  <c:v>44342</c:v>
                </c:pt>
                <c:pt idx="1461">
                  <c:v>44343</c:v>
                </c:pt>
                <c:pt idx="1462">
                  <c:v>44344</c:v>
                </c:pt>
                <c:pt idx="1463">
                  <c:v>44345</c:v>
                </c:pt>
                <c:pt idx="1464">
                  <c:v>44346</c:v>
                </c:pt>
                <c:pt idx="1465">
                  <c:v>44347</c:v>
                </c:pt>
                <c:pt idx="1466">
                  <c:v>44348</c:v>
                </c:pt>
                <c:pt idx="1467">
                  <c:v>44349</c:v>
                </c:pt>
                <c:pt idx="1468">
                  <c:v>44350</c:v>
                </c:pt>
                <c:pt idx="1469">
                  <c:v>44351</c:v>
                </c:pt>
                <c:pt idx="1470">
                  <c:v>44352</c:v>
                </c:pt>
                <c:pt idx="1471">
                  <c:v>44353</c:v>
                </c:pt>
                <c:pt idx="1472">
                  <c:v>44354</c:v>
                </c:pt>
                <c:pt idx="1473">
                  <c:v>44355</c:v>
                </c:pt>
                <c:pt idx="1474">
                  <c:v>44356</c:v>
                </c:pt>
                <c:pt idx="1475">
                  <c:v>44357</c:v>
                </c:pt>
                <c:pt idx="1476">
                  <c:v>44358</c:v>
                </c:pt>
                <c:pt idx="1477">
                  <c:v>44359</c:v>
                </c:pt>
                <c:pt idx="1478">
                  <c:v>44360</c:v>
                </c:pt>
                <c:pt idx="1479">
                  <c:v>44361</c:v>
                </c:pt>
                <c:pt idx="1480">
                  <c:v>44362</c:v>
                </c:pt>
                <c:pt idx="1481">
                  <c:v>44363</c:v>
                </c:pt>
                <c:pt idx="1482">
                  <c:v>44364</c:v>
                </c:pt>
                <c:pt idx="1483">
                  <c:v>44365</c:v>
                </c:pt>
                <c:pt idx="1484">
                  <c:v>44366</c:v>
                </c:pt>
                <c:pt idx="1485">
                  <c:v>44367</c:v>
                </c:pt>
                <c:pt idx="1486">
                  <c:v>44368</c:v>
                </c:pt>
                <c:pt idx="1487">
                  <c:v>44369</c:v>
                </c:pt>
                <c:pt idx="1488">
                  <c:v>44370</c:v>
                </c:pt>
                <c:pt idx="1489">
                  <c:v>44371</c:v>
                </c:pt>
                <c:pt idx="1490">
                  <c:v>44372</c:v>
                </c:pt>
                <c:pt idx="1491">
                  <c:v>44373</c:v>
                </c:pt>
                <c:pt idx="1492">
                  <c:v>44374</c:v>
                </c:pt>
                <c:pt idx="1493">
                  <c:v>44375</c:v>
                </c:pt>
                <c:pt idx="1494">
                  <c:v>44376</c:v>
                </c:pt>
                <c:pt idx="1495">
                  <c:v>44377</c:v>
                </c:pt>
                <c:pt idx="1496">
                  <c:v>44378</c:v>
                </c:pt>
                <c:pt idx="1497">
                  <c:v>44379</c:v>
                </c:pt>
                <c:pt idx="1498">
                  <c:v>44380</c:v>
                </c:pt>
                <c:pt idx="1499">
                  <c:v>44381</c:v>
                </c:pt>
                <c:pt idx="1500">
                  <c:v>44382</c:v>
                </c:pt>
                <c:pt idx="1501">
                  <c:v>44383</c:v>
                </c:pt>
                <c:pt idx="1502">
                  <c:v>44384</c:v>
                </c:pt>
                <c:pt idx="1503">
                  <c:v>44385</c:v>
                </c:pt>
                <c:pt idx="1504">
                  <c:v>44386</c:v>
                </c:pt>
                <c:pt idx="1505">
                  <c:v>44387</c:v>
                </c:pt>
                <c:pt idx="1506">
                  <c:v>44388</c:v>
                </c:pt>
                <c:pt idx="1507">
                  <c:v>44389</c:v>
                </c:pt>
                <c:pt idx="1508">
                  <c:v>44390</c:v>
                </c:pt>
                <c:pt idx="1509">
                  <c:v>44391</c:v>
                </c:pt>
                <c:pt idx="1510">
                  <c:v>44392</c:v>
                </c:pt>
                <c:pt idx="1511">
                  <c:v>44393</c:v>
                </c:pt>
                <c:pt idx="1512">
                  <c:v>44394</c:v>
                </c:pt>
                <c:pt idx="1513">
                  <c:v>44395</c:v>
                </c:pt>
                <c:pt idx="1514">
                  <c:v>44396</c:v>
                </c:pt>
                <c:pt idx="1515">
                  <c:v>44397</c:v>
                </c:pt>
                <c:pt idx="1516">
                  <c:v>44398</c:v>
                </c:pt>
                <c:pt idx="1517">
                  <c:v>44399</c:v>
                </c:pt>
                <c:pt idx="1518">
                  <c:v>44400</c:v>
                </c:pt>
                <c:pt idx="1519">
                  <c:v>44401</c:v>
                </c:pt>
                <c:pt idx="1520">
                  <c:v>44402</c:v>
                </c:pt>
                <c:pt idx="1521">
                  <c:v>44403</c:v>
                </c:pt>
                <c:pt idx="1522">
                  <c:v>44404</c:v>
                </c:pt>
                <c:pt idx="1523">
                  <c:v>44405</c:v>
                </c:pt>
                <c:pt idx="1524">
                  <c:v>44406</c:v>
                </c:pt>
                <c:pt idx="1525">
                  <c:v>44407</c:v>
                </c:pt>
                <c:pt idx="1526">
                  <c:v>44408</c:v>
                </c:pt>
                <c:pt idx="1527">
                  <c:v>44409</c:v>
                </c:pt>
                <c:pt idx="1528">
                  <c:v>44410</c:v>
                </c:pt>
                <c:pt idx="1529">
                  <c:v>44411</c:v>
                </c:pt>
                <c:pt idx="1530">
                  <c:v>44412</c:v>
                </c:pt>
                <c:pt idx="1531">
                  <c:v>44413</c:v>
                </c:pt>
                <c:pt idx="1532">
                  <c:v>44414</c:v>
                </c:pt>
                <c:pt idx="1533">
                  <c:v>44415</c:v>
                </c:pt>
                <c:pt idx="1534">
                  <c:v>44416</c:v>
                </c:pt>
                <c:pt idx="1535">
                  <c:v>44417</c:v>
                </c:pt>
                <c:pt idx="1536">
                  <c:v>44418</c:v>
                </c:pt>
                <c:pt idx="1537">
                  <c:v>44419</c:v>
                </c:pt>
                <c:pt idx="1538">
                  <c:v>44420</c:v>
                </c:pt>
                <c:pt idx="1539">
                  <c:v>44421</c:v>
                </c:pt>
                <c:pt idx="1540">
                  <c:v>44422</c:v>
                </c:pt>
                <c:pt idx="1541">
                  <c:v>44423</c:v>
                </c:pt>
                <c:pt idx="1542">
                  <c:v>44424</c:v>
                </c:pt>
                <c:pt idx="1543">
                  <c:v>44425</c:v>
                </c:pt>
                <c:pt idx="1544">
                  <c:v>44426</c:v>
                </c:pt>
                <c:pt idx="1545">
                  <c:v>44427</c:v>
                </c:pt>
                <c:pt idx="1546">
                  <c:v>44428</c:v>
                </c:pt>
                <c:pt idx="1547">
                  <c:v>44429</c:v>
                </c:pt>
                <c:pt idx="1548">
                  <c:v>44430</c:v>
                </c:pt>
                <c:pt idx="1549">
                  <c:v>44431</c:v>
                </c:pt>
                <c:pt idx="1550">
                  <c:v>44432</c:v>
                </c:pt>
                <c:pt idx="1551">
                  <c:v>44433</c:v>
                </c:pt>
                <c:pt idx="1552">
                  <c:v>44434</c:v>
                </c:pt>
                <c:pt idx="1553">
                  <c:v>44435</c:v>
                </c:pt>
                <c:pt idx="1554">
                  <c:v>44436</c:v>
                </c:pt>
                <c:pt idx="1555">
                  <c:v>44437</c:v>
                </c:pt>
                <c:pt idx="1556">
                  <c:v>44438</c:v>
                </c:pt>
                <c:pt idx="1557">
                  <c:v>44439</c:v>
                </c:pt>
                <c:pt idx="1558">
                  <c:v>44440</c:v>
                </c:pt>
                <c:pt idx="1559">
                  <c:v>44441</c:v>
                </c:pt>
                <c:pt idx="1560">
                  <c:v>44442</c:v>
                </c:pt>
                <c:pt idx="1561">
                  <c:v>44443</c:v>
                </c:pt>
                <c:pt idx="1562">
                  <c:v>44444</c:v>
                </c:pt>
                <c:pt idx="1563">
                  <c:v>44445</c:v>
                </c:pt>
                <c:pt idx="1564">
                  <c:v>44446</c:v>
                </c:pt>
                <c:pt idx="1565">
                  <c:v>44447</c:v>
                </c:pt>
                <c:pt idx="1566">
                  <c:v>44448</c:v>
                </c:pt>
                <c:pt idx="1567">
                  <c:v>44449</c:v>
                </c:pt>
                <c:pt idx="1568">
                  <c:v>44450</c:v>
                </c:pt>
                <c:pt idx="1569">
                  <c:v>44451</c:v>
                </c:pt>
                <c:pt idx="1570">
                  <c:v>44452</c:v>
                </c:pt>
                <c:pt idx="1571">
                  <c:v>44453</c:v>
                </c:pt>
                <c:pt idx="1572">
                  <c:v>44454</c:v>
                </c:pt>
                <c:pt idx="1573">
                  <c:v>44455</c:v>
                </c:pt>
                <c:pt idx="1574">
                  <c:v>44456</c:v>
                </c:pt>
                <c:pt idx="1575">
                  <c:v>44457</c:v>
                </c:pt>
                <c:pt idx="1576">
                  <c:v>44458</c:v>
                </c:pt>
                <c:pt idx="1577">
                  <c:v>44459</c:v>
                </c:pt>
                <c:pt idx="1578">
                  <c:v>44460</c:v>
                </c:pt>
                <c:pt idx="1579">
                  <c:v>44461</c:v>
                </c:pt>
                <c:pt idx="1580">
                  <c:v>44462</c:v>
                </c:pt>
                <c:pt idx="1581">
                  <c:v>44463</c:v>
                </c:pt>
                <c:pt idx="1582">
                  <c:v>44464</c:v>
                </c:pt>
                <c:pt idx="1583">
                  <c:v>44465</c:v>
                </c:pt>
                <c:pt idx="1584">
                  <c:v>44466</c:v>
                </c:pt>
                <c:pt idx="1585">
                  <c:v>44467</c:v>
                </c:pt>
                <c:pt idx="1586">
                  <c:v>44468</c:v>
                </c:pt>
                <c:pt idx="1587">
                  <c:v>44469</c:v>
                </c:pt>
                <c:pt idx="1588">
                  <c:v>44470</c:v>
                </c:pt>
                <c:pt idx="1589">
                  <c:v>44471</c:v>
                </c:pt>
                <c:pt idx="1590">
                  <c:v>44472</c:v>
                </c:pt>
                <c:pt idx="1591">
                  <c:v>44473</c:v>
                </c:pt>
                <c:pt idx="1592">
                  <c:v>44474</c:v>
                </c:pt>
                <c:pt idx="1593">
                  <c:v>44475</c:v>
                </c:pt>
                <c:pt idx="1594">
                  <c:v>44476</c:v>
                </c:pt>
                <c:pt idx="1595">
                  <c:v>44477</c:v>
                </c:pt>
                <c:pt idx="1596">
                  <c:v>44478</c:v>
                </c:pt>
                <c:pt idx="1597">
                  <c:v>44479</c:v>
                </c:pt>
                <c:pt idx="1598">
                  <c:v>44480</c:v>
                </c:pt>
                <c:pt idx="1599">
                  <c:v>44481</c:v>
                </c:pt>
                <c:pt idx="1600">
                  <c:v>44482</c:v>
                </c:pt>
                <c:pt idx="1601">
                  <c:v>44483</c:v>
                </c:pt>
                <c:pt idx="1602">
                  <c:v>44484</c:v>
                </c:pt>
                <c:pt idx="1603">
                  <c:v>44485</c:v>
                </c:pt>
                <c:pt idx="1604">
                  <c:v>44486</c:v>
                </c:pt>
                <c:pt idx="1605">
                  <c:v>44487</c:v>
                </c:pt>
                <c:pt idx="1606">
                  <c:v>44488</c:v>
                </c:pt>
                <c:pt idx="1607">
                  <c:v>44489</c:v>
                </c:pt>
                <c:pt idx="1608">
                  <c:v>44490</c:v>
                </c:pt>
                <c:pt idx="1609">
                  <c:v>44491</c:v>
                </c:pt>
                <c:pt idx="1610">
                  <c:v>44492</c:v>
                </c:pt>
                <c:pt idx="1611">
                  <c:v>44493</c:v>
                </c:pt>
                <c:pt idx="1612">
                  <c:v>44494</c:v>
                </c:pt>
                <c:pt idx="1613">
                  <c:v>44495</c:v>
                </c:pt>
                <c:pt idx="1614">
                  <c:v>44496</c:v>
                </c:pt>
                <c:pt idx="1615">
                  <c:v>44497</c:v>
                </c:pt>
                <c:pt idx="1616">
                  <c:v>44498</c:v>
                </c:pt>
                <c:pt idx="1617">
                  <c:v>44499</c:v>
                </c:pt>
                <c:pt idx="1618">
                  <c:v>44500</c:v>
                </c:pt>
                <c:pt idx="1619">
                  <c:v>44501</c:v>
                </c:pt>
                <c:pt idx="1620">
                  <c:v>44502</c:v>
                </c:pt>
                <c:pt idx="1621">
                  <c:v>44503</c:v>
                </c:pt>
                <c:pt idx="1622">
                  <c:v>44504</c:v>
                </c:pt>
                <c:pt idx="1623">
                  <c:v>44505</c:v>
                </c:pt>
                <c:pt idx="1624">
                  <c:v>44506</c:v>
                </c:pt>
                <c:pt idx="1625">
                  <c:v>44507</c:v>
                </c:pt>
                <c:pt idx="1626">
                  <c:v>44508</c:v>
                </c:pt>
                <c:pt idx="1627">
                  <c:v>44509</c:v>
                </c:pt>
                <c:pt idx="1628">
                  <c:v>44510</c:v>
                </c:pt>
                <c:pt idx="1629">
                  <c:v>44511</c:v>
                </c:pt>
                <c:pt idx="1630">
                  <c:v>44512</c:v>
                </c:pt>
                <c:pt idx="1631">
                  <c:v>44513</c:v>
                </c:pt>
                <c:pt idx="1632">
                  <c:v>44514</c:v>
                </c:pt>
                <c:pt idx="1633">
                  <c:v>44515</c:v>
                </c:pt>
                <c:pt idx="1634">
                  <c:v>44516</c:v>
                </c:pt>
                <c:pt idx="1635">
                  <c:v>44517</c:v>
                </c:pt>
                <c:pt idx="1636">
                  <c:v>44518</c:v>
                </c:pt>
                <c:pt idx="1637">
                  <c:v>44519</c:v>
                </c:pt>
                <c:pt idx="1638">
                  <c:v>44520</c:v>
                </c:pt>
                <c:pt idx="1639">
                  <c:v>44521</c:v>
                </c:pt>
                <c:pt idx="1640">
                  <c:v>44522</c:v>
                </c:pt>
                <c:pt idx="1641">
                  <c:v>44523</c:v>
                </c:pt>
                <c:pt idx="1642">
                  <c:v>44524</c:v>
                </c:pt>
                <c:pt idx="1643">
                  <c:v>44525</c:v>
                </c:pt>
                <c:pt idx="1644">
                  <c:v>44526</c:v>
                </c:pt>
                <c:pt idx="1645">
                  <c:v>44527</c:v>
                </c:pt>
                <c:pt idx="1646">
                  <c:v>44528</c:v>
                </c:pt>
                <c:pt idx="1647">
                  <c:v>44529</c:v>
                </c:pt>
                <c:pt idx="1648">
                  <c:v>44530</c:v>
                </c:pt>
                <c:pt idx="1649">
                  <c:v>44531</c:v>
                </c:pt>
                <c:pt idx="1650">
                  <c:v>44532</c:v>
                </c:pt>
                <c:pt idx="1651">
                  <c:v>44533</c:v>
                </c:pt>
                <c:pt idx="1652">
                  <c:v>44534</c:v>
                </c:pt>
                <c:pt idx="1653">
                  <c:v>44535</c:v>
                </c:pt>
                <c:pt idx="1654">
                  <c:v>44536</c:v>
                </c:pt>
                <c:pt idx="1655">
                  <c:v>44537</c:v>
                </c:pt>
                <c:pt idx="1656">
                  <c:v>44538</c:v>
                </c:pt>
                <c:pt idx="1657">
                  <c:v>44539</c:v>
                </c:pt>
                <c:pt idx="1658">
                  <c:v>44540</c:v>
                </c:pt>
                <c:pt idx="1659">
                  <c:v>44541</c:v>
                </c:pt>
                <c:pt idx="1660">
                  <c:v>44542</c:v>
                </c:pt>
                <c:pt idx="1661">
                  <c:v>44543</c:v>
                </c:pt>
                <c:pt idx="1662">
                  <c:v>44544</c:v>
                </c:pt>
                <c:pt idx="1663">
                  <c:v>44545</c:v>
                </c:pt>
                <c:pt idx="1664">
                  <c:v>44546</c:v>
                </c:pt>
                <c:pt idx="1665">
                  <c:v>44547</c:v>
                </c:pt>
                <c:pt idx="1666">
                  <c:v>44548</c:v>
                </c:pt>
                <c:pt idx="1667">
                  <c:v>44549</c:v>
                </c:pt>
                <c:pt idx="1668">
                  <c:v>44550</c:v>
                </c:pt>
                <c:pt idx="1669">
                  <c:v>44551</c:v>
                </c:pt>
                <c:pt idx="1670">
                  <c:v>44552</c:v>
                </c:pt>
                <c:pt idx="1671">
                  <c:v>44553</c:v>
                </c:pt>
                <c:pt idx="1672">
                  <c:v>44554</c:v>
                </c:pt>
                <c:pt idx="1673">
                  <c:v>44555</c:v>
                </c:pt>
                <c:pt idx="1674">
                  <c:v>44556</c:v>
                </c:pt>
                <c:pt idx="1675">
                  <c:v>44557</c:v>
                </c:pt>
                <c:pt idx="1676">
                  <c:v>44558</c:v>
                </c:pt>
                <c:pt idx="1677">
                  <c:v>44559</c:v>
                </c:pt>
                <c:pt idx="1678">
                  <c:v>44560</c:v>
                </c:pt>
                <c:pt idx="1679">
                  <c:v>44561</c:v>
                </c:pt>
                <c:pt idx="1680">
                  <c:v>44562</c:v>
                </c:pt>
                <c:pt idx="1681">
                  <c:v>44563</c:v>
                </c:pt>
                <c:pt idx="1682">
                  <c:v>44564</c:v>
                </c:pt>
                <c:pt idx="1683">
                  <c:v>44565</c:v>
                </c:pt>
                <c:pt idx="1684">
                  <c:v>44566</c:v>
                </c:pt>
                <c:pt idx="1685">
                  <c:v>44567</c:v>
                </c:pt>
                <c:pt idx="1686">
                  <c:v>44568</c:v>
                </c:pt>
                <c:pt idx="1687">
                  <c:v>44569</c:v>
                </c:pt>
                <c:pt idx="1688">
                  <c:v>44570</c:v>
                </c:pt>
                <c:pt idx="1689">
                  <c:v>44571</c:v>
                </c:pt>
                <c:pt idx="1690">
                  <c:v>44572</c:v>
                </c:pt>
                <c:pt idx="1691">
                  <c:v>44573</c:v>
                </c:pt>
                <c:pt idx="1692">
                  <c:v>44574</c:v>
                </c:pt>
                <c:pt idx="1693">
                  <c:v>44575</c:v>
                </c:pt>
                <c:pt idx="1694">
                  <c:v>44576</c:v>
                </c:pt>
                <c:pt idx="1695">
                  <c:v>44577</c:v>
                </c:pt>
                <c:pt idx="1696">
                  <c:v>44578</c:v>
                </c:pt>
                <c:pt idx="1697">
                  <c:v>44579</c:v>
                </c:pt>
                <c:pt idx="1698">
                  <c:v>44580</c:v>
                </c:pt>
                <c:pt idx="1699">
                  <c:v>44581</c:v>
                </c:pt>
                <c:pt idx="1700">
                  <c:v>44582</c:v>
                </c:pt>
                <c:pt idx="1701">
                  <c:v>44583</c:v>
                </c:pt>
                <c:pt idx="1702">
                  <c:v>44584</c:v>
                </c:pt>
                <c:pt idx="1703">
                  <c:v>44585</c:v>
                </c:pt>
                <c:pt idx="1704">
                  <c:v>44586</c:v>
                </c:pt>
                <c:pt idx="1705">
                  <c:v>44587</c:v>
                </c:pt>
                <c:pt idx="1706">
                  <c:v>44588</c:v>
                </c:pt>
                <c:pt idx="1707">
                  <c:v>44589</c:v>
                </c:pt>
                <c:pt idx="1708">
                  <c:v>44590</c:v>
                </c:pt>
                <c:pt idx="1709">
                  <c:v>44591</c:v>
                </c:pt>
                <c:pt idx="1710">
                  <c:v>44592</c:v>
                </c:pt>
                <c:pt idx="1711">
                  <c:v>44593</c:v>
                </c:pt>
                <c:pt idx="1712">
                  <c:v>44594</c:v>
                </c:pt>
                <c:pt idx="1713">
                  <c:v>44595</c:v>
                </c:pt>
                <c:pt idx="1714">
                  <c:v>44596</c:v>
                </c:pt>
                <c:pt idx="1715">
                  <c:v>44597</c:v>
                </c:pt>
                <c:pt idx="1716">
                  <c:v>44598</c:v>
                </c:pt>
                <c:pt idx="1717">
                  <c:v>44599</c:v>
                </c:pt>
                <c:pt idx="1718">
                  <c:v>44600</c:v>
                </c:pt>
                <c:pt idx="1719">
                  <c:v>44601</c:v>
                </c:pt>
                <c:pt idx="1720">
                  <c:v>44602</c:v>
                </c:pt>
                <c:pt idx="1721">
                  <c:v>44603</c:v>
                </c:pt>
                <c:pt idx="1722">
                  <c:v>44604</c:v>
                </c:pt>
                <c:pt idx="1723">
                  <c:v>44605</c:v>
                </c:pt>
                <c:pt idx="1724">
                  <c:v>44606</c:v>
                </c:pt>
                <c:pt idx="1725">
                  <c:v>44607</c:v>
                </c:pt>
                <c:pt idx="1726">
                  <c:v>44608</c:v>
                </c:pt>
                <c:pt idx="1727">
                  <c:v>44609</c:v>
                </c:pt>
                <c:pt idx="1728">
                  <c:v>44610</c:v>
                </c:pt>
                <c:pt idx="1729">
                  <c:v>44611</c:v>
                </c:pt>
                <c:pt idx="1730">
                  <c:v>44612</c:v>
                </c:pt>
                <c:pt idx="1731">
                  <c:v>44613</c:v>
                </c:pt>
                <c:pt idx="1732">
                  <c:v>44614</c:v>
                </c:pt>
                <c:pt idx="1733">
                  <c:v>44615</c:v>
                </c:pt>
                <c:pt idx="1734">
                  <c:v>44616</c:v>
                </c:pt>
                <c:pt idx="1735">
                  <c:v>44617</c:v>
                </c:pt>
                <c:pt idx="1736">
                  <c:v>44618</c:v>
                </c:pt>
                <c:pt idx="1737">
                  <c:v>44619</c:v>
                </c:pt>
                <c:pt idx="1738">
                  <c:v>44620</c:v>
                </c:pt>
                <c:pt idx="1739">
                  <c:v>44621</c:v>
                </c:pt>
                <c:pt idx="1740">
                  <c:v>44622</c:v>
                </c:pt>
                <c:pt idx="1741">
                  <c:v>44623</c:v>
                </c:pt>
                <c:pt idx="1742">
                  <c:v>44624</c:v>
                </c:pt>
                <c:pt idx="1743">
                  <c:v>44625</c:v>
                </c:pt>
                <c:pt idx="1744">
                  <c:v>44626</c:v>
                </c:pt>
                <c:pt idx="1745">
                  <c:v>44627</c:v>
                </c:pt>
                <c:pt idx="1746">
                  <c:v>44628</c:v>
                </c:pt>
                <c:pt idx="1747">
                  <c:v>44629</c:v>
                </c:pt>
                <c:pt idx="1748">
                  <c:v>44630</c:v>
                </c:pt>
                <c:pt idx="1749">
                  <c:v>44631</c:v>
                </c:pt>
                <c:pt idx="1750">
                  <c:v>44632</c:v>
                </c:pt>
                <c:pt idx="1751">
                  <c:v>44633</c:v>
                </c:pt>
                <c:pt idx="1752">
                  <c:v>44634</c:v>
                </c:pt>
                <c:pt idx="1753">
                  <c:v>44635</c:v>
                </c:pt>
                <c:pt idx="1754">
                  <c:v>44636</c:v>
                </c:pt>
                <c:pt idx="1755">
                  <c:v>44637</c:v>
                </c:pt>
                <c:pt idx="1756">
                  <c:v>44638</c:v>
                </c:pt>
                <c:pt idx="1757">
                  <c:v>44639</c:v>
                </c:pt>
                <c:pt idx="1758">
                  <c:v>44640</c:v>
                </c:pt>
                <c:pt idx="1759">
                  <c:v>44641</c:v>
                </c:pt>
                <c:pt idx="1760">
                  <c:v>44642</c:v>
                </c:pt>
                <c:pt idx="1761">
                  <c:v>44643</c:v>
                </c:pt>
                <c:pt idx="1762">
                  <c:v>44644</c:v>
                </c:pt>
                <c:pt idx="1763">
                  <c:v>44645</c:v>
                </c:pt>
                <c:pt idx="1764">
                  <c:v>44646</c:v>
                </c:pt>
                <c:pt idx="1765">
                  <c:v>44647</c:v>
                </c:pt>
                <c:pt idx="1766">
                  <c:v>44648</c:v>
                </c:pt>
                <c:pt idx="1767">
                  <c:v>44649</c:v>
                </c:pt>
                <c:pt idx="1768">
                  <c:v>44650</c:v>
                </c:pt>
                <c:pt idx="1769">
                  <c:v>44651</c:v>
                </c:pt>
                <c:pt idx="1770">
                  <c:v>44652</c:v>
                </c:pt>
                <c:pt idx="1771">
                  <c:v>44653</c:v>
                </c:pt>
                <c:pt idx="1772">
                  <c:v>44654</c:v>
                </c:pt>
                <c:pt idx="1773">
                  <c:v>44655</c:v>
                </c:pt>
                <c:pt idx="1774">
                  <c:v>44656</c:v>
                </c:pt>
                <c:pt idx="1775">
                  <c:v>44657</c:v>
                </c:pt>
                <c:pt idx="1776">
                  <c:v>44658</c:v>
                </c:pt>
                <c:pt idx="1777">
                  <c:v>44659</c:v>
                </c:pt>
                <c:pt idx="1778">
                  <c:v>44660</c:v>
                </c:pt>
                <c:pt idx="1779">
                  <c:v>44661</c:v>
                </c:pt>
                <c:pt idx="1780">
                  <c:v>44662</c:v>
                </c:pt>
                <c:pt idx="1781">
                  <c:v>44663</c:v>
                </c:pt>
                <c:pt idx="1782">
                  <c:v>44664</c:v>
                </c:pt>
                <c:pt idx="1783">
                  <c:v>44665</c:v>
                </c:pt>
                <c:pt idx="1784">
                  <c:v>44666</c:v>
                </c:pt>
                <c:pt idx="1785">
                  <c:v>44667</c:v>
                </c:pt>
                <c:pt idx="1786">
                  <c:v>44668</c:v>
                </c:pt>
                <c:pt idx="1787">
                  <c:v>44669</c:v>
                </c:pt>
                <c:pt idx="1788">
                  <c:v>44670</c:v>
                </c:pt>
                <c:pt idx="1789">
                  <c:v>44671</c:v>
                </c:pt>
                <c:pt idx="1790">
                  <c:v>44672</c:v>
                </c:pt>
                <c:pt idx="1791">
                  <c:v>44673</c:v>
                </c:pt>
                <c:pt idx="1792">
                  <c:v>44674</c:v>
                </c:pt>
                <c:pt idx="1793">
                  <c:v>44675</c:v>
                </c:pt>
                <c:pt idx="1794">
                  <c:v>44676</c:v>
                </c:pt>
                <c:pt idx="1795">
                  <c:v>44677</c:v>
                </c:pt>
                <c:pt idx="1796">
                  <c:v>44678</c:v>
                </c:pt>
                <c:pt idx="1797">
                  <c:v>44679</c:v>
                </c:pt>
                <c:pt idx="1798">
                  <c:v>44680</c:v>
                </c:pt>
                <c:pt idx="1799">
                  <c:v>44681</c:v>
                </c:pt>
                <c:pt idx="1800">
                  <c:v>44682</c:v>
                </c:pt>
                <c:pt idx="1801">
                  <c:v>44683</c:v>
                </c:pt>
                <c:pt idx="1802">
                  <c:v>44684</c:v>
                </c:pt>
                <c:pt idx="1803">
                  <c:v>44685</c:v>
                </c:pt>
                <c:pt idx="1804">
                  <c:v>44686</c:v>
                </c:pt>
                <c:pt idx="1805">
                  <c:v>44687</c:v>
                </c:pt>
                <c:pt idx="1806">
                  <c:v>44688</c:v>
                </c:pt>
                <c:pt idx="1807">
                  <c:v>44689</c:v>
                </c:pt>
                <c:pt idx="1808">
                  <c:v>44690</c:v>
                </c:pt>
                <c:pt idx="1809">
                  <c:v>44691</c:v>
                </c:pt>
                <c:pt idx="1810">
                  <c:v>44692</c:v>
                </c:pt>
                <c:pt idx="1811">
                  <c:v>44693</c:v>
                </c:pt>
                <c:pt idx="1812">
                  <c:v>44694</c:v>
                </c:pt>
                <c:pt idx="1813">
                  <c:v>44695</c:v>
                </c:pt>
                <c:pt idx="1814">
                  <c:v>44696</c:v>
                </c:pt>
                <c:pt idx="1815">
                  <c:v>44697</c:v>
                </c:pt>
                <c:pt idx="1816">
                  <c:v>44698</c:v>
                </c:pt>
                <c:pt idx="1817">
                  <c:v>44699</c:v>
                </c:pt>
                <c:pt idx="1818">
                  <c:v>44700</c:v>
                </c:pt>
                <c:pt idx="1819">
                  <c:v>44701</c:v>
                </c:pt>
                <c:pt idx="1820">
                  <c:v>44702</c:v>
                </c:pt>
                <c:pt idx="1821">
                  <c:v>44703</c:v>
                </c:pt>
                <c:pt idx="1822">
                  <c:v>44704</c:v>
                </c:pt>
                <c:pt idx="1823">
                  <c:v>44705</c:v>
                </c:pt>
                <c:pt idx="1824">
                  <c:v>44706</c:v>
                </c:pt>
                <c:pt idx="1825">
                  <c:v>44707</c:v>
                </c:pt>
                <c:pt idx="1826">
                  <c:v>44708</c:v>
                </c:pt>
                <c:pt idx="1827">
                  <c:v>44709</c:v>
                </c:pt>
                <c:pt idx="1828">
                  <c:v>44710</c:v>
                </c:pt>
                <c:pt idx="1829">
                  <c:v>44711</c:v>
                </c:pt>
                <c:pt idx="1830">
                  <c:v>44712</c:v>
                </c:pt>
                <c:pt idx="1831">
                  <c:v>44713</c:v>
                </c:pt>
                <c:pt idx="1832">
                  <c:v>44714</c:v>
                </c:pt>
                <c:pt idx="1833">
                  <c:v>44715</c:v>
                </c:pt>
                <c:pt idx="1834">
                  <c:v>44716</c:v>
                </c:pt>
                <c:pt idx="1835">
                  <c:v>44717</c:v>
                </c:pt>
                <c:pt idx="1836">
                  <c:v>44718</c:v>
                </c:pt>
                <c:pt idx="1837">
                  <c:v>44719</c:v>
                </c:pt>
                <c:pt idx="1838">
                  <c:v>44720</c:v>
                </c:pt>
                <c:pt idx="1839">
                  <c:v>44721</c:v>
                </c:pt>
                <c:pt idx="1840">
                  <c:v>44722</c:v>
                </c:pt>
                <c:pt idx="1841">
                  <c:v>44723</c:v>
                </c:pt>
                <c:pt idx="1842">
                  <c:v>44724</c:v>
                </c:pt>
                <c:pt idx="1843">
                  <c:v>44725</c:v>
                </c:pt>
                <c:pt idx="1844">
                  <c:v>44726</c:v>
                </c:pt>
                <c:pt idx="1845">
                  <c:v>44727</c:v>
                </c:pt>
                <c:pt idx="1846">
                  <c:v>44728</c:v>
                </c:pt>
                <c:pt idx="1847">
                  <c:v>44729</c:v>
                </c:pt>
                <c:pt idx="1848">
                  <c:v>44730</c:v>
                </c:pt>
                <c:pt idx="1849">
                  <c:v>44731</c:v>
                </c:pt>
                <c:pt idx="1850">
                  <c:v>44732</c:v>
                </c:pt>
                <c:pt idx="1851">
                  <c:v>44733</c:v>
                </c:pt>
                <c:pt idx="1852">
                  <c:v>44734</c:v>
                </c:pt>
                <c:pt idx="1853">
                  <c:v>44735</c:v>
                </c:pt>
                <c:pt idx="1854">
                  <c:v>44736</c:v>
                </c:pt>
                <c:pt idx="1855">
                  <c:v>44737</c:v>
                </c:pt>
                <c:pt idx="1856">
                  <c:v>44738</c:v>
                </c:pt>
                <c:pt idx="1857">
                  <c:v>44739</c:v>
                </c:pt>
                <c:pt idx="1858">
                  <c:v>44740</c:v>
                </c:pt>
                <c:pt idx="1859">
                  <c:v>44741</c:v>
                </c:pt>
                <c:pt idx="1860">
                  <c:v>44742</c:v>
                </c:pt>
                <c:pt idx="1861">
                  <c:v>44743</c:v>
                </c:pt>
                <c:pt idx="1862">
                  <c:v>44744</c:v>
                </c:pt>
                <c:pt idx="1863">
                  <c:v>44745</c:v>
                </c:pt>
                <c:pt idx="1864">
                  <c:v>44746</c:v>
                </c:pt>
                <c:pt idx="1865">
                  <c:v>44747</c:v>
                </c:pt>
                <c:pt idx="1866">
                  <c:v>44748</c:v>
                </c:pt>
                <c:pt idx="1867">
                  <c:v>44749</c:v>
                </c:pt>
                <c:pt idx="1868">
                  <c:v>44750</c:v>
                </c:pt>
                <c:pt idx="1869">
                  <c:v>44751</c:v>
                </c:pt>
                <c:pt idx="1870">
                  <c:v>44752</c:v>
                </c:pt>
                <c:pt idx="1871">
                  <c:v>44753</c:v>
                </c:pt>
                <c:pt idx="1872">
                  <c:v>44754</c:v>
                </c:pt>
                <c:pt idx="1873">
                  <c:v>44755</c:v>
                </c:pt>
                <c:pt idx="1874">
                  <c:v>44756</c:v>
                </c:pt>
                <c:pt idx="1875">
                  <c:v>44757</c:v>
                </c:pt>
                <c:pt idx="1876">
                  <c:v>44758</c:v>
                </c:pt>
                <c:pt idx="1877">
                  <c:v>44759</c:v>
                </c:pt>
                <c:pt idx="1878">
                  <c:v>44760</c:v>
                </c:pt>
                <c:pt idx="1879">
                  <c:v>44761</c:v>
                </c:pt>
                <c:pt idx="1880">
                  <c:v>44762</c:v>
                </c:pt>
                <c:pt idx="1881">
                  <c:v>44763</c:v>
                </c:pt>
                <c:pt idx="1882">
                  <c:v>44764</c:v>
                </c:pt>
                <c:pt idx="1883">
                  <c:v>44765</c:v>
                </c:pt>
                <c:pt idx="1884">
                  <c:v>44766</c:v>
                </c:pt>
                <c:pt idx="1885">
                  <c:v>44767</c:v>
                </c:pt>
                <c:pt idx="1886">
                  <c:v>44768</c:v>
                </c:pt>
                <c:pt idx="1887">
                  <c:v>44769</c:v>
                </c:pt>
                <c:pt idx="1888">
                  <c:v>44770</c:v>
                </c:pt>
                <c:pt idx="1889">
                  <c:v>44771</c:v>
                </c:pt>
                <c:pt idx="1890">
                  <c:v>44772</c:v>
                </c:pt>
                <c:pt idx="1891">
                  <c:v>44773</c:v>
                </c:pt>
                <c:pt idx="1892">
                  <c:v>44774</c:v>
                </c:pt>
                <c:pt idx="1893">
                  <c:v>44775</c:v>
                </c:pt>
                <c:pt idx="1894">
                  <c:v>44776</c:v>
                </c:pt>
                <c:pt idx="1895">
                  <c:v>44777</c:v>
                </c:pt>
                <c:pt idx="1896">
                  <c:v>44778</c:v>
                </c:pt>
                <c:pt idx="1897">
                  <c:v>44779</c:v>
                </c:pt>
                <c:pt idx="1898">
                  <c:v>44780</c:v>
                </c:pt>
                <c:pt idx="1899">
                  <c:v>44781</c:v>
                </c:pt>
                <c:pt idx="1900">
                  <c:v>44782</c:v>
                </c:pt>
                <c:pt idx="1901">
                  <c:v>44783</c:v>
                </c:pt>
                <c:pt idx="1902">
                  <c:v>44784</c:v>
                </c:pt>
                <c:pt idx="1903">
                  <c:v>44785</c:v>
                </c:pt>
                <c:pt idx="1904">
                  <c:v>44786</c:v>
                </c:pt>
                <c:pt idx="1905">
                  <c:v>44787</c:v>
                </c:pt>
                <c:pt idx="1906">
                  <c:v>44788</c:v>
                </c:pt>
                <c:pt idx="1907">
                  <c:v>44789</c:v>
                </c:pt>
                <c:pt idx="1908">
                  <c:v>44790</c:v>
                </c:pt>
                <c:pt idx="1909">
                  <c:v>44791</c:v>
                </c:pt>
                <c:pt idx="1910">
                  <c:v>44792</c:v>
                </c:pt>
                <c:pt idx="1911">
                  <c:v>44793</c:v>
                </c:pt>
                <c:pt idx="1912">
                  <c:v>44794</c:v>
                </c:pt>
                <c:pt idx="1913">
                  <c:v>44795</c:v>
                </c:pt>
                <c:pt idx="1914">
                  <c:v>44796</c:v>
                </c:pt>
                <c:pt idx="1915">
                  <c:v>44797</c:v>
                </c:pt>
                <c:pt idx="1916">
                  <c:v>44798</c:v>
                </c:pt>
                <c:pt idx="1917">
                  <c:v>44799</c:v>
                </c:pt>
                <c:pt idx="1918">
                  <c:v>44800</c:v>
                </c:pt>
                <c:pt idx="1919">
                  <c:v>44801</c:v>
                </c:pt>
                <c:pt idx="1920">
                  <c:v>44802</c:v>
                </c:pt>
                <c:pt idx="1921">
                  <c:v>44803</c:v>
                </c:pt>
                <c:pt idx="1922">
                  <c:v>44804</c:v>
                </c:pt>
                <c:pt idx="1923">
                  <c:v>44805</c:v>
                </c:pt>
                <c:pt idx="1924">
                  <c:v>44806</c:v>
                </c:pt>
                <c:pt idx="1925">
                  <c:v>44807</c:v>
                </c:pt>
                <c:pt idx="1926">
                  <c:v>44808</c:v>
                </c:pt>
                <c:pt idx="1927">
                  <c:v>44809</c:v>
                </c:pt>
                <c:pt idx="1928">
                  <c:v>44810</c:v>
                </c:pt>
                <c:pt idx="1929">
                  <c:v>44811</c:v>
                </c:pt>
                <c:pt idx="1930">
                  <c:v>44812</c:v>
                </c:pt>
                <c:pt idx="1931">
                  <c:v>44813</c:v>
                </c:pt>
                <c:pt idx="1932">
                  <c:v>44814</c:v>
                </c:pt>
                <c:pt idx="1933">
                  <c:v>44815</c:v>
                </c:pt>
                <c:pt idx="1934">
                  <c:v>44816</c:v>
                </c:pt>
                <c:pt idx="1935">
                  <c:v>44817</c:v>
                </c:pt>
                <c:pt idx="1936">
                  <c:v>44818</c:v>
                </c:pt>
                <c:pt idx="1937">
                  <c:v>44819</c:v>
                </c:pt>
                <c:pt idx="1938">
                  <c:v>44820</c:v>
                </c:pt>
                <c:pt idx="1939">
                  <c:v>44821</c:v>
                </c:pt>
                <c:pt idx="1940">
                  <c:v>44822</c:v>
                </c:pt>
                <c:pt idx="1941">
                  <c:v>44823</c:v>
                </c:pt>
                <c:pt idx="1942">
                  <c:v>44824</c:v>
                </c:pt>
                <c:pt idx="1943">
                  <c:v>44825</c:v>
                </c:pt>
                <c:pt idx="1944">
                  <c:v>44826</c:v>
                </c:pt>
                <c:pt idx="1945">
                  <c:v>44827</c:v>
                </c:pt>
                <c:pt idx="1946">
                  <c:v>44828</c:v>
                </c:pt>
                <c:pt idx="1947">
                  <c:v>44829</c:v>
                </c:pt>
                <c:pt idx="1948">
                  <c:v>44830</c:v>
                </c:pt>
                <c:pt idx="1949">
                  <c:v>44831</c:v>
                </c:pt>
                <c:pt idx="1950">
                  <c:v>44832</c:v>
                </c:pt>
                <c:pt idx="1951">
                  <c:v>44833</c:v>
                </c:pt>
                <c:pt idx="1952">
                  <c:v>44834</c:v>
                </c:pt>
                <c:pt idx="1953">
                  <c:v>44835</c:v>
                </c:pt>
                <c:pt idx="1954">
                  <c:v>44836</c:v>
                </c:pt>
                <c:pt idx="1955">
                  <c:v>44837</c:v>
                </c:pt>
                <c:pt idx="1956">
                  <c:v>44838</c:v>
                </c:pt>
                <c:pt idx="1957">
                  <c:v>44839</c:v>
                </c:pt>
                <c:pt idx="1958">
                  <c:v>44840</c:v>
                </c:pt>
                <c:pt idx="1959">
                  <c:v>44841</c:v>
                </c:pt>
                <c:pt idx="1960">
                  <c:v>44842</c:v>
                </c:pt>
                <c:pt idx="1961">
                  <c:v>44843</c:v>
                </c:pt>
                <c:pt idx="1962">
                  <c:v>44844</c:v>
                </c:pt>
                <c:pt idx="1963">
                  <c:v>44845</c:v>
                </c:pt>
                <c:pt idx="1964">
                  <c:v>44846</c:v>
                </c:pt>
                <c:pt idx="1965">
                  <c:v>44847</c:v>
                </c:pt>
                <c:pt idx="1966">
                  <c:v>44848</c:v>
                </c:pt>
                <c:pt idx="1967">
                  <c:v>44849</c:v>
                </c:pt>
                <c:pt idx="1968">
                  <c:v>44850</c:v>
                </c:pt>
                <c:pt idx="1969">
                  <c:v>44851</c:v>
                </c:pt>
                <c:pt idx="1970">
                  <c:v>44852</c:v>
                </c:pt>
                <c:pt idx="1971">
                  <c:v>44853</c:v>
                </c:pt>
                <c:pt idx="1972">
                  <c:v>44854</c:v>
                </c:pt>
                <c:pt idx="1973">
                  <c:v>44855</c:v>
                </c:pt>
                <c:pt idx="1974">
                  <c:v>44856</c:v>
                </c:pt>
                <c:pt idx="1975">
                  <c:v>44857</c:v>
                </c:pt>
                <c:pt idx="1976">
                  <c:v>44858</c:v>
                </c:pt>
                <c:pt idx="1977">
                  <c:v>44859</c:v>
                </c:pt>
                <c:pt idx="1978">
                  <c:v>44860</c:v>
                </c:pt>
                <c:pt idx="1979">
                  <c:v>44861</c:v>
                </c:pt>
                <c:pt idx="1980">
                  <c:v>44862</c:v>
                </c:pt>
                <c:pt idx="1981">
                  <c:v>44863</c:v>
                </c:pt>
                <c:pt idx="1982">
                  <c:v>44864</c:v>
                </c:pt>
                <c:pt idx="1983">
                  <c:v>44865</c:v>
                </c:pt>
                <c:pt idx="1984">
                  <c:v>44866</c:v>
                </c:pt>
                <c:pt idx="1985">
                  <c:v>44867</c:v>
                </c:pt>
                <c:pt idx="1986">
                  <c:v>44868</c:v>
                </c:pt>
                <c:pt idx="1987">
                  <c:v>44869</c:v>
                </c:pt>
                <c:pt idx="1988">
                  <c:v>44870</c:v>
                </c:pt>
                <c:pt idx="1989">
                  <c:v>44871</c:v>
                </c:pt>
                <c:pt idx="1990">
                  <c:v>44872</c:v>
                </c:pt>
                <c:pt idx="1991">
                  <c:v>44873</c:v>
                </c:pt>
                <c:pt idx="1992">
                  <c:v>44874</c:v>
                </c:pt>
                <c:pt idx="1993">
                  <c:v>44875</c:v>
                </c:pt>
                <c:pt idx="1994">
                  <c:v>44876</c:v>
                </c:pt>
                <c:pt idx="1995">
                  <c:v>44877</c:v>
                </c:pt>
                <c:pt idx="1996">
                  <c:v>44878</c:v>
                </c:pt>
                <c:pt idx="1997">
                  <c:v>44879</c:v>
                </c:pt>
                <c:pt idx="1998">
                  <c:v>44880</c:v>
                </c:pt>
                <c:pt idx="1999">
                  <c:v>44881</c:v>
                </c:pt>
                <c:pt idx="2000">
                  <c:v>44882</c:v>
                </c:pt>
                <c:pt idx="2001">
                  <c:v>44883</c:v>
                </c:pt>
                <c:pt idx="2002">
                  <c:v>44884</c:v>
                </c:pt>
                <c:pt idx="2003">
                  <c:v>44885</c:v>
                </c:pt>
                <c:pt idx="2004">
                  <c:v>44886</c:v>
                </c:pt>
                <c:pt idx="2005">
                  <c:v>44887</c:v>
                </c:pt>
                <c:pt idx="2006">
                  <c:v>44888</c:v>
                </c:pt>
                <c:pt idx="2007">
                  <c:v>44889</c:v>
                </c:pt>
                <c:pt idx="2008">
                  <c:v>44890</c:v>
                </c:pt>
                <c:pt idx="2009">
                  <c:v>44891</c:v>
                </c:pt>
                <c:pt idx="2010">
                  <c:v>44892</c:v>
                </c:pt>
                <c:pt idx="2011">
                  <c:v>44893</c:v>
                </c:pt>
                <c:pt idx="2012">
                  <c:v>44894</c:v>
                </c:pt>
                <c:pt idx="2013">
                  <c:v>44895</c:v>
                </c:pt>
                <c:pt idx="2014">
                  <c:v>44896</c:v>
                </c:pt>
                <c:pt idx="2015">
                  <c:v>44897</c:v>
                </c:pt>
                <c:pt idx="2016">
                  <c:v>44898</c:v>
                </c:pt>
                <c:pt idx="2017">
                  <c:v>44899</c:v>
                </c:pt>
                <c:pt idx="2018">
                  <c:v>44900</c:v>
                </c:pt>
                <c:pt idx="2019">
                  <c:v>44901</c:v>
                </c:pt>
                <c:pt idx="2020">
                  <c:v>44902</c:v>
                </c:pt>
                <c:pt idx="2021">
                  <c:v>44903</c:v>
                </c:pt>
                <c:pt idx="2022">
                  <c:v>44904</c:v>
                </c:pt>
                <c:pt idx="2023">
                  <c:v>44905</c:v>
                </c:pt>
                <c:pt idx="2024">
                  <c:v>44906</c:v>
                </c:pt>
                <c:pt idx="2025">
                  <c:v>44907</c:v>
                </c:pt>
                <c:pt idx="2026">
                  <c:v>44908</c:v>
                </c:pt>
                <c:pt idx="2027">
                  <c:v>44909</c:v>
                </c:pt>
                <c:pt idx="2028">
                  <c:v>44910</c:v>
                </c:pt>
                <c:pt idx="2029">
                  <c:v>44911</c:v>
                </c:pt>
                <c:pt idx="2030">
                  <c:v>44912</c:v>
                </c:pt>
                <c:pt idx="2031">
                  <c:v>44913</c:v>
                </c:pt>
                <c:pt idx="2032">
                  <c:v>44914</c:v>
                </c:pt>
                <c:pt idx="2033">
                  <c:v>44915</c:v>
                </c:pt>
                <c:pt idx="2034">
                  <c:v>44916</c:v>
                </c:pt>
                <c:pt idx="2035">
                  <c:v>44917</c:v>
                </c:pt>
                <c:pt idx="2036">
                  <c:v>44918</c:v>
                </c:pt>
                <c:pt idx="2037">
                  <c:v>44919</c:v>
                </c:pt>
                <c:pt idx="2038">
                  <c:v>44920</c:v>
                </c:pt>
                <c:pt idx="2039">
                  <c:v>44921</c:v>
                </c:pt>
                <c:pt idx="2040">
                  <c:v>44922</c:v>
                </c:pt>
                <c:pt idx="2041">
                  <c:v>44923</c:v>
                </c:pt>
                <c:pt idx="2042">
                  <c:v>44924</c:v>
                </c:pt>
                <c:pt idx="2043">
                  <c:v>44925</c:v>
                </c:pt>
                <c:pt idx="2044">
                  <c:v>44926</c:v>
                </c:pt>
                <c:pt idx="2045">
                  <c:v>44927</c:v>
                </c:pt>
                <c:pt idx="2046">
                  <c:v>44928</c:v>
                </c:pt>
                <c:pt idx="2047">
                  <c:v>44929</c:v>
                </c:pt>
                <c:pt idx="2048">
                  <c:v>44930</c:v>
                </c:pt>
                <c:pt idx="2049">
                  <c:v>44931</c:v>
                </c:pt>
                <c:pt idx="2050">
                  <c:v>44932</c:v>
                </c:pt>
                <c:pt idx="2051">
                  <c:v>44933</c:v>
                </c:pt>
                <c:pt idx="2052">
                  <c:v>44934</c:v>
                </c:pt>
                <c:pt idx="2053">
                  <c:v>44935</c:v>
                </c:pt>
                <c:pt idx="2054">
                  <c:v>44936</c:v>
                </c:pt>
                <c:pt idx="2055">
                  <c:v>44937</c:v>
                </c:pt>
                <c:pt idx="2056">
                  <c:v>44938</c:v>
                </c:pt>
                <c:pt idx="2057">
                  <c:v>44939</c:v>
                </c:pt>
                <c:pt idx="2058">
                  <c:v>44940</c:v>
                </c:pt>
                <c:pt idx="2059">
                  <c:v>44941</c:v>
                </c:pt>
                <c:pt idx="2060">
                  <c:v>44942</c:v>
                </c:pt>
                <c:pt idx="2061">
                  <c:v>44943</c:v>
                </c:pt>
                <c:pt idx="2062">
                  <c:v>44944</c:v>
                </c:pt>
                <c:pt idx="2063">
                  <c:v>44945</c:v>
                </c:pt>
                <c:pt idx="2064">
                  <c:v>44946</c:v>
                </c:pt>
                <c:pt idx="2065">
                  <c:v>44947</c:v>
                </c:pt>
                <c:pt idx="2066">
                  <c:v>44948</c:v>
                </c:pt>
                <c:pt idx="2067">
                  <c:v>44949</c:v>
                </c:pt>
                <c:pt idx="2068">
                  <c:v>44950</c:v>
                </c:pt>
                <c:pt idx="2069">
                  <c:v>44951</c:v>
                </c:pt>
                <c:pt idx="2070">
                  <c:v>44952</c:v>
                </c:pt>
                <c:pt idx="2071">
                  <c:v>44953</c:v>
                </c:pt>
                <c:pt idx="2072">
                  <c:v>44954</c:v>
                </c:pt>
                <c:pt idx="2073">
                  <c:v>44955</c:v>
                </c:pt>
                <c:pt idx="2074">
                  <c:v>44956</c:v>
                </c:pt>
                <c:pt idx="2075">
                  <c:v>44957</c:v>
                </c:pt>
                <c:pt idx="2076">
                  <c:v>44958</c:v>
                </c:pt>
                <c:pt idx="2077">
                  <c:v>44959</c:v>
                </c:pt>
                <c:pt idx="2078">
                  <c:v>44960</c:v>
                </c:pt>
                <c:pt idx="2079">
                  <c:v>44961</c:v>
                </c:pt>
                <c:pt idx="2080">
                  <c:v>44962</c:v>
                </c:pt>
                <c:pt idx="2081">
                  <c:v>44963</c:v>
                </c:pt>
                <c:pt idx="2082">
                  <c:v>44964</c:v>
                </c:pt>
                <c:pt idx="2083">
                  <c:v>44965</c:v>
                </c:pt>
                <c:pt idx="2084">
                  <c:v>44966</c:v>
                </c:pt>
                <c:pt idx="2085">
                  <c:v>44967</c:v>
                </c:pt>
                <c:pt idx="2086">
                  <c:v>44968</c:v>
                </c:pt>
                <c:pt idx="2087">
                  <c:v>44969</c:v>
                </c:pt>
                <c:pt idx="2088">
                  <c:v>44970</c:v>
                </c:pt>
                <c:pt idx="2089">
                  <c:v>44971</c:v>
                </c:pt>
                <c:pt idx="2090">
                  <c:v>44972</c:v>
                </c:pt>
                <c:pt idx="2091">
                  <c:v>44973</c:v>
                </c:pt>
                <c:pt idx="2092">
                  <c:v>44974</c:v>
                </c:pt>
                <c:pt idx="2093">
                  <c:v>44975</c:v>
                </c:pt>
                <c:pt idx="2094">
                  <c:v>44976</c:v>
                </c:pt>
                <c:pt idx="2095">
                  <c:v>44977</c:v>
                </c:pt>
                <c:pt idx="2096">
                  <c:v>44978</c:v>
                </c:pt>
                <c:pt idx="2097">
                  <c:v>44979</c:v>
                </c:pt>
                <c:pt idx="2098">
                  <c:v>44980</c:v>
                </c:pt>
                <c:pt idx="2099">
                  <c:v>44981</c:v>
                </c:pt>
                <c:pt idx="2100">
                  <c:v>44982</c:v>
                </c:pt>
                <c:pt idx="2101">
                  <c:v>44983</c:v>
                </c:pt>
                <c:pt idx="2102">
                  <c:v>44984</c:v>
                </c:pt>
                <c:pt idx="2103">
                  <c:v>44985</c:v>
                </c:pt>
                <c:pt idx="2104">
                  <c:v>44986</c:v>
                </c:pt>
                <c:pt idx="2105">
                  <c:v>44987</c:v>
                </c:pt>
                <c:pt idx="2106">
                  <c:v>44988</c:v>
                </c:pt>
                <c:pt idx="2107">
                  <c:v>44989</c:v>
                </c:pt>
                <c:pt idx="2108">
                  <c:v>44990</c:v>
                </c:pt>
                <c:pt idx="2109">
                  <c:v>44991</c:v>
                </c:pt>
                <c:pt idx="2110">
                  <c:v>44992</c:v>
                </c:pt>
                <c:pt idx="2111">
                  <c:v>44993</c:v>
                </c:pt>
                <c:pt idx="2112">
                  <c:v>44994</c:v>
                </c:pt>
                <c:pt idx="2113">
                  <c:v>44995</c:v>
                </c:pt>
                <c:pt idx="2114">
                  <c:v>44996</c:v>
                </c:pt>
                <c:pt idx="2115">
                  <c:v>44997</c:v>
                </c:pt>
                <c:pt idx="2116">
                  <c:v>44998</c:v>
                </c:pt>
                <c:pt idx="2117">
                  <c:v>44999</c:v>
                </c:pt>
                <c:pt idx="2118">
                  <c:v>45000</c:v>
                </c:pt>
                <c:pt idx="2119">
                  <c:v>45001</c:v>
                </c:pt>
                <c:pt idx="2120">
                  <c:v>45002</c:v>
                </c:pt>
                <c:pt idx="2121">
                  <c:v>45003</c:v>
                </c:pt>
                <c:pt idx="2122">
                  <c:v>45004</c:v>
                </c:pt>
                <c:pt idx="2123">
                  <c:v>45005</c:v>
                </c:pt>
                <c:pt idx="2124">
                  <c:v>45006</c:v>
                </c:pt>
                <c:pt idx="2125">
                  <c:v>45007</c:v>
                </c:pt>
                <c:pt idx="2126">
                  <c:v>45008</c:v>
                </c:pt>
                <c:pt idx="2127">
                  <c:v>45009</c:v>
                </c:pt>
                <c:pt idx="2128">
                  <c:v>45010</c:v>
                </c:pt>
                <c:pt idx="2129">
                  <c:v>45011</c:v>
                </c:pt>
                <c:pt idx="2130">
                  <c:v>45012</c:v>
                </c:pt>
                <c:pt idx="2131">
                  <c:v>45013</c:v>
                </c:pt>
                <c:pt idx="2132">
                  <c:v>45014</c:v>
                </c:pt>
                <c:pt idx="2133">
                  <c:v>45015</c:v>
                </c:pt>
                <c:pt idx="2134">
                  <c:v>45016</c:v>
                </c:pt>
                <c:pt idx="2135">
                  <c:v>45017</c:v>
                </c:pt>
                <c:pt idx="2136">
                  <c:v>45018</c:v>
                </c:pt>
                <c:pt idx="2137">
                  <c:v>45019</c:v>
                </c:pt>
                <c:pt idx="2138">
                  <c:v>45020</c:v>
                </c:pt>
                <c:pt idx="2139">
                  <c:v>45021</c:v>
                </c:pt>
                <c:pt idx="2140">
                  <c:v>45022</c:v>
                </c:pt>
                <c:pt idx="2141">
                  <c:v>45023</c:v>
                </c:pt>
                <c:pt idx="2142">
                  <c:v>45024</c:v>
                </c:pt>
                <c:pt idx="2143">
                  <c:v>45025</c:v>
                </c:pt>
                <c:pt idx="2144">
                  <c:v>45026</c:v>
                </c:pt>
                <c:pt idx="2145">
                  <c:v>45027</c:v>
                </c:pt>
                <c:pt idx="2146">
                  <c:v>45028</c:v>
                </c:pt>
                <c:pt idx="2147">
                  <c:v>45029</c:v>
                </c:pt>
                <c:pt idx="2148">
                  <c:v>45030</c:v>
                </c:pt>
                <c:pt idx="2149">
                  <c:v>45031</c:v>
                </c:pt>
                <c:pt idx="2150">
                  <c:v>45032</c:v>
                </c:pt>
                <c:pt idx="2151">
                  <c:v>45033</c:v>
                </c:pt>
                <c:pt idx="2152">
                  <c:v>45034</c:v>
                </c:pt>
                <c:pt idx="2153">
                  <c:v>45035</c:v>
                </c:pt>
                <c:pt idx="2154">
                  <c:v>45036</c:v>
                </c:pt>
                <c:pt idx="2155">
                  <c:v>45037</c:v>
                </c:pt>
                <c:pt idx="2156">
                  <c:v>45038</c:v>
                </c:pt>
                <c:pt idx="2157">
                  <c:v>45039</c:v>
                </c:pt>
                <c:pt idx="2158">
                  <c:v>45040</c:v>
                </c:pt>
                <c:pt idx="2159">
                  <c:v>45041</c:v>
                </c:pt>
                <c:pt idx="2160">
                  <c:v>45042</c:v>
                </c:pt>
                <c:pt idx="2161">
                  <c:v>45043</c:v>
                </c:pt>
                <c:pt idx="2162">
                  <c:v>45044</c:v>
                </c:pt>
                <c:pt idx="2163">
                  <c:v>45045</c:v>
                </c:pt>
                <c:pt idx="2164">
                  <c:v>45046</c:v>
                </c:pt>
                <c:pt idx="2165">
                  <c:v>45047</c:v>
                </c:pt>
                <c:pt idx="2166">
                  <c:v>45048</c:v>
                </c:pt>
                <c:pt idx="2167">
                  <c:v>45049</c:v>
                </c:pt>
                <c:pt idx="2168">
                  <c:v>45050</c:v>
                </c:pt>
                <c:pt idx="2169">
                  <c:v>45051</c:v>
                </c:pt>
                <c:pt idx="2170">
                  <c:v>45052</c:v>
                </c:pt>
                <c:pt idx="2171">
                  <c:v>45053</c:v>
                </c:pt>
                <c:pt idx="2172">
                  <c:v>45054</c:v>
                </c:pt>
                <c:pt idx="2173">
                  <c:v>45055</c:v>
                </c:pt>
                <c:pt idx="2174">
                  <c:v>45056</c:v>
                </c:pt>
                <c:pt idx="2175">
                  <c:v>45057</c:v>
                </c:pt>
                <c:pt idx="2176">
                  <c:v>45058</c:v>
                </c:pt>
                <c:pt idx="2177">
                  <c:v>45059</c:v>
                </c:pt>
                <c:pt idx="2178">
                  <c:v>45060</c:v>
                </c:pt>
                <c:pt idx="2179">
                  <c:v>45061</c:v>
                </c:pt>
                <c:pt idx="2180">
                  <c:v>45062</c:v>
                </c:pt>
                <c:pt idx="2181">
                  <c:v>45063</c:v>
                </c:pt>
                <c:pt idx="2182">
                  <c:v>45064</c:v>
                </c:pt>
                <c:pt idx="2183">
                  <c:v>45065</c:v>
                </c:pt>
                <c:pt idx="2184">
                  <c:v>45066</c:v>
                </c:pt>
                <c:pt idx="2185">
                  <c:v>45067</c:v>
                </c:pt>
                <c:pt idx="2186">
                  <c:v>45068</c:v>
                </c:pt>
                <c:pt idx="2187">
                  <c:v>45069</c:v>
                </c:pt>
                <c:pt idx="2188">
                  <c:v>45070</c:v>
                </c:pt>
                <c:pt idx="2189">
                  <c:v>45071</c:v>
                </c:pt>
                <c:pt idx="2190">
                  <c:v>45072</c:v>
                </c:pt>
                <c:pt idx="2191">
                  <c:v>45073</c:v>
                </c:pt>
                <c:pt idx="2192">
                  <c:v>45074</c:v>
                </c:pt>
                <c:pt idx="2193">
                  <c:v>45075</c:v>
                </c:pt>
                <c:pt idx="2194">
                  <c:v>45076</c:v>
                </c:pt>
                <c:pt idx="2195">
                  <c:v>45077</c:v>
                </c:pt>
                <c:pt idx="2196">
                  <c:v>45078</c:v>
                </c:pt>
                <c:pt idx="2197">
                  <c:v>45079</c:v>
                </c:pt>
                <c:pt idx="2198">
                  <c:v>45080</c:v>
                </c:pt>
                <c:pt idx="2199">
                  <c:v>45081</c:v>
                </c:pt>
                <c:pt idx="2200">
                  <c:v>45082</c:v>
                </c:pt>
                <c:pt idx="2201">
                  <c:v>45083</c:v>
                </c:pt>
                <c:pt idx="2202">
                  <c:v>45084</c:v>
                </c:pt>
                <c:pt idx="2203">
                  <c:v>45085</c:v>
                </c:pt>
                <c:pt idx="2204">
                  <c:v>45086</c:v>
                </c:pt>
                <c:pt idx="2205">
                  <c:v>45087</c:v>
                </c:pt>
                <c:pt idx="2206">
                  <c:v>45088</c:v>
                </c:pt>
                <c:pt idx="2207">
                  <c:v>45089</c:v>
                </c:pt>
                <c:pt idx="2208">
                  <c:v>45090</c:v>
                </c:pt>
                <c:pt idx="2209">
                  <c:v>45091</c:v>
                </c:pt>
                <c:pt idx="2210">
                  <c:v>45092</c:v>
                </c:pt>
                <c:pt idx="2211">
                  <c:v>45093</c:v>
                </c:pt>
                <c:pt idx="2212">
                  <c:v>45094</c:v>
                </c:pt>
                <c:pt idx="2213">
                  <c:v>45095</c:v>
                </c:pt>
                <c:pt idx="2214">
                  <c:v>45096</c:v>
                </c:pt>
                <c:pt idx="2215">
                  <c:v>45097</c:v>
                </c:pt>
                <c:pt idx="2216">
                  <c:v>45098</c:v>
                </c:pt>
                <c:pt idx="2217">
                  <c:v>45099</c:v>
                </c:pt>
                <c:pt idx="2218">
                  <c:v>45100</c:v>
                </c:pt>
                <c:pt idx="2219">
                  <c:v>45101</c:v>
                </c:pt>
                <c:pt idx="2220">
                  <c:v>45102</c:v>
                </c:pt>
                <c:pt idx="2221">
                  <c:v>45103</c:v>
                </c:pt>
                <c:pt idx="2222">
                  <c:v>45104</c:v>
                </c:pt>
                <c:pt idx="2223">
                  <c:v>45105</c:v>
                </c:pt>
                <c:pt idx="2224">
                  <c:v>45106</c:v>
                </c:pt>
                <c:pt idx="2225">
                  <c:v>45107</c:v>
                </c:pt>
                <c:pt idx="2226">
                  <c:v>45108</c:v>
                </c:pt>
                <c:pt idx="2227">
                  <c:v>45109</c:v>
                </c:pt>
                <c:pt idx="2228">
                  <c:v>45110</c:v>
                </c:pt>
                <c:pt idx="2229">
                  <c:v>45111</c:v>
                </c:pt>
                <c:pt idx="2230">
                  <c:v>45112</c:v>
                </c:pt>
                <c:pt idx="2231">
                  <c:v>45113</c:v>
                </c:pt>
                <c:pt idx="2232">
                  <c:v>45114</c:v>
                </c:pt>
                <c:pt idx="2233">
                  <c:v>45115</c:v>
                </c:pt>
                <c:pt idx="2234">
                  <c:v>45116</c:v>
                </c:pt>
                <c:pt idx="2235">
                  <c:v>45117</c:v>
                </c:pt>
                <c:pt idx="2236">
                  <c:v>45118</c:v>
                </c:pt>
                <c:pt idx="2237">
                  <c:v>45119</c:v>
                </c:pt>
                <c:pt idx="2238">
                  <c:v>45120</c:v>
                </c:pt>
                <c:pt idx="2239">
                  <c:v>45121</c:v>
                </c:pt>
                <c:pt idx="2240">
                  <c:v>45122</c:v>
                </c:pt>
                <c:pt idx="2241">
                  <c:v>45123</c:v>
                </c:pt>
                <c:pt idx="2242">
                  <c:v>45124</c:v>
                </c:pt>
                <c:pt idx="2243">
                  <c:v>45125</c:v>
                </c:pt>
                <c:pt idx="2244">
                  <c:v>45126</c:v>
                </c:pt>
                <c:pt idx="2245">
                  <c:v>45127</c:v>
                </c:pt>
                <c:pt idx="2246">
                  <c:v>45128</c:v>
                </c:pt>
                <c:pt idx="2247">
                  <c:v>45129</c:v>
                </c:pt>
                <c:pt idx="2248">
                  <c:v>45130</c:v>
                </c:pt>
                <c:pt idx="2249">
                  <c:v>45131</c:v>
                </c:pt>
                <c:pt idx="2250">
                  <c:v>45132</c:v>
                </c:pt>
                <c:pt idx="2251">
                  <c:v>45133</c:v>
                </c:pt>
                <c:pt idx="2252">
                  <c:v>45134</c:v>
                </c:pt>
                <c:pt idx="2253">
                  <c:v>45135</c:v>
                </c:pt>
                <c:pt idx="2254">
                  <c:v>45136</c:v>
                </c:pt>
                <c:pt idx="2255">
                  <c:v>45137</c:v>
                </c:pt>
                <c:pt idx="2256">
                  <c:v>45138</c:v>
                </c:pt>
                <c:pt idx="2257">
                  <c:v>45139</c:v>
                </c:pt>
                <c:pt idx="2258">
                  <c:v>45140</c:v>
                </c:pt>
                <c:pt idx="2259">
                  <c:v>45141</c:v>
                </c:pt>
                <c:pt idx="2260">
                  <c:v>45142</c:v>
                </c:pt>
                <c:pt idx="2261">
                  <c:v>45143</c:v>
                </c:pt>
                <c:pt idx="2262">
                  <c:v>45144</c:v>
                </c:pt>
                <c:pt idx="2263">
                  <c:v>45145</c:v>
                </c:pt>
                <c:pt idx="2264">
                  <c:v>45146</c:v>
                </c:pt>
                <c:pt idx="2265">
                  <c:v>45147</c:v>
                </c:pt>
                <c:pt idx="2266">
                  <c:v>45148</c:v>
                </c:pt>
                <c:pt idx="2267">
                  <c:v>45149</c:v>
                </c:pt>
                <c:pt idx="2268">
                  <c:v>45150</c:v>
                </c:pt>
                <c:pt idx="2269">
                  <c:v>45151</c:v>
                </c:pt>
                <c:pt idx="2270">
                  <c:v>45152</c:v>
                </c:pt>
                <c:pt idx="2271">
                  <c:v>45153</c:v>
                </c:pt>
                <c:pt idx="2272">
                  <c:v>45154</c:v>
                </c:pt>
                <c:pt idx="2273">
                  <c:v>45155</c:v>
                </c:pt>
                <c:pt idx="2274">
                  <c:v>45156</c:v>
                </c:pt>
                <c:pt idx="2275">
                  <c:v>45157</c:v>
                </c:pt>
                <c:pt idx="2276">
                  <c:v>45158</c:v>
                </c:pt>
                <c:pt idx="2277">
                  <c:v>45159</c:v>
                </c:pt>
                <c:pt idx="2278">
                  <c:v>45160</c:v>
                </c:pt>
                <c:pt idx="2279">
                  <c:v>45161</c:v>
                </c:pt>
                <c:pt idx="2280">
                  <c:v>45162</c:v>
                </c:pt>
                <c:pt idx="2281">
                  <c:v>45163</c:v>
                </c:pt>
                <c:pt idx="2282">
                  <c:v>45164</c:v>
                </c:pt>
                <c:pt idx="2283">
                  <c:v>45165</c:v>
                </c:pt>
                <c:pt idx="2284">
                  <c:v>45166</c:v>
                </c:pt>
                <c:pt idx="2285">
                  <c:v>45167</c:v>
                </c:pt>
                <c:pt idx="2286">
                  <c:v>45168</c:v>
                </c:pt>
                <c:pt idx="2287">
                  <c:v>45169</c:v>
                </c:pt>
                <c:pt idx="2288">
                  <c:v>45170</c:v>
                </c:pt>
                <c:pt idx="2289">
                  <c:v>45171</c:v>
                </c:pt>
                <c:pt idx="2290">
                  <c:v>45172</c:v>
                </c:pt>
                <c:pt idx="2291">
                  <c:v>45173</c:v>
                </c:pt>
                <c:pt idx="2292">
                  <c:v>45174</c:v>
                </c:pt>
                <c:pt idx="2293">
                  <c:v>45175</c:v>
                </c:pt>
                <c:pt idx="2294">
                  <c:v>45176</c:v>
                </c:pt>
                <c:pt idx="2295">
                  <c:v>45177</c:v>
                </c:pt>
                <c:pt idx="2296">
                  <c:v>45178</c:v>
                </c:pt>
                <c:pt idx="2297">
                  <c:v>45179</c:v>
                </c:pt>
                <c:pt idx="2298">
                  <c:v>45180</c:v>
                </c:pt>
                <c:pt idx="2299">
                  <c:v>45181</c:v>
                </c:pt>
                <c:pt idx="2300">
                  <c:v>45182</c:v>
                </c:pt>
                <c:pt idx="2301">
                  <c:v>45183</c:v>
                </c:pt>
                <c:pt idx="2302">
                  <c:v>45184</c:v>
                </c:pt>
                <c:pt idx="2303">
                  <c:v>45185</c:v>
                </c:pt>
                <c:pt idx="2304">
                  <c:v>45186</c:v>
                </c:pt>
                <c:pt idx="2305">
                  <c:v>45187</c:v>
                </c:pt>
                <c:pt idx="2306">
                  <c:v>45188</c:v>
                </c:pt>
                <c:pt idx="2307">
                  <c:v>45189</c:v>
                </c:pt>
                <c:pt idx="2308">
                  <c:v>45190</c:v>
                </c:pt>
                <c:pt idx="2309">
                  <c:v>45191</c:v>
                </c:pt>
                <c:pt idx="2310">
                  <c:v>45192</c:v>
                </c:pt>
                <c:pt idx="2311">
                  <c:v>45193</c:v>
                </c:pt>
                <c:pt idx="2312">
                  <c:v>45194</c:v>
                </c:pt>
                <c:pt idx="2313">
                  <c:v>45195</c:v>
                </c:pt>
                <c:pt idx="2314">
                  <c:v>45196</c:v>
                </c:pt>
                <c:pt idx="2315">
                  <c:v>45197</c:v>
                </c:pt>
                <c:pt idx="2316">
                  <c:v>45198</c:v>
                </c:pt>
                <c:pt idx="2317">
                  <c:v>45199</c:v>
                </c:pt>
                <c:pt idx="2318">
                  <c:v>45200</c:v>
                </c:pt>
                <c:pt idx="2319">
                  <c:v>45201</c:v>
                </c:pt>
                <c:pt idx="2320">
                  <c:v>45202</c:v>
                </c:pt>
                <c:pt idx="2321">
                  <c:v>45203</c:v>
                </c:pt>
                <c:pt idx="2322">
                  <c:v>45204</c:v>
                </c:pt>
                <c:pt idx="2323">
                  <c:v>45205</c:v>
                </c:pt>
                <c:pt idx="2324">
                  <c:v>45206</c:v>
                </c:pt>
                <c:pt idx="2325">
                  <c:v>45207</c:v>
                </c:pt>
                <c:pt idx="2326">
                  <c:v>45208</c:v>
                </c:pt>
                <c:pt idx="2327">
                  <c:v>45209</c:v>
                </c:pt>
                <c:pt idx="2328">
                  <c:v>45210</c:v>
                </c:pt>
                <c:pt idx="2329">
                  <c:v>45211</c:v>
                </c:pt>
                <c:pt idx="2330">
                  <c:v>45212</c:v>
                </c:pt>
                <c:pt idx="2331">
                  <c:v>45213</c:v>
                </c:pt>
                <c:pt idx="2332">
                  <c:v>45214</c:v>
                </c:pt>
                <c:pt idx="2333">
                  <c:v>45215</c:v>
                </c:pt>
                <c:pt idx="2334">
                  <c:v>45216</c:v>
                </c:pt>
                <c:pt idx="2335">
                  <c:v>45217</c:v>
                </c:pt>
                <c:pt idx="2336">
                  <c:v>45218</c:v>
                </c:pt>
                <c:pt idx="2337">
                  <c:v>45219</c:v>
                </c:pt>
                <c:pt idx="2338">
                  <c:v>45220</c:v>
                </c:pt>
                <c:pt idx="2339">
                  <c:v>45221</c:v>
                </c:pt>
                <c:pt idx="2340">
                  <c:v>45222</c:v>
                </c:pt>
                <c:pt idx="2341">
                  <c:v>45223</c:v>
                </c:pt>
                <c:pt idx="2342">
                  <c:v>45224</c:v>
                </c:pt>
                <c:pt idx="2343">
                  <c:v>45225</c:v>
                </c:pt>
                <c:pt idx="2344">
                  <c:v>45226</c:v>
                </c:pt>
                <c:pt idx="2345">
                  <c:v>45227</c:v>
                </c:pt>
                <c:pt idx="2346">
                  <c:v>45228</c:v>
                </c:pt>
                <c:pt idx="2347">
                  <c:v>45229</c:v>
                </c:pt>
                <c:pt idx="2348">
                  <c:v>45230</c:v>
                </c:pt>
                <c:pt idx="2349">
                  <c:v>45231</c:v>
                </c:pt>
                <c:pt idx="2350">
                  <c:v>45232</c:v>
                </c:pt>
                <c:pt idx="2351">
                  <c:v>45233</c:v>
                </c:pt>
                <c:pt idx="2352">
                  <c:v>45234</c:v>
                </c:pt>
                <c:pt idx="2353">
                  <c:v>45235</c:v>
                </c:pt>
                <c:pt idx="2354">
                  <c:v>45236</c:v>
                </c:pt>
                <c:pt idx="2355">
                  <c:v>45237</c:v>
                </c:pt>
                <c:pt idx="2356">
                  <c:v>45238</c:v>
                </c:pt>
                <c:pt idx="2357">
                  <c:v>45239</c:v>
                </c:pt>
                <c:pt idx="2358">
                  <c:v>45240</c:v>
                </c:pt>
                <c:pt idx="2359">
                  <c:v>45241</c:v>
                </c:pt>
                <c:pt idx="2360">
                  <c:v>45242</c:v>
                </c:pt>
                <c:pt idx="2361">
                  <c:v>45243</c:v>
                </c:pt>
                <c:pt idx="2362">
                  <c:v>45244</c:v>
                </c:pt>
                <c:pt idx="2363">
                  <c:v>45245</c:v>
                </c:pt>
                <c:pt idx="2364">
                  <c:v>45246</c:v>
                </c:pt>
                <c:pt idx="2365">
                  <c:v>45247</c:v>
                </c:pt>
                <c:pt idx="2366">
                  <c:v>45248</c:v>
                </c:pt>
                <c:pt idx="2367">
                  <c:v>45249</c:v>
                </c:pt>
                <c:pt idx="2368">
                  <c:v>45250</c:v>
                </c:pt>
                <c:pt idx="2369">
                  <c:v>45251</c:v>
                </c:pt>
                <c:pt idx="2370">
                  <c:v>45252</c:v>
                </c:pt>
                <c:pt idx="2371">
                  <c:v>45253</c:v>
                </c:pt>
                <c:pt idx="2372">
                  <c:v>45254</c:v>
                </c:pt>
                <c:pt idx="2373">
                  <c:v>45255</c:v>
                </c:pt>
                <c:pt idx="2374">
                  <c:v>45256</c:v>
                </c:pt>
                <c:pt idx="2375">
                  <c:v>45257</c:v>
                </c:pt>
                <c:pt idx="2376">
                  <c:v>45258</c:v>
                </c:pt>
                <c:pt idx="2377">
                  <c:v>45259</c:v>
                </c:pt>
                <c:pt idx="2378">
                  <c:v>45260</c:v>
                </c:pt>
                <c:pt idx="2379">
                  <c:v>45261</c:v>
                </c:pt>
                <c:pt idx="2380">
                  <c:v>45262</c:v>
                </c:pt>
                <c:pt idx="2381">
                  <c:v>45263</c:v>
                </c:pt>
                <c:pt idx="2382">
                  <c:v>45264</c:v>
                </c:pt>
                <c:pt idx="2383">
                  <c:v>45265</c:v>
                </c:pt>
                <c:pt idx="2384">
                  <c:v>45266</c:v>
                </c:pt>
                <c:pt idx="2385">
                  <c:v>45267</c:v>
                </c:pt>
                <c:pt idx="2386">
                  <c:v>45268</c:v>
                </c:pt>
                <c:pt idx="2387">
                  <c:v>45269</c:v>
                </c:pt>
                <c:pt idx="2388">
                  <c:v>45270</c:v>
                </c:pt>
                <c:pt idx="2389">
                  <c:v>45271</c:v>
                </c:pt>
                <c:pt idx="2390">
                  <c:v>45272</c:v>
                </c:pt>
                <c:pt idx="2391">
                  <c:v>45273</c:v>
                </c:pt>
                <c:pt idx="2392">
                  <c:v>45274</c:v>
                </c:pt>
                <c:pt idx="2393">
                  <c:v>45275</c:v>
                </c:pt>
                <c:pt idx="2394">
                  <c:v>45276</c:v>
                </c:pt>
                <c:pt idx="2395">
                  <c:v>45277</c:v>
                </c:pt>
                <c:pt idx="2396">
                  <c:v>45278</c:v>
                </c:pt>
                <c:pt idx="2397">
                  <c:v>45279</c:v>
                </c:pt>
                <c:pt idx="2398">
                  <c:v>45280</c:v>
                </c:pt>
                <c:pt idx="2399">
                  <c:v>45281</c:v>
                </c:pt>
                <c:pt idx="2400">
                  <c:v>45282</c:v>
                </c:pt>
                <c:pt idx="2401">
                  <c:v>45283</c:v>
                </c:pt>
                <c:pt idx="2402">
                  <c:v>45284</c:v>
                </c:pt>
                <c:pt idx="2403">
                  <c:v>45285</c:v>
                </c:pt>
                <c:pt idx="2404">
                  <c:v>45286</c:v>
                </c:pt>
                <c:pt idx="2405">
                  <c:v>45287</c:v>
                </c:pt>
                <c:pt idx="2406">
                  <c:v>45288</c:v>
                </c:pt>
                <c:pt idx="2407">
                  <c:v>45289</c:v>
                </c:pt>
                <c:pt idx="2408">
                  <c:v>45290</c:v>
                </c:pt>
                <c:pt idx="2409">
                  <c:v>45291</c:v>
                </c:pt>
                <c:pt idx="2410">
                  <c:v>45292</c:v>
                </c:pt>
                <c:pt idx="2411">
                  <c:v>45293</c:v>
                </c:pt>
                <c:pt idx="2412">
                  <c:v>45294</c:v>
                </c:pt>
                <c:pt idx="2413">
                  <c:v>45295</c:v>
                </c:pt>
                <c:pt idx="2414">
                  <c:v>45296</c:v>
                </c:pt>
                <c:pt idx="2415">
                  <c:v>45297</c:v>
                </c:pt>
                <c:pt idx="2416">
                  <c:v>45298</c:v>
                </c:pt>
                <c:pt idx="2417">
                  <c:v>45299</c:v>
                </c:pt>
                <c:pt idx="2418">
                  <c:v>45300</c:v>
                </c:pt>
                <c:pt idx="2419">
                  <c:v>45301</c:v>
                </c:pt>
                <c:pt idx="2420">
                  <c:v>45302</c:v>
                </c:pt>
                <c:pt idx="2421">
                  <c:v>45303</c:v>
                </c:pt>
                <c:pt idx="2422">
                  <c:v>45304</c:v>
                </c:pt>
                <c:pt idx="2423">
                  <c:v>45305</c:v>
                </c:pt>
                <c:pt idx="2424">
                  <c:v>45306</c:v>
                </c:pt>
                <c:pt idx="2425">
                  <c:v>45307</c:v>
                </c:pt>
                <c:pt idx="2426">
                  <c:v>45308</c:v>
                </c:pt>
                <c:pt idx="2427">
                  <c:v>45309</c:v>
                </c:pt>
                <c:pt idx="2428">
                  <c:v>45310</c:v>
                </c:pt>
                <c:pt idx="2429">
                  <c:v>45311</c:v>
                </c:pt>
                <c:pt idx="2430">
                  <c:v>45312</c:v>
                </c:pt>
                <c:pt idx="2431">
                  <c:v>45313</c:v>
                </c:pt>
                <c:pt idx="2432">
                  <c:v>45314</c:v>
                </c:pt>
                <c:pt idx="2433">
                  <c:v>45315</c:v>
                </c:pt>
                <c:pt idx="2434">
                  <c:v>45316</c:v>
                </c:pt>
                <c:pt idx="2435">
                  <c:v>45317</c:v>
                </c:pt>
                <c:pt idx="2436">
                  <c:v>45318</c:v>
                </c:pt>
                <c:pt idx="2437">
                  <c:v>45319</c:v>
                </c:pt>
                <c:pt idx="2438">
                  <c:v>45320</c:v>
                </c:pt>
                <c:pt idx="2439">
                  <c:v>45321</c:v>
                </c:pt>
                <c:pt idx="2440">
                  <c:v>45322</c:v>
                </c:pt>
                <c:pt idx="2441">
                  <c:v>45323</c:v>
                </c:pt>
                <c:pt idx="2442">
                  <c:v>45324</c:v>
                </c:pt>
                <c:pt idx="2443">
                  <c:v>45325</c:v>
                </c:pt>
                <c:pt idx="2444">
                  <c:v>45326</c:v>
                </c:pt>
                <c:pt idx="2445">
                  <c:v>45327</c:v>
                </c:pt>
                <c:pt idx="2446">
                  <c:v>45328</c:v>
                </c:pt>
                <c:pt idx="2447">
                  <c:v>45329</c:v>
                </c:pt>
                <c:pt idx="2448">
                  <c:v>45330</c:v>
                </c:pt>
                <c:pt idx="2449">
                  <c:v>45331</c:v>
                </c:pt>
                <c:pt idx="2450">
                  <c:v>45332</c:v>
                </c:pt>
                <c:pt idx="2451">
                  <c:v>45333</c:v>
                </c:pt>
                <c:pt idx="2452">
                  <c:v>45334</c:v>
                </c:pt>
                <c:pt idx="2453">
                  <c:v>45335</c:v>
                </c:pt>
                <c:pt idx="2454">
                  <c:v>45336</c:v>
                </c:pt>
                <c:pt idx="2455">
                  <c:v>45337</c:v>
                </c:pt>
                <c:pt idx="2456">
                  <c:v>45338</c:v>
                </c:pt>
                <c:pt idx="2457">
                  <c:v>45339</c:v>
                </c:pt>
                <c:pt idx="2458">
                  <c:v>45340</c:v>
                </c:pt>
                <c:pt idx="2459">
                  <c:v>45341</c:v>
                </c:pt>
                <c:pt idx="2460">
                  <c:v>45342</c:v>
                </c:pt>
                <c:pt idx="2461">
                  <c:v>45343</c:v>
                </c:pt>
                <c:pt idx="2462">
                  <c:v>45344</c:v>
                </c:pt>
                <c:pt idx="2463">
                  <c:v>45345</c:v>
                </c:pt>
                <c:pt idx="2464">
                  <c:v>45346</c:v>
                </c:pt>
                <c:pt idx="2465">
                  <c:v>45347</c:v>
                </c:pt>
                <c:pt idx="2466">
                  <c:v>45348</c:v>
                </c:pt>
                <c:pt idx="2467">
                  <c:v>45349</c:v>
                </c:pt>
                <c:pt idx="2468">
                  <c:v>45350</c:v>
                </c:pt>
                <c:pt idx="2469">
                  <c:v>45351</c:v>
                </c:pt>
                <c:pt idx="2470">
                  <c:v>45352</c:v>
                </c:pt>
                <c:pt idx="2471">
                  <c:v>45353</c:v>
                </c:pt>
                <c:pt idx="2472">
                  <c:v>45354</c:v>
                </c:pt>
              </c:numCache>
            </c:numRef>
          </c:cat>
          <c:val>
            <c:numRef>
              <c:f>磷肥价格及价差!$AT$2:$AT$6333</c:f>
              <c:numCache>
                <c:formatCode>0_);[Red]\(0\)</c:formatCode>
                <c:ptCount val="6332"/>
                <c:pt idx="0">
                  <c:v>2363</c:v>
                </c:pt>
                <c:pt idx="1">
                  <c:v>2363</c:v>
                </c:pt>
                <c:pt idx="2">
                  <c:v>2363</c:v>
                </c:pt>
                <c:pt idx="3">
                  <c:v>2363</c:v>
                </c:pt>
                <c:pt idx="4">
                  <c:v>2363</c:v>
                </c:pt>
                <c:pt idx="5">
                  <c:v>2363</c:v>
                </c:pt>
                <c:pt idx="6">
                  <c:v>2363</c:v>
                </c:pt>
                <c:pt idx="7">
                  <c:v>2363</c:v>
                </c:pt>
                <c:pt idx="8">
                  <c:v>2363</c:v>
                </c:pt>
                <c:pt idx="9">
                  <c:v>2363</c:v>
                </c:pt>
                <c:pt idx="10">
                  <c:v>2363</c:v>
                </c:pt>
                <c:pt idx="11">
                  <c:v>2363</c:v>
                </c:pt>
                <c:pt idx="12">
                  <c:v>2363</c:v>
                </c:pt>
                <c:pt idx="13">
                  <c:v>2363</c:v>
                </c:pt>
                <c:pt idx="14">
                  <c:v>2363</c:v>
                </c:pt>
                <c:pt idx="15">
                  <c:v>2363</c:v>
                </c:pt>
                <c:pt idx="16">
                  <c:v>2246</c:v>
                </c:pt>
                <c:pt idx="17">
                  <c:v>2246</c:v>
                </c:pt>
                <c:pt idx="18">
                  <c:v>2246</c:v>
                </c:pt>
                <c:pt idx="19">
                  <c:v>2246</c:v>
                </c:pt>
                <c:pt idx="20">
                  <c:v>2246</c:v>
                </c:pt>
                <c:pt idx="21">
                  <c:v>2246</c:v>
                </c:pt>
                <c:pt idx="22">
                  <c:v>2246</c:v>
                </c:pt>
                <c:pt idx="23">
                  <c:v>2246</c:v>
                </c:pt>
                <c:pt idx="24">
                  <c:v>2296</c:v>
                </c:pt>
                <c:pt idx="25">
                  <c:v>2296</c:v>
                </c:pt>
                <c:pt idx="26">
                  <c:v>2296</c:v>
                </c:pt>
                <c:pt idx="27">
                  <c:v>2296</c:v>
                </c:pt>
                <c:pt idx="28">
                  <c:v>2296</c:v>
                </c:pt>
                <c:pt idx="29">
                  <c:v>2296</c:v>
                </c:pt>
                <c:pt idx="30">
                  <c:v>2296</c:v>
                </c:pt>
                <c:pt idx="31">
                  <c:v>2304</c:v>
                </c:pt>
                <c:pt idx="32">
                  <c:v>2304</c:v>
                </c:pt>
                <c:pt idx="33">
                  <c:v>2304</c:v>
                </c:pt>
                <c:pt idx="34">
                  <c:v>2304</c:v>
                </c:pt>
                <c:pt idx="35">
                  <c:v>2304</c:v>
                </c:pt>
                <c:pt idx="36">
                  <c:v>2304</c:v>
                </c:pt>
                <c:pt idx="37">
                  <c:v>2304</c:v>
                </c:pt>
                <c:pt idx="38">
                  <c:v>2304</c:v>
                </c:pt>
                <c:pt idx="39">
                  <c:v>2304</c:v>
                </c:pt>
                <c:pt idx="40">
                  <c:v>2304</c:v>
                </c:pt>
                <c:pt idx="41">
                  <c:v>2304</c:v>
                </c:pt>
                <c:pt idx="42">
                  <c:v>2304</c:v>
                </c:pt>
                <c:pt idx="43">
                  <c:v>2304</c:v>
                </c:pt>
                <c:pt idx="44">
                  <c:v>2304</c:v>
                </c:pt>
                <c:pt idx="45">
                  <c:v>2304</c:v>
                </c:pt>
                <c:pt idx="46">
                  <c:v>2304</c:v>
                </c:pt>
                <c:pt idx="47">
                  <c:v>2304</c:v>
                </c:pt>
                <c:pt idx="48">
                  <c:v>2304</c:v>
                </c:pt>
                <c:pt idx="49">
                  <c:v>2304</c:v>
                </c:pt>
                <c:pt idx="50">
                  <c:v>2304</c:v>
                </c:pt>
                <c:pt idx="51">
                  <c:v>2304</c:v>
                </c:pt>
                <c:pt idx="52">
                  <c:v>2304</c:v>
                </c:pt>
                <c:pt idx="53">
                  <c:v>2304</c:v>
                </c:pt>
                <c:pt idx="54">
                  <c:v>2304</c:v>
                </c:pt>
                <c:pt idx="55">
                  <c:v>2304</c:v>
                </c:pt>
                <c:pt idx="56">
                  <c:v>2304</c:v>
                </c:pt>
                <c:pt idx="57">
                  <c:v>2304</c:v>
                </c:pt>
                <c:pt idx="58">
                  <c:v>2304</c:v>
                </c:pt>
                <c:pt idx="59">
                  <c:v>2304</c:v>
                </c:pt>
                <c:pt idx="60">
                  <c:v>2304</c:v>
                </c:pt>
                <c:pt idx="61">
                  <c:v>2304</c:v>
                </c:pt>
                <c:pt idx="62">
                  <c:v>2304</c:v>
                </c:pt>
                <c:pt idx="63">
                  <c:v>2304</c:v>
                </c:pt>
                <c:pt idx="64">
                  <c:v>2304</c:v>
                </c:pt>
                <c:pt idx="65">
                  <c:v>2304</c:v>
                </c:pt>
                <c:pt idx="66">
                  <c:v>2304</c:v>
                </c:pt>
                <c:pt idx="67">
                  <c:v>2304</c:v>
                </c:pt>
                <c:pt idx="68">
                  <c:v>2304</c:v>
                </c:pt>
                <c:pt idx="69">
                  <c:v>2304</c:v>
                </c:pt>
                <c:pt idx="70">
                  <c:v>2304</c:v>
                </c:pt>
                <c:pt idx="71">
                  <c:v>2304</c:v>
                </c:pt>
                <c:pt idx="72">
                  <c:v>2324</c:v>
                </c:pt>
                <c:pt idx="73">
                  <c:v>2324</c:v>
                </c:pt>
                <c:pt idx="74">
                  <c:v>2324</c:v>
                </c:pt>
                <c:pt idx="75">
                  <c:v>2324</c:v>
                </c:pt>
                <c:pt idx="76">
                  <c:v>2324</c:v>
                </c:pt>
                <c:pt idx="77">
                  <c:v>2324</c:v>
                </c:pt>
                <c:pt idx="78">
                  <c:v>2324</c:v>
                </c:pt>
                <c:pt idx="79">
                  <c:v>2324</c:v>
                </c:pt>
                <c:pt idx="80">
                  <c:v>2324</c:v>
                </c:pt>
                <c:pt idx="81">
                  <c:v>2324</c:v>
                </c:pt>
                <c:pt idx="82">
                  <c:v>2324</c:v>
                </c:pt>
                <c:pt idx="83">
                  <c:v>2324</c:v>
                </c:pt>
                <c:pt idx="84">
                  <c:v>2324</c:v>
                </c:pt>
                <c:pt idx="85">
                  <c:v>2324</c:v>
                </c:pt>
                <c:pt idx="86">
                  <c:v>2324</c:v>
                </c:pt>
                <c:pt idx="87">
                  <c:v>2324</c:v>
                </c:pt>
                <c:pt idx="88">
                  <c:v>2324</c:v>
                </c:pt>
                <c:pt idx="89">
                  <c:v>2324</c:v>
                </c:pt>
                <c:pt idx="90">
                  <c:v>2324</c:v>
                </c:pt>
                <c:pt idx="91">
                  <c:v>2324</c:v>
                </c:pt>
                <c:pt idx="92">
                  <c:v>2324</c:v>
                </c:pt>
                <c:pt idx="93">
                  <c:v>2324</c:v>
                </c:pt>
                <c:pt idx="94">
                  <c:v>2324</c:v>
                </c:pt>
                <c:pt idx="95">
                  <c:v>2324</c:v>
                </c:pt>
                <c:pt idx="96">
                  <c:v>2324</c:v>
                </c:pt>
                <c:pt idx="97">
                  <c:v>2324</c:v>
                </c:pt>
                <c:pt idx="98">
                  <c:v>2324</c:v>
                </c:pt>
                <c:pt idx="99">
                  <c:v>2324</c:v>
                </c:pt>
                <c:pt idx="100">
                  <c:v>2324</c:v>
                </c:pt>
                <c:pt idx="101">
                  <c:v>2324</c:v>
                </c:pt>
                <c:pt idx="102">
                  <c:v>2324</c:v>
                </c:pt>
                <c:pt idx="103">
                  <c:v>2324</c:v>
                </c:pt>
                <c:pt idx="104">
                  <c:v>2324</c:v>
                </c:pt>
                <c:pt idx="105">
                  <c:v>2324</c:v>
                </c:pt>
                <c:pt idx="106">
                  <c:v>2324</c:v>
                </c:pt>
                <c:pt idx="107">
                  <c:v>2324</c:v>
                </c:pt>
                <c:pt idx="108">
                  <c:v>2324</c:v>
                </c:pt>
                <c:pt idx="109">
                  <c:v>2324</c:v>
                </c:pt>
                <c:pt idx="110">
                  <c:v>2324</c:v>
                </c:pt>
                <c:pt idx="111">
                  <c:v>2324</c:v>
                </c:pt>
                <c:pt idx="112">
                  <c:v>2324</c:v>
                </c:pt>
                <c:pt idx="113">
                  <c:v>2324</c:v>
                </c:pt>
                <c:pt idx="114">
                  <c:v>2324</c:v>
                </c:pt>
                <c:pt idx="115">
                  <c:v>2324</c:v>
                </c:pt>
                <c:pt idx="116">
                  <c:v>2324</c:v>
                </c:pt>
                <c:pt idx="117">
                  <c:v>2324</c:v>
                </c:pt>
                <c:pt idx="118">
                  <c:v>2324</c:v>
                </c:pt>
                <c:pt idx="119">
                  <c:v>2324</c:v>
                </c:pt>
                <c:pt idx="120">
                  <c:v>2324</c:v>
                </c:pt>
                <c:pt idx="121">
                  <c:v>2324</c:v>
                </c:pt>
                <c:pt idx="122">
                  <c:v>2324</c:v>
                </c:pt>
                <c:pt idx="123">
                  <c:v>2324</c:v>
                </c:pt>
                <c:pt idx="124">
                  <c:v>2324</c:v>
                </c:pt>
                <c:pt idx="125">
                  <c:v>2324</c:v>
                </c:pt>
                <c:pt idx="126">
                  <c:v>2324</c:v>
                </c:pt>
                <c:pt idx="127">
                  <c:v>2324</c:v>
                </c:pt>
                <c:pt idx="128">
                  <c:v>2324</c:v>
                </c:pt>
                <c:pt idx="129">
                  <c:v>2324</c:v>
                </c:pt>
                <c:pt idx="130">
                  <c:v>2324</c:v>
                </c:pt>
                <c:pt idx="131">
                  <c:v>2324</c:v>
                </c:pt>
                <c:pt idx="132">
                  <c:v>2324</c:v>
                </c:pt>
                <c:pt idx="133">
                  <c:v>2324</c:v>
                </c:pt>
                <c:pt idx="134">
                  <c:v>2324</c:v>
                </c:pt>
                <c:pt idx="135">
                  <c:v>2324</c:v>
                </c:pt>
                <c:pt idx="136">
                  <c:v>2324</c:v>
                </c:pt>
                <c:pt idx="137">
                  <c:v>2324</c:v>
                </c:pt>
                <c:pt idx="138">
                  <c:v>2324</c:v>
                </c:pt>
                <c:pt idx="139">
                  <c:v>2324</c:v>
                </c:pt>
                <c:pt idx="140">
                  <c:v>2324</c:v>
                </c:pt>
                <c:pt idx="141">
                  <c:v>2324</c:v>
                </c:pt>
                <c:pt idx="142">
                  <c:v>2324</c:v>
                </c:pt>
                <c:pt idx="143">
                  <c:v>2326</c:v>
                </c:pt>
                <c:pt idx="144">
                  <c:v>2343</c:v>
                </c:pt>
                <c:pt idx="145">
                  <c:v>2343</c:v>
                </c:pt>
                <c:pt idx="146">
                  <c:v>2343</c:v>
                </c:pt>
                <c:pt idx="147">
                  <c:v>2343</c:v>
                </c:pt>
                <c:pt idx="148">
                  <c:v>2343</c:v>
                </c:pt>
                <c:pt idx="149">
                  <c:v>2343</c:v>
                </c:pt>
                <c:pt idx="150">
                  <c:v>2343</c:v>
                </c:pt>
                <c:pt idx="151">
                  <c:v>2343</c:v>
                </c:pt>
                <c:pt idx="152">
                  <c:v>2343</c:v>
                </c:pt>
                <c:pt idx="153">
                  <c:v>2343</c:v>
                </c:pt>
                <c:pt idx="154">
                  <c:v>2343</c:v>
                </c:pt>
                <c:pt idx="155">
                  <c:v>2343</c:v>
                </c:pt>
                <c:pt idx="156">
                  <c:v>2343</c:v>
                </c:pt>
                <c:pt idx="157">
                  <c:v>2343</c:v>
                </c:pt>
                <c:pt idx="158">
                  <c:v>2343</c:v>
                </c:pt>
                <c:pt idx="159">
                  <c:v>2343</c:v>
                </c:pt>
                <c:pt idx="160">
                  <c:v>2413</c:v>
                </c:pt>
                <c:pt idx="161">
                  <c:v>2413</c:v>
                </c:pt>
                <c:pt idx="162">
                  <c:v>2413</c:v>
                </c:pt>
                <c:pt idx="163">
                  <c:v>2491</c:v>
                </c:pt>
                <c:pt idx="164">
                  <c:v>2491</c:v>
                </c:pt>
                <c:pt idx="165">
                  <c:v>2491</c:v>
                </c:pt>
                <c:pt idx="166">
                  <c:v>2491</c:v>
                </c:pt>
                <c:pt idx="167">
                  <c:v>2491</c:v>
                </c:pt>
                <c:pt idx="168">
                  <c:v>2491</c:v>
                </c:pt>
                <c:pt idx="169">
                  <c:v>2491</c:v>
                </c:pt>
                <c:pt idx="170">
                  <c:v>2491</c:v>
                </c:pt>
                <c:pt idx="171">
                  <c:v>2491</c:v>
                </c:pt>
                <c:pt idx="172">
                  <c:v>2491</c:v>
                </c:pt>
                <c:pt idx="173">
                  <c:v>2491</c:v>
                </c:pt>
                <c:pt idx="174">
                  <c:v>2491</c:v>
                </c:pt>
                <c:pt idx="175">
                  <c:v>2491</c:v>
                </c:pt>
                <c:pt idx="176">
                  <c:v>2491</c:v>
                </c:pt>
                <c:pt idx="177">
                  <c:v>2491</c:v>
                </c:pt>
                <c:pt idx="178">
                  <c:v>2495</c:v>
                </c:pt>
                <c:pt idx="179">
                  <c:v>2495</c:v>
                </c:pt>
                <c:pt idx="180">
                  <c:v>2502</c:v>
                </c:pt>
                <c:pt idx="181">
                  <c:v>2502</c:v>
                </c:pt>
                <c:pt idx="182">
                  <c:v>2502</c:v>
                </c:pt>
                <c:pt idx="183">
                  <c:v>2502</c:v>
                </c:pt>
                <c:pt idx="184">
                  <c:v>2502</c:v>
                </c:pt>
                <c:pt idx="185">
                  <c:v>2528</c:v>
                </c:pt>
                <c:pt idx="186">
                  <c:v>2528</c:v>
                </c:pt>
                <c:pt idx="187">
                  <c:v>2528</c:v>
                </c:pt>
                <c:pt idx="188">
                  <c:v>2528</c:v>
                </c:pt>
                <c:pt idx="189">
                  <c:v>2528</c:v>
                </c:pt>
                <c:pt idx="190">
                  <c:v>2528</c:v>
                </c:pt>
                <c:pt idx="191">
                  <c:v>2528</c:v>
                </c:pt>
                <c:pt idx="192">
                  <c:v>2528</c:v>
                </c:pt>
                <c:pt idx="193">
                  <c:v>2528</c:v>
                </c:pt>
                <c:pt idx="194">
                  <c:v>2528</c:v>
                </c:pt>
                <c:pt idx="195">
                  <c:v>2528</c:v>
                </c:pt>
                <c:pt idx="196">
                  <c:v>2528</c:v>
                </c:pt>
                <c:pt idx="197">
                  <c:v>2528</c:v>
                </c:pt>
                <c:pt idx="198">
                  <c:v>2528</c:v>
                </c:pt>
                <c:pt idx="199">
                  <c:v>2528</c:v>
                </c:pt>
                <c:pt idx="200">
                  <c:v>2528</c:v>
                </c:pt>
                <c:pt idx="201">
                  <c:v>2528</c:v>
                </c:pt>
                <c:pt idx="202">
                  <c:v>2528</c:v>
                </c:pt>
                <c:pt idx="203">
                  <c:v>2528</c:v>
                </c:pt>
                <c:pt idx="204">
                  <c:v>2528</c:v>
                </c:pt>
                <c:pt idx="205">
                  <c:v>2528</c:v>
                </c:pt>
                <c:pt idx="206">
                  <c:v>2528</c:v>
                </c:pt>
                <c:pt idx="207">
                  <c:v>2528</c:v>
                </c:pt>
                <c:pt idx="208">
                  <c:v>2528</c:v>
                </c:pt>
                <c:pt idx="209">
                  <c:v>2528</c:v>
                </c:pt>
                <c:pt idx="210">
                  <c:v>2528</c:v>
                </c:pt>
                <c:pt idx="211">
                  <c:v>2528</c:v>
                </c:pt>
                <c:pt idx="212">
                  <c:v>2528</c:v>
                </c:pt>
                <c:pt idx="213">
                  <c:v>2528</c:v>
                </c:pt>
                <c:pt idx="214">
                  <c:v>2540</c:v>
                </c:pt>
                <c:pt idx="215">
                  <c:v>2540</c:v>
                </c:pt>
                <c:pt idx="216">
                  <c:v>2540</c:v>
                </c:pt>
                <c:pt idx="217">
                  <c:v>2540</c:v>
                </c:pt>
                <c:pt idx="218">
                  <c:v>2540</c:v>
                </c:pt>
                <c:pt idx="219">
                  <c:v>2540</c:v>
                </c:pt>
                <c:pt idx="220">
                  <c:v>2540</c:v>
                </c:pt>
                <c:pt idx="221">
                  <c:v>2540</c:v>
                </c:pt>
                <c:pt idx="222">
                  <c:v>2540</c:v>
                </c:pt>
                <c:pt idx="223">
                  <c:v>2540</c:v>
                </c:pt>
                <c:pt idx="224">
                  <c:v>2540</c:v>
                </c:pt>
                <c:pt idx="225">
                  <c:v>2540</c:v>
                </c:pt>
                <c:pt idx="226">
                  <c:v>2540</c:v>
                </c:pt>
                <c:pt idx="227">
                  <c:v>2540</c:v>
                </c:pt>
                <c:pt idx="228">
                  <c:v>2540</c:v>
                </c:pt>
                <c:pt idx="229">
                  <c:v>2540</c:v>
                </c:pt>
                <c:pt idx="230">
                  <c:v>2540</c:v>
                </c:pt>
                <c:pt idx="231">
                  <c:v>2540</c:v>
                </c:pt>
                <c:pt idx="232">
                  <c:v>2540</c:v>
                </c:pt>
                <c:pt idx="233">
                  <c:v>2540</c:v>
                </c:pt>
                <c:pt idx="234">
                  <c:v>2540</c:v>
                </c:pt>
                <c:pt idx="235">
                  <c:v>2540</c:v>
                </c:pt>
                <c:pt idx="236">
                  <c:v>2580</c:v>
                </c:pt>
                <c:pt idx="237">
                  <c:v>2580</c:v>
                </c:pt>
                <c:pt idx="238">
                  <c:v>2580</c:v>
                </c:pt>
                <c:pt idx="239">
                  <c:v>2580</c:v>
                </c:pt>
                <c:pt idx="240">
                  <c:v>2580</c:v>
                </c:pt>
                <c:pt idx="241">
                  <c:v>2580</c:v>
                </c:pt>
                <c:pt idx="242">
                  <c:v>2580</c:v>
                </c:pt>
                <c:pt idx="243">
                  <c:v>2580</c:v>
                </c:pt>
                <c:pt idx="244">
                  <c:v>2580</c:v>
                </c:pt>
                <c:pt idx="245">
                  <c:v>2580</c:v>
                </c:pt>
                <c:pt idx="246">
                  <c:v>2580</c:v>
                </c:pt>
                <c:pt idx="247">
                  <c:v>2580</c:v>
                </c:pt>
                <c:pt idx="248">
                  <c:v>2626</c:v>
                </c:pt>
                <c:pt idx="249">
                  <c:v>2626</c:v>
                </c:pt>
                <c:pt idx="250">
                  <c:v>2626</c:v>
                </c:pt>
                <c:pt idx="251">
                  <c:v>2626</c:v>
                </c:pt>
                <c:pt idx="252">
                  <c:v>2626</c:v>
                </c:pt>
                <c:pt idx="253">
                  <c:v>2626</c:v>
                </c:pt>
                <c:pt idx="254">
                  <c:v>2626</c:v>
                </c:pt>
                <c:pt idx="255">
                  <c:v>2626</c:v>
                </c:pt>
                <c:pt idx="256">
                  <c:v>2626</c:v>
                </c:pt>
                <c:pt idx="257">
                  <c:v>2626</c:v>
                </c:pt>
                <c:pt idx="258">
                  <c:v>2626</c:v>
                </c:pt>
                <c:pt idx="259">
                  <c:v>2626</c:v>
                </c:pt>
                <c:pt idx="260">
                  <c:v>2626</c:v>
                </c:pt>
                <c:pt idx="261">
                  <c:v>2626</c:v>
                </c:pt>
                <c:pt idx="262">
                  <c:v>2626</c:v>
                </c:pt>
                <c:pt idx="263">
                  <c:v>2626</c:v>
                </c:pt>
                <c:pt idx="264">
                  <c:v>2626</c:v>
                </c:pt>
                <c:pt idx="265">
                  <c:v>2626</c:v>
                </c:pt>
                <c:pt idx="266">
                  <c:v>2626</c:v>
                </c:pt>
                <c:pt idx="267">
                  <c:v>2626</c:v>
                </c:pt>
                <c:pt idx="268">
                  <c:v>2626</c:v>
                </c:pt>
                <c:pt idx="269">
                  <c:v>2626</c:v>
                </c:pt>
                <c:pt idx="270">
                  <c:v>2626</c:v>
                </c:pt>
                <c:pt idx="271">
                  <c:v>2626</c:v>
                </c:pt>
                <c:pt idx="272">
                  <c:v>2626</c:v>
                </c:pt>
                <c:pt idx="273">
                  <c:v>2626</c:v>
                </c:pt>
                <c:pt idx="274">
                  <c:v>2626</c:v>
                </c:pt>
                <c:pt idx="275">
                  <c:v>2626</c:v>
                </c:pt>
                <c:pt idx="276">
                  <c:v>2626</c:v>
                </c:pt>
                <c:pt idx="277">
                  <c:v>2626</c:v>
                </c:pt>
                <c:pt idx="278">
                  <c:v>2626</c:v>
                </c:pt>
                <c:pt idx="279">
                  <c:v>2626</c:v>
                </c:pt>
                <c:pt idx="280">
                  <c:v>2626</c:v>
                </c:pt>
                <c:pt idx="281">
                  <c:v>2626</c:v>
                </c:pt>
                <c:pt idx="282">
                  <c:v>2626</c:v>
                </c:pt>
                <c:pt idx="283">
                  <c:v>2626</c:v>
                </c:pt>
                <c:pt idx="284">
                  <c:v>2626</c:v>
                </c:pt>
                <c:pt idx="285">
                  <c:v>2626</c:v>
                </c:pt>
                <c:pt idx="286">
                  <c:v>2626</c:v>
                </c:pt>
                <c:pt idx="287">
                  <c:v>2626</c:v>
                </c:pt>
                <c:pt idx="288">
                  <c:v>2626</c:v>
                </c:pt>
                <c:pt idx="289">
                  <c:v>2626</c:v>
                </c:pt>
                <c:pt idx="290">
                  <c:v>2626</c:v>
                </c:pt>
                <c:pt idx="291">
                  <c:v>2626</c:v>
                </c:pt>
                <c:pt idx="292">
                  <c:v>2626</c:v>
                </c:pt>
                <c:pt idx="293">
                  <c:v>2626</c:v>
                </c:pt>
                <c:pt idx="294">
                  <c:v>2626</c:v>
                </c:pt>
                <c:pt idx="295">
                  <c:v>2626</c:v>
                </c:pt>
                <c:pt idx="296">
                  <c:v>2626</c:v>
                </c:pt>
                <c:pt idx="297">
                  <c:v>2626</c:v>
                </c:pt>
                <c:pt idx="298">
                  <c:v>2626</c:v>
                </c:pt>
                <c:pt idx="299">
                  <c:v>2626</c:v>
                </c:pt>
                <c:pt idx="300">
                  <c:v>2626</c:v>
                </c:pt>
                <c:pt idx="301">
                  <c:v>2626</c:v>
                </c:pt>
                <c:pt idx="302">
                  <c:v>2626</c:v>
                </c:pt>
                <c:pt idx="303">
                  <c:v>2626</c:v>
                </c:pt>
                <c:pt idx="304">
                  <c:v>2626</c:v>
                </c:pt>
                <c:pt idx="305">
                  <c:v>2626</c:v>
                </c:pt>
                <c:pt idx="306">
                  <c:v>2626</c:v>
                </c:pt>
                <c:pt idx="307">
                  <c:v>2626</c:v>
                </c:pt>
                <c:pt idx="308">
                  <c:v>2626</c:v>
                </c:pt>
                <c:pt idx="309">
                  <c:v>2626</c:v>
                </c:pt>
                <c:pt idx="310">
                  <c:v>2626</c:v>
                </c:pt>
                <c:pt idx="311">
                  <c:v>2626</c:v>
                </c:pt>
                <c:pt idx="312">
                  <c:v>2626</c:v>
                </c:pt>
                <c:pt idx="313">
                  <c:v>2626</c:v>
                </c:pt>
                <c:pt idx="314">
                  <c:v>2626</c:v>
                </c:pt>
                <c:pt idx="315">
                  <c:v>2626</c:v>
                </c:pt>
                <c:pt idx="316">
                  <c:v>2626</c:v>
                </c:pt>
                <c:pt idx="317">
                  <c:v>2628</c:v>
                </c:pt>
                <c:pt idx="318">
                  <c:v>2628</c:v>
                </c:pt>
                <c:pt idx="319">
                  <c:v>2628</c:v>
                </c:pt>
                <c:pt idx="320">
                  <c:v>2628</c:v>
                </c:pt>
                <c:pt idx="321">
                  <c:v>2628</c:v>
                </c:pt>
                <c:pt idx="322">
                  <c:v>2628</c:v>
                </c:pt>
                <c:pt idx="323">
                  <c:v>2628</c:v>
                </c:pt>
                <c:pt idx="324">
                  <c:v>2628</c:v>
                </c:pt>
                <c:pt idx="325">
                  <c:v>2628</c:v>
                </c:pt>
                <c:pt idx="326">
                  <c:v>2628</c:v>
                </c:pt>
                <c:pt idx="327">
                  <c:v>2628</c:v>
                </c:pt>
                <c:pt idx="328">
                  <c:v>2628</c:v>
                </c:pt>
                <c:pt idx="329">
                  <c:v>2628</c:v>
                </c:pt>
                <c:pt idx="330">
                  <c:v>2628</c:v>
                </c:pt>
                <c:pt idx="331">
                  <c:v>2628</c:v>
                </c:pt>
                <c:pt idx="332">
                  <c:v>2628</c:v>
                </c:pt>
                <c:pt idx="333">
                  <c:v>2628</c:v>
                </c:pt>
                <c:pt idx="334">
                  <c:v>2628</c:v>
                </c:pt>
                <c:pt idx="335">
                  <c:v>2628</c:v>
                </c:pt>
                <c:pt idx="336">
                  <c:v>2628</c:v>
                </c:pt>
                <c:pt idx="337">
                  <c:v>2628</c:v>
                </c:pt>
                <c:pt idx="338">
                  <c:v>2628</c:v>
                </c:pt>
                <c:pt idx="339">
                  <c:v>2628</c:v>
                </c:pt>
                <c:pt idx="340">
                  <c:v>2628</c:v>
                </c:pt>
                <c:pt idx="341">
                  <c:v>2628</c:v>
                </c:pt>
                <c:pt idx="342">
                  <c:v>2628</c:v>
                </c:pt>
                <c:pt idx="343">
                  <c:v>2628</c:v>
                </c:pt>
                <c:pt idx="344">
                  <c:v>2628</c:v>
                </c:pt>
                <c:pt idx="345">
                  <c:v>2628</c:v>
                </c:pt>
                <c:pt idx="346">
                  <c:v>2560</c:v>
                </c:pt>
                <c:pt idx="347">
                  <c:v>2560</c:v>
                </c:pt>
                <c:pt idx="348">
                  <c:v>2560</c:v>
                </c:pt>
                <c:pt idx="349">
                  <c:v>2560</c:v>
                </c:pt>
                <c:pt idx="350">
                  <c:v>2560</c:v>
                </c:pt>
                <c:pt idx="351">
                  <c:v>2560</c:v>
                </c:pt>
                <c:pt idx="352">
                  <c:v>2560</c:v>
                </c:pt>
                <c:pt idx="353">
                  <c:v>2560</c:v>
                </c:pt>
                <c:pt idx="354">
                  <c:v>2560</c:v>
                </c:pt>
                <c:pt idx="355">
                  <c:v>2560</c:v>
                </c:pt>
                <c:pt idx="356">
                  <c:v>2560</c:v>
                </c:pt>
                <c:pt idx="357">
                  <c:v>2560</c:v>
                </c:pt>
                <c:pt idx="358">
                  <c:v>2560</c:v>
                </c:pt>
                <c:pt idx="359">
                  <c:v>2560</c:v>
                </c:pt>
                <c:pt idx="360">
                  <c:v>2530</c:v>
                </c:pt>
                <c:pt idx="361">
                  <c:v>2530</c:v>
                </c:pt>
                <c:pt idx="362">
                  <c:v>2530</c:v>
                </c:pt>
                <c:pt idx="363">
                  <c:v>2530</c:v>
                </c:pt>
                <c:pt idx="364">
                  <c:v>2530</c:v>
                </c:pt>
                <c:pt idx="365">
                  <c:v>2530</c:v>
                </c:pt>
                <c:pt idx="366">
                  <c:v>2530</c:v>
                </c:pt>
                <c:pt idx="367">
                  <c:v>2530</c:v>
                </c:pt>
                <c:pt idx="368">
                  <c:v>2530</c:v>
                </c:pt>
                <c:pt idx="369">
                  <c:v>2530</c:v>
                </c:pt>
                <c:pt idx="370">
                  <c:v>2530</c:v>
                </c:pt>
                <c:pt idx="371">
                  <c:v>2530</c:v>
                </c:pt>
                <c:pt idx="372">
                  <c:v>2530</c:v>
                </c:pt>
                <c:pt idx="373">
                  <c:v>2530</c:v>
                </c:pt>
                <c:pt idx="374">
                  <c:v>2530</c:v>
                </c:pt>
                <c:pt idx="375">
                  <c:v>2530</c:v>
                </c:pt>
                <c:pt idx="376">
                  <c:v>2530</c:v>
                </c:pt>
                <c:pt idx="377">
                  <c:v>2530</c:v>
                </c:pt>
                <c:pt idx="378">
                  <c:v>2530</c:v>
                </c:pt>
                <c:pt idx="379">
                  <c:v>2530</c:v>
                </c:pt>
                <c:pt idx="380">
                  <c:v>2530</c:v>
                </c:pt>
                <c:pt idx="381">
                  <c:v>2530</c:v>
                </c:pt>
                <c:pt idx="382">
                  <c:v>2530</c:v>
                </c:pt>
                <c:pt idx="383">
                  <c:v>2530</c:v>
                </c:pt>
                <c:pt idx="384">
                  <c:v>2530</c:v>
                </c:pt>
                <c:pt idx="385">
                  <c:v>2530</c:v>
                </c:pt>
                <c:pt idx="386">
                  <c:v>2530</c:v>
                </c:pt>
                <c:pt idx="387">
                  <c:v>2530</c:v>
                </c:pt>
                <c:pt idx="388">
                  <c:v>2530</c:v>
                </c:pt>
                <c:pt idx="389">
                  <c:v>2530</c:v>
                </c:pt>
                <c:pt idx="390">
                  <c:v>2530</c:v>
                </c:pt>
                <c:pt idx="391">
                  <c:v>2530</c:v>
                </c:pt>
                <c:pt idx="392">
                  <c:v>2530</c:v>
                </c:pt>
                <c:pt idx="393">
                  <c:v>2530</c:v>
                </c:pt>
                <c:pt idx="394">
                  <c:v>2530</c:v>
                </c:pt>
                <c:pt idx="395">
                  <c:v>2530</c:v>
                </c:pt>
                <c:pt idx="396">
                  <c:v>2530</c:v>
                </c:pt>
                <c:pt idx="397">
                  <c:v>2530</c:v>
                </c:pt>
                <c:pt idx="398">
                  <c:v>2530</c:v>
                </c:pt>
                <c:pt idx="399">
                  <c:v>2530</c:v>
                </c:pt>
                <c:pt idx="400">
                  <c:v>2530</c:v>
                </c:pt>
                <c:pt idx="401">
                  <c:v>2545</c:v>
                </c:pt>
                <c:pt idx="402">
                  <c:v>2545</c:v>
                </c:pt>
                <c:pt idx="403">
                  <c:v>2561</c:v>
                </c:pt>
                <c:pt idx="404">
                  <c:v>2563</c:v>
                </c:pt>
                <c:pt idx="405">
                  <c:v>2563</c:v>
                </c:pt>
                <c:pt idx="406">
                  <c:v>2563</c:v>
                </c:pt>
                <c:pt idx="407">
                  <c:v>2563</c:v>
                </c:pt>
                <c:pt idx="408">
                  <c:v>2563</c:v>
                </c:pt>
                <c:pt idx="409">
                  <c:v>2563</c:v>
                </c:pt>
                <c:pt idx="410">
                  <c:v>2563</c:v>
                </c:pt>
                <c:pt idx="411">
                  <c:v>2563</c:v>
                </c:pt>
                <c:pt idx="412">
                  <c:v>2564</c:v>
                </c:pt>
                <c:pt idx="413">
                  <c:v>2564</c:v>
                </c:pt>
                <c:pt idx="414">
                  <c:v>2564</c:v>
                </c:pt>
                <c:pt idx="415">
                  <c:v>2564</c:v>
                </c:pt>
                <c:pt idx="416">
                  <c:v>2564</c:v>
                </c:pt>
                <c:pt idx="417">
                  <c:v>2564</c:v>
                </c:pt>
                <c:pt idx="418">
                  <c:v>2564</c:v>
                </c:pt>
                <c:pt idx="419">
                  <c:v>2567</c:v>
                </c:pt>
                <c:pt idx="420">
                  <c:v>2567</c:v>
                </c:pt>
                <c:pt idx="421">
                  <c:v>2567</c:v>
                </c:pt>
                <c:pt idx="422">
                  <c:v>2564</c:v>
                </c:pt>
                <c:pt idx="423">
                  <c:v>2564</c:v>
                </c:pt>
                <c:pt idx="424">
                  <c:v>2564</c:v>
                </c:pt>
                <c:pt idx="425">
                  <c:v>2564</c:v>
                </c:pt>
                <c:pt idx="426">
                  <c:v>2564</c:v>
                </c:pt>
                <c:pt idx="427">
                  <c:v>2564</c:v>
                </c:pt>
                <c:pt idx="428">
                  <c:v>2564</c:v>
                </c:pt>
                <c:pt idx="429">
                  <c:v>2564</c:v>
                </c:pt>
                <c:pt idx="430">
                  <c:v>2564</c:v>
                </c:pt>
                <c:pt idx="431">
                  <c:v>2564</c:v>
                </c:pt>
                <c:pt idx="432">
                  <c:v>2578</c:v>
                </c:pt>
                <c:pt idx="433">
                  <c:v>2578</c:v>
                </c:pt>
                <c:pt idx="434">
                  <c:v>2578</c:v>
                </c:pt>
                <c:pt idx="435">
                  <c:v>2578</c:v>
                </c:pt>
                <c:pt idx="436">
                  <c:v>2578</c:v>
                </c:pt>
                <c:pt idx="437">
                  <c:v>2578</c:v>
                </c:pt>
                <c:pt idx="438">
                  <c:v>2578</c:v>
                </c:pt>
                <c:pt idx="439">
                  <c:v>2578</c:v>
                </c:pt>
                <c:pt idx="440">
                  <c:v>2578</c:v>
                </c:pt>
                <c:pt idx="441">
                  <c:v>2578</c:v>
                </c:pt>
                <c:pt idx="442">
                  <c:v>2578</c:v>
                </c:pt>
                <c:pt idx="443">
                  <c:v>2615</c:v>
                </c:pt>
                <c:pt idx="444">
                  <c:v>2615</c:v>
                </c:pt>
                <c:pt idx="445">
                  <c:v>2615</c:v>
                </c:pt>
                <c:pt idx="446">
                  <c:v>2615</c:v>
                </c:pt>
                <c:pt idx="447">
                  <c:v>2615</c:v>
                </c:pt>
                <c:pt idx="448">
                  <c:v>2615</c:v>
                </c:pt>
                <c:pt idx="449">
                  <c:v>2615</c:v>
                </c:pt>
                <c:pt idx="450">
                  <c:v>2615</c:v>
                </c:pt>
                <c:pt idx="451">
                  <c:v>2615</c:v>
                </c:pt>
                <c:pt idx="452">
                  <c:v>2615</c:v>
                </c:pt>
                <c:pt idx="453">
                  <c:v>2615</c:v>
                </c:pt>
                <c:pt idx="454">
                  <c:v>2615</c:v>
                </c:pt>
                <c:pt idx="455">
                  <c:v>2615</c:v>
                </c:pt>
                <c:pt idx="456">
                  <c:v>2615</c:v>
                </c:pt>
                <c:pt idx="457">
                  <c:v>2615</c:v>
                </c:pt>
                <c:pt idx="458">
                  <c:v>2615</c:v>
                </c:pt>
                <c:pt idx="459">
                  <c:v>2615</c:v>
                </c:pt>
                <c:pt idx="460">
                  <c:v>2615</c:v>
                </c:pt>
                <c:pt idx="461">
                  <c:v>2615</c:v>
                </c:pt>
                <c:pt idx="462">
                  <c:v>2615</c:v>
                </c:pt>
                <c:pt idx="463">
                  <c:v>2615</c:v>
                </c:pt>
                <c:pt idx="464">
                  <c:v>2615</c:v>
                </c:pt>
                <c:pt idx="465">
                  <c:v>2615</c:v>
                </c:pt>
                <c:pt idx="466">
                  <c:v>2615</c:v>
                </c:pt>
                <c:pt idx="467">
                  <c:v>2615</c:v>
                </c:pt>
                <c:pt idx="468">
                  <c:v>2615</c:v>
                </c:pt>
                <c:pt idx="469">
                  <c:v>2615</c:v>
                </c:pt>
                <c:pt idx="470">
                  <c:v>2615</c:v>
                </c:pt>
                <c:pt idx="471">
                  <c:v>2615</c:v>
                </c:pt>
                <c:pt idx="472">
                  <c:v>2615</c:v>
                </c:pt>
                <c:pt idx="473">
                  <c:v>2615</c:v>
                </c:pt>
                <c:pt idx="474">
                  <c:v>2615</c:v>
                </c:pt>
                <c:pt idx="475">
                  <c:v>2615</c:v>
                </c:pt>
                <c:pt idx="476">
                  <c:v>2615</c:v>
                </c:pt>
                <c:pt idx="477">
                  <c:v>2615</c:v>
                </c:pt>
                <c:pt idx="478">
                  <c:v>2615</c:v>
                </c:pt>
                <c:pt idx="479">
                  <c:v>2615</c:v>
                </c:pt>
                <c:pt idx="480">
                  <c:v>2615</c:v>
                </c:pt>
                <c:pt idx="481">
                  <c:v>2615</c:v>
                </c:pt>
                <c:pt idx="482">
                  <c:v>2615</c:v>
                </c:pt>
                <c:pt idx="483">
                  <c:v>2615</c:v>
                </c:pt>
                <c:pt idx="484">
                  <c:v>2615</c:v>
                </c:pt>
                <c:pt idx="485">
                  <c:v>2615</c:v>
                </c:pt>
                <c:pt idx="486">
                  <c:v>2615</c:v>
                </c:pt>
                <c:pt idx="487">
                  <c:v>2655</c:v>
                </c:pt>
                <c:pt idx="488">
                  <c:v>2655</c:v>
                </c:pt>
                <c:pt idx="489">
                  <c:v>2655</c:v>
                </c:pt>
                <c:pt idx="490">
                  <c:v>2655</c:v>
                </c:pt>
                <c:pt idx="491">
                  <c:v>2655</c:v>
                </c:pt>
                <c:pt idx="492">
                  <c:v>2655</c:v>
                </c:pt>
                <c:pt idx="493">
                  <c:v>2655</c:v>
                </c:pt>
                <c:pt idx="494">
                  <c:v>2655</c:v>
                </c:pt>
                <c:pt idx="495">
                  <c:v>2655</c:v>
                </c:pt>
                <c:pt idx="496">
                  <c:v>2655</c:v>
                </c:pt>
                <c:pt idx="497">
                  <c:v>2655</c:v>
                </c:pt>
                <c:pt idx="498">
                  <c:v>2655</c:v>
                </c:pt>
                <c:pt idx="499">
                  <c:v>2655</c:v>
                </c:pt>
                <c:pt idx="500">
                  <c:v>2658</c:v>
                </c:pt>
                <c:pt idx="501">
                  <c:v>2658</c:v>
                </c:pt>
                <c:pt idx="502">
                  <c:v>2658</c:v>
                </c:pt>
                <c:pt idx="503">
                  <c:v>2658</c:v>
                </c:pt>
                <c:pt idx="504">
                  <c:v>2658</c:v>
                </c:pt>
                <c:pt idx="505">
                  <c:v>2658</c:v>
                </c:pt>
                <c:pt idx="506">
                  <c:v>2658</c:v>
                </c:pt>
                <c:pt idx="507">
                  <c:v>2658</c:v>
                </c:pt>
                <c:pt idx="508">
                  <c:v>2658</c:v>
                </c:pt>
                <c:pt idx="509">
                  <c:v>2658</c:v>
                </c:pt>
                <c:pt idx="510">
                  <c:v>2658</c:v>
                </c:pt>
                <c:pt idx="511">
                  <c:v>2658</c:v>
                </c:pt>
                <c:pt idx="512">
                  <c:v>2658</c:v>
                </c:pt>
                <c:pt idx="513">
                  <c:v>2658</c:v>
                </c:pt>
                <c:pt idx="514">
                  <c:v>2658</c:v>
                </c:pt>
                <c:pt idx="515">
                  <c:v>2658</c:v>
                </c:pt>
                <c:pt idx="516">
                  <c:v>2658</c:v>
                </c:pt>
                <c:pt idx="517">
                  <c:v>2658</c:v>
                </c:pt>
                <c:pt idx="518">
                  <c:v>2658</c:v>
                </c:pt>
                <c:pt idx="519">
                  <c:v>2658</c:v>
                </c:pt>
                <c:pt idx="520">
                  <c:v>2658</c:v>
                </c:pt>
                <c:pt idx="521">
                  <c:v>2658</c:v>
                </c:pt>
                <c:pt idx="522">
                  <c:v>2658</c:v>
                </c:pt>
                <c:pt idx="523">
                  <c:v>2658</c:v>
                </c:pt>
                <c:pt idx="524">
                  <c:v>2658</c:v>
                </c:pt>
                <c:pt idx="525">
                  <c:v>2658</c:v>
                </c:pt>
                <c:pt idx="526">
                  <c:v>2658</c:v>
                </c:pt>
                <c:pt idx="527">
                  <c:v>2658</c:v>
                </c:pt>
                <c:pt idx="528">
                  <c:v>2658</c:v>
                </c:pt>
                <c:pt idx="529">
                  <c:v>2658</c:v>
                </c:pt>
                <c:pt idx="530">
                  <c:v>2658</c:v>
                </c:pt>
                <c:pt idx="531">
                  <c:v>2658</c:v>
                </c:pt>
                <c:pt idx="532">
                  <c:v>2658</c:v>
                </c:pt>
                <c:pt idx="533">
                  <c:v>2658</c:v>
                </c:pt>
                <c:pt idx="534">
                  <c:v>2658</c:v>
                </c:pt>
                <c:pt idx="535">
                  <c:v>2658</c:v>
                </c:pt>
                <c:pt idx="536">
                  <c:v>2658</c:v>
                </c:pt>
                <c:pt idx="537">
                  <c:v>2668</c:v>
                </c:pt>
                <c:pt idx="538">
                  <c:v>2668</c:v>
                </c:pt>
                <c:pt idx="539">
                  <c:v>2668</c:v>
                </c:pt>
                <c:pt idx="540">
                  <c:v>2668</c:v>
                </c:pt>
                <c:pt idx="541">
                  <c:v>2668</c:v>
                </c:pt>
                <c:pt idx="542">
                  <c:v>2668</c:v>
                </c:pt>
                <c:pt idx="543">
                  <c:v>2668</c:v>
                </c:pt>
                <c:pt idx="544">
                  <c:v>2668</c:v>
                </c:pt>
                <c:pt idx="545">
                  <c:v>2668</c:v>
                </c:pt>
                <c:pt idx="546">
                  <c:v>2668</c:v>
                </c:pt>
                <c:pt idx="547">
                  <c:v>2668</c:v>
                </c:pt>
                <c:pt idx="548">
                  <c:v>2668</c:v>
                </c:pt>
                <c:pt idx="549">
                  <c:v>2668</c:v>
                </c:pt>
                <c:pt idx="550">
                  <c:v>2668</c:v>
                </c:pt>
                <c:pt idx="551">
                  <c:v>2668</c:v>
                </c:pt>
                <c:pt idx="552">
                  <c:v>2668</c:v>
                </c:pt>
                <c:pt idx="553">
                  <c:v>2668</c:v>
                </c:pt>
                <c:pt idx="554">
                  <c:v>2668</c:v>
                </c:pt>
                <c:pt idx="555">
                  <c:v>2668</c:v>
                </c:pt>
                <c:pt idx="556">
                  <c:v>2668</c:v>
                </c:pt>
                <c:pt idx="557">
                  <c:v>2668</c:v>
                </c:pt>
                <c:pt idx="558">
                  <c:v>2668</c:v>
                </c:pt>
                <c:pt idx="559">
                  <c:v>2668</c:v>
                </c:pt>
                <c:pt idx="560">
                  <c:v>2668</c:v>
                </c:pt>
                <c:pt idx="561">
                  <c:v>2668</c:v>
                </c:pt>
                <c:pt idx="562">
                  <c:v>2668</c:v>
                </c:pt>
                <c:pt idx="563">
                  <c:v>2668</c:v>
                </c:pt>
                <c:pt idx="564">
                  <c:v>2668</c:v>
                </c:pt>
                <c:pt idx="565">
                  <c:v>2668</c:v>
                </c:pt>
                <c:pt idx="566">
                  <c:v>2668</c:v>
                </c:pt>
                <c:pt idx="567">
                  <c:v>2668</c:v>
                </c:pt>
                <c:pt idx="568">
                  <c:v>2668</c:v>
                </c:pt>
                <c:pt idx="569">
                  <c:v>2668</c:v>
                </c:pt>
                <c:pt idx="570">
                  <c:v>2668</c:v>
                </c:pt>
                <c:pt idx="571">
                  <c:v>2668</c:v>
                </c:pt>
                <c:pt idx="572">
                  <c:v>2668</c:v>
                </c:pt>
                <c:pt idx="573">
                  <c:v>2668</c:v>
                </c:pt>
                <c:pt idx="574">
                  <c:v>2668</c:v>
                </c:pt>
                <c:pt idx="575">
                  <c:v>2668</c:v>
                </c:pt>
                <c:pt idx="576">
                  <c:v>2668</c:v>
                </c:pt>
                <c:pt idx="577">
                  <c:v>2668</c:v>
                </c:pt>
                <c:pt idx="578">
                  <c:v>2668</c:v>
                </c:pt>
                <c:pt idx="579">
                  <c:v>2668</c:v>
                </c:pt>
                <c:pt idx="580">
                  <c:v>2668</c:v>
                </c:pt>
                <c:pt idx="581">
                  <c:v>2668</c:v>
                </c:pt>
                <c:pt idx="582">
                  <c:v>2668</c:v>
                </c:pt>
                <c:pt idx="583">
                  <c:v>2668</c:v>
                </c:pt>
                <c:pt idx="584">
                  <c:v>2668</c:v>
                </c:pt>
                <c:pt idx="585">
                  <c:v>2668</c:v>
                </c:pt>
                <c:pt idx="586">
                  <c:v>2668</c:v>
                </c:pt>
                <c:pt idx="587">
                  <c:v>2668</c:v>
                </c:pt>
                <c:pt idx="588">
                  <c:v>2668</c:v>
                </c:pt>
                <c:pt idx="589">
                  <c:v>2668</c:v>
                </c:pt>
                <c:pt idx="590">
                  <c:v>2668</c:v>
                </c:pt>
                <c:pt idx="591">
                  <c:v>2668</c:v>
                </c:pt>
                <c:pt idx="592">
                  <c:v>2668</c:v>
                </c:pt>
                <c:pt idx="593">
                  <c:v>2668</c:v>
                </c:pt>
                <c:pt idx="594">
                  <c:v>2668</c:v>
                </c:pt>
                <c:pt idx="595">
                  <c:v>2668</c:v>
                </c:pt>
                <c:pt idx="596">
                  <c:v>2668</c:v>
                </c:pt>
                <c:pt idx="597">
                  <c:v>2668</c:v>
                </c:pt>
                <c:pt idx="598">
                  <c:v>2668</c:v>
                </c:pt>
                <c:pt idx="599">
                  <c:v>2668</c:v>
                </c:pt>
                <c:pt idx="600">
                  <c:v>2668</c:v>
                </c:pt>
                <c:pt idx="601">
                  <c:v>2668</c:v>
                </c:pt>
                <c:pt idx="602">
                  <c:v>2668</c:v>
                </c:pt>
                <c:pt idx="603">
                  <c:v>2668</c:v>
                </c:pt>
                <c:pt idx="604">
                  <c:v>2668</c:v>
                </c:pt>
                <c:pt idx="605">
                  <c:v>2668</c:v>
                </c:pt>
                <c:pt idx="606">
                  <c:v>2668</c:v>
                </c:pt>
                <c:pt idx="607">
                  <c:v>2668</c:v>
                </c:pt>
                <c:pt idx="608">
                  <c:v>2668</c:v>
                </c:pt>
                <c:pt idx="609">
                  <c:v>2668</c:v>
                </c:pt>
                <c:pt idx="610">
                  <c:v>2668</c:v>
                </c:pt>
                <c:pt idx="611">
                  <c:v>2668</c:v>
                </c:pt>
                <c:pt idx="612">
                  <c:v>2668</c:v>
                </c:pt>
                <c:pt idx="613">
                  <c:v>2668</c:v>
                </c:pt>
                <c:pt idx="614">
                  <c:v>2668</c:v>
                </c:pt>
                <c:pt idx="615">
                  <c:v>2668</c:v>
                </c:pt>
                <c:pt idx="616">
                  <c:v>2668</c:v>
                </c:pt>
                <c:pt idx="617">
                  <c:v>2668</c:v>
                </c:pt>
                <c:pt idx="618">
                  <c:v>2668</c:v>
                </c:pt>
                <c:pt idx="619">
                  <c:v>2668</c:v>
                </c:pt>
                <c:pt idx="620">
                  <c:v>2668</c:v>
                </c:pt>
                <c:pt idx="621">
                  <c:v>2668</c:v>
                </c:pt>
                <c:pt idx="622">
                  <c:v>2668</c:v>
                </c:pt>
                <c:pt idx="623">
                  <c:v>2668</c:v>
                </c:pt>
                <c:pt idx="624">
                  <c:v>2668</c:v>
                </c:pt>
                <c:pt idx="625">
                  <c:v>2668</c:v>
                </c:pt>
                <c:pt idx="626">
                  <c:v>2668</c:v>
                </c:pt>
                <c:pt idx="627">
                  <c:v>2668</c:v>
                </c:pt>
                <c:pt idx="628">
                  <c:v>2668</c:v>
                </c:pt>
                <c:pt idx="629">
                  <c:v>2668</c:v>
                </c:pt>
                <c:pt idx="630">
                  <c:v>2668</c:v>
                </c:pt>
                <c:pt idx="631">
                  <c:v>2668</c:v>
                </c:pt>
                <c:pt idx="632">
                  <c:v>2668</c:v>
                </c:pt>
                <c:pt idx="633">
                  <c:v>2668</c:v>
                </c:pt>
                <c:pt idx="634">
                  <c:v>2668</c:v>
                </c:pt>
                <c:pt idx="635">
                  <c:v>2668</c:v>
                </c:pt>
                <c:pt idx="636">
                  <c:v>2668</c:v>
                </c:pt>
                <c:pt idx="637">
                  <c:v>2668</c:v>
                </c:pt>
                <c:pt idx="638">
                  <c:v>2668</c:v>
                </c:pt>
                <c:pt idx="639">
                  <c:v>2668</c:v>
                </c:pt>
                <c:pt idx="640">
                  <c:v>2668</c:v>
                </c:pt>
                <c:pt idx="641">
                  <c:v>2668</c:v>
                </c:pt>
                <c:pt idx="642">
                  <c:v>2668</c:v>
                </c:pt>
                <c:pt idx="643">
                  <c:v>2668</c:v>
                </c:pt>
                <c:pt idx="644">
                  <c:v>2668</c:v>
                </c:pt>
                <c:pt idx="645">
                  <c:v>2668</c:v>
                </c:pt>
                <c:pt idx="646">
                  <c:v>2668</c:v>
                </c:pt>
                <c:pt idx="647">
                  <c:v>2668</c:v>
                </c:pt>
                <c:pt idx="648">
                  <c:v>2668</c:v>
                </c:pt>
                <c:pt idx="649">
                  <c:v>2668</c:v>
                </c:pt>
                <c:pt idx="650">
                  <c:v>2668</c:v>
                </c:pt>
                <c:pt idx="651">
                  <c:v>2668</c:v>
                </c:pt>
                <c:pt idx="652">
                  <c:v>2668</c:v>
                </c:pt>
                <c:pt idx="653">
                  <c:v>2668</c:v>
                </c:pt>
                <c:pt idx="654">
                  <c:v>2668</c:v>
                </c:pt>
                <c:pt idx="655">
                  <c:v>2668</c:v>
                </c:pt>
                <c:pt idx="656">
                  <c:v>2668</c:v>
                </c:pt>
                <c:pt idx="657">
                  <c:v>2668</c:v>
                </c:pt>
                <c:pt idx="658">
                  <c:v>2668</c:v>
                </c:pt>
                <c:pt idx="659">
                  <c:v>2668</c:v>
                </c:pt>
                <c:pt idx="660">
                  <c:v>2668</c:v>
                </c:pt>
                <c:pt idx="661">
                  <c:v>2668</c:v>
                </c:pt>
                <c:pt idx="662">
                  <c:v>2668</c:v>
                </c:pt>
                <c:pt idx="663">
                  <c:v>2668</c:v>
                </c:pt>
                <c:pt idx="664">
                  <c:v>2668</c:v>
                </c:pt>
                <c:pt idx="665">
                  <c:v>2668</c:v>
                </c:pt>
                <c:pt idx="666">
                  <c:v>2668</c:v>
                </c:pt>
                <c:pt idx="667">
                  <c:v>2668</c:v>
                </c:pt>
                <c:pt idx="668">
                  <c:v>2668</c:v>
                </c:pt>
                <c:pt idx="669">
                  <c:v>2668</c:v>
                </c:pt>
                <c:pt idx="670">
                  <c:v>2668</c:v>
                </c:pt>
                <c:pt idx="671">
                  <c:v>2668</c:v>
                </c:pt>
                <c:pt idx="672">
                  <c:v>2668</c:v>
                </c:pt>
                <c:pt idx="673">
                  <c:v>2668</c:v>
                </c:pt>
                <c:pt idx="674">
                  <c:v>2668</c:v>
                </c:pt>
                <c:pt idx="675">
                  <c:v>2668</c:v>
                </c:pt>
                <c:pt idx="676">
                  <c:v>2668</c:v>
                </c:pt>
                <c:pt idx="677">
                  <c:v>2668</c:v>
                </c:pt>
                <c:pt idx="678">
                  <c:v>2668</c:v>
                </c:pt>
                <c:pt idx="679">
                  <c:v>2668</c:v>
                </c:pt>
                <c:pt idx="680">
                  <c:v>2668</c:v>
                </c:pt>
                <c:pt idx="681">
                  <c:v>2668</c:v>
                </c:pt>
                <c:pt idx="682">
                  <c:v>2668</c:v>
                </c:pt>
                <c:pt idx="683">
                  <c:v>2668</c:v>
                </c:pt>
                <c:pt idx="684">
                  <c:v>2668</c:v>
                </c:pt>
                <c:pt idx="685">
                  <c:v>2644</c:v>
                </c:pt>
                <c:pt idx="686">
                  <c:v>2644</c:v>
                </c:pt>
                <c:pt idx="687">
                  <c:v>2644</c:v>
                </c:pt>
                <c:pt idx="688">
                  <c:v>2644</c:v>
                </c:pt>
                <c:pt idx="689">
                  <c:v>2644</c:v>
                </c:pt>
                <c:pt idx="690">
                  <c:v>2644</c:v>
                </c:pt>
                <c:pt idx="691">
                  <c:v>2644</c:v>
                </c:pt>
                <c:pt idx="692">
                  <c:v>2644</c:v>
                </c:pt>
                <c:pt idx="693">
                  <c:v>2644</c:v>
                </c:pt>
                <c:pt idx="694">
                  <c:v>2644</c:v>
                </c:pt>
                <c:pt idx="695">
                  <c:v>2644</c:v>
                </c:pt>
                <c:pt idx="696">
                  <c:v>2644</c:v>
                </c:pt>
                <c:pt idx="697">
                  <c:v>2644</c:v>
                </c:pt>
                <c:pt idx="698">
                  <c:v>2644</c:v>
                </c:pt>
                <c:pt idx="699">
                  <c:v>2644</c:v>
                </c:pt>
                <c:pt idx="700">
                  <c:v>2644</c:v>
                </c:pt>
                <c:pt idx="701">
                  <c:v>2644</c:v>
                </c:pt>
                <c:pt idx="702">
                  <c:v>2644</c:v>
                </c:pt>
                <c:pt idx="703">
                  <c:v>2644</c:v>
                </c:pt>
                <c:pt idx="704">
                  <c:v>2644</c:v>
                </c:pt>
                <c:pt idx="705">
                  <c:v>2644</c:v>
                </c:pt>
                <c:pt idx="706">
                  <c:v>2644</c:v>
                </c:pt>
                <c:pt idx="707">
                  <c:v>2644</c:v>
                </c:pt>
                <c:pt idx="708">
                  <c:v>2644</c:v>
                </c:pt>
                <c:pt idx="709">
                  <c:v>2644</c:v>
                </c:pt>
                <c:pt idx="710">
                  <c:v>2644</c:v>
                </c:pt>
                <c:pt idx="711">
                  <c:v>2629</c:v>
                </c:pt>
                <c:pt idx="712">
                  <c:v>2629</c:v>
                </c:pt>
                <c:pt idx="713">
                  <c:v>2629</c:v>
                </c:pt>
                <c:pt idx="714">
                  <c:v>2629</c:v>
                </c:pt>
                <c:pt idx="715">
                  <c:v>2629</c:v>
                </c:pt>
                <c:pt idx="716">
                  <c:v>2629</c:v>
                </c:pt>
                <c:pt idx="717">
                  <c:v>2629</c:v>
                </c:pt>
                <c:pt idx="718">
                  <c:v>2629</c:v>
                </c:pt>
                <c:pt idx="719">
                  <c:v>2629</c:v>
                </c:pt>
                <c:pt idx="720">
                  <c:v>2629</c:v>
                </c:pt>
                <c:pt idx="721">
                  <c:v>2629</c:v>
                </c:pt>
                <c:pt idx="722">
                  <c:v>2629</c:v>
                </c:pt>
                <c:pt idx="723">
                  <c:v>2629</c:v>
                </c:pt>
                <c:pt idx="724">
                  <c:v>2629</c:v>
                </c:pt>
                <c:pt idx="725">
                  <c:v>2629</c:v>
                </c:pt>
                <c:pt idx="726">
                  <c:v>2629</c:v>
                </c:pt>
                <c:pt idx="727">
                  <c:v>2629</c:v>
                </c:pt>
                <c:pt idx="728">
                  <c:v>2629</c:v>
                </c:pt>
                <c:pt idx="729">
                  <c:v>2629</c:v>
                </c:pt>
                <c:pt idx="730">
                  <c:v>2629</c:v>
                </c:pt>
                <c:pt idx="731">
                  <c:v>2629</c:v>
                </c:pt>
                <c:pt idx="732">
                  <c:v>2629</c:v>
                </c:pt>
                <c:pt idx="733">
                  <c:v>2629</c:v>
                </c:pt>
                <c:pt idx="734">
                  <c:v>2629</c:v>
                </c:pt>
                <c:pt idx="735">
                  <c:v>2629</c:v>
                </c:pt>
                <c:pt idx="736">
                  <c:v>2629</c:v>
                </c:pt>
                <c:pt idx="737">
                  <c:v>2629</c:v>
                </c:pt>
                <c:pt idx="738">
                  <c:v>2629</c:v>
                </c:pt>
                <c:pt idx="739">
                  <c:v>2629</c:v>
                </c:pt>
                <c:pt idx="740">
                  <c:v>2629</c:v>
                </c:pt>
                <c:pt idx="741">
                  <c:v>2629</c:v>
                </c:pt>
                <c:pt idx="742">
                  <c:v>2629</c:v>
                </c:pt>
                <c:pt idx="743">
                  <c:v>2629</c:v>
                </c:pt>
                <c:pt idx="744">
                  <c:v>2629</c:v>
                </c:pt>
                <c:pt idx="745">
                  <c:v>2629</c:v>
                </c:pt>
                <c:pt idx="746">
                  <c:v>2629</c:v>
                </c:pt>
                <c:pt idx="747">
                  <c:v>2629</c:v>
                </c:pt>
                <c:pt idx="748">
                  <c:v>2629</c:v>
                </c:pt>
                <c:pt idx="749">
                  <c:v>2629</c:v>
                </c:pt>
                <c:pt idx="750">
                  <c:v>2629</c:v>
                </c:pt>
                <c:pt idx="751">
                  <c:v>2629</c:v>
                </c:pt>
                <c:pt idx="752">
                  <c:v>2629</c:v>
                </c:pt>
                <c:pt idx="753">
                  <c:v>2629</c:v>
                </c:pt>
                <c:pt idx="754">
                  <c:v>2629</c:v>
                </c:pt>
                <c:pt idx="755">
                  <c:v>2629</c:v>
                </c:pt>
                <c:pt idx="756">
                  <c:v>2629</c:v>
                </c:pt>
                <c:pt idx="757">
                  <c:v>2629</c:v>
                </c:pt>
                <c:pt idx="758">
                  <c:v>2629</c:v>
                </c:pt>
                <c:pt idx="759">
                  <c:v>2629</c:v>
                </c:pt>
                <c:pt idx="760">
                  <c:v>2629</c:v>
                </c:pt>
                <c:pt idx="761">
                  <c:v>2629</c:v>
                </c:pt>
                <c:pt idx="762">
                  <c:v>2629</c:v>
                </c:pt>
                <c:pt idx="763">
                  <c:v>2629</c:v>
                </c:pt>
                <c:pt idx="764">
                  <c:v>2629</c:v>
                </c:pt>
                <c:pt idx="765">
                  <c:v>2629</c:v>
                </c:pt>
                <c:pt idx="766">
                  <c:v>2629</c:v>
                </c:pt>
                <c:pt idx="767">
                  <c:v>2629</c:v>
                </c:pt>
                <c:pt idx="768">
                  <c:v>2629</c:v>
                </c:pt>
                <c:pt idx="769">
                  <c:v>2629</c:v>
                </c:pt>
                <c:pt idx="770">
                  <c:v>2629</c:v>
                </c:pt>
                <c:pt idx="771">
                  <c:v>2629</c:v>
                </c:pt>
                <c:pt idx="772">
                  <c:v>2629</c:v>
                </c:pt>
                <c:pt idx="773">
                  <c:v>2454</c:v>
                </c:pt>
                <c:pt idx="774">
                  <c:v>2454</c:v>
                </c:pt>
                <c:pt idx="775">
                  <c:v>2454</c:v>
                </c:pt>
                <c:pt idx="776">
                  <c:v>2454</c:v>
                </c:pt>
                <c:pt idx="777">
                  <c:v>2454</c:v>
                </c:pt>
                <c:pt idx="778">
                  <c:v>2454</c:v>
                </c:pt>
                <c:pt idx="779">
                  <c:v>2454</c:v>
                </c:pt>
                <c:pt idx="780">
                  <c:v>2454</c:v>
                </c:pt>
                <c:pt idx="781">
                  <c:v>2454</c:v>
                </c:pt>
                <c:pt idx="782">
                  <c:v>2448</c:v>
                </c:pt>
                <c:pt idx="783">
                  <c:v>2448</c:v>
                </c:pt>
                <c:pt idx="784">
                  <c:v>2448</c:v>
                </c:pt>
                <c:pt idx="785">
                  <c:v>2448</c:v>
                </c:pt>
                <c:pt idx="786">
                  <c:v>2448</c:v>
                </c:pt>
                <c:pt idx="787">
                  <c:v>2448</c:v>
                </c:pt>
                <c:pt idx="788">
                  <c:v>2448</c:v>
                </c:pt>
                <c:pt idx="789">
                  <c:v>2448</c:v>
                </c:pt>
                <c:pt idx="790">
                  <c:v>2448</c:v>
                </c:pt>
                <c:pt idx="791">
                  <c:v>2448</c:v>
                </c:pt>
                <c:pt idx="792">
                  <c:v>2448</c:v>
                </c:pt>
                <c:pt idx="793">
                  <c:v>2448</c:v>
                </c:pt>
                <c:pt idx="794">
                  <c:v>2448</c:v>
                </c:pt>
                <c:pt idx="795">
                  <c:v>2448</c:v>
                </c:pt>
                <c:pt idx="796">
                  <c:v>2448</c:v>
                </c:pt>
                <c:pt idx="797">
                  <c:v>2448</c:v>
                </c:pt>
                <c:pt idx="798">
                  <c:v>2448</c:v>
                </c:pt>
                <c:pt idx="799">
                  <c:v>2448</c:v>
                </c:pt>
                <c:pt idx="800">
                  <c:v>2448</c:v>
                </c:pt>
                <c:pt idx="801">
                  <c:v>2448</c:v>
                </c:pt>
                <c:pt idx="802">
                  <c:v>2448</c:v>
                </c:pt>
                <c:pt idx="803">
                  <c:v>2448</c:v>
                </c:pt>
                <c:pt idx="804">
                  <c:v>2448</c:v>
                </c:pt>
                <c:pt idx="805">
                  <c:v>2448</c:v>
                </c:pt>
                <c:pt idx="806">
                  <c:v>2448</c:v>
                </c:pt>
                <c:pt idx="807">
                  <c:v>2448</c:v>
                </c:pt>
                <c:pt idx="808">
                  <c:v>2448</c:v>
                </c:pt>
                <c:pt idx="809">
                  <c:v>2422</c:v>
                </c:pt>
                <c:pt idx="810">
                  <c:v>2422</c:v>
                </c:pt>
                <c:pt idx="811">
                  <c:v>2422</c:v>
                </c:pt>
                <c:pt idx="812">
                  <c:v>2422</c:v>
                </c:pt>
                <c:pt idx="813">
                  <c:v>2422</c:v>
                </c:pt>
                <c:pt idx="814">
                  <c:v>2422</c:v>
                </c:pt>
                <c:pt idx="815">
                  <c:v>2422</c:v>
                </c:pt>
                <c:pt idx="816">
                  <c:v>2422</c:v>
                </c:pt>
                <c:pt idx="817">
                  <c:v>2422</c:v>
                </c:pt>
                <c:pt idx="818">
                  <c:v>2422</c:v>
                </c:pt>
                <c:pt idx="819">
                  <c:v>2422</c:v>
                </c:pt>
                <c:pt idx="820">
                  <c:v>2422</c:v>
                </c:pt>
                <c:pt idx="821">
                  <c:v>2422</c:v>
                </c:pt>
                <c:pt idx="822">
                  <c:v>2422</c:v>
                </c:pt>
                <c:pt idx="823">
                  <c:v>2422</c:v>
                </c:pt>
                <c:pt idx="824">
                  <c:v>2422</c:v>
                </c:pt>
                <c:pt idx="825">
                  <c:v>2422</c:v>
                </c:pt>
                <c:pt idx="826">
                  <c:v>2422</c:v>
                </c:pt>
                <c:pt idx="827">
                  <c:v>2422</c:v>
                </c:pt>
                <c:pt idx="828">
                  <c:v>2422</c:v>
                </c:pt>
                <c:pt idx="829">
                  <c:v>2422</c:v>
                </c:pt>
                <c:pt idx="830">
                  <c:v>2422</c:v>
                </c:pt>
                <c:pt idx="831">
                  <c:v>2422</c:v>
                </c:pt>
                <c:pt idx="832">
                  <c:v>2422</c:v>
                </c:pt>
                <c:pt idx="833">
                  <c:v>2422</c:v>
                </c:pt>
                <c:pt idx="834">
                  <c:v>2422</c:v>
                </c:pt>
                <c:pt idx="835">
                  <c:v>2422</c:v>
                </c:pt>
                <c:pt idx="836">
                  <c:v>2422</c:v>
                </c:pt>
                <c:pt idx="837">
                  <c:v>2422</c:v>
                </c:pt>
                <c:pt idx="838">
                  <c:v>2422</c:v>
                </c:pt>
                <c:pt idx="839">
                  <c:v>2422</c:v>
                </c:pt>
                <c:pt idx="840">
                  <c:v>2422</c:v>
                </c:pt>
                <c:pt idx="841">
                  <c:v>2422</c:v>
                </c:pt>
                <c:pt idx="842">
                  <c:v>2422</c:v>
                </c:pt>
                <c:pt idx="843">
                  <c:v>2408</c:v>
                </c:pt>
                <c:pt idx="844">
                  <c:v>2408</c:v>
                </c:pt>
                <c:pt idx="845">
                  <c:v>2408</c:v>
                </c:pt>
                <c:pt idx="846">
                  <c:v>2408</c:v>
                </c:pt>
                <c:pt idx="847">
                  <c:v>2408</c:v>
                </c:pt>
                <c:pt idx="848">
                  <c:v>2408</c:v>
                </c:pt>
                <c:pt idx="849">
                  <c:v>2408</c:v>
                </c:pt>
                <c:pt idx="850">
                  <c:v>2408</c:v>
                </c:pt>
                <c:pt idx="851">
                  <c:v>2408</c:v>
                </c:pt>
                <c:pt idx="852">
                  <c:v>2408</c:v>
                </c:pt>
                <c:pt idx="853">
                  <c:v>2408</c:v>
                </c:pt>
                <c:pt idx="854">
                  <c:v>2408</c:v>
                </c:pt>
                <c:pt idx="855">
                  <c:v>2408</c:v>
                </c:pt>
                <c:pt idx="856">
                  <c:v>2408</c:v>
                </c:pt>
                <c:pt idx="857">
                  <c:v>2408</c:v>
                </c:pt>
                <c:pt idx="858">
                  <c:v>2408</c:v>
                </c:pt>
                <c:pt idx="859">
                  <c:v>2408</c:v>
                </c:pt>
                <c:pt idx="860">
                  <c:v>2408</c:v>
                </c:pt>
                <c:pt idx="861">
                  <c:v>2408</c:v>
                </c:pt>
                <c:pt idx="862">
                  <c:v>2408</c:v>
                </c:pt>
                <c:pt idx="863">
                  <c:v>2408</c:v>
                </c:pt>
                <c:pt idx="864">
                  <c:v>2408</c:v>
                </c:pt>
                <c:pt idx="865">
                  <c:v>2408</c:v>
                </c:pt>
                <c:pt idx="866">
                  <c:v>2408</c:v>
                </c:pt>
                <c:pt idx="867">
                  <c:v>2408</c:v>
                </c:pt>
                <c:pt idx="868">
                  <c:v>2408</c:v>
                </c:pt>
                <c:pt idx="869">
                  <c:v>2408</c:v>
                </c:pt>
                <c:pt idx="870">
                  <c:v>2408</c:v>
                </c:pt>
                <c:pt idx="871">
                  <c:v>2408</c:v>
                </c:pt>
                <c:pt idx="872">
                  <c:v>2408</c:v>
                </c:pt>
                <c:pt idx="873">
                  <c:v>2408</c:v>
                </c:pt>
                <c:pt idx="874">
                  <c:v>2408</c:v>
                </c:pt>
                <c:pt idx="875">
                  <c:v>2408</c:v>
                </c:pt>
                <c:pt idx="876">
                  <c:v>2408</c:v>
                </c:pt>
                <c:pt idx="877">
                  <c:v>2408</c:v>
                </c:pt>
                <c:pt idx="878">
                  <c:v>2408</c:v>
                </c:pt>
                <c:pt idx="879">
                  <c:v>2408</c:v>
                </c:pt>
                <c:pt idx="880">
                  <c:v>2408</c:v>
                </c:pt>
                <c:pt idx="881">
                  <c:v>2408</c:v>
                </c:pt>
                <c:pt idx="882">
                  <c:v>2408</c:v>
                </c:pt>
                <c:pt idx="883">
                  <c:v>2408</c:v>
                </c:pt>
                <c:pt idx="884">
                  <c:v>2408</c:v>
                </c:pt>
                <c:pt idx="885">
                  <c:v>2408</c:v>
                </c:pt>
                <c:pt idx="886">
                  <c:v>2408</c:v>
                </c:pt>
                <c:pt idx="887">
                  <c:v>2408</c:v>
                </c:pt>
                <c:pt idx="888">
                  <c:v>2408</c:v>
                </c:pt>
                <c:pt idx="889">
                  <c:v>2408</c:v>
                </c:pt>
                <c:pt idx="890">
                  <c:v>2408</c:v>
                </c:pt>
                <c:pt idx="891">
                  <c:v>2408</c:v>
                </c:pt>
                <c:pt idx="892">
                  <c:v>2408</c:v>
                </c:pt>
                <c:pt idx="893">
                  <c:v>2408</c:v>
                </c:pt>
                <c:pt idx="894">
                  <c:v>2408</c:v>
                </c:pt>
                <c:pt idx="895">
                  <c:v>2408</c:v>
                </c:pt>
                <c:pt idx="896">
                  <c:v>2408</c:v>
                </c:pt>
                <c:pt idx="897">
                  <c:v>2408</c:v>
                </c:pt>
                <c:pt idx="898">
                  <c:v>2408</c:v>
                </c:pt>
                <c:pt idx="899">
                  <c:v>2380</c:v>
                </c:pt>
                <c:pt idx="900">
                  <c:v>2350</c:v>
                </c:pt>
                <c:pt idx="901">
                  <c:v>2310</c:v>
                </c:pt>
                <c:pt idx="902">
                  <c:v>2254</c:v>
                </c:pt>
                <c:pt idx="903">
                  <c:v>2254</c:v>
                </c:pt>
                <c:pt idx="904">
                  <c:v>2254</c:v>
                </c:pt>
                <c:pt idx="905">
                  <c:v>2254</c:v>
                </c:pt>
                <c:pt idx="906">
                  <c:v>2254</c:v>
                </c:pt>
                <c:pt idx="907">
                  <c:v>2254</c:v>
                </c:pt>
                <c:pt idx="908">
                  <c:v>2254</c:v>
                </c:pt>
                <c:pt idx="909">
                  <c:v>2254</c:v>
                </c:pt>
                <c:pt idx="910">
                  <c:v>2254</c:v>
                </c:pt>
                <c:pt idx="911">
                  <c:v>2254</c:v>
                </c:pt>
                <c:pt idx="912">
                  <c:v>2254</c:v>
                </c:pt>
                <c:pt idx="913">
                  <c:v>2254</c:v>
                </c:pt>
                <c:pt idx="914">
                  <c:v>2254</c:v>
                </c:pt>
                <c:pt idx="915">
                  <c:v>2254</c:v>
                </c:pt>
                <c:pt idx="916">
                  <c:v>2254</c:v>
                </c:pt>
                <c:pt idx="917">
                  <c:v>2254</c:v>
                </c:pt>
                <c:pt idx="918">
                  <c:v>2254</c:v>
                </c:pt>
                <c:pt idx="919">
                  <c:v>2254</c:v>
                </c:pt>
                <c:pt idx="920">
                  <c:v>2254</c:v>
                </c:pt>
                <c:pt idx="921">
                  <c:v>2254</c:v>
                </c:pt>
                <c:pt idx="922">
                  <c:v>2254</c:v>
                </c:pt>
                <c:pt idx="923">
                  <c:v>2254</c:v>
                </c:pt>
                <c:pt idx="924">
                  <c:v>2254</c:v>
                </c:pt>
                <c:pt idx="925">
                  <c:v>2254</c:v>
                </c:pt>
                <c:pt idx="926">
                  <c:v>2254</c:v>
                </c:pt>
                <c:pt idx="927">
                  <c:v>2254</c:v>
                </c:pt>
                <c:pt idx="928">
                  <c:v>2254</c:v>
                </c:pt>
                <c:pt idx="929">
                  <c:v>2254</c:v>
                </c:pt>
                <c:pt idx="930">
                  <c:v>2254</c:v>
                </c:pt>
                <c:pt idx="931">
                  <c:v>2254</c:v>
                </c:pt>
                <c:pt idx="932">
                  <c:v>2254</c:v>
                </c:pt>
                <c:pt idx="933">
                  <c:v>2254</c:v>
                </c:pt>
                <c:pt idx="934">
                  <c:v>2254</c:v>
                </c:pt>
                <c:pt idx="935">
                  <c:v>2254</c:v>
                </c:pt>
                <c:pt idx="936">
                  <c:v>2254</c:v>
                </c:pt>
                <c:pt idx="937">
                  <c:v>2254</c:v>
                </c:pt>
                <c:pt idx="938">
                  <c:v>2254</c:v>
                </c:pt>
                <c:pt idx="939">
                  <c:v>2254</c:v>
                </c:pt>
                <c:pt idx="940">
                  <c:v>2254</c:v>
                </c:pt>
                <c:pt idx="941">
                  <c:v>2254</c:v>
                </c:pt>
                <c:pt idx="942">
                  <c:v>2254</c:v>
                </c:pt>
                <c:pt idx="943">
                  <c:v>2254</c:v>
                </c:pt>
                <c:pt idx="944">
                  <c:v>2254</c:v>
                </c:pt>
                <c:pt idx="945">
                  <c:v>2254</c:v>
                </c:pt>
                <c:pt idx="946">
                  <c:v>2254</c:v>
                </c:pt>
                <c:pt idx="947">
                  <c:v>2254</c:v>
                </c:pt>
                <c:pt idx="948">
                  <c:v>2254</c:v>
                </c:pt>
                <c:pt idx="949">
                  <c:v>2254</c:v>
                </c:pt>
                <c:pt idx="950">
                  <c:v>2254</c:v>
                </c:pt>
                <c:pt idx="951">
                  <c:v>2254</c:v>
                </c:pt>
                <c:pt idx="952">
                  <c:v>2254</c:v>
                </c:pt>
                <c:pt idx="953">
                  <c:v>2254</c:v>
                </c:pt>
                <c:pt idx="954">
                  <c:v>2254</c:v>
                </c:pt>
                <c:pt idx="955">
                  <c:v>2254</c:v>
                </c:pt>
                <c:pt idx="956">
                  <c:v>2254</c:v>
                </c:pt>
                <c:pt idx="957">
                  <c:v>2254</c:v>
                </c:pt>
                <c:pt idx="958">
                  <c:v>2219</c:v>
                </c:pt>
                <c:pt idx="959">
                  <c:v>2219</c:v>
                </c:pt>
                <c:pt idx="960">
                  <c:v>2219</c:v>
                </c:pt>
                <c:pt idx="961">
                  <c:v>2219</c:v>
                </c:pt>
                <c:pt idx="962">
                  <c:v>2219</c:v>
                </c:pt>
                <c:pt idx="963">
                  <c:v>2219</c:v>
                </c:pt>
                <c:pt idx="964">
                  <c:v>2219</c:v>
                </c:pt>
                <c:pt idx="965">
                  <c:v>2213</c:v>
                </c:pt>
                <c:pt idx="966">
                  <c:v>2213</c:v>
                </c:pt>
                <c:pt idx="967">
                  <c:v>2213</c:v>
                </c:pt>
                <c:pt idx="968">
                  <c:v>2213</c:v>
                </c:pt>
                <c:pt idx="969">
                  <c:v>2213</c:v>
                </c:pt>
                <c:pt idx="970">
                  <c:v>2213</c:v>
                </c:pt>
                <c:pt idx="971">
                  <c:v>2213</c:v>
                </c:pt>
                <c:pt idx="972">
                  <c:v>2213</c:v>
                </c:pt>
                <c:pt idx="973">
                  <c:v>2213</c:v>
                </c:pt>
                <c:pt idx="974">
                  <c:v>2213</c:v>
                </c:pt>
                <c:pt idx="975">
                  <c:v>2213</c:v>
                </c:pt>
                <c:pt idx="976">
                  <c:v>2213</c:v>
                </c:pt>
                <c:pt idx="977">
                  <c:v>2213</c:v>
                </c:pt>
                <c:pt idx="978">
                  <c:v>2213</c:v>
                </c:pt>
                <c:pt idx="979">
                  <c:v>2213</c:v>
                </c:pt>
                <c:pt idx="980">
                  <c:v>2213</c:v>
                </c:pt>
                <c:pt idx="981">
                  <c:v>2213</c:v>
                </c:pt>
                <c:pt idx="982">
                  <c:v>2213</c:v>
                </c:pt>
                <c:pt idx="983">
                  <c:v>2213</c:v>
                </c:pt>
                <c:pt idx="984">
                  <c:v>2213</c:v>
                </c:pt>
                <c:pt idx="985">
                  <c:v>2213</c:v>
                </c:pt>
                <c:pt idx="986">
                  <c:v>2213</c:v>
                </c:pt>
                <c:pt idx="987">
                  <c:v>2213</c:v>
                </c:pt>
                <c:pt idx="988">
                  <c:v>2213</c:v>
                </c:pt>
                <c:pt idx="989">
                  <c:v>2213</c:v>
                </c:pt>
                <c:pt idx="990">
                  <c:v>2213</c:v>
                </c:pt>
                <c:pt idx="991">
                  <c:v>2213</c:v>
                </c:pt>
                <c:pt idx="992">
                  <c:v>2213</c:v>
                </c:pt>
                <c:pt idx="993">
                  <c:v>2213</c:v>
                </c:pt>
                <c:pt idx="994">
                  <c:v>2213</c:v>
                </c:pt>
                <c:pt idx="995">
                  <c:v>2213</c:v>
                </c:pt>
                <c:pt idx="996">
                  <c:v>2264</c:v>
                </c:pt>
                <c:pt idx="997">
                  <c:v>2264</c:v>
                </c:pt>
                <c:pt idx="998">
                  <c:v>2264</c:v>
                </c:pt>
                <c:pt idx="999">
                  <c:v>2264</c:v>
                </c:pt>
                <c:pt idx="1000">
                  <c:v>2264</c:v>
                </c:pt>
                <c:pt idx="1001">
                  <c:v>2264</c:v>
                </c:pt>
                <c:pt idx="1002">
                  <c:v>2264</c:v>
                </c:pt>
                <c:pt idx="1003">
                  <c:v>2264</c:v>
                </c:pt>
                <c:pt idx="1004">
                  <c:v>2264</c:v>
                </c:pt>
                <c:pt idx="1005">
                  <c:v>2264</c:v>
                </c:pt>
                <c:pt idx="1006">
                  <c:v>2264</c:v>
                </c:pt>
                <c:pt idx="1007">
                  <c:v>2264</c:v>
                </c:pt>
                <c:pt idx="1008">
                  <c:v>2264</c:v>
                </c:pt>
                <c:pt idx="1009">
                  <c:v>2264</c:v>
                </c:pt>
                <c:pt idx="1010">
                  <c:v>2264</c:v>
                </c:pt>
                <c:pt idx="1011">
                  <c:v>2264</c:v>
                </c:pt>
                <c:pt idx="1012">
                  <c:v>2264</c:v>
                </c:pt>
                <c:pt idx="1013">
                  <c:v>2264</c:v>
                </c:pt>
                <c:pt idx="1014">
                  <c:v>2264</c:v>
                </c:pt>
                <c:pt idx="1015">
                  <c:v>2264</c:v>
                </c:pt>
                <c:pt idx="1016">
                  <c:v>2264</c:v>
                </c:pt>
                <c:pt idx="1017">
                  <c:v>2264</c:v>
                </c:pt>
                <c:pt idx="1018">
                  <c:v>2264</c:v>
                </c:pt>
                <c:pt idx="1019">
                  <c:v>2264</c:v>
                </c:pt>
                <c:pt idx="1020">
                  <c:v>2264</c:v>
                </c:pt>
                <c:pt idx="1021">
                  <c:v>2264</c:v>
                </c:pt>
                <c:pt idx="1022">
                  <c:v>2264</c:v>
                </c:pt>
                <c:pt idx="1023">
                  <c:v>2264</c:v>
                </c:pt>
                <c:pt idx="1024">
                  <c:v>2264</c:v>
                </c:pt>
                <c:pt idx="1025">
                  <c:v>2264</c:v>
                </c:pt>
                <c:pt idx="1026">
                  <c:v>2264</c:v>
                </c:pt>
                <c:pt idx="1027">
                  <c:v>2264</c:v>
                </c:pt>
                <c:pt idx="1028">
                  <c:v>2264</c:v>
                </c:pt>
                <c:pt idx="1029">
                  <c:v>2264</c:v>
                </c:pt>
                <c:pt idx="1030">
                  <c:v>2264</c:v>
                </c:pt>
                <c:pt idx="1031">
                  <c:v>2264</c:v>
                </c:pt>
                <c:pt idx="1032">
                  <c:v>2264</c:v>
                </c:pt>
                <c:pt idx="1033">
                  <c:v>2264</c:v>
                </c:pt>
                <c:pt idx="1034">
                  <c:v>2264</c:v>
                </c:pt>
                <c:pt idx="1035">
                  <c:v>2264</c:v>
                </c:pt>
                <c:pt idx="1036">
                  <c:v>2264</c:v>
                </c:pt>
                <c:pt idx="1037">
                  <c:v>2264</c:v>
                </c:pt>
                <c:pt idx="1038">
                  <c:v>2264</c:v>
                </c:pt>
                <c:pt idx="1039">
                  <c:v>2264</c:v>
                </c:pt>
                <c:pt idx="1040">
                  <c:v>2264</c:v>
                </c:pt>
                <c:pt idx="1041">
                  <c:v>2264</c:v>
                </c:pt>
                <c:pt idx="1042">
                  <c:v>2264</c:v>
                </c:pt>
                <c:pt idx="1043">
                  <c:v>2264</c:v>
                </c:pt>
                <c:pt idx="1044">
                  <c:v>2264</c:v>
                </c:pt>
                <c:pt idx="1045">
                  <c:v>2264</c:v>
                </c:pt>
                <c:pt idx="1046">
                  <c:v>2264</c:v>
                </c:pt>
                <c:pt idx="1047">
                  <c:v>2200</c:v>
                </c:pt>
                <c:pt idx="1048">
                  <c:v>2200</c:v>
                </c:pt>
                <c:pt idx="1049">
                  <c:v>2195</c:v>
                </c:pt>
                <c:pt idx="1050">
                  <c:v>2195</c:v>
                </c:pt>
                <c:pt idx="1051">
                  <c:v>2195</c:v>
                </c:pt>
                <c:pt idx="1052">
                  <c:v>2195</c:v>
                </c:pt>
                <c:pt idx="1053">
                  <c:v>2195</c:v>
                </c:pt>
                <c:pt idx="1054">
                  <c:v>2195</c:v>
                </c:pt>
                <c:pt idx="1055">
                  <c:v>2195</c:v>
                </c:pt>
                <c:pt idx="1056">
                  <c:v>2195</c:v>
                </c:pt>
                <c:pt idx="1057">
                  <c:v>2195</c:v>
                </c:pt>
                <c:pt idx="1058">
                  <c:v>2195</c:v>
                </c:pt>
                <c:pt idx="1059">
                  <c:v>2195</c:v>
                </c:pt>
                <c:pt idx="1060">
                  <c:v>2195</c:v>
                </c:pt>
                <c:pt idx="1061">
                  <c:v>2195</c:v>
                </c:pt>
                <c:pt idx="1062">
                  <c:v>2195</c:v>
                </c:pt>
                <c:pt idx="1063">
                  <c:v>2163</c:v>
                </c:pt>
                <c:pt idx="1064">
                  <c:v>2163</c:v>
                </c:pt>
                <c:pt idx="1065">
                  <c:v>2163</c:v>
                </c:pt>
                <c:pt idx="1066">
                  <c:v>2163</c:v>
                </c:pt>
                <c:pt idx="1067">
                  <c:v>2163</c:v>
                </c:pt>
                <c:pt idx="1068">
                  <c:v>2162</c:v>
                </c:pt>
                <c:pt idx="1069">
                  <c:v>2162</c:v>
                </c:pt>
                <c:pt idx="1070">
                  <c:v>2162</c:v>
                </c:pt>
                <c:pt idx="1071">
                  <c:v>2162</c:v>
                </c:pt>
                <c:pt idx="1072">
                  <c:v>2162</c:v>
                </c:pt>
                <c:pt idx="1073">
                  <c:v>2162</c:v>
                </c:pt>
                <c:pt idx="1074">
                  <c:v>2162</c:v>
                </c:pt>
                <c:pt idx="1075">
                  <c:v>2162</c:v>
                </c:pt>
                <c:pt idx="1076">
                  <c:v>2162</c:v>
                </c:pt>
                <c:pt idx="1077">
                  <c:v>2162</c:v>
                </c:pt>
                <c:pt idx="1078">
                  <c:v>2162</c:v>
                </c:pt>
                <c:pt idx="1079">
                  <c:v>2162</c:v>
                </c:pt>
                <c:pt idx="1080">
                  <c:v>2162</c:v>
                </c:pt>
                <c:pt idx="1081">
                  <c:v>2162</c:v>
                </c:pt>
                <c:pt idx="1082">
                  <c:v>2162</c:v>
                </c:pt>
                <c:pt idx="1083">
                  <c:v>2162</c:v>
                </c:pt>
                <c:pt idx="1084">
                  <c:v>2115</c:v>
                </c:pt>
                <c:pt idx="1085">
                  <c:v>2115</c:v>
                </c:pt>
                <c:pt idx="1086">
                  <c:v>2115</c:v>
                </c:pt>
                <c:pt idx="1087">
                  <c:v>2115</c:v>
                </c:pt>
                <c:pt idx="1088">
                  <c:v>2115</c:v>
                </c:pt>
                <c:pt idx="1089">
                  <c:v>2115</c:v>
                </c:pt>
                <c:pt idx="1090">
                  <c:v>2115</c:v>
                </c:pt>
                <c:pt idx="1091">
                  <c:v>2115</c:v>
                </c:pt>
                <c:pt idx="1092">
                  <c:v>2115</c:v>
                </c:pt>
                <c:pt idx="1093">
                  <c:v>2115</c:v>
                </c:pt>
                <c:pt idx="1094">
                  <c:v>2115</c:v>
                </c:pt>
                <c:pt idx="1095">
                  <c:v>2115</c:v>
                </c:pt>
                <c:pt idx="1096">
                  <c:v>2115</c:v>
                </c:pt>
                <c:pt idx="1097">
                  <c:v>2115</c:v>
                </c:pt>
                <c:pt idx="1098">
                  <c:v>2115</c:v>
                </c:pt>
                <c:pt idx="1099">
                  <c:v>2115</c:v>
                </c:pt>
                <c:pt idx="1100">
                  <c:v>2115</c:v>
                </c:pt>
                <c:pt idx="1101">
                  <c:v>2115</c:v>
                </c:pt>
                <c:pt idx="1102">
                  <c:v>2115</c:v>
                </c:pt>
                <c:pt idx="1103">
                  <c:v>2113</c:v>
                </c:pt>
                <c:pt idx="1104">
                  <c:v>2113</c:v>
                </c:pt>
                <c:pt idx="1105">
                  <c:v>2113</c:v>
                </c:pt>
                <c:pt idx="1106">
                  <c:v>2113</c:v>
                </c:pt>
                <c:pt idx="1107">
                  <c:v>2113</c:v>
                </c:pt>
                <c:pt idx="1108">
                  <c:v>2113</c:v>
                </c:pt>
                <c:pt idx="1109">
                  <c:v>2113</c:v>
                </c:pt>
                <c:pt idx="1110">
                  <c:v>2113</c:v>
                </c:pt>
                <c:pt idx="1111">
                  <c:v>2113</c:v>
                </c:pt>
                <c:pt idx="1112">
                  <c:v>2113</c:v>
                </c:pt>
                <c:pt idx="1113">
                  <c:v>2113</c:v>
                </c:pt>
                <c:pt idx="1114">
                  <c:v>2113</c:v>
                </c:pt>
                <c:pt idx="1115">
                  <c:v>2113</c:v>
                </c:pt>
                <c:pt idx="1116">
                  <c:v>2113</c:v>
                </c:pt>
                <c:pt idx="1117">
                  <c:v>2113</c:v>
                </c:pt>
                <c:pt idx="1118">
                  <c:v>2113</c:v>
                </c:pt>
                <c:pt idx="1119">
                  <c:v>2113</c:v>
                </c:pt>
                <c:pt idx="1120">
                  <c:v>2113</c:v>
                </c:pt>
                <c:pt idx="1121">
                  <c:v>2113</c:v>
                </c:pt>
                <c:pt idx="1122">
                  <c:v>2113</c:v>
                </c:pt>
                <c:pt idx="1123">
                  <c:v>2113</c:v>
                </c:pt>
                <c:pt idx="1124">
                  <c:v>2113</c:v>
                </c:pt>
                <c:pt idx="1125">
                  <c:v>2113</c:v>
                </c:pt>
                <c:pt idx="1126">
                  <c:v>2113</c:v>
                </c:pt>
                <c:pt idx="1127">
                  <c:v>2113</c:v>
                </c:pt>
                <c:pt idx="1128">
                  <c:v>2113</c:v>
                </c:pt>
                <c:pt idx="1129">
                  <c:v>2113</c:v>
                </c:pt>
                <c:pt idx="1130">
                  <c:v>2113</c:v>
                </c:pt>
                <c:pt idx="1131">
                  <c:v>2113</c:v>
                </c:pt>
                <c:pt idx="1132">
                  <c:v>2113</c:v>
                </c:pt>
                <c:pt idx="1133">
                  <c:v>2112</c:v>
                </c:pt>
                <c:pt idx="1134">
                  <c:v>2112</c:v>
                </c:pt>
                <c:pt idx="1135">
                  <c:v>2112</c:v>
                </c:pt>
                <c:pt idx="1136">
                  <c:v>2112</c:v>
                </c:pt>
                <c:pt idx="1137">
                  <c:v>2112</c:v>
                </c:pt>
                <c:pt idx="1138">
                  <c:v>2118</c:v>
                </c:pt>
                <c:pt idx="1139">
                  <c:v>2118</c:v>
                </c:pt>
                <c:pt idx="1140">
                  <c:v>2118</c:v>
                </c:pt>
                <c:pt idx="1141">
                  <c:v>2118</c:v>
                </c:pt>
                <c:pt idx="1142">
                  <c:v>2118</c:v>
                </c:pt>
                <c:pt idx="1143">
                  <c:v>2114</c:v>
                </c:pt>
                <c:pt idx="1144">
                  <c:v>2114</c:v>
                </c:pt>
                <c:pt idx="1145">
                  <c:v>2124</c:v>
                </c:pt>
                <c:pt idx="1146">
                  <c:v>2114</c:v>
                </c:pt>
                <c:pt idx="1147">
                  <c:v>2124</c:v>
                </c:pt>
                <c:pt idx="1148">
                  <c:v>2124</c:v>
                </c:pt>
                <c:pt idx="1149">
                  <c:v>2124</c:v>
                </c:pt>
                <c:pt idx="1150">
                  <c:v>2124</c:v>
                </c:pt>
                <c:pt idx="1151">
                  <c:v>2125</c:v>
                </c:pt>
                <c:pt idx="1152">
                  <c:v>2125</c:v>
                </c:pt>
                <c:pt idx="1153">
                  <c:v>2125</c:v>
                </c:pt>
                <c:pt idx="1154">
                  <c:v>2125</c:v>
                </c:pt>
                <c:pt idx="1155">
                  <c:v>2125</c:v>
                </c:pt>
                <c:pt idx="1156">
                  <c:v>2125</c:v>
                </c:pt>
                <c:pt idx="1157">
                  <c:v>2125</c:v>
                </c:pt>
                <c:pt idx="1158">
                  <c:v>2125</c:v>
                </c:pt>
                <c:pt idx="1159">
                  <c:v>2125</c:v>
                </c:pt>
                <c:pt idx="1160">
                  <c:v>2175</c:v>
                </c:pt>
                <c:pt idx="1161">
                  <c:v>2175</c:v>
                </c:pt>
                <c:pt idx="1162">
                  <c:v>2175</c:v>
                </c:pt>
                <c:pt idx="1163">
                  <c:v>2175</c:v>
                </c:pt>
                <c:pt idx="1164">
                  <c:v>2175</c:v>
                </c:pt>
                <c:pt idx="1165">
                  <c:v>2175</c:v>
                </c:pt>
                <c:pt idx="1166">
                  <c:v>2175</c:v>
                </c:pt>
                <c:pt idx="1167">
                  <c:v>2175</c:v>
                </c:pt>
                <c:pt idx="1168">
                  <c:v>2175</c:v>
                </c:pt>
                <c:pt idx="1169">
                  <c:v>2175</c:v>
                </c:pt>
                <c:pt idx="1170">
                  <c:v>2175</c:v>
                </c:pt>
                <c:pt idx="1171">
                  <c:v>2175</c:v>
                </c:pt>
                <c:pt idx="1172">
                  <c:v>2175</c:v>
                </c:pt>
                <c:pt idx="1173">
                  <c:v>2175</c:v>
                </c:pt>
                <c:pt idx="1174">
                  <c:v>2175</c:v>
                </c:pt>
                <c:pt idx="1175">
                  <c:v>2175</c:v>
                </c:pt>
                <c:pt idx="1176">
                  <c:v>2175</c:v>
                </c:pt>
                <c:pt idx="1177">
                  <c:v>2175</c:v>
                </c:pt>
                <c:pt idx="1178">
                  <c:v>2175</c:v>
                </c:pt>
                <c:pt idx="1179">
                  <c:v>2175</c:v>
                </c:pt>
                <c:pt idx="1180">
                  <c:v>2175</c:v>
                </c:pt>
                <c:pt idx="1181">
                  <c:v>2175</c:v>
                </c:pt>
                <c:pt idx="1182">
                  <c:v>2175</c:v>
                </c:pt>
                <c:pt idx="1183">
                  <c:v>2175</c:v>
                </c:pt>
                <c:pt idx="1184">
                  <c:v>2175</c:v>
                </c:pt>
                <c:pt idx="1185">
                  <c:v>2200</c:v>
                </c:pt>
                <c:pt idx="1186">
                  <c:v>2200</c:v>
                </c:pt>
                <c:pt idx="1187">
                  <c:v>2200</c:v>
                </c:pt>
                <c:pt idx="1188">
                  <c:v>2200</c:v>
                </c:pt>
                <c:pt idx="1189">
                  <c:v>2200</c:v>
                </c:pt>
                <c:pt idx="1190">
                  <c:v>2200</c:v>
                </c:pt>
                <c:pt idx="1191">
                  <c:v>2200</c:v>
                </c:pt>
                <c:pt idx="1192">
                  <c:v>2200</c:v>
                </c:pt>
                <c:pt idx="1193">
                  <c:v>2200</c:v>
                </c:pt>
                <c:pt idx="1194">
                  <c:v>2200</c:v>
                </c:pt>
                <c:pt idx="1195">
                  <c:v>2200</c:v>
                </c:pt>
                <c:pt idx="1196">
                  <c:v>2200</c:v>
                </c:pt>
                <c:pt idx="1197">
                  <c:v>2200</c:v>
                </c:pt>
                <c:pt idx="1198">
                  <c:v>2200</c:v>
                </c:pt>
                <c:pt idx="1199">
                  <c:v>2200</c:v>
                </c:pt>
                <c:pt idx="1200">
                  <c:v>2200</c:v>
                </c:pt>
                <c:pt idx="1201">
                  <c:v>2200</c:v>
                </c:pt>
                <c:pt idx="1202">
                  <c:v>2200</c:v>
                </c:pt>
                <c:pt idx="1203">
                  <c:v>2200</c:v>
                </c:pt>
                <c:pt idx="1204">
                  <c:v>2200</c:v>
                </c:pt>
                <c:pt idx="1205">
                  <c:v>2200</c:v>
                </c:pt>
                <c:pt idx="1206">
                  <c:v>2200</c:v>
                </c:pt>
                <c:pt idx="1207">
                  <c:v>2200</c:v>
                </c:pt>
                <c:pt idx="1208">
                  <c:v>2200</c:v>
                </c:pt>
                <c:pt idx="1209">
                  <c:v>2200</c:v>
                </c:pt>
                <c:pt idx="1210">
                  <c:v>2200</c:v>
                </c:pt>
                <c:pt idx="1211">
                  <c:v>2200</c:v>
                </c:pt>
                <c:pt idx="1212">
                  <c:v>2200</c:v>
                </c:pt>
                <c:pt idx="1213">
                  <c:v>2200</c:v>
                </c:pt>
                <c:pt idx="1214">
                  <c:v>2200</c:v>
                </c:pt>
                <c:pt idx="1215">
                  <c:v>2200</c:v>
                </c:pt>
                <c:pt idx="1216">
                  <c:v>2200</c:v>
                </c:pt>
                <c:pt idx="1217">
                  <c:v>2200</c:v>
                </c:pt>
                <c:pt idx="1218">
                  <c:v>2200</c:v>
                </c:pt>
                <c:pt idx="1219">
                  <c:v>2225</c:v>
                </c:pt>
                <c:pt idx="1220">
                  <c:v>2225</c:v>
                </c:pt>
                <c:pt idx="1221">
                  <c:v>2225</c:v>
                </c:pt>
                <c:pt idx="1222">
                  <c:v>2225</c:v>
                </c:pt>
                <c:pt idx="1223">
                  <c:v>2225</c:v>
                </c:pt>
                <c:pt idx="1224">
                  <c:v>2225</c:v>
                </c:pt>
                <c:pt idx="1225">
                  <c:v>2225</c:v>
                </c:pt>
                <c:pt idx="1226">
                  <c:v>2225</c:v>
                </c:pt>
                <c:pt idx="1227">
                  <c:v>2225</c:v>
                </c:pt>
                <c:pt idx="1228">
                  <c:v>2225</c:v>
                </c:pt>
                <c:pt idx="1229">
                  <c:v>2225</c:v>
                </c:pt>
                <c:pt idx="1230">
                  <c:v>2225</c:v>
                </c:pt>
                <c:pt idx="1231">
                  <c:v>2225</c:v>
                </c:pt>
                <c:pt idx="1232">
                  <c:v>2225</c:v>
                </c:pt>
                <c:pt idx="1233">
                  <c:v>2225</c:v>
                </c:pt>
                <c:pt idx="1234">
                  <c:v>2225</c:v>
                </c:pt>
                <c:pt idx="1235">
                  <c:v>2250</c:v>
                </c:pt>
                <c:pt idx="1236">
                  <c:v>2250</c:v>
                </c:pt>
                <c:pt idx="1237">
                  <c:v>2250</c:v>
                </c:pt>
                <c:pt idx="1238">
                  <c:v>2250</c:v>
                </c:pt>
                <c:pt idx="1239">
                  <c:v>2250</c:v>
                </c:pt>
                <c:pt idx="1240">
                  <c:v>2250</c:v>
                </c:pt>
                <c:pt idx="1241">
                  <c:v>2250</c:v>
                </c:pt>
                <c:pt idx="1242">
                  <c:v>2250</c:v>
                </c:pt>
                <c:pt idx="1243">
                  <c:v>2250</c:v>
                </c:pt>
                <c:pt idx="1244">
                  <c:v>2250</c:v>
                </c:pt>
                <c:pt idx="1245">
                  <c:v>2250</c:v>
                </c:pt>
                <c:pt idx="1246">
                  <c:v>2250</c:v>
                </c:pt>
                <c:pt idx="1247">
                  <c:v>2250</c:v>
                </c:pt>
                <c:pt idx="1248">
                  <c:v>2250</c:v>
                </c:pt>
                <c:pt idx="1249">
                  <c:v>2250</c:v>
                </c:pt>
                <c:pt idx="1250">
                  <c:v>2250</c:v>
                </c:pt>
                <c:pt idx="1251">
                  <c:v>2250</c:v>
                </c:pt>
                <c:pt idx="1252">
                  <c:v>2250</c:v>
                </c:pt>
                <c:pt idx="1253">
                  <c:v>2250</c:v>
                </c:pt>
                <c:pt idx="1254">
                  <c:v>2250</c:v>
                </c:pt>
                <c:pt idx="1255">
                  <c:v>2250</c:v>
                </c:pt>
                <c:pt idx="1256">
                  <c:v>2250</c:v>
                </c:pt>
                <c:pt idx="1257">
                  <c:v>2250</c:v>
                </c:pt>
                <c:pt idx="1258">
                  <c:v>2275</c:v>
                </c:pt>
                <c:pt idx="1259">
                  <c:v>2275</c:v>
                </c:pt>
                <c:pt idx="1260">
                  <c:v>2275</c:v>
                </c:pt>
                <c:pt idx="1261">
                  <c:v>2275</c:v>
                </c:pt>
                <c:pt idx="1262">
                  <c:v>2275</c:v>
                </c:pt>
                <c:pt idx="1263">
                  <c:v>2275</c:v>
                </c:pt>
                <c:pt idx="1264">
                  <c:v>2275</c:v>
                </c:pt>
                <c:pt idx="1265">
                  <c:v>2275</c:v>
                </c:pt>
                <c:pt idx="1266">
                  <c:v>2275</c:v>
                </c:pt>
                <c:pt idx="1267">
                  <c:v>2275</c:v>
                </c:pt>
                <c:pt idx="1268">
                  <c:v>2275</c:v>
                </c:pt>
                <c:pt idx="1269">
                  <c:v>2275</c:v>
                </c:pt>
                <c:pt idx="1270">
                  <c:v>2275</c:v>
                </c:pt>
                <c:pt idx="1271">
                  <c:v>2275</c:v>
                </c:pt>
                <c:pt idx="1272">
                  <c:v>2275</c:v>
                </c:pt>
                <c:pt idx="1273">
                  <c:v>2275</c:v>
                </c:pt>
                <c:pt idx="1274">
                  <c:v>2275</c:v>
                </c:pt>
                <c:pt idx="1275">
                  <c:v>2275</c:v>
                </c:pt>
                <c:pt idx="1276">
                  <c:v>2275</c:v>
                </c:pt>
                <c:pt idx="1277">
                  <c:v>2275</c:v>
                </c:pt>
                <c:pt idx="1278">
                  <c:v>2275</c:v>
                </c:pt>
                <c:pt idx="1279">
                  <c:v>2275</c:v>
                </c:pt>
                <c:pt idx="1280">
                  <c:v>2275</c:v>
                </c:pt>
                <c:pt idx="1281">
                  <c:v>2275</c:v>
                </c:pt>
                <c:pt idx="1282">
                  <c:v>2275</c:v>
                </c:pt>
                <c:pt idx="1283">
                  <c:v>2275</c:v>
                </c:pt>
                <c:pt idx="1284">
                  <c:v>2275</c:v>
                </c:pt>
                <c:pt idx="1285">
                  <c:v>2300</c:v>
                </c:pt>
                <c:pt idx="1286">
                  <c:v>2300</c:v>
                </c:pt>
                <c:pt idx="1287">
                  <c:v>2300</c:v>
                </c:pt>
                <c:pt idx="1288">
                  <c:v>2300</c:v>
                </c:pt>
                <c:pt idx="1289">
                  <c:v>2300</c:v>
                </c:pt>
                <c:pt idx="1290">
                  <c:v>2300</c:v>
                </c:pt>
                <c:pt idx="1291">
                  <c:v>2300</c:v>
                </c:pt>
                <c:pt idx="1292">
                  <c:v>2300</c:v>
                </c:pt>
                <c:pt idx="1293">
                  <c:v>2300</c:v>
                </c:pt>
                <c:pt idx="1294">
                  <c:v>2300</c:v>
                </c:pt>
                <c:pt idx="1295">
                  <c:v>2300</c:v>
                </c:pt>
                <c:pt idx="1296">
                  <c:v>2300</c:v>
                </c:pt>
                <c:pt idx="1297">
                  <c:v>2300</c:v>
                </c:pt>
                <c:pt idx="1298">
                  <c:v>2300</c:v>
                </c:pt>
                <c:pt idx="1299">
                  <c:v>2300</c:v>
                </c:pt>
                <c:pt idx="1300">
                  <c:v>2300</c:v>
                </c:pt>
                <c:pt idx="1301">
                  <c:v>2300</c:v>
                </c:pt>
                <c:pt idx="1302">
                  <c:v>2300</c:v>
                </c:pt>
                <c:pt idx="1303">
                  <c:v>2300</c:v>
                </c:pt>
                <c:pt idx="1304">
                  <c:v>2300</c:v>
                </c:pt>
                <c:pt idx="1305">
                  <c:v>2300</c:v>
                </c:pt>
                <c:pt idx="1306">
                  <c:v>2300</c:v>
                </c:pt>
                <c:pt idx="1307">
                  <c:v>2300</c:v>
                </c:pt>
                <c:pt idx="1308">
                  <c:v>2300</c:v>
                </c:pt>
                <c:pt idx="1309">
                  <c:v>2300</c:v>
                </c:pt>
                <c:pt idx="1310">
                  <c:v>2300</c:v>
                </c:pt>
                <c:pt idx="1311">
                  <c:v>2300</c:v>
                </c:pt>
                <c:pt idx="1312">
                  <c:v>2300</c:v>
                </c:pt>
                <c:pt idx="1313">
                  <c:v>2350</c:v>
                </c:pt>
                <c:pt idx="1314">
                  <c:v>2350</c:v>
                </c:pt>
                <c:pt idx="1315">
                  <c:v>2350</c:v>
                </c:pt>
                <c:pt idx="1316">
                  <c:v>2350</c:v>
                </c:pt>
                <c:pt idx="1317">
                  <c:v>2350</c:v>
                </c:pt>
                <c:pt idx="1318">
                  <c:v>2350</c:v>
                </c:pt>
                <c:pt idx="1319">
                  <c:v>2350</c:v>
                </c:pt>
                <c:pt idx="1320">
                  <c:v>2350</c:v>
                </c:pt>
                <c:pt idx="1321">
                  <c:v>2350</c:v>
                </c:pt>
                <c:pt idx="1322">
                  <c:v>2350</c:v>
                </c:pt>
                <c:pt idx="1323">
                  <c:v>2350</c:v>
                </c:pt>
                <c:pt idx="1324">
                  <c:v>2350</c:v>
                </c:pt>
                <c:pt idx="1325">
                  <c:v>2350</c:v>
                </c:pt>
                <c:pt idx="1326">
                  <c:v>2350</c:v>
                </c:pt>
                <c:pt idx="1327">
                  <c:v>2350</c:v>
                </c:pt>
                <c:pt idx="1328">
                  <c:v>2350</c:v>
                </c:pt>
                <c:pt idx="1329">
                  <c:v>2400</c:v>
                </c:pt>
                <c:pt idx="1330">
                  <c:v>2400</c:v>
                </c:pt>
                <c:pt idx="1331">
                  <c:v>2400</c:v>
                </c:pt>
                <c:pt idx="1332">
                  <c:v>2400</c:v>
                </c:pt>
                <c:pt idx="1333">
                  <c:v>2400</c:v>
                </c:pt>
                <c:pt idx="1334">
                  <c:v>2450</c:v>
                </c:pt>
                <c:pt idx="1335">
                  <c:v>2450</c:v>
                </c:pt>
                <c:pt idx="1336">
                  <c:v>2450</c:v>
                </c:pt>
                <c:pt idx="1337">
                  <c:v>2450</c:v>
                </c:pt>
                <c:pt idx="1338">
                  <c:v>2450</c:v>
                </c:pt>
                <c:pt idx="1339">
                  <c:v>2450</c:v>
                </c:pt>
                <c:pt idx="1340">
                  <c:v>2450</c:v>
                </c:pt>
                <c:pt idx="1341">
                  <c:v>2450</c:v>
                </c:pt>
                <c:pt idx="1342">
                  <c:v>2450</c:v>
                </c:pt>
                <c:pt idx="1343">
                  <c:v>2450</c:v>
                </c:pt>
                <c:pt idx="1344">
                  <c:v>2450</c:v>
                </c:pt>
                <c:pt idx="1345">
                  <c:v>2450</c:v>
                </c:pt>
                <c:pt idx="1346">
                  <c:v>2450</c:v>
                </c:pt>
                <c:pt idx="1347">
                  <c:v>2450</c:v>
                </c:pt>
                <c:pt idx="1348">
                  <c:v>2450</c:v>
                </c:pt>
                <c:pt idx="1349">
                  <c:v>2450</c:v>
                </c:pt>
                <c:pt idx="1350">
                  <c:v>2450</c:v>
                </c:pt>
                <c:pt idx="1351">
                  <c:v>2450</c:v>
                </c:pt>
                <c:pt idx="1352">
                  <c:v>2450</c:v>
                </c:pt>
                <c:pt idx="1353">
                  <c:v>2450</c:v>
                </c:pt>
                <c:pt idx="1354">
                  <c:v>2450</c:v>
                </c:pt>
                <c:pt idx="1355">
                  <c:v>2450</c:v>
                </c:pt>
                <c:pt idx="1356">
                  <c:v>2450</c:v>
                </c:pt>
                <c:pt idx="1357">
                  <c:v>2450</c:v>
                </c:pt>
                <c:pt idx="1358">
                  <c:v>2450</c:v>
                </c:pt>
                <c:pt idx="1359">
                  <c:v>2450</c:v>
                </c:pt>
                <c:pt idx="1360">
                  <c:v>2450</c:v>
                </c:pt>
                <c:pt idx="1361">
                  <c:v>2450</c:v>
                </c:pt>
                <c:pt idx="1362">
                  <c:v>2450</c:v>
                </c:pt>
                <c:pt idx="1363">
                  <c:v>2600</c:v>
                </c:pt>
                <c:pt idx="1364">
                  <c:v>2650</c:v>
                </c:pt>
                <c:pt idx="1365">
                  <c:v>2700</c:v>
                </c:pt>
                <c:pt idx="1366">
                  <c:v>2700</c:v>
                </c:pt>
                <c:pt idx="1367">
                  <c:v>2700</c:v>
                </c:pt>
                <c:pt idx="1368">
                  <c:v>3000</c:v>
                </c:pt>
                <c:pt idx="1369">
                  <c:v>3000</c:v>
                </c:pt>
                <c:pt idx="1370">
                  <c:v>3000</c:v>
                </c:pt>
                <c:pt idx="1371">
                  <c:v>3000</c:v>
                </c:pt>
                <c:pt idx="1372">
                  <c:v>3000</c:v>
                </c:pt>
                <c:pt idx="1373">
                  <c:v>3000</c:v>
                </c:pt>
                <c:pt idx="1374">
                  <c:v>3000</c:v>
                </c:pt>
                <c:pt idx="1375">
                  <c:v>3000</c:v>
                </c:pt>
                <c:pt idx="1376">
                  <c:v>3000</c:v>
                </c:pt>
                <c:pt idx="1377">
                  <c:v>3000</c:v>
                </c:pt>
                <c:pt idx="1378">
                  <c:v>3000</c:v>
                </c:pt>
                <c:pt idx="1379">
                  <c:v>3000</c:v>
                </c:pt>
                <c:pt idx="1380">
                  <c:v>3000</c:v>
                </c:pt>
                <c:pt idx="1381">
                  <c:v>3000</c:v>
                </c:pt>
                <c:pt idx="1382">
                  <c:v>3000</c:v>
                </c:pt>
                <c:pt idx="1383">
                  <c:v>3000</c:v>
                </c:pt>
                <c:pt idx="1384">
                  <c:v>3000</c:v>
                </c:pt>
                <c:pt idx="1385">
                  <c:v>3000</c:v>
                </c:pt>
                <c:pt idx="1386">
                  <c:v>3000</c:v>
                </c:pt>
                <c:pt idx="1387">
                  <c:v>3000</c:v>
                </c:pt>
                <c:pt idx="1388">
                  <c:v>3000</c:v>
                </c:pt>
                <c:pt idx="1389">
                  <c:v>3000</c:v>
                </c:pt>
                <c:pt idx="1390">
                  <c:v>3000</c:v>
                </c:pt>
                <c:pt idx="1391">
                  <c:v>3000</c:v>
                </c:pt>
                <c:pt idx="1392">
                  <c:v>3000</c:v>
                </c:pt>
                <c:pt idx="1393">
                  <c:v>3000</c:v>
                </c:pt>
                <c:pt idx="1394">
                  <c:v>3000</c:v>
                </c:pt>
                <c:pt idx="1395">
                  <c:v>3000</c:v>
                </c:pt>
                <c:pt idx="1396">
                  <c:v>3000</c:v>
                </c:pt>
                <c:pt idx="1397">
                  <c:v>3000</c:v>
                </c:pt>
                <c:pt idx="1398">
                  <c:v>3000</c:v>
                </c:pt>
                <c:pt idx="1399">
                  <c:v>3000</c:v>
                </c:pt>
                <c:pt idx="1400">
                  <c:v>3000</c:v>
                </c:pt>
                <c:pt idx="1401">
                  <c:v>3000</c:v>
                </c:pt>
                <c:pt idx="1402">
                  <c:v>3000</c:v>
                </c:pt>
                <c:pt idx="1403">
                  <c:v>3000</c:v>
                </c:pt>
                <c:pt idx="1404">
                  <c:v>3000</c:v>
                </c:pt>
                <c:pt idx="1405">
                  <c:v>3000</c:v>
                </c:pt>
                <c:pt idx="1406">
                  <c:v>3000</c:v>
                </c:pt>
                <c:pt idx="1407">
                  <c:v>3000</c:v>
                </c:pt>
                <c:pt idx="1408">
                  <c:v>3000</c:v>
                </c:pt>
                <c:pt idx="1409">
                  <c:v>3000</c:v>
                </c:pt>
                <c:pt idx="1410">
                  <c:v>3000</c:v>
                </c:pt>
                <c:pt idx="1411">
                  <c:v>3000</c:v>
                </c:pt>
                <c:pt idx="1412">
                  <c:v>3000</c:v>
                </c:pt>
                <c:pt idx="1413">
                  <c:v>3000</c:v>
                </c:pt>
                <c:pt idx="1414">
                  <c:v>3000</c:v>
                </c:pt>
                <c:pt idx="1415">
                  <c:v>3000</c:v>
                </c:pt>
                <c:pt idx="1416">
                  <c:v>3000</c:v>
                </c:pt>
                <c:pt idx="1417">
                  <c:v>3000</c:v>
                </c:pt>
                <c:pt idx="1418">
                  <c:v>3000</c:v>
                </c:pt>
                <c:pt idx="1419">
                  <c:v>3000</c:v>
                </c:pt>
                <c:pt idx="1420">
                  <c:v>3000</c:v>
                </c:pt>
                <c:pt idx="1421">
                  <c:v>3000</c:v>
                </c:pt>
                <c:pt idx="1422">
                  <c:v>3000</c:v>
                </c:pt>
                <c:pt idx="1423">
                  <c:v>3000</c:v>
                </c:pt>
                <c:pt idx="1424">
                  <c:v>3000</c:v>
                </c:pt>
                <c:pt idx="1425">
                  <c:v>3000</c:v>
                </c:pt>
                <c:pt idx="1426">
                  <c:v>3000</c:v>
                </c:pt>
                <c:pt idx="1427">
                  <c:v>3000</c:v>
                </c:pt>
                <c:pt idx="1428">
                  <c:v>3000</c:v>
                </c:pt>
                <c:pt idx="1429">
                  <c:v>3000</c:v>
                </c:pt>
                <c:pt idx="1430">
                  <c:v>3000</c:v>
                </c:pt>
                <c:pt idx="1431">
                  <c:v>3000</c:v>
                </c:pt>
                <c:pt idx="1432">
                  <c:v>3000</c:v>
                </c:pt>
                <c:pt idx="1433">
                  <c:v>3000</c:v>
                </c:pt>
                <c:pt idx="1434">
                  <c:v>3000</c:v>
                </c:pt>
                <c:pt idx="1435">
                  <c:v>3000</c:v>
                </c:pt>
                <c:pt idx="1436">
                  <c:v>3000</c:v>
                </c:pt>
                <c:pt idx="1437">
                  <c:v>3000</c:v>
                </c:pt>
                <c:pt idx="1438">
                  <c:v>3000</c:v>
                </c:pt>
                <c:pt idx="1439">
                  <c:v>3000</c:v>
                </c:pt>
                <c:pt idx="1440">
                  <c:v>3000</c:v>
                </c:pt>
                <c:pt idx="1441">
                  <c:v>3000</c:v>
                </c:pt>
                <c:pt idx="1442">
                  <c:v>3000</c:v>
                </c:pt>
                <c:pt idx="1443">
                  <c:v>3000</c:v>
                </c:pt>
                <c:pt idx="1444">
                  <c:v>3000</c:v>
                </c:pt>
                <c:pt idx="1445">
                  <c:v>3000</c:v>
                </c:pt>
                <c:pt idx="1446">
                  <c:v>3000</c:v>
                </c:pt>
                <c:pt idx="1447">
                  <c:v>3000</c:v>
                </c:pt>
                <c:pt idx="1448">
                  <c:v>3000</c:v>
                </c:pt>
                <c:pt idx="1449">
                  <c:v>3000</c:v>
                </c:pt>
                <c:pt idx="1450">
                  <c:v>3000</c:v>
                </c:pt>
                <c:pt idx="1451">
                  <c:v>3000</c:v>
                </c:pt>
                <c:pt idx="1452">
                  <c:v>3000</c:v>
                </c:pt>
                <c:pt idx="1453">
                  <c:v>3000</c:v>
                </c:pt>
                <c:pt idx="1454">
                  <c:v>3000</c:v>
                </c:pt>
                <c:pt idx="1455">
                  <c:v>3000</c:v>
                </c:pt>
                <c:pt idx="1456">
                  <c:v>3000</c:v>
                </c:pt>
                <c:pt idx="1457">
                  <c:v>3000</c:v>
                </c:pt>
                <c:pt idx="1458">
                  <c:v>3000</c:v>
                </c:pt>
                <c:pt idx="1459">
                  <c:v>3000</c:v>
                </c:pt>
                <c:pt idx="1460">
                  <c:v>3000</c:v>
                </c:pt>
                <c:pt idx="1461">
                  <c:v>3000</c:v>
                </c:pt>
                <c:pt idx="1462">
                  <c:v>3000</c:v>
                </c:pt>
                <c:pt idx="1463">
                  <c:v>3000</c:v>
                </c:pt>
                <c:pt idx="1464">
                  <c:v>3000</c:v>
                </c:pt>
                <c:pt idx="1465">
                  <c:v>3000</c:v>
                </c:pt>
                <c:pt idx="1466">
                  <c:v>3000</c:v>
                </c:pt>
                <c:pt idx="1467">
                  <c:v>3000</c:v>
                </c:pt>
                <c:pt idx="1468">
                  <c:v>3000</c:v>
                </c:pt>
                <c:pt idx="1469">
                  <c:v>3000</c:v>
                </c:pt>
                <c:pt idx="1470">
                  <c:v>3000</c:v>
                </c:pt>
                <c:pt idx="1471">
                  <c:v>3000</c:v>
                </c:pt>
                <c:pt idx="1472">
                  <c:v>3000</c:v>
                </c:pt>
                <c:pt idx="1473">
                  <c:v>3050</c:v>
                </c:pt>
                <c:pt idx="1474">
                  <c:v>3050</c:v>
                </c:pt>
                <c:pt idx="1475">
                  <c:v>3050</c:v>
                </c:pt>
                <c:pt idx="1476">
                  <c:v>3050</c:v>
                </c:pt>
                <c:pt idx="1477">
                  <c:v>3050</c:v>
                </c:pt>
                <c:pt idx="1478">
                  <c:v>3050</c:v>
                </c:pt>
                <c:pt idx="1479">
                  <c:v>3050</c:v>
                </c:pt>
                <c:pt idx="1480">
                  <c:v>3050</c:v>
                </c:pt>
                <c:pt idx="1481">
                  <c:v>3050</c:v>
                </c:pt>
                <c:pt idx="1482">
                  <c:v>3050</c:v>
                </c:pt>
                <c:pt idx="1483">
                  <c:v>3050</c:v>
                </c:pt>
                <c:pt idx="1484">
                  <c:v>3050</c:v>
                </c:pt>
                <c:pt idx="1485">
                  <c:v>3050</c:v>
                </c:pt>
                <c:pt idx="1486">
                  <c:v>3050</c:v>
                </c:pt>
                <c:pt idx="1487">
                  <c:v>3050</c:v>
                </c:pt>
                <c:pt idx="1488">
                  <c:v>3050</c:v>
                </c:pt>
                <c:pt idx="1489">
                  <c:v>3050</c:v>
                </c:pt>
                <c:pt idx="1490">
                  <c:v>3050</c:v>
                </c:pt>
                <c:pt idx="1491">
                  <c:v>3050</c:v>
                </c:pt>
                <c:pt idx="1492">
                  <c:v>3050</c:v>
                </c:pt>
                <c:pt idx="1493">
                  <c:v>3050</c:v>
                </c:pt>
                <c:pt idx="1494">
                  <c:v>3124</c:v>
                </c:pt>
                <c:pt idx="1495">
                  <c:v>3124</c:v>
                </c:pt>
                <c:pt idx="1496">
                  <c:v>3124</c:v>
                </c:pt>
                <c:pt idx="1497">
                  <c:v>3124</c:v>
                </c:pt>
                <c:pt idx="1498">
                  <c:v>3124</c:v>
                </c:pt>
                <c:pt idx="1499">
                  <c:v>3124</c:v>
                </c:pt>
                <c:pt idx="1500">
                  <c:v>3124</c:v>
                </c:pt>
                <c:pt idx="1501">
                  <c:v>3124</c:v>
                </c:pt>
                <c:pt idx="1502">
                  <c:v>3124</c:v>
                </c:pt>
                <c:pt idx="1503">
                  <c:v>3124</c:v>
                </c:pt>
                <c:pt idx="1504">
                  <c:v>3124</c:v>
                </c:pt>
                <c:pt idx="1505">
                  <c:v>3124</c:v>
                </c:pt>
                <c:pt idx="1506">
                  <c:v>3124</c:v>
                </c:pt>
                <c:pt idx="1507">
                  <c:v>3124</c:v>
                </c:pt>
                <c:pt idx="1508">
                  <c:v>3124</c:v>
                </c:pt>
                <c:pt idx="1509">
                  <c:v>3164</c:v>
                </c:pt>
                <c:pt idx="1510">
                  <c:v>3164</c:v>
                </c:pt>
                <c:pt idx="1511">
                  <c:v>3164</c:v>
                </c:pt>
                <c:pt idx="1512">
                  <c:v>3164</c:v>
                </c:pt>
                <c:pt idx="1513">
                  <c:v>3164</c:v>
                </c:pt>
                <c:pt idx="1514">
                  <c:v>3164</c:v>
                </c:pt>
                <c:pt idx="1515">
                  <c:v>3164</c:v>
                </c:pt>
                <c:pt idx="1516">
                  <c:v>3164</c:v>
                </c:pt>
                <c:pt idx="1517">
                  <c:v>3164</c:v>
                </c:pt>
                <c:pt idx="1518">
                  <c:v>3164</c:v>
                </c:pt>
                <c:pt idx="1519">
                  <c:v>3164</c:v>
                </c:pt>
                <c:pt idx="1520">
                  <c:v>3164</c:v>
                </c:pt>
                <c:pt idx="1521">
                  <c:v>3164</c:v>
                </c:pt>
                <c:pt idx="1522">
                  <c:v>3209</c:v>
                </c:pt>
                <c:pt idx="1523">
                  <c:v>3209</c:v>
                </c:pt>
                <c:pt idx="1524">
                  <c:v>3209</c:v>
                </c:pt>
                <c:pt idx="1525">
                  <c:v>3209</c:v>
                </c:pt>
                <c:pt idx="1526">
                  <c:v>3209</c:v>
                </c:pt>
                <c:pt idx="1527">
                  <c:v>3209</c:v>
                </c:pt>
                <c:pt idx="1528">
                  <c:v>3209</c:v>
                </c:pt>
                <c:pt idx="1529">
                  <c:v>3214</c:v>
                </c:pt>
                <c:pt idx="1530">
                  <c:v>3214</c:v>
                </c:pt>
                <c:pt idx="1531">
                  <c:v>3214</c:v>
                </c:pt>
                <c:pt idx="1532">
                  <c:v>3214</c:v>
                </c:pt>
                <c:pt idx="1533">
                  <c:v>3214</c:v>
                </c:pt>
                <c:pt idx="1534">
                  <c:v>3214</c:v>
                </c:pt>
                <c:pt idx="1535">
                  <c:v>3214</c:v>
                </c:pt>
                <c:pt idx="1536">
                  <c:v>3242</c:v>
                </c:pt>
                <c:pt idx="1537">
                  <c:v>3242</c:v>
                </c:pt>
                <c:pt idx="1538">
                  <c:v>3242</c:v>
                </c:pt>
                <c:pt idx="1539">
                  <c:v>3242</c:v>
                </c:pt>
                <c:pt idx="1540">
                  <c:v>3242</c:v>
                </c:pt>
                <c:pt idx="1541">
                  <c:v>3242</c:v>
                </c:pt>
                <c:pt idx="1542">
                  <c:v>3260</c:v>
                </c:pt>
                <c:pt idx="1543">
                  <c:v>3260</c:v>
                </c:pt>
                <c:pt idx="1544">
                  <c:v>3260</c:v>
                </c:pt>
                <c:pt idx="1545">
                  <c:v>3260</c:v>
                </c:pt>
                <c:pt idx="1546">
                  <c:v>3260</c:v>
                </c:pt>
                <c:pt idx="1547">
                  <c:v>3260</c:v>
                </c:pt>
                <c:pt idx="1548">
                  <c:v>3260</c:v>
                </c:pt>
                <c:pt idx="1549">
                  <c:v>3260</c:v>
                </c:pt>
                <c:pt idx="1550">
                  <c:v>3260</c:v>
                </c:pt>
                <c:pt idx="1551">
                  <c:v>3260</c:v>
                </c:pt>
                <c:pt idx="1552">
                  <c:v>3260</c:v>
                </c:pt>
                <c:pt idx="1553">
                  <c:v>3260</c:v>
                </c:pt>
                <c:pt idx="1554">
                  <c:v>3260</c:v>
                </c:pt>
                <c:pt idx="1555">
                  <c:v>3260</c:v>
                </c:pt>
                <c:pt idx="1556">
                  <c:v>3260</c:v>
                </c:pt>
                <c:pt idx="1557">
                  <c:v>3264</c:v>
                </c:pt>
                <c:pt idx="1558">
                  <c:v>3264</c:v>
                </c:pt>
                <c:pt idx="1559">
                  <c:v>3264</c:v>
                </c:pt>
                <c:pt idx="1560">
                  <c:v>3264</c:v>
                </c:pt>
                <c:pt idx="1561">
                  <c:v>3264</c:v>
                </c:pt>
                <c:pt idx="1562">
                  <c:v>3264</c:v>
                </c:pt>
                <c:pt idx="1563">
                  <c:v>3264</c:v>
                </c:pt>
                <c:pt idx="1564">
                  <c:v>3264</c:v>
                </c:pt>
                <c:pt idx="1565">
                  <c:v>3264</c:v>
                </c:pt>
                <c:pt idx="1566">
                  <c:v>3264</c:v>
                </c:pt>
                <c:pt idx="1567">
                  <c:v>3264</c:v>
                </c:pt>
                <c:pt idx="1568">
                  <c:v>3264</c:v>
                </c:pt>
                <c:pt idx="1569">
                  <c:v>3264</c:v>
                </c:pt>
                <c:pt idx="1570">
                  <c:v>3264</c:v>
                </c:pt>
                <c:pt idx="1571">
                  <c:v>3264</c:v>
                </c:pt>
                <c:pt idx="1572">
                  <c:v>3264</c:v>
                </c:pt>
                <c:pt idx="1573">
                  <c:v>3264</c:v>
                </c:pt>
                <c:pt idx="1574">
                  <c:v>3264</c:v>
                </c:pt>
                <c:pt idx="1575">
                  <c:v>3264</c:v>
                </c:pt>
                <c:pt idx="1576">
                  <c:v>3264</c:v>
                </c:pt>
                <c:pt idx="1577">
                  <c:v>3264</c:v>
                </c:pt>
                <c:pt idx="1578">
                  <c:v>3264</c:v>
                </c:pt>
                <c:pt idx="1579">
                  <c:v>3264</c:v>
                </c:pt>
                <c:pt idx="1580">
                  <c:v>3264</c:v>
                </c:pt>
                <c:pt idx="1581">
                  <c:v>3264</c:v>
                </c:pt>
                <c:pt idx="1582">
                  <c:v>3264</c:v>
                </c:pt>
                <c:pt idx="1583">
                  <c:v>3264</c:v>
                </c:pt>
                <c:pt idx="1584">
                  <c:v>3264</c:v>
                </c:pt>
                <c:pt idx="1585">
                  <c:v>3264</c:v>
                </c:pt>
                <c:pt idx="1586">
                  <c:v>3264</c:v>
                </c:pt>
                <c:pt idx="1587">
                  <c:v>3264</c:v>
                </c:pt>
                <c:pt idx="1588">
                  <c:v>3264</c:v>
                </c:pt>
                <c:pt idx="1589">
                  <c:v>3264</c:v>
                </c:pt>
                <c:pt idx="1590">
                  <c:v>3264</c:v>
                </c:pt>
                <c:pt idx="1591">
                  <c:v>3264</c:v>
                </c:pt>
                <c:pt idx="1592">
                  <c:v>3264</c:v>
                </c:pt>
                <c:pt idx="1593">
                  <c:v>3264</c:v>
                </c:pt>
                <c:pt idx="1594">
                  <c:v>3264</c:v>
                </c:pt>
                <c:pt idx="1595">
                  <c:v>3264</c:v>
                </c:pt>
                <c:pt idx="1596">
                  <c:v>3264</c:v>
                </c:pt>
                <c:pt idx="1597">
                  <c:v>3264</c:v>
                </c:pt>
                <c:pt idx="1598">
                  <c:v>3264</c:v>
                </c:pt>
                <c:pt idx="1599">
                  <c:v>3264</c:v>
                </c:pt>
                <c:pt idx="1600">
                  <c:v>3264</c:v>
                </c:pt>
                <c:pt idx="1601">
                  <c:v>3264</c:v>
                </c:pt>
                <c:pt idx="1602">
                  <c:v>3264</c:v>
                </c:pt>
                <c:pt idx="1603">
                  <c:v>3264</c:v>
                </c:pt>
                <c:pt idx="1604">
                  <c:v>3264</c:v>
                </c:pt>
                <c:pt idx="1605">
                  <c:v>3264</c:v>
                </c:pt>
                <c:pt idx="1606">
                  <c:v>3264</c:v>
                </c:pt>
                <c:pt idx="1607">
                  <c:v>3264</c:v>
                </c:pt>
                <c:pt idx="1608">
                  <c:v>3264</c:v>
                </c:pt>
                <c:pt idx="1609">
                  <c:v>3264</c:v>
                </c:pt>
                <c:pt idx="1610">
                  <c:v>3264</c:v>
                </c:pt>
                <c:pt idx="1611">
                  <c:v>3264</c:v>
                </c:pt>
                <c:pt idx="1612">
                  <c:v>3264</c:v>
                </c:pt>
                <c:pt idx="1613">
                  <c:v>3264</c:v>
                </c:pt>
                <c:pt idx="1614">
                  <c:v>3264</c:v>
                </c:pt>
                <c:pt idx="1615">
                  <c:v>3264</c:v>
                </c:pt>
                <c:pt idx="1616">
                  <c:v>3264</c:v>
                </c:pt>
                <c:pt idx="1617">
                  <c:v>3264</c:v>
                </c:pt>
                <c:pt idx="1618">
                  <c:v>3264</c:v>
                </c:pt>
                <c:pt idx="1619">
                  <c:v>3264</c:v>
                </c:pt>
                <c:pt idx="1620">
                  <c:v>3264</c:v>
                </c:pt>
                <c:pt idx="1621">
                  <c:v>3264</c:v>
                </c:pt>
                <c:pt idx="1622">
                  <c:v>3264</c:v>
                </c:pt>
                <c:pt idx="1623">
                  <c:v>3264</c:v>
                </c:pt>
                <c:pt idx="1624">
                  <c:v>3264</c:v>
                </c:pt>
                <c:pt idx="1625">
                  <c:v>3264</c:v>
                </c:pt>
                <c:pt idx="1626">
                  <c:v>3264</c:v>
                </c:pt>
                <c:pt idx="1627">
                  <c:v>3264</c:v>
                </c:pt>
                <c:pt idx="1628">
                  <c:v>3264</c:v>
                </c:pt>
                <c:pt idx="1629">
                  <c:v>3264</c:v>
                </c:pt>
                <c:pt idx="1630">
                  <c:v>3349</c:v>
                </c:pt>
                <c:pt idx="1631">
                  <c:v>3349</c:v>
                </c:pt>
                <c:pt idx="1632">
                  <c:v>3349</c:v>
                </c:pt>
                <c:pt idx="1633">
                  <c:v>3349</c:v>
                </c:pt>
                <c:pt idx="1634">
                  <c:v>3444</c:v>
                </c:pt>
                <c:pt idx="1635">
                  <c:v>3444</c:v>
                </c:pt>
                <c:pt idx="1636">
                  <c:v>3444</c:v>
                </c:pt>
                <c:pt idx="1637">
                  <c:v>3444</c:v>
                </c:pt>
                <c:pt idx="1638">
                  <c:v>3444</c:v>
                </c:pt>
                <c:pt idx="1639">
                  <c:v>3444</c:v>
                </c:pt>
                <c:pt idx="1640">
                  <c:v>3444</c:v>
                </c:pt>
                <c:pt idx="1641">
                  <c:v>3444</c:v>
                </c:pt>
                <c:pt idx="1642">
                  <c:v>3444</c:v>
                </c:pt>
                <c:pt idx="1643">
                  <c:v>3444</c:v>
                </c:pt>
                <c:pt idx="1644">
                  <c:v>3444</c:v>
                </c:pt>
                <c:pt idx="1645">
                  <c:v>3444</c:v>
                </c:pt>
                <c:pt idx="1646">
                  <c:v>3444</c:v>
                </c:pt>
                <c:pt idx="1647">
                  <c:v>3444</c:v>
                </c:pt>
                <c:pt idx="1648">
                  <c:v>3444</c:v>
                </c:pt>
                <c:pt idx="1649">
                  <c:v>3444</c:v>
                </c:pt>
                <c:pt idx="1650">
                  <c:v>3444</c:v>
                </c:pt>
                <c:pt idx="1651">
                  <c:v>3444</c:v>
                </c:pt>
                <c:pt idx="1652">
                  <c:v>3444</c:v>
                </c:pt>
                <c:pt idx="1653">
                  <c:v>3444</c:v>
                </c:pt>
                <c:pt idx="1654">
                  <c:v>3444</c:v>
                </c:pt>
                <c:pt idx="1655">
                  <c:v>3444</c:v>
                </c:pt>
                <c:pt idx="1656">
                  <c:v>3444</c:v>
                </c:pt>
                <c:pt idx="1657">
                  <c:v>3444</c:v>
                </c:pt>
                <c:pt idx="1658">
                  <c:v>3444</c:v>
                </c:pt>
                <c:pt idx="1659">
                  <c:v>3444</c:v>
                </c:pt>
                <c:pt idx="1660">
                  <c:v>3444</c:v>
                </c:pt>
                <c:pt idx="1661">
                  <c:v>3444</c:v>
                </c:pt>
                <c:pt idx="1662">
                  <c:v>3444</c:v>
                </c:pt>
                <c:pt idx="1663">
                  <c:v>3444</c:v>
                </c:pt>
                <c:pt idx="1664">
                  <c:v>3444</c:v>
                </c:pt>
                <c:pt idx="1665">
                  <c:v>3444</c:v>
                </c:pt>
                <c:pt idx="1666">
                  <c:v>3444</c:v>
                </c:pt>
                <c:pt idx="1667">
                  <c:v>3444</c:v>
                </c:pt>
                <c:pt idx="1668">
                  <c:v>3444</c:v>
                </c:pt>
                <c:pt idx="1669">
                  <c:v>3444</c:v>
                </c:pt>
                <c:pt idx="1670">
                  <c:v>3444</c:v>
                </c:pt>
                <c:pt idx="1671">
                  <c:v>3444</c:v>
                </c:pt>
                <c:pt idx="1672">
                  <c:v>3444</c:v>
                </c:pt>
                <c:pt idx="1673">
                  <c:v>3444</c:v>
                </c:pt>
                <c:pt idx="1674">
                  <c:v>3444</c:v>
                </c:pt>
                <c:pt idx="1675">
                  <c:v>3444</c:v>
                </c:pt>
                <c:pt idx="1676">
                  <c:v>3444</c:v>
                </c:pt>
                <c:pt idx="1677">
                  <c:v>3444</c:v>
                </c:pt>
                <c:pt idx="1678">
                  <c:v>3444</c:v>
                </c:pt>
                <c:pt idx="1679">
                  <c:v>3444</c:v>
                </c:pt>
                <c:pt idx="1680">
                  <c:v>3444</c:v>
                </c:pt>
                <c:pt idx="1681">
                  <c:v>3444</c:v>
                </c:pt>
                <c:pt idx="1682">
                  <c:v>3444</c:v>
                </c:pt>
                <c:pt idx="1683">
                  <c:v>3444</c:v>
                </c:pt>
                <c:pt idx="1684">
                  <c:v>3444</c:v>
                </c:pt>
                <c:pt idx="1685">
                  <c:v>3444</c:v>
                </c:pt>
                <c:pt idx="1686">
                  <c:v>3444</c:v>
                </c:pt>
                <c:pt idx="1687">
                  <c:v>3444</c:v>
                </c:pt>
                <c:pt idx="1688">
                  <c:v>3444</c:v>
                </c:pt>
                <c:pt idx="1689">
                  <c:v>3444</c:v>
                </c:pt>
                <c:pt idx="1690">
                  <c:v>3444</c:v>
                </c:pt>
                <c:pt idx="1691">
                  <c:v>3444</c:v>
                </c:pt>
                <c:pt idx="1692">
                  <c:v>3444</c:v>
                </c:pt>
                <c:pt idx="1693">
                  <c:v>3444</c:v>
                </c:pt>
                <c:pt idx="1694">
                  <c:v>3444</c:v>
                </c:pt>
                <c:pt idx="1695">
                  <c:v>3444</c:v>
                </c:pt>
                <c:pt idx="1696">
                  <c:v>3444</c:v>
                </c:pt>
                <c:pt idx="1697">
                  <c:v>3505</c:v>
                </c:pt>
                <c:pt idx="1698">
                  <c:v>3505</c:v>
                </c:pt>
                <c:pt idx="1699">
                  <c:v>3505</c:v>
                </c:pt>
                <c:pt idx="1700">
                  <c:v>3505</c:v>
                </c:pt>
                <c:pt idx="1701">
                  <c:v>3505</c:v>
                </c:pt>
                <c:pt idx="1702">
                  <c:v>3505</c:v>
                </c:pt>
                <c:pt idx="1703">
                  <c:v>3505</c:v>
                </c:pt>
                <c:pt idx="1704">
                  <c:v>3505</c:v>
                </c:pt>
                <c:pt idx="1705">
                  <c:v>3505</c:v>
                </c:pt>
                <c:pt idx="1706">
                  <c:v>3505</c:v>
                </c:pt>
                <c:pt idx="1707">
                  <c:v>3505</c:v>
                </c:pt>
                <c:pt idx="1708">
                  <c:v>3505</c:v>
                </c:pt>
                <c:pt idx="1709">
                  <c:v>3505</c:v>
                </c:pt>
                <c:pt idx="1710">
                  <c:v>3505</c:v>
                </c:pt>
                <c:pt idx="1711">
                  <c:v>3505</c:v>
                </c:pt>
                <c:pt idx="1712">
                  <c:v>3505</c:v>
                </c:pt>
                <c:pt idx="1713">
                  <c:v>3505</c:v>
                </c:pt>
                <c:pt idx="1714">
                  <c:v>3505</c:v>
                </c:pt>
                <c:pt idx="1715">
                  <c:v>3505</c:v>
                </c:pt>
                <c:pt idx="1716">
                  <c:v>3505</c:v>
                </c:pt>
                <c:pt idx="1717">
                  <c:v>3505</c:v>
                </c:pt>
                <c:pt idx="1718">
                  <c:v>3505</c:v>
                </c:pt>
                <c:pt idx="1719">
                  <c:v>3505</c:v>
                </c:pt>
                <c:pt idx="1720">
                  <c:v>3505</c:v>
                </c:pt>
                <c:pt idx="1721">
                  <c:v>3505</c:v>
                </c:pt>
                <c:pt idx="1722">
                  <c:v>3505</c:v>
                </c:pt>
                <c:pt idx="1723">
                  <c:v>3505</c:v>
                </c:pt>
                <c:pt idx="1724">
                  <c:v>3505</c:v>
                </c:pt>
                <c:pt idx="1725">
                  <c:v>3505</c:v>
                </c:pt>
                <c:pt idx="1726">
                  <c:v>3505</c:v>
                </c:pt>
                <c:pt idx="1727">
                  <c:v>3505</c:v>
                </c:pt>
                <c:pt idx="1728">
                  <c:v>3505</c:v>
                </c:pt>
                <c:pt idx="1729">
                  <c:v>3505</c:v>
                </c:pt>
                <c:pt idx="1730">
                  <c:v>3505</c:v>
                </c:pt>
                <c:pt idx="1731">
                  <c:v>3505</c:v>
                </c:pt>
                <c:pt idx="1732">
                  <c:v>3505</c:v>
                </c:pt>
                <c:pt idx="1733">
                  <c:v>3505</c:v>
                </c:pt>
                <c:pt idx="1734">
                  <c:v>3505</c:v>
                </c:pt>
                <c:pt idx="1735">
                  <c:v>3505</c:v>
                </c:pt>
                <c:pt idx="1736">
                  <c:v>3505</c:v>
                </c:pt>
                <c:pt idx="1737">
                  <c:v>3505</c:v>
                </c:pt>
                <c:pt idx="1738">
                  <c:v>3505</c:v>
                </c:pt>
                <c:pt idx="1739">
                  <c:v>3505</c:v>
                </c:pt>
                <c:pt idx="1740">
                  <c:v>3505</c:v>
                </c:pt>
                <c:pt idx="1741">
                  <c:v>3505</c:v>
                </c:pt>
                <c:pt idx="1742">
                  <c:v>3505</c:v>
                </c:pt>
                <c:pt idx="1743">
                  <c:v>3505</c:v>
                </c:pt>
                <c:pt idx="1744">
                  <c:v>3505</c:v>
                </c:pt>
                <c:pt idx="1745">
                  <c:v>3505</c:v>
                </c:pt>
                <c:pt idx="1746">
                  <c:v>3505</c:v>
                </c:pt>
                <c:pt idx="1747">
                  <c:v>3505</c:v>
                </c:pt>
                <c:pt idx="1748">
                  <c:v>3505</c:v>
                </c:pt>
                <c:pt idx="1749">
                  <c:v>3505</c:v>
                </c:pt>
                <c:pt idx="1750">
                  <c:v>3505</c:v>
                </c:pt>
                <c:pt idx="1751">
                  <c:v>3505</c:v>
                </c:pt>
                <c:pt idx="1752">
                  <c:v>3505</c:v>
                </c:pt>
                <c:pt idx="1753">
                  <c:v>3505</c:v>
                </c:pt>
                <c:pt idx="1754">
                  <c:v>3516</c:v>
                </c:pt>
                <c:pt idx="1755">
                  <c:v>3516</c:v>
                </c:pt>
                <c:pt idx="1756">
                  <c:v>3516</c:v>
                </c:pt>
                <c:pt idx="1757">
                  <c:v>3516</c:v>
                </c:pt>
                <c:pt idx="1758">
                  <c:v>3516</c:v>
                </c:pt>
                <c:pt idx="1759">
                  <c:v>3516</c:v>
                </c:pt>
                <c:pt idx="1760">
                  <c:v>3516</c:v>
                </c:pt>
                <c:pt idx="1761">
                  <c:v>3516</c:v>
                </c:pt>
                <c:pt idx="1762">
                  <c:v>3516</c:v>
                </c:pt>
                <c:pt idx="1763">
                  <c:v>3516</c:v>
                </c:pt>
                <c:pt idx="1764">
                  <c:v>3516</c:v>
                </c:pt>
                <c:pt idx="1765">
                  <c:v>3516</c:v>
                </c:pt>
                <c:pt idx="1766">
                  <c:v>3516</c:v>
                </c:pt>
                <c:pt idx="1767">
                  <c:v>3516</c:v>
                </c:pt>
                <c:pt idx="1768">
                  <c:v>3516</c:v>
                </c:pt>
                <c:pt idx="1769">
                  <c:v>3516</c:v>
                </c:pt>
                <c:pt idx="1770">
                  <c:v>3516</c:v>
                </c:pt>
                <c:pt idx="1771">
                  <c:v>3516</c:v>
                </c:pt>
                <c:pt idx="1772">
                  <c:v>3516</c:v>
                </c:pt>
                <c:pt idx="1773">
                  <c:v>3516</c:v>
                </c:pt>
                <c:pt idx="1774">
                  <c:v>3516</c:v>
                </c:pt>
                <c:pt idx="1775">
                  <c:v>3516</c:v>
                </c:pt>
                <c:pt idx="1776">
                  <c:v>3516</c:v>
                </c:pt>
                <c:pt idx="1777">
                  <c:v>3516</c:v>
                </c:pt>
                <c:pt idx="1778">
                  <c:v>3516</c:v>
                </c:pt>
                <c:pt idx="1779">
                  <c:v>3516</c:v>
                </c:pt>
                <c:pt idx="1780">
                  <c:v>3516</c:v>
                </c:pt>
                <c:pt idx="1781">
                  <c:v>3516</c:v>
                </c:pt>
                <c:pt idx="1782">
                  <c:v>3516</c:v>
                </c:pt>
                <c:pt idx="1783">
                  <c:v>3516</c:v>
                </c:pt>
                <c:pt idx="1784">
                  <c:v>3516</c:v>
                </c:pt>
                <c:pt idx="1785">
                  <c:v>3516</c:v>
                </c:pt>
                <c:pt idx="1786">
                  <c:v>3516</c:v>
                </c:pt>
                <c:pt idx="1787">
                  <c:v>3516</c:v>
                </c:pt>
                <c:pt idx="1788">
                  <c:v>3516</c:v>
                </c:pt>
                <c:pt idx="1789">
                  <c:v>3516</c:v>
                </c:pt>
                <c:pt idx="1790">
                  <c:v>3516</c:v>
                </c:pt>
                <c:pt idx="1791">
                  <c:v>3516</c:v>
                </c:pt>
                <c:pt idx="1792">
                  <c:v>3516</c:v>
                </c:pt>
                <c:pt idx="1793">
                  <c:v>3516</c:v>
                </c:pt>
                <c:pt idx="1794">
                  <c:v>3575</c:v>
                </c:pt>
                <c:pt idx="1795">
                  <c:v>3598</c:v>
                </c:pt>
                <c:pt idx="1796">
                  <c:v>3619</c:v>
                </c:pt>
                <c:pt idx="1797">
                  <c:v>3648</c:v>
                </c:pt>
                <c:pt idx="1798">
                  <c:v>3648</c:v>
                </c:pt>
                <c:pt idx="1799">
                  <c:v>3648</c:v>
                </c:pt>
                <c:pt idx="1800">
                  <c:v>3648</c:v>
                </c:pt>
                <c:pt idx="1801">
                  <c:v>3648</c:v>
                </c:pt>
                <c:pt idx="1802">
                  <c:v>3648</c:v>
                </c:pt>
                <c:pt idx="1803">
                  <c:v>3648</c:v>
                </c:pt>
                <c:pt idx="1804">
                  <c:v>3648</c:v>
                </c:pt>
                <c:pt idx="1805">
                  <c:v>3684</c:v>
                </c:pt>
                <c:pt idx="1806">
                  <c:v>3699</c:v>
                </c:pt>
                <c:pt idx="1807">
                  <c:v>3699</c:v>
                </c:pt>
                <c:pt idx="1808">
                  <c:v>3735</c:v>
                </c:pt>
                <c:pt idx="1809">
                  <c:v>3768</c:v>
                </c:pt>
                <c:pt idx="1810">
                  <c:v>3782</c:v>
                </c:pt>
                <c:pt idx="1811">
                  <c:v>3782</c:v>
                </c:pt>
                <c:pt idx="1812">
                  <c:v>3782</c:v>
                </c:pt>
                <c:pt idx="1813">
                  <c:v>3782</c:v>
                </c:pt>
                <c:pt idx="1814">
                  <c:v>3782</c:v>
                </c:pt>
                <c:pt idx="1815">
                  <c:v>3782</c:v>
                </c:pt>
                <c:pt idx="1816">
                  <c:v>3782</c:v>
                </c:pt>
                <c:pt idx="1817">
                  <c:v>3797</c:v>
                </c:pt>
                <c:pt idx="1818">
                  <c:v>3797</c:v>
                </c:pt>
                <c:pt idx="1819">
                  <c:v>3833</c:v>
                </c:pt>
                <c:pt idx="1820">
                  <c:v>3833</c:v>
                </c:pt>
                <c:pt idx="1821">
                  <c:v>3833</c:v>
                </c:pt>
                <c:pt idx="1822">
                  <c:v>3833</c:v>
                </c:pt>
                <c:pt idx="1823">
                  <c:v>3833</c:v>
                </c:pt>
                <c:pt idx="1824">
                  <c:v>3848</c:v>
                </c:pt>
                <c:pt idx="1825">
                  <c:v>3848</c:v>
                </c:pt>
                <c:pt idx="1826">
                  <c:v>3848</c:v>
                </c:pt>
                <c:pt idx="1827">
                  <c:v>3848</c:v>
                </c:pt>
                <c:pt idx="1828">
                  <c:v>3848</c:v>
                </c:pt>
                <c:pt idx="1829">
                  <c:v>3859</c:v>
                </c:pt>
                <c:pt idx="1830">
                  <c:v>3859</c:v>
                </c:pt>
                <c:pt idx="1831">
                  <c:v>3882</c:v>
                </c:pt>
                <c:pt idx="1832">
                  <c:v>3882</c:v>
                </c:pt>
                <c:pt idx="1833">
                  <c:v>3882</c:v>
                </c:pt>
                <c:pt idx="1834">
                  <c:v>3882</c:v>
                </c:pt>
                <c:pt idx="1835">
                  <c:v>3882</c:v>
                </c:pt>
                <c:pt idx="1836">
                  <c:v>3882</c:v>
                </c:pt>
                <c:pt idx="1837">
                  <c:v>3903</c:v>
                </c:pt>
                <c:pt idx="1838">
                  <c:v>3903</c:v>
                </c:pt>
                <c:pt idx="1839">
                  <c:v>3925</c:v>
                </c:pt>
                <c:pt idx="1840">
                  <c:v>3955</c:v>
                </c:pt>
                <c:pt idx="1841">
                  <c:v>3955</c:v>
                </c:pt>
                <c:pt idx="1842">
                  <c:v>3955</c:v>
                </c:pt>
                <c:pt idx="1843">
                  <c:v>3995</c:v>
                </c:pt>
                <c:pt idx="1844">
                  <c:v>4037</c:v>
                </c:pt>
                <c:pt idx="1845">
                  <c:v>4078</c:v>
                </c:pt>
                <c:pt idx="1846">
                  <c:v>4121</c:v>
                </c:pt>
                <c:pt idx="1847">
                  <c:v>4167</c:v>
                </c:pt>
                <c:pt idx="1848">
                  <c:v>4167</c:v>
                </c:pt>
                <c:pt idx="1849">
                  <c:v>4167</c:v>
                </c:pt>
                <c:pt idx="1850">
                  <c:v>4250</c:v>
                </c:pt>
                <c:pt idx="1851">
                  <c:v>4250</c:v>
                </c:pt>
                <c:pt idx="1852">
                  <c:v>4250</c:v>
                </c:pt>
                <c:pt idx="1853">
                  <c:v>4250</c:v>
                </c:pt>
                <c:pt idx="1854">
                  <c:v>4250</c:v>
                </c:pt>
                <c:pt idx="1855">
                  <c:v>4250</c:v>
                </c:pt>
                <c:pt idx="1856">
                  <c:v>4250</c:v>
                </c:pt>
                <c:pt idx="1857">
                  <c:v>4250</c:v>
                </c:pt>
                <c:pt idx="1858">
                  <c:v>4250</c:v>
                </c:pt>
                <c:pt idx="1859">
                  <c:v>4250</c:v>
                </c:pt>
                <c:pt idx="1860">
                  <c:v>4250</c:v>
                </c:pt>
                <c:pt idx="1861">
                  <c:v>4250</c:v>
                </c:pt>
                <c:pt idx="1862">
                  <c:v>4250</c:v>
                </c:pt>
                <c:pt idx="1863">
                  <c:v>4250</c:v>
                </c:pt>
                <c:pt idx="1864">
                  <c:v>4250</c:v>
                </c:pt>
                <c:pt idx="1865">
                  <c:v>4250</c:v>
                </c:pt>
                <c:pt idx="1866">
                  <c:v>4250</c:v>
                </c:pt>
                <c:pt idx="1867">
                  <c:v>4250</c:v>
                </c:pt>
                <c:pt idx="1868">
                  <c:v>4250</c:v>
                </c:pt>
                <c:pt idx="1869">
                  <c:v>4250</c:v>
                </c:pt>
                <c:pt idx="1870">
                  <c:v>4250</c:v>
                </c:pt>
                <c:pt idx="1871">
                  <c:v>4250</c:v>
                </c:pt>
                <c:pt idx="1872">
                  <c:v>4250</c:v>
                </c:pt>
                <c:pt idx="1873">
                  <c:v>4250</c:v>
                </c:pt>
                <c:pt idx="1874">
                  <c:v>4250</c:v>
                </c:pt>
                <c:pt idx="1875">
                  <c:v>4236</c:v>
                </c:pt>
                <c:pt idx="1876">
                  <c:v>4236</c:v>
                </c:pt>
                <c:pt idx="1877">
                  <c:v>4236</c:v>
                </c:pt>
                <c:pt idx="1878">
                  <c:v>4236</c:v>
                </c:pt>
                <c:pt idx="1879">
                  <c:v>4233</c:v>
                </c:pt>
                <c:pt idx="1880">
                  <c:v>4231</c:v>
                </c:pt>
                <c:pt idx="1881">
                  <c:v>4231</c:v>
                </c:pt>
                <c:pt idx="1882">
                  <c:v>4231</c:v>
                </c:pt>
                <c:pt idx="1883">
                  <c:v>4231</c:v>
                </c:pt>
                <c:pt idx="1884">
                  <c:v>4231</c:v>
                </c:pt>
                <c:pt idx="1885">
                  <c:v>4231</c:v>
                </c:pt>
                <c:pt idx="1886">
                  <c:v>4231</c:v>
                </c:pt>
                <c:pt idx="1887">
                  <c:v>4231</c:v>
                </c:pt>
                <c:pt idx="1888">
                  <c:v>4231</c:v>
                </c:pt>
                <c:pt idx="1889">
                  <c:v>4221</c:v>
                </c:pt>
                <c:pt idx="1890">
                  <c:v>4221</c:v>
                </c:pt>
                <c:pt idx="1891">
                  <c:v>4221</c:v>
                </c:pt>
                <c:pt idx="1892">
                  <c:v>4221</c:v>
                </c:pt>
                <c:pt idx="1893">
                  <c:v>4101</c:v>
                </c:pt>
                <c:pt idx="1894">
                  <c:v>4101</c:v>
                </c:pt>
                <c:pt idx="1895">
                  <c:v>4101</c:v>
                </c:pt>
                <c:pt idx="1896">
                  <c:v>4101</c:v>
                </c:pt>
                <c:pt idx="1897">
                  <c:v>4101</c:v>
                </c:pt>
                <c:pt idx="1898">
                  <c:v>4101</c:v>
                </c:pt>
                <c:pt idx="1899">
                  <c:v>4101</c:v>
                </c:pt>
                <c:pt idx="1900">
                  <c:v>4079</c:v>
                </c:pt>
                <c:pt idx="1901">
                  <c:v>4079</c:v>
                </c:pt>
                <c:pt idx="1902">
                  <c:v>4079</c:v>
                </c:pt>
                <c:pt idx="1903">
                  <c:v>4079</c:v>
                </c:pt>
                <c:pt idx="1904">
                  <c:v>4079</c:v>
                </c:pt>
                <c:pt idx="1905">
                  <c:v>4079</c:v>
                </c:pt>
                <c:pt idx="1906">
                  <c:v>4079</c:v>
                </c:pt>
                <c:pt idx="1907">
                  <c:v>4079</c:v>
                </c:pt>
                <c:pt idx="1908">
                  <c:v>4079</c:v>
                </c:pt>
                <c:pt idx="1909">
                  <c:v>4079</c:v>
                </c:pt>
                <c:pt idx="1910">
                  <c:v>4079</c:v>
                </c:pt>
                <c:pt idx="1911">
                  <c:v>4079</c:v>
                </c:pt>
                <c:pt idx="1912">
                  <c:v>4079</c:v>
                </c:pt>
                <c:pt idx="1913">
                  <c:v>4079</c:v>
                </c:pt>
                <c:pt idx="1914">
                  <c:v>4079</c:v>
                </c:pt>
                <c:pt idx="1915">
                  <c:v>3961</c:v>
                </c:pt>
                <c:pt idx="1916">
                  <c:v>3928</c:v>
                </c:pt>
                <c:pt idx="1917">
                  <c:v>3928</c:v>
                </c:pt>
                <c:pt idx="1918">
                  <c:v>3928</c:v>
                </c:pt>
                <c:pt idx="1919">
                  <c:v>3928</c:v>
                </c:pt>
                <c:pt idx="1920">
                  <c:v>3910</c:v>
                </c:pt>
                <c:pt idx="1921">
                  <c:v>3910</c:v>
                </c:pt>
                <c:pt idx="1922">
                  <c:v>3910</c:v>
                </c:pt>
                <c:pt idx="1923">
                  <c:v>3910</c:v>
                </c:pt>
                <c:pt idx="1924">
                  <c:v>3910</c:v>
                </c:pt>
                <c:pt idx="1925">
                  <c:v>3910</c:v>
                </c:pt>
                <c:pt idx="1926">
                  <c:v>3910</c:v>
                </c:pt>
                <c:pt idx="1927">
                  <c:v>3910</c:v>
                </c:pt>
                <c:pt idx="1928">
                  <c:v>3910</c:v>
                </c:pt>
                <c:pt idx="1929">
                  <c:v>3883</c:v>
                </c:pt>
                <c:pt idx="1930">
                  <c:v>3883</c:v>
                </c:pt>
                <c:pt idx="1931">
                  <c:v>3883</c:v>
                </c:pt>
                <c:pt idx="1932">
                  <c:v>3883</c:v>
                </c:pt>
                <c:pt idx="1933">
                  <c:v>3883</c:v>
                </c:pt>
                <c:pt idx="1934">
                  <c:v>3883</c:v>
                </c:pt>
                <c:pt idx="1935">
                  <c:v>3712</c:v>
                </c:pt>
                <c:pt idx="1936">
                  <c:v>3712</c:v>
                </c:pt>
                <c:pt idx="1937">
                  <c:v>3712</c:v>
                </c:pt>
                <c:pt idx="1938">
                  <c:v>3712</c:v>
                </c:pt>
                <c:pt idx="1939">
                  <c:v>3712</c:v>
                </c:pt>
                <c:pt idx="1940">
                  <c:v>3712</c:v>
                </c:pt>
                <c:pt idx="1941">
                  <c:v>3712</c:v>
                </c:pt>
                <c:pt idx="1942">
                  <c:v>3712</c:v>
                </c:pt>
                <c:pt idx="1943">
                  <c:v>3712</c:v>
                </c:pt>
                <c:pt idx="1944">
                  <c:v>3594</c:v>
                </c:pt>
                <c:pt idx="1945">
                  <c:v>3594</c:v>
                </c:pt>
                <c:pt idx="1946">
                  <c:v>3594</c:v>
                </c:pt>
                <c:pt idx="1947">
                  <c:v>3594</c:v>
                </c:pt>
                <c:pt idx="1948">
                  <c:v>3594</c:v>
                </c:pt>
                <c:pt idx="1949">
                  <c:v>3594</c:v>
                </c:pt>
                <c:pt idx="1950">
                  <c:v>3594</c:v>
                </c:pt>
                <c:pt idx="1951">
                  <c:v>3594</c:v>
                </c:pt>
                <c:pt idx="1952">
                  <c:v>3594</c:v>
                </c:pt>
                <c:pt idx="1953">
                  <c:v>3594</c:v>
                </c:pt>
                <c:pt idx="1954">
                  <c:v>3594</c:v>
                </c:pt>
                <c:pt idx="1955">
                  <c:v>3594</c:v>
                </c:pt>
                <c:pt idx="1956">
                  <c:v>3594</c:v>
                </c:pt>
                <c:pt idx="1957">
                  <c:v>3594</c:v>
                </c:pt>
                <c:pt idx="1958">
                  <c:v>3594</c:v>
                </c:pt>
                <c:pt idx="1959">
                  <c:v>3594</c:v>
                </c:pt>
                <c:pt idx="1960">
                  <c:v>3594</c:v>
                </c:pt>
                <c:pt idx="1961">
                  <c:v>3594</c:v>
                </c:pt>
                <c:pt idx="1962">
                  <c:v>3594</c:v>
                </c:pt>
                <c:pt idx="1963">
                  <c:v>3594</c:v>
                </c:pt>
                <c:pt idx="1964">
                  <c:v>3594</c:v>
                </c:pt>
                <c:pt idx="1965">
                  <c:v>3594</c:v>
                </c:pt>
                <c:pt idx="1966">
                  <c:v>3594</c:v>
                </c:pt>
                <c:pt idx="1967">
                  <c:v>3594</c:v>
                </c:pt>
                <c:pt idx="1968">
                  <c:v>3594</c:v>
                </c:pt>
                <c:pt idx="1969">
                  <c:v>3594</c:v>
                </c:pt>
                <c:pt idx="1970">
                  <c:v>3488</c:v>
                </c:pt>
                <c:pt idx="1971">
                  <c:v>3480</c:v>
                </c:pt>
                <c:pt idx="1972">
                  <c:v>3480</c:v>
                </c:pt>
                <c:pt idx="1973">
                  <c:v>3480</c:v>
                </c:pt>
                <c:pt idx="1974">
                  <c:v>3480</c:v>
                </c:pt>
                <c:pt idx="1975">
                  <c:v>3480</c:v>
                </c:pt>
                <c:pt idx="1976">
                  <c:v>3480</c:v>
                </c:pt>
                <c:pt idx="1977">
                  <c:v>3480</c:v>
                </c:pt>
                <c:pt idx="1978">
                  <c:v>3480</c:v>
                </c:pt>
                <c:pt idx="1979">
                  <c:v>3480</c:v>
                </c:pt>
                <c:pt idx="1980">
                  <c:v>3480</c:v>
                </c:pt>
                <c:pt idx="1981">
                  <c:v>3480</c:v>
                </c:pt>
                <c:pt idx="1982">
                  <c:v>3480</c:v>
                </c:pt>
                <c:pt idx="1983">
                  <c:v>3480</c:v>
                </c:pt>
                <c:pt idx="1984">
                  <c:v>3480</c:v>
                </c:pt>
                <c:pt idx="1985">
                  <c:v>3480</c:v>
                </c:pt>
                <c:pt idx="1986">
                  <c:v>3480</c:v>
                </c:pt>
                <c:pt idx="1987">
                  <c:v>3480</c:v>
                </c:pt>
                <c:pt idx="1988">
                  <c:v>3480</c:v>
                </c:pt>
                <c:pt idx="1989">
                  <c:v>3480</c:v>
                </c:pt>
                <c:pt idx="1990">
                  <c:v>3480</c:v>
                </c:pt>
                <c:pt idx="1991">
                  <c:v>3480</c:v>
                </c:pt>
                <c:pt idx="1992">
                  <c:v>3480</c:v>
                </c:pt>
                <c:pt idx="1993">
                  <c:v>3480</c:v>
                </c:pt>
                <c:pt idx="1994">
                  <c:v>3480</c:v>
                </c:pt>
                <c:pt idx="1995">
                  <c:v>3480</c:v>
                </c:pt>
                <c:pt idx="1996">
                  <c:v>3480</c:v>
                </c:pt>
                <c:pt idx="1997">
                  <c:v>3480</c:v>
                </c:pt>
                <c:pt idx="1998">
                  <c:v>3480</c:v>
                </c:pt>
                <c:pt idx="1999">
                  <c:v>3480</c:v>
                </c:pt>
                <c:pt idx="2000">
                  <c:v>3483</c:v>
                </c:pt>
                <c:pt idx="2001">
                  <c:v>3483</c:v>
                </c:pt>
                <c:pt idx="2002">
                  <c:v>3483</c:v>
                </c:pt>
                <c:pt idx="2003">
                  <c:v>3483</c:v>
                </c:pt>
                <c:pt idx="2004">
                  <c:v>3483</c:v>
                </c:pt>
                <c:pt idx="2005">
                  <c:v>3494</c:v>
                </c:pt>
                <c:pt idx="2006">
                  <c:v>3494</c:v>
                </c:pt>
                <c:pt idx="2007">
                  <c:v>3499</c:v>
                </c:pt>
                <c:pt idx="2008">
                  <c:v>3505</c:v>
                </c:pt>
                <c:pt idx="2009">
                  <c:v>3505</c:v>
                </c:pt>
                <c:pt idx="2010">
                  <c:v>3505</c:v>
                </c:pt>
                <c:pt idx="2011">
                  <c:v>3505</c:v>
                </c:pt>
                <c:pt idx="2012">
                  <c:v>3505</c:v>
                </c:pt>
                <c:pt idx="2013">
                  <c:v>3529</c:v>
                </c:pt>
                <c:pt idx="2014">
                  <c:v>3529</c:v>
                </c:pt>
                <c:pt idx="2015">
                  <c:v>3617</c:v>
                </c:pt>
                <c:pt idx="2016">
                  <c:v>3617</c:v>
                </c:pt>
                <c:pt idx="2017">
                  <c:v>3617</c:v>
                </c:pt>
                <c:pt idx="2018">
                  <c:v>3617</c:v>
                </c:pt>
                <c:pt idx="2019">
                  <c:v>3638</c:v>
                </c:pt>
                <c:pt idx="2020">
                  <c:v>3638</c:v>
                </c:pt>
                <c:pt idx="2021">
                  <c:v>3638</c:v>
                </c:pt>
                <c:pt idx="2022">
                  <c:v>3638</c:v>
                </c:pt>
                <c:pt idx="2023">
                  <c:v>3638</c:v>
                </c:pt>
                <c:pt idx="2024">
                  <c:v>3638</c:v>
                </c:pt>
                <c:pt idx="2025">
                  <c:v>3672</c:v>
                </c:pt>
                <c:pt idx="2026">
                  <c:v>3672</c:v>
                </c:pt>
                <c:pt idx="2027">
                  <c:v>3672</c:v>
                </c:pt>
                <c:pt idx="2028">
                  <c:v>3672</c:v>
                </c:pt>
                <c:pt idx="2029">
                  <c:v>3672</c:v>
                </c:pt>
                <c:pt idx="2030">
                  <c:v>3672</c:v>
                </c:pt>
                <c:pt idx="2031">
                  <c:v>3672</c:v>
                </c:pt>
                <c:pt idx="2032">
                  <c:v>3772</c:v>
                </c:pt>
                <c:pt idx="2033">
                  <c:v>3772</c:v>
                </c:pt>
                <c:pt idx="2034">
                  <c:v>3772</c:v>
                </c:pt>
                <c:pt idx="2035">
                  <c:v>3772</c:v>
                </c:pt>
                <c:pt idx="2036">
                  <c:v>3772</c:v>
                </c:pt>
                <c:pt idx="2037">
                  <c:v>3772</c:v>
                </c:pt>
                <c:pt idx="2038">
                  <c:v>3772</c:v>
                </c:pt>
                <c:pt idx="2039">
                  <c:v>3772</c:v>
                </c:pt>
                <c:pt idx="2040">
                  <c:v>3772</c:v>
                </c:pt>
                <c:pt idx="2041">
                  <c:v>3772</c:v>
                </c:pt>
                <c:pt idx="2042">
                  <c:v>3772</c:v>
                </c:pt>
                <c:pt idx="2043">
                  <c:v>3772</c:v>
                </c:pt>
                <c:pt idx="2044">
                  <c:v>3772</c:v>
                </c:pt>
                <c:pt idx="2045">
                  <c:v>3772</c:v>
                </c:pt>
                <c:pt idx="2046">
                  <c:v>3772</c:v>
                </c:pt>
                <c:pt idx="2047">
                  <c:v>3772</c:v>
                </c:pt>
                <c:pt idx="2048">
                  <c:v>3772</c:v>
                </c:pt>
                <c:pt idx="2049">
                  <c:v>3772</c:v>
                </c:pt>
                <c:pt idx="2050">
                  <c:v>3772</c:v>
                </c:pt>
                <c:pt idx="2051">
                  <c:v>3772</c:v>
                </c:pt>
                <c:pt idx="2052">
                  <c:v>3772</c:v>
                </c:pt>
                <c:pt idx="2053">
                  <c:v>3772</c:v>
                </c:pt>
                <c:pt idx="2054">
                  <c:v>3772</c:v>
                </c:pt>
                <c:pt idx="2055">
                  <c:v>3772</c:v>
                </c:pt>
                <c:pt idx="2056">
                  <c:v>3772</c:v>
                </c:pt>
                <c:pt idx="2057">
                  <c:v>3772</c:v>
                </c:pt>
                <c:pt idx="2058">
                  <c:v>3772</c:v>
                </c:pt>
                <c:pt idx="2059">
                  <c:v>3772</c:v>
                </c:pt>
                <c:pt idx="2060">
                  <c:v>3772</c:v>
                </c:pt>
                <c:pt idx="2061">
                  <c:v>3772</c:v>
                </c:pt>
                <c:pt idx="2062">
                  <c:v>3772</c:v>
                </c:pt>
                <c:pt idx="2063">
                  <c:v>3772</c:v>
                </c:pt>
                <c:pt idx="2064">
                  <c:v>3772</c:v>
                </c:pt>
                <c:pt idx="2065">
                  <c:v>3772</c:v>
                </c:pt>
                <c:pt idx="2066">
                  <c:v>3772</c:v>
                </c:pt>
                <c:pt idx="2067">
                  <c:v>3772</c:v>
                </c:pt>
                <c:pt idx="2068">
                  <c:v>3772</c:v>
                </c:pt>
                <c:pt idx="2069">
                  <c:v>3772</c:v>
                </c:pt>
                <c:pt idx="2070">
                  <c:v>3772</c:v>
                </c:pt>
                <c:pt idx="2071">
                  <c:v>3772</c:v>
                </c:pt>
                <c:pt idx="2072">
                  <c:v>3772</c:v>
                </c:pt>
                <c:pt idx="2073">
                  <c:v>3772</c:v>
                </c:pt>
                <c:pt idx="2074">
                  <c:v>3772</c:v>
                </c:pt>
                <c:pt idx="2075">
                  <c:v>3772</c:v>
                </c:pt>
                <c:pt idx="2076">
                  <c:v>3772</c:v>
                </c:pt>
                <c:pt idx="2077">
                  <c:v>3772</c:v>
                </c:pt>
                <c:pt idx="2078">
                  <c:v>3772</c:v>
                </c:pt>
                <c:pt idx="2079">
                  <c:v>3772</c:v>
                </c:pt>
                <c:pt idx="2080">
                  <c:v>3772</c:v>
                </c:pt>
                <c:pt idx="2081">
                  <c:v>3772</c:v>
                </c:pt>
                <c:pt idx="2082">
                  <c:v>3772</c:v>
                </c:pt>
                <c:pt idx="2083">
                  <c:v>3781</c:v>
                </c:pt>
                <c:pt idx="2084">
                  <c:v>3781</c:v>
                </c:pt>
                <c:pt idx="2085">
                  <c:v>3792</c:v>
                </c:pt>
                <c:pt idx="2086">
                  <c:v>3792</c:v>
                </c:pt>
                <c:pt idx="2087">
                  <c:v>3792</c:v>
                </c:pt>
                <c:pt idx="2088">
                  <c:v>3792</c:v>
                </c:pt>
                <c:pt idx="2089">
                  <c:v>3792</c:v>
                </c:pt>
                <c:pt idx="2090">
                  <c:v>3792</c:v>
                </c:pt>
                <c:pt idx="2091">
                  <c:v>3792</c:v>
                </c:pt>
                <c:pt idx="2092">
                  <c:v>3792</c:v>
                </c:pt>
                <c:pt idx="2093">
                  <c:v>3792</c:v>
                </c:pt>
                <c:pt idx="2094">
                  <c:v>3792</c:v>
                </c:pt>
                <c:pt idx="2095">
                  <c:v>3792</c:v>
                </c:pt>
                <c:pt idx="2096">
                  <c:v>3792</c:v>
                </c:pt>
                <c:pt idx="2097">
                  <c:v>3792</c:v>
                </c:pt>
                <c:pt idx="2098">
                  <c:v>3798</c:v>
                </c:pt>
                <c:pt idx="2099">
                  <c:v>3798</c:v>
                </c:pt>
                <c:pt idx="2100">
                  <c:v>3799.8</c:v>
                </c:pt>
                <c:pt idx="2101">
                  <c:v>3801.6</c:v>
                </c:pt>
                <c:pt idx="2102">
                  <c:v>3798</c:v>
                </c:pt>
                <c:pt idx="2103">
                  <c:v>3798</c:v>
                </c:pt>
                <c:pt idx="2104">
                  <c:v>3798</c:v>
                </c:pt>
                <c:pt idx="2105">
                  <c:v>3798</c:v>
                </c:pt>
                <c:pt idx="2106">
                  <c:v>3798</c:v>
                </c:pt>
                <c:pt idx="2107">
                  <c:v>3798</c:v>
                </c:pt>
                <c:pt idx="2108">
                  <c:v>3798</c:v>
                </c:pt>
                <c:pt idx="2109">
                  <c:v>3804</c:v>
                </c:pt>
                <c:pt idx="2110">
                  <c:v>3810</c:v>
                </c:pt>
                <c:pt idx="2111">
                  <c:v>3810</c:v>
                </c:pt>
                <c:pt idx="2112">
                  <c:v>3810</c:v>
                </c:pt>
                <c:pt idx="2113">
                  <c:v>3810</c:v>
                </c:pt>
                <c:pt idx="2114">
                  <c:v>3810</c:v>
                </c:pt>
                <c:pt idx="2115">
                  <c:v>3810</c:v>
                </c:pt>
                <c:pt idx="2116">
                  <c:v>3810</c:v>
                </c:pt>
                <c:pt idx="2117">
                  <c:v>3810</c:v>
                </c:pt>
                <c:pt idx="2118">
                  <c:v>3810</c:v>
                </c:pt>
                <c:pt idx="2119">
                  <c:v>3810</c:v>
                </c:pt>
                <c:pt idx="2120">
                  <c:v>3815</c:v>
                </c:pt>
                <c:pt idx="2121">
                  <c:v>3815</c:v>
                </c:pt>
                <c:pt idx="2122">
                  <c:v>3815</c:v>
                </c:pt>
                <c:pt idx="2123">
                  <c:v>3815</c:v>
                </c:pt>
                <c:pt idx="2124">
                  <c:v>3815</c:v>
                </c:pt>
                <c:pt idx="2125">
                  <c:v>3815</c:v>
                </c:pt>
                <c:pt idx="2126">
                  <c:v>3779</c:v>
                </c:pt>
                <c:pt idx="2127">
                  <c:v>3779</c:v>
                </c:pt>
                <c:pt idx="2128">
                  <c:v>3779</c:v>
                </c:pt>
                <c:pt idx="2129">
                  <c:v>3779</c:v>
                </c:pt>
                <c:pt idx="2130">
                  <c:v>3779</c:v>
                </c:pt>
                <c:pt idx="2131">
                  <c:v>3779</c:v>
                </c:pt>
                <c:pt idx="2132">
                  <c:v>3779</c:v>
                </c:pt>
                <c:pt idx="2133">
                  <c:v>3779</c:v>
                </c:pt>
                <c:pt idx="2134">
                  <c:v>3779</c:v>
                </c:pt>
                <c:pt idx="2135">
                  <c:v>3779</c:v>
                </c:pt>
                <c:pt idx="2136">
                  <c:v>3779</c:v>
                </c:pt>
                <c:pt idx="2137">
                  <c:v>3779</c:v>
                </c:pt>
                <c:pt idx="2138">
                  <c:v>3775</c:v>
                </c:pt>
                <c:pt idx="2139">
                  <c:v>3775</c:v>
                </c:pt>
                <c:pt idx="2140">
                  <c:v>3775</c:v>
                </c:pt>
                <c:pt idx="2141">
                  <c:v>3775</c:v>
                </c:pt>
                <c:pt idx="2142">
                  <c:v>3775</c:v>
                </c:pt>
                <c:pt idx="2143">
                  <c:v>3775</c:v>
                </c:pt>
                <c:pt idx="2144">
                  <c:v>3775</c:v>
                </c:pt>
                <c:pt idx="2145">
                  <c:v>3775</c:v>
                </c:pt>
                <c:pt idx="2146">
                  <c:v>3766</c:v>
                </c:pt>
                <c:pt idx="2147">
                  <c:v>3766</c:v>
                </c:pt>
                <c:pt idx="2148">
                  <c:v>3766</c:v>
                </c:pt>
                <c:pt idx="2149">
                  <c:v>3766</c:v>
                </c:pt>
                <c:pt idx="2150">
                  <c:v>3766</c:v>
                </c:pt>
                <c:pt idx="2151">
                  <c:v>3766</c:v>
                </c:pt>
                <c:pt idx="2152">
                  <c:v>3761</c:v>
                </c:pt>
                <c:pt idx="2153">
                  <c:v>3752</c:v>
                </c:pt>
                <c:pt idx="2154">
                  <c:v>3715</c:v>
                </c:pt>
                <c:pt idx="2155">
                  <c:v>3715</c:v>
                </c:pt>
                <c:pt idx="2156">
                  <c:v>3715</c:v>
                </c:pt>
                <c:pt idx="2157">
                  <c:v>3715</c:v>
                </c:pt>
                <c:pt idx="2158">
                  <c:v>3715</c:v>
                </c:pt>
                <c:pt idx="2159">
                  <c:v>3707</c:v>
                </c:pt>
                <c:pt idx="2160">
                  <c:v>3707</c:v>
                </c:pt>
                <c:pt idx="2161">
                  <c:v>3707</c:v>
                </c:pt>
                <c:pt idx="2162">
                  <c:v>3707</c:v>
                </c:pt>
                <c:pt idx="2163">
                  <c:v>3707</c:v>
                </c:pt>
                <c:pt idx="2164">
                  <c:v>3707</c:v>
                </c:pt>
                <c:pt idx="2165">
                  <c:v>3707</c:v>
                </c:pt>
                <c:pt idx="2166">
                  <c:v>3707</c:v>
                </c:pt>
                <c:pt idx="2167">
                  <c:v>3707</c:v>
                </c:pt>
                <c:pt idx="2168">
                  <c:v>3707</c:v>
                </c:pt>
                <c:pt idx="2169">
                  <c:v>3674</c:v>
                </c:pt>
                <c:pt idx="2170">
                  <c:v>3674</c:v>
                </c:pt>
                <c:pt idx="2171">
                  <c:v>3674</c:v>
                </c:pt>
                <c:pt idx="2172">
                  <c:v>3608</c:v>
                </c:pt>
                <c:pt idx="2173">
                  <c:v>3588</c:v>
                </c:pt>
                <c:pt idx="2174">
                  <c:v>3588</c:v>
                </c:pt>
                <c:pt idx="2175">
                  <c:v>3588</c:v>
                </c:pt>
                <c:pt idx="2176">
                  <c:v>3588</c:v>
                </c:pt>
                <c:pt idx="2177">
                  <c:v>3588</c:v>
                </c:pt>
                <c:pt idx="2178">
                  <c:v>3588</c:v>
                </c:pt>
                <c:pt idx="2179">
                  <c:v>3588</c:v>
                </c:pt>
                <c:pt idx="2180">
                  <c:v>3575</c:v>
                </c:pt>
                <c:pt idx="2181">
                  <c:v>3549</c:v>
                </c:pt>
                <c:pt idx="2182">
                  <c:v>3515</c:v>
                </c:pt>
                <c:pt idx="2183">
                  <c:v>3515</c:v>
                </c:pt>
                <c:pt idx="2184">
                  <c:v>3515</c:v>
                </c:pt>
                <c:pt idx="2185">
                  <c:v>3515</c:v>
                </c:pt>
                <c:pt idx="2186">
                  <c:v>3515</c:v>
                </c:pt>
                <c:pt idx="2187">
                  <c:v>3496</c:v>
                </c:pt>
                <c:pt idx="2188">
                  <c:v>3496</c:v>
                </c:pt>
                <c:pt idx="2189">
                  <c:v>3471</c:v>
                </c:pt>
                <c:pt idx="2190">
                  <c:v>3436</c:v>
                </c:pt>
                <c:pt idx="2191">
                  <c:v>3436</c:v>
                </c:pt>
                <c:pt idx="2192">
                  <c:v>3436</c:v>
                </c:pt>
                <c:pt idx="2193">
                  <c:v>3432</c:v>
                </c:pt>
                <c:pt idx="2194">
                  <c:v>3432</c:v>
                </c:pt>
                <c:pt idx="2195">
                  <c:v>3428</c:v>
                </c:pt>
                <c:pt idx="2196">
                  <c:v>3424</c:v>
                </c:pt>
                <c:pt idx="2197">
                  <c:v>3424</c:v>
                </c:pt>
                <c:pt idx="2198">
                  <c:v>3424</c:v>
                </c:pt>
                <c:pt idx="2199">
                  <c:v>3424</c:v>
                </c:pt>
                <c:pt idx="2200">
                  <c:v>3424</c:v>
                </c:pt>
                <c:pt idx="2201">
                  <c:v>3424</c:v>
                </c:pt>
                <c:pt idx="2202">
                  <c:v>3404</c:v>
                </c:pt>
                <c:pt idx="2203">
                  <c:v>3404</c:v>
                </c:pt>
                <c:pt idx="2204">
                  <c:v>3404</c:v>
                </c:pt>
                <c:pt idx="2205">
                  <c:v>3404</c:v>
                </c:pt>
                <c:pt idx="2206">
                  <c:v>3404</c:v>
                </c:pt>
                <c:pt idx="2207">
                  <c:v>3404</c:v>
                </c:pt>
                <c:pt idx="2208">
                  <c:v>3404</c:v>
                </c:pt>
                <c:pt idx="2209">
                  <c:v>3364</c:v>
                </c:pt>
                <c:pt idx="2210">
                  <c:v>3357</c:v>
                </c:pt>
                <c:pt idx="2211">
                  <c:v>3357</c:v>
                </c:pt>
                <c:pt idx="2212">
                  <c:v>3357</c:v>
                </c:pt>
                <c:pt idx="2213">
                  <c:v>3357</c:v>
                </c:pt>
                <c:pt idx="2214">
                  <c:v>3357</c:v>
                </c:pt>
                <c:pt idx="2215">
                  <c:v>3357</c:v>
                </c:pt>
                <c:pt idx="2216">
                  <c:v>3357</c:v>
                </c:pt>
                <c:pt idx="2217">
                  <c:v>3357</c:v>
                </c:pt>
                <c:pt idx="2218">
                  <c:v>3357</c:v>
                </c:pt>
                <c:pt idx="2219">
                  <c:v>3357</c:v>
                </c:pt>
                <c:pt idx="2220">
                  <c:v>3357</c:v>
                </c:pt>
                <c:pt idx="2221">
                  <c:v>3337</c:v>
                </c:pt>
                <c:pt idx="2222">
                  <c:v>3337</c:v>
                </c:pt>
                <c:pt idx="2223">
                  <c:v>3337</c:v>
                </c:pt>
                <c:pt idx="2224">
                  <c:v>3321</c:v>
                </c:pt>
                <c:pt idx="2225">
                  <c:v>3321</c:v>
                </c:pt>
                <c:pt idx="2226">
                  <c:v>3321</c:v>
                </c:pt>
                <c:pt idx="2227">
                  <c:v>3321</c:v>
                </c:pt>
                <c:pt idx="2228">
                  <c:v>3321</c:v>
                </c:pt>
                <c:pt idx="2229">
                  <c:v>3321</c:v>
                </c:pt>
                <c:pt idx="2230">
                  <c:v>3310</c:v>
                </c:pt>
                <c:pt idx="2231">
                  <c:v>3310</c:v>
                </c:pt>
                <c:pt idx="2232">
                  <c:v>3310</c:v>
                </c:pt>
                <c:pt idx="2233">
                  <c:v>3310</c:v>
                </c:pt>
                <c:pt idx="2234">
                  <c:v>3310</c:v>
                </c:pt>
                <c:pt idx="2235">
                  <c:v>3295</c:v>
                </c:pt>
                <c:pt idx="2236">
                  <c:v>3266</c:v>
                </c:pt>
                <c:pt idx="2237">
                  <c:v>3266</c:v>
                </c:pt>
                <c:pt idx="2238">
                  <c:v>3257</c:v>
                </c:pt>
                <c:pt idx="2239">
                  <c:v>3257</c:v>
                </c:pt>
                <c:pt idx="2240">
                  <c:v>3257</c:v>
                </c:pt>
                <c:pt idx="2241">
                  <c:v>3257</c:v>
                </c:pt>
                <c:pt idx="2242">
                  <c:v>3257</c:v>
                </c:pt>
                <c:pt idx="2243">
                  <c:v>3257</c:v>
                </c:pt>
                <c:pt idx="2244">
                  <c:v>3257</c:v>
                </c:pt>
                <c:pt idx="2245">
                  <c:v>3246</c:v>
                </c:pt>
                <c:pt idx="2246">
                  <c:v>3232</c:v>
                </c:pt>
                <c:pt idx="2247">
                  <c:v>3232</c:v>
                </c:pt>
                <c:pt idx="2248">
                  <c:v>3232</c:v>
                </c:pt>
                <c:pt idx="2249">
                  <c:v>3232</c:v>
                </c:pt>
                <c:pt idx="2250">
                  <c:v>3232</c:v>
                </c:pt>
                <c:pt idx="2251">
                  <c:v>3232</c:v>
                </c:pt>
                <c:pt idx="2252">
                  <c:v>3232</c:v>
                </c:pt>
                <c:pt idx="2253">
                  <c:v>3232</c:v>
                </c:pt>
                <c:pt idx="2254">
                  <c:v>3232</c:v>
                </c:pt>
                <c:pt idx="2255">
                  <c:v>3232</c:v>
                </c:pt>
                <c:pt idx="2256">
                  <c:v>3252</c:v>
                </c:pt>
                <c:pt idx="2257">
                  <c:v>3252</c:v>
                </c:pt>
                <c:pt idx="2258">
                  <c:v>3252</c:v>
                </c:pt>
                <c:pt idx="2259">
                  <c:v>3289</c:v>
                </c:pt>
                <c:pt idx="2260">
                  <c:v>3289</c:v>
                </c:pt>
                <c:pt idx="2261">
                  <c:v>3289</c:v>
                </c:pt>
                <c:pt idx="2262">
                  <c:v>3289</c:v>
                </c:pt>
                <c:pt idx="2263">
                  <c:v>3289</c:v>
                </c:pt>
                <c:pt idx="2264">
                  <c:v>3323</c:v>
                </c:pt>
                <c:pt idx="2265">
                  <c:v>3382</c:v>
                </c:pt>
                <c:pt idx="2266">
                  <c:v>3382</c:v>
                </c:pt>
                <c:pt idx="2267">
                  <c:v>3414</c:v>
                </c:pt>
                <c:pt idx="2268">
                  <c:v>3414</c:v>
                </c:pt>
                <c:pt idx="2269">
                  <c:v>3414</c:v>
                </c:pt>
                <c:pt idx="2270">
                  <c:v>3414</c:v>
                </c:pt>
                <c:pt idx="2271">
                  <c:v>3467</c:v>
                </c:pt>
                <c:pt idx="2272">
                  <c:v>3467</c:v>
                </c:pt>
                <c:pt idx="2273">
                  <c:v>3478</c:v>
                </c:pt>
                <c:pt idx="2274">
                  <c:v>3492</c:v>
                </c:pt>
                <c:pt idx="2275">
                  <c:v>3492</c:v>
                </c:pt>
                <c:pt idx="2276">
                  <c:v>3492</c:v>
                </c:pt>
                <c:pt idx="2277" formatCode="General">
                  <c:v>3502</c:v>
                </c:pt>
                <c:pt idx="2278" formatCode="General">
                  <c:v>3502</c:v>
                </c:pt>
                <c:pt idx="2279" formatCode="General">
                  <c:v>3547</c:v>
                </c:pt>
                <c:pt idx="2280" formatCode="General">
                  <c:v>3547</c:v>
                </c:pt>
                <c:pt idx="2281" formatCode="General">
                  <c:v>3547</c:v>
                </c:pt>
                <c:pt idx="2282" formatCode="General">
                  <c:v>3547</c:v>
                </c:pt>
                <c:pt idx="2283" formatCode="General">
                  <c:v>3547</c:v>
                </c:pt>
                <c:pt idx="2284">
                  <c:v>3581</c:v>
                </c:pt>
                <c:pt idx="2285">
                  <c:v>3581</c:v>
                </c:pt>
                <c:pt idx="2286">
                  <c:v>3581</c:v>
                </c:pt>
                <c:pt idx="2287">
                  <c:v>3604</c:v>
                </c:pt>
                <c:pt idx="2288">
                  <c:v>3604</c:v>
                </c:pt>
                <c:pt idx="2289">
                  <c:v>3604</c:v>
                </c:pt>
                <c:pt idx="2290">
                  <c:v>3604</c:v>
                </c:pt>
                <c:pt idx="2291">
                  <c:v>3648</c:v>
                </c:pt>
                <c:pt idx="2292">
                  <c:v>3648</c:v>
                </c:pt>
                <c:pt idx="2293">
                  <c:v>3648</c:v>
                </c:pt>
                <c:pt idx="2294">
                  <c:v>3648</c:v>
                </c:pt>
                <c:pt idx="2295">
                  <c:v>3648</c:v>
                </c:pt>
                <c:pt idx="2296">
                  <c:v>3648</c:v>
                </c:pt>
                <c:pt idx="2297">
                  <c:v>3648</c:v>
                </c:pt>
                <c:pt idx="2298">
                  <c:v>3648</c:v>
                </c:pt>
                <c:pt idx="2299">
                  <c:v>3640</c:v>
                </c:pt>
                <c:pt idx="2300">
                  <c:v>3640</c:v>
                </c:pt>
                <c:pt idx="2301">
                  <c:v>3640</c:v>
                </c:pt>
                <c:pt idx="2302">
                  <c:v>3640</c:v>
                </c:pt>
                <c:pt idx="2303">
                  <c:v>3640</c:v>
                </c:pt>
                <c:pt idx="2304">
                  <c:v>3640</c:v>
                </c:pt>
                <c:pt idx="2305">
                  <c:v>3640</c:v>
                </c:pt>
                <c:pt idx="2306">
                  <c:v>3640</c:v>
                </c:pt>
                <c:pt idx="2307">
                  <c:v>3640</c:v>
                </c:pt>
                <c:pt idx="2308">
                  <c:v>3640</c:v>
                </c:pt>
                <c:pt idx="2309">
                  <c:v>3640</c:v>
                </c:pt>
                <c:pt idx="2310">
                  <c:v>3640</c:v>
                </c:pt>
                <c:pt idx="2311">
                  <c:v>3640</c:v>
                </c:pt>
                <c:pt idx="2312">
                  <c:v>3640</c:v>
                </c:pt>
                <c:pt idx="2313">
                  <c:v>3640</c:v>
                </c:pt>
                <c:pt idx="2314">
                  <c:v>3640</c:v>
                </c:pt>
                <c:pt idx="2315">
                  <c:v>3640</c:v>
                </c:pt>
                <c:pt idx="2316">
                  <c:v>3640</c:v>
                </c:pt>
                <c:pt idx="2317">
                  <c:v>3640</c:v>
                </c:pt>
                <c:pt idx="2318">
                  <c:v>3640</c:v>
                </c:pt>
                <c:pt idx="2319">
                  <c:v>3640</c:v>
                </c:pt>
                <c:pt idx="2320">
                  <c:v>3640</c:v>
                </c:pt>
                <c:pt idx="2321">
                  <c:v>3640</c:v>
                </c:pt>
                <c:pt idx="2322">
                  <c:v>3640</c:v>
                </c:pt>
                <c:pt idx="2323">
                  <c:v>3640</c:v>
                </c:pt>
                <c:pt idx="2324">
                  <c:v>3623</c:v>
                </c:pt>
                <c:pt idx="2325">
                  <c:v>3623</c:v>
                </c:pt>
                <c:pt idx="2326">
                  <c:v>3623</c:v>
                </c:pt>
                <c:pt idx="2327">
                  <c:v>3623</c:v>
                </c:pt>
                <c:pt idx="2328">
                  <c:v>3621</c:v>
                </c:pt>
                <c:pt idx="2329">
                  <c:v>3621</c:v>
                </c:pt>
                <c:pt idx="2330">
                  <c:v>3621</c:v>
                </c:pt>
                <c:pt idx="2331">
                  <c:v>3621</c:v>
                </c:pt>
                <c:pt idx="2332">
                  <c:v>3621</c:v>
                </c:pt>
                <c:pt idx="2333">
                  <c:v>3621</c:v>
                </c:pt>
                <c:pt idx="2334">
                  <c:v>3621</c:v>
                </c:pt>
                <c:pt idx="2335">
                  <c:v>3621</c:v>
                </c:pt>
                <c:pt idx="2336">
                  <c:v>3621</c:v>
                </c:pt>
                <c:pt idx="2337">
                  <c:v>3621</c:v>
                </c:pt>
                <c:pt idx="2338">
                  <c:v>3621</c:v>
                </c:pt>
                <c:pt idx="2339">
                  <c:v>3621</c:v>
                </c:pt>
                <c:pt idx="2340">
                  <c:v>3621</c:v>
                </c:pt>
                <c:pt idx="2341">
                  <c:v>3621</c:v>
                </c:pt>
                <c:pt idx="2342">
                  <c:v>3634</c:v>
                </c:pt>
                <c:pt idx="2343">
                  <c:v>3634</c:v>
                </c:pt>
                <c:pt idx="2344">
                  <c:v>3634</c:v>
                </c:pt>
                <c:pt idx="2345">
                  <c:v>3634</c:v>
                </c:pt>
                <c:pt idx="2346">
                  <c:v>3634</c:v>
                </c:pt>
                <c:pt idx="2347">
                  <c:v>3634</c:v>
                </c:pt>
                <c:pt idx="2348">
                  <c:v>3634</c:v>
                </c:pt>
                <c:pt idx="2349">
                  <c:v>3652</c:v>
                </c:pt>
                <c:pt idx="2350">
                  <c:v>3652</c:v>
                </c:pt>
                <c:pt idx="2351">
                  <c:v>3652</c:v>
                </c:pt>
                <c:pt idx="2352">
                  <c:v>3652</c:v>
                </c:pt>
                <c:pt idx="2353">
                  <c:v>3652</c:v>
                </c:pt>
                <c:pt idx="2354">
                  <c:v>3674</c:v>
                </c:pt>
                <c:pt idx="2355">
                  <c:v>3713</c:v>
                </c:pt>
                <c:pt idx="2356">
                  <c:v>3713</c:v>
                </c:pt>
                <c:pt idx="2357">
                  <c:v>3713</c:v>
                </c:pt>
                <c:pt idx="2358">
                  <c:v>3713</c:v>
                </c:pt>
                <c:pt idx="2359">
                  <c:v>3713</c:v>
                </c:pt>
                <c:pt idx="2360">
                  <c:v>3713</c:v>
                </c:pt>
                <c:pt idx="2361">
                  <c:v>3713</c:v>
                </c:pt>
                <c:pt idx="2362">
                  <c:v>3713</c:v>
                </c:pt>
                <c:pt idx="2363">
                  <c:v>3713</c:v>
                </c:pt>
                <c:pt idx="2364">
                  <c:v>3713</c:v>
                </c:pt>
                <c:pt idx="2365">
                  <c:v>3713</c:v>
                </c:pt>
                <c:pt idx="2366">
                  <c:v>3713</c:v>
                </c:pt>
                <c:pt idx="2367">
                  <c:v>3713</c:v>
                </c:pt>
                <c:pt idx="2368">
                  <c:v>3713</c:v>
                </c:pt>
                <c:pt idx="2369">
                  <c:v>3713</c:v>
                </c:pt>
                <c:pt idx="2370">
                  <c:v>3713</c:v>
                </c:pt>
                <c:pt idx="2371">
                  <c:v>3713</c:v>
                </c:pt>
                <c:pt idx="2372">
                  <c:v>3713</c:v>
                </c:pt>
                <c:pt idx="2373">
                  <c:v>3713</c:v>
                </c:pt>
                <c:pt idx="2374">
                  <c:v>3713</c:v>
                </c:pt>
                <c:pt idx="2375">
                  <c:v>3713</c:v>
                </c:pt>
                <c:pt idx="2376">
                  <c:v>3713</c:v>
                </c:pt>
                <c:pt idx="2377">
                  <c:v>3702</c:v>
                </c:pt>
                <c:pt idx="2378">
                  <c:v>3702</c:v>
                </c:pt>
                <c:pt idx="2379">
                  <c:v>3702</c:v>
                </c:pt>
                <c:pt idx="2380">
                  <c:v>3702</c:v>
                </c:pt>
                <c:pt idx="2381">
                  <c:v>3702</c:v>
                </c:pt>
                <c:pt idx="2382">
                  <c:v>3682</c:v>
                </c:pt>
                <c:pt idx="2383">
                  <c:v>3682</c:v>
                </c:pt>
                <c:pt idx="2384">
                  <c:v>3682</c:v>
                </c:pt>
                <c:pt idx="2385">
                  <c:v>3682</c:v>
                </c:pt>
                <c:pt idx="2386">
                  <c:v>3682</c:v>
                </c:pt>
                <c:pt idx="2387">
                  <c:v>3682</c:v>
                </c:pt>
                <c:pt idx="2388">
                  <c:v>3682</c:v>
                </c:pt>
                <c:pt idx="2389">
                  <c:v>3682</c:v>
                </c:pt>
                <c:pt idx="2390">
                  <c:v>3682</c:v>
                </c:pt>
                <c:pt idx="2391">
                  <c:v>3682</c:v>
                </c:pt>
                <c:pt idx="2392">
                  <c:v>3682</c:v>
                </c:pt>
                <c:pt idx="2393">
                  <c:v>3682</c:v>
                </c:pt>
                <c:pt idx="2394">
                  <c:v>3682</c:v>
                </c:pt>
                <c:pt idx="2395">
                  <c:v>3682</c:v>
                </c:pt>
                <c:pt idx="2396">
                  <c:v>3682</c:v>
                </c:pt>
                <c:pt idx="2397">
                  <c:v>3682</c:v>
                </c:pt>
                <c:pt idx="2398">
                  <c:v>3682</c:v>
                </c:pt>
                <c:pt idx="2399">
                  <c:v>3682</c:v>
                </c:pt>
                <c:pt idx="2400">
                  <c:v>3682</c:v>
                </c:pt>
                <c:pt idx="2401">
                  <c:v>3682</c:v>
                </c:pt>
                <c:pt idx="2402">
                  <c:v>3682</c:v>
                </c:pt>
                <c:pt idx="2403">
                  <c:v>3682</c:v>
                </c:pt>
                <c:pt idx="2404">
                  <c:v>3682</c:v>
                </c:pt>
                <c:pt idx="2405">
                  <c:v>3682</c:v>
                </c:pt>
                <c:pt idx="2406">
                  <c:v>3682</c:v>
                </c:pt>
                <c:pt idx="2407">
                  <c:v>3682</c:v>
                </c:pt>
                <c:pt idx="2408">
                  <c:v>3682</c:v>
                </c:pt>
                <c:pt idx="2409">
                  <c:v>3682</c:v>
                </c:pt>
                <c:pt idx="2410">
                  <c:v>3682</c:v>
                </c:pt>
                <c:pt idx="2411">
                  <c:v>3682</c:v>
                </c:pt>
                <c:pt idx="2412">
                  <c:v>3682</c:v>
                </c:pt>
                <c:pt idx="2413">
                  <c:v>3673</c:v>
                </c:pt>
                <c:pt idx="2414">
                  <c:v>3673</c:v>
                </c:pt>
                <c:pt idx="2415">
                  <c:v>3673</c:v>
                </c:pt>
                <c:pt idx="2416">
                  <c:v>3673</c:v>
                </c:pt>
                <c:pt idx="2417">
                  <c:v>3673</c:v>
                </c:pt>
                <c:pt idx="2418">
                  <c:v>3673</c:v>
                </c:pt>
                <c:pt idx="2419">
                  <c:v>3673</c:v>
                </c:pt>
                <c:pt idx="2420">
                  <c:v>3673</c:v>
                </c:pt>
                <c:pt idx="2421">
                  <c:v>3673</c:v>
                </c:pt>
                <c:pt idx="2422">
                  <c:v>3673</c:v>
                </c:pt>
                <c:pt idx="2423">
                  <c:v>3673</c:v>
                </c:pt>
                <c:pt idx="2424">
                  <c:v>3673</c:v>
                </c:pt>
                <c:pt idx="2425">
                  <c:v>3673</c:v>
                </c:pt>
                <c:pt idx="2426">
                  <c:v>3673</c:v>
                </c:pt>
                <c:pt idx="2427">
                  <c:v>3673</c:v>
                </c:pt>
                <c:pt idx="2428">
                  <c:v>3673</c:v>
                </c:pt>
                <c:pt idx="2429">
                  <c:v>3673</c:v>
                </c:pt>
                <c:pt idx="2430">
                  <c:v>3673</c:v>
                </c:pt>
                <c:pt idx="2431">
                  <c:v>3673</c:v>
                </c:pt>
                <c:pt idx="2432">
                  <c:v>3673</c:v>
                </c:pt>
                <c:pt idx="2433">
                  <c:v>3673</c:v>
                </c:pt>
                <c:pt idx="2434">
                  <c:v>3668</c:v>
                </c:pt>
                <c:pt idx="2435">
                  <c:v>3668</c:v>
                </c:pt>
                <c:pt idx="2436">
                  <c:v>3668</c:v>
                </c:pt>
                <c:pt idx="2437">
                  <c:v>3668</c:v>
                </c:pt>
                <c:pt idx="2438">
                  <c:v>3668</c:v>
                </c:pt>
                <c:pt idx="2439">
                  <c:v>3668</c:v>
                </c:pt>
                <c:pt idx="2440">
                  <c:v>3668</c:v>
                </c:pt>
                <c:pt idx="2441">
                  <c:v>3668</c:v>
                </c:pt>
                <c:pt idx="2442">
                  <c:v>3668</c:v>
                </c:pt>
                <c:pt idx="2443">
                  <c:v>3668</c:v>
                </c:pt>
                <c:pt idx="2444">
                  <c:v>3668</c:v>
                </c:pt>
                <c:pt idx="2445">
                  <c:v>3668</c:v>
                </c:pt>
                <c:pt idx="2446">
                  <c:v>3668</c:v>
                </c:pt>
                <c:pt idx="2447">
                  <c:v>3668</c:v>
                </c:pt>
                <c:pt idx="2448">
                  <c:v>3668</c:v>
                </c:pt>
                <c:pt idx="2449">
                  <c:v>3668</c:v>
                </c:pt>
                <c:pt idx="2450">
                  <c:v>3668</c:v>
                </c:pt>
                <c:pt idx="2451">
                  <c:v>3668</c:v>
                </c:pt>
                <c:pt idx="2452">
                  <c:v>3668</c:v>
                </c:pt>
                <c:pt idx="2453">
                  <c:v>3668</c:v>
                </c:pt>
                <c:pt idx="2454">
                  <c:v>3668</c:v>
                </c:pt>
                <c:pt idx="2455">
                  <c:v>3668</c:v>
                </c:pt>
                <c:pt idx="2456">
                  <c:v>3668</c:v>
                </c:pt>
                <c:pt idx="2457">
                  <c:v>3668</c:v>
                </c:pt>
                <c:pt idx="2458">
                  <c:v>3668</c:v>
                </c:pt>
                <c:pt idx="2459">
                  <c:v>3668</c:v>
                </c:pt>
                <c:pt idx="2460">
                  <c:v>3668</c:v>
                </c:pt>
                <c:pt idx="2461">
                  <c:v>3668</c:v>
                </c:pt>
                <c:pt idx="2462">
                  <c:v>3668</c:v>
                </c:pt>
                <c:pt idx="2463">
                  <c:v>3668</c:v>
                </c:pt>
                <c:pt idx="2464">
                  <c:v>3668</c:v>
                </c:pt>
                <c:pt idx="2465">
                  <c:v>3668</c:v>
                </c:pt>
                <c:pt idx="2466">
                  <c:v>3668</c:v>
                </c:pt>
                <c:pt idx="2467">
                  <c:v>3668</c:v>
                </c:pt>
                <c:pt idx="2468">
                  <c:v>3668</c:v>
                </c:pt>
                <c:pt idx="2469">
                  <c:v>3668</c:v>
                </c:pt>
                <c:pt idx="2470">
                  <c:v>3668</c:v>
                </c:pt>
                <c:pt idx="2471">
                  <c:v>3668</c:v>
                </c:pt>
                <c:pt idx="2472">
                  <c:v>3668</c:v>
                </c:pt>
              </c:numCache>
            </c:numRef>
          </c:val>
          <c:smooth val="1"/>
          <c:extLst xmlns:c16r2="http://schemas.microsoft.com/office/drawing/2015/06/chart">
            <c:ext xmlns:c16="http://schemas.microsoft.com/office/drawing/2014/chart" uri="{C3380CC4-5D6E-409C-BE32-E72D297353CC}">
              <c16:uniqueId val="{00000000-7BDE-4401-81F9-0112ADD76FE2}"/>
            </c:ext>
          </c:extLst>
        </c:ser>
        <c:ser>
          <c:idx val="1"/>
          <c:order val="1"/>
          <c:tx>
            <c:strRef>
              <c:f>磷肥价格及价差!$AU$1</c:f>
              <c:strCache>
                <c:ptCount val="1"/>
                <c:pt idx="0">
                  <c:v>磷酸二铵美国海湾FOB散装(元/吨)</c:v>
                </c:pt>
              </c:strCache>
            </c:strRef>
          </c:tx>
          <c:spPr>
            <a:ln w="12700" cap="flat" cmpd="sng" algn="ctr">
              <a:solidFill>
                <a:srgbClr val="C8C8C8"/>
              </a:solidFill>
              <a:prstDash val="solid"/>
              <a:miter lim="800000"/>
            </a:ln>
            <a:effectLst/>
          </c:spPr>
          <c:marker>
            <c:symbol val="diamond"/>
            <c:size val="2"/>
            <c:spPr>
              <a:solidFill>
                <a:srgbClr val="C8C8C8"/>
              </a:solidFill>
              <a:ln w="12700">
                <a:solidFill>
                  <a:srgbClr val="C8C8C8"/>
                </a:solidFill>
                <a:prstDash val="solid"/>
              </a:ln>
            </c:spPr>
          </c:marker>
          <c:cat>
            <c:numRef>
              <c:f>磷肥价格及价差!$AS$2:$AS$6333</c:f>
              <c:numCache>
                <c:formatCode>m/d/yyyy</c:formatCode>
                <c:ptCount val="6332"/>
                <c:pt idx="0">
                  <c:v>42882</c:v>
                </c:pt>
                <c:pt idx="1">
                  <c:v>42883</c:v>
                </c:pt>
                <c:pt idx="2">
                  <c:v>42884</c:v>
                </c:pt>
                <c:pt idx="3">
                  <c:v>42885</c:v>
                </c:pt>
                <c:pt idx="4">
                  <c:v>42886</c:v>
                </c:pt>
                <c:pt idx="5">
                  <c:v>42887</c:v>
                </c:pt>
                <c:pt idx="6">
                  <c:v>42888</c:v>
                </c:pt>
                <c:pt idx="7">
                  <c:v>42889</c:v>
                </c:pt>
                <c:pt idx="8">
                  <c:v>42890</c:v>
                </c:pt>
                <c:pt idx="9">
                  <c:v>42891</c:v>
                </c:pt>
                <c:pt idx="10">
                  <c:v>42892</c:v>
                </c:pt>
                <c:pt idx="11">
                  <c:v>42893</c:v>
                </c:pt>
                <c:pt idx="12">
                  <c:v>42894</c:v>
                </c:pt>
                <c:pt idx="13">
                  <c:v>42895</c:v>
                </c:pt>
                <c:pt idx="14">
                  <c:v>42896</c:v>
                </c:pt>
                <c:pt idx="15">
                  <c:v>42897</c:v>
                </c:pt>
                <c:pt idx="16">
                  <c:v>42898</c:v>
                </c:pt>
                <c:pt idx="17">
                  <c:v>42899</c:v>
                </c:pt>
                <c:pt idx="18">
                  <c:v>42900</c:v>
                </c:pt>
                <c:pt idx="19">
                  <c:v>42901</c:v>
                </c:pt>
                <c:pt idx="20">
                  <c:v>42902</c:v>
                </c:pt>
                <c:pt idx="21">
                  <c:v>42903</c:v>
                </c:pt>
                <c:pt idx="22">
                  <c:v>42904</c:v>
                </c:pt>
                <c:pt idx="23">
                  <c:v>42905</c:v>
                </c:pt>
                <c:pt idx="24">
                  <c:v>42906</c:v>
                </c:pt>
                <c:pt idx="25">
                  <c:v>42907</c:v>
                </c:pt>
                <c:pt idx="26">
                  <c:v>42908</c:v>
                </c:pt>
                <c:pt idx="27">
                  <c:v>42909</c:v>
                </c:pt>
                <c:pt idx="28">
                  <c:v>42910</c:v>
                </c:pt>
                <c:pt idx="29">
                  <c:v>42911</c:v>
                </c:pt>
                <c:pt idx="30">
                  <c:v>42912</c:v>
                </c:pt>
                <c:pt idx="31">
                  <c:v>42913</c:v>
                </c:pt>
                <c:pt idx="32">
                  <c:v>42914</c:v>
                </c:pt>
                <c:pt idx="33">
                  <c:v>42915</c:v>
                </c:pt>
                <c:pt idx="34">
                  <c:v>42916</c:v>
                </c:pt>
                <c:pt idx="35">
                  <c:v>42917</c:v>
                </c:pt>
                <c:pt idx="36">
                  <c:v>42918</c:v>
                </c:pt>
                <c:pt idx="37">
                  <c:v>42919</c:v>
                </c:pt>
                <c:pt idx="38">
                  <c:v>42920</c:v>
                </c:pt>
                <c:pt idx="39">
                  <c:v>42921</c:v>
                </c:pt>
                <c:pt idx="40">
                  <c:v>42922</c:v>
                </c:pt>
                <c:pt idx="41">
                  <c:v>42923</c:v>
                </c:pt>
                <c:pt idx="42">
                  <c:v>42924</c:v>
                </c:pt>
                <c:pt idx="43">
                  <c:v>42925</c:v>
                </c:pt>
                <c:pt idx="44">
                  <c:v>42926</c:v>
                </c:pt>
                <c:pt idx="45">
                  <c:v>42927</c:v>
                </c:pt>
                <c:pt idx="46">
                  <c:v>42928</c:v>
                </c:pt>
                <c:pt idx="47">
                  <c:v>42929</c:v>
                </c:pt>
                <c:pt idx="48">
                  <c:v>42930</c:v>
                </c:pt>
                <c:pt idx="49">
                  <c:v>42931</c:v>
                </c:pt>
                <c:pt idx="50">
                  <c:v>42932</c:v>
                </c:pt>
                <c:pt idx="51">
                  <c:v>42933</c:v>
                </c:pt>
                <c:pt idx="52">
                  <c:v>42934</c:v>
                </c:pt>
                <c:pt idx="53">
                  <c:v>42935</c:v>
                </c:pt>
                <c:pt idx="54">
                  <c:v>42936</c:v>
                </c:pt>
                <c:pt idx="55">
                  <c:v>42937</c:v>
                </c:pt>
                <c:pt idx="56">
                  <c:v>42938</c:v>
                </c:pt>
                <c:pt idx="57">
                  <c:v>42939</c:v>
                </c:pt>
                <c:pt idx="58">
                  <c:v>42940</c:v>
                </c:pt>
                <c:pt idx="59">
                  <c:v>42941</c:v>
                </c:pt>
                <c:pt idx="60">
                  <c:v>42942</c:v>
                </c:pt>
                <c:pt idx="61">
                  <c:v>42943</c:v>
                </c:pt>
                <c:pt idx="62">
                  <c:v>42944</c:v>
                </c:pt>
                <c:pt idx="63">
                  <c:v>42945</c:v>
                </c:pt>
                <c:pt idx="64">
                  <c:v>42946</c:v>
                </c:pt>
                <c:pt idx="65">
                  <c:v>42947</c:v>
                </c:pt>
                <c:pt idx="66">
                  <c:v>42948</c:v>
                </c:pt>
                <c:pt idx="67">
                  <c:v>42949</c:v>
                </c:pt>
                <c:pt idx="68">
                  <c:v>42950</c:v>
                </c:pt>
                <c:pt idx="69">
                  <c:v>42951</c:v>
                </c:pt>
                <c:pt idx="70">
                  <c:v>42952</c:v>
                </c:pt>
                <c:pt idx="71">
                  <c:v>42953</c:v>
                </c:pt>
                <c:pt idx="72">
                  <c:v>42954</c:v>
                </c:pt>
                <c:pt idx="73">
                  <c:v>42955</c:v>
                </c:pt>
                <c:pt idx="74">
                  <c:v>42956</c:v>
                </c:pt>
                <c:pt idx="75">
                  <c:v>42957</c:v>
                </c:pt>
                <c:pt idx="76">
                  <c:v>42958</c:v>
                </c:pt>
                <c:pt idx="77">
                  <c:v>42959</c:v>
                </c:pt>
                <c:pt idx="78">
                  <c:v>42960</c:v>
                </c:pt>
                <c:pt idx="79">
                  <c:v>42961</c:v>
                </c:pt>
                <c:pt idx="80">
                  <c:v>42962</c:v>
                </c:pt>
                <c:pt idx="81">
                  <c:v>42963</c:v>
                </c:pt>
                <c:pt idx="82">
                  <c:v>42964</c:v>
                </c:pt>
                <c:pt idx="83">
                  <c:v>42965</c:v>
                </c:pt>
                <c:pt idx="84">
                  <c:v>42966</c:v>
                </c:pt>
                <c:pt idx="85">
                  <c:v>42967</c:v>
                </c:pt>
                <c:pt idx="86">
                  <c:v>42968</c:v>
                </c:pt>
                <c:pt idx="87">
                  <c:v>42969</c:v>
                </c:pt>
                <c:pt idx="88">
                  <c:v>42970</c:v>
                </c:pt>
                <c:pt idx="89">
                  <c:v>42971</c:v>
                </c:pt>
                <c:pt idx="90">
                  <c:v>42972</c:v>
                </c:pt>
                <c:pt idx="91">
                  <c:v>42973</c:v>
                </c:pt>
                <c:pt idx="92">
                  <c:v>42974</c:v>
                </c:pt>
                <c:pt idx="93">
                  <c:v>42975</c:v>
                </c:pt>
                <c:pt idx="94">
                  <c:v>42976</c:v>
                </c:pt>
                <c:pt idx="95">
                  <c:v>42977</c:v>
                </c:pt>
                <c:pt idx="96">
                  <c:v>42978</c:v>
                </c:pt>
                <c:pt idx="97">
                  <c:v>42979</c:v>
                </c:pt>
                <c:pt idx="98">
                  <c:v>42980</c:v>
                </c:pt>
                <c:pt idx="99">
                  <c:v>42981</c:v>
                </c:pt>
                <c:pt idx="100">
                  <c:v>42982</c:v>
                </c:pt>
                <c:pt idx="101">
                  <c:v>42983</c:v>
                </c:pt>
                <c:pt idx="102">
                  <c:v>42984</c:v>
                </c:pt>
                <c:pt idx="103">
                  <c:v>42985</c:v>
                </c:pt>
                <c:pt idx="104">
                  <c:v>42986</c:v>
                </c:pt>
                <c:pt idx="105">
                  <c:v>42987</c:v>
                </c:pt>
                <c:pt idx="106">
                  <c:v>42988</c:v>
                </c:pt>
                <c:pt idx="107">
                  <c:v>42989</c:v>
                </c:pt>
                <c:pt idx="108">
                  <c:v>42990</c:v>
                </c:pt>
                <c:pt idx="109">
                  <c:v>42991</c:v>
                </c:pt>
                <c:pt idx="110">
                  <c:v>42992</c:v>
                </c:pt>
                <c:pt idx="111">
                  <c:v>42993</c:v>
                </c:pt>
                <c:pt idx="112">
                  <c:v>42994</c:v>
                </c:pt>
                <c:pt idx="113">
                  <c:v>42995</c:v>
                </c:pt>
                <c:pt idx="114">
                  <c:v>42996</c:v>
                </c:pt>
                <c:pt idx="115">
                  <c:v>42997</c:v>
                </c:pt>
                <c:pt idx="116">
                  <c:v>42998</c:v>
                </c:pt>
                <c:pt idx="117">
                  <c:v>42999</c:v>
                </c:pt>
                <c:pt idx="118">
                  <c:v>43000</c:v>
                </c:pt>
                <c:pt idx="119">
                  <c:v>43001</c:v>
                </c:pt>
                <c:pt idx="120">
                  <c:v>43002</c:v>
                </c:pt>
                <c:pt idx="121">
                  <c:v>43003</c:v>
                </c:pt>
                <c:pt idx="122">
                  <c:v>43004</c:v>
                </c:pt>
                <c:pt idx="123">
                  <c:v>43005</c:v>
                </c:pt>
                <c:pt idx="124">
                  <c:v>43006</c:v>
                </c:pt>
                <c:pt idx="125">
                  <c:v>43007</c:v>
                </c:pt>
                <c:pt idx="126">
                  <c:v>43008</c:v>
                </c:pt>
                <c:pt idx="127">
                  <c:v>43009</c:v>
                </c:pt>
                <c:pt idx="128">
                  <c:v>43010</c:v>
                </c:pt>
                <c:pt idx="129">
                  <c:v>43011</c:v>
                </c:pt>
                <c:pt idx="130">
                  <c:v>43012</c:v>
                </c:pt>
                <c:pt idx="131">
                  <c:v>43013</c:v>
                </c:pt>
                <c:pt idx="132">
                  <c:v>43014</c:v>
                </c:pt>
                <c:pt idx="133">
                  <c:v>43015</c:v>
                </c:pt>
                <c:pt idx="134">
                  <c:v>43016</c:v>
                </c:pt>
                <c:pt idx="135">
                  <c:v>43017</c:v>
                </c:pt>
                <c:pt idx="136">
                  <c:v>43018</c:v>
                </c:pt>
                <c:pt idx="137">
                  <c:v>43019</c:v>
                </c:pt>
                <c:pt idx="138">
                  <c:v>43020</c:v>
                </c:pt>
                <c:pt idx="139">
                  <c:v>43021</c:v>
                </c:pt>
                <c:pt idx="140">
                  <c:v>43022</c:v>
                </c:pt>
                <c:pt idx="141">
                  <c:v>43023</c:v>
                </c:pt>
                <c:pt idx="142">
                  <c:v>43024</c:v>
                </c:pt>
                <c:pt idx="143">
                  <c:v>43025</c:v>
                </c:pt>
                <c:pt idx="144">
                  <c:v>43026</c:v>
                </c:pt>
                <c:pt idx="145">
                  <c:v>43027</c:v>
                </c:pt>
                <c:pt idx="146">
                  <c:v>43028</c:v>
                </c:pt>
                <c:pt idx="147">
                  <c:v>43029</c:v>
                </c:pt>
                <c:pt idx="148">
                  <c:v>43030</c:v>
                </c:pt>
                <c:pt idx="149">
                  <c:v>43031</c:v>
                </c:pt>
                <c:pt idx="150">
                  <c:v>43032</c:v>
                </c:pt>
                <c:pt idx="151">
                  <c:v>43033</c:v>
                </c:pt>
                <c:pt idx="152">
                  <c:v>43034</c:v>
                </c:pt>
                <c:pt idx="153">
                  <c:v>43035</c:v>
                </c:pt>
                <c:pt idx="154">
                  <c:v>43036</c:v>
                </c:pt>
                <c:pt idx="155">
                  <c:v>43037</c:v>
                </c:pt>
                <c:pt idx="156">
                  <c:v>43038</c:v>
                </c:pt>
                <c:pt idx="157">
                  <c:v>43039</c:v>
                </c:pt>
                <c:pt idx="158">
                  <c:v>43040</c:v>
                </c:pt>
                <c:pt idx="159">
                  <c:v>43041</c:v>
                </c:pt>
                <c:pt idx="160">
                  <c:v>43042</c:v>
                </c:pt>
                <c:pt idx="161">
                  <c:v>43043</c:v>
                </c:pt>
                <c:pt idx="162">
                  <c:v>43044</c:v>
                </c:pt>
                <c:pt idx="163">
                  <c:v>43045</c:v>
                </c:pt>
                <c:pt idx="164">
                  <c:v>43046</c:v>
                </c:pt>
                <c:pt idx="165">
                  <c:v>43047</c:v>
                </c:pt>
                <c:pt idx="166">
                  <c:v>43048</c:v>
                </c:pt>
                <c:pt idx="167">
                  <c:v>43049</c:v>
                </c:pt>
                <c:pt idx="168">
                  <c:v>43050</c:v>
                </c:pt>
                <c:pt idx="169">
                  <c:v>43051</c:v>
                </c:pt>
                <c:pt idx="170">
                  <c:v>43052</c:v>
                </c:pt>
                <c:pt idx="171">
                  <c:v>43053</c:v>
                </c:pt>
                <c:pt idx="172">
                  <c:v>43054</c:v>
                </c:pt>
                <c:pt idx="173">
                  <c:v>43055</c:v>
                </c:pt>
                <c:pt idx="174">
                  <c:v>43056</c:v>
                </c:pt>
                <c:pt idx="175">
                  <c:v>43057</c:v>
                </c:pt>
                <c:pt idx="176">
                  <c:v>43058</c:v>
                </c:pt>
                <c:pt idx="177">
                  <c:v>43059</c:v>
                </c:pt>
                <c:pt idx="178">
                  <c:v>43060</c:v>
                </c:pt>
                <c:pt idx="179">
                  <c:v>43061</c:v>
                </c:pt>
                <c:pt idx="180">
                  <c:v>43062</c:v>
                </c:pt>
                <c:pt idx="181">
                  <c:v>43063</c:v>
                </c:pt>
                <c:pt idx="182">
                  <c:v>43064</c:v>
                </c:pt>
                <c:pt idx="183">
                  <c:v>43065</c:v>
                </c:pt>
                <c:pt idx="184">
                  <c:v>43066</c:v>
                </c:pt>
                <c:pt idx="185">
                  <c:v>43067</c:v>
                </c:pt>
                <c:pt idx="186">
                  <c:v>43068</c:v>
                </c:pt>
                <c:pt idx="187">
                  <c:v>43069</c:v>
                </c:pt>
                <c:pt idx="188">
                  <c:v>43070</c:v>
                </c:pt>
                <c:pt idx="189">
                  <c:v>43071</c:v>
                </c:pt>
                <c:pt idx="190">
                  <c:v>43072</c:v>
                </c:pt>
                <c:pt idx="191">
                  <c:v>43073</c:v>
                </c:pt>
                <c:pt idx="192">
                  <c:v>43074</c:v>
                </c:pt>
                <c:pt idx="193">
                  <c:v>43075</c:v>
                </c:pt>
                <c:pt idx="194">
                  <c:v>43076</c:v>
                </c:pt>
                <c:pt idx="195">
                  <c:v>43077</c:v>
                </c:pt>
                <c:pt idx="196">
                  <c:v>43078</c:v>
                </c:pt>
                <c:pt idx="197">
                  <c:v>43079</c:v>
                </c:pt>
                <c:pt idx="198">
                  <c:v>43080</c:v>
                </c:pt>
                <c:pt idx="199">
                  <c:v>43081</c:v>
                </c:pt>
                <c:pt idx="200">
                  <c:v>43082</c:v>
                </c:pt>
                <c:pt idx="201">
                  <c:v>43083</c:v>
                </c:pt>
                <c:pt idx="202">
                  <c:v>43084</c:v>
                </c:pt>
                <c:pt idx="203">
                  <c:v>43085</c:v>
                </c:pt>
                <c:pt idx="204">
                  <c:v>43086</c:v>
                </c:pt>
                <c:pt idx="205">
                  <c:v>43087</c:v>
                </c:pt>
                <c:pt idx="206">
                  <c:v>43088</c:v>
                </c:pt>
                <c:pt idx="207">
                  <c:v>43089</c:v>
                </c:pt>
                <c:pt idx="208">
                  <c:v>43090</c:v>
                </c:pt>
                <c:pt idx="209">
                  <c:v>43091</c:v>
                </c:pt>
                <c:pt idx="210">
                  <c:v>43092</c:v>
                </c:pt>
                <c:pt idx="211">
                  <c:v>43093</c:v>
                </c:pt>
                <c:pt idx="212">
                  <c:v>43094</c:v>
                </c:pt>
                <c:pt idx="213">
                  <c:v>43095</c:v>
                </c:pt>
                <c:pt idx="214">
                  <c:v>43096</c:v>
                </c:pt>
                <c:pt idx="215">
                  <c:v>43097</c:v>
                </c:pt>
                <c:pt idx="216">
                  <c:v>43098</c:v>
                </c:pt>
                <c:pt idx="217">
                  <c:v>43099</c:v>
                </c:pt>
                <c:pt idx="218">
                  <c:v>43100</c:v>
                </c:pt>
                <c:pt idx="219">
                  <c:v>43101</c:v>
                </c:pt>
                <c:pt idx="220">
                  <c:v>43102</c:v>
                </c:pt>
                <c:pt idx="221">
                  <c:v>43103</c:v>
                </c:pt>
                <c:pt idx="222">
                  <c:v>43104</c:v>
                </c:pt>
                <c:pt idx="223">
                  <c:v>43105</c:v>
                </c:pt>
                <c:pt idx="224">
                  <c:v>43106</c:v>
                </c:pt>
                <c:pt idx="225">
                  <c:v>43107</c:v>
                </c:pt>
                <c:pt idx="226">
                  <c:v>43108</c:v>
                </c:pt>
                <c:pt idx="227">
                  <c:v>43109</c:v>
                </c:pt>
                <c:pt idx="228">
                  <c:v>43110</c:v>
                </c:pt>
                <c:pt idx="229">
                  <c:v>43111</c:v>
                </c:pt>
                <c:pt idx="230">
                  <c:v>43112</c:v>
                </c:pt>
                <c:pt idx="231">
                  <c:v>43113</c:v>
                </c:pt>
                <c:pt idx="232">
                  <c:v>43114</c:v>
                </c:pt>
                <c:pt idx="233">
                  <c:v>43115</c:v>
                </c:pt>
                <c:pt idx="234">
                  <c:v>43116</c:v>
                </c:pt>
                <c:pt idx="235">
                  <c:v>43117</c:v>
                </c:pt>
                <c:pt idx="236">
                  <c:v>43118</c:v>
                </c:pt>
                <c:pt idx="237">
                  <c:v>43119</c:v>
                </c:pt>
                <c:pt idx="238">
                  <c:v>43120</c:v>
                </c:pt>
                <c:pt idx="239">
                  <c:v>43121</c:v>
                </c:pt>
                <c:pt idx="240">
                  <c:v>43122</c:v>
                </c:pt>
                <c:pt idx="241">
                  <c:v>43123</c:v>
                </c:pt>
                <c:pt idx="242">
                  <c:v>43124</c:v>
                </c:pt>
                <c:pt idx="243">
                  <c:v>43125</c:v>
                </c:pt>
                <c:pt idx="244">
                  <c:v>43126</c:v>
                </c:pt>
                <c:pt idx="245">
                  <c:v>43127</c:v>
                </c:pt>
                <c:pt idx="246">
                  <c:v>43128</c:v>
                </c:pt>
                <c:pt idx="247">
                  <c:v>43129</c:v>
                </c:pt>
                <c:pt idx="248">
                  <c:v>43130</c:v>
                </c:pt>
                <c:pt idx="249">
                  <c:v>43131</c:v>
                </c:pt>
                <c:pt idx="250">
                  <c:v>43132</c:v>
                </c:pt>
                <c:pt idx="251">
                  <c:v>43133</c:v>
                </c:pt>
                <c:pt idx="252">
                  <c:v>43134</c:v>
                </c:pt>
                <c:pt idx="253">
                  <c:v>43135</c:v>
                </c:pt>
                <c:pt idx="254">
                  <c:v>43136</c:v>
                </c:pt>
                <c:pt idx="255">
                  <c:v>43137</c:v>
                </c:pt>
                <c:pt idx="256">
                  <c:v>43138</c:v>
                </c:pt>
                <c:pt idx="257">
                  <c:v>43139</c:v>
                </c:pt>
                <c:pt idx="258">
                  <c:v>43140</c:v>
                </c:pt>
                <c:pt idx="259">
                  <c:v>43141</c:v>
                </c:pt>
                <c:pt idx="260">
                  <c:v>43142</c:v>
                </c:pt>
                <c:pt idx="261">
                  <c:v>43143</c:v>
                </c:pt>
                <c:pt idx="262">
                  <c:v>43144</c:v>
                </c:pt>
                <c:pt idx="263">
                  <c:v>43145</c:v>
                </c:pt>
                <c:pt idx="264">
                  <c:v>43146</c:v>
                </c:pt>
                <c:pt idx="265">
                  <c:v>43147</c:v>
                </c:pt>
                <c:pt idx="266">
                  <c:v>43148</c:v>
                </c:pt>
                <c:pt idx="267">
                  <c:v>43149</c:v>
                </c:pt>
                <c:pt idx="268">
                  <c:v>43150</c:v>
                </c:pt>
                <c:pt idx="269">
                  <c:v>43151</c:v>
                </c:pt>
                <c:pt idx="270">
                  <c:v>43152</c:v>
                </c:pt>
                <c:pt idx="271">
                  <c:v>43153</c:v>
                </c:pt>
                <c:pt idx="272">
                  <c:v>43154</c:v>
                </c:pt>
                <c:pt idx="273">
                  <c:v>43155</c:v>
                </c:pt>
                <c:pt idx="274">
                  <c:v>43156</c:v>
                </c:pt>
                <c:pt idx="275">
                  <c:v>43157</c:v>
                </c:pt>
                <c:pt idx="276">
                  <c:v>43158</c:v>
                </c:pt>
                <c:pt idx="277">
                  <c:v>43159</c:v>
                </c:pt>
                <c:pt idx="278">
                  <c:v>43160</c:v>
                </c:pt>
                <c:pt idx="279">
                  <c:v>43161</c:v>
                </c:pt>
                <c:pt idx="280">
                  <c:v>43162</c:v>
                </c:pt>
                <c:pt idx="281">
                  <c:v>43163</c:v>
                </c:pt>
                <c:pt idx="282">
                  <c:v>43164</c:v>
                </c:pt>
                <c:pt idx="283">
                  <c:v>43165</c:v>
                </c:pt>
                <c:pt idx="284">
                  <c:v>43166</c:v>
                </c:pt>
                <c:pt idx="285">
                  <c:v>43167</c:v>
                </c:pt>
                <c:pt idx="286">
                  <c:v>43168</c:v>
                </c:pt>
                <c:pt idx="287">
                  <c:v>43169</c:v>
                </c:pt>
                <c:pt idx="288">
                  <c:v>43170</c:v>
                </c:pt>
                <c:pt idx="289">
                  <c:v>43171</c:v>
                </c:pt>
                <c:pt idx="290">
                  <c:v>43172</c:v>
                </c:pt>
                <c:pt idx="291">
                  <c:v>43173</c:v>
                </c:pt>
                <c:pt idx="292">
                  <c:v>43174</c:v>
                </c:pt>
                <c:pt idx="293">
                  <c:v>43175</c:v>
                </c:pt>
                <c:pt idx="294">
                  <c:v>43176</c:v>
                </c:pt>
                <c:pt idx="295">
                  <c:v>43177</c:v>
                </c:pt>
                <c:pt idx="296">
                  <c:v>43178</c:v>
                </c:pt>
                <c:pt idx="297">
                  <c:v>43179</c:v>
                </c:pt>
                <c:pt idx="298">
                  <c:v>43180</c:v>
                </c:pt>
                <c:pt idx="299">
                  <c:v>43181</c:v>
                </c:pt>
                <c:pt idx="300">
                  <c:v>43182</c:v>
                </c:pt>
                <c:pt idx="301">
                  <c:v>43183</c:v>
                </c:pt>
                <c:pt idx="302">
                  <c:v>43184</c:v>
                </c:pt>
                <c:pt idx="303">
                  <c:v>43185</c:v>
                </c:pt>
                <c:pt idx="304">
                  <c:v>43186</c:v>
                </c:pt>
                <c:pt idx="305">
                  <c:v>43187</c:v>
                </c:pt>
                <c:pt idx="306">
                  <c:v>43188</c:v>
                </c:pt>
                <c:pt idx="307">
                  <c:v>43189</c:v>
                </c:pt>
                <c:pt idx="308">
                  <c:v>43190</c:v>
                </c:pt>
                <c:pt idx="309">
                  <c:v>43191</c:v>
                </c:pt>
                <c:pt idx="310">
                  <c:v>43192</c:v>
                </c:pt>
                <c:pt idx="311">
                  <c:v>43193</c:v>
                </c:pt>
                <c:pt idx="312">
                  <c:v>43194</c:v>
                </c:pt>
                <c:pt idx="313">
                  <c:v>43195</c:v>
                </c:pt>
                <c:pt idx="314">
                  <c:v>43196</c:v>
                </c:pt>
                <c:pt idx="315">
                  <c:v>43197</c:v>
                </c:pt>
                <c:pt idx="316">
                  <c:v>43198</c:v>
                </c:pt>
                <c:pt idx="317">
                  <c:v>43199</c:v>
                </c:pt>
                <c:pt idx="318">
                  <c:v>43200</c:v>
                </c:pt>
                <c:pt idx="319">
                  <c:v>43201</c:v>
                </c:pt>
                <c:pt idx="320">
                  <c:v>43202</c:v>
                </c:pt>
                <c:pt idx="321">
                  <c:v>43203</c:v>
                </c:pt>
                <c:pt idx="322">
                  <c:v>43204</c:v>
                </c:pt>
                <c:pt idx="323">
                  <c:v>43205</c:v>
                </c:pt>
                <c:pt idx="324">
                  <c:v>43206</c:v>
                </c:pt>
                <c:pt idx="325">
                  <c:v>43207</c:v>
                </c:pt>
                <c:pt idx="326">
                  <c:v>43208</c:v>
                </c:pt>
                <c:pt idx="327">
                  <c:v>43209</c:v>
                </c:pt>
                <c:pt idx="328">
                  <c:v>43210</c:v>
                </c:pt>
                <c:pt idx="329">
                  <c:v>43211</c:v>
                </c:pt>
                <c:pt idx="330">
                  <c:v>43212</c:v>
                </c:pt>
                <c:pt idx="331">
                  <c:v>43213</c:v>
                </c:pt>
                <c:pt idx="332">
                  <c:v>43214</c:v>
                </c:pt>
                <c:pt idx="333">
                  <c:v>43215</c:v>
                </c:pt>
                <c:pt idx="334">
                  <c:v>43216</c:v>
                </c:pt>
                <c:pt idx="335">
                  <c:v>43217</c:v>
                </c:pt>
                <c:pt idx="336">
                  <c:v>43218</c:v>
                </c:pt>
                <c:pt idx="337">
                  <c:v>43219</c:v>
                </c:pt>
                <c:pt idx="338">
                  <c:v>43220</c:v>
                </c:pt>
                <c:pt idx="339">
                  <c:v>43221</c:v>
                </c:pt>
                <c:pt idx="340">
                  <c:v>43222</c:v>
                </c:pt>
                <c:pt idx="341">
                  <c:v>43223</c:v>
                </c:pt>
                <c:pt idx="342">
                  <c:v>43224</c:v>
                </c:pt>
                <c:pt idx="343">
                  <c:v>43225</c:v>
                </c:pt>
                <c:pt idx="344">
                  <c:v>43226</c:v>
                </c:pt>
                <c:pt idx="345">
                  <c:v>43227</c:v>
                </c:pt>
                <c:pt idx="346">
                  <c:v>43228</c:v>
                </c:pt>
                <c:pt idx="347">
                  <c:v>43229</c:v>
                </c:pt>
                <c:pt idx="348">
                  <c:v>43230</c:v>
                </c:pt>
                <c:pt idx="349">
                  <c:v>43231</c:v>
                </c:pt>
                <c:pt idx="350">
                  <c:v>43232</c:v>
                </c:pt>
                <c:pt idx="351">
                  <c:v>43233</c:v>
                </c:pt>
                <c:pt idx="352">
                  <c:v>43234</c:v>
                </c:pt>
                <c:pt idx="353">
                  <c:v>43235</c:v>
                </c:pt>
                <c:pt idx="354">
                  <c:v>43236</c:v>
                </c:pt>
                <c:pt idx="355">
                  <c:v>43237</c:v>
                </c:pt>
                <c:pt idx="356">
                  <c:v>43238</c:v>
                </c:pt>
                <c:pt idx="357">
                  <c:v>43239</c:v>
                </c:pt>
                <c:pt idx="358">
                  <c:v>43240</c:v>
                </c:pt>
                <c:pt idx="359">
                  <c:v>43241</c:v>
                </c:pt>
                <c:pt idx="360">
                  <c:v>43242</c:v>
                </c:pt>
                <c:pt idx="361">
                  <c:v>43243</c:v>
                </c:pt>
                <c:pt idx="362">
                  <c:v>43244</c:v>
                </c:pt>
                <c:pt idx="363">
                  <c:v>43245</c:v>
                </c:pt>
                <c:pt idx="364">
                  <c:v>43246</c:v>
                </c:pt>
                <c:pt idx="365">
                  <c:v>43247</c:v>
                </c:pt>
                <c:pt idx="366">
                  <c:v>43248</c:v>
                </c:pt>
                <c:pt idx="367">
                  <c:v>43249</c:v>
                </c:pt>
                <c:pt idx="368">
                  <c:v>43250</c:v>
                </c:pt>
                <c:pt idx="369">
                  <c:v>43251</c:v>
                </c:pt>
                <c:pt idx="370">
                  <c:v>43252</c:v>
                </c:pt>
                <c:pt idx="371">
                  <c:v>43253</c:v>
                </c:pt>
                <c:pt idx="372">
                  <c:v>43254</c:v>
                </c:pt>
                <c:pt idx="373">
                  <c:v>43255</c:v>
                </c:pt>
                <c:pt idx="374">
                  <c:v>43256</c:v>
                </c:pt>
                <c:pt idx="375">
                  <c:v>43257</c:v>
                </c:pt>
                <c:pt idx="376">
                  <c:v>43258</c:v>
                </c:pt>
                <c:pt idx="377">
                  <c:v>43259</c:v>
                </c:pt>
                <c:pt idx="378">
                  <c:v>43260</c:v>
                </c:pt>
                <c:pt idx="379">
                  <c:v>43261</c:v>
                </c:pt>
                <c:pt idx="380">
                  <c:v>43262</c:v>
                </c:pt>
                <c:pt idx="381">
                  <c:v>43263</c:v>
                </c:pt>
                <c:pt idx="382">
                  <c:v>43264</c:v>
                </c:pt>
                <c:pt idx="383">
                  <c:v>43265</c:v>
                </c:pt>
                <c:pt idx="384">
                  <c:v>43266</c:v>
                </c:pt>
                <c:pt idx="385">
                  <c:v>43267</c:v>
                </c:pt>
                <c:pt idx="386">
                  <c:v>43268</c:v>
                </c:pt>
                <c:pt idx="387">
                  <c:v>43269</c:v>
                </c:pt>
                <c:pt idx="388">
                  <c:v>43270</c:v>
                </c:pt>
                <c:pt idx="389">
                  <c:v>43271</c:v>
                </c:pt>
                <c:pt idx="390">
                  <c:v>43272</c:v>
                </c:pt>
                <c:pt idx="391">
                  <c:v>43273</c:v>
                </c:pt>
                <c:pt idx="392">
                  <c:v>43274</c:v>
                </c:pt>
                <c:pt idx="393">
                  <c:v>43275</c:v>
                </c:pt>
                <c:pt idx="394">
                  <c:v>43276</c:v>
                </c:pt>
                <c:pt idx="395">
                  <c:v>43277</c:v>
                </c:pt>
                <c:pt idx="396">
                  <c:v>43278</c:v>
                </c:pt>
                <c:pt idx="397">
                  <c:v>43279</c:v>
                </c:pt>
                <c:pt idx="398">
                  <c:v>43280</c:v>
                </c:pt>
                <c:pt idx="399">
                  <c:v>43281</c:v>
                </c:pt>
                <c:pt idx="400">
                  <c:v>43282</c:v>
                </c:pt>
                <c:pt idx="401">
                  <c:v>43283</c:v>
                </c:pt>
                <c:pt idx="402">
                  <c:v>43284</c:v>
                </c:pt>
                <c:pt idx="403">
                  <c:v>43285</c:v>
                </c:pt>
                <c:pt idx="404">
                  <c:v>43286</c:v>
                </c:pt>
                <c:pt idx="405">
                  <c:v>43287</c:v>
                </c:pt>
                <c:pt idx="406">
                  <c:v>43288</c:v>
                </c:pt>
                <c:pt idx="407">
                  <c:v>43289</c:v>
                </c:pt>
                <c:pt idx="408">
                  <c:v>43290</c:v>
                </c:pt>
                <c:pt idx="409">
                  <c:v>43291</c:v>
                </c:pt>
                <c:pt idx="410">
                  <c:v>43292</c:v>
                </c:pt>
                <c:pt idx="411">
                  <c:v>43293</c:v>
                </c:pt>
                <c:pt idx="412">
                  <c:v>43294</c:v>
                </c:pt>
                <c:pt idx="413">
                  <c:v>43295</c:v>
                </c:pt>
                <c:pt idx="414">
                  <c:v>43296</c:v>
                </c:pt>
                <c:pt idx="415">
                  <c:v>43297</c:v>
                </c:pt>
                <c:pt idx="416">
                  <c:v>43298</c:v>
                </c:pt>
                <c:pt idx="417">
                  <c:v>43299</c:v>
                </c:pt>
                <c:pt idx="418">
                  <c:v>43300</c:v>
                </c:pt>
                <c:pt idx="419">
                  <c:v>43301</c:v>
                </c:pt>
                <c:pt idx="420">
                  <c:v>43302</c:v>
                </c:pt>
                <c:pt idx="421">
                  <c:v>43303</c:v>
                </c:pt>
                <c:pt idx="422">
                  <c:v>43304</c:v>
                </c:pt>
                <c:pt idx="423">
                  <c:v>43305</c:v>
                </c:pt>
                <c:pt idx="424">
                  <c:v>43306</c:v>
                </c:pt>
                <c:pt idx="425">
                  <c:v>43307</c:v>
                </c:pt>
                <c:pt idx="426">
                  <c:v>43308</c:v>
                </c:pt>
                <c:pt idx="427">
                  <c:v>43309</c:v>
                </c:pt>
                <c:pt idx="428">
                  <c:v>43310</c:v>
                </c:pt>
                <c:pt idx="429">
                  <c:v>43311</c:v>
                </c:pt>
                <c:pt idx="430">
                  <c:v>43312</c:v>
                </c:pt>
                <c:pt idx="431">
                  <c:v>43313</c:v>
                </c:pt>
                <c:pt idx="432">
                  <c:v>43314</c:v>
                </c:pt>
                <c:pt idx="433">
                  <c:v>43315</c:v>
                </c:pt>
                <c:pt idx="434">
                  <c:v>43316</c:v>
                </c:pt>
                <c:pt idx="435">
                  <c:v>43317</c:v>
                </c:pt>
                <c:pt idx="436">
                  <c:v>43318</c:v>
                </c:pt>
                <c:pt idx="437">
                  <c:v>43319</c:v>
                </c:pt>
                <c:pt idx="438">
                  <c:v>43320</c:v>
                </c:pt>
                <c:pt idx="439">
                  <c:v>43321</c:v>
                </c:pt>
                <c:pt idx="440">
                  <c:v>43322</c:v>
                </c:pt>
                <c:pt idx="441">
                  <c:v>43323</c:v>
                </c:pt>
                <c:pt idx="442">
                  <c:v>43324</c:v>
                </c:pt>
                <c:pt idx="443">
                  <c:v>43325</c:v>
                </c:pt>
                <c:pt idx="444">
                  <c:v>43326</c:v>
                </c:pt>
                <c:pt idx="445">
                  <c:v>43327</c:v>
                </c:pt>
                <c:pt idx="446">
                  <c:v>43328</c:v>
                </c:pt>
                <c:pt idx="447">
                  <c:v>43329</c:v>
                </c:pt>
                <c:pt idx="448">
                  <c:v>43330</c:v>
                </c:pt>
                <c:pt idx="449">
                  <c:v>43331</c:v>
                </c:pt>
                <c:pt idx="450">
                  <c:v>43332</c:v>
                </c:pt>
                <c:pt idx="451">
                  <c:v>43333</c:v>
                </c:pt>
                <c:pt idx="452">
                  <c:v>43334</c:v>
                </c:pt>
                <c:pt idx="453">
                  <c:v>43335</c:v>
                </c:pt>
                <c:pt idx="454">
                  <c:v>43336</c:v>
                </c:pt>
                <c:pt idx="455">
                  <c:v>43337</c:v>
                </c:pt>
                <c:pt idx="456">
                  <c:v>43338</c:v>
                </c:pt>
                <c:pt idx="457">
                  <c:v>43339</c:v>
                </c:pt>
                <c:pt idx="458">
                  <c:v>43340</c:v>
                </c:pt>
                <c:pt idx="459">
                  <c:v>43341</c:v>
                </c:pt>
                <c:pt idx="460">
                  <c:v>43342</c:v>
                </c:pt>
                <c:pt idx="461">
                  <c:v>43343</c:v>
                </c:pt>
                <c:pt idx="462">
                  <c:v>43344</c:v>
                </c:pt>
                <c:pt idx="463">
                  <c:v>43345</c:v>
                </c:pt>
                <c:pt idx="464">
                  <c:v>43346</c:v>
                </c:pt>
                <c:pt idx="465">
                  <c:v>43347</c:v>
                </c:pt>
                <c:pt idx="466">
                  <c:v>43348</c:v>
                </c:pt>
                <c:pt idx="467">
                  <c:v>43349</c:v>
                </c:pt>
                <c:pt idx="468">
                  <c:v>43350</c:v>
                </c:pt>
                <c:pt idx="469">
                  <c:v>43351</c:v>
                </c:pt>
                <c:pt idx="470">
                  <c:v>43352</c:v>
                </c:pt>
                <c:pt idx="471">
                  <c:v>43353</c:v>
                </c:pt>
                <c:pt idx="472">
                  <c:v>43354</c:v>
                </c:pt>
                <c:pt idx="473">
                  <c:v>43355</c:v>
                </c:pt>
                <c:pt idx="474">
                  <c:v>43356</c:v>
                </c:pt>
                <c:pt idx="475">
                  <c:v>43357</c:v>
                </c:pt>
                <c:pt idx="476">
                  <c:v>43358</c:v>
                </c:pt>
                <c:pt idx="477">
                  <c:v>43359</c:v>
                </c:pt>
                <c:pt idx="478">
                  <c:v>43360</c:v>
                </c:pt>
                <c:pt idx="479">
                  <c:v>43361</c:v>
                </c:pt>
                <c:pt idx="480">
                  <c:v>43362</c:v>
                </c:pt>
                <c:pt idx="481">
                  <c:v>43363</c:v>
                </c:pt>
                <c:pt idx="482">
                  <c:v>43364</c:v>
                </c:pt>
                <c:pt idx="483">
                  <c:v>43365</c:v>
                </c:pt>
                <c:pt idx="484">
                  <c:v>43366</c:v>
                </c:pt>
                <c:pt idx="485">
                  <c:v>43367</c:v>
                </c:pt>
                <c:pt idx="486">
                  <c:v>43368</c:v>
                </c:pt>
                <c:pt idx="487">
                  <c:v>43369</c:v>
                </c:pt>
                <c:pt idx="488">
                  <c:v>43370</c:v>
                </c:pt>
                <c:pt idx="489">
                  <c:v>43371</c:v>
                </c:pt>
                <c:pt idx="490">
                  <c:v>43372</c:v>
                </c:pt>
                <c:pt idx="491">
                  <c:v>43373</c:v>
                </c:pt>
                <c:pt idx="492">
                  <c:v>43374</c:v>
                </c:pt>
                <c:pt idx="493">
                  <c:v>43375</c:v>
                </c:pt>
                <c:pt idx="494">
                  <c:v>43376</c:v>
                </c:pt>
                <c:pt idx="495">
                  <c:v>43377</c:v>
                </c:pt>
                <c:pt idx="496">
                  <c:v>43378</c:v>
                </c:pt>
                <c:pt idx="497">
                  <c:v>43379</c:v>
                </c:pt>
                <c:pt idx="498">
                  <c:v>43380</c:v>
                </c:pt>
                <c:pt idx="499">
                  <c:v>43381</c:v>
                </c:pt>
                <c:pt idx="500">
                  <c:v>43382</c:v>
                </c:pt>
                <c:pt idx="501">
                  <c:v>43383</c:v>
                </c:pt>
                <c:pt idx="502">
                  <c:v>43384</c:v>
                </c:pt>
                <c:pt idx="503">
                  <c:v>43385</c:v>
                </c:pt>
                <c:pt idx="504">
                  <c:v>43386</c:v>
                </c:pt>
                <c:pt idx="505">
                  <c:v>43387</c:v>
                </c:pt>
                <c:pt idx="506">
                  <c:v>43388</c:v>
                </c:pt>
                <c:pt idx="507">
                  <c:v>43389</c:v>
                </c:pt>
                <c:pt idx="508">
                  <c:v>43390</c:v>
                </c:pt>
                <c:pt idx="509">
                  <c:v>43391</c:v>
                </c:pt>
                <c:pt idx="510">
                  <c:v>43392</c:v>
                </c:pt>
                <c:pt idx="511">
                  <c:v>43393</c:v>
                </c:pt>
                <c:pt idx="512">
                  <c:v>43394</c:v>
                </c:pt>
                <c:pt idx="513">
                  <c:v>43395</c:v>
                </c:pt>
                <c:pt idx="514">
                  <c:v>43396</c:v>
                </c:pt>
                <c:pt idx="515">
                  <c:v>43397</c:v>
                </c:pt>
                <c:pt idx="516">
                  <c:v>43398</c:v>
                </c:pt>
                <c:pt idx="517">
                  <c:v>43399</c:v>
                </c:pt>
                <c:pt idx="518">
                  <c:v>43400</c:v>
                </c:pt>
                <c:pt idx="519">
                  <c:v>43401</c:v>
                </c:pt>
                <c:pt idx="520">
                  <c:v>43402</c:v>
                </c:pt>
                <c:pt idx="521">
                  <c:v>43403</c:v>
                </c:pt>
                <c:pt idx="522">
                  <c:v>43404</c:v>
                </c:pt>
                <c:pt idx="523">
                  <c:v>43405</c:v>
                </c:pt>
                <c:pt idx="524">
                  <c:v>43406</c:v>
                </c:pt>
                <c:pt idx="525">
                  <c:v>43407</c:v>
                </c:pt>
                <c:pt idx="526">
                  <c:v>43408</c:v>
                </c:pt>
                <c:pt idx="527">
                  <c:v>43409</c:v>
                </c:pt>
                <c:pt idx="528">
                  <c:v>43410</c:v>
                </c:pt>
                <c:pt idx="529">
                  <c:v>43411</c:v>
                </c:pt>
                <c:pt idx="530">
                  <c:v>43412</c:v>
                </c:pt>
                <c:pt idx="531">
                  <c:v>43413</c:v>
                </c:pt>
                <c:pt idx="532">
                  <c:v>43414</c:v>
                </c:pt>
                <c:pt idx="533">
                  <c:v>43415</c:v>
                </c:pt>
                <c:pt idx="534">
                  <c:v>43416</c:v>
                </c:pt>
                <c:pt idx="535">
                  <c:v>43417</c:v>
                </c:pt>
                <c:pt idx="536">
                  <c:v>43418</c:v>
                </c:pt>
                <c:pt idx="537">
                  <c:v>43419</c:v>
                </c:pt>
                <c:pt idx="538">
                  <c:v>43420</c:v>
                </c:pt>
                <c:pt idx="539">
                  <c:v>43421</c:v>
                </c:pt>
                <c:pt idx="540">
                  <c:v>43422</c:v>
                </c:pt>
                <c:pt idx="541">
                  <c:v>43423</c:v>
                </c:pt>
                <c:pt idx="542">
                  <c:v>43424</c:v>
                </c:pt>
                <c:pt idx="543">
                  <c:v>43425</c:v>
                </c:pt>
                <c:pt idx="544">
                  <c:v>43426</c:v>
                </c:pt>
                <c:pt idx="545">
                  <c:v>43427</c:v>
                </c:pt>
                <c:pt idx="546">
                  <c:v>43428</c:v>
                </c:pt>
                <c:pt idx="547">
                  <c:v>43429</c:v>
                </c:pt>
                <c:pt idx="548">
                  <c:v>43430</c:v>
                </c:pt>
                <c:pt idx="549">
                  <c:v>43431</c:v>
                </c:pt>
                <c:pt idx="550">
                  <c:v>43432</c:v>
                </c:pt>
                <c:pt idx="551">
                  <c:v>43433</c:v>
                </c:pt>
                <c:pt idx="552">
                  <c:v>43434</c:v>
                </c:pt>
                <c:pt idx="553">
                  <c:v>43435</c:v>
                </c:pt>
                <c:pt idx="554">
                  <c:v>43436</c:v>
                </c:pt>
                <c:pt idx="555">
                  <c:v>43437</c:v>
                </c:pt>
                <c:pt idx="556">
                  <c:v>43438</c:v>
                </c:pt>
                <c:pt idx="557">
                  <c:v>43439</c:v>
                </c:pt>
                <c:pt idx="558">
                  <c:v>43440</c:v>
                </c:pt>
                <c:pt idx="559">
                  <c:v>43441</c:v>
                </c:pt>
                <c:pt idx="560">
                  <c:v>43442</c:v>
                </c:pt>
                <c:pt idx="561">
                  <c:v>43443</c:v>
                </c:pt>
                <c:pt idx="562">
                  <c:v>43444</c:v>
                </c:pt>
                <c:pt idx="563">
                  <c:v>43445</c:v>
                </c:pt>
                <c:pt idx="564">
                  <c:v>43446</c:v>
                </c:pt>
                <c:pt idx="565">
                  <c:v>43447</c:v>
                </c:pt>
                <c:pt idx="566">
                  <c:v>43448</c:v>
                </c:pt>
                <c:pt idx="567">
                  <c:v>43449</c:v>
                </c:pt>
                <c:pt idx="568">
                  <c:v>43450</c:v>
                </c:pt>
                <c:pt idx="569">
                  <c:v>43451</c:v>
                </c:pt>
                <c:pt idx="570">
                  <c:v>43452</c:v>
                </c:pt>
                <c:pt idx="571">
                  <c:v>43453</c:v>
                </c:pt>
                <c:pt idx="572">
                  <c:v>43454</c:v>
                </c:pt>
                <c:pt idx="573">
                  <c:v>43455</c:v>
                </c:pt>
                <c:pt idx="574">
                  <c:v>43456</c:v>
                </c:pt>
                <c:pt idx="575">
                  <c:v>43457</c:v>
                </c:pt>
                <c:pt idx="576">
                  <c:v>43458</c:v>
                </c:pt>
                <c:pt idx="577">
                  <c:v>43459</c:v>
                </c:pt>
                <c:pt idx="578">
                  <c:v>43460</c:v>
                </c:pt>
                <c:pt idx="579">
                  <c:v>43461</c:v>
                </c:pt>
                <c:pt idx="580">
                  <c:v>43462</c:v>
                </c:pt>
                <c:pt idx="581">
                  <c:v>43463</c:v>
                </c:pt>
                <c:pt idx="582">
                  <c:v>43464</c:v>
                </c:pt>
                <c:pt idx="583">
                  <c:v>43465</c:v>
                </c:pt>
                <c:pt idx="584">
                  <c:v>43466</c:v>
                </c:pt>
                <c:pt idx="585">
                  <c:v>43467</c:v>
                </c:pt>
                <c:pt idx="586">
                  <c:v>43468</c:v>
                </c:pt>
                <c:pt idx="587">
                  <c:v>43469</c:v>
                </c:pt>
                <c:pt idx="588">
                  <c:v>43470</c:v>
                </c:pt>
                <c:pt idx="589">
                  <c:v>43471</c:v>
                </c:pt>
                <c:pt idx="590">
                  <c:v>43472</c:v>
                </c:pt>
                <c:pt idx="591">
                  <c:v>43473</c:v>
                </c:pt>
                <c:pt idx="592">
                  <c:v>43474</c:v>
                </c:pt>
                <c:pt idx="593">
                  <c:v>43475</c:v>
                </c:pt>
                <c:pt idx="594">
                  <c:v>43476</c:v>
                </c:pt>
                <c:pt idx="595">
                  <c:v>43477</c:v>
                </c:pt>
                <c:pt idx="596">
                  <c:v>43478</c:v>
                </c:pt>
                <c:pt idx="597">
                  <c:v>43479</c:v>
                </c:pt>
                <c:pt idx="598">
                  <c:v>43480</c:v>
                </c:pt>
                <c:pt idx="599">
                  <c:v>43481</c:v>
                </c:pt>
                <c:pt idx="600">
                  <c:v>43482</c:v>
                </c:pt>
                <c:pt idx="601">
                  <c:v>43483</c:v>
                </c:pt>
                <c:pt idx="602">
                  <c:v>43484</c:v>
                </c:pt>
                <c:pt idx="603">
                  <c:v>43485</c:v>
                </c:pt>
                <c:pt idx="604">
                  <c:v>43486</c:v>
                </c:pt>
                <c:pt idx="605">
                  <c:v>43487</c:v>
                </c:pt>
                <c:pt idx="606">
                  <c:v>43488</c:v>
                </c:pt>
                <c:pt idx="607">
                  <c:v>43489</c:v>
                </c:pt>
                <c:pt idx="608">
                  <c:v>43490</c:v>
                </c:pt>
                <c:pt idx="609">
                  <c:v>43491</c:v>
                </c:pt>
                <c:pt idx="610">
                  <c:v>43492</c:v>
                </c:pt>
                <c:pt idx="611">
                  <c:v>43493</c:v>
                </c:pt>
                <c:pt idx="612">
                  <c:v>43494</c:v>
                </c:pt>
                <c:pt idx="613">
                  <c:v>43495</c:v>
                </c:pt>
                <c:pt idx="614">
                  <c:v>43496</c:v>
                </c:pt>
                <c:pt idx="615">
                  <c:v>43497</c:v>
                </c:pt>
                <c:pt idx="616">
                  <c:v>43498</c:v>
                </c:pt>
                <c:pt idx="617">
                  <c:v>43499</c:v>
                </c:pt>
                <c:pt idx="618">
                  <c:v>43500</c:v>
                </c:pt>
                <c:pt idx="619">
                  <c:v>43501</c:v>
                </c:pt>
                <c:pt idx="620">
                  <c:v>43502</c:v>
                </c:pt>
                <c:pt idx="621">
                  <c:v>43503</c:v>
                </c:pt>
                <c:pt idx="622">
                  <c:v>43504</c:v>
                </c:pt>
                <c:pt idx="623">
                  <c:v>43505</c:v>
                </c:pt>
                <c:pt idx="624">
                  <c:v>43506</c:v>
                </c:pt>
                <c:pt idx="625">
                  <c:v>43507</c:v>
                </c:pt>
                <c:pt idx="626">
                  <c:v>43508</c:v>
                </c:pt>
                <c:pt idx="627">
                  <c:v>43509</c:v>
                </c:pt>
                <c:pt idx="628">
                  <c:v>43510</c:v>
                </c:pt>
                <c:pt idx="629">
                  <c:v>43511</c:v>
                </c:pt>
                <c:pt idx="630">
                  <c:v>43512</c:v>
                </c:pt>
                <c:pt idx="631">
                  <c:v>43513</c:v>
                </c:pt>
                <c:pt idx="632">
                  <c:v>43514</c:v>
                </c:pt>
                <c:pt idx="633">
                  <c:v>43515</c:v>
                </c:pt>
                <c:pt idx="634">
                  <c:v>43516</c:v>
                </c:pt>
                <c:pt idx="635">
                  <c:v>43517</c:v>
                </c:pt>
                <c:pt idx="636">
                  <c:v>43518</c:v>
                </c:pt>
                <c:pt idx="637">
                  <c:v>43519</c:v>
                </c:pt>
                <c:pt idx="638">
                  <c:v>43520</c:v>
                </c:pt>
                <c:pt idx="639">
                  <c:v>43521</c:v>
                </c:pt>
                <c:pt idx="640">
                  <c:v>43522</c:v>
                </c:pt>
                <c:pt idx="641">
                  <c:v>43523</c:v>
                </c:pt>
                <c:pt idx="642">
                  <c:v>43524</c:v>
                </c:pt>
                <c:pt idx="643">
                  <c:v>43525</c:v>
                </c:pt>
                <c:pt idx="644">
                  <c:v>43526</c:v>
                </c:pt>
                <c:pt idx="645">
                  <c:v>43527</c:v>
                </c:pt>
                <c:pt idx="646">
                  <c:v>43528</c:v>
                </c:pt>
                <c:pt idx="647">
                  <c:v>43529</c:v>
                </c:pt>
                <c:pt idx="648">
                  <c:v>43530</c:v>
                </c:pt>
                <c:pt idx="649">
                  <c:v>43531</c:v>
                </c:pt>
                <c:pt idx="650">
                  <c:v>43532</c:v>
                </c:pt>
                <c:pt idx="651">
                  <c:v>43533</c:v>
                </c:pt>
                <c:pt idx="652">
                  <c:v>43534</c:v>
                </c:pt>
                <c:pt idx="653">
                  <c:v>43535</c:v>
                </c:pt>
                <c:pt idx="654">
                  <c:v>43536</c:v>
                </c:pt>
                <c:pt idx="655">
                  <c:v>43537</c:v>
                </c:pt>
                <c:pt idx="656">
                  <c:v>43538</c:v>
                </c:pt>
                <c:pt idx="657">
                  <c:v>43539</c:v>
                </c:pt>
                <c:pt idx="658">
                  <c:v>43540</c:v>
                </c:pt>
                <c:pt idx="659">
                  <c:v>43541</c:v>
                </c:pt>
                <c:pt idx="660">
                  <c:v>43542</c:v>
                </c:pt>
                <c:pt idx="661">
                  <c:v>43543</c:v>
                </c:pt>
                <c:pt idx="662">
                  <c:v>43544</c:v>
                </c:pt>
                <c:pt idx="663">
                  <c:v>43545</c:v>
                </c:pt>
                <c:pt idx="664">
                  <c:v>43546</c:v>
                </c:pt>
                <c:pt idx="665">
                  <c:v>43547</c:v>
                </c:pt>
                <c:pt idx="666">
                  <c:v>43548</c:v>
                </c:pt>
                <c:pt idx="667">
                  <c:v>43549</c:v>
                </c:pt>
                <c:pt idx="668">
                  <c:v>43550</c:v>
                </c:pt>
                <c:pt idx="669">
                  <c:v>43551</c:v>
                </c:pt>
                <c:pt idx="670">
                  <c:v>43552</c:v>
                </c:pt>
                <c:pt idx="671">
                  <c:v>43553</c:v>
                </c:pt>
                <c:pt idx="672">
                  <c:v>43554</c:v>
                </c:pt>
                <c:pt idx="673">
                  <c:v>43555</c:v>
                </c:pt>
                <c:pt idx="674">
                  <c:v>43556</c:v>
                </c:pt>
                <c:pt idx="675">
                  <c:v>43557</c:v>
                </c:pt>
                <c:pt idx="676">
                  <c:v>43558</c:v>
                </c:pt>
                <c:pt idx="677">
                  <c:v>43559</c:v>
                </c:pt>
                <c:pt idx="678">
                  <c:v>43560</c:v>
                </c:pt>
                <c:pt idx="679">
                  <c:v>43561</c:v>
                </c:pt>
                <c:pt idx="680">
                  <c:v>43562</c:v>
                </c:pt>
                <c:pt idx="681">
                  <c:v>43563</c:v>
                </c:pt>
                <c:pt idx="682">
                  <c:v>43564</c:v>
                </c:pt>
                <c:pt idx="683">
                  <c:v>43565</c:v>
                </c:pt>
                <c:pt idx="684">
                  <c:v>43566</c:v>
                </c:pt>
                <c:pt idx="685">
                  <c:v>43567</c:v>
                </c:pt>
                <c:pt idx="686">
                  <c:v>43568</c:v>
                </c:pt>
                <c:pt idx="687">
                  <c:v>43569</c:v>
                </c:pt>
                <c:pt idx="688">
                  <c:v>43570</c:v>
                </c:pt>
                <c:pt idx="689">
                  <c:v>43571</c:v>
                </c:pt>
                <c:pt idx="690">
                  <c:v>43572</c:v>
                </c:pt>
                <c:pt idx="691">
                  <c:v>43573</c:v>
                </c:pt>
                <c:pt idx="692">
                  <c:v>43574</c:v>
                </c:pt>
                <c:pt idx="693">
                  <c:v>43575</c:v>
                </c:pt>
                <c:pt idx="694">
                  <c:v>43576</c:v>
                </c:pt>
                <c:pt idx="695">
                  <c:v>43577</c:v>
                </c:pt>
                <c:pt idx="696">
                  <c:v>43578</c:v>
                </c:pt>
                <c:pt idx="697">
                  <c:v>43579</c:v>
                </c:pt>
                <c:pt idx="698">
                  <c:v>43580</c:v>
                </c:pt>
                <c:pt idx="699">
                  <c:v>43581</c:v>
                </c:pt>
                <c:pt idx="700">
                  <c:v>43582</c:v>
                </c:pt>
                <c:pt idx="701">
                  <c:v>43583</c:v>
                </c:pt>
                <c:pt idx="702">
                  <c:v>43584</c:v>
                </c:pt>
                <c:pt idx="703">
                  <c:v>43585</c:v>
                </c:pt>
                <c:pt idx="704">
                  <c:v>43586</c:v>
                </c:pt>
                <c:pt idx="705">
                  <c:v>43587</c:v>
                </c:pt>
                <c:pt idx="706">
                  <c:v>43588</c:v>
                </c:pt>
                <c:pt idx="707">
                  <c:v>43589</c:v>
                </c:pt>
                <c:pt idx="708">
                  <c:v>43590</c:v>
                </c:pt>
                <c:pt idx="709">
                  <c:v>43591</c:v>
                </c:pt>
                <c:pt idx="710">
                  <c:v>43592</c:v>
                </c:pt>
                <c:pt idx="711">
                  <c:v>43593</c:v>
                </c:pt>
                <c:pt idx="712">
                  <c:v>43594</c:v>
                </c:pt>
                <c:pt idx="713">
                  <c:v>43595</c:v>
                </c:pt>
                <c:pt idx="714">
                  <c:v>43596</c:v>
                </c:pt>
                <c:pt idx="715">
                  <c:v>43597</c:v>
                </c:pt>
                <c:pt idx="716">
                  <c:v>43598</c:v>
                </c:pt>
                <c:pt idx="717">
                  <c:v>43599</c:v>
                </c:pt>
                <c:pt idx="718">
                  <c:v>43600</c:v>
                </c:pt>
                <c:pt idx="719">
                  <c:v>43601</c:v>
                </c:pt>
                <c:pt idx="720">
                  <c:v>43602</c:v>
                </c:pt>
                <c:pt idx="721">
                  <c:v>43603</c:v>
                </c:pt>
                <c:pt idx="722">
                  <c:v>43604</c:v>
                </c:pt>
                <c:pt idx="723">
                  <c:v>43605</c:v>
                </c:pt>
                <c:pt idx="724">
                  <c:v>43606</c:v>
                </c:pt>
                <c:pt idx="725">
                  <c:v>43607</c:v>
                </c:pt>
                <c:pt idx="726">
                  <c:v>43608</c:v>
                </c:pt>
                <c:pt idx="727">
                  <c:v>43609</c:v>
                </c:pt>
                <c:pt idx="728">
                  <c:v>43610</c:v>
                </c:pt>
                <c:pt idx="729">
                  <c:v>43611</c:v>
                </c:pt>
                <c:pt idx="730">
                  <c:v>43612</c:v>
                </c:pt>
                <c:pt idx="731">
                  <c:v>43613</c:v>
                </c:pt>
                <c:pt idx="732">
                  <c:v>43614</c:v>
                </c:pt>
                <c:pt idx="733">
                  <c:v>43615</c:v>
                </c:pt>
                <c:pt idx="734">
                  <c:v>43616</c:v>
                </c:pt>
                <c:pt idx="735">
                  <c:v>43617</c:v>
                </c:pt>
                <c:pt idx="736">
                  <c:v>43618</c:v>
                </c:pt>
                <c:pt idx="737">
                  <c:v>43619</c:v>
                </c:pt>
                <c:pt idx="738">
                  <c:v>43620</c:v>
                </c:pt>
                <c:pt idx="739">
                  <c:v>43621</c:v>
                </c:pt>
                <c:pt idx="740">
                  <c:v>43622</c:v>
                </c:pt>
                <c:pt idx="741">
                  <c:v>43623</c:v>
                </c:pt>
                <c:pt idx="742">
                  <c:v>43624</c:v>
                </c:pt>
                <c:pt idx="743">
                  <c:v>43625</c:v>
                </c:pt>
                <c:pt idx="744">
                  <c:v>43626</c:v>
                </c:pt>
                <c:pt idx="745">
                  <c:v>43627</c:v>
                </c:pt>
                <c:pt idx="746">
                  <c:v>43628</c:v>
                </c:pt>
                <c:pt idx="747">
                  <c:v>43629</c:v>
                </c:pt>
                <c:pt idx="748">
                  <c:v>43630</c:v>
                </c:pt>
                <c:pt idx="749">
                  <c:v>43631</c:v>
                </c:pt>
                <c:pt idx="750">
                  <c:v>43632</c:v>
                </c:pt>
                <c:pt idx="751">
                  <c:v>43633</c:v>
                </c:pt>
                <c:pt idx="752">
                  <c:v>43634</c:v>
                </c:pt>
                <c:pt idx="753">
                  <c:v>43635</c:v>
                </c:pt>
                <c:pt idx="754">
                  <c:v>43636</c:v>
                </c:pt>
                <c:pt idx="755">
                  <c:v>43637</c:v>
                </c:pt>
                <c:pt idx="756">
                  <c:v>43638</c:v>
                </c:pt>
                <c:pt idx="757">
                  <c:v>43639</c:v>
                </c:pt>
                <c:pt idx="758">
                  <c:v>43640</c:v>
                </c:pt>
                <c:pt idx="759">
                  <c:v>43641</c:v>
                </c:pt>
                <c:pt idx="760">
                  <c:v>43642</c:v>
                </c:pt>
                <c:pt idx="761">
                  <c:v>43643</c:v>
                </c:pt>
                <c:pt idx="762">
                  <c:v>43644</c:v>
                </c:pt>
                <c:pt idx="763">
                  <c:v>43645</c:v>
                </c:pt>
                <c:pt idx="764">
                  <c:v>43646</c:v>
                </c:pt>
                <c:pt idx="765">
                  <c:v>43647</c:v>
                </c:pt>
                <c:pt idx="766">
                  <c:v>43648</c:v>
                </c:pt>
                <c:pt idx="767">
                  <c:v>43649</c:v>
                </c:pt>
                <c:pt idx="768">
                  <c:v>43650</c:v>
                </c:pt>
                <c:pt idx="769">
                  <c:v>43651</c:v>
                </c:pt>
                <c:pt idx="770">
                  <c:v>43652</c:v>
                </c:pt>
                <c:pt idx="771">
                  <c:v>43653</c:v>
                </c:pt>
                <c:pt idx="772">
                  <c:v>43654</c:v>
                </c:pt>
                <c:pt idx="773">
                  <c:v>43655</c:v>
                </c:pt>
                <c:pt idx="774">
                  <c:v>43656</c:v>
                </c:pt>
                <c:pt idx="775">
                  <c:v>43657</c:v>
                </c:pt>
                <c:pt idx="776">
                  <c:v>43658</c:v>
                </c:pt>
                <c:pt idx="777">
                  <c:v>43659</c:v>
                </c:pt>
                <c:pt idx="778">
                  <c:v>43660</c:v>
                </c:pt>
                <c:pt idx="779">
                  <c:v>43661</c:v>
                </c:pt>
                <c:pt idx="780">
                  <c:v>43662</c:v>
                </c:pt>
                <c:pt idx="781">
                  <c:v>43663</c:v>
                </c:pt>
                <c:pt idx="782">
                  <c:v>43664</c:v>
                </c:pt>
                <c:pt idx="783">
                  <c:v>43665</c:v>
                </c:pt>
                <c:pt idx="784">
                  <c:v>43666</c:v>
                </c:pt>
                <c:pt idx="785">
                  <c:v>43667</c:v>
                </c:pt>
                <c:pt idx="786">
                  <c:v>43668</c:v>
                </c:pt>
                <c:pt idx="787">
                  <c:v>43669</c:v>
                </c:pt>
                <c:pt idx="788">
                  <c:v>43670</c:v>
                </c:pt>
                <c:pt idx="789">
                  <c:v>43671</c:v>
                </c:pt>
                <c:pt idx="790">
                  <c:v>43672</c:v>
                </c:pt>
                <c:pt idx="791">
                  <c:v>43673</c:v>
                </c:pt>
                <c:pt idx="792">
                  <c:v>43674</c:v>
                </c:pt>
                <c:pt idx="793">
                  <c:v>43675</c:v>
                </c:pt>
                <c:pt idx="794">
                  <c:v>43676</c:v>
                </c:pt>
                <c:pt idx="795">
                  <c:v>43677</c:v>
                </c:pt>
                <c:pt idx="796">
                  <c:v>43678</c:v>
                </c:pt>
                <c:pt idx="797">
                  <c:v>43679</c:v>
                </c:pt>
                <c:pt idx="798">
                  <c:v>43680</c:v>
                </c:pt>
                <c:pt idx="799">
                  <c:v>43681</c:v>
                </c:pt>
                <c:pt idx="800">
                  <c:v>43682</c:v>
                </c:pt>
                <c:pt idx="801">
                  <c:v>43683</c:v>
                </c:pt>
                <c:pt idx="802">
                  <c:v>43684</c:v>
                </c:pt>
                <c:pt idx="803">
                  <c:v>43685</c:v>
                </c:pt>
                <c:pt idx="804">
                  <c:v>43686</c:v>
                </c:pt>
                <c:pt idx="805">
                  <c:v>43687</c:v>
                </c:pt>
                <c:pt idx="806">
                  <c:v>43688</c:v>
                </c:pt>
                <c:pt idx="807">
                  <c:v>43689</c:v>
                </c:pt>
                <c:pt idx="808">
                  <c:v>43690</c:v>
                </c:pt>
                <c:pt idx="809">
                  <c:v>43691</c:v>
                </c:pt>
                <c:pt idx="810">
                  <c:v>43692</c:v>
                </c:pt>
                <c:pt idx="811">
                  <c:v>43693</c:v>
                </c:pt>
                <c:pt idx="812">
                  <c:v>43694</c:v>
                </c:pt>
                <c:pt idx="813">
                  <c:v>43695</c:v>
                </c:pt>
                <c:pt idx="814">
                  <c:v>43696</c:v>
                </c:pt>
                <c:pt idx="815">
                  <c:v>43697</c:v>
                </c:pt>
                <c:pt idx="816">
                  <c:v>43698</c:v>
                </c:pt>
                <c:pt idx="817">
                  <c:v>43699</c:v>
                </c:pt>
                <c:pt idx="818">
                  <c:v>43700</c:v>
                </c:pt>
                <c:pt idx="819">
                  <c:v>43701</c:v>
                </c:pt>
                <c:pt idx="820">
                  <c:v>43702</c:v>
                </c:pt>
                <c:pt idx="821">
                  <c:v>43703</c:v>
                </c:pt>
                <c:pt idx="822">
                  <c:v>43704</c:v>
                </c:pt>
                <c:pt idx="823">
                  <c:v>43705</c:v>
                </c:pt>
                <c:pt idx="824">
                  <c:v>43706</c:v>
                </c:pt>
                <c:pt idx="825">
                  <c:v>43707</c:v>
                </c:pt>
                <c:pt idx="826">
                  <c:v>43708</c:v>
                </c:pt>
                <c:pt idx="827">
                  <c:v>43709</c:v>
                </c:pt>
                <c:pt idx="828">
                  <c:v>43710</c:v>
                </c:pt>
                <c:pt idx="829">
                  <c:v>43711</c:v>
                </c:pt>
                <c:pt idx="830">
                  <c:v>43712</c:v>
                </c:pt>
                <c:pt idx="831">
                  <c:v>43713</c:v>
                </c:pt>
                <c:pt idx="832">
                  <c:v>43714</c:v>
                </c:pt>
                <c:pt idx="833">
                  <c:v>43715</c:v>
                </c:pt>
                <c:pt idx="834">
                  <c:v>43716</c:v>
                </c:pt>
                <c:pt idx="835">
                  <c:v>43717</c:v>
                </c:pt>
                <c:pt idx="836">
                  <c:v>43718</c:v>
                </c:pt>
                <c:pt idx="837">
                  <c:v>43719</c:v>
                </c:pt>
                <c:pt idx="838">
                  <c:v>43720</c:v>
                </c:pt>
                <c:pt idx="839">
                  <c:v>43721</c:v>
                </c:pt>
                <c:pt idx="840">
                  <c:v>43722</c:v>
                </c:pt>
                <c:pt idx="841">
                  <c:v>43723</c:v>
                </c:pt>
                <c:pt idx="842">
                  <c:v>43724</c:v>
                </c:pt>
                <c:pt idx="843">
                  <c:v>43725</c:v>
                </c:pt>
                <c:pt idx="844">
                  <c:v>43726</c:v>
                </c:pt>
                <c:pt idx="845">
                  <c:v>43727</c:v>
                </c:pt>
                <c:pt idx="846">
                  <c:v>43728</c:v>
                </c:pt>
                <c:pt idx="847">
                  <c:v>43729</c:v>
                </c:pt>
                <c:pt idx="848">
                  <c:v>43730</c:v>
                </c:pt>
                <c:pt idx="849">
                  <c:v>43731</c:v>
                </c:pt>
                <c:pt idx="850">
                  <c:v>43732</c:v>
                </c:pt>
                <c:pt idx="851">
                  <c:v>43733</c:v>
                </c:pt>
                <c:pt idx="852">
                  <c:v>43734</c:v>
                </c:pt>
                <c:pt idx="853">
                  <c:v>43735</c:v>
                </c:pt>
                <c:pt idx="854">
                  <c:v>43736</c:v>
                </c:pt>
                <c:pt idx="855">
                  <c:v>43737</c:v>
                </c:pt>
                <c:pt idx="856">
                  <c:v>43738</c:v>
                </c:pt>
                <c:pt idx="857">
                  <c:v>43739</c:v>
                </c:pt>
                <c:pt idx="858">
                  <c:v>43740</c:v>
                </c:pt>
                <c:pt idx="859">
                  <c:v>43741</c:v>
                </c:pt>
                <c:pt idx="860">
                  <c:v>43742</c:v>
                </c:pt>
                <c:pt idx="861">
                  <c:v>43743</c:v>
                </c:pt>
                <c:pt idx="862">
                  <c:v>43744</c:v>
                </c:pt>
                <c:pt idx="863">
                  <c:v>43745</c:v>
                </c:pt>
                <c:pt idx="864">
                  <c:v>43746</c:v>
                </c:pt>
                <c:pt idx="865">
                  <c:v>43747</c:v>
                </c:pt>
                <c:pt idx="866">
                  <c:v>43748</c:v>
                </c:pt>
                <c:pt idx="867">
                  <c:v>43749</c:v>
                </c:pt>
                <c:pt idx="868">
                  <c:v>43750</c:v>
                </c:pt>
                <c:pt idx="869">
                  <c:v>43751</c:v>
                </c:pt>
                <c:pt idx="870">
                  <c:v>43752</c:v>
                </c:pt>
                <c:pt idx="871">
                  <c:v>43753</c:v>
                </c:pt>
                <c:pt idx="872">
                  <c:v>43754</c:v>
                </c:pt>
                <c:pt idx="873">
                  <c:v>43755</c:v>
                </c:pt>
                <c:pt idx="874">
                  <c:v>43756</c:v>
                </c:pt>
                <c:pt idx="875">
                  <c:v>43757</c:v>
                </c:pt>
                <c:pt idx="876">
                  <c:v>43758</c:v>
                </c:pt>
                <c:pt idx="877">
                  <c:v>43759</c:v>
                </c:pt>
                <c:pt idx="878">
                  <c:v>43760</c:v>
                </c:pt>
                <c:pt idx="879">
                  <c:v>43761</c:v>
                </c:pt>
                <c:pt idx="880">
                  <c:v>43762</c:v>
                </c:pt>
                <c:pt idx="881">
                  <c:v>43763</c:v>
                </c:pt>
                <c:pt idx="882">
                  <c:v>43764</c:v>
                </c:pt>
                <c:pt idx="883">
                  <c:v>43765</c:v>
                </c:pt>
                <c:pt idx="884">
                  <c:v>43766</c:v>
                </c:pt>
                <c:pt idx="885">
                  <c:v>43767</c:v>
                </c:pt>
                <c:pt idx="886">
                  <c:v>43768</c:v>
                </c:pt>
                <c:pt idx="887">
                  <c:v>43769</c:v>
                </c:pt>
                <c:pt idx="888">
                  <c:v>43770</c:v>
                </c:pt>
                <c:pt idx="889">
                  <c:v>43771</c:v>
                </c:pt>
                <c:pt idx="890">
                  <c:v>43772</c:v>
                </c:pt>
                <c:pt idx="891">
                  <c:v>43773</c:v>
                </c:pt>
                <c:pt idx="892">
                  <c:v>43774</c:v>
                </c:pt>
                <c:pt idx="893">
                  <c:v>43775</c:v>
                </c:pt>
                <c:pt idx="894">
                  <c:v>43776</c:v>
                </c:pt>
                <c:pt idx="895">
                  <c:v>43777</c:v>
                </c:pt>
                <c:pt idx="896">
                  <c:v>43778</c:v>
                </c:pt>
                <c:pt idx="897">
                  <c:v>43779</c:v>
                </c:pt>
                <c:pt idx="898">
                  <c:v>43780</c:v>
                </c:pt>
                <c:pt idx="899">
                  <c:v>43781</c:v>
                </c:pt>
                <c:pt idx="900">
                  <c:v>43782</c:v>
                </c:pt>
                <c:pt idx="901">
                  <c:v>43783</c:v>
                </c:pt>
                <c:pt idx="902">
                  <c:v>43784</c:v>
                </c:pt>
                <c:pt idx="903">
                  <c:v>43785</c:v>
                </c:pt>
                <c:pt idx="904">
                  <c:v>43786</c:v>
                </c:pt>
                <c:pt idx="905">
                  <c:v>43787</c:v>
                </c:pt>
                <c:pt idx="906">
                  <c:v>43788</c:v>
                </c:pt>
                <c:pt idx="907">
                  <c:v>43789</c:v>
                </c:pt>
                <c:pt idx="908">
                  <c:v>43790</c:v>
                </c:pt>
                <c:pt idx="909">
                  <c:v>43791</c:v>
                </c:pt>
                <c:pt idx="910">
                  <c:v>43792</c:v>
                </c:pt>
                <c:pt idx="911">
                  <c:v>43793</c:v>
                </c:pt>
                <c:pt idx="912">
                  <c:v>43794</c:v>
                </c:pt>
                <c:pt idx="913">
                  <c:v>43795</c:v>
                </c:pt>
                <c:pt idx="914">
                  <c:v>43796</c:v>
                </c:pt>
                <c:pt idx="915">
                  <c:v>43797</c:v>
                </c:pt>
                <c:pt idx="916">
                  <c:v>43798</c:v>
                </c:pt>
                <c:pt idx="917">
                  <c:v>43799</c:v>
                </c:pt>
                <c:pt idx="918">
                  <c:v>43800</c:v>
                </c:pt>
                <c:pt idx="919">
                  <c:v>43801</c:v>
                </c:pt>
                <c:pt idx="920">
                  <c:v>43802</c:v>
                </c:pt>
                <c:pt idx="921">
                  <c:v>43803</c:v>
                </c:pt>
                <c:pt idx="922">
                  <c:v>43804</c:v>
                </c:pt>
                <c:pt idx="923">
                  <c:v>43805</c:v>
                </c:pt>
                <c:pt idx="924">
                  <c:v>43806</c:v>
                </c:pt>
                <c:pt idx="925">
                  <c:v>43807</c:v>
                </c:pt>
                <c:pt idx="926">
                  <c:v>43808</c:v>
                </c:pt>
                <c:pt idx="927">
                  <c:v>43809</c:v>
                </c:pt>
                <c:pt idx="928">
                  <c:v>43810</c:v>
                </c:pt>
                <c:pt idx="929">
                  <c:v>43811</c:v>
                </c:pt>
                <c:pt idx="930">
                  <c:v>43812</c:v>
                </c:pt>
                <c:pt idx="931">
                  <c:v>43813</c:v>
                </c:pt>
                <c:pt idx="932">
                  <c:v>43814</c:v>
                </c:pt>
                <c:pt idx="933">
                  <c:v>43815</c:v>
                </c:pt>
                <c:pt idx="934">
                  <c:v>43816</c:v>
                </c:pt>
                <c:pt idx="935">
                  <c:v>43817</c:v>
                </c:pt>
                <c:pt idx="936">
                  <c:v>43818</c:v>
                </c:pt>
                <c:pt idx="937">
                  <c:v>43819</c:v>
                </c:pt>
                <c:pt idx="938">
                  <c:v>43820</c:v>
                </c:pt>
                <c:pt idx="939">
                  <c:v>43821</c:v>
                </c:pt>
                <c:pt idx="940">
                  <c:v>43822</c:v>
                </c:pt>
                <c:pt idx="941">
                  <c:v>43823</c:v>
                </c:pt>
                <c:pt idx="942">
                  <c:v>43824</c:v>
                </c:pt>
                <c:pt idx="943">
                  <c:v>43825</c:v>
                </c:pt>
                <c:pt idx="944">
                  <c:v>43826</c:v>
                </c:pt>
                <c:pt idx="945">
                  <c:v>43827</c:v>
                </c:pt>
                <c:pt idx="946">
                  <c:v>43828</c:v>
                </c:pt>
                <c:pt idx="947">
                  <c:v>43829</c:v>
                </c:pt>
                <c:pt idx="948">
                  <c:v>43830</c:v>
                </c:pt>
                <c:pt idx="949">
                  <c:v>43831</c:v>
                </c:pt>
                <c:pt idx="950">
                  <c:v>43832</c:v>
                </c:pt>
                <c:pt idx="951">
                  <c:v>43833</c:v>
                </c:pt>
                <c:pt idx="952">
                  <c:v>43834</c:v>
                </c:pt>
                <c:pt idx="953">
                  <c:v>43835</c:v>
                </c:pt>
                <c:pt idx="954">
                  <c:v>43836</c:v>
                </c:pt>
                <c:pt idx="955">
                  <c:v>43837</c:v>
                </c:pt>
                <c:pt idx="956">
                  <c:v>43838</c:v>
                </c:pt>
                <c:pt idx="957">
                  <c:v>43839</c:v>
                </c:pt>
                <c:pt idx="958">
                  <c:v>43840</c:v>
                </c:pt>
                <c:pt idx="959">
                  <c:v>43841</c:v>
                </c:pt>
                <c:pt idx="960">
                  <c:v>43842</c:v>
                </c:pt>
                <c:pt idx="961">
                  <c:v>43843</c:v>
                </c:pt>
                <c:pt idx="962">
                  <c:v>43844</c:v>
                </c:pt>
                <c:pt idx="963">
                  <c:v>43845</c:v>
                </c:pt>
                <c:pt idx="964">
                  <c:v>43846</c:v>
                </c:pt>
                <c:pt idx="965">
                  <c:v>43847</c:v>
                </c:pt>
                <c:pt idx="966">
                  <c:v>43848</c:v>
                </c:pt>
                <c:pt idx="967">
                  <c:v>43849</c:v>
                </c:pt>
                <c:pt idx="968">
                  <c:v>43850</c:v>
                </c:pt>
                <c:pt idx="969">
                  <c:v>43851</c:v>
                </c:pt>
                <c:pt idx="970">
                  <c:v>43852</c:v>
                </c:pt>
                <c:pt idx="971">
                  <c:v>43853</c:v>
                </c:pt>
                <c:pt idx="972">
                  <c:v>43854</c:v>
                </c:pt>
                <c:pt idx="973">
                  <c:v>43855</c:v>
                </c:pt>
                <c:pt idx="974">
                  <c:v>43856</c:v>
                </c:pt>
                <c:pt idx="975">
                  <c:v>43857</c:v>
                </c:pt>
                <c:pt idx="976">
                  <c:v>43858</c:v>
                </c:pt>
                <c:pt idx="977">
                  <c:v>43859</c:v>
                </c:pt>
                <c:pt idx="978">
                  <c:v>43860</c:v>
                </c:pt>
                <c:pt idx="979">
                  <c:v>43861</c:v>
                </c:pt>
                <c:pt idx="980">
                  <c:v>43862</c:v>
                </c:pt>
                <c:pt idx="981">
                  <c:v>43863</c:v>
                </c:pt>
                <c:pt idx="982">
                  <c:v>43864</c:v>
                </c:pt>
                <c:pt idx="983">
                  <c:v>43865</c:v>
                </c:pt>
                <c:pt idx="984">
                  <c:v>43866</c:v>
                </c:pt>
                <c:pt idx="985">
                  <c:v>43867</c:v>
                </c:pt>
                <c:pt idx="986">
                  <c:v>43868</c:v>
                </c:pt>
                <c:pt idx="987">
                  <c:v>43869</c:v>
                </c:pt>
                <c:pt idx="988">
                  <c:v>43870</c:v>
                </c:pt>
                <c:pt idx="989">
                  <c:v>43871</c:v>
                </c:pt>
                <c:pt idx="990">
                  <c:v>43872</c:v>
                </c:pt>
                <c:pt idx="991">
                  <c:v>43873</c:v>
                </c:pt>
                <c:pt idx="992">
                  <c:v>43874</c:v>
                </c:pt>
                <c:pt idx="993">
                  <c:v>43875</c:v>
                </c:pt>
                <c:pt idx="994">
                  <c:v>43876</c:v>
                </c:pt>
                <c:pt idx="995">
                  <c:v>43877</c:v>
                </c:pt>
                <c:pt idx="996">
                  <c:v>43878</c:v>
                </c:pt>
                <c:pt idx="997">
                  <c:v>43879</c:v>
                </c:pt>
                <c:pt idx="998">
                  <c:v>43880</c:v>
                </c:pt>
                <c:pt idx="999">
                  <c:v>43881</c:v>
                </c:pt>
                <c:pt idx="1000">
                  <c:v>43882</c:v>
                </c:pt>
                <c:pt idx="1001">
                  <c:v>43883</c:v>
                </c:pt>
                <c:pt idx="1002">
                  <c:v>43884</c:v>
                </c:pt>
                <c:pt idx="1003">
                  <c:v>43885</c:v>
                </c:pt>
                <c:pt idx="1004">
                  <c:v>43886</c:v>
                </c:pt>
                <c:pt idx="1005">
                  <c:v>43887</c:v>
                </c:pt>
                <c:pt idx="1006">
                  <c:v>43888</c:v>
                </c:pt>
                <c:pt idx="1007">
                  <c:v>43889</c:v>
                </c:pt>
                <c:pt idx="1008">
                  <c:v>43890</c:v>
                </c:pt>
                <c:pt idx="1009">
                  <c:v>43891</c:v>
                </c:pt>
                <c:pt idx="1010">
                  <c:v>43892</c:v>
                </c:pt>
                <c:pt idx="1011">
                  <c:v>43893</c:v>
                </c:pt>
                <c:pt idx="1012">
                  <c:v>43894</c:v>
                </c:pt>
                <c:pt idx="1013">
                  <c:v>43895</c:v>
                </c:pt>
                <c:pt idx="1014">
                  <c:v>43896</c:v>
                </c:pt>
                <c:pt idx="1015">
                  <c:v>43897</c:v>
                </c:pt>
                <c:pt idx="1016">
                  <c:v>43898</c:v>
                </c:pt>
                <c:pt idx="1017">
                  <c:v>43899</c:v>
                </c:pt>
                <c:pt idx="1018">
                  <c:v>43900</c:v>
                </c:pt>
                <c:pt idx="1019">
                  <c:v>43901</c:v>
                </c:pt>
                <c:pt idx="1020">
                  <c:v>43902</c:v>
                </c:pt>
                <c:pt idx="1021">
                  <c:v>43903</c:v>
                </c:pt>
                <c:pt idx="1022">
                  <c:v>43904</c:v>
                </c:pt>
                <c:pt idx="1023">
                  <c:v>43905</c:v>
                </c:pt>
                <c:pt idx="1024">
                  <c:v>43906</c:v>
                </c:pt>
                <c:pt idx="1025">
                  <c:v>43907</c:v>
                </c:pt>
                <c:pt idx="1026">
                  <c:v>43908</c:v>
                </c:pt>
                <c:pt idx="1027">
                  <c:v>43909</c:v>
                </c:pt>
                <c:pt idx="1028">
                  <c:v>43910</c:v>
                </c:pt>
                <c:pt idx="1029">
                  <c:v>43911</c:v>
                </c:pt>
                <c:pt idx="1030">
                  <c:v>43912</c:v>
                </c:pt>
                <c:pt idx="1031">
                  <c:v>43913</c:v>
                </c:pt>
                <c:pt idx="1032">
                  <c:v>43914</c:v>
                </c:pt>
                <c:pt idx="1033">
                  <c:v>43915</c:v>
                </c:pt>
                <c:pt idx="1034">
                  <c:v>43916</c:v>
                </c:pt>
                <c:pt idx="1035">
                  <c:v>43917</c:v>
                </c:pt>
                <c:pt idx="1036">
                  <c:v>43918</c:v>
                </c:pt>
                <c:pt idx="1037">
                  <c:v>43919</c:v>
                </c:pt>
                <c:pt idx="1038">
                  <c:v>43920</c:v>
                </c:pt>
                <c:pt idx="1039">
                  <c:v>43921</c:v>
                </c:pt>
                <c:pt idx="1040">
                  <c:v>43922</c:v>
                </c:pt>
                <c:pt idx="1041">
                  <c:v>43923</c:v>
                </c:pt>
                <c:pt idx="1042">
                  <c:v>43924</c:v>
                </c:pt>
                <c:pt idx="1043">
                  <c:v>43925</c:v>
                </c:pt>
                <c:pt idx="1044">
                  <c:v>43926</c:v>
                </c:pt>
                <c:pt idx="1045">
                  <c:v>43927</c:v>
                </c:pt>
                <c:pt idx="1046">
                  <c:v>43928</c:v>
                </c:pt>
                <c:pt idx="1047">
                  <c:v>43929</c:v>
                </c:pt>
                <c:pt idx="1048">
                  <c:v>43930</c:v>
                </c:pt>
                <c:pt idx="1049">
                  <c:v>43931</c:v>
                </c:pt>
                <c:pt idx="1050">
                  <c:v>43932</c:v>
                </c:pt>
                <c:pt idx="1051">
                  <c:v>43933</c:v>
                </c:pt>
                <c:pt idx="1052">
                  <c:v>43934</c:v>
                </c:pt>
                <c:pt idx="1053">
                  <c:v>43935</c:v>
                </c:pt>
                <c:pt idx="1054">
                  <c:v>43936</c:v>
                </c:pt>
                <c:pt idx="1055">
                  <c:v>43937</c:v>
                </c:pt>
                <c:pt idx="1056">
                  <c:v>43938</c:v>
                </c:pt>
                <c:pt idx="1057">
                  <c:v>43939</c:v>
                </c:pt>
                <c:pt idx="1058">
                  <c:v>43940</c:v>
                </c:pt>
                <c:pt idx="1059">
                  <c:v>43941</c:v>
                </c:pt>
                <c:pt idx="1060">
                  <c:v>43942</c:v>
                </c:pt>
                <c:pt idx="1061">
                  <c:v>43943</c:v>
                </c:pt>
                <c:pt idx="1062">
                  <c:v>43944</c:v>
                </c:pt>
                <c:pt idx="1063">
                  <c:v>43945</c:v>
                </c:pt>
                <c:pt idx="1064">
                  <c:v>43946</c:v>
                </c:pt>
                <c:pt idx="1065">
                  <c:v>43947</c:v>
                </c:pt>
                <c:pt idx="1066">
                  <c:v>43948</c:v>
                </c:pt>
                <c:pt idx="1067">
                  <c:v>43949</c:v>
                </c:pt>
                <c:pt idx="1068">
                  <c:v>43950</c:v>
                </c:pt>
                <c:pt idx="1069">
                  <c:v>43951</c:v>
                </c:pt>
                <c:pt idx="1070">
                  <c:v>43952</c:v>
                </c:pt>
                <c:pt idx="1071">
                  <c:v>43953</c:v>
                </c:pt>
                <c:pt idx="1072">
                  <c:v>43954</c:v>
                </c:pt>
                <c:pt idx="1073">
                  <c:v>43955</c:v>
                </c:pt>
                <c:pt idx="1074">
                  <c:v>43956</c:v>
                </c:pt>
                <c:pt idx="1075">
                  <c:v>43957</c:v>
                </c:pt>
                <c:pt idx="1076">
                  <c:v>43958</c:v>
                </c:pt>
                <c:pt idx="1077">
                  <c:v>43959</c:v>
                </c:pt>
                <c:pt idx="1078">
                  <c:v>43960</c:v>
                </c:pt>
                <c:pt idx="1079">
                  <c:v>43961</c:v>
                </c:pt>
                <c:pt idx="1080">
                  <c:v>43962</c:v>
                </c:pt>
                <c:pt idx="1081">
                  <c:v>43963</c:v>
                </c:pt>
                <c:pt idx="1082">
                  <c:v>43964</c:v>
                </c:pt>
                <c:pt idx="1083">
                  <c:v>43965</c:v>
                </c:pt>
                <c:pt idx="1084">
                  <c:v>43966</c:v>
                </c:pt>
                <c:pt idx="1085">
                  <c:v>43967</c:v>
                </c:pt>
                <c:pt idx="1086">
                  <c:v>43968</c:v>
                </c:pt>
                <c:pt idx="1087">
                  <c:v>43969</c:v>
                </c:pt>
                <c:pt idx="1088">
                  <c:v>43970</c:v>
                </c:pt>
                <c:pt idx="1089">
                  <c:v>43971</c:v>
                </c:pt>
                <c:pt idx="1090">
                  <c:v>43972</c:v>
                </c:pt>
                <c:pt idx="1091">
                  <c:v>43973</c:v>
                </c:pt>
                <c:pt idx="1092">
                  <c:v>43974</c:v>
                </c:pt>
                <c:pt idx="1093">
                  <c:v>43975</c:v>
                </c:pt>
                <c:pt idx="1094">
                  <c:v>43976</c:v>
                </c:pt>
                <c:pt idx="1095">
                  <c:v>43977</c:v>
                </c:pt>
                <c:pt idx="1096">
                  <c:v>43978</c:v>
                </c:pt>
                <c:pt idx="1097">
                  <c:v>43979</c:v>
                </c:pt>
                <c:pt idx="1098">
                  <c:v>43980</c:v>
                </c:pt>
                <c:pt idx="1099">
                  <c:v>43981</c:v>
                </c:pt>
                <c:pt idx="1100">
                  <c:v>43982</c:v>
                </c:pt>
                <c:pt idx="1101">
                  <c:v>43983</c:v>
                </c:pt>
                <c:pt idx="1102">
                  <c:v>43984</c:v>
                </c:pt>
                <c:pt idx="1103">
                  <c:v>43985</c:v>
                </c:pt>
                <c:pt idx="1104">
                  <c:v>43986</c:v>
                </c:pt>
                <c:pt idx="1105">
                  <c:v>43987</c:v>
                </c:pt>
                <c:pt idx="1106">
                  <c:v>43988</c:v>
                </c:pt>
                <c:pt idx="1107">
                  <c:v>43989</c:v>
                </c:pt>
                <c:pt idx="1108">
                  <c:v>43990</c:v>
                </c:pt>
                <c:pt idx="1109">
                  <c:v>43991</c:v>
                </c:pt>
                <c:pt idx="1110">
                  <c:v>43992</c:v>
                </c:pt>
                <c:pt idx="1111">
                  <c:v>43993</c:v>
                </c:pt>
                <c:pt idx="1112">
                  <c:v>43994</c:v>
                </c:pt>
                <c:pt idx="1113">
                  <c:v>43995</c:v>
                </c:pt>
                <c:pt idx="1114">
                  <c:v>43996</c:v>
                </c:pt>
                <c:pt idx="1115">
                  <c:v>43997</c:v>
                </c:pt>
                <c:pt idx="1116">
                  <c:v>43998</c:v>
                </c:pt>
                <c:pt idx="1117">
                  <c:v>43999</c:v>
                </c:pt>
                <c:pt idx="1118">
                  <c:v>44000</c:v>
                </c:pt>
                <c:pt idx="1119">
                  <c:v>44001</c:v>
                </c:pt>
                <c:pt idx="1120">
                  <c:v>44002</c:v>
                </c:pt>
                <c:pt idx="1121">
                  <c:v>44003</c:v>
                </c:pt>
                <c:pt idx="1122">
                  <c:v>44004</c:v>
                </c:pt>
                <c:pt idx="1123">
                  <c:v>44005</c:v>
                </c:pt>
                <c:pt idx="1124">
                  <c:v>44006</c:v>
                </c:pt>
                <c:pt idx="1125">
                  <c:v>44007</c:v>
                </c:pt>
                <c:pt idx="1126">
                  <c:v>44008</c:v>
                </c:pt>
                <c:pt idx="1127">
                  <c:v>44009</c:v>
                </c:pt>
                <c:pt idx="1128">
                  <c:v>44010</c:v>
                </c:pt>
                <c:pt idx="1129">
                  <c:v>44011</c:v>
                </c:pt>
                <c:pt idx="1130">
                  <c:v>44012</c:v>
                </c:pt>
                <c:pt idx="1131">
                  <c:v>44013</c:v>
                </c:pt>
                <c:pt idx="1132">
                  <c:v>44014</c:v>
                </c:pt>
                <c:pt idx="1133">
                  <c:v>44015</c:v>
                </c:pt>
                <c:pt idx="1134">
                  <c:v>44016</c:v>
                </c:pt>
                <c:pt idx="1135">
                  <c:v>44017</c:v>
                </c:pt>
                <c:pt idx="1136">
                  <c:v>44018</c:v>
                </c:pt>
                <c:pt idx="1137">
                  <c:v>44019</c:v>
                </c:pt>
                <c:pt idx="1138">
                  <c:v>44020</c:v>
                </c:pt>
                <c:pt idx="1139">
                  <c:v>44021</c:v>
                </c:pt>
                <c:pt idx="1140">
                  <c:v>44022</c:v>
                </c:pt>
                <c:pt idx="1141">
                  <c:v>44023</c:v>
                </c:pt>
                <c:pt idx="1142">
                  <c:v>44024</c:v>
                </c:pt>
                <c:pt idx="1143">
                  <c:v>44025</c:v>
                </c:pt>
                <c:pt idx="1144">
                  <c:v>44026</c:v>
                </c:pt>
                <c:pt idx="1145">
                  <c:v>44027</c:v>
                </c:pt>
                <c:pt idx="1146">
                  <c:v>44028</c:v>
                </c:pt>
                <c:pt idx="1147">
                  <c:v>44029</c:v>
                </c:pt>
                <c:pt idx="1148">
                  <c:v>44030</c:v>
                </c:pt>
                <c:pt idx="1149">
                  <c:v>44031</c:v>
                </c:pt>
                <c:pt idx="1150">
                  <c:v>44032</c:v>
                </c:pt>
                <c:pt idx="1151">
                  <c:v>44033</c:v>
                </c:pt>
                <c:pt idx="1152">
                  <c:v>44034</c:v>
                </c:pt>
                <c:pt idx="1153">
                  <c:v>44035</c:v>
                </c:pt>
                <c:pt idx="1154">
                  <c:v>44036</c:v>
                </c:pt>
                <c:pt idx="1155">
                  <c:v>44037</c:v>
                </c:pt>
                <c:pt idx="1156">
                  <c:v>44038</c:v>
                </c:pt>
                <c:pt idx="1157">
                  <c:v>44039</c:v>
                </c:pt>
                <c:pt idx="1158">
                  <c:v>44040</c:v>
                </c:pt>
                <c:pt idx="1159">
                  <c:v>44041</c:v>
                </c:pt>
                <c:pt idx="1160">
                  <c:v>44042</c:v>
                </c:pt>
                <c:pt idx="1161">
                  <c:v>44043</c:v>
                </c:pt>
                <c:pt idx="1162">
                  <c:v>44044</c:v>
                </c:pt>
                <c:pt idx="1163">
                  <c:v>44045</c:v>
                </c:pt>
                <c:pt idx="1164">
                  <c:v>44046</c:v>
                </c:pt>
                <c:pt idx="1165">
                  <c:v>44047</c:v>
                </c:pt>
                <c:pt idx="1166">
                  <c:v>44048</c:v>
                </c:pt>
                <c:pt idx="1167">
                  <c:v>44049</c:v>
                </c:pt>
                <c:pt idx="1168">
                  <c:v>44050</c:v>
                </c:pt>
                <c:pt idx="1169">
                  <c:v>44051</c:v>
                </c:pt>
                <c:pt idx="1170">
                  <c:v>44052</c:v>
                </c:pt>
                <c:pt idx="1171">
                  <c:v>44053</c:v>
                </c:pt>
                <c:pt idx="1172">
                  <c:v>44054</c:v>
                </c:pt>
                <c:pt idx="1173">
                  <c:v>44055</c:v>
                </c:pt>
                <c:pt idx="1174">
                  <c:v>44056</c:v>
                </c:pt>
                <c:pt idx="1175">
                  <c:v>44057</c:v>
                </c:pt>
                <c:pt idx="1176">
                  <c:v>44058</c:v>
                </c:pt>
                <c:pt idx="1177">
                  <c:v>44059</c:v>
                </c:pt>
                <c:pt idx="1178">
                  <c:v>44060</c:v>
                </c:pt>
                <c:pt idx="1179">
                  <c:v>44061</c:v>
                </c:pt>
                <c:pt idx="1180">
                  <c:v>44062</c:v>
                </c:pt>
                <c:pt idx="1181">
                  <c:v>44063</c:v>
                </c:pt>
                <c:pt idx="1182">
                  <c:v>44064</c:v>
                </c:pt>
                <c:pt idx="1183">
                  <c:v>44065</c:v>
                </c:pt>
                <c:pt idx="1184">
                  <c:v>44066</c:v>
                </c:pt>
                <c:pt idx="1185">
                  <c:v>44067</c:v>
                </c:pt>
                <c:pt idx="1186">
                  <c:v>44068</c:v>
                </c:pt>
                <c:pt idx="1187">
                  <c:v>44069</c:v>
                </c:pt>
                <c:pt idx="1188">
                  <c:v>44070</c:v>
                </c:pt>
                <c:pt idx="1189">
                  <c:v>44071</c:v>
                </c:pt>
                <c:pt idx="1190">
                  <c:v>44072</c:v>
                </c:pt>
                <c:pt idx="1191">
                  <c:v>44073</c:v>
                </c:pt>
                <c:pt idx="1192">
                  <c:v>44074</c:v>
                </c:pt>
                <c:pt idx="1193">
                  <c:v>44075</c:v>
                </c:pt>
                <c:pt idx="1194">
                  <c:v>44076</c:v>
                </c:pt>
                <c:pt idx="1195">
                  <c:v>44077</c:v>
                </c:pt>
                <c:pt idx="1196">
                  <c:v>44078</c:v>
                </c:pt>
                <c:pt idx="1197">
                  <c:v>44079</c:v>
                </c:pt>
                <c:pt idx="1198">
                  <c:v>44080</c:v>
                </c:pt>
                <c:pt idx="1199">
                  <c:v>44081</c:v>
                </c:pt>
                <c:pt idx="1200">
                  <c:v>44082</c:v>
                </c:pt>
                <c:pt idx="1201">
                  <c:v>44083</c:v>
                </c:pt>
                <c:pt idx="1202">
                  <c:v>44084</c:v>
                </c:pt>
                <c:pt idx="1203">
                  <c:v>44085</c:v>
                </c:pt>
                <c:pt idx="1204">
                  <c:v>44086</c:v>
                </c:pt>
                <c:pt idx="1205">
                  <c:v>44087</c:v>
                </c:pt>
                <c:pt idx="1206">
                  <c:v>44088</c:v>
                </c:pt>
                <c:pt idx="1207">
                  <c:v>44089</c:v>
                </c:pt>
                <c:pt idx="1208">
                  <c:v>44090</c:v>
                </c:pt>
                <c:pt idx="1209">
                  <c:v>44091</c:v>
                </c:pt>
                <c:pt idx="1210">
                  <c:v>44092</c:v>
                </c:pt>
                <c:pt idx="1211">
                  <c:v>44093</c:v>
                </c:pt>
                <c:pt idx="1212">
                  <c:v>44094</c:v>
                </c:pt>
                <c:pt idx="1213">
                  <c:v>44095</c:v>
                </c:pt>
                <c:pt idx="1214">
                  <c:v>44096</c:v>
                </c:pt>
                <c:pt idx="1215">
                  <c:v>44097</c:v>
                </c:pt>
                <c:pt idx="1216">
                  <c:v>44098</c:v>
                </c:pt>
                <c:pt idx="1217">
                  <c:v>44099</c:v>
                </c:pt>
                <c:pt idx="1218">
                  <c:v>44100</c:v>
                </c:pt>
                <c:pt idx="1219">
                  <c:v>44101</c:v>
                </c:pt>
                <c:pt idx="1220">
                  <c:v>44102</c:v>
                </c:pt>
                <c:pt idx="1221">
                  <c:v>44103</c:v>
                </c:pt>
                <c:pt idx="1222">
                  <c:v>44104</c:v>
                </c:pt>
                <c:pt idx="1223">
                  <c:v>44105</c:v>
                </c:pt>
                <c:pt idx="1224">
                  <c:v>44106</c:v>
                </c:pt>
                <c:pt idx="1225">
                  <c:v>44107</c:v>
                </c:pt>
                <c:pt idx="1226">
                  <c:v>44108</c:v>
                </c:pt>
                <c:pt idx="1227">
                  <c:v>44109</c:v>
                </c:pt>
                <c:pt idx="1228">
                  <c:v>44110</c:v>
                </c:pt>
                <c:pt idx="1229">
                  <c:v>44111</c:v>
                </c:pt>
                <c:pt idx="1230">
                  <c:v>44112</c:v>
                </c:pt>
                <c:pt idx="1231">
                  <c:v>44113</c:v>
                </c:pt>
                <c:pt idx="1232">
                  <c:v>44114</c:v>
                </c:pt>
                <c:pt idx="1233">
                  <c:v>44115</c:v>
                </c:pt>
                <c:pt idx="1234">
                  <c:v>44116</c:v>
                </c:pt>
                <c:pt idx="1235">
                  <c:v>44117</c:v>
                </c:pt>
                <c:pt idx="1236">
                  <c:v>44118</c:v>
                </c:pt>
                <c:pt idx="1237">
                  <c:v>44119</c:v>
                </c:pt>
                <c:pt idx="1238">
                  <c:v>44120</c:v>
                </c:pt>
                <c:pt idx="1239">
                  <c:v>44121</c:v>
                </c:pt>
                <c:pt idx="1240">
                  <c:v>44122</c:v>
                </c:pt>
                <c:pt idx="1241">
                  <c:v>44123</c:v>
                </c:pt>
                <c:pt idx="1242">
                  <c:v>44124</c:v>
                </c:pt>
                <c:pt idx="1243">
                  <c:v>44125</c:v>
                </c:pt>
                <c:pt idx="1244">
                  <c:v>44126</c:v>
                </c:pt>
                <c:pt idx="1245">
                  <c:v>44127</c:v>
                </c:pt>
                <c:pt idx="1246">
                  <c:v>44128</c:v>
                </c:pt>
                <c:pt idx="1247">
                  <c:v>44129</c:v>
                </c:pt>
                <c:pt idx="1248">
                  <c:v>44130</c:v>
                </c:pt>
                <c:pt idx="1249">
                  <c:v>44131</c:v>
                </c:pt>
                <c:pt idx="1250">
                  <c:v>44132</c:v>
                </c:pt>
                <c:pt idx="1251">
                  <c:v>44133</c:v>
                </c:pt>
                <c:pt idx="1252">
                  <c:v>44134</c:v>
                </c:pt>
                <c:pt idx="1253">
                  <c:v>44135</c:v>
                </c:pt>
                <c:pt idx="1254">
                  <c:v>44136</c:v>
                </c:pt>
                <c:pt idx="1255">
                  <c:v>44137</c:v>
                </c:pt>
                <c:pt idx="1256">
                  <c:v>44138</c:v>
                </c:pt>
                <c:pt idx="1257">
                  <c:v>44139</c:v>
                </c:pt>
                <c:pt idx="1258">
                  <c:v>44140</c:v>
                </c:pt>
                <c:pt idx="1259">
                  <c:v>44141</c:v>
                </c:pt>
                <c:pt idx="1260">
                  <c:v>44142</c:v>
                </c:pt>
                <c:pt idx="1261">
                  <c:v>44143</c:v>
                </c:pt>
                <c:pt idx="1262">
                  <c:v>44144</c:v>
                </c:pt>
                <c:pt idx="1263">
                  <c:v>44145</c:v>
                </c:pt>
                <c:pt idx="1264">
                  <c:v>44146</c:v>
                </c:pt>
                <c:pt idx="1265">
                  <c:v>44147</c:v>
                </c:pt>
                <c:pt idx="1266">
                  <c:v>44148</c:v>
                </c:pt>
                <c:pt idx="1267">
                  <c:v>44149</c:v>
                </c:pt>
                <c:pt idx="1268">
                  <c:v>44150</c:v>
                </c:pt>
                <c:pt idx="1269">
                  <c:v>44151</c:v>
                </c:pt>
                <c:pt idx="1270">
                  <c:v>44152</c:v>
                </c:pt>
                <c:pt idx="1271">
                  <c:v>44153</c:v>
                </c:pt>
                <c:pt idx="1272">
                  <c:v>44154</c:v>
                </c:pt>
                <c:pt idx="1273">
                  <c:v>44155</c:v>
                </c:pt>
                <c:pt idx="1274">
                  <c:v>44156</c:v>
                </c:pt>
                <c:pt idx="1275">
                  <c:v>44157</c:v>
                </c:pt>
                <c:pt idx="1276">
                  <c:v>44158</c:v>
                </c:pt>
                <c:pt idx="1277">
                  <c:v>44159</c:v>
                </c:pt>
                <c:pt idx="1278">
                  <c:v>44160</c:v>
                </c:pt>
                <c:pt idx="1279">
                  <c:v>44161</c:v>
                </c:pt>
                <c:pt idx="1280">
                  <c:v>44162</c:v>
                </c:pt>
                <c:pt idx="1281">
                  <c:v>44163</c:v>
                </c:pt>
                <c:pt idx="1282">
                  <c:v>44164</c:v>
                </c:pt>
                <c:pt idx="1283">
                  <c:v>44165</c:v>
                </c:pt>
                <c:pt idx="1284">
                  <c:v>44166</c:v>
                </c:pt>
                <c:pt idx="1285">
                  <c:v>44167</c:v>
                </c:pt>
                <c:pt idx="1286">
                  <c:v>44168</c:v>
                </c:pt>
                <c:pt idx="1287">
                  <c:v>44169</c:v>
                </c:pt>
                <c:pt idx="1288">
                  <c:v>44170</c:v>
                </c:pt>
                <c:pt idx="1289">
                  <c:v>44171</c:v>
                </c:pt>
                <c:pt idx="1290">
                  <c:v>44172</c:v>
                </c:pt>
                <c:pt idx="1291">
                  <c:v>44173</c:v>
                </c:pt>
                <c:pt idx="1292">
                  <c:v>44174</c:v>
                </c:pt>
                <c:pt idx="1293">
                  <c:v>44175</c:v>
                </c:pt>
                <c:pt idx="1294">
                  <c:v>44176</c:v>
                </c:pt>
                <c:pt idx="1295">
                  <c:v>44177</c:v>
                </c:pt>
                <c:pt idx="1296">
                  <c:v>44178</c:v>
                </c:pt>
                <c:pt idx="1297">
                  <c:v>44179</c:v>
                </c:pt>
                <c:pt idx="1298">
                  <c:v>44180</c:v>
                </c:pt>
                <c:pt idx="1299">
                  <c:v>44181</c:v>
                </c:pt>
                <c:pt idx="1300">
                  <c:v>44182</c:v>
                </c:pt>
                <c:pt idx="1301">
                  <c:v>44183</c:v>
                </c:pt>
                <c:pt idx="1302">
                  <c:v>44184</c:v>
                </c:pt>
                <c:pt idx="1303">
                  <c:v>44185</c:v>
                </c:pt>
                <c:pt idx="1304">
                  <c:v>44186</c:v>
                </c:pt>
                <c:pt idx="1305">
                  <c:v>44187</c:v>
                </c:pt>
                <c:pt idx="1306">
                  <c:v>44188</c:v>
                </c:pt>
                <c:pt idx="1307">
                  <c:v>44189</c:v>
                </c:pt>
                <c:pt idx="1308">
                  <c:v>44190</c:v>
                </c:pt>
                <c:pt idx="1309">
                  <c:v>44191</c:v>
                </c:pt>
                <c:pt idx="1310">
                  <c:v>44192</c:v>
                </c:pt>
                <c:pt idx="1311">
                  <c:v>44193</c:v>
                </c:pt>
                <c:pt idx="1312">
                  <c:v>44194</c:v>
                </c:pt>
                <c:pt idx="1313">
                  <c:v>44195</c:v>
                </c:pt>
                <c:pt idx="1314">
                  <c:v>44196</c:v>
                </c:pt>
                <c:pt idx="1315">
                  <c:v>44197</c:v>
                </c:pt>
                <c:pt idx="1316">
                  <c:v>44198</c:v>
                </c:pt>
                <c:pt idx="1317">
                  <c:v>44199</c:v>
                </c:pt>
                <c:pt idx="1318">
                  <c:v>44200</c:v>
                </c:pt>
                <c:pt idx="1319">
                  <c:v>44201</c:v>
                </c:pt>
                <c:pt idx="1320">
                  <c:v>44202</c:v>
                </c:pt>
                <c:pt idx="1321">
                  <c:v>44203</c:v>
                </c:pt>
                <c:pt idx="1322">
                  <c:v>44204</c:v>
                </c:pt>
                <c:pt idx="1323">
                  <c:v>44205</c:v>
                </c:pt>
                <c:pt idx="1324">
                  <c:v>44206</c:v>
                </c:pt>
                <c:pt idx="1325">
                  <c:v>44207</c:v>
                </c:pt>
                <c:pt idx="1326">
                  <c:v>44208</c:v>
                </c:pt>
                <c:pt idx="1327">
                  <c:v>44209</c:v>
                </c:pt>
                <c:pt idx="1328">
                  <c:v>44210</c:v>
                </c:pt>
                <c:pt idx="1329">
                  <c:v>44211</c:v>
                </c:pt>
                <c:pt idx="1330">
                  <c:v>44212</c:v>
                </c:pt>
                <c:pt idx="1331">
                  <c:v>44213</c:v>
                </c:pt>
                <c:pt idx="1332">
                  <c:v>44214</c:v>
                </c:pt>
                <c:pt idx="1333">
                  <c:v>44215</c:v>
                </c:pt>
                <c:pt idx="1334">
                  <c:v>44216</c:v>
                </c:pt>
                <c:pt idx="1335">
                  <c:v>44217</c:v>
                </c:pt>
                <c:pt idx="1336">
                  <c:v>44218</c:v>
                </c:pt>
                <c:pt idx="1337">
                  <c:v>44219</c:v>
                </c:pt>
                <c:pt idx="1338">
                  <c:v>44220</c:v>
                </c:pt>
                <c:pt idx="1339">
                  <c:v>44221</c:v>
                </c:pt>
                <c:pt idx="1340">
                  <c:v>44222</c:v>
                </c:pt>
                <c:pt idx="1341">
                  <c:v>44223</c:v>
                </c:pt>
                <c:pt idx="1342">
                  <c:v>44224</c:v>
                </c:pt>
                <c:pt idx="1343">
                  <c:v>44225</c:v>
                </c:pt>
                <c:pt idx="1344">
                  <c:v>44226</c:v>
                </c:pt>
                <c:pt idx="1345">
                  <c:v>44227</c:v>
                </c:pt>
                <c:pt idx="1346">
                  <c:v>44228</c:v>
                </c:pt>
                <c:pt idx="1347">
                  <c:v>44229</c:v>
                </c:pt>
                <c:pt idx="1348">
                  <c:v>44230</c:v>
                </c:pt>
                <c:pt idx="1349">
                  <c:v>44231</c:v>
                </c:pt>
                <c:pt idx="1350">
                  <c:v>44232</c:v>
                </c:pt>
                <c:pt idx="1351">
                  <c:v>44233</c:v>
                </c:pt>
                <c:pt idx="1352">
                  <c:v>44234</c:v>
                </c:pt>
                <c:pt idx="1353">
                  <c:v>44235</c:v>
                </c:pt>
                <c:pt idx="1354">
                  <c:v>44236</c:v>
                </c:pt>
                <c:pt idx="1355">
                  <c:v>44237</c:v>
                </c:pt>
                <c:pt idx="1356">
                  <c:v>44238</c:v>
                </c:pt>
                <c:pt idx="1357">
                  <c:v>44239</c:v>
                </c:pt>
                <c:pt idx="1358">
                  <c:v>44240</c:v>
                </c:pt>
                <c:pt idx="1359">
                  <c:v>44241</c:v>
                </c:pt>
                <c:pt idx="1360">
                  <c:v>44242</c:v>
                </c:pt>
                <c:pt idx="1361">
                  <c:v>44243</c:v>
                </c:pt>
                <c:pt idx="1362">
                  <c:v>44244</c:v>
                </c:pt>
                <c:pt idx="1363">
                  <c:v>44245</c:v>
                </c:pt>
                <c:pt idx="1364">
                  <c:v>44246</c:v>
                </c:pt>
                <c:pt idx="1365">
                  <c:v>44247</c:v>
                </c:pt>
                <c:pt idx="1366">
                  <c:v>44248</c:v>
                </c:pt>
                <c:pt idx="1367">
                  <c:v>44249</c:v>
                </c:pt>
                <c:pt idx="1368">
                  <c:v>44250</c:v>
                </c:pt>
                <c:pt idx="1369">
                  <c:v>44251</c:v>
                </c:pt>
                <c:pt idx="1370">
                  <c:v>44252</c:v>
                </c:pt>
                <c:pt idx="1371">
                  <c:v>44253</c:v>
                </c:pt>
                <c:pt idx="1372">
                  <c:v>44254</c:v>
                </c:pt>
                <c:pt idx="1373">
                  <c:v>44255</c:v>
                </c:pt>
                <c:pt idx="1374">
                  <c:v>44256</c:v>
                </c:pt>
                <c:pt idx="1375">
                  <c:v>44257</c:v>
                </c:pt>
                <c:pt idx="1376">
                  <c:v>44258</c:v>
                </c:pt>
                <c:pt idx="1377">
                  <c:v>44259</c:v>
                </c:pt>
                <c:pt idx="1378">
                  <c:v>44260</c:v>
                </c:pt>
                <c:pt idx="1379">
                  <c:v>44261</c:v>
                </c:pt>
                <c:pt idx="1380">
                  <c:v>44262</c:v>
                </c:pt>
                <c:pt idx="1381">
                  <c:v>44263</c:v>
                </c:pt>
                <c:pt idx="1382">
                  <c:v>44264</c:v>
                </c:pt>
                <c:pt idx="1383">
                  <c:v>44265</c:v>
                </c:pt>
                <c:pt idx="1384">
                  <c:v>44266</c:v>
                </c:pt>
                <c:pt idx="1385">
                  <c:v>44267</c:v>
                </c:pt>
                <c:pt idx="1386">
                  <c:v>44268</c:v>
                </c:pt>
                <c:pt idx="1387">
                  <c:v>44269</c:v>
                </c:pt>
                <c:pt idx="1388">
                  <c:v>44270</c:v>
                </c:pt>
                <c:pt idx="1389">
                  <c:v>44271</c:v>
                </c:pt>
                <c:pt idx="1390">
                  <c:v>44272</c:v>
                </c:pt>
                <c:pt idx="1391">
                  <c:v>44273</c:v>
                </c:pt>
                <c:pt idx="1392">
                  <c:v>44274</c:v>
                </c:pt>
                <c:pt idx="1393">
                  <c:v>44275</c:v>
                </c:pt>
                <c:pt idx="1394">
                  <c:v>44276</c:v>
                </c:pt>
                <c:pt idx="1395">
                  <c:v>44277</c:v>
                </c:pt>
                <c:pt idx="1396">
                  <c:v>44278</c:v>
                </c:pt>
                <c:pt idx="1397">
                  <c:v>44279</c:v>
                </c:pt>
                <c:pt idx="1398">
                  <c:v>44280</c:v>
                </c:pt>
                <c:pt idx="1399">
                  <c:v>44281</c:v>
                </c:pt>
                <c:pt idx="1400">
                  <c:v>44282</c:v>
                </c:pt>
                <c:pt idx="1401">
                  <c:v>44283</c:v>
                </c:pt>
                <c:pt idx="1402">
                  <c:v>44284</c:v>
                </c:pt>
                <c:pt idx="1403">
                  <c:v>44285</c:v>
                </c:pt>
                <c:pt idx="1404">
                  <c:v>44286</c:v>
                </c:pt>
                <c:pt idx="1405">
                  <c:v>44287</c:v>
                </c:pt>
                <c:pt idx="1406">
                  <c:v>44288</c:v>
                </c:pt>
                <c:pt idx="1407">
                  <c:v>44289</c:v>
                </c:pt>
                <c:pt idx="1408">
                  <c:v>44290</c:v>
                </c:pt>
                <c:pt idx="1409">
                  <c:v>44291</c:v>
                </c:pt>
                <c:pt idx="1410">
                  <c:v>44292</c:v>
                </c:pt>
                <c:pt idx="1411">
                  <c:v>44293</c:v>
                </c:pt>
                <c:pt idx="1412">
                  <c:v>44294</c:v>
                </c:pt>
                <c:pt idx="1413">
                  <c:v>44295</c:v>
                </c:pt>
                <c:pt idx="1414">
                  <c:v>44296</c:v>
                </c:pt>
                <c:pt idx="1415">
                  <c:v>44297</c:v>
                </c:pt>
                <c:pt idx="1416">
                  <c:v>44298</c:v>
                </c:pt>
                <c:pt idx="1417">
                  <c:v>44299</c:v>
                </c:pt>
                <c:pt idx="1418">
                  <c:v>44300</c:v>
                </c:pt>
                <c:pt idx="1419">
                  <c:v>44301</c:v>
                </c:pt>
                <c:pt idx="1420">
                  <c:v>44302</c:v>
                </c:pt>
                <c:pt idx="1421">
                  <c:v>44303</c:v>
                </c:pt>
                <c:pt idx="1422">
                  <c:v>44304</c:v>
                </c:pt>
                <c:pt idx="1423">
                  <c:v>44305</c:v>
                </c:pt>
                <c:pt idx="1424">
                  <c:v>44306</c:v>
                </c:pt>
                <c:pt idx="1425">
                  <c:v>44307</c:v>
                </c:pt>
                <c:pt idx="1426">
                  <c:v>44308</c:v>
                </c:pt>
                <c:pt idx="1427">
                  <c:v>44309</c:v>
                </c:pt>
                <c:pt idx="1428">
                  <c:v>44310</c:v>
                </c:pt>
                <c:pt idx="1429">
                  <c:v>44311</c:v>
                </c:pt>
                <c:pt idx="1430">
                  <c:v>44312</c:v>
                </c:pt>
                <c:pt idx="1431">
                  <c:v>44313</c:v>
                </c:pt>
                <c:pt idx="1432">
                  <c:v>44314</c:v>
                </c:pt>
                <c:pt idx="1433">
                  <c:v>44315</c:v>
                </c:pt>
                <c:pt idx="1434">
                  <c:v>44316</c:v>
                </c:pt>
                <c:pt idx="1435">
                  <c:v>44317</c:v>
                </c:pt>
                <c:pt idx="1436">
                  <c:v>44318</c:v>
                </c:pt>
                <c:pt idx="1437">
                  <c:v>44319</c:v>
                </c:pt>
                <c:pt idx="1438">
                  <c:v>44320</c:v>
                </c:pt>
                <c:pt idx="1439">
                  <c:v>44321</c:v>
                </c:pt>
                <c:pt idx="1440">
                  <c:v>44322</c:v>
                </c:pt>
                <c:pt idx="1441">
                  <c:v>44323</c:v>
                </c:pt>
                <c:pt idx="1442">
                  <c:v>44324</c:v>
                </c:pt>
                <c:pt idx="1443">
                  <c:v>44325</c:v>
                </c:pt>
                <c:pt idx="1444">
                  <c:v>44326</c:v>
                </c:pt>
                <c:pt idx="1445">
                  <c:v>44327</c:v>
                </c:pt>
                <c:pt idx="1446">
                  <c:v>44328</c:v>
                </c:pt>
                <c:pt idx="1447">
                  <c:v>44329</c:v>
                </c:pt>
                <c:pt idx="1448">
                  <c:v>44330</c:v>
                </c:pt>
                <c:pt idx="1449">
                  <c:v>44331</c:v>
                </c:pt>
                <c:pt idx="1450">
                  <c:v>44332</c:v>
                </c:pt>
                <c:pt idx="1451">
                  <c:v>44333</c:v>
                </c:pt>
                <c:pt idx="1452">
                  <c:v>44334</c:v>
                </c:pt>
                <c:pt idx="1453">
                  <c:v>44335</c:v>
                </c:pt>
                <c:pt idx="1454">
                  <c:v>44336</c:v>
                </c:pt>
                <c:pt idx="1455">
                  <c:v>44337</c:v>
                </c:pt>
                <c:pt idx="1456">
                  <c:v>44338</c:v>
                </c:pt>
                <c:pt idx="1457">
                  <c:v>44339</c:v>
                </c:pt>
                <c:pt idx="1458">
                  <c:v>44340</c:v>
                </c:pt>
                <c:pt idx="1459">
                  <c:v>44341</c:v>
                </c:pt>
                <c:pt idx="1460">
                  <c:v>44342</c:v>
                </c:pt>
                <c:pt idx="1461">
                  <c:v>44343</c:v>
                </c:pt>
                <c:pt idx="1462">
                  <c:v>44344</c:v>
                </c:pt>
                <c:pt idx="1463">
                  <c:v>44345</c:v>
                </c:pt>
                <c:pt idx="1464">
                  <c:v>44346</c:v>
                </c:pt>
                <c:pt idx="1465">
                  <c:v>44347</c:v>
                </c:pt>
                <c:pt idx="1466">
                  <c:v>44348</c:v>
                </c:pt>
                <c:pt idx="1467">
                  <c:v>44349</c:v>
                </c:pt>
                <c:pt idx="1468">
                  <c:v>44350</c:v>
                </c:pt>
                <c:pt idx="1469">
                  <c:v>44351</c:v>
                </c:pt>
                <c:pt idx="1470">
                  <c:v>44352</c:v>
                </c:pt>
                <c:pt idx="1471">
                  <c:v>44353</c:v>
                </c:pt>
                <c:pt idx="1472">
                  <c:v>44354</c:v>
                </c:pt>
                <c:pt idx="1473">
                  <c:v>44355</c:v>
                </c:pt>
                <c:pt idx="1474">
                  <c:v>44356</c:v>
                </c:pt>
                <c:pt idx="1475">
                  <c:v>44357</c:v>
                </c:pt>
                <c:pt idx="1476">
                  <c:v>44358</c:v>
                </c:pt>
                <c:pt idx="1477">
                  <c:v>44359</c:v>
                </c:pt>
                <c:pt idx="1478">
                  <c:v>44360</c:v>
                </c:pt>
                <c:pt idx="1479">
                  <c:v>44361</c:v>
                </c:pt>
                <c:pt idx="1480">
                  <c:v>44362</c:v>
                </c:pt>
                <c:pt idx="1481">
                  <c:v>44363</c:v>
                </c:pt>
                <c:pt idx="1482">
                  <c:v>44364</c:v>
                </c:pt>
                <c:pt idx="1483">
                  <c:v>44365</c:v>
                </c:pt>
                <c:pt idx="1484">
                  <c:v>44366</c:v>
                </c:pt>
                <c:pt idx="1485">
                  <c:v>44367</c:v>
                </c:pt>
                <c:pt idx="1486">
                  <c:v>44368</c:v>
                </c:pt>
                <c:pt idx="1487">
                  <c:v>44369</c:v>
                </c:pt>
                <c:pt idx="1488">
                  <c:v>44370</c:v>
                </c:pt>
                <c:pt idx="1489">
                  <c:v>44371</c:v>
                </c:pt>
                <c:pt idx="1490">
                  <c:v>44372</c:v>
                </c:pt>
                <c:pt idx="1491">
                  <c:v>44373</c:v>
                </c:pt>
                <c:pt idx="1492">
                  <c:v>44374</c:v>
                </c:pt>
                <c:pt idx="1493">
                  <c:v>44375</c:v>
                </c:pt>
                <c:pt idx="1494">
                  <c:v>44376</c:v>
                </c:pt>
                <c:pt idx="1495">
                  <c:v>44377</c:v>
                </c:pt>
                <c:pt idx="1496">
                  <c:v>44378</c:v>
                </c:pt>
                <c:pt idx="1497">
                  <c:v>44379</c:v>
                </c:pt>
                <c:pt idx="1498">
                  <c:v>44380</c:v>
                </c:pt>
                <c:pt idx="1499">
                  <c:v>44381</c:v>
                </c:pt>
                <c:pt idx="1500">
                  <c:v>44382</c:v>
                </c:pt>
                <c:pt idx="1501">
                  <c:v>44383</c:v>
                </c:pt>
                <c:pt idx="1502">
                  <c:v>44384</c:v>
                </c:pt>
                <c:pt idx="1503">
                  <c:v>44385</c:v>
                </c:pt>
                <c:pt idx="1504">
                  <c:v>44386</c:v>
                </c:pt>
                <c:pt idx="1505">
                  <c:v>44387</c:v>
                </c:pt>
                <c:pt idx="1506">
                  <c:v>44388</c:v>
                </c:pt>
                <c:pt idx="1507">
                  <c:v>44389</c:v>
                </c:pt>
                <c:pt idx="1508">
                  <c:v>44390</c:v>
                </c:pt>
                <c:pt idx="1509">
                  <c:v>44391</c:v>
                </c:pt>
                <c:pt idx="1510">
                  <c:v>44392</c:v>
                </c:pt>
                <c:pt idx="1511">
                  <c:v>44393</c:v>
                </c:pt>
                <c:pt idx="1512">
                  <c:v>44394</c:v>
                </c:pt>
                <c:pt idx="1513">
                  <c:v>44395</c:v>
                </c:pt>
                <c:pt idx="1514">
                  <c:v>44396</c:v>
                </c:pt>
                <c:pt idx="1515">
                  <c:v>44397</c:v>
                </c:pt>
                <c:pt idx="1516">
                  <c:v>44398</c:v>
                </c:pt>
                <c:pt idx="1517">
                  <c:v>44399</c:v>
                </c:pt>
                <c:pt idx="1518">
                  <c:v>44400</c:v>
                </c:pt>
                <c:pt idx="1519">
                  <c:v>44401</c:v>
                </c:pt>
                <c:pt idx="1520">
                  <c:v>44402</c:v>
                </c:pt>
                <c:pt idx="1521">
                  <c:v>44403</c:v>
                </c:pt>
                <c:pt idx="1522">
                  <c:v>44404</c:v>
                </c:pt>
                <c:pt idx="1523">
                  <c:v>44405</c:v>
                </c:pt>
                <c:pt idx="1524">
                  <c:v>44406</c:v>
                </c:pt>
                <c:pt idx="1525">
                  <c:v>44407</c:v>
                </c:pt>
                <c:pt idx="1526">
                  <c:v>44408</c:v>
                </c:pt>
                <c:pt idx="1527">
                  <c:v>44409</c:v>
                </c:pt>
                <c:pt idx="1528">
                  <c:v>44410</c:v>
                </c:pt>
                <c:pt idx="1529">
                  <c:v>44411</c:v>
                </c:pt>
                <c:pt idx="1530">
                  <c:v>44412</c:v>
                </c:pt>
                <c:pt idx="1531">
                  <c:v>44413</c:v>
                </c:pt>
                <c:pt idx="1532">
                  <c:v>44414</c:v>
                </c:pt>
                <c:pt idx="1533">
                  <c:v>44415</c:v>
                </c:pt>
                <c:pt idx="1534">
                  <c:v>44416</c:v>
                </c:pt>
                <c:pt idx="1535">
                  <c:v>44417</c:v>
                </c:pt>
                <c:pt idx="1536">
                  <c:v>44418</c:v>
                </c:pt>
                <c:pt idx="1537">
                  <c:v>44419</c:v>
                </c:pt>
                <c:pt idx="1538">
                  <c:v>44420</c:v>
                </c:pt>
                <c:pt idx="1539">
                  <c:v>44421</c:v>
                </c:pt>
                <c:pt idx="1540">
                  <c:v>44422</c:v>
                </c:pt>
                <c:pt idx="1541">
                  <c:v>44423</c:v>
                </c:pt>
                <c:pt idx="1542">
                  <c:v>44424</c:v>
                </c:pt>
                <c:pt idx="1543">
                  <c:v>44425</c:v>
                </c:pt>
                <c:pt idx="1544">
                  <c:v>44426</c:v>
                </c:pt>
                <c:pt idx="1545">
                  <c:v>44427</c:v>
                </c:pt>
                <c:pt idx="1546">
                  <c:v>44428</c:v>
                </c:pt>
                <c:pt idx="1547">
                  <c:v>44429</c:v>
                </c:pt>
                <c:pt idx="1548">
                  <c:v>44430</c:v>
                </c:pt>
                <c:pt idx="1549">
                  <c:v>44431</c:v>
                </c:pt>
                <c:pt idx="1550">
                  <c:v>44432</c:v>
                </c:pt>
                <c:pt idx="1551">
                  <c:v>44433</c:v>
                </c:pt>
                <c:pt idx="1552">
                  <c:v>44434</c:v>
                </c:pt>
                <c:pt idx="1553">
                  <c:v>44435</c:v>
                </c:pt>
                <c:pt idx="1554">
                  <c:v>44436</c:v>
                </c:pt>
                <c:pt idx="1555">
                  <c:v>44437</c:v>
                </c:pt>
                <c:pt idx="1556">
                  <c:v>44438</c:v>
                </c:pt>
                <c:pt idx="1557">
                  <c:v>44439</c:v>
                </c:pt>
                <c:pt idx="1558">
                  <c:v>44440</c:v>
                </c:pt>
                <c:pt idx="1559">
                  <c:v>44441</c:v>
                </c:pt>
                <c:pt idx="1560">
                  <c:v>44442</c:v>
                </c:pt>
                <c:pt idx="1561">
                  <c:v>44443</c:v>
                </c:pt>
                <c:pt idx="1562">
                  <c:v>44444</c:v>
                </c:pt>
                <c:pt idx="1563">
                  <c:v>44445</c:v>
                </c:pt>
                <c:pt idx="1564">
                  <c:v>44446</c:v>
                </c:pt>
                <c:pt idx="1565">
                  <c:v>44447</c:v>
                </c:pt>
                <c:pt idx="1566">
                  <c:v>44448</c:v>
                </c:pt>
                <c:pt idx="1567">
                  <c:v>44449</c:v>
                </c:pt>
                <c:pt idx="1568">
                  <c:v>44450</c:v>
                </c:pt>
                <c:pt idx="1569">
                  <c:v>44451</c:v>
                </c:pt>
                <c:pt idx="1570">
                  <c:v>44452</c:v>
                </c:pt>
                <c:pt idx="1571">
                  <c:v>44453</c:v>
                </c:pt>
                <c:pt idx="1572">
                  <c:v>44454</c:v>
                </c:pt>
                <c:pt idx="1573">
                  <c:v>44455</c:v>
                </c:pt>
                <c:pt idx="1574">
                  <c:v>44456</c:v>
                </c:pt>
                <c:pt idx="1575">
                  <c:v>44457</c:v>
                </c:pt>
                <c:pt idx="1576">
                  <c:v>44458</c:v>
                </c:pt>
                <c:pt idx="1577">
                  <c:v>44459</c:v>
                </c:pt>
                <c:pt idx="1578">
                  <c:v>44460</c:v>
                </c:pt>
                <c:pt idx="1579">
                  <c:v>44461</c:v>
                </c:pt>
                <c:pt idx="1580">
                  <c:v>44462</c:v>
                </c:pt>
                <c:pt idx="1581">
                  <c:v>44463</c:v>
                </c:pt>
                <c:pt idx="1582">
                  <c:v>44464</c:v>
                </c:pt>
                <c:pt idx="1583">
                  <c:v>44465</c:v>
                </c:pt>
                <c:pt idx="1584">
                  <c:v>44466</c:v>
                </c:pt>
                <c:pt idx="1585">
                  <c:v>44467</c:v>
                </c:pt>
                <c:pt idx="1586">
                  <c:v>44468</c:v>
                </c:pt>
                <c:pt idx="1587">
                  <c:v>44469</c:v>
                </c:pt>
                <c:pt idx="1588">
                  <c:v>44470</c:v>
                </c:pt>
                <c:pt idx="1589">
                  <c:v>44471</c:v>
                </c:pt>
                <c:pt idx="1590">
                  <c:v>44472</c:v>
                </c:pt>
                <c:pt idx="1591">
                  <c:v>44473</c:v>
                </c:pt>
                <c:pt idx="1592">
                  <c:v>44474</c:v>
                </c:pt>
                <c:pt idx="1593">
                  <c:v>44475</c:v>
                </c:pt>
                <c:pt idx="1594">
                  <c:v>44476</c:v>
                </c:pt>
                <c:pt idx="1595">
                  <c:v>44477</c:v>
                </c:pt>
                <c:pt idx="1596">
                  <c:v>44478</c:v>
                </c:pt>
                <c:pt idx="1597">
                  <c:v>44479</c:v>
                </c:pt>
                <c:pt idx="1598">
                  <c:v>44480</c:v>
                </c:pt>
                <c:pt idx="1599">
                  <c:v>44481</c:v>
                </c:pt>
                <c:pt idx="1600">
                  <c:v>44482</c:v>
                </c:pt>
                <c:pt idx="1601">
                  <c:v>44483</c:v>
                </c:pt>
                <c:pt idx="1602">
                  <c:v>44484</c:v>
                </c:pt>
                <c:pt idx="1603">
                  <c:v>44485</c:v>
                </c:pt>
                <c:pt idx="1604">
                  <c:v>44486</c:v>
                </c:pt>
                <c:pt idx="1605">
                  <c:v>44487</c:v>
                </c:pt>
                <c:pt idx="1606">
                  <c:v>44488</c:v>
                </c:pt>
                <c:pt idx="1607">
                  <c:v>44489</c:v>
                </c:pt>
                <c:pt idx="1608">
                  <c:v>44490</c:v>
                </c:pt>
                <c:pt idx="1609">
                  <c:v>44491</c:v>
                </c:pt>
                <c:pt idx="1610">
                  <c:v>44492</c:v>
                </c:pt>
                <c:pt idx="1611">
                  <c:v>44493</c:v>
                </c:pt>
                <c:pt idx="1612">
                  <c:v>44494</c:v>
                </c:pt>
                <c:pt idx="1613">
                  <c:v>44495</c:v>
                </c:pt>
                <c:pt idx="1614">
                  <c:v>44496</c:v>
                </c:pt>
                <c:pt idx="1615">
                  <c:v>44497</c:v>
                </c:pt>
                <c:pt idx="1616">
                  <c:v>44498</c:v>
                </c:pt>
                <c:pt idx="1617">
                  <c:v>44499</c:v>
                </c:pt>
                <c:pt idx="1618">
                  <c:v>44500</c:v>
                </c:pt>
                <c:pt idx="1619">
                  <c:v>44501</c:v>
                </c:pt>
                <c:pt idx="1620">
                  <c:v>44502</c:v>
                </c:pt>
                <c:pt idx="1621">
                  <c:v>44503</c:v>
                </c:pt>
                <c:pt idx="1622">
                  <c:v>44504</c:v>
                </c:pt>
                <c:pt idx="1623">
                  <c:v>44505</c:v>
                </c:pt>
                <c:pt idx="1624">
                  <c:v>44506</c:v>
                </c:pt>
                <c:pt idx="1625">
                  <c:v>44507</c:v>
                </c:pt>
                <c:pt idx="1626">
                  <c:v>44508</c:v>
                </c:pt>
                <c:pt idx="1627">
                  <c:v>44509</c:v>
                </c:pt>
                <c:pt idx="1628">
                  <c:v>44510</c:v>
                </c:pt>
                <c:pt idx="1629">
                  <c:v>44511</c:v>
                </c:pt>
                <c:pt idx="1630">
                  <c:v>44512</c:v>
                </c:pt>
                <c:pt idx="1631">
                  <c:v>44513</c:v>
                </c:pt>
                <c:pt idx="1632">
                  <c:v>44514</c:v>
                </c:pt>
                <c:pt idx="1633">
                  <c:v>44515</c:v>
                </c:pt>
                <c:pt idx="1634">
                  <c:v>44516</c:v>
                </c:pt>
                <c:pt idx="1635">
                  <c:v>44517</c:v>
                </c:pt>
                <c:pt idx="1636">
                  <c:v>44518</c:v>
                </c:pt>
                <c:pt idx="1637">
                  <c:v>44519</c:v>
                </c:pt>
                <c:pt idx="1638">
                  <c:v>44520</c:v>
                </c:pt>
                <c:pt idx="1639">
                  <c:v>44521</c:v>
                </c:pt>
                <c:pt idx="1640">
                  <c:v>44522</c:v>
                </c:pt>
                <c:pt idx="1641">
                  <c:v>44523</c:v>
                </c:pt>
                <c:pt idx="1642">
                  <c:v>44524</c:v>
                </c:pt>
                <c:pt idx="1643">
                  <c:v>44525</c:v>
                </c:pt>
                <c:pt idx="1644">
                  <c:v>44526</c:v>
                </c:pt>
                <c:pt idx="1645">
                  <c:v>44527</c:v>
                </c:pt>
                <c:pt idx="1646">
                  <c:v>44528</c:v>
                </c:pt>
                <c:pt idx="1647">
                  <c:v>44529</c:v>
                </c:pt>
                <c:pt idx="1648">
                  <c:v>44530</c:v>
                </c:pt>
                <c:pt idx="1649">
                  <c:v>44531</c:v>
                </c:pt>
                <c:pt idx="1650">
                  <c:v>44532</c:v>
                </c:pt>
                <c:pt idx="1651">
                  <c:v>44533</c:v>
                </c:pt>
                <c:pt idx="1652">
                  <c:v>44534</c:v>
                </c:pt>
                <c:pt idx="1653">
                  <c:v>44535</c:v>
                </c:pt>
                <c:pt idx="1654">
                  <c:v>44536</c:v>
                </c:pt>
                <c:pt idx="1655">
                  <c:v>44537</c:v>
                </c:pt>
                <c:pt idx="1656">
                  <c:v>44538</c:v>
                </c:pt>
                <c:pt idx="1657">
                  <c:v>44539</c:v>
                </c:pt>
                <c:pt idx="1658">
                  <c:v>44540</c:v>
                </c:pt>
                <c:pt idx="1659">
                  <c:v>44541</c:v>
                </c:pt>
                <c:pt idx="1660">
                  <c:v>44542</c:v>
                </c:pt>
                <c:pt idx="1661">
                  <c:v>44543</c:v>
                </c:pt>
                <c:pt idx="1662">
                  <c:v>44544</c:v>
                </c:pt>
                <c:pt idx="1663">
                  <c:v>44545</c:v>
                </c:pt>
                <c:pt idx="1664">
                  <c:v>44546</c:v>
                </c:pt>
                <c:pt idx="1665">
                  <c:v>44547</c:v>
                </c:pt>
                <c:pt idx="1666">
                  <c:v>44548</c:v>
                </c:pt>
                <c:pt idx="1667">
                  <c:v>44549</c:v>
                </c:pt>
                <c:pt idx="1668">
                  <c:v>44550</c:v>
                </c:pt>
                <c:pt idx="1669">
                  <c:v>44551</c:v>
                </c:pt>
                <c:pt idx="1670">
                  <c:v>44552</c:v>
                </c:pt>
                <c:pt idx="1671">
                  <c:v>44553</c:v>
                </c:pt>
                <c:pt idx="1672">
                  <c:v>44554</c:v>
                </c:pt>
                <c:pt idx="1673">
                  <c:v>44555</c:v>
                </c:pt>
                <c:pt idx="1674">
                  <c:v>44556</c:v>
                </c:pt>
                <c:pt idx="1675">
                  <c:v>44557</c:v>
                </c:pt>
                <c:pt idx="1676">
                  <c:v>44558</c:v>
                </c:pt>
                <c:pt idx="1677">
                  <c:v>44559</c:v>
                </c:pt>
                <c:pt idx="1678">
                  <c:v>44560</c:v>
                </c:pt>
                <c:pt idx="1679">
                  <c:v>44561</c:v>
                </c:pt>
                <c:pt idx="1680">
                  <c:v>44562</c:v>
                </c:pt>
                <c:pt idx="1681">
                  <c:v>44563</c:v>
                </c:pt>
                <c:pt idx="1682">
                  <c:v>44564</c:v>
                </c:pt>
                <c:pt idx="1683">
                  <c:v>44565</c:v>
                </c:pt>
                <c:pt idx="1684">
                  <c:v>44566</c:v>
                </c:pt>
                <c:pt idx="1685">
                  <c:v>44567</c:v>
                </c:pt>
                <c:pt idx="1686">
                  <c:v>44568</c:v>
                </c:pt>
                <c:pt idx="1687">
                  <c:v>44569</c:v>
                </c:pt>
                <c:pt idx="1688">
                  <c:v>44570</c:v>
                </c:pt>
                <c:pt idx="1689">
                  <c:v>44571</c:v>
                </c:pt>
                <c:pt idx="1690">
                  <c:v>44572</c:v>
                </c:pt>
                <c:pt idx="1691">
                  <c:v>44573</c:v>
                </c:pt>
                <c:pt idx="1692">
                  <c:v>44574</c:v>
                </c:pt>
                <c:pt idx="1693">
                  <c:v>44575</c:v>
                </c:pt>
                <c:pt idx="1694">
                  <c:v>44576</c:v>
                </c:pt>
                <c:pt idx="1695">
                  <c:v>44577</c:v>
                </c:pt>
                <c:pt idx="1696">
                  <c:v>44578</c:v>
                </c:pt>
                <c:pt idx="1697">
                  <c:v>44579</c:v>
                </c:pt>
                <c:pt idx="1698">
                  <c:v>44580</c:v>
                </c:pt>
                <c:pt idx="1699">
                  <c:v>44581</c:v>
                </c:pt>
                <c:pt idx="1700">
                  <c:v>44582</c:v>
                </c:pt>
                <c:pt idx="1701">
                  <c:v>44583</c:v>
                </c:pt>
                <c:pt idx="1702">
                  <c:v>44584</c:v>
                </c:pt>
                <c:pt idx="1703">
                  <c:v>44585</c:v>
                </c:pt>
                <c:pt idx="1704">
                  <c:v>44586</c:v>
                </c:pt>
                <c:pt idx="1705">
                  <c:v>44587</c:v>
                </c:pt>
                <c:pt idx="1706">
                  <c:v>44588</c:v>
                </c:pt>
                <c:pt idx="1707">
                  <c:v>44589</c:v>
                </c:pt>
                <c:pt idx="1708">
                  <c:v>44590</c:v>
                </c:pt>
                <c:pt idx="1709">
                  <c:v>44591</c:v>
                </c:pt>
                <c:pt idx="1710">
                  <c:v>44592</c:v>
                </c:pt>
                <c:pt idx="1711">
                  <c:v>44593</c:v>
                </c:pt>
                <c:pt idx="1712">
                  <c:v>44594</c:v>
                </c:pt>
                <c:pt idx="1713">
                  <c:v>44595</c:v>
                </c:pt>
                <c:pt idx="1714">
                  <c:v>44596</c:v>
                </c:pt>
                <c:pt idx="1715">
                  <c:v>44597</c:v>
                </c:pt>
                <c:pt idx="1716">
                  <c:v>44598</c:v>
                </c:pt>
                <c:pt idx="1717">
                  <c:v>44599</c:v>
                </c:pt>
                <c:pt idx="1718">
                  <c:v>44600</c:v>
                </c:pt>
                <c:pt idx="1719">
                  <c:v>44601</c:v>
                </c:pt>
                <c:pt idx="1720">
                  <c:v>44602</c:v>
                </c:pt>
                <c:pt idx="1721">
                  <c:v>44603</c:v>
                </c:pt>
                <c:pt idx="1722">
                  <c:v>44604</c:v>
                </c:pt>
                <c:pt idx="1723">
                  <c:v>44605</c:v>
                </c:pt>
                <c:pt idx="1724">
                  <c:v>44606</c:v>
                </c:pt>
                <c:pt idx="1725">
                  <c:v>44607</c:v>
                </c:pt>
                <c:pt idx="1726">
                  <c:v>44608</c:v>
                </c:pt>
                <c:pt idx="1727">
                  <c:v>44609</c:v>
                </c:pt>
                <c:pt idx="1728">
                  <c:v>44610</c:v>
                </c:pt>
                <c:pt idx="1729">
                  <c:v>44611</c:v>
                </c:pt>
                <c:pt idx="1730">
                  <c:v>44612</c:v>
                </c:pt>
                <c:pt idx="1731">
                  <c:v>44613</c:v>
                </c:pt>
                <c:pt idx="1732">
                  <c:v>44614</c:v>
                </c:pt>
                <c:pt idx="1733">
                  <c:v>44615</c:v>
                </c:pt>
                <c:pt idx="1734">
                  <c:v>44616</c:v>
                </c:pt>
                <c:pt idx="1735">
                  <c:v>44617</c:v>
                </c:pt>
                <c:pt idx="1736">
                  <c:v>44618</c:v>
                </c:pt>
                <c:pt idx="1737">
                  <c:v>44619</c:v>
                </c:pt>
                <c:pt idx="1738">
                  <c:v>44620</c:v>
                </c:pt>
                <c:pt idx="1739">
                  <c:v>44621</c:v>
                </c:pt>
                <c:pt idx="1740">
                  <c:v>44622</c:v>
                </c:pt>
                <c:pt idx="1741">
                  <c:v>44623</c:v>
                </c:pt>
                <c:pt idx="1742">
                  <c:v>44624</c:v>
                </c:pt>
                <c:pt idx="1743">
                  <c:v>44625</c:v>
                </c:pt>
                <c:pt idx="1744">
                  <c:v>44626</c:v>
                </c:pt>
                <c:pt idx="1745">
                  <c:v>44627</c:v>
                </c:pt>
                <c:pt idx="1746">
                  <c:v>44628</c:v>
                </c:pt>
                <c:pt idx="1747">
                  <c:v>44629</c:v>
                </c:pt>
                <c:pt idx="1748">
                  <c:v>44630</c:v>
                </c:pt>
                <c:pt idx="1749">
                  <c:v>44631</c:v>
                </c:pt>
                <c:pt idx="1750">
                  <c:v>44632</c:v>
                </c:pt>
                <c:pt idx="1751">
                  <c:v>44633</c:v>
                </c:pt>
                <c:pt idx="1752">
                  <c:v>44634</c:v>
                </c:pt>
                <c:pt idx="1753">
                  <c:v>44635</c:v>
                </c:pt>
                <c:pt idx="1754">
                  <c:v>44636</c:v>
                </c:pt>
                <c:pt idx="1755">
                  <c:v>44637</c:v>
                </c:pt>
                <c:pt idx="1756">
                  <c:v>44638</c:v>
                </c:pt>
                <c:pt idx="1757">
                  <c:v>44639</c:v>
                </c:pt>
                <c:pt idx="1758">
                  <c:v>44640</c:v>
                </c:pt>
                <c:pt idx="1759">
                  <c:v>44641</c:v>
                </c:pt>
                <c:pt idx="1760">
                  <c:v>44642</c:v>
                </c:pt>
                <c:pt idx="1761">
                  <c:v>44643</c:v>
                </c:pt>
                <c:pt idx="1762">
                  <c:v>44644</c:v>
                </c:pt>
                <c:pt idx="1763">
                  <c:v>44645</c:v>
                </c:pt>
                <c:pt idx="1764">
                  <c:v>44646</c:v>
                </c:pt>
                <c:pt idx="1765">
                  <c:v>44647</c:v>
                </c:pt>
                <c:pt idx="1766">
                  <c:v>44648</c:v>
                </c:pt>
                <c:pt idx="1767">
                  <c:v>44649</c:v>
                </c:pt>
                <c:pt idx="1768">
                  <c:v>44650</c:v>
                </c:pt>
                <c:pt idx="1769">
                  <c:v>44651</c:v>
                </c:pt>
                <c:pt idx="1770">
                  <c:v>44652</c:v>
                </c:pt>
                <c:pt idx="1771">
                  <c:v>44653</c:v>
                </c:pt>
                <c:pt idx="1772">
                  <c:v>44654</c:v>
                </c:pt>
                <c:pt idx="1773">
                  <c:v>44655</c:v>
                </c:pt>
                <c:pt idx="1774">
                  <c:v>44656</c:v>
                </c:pt>
                <c:pt idx="1775">
                  <c:v>44657</c:v>
                </c:pt>
                <c:pt idx="1776">
                  <c:v>44658</c:v>
                </c:pt>
                <c:pt idx="1777">
                  <c:v>44659</c:v>
                </c:pt>
                <c:pt idx="1778">
                  <c:v>44660</c:v>
                </c:pt>
                <c:pt idx="1779">
                  <c:v>44661</c:v>
                </c:pt>
                <c:pt idx="1780">
                  <c:v>44662</c:v>
                </c:pt>
                <c:pt idx="1781">
                  <c:v>44663</c:v>
                </c:pt>
                <c:pt idx="1782">
                  <c:v>44664</c:v>
                </c:pt>
                <c:pt idx="1783">
                  <c:v>44665</c:v>
                </c:pt>
                <c:pt idx="1784">
                  <c:v>44666</c:v>
                </c:pt>
                <c:pt idx="1785">
                  <c:v>44667</c:v>
                </c:pt>
                <c:pt idx="1786">
                  <c:v>44668</c:v>
                </c:pt>
                <c:pt idx="1787">
                  <c:v>44669</c:v>
                </c:pt>
                <c:pt idx="1788">
                  <c:v>44670</c:v>
                </c:pt>
                <c:pt idx="1789">
                  <c:v>44671</c:v>
                </c:pt>
                <c:pt idx="1790">
                  <c:v>44672</c:v>
                </c:pt>
                <c:pt idx="1791">
                  <c:v>44673</c:v>
                </c:pt>
                <c:pt idx="1792">
                  <c:v>44674</c:v>
                </c:pt>
                <c:pt idx="1793">
                  <c:v>44675</c:v>
                </c:pt>
                <c:pt idx="1794">
                  <c:v>44676</c:v>
                </c:pt>
                <c:pt idx="1795">
                  <c:v>44677</c:v>
                </c:pt>
                <c:pt idx="1796">
                  <c:v>44678</c:v>
                </c:pt>
                <c:pt idx="1797">
                  <c:v>44679</c:v>
                </c:pt>
                <c:pt idx="1798">
                  <c:v>44680</c:v>
                </c:pt>
                <c:pt idx="1799">
                  <c:v>44681</c:v>
                </c:pt>
                <c:pt idx="1800">
                  <c:v>44682</c:v>
                </c:pt>
                <c:pt idx="1801">
                  <c:v>44683</c:v>
                </c:pt>
                <c:pt idx="1802">
                  <c:v>44684</c:v>
                </c:pt>
                <c:pt idx="1803">
                  <c:v>44685</c:v>
                </c:pt>
                <c:pt idx="1804">
                  <c:v>44686</c:v>
                </c:pt>
                <c:pt idx="1805">
                  <c:v>44687</c:v>
                </c:pt>
                <c:pt idx="1806">
                  <c:v>44688</c:v>
                </c:pt>
                <c:pt idx="1807">
                  <c:v>44689</c:v>
                </c:pt>
                <c:pt idx="1808">
                  <c:v>44690</c:v>
                </c:pt>
                <c:pt idx="1809">
                  <c:v>44691</c:v>
                </c:pt>
                <c:pt idx="1810">
                  <c:v>44692</c:v>
                </c:pt>
                <c:pt idx="1811">
                  <c:v>44693</c:v>
                </c:pt>
                <c:pt idx="1812">
                  <c:v>44694</c:v>
                </c:pt>
                <c:pt idx="1813">
                  <c:v>44695</c:v>
                </c:pt>
                <c:pt idx="1814">
                  <c:v>44696</c:v>
                </c:pt>
                <c:pt idx="1815">
                  <c:v>44697</c:v>
                </c:pt>
                <c:pt idx="1816">
                  <c:v>44698</c:v>
                </c:pt>
                <c:pt idx="1817">
                  <c:v>44699</c:v>
                </c:pt>
                <c:pt idx="1818">
                  <c:v>44700</c:v>
                </c:pt>
                <c:pt idx="1819">
                  <c:v>44701</c:v>
                </c:pt>
                <c:pt idx="1820">
                  <c:v>44702</c:v>
                </c:pt>
                <c:pt idx="1821">
                  <c:v>44703</c:v>
                </c:pt>
                <c:pt idx="1822">
                  <c:v>44704</c:v>
                </c:pt>
                <c:pt idx="1823">
                  <c:v>44705</c:v>
                </c:pt>
                <c:pt idx="1824">
                  <c:v>44706</c:v>
                </c:pt>
                <c:pt idx="1825">
                  <c:v>44707</c:v>
                </c:pt>
                <c:pt idx="1826">
                  <c:v>44708</c:v>
                </c:pt>
                <c:pt idx="1827">
                  <c:v>44709</c:v>
                </c:pt>
                <c:pt idx="1828">
                  <c:v>44710</c:v>
                </c:pt>
                <c:pt idx="1829">
                  <c:v>44711</c:v>
                </c:pt>
                <c:pt idx="1830">
                  <c:v>44712</c:v>
                </c:pt>
                <c:pt idx="1831">
                  <c:v>44713</c:v>
                </c:pt>
                <c:pt idx="1832">
                  <c:v>44714</c:v>
                </c:pt>
                <c:pt idx="1833">
                  <c:v>44715</c:v>
                </c:pt>
                <c:pt idx="1834">
                  <c:v>44716</c:v>
                </c:pt>
                <c:pt idx="1835">
                  <c:v>44717</c:v>
                </c:pt>
                <c:pt idx="1836">
                  <c:v>44718</c:v>
                </c:pt>
                <c:pt idx="1837">
                  <c:v>44719</c:v>
                </c:pt>
                <c:pt idx="1838">
                  <c:v>44720</c:v>
                </c:pt>
                <c:pt idx="1839">
                  <c:v>44721</c:v>
                </c:pt>
                <c:pt idx="1840">
                  <c:v>44722</c:v>
                </c:pt>
                <c:pt idx="1841">
                  <c:v>44723</c:v>
                </c:pt>
                <c:pt idx="1842">
                  <c:v>44724</c:v>
                </c:pt>
                <c:pt idx="1843">
                  <c:v>44725</c:v>
                </c:pt>
                <c:pt idx="1844">
                  <c:v>44726</c:v>
                </c:pt>
                <c:pt idx="1845">
                  <c:v>44727</c:v>
                </c:pt>
                <c:pt idx="1846">
                  <c:v>44728</c:v>
                </c:pt>
                <c:pt idx="1847">
                  <c:v>44729</c:v>
                </c:pt>
                <c:pt idx="1848">
                  <c:v>44730</c:v>
                </c:pt>
                <c:pt idx="1849">
                  <c:v>44731</c:v>
                </c:pt>
                <c:pt idx="1850">
                  <c:v>44732</c:v>
                </c:pt>
                <c:pt idx="1851">
                  <c:v>44733</c:v>
                </c:pt>
                <c:pt idx="1852">
                  <c:v>44734</c:v>
                </c:pt>
                <c:pt idx="1853">
                  <c:v>44735</c:v>
                </c:pt>
                <c:pt idx="1854">
                  <c:v>44736</c:v>
                </c:pt>
                <c:pt idx="1855">
                  <c:v>44737</c:v>
                </c:pt>
                <c:pt idx="1856">
                  <c:v>44738</c:v>
                </c:pt>
                <c:pt idx="1857">
                  <c:v>44739</c:v>
                </c:pt>
                <c:pt idx="1858">
                  <c:v>44740</c:v>
                </c:pt>
                <c:pt idx="1859">
                  <c:v>44741</c:v>
                </c:pt>
                <c:pt idx="1860">
                  <c:v>44742</c:v>
                </c:pt>
                <c:pt idx="1861">
                  <c:v>44743</c:v>
                </c:pt>
                <c:pt idx="1862">
                  <c:v>44744</c:v>
                </c:pt>
                <c:pt idx="1863">
                  <c:v>44745</c:v>
                </c:pt>
                <c:pt idx="1864">
                  <c:v>44746</c:v>
                </c:pt>
                <c:pt idx="1865">
                  <c:v>44747</c:v>
                </c:pt>
                <c:pt idx="1866">
                  <c:v>44748</c:v>
                </c:pt>
                <c:pt idx="1867">
                  <c:v>44749</c:v>
                </c:pt>
                <c:pt idx="1868">
                  <c:v>44750</c:v>
                </c:pt>
                <c:pt idx="1869">
                  <c:v>44751</c:v>
                </c:pt>
                <c:pt idx="1870">
                  <c:v>44752</c:v>
                </c:pt>
                <c:pt idx="1871">
                  <c:v>44753</c:v>
                </c:pt>
                <c:pt idx="1872">
                  <c:v>44754</c:v>
                </c:pt>
                <c:pt idx="1873">
                  <c:v>44755</c:v>
                </c:pt>
                <c:pt idx="1874">
                  <c:v>44756</c:v>
                </c:pt>
                <c:pt idx="1875">
                  <c:v>44757</c:v>
                </c:pt>
                <c:pt idx="1876">
                  <c:v>44758</c:v>
                </c:pt>
                <c:pt idx="1877">
                  <c:v>44759</c:v>
                </c:pt>
                <c:pt idx="1878">
                  <c:v>44760</c:v>
                </c:pt>
                <c:pt idx="1879">
                  <c:v>44761</c:v>
                </c:pt>
                <c:pt idx="1880">
                  <c:v>44762</c:v>
                </c:pt>
                <c:pt idx="1881">
                  <c:v>44763</c:v>
                </c:pt>
                <c:pt idx="1882">
                  <c:v>44764</c:v>
                </c:pt>
                <c:pt idx="1883">
                  <c:v>44765</c:v>
                </c:pt>
                <c:pt idx="1884">
                  <c:v>44766</c:v>
                </c:pt>
                <c:pt idx="1885">
                  <c:v>44767</c:v>
                </c:pt>
                <c:pt idx="1886">
                  <c:v>44768</c:v>
                </c:pt>
                <c:pt idx="1887">
                  <c:v>44769</c:v>
                </c:pt>
                <c:pt idx="1888">
                  <c:v>44770</c:v>
                </c:pt>
                <c:pt idx="1889">
                  <c:v>44771</c:v>
                </c:pt>
                <c:pt idx="1890">
                  <c:v>44772</c:v>
                </c:pt>
                <c:pt idx="1891">
                  <c:v>44773</c:v>
                </c:pt>
                <c:pt idx="1892">
                  <c:v>44774</c:v>
                </c:pt>
                <c:pt idx="1893">
                  <c:v>44775</c:v>
                </c:pt>
                <c:pt idx="1894">
                  <c:v>44776</c:v>
                </c:pt>
                <c:pt idx="1895">
                  <c:v>44777</c:v>
                </c:pt>
                <c:pt idx="1896">
                  <c:v>44778</c:v>
                </c:pt>
                <c:pt idx="1897">
                  <c:v>44779</c:v>
                </c:pt>
                <c:pt idx="1898">
                  <c:v>44780</c:v>
                </c:pt>
                <c:pt idx="1899">
                  <c:v>44781</c:v>
                </c:pt>
                <c:pt idx="1900">
                  <c:v>44782</c:v>
                </c:pt>
                <c:pt idx="1901">
                  <c:v>44783</c:v>
                </c:pt>
                <c:pt idx="1902">
                  <c:v>44784</c:v>
                </c:pt>
                <c:pt idx="1903">
                  <c:v>44785</c:v>
                </c:pt>
                <c:pt idx="1904">
                  <c:v>44786</c:v>
                </c:pt>
                <c:pt idx="1905">
                  <c:v>44787</c:v>
                </c:pt>
                <c:pt idx="1906">
                  <c:v>44788</c:v>
                </c:pt>
                <c:pt idx="1907">
                  <c:v>44789</c:v>
                </c:pt>
                <c:pt idx="1908">
                  <c:v>44790</c:v>
                </c:pt>
                <c:pt idx="1909">
                  <c:v>44791</c:v>
                </c:pt>
                <c:pt idx="1910">
                  <c:v>44792</c:v>
                </c:pt>
                <c:pt idx="1911">
                  <c:v>44793</c:v>
                </c:pt>
                <c:pt idx="1912">
                  <c:v>44794</c:v>
                </c:pt>
                <c:pt idx="1913">
                  <c:v>44795</c:v>
                </c:pt>
                <c:pt idx="1914">
                  <c:v>44796</c:v>
                </c:pt>
                <c:pt idx="1915">
                  <c:v>44797</c:v>
                </c:pt>
                <c:pt idx="1916">
                  <c:v>44798</c:v>
                </c:pt>
                <c:pt idx="1917">
                  <c:v>44799</c:v>
                </c:pt>
                <c:pt idx="1918">
                  <c:v>44800</c:v>
                </c:pt>
                <c:pt idx="1919">
                  <c:v>44801</c:v>
                </c:pt>
                <c:pt idx="1920">
                  <c:v>44802</c:v>
                </c:pt>
                <c:pt idx="1921">
                  <c:v>44803</c:v>
                </c:pt>
                <c:pt idx="1922">
                  <c:v>44804</c:v>
                </c:pt>
                <c:pt idx="1923">
                  <c:v>44805</c:v>
                </c:pt>
                <c:pt idx="1924">
                  <c:v>44806</c:v>
                </c:pt>
                <c:pt idx="1925">
                  <c:v>44807</c:v>
                </c:pt>
                <c:pt idx="1926">
                  <c:v>44808</c:v>
                </c:pt>
                <c:pt idx="1927">
                  <c:v>44809</c:v>
                </c:pt>
                <c:pt idx="1928">
                  <c:v>44810</c:v>
                </c:pt>
                <c:pt idx="1929">
                  <c:v>44811</c:v>
                </c:pt>
                <c:pt idx="1930">
                  <c:v>44812</c:v>
                </c:pt>
                <c:pt idx="1931">
                  <c:v>44813</c:v>
                </c:pt>
                <c:pt idx="1932">
                  <c:v>44814</c:v>
                </c:pt>
                <c:pt idx="1933">
                  <c:v>44815</c:v>
                </c:pt>
                <c:pt idx="1934">
                  <c:v>44816</c:v>
                </c:pt>
                <c:pt idx="1935">
                  <c:v>44817</c:v>
                </c:pt>
                <c:pt idx="1936">
                  <c:v>44818</c:v>
                </c:pt>
                <c:pt idx="1937">
                  <c:v>44819</c:v>
                </c:pt>
                <c:pt idx="1938">
                  <c:v>44820</c:v>
                </c:pt>
                <c:pt idx="1939">
                  <c:v>44821</c:v>
                </c:pt>
                <c:pt idx="1940">
                  <c:v>44822</c:v>
                </c:pt>
                <c:pt idx="1941">
                  <c:v>44823</c:v>
                </c:pt>
                <c:pt idx="1942">
                  <c:v>44824</c:v>
                </c:pt>
                <c:pt idx="1943">
                  <c:v>44825</c:v>
                </c:pt>
                <c:pt idx="1944">
                  <c:v>44826</c:v>
                </c:pt>
                <c:pt idx="1945">
                  <c:v>44827</c:v>
                </c:pt>
                <c:pt idx="1946">
                  <c:v>44828</c:v>
                </c:pt>
                <c:pt idx="1947">
                  <c:v>44829</c:v>
                </c:pt>
                <c:pt idx="1948">
                  <c:v>44830</c:v>
                </c:pt>
                <c:pt idx="1949">
                  <c:v>44831</c:v>
                </c:pt>
                <c:pt idx="1950">
                  <c:v>44832</c:v>
                </c:pt>
                <c:pt idx="1951">
                  <c:v>44833</c:v>
                </c:pt>
                <c:pt idx="1952">
                  <c:v>44834</c:v>
                </c:pt>
                <c:pt idx="1953">
                  <c:v>44835</c:v>
                </c:pt>
                <c:pt idx="1954">
                  <c:v>44836</c:v>
                </c:pt>
                <c:pt idx="1955">
                  <c:v>44837</c:v>
                </c:pt>
                <c:pt idx="1956">
                  <c:v>44838</c:v>
                </c:pt>
                <c:pt idx="1957">
                  <c:v>44839</c:v>
                </c:pt>
                <c:pt idx="1958">
                  <c:v>44840</c:v>
                </c:pt>
                <c:pt idx="1959">
                  <c:v>44841</c:v>
                </c:pt>
                <c:pt idx="1960">
                  <c:v>44842</c:v>
                </c:pt>
                <c:pt idx="1961">
                  <c:v>44843</c:v>
                </c:pt>
                <c:pt idx="1962">
                  <c:v>44844</c:v>
                </c:pt>
                <c:pt idx="1963">
                  <c:v>44845</c:v>
                </c:pt>
                <c:pt idx="1964">
                  <c:v>44846</c:v>
                </c:pt>
                <c:pt idx="1965">
                  <c:v>44847</c:v>
                </c:pt>
                <c:pt idx="1966">
                  <c:v>44848</c:v>
                </c:pt>
                <c:pt idx="1967">
                  <c:v>44849</c:v>
                </c:pt>
                <c:pt idx="1968">
                  <c:v>44850</c:v>
                </c:pt>
                <c:pt idx="1969">
                  <c:v>44851</c:v>
                </c:pt>
                <c:pt idx="1970">
                  <c:v>44852</c:v>
                </c:pt>
                <c:pt idx="1971">
                  <c:v>44853</c:v>
                </c:pt>
                <c:pt idx="1972">
                  <c:v>44854</c:v>
                </c:pt>
                <c:pt idx="1973">
                  <c:v>44855</c:v>
                </c:pt>
                <c:pt idx="1974">
                  <c:v>44856</c:v>
                </c:pt>
                <c:pt idx="1975">
                  <c:v>44857</c:v>
                </c:pt>
                <c:pt idx="1976">
                  <c:v>44858</c:v>
                </c:pt>
                <c:pt idx="1977">
                  <c:v>44859</c:v>
                </c:pt>
                <c:pt idx="1978">
                  <c:v>44860</c:v>
                </c:pt>
                <c:pt idx="1979">
                  <c:v>44861</c:v>
                </c:pt>
                <c:pt idx="1980">
                  <c:v>44862</c:v>
                </c:pt>
                <c:pt idx="1981">
                  <c:v>44863</c:v>
                </c:pt>
                <c:pt idx="1982">
                  <c:v>44864</c:v>
                </c:pt>
                <c:pt idx="1983">
                  <c:v>44865</c:v>
                </c:pt>
                <c:pt idx="1984">
                  <c:v>44866</c:v>
                </c:pt>
                <c:pt idx="1985">
                  <c:v>44867</c:v>
                </c:pt>
                <c:pt idx="1986">
                  <c:v>44868</c:v>
                </c:pt>
                <c:pt idx="1987">
                  <c:v>44869</c:v>
                </c:pt>
                <c:pt idx="1988">
                  <c:v>44870</c:v>
                </c:pt>
                <c:pt idx="1989">
                  <c:v>44871</c:v>
                </c:pt>
                <c:pt idx="1990">
                  <c:v>44872</c:v>
                </c:pt>
                <c:pt idx="1991">
                  <c:v>44873</c:v>
                </c:pt>
                <c:pt idx="1992">
                  <c:v>44874</c:v>
                </c:pt>
                <c:pt idx="1993">
                  <c:v>44875</c:v>
                </c:pt>
                <c:pt idx="1994">
                  <c:v>44876</c:v>
                </c:pt>
                <c:pt idx="1995">
                  <c:v>44877</c:v>
                </c:pt>
                <c:pt idx="1996">
                  <c:v>44878</c:v>
                </c:pt>
                <c:pt idx="1997">
                  <c:v>44879</c:v>
                </c:pt>
                <c:pt idx="1998">
                  <c:v>44880</c:v>
                </c:pt>
                <c:pt idx="1999">
                  <c:v>44881</c:v>
                </c:pt>
                <c:pt idx="2000">
                  <c:v>44882</c:v>
                </c:pt>
                <c:pt idx="2001">
                  <c:v>44883</c:v>
                </c:pt>
                <c:pt idx="2002">
                  <c:v>44884</c:v>
                </c:pt>
                <c:pt idx="2003">
                  <c:v>44885</c:v>
                </c:pt>
                <c:pt idx="2004">
                  <c:v>44886</c:v>
                </c:pt>
                <c:pt idx="2005">
                  <c:v>44887</c:v>
                </c:pt>
                <c:pt idx="2006">
                  <c:v>44888</c:v>
                </c:pt>
                <c:pt idx="2007">
                  <c:v>44889</c:v>
                </c:pt>
                <c:pt idx="2008">
                  <c:v>44890</c:v>
                </c:pt>
                <c:pt idx="2009">
                  <c:v>44891</c:v>
                </c:pt>
                <c:pt idx="2010">
                  <c:v>44892</c:v>
                </c:pt>
                <c:pt idx="2011">
                  <c:v>44893</c:v>
                </c:pt>
                <c:pt idx="2012">
                  <c:v>44894</c:v>
                </c:pt>
                <c:pt idx="2013">
                  <c:v>44895</c:v>
                </c:pt>
                <c:pt idx="2014">
                  <c:v>44896</c:v>
                </c:pt>
                <c:pt idx="2015">
                  <c:v>44897</c:v>
                </c:pt>
                <c:pt idx="2016">
                  <c:v>44898</c:v>
                </c:pt>
                <c:pt idx="2017">
                  <c:v>44899</c:v>
                </c:pt>
                <c:pt idx="2018">
                  <c:v>44900</c:v>
                </c:pt>
                <c:pt idx="2019">
                  <c:v>44901</c:v>
                </c:pt>
                <c:pt idx="2020">
                  <c:v>44902</c:v>
                </c:pt>
                <c:pt idx="2021">
                  <c:v>44903</c:v>
                </c:pt>
                <c:pt idx="2022">
                  <c:v>44904</c:v>
                </c:pt>
                <c:pt idx="2023">
                  <c:v>44905</c:v>
                </c:pt>
                <c:pt idx="2024">
                  <c:v>44906</c:v>
                </c:pt>
                <c:pt idx="2025">
                  <c:v>44907</c:v>
                </c:pt>
                <c:pt idx="2026">
                  <c:v>44908</c:v>
                </c:pt>
                <c:pt idx="2027">
                  <c:v>44909</c:v>
                </c:pt>
                <c:pt idx="2028">
                  <c:v>44910</c:v>
                </c:pt>
                <c:pt idx="2029">
                  <c:v>44911</c:v>
                </c:pt>
                <c:pt idx="2030">
                  <c:v>44912</c:v>
                </c:pt>
                <c:pt idx="2031">
                  <c:v>44913</c:v>
                </c:pt>
                <c:pt idx="2032">
                  <c:v>44914</c:v>
                </c:pt>
                <c:pt idx="2033">
                  <c:v>44915</c:v>
                </c:pt>
                <c:pt idx="2034">
                  <c:v>44916</c:v>
                </c:pt>
                <c:pt idx="2035">
                  <c:v>44917</c:v>
                </c:pt>
                <c:pt idx="2036">
                  <c:v>44918</c:v>
                </c:pt>
                <c:pt idx="2037">
                  <c:v>44919</c:v>
                </c:pt>
                <c:pt idx="2038">
                  <c:v>44920</c:v>
                </c:pt>
                <c:pt idx="2039">
                  <c:v>44921</c:v>
                </c:pt>
                <c:pt idx="2040">
                  <c:v>44922</c:v>
                </c:pt>
                <c:pt idx="2041">
                  <c:v>44923</c:v>
                </c:pt>
                <c:pt idx="2042">
                  <c:v>44924</c:v>
                </c:pt>
                <c:pt idx="2043">
                  <c:v>44925</c:v>
                </c:pt>
                <c:pt idx="2044">
                  <c:v>44926</c:v>
                </c:pt>
                <c:pt idx="2045">
                  <c:v>44927</c:v>
                </c:pt>
                <c:pt idx="2046">
                  <c:v>44928</c:v>
                </c:pt>
                <c:pt idx="2047">
                  <c:v>44929</c:v>
                </c:pt>
                <c:pt idx="2048">
                  <c:v>44930</c:v>
                </c:pt>
                <c:pt idx="2049">
                  <c:v>44931</c:v>
                </c:pt>
                <c:pt idx="2050">
                  <c:v>44932</c:v>
                </c:pt>
                <c:pt idx="2051">
                  <c:v>44933</c:v>
                </c:pt>
                <c:pt idx="2052">
                  <c:v>44934</c:v>
                </c:pt>
                <c:pt idx="2053">
                  <c:v>44935</c:v>
                </c:pt>
                <c:pt idx="2054">
                  <c:v>44936</c:v>
                </c:pt>
                <c:pt idx="2055">
                  <c:v>44937</c:v>
                </c:pt>
                <c:pt idx="2056">
                  <c:v>44938</c:v>
                </c:pt>
                <c:pt idx="2057">
                  <c:v>44939</c:v>
                </c:pt>
                <c:pt idx="2058">
                  <c:v>44940</c:v>
                </c:pt>
                <c:pt idx="2059">
                  <c:v>44941</c:v>
                </c:pt>
                <c:pt idx="2060">
                  <c:v>44942</c:v>
                </c:pt>
                <c:pt idx="2061">
                  <c:v>44943</c:v>
                </c:pt>
                <c:pt idx="2062">
                  <c:v>44944</c:v>
                </c:pt>
                <c:pt idx="2063">
                  <c:v>44945</c:v>
                </c:pt>
                <c:pt idx="2064">
                  <c:v>44946</c:v>
                </c:pt>
                <c:pt idx="2065">
                  <c:v>44947</c:v>
                </c:pt>
                <c:pt idx="2066">
                  <c:v>44948</c:v>
                </c:pt>
                <c:pt idx="2067">
                  <c:v>44949</c:v>
                </c:pt>
                <c:pt idx="2068">
                  <c:v>44950</c:v>
                </c:pt>
                <c:pt idx="2069">
                  <c:v>44951</c:v>
                </c:pt>
                <c:pt idx="2070">
                  <c:v>44952</c:v>
                </c:pt>
                <c:pt idx="2071">
                  <c:v>44953</c:v>
                </c:pt>
                <c:pt idx="2072">
                  <c:v>44954</c:v>
                </c:pt>
                <c:pt idx="2073">
                  <c:v>44955</c:v>
                </c:pt>
                <c:pt idx="2074">
                  <c:v>44956</c:v>
                </c:pt>
                <c:pt idx="2075">
                  <c:v>44957</c:v>
                </c:pt>
                <c:pt idx="2076">
                  <c:v>44958</c:v>
                </c:pt>
                <c:pt idx="2077">
                  <c:v>44959</c:v>
                </c:pt>
                <c:pt idx="2078">
                  <c:v>44960</c:v>
                </c:pt>
                <c:pt idx="2079">
                  <c:v>44961</c:v>
                </c:pt>
                <c:pt idx="2080">
                  <c:v>44962</c:v>
                </c:pt>
                <c:pt idx="2081">
                  <c:v>44963</c:v>
                </c:pt>
                <c:pt idx="2082">
                  <c:v>44964</c:v>
                </c:pt>
                <c:pt idx="2083">
                  <c:v>44965</c:v>
                </c:pt>
                <c:pt idx="2084">
                  <c:v>44966</c:v>
                </c:pt>
                <c:pt idx="2085">
                  <c:v>44967</c:v>
                </c:pt>
                <c:pt idx="2086">
                  <c:v>44968</c:v>
                </c:pt>
                <c:pt idx="2087">
                  <c:v>44969</c:v>
                </c:pt>
                <c:pt idx="2088">
                  <c:v>44970</c:v>
                </c:pt>
                <c:pt idx="2089">
                  <c:v>44971</c:v>
                </c:pt>
                <c:pt idx="2090">
                  <c:v>44972</c:v>
                </c:pt>
                <c:pt idx="2091">
                  <c:v>44973</c:v>
                </c:pt>
                <c:pt idx="2092">
                  <c:v>44974</c:v>
                </c:pt>
                <c:pt idx="2093">
                  <c:v>44975</c:v>
                </c:pt>
                <c:pt idx="2094">
                  <c:v>44976</c:v>
                </c:pt>
                <c:pt idx="2095">
                  <c:v>44977</c:v>
                </c:pt>
                <c:pt idx="2096">
                  <c:v>44978</c:v>
                </c:pt>
                <c:pt idx="2097">
                  <c:v>44979</c:v>
                </c:pt>
                <c:pt idx="2098">
                  <c:v>44980</c:v>
                </c:pt>
                <c:pt idx="2099">
                  <c:v>44981</c:v>
                </c:pt>
                <c:pt idx="2100">
                  <c:v>44982</c:v>
                </c:pt>
                <c:pt idx="2101">
                  <c:v>44983</c:v>
                </c:pt>
                <c:pt idx="2102">
                  <c:v>44984</c:v>
                </c:pt>
                <c:pt idx="2103">
                  <c:v>44985</c:v>
                </c:pt>
                <c:pt idx="2104">
                  <c:v>44986</c:v>
                </c:pt>
                <c:pt idx="2105">
                  <c:v>44987</c:v>
                </c:pt>
                <c:pt idx="2106">
                  <c:v>44988</c:v>
                </c:pt>
                <c:pt idx="2107">
                  <c:v>44989</c:v>
                </c:pt>
                <c:pt idx="2108">
                  <c:v>44990</c:v>
                </c:pt>
                <c:pt idx="2109">
                  <c:v>44991</c:v>
                </c:pt>
                <c:pt idx="2110">
                  <c:v>44992</c:v>
                </c:pt>
                <c:pt idx="2111">
                  <c:v>44993</c:v>
                </c:pt>
                <c:pt idx="2112">
                  <c:v>44994</c:v>
                </c:pt>
                <c:pt idx="2113">
                  <c:v>44995</c:v>
                </c:pt>
                <c:pt idx="2114">
                  <c:v>44996</c:v>
                </c:pt>
                <c:pt idx="2115">
                  <c:v>44997</c:v>
                </c:pt>
                <c:pt idx="2116">
                  <c:v>44998</c:v>
                </c:pt>
                <c:pt idx="2117">
                  <c:v>44999</c:v>
                </c:pt>
                <c:pt idx="2118">
                  <c:v>45000</c:v>
                </c:pt>
                <c:pt idx="2119">
                  <c:v>45001</c:v>
                </c:pt>
                <c:pt idx="2120">
                  <c:v>45002</c:v>
                </c:pt>
                <c:pt idx="2121">
                  <c:v>45003</c:v>
                </c:pt>
                <c:pt idx="2122">
                  <c:v>45004</c:v>
                </c:pt>
                <c:pt idx="2123">
                  <c:v>45005</c:v>
                </c:pt>
                <c:pt idx="2124">
                  <c:v>45006</c:v>
                </c:pt>
                <c:pt idx="2125">
                  <c:v>45007</c:v>
                </c:pt>
                <c:pt idx="2126">
                  <c:v>45008</c:v>
                </c:pt>
                <c:pt idx="2127">
                  <c:v>45009</c:v>
                </c:pt>
                <c:pt idx="2128">
                  <c:v>45010</c:v>
                </c:pt>
                <c:pt idx="2129">
                  <c:v>45011</c:v>
                </c:pt>
                <c:pt idx="2130">
                  <c:v>45012</c:v>
                </c:pt>
                <c:pt idx="2131">
                  <c:v>45013</c:v>
                </c:pt>
                <c:pt idx="2132">
                  <c:v>45014</c:v>
                </c:pt>
                <c:pt idx="2133">
                  <c:v>45015</c:v>
                </c:pt>
                <c:pt idx="2134">
                  <c:v>45016</c:v>
                </c:pt>
                <c:pt idx="2135">
                  <c:v>45017</c:v>
                </c:pt>
                <c:pt idx="2136">
                  <c:v>45018</c:v>
                </c:pt>
                <c:pt idx="2137">
                  <c:v>45019</c:v>
                </c:pt>
                <c:pt idx="2138">
                  <c:v>45020</c:v>
                </c:pt>
                <c:pt idx="2139">
                  <c:v>45021</c:v>
                </c:pt>
                <c:pt idx="2140">
                  <c:v>45022</c:v>
                </c:pt>
                <c:pt idx="2141">
                  <c:v>45023</c:v>
                </c:pt>
                <c:pt idx="2142">
                  <c:v>45024</c:v>
                </c:pt>
                <c:pt idx="2143">
                  <c:v>45025</c:v>
                </c:pt>
                <c:pt idx="2144">
                  <c:v>45026</c:v>
                </c:pt>
                <c:pt idx="2145">
                  <c:v>45027</c:v>
                </c:pt>
                <c:pt idx="2146">
                  <c:v>45028</c:v>
                </c:pt>
                <c:pt idx="2147">
                  <c:v>45029</c:v>
                </c:pt>
                <c:pt idx="2148">
                  <c:v>45030</c:v>
                </c:pt>
                <c:pt idx="2149">
                  <c:v>45031</c:v>
                </c:pt>
                <c:pt idx="2150">
                  <c:v>45032</c:v>
                </c:pt>
                <c:pt idx="2151">
                  <c:v>45033</c:v>
                </c:pt>
                <c:pt idx="2152">
                  <c:v>45034</c:v>
                </c:pt>
                <c:pt idx="2153">
                  <c:v>45035</c:v>
                </c:pt>
                <c:pt idx="2154">
                  <c:v>45036</c:v>
                </c:pt>
                <c:pt idx="2155">
                  <c:v>45037</c:v>
                </c:pt>
                <c:pt idx="2156">
                  <c:v>45038</c:v>
                </c:pt>
                <c:pt idx="2157">
                  <c:v>45039</c:v>
                </c:pt>
                <c:pt idx="2158">
                  <c:v>45040</c:v>
                </c:pt>
                <c:pt idx="2159">
                  <c:v>45041</c:v>
                </c:pt>
                <c:pt idx="2160">
                  <c:v>45042</c:v>
                </c:pt>
                <c:pt idx="2161">
                  <c:v>45043</c:v>
                </c:pt>
                <c:pt idx="2162">
                  <c:v>45044</c:v>
                </c:pt>
                <c:pt idx="2163">
                  <c:v>45045</c:v>
                </c:pt>
                <c:pt idx="2164">
                  <c:v>45046</c:v>
                </c:pt>
                <c:pt idx="2165">
                  <c:v>45047</c:v>
                </c:pt>
                <c:pt idx="2166">
                  <c:v>45048</c:v>
                </c:pt>
                <c:pt idx="2167">
                  <c:v>45049</c:v>
                </c:pt>
                <c:pt idx="2168">
                  <c:v>45050</c:v>
                </c:pt>
                <c:pt idx="2169">
                  <c:v>45051</c:v>
                </c:pt>
                <c:pt idx="2170">
                  <c:v>45052</c:v>
                </c:pt>
                <c:pt idx="2171">
                  <c:v>45053</c:v>
                </c:pt>
                <c:pt idx="2172">
                  <c:v>45054</c:v>
                </c:pt>
                <c:pt idx="2173">
                  <c:v>45055</c:v>
                </c:pt>
                <c:pt idx="2174">
                  <c:v>45056</c:v>
                </c:pt>
                <c:pt idx="2175">
                  <c:v>45057</c:v>
                </c:pt>
                <c:pt idx="2176">
                  <c:v>45058</c:v>
                </c:pt>
                <c:pt idx="2177">
                  <c:v>45059</c:v>
                </c:pt>
                <c:pt idx="2178">
                  <c:v>45060</c:v>
                </c:pt>
                <c:pt idx="2179">
                  <c:v>45061</c:v>
                </c:pt>
                <c:pt idx="2180">
                  <c:v>45062</c:v>
                </c:pt>
                <c:pt idx="2181">
                  <c:v>45063</c:v>
                </c:pt>
                <c:pt idx="2182">
                  <c:v>45064</c:v>
                </c:pt>
                <c:pt idx="2183">
                  <c:v>45065</c:v>
                </c:pt>
                <c:pt idx="2184">
                  <c:v>45066</c:v>
                </c:pt>
                <c:pt idx="2185">
                  <c:v>45067</c:v>
                </c:pt>
                <c:pt idx="2186">
                  <c:v>45068</c:v>
                </c:pt>
                <c:pt idx="2187">
                  <c:v>45069</c:v>
                </c:pt>
                <c:pt idx="2188">
                  <c:v>45070</c:v>
                </c:pt>
                <c:pt idx="2189">
                  <c:v>45071</c:v>
                </c:pt>
                <c:pt idx="2190">
                  <c:v>45072</c:v>
                </c:pt>
                <c:pt idx="2191">
                  <c:v>45073</c:v>
                </c:pt>
                <c:pt idx="2192">
                  <c:v>45074</c:v>
                </c:pt>
                <c:pt idx="2193">
                  <c:v>45075</c:v>
                </c:pt>
                <c:pt idx="2194">
                  <c:v>45076</c:v>
                </c:pt>
                <c:pt idx="2195">
                  <c:v>45077</c:v>
                </c:pt>
                <c:pt idx="2196">
                  <c:v>45078</c:v>
                </c:pt>
                <c:pt idx="2197">
                  <c:v>45079</c:v>
                </c:pt>
                <c:pt idx="2198">
                  <c:v>45080</c:v>
                </c:pt>
                <c:pt idx="2199">
                  <c:v>45081</c:v>
                </c:pt>
                <c:pt idx="2200">
                  <c:v>45082</c:v>
                </c:pt>
                <c:pt idx="2201">
                  <c:v>45083</c:v>
                </c:pt>
                <c:pt idx="2202">
                  <c:v>45084</c:v>
                </c:pt>
                <c:pt idx="2203">
                  <c:v>45085</c:v>
                </c:pt>
                <c:pt idx="2204">
                  <c:v>45086</c:v>
                </c:pt>
                <c:pt idx="2205">
                  <c:v>45087</c:v>
                </c:pt>
                <c:pt idx="2206">
                  <c:v>45088</c:v>
                </c:pt>
                <c:pt idx="2207">
                  <c:v>45089</c:v>
                </c:pt>
                <c:pt idx="2208">
                  <c:v>45090</c:v>
                </c:pt>
                <c:pt idx="2209">
                  <c:v>45091</c:v>
                </c:pt>
                <c:pt idx="2210">
                  <c:v>45092</c:v>
                </c:pt>
                <c:pt idx="2211">
                  <c:v>45093</c:v>
                </c:pt>
                <c:pt idx="2212">
                  <c:v>45094</c:v>
                </c:pt>
                <c:pt idx="2213">
                  <c:v>45095</c:v>
                </c:pt>
                <c:pt idx="2214">
                  <c:v>45096</c:v>
                </c:pt>
                <c:pt idx="2215">
                  <c:v>45097</c:v>
                </c:pt>
                <c:pt idx="2216">
                  <c:v>45098</c:v>
                </c:pt>
                <c:pt idx="2217">
                  <c:v>45099</c:v>
                </c:pt>
                <c:pt idx="2218">
                  <c:v>45100</c:v>
                </c:pt>
                <c:pt idx="2219">
                  <c:v>45101</c:v>
                </c:pt>
                <c:pt idx="2220">
                  <c:v>45102</c:v>
                </c:pt>
                <c:pt idx="2221">
                  <c:v>45103</c:v>
                </c:pt>
                <c:pt idx="2222">
                  <c:v>45104</c:v>
                </c:pt>
                <c:pt idx="2223">
                  <c:v>45105</c:v>
                </c:pt>
                <c:pt idx="2224">
                  <c:v>45106</c:v>
                </c:pt>
                <c:pt idx="2225">
                  <c:v>45107</c:v>
                </c:pt>
                <c:pt idx="2226">
                  <c:v>45108</c:v>
                </c:pt>
                <c:pt idx="2227">
                  <c:v>45109</c:v>
                </c:pt>
                <c:pt idx="2228">
                  <c:v>45110</c:v>
                </c:pt>
                <c:pt idx="2229">
                  <c:v>45111</c:v>
                </c:pt>
                <c:pt idx="2230">
                  <c:v>45112</c:v>
                </c:pt>
                <c:pt idx="2231">
                  <c:v>45113</c:v>
                </c:pt>
                <c:pt idx="2232">
                  <c:v>45114</c:v>
                </c:pt>
                <c:pt idx="2233">
                  <c:v>45115</c:v>
                </c:pt>
                <c:pt idx="2234">
                  <c:v>45116</c:v>
                </c:pt>
                <c:pt idx="2235">
                  <c:v>45117</c:v>
                </c:pt>
                <c:pt idx="2236">
                  <c:v>45118</c:v>
                </c:pt>
                <c:pt idx="2237">
                  <c:v>45119</c:v>
                </c:pt>
                <c:pt idx="2238">
                  <c:v>45120</c:v>
                </c:pt>
                <c:pt idx="2239">
                  <c:v>45121</c:v>
                </c:pt>
                <c:pt idx="2240">
                  <c:v>45122</c:v>
                </c:pt>
                <c:pt idx="2241">
                  <c:v>45123</c:v>
                </c:pt>
                <c:pt idx="2242">
                  <c:v>45124</c:v>
                </c:pt>
                <c:pt idx="2243">
                  <c:v>45125</c:v>
                </c:pt>
                <c:pt idx="2244">
                  <c:v>45126</c:v>
                </c:pt>
                <c:pt idx="2245">
                  <c:v>45127</c:v>
                </c:pt>
                <c:pt idx="2246">
                  <c:v>45128</c:v>
                </c:pt>
                <c:pt idx="2247">
                  <c:v>45129</c:v>
                </c:pt>
                <c:pt idx="2248">
                  <c:v>45130</c:v>
                </c:pt>
                <c:pt idx="2249">
                  <c:v>45131</c:v>
                </c:pt>
                <c:pt idx="2250">
                  <c:v>45132</c:v>
                </c:pt>
                <c:pt idx="2251">
                  <c:v>45133</c:v>
                </c:pt>
                <c:pt idx="2252">
                  <c:v>45134</c:v>
                </c:pt>
                <c:pt idx="2253">
                  <c:v>45135</c:v>
                </c:pt>
                <c:pt idx="2254">
                  <c:v>45136</c:v>
                </c:pt>
                <c:pt idx="2255">
                  <c:v>45137</c:v>
                </c:pt>
                <c:pt idx="2256">
                  <c:v>45138</c:v>
                </c:pt>
                <c:pt idx="2257">
                  <c:v>45139</c:v>
                </c:pt>
                <c:pt idx="2258">
                  <c:v>45140</c:v>
                </c:pt>
                <c:pt idx="2259">
                  <c:v>45141</c:v>
                </c:pt>
                <c:pt idx="2260">
                  <c:v>45142</c:v>
                </c:pt>
                <c:pt idx="2261">
                  <c:v>45143</c:v>
                </c:pt>
                <c:pt idx="2262">
                  <c:v>45144</c:v>
                </c:pt>
                <c:pt idx="2263">
                  <c:v>45145</c:v>
                </c:pt>
                <c:pt idx="2264">
                  <c:v>45146</c:v>
                </c:pt>
                <c:pt idx="2265">
                  <c:v>45147</c:v>
                </c:pt>
                <c:pt idx="2266">
                  <c:v>45148</c:v>
                </c:pt>
                <c:pt idx="2267">
                  <c:v>45149</c:v>
                </c:pt>
                <c:pt idx="2268">
                  <c:v>45150</c:v>
                </c:pt>
                <c:pt idx="2269">
                  <c:v>45151</c:v>
                </c:pt>
                <c:pt idx="2270">
                  <c:v>45152</c:v>
                </c:pt>
                <c:pt idx="2271">
                  <c:v>45153</c:v>
                </c:pt>
                <c:pt idx="2272">
                  <c:v>45154</c:v>
                </c:pt>
                <c:pt idx="2273">
                  <c:v>45155</c:v>
                </c:pt>
                <c:pt idx="2274">
                  <c:v>45156</c:v>
                </c:pt>
                <c:pt idx="2275">
                  <c:v>45157</c:v>
                </c:pt>
                <c:pt idx="2276">
                  <c:v>45158</c:v>
                </c:pt>
                <c:pt idx="2277">
                  <c:v>45159</c:v>
                </c:pt>
                <c:pt idx="2278">
                  <c:v>45160</c:v>
                </c:pt>
                <c:pt idx="2279">
                  <c:v>45161</c:v>
                </c:pt>
                <c:pt idx="2280">
                  <c:v>45162</c:v>
                </c:pt>
                <c:pt idx="2281">
                  <c:v>45163</c:v>
                </c:pt>
                <c:pt idx="2282">
                  <c:v>45164</c:v>
                </c:pt>
                <c:pt idx="2283">
                  <c:v>45165</c:v>
                </c:pt>
                <c:pt idx="2284">
                  <c:v>45166</c:v>
                </c:pt>
                <c:pt idx="2285">
                  <c:v>45167</c:v>
                </c:pt>
                <c:pt idx="2286">
                  <c:v>45168</c:v>
                </c:pt>
                <c:pt idx="2287">
                  <c:v>45169</c:v>
                </c:pt>
                <c:pt idx="2288">
                  <c:v>45170</c:v>
                </c:pt>
                <c:pt idx="2289">
                  <c:v>45171</c:v>
                </c:pt>
                <c:pt idx="2290">
                  <c:v>45172</c:v>
                </c:pt>
                <c:pt idx="2291">
                  <c:v>45173</c:v>
                </c:pt>
                <c:pt idx="2292">
                  <c:v>45174</c:v>
                </c:pt>
                <c:pt idx="2293">
                  <c:v>45175</c:v>
                </c:pt>
                <c:pt idx="2294">
                  <c:v>45176</c:v>
                </c:pt>
                <c:pt idx="2295">
                  <c:v>45177</c:v>
                </c:pt>
                <c:pt idx="2296">
                  <c:v>45178</c:v>
                </c:pt>
                <c:pt idx="2297">
                  <c:v>45179</c:v>
                </c:pt>
                <c:pt idx="2298">
                  <c:v>45180</c:v>
                </c:pt>
                <c:pt idx="2299">
                  <c:v>45181</c:v>
                </c:pt>
                <c:pt idx="2300">
                  <c:v>45182</c:v>
                </c:pt>
                <c:pt idx="2301">
                  <c:v>45183</c:v>
                </c:pt>
                <c:pt idx="2302">
                  <c:v>45184</c:v>
                </c:pt>
                <c:pt idx="2303">
                  <c:v>45185</c:v>
                </c:pt>
                <c:pt idx="2304">
                  <c:v>45186</c:v>
                </c:pt>
                <c:pt idx="2305">
                  <c:v>45187</c:v>
                </c:pt>
                <c:pt idx="2306">
                  <c:v>45188</c:v>
                </c:pt>
                <c:pt idx="2307">
                  <c:v>45189</c:v>
                </c:pt>
                <c:pt idx="2308">
                  <c:v>45190</c:v>
                </c:pt>
                <c:pt idx="2309">
                  <c:v>45191</c:v>
                </c:pt>
                <c:pt idx="2310">
                  <c:v>45192</c:v>
                </c:pt>
                <c:pt idx="2311">
                  <c:v>45193</c:v>
                </c:pt>
                <c:pt idx="2312">
                  <c:v>45194</c:v>
                </c:pt>
                <c:pt idx="2313">
                  <c:v>45195</c:v>
                </c:pt>
                <c:pt idx="2314">
                  <c:v>45196</c:v>
                </c:pt>
                <c:pt idx="2315">
                  <c:v>45197</c:v>
                </c:pt>
                <c:pt idx="2316">
                  <c:v>45198</c:v>
                </c:pt>
                <c:pt idx="2317">
                  <c:v>45199</c:v>
                </c:pt>
                <c:pt idx="2318">
                  <c:v>45200</c:v>
                </c:pt>
                <c:pt idx="2319">
                  <c:v>45201</c:v>
                </c:pt>
                <c:pt idx="2320">
                  <c:v>45202</c:v>
                </c:pt>
                <c:pt idx="2321">
                  <c:v>45203</c:v>
                </c:pt>
                <c:pt idx="2322">
                  <c:v>45204</c:v>
                </c:pt>
                <c:pt idx="2323">
                  <c:v>45205</c:v>
                </c:pt>
                <c:pt idx="2324">
                  <c:v>45206</c:v>
                </c:pt>
                <c:pt idx="2325">
                  <c:v>45207</c:v>
                </c:pt>
                <c:pt idx="2326">
                  <c:v>45208</c:v>
                </c:pt>
                <c:pt idx="2327">
                  <c:v>45209</c:v>
                </c:pt>
                <c:pt idx="2328">
                  <c:v>45210</c:v>
                </c:pt>
                <c:pt idx="2329">
                  <c:v>45211</c:v>
                </c:pt>
                <c:pt idx="2330">
                  <c:v>45212</c:v>
                </c:pt>
                <c:pt idx="2331">
                  <c:v>45213</c:v>
                </c:pt>
                <c:pt idx="2332">
                  <c:v>45214</c:v>
                </c:pt>
                <c:pt idx="2333">
                  <c:v>45215</c:v>
                </c:pt>
                <c:pt idx="2334">
                  <c:v>45216</c:v>
                </c:pt>
                <c:pt idx="2335">
                  <c:v>45217</c:v>
                </c:pt>
                <c:pt idx="2336">
                  <c:v>45218</c:v>
                </c:pt>
                <c:pt idx="2337">
                  <c:v>45219</c:v>
                </c:pt>
                <c:pt idx="2338">
                  <c:v>45220</c:v>
                </c:pt>
                <c:pt idx="2339">
                  <c:v>45221</c:v>
                </c:pt>
                <c:pt idx="2340">
                  <c:v>45222</c:v>
                </c:pt>
                <c:pt idx="2341">
                  <c:v>45223</c:v>
                </c:pt>
                <c:pt idx="2342">
                  <c:v>45224</c:v>
                </c:pt>
                <c:pt idx="2343">
                  <c:v>45225</c:v>
                </c:pt>
                <c:pt idx="2344">
                  <c:v>45226</c:v>
                </c:pt>
                <c:pt idx="2345">
                  <c:v>45227</c:v>
                </c:pt>
                <c:pt idx="2346">
                  <c:v>45228</c:v>
                </c:pt>
                <c:pt idx="2347">
                  <c:v>45229</c:v>
                </c:pt>
                <c:pt idx="2348">
                  <c:v>45230</c:v>
                </c:pt>
                <c:pt idx="2349">
                  <c:v>45231</c:v>
                </c:pt>
                <c:pt idx="2350">
                  <c:v>45232</c:v>
                </c:pt>
                <c:pt idx="2351">
                  <c:v>45233</c:v>
                </c:pt>
                <c:pt idx="2352">
                  <c:v>45234</c:v>
                </c:pt>
                <c:pt idx="2353">
                  <c:v>45235</c:v>
                </c:pt>
                <c:pt idx="2354">
                  <c:v>45236</c:v>
                </c:pt>
                <c:pt idx="2355">
                  <c:v>45237</c:v>
                </c:pt>
                <c:pt idx="2356">
                  <c:v>45238</c:v>
                </c:pt>
                <c:pt idx="2357">
                  <c:v>45239</c:v>
                </c:pt>
                <c:pt idx="2358">
                  <c:v>45240</c:v>
                </c:pt>
                <c:pt idx="2359">
                  <c:v>45241</c:v>
                </c:pt>
                <c:pt idx="2360">
                  <c:v>45242</c:v>
                </c:pt>
                <c:pt idx="2361">
                  <c:v>45243</c:v>
                </c:pt>
                <c:pt idx="2362">
                  <c:v>45244</c:v>
                </c:pt>
                <c:pt idx="2363">
                  <c:v>45245</c:v>
                </c:pt>
                <c:pt idx="2364">
                  <c:v>45246</c:v>
                </c:pt>
                <c:pt idx="2365">
                  <c:v>45247</c:v>
                </c:pt>
                <c:pt idx="2366">
                  <c:v>45248</c:v>
                </c:pt>
                <c:pt idx="2367">
                  <c:v>45249</c:v>
                </c:pt>
                <c:pt idx="2368">
                  <c:v>45250</c:v>
                </c:pt>
                <c:pt idx="2369">
                  <c:v>45251</c:v>
                </c:pt>
                <c:pt idx="2370">
                  <c:v>45252</c:v>
                </c:pt>
                <c:pt idx="2371">
                  <c:v>45253</c:v>
                </c:pt>
                <c:pt idx="2372">
                  <c:v>45254</c:v>
                </c:pt>
                <c:pt idx="2373">
                  <c:v>45255</c:v>
                </c:pt>
                <c:pt idx="2374">
                  <c:v>45256</c:v>
                </c:pt>
                <c:pt idx="2375">
                  <c:v>45257</c:v>
                </c:pt>
                <c:pt idx="2376">
                  <c:v>45258</c:v>
                </c:pt>
                <c:pt idx="2377">
                  <c:v>45259</c:v>
                </c:pt>
                <c:pt idx="2378">
                  <c:v>45260</c:v>
                </c:pt>
                <c:pt idx="2379">
                  <c:v>45261</c:v>
                </c:pt>
                <c:pt idx="2380">
                  <c:v>45262</c:v>
                </c:pt>
                <c:pt idx="2381">
                  <c:v>45263</c:v>
                </c:pt>
                <c:pt idx="2382">
                  <c:v>45264</c:v>
                </c:pt>
                <c:pt idx="2383">
                  <c:v>45265</c:v>
                </c:pt>
                <c:pt idx="2384">
                  <c:v>45266</c:v>
                </c:pt>
                <c:pt idx="2385">
                  <c:v>45267</c:v>
                </c:pt>
                <c:pt idx="2386">
                  <c:v>45268</c:v>
                </c:pt>
                <c:pt idx="2387">
                  <c:v>45269</c:v>
                </c:pt>
                <c:pt idx="2388">
                  <c:v>45270</c:v>
                </c:pt>
                <c:pt idx="2389">
                  <c:v>45271</c:v>
                </c:pt>
                <c:pt idx="2390">
                  <c:v>45272</c:v>
                </c:pt>
                <c:pt idx="2391">
                  <c:v>45273</c:v>
                </c:pt>
                <c:pt idx="2392">
                  <c:v>45274</c:v>
                </c:pt>
                <c:pt idx="2393">
                  <c:v>45275</c:v>
                </c:pt>
                <c:pt idx="2394">
                  <c:v>45276</c:v>
                </c:pt>
                <c:pt idx="2395">
                  <c:v>45277</c:v>
                </c:pt>
                <c:pt idx="2396">
                  <c:v>45278</c:v>
                </c:pt>
                <c:pt idx="2397">
                  <c:v>45279</c:v>
                </c:pt>
                <c:pt idx="2398">
                  <c:v>45280</c:v>
                </c:pt>
                <c:pt idx="2399">
                  <c:v>45281</c:v>
                </c:pt>
                <c:pt idx="2400">
                  <c:v>45282</c:v>
                </c:pt>
                <c:pt idx="2401">
                  <c:v>45283</c:v>
                </c:pt>
                <c:pt idx="2402">
                  <c:v>45284</c:v>
                </c:pt>
                <c:pt idx="2403">
                  <c:v>45285</c:v>
                </c:pt>
                <c:pt idx="2404">
                  <c:v>45286</c:v>
                </c:pt>
                <c:pt idx="2405">
                  <c:v>45287</c:v>
                </c:pt>
                <c:pt idx="2406">
                  <c:v>45288</c:v>
                </c:pt>
                <c:pt idx="2407">
                  <c:v>45289</c:v>
                </c:pt>
                <c:pt idx="2408">
                  <c:v>45290</c:v>
                </c:pt>
                <c:pt idx="2409">
                  <c:v>45291</c:v>
                </c:pt>
                <c:pt idx="2410">
                  <c:v>45292</c:v>
                </c:pt>
                <c:pt idx="2411">
                  <c:v>45293</c:v>
                </c:pt>
                <c:pt idx="2412">
                  <c:v>45294</c:v>
                </c:pt>
                <c:pt idx="2413">
                  <c:v>45295</c:v>
                </c:pt>
                <c:pt idx="2414">
                  <c:v>45296</c:v>
                </c:pt>
                <c:pt idx="2415">
                  <c:v>45297</c:v>
                </c:pt>
                <c:pt idx="2416">
                  <c:v>45298</c:v>
                </c:pt>
                <c:pt idx="2417">
                  <c:v>45299</c:v>
                </c:pt>
                <c:pt idx="2418">
                  <c:v>45300</c:v>
                </c:pt>
                <c:pt idx="2419">
                  <c:v>45301</c:v>
                </c:pt>
                <c:pt idx="2420">
                  <c:v>45302</c:v>
                </c:pt>
                <c:pt idx="2421">
                  <c:v>45303</c:v>
                </c:pt>
                <c:pt idx="2422">
                  <c:v>45304</c:v>
                </c:pt>
                <c:pt idx="2423">
                  <c:v>45305</c:v>
                </c:pt>
                <c:pt idx="2424">
                  <c:v>45306</c:v>
                </c:pt>
                <c:pt idx="2425">
                  <c:v>45307</c:v>
                </c:pt>
                <c:pt idx="2426">
                  <c:v>45308</c:v>
                </c:pt>
                <c:pt idx="2427">
                  <c:v>45309</c:v>
                </c:pt>
                <c:pt idx="2428">
                  <c:v>45310</c:v>
                </c:pt>
                <c:pt idx="2429">
                  <c:v>45311</c:v>
                </c:pt>
                <c:pt idx="2430">
                  <c:v>45312</c:v>
                </c:pt>
                <c:pt idx="2431">
                  <c:v>45313</c:v>
                </c:pt>
                <c:pt idx="2432">
                  <c:v>45314</c:v>
                </c:pt>
                <c:pt idx="2433">
                  <c:v>45315</c:v>
                </c:pt>
                <c:pt idx="2434">
                  <c:v>45316</c:v>
                </c:pt>
                <c:pt idx="2435">
                  <c:v>45317</c:v>
                </c:pt>
                <c:pt idx="2436">
                  <c:v>45318</c:v>
                </c:pt>
                <c:pt idx="2437">
                  <c:v>45319</c:v>
                </c:pt>
                <c:pt idx="2438">
                  <c:v>45320</c:v>
                </c:pt>
                <c:pt idx="2439">
                  <c:v>45321</c:v>
                </c:pt>
                <c:pt idx="2440">
                  <c:v>45322</c:v>
                </c:pt>
                <c:pt idx="2441">
                  <c:v>45323</c:v>
                </c:pt>
                <c:pt idx="2442">
                  <c:v>45324</c:v>
                </c:pt>
                <c:pt idx="2443">
                  <c:v>45325</c:v>
                </c:pt>
                <c:pt idx="2444">
                  <c:v>45326</c:v>
                </c:pt>
                <c:pt idx="2445">
                  <c:v>45327</c:v>
                </c:pt>
                <c:pt idx="2446">
                  <c:v>45328</c:v>
                </c:pt>
                <c:pt idx="2447">
                  <c:v>45329</c:v>
                </c:pt>
                <c:pt idx="2448">
                  <c:v>45330</c:v>
                </c:pt>
                <c:pt idx="2449">
                  <c:v>45331</c:v>
                </c:pt>
                <c:pt idx="2450">
                  <c:v>45332</c:v>
                </c:pt>
                <c:pt idx="2451">
                  <c:v>45333</c:v>
                </c:pt>
                <c:pt idx="2452">
                  <c:v>45334</c:v>
                </c:pt>
                <c:pt idx="2453">
                  <c:v>45335</c:v>
                </c:pt>
                <c:pt idx="2454">
                  <c:v>45336</c:v>
                </c:pt>
                <c:pt idx="2455">
                  <c:v>45337</c:v>
                </c:pt>
                <c:pt idx="2456">
                  <c:v>45338</c:v>
                </c:pt>
                <c:pt idx="2457">
                  <c:v>45339</c:v>
                </c:pt>
                <c:pt idx="2458">
                  <c:v>45340</c:v>
                </c:pt>
                <c:pt idx="2459">
                  <c:v>45341</c:v>
                </c:pt>
                <c:pt idx="2460">
                  <c:v>45342</c:v>
                </c:pt>
                <c:pt idx="2461">
                  <c:v>45343</c:v>
                </c:pt>
                <c:pt idx="2462">
                  <c:v>45344</c:v>
                </c:pt>
                <c:pt idx="2463">
                  <c:v>45345</c:v>
                </c:pt>
                <c:pt idx="2464">
                  <c:v>45346</c:v>
                </c:pt>
                <c:pt idx="2465">
                  <c:v>45347</c:v>
                </c:pt>
                <c:pt idx="2466">
                  <c:v>45348</c:v>
                </c:pt>
                <c:pt idx="2467">
                  <c:v>45349</c:v>
                </c:pt>
                <c:pt idx="2468">
                  <c:v>45350</c:v>
                </c:pt>
                <c:pt idx="2469">
                  <c:v>45351</c:v>
                </c:pt>
                <c:pt idx="2470">
                  <c:v>45352</c:v>
                </c:pt>
                <c:pt idx="2471">
                  <c:v>45353</c:v>
                </c:pt>
                <c:pt idx="2472">
                  <c:v>45354</c:v>
                </c:pt>
              </c:numCache>
            </c:numRef>
          </c:cat>
          <c:val>
            <c:numRef>
              <c:f>磷肥价格及价差!$AU$2:$AU$6333</c:f>
              <c:numCache>
                <c:formatCode>0_);[Red]\(0\)</c:formatCode>
                <c:ptCount val="6332"/>
                <c:pt idx="0">
                  <c:v>2362.5300000000002</c:v>
                </c:pt>
                <c:pt idx="1">
                  <c:v>2362.5300000000002</c:v>
                </c:pt>
                <c:pt idx="2">
                  <c:v>2362.5300000000002</c:v>
                </c:pt>
                <c:pt idx="3">
                  <c:v>2362.5300000000002</c:v>
                </c:pt>
                <c:pt idx="4">
                  <c:v>2362.5300000000002</c:v>
                </c:pt>
                <c:pt idx="5">
                  <c:v>2362.5300000000002</c:v>
                </c:pt>
                <c:pt idx="6">
                  <c:v>2362.5300000000002</c:v>
                </c:pt>
                <c:pt idx="7">
                  <c:v>2362.5300000000002</c:v>
                </c:pt>
                <c:pt idx="8">
                  <c:v>2352.54</c:v>
                </c:pt>
                <c:pt idx="9">
                  <c:v>2352.54</c:v>
                </c:pt>
                <c:pt idx="10">
                  <c:v>2352.54</c:v>
                </c:pt>
                <c:pt idx="11">
                  <c:v>2352.54</c:v>
                </c:pt>
                <c:pt idx="12">
                  <c:v>2352.54</c:v>
                </c:pt>
                <c:pt idx="13">
                  <c:v>2352.54</c:v>
                </c:pt>
                <c:pt idx="14">
                  <c:v>2352.54</c:v>
                </c:pt>
                <c:pt idx="15">
                  <c:v>2352.54</c:v>
                </c:pt>
                <c:pt idx="16">
                  <c:v>2352.54</c:v>
                </c:pt>
                <c:pt idx="17">
                  <c:v>2352.54</c:v>
                </c:pt>
                <c:pt idx="18">
                  <c:v>2352.54</c:v>
                </c:pt>
                <c:pt idx="19">
                  <c:v>2352.54</c:v>
                </c:pt>
                <c:pt idx="20">
                  <c:v>2285.9899999999998</c:v>
                </c:pt>
                <c:pt idx="21">
                  <c:v>2285.9899999999998</c:v>
                </c:pt>
                <c:pt idx="22">
                  <c:v>2285.9899999999998</c:v>
                </c:pt>
                <c:pt idx="23">
                  <c:v>2285.9899999999998</c:v>
                </c:pt>
                <c:pt idx="24">
                  <c:v>2285.9899999999998</c:v>
                </c:pt>
                <c:pt idx="25">
                  <c:v>2285.9899999999998</c:v>
                </c:pt>
                <c:pt idx="26">
                  <c:v>2285.9899999999998</c:v>
                </c:pt>
                <c:pt idx="27">
                  <c:v>2305.96</c:v>
                </c:pt>
                <c:pt idx="28">
                  <c:v>2305.96</c:v>
                </c:pt>
                <c:pt idx="29">
                  <c:v>2305.96</c:v>
                </c:pt>
                <c:pt idx="30">
                  <c:v>2305.96</c:v>
                </c:pt>
                <c:pt idx="31">
                  <c:v>2305.96</c:v>
                </c:pt>
                <c:pt idx="32">
                  <c:v>2305.96</c:v>
                </c:pt>
                <c:pt idx="33">
                  <c:v>2305.96</c:v>
                </c:pt>
                <c:pt idx="34">
                  <c:v>2295.9699999999998</c:v>
                </c:pt>
                <c:pt idx="35">
                  <c:v>2295.9699999999998</c:v>
                </c:pt>
                <c:pt idx="36">
                  <c:v>2295.9699999999998</c:v>
                </c:pt>
                <c:pt idx="37">
                  <c:v>2295.9699999999998</c:v>
                </c:pt>
                <c:pt idx="38">
                  <c:v>2295.9699999999998</c:v>
                </c:pt>
                <c:pt idx="39">
                  <c:v>2295.9699999999998</c:v>
                </c:pt>
                <c:pt idx="40">
                  <c:v>2295.9699999999998</c:v>
                </c:pt>
                <c:pt idx="41">
                  <c:v>2289.3200000000002</c:v>
                </c:pt>
                <c:pt idx="42">
                  <c:v>2289.3200000000002</c:v>
                </c:pt>
                <c:pt idx="43">
                  <c:v>2289.3200000000002</c:v>
                </c:pt>
                <c:pt idx="44">
                  <c:v>2289.3200000000002</c:v>
                </c:pt>
                <c:pt idx="45">
                  <c:v>2289.3200000000002</c:v>
                </c:pt>
                <c:pt idx="46">
                  <c:v>2289.3200000000002</c:v>
                </c:pt>
                <c:pt idx="47">
                  <c:v>2289.3200000000002</c:v>
                </c:pt>
                <c:pt idx="48">
                  <c:v>2289.3200000000002</c:v>
                </c:pt>
                <c:pt idx="49">
                  <c:v>2289.3200000000002</c:v>
                </c:pt>
                <c:pt idx="50">
                  <c:v>2289.3200000000002</c:v>
                </c:pt>
                <c:pt idx="51">
                  <c:v>2289.3200000000002</c:v>
                </c:pt>
                <c:pt idx="52">
                  <c:v>2289.3200000000002</c:v>
                </c:pt>
                <c:pt idx="53">
                  <c:v>2289.3200000000002</c:v>
                </c:pt>
                <c:pt idx="54">
                  <c:v>2289.3200000000002</c:v>
                </c:pt>
                <c:pt idx="55">
                  <c:v>2289.3200000000002</c:v>
                </c:pt>
                <c:pt idx="56">
                  <c:v>2289.3200000000002</c:v>
                </c:pt>
                <c:pt idx="57">
                  <c:v>2289.3200000000002</c:v>
                </c:pt>
                <c:pt idx="58">
                  <c:v>2289.3200000000002</c:v>
                </c:pt>
                <c:pt idx="59">
                  <c:v>2289.3200000000002</c:v>
                </c:pt>
                <c:pt idx="60">
                  <c:v>2289.3200000000002</c:v>
                </c:pt>
                <c:pt idx="61">
                  <c:v>2289.3200000000002</c:v>
                </c:pt>
                <c:pt idx="62">
                  <c:v>2289.3200000000002</c:v>
                </c:pt>
                <c:pt idx="63">
                  <c:v>2289.3200000000002</c:v>
                </c:pt>
                <c:pt idx="64">
                  <c:v>2289.3200000000002</c:v>
                </c:pt>
                <c:pt idx="65">
                  <c:v>2289.3200000000002</c:v>
                </c:pt>
                <c:pt idx="66">
                  <c:v>2289.3200000000002</c:v>
                </c:pt>
                <c:pt idx="67">
                  <c:v>2289.3200000000002</c:v>
                </c:pt>
                <c:pt idx="68">
                  <c:v>2289.3200000000002</c:v>
                </c:pt>
                <c:pt idx="69">
                  <c:v>2289.3200000000002</c:v>
                </c:pt>
                <c:pt idx="70">
                  <c:v>2289.3200000000002</c:v>
                </c:pt>
                <c:pt idx="71">
                  <c:v>2289.3200000000002</c:v>
                </c:pt>
                <c:pt idx="72">
                  <c:v>2289.3200000000002</c:v>
                </c:pt>
                <c:pt idx="73">
                  <c:v>2289.3200000000002</c:v>
                </c:pt>
                <c:pt idx="74">
                  <c:v>2289.3200000000002</c:v>
                </c:pt>
                <c:pt idx="75">
                  <c:v>2289.3200000000002</c:v>
                </c:pt>
                <c:pt idx="76">
                  <c:v>2289.3200000000002</c:v>
                </c:pt>
                <c:pt idx="77">
                  <c:v>2289.3200000000002</c:v>
                </c:pt>
                <c:pt idx="78">
                  <c:v>2289.3200000000002</c:v>
                </c:pt>
                <c:pt idx="79">
                  <c:v>2289.3200000000002</c:v>
                </c:pt>
                <c:pt idx="80">
                  <c:v>2289.3200000000002</c:v>
                </c:pt>
                <c:pt idx="81">
                  <c:v>2289.3200000000002</c:v>
                </c:pt>
                <c:pt idx="82">
                  <c:v>2289.3200000000002</c:v>
                </c:pt>
                <c:pt idx="83">
                  <c:v>2242.7399999999998</c:v>
                </c:pt>
                <c:pt idx="84">
                  <c:v>2242.7399999999998</c:v>
                </c:pt>
                <c:pt idx="85">
                  <c:v>2242.7399999999998</c:v>
                </c:pt>
                <c:pt idx="86">
                  <c:v>2242.7399999999998</c:v>
                </c:pt>
                <c:pt idx="87">
                  <c:v>2242.7399999999998</c:v>
                </c:pt>
                <c:pt idx="88">
                  <c:v>2242.7399999999998</c:v>
                </c:pt>
                <c:pt idx="89">
                  <c:v>2242.7399999999998</c:v>
                </c:pt>
                <c:pt idx="90">
                  <c:v>2242.7399999999998</c:v>
                </c:pt>
                <c:pt idx="91">
                  <c:v>2242.7399999999998</c:v>
                </c:pt>
                <c:pt idx="92">
                  <c:v>2242.7399999999998</c:v>
                </c:pt>
                <c:pt idx="93">
                  <c:v>2242.7399999999998</c:v>
                </c:pt>
                <c:pt idx="94">
                  <c:v>2242.7399999999998</c:v>
                </c:pt>
                <c:pt idx="95">
                  <c:v>2242.7399999999998</c:v>
                </c:pt>
                <c:pt idx="96">
                  <c:v>2242.7399999999998</c:v>
                </c:pt>
                <c:pt idx="97">
                  <c:v>2242.7399999999998</c:v>
                </c:pt>
                <c:pt idx="98">
                  <c:v>2242.7399999999998</c:v>
                </c:pt>
                <c:pt idx="99">
                  <c:v>2242.7399999999998</c:v>
                </c:pt>
                <c:pt idx="100">
                  <c:v>2242.7399999999998</c:v>
                </c:pt>
                <c:pt idx="101">
                  <c:v>2242.7399999999998</c:v>
                </c:pt>
                <c:pt idx="102">
                  <c:v>2242.7399999999998</c:v>
                </c:pt>
                <c:pt idx="103">
                  <c:v>2242.7399999999998</c:v>
                </c:pt>
                <c:pt idx="104">
                  <c:v>2219.44</c:v>
                </c:pt>
                <c:pt idx="105">
                  <c:v>2219.44</c:v>
                </c:pt>
                <c:pt idx="106">
                  <c:v>2219.44</c:v>
                </c:pt>
                <c:pt idx="107">
                  <c:v>2219.44</c:v>
                </c:pt>
                <c:pt idx="108">
                  <c:v>2219.44</c:v>
                </c:pt>
                <c:pt idx="109">
                  <c:v>2219.44</c:v>
                </c:pt>
                <c:pt idx="110">
                  <c:v>2219.44</c:v>
                </c:pt>
                <c:pt idx="111">
                  <c:v>2219.44</c:v>
                </c:pt>
                <c:pt idx="112">
                  <c:v>2219.44</c:v>
                </c:pt>
                <c:pt idx="113">
                  <c:v>2219.44</c:v>
                </c:pt>
                <c:pt idx="114">
                  <c:v>2219.44</c:v>
                </c:pt>
                <c:pt idx="115">
                  <c:v>2219.44</c:v>
                </c:pt>
                <c:pt idx="116">
                  <c:v>2219.44</c:v>
                </c:pt>
                <c:pt idx="117">
                  <c:v>2219.44</c:v>
                </c:pt>
                <c:pt idx="118">
                  <c:v>2295.9699999999998</c:v>
                </c:pt>
                <c:pt idx="119">
                  <c:v>2295.9699999999998</c:v>
                </c:pt>
                <c:pt idx="120">
                  <c:v>2295.9699999999998</c:v>
                </c:pt>
                <c:pt idx="121">
                  <c:v>2295.9699999999998</c:v>
                </c:pt>
                <c:pt idx="122">
                  <c:v>2295.9699999999998</c:v>
                </c:pt>
                <c:pt idx="123">
                  <c:v>2295.9699999999998</c:v>
                </c:pt>
                <c:pt idx="124">
                  <c:v>2295.9699999999998</c:v>
                </c:pt>
                <c:pt idx="125">
                  <c:v>2295.9699999999998</c:v>
                </c:pt>
                <c:pt idx="126">
                  <c:v>2295.9699999999998</c:v>
                </c:pt>
                <c:pt idx="127">
                  <c:v>2295.9699999999998</c:v>
                </c:pt>
                <c:pt idx="128">
                  <c:v>2295.9699999999998</c:v>
                </c:pt>
                <c:pt idx="129">
                  <c:v>2295.9699999999998</c:v>
                </c:pt>
                <c:pt idx="130">
                  <c:v>2295.9699999999998</c:v>
                </c:pt>
                <c:pt idx="131">
                  <c:v>2295.9699999999998</c:v>
                </c:pt>
                <c:pt idx="132">
                  <c:v>2295.9699999999998</c:v>
                </c:pt>
                <c:pt idx="133">
                  <c:v>2295.9699999999998</c:v>
                </c:pt>
                <c:pt idx="134">
                  <c:v>2295.9699999999998</c:v>
                </c:pt>
                <c:pt idx="135">
                  <c:v>2295.9699999999998</c:v>
                </c:pt>
                <c:pt idx="136">
                  <c:v>2295.9699999999998</c:v>
                </c:pt>
                <c:pt idx="137">
                  <c:v>2295.9699999999998</c:v>
                </c:pt>
                <c:pt idx="138">
                  <c:v>2295.9699999999998</c:v>
                </c:pt>
                <c:pt idx="139">
                  <c:v>2289.3200000000002</c:v>
                </c:pt>
                <c:pt idx="140">
                  <c:v>2289.3200000000002</c:v>
                </c:pt>
                <c:pt idx="141">
                  <c:v>2289.3200000000002</c:v>
                </c:pt>
                <c:pt idx="142">
                  <c:v>2289.3200000000002</c:v>
                </c:pt>
                <c:pt idx="143">
                  <c:v>2289.3200000000002</c:v>
                </c:pt>
                <c:pt idx="144">
                  <c:v>2289.3200000000002</c:v>
                </c:pt>
                <c:pt idx="145">
                  <c:v>2289.3200000000002</c:v>
                </c:pt>
                <c:pt idx="146">
                  <c:v>2289.3200000000002</c:v>
                </c:pt>
                <c:pt idx="147">
                  <c:v>2289.3200000000002</c:v>
                </c:pt>
                <c:pt idx="148">
                  <c:v>2289.3200000000002</c:v>
                </c:pt>
                <c:pt idx="149">
                  <c:v>2289.3200000000002</c:v>
                </c:pt>
                <c:pt idx="150">
                  <c:v>2289.3200000000002</c:v>
                </c:pt>
                <c:pt idx="151">
                  <c:v>2289.3200000000002</c:v>
                </c:pt>
                <c:pt idx="152">
                  <c:v>2289.3200000000002</c:v>
                </c:pt>
                <c:pt idx="153">
                  <c:v>2289.3200000000002</c:v>
                </c:pt>
                <c:pt idx="154">
                  <c:v>2289.3200000000002</c:v>
                </c:pt>
                <c:pt idx="155">
                  <c:v>2289.3200000000002</c:v>
                </c:pt>
                <c:pt idx="156">
                  <c:v>2289.3200000000002</c:v>
                </c:pt>
                <c:pt idx="157">
                  <c:v>2289.3200000000002</c:v>
                </c:pt>
                <c:pt idx="158">
                  <c:v>2289.3200000000002</c:v>
                </c:pt>
                <c:pt idx="159">
                  <c:v>2289.3200000000002</c:v>
                </c:pt>
                <c:pt idx="160">
                  <c:v>2345.89</c:v>
                </c:pt>
                <c:pt idx="161">
                  <c:v>2345.89</c:v>
                </c:pt>
                <c:pt idx="162">
                  <c:v>2345.89</c:v>
                </c:pt>
                <c:pt idx="163">
                  <c:v>2345.89</c:v>
                </c:pt>
                <c:pt idx="164">
                  <c:v>2345.89</c:v>
                </c:pt>
                <c:pt idx="165">
                  <c:v>2345.89</c:v>
                </c:pt>
                <c:pt idx="166">
                  <c:v>2345.89</c:v>
                </c:pt>
                <c:pt idx="167">
                  <c:v>2435.73</c:v>
                </c:pt>
                <c:pt idx="168">
                  <c:v>2435.73</c:v>
                </c:pt>
                <c:pt idx="169">
                  <c:v>2435.73</c:v>
                </c:pt>
                <c:pt idx="170">
                  <c:v>2435.73</c:v>
                </c:pt>
                <c:pt idx="171">
                  <c:v>2435.73</c:v>
                </c:pt>
                <c:pt idx="172">
                  <c:v>2435.73</c:v>
                </c:pt>
                <c:pt idx="173">
                  <c:v>2435.73</c:v>
                </c:pt>
                <c:pt idx="174">
                  <c:v>2495.63</c:v>
                </c:pt>
                <c:pt idx="175">
                  <c:v>2495.63</c:v>
                </c:pt>
                <c:pt idx="176">
                  <c:v>2495.63</c:v>
                </c:pt>
                <c:pt idx="177">
                  <c:v>2495.63</c:v>
                </c:pt>
                <c:pt idx="178">
                  <c:v>2495.63</c:v>
                </c:pt>
                <c:pt idx="179">
                  <c:v>2495.63</c:v>
                </c:pt>
                <c:pt idx="180">
                  <c:v>2495.63</c:v>
                </c:pt>
                <c:pt idx="181">
                  <c:v>2528.9</c:v>
                </c:pt>
                <c:pt idx="182">
                  <c:v>2528.9</c:v>
                </c:pt>
                <c:pt idx="183">
                  <c:v>2528.9</c:v>
                </c:pt>
                <c:pt idx="184">
                  <c:v>2528.9</c:v>
                </c:pt>
                <c:pt idx="185">
                  <c:v>2528.9</c:v>
                </c:pt>
                <c:pt idx="186">
                  <c:v>2528.9</c:v>
                </c:pt>
                <c:pt idx="187">
                  <c:v>2528.9</c:v>
                </c:pt>
                <c:pt idx="188">
                  <c:v>2528.9</c:v>
                </c:pt>
                <c:pt idx="189">
                  <c:v>2528.9</c:v>
                </c:pt>
                <c:pt idx="190">
                  <c:v>2528.9</c:v>
                </c:pt>
                <c:pt idx="191">
                  <c:v>2528.9</c:v>
                </c:pt>
                <c:pt idx="192">
                  <c:v>2528.9</c:v>
                </c:pt>
                <c:pt idx="193">
                  <c:v>2528.9</c:v>
                </c:pt>
                <c:pt idx="194">
                  <c:v>2528.9</c:v>
                </c:pt>
                <c:pt idx="195">
                  <c:v>2562.1799999999998</c:v>
                </c:pt>
                <c:pt idx="196">
                  <c:v>2562.1799999999998</c:v>
                </c:pt>
                <c:pt idx="197">
                  <c:v>2562.1799999999998</c:v>
                </c:pt>
                <c:pt idx="198">
                  <c:v>2562.1799999999998</c:v>
                </c:pt>
                <c:pt idx="199">
                  <c:v>2562.1799999999998</c:v>
                </c:pt>
                <c:pt idx="200">
                  <c:v>2562.1799999999998</c:v>
                </c:pt>
                <c:pt idx="201">
                  <c:v>2562.1799999999998</c:v>
                </c:pt>
                <c:pt idx="202">
                  <c:v>2562.1799999999998</c:v>
                </c:pt>
                <c:pt idx="203">
                  <c:v>2562.1799999999998</c:v>
                </c:pt>
                <c:pt idx="204">
                  <c:v>2562.1799999999998</c:v>
                </c:pt>
                <c:pt idx="205">
                  <c:v>2562.1799999999998</c:v>
                </c:pt>
                <c:pt idx="206">
                  <c:v>2562.1799999999998</c:v>
                </c:pt>
                <c:pt idx="207">
                  <c:v>2562.1799999999998</c:v>
                </c:pt>
                <c:pt idx="208">
                  <c:v>2562.1799999999998</c:v>
                </c:pt>
                <c:pt idx="209">
                  <c:v>2562.1799999999998</c:v>
                </c:pt>
                <c:pt idx="210">
                  <c:v>2562.1799999999998</c:v>
                </c:pt>
                <c:pt idx="211">
                  <c:v>2562.1799999999998</c:v>
                </c:pt>
                <c:pt idx="212">
                  <c:v>2562.1799999999998</c:v>
                </c:pt>
                <c:pt idx="213">
                  <c:v>2562.1799999999998</c:v>
                </c:pt>
                <c:pt idx="214">
                  <c:v>2562.1799999999998</c:v>
                </c:pt>
                <c:pt idx="215">
                  <c:v>2562.1799999999998</c:v>
                </c:pt>
                <c:pt idx="216">
                  <c:v>2562.1799999999998</c:v>
                </c:pt>
                <c:pt idx="217">
                  <c:v>2562.1799999999998</c:v>
                </c:pt>
                <c:pt idx="218">
                  <c:v>2562.1799999999998</c:v>
                </c:pt>
                <c:pt idx="219">
                  <c:v>2562.1799999999998</c:v>
                </c:pt>
                <c:pt idx="220">
                  <c:v>2562.1799999999998</c:v>
                </c:pt>
                <c:pt idx="221">
                  <c:v>2562.1799999999998</c:v>
                </c:pt>
                <c:pt idx="222">
                  <c:v>2562.1799999999998</c:v>
                </c:pt>
                <c:pt idx="223">
                  <c:v>2562.1799999999998</c:v>
                </c:pt>
                <c:pt idx="224">
                  <c:v>2562.1799999999998</c:v>
                </c:pt>
                <c:pt idx="225">
                  <c:v>2562.1799999999998</c:v>
                </c:pt>
                <c:pt idx="226">
                  <c:v>2562.1799999999998</c:v>
                </c:pt>
                <c:pt idx="227">
                  <c:v>2562.1799999999998</c:v>
                </c:pt>
                <c:pt idx="228">
                  <c:v>2562.1799999999998</c:v>
                </c:pt>
                <c:pt idx="229">
                  <c:v>2562.1799999999998</c:v>
                </c:pt>
                <c:pt idx="230">
                  <c:v>2562.1799999999998</c:v>
                </c:pt>
                <c:pt idx="231">
                  <c:v>2562.1799999999998</c:v>
                </c:pt>
                <c:pt idx="232">
                  <c:v>2562.1799999999998</c:v>
                </c:pt>
                <c:pt idx="233">
                  <c:v>2562.1799999999998</c:v>
                </c:pt>
                <c:pt idx="234">
                  <c:v>2562.1799999999998</c:v>
                </c:pt>
                <c:pt idx="235">
                  <c:v>2562.1799999999998</c:v>
                </c:pt>
                <c:pt idx="236">
                  <c:v>2562.1799999999998</c:v>
                </c:pt>
                <c:pt idx="237">
                  <c:v>2628.72</c:v>
                </c:pt>
                <c:pt idx="238">
                  <c:v>2628.72</c:v>
                </c:pt>
                <c:pt idx="239">
                  <c:v>2628.72</c:v>
                </c:pt>
                <c:pt idx="240">
                  <c:v>2628.72</c:v>
                </c:pt>
                <c:pt idx="241">
                  <c:v>2628.72</c:v>
                </c:pt>
                <c:pt idx="242">
                  <c:v>2628.72</c:v>
                </c:pt>
                <c:pt idx="243">
                  <c:v>2628.72</c:v>
                </c:pt>
                <c:pt idx="244">
                  <c:v>2628.72</c:v>
                </c:pt>
                <c:pt idx="245">
                  <c:v>2628.72</c:v>
                </c:pt>
                <c:pt idx="246">
                  <c:v>2628.72</c:v>
                </c:pt>
                <c:pt idx="247">
                  <c:v>2628.72</c:v>
                </c:pt>
                <c:pt idx="248">
                  <c:v>2628.72</c:v>
                </c:pt>
                <c:pt idx="249">
                  <c:v>2628.72</c:v>
                </c:pt>
                <c:pt idx="250">
                  <c:v>2628.72</c:v>
                </c:pt>
                <c:pt idx="251">
                  <c:v>2662</c:v>
                </c:pt>
                <c:pt idx="252">
                  <c:v>2662</c:v>
                </c:pt>
                <c:pt idx="253">
                  <c:v>2662</c:v>
                </c:pt>
                <c:pt idx="254">
                  <c:v>2662</c:v>
                </c:pt>
                <c:pt idx="255">
                  <c:v>2662</c:v>
                </c:pt>
                <c:pt idx="256">
                  <c:v>2662</c:v>
                </c:pt>
                <c:pt idx="257">
                  <c:v>2662</c:v>
                </c:pt>
                <c:pt idx="258">
                  <c:v>2678.64</c:v>
                </c:pt>
                <c:pt idx="259">
                  <c:v>2678.64</c:v>
                </c:pt>
                <c:pt idx="260">
                  <c:v>2678.64</c:v>
                </c:pt>
                <c:pt idx="261">
                  <c:v>2678.64</c:v>
                </c:pt>
                <c:pt idx="262">
                  <c:v>2678.64</c:v>
                </c:pt>
                <c:pt idx="263">
                  <c:v>2678.64</c:v>
                </c:pt>
                <c:pt idx="264">
                  <c:v>2678.64</c:v>
                </c:pt>
                <c:pt idx="265">
                  <c:v>2678.64</c:v>
                </c:pt>
                <c:pt idx="266">
                  <c:v>2678.64</c:v>
                </c:pt>
                <c:pt idx="267">
                  <c:v>2678.64</c:v>
                </c:pt>
                <c:pt idx="268">
                  <c:v>2678.64</c:v>
                </c:pt>
                <c:pt idx="269">
                  <c:v>2678.64</c:v>
                </c:pt>
                <c:pt idx="270">
                  <c:v>2678.64</c:v>
                </c:pt>
                <c:pt idx="271">
                  <c:v>2678.64</c:v>
                </c:pt>
                <c:pt idx="272">
                  <c:v>2678.64</c:v>
                </c:pt>
                <c:pt idx="273">
                  <c:v>2678.64</c:v>
                </c:pt>
                <c:pt idx="274">
                  <c:v>2678.64</c:v>
                </c:pt>
                <c:pt idx="275">
                  <c:v>2678.64</c:v>
                </c:pt>
                <c:pt idx="276">
                  <c:v>2678.64</c:v>
                </c:pt>
                <c:pt idx="277">
                  <c:v>2678.64</c:v>
                </c:pt>
                <c:pt idx="278">
                  <c:v>2678.64</c:v>
                </c:pt>
                <c:pt idx="279">
                  <c:v>2678.64</c:v>
                </c:pt>
                <c:pt idx="280">
                  <c:v>2678.64</c:v>
                </c:pt>
                <c:pt idx="281">
                  <c:v>2678.64</c:v>
                </c:pt>
                <c:pt idx="282">
                  <c:v>2678.64</c:v>
                </c:pt>
                <c:pt idx="283">
                  <c:v>2678.64</c:v>
                </c:pt>
                <c:pt idx="284">
                  <c:v>2678.64</c:v>
                </c:pt>
                <c:pt idx="285">
                  <c:v>2678.64</c:v>
                </c:pt>
                <c:pt idx="286">
                  <c:v>2755.17</c:v>
                </c:pt>
                <c:pt idx="287">
                  <c:v>2755.17</c:v>
                </c:pt>
                <c:pt idx="288">
                  <c:v>2755.17</c:v>
                </c:pt>
                <c:pt idx="289">
                  <c:v>2755.17</c:v>
                </c:pt>
                <c:pt idx="290">
                  <c:v>2755.17</c:v>
                </c:pt>
                <c:pt idx="291">
                  <c:v>2755.17</c:v>
                </c:pt>
                <c:pt idx="292">
                  <c:v>2755.17</c:v>
                </c:pt>
                <c:pt idx="293">
                  <c:v>2755.17</c:v>
                </c:pt>
                <c:pt idx="294">
                  <c:v>2755.17</c:v>
                </c:pt>
                <c:pt idx="295">
                  <c:v>2755.17</c:v>
                </c:pt>
                <c:pt idx="296">
                  <c:v>2755.17</c:v>
                </c:pt>
                <c:pt idx="297">
                  <c:v>2755.17</c:v>
                </c:pt>
                <c:pt idx="298">
                  <c:v>2755.17</c:v>
                </c:pt>
                <c:pt idx="299">
                  <c:v>2755.17</c:v>
                </c:pt>
                <c:pt idx="300">
                  <c:v>2755.17</c:v>
                </c:pt>
                <c:pt idx="301">
                  <c:v>2755.17</c:v>
                </c:pt>
                <c:pt idx="302">
                  <c:v>2755.17</c:v>
                </c:pt>
                <c:pt idx="303">
                  <c:v>2755.17</c:v>
                </c:pt>
                <c:pt idx="304">
                  <c:v>2755.17</c:v>
                </c:pt>
                <c:pt idx="305">
                  <c:v>2755.17</c:v>
                </c:pt>
                <c:pt idx="306">
                  <c:v>2755.17</c:v>
                </c:pt>
                <c:pt idx="307">
                  <c:v>2755.17</c:v>
                </c:pt>
                <c:pt idx="308">
                  <c:v>2755.17</c:v>
                </c:pt>
                <c:pt idx="309">
                  <c:v>2755.17</c:v>
                </c:pt>
                <c:pt idx="310">
                  <c:v>2755.17</c:v>
                </c:pt>
                <c:pt idx="311">
                  <c:v>2728.55</c:v>
                </c:pt>
                <c:pt idx="312">
                  <c:v>2728.55</c:v>
                </c:pt>
                <c:pt idx="313">
                  <c:v>2728.55</c:v>
                </c:pt>
                <c:pt idx="314">
                  <c:v>2728.55</c:v>
                </c:pt>
                <c:pt idx="315">
                  <c:v>2728.55</c:v>
                </c:pt>
                <c:pt idx="316">
                  <c:v>2728.55</c:v>
                </c:pt>
                <c:pt idx="317">
                  <c:v>2728.55</c:v>
                </c:pt>
                <c:pt idx="318">
                  <c:v>2728.55</c:v>
                </c:pt>
                <c:pt idx="319">
                  <c:v>2728.55</c:v>
                </c:pt>
                <c:pt idx="320">
                  <c:v>2728.55</c:v>
                </c:pt>
                <c:pt idx="321">
                  <c:v>2728.55</c:v>
                </c:pt>
                <c:pt idx="322">
                  <c:v>2728.55</c:v>
                </c:pt>
                <c:pt idx="323">
                  <c:v>2728.55</c:v>
                </c:pt>
                <c:pt idx="324">
                  <c:v>2728.55</c:v>
                </c:pt>
                <c:pt idx="325">
                  <c:v>2728.55</c:v>
                </c:pt>
                <c:pt idx="326">
                  <c:v>2728.55</c:v>
                </c:pt>
                <c:pt idx="327">
                  <c:v>2728.55</c:v>
                </c:pt>
                <c:pt idx="328">
                  <c:v>2728.55</c:v>
                </c:pt>
                <c:pt idx="329">
                  <c:v>2728.55</c:v>
                </c:pt>
                <c:pt idx="330">
                  <c:v>2728.55</c:v>
                </c:pt>
                <c:pt idx="331">
                  <c:v>2728.55</c:v>
                </c:pt>
                <c:pt idx="332">
                  <c:v>2728.55</c:v>
                </c:pt>
                <c:pt idx="333">
                  <c:v>2728.55</c:v>
                </c:pt>
                <c:pt idx="334">
                  <c:v>2728.55</c:v>
                </c:pt>
                <c:pt idx="335">
                  <c:v>2728.55</c:v>
                </c:pt>
                <c:pt idx="336">
                  <c:v>2728.55</c:v>
                </c:pt>
                <c:pt idx="337">
                  <c:v>2728.55</c:v>
                </c:pt>
                <c:pt idx="338">
                  <c:v>2728.55</c:v>
                </c:pt>
                <c:pt idx="339">
                  <c:v>2728.55</c:v>
                </c:pt>
                <c:pt idx="340">
                  <c:v>2728.55</c:v>
                </c:pt>
                <c:pt idx="341">
                  <c:v>2728.55</c:v>
                </c:pt>
                <c:pt idx="342">
                  <c:v>2728.55</c:v>
                </c:pt>
                <c:pt idx="343">
                  <c:v>2728.55</c:v>
                </c:pt>
                <c:pt idx="344">
                  <c:v>2728.55</c:v>
                </c:pt>
                <c:pt idx="345">
                  <c:v>2728.55</c:v>
                </c:pt>
                <c:pt idx="346">
                  <c:v>2728.55</c:v>
                </c:pt>
                <c:pt idx="347">
                  <c:v>2728.55</c:v>
                </c:pt>
                <c:pt idx="348">
                  <c:v>2728.55</c:v>
                </c:pt>
                <c:pt idx="349">
                  <c:v>2715.24</c:v>
                </c:pt>
                <c:pt idx="350">
                  <c:v>2715.24</c:v>
                </c:pt>
                <c:pt idx="351">
                  <c:v>2715.24</c:v>
                </c:pt>
                <c:pt idx="352">
                  <c:v>2715.24</c:v>
                </c:pt>
                <c:pt idx="353">
                  <c:v>2715.24</c:v>
                </c:pt>
                <c:pt idx="354">
                  <c:v>2715.24</c:v>
                </c:pt>
                <c:pt idx="355">
                  <c:v>2715.24</c:v>
                </c:pt>
                <c:pt idx="356">
                  <c:v>2708.59</c:v>
                </c:pt>
                <c:pt idx="357">
                  <c:v>2708.59</c:v>
                </c:pt>
                <c:pt idx="358">
                  <c:v>2708.59</c:v>
                </c:pt>
                <c:pt idx="359">
                  <c:v>2708.59</c:v>
                </c:pt>
                <c:pt idx="360">
                  <c:v>2708.59</c:v>
                </c:pt>
                <c:pt idx="361">
                  <c:v>2708.59</c:v>
                </c:pt>
                <c:pt idx="362">
                  <c:v>2708.59</c:v>
                </c:pt>
                <c:pt idx="363">
                  <c:v>2708.59</c:v>
                </c:pt>
                <c:pt idx="364">
                  <c:v>2708.59</c:v>
                </c:pt>
                <c:pt idx="365">
                  <c:v>2708.59</c:v>
                </c:pt>
                <c:pt idx="366">
                  <c:v>2708.59</c:v>
                </c:pt>
                <c:pt idx="367">
                  <c:v>2708.59</c:v>
                </c:pt>
                <c:pt idx="368">
                  <c:v>2708.59</c:v>
                </c:pt>
                <c:pt idx="369">
                  <c:v>2708.59</c:v>
                </c:pt>
                <c:pt idx="370">
                  <c:v>2721.89</c:v>
                </c:pt>
                <c:pt idx="371">
                  <c:v>2721.89</c:v>
                </c:pt>
                <c:pt idx="372">
                  <c:v>2721.89</c:v>
                </c:pt>
                <c:pt idx="373">
                  <c:v>2721.89</c:v>
                </c:pt>
                <c:pt idx="374">
                  <c:v>2721.89</c:v>
                </c:pt>
                <c:pt idx="375">
                  <c:v>2721.89</c:v>
                </c:pt>
                <c:pt idx="376">
                  <c:v>2721.89</c:v>
                </c:pt>
                <c:pt idx="377">
                  <c:v>2715.24</c:v>
                </c:pt>
                <c:pt idx="378">
                  <c:v>2715.24</c:v>
                </c:pt>
                <c:pt idx="379">
                  <c:v>2715.24</c:v>
                </c:pt>
                <c:pt idx="380">
                  <c:v>2715.24</c:v>
                </c:pt>
                <c:pt idx="381">
                  <c:v>2715.24</c:v>
                </c:pt>
                <c:pt idx="382">
                  <c:v>2715.24</c:v>
                </c:pt>
                <c:pt idx="383">
                  <c:v>2715.24</c:v>
                </c:pt>
                <c:pt idx="384">
                  <c:v>2751.84</c:v>
                </c:pt>
                <c:pt idx="385">
                  <c:v>2751.84</c:v>
                </c:pt>
                <c:pt idx="386">
                  <c:v>2751.84</c:v>
                </c:pt>
                <c:pt idx="387">
                  <c:v>2751.84</c:v>
                </c:pt>
                <c:pt idx="388">
                  <c:v>2751.84</c:v>
                </c:pt>
                <c:pt idx="389">
                  <c:v>2751.84</c:v>
                </c:pt>
                <c:pt idx="390">
                  <c:v>2751.84</c:v>
                </c:pt>
                <c:pt idx="391">
                  <c:v>2761.83</c:v>
                </c:pt>
                <c:pt idx="392">
                  <c:v>2761.83</c:v>
                </c:pt>
                <c:pt idx="393">
                  <c:v>2761.83</c:v>
                </c:pt>
                <c:pt idx="394">
                  <c:v>2761.83</c:v>
                </c:pt>
                <c:pt idx="395">
                  <c:v>2761.83</c:v>
                </c:pt>
                <c:pt idx="396">
                  <c:v>2761.83</c:v>
                </c:pt>
                <c:pt idx="397">
                  <c:v>2761.83</c:v>
                </c:pt>
                <c:pt idx="398">
                  <c:v>2795.1</c:v>
                </c:pt>
                <c:pt idx="399">
                  <c:v>2795.1</c:v>
                </c:pt>
                <c:pt idx="400">
                  <c:v>2795.1</c:v>
                </c:pt>
                <c:pt idx="401">
                  <c:v>2795.1</c:v>
                </c:pt>
                <c:pt idx="402">
                  <c:v>2795.1</c:v>
                </c:pt>
                <c:pt idx="403">
                  <c:v>2795.1</c:v>
                </c:pt>
                <c:pt idx="404">
                  <c:v>2795.1</c:v>
                </c:pt>
                <c:pt idx="405">
                  <c:v>2795.1</c:v>
                </c:pt>
                <c:pt idx="406">
                  <c:v>2795.1</c:v>
                </c:pt>
                <c:pt idx="407">
                  <c:v>2795.1</c:v>
                </c:pt>
                <c:pt idx="408">
                  <c:v>2795.1</c:v>
                </c:pt>
                <c:pt idx="409">
                  <c:v>2795.1</c:v>
                </c:pt>
                <c:pt idx="410">
                  <c:v>2795.1</c:v>
                </c:pt>
                <c:pt idx="411">
                  <c:v>2795.1</c:v>
                </c:pt>
                <c:pt idx="412">
                  <c:v>2841.68</c:v>
                </c:pt>
                <c:pt idx="413">
                  <c:v>2841.68</c:v>
                </c:pt>
                <c:pt idx="414">
                  <c:v>2841.68</c:v>
                </c:pt>
                <c:pt idx="415">
                  <c:v>2841.68</c:v>
                </c:pt>
                <c:pt idx="416">
                  <c:v>2841.68</c:v>
                </c:pt>
                <c:pt idx="417">
                  <c:v>2841.68</c:v>
                </c:pt>
                <c:pt idx="418">
                  <c:v>2841.68</c:v>
                </c:pt>
                <c:pt idx="419">
                  <c:v>2841.68</c:v>
                </c:pt>
                <c:pt idx="420">
                  <c:v>2841.68</c:v>
                </c:pt>
                <c:pt idx="421">
                  <c:v>2841.68</c:v>
                </c:pt>
                <c:pt idx="422">
                  <c:v>2841.68</c:v>
                </c:pt>
                <c:pt idx="423">
                  <c:v>2841.68</c:v>
                </c:pt>
                <c:pt idx="424">
                  <c:v>2841.68</c:v>
                </c:pt>
                <c:pt idx="425">
                  <c:v>2841.68</c:v>
                </c:pt>
                <c:pt idx="426">
                  <c:v>2884.94</c:v>
                </c:pt>
                <c:pt idx="427">
                  <c:v>2884.94</c:v>
                </c:pt>
                <c:pt idx="428">
                  <c:v>2884.94</c:v>
                </c:pt>
                <c:pt idx="429">
                  <c:v>2884.94</c:v>
                </c:pt>
                <c:pt idx="430">
                  <c:v>2884.94</c:v>
                </c:pt>
                <c:pt idx="431">
                  <c:v>2884.94</c:v>
                </c:pt>
                <c:pt idx="432">
                  <c:v>2884.94</c:v>
                </c:pt>
                <c:pt idx="433">
                  <c:v>2884.94</c:v>
                </c:pt>
                <c:pt idx="434">
                  <c:v>2884.94</c:v>
                </c:pt>
                <c:pt idx="435">
                  <c:v>2884.94</c:v>
                </c:pt>
                <c:pt idx="436">
                  <c:v>2884.94</c:v>
                </c:pt>
                <c:pt idx="437">
                  <c:v>2884.94</c:v>
                </c:pt>
                <c:pt idx="438">
                  <c:v>2884.94</c:v>
                </c:pt>
                <c:pt idx="439">
                  <c:v>2884.94</c:v>
                </c:pt>
                <c:pt idx="440">
                  <c:v>2884.94</c:v>
                </c:pt>
                <c:pt idx="441">
                  <c:v>2884.94</c:v>
                </c:pt>
                <c:pt idx="442">
                  <c:v>2884.94</c:v>
                </c:pt>
                <c:pt idx="443">
                  <c:v>2884.94</c:v>
                </c:pt>
                <c:pt idx="444">
                  <c:v>2884.94</c:v>
                </c:pt>
                <c:pt idx="445">
                  <c:v>2884.94</c:v>
                </c:pt>
                <c:pt idx="446">
                  <c:v>2884.94</c:v>
                </c:pt>
                <c:pt idx="447">
                  <c:v>2884.94</c:v>
                </c:pt>
                <c:pt idx="448">
                  <c:v>2884.94</c:v>
                </c:pt>
                <c:pt idx="449">
                  <c:v>2884.94</c:v>
                </c:pt>
                <c:pt idx="450">
                  <c:v>2884.94</c:v>
                </c:pt>
                <c:pt idx="451">
                  <c:v>2884.94</c:v>
                </c:pt>
                <c:pt idx="452">
                  <c:v>2884.94</c:v>
                </c:pt>
                <c:pt idx="453">
                  <c:v>2884.94</c:v>
                </c:pt>
                <c:pt idx="454">
                  <c:v>2884.94</c:v>
                </c:pt>
                <c:pt idx="455">
                  <c:v>2884.94</c:v>
                </c:pt>
                <c:pt idx="456">
                  <c:v>2884.94</c:v>
                </c:pt>
                <c:pt idx="457">
                  <c:v>2884.94</c:v>
                </c:pt>
                <c:pt idx="458">
                  <c:v>2884.94</c:v>
                </c:pt>
                <c:pt idx="459">
                  <c:v>2884.94</c:v>
                </c:pt>
                <c:pt idx="460">
                  <c:v>2884.94</c:v>
                </c:pt>
                <c:pt idx="461">
                  <c:v>2918.22</c:v>
                </c:pt>
                <c:pt idx="462">
                  <c:v>2918.22</c:v>
                </c:pt>
                <c:pt idx="463">
                  <c:v>2918.22</c:v>
                </c:pt>
                <c:pt idx="464">
                  <c:v>2918.22</c:v>
                </c:pt>
                <c:pt idx="465">
                  <c:v>2918.22</c:v>
                </c:pt>
                <c:pt idx="466">
                  <c:v>2918.22</c:v>
                </c:pt>
                <c:pt idx="467">
                  <c:v>2918.22</c:v>
                </c:pt>
                <c:pt idx="468">
                  <c:v>2918.22</c:v>
                </c:pt>
                <c:pt idx="469">
                  <c:v>2918.22</c:v>
                </c:pt>
                <c:pt idx="470">
                  <c:v>2918.22</c:v>
                </c:pt>
                <c:pt idx="471">
                  <c:v>2918.22</c:v>
                </c:pt>
                <c:pt idx="472">
                  <c:v>2918.22</c:v>
                </c:pt>
                <c:pt idx="473">
                  <c:v>2918.22</c:v>
                </c:pt>
                <c:pt idx="474">
                  <c:v>2918.22</c:v>
                </c:pt>
                <c:pt idx="475">
                  <c:v>2914.89</c:v>
                </c:pt>
                <c:pt idx="476">
                  <c:v>2914.89</c:v>
                </c:pt>
                <c:pt idx="477">
                  <c:v>2914.89</c:v>
                </c:pt>
                <c:pt idx="478">
                  <c:v>2914.89</c:v>
                </c:pt>
                <c:pt idx="479">
                  <c:v>2914.89</c:v>
                </c:pt>
                <c:pt idx="480">
                  <c:v>2914.89</c:v>
                </c:pt>
                <c:pt idx="481">
                  <c:v>2914.89</c:v>
                </c:pt>
                <c:pt idx="482">
                  <c:v>2914.89</c:v>
                </c:pt>
                <c:pt idx="483">
                  <c:v>2914.89</c:v>
                </c:pt>
                <c:pt idx="484">
                  <c:v>2914.89</c:v>
                </c:pt>
                <c:pt idx="485">
                  <c:v>2914.89</c:v>
                </c:pt>
                <c:pt idx="486">
                  <c:v>2914.89</c:v>
                </c:pt>
                <c:pt idx="487">
                  <c:v>2914.89</c:v>
                </c:pt>
                <c:pt idx="488">
                  <c:v>2914.89</c:v>
                </c:pt>
                <c:pt idx="489">
                  <c:v>2914.89</c:v>
                </c:pt>
                <c:pt idx="490">
                  <c:v>2914.89</c:v>
                </c:pt>
                <c:pt idx="491">
                  <c:v>2914.89</c:v>
                </c:pt>
                <c:pt idx="492">
                  <c:v>2914.89</c:v>
                </c:pt>
                <c:pt idx="493">
                  <c:v>2914.89</c:v>
                </c:pt>
                <c:pt idx="494">
                  <c:v>2914.89</c:v>
                </c:pt>
                <c:pt idx="495">
                  <c:v>2914.89</c:v>
                </c:pt>
                <c:pt idx="496">
                  <c:v>2914.89</c:v>
                </c:pt>
                <c:pt idx="497">
                  <c:v>2914.89</c:v>
                </c:pt>
                <c:pt idx="498">
                  <c:v>2914.89</c:v>
                </c:pt>
                <c:pt idx="499">
                  <c:v>2901.58</c:v>
                </c:pt>
                <c:pt idx="500">
                  <c:v>2901.58</c:v>
                </c:pt>
                <c:pt idx="501">
                  <c:v>2901.58</c:v>
                </c:pt>
                <c:pt idx="502">
                  <c:v>2901.58</c:v>
                </c:pt>
                <c:pt idx="503">
                  <c:v>2901.58</c:v>
                </c:pt>
                <c:pt idx="504">
                  <c:v>2901.58</c:v>
                </c:pt>
                <c:pt idx="505">
                  <c:v>2901.58</c:v>
                </c:pt>
                <c:pt idx="506">
                  <c:v>2901.58</c:v>
                </c:pt>
                <c:pt idx="507">
                  <c:v>2901.58</c:v>
                </c:pt>
                <c:pt idx="508">
                  <c:v>2901.58</c:v>
                </c:pt>
                <c:pt idx="509">
                  <c:v>2901.58</c:v>
                </c:pt>
                <c:pt idx="510">
                  <c:v>2901.58</c:v>
                </c:pt>
                <c:pt idx="511">
                  <c:v>2901.58</c:v>
                </c:pt>
                <c:pt idx="512">
                  <c:v>2901.58</c:v>
                </c:pt>
                <c:pt idx="513">
                  <c:v>2901.58</c:v>
                </c:pt>
                <c:pt idx="514">
                  <c:v>2901.58</c:v>
                </c:pt>
                <c:pt idx="515">
                  <c:v>2901.58</c:v>
                </c:pt>
                <c:pt idx="516">
                  <c:v>2901.58</c:v>
                </c:pt>
                <c:pt idx="517">
                  <c:v>2901.58</c:v>
                </c:pt>
                <c:pt idx="518">
                  <c:v>2901.58</c:v>
                </c:pt>
                <c:pt idx="519">
                  <c:v>2901.58</c:v>
                </c:pt>
                <c:pt idx="520">
                  <c:v>2901.58</c:v>
                </c:pt>
                <c:pt idx="521">
                  <c:v>2901.58</c:v>
                </c:pt>
                <c:pt idx="522">
                  <c:v>2901.58</c:v>
                </c:pt>
                <c:pt idx="523">
                  <c:v>2901.58</c:v>
                </c:pt>
                <c:pt idx="524">
                  <c:v>2901.58</c:v>
                </c:pt>
                <c:pt idx="525">
                  <c:v>2901.58</c:v>
                </c:pt>
                <c:pt idx="526">
                  <c:v>2901.58</c:v>
                </c:pt>
                <c:pt idx="527">
                  <c:v>2901.58</c:v>
                </c:pt>
                <c:pt idx="528">
                  <c:v>2901.58</c:v>
                </c:pt>
                <c:pt idx="529">
                  <c:v>2901.58</c:v>
                </c:pt>
                <c:pt idx="530">
                  <c:v>2901.58</c:v>
                </c:pt>
                <c:pt idx="531">
                  <c:v>2901.58</c:v>
                </c:pt>
                <c:pt idx="532">
                  <c:v>2901.58</c:v>
                </c:pt>
                <c:pt idx="533">
                  <c:v>2901.58</c:v>
                </c:pt>
                <c:pt idx="534">
                  <c:v>2901.58</c:v>
                </c:pt>
                <c:pt idx="535">
                  <c:v>2901.58</c:v>
                </c:pt>
                <c:pt idx="536">
                  <c:v>2901.58</c:v>
                </c:pt>
                <c:pt idx="537">
                  <c:v>2901.58</c:v>
                </c:pt>
                <c:pt idx="538">
                  <c:v>2901.58</c:v>
                </c:pt>
                <c:pt idx="539">
                  <c:v>2901.58</c:v>
                </c:pt>
                <c:pt idx="540">
                  <c:v>2901.58</c:v>
                </c:pt>
                <c:pt idx="541">
                  <c:v>2901.58</c:v>
                </c:pt>
                <c:pt idx="542">
                  <c:v>2901.58</c:v>
                </c:pt>
                <c:pt idx="543">
                  <c:v>2901.58</c:v>
                </c:pt>
                <c:pt idx="544">
                  <c:v>2901.58</c:v>
                </c:pt>
                <c:pt idx="545">
                  <c:v>2901.58</c:v>
                </c:pt>
                <c:pt idx="546">
                  <c:v>2901.58</c:v>
                </c:pt>
                <c:pt idx="547">
                  <c:v>2901.58</c:v>
                </c:pt>
                <c:pt idx="548">
                  <c:v>2901.58</c:v>
                </c:pt>
                <c:pt idx="549">
                  <c:v>2901.58</c:v>
                </c:pt>
                <c:pt idx="550">
                  <c:v>2901.58</c:v>
                </c:pt>
                <c:pt idx="551">
                  <c:v>2901.58</c:v>
                </c:pt>
                <c:pt idx="552">
                  <c:v>2901.58</c:v>
                </c:pt>
                <c:pt idx="553">
                  <c:v>2901.58</c:v>
                </c:pt>
                <c:pt idx="554">
                  <c:v>2901.58</c:v>
                </c:pt>
                <c:pt idx="555">
                  <c:v>2901.58</c:v>
                </c:pt>
                <c:pt idx="556">
                  <c:v>2901.58</c:v>
                </c:pt>
                <c:pt idx="557">
                  <c:v>2901.58</c:v>
                </c:pt>
                <c:pt idx="558">
                  <c:v>2901.58</c:v>
                </c:pt>
                <c:pt idx="559">
                  <c:v>2901.58</c:v>
                </c:pt>
                <c:pt idx="560">
                  <c:v>2901.58</c:v>
                </c:pt>
                <c:pt idx="561">
                  <c:v>2901.58</c:v>
                </c:pt>
                <c:pt idx="562">
                  <c:v>2901.58</c:v>
                </c:pt>
                <c:pt idx="563">
                  <c:v>2901.58</c:v>
                </c:pt>
                <c:pt idx="564">
                  <c:v>2901.58</c:v>
                </c:pt>
                <c:pt idx="565">
                  <c:v>2901.58</c:v>
                </c:pt>
                <c:pt idx="566">
                  <c:v>2901.58</c:v>
                </c:pt>
                <c:pt idx="567">
                  <c:v>2901.58</c:v>
                </c:pt>
                <c:pt idx="568">
                  <c:v>2901.58</c:v>
                </c:pt>
                <c:pt idx="569">
                  <c:v>2901.58</c:v>
                </c:pt>
                <c:pt idx="570">
                  <c:v>2901.58</c:v>
                </c:pt>
                <c:pt idx="571">
                  <c:v>2901.58</c:v>
                </c:pt>
                <c:pt idx="572">
                  <c:v>2901.58</c:v>
                </c:pt>
                <c:pt idx="573">
                  <c:v>2901.58</c:v>
                </c:pt>
                <c:pt idx="574">
                  <c:v>2901.58</c:v>
                </c:pt>
                <c:pt idx="575">
                  <c:v>2901.58</c:v>
                </c:pt>
                <c:pt idx="576">
                  <c:v>2901.58</c:v>
                </c:pt>
                <c:pt idx="577">
                  <c:v>2901.58</c:v>
                </c:pt>
                <c:pt idx="578">
                  <c:v>2901.58</c:v>
                </c:pt>
                <c:pt idx="579">
                  <c:v>2901.58</c:v>
                </c:pt>
                <c:pt idx="580">
                  <c:v>2901.58</c:v>
                </c:pt>
                <c:pt idx="581">
                  <c:v>2901.58</c:v>
                </c:pt>
                <c:pt idx="582">
                  <c:v>2901.58</c:v>
                </c:pt>
                <c:pt idx="583">
                  <c:v>2901.58</c:v>
                </c:pt>
                <c:pt idx="584">
                  <c:v>2901.58</c:v>
                </c:pt>
                <c:pt idx="585">
                  <c:v>2901.58</c:v>
                </c:pt>
                <c:pt idx="586">
                  <c:v>2901.58</c:v>
                </c:pt>
                <c:pt idx="587">
                  <c:v>2901.58</c:v>
                </c:pt>
                <c:pt idx="588">
                  <c:v>2901.58</c:v>
                </c:pt>
                <c:pt idx="589">
                  <c:v>2901.58</c:v>
                </c:pt>
                <c:pt idx="590">
                  <c:v>2901.58</c:v>
                </c:pt>
                <c:pt idx="591">
                  <c:v>2901.58</c:v>
                </c:pt>
                <c:pt idx="592">
                  <c:v>2901.58</c:v>
                </c:pt>
                <c:pt idx="593">
                  <c:v>2901.58</c:v>
                </c:pt>
                <c:pt idx="594">
                  <c:v>2808.41</c:v>
                </c:pt>
                <c:pt idx="595">
                  <c:v>2808.41</c:v>
                </c:pt>
                <c:pt idx="596">
                  <c:v>2808.41</c:v>
                </c:pt>
                <c:pt idx="597">
                  <c:v>2808.41</c:v>
                </c:pt>
                <c:pt idx="598">
                  <c:v>2808.41</c:v>
                </c:pt>
                <c:pt idx="599">
                  <c:v>2808.41</c:v>
                </c:pt>
                <c:pt idx="600">
                  <c:v>2808.41</c:v>
                </c:pt>
                <c:pt idx="601">
                  <c:v>2808.41</c:v>
                </c:pt>
                <c:pt idx="602">
                  <c:v>2808.41</c:v>
                </c:pt>
                <c:pt idx="603">
                  <c:v>2808.41</c:v>
                </c:pt>
                <c:pt idx="604">
                  <c:v>2808.41</c:v>
                </c:pt>
                <c:pt idx="605">
                  <c:v>2808.41</c:v>
                </c:pt>
                <c:pt idx="606">
                  <c:v>2808.41</c:v>
                </c:pt>
                <c:pt idx="607">
                  <c:v>2808.41</c:v>
                </c:pt>
                <c:pt idx="608">
                  <c:v>2808.41</c:v>
                </c:pt>
                <c:pt idx="609">
                  <c:v>2808.41</c:v>
                </c:pt>
                <c:pt idx="610">
                  <c:v>2808.41</c:v>
                </c:pt>
                <c:pt idx="611">
                  <c:v>2808.41</c:v>
                </c:pt>
                <c:pt idx="612">
                  <c:v>2808.41</c:v>
                </c:pt>
                <c:pt idx="613">
                  <c:v>2808.41</c:v>
                </c:pt>
                <c:pt idx="614">
                  <c:v>2808.41</c:v>
                </c:pt>
                <c:pt idx="615">
                  <c:v>2808.41</c:v>
                </c:pt>
                <c:pt idx="616">
                  <c:v>2808.41</c:v>
                </c:pt>
                <c:pt idx="617">
                  <c:v>2808.41</c:v>
                </c:pt>
                <c:pt idx="618">
                  <c:v>2808.41</c:v>
                </c:pt>
                <c:pt idx="619">
                  <c:v>2808.41</c:v>
                </c:pt>
                <c:pt idx="620">
                  <c:v>2808.41</c:v>
                </c:pt>
                <c:pt idx="621">
                  <c:v>2808.41</c:v>
                </c:pt>
                <c:pt idx="622">
                  <c:v>2808.41</c:v>
                </c:pt>
                <c:pt idx="623">
                  <c:v>2808.41</c:v>
                </c:pt>
                <c:pt idx="624">
                  <c:v>2808.41</c:v>
                </c:pt>
                <c:pt idx="625">
                  <c:v>2808.41</c:v>
                </c:pt>
                <c:pt idx="626">
                  <c:v>2808.41</c:v>
                </c:pt>
                <c:pt idx="627">
                  <c:v>2808.41</c:v>
                </c:pt>
                <c:pt idx="628">
                  <c:v>2808.41</c:v>
                </c:pt>
                <c:pt idx="629">
                  <c:v>2808.41</c:v>
                </c:pt>
                <c:pt idx="630">
                  <c:v>2808.41</c:v>
                </c:pt>
                <c:pt idx="631">
                  <c:v>2808.41</c:v>
                </c:pt>
                <c:pt idx="632">
                  <c:v>2808.41</c:v>
                </c:pt>
                <c:pt idx="633">
                  <c:v>2808.41</c:v>
                </c:pt>
                <c:pt idx="634">
                  <c:v>2808.41</c:v>
                </c:pt>
                <c:pt idx="635">
                  <c:v>2808.41</c:v>
                </c:pt>
                <c:pt idx="636">
                  <c:v>2615.41</c:v>
                </c:pt>
                <c:pt idx="637">
                  <c:v>2615.41</c:v>
                </c:pt>
                <c:pt idx="638">
                  <c:v>2615.41</c:v>
                </c:pt>
                <c:pt idx="639">
                  <c:v>2615.41</c:v>
                </c:pt>
                <c:pt idx="640">
                  <c:v>2615.41</c:v>
                </c:pt>
                <c:pt idx="641">
                  <c:v>2615.41</c:v>
                </c:pt>
                <c:pt idx="642">
                  <c:v>2615.41</c:v>
                </c:pt>
                <c:pt idx="643">
                  <c:v>2615.41</c:v>
                </c:pt>
                <c:pt idx="644">
                  <c:v>2615.41</c:v>
                </c:pt>
                <c:pt idx="645">
                  <c:v>2615.41</c:v>
                </c:pt>
                <c:pt idx="646">
                  <c:v>2615.41</c:v>
                </c:pt>
                <c:pt idx="647">
                  <c:v>2615.41</c:v>
                </c:pt>
                <c:pt idx="648">
                  <c:v>2615.41</c:v>
                </c:pt>
                <c:pt idx="649">
                  <c:v>2615.41</c:v>
                </c:pt>
                <c:pt idx="650">
                  <c:v>2555.52</c:v>
                </c:pt>
                <c:pt idx="651">
                  <c:v>2555.52</c:v>
                </c:pt>
                <c:pt idx="652">
                  <c:v>2555.52</c:v>
                </c:pt>
                <c:pt idx="653">
                  <c:v>2555.52</c:v>
                </c:pt>
                <c:pt idx="654">
                  <c:v>2555.52</c:v>
                </c:pt>
                <c:pt idx="655">
                  <c:v>2555.52</c:v>
                </c:pt>
                <c:pt idx="656">
                  <c:v>2555.52</c:v>
                </c:pt>
                <c:pt idx="657">
                  <c:v>2592.12</c:v>
                </c:pt>
                <c:pt idx="658">
                  <c:v>2592.12</c:v>
                </c:pt>
                <c:pt idx="659">
                  <c:v>2592.12</c:v>
                </c:pt>
                <c:pt idx="660">
                  <c:v>2592.12</c:v>
                </c:pt>
                <c:pt idx="661">
                  <c:v>2592.12</c:v>
                </c:pt>
                <c:pt idx="662">
                  <c:v>2592.12</c:v>
                </c:pt>
                <c:pt idx="663">
                  <c:v>2592.12</c:v>
                </c:pt>
                <c:pt idx="664">
                  <c:v>2548.87</c:v>
                </c:pt>
                <c:pt idx="665">
                  <c:v>2548.87</c:v>
                </c:pt>
                <c:pt idx="666">
                  <c:v>2548.87</c:v>
                </c:pt>
                <c:pt idx="667">
                  <c:v>2548.87</c:v>
                </c:pt>
                <c:pt idx="668">
                  <c:v>2548.87</c:v>
                </c:pt>
                <c:pt idx="669">
                  <c:v>2548.87</c:v>
                </c:pt>
                <c:pt idx="670">
                  <c:v>2548.87</c:v>
                </c:pt>
                <c:pt idx="671">
                  <c:v>2548.87</c:v>
                </c:pt>
                <c:pt idx="672">
                  <c:v>2548.87</c:v>
                </c:pt>
                <c:pt idx="673">
                  <c:v>2548.87</c:v>
                </c:pt>
                <c:pt idx="674">
                  <c:v>2548.87</c:v>
                </c:pt>
                <c:pt idx="675">
                  <c:v>2548.87</c:v>
                </c:pt>
                <c:pt idx="676">
                  <c:v>2548.87</c:v>
                </c:pt>
                <c:pt idx="677">
                  <c:v>2548.87</c:v>
                </c:pt>
                <c:pt idx="678">
                  <c:v>2548.87</c:v>
                </c:pt>
                <c:pt idx="679">
                  <c:v>2548.87</c:v>
                </c:pt>
                <c:pt idx="680">
                  <c:v>2548.87</c:v>
                </c:pt>
                <c:pt idx="681">
                  <c:v>2548.87</c:v>
                </c:pt>
                <c:pt idx="682">
                  <c:v>2548.87</c:v>
                </c:pt>
                <c:pt idx="683">
                  <c:v>2548.87</c:v>
                </c:pt>
                <c:pt idx="684">
                  <c:v>2548.87</c:v>
                </c:pt>
                <c:pt idx="685">
                  <c:v>2548.87</c:v>
                </c:pt>
                <c:pt idx="686">
                  <c:v>2548.87</c:v>
                </c:pt>
                <c:pt idx="687">
                  <c:v>2548.87</c:v>
                </c:pt>
                <c:pt idx="688">
                  <c:v>2548.87</c:v>
                </c:pt>
                <c:pt idx="689">
                  <c:v>2548.87</c:v>
                </c:pt>
                <c:pt idx="690">
                  <c:v>2548.87</c:v>
                </c:pt>
                <c:pt idx="691">
                  <c:v>2548.87</c:v>
                </c:pt>
                <c:pt idx="692">
                  <c:v>2535.56</c:v>
                </c:pt>
                <c:pt idx="693">
                  <c:v>2535.56</c:v>
                </c:pt>
                <c:pt idx="694">
                  <c:v>2535.56</c:v>
                </c:pt>
                <c:pt idx="695">
                  <c:v>2535.56</c:v>
                </c:pt>
                <c:pt idx="696">
                  <c:v>2535.56</c:v>
                </c:pt>
                <c:pt idx="697">
                  <c:v>2535.56</c:v>
                </c:pt>
                <c:pt idx="698">
                  <c:v>2535.56</c:v>
                </c:pt>
                <c:pt idx="699">
                  <c:v>2535.56</c:v>
                </c:pt>
                <c:pt idx="700">
                  <c:v>2535.56</c:v>
                </c:pt>
                <c:pt idx="701">
                  <c:v>2535.56</c:v>
                </c:pt>
                <c:pt idx="702">
                  <c:v>2535.56</c:v>
                </c:pt>
                <c:pt idx="703">
                  <c:v>2535.56</c:v>
                </c:pt>
                <c:pt idx="704">
                  <c:v>2535.56</c:v>
                </c:pt>
                <c:pt idx="705">
                  <c:v>2535.56</c:v>
                </c:pt>
                <c:pt idx="706">
                  <c:v>2535.56</c:v>
                </c:pt>
                <c:pt idx="707">
                  <c:v>2535.56</c:v>
                </c:pt>
                <c:pt idx="708">
                  <c:v>2445.71</c:v>
                </c:pt>
                <c:pt idx="709">
                  <c:v>2445.71</c:v>
                </c:pt>
                <c:pt idx="710">
                  <c:v>2445.71</c:v>
                </c:pt>
                <c:pt idx="711">
                  <c:v>2445.71</c:v>
                </c:pt>
                <c:pt idx="712">
                  <c:v>2445.71</c:v>
                </c:pt>
                <c:pt idx="713">
                  <c:v>2445.71</c:v>
                </c:pt>
                <c:pt idx="714">
                  <c:v>2445.71</c:v>
                </c:pt>
                <c:pt idx="715">
                  <c:v>2445.71</c:v>
                </c:pt>
                <c:pt idx="716">
                  <c:v>2445.71</c:v>
                </c:pt>
                <c:pt idx="717">
                  <c:v>2445.71</c:v>
                </c:pt>
                <c:pt idx="718">
                  <c:v>2445.71</c:v>
                </c:pt>
                <c:pt idx="719">
                  <c:v>2445.71</c:v>
                </c:pt>
                <c:pt idx="720">
                  <c:v>2445.71</c:v>
                </c:pt>
                <c:pt idx="721">
                  <c:v>2445.71</c:v>
                </c:pt>
                <c:pt idx="722">
                  <c:v>2445.71</c:v>
                </c:pt>
                <c:pt idx="723">
                  <c:v>2445.71</c:v>
                </c:pt>
                <c:pt idx="724">
                  <c:v>2445.71</c:v>
                </c:pt>
                <c:pt idx="725">
                  <c:v>2445.71</c:v>
                </c:pt>
                <c:pt idx="726">
                  <c:v>2445.71</c:v>
                </c:pt>
                <c:pt idx="727">
                  <c:v>2445.71</c:v>
                </c:pt>
                <c:pt idx="728">
                  <c:v>2445.71</c:v>
                </c:pt>
                <c:pt idx="729">
                  <c:v>2445.71</c:v>
                </c:pt>
                <c:pt idx="730">
                  <c:v>2445.71</c:v>
                </c:pt>
                <c:pt idx="731">
                  <c:v>2445.71</c:v>
                </c:pt>
                <c:pt idx="732">
                  <c:v>2445.71</c:v>
                </c:pt>
                <c:pt idx="733">
                  <c:v>2445.71</c:v>
                </c:pt>
                <c:pt idx="734">
                  <c:v>2445.71</c:v>
                </c:pt>
                <c:pt idx="735">
                  <c:v>2445.71</c:v>
                </c:pt>
                <c:pt idx="736">
                  <c:v>2445.71</c:v>
                </c:pt>
                <c:pt idx="737">
                  <c:v>2445.71</c:v>
                </c:pt>
                <c:pt idx="738">
                  <c:v>2445.71</c:v>
                </c:pt>
                <c:pt idx="739">
                  <c:v>2445.71</c:v>
                </c:pt>
                <c:pt idx="740">
                  <c:v>2445.71</c:v>
                </c:pt>
                <c:pt idx="741">
                  <c:v>2445.71</c:v>
                </c:pt>
                <c:pt idx="742">
                  <c:v>2445.71</c:v>
                </c:pt>
                <c:pt idx="743">
                  <c:v>2445.71</c:v>
                </c:pt>
                <c:pt idx="744">
                  <c:v>2345.89</c:v>
                </c:pt>
                <c:pt idx="745">
                  <c:v>2345.89</c:v>
                </c:pt>
                <c:pt idx="746">
                  <c:v>2345.89</c:v>
                </c:pt>
                <c:pt idx="747">
                  <c:v>2345.89</c:v>
                </c:pt>
                <c:pt idx="748">
                  <c:v>2345.89</c:v>
                </c:pt>
                <c:pt idx="749">
                  <c:v>2345.89</c:v>
                </c:pt>
                <c:pt idx="750">
                  <c:v>2345.89</c:v>
                </c:pt>
                <c:pt idx="751">
                  <c:v>2345.89</c:v>
                </c:pt>
                <c:pt idx="752">
                  <c:v>2345.89</c:v>
                </c:pt>
                <c:pt idx="753">
                  <c:v>2345.89</c:v>
                </c:pt>
                <c:pt idx="754">
                  <c:v>2345.89</c:v>
                </c:pt>
                <c:pt idx="755">
                  <c:v>2339.23</c:v>
                </c:pt>
                <c:pt idx="756">
                  <c:v>2339.23</c:v>
                </c:pt>
                <c:pt idx="757">
                  <c:v>2339.23</c:v>
                </c:pt>
                <c:pt idx="758">
                  <c:v>2339.23</c:v>
                </c:pt>
                <c:pt idx="759">
                  <c:v>2339.23</c:v>
                </c:pt>
                <c:pt idx="760">
                  <c:v>2339.23</c:v>
                </c:pt>
                <c:pt idx="761">
                  <c:v>2339.23</c:v>
                </c:pt>
                <c:pt idx="762">
                  <c:v>2339.23</c:v>
                </c:pt>
                <c:pt idx="763">
                  <c:v>2339.23</c:v>
                </c:pt>
                <c:pt idx="764">
                  <c:v>2339.23</c:v>
                </c:pt>
                <c:pt idx="765">
                  <c:v>2339.23</c:v>
                </c:pt>
                <c:pt idx="766">
                  <c:v>2339.23</c:v>
                </c:pt>
                <c:pt idx="767">
                  <c:v>2339.23</c:v>
                </c:pt>
                <c:pt idx="768">
                  <c:v>2339.23</c:v>
                </c:pt>
                <c:pt idx="769">
                  <c:v>2339.23</c:v>
                </c:pt>
                <c:pt idx="770">
                  <c:v>2339.23</c:v>
                </c:pt>
                <c:pt idx="771">
                  <c:v>2339.23</c:v>
                </c:pt>
                <c:pt idx="772">
                  <c:v>2339.23</c:v>
                </c:pt>
                <c:pt idx="773">
                  <c:v>2339.23</c:v>
                </c:pt>
                <c:pt idx="774">
                  <c:v>2339.23</c:v>
                </c:pt>
                <c:pt idx="775">
                  <c:v>2339.23</c:v>
                </c:pt>
                <c:pt idx="776">
                  <c:v>2262.6999999999998</c:v>
                </c:pt>
                <c:pt idx="777">
                  <c:v>2262.6999999999998</c:v>
                </c:pt>
                <c:pt idx="778">
                  <c:v>2262.6999999999998</c:v>
                </c:pt>
                <c:pt idx="779">
                  <c:v>2262.6999999999998</c:v>
                </c:pt>
                <c:pt idx="780">
                  <c:v>2262.6999999999998</c:v>
                </c:pt>
                <c:pt idx="781">
                  <c:v>2262.6999999999998</c:v>
                </c:pt>
                <c:pt idx="782">
                  <c:v>2262.6999999999998</c:v>
                </c:pt>
                <c:pt idx="783">
                  <c:v>2262.6999999999998</c:v>
                </c:pt>
                <c:pt idx="784">
                  <c:v>2262.6999999999998</c:v>
                </c:pt>
                <c:pt idx="785">
                  <c:v>2262.6999999999998</c:v>
                </c:pt>
                <c:pt idx="786">
                  <c:v>2262.6999999999998</c:v>
                </c:pt>
                <c:pt idx="787">
                  <c:v>2262.6999999999998</c:v>
                </c:pt>
                <c:pt idx="788">
                  <c:v>2262.6999999999998</c:v>
                </c:pt>
                <c:pt idx="789">
                  <c:v>2262.6999999999998</c:v>
                </c:pt>
                <c:pt idx="790">
                  <c:v>2262.6999999999998</c:v>
                </c:pt>
                <c:pt idx="791">
                  <c:v>2262.6999999999998</c:v>
                </c:pt>
                <c:pt idx="792">
                  <c:v>2262.6999999999998</c:v>
                </c:pt>
                <c:pt idx="793">
                  <c:v>2262.6999999999998</c:v>
                </c:pt>
                <c:pt idx="794">
                  <c:v>2262.6999999999998</c:v>
                </c:pt>
                <c:pt idx="795">
                  <c:v>2262.6999999999998</c:v>
                </c:pt>
                <c:pt idx="796">
                  <c:v>2262.6999999999998</c:v>
                </c:pt>
                <c:pt idx="797">
                  <c:v>2262.6999999999998</c:v>
                </c:pt>
                <c:pt idx="798">
                  <c:v>2262.6999999999998</c:v>
                </c:pt>
                <c:pt idx="799">
                  <c:v>2262.6999999999998</c:v>
                </c:pt>
                <c:pt idx="800">
                  <c:v>2262.6999999999998</c:v>
                </c:pt>
                <c:pt idx="801">
                  <c:v>2262.6999999999998</c:v>
                </c:pt>
                <c:pt idx="802">
                  <c:v>2262.6999999999998</c:v>
                </c:pt>
                <c:pt idx="803">
                  <c:v>2262.6999999999998</c:v>
                </c:pt>
                <c:pt idx="804">
                  <c:v>2176.1799999999998</c:v>
                </c:pt>
                <c:pt idx="805">
                  <c:v>2176.1799999999998</c:v>
                </c:pt>
                <c:pt idx="806">
                  <c:v>2176.1799999999998</c:v>
                </c:pt>
                <c:pt idx="807">
                  <c:v>2176.1799999999998</c:v>
                </c:pt>
                <c:pt idx="808">
                  <c:v>2176.1799999999998</c:v>
                </c:pt>
                <c:pt idx="809">
                  <c:v>2176.1799999999998</c:v>
                </c:pt>
                <c:pt idx="810">
                  <c:v>2176.1799999999998</c:v>
                </c:pt>
                <c:pt idx="811">
                  <c:v>2176.1799999999998</c:v>
                </c:pt>
                <c:pt idx="812">
                  <c:v>2176.1799999999998</c:v>
                </c:pt>
                <c:pt idx="813">
                  <c:v>2176.1799999999998</c:v>
                </c:pt>
                <c:pt idx="814">
                  <c:v>2176.1799999999998</c:v>
                </c:pt>
                <c:pt idx="815">
                  <c:v>2176.1799999999998</c:v>
                </c:pt>
                <c:pt idx="816">
                  <c:v>2176.1799999999998</c:v>
                </c:pt>
                <c:pt idx="817">
                  <c:v>2176.1799999999998</c:v>
                </c:pt>
                <c:pt idx="818">
                  <c:v>2176.1799999999998</c:v>
                </c:pt>
                <c:pt idx="819">
                  <c:v>2176.1799999999998</c:v>
                </c:pt>
                <c:pt idx="820">
                  <c:v>2176.1799999999998</c:v>
                </c:pt>
                <c:pt idx="821">
                  <c:v>2176.1799999999998</c:v>
                </c:pt>
                <c:pt idx="822">
                  <c:v>2176.1799999999998</c:v>
                </c:pt>
                <c:pt idx="823">
                  <c:v>2176.1799999999998</c:v>
                </c:pt>
                <c:pt idx="824">
                  <c:v>2176.1799999999998</c:v>
                </c:pt>
                <c:pt idx="825">
                  <c:v>2176.1799999999998</c:v>
                </c:pt>
                <c:pt idx="826">
                  <c:v>2176.1799999999998</c:v>
                </c:pt>
                <c:pt idx="827">
                  <c:v>2176.1799999999998</c:v>
                </c:pt>
                <c:pt idx="828">
                  <c:v>2176.1799999999998</c:v>
                </c:pt>
                <c:pt idx="829">
                  <c:v>2176.1799999999998</c:v>
                </c:pt>
                <c:pt idx="830">
                  <c:v>2176.1799999999998</c:v>
                </c:pt>
                <c:pt idx="831">
                  <c:v>2176.1799999999998</c:v>
                </c:pt>
                <c:pt idx="832">
                  <c:v>2176.1799999999998</c:v>
                </c:pt>
                <c:pt idx="833">
                  <c:v>2176.1799999999998</c:v>
                </c:pt>
                <c:pt idx="834">
                  <c:v>2176.1799999999998</c:v>
                </c:pt>
                <c:pt idx="835">
                  <c:v>2176.1799999999998</c:v>
                </c:pt>
                <c:pt idx="836">
                  <c:v>2176.1799999999998</c:v>
                </c:pt>
                <c:pt idx="837">
                  <c:v>2176.1799999999998</c:v>
                </c:pt>
                <c:pt idx="838">
                  <c:v>2176.1799999999998</c:v>
                </c:pt>
                <c:pt idx="839">
                  <c:v>2176.1799999999998</c:v>
                </c:pt>
                <c:pt idx="840">
                  <c:v>2176.1799999999998</c:v>
                </c:pt>
                <c:pt idx="841">
                  <c:v>2176.1799999999998</c:v>
                </c:pt>
                <c:pt idx="842">
                  <c:v>2176.1799999999998</c:v>
                </c:pt>
                <c:pt idx="843">
                  <c:v>2176.1799999999998</c:v>
                </c:pt>
                <c:pt idx="844">
                  <c:v>2176.1799999999998</c:v>
                </c:pt>
                <c:pt idx="845">
                  <c:v>2176.1799999999998</c:v>
                </c:pt>
                <c:pt idx="846">
                  <c:v>2079.69</c:v>
                </c:pt>
                <c:pt idx="847">
                  <c:v>2079.69</c:v>
                </c:pt>
                <c:pt idx="848">
                  <c:v>2079.69</c:v>
                </c:pt>
                <c:pt idx="849">
                  <c:v>2079.69</c:v>
                </c:pt>
                <c:pt idx="850">
                  <c:v>2079.69</c:v>
                </c:pt>
                <c:pt idx="851">
                  <c:v>2079.69</c:v>
                </c:pt>
                <c:pt idx="852">
                  <c:v>2079.69</c:v>
                </c:pt>
                <c:pt idx="853">
                  <c:v>2079.69</c:v>
                </c:pt>
                <c:pt idx="854">
                  <c:v>2079.69</c:v>
                </c:pt>
                <c:pt idx="855">
                  <c:v>2079.69</c:v>
                </c:pt>
                <c:pt idx="856">
                  <c:v>2079.69</c:v>
                </c:pt>
                <c:pt idx="857">
                  <c:v>2079.69</c:v>
                </c:pt>
                <c:pt idx="858">
                  <c:v>2079.69</c:v>
                </c:pt>
                <c:pt idx="859">
                  <c:v>2079.69</c:v>
                </c:pt>
                <c:pt idx="860">
                  <c:v>2079.69</c:v>
                </c:pt>
                <c:pt idx="861">
                  <c:v>2079.69</c:v>
                </c:pt>
                <c:pt idx="862">
                  <c:v>2079.69</c:v>
                </c:pt>
                <c:pt idx="863">
                  <c:v>2079.69</c:v>
                </c:pt>
                <c:pt idx="864">
                  <c:v>2079.69</c:v>
                </c:pt>
                <c:pt idx="865">
                  <c:v>2079.69</c:v>
                </c:pt>
                <c:pt idx="866">
                  <c:v>2079.69</c:v>
                </c:pt>
                <c:pt idx="867">
                  <c:v>2079.69</c:v>
                </c:pt>
                <c:pt idx="868">
                  <c:v>2079.69</c:v>
                </c:pt>
                <c:pt idx="869">
                  <c:v>2079.69</c:v>
                </c:pt>
                <c:pt idx="870">
                  <c:v>2079.69</c:v>
                </c:pt>
                <c:pt idx="871">
                  <c:v>2079.69</c:v>
                </c:pt>
                <c:pt idx="872">
                  <c:v>2079.69</c:v>
                </c:pt>
                <c:pt idx="873">
                  <c:v>2079.69</c:v>
                </c:pt>
                <c:pt idx="874">
                  <c:v>2079.69</c:v>
                </c:pt>
                <c:pt idx="875">
                  <c:v>2079.69</c:v>
                </c:pt>
                <c:pt idx="876">
                  <c:v>2079.69</c:v>
                </c:pt>
                <c:pt idx="877">
                  <c:v>2079.69</c:v>
                </c:pt>
                <c:pt idx="878">
                  <c:v>2079.69</c:v>
                </c:pt>
                <c:pt idx="879">
                  <c:v>2079.69</c:v>
                </c:pt>
                <c:pt idx="880">
                  <c:v>2079.69</c:v>
                </c:pt>
                <c:pt idx="881">
                  <c:v>2013.14</c:v>
                </c:pt>
                <c:pt idx="882">
                  <c:v>2013.14</c:v>
                </c:pt>
                <c:pt idx="883">
                  <c:v>2013.14</c:v>
                </c:pt>
                <c:pt idx="884">
                  <c:v>2013.14</c:v>
                </c:pt>
                <c:pt idx="885">
                  <c:v>2013.14</c:v>
                </c:pt>
                <c:pt idx="886">
                  <c:v>2013.14</c:v>
                </c:pt>
                <c:pt idx="887">
                  <c:v>2013.14</c:v>
                </c:pt>
                <c:pt idx="888">
                  <c:v>1946.59</c:v>
                </c:pt>
                <c:pt idx="889">
                  <c:v>1946.59</c:v>
                </c:pt>
                <c:pt idx="890">
                  <c:v>1946.59</c:v>
                </c:pt>
                <c:pt idx="891">
                  <c:v>1946.59</c:v>
                </c:pt>
                <c:pt idx="892">
                  <c:v>1946.59</c:v>
                </c:pt>
                <c:pt idx="893">
                  <c:v>1946.59</c:v>
                </c:pt>
                <c:pt idx="894">
                  <c:v>1946.59</c:v>
                </c:pt>
                <c:pt idx="895">
                  <c:v>1896.68</c:v>
                </c:pt>
                <c:pt idx="896">
                  <c:v>1896.68</c:v>
                </c:pt>
                <c:pt idx="897">
                  <c:v>1896.68</c:v>
                </c:pt>
                <c:pt idx="898">
                  <c:v>1896.68</c:v>
                </c:pt>
                <c:pt idx="899">
                  <c:v>1896.68</c:v>
                </c:pt>
                <c:pt idx="900">
                  <c:v>1896.68</c:v>
                </c:pt>
                <c:pt idx="901">
                  <c:v>1896.68</c:v>
                </c:pt>
                <c:pt idx="902">
                  <c:v>1880.04</c:v>
                </c:pt>
                <c:pt idx="903">
                  <c:v>1880.04</c:v>
                </c:pt>
                <c:pt idx="904">
                  <c:v>1880.04</c:v>
                </c:pt>
                <c:pt idx="905">
                  <c:v>1880.04</c:v>
                </c:pt>
                <c:pt idx="906">
                  <c:v>1880.04</c:v>
                </c:pt>
                <c:pt idx="907">
                  <c:v>1880.04</c:v>
                </c:pt>
                <c:pt idx="908">
                  <c:v>1880.04</c:v>
                </c:pt>
                <c:pt idx="909">
                  <c:v>1880.04</c:v>
                </c:pt>
                <c:pt idx="910">
                  <c:v>1880.04</c:v>
                </c:pt>
                <c:pt idx="911">
                  <c:v>1880.04</c:v>
                </c:pt>
                <c:pt idx="912">
                  <c:v>1880.04</c:v>
                </c:pt>
                <c:pt idx="913">
                  <c:v>1880.04</c:v>
                </c:pt>
                <c:pt idx="914">
                  <c:v>1880.04</c:v>
                </c:pt>
                <c:pt idx="915">
                  <c:v>1880.04</c:v>
                </c:pt>
                <c:pt idx="916">
                  <c:v>1880.04</c:v>
                </c:pt>
                <c:pt idx="917">
                  <c:v>1880.04</c:v>
                </c:pt>
                <c:pt idx="918">
                  <c:v>1880.04</c:v>
                </c:pt>
                <c:pt idx="919">
                  <c:v>1880.04</c:v>
                </c:pt>
                <c:pt idx="920">
                  <c:v>1880.04</c:v>
                </c:pt>
                <c:pt idx="921">
                  <c:v>1880.04</c:v>
                </c:pt>
                <c:pt idx="922">
                  <c:v>1880.04</c:v>
                </c:pt>
                <c:pt idx="923">
                  <c:v>1880.04</c:v>
                </c:pt>
                <c:pt idx="924">
                  <c:v>1880.04</c:v>
                </c:pt>
                <c:pt idx="925">
                  <c:v>1880.04</c:v>
                </c:pt>
                <c:pt idx="926">
                  <c:v>1880.04</c:v>
                </c:pt>
                <c:pt idx="927">
                  <c:v>1880.04</c:v>
                </c:pt>
                <c:pt idx="928">
                  <c:v>1880.04</c:v>
                </c:pt>
                <c:pt idx="929">
                  <c:v>1880.04</c:v>
                </c:pt>
                <c:pt idx="930">
                  <c:v>1796.85</c:v>
                </c:pt>
                <c:pt idx="931">
                  <c:v>1796.85</c:v>
                </c:pt>
                <c:pt idx="932">
                  <c:v>1796.85</c:v>
                </c:pt>
                <c:pt idx="933">
                  <c:v>1796.85</c:v>
                </c:pt>
                <c:pt idx="934">
                  <c:v>1796.85</c:v>
                </c:pt>
                <c:pt idx="935">
                  <c:v>1796.85</c:v>
                </c:pt>
                <c:pt idx="936">
                  <c:v>1796.85</c:v>
                </c:pt>
                <c:pt idx="937">
                  <c:v>1796.85</c:v>
                </c:pt>
                <c:pt idx="938">
                  <c:v>1796.85</c:v>
                </c:pt>
                <c:pt idx="939">
                  <c:v>1796.85</c:v>
                </c:pt>
                <c:pt idx="940">
                  <c:v>1796.85</c:v>
                </c:pt>
                <c:pt idx="941">
                  <c:v>1796.85</c:v>
                </c:pt>
                <c:pt idx="942">
                  <c:v>1796.85</c:v>
                </c:pt>
                <c:pt idx="943">
                  <c:v>1796.85</c:v>
                </c:pt>
                <c:pt idx="944">
                  <c:v>1796.85</c:v>
                </c:pt>
                <c:pt idx="945">
                  <c:v>1796.85</c:v>
                </c:pt>
                <c:pt idx="946">
                  <c:v>1796.85</c:v>
                </c:pt>
                <c:pt idx="947">
                  <c:v>1796.85</c:v>
                </c:pt>
                <c:pt idx="948">
                  <c:v>1796.85</c:v>
                </c:pt>
                <c:pt idx="949">
                  <c:v>1796.85</c:v>
                </c:pt>
                <c:pt idx="950">
                  <c:v>1796.85</c:v>
                </c:pt>
                <c:pt idx="951">
                  <c:v>1796.85</c:v>
                </c:pt>
                <c:pt idx="952">
                  <c:v>1796.85</c:v>
                </c:pt>
                <c:pt idx="953">
                  <c:v>1796.85</c:v>
                </c:pt>
                <c:pt idx="954">
                  <c:v>1796.85</c:v>
                </c:pt>
                <c:pt idx="955">
                  <c:v>1796.85</c:v>
                </c:pt>
                <c:pt idx="956">
                  <c:v>1796.85</c:v>
                </c:pt>
                <c:pt idx="957">
                  <c:v>1796.85</c:v>
                </c:pt>
                <c:pt idx="958">
                  <c:v>1803.51</c:v>
                </c:pt>
                <c:pt idx="959">
                  <c:v>1803.51</c:v>
                </c:pt>
                <c:pt idx="960">
                  <c:v>1803.51</c:v>
                </c:pt>
                <c:pt idx="961">
                  <c:v>1803.51</c:v>
                </c:pt>
                <c:pt idx="962">
                  <c:v>1803.51</c:v>
                </c:pt>
                <c:pt idx="963">
                  <c:v>1803.51</c:v>
                </c:pt>
                <c:pt idx="964">
                  <c:v>1803.51</c:v>
                </c:pt>
                <c:pt idx="965">
                  <c:v>1863.4</c:v>
                </c:pt>
                <c:pt idx="966">
                  <c:v>1863.4</c:v>
                </c:pt>
                <c:pt idx="967">
                  <c:v>1863.4</c:v>
                </c:pt>
                <c:pt idx="968">
                  <c:v>1863.4</c:v>
                </c:pt>
                <c:pt idx="969">
                  <c:v>1863.4</c:v>
                </c:pt>
                <c:pt idx="970">
                  <c:v>1863.4</c:v>
                </c:pt>
                <c:pt idx="971">
                  <c:v>1863.4</c:v>
                </c:pt>
                <c:pt idx="972">
                  <c:v>1863.4</c:v>
                </c:pt>
                <c:pt idx="973">
                  <c:v>1863.4</c:v>
                </c:pt>
                <c:pt idx="974">
                  <c:v>1863.4</c:v>
                </c:pt>
                <c:pt idx="975">
                  <c:v>1863.4</c:v>
                </c:pt>
                <c:pt idx="976">
                  <c:v>1863.4</c:v>
                </c:pt>
                <c:pt idx="977">
                  <c:v>1863.4</c:v>
                </c:pt>
                <c:pt idx="978">
                  <c:v>1863.4</c:v>
                </c:pt>
                <c:pt idx="979">
                  <c:v>1863.4</c:v>
                </c:pt>
                <c:pt idx="980">
                  <c:v>1863.4</c:v>
                </c:pt>
                <c:pt idx="981">
                  <c:v>1863.4</c:v>
                </c:pt>
                <c:pt idx="982">
                  <c:v>1890.02</c:v>
                </c:pt>
                <c:pt idx="983">
                  <c:v>1890.02</c:v>
                </c:pt>
                <c:pt idx="984">
                  <c:v>1890.02</c:v>
                </c:pt>
                <c:pt idx="985">
                  <c:v>1890.02</c:v>
                </c:pt>
                <c:pt idx="986">
                  <c:v>1979.86</c:v>
                </c:pt>
                <c:pt idx="987">
                  <c:v>1979.86</c:v>
                </c:pt>
                <c:pt idx="988">
                  <c:v>1979.86</c:v>
                </c:pt>
                <c:pt idx="989">
                  <c:v>1979.86</c:v>
                </c:pt>
                <c:pt idx="990">
                  <c:v>1979.86</c:v>
                </c:pt>
                <c:pt idx="991">
                  <c:v>1979.86</c:v>
                </c:pt>
                <c:pt idx="992">
                  <c:v>1979.86</c:v>
                </c:pt>
                <c:pt idx="993">
                  <c:v>1996.5</c:v>
                </c:pt>
                <c:pt idx="994">
                  <c:v>1996.5</c:v>
                </c:pt>
                <c:pt idx="995">
                  <c:v>1996.5</c:v>
                </c:pt>
                <c:pt idx="996">
                  <c:v>1996.5</c:v>
                </c:pt>
                <c:pt idx="997">
                  <c:v>1996.5</c:v>
                </c:pt>
                <c:pt idx="998">
                  <c:v>1996.5</c:v>
                </c:pt>
                <c:pt idx="999">
                  <c:v>1996.5</c:v>
                </c:pt>
                <c:pt idx="1000">
                  <c:v>1996.5</c:v>
                </c:pt>
                <c:pt idx="1001">
                  <c:v>1996.5</c:v>
                </c:pt>
                <c:pt idx="1002">
                  <c:v>1996.5</c:v>
                </c:pt>
                <c:pt idx="1003">
                  <c:v>1996.5</c:v>
                </c:pt>
                <c:pt idx="1004">
                  <c:v>1996.5</c:v>
                </c:pt>
                <c:pt idx="1005">
                  <c:v>1996.5</c:v>
                </c:pt>
                <c:pt idx="1006">
                  <c:v>1996.5</c:v>
                </c:pt>
                <c:pt idx="1007">
                  <c:v>2059.7199999999998</c:v>
                </c:pt>
                <c:pt idx="1008">
                  <c:v>2059.7199999999998</c:v>
                </c:pt>
                <c:pt idx="1009">
                  <c:v>2059.7199999999998</c:v>
                </c:pt>
                <c:pt idx="1010">
                  <c:v>2059.7199999999998</c:v>
                </c:pt>
                <c:pt idx="1011">
                  <c:v>2059.7199999999998</c:v>
                </c:pt>
                <c:pt idx="1012">
                  <c:v>2059.7199999999998</c:v>
                </c:pt>
                <c:pt idx="1013">
                  <c:v>2059.7199999999998</c:v>
                </c:pt>
                <c:pt idx="1014">
                  <c:v>2063.0500000000002</c:v>
                </c:pt>
                <c:pt idx="1015">
                  <c:v>2063.0500000000002</c:v>
                </c:pt>
                <c:pt idx="1016">
                  <c:v>2063.0500000000002</c:v>
                </c:pt>
                <c:pt idx="1017">
                  <c:v>2063.0500000000002</c:v>
                </c:pt>
                <c:pt idx="1018">
                  <c:v>2063.0500000000002</c:v>
                </c:pt>
                <c:pt idx="1019">
                  <c:v>2063.0500000000002</c:v>
                </c:pt>
                <c:pt idx="1020">
                  <c:v>2063.0500000000002</c:v>
                </c:pt>
                <c:pt idx="1021">
                  <c:v>2079.69</c:v>
                </c:pt>
                <c:pt idx="1022">
                  <c:v>2079.69</c:v>
                </c:pt>
                <c:pt idx="1023">
                  <c:v>2079.69</c:v>
                </c:pt>
                <c:pt idx="1024">
                  <c:v>2079.69</c:v>
                </c:pt>
                <c:pt idx="1025">
                  <c:v>2079.69</c:v>
                </c:pt>
                <c:pt idx="1026">
                  <c:v>2079.69</c:v>
                </c:pt>
                <c:pt idx="1027">
                  <c:v>2079.69</c:v>
                </c:pt>
                <c:pt idx="1028">
                  <c:v>2079.69</c:v>
                </c:pt>
                <c:pt idx="1029">
                  <c:v>2079.69</c:v>
                </c:pt>
                <c:pt idx="1030">
                  <c:v>2079.69</c:v>
                </c:pt>
                <c:pt idx="1031">
                  <c:v>2079.69</c:v>
                </c:pt>
                <c:pt idx="1032">
                  <c:v>2079.69</c:v>
                </c:pt>
                <c:pt idx="1033">
                  <c:v>2079.69</c:v>
                </c:pt>
                <c:pt idx="1034">
                  <c:v>2079.69</c:v>
                </c:pt>
                <c:pt idx="1035">
                  <c:v>2079.69</c:v>
                </c:pt>
                <c:pt idx="1036">
                  <c:v>2079.69</c:v>
                </c:pt>
                <c:pt idx="1037">
                  <c:v>2079.69</c:v>
                </c:pt>
                <c:pt idx="1038">
                  <c:v>2079.69</c:v>
                </c:pt>
                <c:pt idx="1039">
                  <c:v>2079.69</c:v>
                </c:pt>
                <c:pt idx="1040">
                  <c:v>2079.69</c:v>
                </c:pt>
                <c:pt idx="1041">
                  <c:v>2079.69</c:v>
                </c:pt>
                <c:pt idx="1042">
                  <c:v>2036.43</c:v>
                </c:pt>
                <c:pt idx="1043">
                  <c:v>2036.43</c:v>
                </c:pt>
                <c:pt idx="1044">
                  <c:v>2036.43</c:v>
                </c:pt>
                <c:pt idx="1045">
                  <c:v>2036.43</c:v>
                </c:pt>
                <c:pt idx="1046">
                  <c:v>2036.43</c:v>
                </c:pt>
                <c:pt idx="1047">
                  <c:v>2036.43</c:v>
                </c:pt>
                <c:pt idx="1048">
                  <c:v>2036.43</c:v>
                </c:pt>
                <c:pt idx="1049">
                  <c:v>2063.0500000000002</c:v>
                </c:pt>
                <c:pt idx="1050">
                  <c:v>2063.0500000000002</c:v>
                </c:pt>
                <c:pt idx="1051">
                  <c:v>2063.0500000000002</c:v>
                </c:pt>
                <c:pt idx="1052">
                  <c:v>2063.0500000000002</c:v>
                </c:pt>
                <c:pt idx="1053">
                  <c:v>2063.0500000000002</c:v>
                </c:pt>
                <c:pt idx="1054">
                  <c:v>2063.0500000000002</c:v>
                </c:pt>
                <c:pt idx="1055">
                  <c:v>2063.0500000000002</c:v>
                </c:pt>
                <c:pt idx="1056">
                  <c:v>2063.0500000000002</c:v>
                </c:pt>
                <c:pt idx="1057">
                  <c:v>2063.0500000000002</c:v>
                </c:pt>
                <c:pt idx="1058">
                  <c:v>2063.0500000000002</c:v>
                </c:pt>
                <c:pt idx="1059">
                  <c:v>2063.0500000000002</c:v>
                </c:pt>
                <c:pt idx="1060">
                  <c:v>2063.0500000000002</c:v>
                </c:pt>
                <c:pt idx="1061">
                  <c:v>2063.0500000000002</c:v>
                </c:pt>
                <c:pt idx="1062">
                  <c:v>2063.0500000000002</c:v>
                </c:pt>
                <c:pt idx="1063">
                  <c:v>2063.0500000000002</c:v>
                </c:pt>
                <c:pt idx="1064">
                  <c:v>2063.0500000000002</c:v>
                </c:pt>
                <c:pt idx="1065">
                  <c:v>2063.0500000000002</c:v>
                </c:pt>
                <c:pt idx="1066">
                  <c:v>2063.0500000000002</c:v>
                </c:pt>
                <c:pt idx="1067">
                  <c:v>2063.0500000000002</c:v>
                </c:pt>
                <c:pt idx="1068">
                  <c:v>2063.0500000000002</c:v>
                </c:pt>
                <c:pt idx="1069">
                  <c:v>2063.0500000000002</c:v>
                </c:pt>
                <c:pt idx="1070">
                  <c:v>2063.0500000000002</c:v>
                </c:pt>
                <c:pt idx="1071">
                  <c:v>2063.0500000000002</c:v>
                </c:pt>
                <c:pt idx="1072">
                  <c:v>2063.0500000000002</c:v>
                </c:pt>
                <c:pt idx="1073">
                  <c:v>2063.0500000000002</c:v>
                </c:pt>
                <c:pt idx="1074">
                  <c:v>2063.0500000000002</c:v>
                </c:pt>
                <c:pt idx="1075">
                  <c:v>2063.0500000000002</c:v>
                </c:pt>
                <c:pt idx="1076">
                  <c:v>2063.0500000000002</c:v>
                </c:pt>
                <c:pt idx="1077">
                  <c:v>2063.0500000000002</c:v>
                </c:pt>
                <c:pt idx="1078">
                  <c:v>2063.0500000000002</c:v>
                </c:pt>
                <c:pt idx="1079">
                  <c:v>2063.0500000000002</c:v>
                </c:pt>
                <c:pt idx="1080">
                  <c:v>2063.0500000000002</c:v>
                </c:pt>
                <c:pt idx="1081">
                  <c:v>2063.0500000000002</c:v>
                </c:pt>
                <c:pt idx="1082">
                  <c:v>2063.0500000000002</c:v>
                </c:pt>
                <c:pt idx="1083">
                  <c:v>2063.0500000000002</c:v>
                </c:pt>
                <c:pt idx="1084">
                  <c:v>2063.0500000000002</c:v>
                </c:pt>
                <c:pt idx="1085">
                  <c:v>2063.0500000000002</c:v>
                </c:pt>
                <c:pt idx="1086">
                  <c:v>2063.0500000000002</c:v>
                </c:pt>
                <c:pt idx="1087">
                  <c:v>2063.0500000000002</c:v>
                </c:pt>
                <c:pt idx="1088">
                  <c:v>2063.0500000000002</c:v>
                </c:pt>
                <c:pt idx="1089">
                  <c:v>2063.0500000000002</c:v>
                </c:pt>
                <c:pt idx="1090">
                  <c:v>2063.0500000000002</c:v>
                </c:pt>
                <c:pt idx="1091">
                  <c:v>1946.59</c:v>
                </c:pt>
                <c:pt idx="1092">
                  <c:v>1946.59</c:v>
                </c:pt>
                <c:pt idx="1093">
                  <c:v>1946.59</c:v>
                </c:pt>
                <c:pt idx="1094">
                  <c:v>1946.59</c:v>
                </c:pt>
                <c:pt idx="1095">
                  <c:v>1946.59</c:v>
                </c:pt>
                <c:pt idx="1096">
                  <c:v>1946.59</c:v>
                </c:pt>
                <c:pt idx="1097">
                  <c:v>1946.59</c:v>
                </c:pt>
                <c:pt idx="1098">
                  <c:v>1946.59</c:v>
                </c:pt>
                <c:pt idx="1099">
                  <c:v>1946.59</c:v>
                </c:pt>
                <c:pt idx="1100">
                  <c:v>1946.59</c:v>
                </c:pt>
                <c:pt idx="1101">
                  <c:v>1946.59</c:v>
                </c:pt>
                <c:pt idx="1102">
                  <c:v>1946.59</c:v>
                </c:pt>
                <c:pt idx="1103">
                  <c:v>1946.59</c:v>
                </c:pt>
                <c:pt idx="1104">
                  <c:v>1946.59</c:v>
                </c:pt>
                <c:pt idx="1105">
                  <c:v>1959.9</c:v>
                </c:pt>
                <c:pt idx="1106">
                  <c:v>1959.9</c:v>
                </c:pt>
                <c:pt idx="1107">
                  <c:v>1959.9</c:v>
                </c:pt>
                <c:pt idx="1108">
                  <c:v>1959.9</c:v>
                </c:pt>
                <c:pt idx="1109">
                  <c:v>1959.9</c:v>
                </c:pt>
                <c:pt idx="1110">
                  <c:v>1959.9</c:v>
                </c:pt>
                <c:pt idx="1111">
                  <c:v>1959.9</c:v>
                </c:pt>
                <c:pt idx="1112">
                  <c:v>1996.5</c:v>
                </c:pt>
                <c:pt idx="1113">
                  <c:v>1996.5</c:v>
                </c:pt>
                <c:pt idx="1114">
                  <c:v>1996.5</c:v>
                </c:pt>
                <c:pt idx="1115">
                  <c:v>1996.5</c:v>
                </c:pt>
                <c:pt idx="1116">
                  <c:v>1996.5</c:v>
                </c:pt>
                <c:pt idx="1117">
                  <c:v>1996.5</c:v>
                </c:pt>
                <c:pt idx="1118">
                  <c:v>1996.5</c:v>
                </c:pt>
                <c:pt idx="1119">
                  <c:v>1996.5</c:v>
                </c:pt>
                <c:pt idx="1120">
                  <c:v>1996.5</c:v>
                </c:pt>
                <c:pt idx="1121">
                  <c:v>1996.5</c:v>
                </c:pt>
                <c:pt idx="1122">
                  <c:v>1996.5</c:v>
                </c:pt>
                <c:pt idx="1123">
                  <c:v>1996.5</c:v>
                </c:pt>
                <c:pt idx="1124">
                  <c:v>1996.5</c:v>
                </c:pt>
                <c:pt idx="1125">
                  <c:v>1996.5</c:v>
                </c:pt>
                <c:pt idx="1126">
                  <c:v>1996.5</c:v>
                </c:pt>
                <c:pt idx="1127">
                  <c:v>1996.5</c:v>
                </c:pt>
                <c:pt idx="1128">
                  <c:v>1996.5</c:v>
                </c:pt>
                <c:pt idx="1129">
                  <c:v>1996.5</c:v>
                </c:pt>
                <c:pt idx="1130">
                  <c:v>1996.5</c:v>
                </c:pt>
                <c:pt idx="1131">
                  <c:v>1996.5</c:v>
                </c:pt>
                <c:pt idx="1132">
                  <c:v>1996.5</c:v>
                </c:pt>
                <c:pt idx="1133">
                  <c:v>2063.0500000000002</c:v>
                </c:pt>
                <c:pt idx="1134">
                  <c:v>2063.0500000000002</c:v>
                </c:pt>
                <c:pt idx="1135">
                  <c:v>2063.0500000000002</c:v>
                </c:pt>
                <c:pt idx="1136">
                  <c:v>2063.0500000000002</c:v>
                </c:pt>
                <c:pt idx="1137">
                  <c:v>2063.0500000000002</c:v>
                </c:pt>
                <c:pt idx="1138">
                  <c:v>2063.0500000000002</c:v>
                </c:pt>
                <c:pt idx="1139">
                  <c:v>2063.0500000000002</c:v>
                </c:pt>
                <c:pt idx="1140">
                  <c:v>2083.0100000000002</c:v>
                </c:pt>
                <c:pt idx="1141">
                  <c:v>2083.0100000000002</c:v>
                </c:pt>
                <c:pt idx="1142">
                  <c:v>2083.0100000000002</c:v>
                </c:pt>
                <c:pt idx="1143">
                  <c:v>2083.0100000000002</c:v>
                </c:pt>
                <c:pt idx="1144">
                  <c:v>2083.0100000000002</c:v>
                </c:pt>
                <c:pt idx="1145">
                  <c:v>2083.0100000000002</c:v>
                </c:pt>
                <c:pt idx="1146">
                  <c:v>2083.0100000000002</c:v>
                </c:pt>
                <c:pt idx="1147">
                  <c:v>2083.0100000000002</c:v>
                </c:pt>
                <c:pt idx="1148">
                  <c:v>2083.0100000000002</c:v>
                </c:pt>
                <c:pt idx="1149">
                  <c:v>2083.0100000000002</c:v>
                </c:pt>
                <c:pt idx="1150">
                  <c:v>2083.0100000000002</c:v>
                </c:pt>
                <c:pt idx="1151">
                  <c:v>2083.0100000000002</c:v>
                </c:pt>
                <c:pt idx="1152">
                  <c:v>2083.0100000000002</c:v>
                </c:pt>
                <c:pt idx="1153">
                  <c:v>2083.0100000000002</c:v>
                </c:pt>
                <c:pt idx="1154">
                  <c:v>2083.0100000000002</c:v>
                </c:pt>
                <c:pt idx="1155">
                  <c:v>2083.0100000000002</c:v>
                </c:pt>
                <c:pt idx="1156">
                  <c:v>2083.0100000000002</c:v>
                </c:pt>
                <c:pt idx="1157">
                  <c:v>2083.0100000000002</c:v>
                </c:pt>
                <c:pt idx="1158">
                  <c:v>2083.0100000000002</c:v>
                </c:pt>
                <c:pt idx="1159">
                  <c:v>2083.0100000000002</c:v>
                </c:pt>
                <c:pt idx="1160">
                  <c:v>2083.0100000000002</c:v>
                </c:pt>
                <c:pt idx="1161">
                  <c:v>2083.0100000000002</c:v>
                </c:pt>
                <c:pt idx="1162">
                  <c:v>2083.0100000000002</c:v>
                </c:pt>
                <c:pt idx="1163">
                  <c:v>2083.0100000000002</c:v>
                </c:pt>
                <c:pt idx="1164">
                  <c:v>2083.0100000000002</c:v>
                </c:pt>
                <c:pt idx="1165">
                  <c:v>2083.0100000000002</c:v>
                </c:pt>
                <c:pt idx="1166">
                  <c:v>2083.0100000000002</c:v>
                </c:pt>
                <c:pt idx="1167">
                  <c:v>2083.0100000000002</c:v>
                </c:pt>
                <c:pt idx="1168">
                  <c:v>2162.88</c:v>
                </c:pt>
                <c:pt idx="1169">
                  <c:v>2162.88</c:v>
                </c:pt>
                <c:pt idx="1170">
                  <c:v>2162.88</c:v>
                </c:pt>
                <c:pt idx="1171">
                  <c:v>2162.88</c:v>
                </c:pt>
                <c:pt idx="1172">
                  <c:v>2162.88</c:v>
                </c:pt>
                <c:pt idx="1173">
                  <c:v>2162.88</c:v>
                </c:pt>
                <c:pt idx="1174">
                  <c:v>2162.88</c:v>
                </c:pt>
                <c:pt idx="1175">
                  <c:v>2229.4299999999998</c:v>
                </c:pt>
                <c:pt idx="1176">
                  <c:v>2229.4299999999998</c:v>
                </c:pt>
                <c:pt idx="1177">
                  <c:v>2229.4299999999998</c:v>
                </c:pt>
                <c:pt idx="1178">
                  <c:v>2229.4299999999998</c:v>
                </c:pt>
                <c:pt idx="1179">
                  <c:v>2229.4299999999998</c:v>
                </c:pt>
                <c:pt idx="1180">
                  <c:v>2229.4299999999998</c:v>
                </c:pt>
                <c:pt idx="1181">
                  <c:v>2229.4299999999998</c:v>
                </c:pt>
                <c:pt idx="1182">
                  <c:v>2229.4299999999998</c:v>
                </c:pt>
                <c:pt idx="1183">
                  <c:v>2229.4299999999998</c:v>
                </c:pt>
                <c:pt idx="1184">
                  <c:v>2229.4299999999998</c:v>
                </c:pt>
                <c:pt idx="1185">
                  <c:v>2229.4299999999998</c:v>
                </c:pt>
                <c:pt idx="1186">
                  <c:v>2229.4299999999998</c:v>
                </c:pt>
                <c:pt idx="1187">
                  <c:v>2229.4299999999998</c:v>
                </c:pt>
                <c:pt idx="1188">
                  <c:v>2229.4299999999998</c:v>
                </c:pt>
                <c:pt idx="1189">
                  <c:v>2262.6999999999998</c:v>
                </c:pt>
                <c:pt idx="1190">
                  <c:v>2262.6999999999998</c:v>
                </c:pt>
                <c:pt idx="1191">
                  <c:v>2262.6999999999998</c:v>
                </c:pt>
                <c:pt idx="1192">
                  <c:v>2262.6999999999998</c:v>
                </c:pt>
                <c:pt idx="1193">
                  <c:v>2262.6999999999998</c:v>
                </c:pt>
                <c:pt idx="1194">
                  <c:v>2262.6999999999998</c:v>
                </c:pt>
                <c:pt idx="1195">
                  <c:v>2262.6999999999998</c:v>
                </c:pt>
                <c:pt idx="1196">
                  <c:v>2262.6999999999998</c:v>
                </c:pt>
                <c:pt idx="1197">
                  <c:v>2262.6999999999998</c:v>
                </c:pt>
                <c:pt idx="1198">
                  <c:v>2262.6999999999998</c:v>
                </c:pt>
                <c:pt idx="1199">
                  <c:v>2262.6999999999998</c:v>
                </c:pt>
                <c:pt idx="1200">
                  <c:v>2262.6999999999998</c:v>
                </c:pt>
                <c:pt idx="1201">
                  <c:v>2262.6999999999998</c:v>
                </c:pt>
                <c:pt idx="1202">
                  <c:v>2262.6999999999998</c:v>
                </c:pt>
                <c:pt idx="1203">
                  <c:v>2262.6999999999998</c:v>
                </c:pt>
                <c:pt idx="1204">
                  <c:v>2262.6999999999998</c:v>
                </c:pt>
                <c:pt idx="1205">
                  <c:v>2262.6999999999998</c:v>
                </c:pt>
                <c:pt idx="1206">
                  <c:v>2262.6999999999998</c:v>
                </c:pt>
                <c:pt idx="1207">
                  <c:v>2262.6999999999998</c:v>
                </c:pt>
                <c:pt idx="1208">
                  <c:v>2262.6999999999998</c:v>
                </c:pt>
                <c:pt idx="1209">
                  <c:v>2262.6999999999998</c:v>
                </c:pt>
                <c:pt idx="1210">
                  <c:v>2262.6999999999998</c:v>
                </c:pt>
                <c:pt idx="1211">
                  <c:v>2262.6999999999998</c:v>
                </c:pt>
                <c:pt idx="1212">
                  <c:v>2262.6999999999998</c:v>
                </c:pt>
                <c:pt idx="1213">
                  <c:v>2262.6999999999998</c:v>
                </c:pt>
                <c:pt idx="1214">
                  <c:v>2262.6999999999998</c:v>
                </c:pt>
                <c:pt idx="1215">
                  <c:v>2262.6999999999998</c:v>
                </c:pt>
                <c:pt idx="1216">
                  <c:v>2262.6999999999998</c:v>
                </c:pt>
                <c:pt idx="1217">
                  <c:v>2262.6999999999998</c:v>
                </c:pt>
                <c:pt idx="1218">
                  <c:v>2262.6999999999998</c:v>
                </c:pt>
                <c:pt idx="1219">
                  <c:v>2262.6999999999998</c:v>
                </c:pt>
                <c:pt idx="1220">
                  <c:v>2262.6999999999998</c:v>
                </c:pt>
                <c:pt idx="1221">
                  <c:v>2262.6999999999998</c:v>
                </c:pt>
                <c:pt idx="1222">
                  <c:v>2262.6999999999998</c:v>
                </c:pt>
                <c:pt idx="1223">
                  <c:v>2262.6999999999998</c:v>
                </c:pt>
                <c:pt idx="1224">
                  <c:v>2262.6999999999998</c:v>
                </c:pt>
                <c:pt idx="1225">
                  <c:v>2262.6999999999998</c:v>
                </c:pt>
                <c:pt idx="1226">
                  <c:v>2262.6999999999998</c:v>
                </c:pt>
                <c:pt idx="1227">
                  <c:v>2262.6999999999998</c:v>
                </c:pt>
                <c:pt idx="1228">
                  <c:v>2262.6999999999998</c:v>
                </c:pt>
                <c:pt idx="1229">
                  <c:v>2262.6999999999998</c:v>
                </c:pt>
                <c:pt idx="1230">
                  <c:v>2262.6999999999998</c:v>
                </c:pt>
                <c:pt idx="1231">
                  <c:v>2362.5300000000002</c:v>
                </c:pt>
                <c:pt idx="1232">
                  <c:v>2362.5300000000002</c:v>
                </c:pt>
                <c:pt idx="1233">
                  <c:v>2362.5300000000002</c:v>
                </c:pt>
                <c:pt idx="1234">
                  <c:v>2362.5300000000002</c:v>
                </c:pt>
                <c:pt idx="1235">
                  <c:v>2362.5300000000002</c:v>
                </c:pt>
                <c:pt idx="1236">
                  <c:v>2362.5300000000002</c:v>
                </c:pt>
                <c:pt idx="1237">
                  <c:v>2362.5300000000002</c:v>
                </c:pt>
                <c:pt idx="1238">
                  <c:v>2362.5300000000002</c:v>
                </c:pt>
                <c:pt idx="1239">
                  <c:v>2362.5300000000002</c:v>
                </c:pt>
                <c:pt idx="1240">
                  <c:v>2362.5300000000002</c:v>
                </c:pt>
                <c:pt idx="1241">
                  <c:v>2362.5300000000002</c:v>
                </c:pt>
                <c:pt idx="1242">
                  <c:v>2362.5300000000002</c:v>
                </c:pt>
                <c:pt idx="1243">
                  <c:v>2362.5300000000002</c:v>
                </c:pt>
                <c:pt idx="1244">
                  <c:v>2362.5300000000002</c:v>
                </c:pt>
                <c:pt idx="1245">
                  <c:v>2362.5300000000002</c:v>
                </c:pt>
                <c:pt idx="1246">
                  <c:v>2362.5300000000002</c:v>
                </c:pt>
                <c:pt idx="1247">
                  <c:v>2362.5300000000002</c:v>
                </c:pt>
                <c:pt idx="1248">
                  <c:v>2362.5300000000002</c:v>
                </c:pt>
                <c:pt idx="1249">
                  <c:v>2362.5300000000002</c:v>
                </c:pt>
                <c:pt idx="1250">
                  <c:v>2362.5300000000002</c:v>
                </c:pt>
                <c:pt idx="1251">
                  <c:v>2362.5300000000002</c:v>
                </c:pt>
                <c:pt idx="1252">
                  <c:v>2402.4499999999998</c:v>
                </c:pt>
                <c:pt idx="1253">
                  <c:v>2402.4499999999998</c:v>
                </c:pt>
                <c:pt idx="1254">
                  <c:v>2402.4499999999998</c:v>
                </c:pt>
                <c:pt idx="1255">
                  <c:v>2402.4499999999998</c:v>
                </c:pt>
                <c:pt idx="1256">
                  <c:v>2402.4499999999998</c:v>
                </c:pt>
                <c:pt idx="1257">
                  <c:v>2402.4499999999998</c:v>
                </c:pt>
                <c:pt idx="1258">
                  <c:v>2402.4499999999998</c:v>
                </c:pt>
                <c:pt idx="1259">
                  <c:v>2402.4499999999998</c:v>
                </c:pt>
                <c:pt idx="1260">
                  <c:v>2402.4499999999998</c:v>
                </c:pt>
                <c:pt idx="1261">
                  <c:v>2402.4499999999998</c:v>
                </c:pt>
                <c:pt idx="1262">
                  <c:v>2402.4499999999998</c:v>
                </c:pt>
                <c:pt idx="1263">
                  <c:v>2402.4499999999998</c:v>
                </c:pt>
                <c:pt idx="1264">
                  <c:v>2402.4499999999998</c:v>
                </c:pt>
                <c:pt idx="1265">
                  <c:v>2402.4499999999998</c:v>
                </c:pt>
                <c:pt idx="1266">
                  <c:v>2402.4499999999998</c:v>
                </c:pt>
                <c:pt idx="1267">
                  <c:v>2402.4499999999998</c:v>
                </c:pt>
                <c:pt idx="1268">
                  <c:v>2402.4499999999998</c:v>
                </c:pt>
                <c:pt idx="1269">
                  <c:v>2402.4499999999998</c:v>
                </c:pt>
                <c:pt idx="1270">
                  <c:v>2402.4499999999998</c:v>
                </c:pt>
                <c:pt idx="1271">
                  <c:v>2402.4499999999998</c:v>
                </c:pt>
                <c:pt idx="1272">
                  <c:v>2402.4499999999998</c:v>
                </c:pt>
                <c:pt idx="1273">
                  <c:v>2402.4499999999998</c:v>
                </c:pt>
                <c:pt idx="1274">
                  <c:v>2402.4499999999998</c:v>
                </c:pt>
                <c:pt idx="1275">
                  <c:v>2402.4499999999998</c:v>
                </c:pt>
                <c:pt idx="1276">
                  <c:v>2402.4499999999998</c:v>
                </c:pt>
                <c:pt idx="1277">
                  <c:v>2402.4499999999998</c:v>
                </c:pt>
                <c:pt idx="1278">
                  <c:v>2402.4499999999998</c:v>
                </c:pt>
                <c:pt idx="1279">
                  <c:v>2402.4499999999998</c:v>
                </c:pt>
                <c:pt idx="1280">
                  <c:v>2402.4499999999998</c:v>
                </c:pt>
                <c:pt idx="1281">
                  <c:v>2402.4499999999998</c:v>
                </c:pt>
                <c:pt idx="1282">
                  <c:v>2402.4499999999998</c:v>
                </c:pt>
                <c:pt idx="1283">
                  <c:v>2402.4499999999998</c:v>
                </c:pt>
                <c:pt idx="1284">
                  <c:v>2402.4499999999998</c:v>
                </c:pt>
                <c:pt idx="1285">
                  <c:v>2402.4499999999998</c:v>
                </c:pt>
                <c:pt idx="1286">
                  <c:v>2402.4499999999998</c:v>
                </c:pt>
                <c:pt idx="1287">
                  <c:v>2402.4499999999998</c:v>
                </c:pt>
                <c:pt idx="1288">
                  <c:v>2402.4499999999998</c:v>
                </c:pt>
                <c:pt idx="1289">
                  <c:v>2402.4499999999998</c:v>
                </c:pt>
                <c:pt idx="1290">
                  <c:v>2402.4499999999998</c:v>
                </c:pt>
                <c:pt idx="1291">
                  <c:v>2402.4499999999998</c:v>
                </c:pt>
                <c:pt idx="1292">
                  <c:v>2402.4499999999998</c:v>
                </c:pt>
                <c:pt idx="1293">
                  <c:v>2402.4499999999998</c:v>
                </c:pt>
                <c:pt idx="1294">
                  <c:v>2402.4499999999998</c:v>
                </c:pt>
                <c:pt idx="1295">
                  <c:v>2402.4499999999998</c:v>
                </c:pt>
                <c:pt idx="1296">
                  <c:v>2402.4499999999998</c:v>
                </c:pt>
                <c:pt idx="1297">
                  <c:v>2402.4499999999998</c:v>
                </c:pt>
                <c:pt idx="1298">
                  <c:v>2402.4499999999998</c:v>
                </c:pt>
                <c:pt idx="1299">
                  <c:v>2402.4499999999998</c:v>
                </c:pt>
                <c:pt idx="1300">
                  <c:v>2402.4499999999998</c:v>
                </c:pt>
                <c:pt idx="1301">
                  <c:v>2595.4499999999998</c:v>
                </c:pt>
                <c:pt idx="1302">
                  <c:v>2595.4499999999998</c:v>
                </c:pt>
                <c:pt idx="1303">
                  <c:v>2595.4499999999998</c:v>
                </c:pt>
                <c:pt idx="1304">
                  <c:v>2595.4499999999998</c:v>
                </c:pt>
                <c:pt idx="1305">
                  <c:v>2595.4499999999998</c:v>
                </c:pt>
                <c:pt idx="1306">
                  <c:v>2595.4499999999998</c:v>
                </c:pt>
                <c:pt idx="1307">
                  <c:v>2595.4499999999998</c:v>
                </c:pt>
                <c:pt idx="1308">
                  <c:v>2595.4499999999998</c:v>
                </c:pt>
                <c:pt idx="1309">
                  <c:v>2595.4499999999998</c:v>
                </c:pt>
                <c:pt idx="1310">
                  <c:v>2595.4499999999998</c:v>
                </c:pt>
                <c:pt idx="1311">
                  <c:v>2595.4499999999998</c:v>
                </c:pt>
                <c:pt idx="1312">
                  <c:v>2595.4499999999998</c:v>
                </c:pt>
                <c:pt idx="1313">
                  <c:v>2595.4499999999998</c:v>
                </c:pt>
                <c:pt idx="1314">
                  <c:v>2595.4499999999998</c:v>
                </c:pt>
                <c:pt idx="1315">
                  <c:v>2595.4499999999998</c:v>
                </c:pt>
                <c:pt idx="1316">
                  <c:v>2595.4499999999998</c:v>
                </c:pt>
                <c:pt idx="1317">
                  <c:v>2595.4499999999998</c:v>
                </c:pt>
                <c:pt idx="1318">
                  <c:v>2595.4499999999998</c:v>
                </c:pt>
                <c:pt idx="1319">
                  <c:v>2595.4499999999998</c:v>
                </c:pt>
                <c:pt idx="1320">
                  <c:v>2595.4499999999998</c:v>
                </c:pt>
                <c:pt idx="1321">
                  <c:v>2595.4499999999998</c:v>
                </c:pt>
                <c:pt idx="1322">
                  <c:v>2595.4499999999998</c:v>
                </c:pt>
                <c:pt idx="1323">
                  <c:v>2595.4499999999998</c:v>
                </c:pt>
                <c:pt idx="1324">
                  <c:v>2595.4499999999998</c:v>
                </c:pt>
                <c:pt idx="1325">
                  <c:v>2595.4499999999998</c:v>
                </c:pt>
                <c:pt idx="1326">
                  <c:v>2595.4499999999998</c:v>
                </c:pt>
                <c:pt idx="1327">
                  <c:v>2595.4499999999998</c:v>
                </c:pt>
                <c:pt idx="1328">
                  <c:v>2595.4499999999998</c:v>
                </c:pt>
                <c:pt idx="1329">
                  <c:v>2695.28</c:v>
                </c:pt>
                <c:pt idx="1330">
                  <c:v>2695.28</c:v>
                </c:pt>
                <c:pt idx="1331">
                  <c:v>2695.28</c:v>
                </c:pt>
                <c:pt idx="1332">
                  <c:v>2695.28</c:v>
                </c:pt>
                <c:pt idx="1333">
                  <c:v>2695.28</c:v>
                </c:pt>
                <c:pt idx="1334">
                  <c:v>2695.28</c:v>
                </c:pt>
                <c:pt idx="1335">
                  <c:v>2695.28</c:v>
                </c:pt>
                <c:pt idx="1336">
                  <c:v>2994.75</c:v>
                </c:pt>
                <c:pt idx="1337">
                  <c:v>2994.75</c:v>
                </c:pt>
                <c:pt idx="1338">
                  <c:v>2994.75</c:v>
                </c:pt>
                <c:pt idx="1339">
                  <c:v>2994.75</c:v>
                </c:pt>
                <c:pt idx="1340">
                  <c:v>2994.75</c:v>
                </c:pt>
                <c:pt idx="1341">
                  <c:v>2994.75</c:v>
                </c:pt>
                <c:pt idx="1342">
                  <c:v>2994.75</c:v>
                </c:pt>
                <c:pt idx="1343">
                  <c:v>3097.9</c:v>
                </c:pt>
                <c:pt idx="1344">
                  <c:v>3097.9</c:v>
                </c:pt>
                <c:pt idx="1345">
                  <c:v>3097.9</c:v>
                </c:pt>
                <c:pt idx="1346">
                  <c:v>3097.9</c:v>
                </c:pt>
                <c:pt idx="1347">
                  <c:v>3097.9</c:v>
                </c:pt>
                <c:pt idx="1348">
                  <c:v>3097.9</c:v>
                </c:pt>
                <c:pt idx="1349">
                  <c:v>3097.9</c:v>
                </c:pt>
                <c:pt idx="1350">
                  <c:v>3307.54</c:v>
                </c:pt>
                <c:pt idx="1351">
                  <c:v>3307.54</c:v>
                </c:pt>
                <c:pt idx="1352">
                  <c:v>3307.54</c:v>
                </c:pt>
                <c:pt idx="1353">
                  <c:v>3307.54</c:v>
                </c:pt>
                <c:pt idx="1354">
                  <c:v>3307.54</c:v>
                </c:pt>
                <c:pt idx="1355">
                  <c:v>3307.54</c:v>
                </c:pt>
                <c:pt idx="1356">
                  <c:v>3307.54</c:v>
                </c:pt>
                <c:pt idx="1357">
                  <c:v>3307.54</c:v>
                </c:pt>
                <c:pt idx="1358">
                  <c:v>3307.54</c:v>
                </c:pt>
                <c:pt idx="1359">
                  <c:v>3307.54</c:v>
                </c:pt>
                <c:pt idx="1360">
                  <c:v>3307.54</c:v>
                </c:pt>
                <c:pt idx="1361">
                  <c:v>3307.54</c:v>
                </c:pt>
                <c:pt idx="1362">
                  <c:v>3307.54</c:v>
                </c:pt>
                <c:pt idx="1363">
                  <c:v>3527.15</c:v>
                </c:pt>
                <c:pt idx="1364">
                  <c:v>3527.15</c:v>
                </c:pt>
                <c:pt idx="1365">
                  <c:v>3527.15</c:v>
                </c:pt>
                <c:pt idx="1366">
                  <c:v>3527.15</c:v>
                </c:pt>
                <c:pt idx="1367">
                  <c:v>3527.15</c:v>
                </c:pt>
                <c:pt idx="1368">
                  <c:v>3527.15</c:v>
                </c:pt>
                <c:pt idx="1369">
                  <c:v>3527.15</c:v>
                </c:pt>
                <c:pt idx="1370">
                  <c:v>3527.15</c:v>
                </c:pt>
                <c:pt idx="1371">
                  <c:v>3859.9</c:v>
                </c:pt>
                <c:pt idx="1372">
                  <c:v>3859.9</c:v>
                </c:pt>
                <c:pt idx="1373">
                  <c:v>3859.9</c:v>
                </c:pt>
                <c:pt idx="1374">
                  <c:v>3859.9</c:v>
                </c:pt>
                <c:pt idx="1375">
                  <c:v>3859.9</c:v>
                </c:pt>
                <c:pt idx="1376">
                  <c:v>3859.9</c:v>
                </c:pt>
                <c:pt idx="1377">
                  <c:v>3859.9</c:v>
                </c:pt>
                <c:pt idx="1378">
                  <c:v>3859.9</c:v>
                </c:pt>
                <c:pt idx="1379">
                  <c:v>3859.9</c:v>
                </c:pt>
                <c:pt idx="1380">
                  <c:v>3859.9</c:v>
                </c:pt>
                <c:pt idx="1381">
                  <c:v>3859.9</c:v>
                </c:pt>
                <c:pt idx="1382">
                  <c:v>3859.9</c:v>
                </c:pt>
                <c:pt idx="1383">
                  <c:v>3859.9</c:v>
                </c:pt>
                <c:pt idx="1384">
                  <c:v>3859.9</c:v>
                </c:pt>
                <c:pt idx="1385">
                  <c:v>3859.9</c:v>
                </c:pt>
                <c:pt idx="1386">
                  <c:v>3859.9</c:v>
                </c:pt>
                <c:pt idx="1387">
                  <c:v>3859.9</c:v>
                </c:pt>
                <c:pt idx="1388">
                  <c:v>3859.9</c:v>
                </c:pt>
                <c:pt idx="1389">
                  <c:v>3859.9</c:v>
                </c:pt>
                <c:pt idx="1390">
                  <c:v>3859.9</c:v>
                </c:pt>
                <c:pt idx="1391">
                  <c:v>3859.9</c:v>
                </c:pt>
                <c:pt idx="1392">
                  <c:v>3859.9</c:v>
                </c:pt>
                <c:pt idx="1393">
                  <c:v>3859.9</c:v>
                </c:pt>
                <c:pt idx="1394">
                  <c:v>3859.9</c:v>
                </c:pt>
                <c:pt idx="1395">
                  <c:v>3859.9</c:v>
                </c:pt>
                <c:pt idx="1396">
                  <c:v>3859.9</c:v>
                </c:pt>
                <c:pt idx="1397">
                  <c:v>3859.9</c:v>
                </c:pt>
                <c:pt idx="1398">
                  <c:v>3859.9</c:v>
                </c:pt>
                <c:pt idx="1399">
                  <c:v>3859.9</c:v>
                </c:pt>
                <c:pt idx="1400">
                  <c:v>3859.9</c:v>
                </c:pt>
                <c:pt idx="1401">
                  <c:v>3859.9</c:v>
                </c:pt>
                <c:pt idx="1402">
                  <c:v>3859.9</c:v>
                </c:pt>
                <c:pt idx="1403">
                  <c:v>3859.9</c:v>
                </c:pt>
                <c:pt idx="1404">
                  <c:v>3859.9</c:v>
                </c:pt>
                <c:pt idx="1405">
                  <c:v>3859.9</c:v>
                </c:pt>
                <c:pt idx="1406">
                  <c:v>3859.9</c:v>
                </c:pt>
                <c:pt idx="1407">
                  <c:v>3859.9</c:v>
                </c:pt>
                <c:pt idx="1408">
                  <c:v>3859.9</c:v>
                </c:pt>
                <c:pt idx="1409">
                  <c:v>3859.9</c:v>
                </c:pt>
                <c:pt idx="1410">
                  <c:v>3859.9</c:v>
                </c:pt>
                <c:pt idx="1411">
                  <c:v>3859.9</c:v>
                </c:pt>
                <c:pt idx="1412">
                  <c:v>3859.9</c:v>
                </c:pt>
                <c:pt idx="1413">
                  <c:v>3859.9</c:v>
                </c:pt>
                <c:pt idx="1414">
                  <c:v>3859.9</c:v>
                </c:pt>
                <c:pt idx="1415">
                  <c:v>3859.9</c:v>
                </c:pt>
                <c:pt idx="1416">
                  <c:v>3859.9</c:v>
                </c:pt>
                <c:pt idx="1417">
                  <c:v>3859.9</c:v>
                </c:pt>
                <c:pt idx="1418">
                  <c:v>3859.9</c:v>
                </c:pt>
                <c:pt idx="1419">
                  <c:v>3859.9</c:v>
                </c:pt>
                <c:pt idx="1420">
                  <c:v>3859.9</c:v>
                </c:pt>
                <c:pt idx="1421">
                  <c:v>3859.9</c:v>
                </c:pt>
                <c:pt idx="1422">
                  <c:v>3859.9</c:v>
                </c:pt>
                <c:pt idx="1423">
                  <c:v>3859.9</c:v>
                </c:pt>
                <c:pt idx="1424">
                  <c:v>3859.9</c:v>
                </c:pt>
                <c:pt idx="1425">
                  <c:v>3859.9</c:v>
                </c:pt>
                <c:pt idx="1426">
                  <c:v>3859.9</c:v>
                </c:pt>
                <c:pt idx="1427">
                  <c:v>3859.9</c:v>
                </c:pt>
                <c:pt idx="1428">
                  <c:v>3859.9</c:v>
                </c:pt>
                <c:pt idx="1429">
                  <c:v>3859.9</c:v>
                </c:pt>
                <c:pt idx="1430">
                  <c:v>3859.9</c:v>
                </c:pt>
                <c:pt idx="1431">
                  <c:v>3859.9</c:v>
                </c:pt>
                <c:pt idx="1432">
                  <c:v>3859.9</c:v>
                </c:pt>
                <c:pt idx="1433">
                  <c:v>3859.9</c:v>
                </c:pt>
                <c:pt idx="1434">
                  <c:v>3859.9</c:v>
                </c:pt>
                <c:pt idx="1435">
                  <c:v>3859.9</c:v>
                </c:pt>
                <c:pt idx="1436">
                  <c:v>3859.9</c:v>
                </c:pt>
                <c:pt idx="1437">
                  <c:v>3859.9</c:v>
                </c:pt>
                <c:pt idx="1438">
                  <c:v>3859.9</c:v>
                </c:pt>
                <c:pt idx="1439">
                  <c:v>3859.9</c:v>
                </c:pt>
                <c:pt idx="1440">
                  <c:v>3859.9</c:v>
                </c:pt>
                <c:pt idx="1441">
                  <c:v>3859.9</c:v>
                </c:pt>
                <c:pt idx="1442">
                  <c:v>3859.9</c:v>
                </c:pt>
                <c:pt idx="1443">
                  <c:v>3859.9</c:v>
                </c:pt>
                <c:pt idx="1444">
                  <c:v>3859.9</c:v>
                </c:pt>
                <c:pt idx="1445">
                  <c:v>3859.9</c:v>
                </c:pt>
                <c:pt idx="1446">
                  <c:v>3859.9</c:v>
                </c:pt>
                <c:pt idx="1447">
                  <c:v>3859.9</c:v>
                </c:pt>
                <c:pt idx="1448">
                  <c:v>3859.9</c:v>
                </c:pt>
                <c:pt idx="1449">
                  <c:v>3859.9</c:v>
                </c:pt>
                <c:pt idx="1450">
                  <c:v>3879.87</c:v>
                </c:pt>
                <c:pt idx="1451">
                  <c:v>3879.87</c:v>
                </c:pt>
                <c:pt idx="1452">
                  <c:v>3879.87</c:v>
                </c:pt>
                <c:pt idx="1453">
                  <c:v>3879.87</c:v>
                </c:pt>
                <c:pt idx="1454">
                  <c:v>3879.87</c:v>
                </c:pt>
                <c:pt idx="1455">
                  <c:v>3879.87</c:v>
                </c:pt>
                <c:pt idx="1456">
                  <c:v>3879.87</c:v>
                </c:pt>
                <c:pt idx="1457">
                  <c:v>3879.87</c:v>
                </c:pt>
                <c:pt idx="1458">
                  <c:v>3879.87</c:v>
                </c:pt>
                <c:pt idx="1459">
                  <c:v>3879.87</c:v>
                </c:pt>
                <c:pt idx="1460">
                  <c:v>3879.87</c:v>
                </c:pt>
                <c:pt idx="1461">
                  <c:v>3879.87</c:v>
                </c:pt>
                <c:pt idx="1462">
                  <c:v>3879.87</c:v>
                </c:pt>
                <c:pt idx="1463">
                  <c:v>3879.87</c:v>
                </c:pt>
                <c:pt idx="1464">
                  <c:v>3879.87</c:v>
                </c:pt>
                <c:pt idx="1465">
                  <c:v>3879.87</c:v>
                </c:pt>
                <c:pt idx="1466">
                  <c:v>3879.87</c:v>
                </c:pt>
                <c:pt idx="1467">
                  <c:v>3879.87</c:v>
                </c:pt>
                <c:pt idx="1468">
                  <c:v>3879.87</c:v>
                </c:pt>
                <c:pt idx="1469">
                  <c:v>3879.87</c:v>
                </c:pt>
                <c:pt idx="1470">
                  <c:v>3879.87</c:v>
                </c:pt>
                <c:pt idx="1471">
                  <c:v>3879.87</c:v>
                </c:pt>
                <c:pt idx="1472">
                  <c:v>3879.87</c:v>
                </c:pt>
                <c:pt idx="1473">
                  <c:v>3879.87</c:v>
                </c:pt>
                <c:pt idx="1474">
                  <c:v>3879.87</c:v>
                </c:pt>
                <c:pt idx="1475">
                  <c:v>3879.87</c:v>
                </c:pt>
                <c:pt idx="1476">
                  <c:v>4026.28</c:v>
                </c:pt>
                <c:pt idx="1477">
                  <c:v>4026.28</c:v>
                </c:pt>
                <c:pt idx="1478">
                  <c:v>4026.28</c:v>
                </c:pt>
                <c:pt idx="1479">
                  <c:v>4026.28</c:v>
                </c:pt>
                <c:pt idx="1480">
                  <c:v>4026.28</c:v>
                </c:pt>
                <c:pt idx="1481">
                  <c:v>4026.28</c:v>
                </c:pt>
                <c:pt idx="1482">
                  <c:v>4026.28</c:v>
                </c:pt>
                <c:pt idx="1483">
                  <c:v>4442.21</c:v>
                </c:pt>
                <c:pt idx="1484">
                  <c:v>4442.21</c:v>
                </c:pt>
                <c:pt idx="1485">
                  <c:v>4442.21</c:v>
                </c:pt>
                <c:pt idx="1486">
                  <c:v>4442.21</c:v>
                </c:pt>
                <c:pt idx="1487">
                  <c:v>4442.21</c:v>
                </c:pt>
                <c:pt idx="1488">
                  <c:v>4442.21</c:v>
                </c:pt>
                <c:pt idx="1489">
                  <c:v>4442.21</c:v>
                </c:pt>
                <c:pt idx="1490">
                  <c:v>4442.21</c:v>
                </c:pt>
                <c:pt idx="1491">
                  <c:v>4442.21</c:v>
                </c:pt>
                <c:pt idx="1492">
                  <c:v>4442.21</c:v>
                </c:pt>
                <c:pt idx="1493">
                  <c:v>4442.21</c:v>
                </c:pt>
                <c:pt idx="1494">
                  <c:v>4442.21</c:v>
                </c:pt>
                <c:pt idx="1495">
                  <c:v>4442.21</c:v>
                </c:pt>
                <c:pt idx="1496">
                  <c:v>4442.21</c:v>
                </c:pt>
                <c:pt idx="1497">
                  <c:v>4442.21</c:v>
                </c:pt>
                <c:pt idx="1498">
                  <c:v>4442.21</c:v>
                </c:pt>
                <c:pt idx="1499">
                  <c:v>4442.21</c:v>
                </c:pt>
                <c:pt idx="1500">
                  <c:v>4442.21</c:v>
                </c:pt>
                <c:pt idx="1501">
                  <c:v>4442.21</c:v>
                </c:pt>
                <c:pt idx="1502">
                  <c:v>4442.21</c:v>
                </c:pt>
                <c:pt idx="1503">
                  <c:v>4442.21</c:v>
                </c:pt>
                <c:pt idx="1504">
                  <c:v>4475.49</c:v>
                </c:pt>
                <c:pt idx="1505">
                  <c:v>4475.49</c:v>
                </c:pt>
                <c:pt idx="1506">
                  <c:v>4475.49</c:v>
                </c:pt>
                <c:pt idx="1507">
                  <c:v>4475.49</c:v>
                </c:pt>
                <c:pt idx="1508">
                  <c:v>4475.49</c:v>
                </c:pt>
                <c:pt idx="1509">
                  <c:v>4475.49</c:v>
                </c:pt>
                <c:pt idx="1510">
                  <c:v>4475.49</c:v>
                </c:pt>
                <c:pt idx="1511">
                  <c:v>4475.49</c:v>
                </c:pt>
                <c:pt idx="1512">
                  <c:v>4475.49</c:v>
                </c:pt>
                <c:pt idx="1513">
                  <c:v>4475.49</c:v>
                </c:pt>
                <c:pt idx="1514">
                  <c:v>4475.49</c:v>
                </c:pt>
                <c:pt idx="1515">
                  <c:v>4475.49</c:v>
                </c:pt>
                <c:pt idx="1516">
                  <c:v>4475.49</c:v>
                </c:pt>
                <c:pt idx="1517">
                  <c:v>4475.49</c:v>
                </c:pt>
                <c:pt idx="1518">
                  <c:v>4475.49</c:v>
                </c:pt>
                <c:pt idx="1519">
                  <c:v>4475.49</c:v>
                </c:pt>
                <c:pt idx="1520">
                  <c:v>4475.49</c:v>
                </c:pt>
                <c:pt idx="1521">
                  <c:v>4475.49</c:v>
                </c:pt>
                <c:pt idx="1522">
                  <c:v>4475.49</c:v>
                </c:pt>
                <c:pt idx="1523">
                  <c:v>4475.49</c:v>
                </c:pt>
                <c:pt idx="1524">
                  <c:v>4475.49</c:v>
                </c:pt>
                <c:pt idx="1525">
                  <c:v>4475.49</c:v>
                </c:pt>
                <c:pt idx="1526">
                  <c:v>4475.49</c:v>
                </c:pt>
                <c:pt idx="1527">
                  <c:v>4475.49</c:v>
                </c:pt>
                <c:pt idx="1528">
                  <c:v>4475.49</c:v>
                </c:pt>
                <c:pt idx="1529">
                  <c:v>4475.49</c:v>
                </c:pt>
                <c:pt idx="1530">
                  <c:v>4475.49</c:v>
                </c:pt>
                <c:pt idx="1531">
                  <c:v>4475.49</c:v>
                </c:pt>
                <c:pt idx="1532">
                  <c:v>4475.49</c:v>
                </c:pt>
                <c:pt idx="1533">
                  <c:v>4475.49</c:v>
                </c:pt>
                <c:pt idx="1534">
                  <c:v>4475.49</c:v>
                </c:pt>
                <c:pt idx="1535">
                  <c:v>4475.49</c:v>
                </c:pt>
                <c:pt idx="1536">
                  <c:v>4475.49</c:v>
                </c:pt>
                <c:pt idx="1537">
                  <c:v>4475.49</c:v>
                </c:pt>
                <c:pt idx="1538">
                  <c:v>4475.49</c:v>
                </c:pt>
                <c:pt idx="1539">
                  <c:v>4475.49</c:v>
                </c:pt>
                <c:pt idx="1540">
                  <c:v>4475.49</c:v>
                </c:pt>
                <c:pt idx="1541">
                  <c:v>4475.49</c:v>
                </c:pt>
                <c:pt idx="1542">
                  <c:v>4475.49</c:v>
                </c:pt>
                <c:pt idx="1543">
                  <c:v>4475.49</c:v>
                </c:pt>
                <c:pt idx="1544">
                  <c:v>4475.49</c:v>
                </c:pt>
                <c:pt idx="1545">
                  <c:v>4475.49</c:v>
                </c:pt>
                <c:pt idx="1546">
                  <c:v>4475.49</c:v>
                </c:pt>
                <c:pt idx="1547">
                  <c:v>4475.49</c:v>
                </c:pt>
                <c:pt idx="1548">
                  <c:v>4475.49</c:v>
                </c:pt>
                <c:pt idx="1549">
                  <c:v>4475.49</c:v>
                </c:pt>
                <c:pt idx="1550">
                  <c:v>4475.49</c:v>
                </c:pt>
                <c:pt idx="1551">
                  <c:v>4475.49</c:v>
                </c:pt>
                <c:pt idx="1552">
                  <c:v>4475.49</c:v>
                </c:pt>
                <c:pt idx="1553">
                  <c:v>4475.49</c:v>
                </c:pt>
                <c:pt idx="1554">
                  <c:v>4475.49</c:v>
                </c:pt>
                <c:pt idx="1555">
                  <c:v>4475.49</c:v>
                </c:pt>
                <c:pt idx="1556">
                  <c:v>4475.49</c:v>
                </c:pt>
                <c:pt idx="1557">
                  <c:v>4475.49</c:v>
                </c:pt>
                <c:pt idx="1558">
                  <c:v>4475.49</c:v>
                </c:pt>
                <c:pt idx="1559">
                  <c:v>4475.49</c:v>
                </c:pt>
                <c:pt idx="1560">
                  <c:v>4475.49</c:v>
                </c:pt>
                <c:pt idx="1561">
                  <c:v>4475.49</c:v>
                </c:pt>
                <c:pt idx="1562">
                  <c:v>4475.49</c:v>
                </c:pt>
                <c:pt idx="1563">
                  <c:v>4475.49</c:v>
                </c:pt>
                <c:pt idx="1564">
                  <c:v>4475.49</c:v>
                </c:pt>
                <c:pt idx="1565">
                  <c:v>4475.49</c:v>
                </c:pt>
                <c:pt idx="1566">
                  <c:v>4475.49</c:v>
                </c:pt>
                <c:pt idx="1567">
                  <c:v>4475.49</c:v>
                </c:pt>
                <c:pt idx="1568">
                  <c:v>4475.49</c:v>
                </c:pt>
                <c:pt idx="1569">
                  <c:v>4475.49</c:v>
                </c:pt>
                <c:pt idx="1570">
                  <c:v>4475.49</c:v>
                </c:pt>
                <c:pt idx="1571">
                  <c:v>4475.49</c:v>
                </c:pt>
                <c:pt idx="1572">
                  <c:v>4475.49</c:v>
                </c:pt>
                <c:pt idx="1573">
                  <c:v>4475.49</c:v>
                </c:pt>
                <c:pt idx="1574">
                  <c:v>4475.49</c:v>
                </c:pt>
                <c:pt idx="1575">
                  <c:v>4475.49</c:v>
                </c:pt>
                <c:pt idx="1576">
                  <c:v>4475.49</c:v>
                </c:pt>
                <c:pt idx="1577">
                  <c:v>4475.49</c:v>
                </c:pt>
                <c:pt idx="1578">
                  <c:v>4475.49</c:v>
                </c:pt>
                <c:pt idx="1579">
                  <c:v>4475.49</c:v>
                </c:pt>
                <c:pt idx="1580">
                  <c:v>4475.49</c:v>
                </c:pt>
                <c:pt idx="1581">
                  <c:v>4475.49</c:v>
                </c:pt>
                <c:pt idx="1582">
                  <c:v>4475.49</c:v>
                </c:pt>
                <c:pt idx="1583">
                  <c:v>4475.49</c:v>
                </c:pt>
                <c:pt idx="1584">
                  <c:v>4475.49</c:v>
                </c:pt>
                <c:pt idx="1585">
                  <c:v>4475.49</c:v>
                </c:pt>
                <c:pt idx="1586">
                  <c:v>4475.49</c:v>
                </c:pt>
                <c:pt idx="1587">
                  <c:v>4475.49</c:v>
                </c:pt>
                <c:pt idx="1588">
                  <c:v>4475.49</c:v>
                </c:pt>
                <c:pt idx="1589">
                  <c:v>4475.49</c:v>
                </c:pt>
                <c:pt idx="1590">
                  <c:v>4475.49</c:v>
                </c:pt>
                <c:pt idx="1591">
                  <c:v>4475.49</c:v>
                </c:pt>
                <c:pt idx="1592">
                  <c:v>4475.49</c:v>
                </c:pt>
                <c:pt idx="1593">
                  <c:v>4475.49</c:v>
                </c:pt>
                <c:pt idx="1594">
                  <c:v>4475.49</c:v>
                </c:pt>
                <c:pt idx="1595">
                  <c:v>4475.49</c:v>
                </c:pt>
                <c:pt idx="1596">
                  <c:v>4475.49</c:v>
                </c:pt>
                <c:pt idx="1597">
                  <c:v>4475.49</c:v>
                </c:pt>
                <c:pt idx="1598">
                  <c:v>4475.49</c:v>
                </c:pt>
                <c:pt idx="1599">
                  <c:v>4475.49</c:v>
                </c:pt>
                <c:pt idx="1600">
                  <c:v>4475.49</c:v>
                </c:pt>
                <c:pt idx="1601">
                  <c:v>4475.49</c:v>
                </c:pt>
                <c:pt idx="1602">
                  <c:v>4475.49</c:v>
                </c:pt>
                <c:pt idx="1603">
                  <c:v>4475.49</c:v>
                </c:pt>
                <c:pt idx="1604">
                  <c:v>4475.49</c:v>
                </c:pt>
                <c:pt idx="1605">
                  <c:v>4475.49</c:v>
                </c:pt>
                <c:pt idx="1606">
                  <c:v>4475.49</c:v>
                </c:pt>
                <c:pt idx="1607">
                  <c:v>4475.49</c:v>
                </c:pt>
                <c:pt idx="1608">
                  <c:v>4475.49</c:v>
                </c:pt>
                <c:pt idx="1609">
                  <c:v>4475.49</c:v>
                </c:pt>
                <c:pt idx="1610">
                  <c:v>4475.49</c:v>
                </c:pt>
                <c:pt idx="1611">
                  <c:v>4475.49</c:v>
                </c:pt>
                <c:pt idx="1612">
                  <c:v>4475.49</c:v>
                </c:pt>
                <c:pt idx="1613">
                  <c:v>4475.49</c:v>
                </c:pt>
                <c:pt idx="1614">
                  <c:v>4475.49</c:v>
                </c:pt>
                <c:pt idx="1615">
                  <c:v>4475.49</c:v>
                </c:pt>
                <c:pt idx="1616">
                  <c:v>4924.7</c:v>
                </c:pt>
                <c:pt idx="1617">
                  <c:v>4924.7</c:v>
                </c:pt>
                <c:pt idx="1618">
                  <c:v>4924.7</c:v>
                </c:pt>
                <c:pt idx="1619">
                  <c:v>4924.7</c:v>
                </c:pt>
                <c:pt idx="1620">
                  <c:v>4924.7</c:v>
                </c:pt>
                <c:pt idx="1621">
                  <c:v>4924.7</c:v>
                </c:pt>
                <c:pt idx="1622">
                  <c:v>4924.7</c:v>
                </c:pt>
                <c:pt idx="1623">
                  <c:v>4924.7</c:v>
                </c:pt>
                <c:pt idx="1624">
                  <c:v>4924.7</c:v>
                </c:pt>
                <c:pt idx="1625">
                  <c:v>4924.7</c:v>
                </c:pt>
                <c:pt idx="1626">
                  <c:v>4924.7</c:v>
                </c:pt>
                <c:pt idx="1627">
                  <c:v>4924.7</c:v>
                </c:pt>
                <c:pt idx="1628">
                  <c:v>4924.7</c:v>
                </c:pt>
                <c:pt idx="1629">
                  <c:v>4924.7</c:v>
                </c:pt>
                <c:pt idx="1630">
                  <c:v>4924.7</c:v>
                </c:pt>
                <c:pt idx="1631">
                  <c:v>4924.7</c:v>
                </c:pt>
                <c:pt idx="1632">
                  <c:v>4924.7</c:v>
                </c:pt>
                <c:pt idx="1633">
                  <c:v>4924.7</c:v>
                </c:pt>
                <c:pt idx="1634">
                  <c:v>4924.7</c:v>
                </c:pt>
                <c:pt idx="1635">
                  <c:v>4924.7</c:v>
                </c:pt>
                <c:pt idx="1636">
                  <c:v>4924.7</c:v>
                </c:pt>
                <c:pt idx="1637">
                  <c:v>4924.7</c:v>
                </c:pt>
                <c:pt idx="1638">
                  <c:v>4924.7</c:v>
                </c:pt>
                <c:pt idx="1639">
                  <c:v>4924.7</c:v>
                </c:pt>
                <c:pt idx="1640">
                  <c:v>4924.7</c:v>
                </c:pt>
                <c:pt idx="1641">
                  <c:v>4924.7</c:v>
                </c:pt>
                <c:pt idx="1642">
                  <c:v>4924.7</c:v>
                </c:pt>
                <c:pt idx="1643">
                  <c:v>4924.7</c:v>
                </c:pt>
                <c:pt idx="1644">
                  <c:v>4924.7</c:v>
                </c:pt>
                <c:pt idx="1645">
                  <c:v>4924.7</c:v>
                </c:pt>
                <c:pt idx="1646">
                  <c:v>4924.7</c:v>
                </c:pt>
                <c:pt idx="1647">
                  <c:v>4924.7</c:v>
                </c:pt>
                <c:pt idx="1648">
                  <c:v>4924.7</c:v>
                </c:pt>
                <c:pt idx="1649">
                  <c:v>4924.7</c:v>
                </c:pt>
                <c:pt idx="1650">
                  <c:v>4924.7</c:v>
                </c:pt>
                <c:pt idx="1651">
                  <c:v>4924.7</c:v>
                </c:pt>
                <c:pt idx="1652">
                  <c:v>4924.7</c:v>
                </c:pt>
                <c:pt idx="1653">
                  <c:v>4924.7</c:v>
                </c:pt>
                <c:pt idx="1654">
                  <c:v>4924.7</c:v>
                </c:pt>
                <c:pt idx="1655">
                  <c:v>4924.7</c:v>
                </c:pt>
                <c:pt idx="1656">
                  <c:v>5377.24</c:v>
                </c:pt>
                <c:pt idx="1657">
                  <c:v>5377.24</c:v>
                </c:pt>
                <c:pt idx="1658">
                  <c:v>5377.24</c:v>
                </c:pt>
                <c:pt idx="1659">
                  <c:v>5377.24</c:v>
                </c:pt>
                <c:pt idx="1660">
                  <c:v>5377.24</c:v>
                </c:pt>
                <c:pt idx="1661">
                  <c:v>5377.24</c:v>
                </c:pt>
                <c:pt idx="1662">
                  <c:v>5377.24</c:v>
                </c:pt>
                <c:pt idx="1663">
                  <c:v>5377.24</c:v>
                </c:pt>
                <c:pt idx="1664">
                  <c:v>5377.24</c:v>
                </c:pt>
                <c:pt idx="1665">
                  <c:v>5377.24</c:v>
                </c:pt>
                <c:pt idx="1666">
                  <c:v>5377.24</c:v>
                </c:pt>
                <c:pt idx="1667">
                  <c:v>5377.24</c:v>
                </c:pt>
                <c:pt idx="1668">
                  <c:v>5377.24</c:v>
                </c:pt>
                <c:pt idx="1669">
                  <c:v>5377.24</c:v>
                </c:pt>
                <c:pt idx="1670">
                  <c:v>5377.24</c:v>
                </c:pt>
                <c:pt idx="1671">
                  <c:v>5377.24</c:v>
                </c:pt>
                <c:pt idx="1672">
                  <c:v>5377.24</c:v>
                </c:pt>
                <c:pt idx="1673">
                  <c:v>5377.24</c:v>
                </c:pt>
                <c:pt idx="1674">
                  <c:v>5377.24</c:v>
                </c:pt>
                <c:pt idx="1675">
                  <c:v>5377.24</c:v>
                </c:pt>
                <c:pt idx="1676">
                  <c:v>5377.24</c:v>
                </c:pt>
                <c:pt idx="1677">
                  <c:v>5377.24</c:v>
                </c:pt>
                <c:pt idx="1678">
                  <c:v>5377.24</c:v>
                </c:pt>
                <c:pt idx="1679">
                  <c:v>5377.24</c:v>
                </c:pt>
                <c:pt idx="1680">
                  <c:v>5377.24</c:v>
                </c:pt>
                <c:pt idx="1681">
                  <c:v>5377.24</c:v>
                </c:pt>
                <c:pt idx="1682">
                  <c:v>5377.24</c:v>
                </c:pt>
                <c:pt idx="1683">
                  <c:v>5377.24</c:v>
                </c:pt>
                <c:pt idx="1684">
                  <c:v>5377.24</c:v>
                </c:pt>
                <c:pt idx="1685">
                  <c:v>5377.24</c:v>
                </c:pt>
                <c:pt idx="1686">
                  <c:v>5377.24</c:v>
                </c:pt>
                <c:pt idx="1687">
                  <c:v>5377.24</c:v>
                </c:pt>
                <c:pt idx="1688">
                  <c:v>5377.24</c:v>
                </c:pt>
                <c:pt idx="1689">
                  <c:v>5377.24</c:v>
                </c:pt>
                <c:pt idx="1690">
                  <c:v>5377.24</c:v>
                </c:pt>
                <c:pt idx="1691">
                  <c:v>5377.24</c:v>
                </c:pt>
                <c:pt idx="1692">
                  <c:v>5377.24</c:v>
                </c:pt>
                <c:pt idx="1693">
                  <c:v>5377.24</c:v>
                </c:pt>
                <c:pt idx="1694">
                  <c:v>5377.24</c:v>
                </c:pt>
                <c:pt idx="1695">
                  <c:v>5377.24</c:v>
                </c:pt>
                <c:pt idx="1696">
                  <c:v>5377.24</c:v>
                </c:pt>
                <c:pt idx="1697">
                  <c:v>5377.24</c:v>
                </c:pt>
                <c:pt idx="1698">
                  <c:v>5377.24</c:v>
                </c:pt>
                <c:pt idx="1699">
                  <c:v>5377.24</c:v>
                </c:pt>
                <c:pt idx="1700">
                  <c:v>5377.24</c:v>
                </c:pt>
                <c:pt idx="1701">
                  <c:v>5377.24</c:v>
                </c:pt>
                <c:pt idx="1702">
                  <c:v>5377.24</c:v>
                </c:pt>
                <c:pt idx="1703">
                  <c:v>5377.24</c:v>
                </c:pt>
                <c:pt idx="1704">
                  <c:v>5377.24</c:v>
                </c:pt>
                <c:pt idx="1705">
                  <c:v>5377.24</c:v>
                </c:pt>
                <c:pt idx="1706">
                  <c:v>5377.24</c:v>
                </c:pt>
                <c:pt idx="1707">
                  <c:v>5377.24</c:v>
                </c:pt>
                <c:pt idx="1708">
                  <c:v>5377.24</c:v>
                </c:pt>
                <c:pt idx="1709">
                  <c:v>5377.24</c:v>
                </c:pt>
                <c:pt idx="1710">
                  <c:v>5377.24</c:v>
                </c:pt>
                <c:pt idx="1711">
                  <c:v>5377.24</c:v>
                </c:pt>
                <c:pt idx="1712">
                  <c:v>5377.24</c:v>
                </c:pt>
                <c:pt idx="1713">
                  <c:v>5377.24</c:v>
                </c:pt>
                <c:pt idx="1714">
                  <c:v>5377.24</c:v>
                </c:pt>
                <c:pt idx="1715">
                  <c:v>5377.24</c:v>
                </c:pt>
                <c:pt idx="1716">
                  <c:v>5377.24</c:v>
                </c:pt>
                <c:pt idx="1717">
                  <c:v>5377.24</c:v>
                </c:pt>
                <c:pt idx="1718">
                  <c:v>5377.24</c:v>
                </c:pt>
                <c:pt idx="1719">
                  <c:v>5377.24</c:v>
                </c:pt>
                <c:pt idx="1720">
                  <c:v>5377.24</c:v>
                </c:pt>
                <c:pt idx="1721">
                  <c:v>5377.24</c:v>
                </c:pt>
                <c:pt idx="1722">
                  <c:v>5377.24</c:v>
                </c:pt>
                <c:pt idx="1723">
                  <c:v>5377.24</c:v>
                </c:pt>
                <c:pt idx="1724">
                  <c:v>5377.24</c:v>
                </c:pt>
                <c:pt idx="1725">
                  <c:v>5377.24</c:v>
                </c:pt>
                <c:pt idx="1726">
                  <c:v>5377.24</c:v>
                </c:pt>
                <c:pt idx="1727">
                  <c:v>5377.24</c:v>
                </c:pt>
                <c:pt idx="1728">
                  <c:v>5670.06</c:v>
                </c:pt>
                <c:pt idx="1729">
                  <c:v>5670.06</c:v>
                </c:pt>
                <c:pt idx="1730">
                  <c:v>5670.06</c:v>
                </c:pt>
                <c:pt idx="1731">
                  <c:v>5670.06</c:v>
                </c:pt>
                <c:pt idx="1732">
                  <c:v>5670.06</c:v>
                </c:pt>
                <c:pt idx="1733">
                  <c:v>5670.06</c:v>
                </c:pt>
                <c:pt idx="1734">
                  <c:v>5670.06</c:v>
                </c:pt>
                <c:pt idx="1735">
                  <c:v>5670.06</c:v>
                </c:pt>
                <c:pt idx="1736">
                  <c:v>5670.06</c:v>
                </c:pt>
                <c:pt idx="1737">
                  <c:v>5670.06</c:v>
                </c:pt>
                <c:pt idx="1738">
                  <c:v>5670.06</c:v>
                </c:pt>
                <c:pt idx="1739">
                  <c:v>5670.06</c:v>
                </c:pt>
                <c:pt idx="1740">
                  <c:v>5670.06</c:v>
                </c:pt>
                <c:pt idx="1741">
                  <c:v>5670.06</c:v>
                </c:pt>
                <c:pt idx="1742">
                  <c:v>5670.06</c:v>
                </c:pt>
                <c:pt idx="1743">
                  <c:v>5670.06</c:v>
                </c:pt>
                <c:pt idx="1744">
                  <c:v>5670.06</c:v>
                </c:pt>
                <c:pt idx="1745">
                  <c:v>5670.06</c:v>
                </c:pt>
                <c:pt idx="1746">
                  <c:v>5670.06</c:v>
                </c:pt>
                <c:pt idx="1747">
                  <c:v>5670.06</c:v>
                </c:pt>
                <c:pt idx="1748">
                  <c:v>5670.06</c:v>
                </c:pt>
                <c:pt idx="1749">
                  <c:v>5670.06</c:v>
                </c:pt>
                <c:pt idx="1750">
                  <c:v>5670.06</c:v>
                </c:pt>
                <c:pt idx="1751">
                  <c:v>5670.06</c:v>
                </c:pt>
                <c:pt idx="1752">
                  <c:v>5670.06</c:v>
                </c:pt>
                <c:pt idx="1753">
                  <c:v>5670.06</c:v>
                </c:pt>
                <c:pt idx="1754">
                  <c:v>5670.06</c:v>
                </c:pt>
                <c:pt idx="1755">
                  <c:v>5670.06</c:v>
                </c:pt>
                <c:pt idx="1756">
                  <c:v>5670.06</c:v>
                </c:pt>
                <c:pt idx="1757">
                  <c:v>5670.06</c:v>
                </c:pt>
                <c:pt idx="1758">
                  <c:v>5670.06</c:v>
                </c:pt>
                <c:pt idx="1759">
                  <c:v>5670.06</c:v>
                </c:pt>
                <c:pt idx="1760">
                  <c:v>5670.06</c:v>
                </c:pt>
                <c:pt idx="1761">
                  <c:v>5670.06</c:v>
                </c:pt>
                <c:pt idx="1762">
                  <c:v>5670.06</c:v>
                </c:pt>
                <c:pt idx="1763">
                  <c:v>5670.06</c:v>
                </c:pt>
                <c:pt idx="1764">
                  <c:v>5670.06</c:v>
                </c:pt>
                <c:pt idx="1765">
                  <c:v>5670.06</c:v>
                </c:pt>
                <c:pt idx="1766">
                  <c:v>5670.06</c:v>
                </c:pt>
                <c:pt idx="1767">
                  <c:v>5670.06</c:v>
                </c:pt>
                <c:pt idx="1768">
                  <c:v>5670.06</c:v>
                </c:pt>
                <c:pt idx="1769">
                  <c:v>5670.06</c:v>
                </c:pt>
                <c:pt idx="1770">
                  <c:v>5670.06</c:v>
                </c:pt>
                <c:pt idx="1771">
                  <c:v>5670.06</c:v>
                </c:pt>
                <c:pt idx="1772">
                  <c:v>5670.06</c:v>
                </c:pt>
                <c:pt idx="1773">
                  <c:v>5670.06</c:v>
                </c:pt>
                <c:pt idx="1774">
                  <c:v>5670.06</c:v>
                </c:pt>
                <c:pt idx="1775">
                  <c:v>5670.06</c:v>
                </c:pt>
                <c:pt idx="1776">
                  <c:v>8272.17</c:v>
                </c:pt>
                <c:pt idx="1777">
                  <c:v>8272.17</c:v>
                </c:pt>
                <c:pt idx="1778">
                  <c:v>8272.17</c:v>
                </c:pt>
                <c:pt idx="1779">
                  <c:v>8272.17</c:v>
                </c:pt>
                <c:pt idx="1780">
                  <c:v>8272.17</c:v>
                </c:pt>
                <c:pt idx="1781">
                  <c:v>8272.17</c:v>
                </c:pt>
                <c:pt idx="1782">
                  <c:v>8272.17</c:v>
                </c:pt>
                <c:pt idx="1783">
                  <c:v>8272.17</c:v>
                </c:pt>
                <c:pt idx="1784">
                  <c:v>8272.17</c:v>
                </c:pt>
                <c:pt idx="1785">
                  <c:v>8272.17</c:v>
                </c:pt>
                <c:pt idx="1786">
                  <c:v>8272.17</c:v>
                </c:pt>
                <c:pt idx="1787">
                  <c:v>8272.17</c:v>
                </c:pt>
                <c:pt idx="1788">
                  <c:v>8272.17</c:v>
                </c:pt>
                <c:pt idx="1789">
                  <c:v>8272.17</c:v>
                </c:pt>
                <c:pt idx="1790">
                  <c:v>8272.17</c:v>
                </c:pt>
                <c:pt idx="1791">
                  <c:v>8272.17</c:v>
                </c:pt>
                <c:pt idx="1792">
                  <c:v>8272.17</c:v>
                </c:pt>
                <c:pt idx="1793">
                  <c:v>8272.17</c:v>
                </c:pt>
                <c:pt idx="1794">
                  <c:v>8272.17</c:v>
                </c:pt>
                <c:pt idx="1795">
                  <c:v>8272.17</c:v>
                </c:pt>
                <c:pt idx="1796">
                  <c:v>8272.17</c:v>
                </c:pt>
                <c:pt idx="1797">
                  <c:v>8272.17</c:v>
                </c:pt>
                <c:pt idx="1798">
                  <c:v>8272.17</c:v>
                </c:pt>
                <c:pt idx="1799">
                  <c:v>8272.17</c:v>
                </c:pt>
                <c:pt idx="1800">
                  <c:v>8272.17</c:v>
                </c:pt>
                <c:pt idx="1801">
                  <c:v>8272.17</c:v>
                </c:pt>
                <c:pt idx="1802">
                  <c:v>8272.17</c:v>
                </c:pt>
                <c:pt idx="1803">
                  <c:v>8272.17</c:v>
                </c:pt>
                <c:pt idx="1804">
                  <c:v>7706.49</c:v>
                </c:pt>
                <c:pt idx="1805">
                  <c:v>7706.49</c:v>
                </c:pt>
                <c:pt idx="1806">
                  <c:v>7706.49</c:v>
                </c:pt>
                <c:pt idx="1807">
                  <c:v>7706.49</c:v>
                </c:pt>
                <c:pt idx="1808">
                  <c:v>7706.49</c:v>
                </c:pt>
                <c:pt idx="1809">
                  <c:v>7706.49</c:v>
                </c:pt>
                <c:pt idx="1810">
                  <c:v>7706.49</c:v>
                </c:pt>
                <c:pt idx="1811">
                  <c:v>7706.49</c:v>
                </c:pt>
                <c:pt idx="1812">
                  <c:v>7706.49</c:v>
                </c:pt>
                <c:pt idx="1813">
                  <c:v>7706.49</c:v>
                </c:pt>
                <c:pt idx="1814">
                  <c:v>7706.49</c:v>
                </c:pt>
                <c:pt idx="1815">
                  <c:v>7706.49</c:v>
                </c:pt>
                <c:pt idx="1816">
                  <c:v>7706.49</c:v>
                </c:pt>
                <c:pt idx="1817">
                  <c:v>7706.49</c:v>
                </c:pt>
                <c:pt idx="1818">
                  <c:v>7706.49</c:v>
                </c:pt>
                <c:pt idx="1819">
                  <c:v>7706.49</c:v>
                </c:pt>
                <c:pt idx="1820">
                  <c:v>7706.49</c:v>
                </c:pt>
                <c:pt idx="1821">
                  <c:v>7706.49</c:v>
                </c:pt>
                <c:pt idx="1822">
                  <c:v>7240.64</c:v>
                </c:pt>
                <c:pt idx="1823">
                  <c:v>7240.64</c:v>
                </c:pt>
                <c:pt idx="1824">
                  <c:v>7240.64</c:v>
                </c:pt>
                <c:pt idx="1825">
                  <c:v>7240.64</c:v>
                </c:pt>
                <c:pt idx="1826">
                  <c:v>7289.6</c:v>
                </c:pt>
                <c:pt idx="1827">
                  <c:v>7289.6</c:v>
                </c:pt>
                <c:pt idx="1828">
                  <c:v>7289.6</c:v>
                </c:pt>
                <c:pt idx="1829">
                  <c:v>7289.6</c:v>
                </c:pt>
                <c:pt idx="1830">
                  <c:v>7289.6</c:v>
                </c:pt>
                <c:pt idx="1831">
                  <c:v>7289.6</c:v>
                </c:pt>
                <c:pt idx="1832">
                  <c:v>7289.6</c:v>
                </c:pt>
                <c:pt idx="1833">
                  <c:v>7289.6</c:v>
                </c:pt>
                <c:pt idx="1834">
                  <c:v>7289.6</c:v>
                </c:pt>
                <c:pt idx="1835">
                  <c:v>7289.6</c:v>
                </c:pt>
                <c:pt idx="1836">
                  <c:v>7289.6</c:v>
                </c:pt>
                <c:pt idx="1837">
                  <c:v>7289.6</c:v>
                </c:pt>
                <c:pt idx="1838">
                  <c:v>7289.6</c:v>
                </c:pt>
                <c:pt idx="1839">
                  <c:v>7289.6</c:v>
                </c:pt>
                <c:pt idx="1840">
                  <c:v>7289.6</c:v>
                </c:pt>
                <c:pt idx="1841">
                  <c:v>7289.6</c:v>
                </c:pt>
                <c:pt idx="1842">
                  <c:v>7289.6</c:v>
                </c:pt>
                <c:pt idx="1843">
                  <c:v>6619.6</c:v>
                </c:pt>
                <c:pt idx="1844">
                  <c:v>6619.6</c:v>
                </c:pt>
                <c:pt idx="1845">
                  <c:v>6619.6</c:v>
                </c:pt>
                <c:pt idx="1846">
                  <c:v>6619.6</c:v>
                </c:pt>
                <c:pt idx="1847">
                  <c:v>6619.6</c:v>
                </c:pt>
                <c:pt idx="1848">
                  <c:v>6619.6</c:v>
                </c:pt>
                <c:pt idx="1849">
                  <c:v>6619.6</c:v>
                </c:pt>
                <c:pt idx="1850">
                  <c:v>6485.6</c:v>
                </c:pt>
                <c:pt idx="1851">
                  <c:v>6485.6</c:v>
                </c:pt>
                <c:pt idx="1852">
                  <c:v>6485.6</c:v>
                </c:pt>
                <c:pt idx="1853">
                  <c:v>6485.6</c:v>
                </c:pt>
                <c:pt idx="1854">
                  <c:v>6485.6</c:v>
                </c:pt>
                <c:pt idx="1855">
                  <c:v>6485.6</c:v>
                </c:pt>
                <c:pt idx="1856">
                  <c:v>6485.6</c:v>
                </c:pt>
                <c:pt idx="1857">
                  <c:v>6472.34</c:v>
                </c:pt>
                <c:pt idx="1858">
                  <c:v>6472.34</c:v>
                </c:pt>
                <c:pt idx="1859">
                  <c:v>6472.34</c:v>
                </c:pt>
                <c:pt idx="1860">
                  <c:v>6472.34</c:v>
                </c:pt>
                <c:pt idx="1861">
                  <c:v>6472.34</c:v>
                </c:pt>
                <c:pt idx="1862">
                  <c:v>6472.34</c:v>
                </c:pt>
                <c:pt idx="1863">
                  <c:v>6472.34</c:v>
                </c:pt>
                <c:pt idx="1864">
                  <c:v>6495.09</c:v>
                </c:pt>
                <c:pt idx="1865">
                  <c:v>6495.09</c:v>
                </c:pt>
                <c:pt idx="1866">
                  <c:v>6495.09</c:v>
                </c:pt>
                <c:pt idx="1867">
                  <c:v>6495.09</c:v>
                </c:pt>
                <c:pt idx="1868">
                  <c:v>6495.09</c:v>
                </c:pt>
                <c:pt idx="1869">
                  <c:v>6495.09</c:v>
                </c:pt>
                <c:pt idx="1870">
                  <c:v>6495.09</c:v>
                </c:pt>
                <c:pt idx="1871">
                  <c:v>6534.29</c:v>
                </c:pt>
                <c:pt idx="1872">
                  <c:v>6534.29</c:v>
                </c:pt>
                <c:pt idx="1873">
                  <c:v>6534.29</c:v>
                </c:pt>
                <c:pt idx="1874">
                  <c:v>6534.29</c:v>
                </c:pt>
                <c:pt idx="1875">
                  <c:v>6534.29</c:v>
                </c:pt>
                <c:pt idx="1876">
                  <c:v>6534.29</c:v>
                </c:pt>
                <c:pt idx="1877">
                  <c:v>6534.29</c:v>
                </c:pt>
                <c:pt idx="1878">
                  <c:v>6239.03</c:v>
                </c:pt>
                <c:pt idx="1879">
                  <c:v>6239.03</c:v>
                </c:pt>
                <c:pt idx="1880">
                  <c:v>6239.03</c:v>
                </c:pt>
                <c:pt idx="1881">
                  <c:v>6239.03</c:v>
                </c:pt>
                <c:pt idx="1882">
                  <c:v>6239.03</c:v>
                </c:pt>
                <c:pt idx="1883">
                  <c:v>6239.03</c:v>
                </c:pt>
                <c:pt idx="1884">
                  <c:v>6239.03</c:v>
                </c:pt>
                <c:pt idx="1885">
                  <c:v>6231.18</c:v>
                </c:pt>
                <c:pt idx="1886">
                  <c:v>6231.18</c:v>
                </c:pt>
                <c:pt idx="1887">
                  <c:v>6231.18</c:v>
                </c:pt>
                <c:pt idx="1888">
                  <c:v>6231.18</c:v>
                </c:pt>
                <c:pt idx="1889">
                  <c:v>6231.18</c:v>
                </c:pt>
                <c:pt idx="1890">
                  <c:v>6231.18</c:v>
                </c:pt>
                <c:pt idx="1891">
                  <c:v>6231.18</c:v>
                </c:pt>
                <c:pt idx="1892">
                  <c:v>5985.56</c:v>
                </c:pt>
                <c:pt idx="1893">
                  <c:v>5985.56</c:v>
                </c:pt>
                <c:pt idx="1894">
                  <c:v>5985.56</c:v>
                </c:pt>
                <c:pt idx="1895">
                  <c:v>5985.56</c:v>
                </c:pt>
                <c:pt idx="1896">
                  <c:v>5985.56</c:v>
                </c:pt>
                <c:pt idx="1897">
                  <c:v>5985.56</c:v>
                </c:pt>
                <c:pt idx="1898">
                  <c:v>5985.56</c:v>
                </c:pt>
                <c:pt idx="1899">
                  <c:v>5885.15</c:v>
                </c:pt>
                <c:pt idx="1900">
                  <c:v>5885.15</c:v>
                </c:pt>
                <c:pt idx="1901">
                  <c:v>5885.15</c:v>
                </c:pt>
                <c:pt idx="1902">
                  <c:v>5885.15</c:v>
                </c:pt>
                <c:pt idx="1903">
                  <c:v>5885.15</c:v>
                </c:pt>
                <c:pt idx="1904">
                  <c:v>5885.15</c:v>
                </c:pt>
                <c:pt idx="1905">
                  <c:v>5885.15</c:v>
                </c:pt>
                <c:pt idx="1906">
                  <c:v>5839.98</c:v>
                </c:pt>
                <c:pt idx="1907">
                  <c:v>5839.98</c:v>
                </c:pt>
                <c:pt idx="1908">
                  <c:v>5839.98</c:v>
                </c:pt>
                <c:pt idx="1909">
                  <c:v>5839.98</c:v>
                </c:pt>
                <c:pt idx="1910">
                  <c:v>5839.98</c:v>
                </c:pt>
                <c:pt idx="1911">
                  <c:v>5839.98</c:v>
                </c:pt>
                <c:pt idx="1912">
                  <c:v>5839.98</c:v>
                </c:pt>
                <c:pt idx="1913">
                  <c:v>5670.64</c:v>
                </c:pt>
                <c:pt idx="1914">
                  <c:v>5670.64</c:v>
                </c:pt>
                <c:pt idx="1915">
                  <c:v>5670.64</c:v>
                </c:pt>
                <c:pt idx="1916">
                  <c:v>5670.64</c:v>
                </c:pt>
                <c:pt idx="1917">
                  <c:v>5670.64</c:v>
                </c:pt>
                <c:pt idx="1918">
                  <c:v>5670.64</c:v>
                </c:pt>
                <c:pt idx="1919">
                  <c:v>5670.64</c:v>
                </c:pt>
                <c:pt idx="1920">
                  <c:v>5396.2</c:v>
                </c:pt>
                <c:pt idx="1921">
                  <c:v>5396.2</c:v>
                </c:pt>
                <c:pt idx="1922">
                  <c:v>5396.2</c:v>
                </c:pt>
                <c:pt idx="1923">
                  <c:v>5396.2</c:v>
                </c:pt>
                <c:pt idx="1924">
                  <c:v>5396.2</c:v>
                </c:pt>
                <c:pt idx="1925">
                  <c:v>5396.2</c:v>
                </c:pt>
                <c:pt idx="1926">
                  <c:v>5396.2</c:v>
                </c:pt>
                <c:pt idx="1927">
                  <c:v>5493.29</c:v>
                </c:pt>
                <c:pt idx="1928">
                  <c:v>5493.29</c:v>
                </c:pt>
                <c:pt idx="1929">
                  <c:v>5493.29</c:v>
                </c:pt>
                <c:pt idx="1930">
                  <c:v>5493.29</c:v>
                </c:pt>
                <c:pt idx="1931">
                  <c:v>5493.29</c:v>
                </c:pt>
                <c:pt idx="1932">
                  <c:v>5493.29</c:v>
                </c:pt>
                <c:pt idx="1933">
                  <c:v>5493.29</c:v>
                </c:pt>
                <c:pt idx="1934">
                  <c:v>5398.86</c:v>
                </c:pt>
                <c:pt idx="1935">
                  <c:v>5398.86</c:v>
                </c:pt>
                <c:pt idx="1936">
                  <c:v>5398.86</c:v>
                </c:pt>
                <c:pt idx="1937">
                  <c:v>5398.86</c:v>
                </c:pt>
                <c:pt idx="1938">
                  <c:v>5398.86</c:v>
                </c:pt>
                <c:pt idx="1939">
                  <c:v>5398.86</c:v>
                </c:pt>
                <c:pt idx="1940">
                  <c:v>5398.86</c:v>
                </c:pt>
                <c:pt idx="1941">
                  <c:v>5516.69</c:v>
                </c:pt>
                <c:pt idx="1942">
                  <c:v>5516.69</c:v>
                </c:pt>
                <c:pt idx="1943">
                  <c:v>5516.69</c:v>
                </c:pt>
                <c:pt idx="1944">
                  <c:v>5516.69</c:v>
                </c:pt>
                <c:pt idx="1945">
                  <c:v>5516.69</c:v>
                </c:pt>
                <c:pt idx="1946">
                  <c:v>5516.69</c:v>
                </c:pt>
                <c:pt idx="1947">
                  <c:v>5516.69</c:v>
                </c:pt>
                <c:pt idx="1948">
                  <c:v>5353.25</c:v>
                </c:pt>
                <c:pt idx="1949">
                  <c:v>5353.25</c:v>
                </c:pt>
                <c:pt idx="1950">
                  <c:v>5353.25</c:v>
                </c:pt>
                <c:pt idx="1951">
                  <c:v>5353.25</c:v>
                </c:pt>
                <c:pt idx="1952">
                  <c:v>5353.25</c:v>
                </c:pt>
                <c:pt idx="1953">
                  <c:v>5360.04</c:v>
                </c:pt>
                <c:pt idx="1954">
                  <c:v>5360.04</c:v>
                </c:pt>
                <c:pt idx="1955">
                  <c:v>5360.04</c:v>
                </c:pt>
                <c:pt idx="1956">
                  <c:v>5360.04</c:v>
                </c:pt>
                <c:pt idx="1957">
                  <c:v>5360.04</c:v>
                </c:pt>
                <c:pt idx="1958">
                  <c:v>5360.04</c:v>
                </c:pt>
                <c:pt idx="1959">
                  <c:v>5360.04</c:v>
                </c:pt>
                <c:pt idx="1960">
                  <c:v>5360.04</c:v>
                </c:pt>
                <c:pt idx="1961">
                  <c:v>5360.04</c:v>
                </c:pt>
                <c:pt idx="1962">
                  <c:v>5360.04</c:v>
                </c:pt>
                <c:pt idx="1963">
                  <c:v>5360.04</c:v>
                </c:pt>
                <c:pt idx="1964">
                  <c:v>5360.04</c:v>
                </c:pt>
                <c:pt idx="1965">
                  <c:v>5360.04</c:v>
                </c:pt>
                <c:pt idx="1966">
                  <c:v>5360.04</c:v>
                </c:pt>
                <c:pt idx="1967">
                  <c:v>5360.04</c:v>
                </c:pt>
                <c:pt idx="1968">
                  <c:v>5360.04</c:v>
                </c:pt>
                <c:pt idx="1969">
                  <c:v>5374.54</c:v>
                </c:pt>
                <c:pt idx="1970">
                  <c:v>5374.54</c:v>
                </c:pt>
                <c:pt idx="1971">
                  <c:v>5374.54</c:v>
                </c:pt>
                <c:pt idx="1972">
                  <c:v>5374.54</c:v>
                </c:pt>
                <c:pt idx="1973">
                  <c:v>5374.54</c:v>
                </c:pt>
                <c:pt idx="1974">
                  <c:v>5374.54</c:v>
                </c:pt>
                <c:pt idx="1975">
                  <c:v>5374.54</c:v>
                </c:pt>
                <c:pt idx="1976">
                  <c:v>5011.6899999999996</c:v>
                </c:pt>
                <c:pt idx="1977">
                  <c:v>5011.6899999999996</c:v>
                </c:pt>
                <c:pt idx="1978">
                  <c:v>5011.6899999999996</c:v>
                </c:pt>
                <c:pt idx="1979">
                  <c:v>5011.6899999999996</c:v>
                </c:pt>
                <c:pt idx="1980">
                  <c:v>5011.6899999999996</c:v>
                </c:pt>
                <c:pt idx="1981">
                  <c:v>5011.6899999999996</c:v>
                </c:pt>
                <c:pt idx="1982">
                  <c:v>5011.6899999999996</c:v>
                </c:pt>
                <c:pt idx="1983">
                  <c:v>5071.59</c:v>
                </c:pt>
                <c:pt idx="1984">
                  <c:v>5071.59</c:v>
                </c:pt>
                <c:pt idx="1985">
                  <c:v>5071.59</c:v>
                </c:pt>
                <c:pt idx="1986">
                  <c:v>5071.59</c:v>
                </c:pt>
                <c:pt idx="1987">
                  <c:v>5071.59</c:v>
                </c:pt>
                <c:pt idx="1988">
                  <c:v>5071.59</c:v>
                </c:pt>
                <c:pt idx="1989">
                  <c:v>5071.59</c:v>
                </c:pt>
                <c:pt idx="1990">
                  <c:v>5026.3</c:v>
                </c:pt>
                <c:pt idx="1991">
                  <c:v>5026.3</c:v>
                </c:pt>
                <c:pt idx="1992">
                  <c:v>5026.3</c:v>
                </c:pt>
                <c:pt idx="1993">
                  <c:v>5026.3</c:v>
                </c:pt>
                <c:pt idx="1994">
                  <c:v>5026.3</c:v>
                </c:pt>
                <c:pt idx="1995">
                  <c:v>5026.3</c:v>
                </c:pt>
                <c:pt idx="1996">
                  <c:v>5026.3</c:v>
                </c:pt>
                <c:pt idx="1997">
                  <c:v>4940.82</c:v>
                </c:pt>
                <c:pt idx="1998">
                  <c:v>4940.82</c:v>
                </c:pt>
                <c:pt idx="1999">
                  <c:v>4940.82</c:v>
                </c:pt>
                <c:pt idx="2000">
                  <c:v>4940.82</c:v>
                </c:pt>
                <c:pt idx="2001">
                  <c:v>4958.0600000000004</c:v>
                </c:pt>
                <c:pt idx="2002">
                  <c:v>4958.0600000000004</c:v>
                </c:pt>
                <c:pt idx="2003">
                  <c:v>4958.0600000000004</c:v>
                </c:pt>
                <c:pt idx="2004">
                  <c:v>4958.0600000000004</c:v>
                </c:pt>
                <c:pt idx="2005">
                  <c:v>4958.0600000000004</c:v>
                </c:pt>
                <c:pt idx="2006">
                  <c:v>4958.0600000000004</c:v>
                </c:pt>
                <c:pt idx="2007">
                  <c:v>4958.0600000000004</c:v>
                </c:pt>
                <c:pt idx="2008">
                  <c:v>4958.0600000000004</c:v>
                </c:pt>
                <c:pt idx="2009">
                  <c:v>4958.0600000000004</c:v>
                </c:pt>
                <c:pt idx="2010">
                  <c:v>4958.0600000000004</c:v>
                </c:pt>
                <c:pt idx="2011">
                  <c:v>4902.67</c:v>
                </c:pt>
                <c:pt idx="2012">
                  <c:v>4902.67</c:v>
                </c:pt>
                <c:pt idx="2013">
                  <c:v>4902.67</c:v>
                </c:pt>
                <c:pt idx="2014">
                  <c:v>4902.67</c:v>
                </c:pt>
                <c:pt idx="2015">
                  <c:v>4902.67</c:v>
                </c:pt>
                <c:pt idx="2016">
                  <c:v>4902.67</c:v>
                </c:pt>
                <c:pt idx="2017">
                  <c:v>4902.67</c:v>
                </c:pt>
                <c:pt idx="2018">
                  <c:v>4690.2299999999996</c:v>
                </c:pt>
                <c:pt idx="2019">
                  <c:v>4690.2299999999996</c:v>
                </c:pt>
                <c:pt idx="2020">
                  <c:v>4690.2299999999996</c:v>
                </c:pt>
                <c:pt idx="2021">
                  <c:v>4690.2299999999996</c:v>
                </c:pt>
                <c:pt idx="2022">
                  <c:v>4690.2299999999996</c:v>
                </c:pt>
                <c:pt idx="2023">
                  <c:v>4690.2299999999996</c:v>
                </c:pt>
                <c:pt idx="2024">
                  <c:v>4690.2299999999996</c:v>
                </c:pt>
                <c:pt idx="2025">
                  <c:v>4703.91</c:v>
                </c:pt>
                <c:pt idx="2026">
                  <c:v>4703.91</c:v>
                </c:pt>
                <c:pt idx="2027">
                  <c:v>4703.91</c:v>
                </c:pt>
                <c:pt idx="2028">
                  <c:v>4703.91</c:v>
                </c:pt>
                <c:pt idx="2029">
                  <c:v>4703.91</c:v>
                </c:pt>
                <c:pt idx="2030">
                  <c:v>4703.91</c:v>
                </c:pt>
                <c:pt idx="2031">
                  <c:v>4703.91</c:v>
                </c:pt>
                <c:pt idx="2032">
                  <c:v>4495.76</c:v>
                </c:pt>
                <c:pt idx="2033">
                  <c:v>4495.76</c:v>
                </c:pt>
                <c:pt idx="2034">
                  <c:v>4495.76</c:v>
                </c:pt>
                <c:pt idx="2035">
                  <c:v>4495.76</c:v>
                </c:pt>
                <c:pt idx="2036">
                  <c:v>4495.76</c:v>
                </c:pt>
                <c:pt idx="2037">
                  <c:v>4495.76</c:v>
                </c:pt>
                <c:pt idx="2038">
                  <c:v>4495.76</c:v>
                </c:pt>
                <c:pt idx="2039">
                  <c:v>4659.32</c:v>
                </c:pt>
                <c:pt idx="2040">
                  <c:v>4659.32</c:v>
                </c:pt>
                <c:pt idx="2041">
                  <c:v>4659.32</c:v>
                </c:pt>
                <c:pt idx="2042">
                  <c:v>4659.32</c:v>
                </c:pt>
                <c:pt idx="2043">
                  <c:v>4659.32</c:v>
                </c:pt>
                <c:pt idx="2044">
                  <c:v>4659.32</c:v>
                </c:pt>
                <c:pt idx="2045">
                  <c:v>4659.32</c:v>
                </c:pt>
                <c:pt idx="2046">
                  <c:v>4610</c:v>
                </c:pt>
                <c:pt idx="2047">
                  <c:v>4610</c:v>
                </c:pt>
                <c:pt idx="2048">
                  <c:v>4610</c:v>
                </c:pt>
                <c:pt idx="2049">
                  <c:v>4610</c:v>
                </c:pt>
                <c:pt idx="2050">
                  <c:v>4610</c:v>
                </c:pt>
                <c:pt idx="2051">
                  <c:v>4610</c:v>
                </c:pt>
                <c:pt idx="2052">
                  <c:v>4052</c:v>
                </c:pt>
                <c:pt idx="2053">
                  <c:v>4052</c:v>
                </c:pt>
                <c:pt idx="2054">
                  <c:v>4052</c:v>
                </c:pt>
                <c:pt idx="2055">
                  <c:v>4052</c:v>
                </c:pt>
                <c:pt idx="2056">
                  <c:v>4052</c:v>
                </c:pt>
                <c:pt idx="2057">
                  <c:v>4052</c:v>
                </c:pt>
                <c:pt idx="2058">
                  <c:v>4052</c:v>
                </c:pt>
                <c:pt idx="2059">
                  <c:v>4529</c:v>
                </c:pt>
                <c:pt idx="2060">
                  <c:v>4462</c:v>
                </c:pt>
                <c:pt idx="2061">
                  <c:v>4462</c:v>
                </c:pt>
                <c:pt idx="2062">
                  <c:v>4462</c:v>
                </c:pt>
                <c:pt idx="2063">
                  <c:v>4462</c:v>
                </c:pt>
                <c:pt idx="2064">
                  <c:v>4462</c:v>
                </c:pt>
                <c:pt idx="2065">
                  <c:v>4462</c:v>
                </c:pt>
                <c:pt idx="2066">
                  <c:v>4462</c:v>
                </c:pt>
                <c:pt idx="2067">
                  <c:v>4462</c:v>
                </c:pt>
                <c:pt idx="2068">
                  <c:v>4462</c:v>
                </c:pt>
                <c:pt idx="2069">
                  <c:v>4462</c:v>
                </c:pt>
                <c:pt idx="2070">
                  <c:v>4462</c:v>
                </c:pt>
                <c:pt idx="2071">
                  <c:v>4462</c:v>
                </c:pt>
                <c:pt idx="2072">
                  <c:v>4440.47</c:v>
                </c:pt>
                <c:pt idx="2073">
                  <c:v>4440.47</c:v>
                </c:pt>
                <c:pt idx="2074">
                  <c:v>4440.47</c:v>
                </c:pt>
                <c:pt idx="2075">
                  <c:v>4440.47</c:v>
                </c:pt>
                <c:pt idx="2076">
                  <c:v>4440.47</c:v>
                </c:pt>
                <c:pt idx="2077">
                  <c:v>4440.47</c:v>
                </c:pt>
                <c:pt idx="2078">
                  <c:v>4440.47</c:v>
                </c:pt>
                <c:pt idx="2079">
                  <c:v>4440.47</c:v>
                </c:pt>
                <c:pt idx="2080">
                  <c:v>4440.47</c:v>
                </c:pt>
                <c:pt idx="2081">
                  <c:v>4473.5600000000004</c:v>
                </c:pt>
                <c:pt idx="2082">
                  <c:v>4473.5600000000004</c:v>
                </c:pt>
                <c:pt idx="2083">
                  <c:v>4473.5600000000004</c:v>
                </c:pt>
                <c:pt idx="2084">
                  <c:v>4473.5600000000004</c:v>
                </c:pt>
                <c:pt idx="2085">
                  <c:v>4473.5600000000004</c:v>
                </c:pt>
                <c:pt idx="2086">
                  <c:v>4524.63</c:v>
                </c:pt>
                <c:pt idx="2087">
                  <c:v>4524.63</c:v>
                </c:pt>
                <c:pt idx="2088">
                  <c:v>4455.97</c:v>
                </c:pt>
                <c:pt idx="2089">
                  <c:v>4455.97</c:v>
                </c:pt>
                <c:pt idx="2090">
                  <c:v>4455.97</c:v>
                </c:pt>
                <c:pt idx="2091">
                  <c:v>4455.97</c:v>
                </c:pt>
                <c:pt idx="2092">
                  <c:v>4455.97</c:v>
                </c:pt>
                <c:pt idx="2093">
                  <c:v>4455.97</c:v>
                </c:pt>
                <c:pt idx="2094">
                  <c:v>4455.97</c:v>
                </c:pt>
                <c:pt idx="2095">
                  <c:v>4474.34</c:v>
                </c:pt>
                <c:pt idx="2096">
                  <c:v>4474.34</c:v>
                </c:pt>
                <c:pt idx="2097">
                  <c:v>4474.34</c:v>
                </c:pt>
                <c:pt idx="2098">
                  <c:v>4474.34</c:v>
                </c:pt>
                <c:pt idx="2099">
                  <c:v>4474.34</c:v>
                </c:pt>
                <c:pt idx="2100">
                  <c:v>4474.34</c:v>
                </c:pt>
                <c:pt idx="2101">
                  <c:v>4474.34</c:v>
                </c:pt>
                <c:pt idx="2102">
                  <c:v>4485.6899999999996</c:v>
                </c:pt>
                <c:pt idx="2103">
                  <c:v>4485.6899999999996</c:v>
                </c:pt>
                <c:pt idx="2104">
                  <c:v>4485.6899999999996</c:v>
                </c:pt>
                <c:pt idx="2105">
                  <c:v>4485.6899999999996</c:v>
                </c:pt>
                <c:pt idx="2106">
                  <c:v>4485.6899999999996</c:v>
                </c:pt>
                <c:pt idx="2107">
                  <c:v>4485.6899999999996</c:v>
                </c:pt>
                <c:pt idx="2108">
                  <c:v>4485.6899999999996</c:v>
                </c:pt>
                <c:pt idx="2109">
                  <c:v>4520.6099999999997</c:v>
                </c:pt>
                <c:pt idx="2110">
                  <c:v>4520.6099999999997</c:v>
                </c:pt>
                <c:pt idx="2111">
                  <c:v>4520.6099999999997</c:v>
                </c:pt>
                <c:pt idx="2112">
                  <c:v>4520.6099999999997</c:v>
                </c:pt>
                <c:pt idx="2113">
                  <c:v>4520.6099999999997</c:v>
                </c:pt>
                <c:pt idx="2114">
                  <c:v>4520.6099999999997</c:v>
                </c:pt>
                <c:pt idx="2115">
                  <c:v>4520.6099999999997</c:v>
                </c:pt>
                <c:pt idx="2116">
                  <c:v>4377.8999999999996</c:v>
                </c:pt>
                <c:pt idx="2117">
                  <c:v>4377.8999999999996</c:v>
                </c:pt>
                <c:pt idx="2118">
                  <c:v>4377.8999999999996</c:v>
                </c:pt>
                <c:pt idx="2119">
                  <c:v>4377.8999999999996</c:v>
                </c:pt>
                <c:pt idx="2120">
                  <c:v>4377.8999999999996</c:v>
                </c:pt>
                <c:pt idx="2121">
                  <c:v>4377.8999999999996</c:v>
                </c:pt>
                <c:pt idx="2122">
                  <c:v>4334.91</c:v>
                </c:pt>
                <c:pt idx="2123">
                  <c:v>4334.91</c:v>
                </c:pt>
                <c:pt idx="2124">
                  <c:v>4334.91</c:v>
                </c:pt>
                <c:pt idx="2125">
                  <c:v>4334.91</c:v>
                </c:pt>
                <c:pt idx="2126">
                  <c:v>4334.91</c:v>
                </c:pt>
                <c:pt idx="2127">
                  <c:v>4334.91</c:v>
                </c:pt>
                <c:pt idx="2128">
                  <c:v>4334.91</c:v>
                </c:pt>
                <c:pt idx="2129">
                  <c:v>4356.66</c:v>
                </c:pt>
                <c:pt idx="2130">
                  <c:v>4356.66</c:v>
                </c:pt>
                <c:pt idx="2131">
                  <c:v>4356.66</c:v>
                </c:pt>
                <c:pt idx="2132">
                  <c:v>4356.66</c:v>
                </c:pt>
                <c:pt idx="2133">
                  <c:v>4356.66</c:v>
                </c:pt>
                <c:pt idx="2134">
                  <c:v>4356.66</c:v>
                </c:pt>
                <c:pt idx="2135">
                  <c:v>4356.66</c:v>
                </c:pt>
                <c:pt idx="2136">
                  <c:v>4356.66</c:v>
                </c:pt>
                <c:pt idx="2137">
                  <c:v>4192.2299999999996</c:v>
                </c:pt>
                <c:pt idx="2138">
                  <c:v>4192.2299999999996</c:v>
                </c:pt>
                <c:pt idx="2139">
                  <c:v>4192.2299999999996</c:v>
                </c:pt>
                <c:pt idx="2140">
                  <c:v>4192.2299999999996</c:v>
                </c:pt>
                <c:pt idx="2141">
                  <c:v>4192.2299999999996</c:v>
                </c:pt>
                <c:pt idx="2142">
                  <c:v>4192.2299999999996</c:v>
                </c:pt>
                <c:pt idx="2143">
                  <c:v>4178.1099999999997</c:v>
                </c:pt>
                <c:pt idx="2144">
                  <c:v>4178.1099999999997</c:v>
                </c:pt>
                <c:pt idx="2145">
                  <c:v>4178.1099999999997</c:v>
                </c:pt>
                <c:pt idx="2146">
                  <c:v>4178.1099999999997</c:v>
                </c:pt>
                <c:pt idx="2147">
                  <c:v>4178.1099999999997</c:v>
                </c:pt>
                <c:pt idx="2148">
                  <c:v>4178.1099999999997</c:v>
                </c:pt>
                <c:pt idx="2149">
                  <c:v>4178.1099999999997</c:v>
                </c:pt>
                <c:pt idx="2150">
                  <c:v>4178.1099999999997</c:v>
                </c:pt>
                <c:pt idx="2151">
                  <c:v>4221.37</c:v>
                </c:pt>
                <c:pt idx="2152">
                  <c:v>4221.37</c:v>
                </c:pt>
                <c:pt idx="2153">
                  <c:v>4221.37</c:v>
                </c:pt>
                <c:pt idx="2154">
                  <c:v>4221.37</c:v>
                </c:pt>
                <c:pt idx="2155">
                  <c:v>4221.37</c:v>
                </c:pt>
                <c:pt idx="2156">
                  <c:v>4221.37</c:v>
                </c:pt>
                <c:pt idx="2157">
                  <c:v>4221.37</c:v>
                </c:pt>
                <c:pt idx="2158">
                  <c:v>4251.34</c:v>
                </c:pt>
                <c:pt idx="2159">
                  <c:v>4251.34</c:v>
                </c:pt>
                <c:pt idx="2160">
                  <c:v>4251.34</c:v>
                </c:pt>
                <c:pt idx="2161">
                  <c:v>4251.34</c:v>
                </c:pt>
                <c:pt idx="2162">
                  <c:v>3939.76</c:v>
                </c:pt>
                <c:pt idx="2163">
                  <c:v>3939.76</c:v>
                </c:pt>
                <c:pt idx="2164">
                  <c:v>3939.76</c:v>
                </c:pt>
                <c:pt idx="2165">
                  <c:v>3939.76</c:v>
                </c:pt>
                <c:pt idx="2166">
                  <c:v>3939.76</c:v>
                </c:pt>
                <c:pt idx="2167">
                  <c:v>3939.76</c:v>
                </c:pt>
                <c:pt idx="2168">
                  <c:v>3935.09</c:v>
                </c:pt>
                <c:pt idx="2169">
                  <c:v>3935.09</c:v>
                </c:pt>
                <c:pt idx="2170">
                  <c:v>3796.77</c:v>
                </c:pt>
                <c:pt idx="2171">
                  <c:v>3796.77</c:v>
                </c:pt>
                <c:pt idx="2172">
                  <c:v>3796.77</c:v>
                </c:pt>
                <c:pt idx="2173">
                  <c:v>3814.51</c:v>
                </c:pt>
                <c:pt idx="2174">
                  <c:v>3814.51</c:v>
                </c:pt>
                <c:pt idx="2175">
                  <c:v>3814.51</c:v>
                </c:pt>
                <c:pt idx="2176">
                  <c:v>3814.51</c:v>
                </c:pt>
                <c:pt idx="2177">
                  <c:v>3814.51</c:v>
                </c:pt>
                <c:pt idx="2178">
                  <c:v>3862.54</c:v>
                </c:pt>
                <c:pt idx="2179">
                  <c:v>3862.54</c:v>
                </c:pt>
                <c:pt idx="2180">
                  <c:v>3862.54</c:v>
                </c:pt>
                <c:pt idx="2181">
                  <c:v>3862.54</c:v>
                </c:pt>
                <c:pt idx="2182">
                  <c:v>3862.54</c:v>
                </c:pt>
                <c:pt idx="2183">
                  <c:v>3862.54</c:v>
                </c:pt>
                <c:pt idx="2184">
                  <c:v>3862.54</c:v>
                </c:pt>
                <c:pt idx="2185">
                  <c:v>3884.72</c:v>
                </c:pt>
                <c:pt idx="2186">
                  <c:v>3884.72</c:v>
                </c:pt>
                <c:pt idx="2187">
                  <c:v>3884.72</c:v>
                </c:pt>
                <c:pt idx="2188">
                  <c:v>3884.72</c:v>
                </c:pt>
                <c:pt idx="2189">
                  <c:v>3884.72</c:v>
                </c:pt>
                <c:pt idx="2190">
                  <c:v>3672.74</c:v>
                </c:pt>
                <c:pt idx="2191">
                  <c:v>3672.74</c:v>
                </c:pt>
                <c:pt idx="2192">
                  <c:v>3681.73</c:v>
                </c:pt>
                <c:pt idx="2193">
                  <c:v>3681.73</c:v>
                </c:pt>
                <c:pt idx="2194">
                  <c:v>3681.73</c:v>
                </c:pt>
                <c:pt idx="2195">
                  <c:v>3681.73</c:v>
                </c:pt>
                <c:pt idx="2196">
                  <c:v>3681.73</c:v>
                </c:pt>
                <c:pt idx="2197">
                  <c:v>3681.73</c:v>
                </c:pt>
                <c:pt idx="2198">
                  <c:v>3681.73</c:v>
                </c:pt>
                <c:pt idx="2199">
                  <c:v>3690.87</c:v>
                </c:pt>
                <c:pt idx="2200">
                  <c:v>3690.87</c:v>
                </c:pt>
                <c:pt idx="2201">
                  <c:v>3690.87</c:v>
                </c:pt>
                <c:pt idx="2202">
                  <c:v>3690.87</c:v>
                </c:pt>
                <c:pt idx="2203">
                  <c:v>3690.87</c:v>
                </c:pt>
                <c:pt idx="2204">
                  <c:v>3335.29</c:v>
                </c:pt>
                <c:pt idx="2205">
                  <c:v>3335.29</c:v>
                </c:pt>
                <c:pt idx="2206">
                  <c:v>3343.45</c:v>
                </c:pt>
                <c:pt idx="2207">
                  <c:v>3343.45</c:v>
                </c:pt>
                <c:pt idx="2208">
                  <c:v>3343.45</c:v>
                </c:pt>
                <c:pt idx="2209">
                  <c:v>3343.45</c:v>
                </c:pt>
                <c:pt idx="2210">
                  <c:v>3343.45</c:v>
                </c:pt>
                <c:pt idx="2211">
                  <c:v>3343.45</c:v>
                </c:pt>
                <c:pt idx="2212">
                  <c:v>3343.45</c:v>
                </c:pt>
                <c:pt idx="2213">
                  <c:v>3343.45</c:v>
                </c:pt>
                <c:pt idx="2214">
                  <c:v>3223.6</c:v>
                </c:pt>
                <c:pt idx="2215">
                  <c:v>3223.6</c:v>
                </c:pt>
                <c:pt idx="2216">
                  <c:v>3223.6</c:v>
                </c:pt>
                <c:pt idx="2217">
                  <c:v>3223.6</c:v>
                </c:pt>
                <c:pt idx="2218">
                  <c:v>3223.6</c:v>
                </c:pt>
                <c:pt idx="2219">
                  <c:v>3223.6</c:v>
                </c:pt>
                <c:pt idx="2220">
                  <c:v>3223.6</c:v>
                </c:pt>
                <c:pt idx="2221">
                  <c:v>3099.87</c:v>
                </c:pt>
                <c:pt idx="2222">
                  <c:v>3099.87</c:v>
                </c:pt>
                <c:pt idx="2223">
                  <c:v>3099.87</c:v>
                </c:pt>
                <c:pt idx="2224">
                  <c:v>3099.87</c:v>
                </c:pt>
                <c:pt idx="2225">
                  <c:v>3099.87</c:v>
                </c:pt>
                <c:pt idx="2226">
                  <c:v>3099.87</c:v>
                </c:pt>
                <c:pt idx="2227">
                  <c:v>3091.12</c:v>
                </c:pt>
                <c:pt idx="2228">
                  <c:v>3127.14</c:v>
                </c:pt>
                <c:pt idx="2229">
                  <c:v>3127.14</c:v>
                </c:pt>
                <c:pt idx="2230">
                  <c:v>3127.14</c:v>
                </c:pt>
                <c:pt idx="2231">
                  <c:v>3127.14</c:v>
                </c:pt>
                <c:pt idx="2232">
                  <c:v>3163.17</c:v>
                </c:pt>
                <c:pt idx="2233">
                  <c:v>3163.17</c:v>
                </c:pt>
                <c:pt idx="2234">
                  <c:v>3130.86</c:v>
                </c:pt>
                <c:pt idx="2235">
                  <c:v>3130.86</c:v>
                </c:pt>
                <c:pt idx="2236">
                  <c:v>3130.86</c:v>
                </c:pt>
                <c:pt idx="2237">
                  <c:v>3130.86</c:v>
                </c:pt>
                <c:pt idx="2238">
                  <c:v>3130.86</c:v>
                </c:pt>
                <c:pt idx="2239">
                  <c:v>3130.86</c:v>
                </c:pt>
                <c:pt idx="2240">
                  <c:v>3130.86</c:v>
                </c:pt>
                <c:pt idx="2241">
                  <c:v>3136.92</c:v>
                </c:pt>
                <c:pt idx="2242">
                  <c:v>3351.29</c:v>
                </c:pt>
                <c:pt idx="2243">
                  <c:v>3351.29</c:v>
                </c:pt>
                <c:pt idx="2244">
                  <c:v>3351.29</c:v>
                </c:pt>
                <c:pt idx="2245">
                  <c:v>3351.29</c:v>
                </c:pt>
                <c:pt idx="2246">
                  <c:v>3351.29</c:v>
                </c:pt>
                <c:pt idx="2247">
                  <c:v>3351.29</c:v>
                </c:pt>
                <c:pt idx="2248">
                  <c:v>3345.75</c:v>
                </c:pt>
                <c:pt idx="2249">
                  <c:v>3345.75</c:v>
                </c:pt>
                <c:pt idx="2250">
                  <c:v>3345.75</c:v>
                </c:pt>
                <c:pt idx="2251">
                  <c:v>3345.75</c:v>
                </c:pt>
                <c:pt idx="2252">
                  <c:v>3345.75</c:v>
                </c:pt>
                <c:pt idx="2253">
                  <c:v>3345.75</c:v>
                </c:pt>
                <c:pt idx="2254">
                  <c:v>3345.75</c:v>
                </c:pt>
                <c:pt idx="2255">
                  <c:v>3345.75</c:v>
                </c:pt>
                <c:pt idx="2256">
                  <c:v>3349.5</c:v>
                </c:pt>
                <c:pt idx="2257">
                  <c:v>3349.5</c:v>
                </c:pt>
                <c:pt idx="2258">
                  <c:v>3349.5</c:v>
                </c:pt>
                <c:pt idx="2259">
                  <c:v>3349.5</c:v>
                </c:pt>
                <c:pt idx="2260">
                  <c:v>3349.5</c:v>
                </c:pt>
                <c:pt idx="2261">
                  <c:v>3349.5</c:v>
                </c:pt>
                <c:pt idx="2262">
                  <c:v>3349.5</c:v>
                </c:pt>
              </c:numCache>
            </c:numRef>
          </c:val>
          <c:smooth val="1"/>
          <c:extLst xmlns:c16r2="http://schemas.microsoft.com/office/drawing/2015/06/chart">
            <c:ext xmlns:c16="http://schemas.microsoft.com/office/drawing/2014/chart" uri="{C3380CC4-5D6E-409C-BE32-E72D297353CC}">
              <c16:uniqueId val="{00000001-7BDE-4401-81F9-0112ADD76FE2}"/>
            </c:ext>
          </c:extLst>
        </c:ser>
        <c:ser>
          <c:idx val="2"/>
          <c:order val="2"/>
          <c:tx>
            <c:strRef>
              <c:f>磷肥价格及价差!$AV$1</c:f>
              <c:strCache>
                <c:ptCount val="1"/>
                <c:pt idx="0">
                  <c:v>磷酸二铵摩洛哥FOB散装(元/吨)</c:v>
                </c:pt>
              </c:strCache>
            </c:strRef>
          </c:tx>
          <c:spPr>
            <a:ln w="12700" cap="rnd" cmpd="sng" algn="ctr">
              <a:solidFill>
                <a:srgbClr val="FA6400"/>
              </a:solidFill>
              <a:prstDash val="solid"/>
              <a:round/>
            </a:ln>
            <a:effectLst/>
          </c:spPr>
          <c:marker>
            <c:symbol val="diamond"/>
            <c:size val="2"/>
            <c:spPr>
              <a:solidFill>
                <a:srgbClr val="FA6400"/>
              </a:solidFill>
              <a:ln w="12700">
                <a:solidFill>
                  <a:srgbClr val="FA6400"/>
                </a:solidFill>
                <a:prstDash val="solid"/>
              </a:ln>
            </c:spPr>
          </c:marker>
          <c:cat>
            <c:numRef>
              <c:f>磷肥价格及价差!$AS$2:$AS$6333</c:f>
              <c:numCache>
                <c:formatCode>m/d/yyyy</c:formatCode>
                <c:ptCount val="6332"/>
                <c:pt idx="0">
                  <c:v>42882</c:v>
                </c:pt>
                <c:pt idx="1">
                  <c:v>42883</c:v>
                </c:pt>
                <c:pt idx="2">
                  <c:v>42884</c:v>
                </c:pt>
                <c:pt idx="3">
                  <c:v>42885</c:v>
                </c:pt>
                <c:pt idx="4">
                  <c:v>42886</c:v>
                </c:pt>
                <c:pt idx="5">
                  <c:v>42887</c:v>
                </c:pt>
                <c:pt idx="6">
                  <c:v>42888</c:v>
                </c:pt>
                <c:pt idx="7">
                  <c:v>42889</c:v>
                </c:pt>
                <c:pt idx="8">
                  <c:v>42890</c:v>
                </c:pt>
                <c:pt idx="9">
                  <c:v>42891</c:v>
                </c:pt>
                <c:pt idx="10">
                  <c:v>42892</c:v>
                </c:pt>
                <c:pt idx="11">
                  <c:v>42893</c:v>
                </c:pt>
                <c:pt idx="12">
                  <c:v>42894</c:v>
                </c:pt>
                <c:pt idx="13">
                  <c:v>42895</c:v>
                </c:pt>
                <c:pt idx="14">
                  <c:v>42896</c:v>
                </c:pt>
                <c:pt idx="15">
                  <c:v>42897</c:v>
                </c:pt>
                <c:pt idx="16">
                  <c:v>42898</c:v>
                </c:pt>
                <c:pt idx="17">
                  <c:v>42899</c:v>
                </c:pt>
                <c:pt idx="18">
                  <c:v>42900</c:v>
                </c:pt>
                <c:pt idx="19">
                  <c:v>42901</c:v>
                </c:pt>
                <c:pt idx="20">
                  <c:v>42902</c:v>
                </c:pt>
                <c:pt idx="21">
                  <c:v>42903</c:v>
                </c:pt>
                <c:pt idx="22">
                  <c:v>42904</c:v>
                </c:pt>
                <c:pt idx="23">
                  <c:v>42905</c:v>
                </c:pt>
                <c:pt idx="24">
                  <c:v>42906</c:v>
                </c:pt>
                <c:pt idx="25">
                  <c:v>42907</c:v>
                </c:pt>
                <c:pt idx="26">
                  <c:v>42908</c:v>
                </c:pt>
                <c:pt idx="27">
                  <c:v>42909</c:v>
                </c:pt>
                <c:pt idx="28">
                  <c:v>42910</c:v>
                </c:pt>
                <c:pt idx="29">
                  <c:v>42911</c:v>
                </c:pt>
                <c:pt idx="30">
                  <c:v>42912</c:v>
                </c:pt>
                <c:pt idx="31">
                  <c:v>42913</c:v>
                </c:pt>
                <c:pt idx="32">
                  <c:v>42914</c:v>
                </c:pt>
                <c:pt idx="33">
                  <c:v>42915</c:v>
                </c:pt>
                <c:pt idx="34">
                  <c:v>42916</c:v>
                </c:pt>
                <c:pt idx="35">
                  <c:v>42917</c:v>
                </c:pt>
                <c:pt idx="36">
                  <c:v>42918</c:v>
                </c:pt>
                <c:pt idx="37">
                  <c:v>42919</c:v>
                </c:pt>
                <c:pt idx="38">
                  <c:v>42920</c:v>
                </c:pt>
                <c:pt idx="39">
                  <c:v>42921</c:v>
                </c:pt>
                <c:pt idx="40">
                  <c:v>42922</c:v>
                </c:pt>
                <c:pt idx="41">
                  <c:v>42923</c:v>
                </c:pt>
                <c:pt idx="42">
                  <c:v>42924</c:v>
                </c:pt>
                <c:pt idx="43">
                  <c:v>42925</c:v>
                </c:pt>
                <c:pt idx="44">
                  <c:v>42926</c:v>
                </c:pt>
                <c:pt idx="45">
                  <c:v>42927</c:v>
                </c:pt>
                <c:pt idx="46">
                  <c:v>42928</c:v>
                </c:pt>
                <c:pt idx="47">
                  <c:v>42929</c:v>
                </c:pt>
                <c:pt idx="48">
                  <c:v>42930</c:v>
                </c:pt>
                <c:pt idx="49">
                  <c:v>42931</c:v>
                </c:pt>
                <c:pt idx="50">
                  <c:v>42932</c:v>
                </c:pt>
                <c:pt idx="51">
                  <c:v>42933</c:v>
                </c:pt>
                <c:pt idx="52">
                  <c:v>42934</c:v>
                </c:pt>
                <c:pt idx="53">
                  <c:v>42935</c:v>
                </c:pt>
                <c:pt idx="54">
                  <c:v>42936</c:v>
                </c:pt>
                <c:pt idx="55">
                  <c:v>42937</c:v>
                </c:pt>
                <c:pt idx="56">
                  <c:v>42938</c:v>
                </c:pt>
                <c:pt idx="57">
                  <c:v>42939</c:v>
                </c:pt>
                <c:pt idx="58">
                  <c:v>42940</c:v>
                </c:pt>
                <c:pt idx="59">
                  <c:v>42941</c:v>
                </c:pt>
                <c:pt idx="60">
                  <c:v>42942</c:v>
                </c:pt>
                <c:pt idx="61">
                  <c:v>42943</c:v>
                </c:pt>
                <c:pt idx="62">
                  <c:v>42944</c:v>
                </c:pt>
                <c:pt idx="63">
                  <c:v>42945</c:v>
                </c:pt>
                <c:pt idx="64">
                  <c:v>42946</c:v>
                </c:pt>
                <c:pt idx="65">
                  <c:v>42947</c:v>
                </c:pt>
                <c:pt idx="66">
                  <c:v>42948</c:v>
                </c:pt>
                <c:pt idx="67">
                  <c:v>42949</c:v>
                </c:pt>
                <c:pt idx="68">
                  <c:v>42950</c:v>
                </c:pt>
                <c:pt idx="69">
                  <c:v>42951</c:v>
                </c:pt>
                <c:pt idx="70">
                  <c:v>42952</c:v>
                </c:pt>
                <c:pt idx="71">
                  <c:v>42953</c:v>
                </c:pt>
                <c:pt idx="72">
                  <c:v>42954</c:v>
                </c:pt>
                <c:pt idx="73">
                  <c:v>42955</c:v>
                </c:pt>
                <c:pt idx="74">
                  <c:v>42956</c:v>
                </c:pt>
                <c:pt idx="75">
                  <c:v>42957</c:v>
                </c:pt>
                <c:pt idx="76">
                  <c:v>42958</c:v>
                </c:pt>
                <c:pt idx="77">
                  <c:v>42959</c:v>
                </c:pt>
                <c:pt idx="78">
                  <c:v>42960</c:v>
                </c:pt>
                <c:pt idx="79">
                  <c:v>42961</c:v>
                </c:pt>
                <c:pt idx="80">
                  <c:v>42962</c:v>
                </c:pt>
                <c:pt idx="81">
                  <c:v>42963</c:v>
                </c:pt>
                <c:pt idx="82">
                  <c:v>42964</c:v>
                </c:pt>
                <c:pt idx="83">
                  <c:v>42965</c:v>
                </c:pt>
                <c:pt idx="84">
                  <c:v>42966</c:v>
                </c:pt>
                <c:pt idx="85">
                  <c:v>42967</c:v>
                </c:pt>
                <c:pt idx="86">
                  <c:v>42968</c:v>
                </c:pt>
                <c:pt idx="87">
                  <c:v>42969</c:v>
                </c:pt>
                <c:pt idx="88">
                  <c:v>42970</c:v>
                </c:pt>
                <c:pt idx="89">
                  <c:v>42971</c:v>
                </c:pt>
                <c:pt idx="90">
                  <c:v>42972</c:v>
                </c:pt>
                <c:pt idx="91">
                  <c:v>42973</c:v>
                </c:pt>
                <c:pt idx="92">
                  <c:v>42974</c:v>
                </c:pt>
                <c:pt idx="93">
                  <c:v>42975</c:v>
                </c:pt>
                <c:pt idx="94">
                  <c:v>42976</c:v>
                </c:pt>
                <c:pt idx="95">
                  <c:v>42977</c:v>
                </c:pt>
                <c:pt idx="96">
                  <c:v>42978</c:v>
                </c:pt>
                <c:pt idx="97">
                  <c:v>42979</c:v>
                </c:pt>
                <c:pt idx="98">
                  <c:v>42980</c:v>
                </c:pt>
                <c:pt idx="99">
                  <c:v>42981</c:v>
                </c:pt>
                <c:pt idx="100">
                  <c:v>42982</c:v>
                </c:pt>
                <c:pt idx="101">
                  <c:v>42983</c:v>
                </c:pt>
                <c:pt idx="102">
                  <c:v>42984</c:v>
                </c:pt>
                <c:pt idx="103">
                  <c:v>42985</c:v>
                </c:pt>
                <c:pt idx="104">
                  <c:v>42986</c:v>
                </c:pt>
                <c:pt idx="105">
                  <c:v>42987</c:v>
                </c:pt>
                <c:pt idx="106">
                  <c:v>42988</c:v>
                </c:pt>
                <c:pt idx="107">
                  <c:v>42989</c:v>
                </c:pt>
                <c:pt idx="108">
                  <c:v>42990</c:v>
                </c:pt>
                <c:pt idx="109">
                  <c:v>42991</c:v>
                </c:pt>
                <c:pt idx="110">
                  <c:v>42992</c:v>
                </c:pt>
                <c:pt idx="111">
                  <c:v>42993</c:v>
                </c:pt>
                <c:pt idx="112">
                  <c:v>42994</c:v>
                </c:pt>
                <c:pt idx="113">
                  <c:v>42995</c:v>
                </c:pt>
                <c:pt idx="114">
                  <c:v>42996</c:v>
                </c:pt>
                <c:pt idx="115">
                  <c:v>42997</c:v>
                </c:pt>
                <c:pt idx="116">
                  <c:v>42998</c:v>
                </c:pt>
                <c:pt idx="117">
                  <c:v>42999</c:v>
                </c:pt>
                <c:pt idx="118">
                  <c:v>43000</c:v>
                </c:pt>
                <c:pt idx="119">
                  <c:v>43001</c:v>
                </c:pt>
                <c:pt idx="120">
                  <c:v>43002</c:v>
                </c:pt>
                <c:pt idx="121">
                  <c:v>43003</c:v>
                </c:pt>
                <c:pt idx="122">
                  <c:v>43004</c:v>
                </c:pt>
                <c:pt idx="123">
                  <c:v>43005</c:v>
                </c:pt>
                <c:pt idx="124">
                  <c:v>43006</c:v>
                </c:pt>
                <c:pt idx="125">
                  <c:v>43007</c:v>
                </c:pt>
                <c:pt idx="126">
                  <c:v>43008</c:v>
                </c:pt>
                <c:pt idx="127">
                  <c:v>43009</c:v>
                </c:pt>
                <c:pt idx="128">
                  <c:v>43010</c:v>
                </c:pt>
                <c:pt idx="129">
                  <c:v>43011</c:v>
                </c:pt>
                <c:pt idx="130">
                  <c:v>43012</c:v>
                </c:pt>
                <c:pt idx="131">
                  <c:v>43013</c:v>
                </c:pt>
                <c:pt idx="132">
                  <c:v>43014</c:v>
                </c:pt>
                <c:pt idx="133">
                  <c:v>43015</c:v>
                </c:pt>
                <c:pt idx="134">
                  <c:v>43016</c:v>
                </c:pt>
                <c:pt idx="135">
                  <c:v>43017</c:v>
                </c:pt>
                <c:pt idx="136">
                  <c:v>43018</c:v>
                </c:pt>
                <c:pt idx="137">
                  <c:v>43019</c:v>
                </c:pt>
                <c:pt idx="138">
                  <c:v>43020</c:v>
                </c:pt>
                <c:pt idx="139">
                  <c:v>43021</c:v>
                </c:pt>
                <c:pt idx="140">
                  <c:v>43022</c:v>
                </c:pt>
                <c:pt idx="141">
                  <c:v>43023</c:v>
                </c:pt>
                <c:pt idx="142">
                  <c:v>43024</c:v>
                </c:pt>
                <c:pt idx="143">
                  <c:v>43025</c:v>
                </c:pt>
                <c:pt idx="144">
                  <c:v>43026</c:v>
                </c:pt>
                <c:pt idx="145">
                  <c:v>43027</c:v>
                </c:pt>
                <c:pt idx="146">
                  <c:v>43028</c:v>
                </c:pt>
                <c:pt idx="147">
                  <c:v>43029</c:v>
                </c:pt>
                <c:pt idx="148">
                  <c:v>43030</c:v>
                </c:pt>
                <c:pt idx="149">
                  <c:v>43031</c:v>
                </c:pt>
                <c:pt idx="150">
                  <c:v>43032</c:v>
                </c:pt>
                <c:pt idx="151">
                  <c:v>43033</c:v>
                </c:pt>
                <c:pt idx="152">
                  <c:v>43034</c:v>
                </c:pt>
                <c:pt idx="153">
                  <c:v>43035</c:v>
                </c:pt>
                <c:pt idx="154">
                  <c:v>43036</c:v>
                </c:pt>
                <c:pt idx="155">
                  <c:v>43037</c:v>
                </c:pt>
                <c:pt idx="156">
                  <c:v>43038</c:v>
                </c:pt>
                <c:pt idx="157">
                  <c:v>43039</c:v>
                </c:pt>
                <c:pt idx="158">
                  <c:v>43040</c:v>
                </c:pt>
                <c:pt idx="159">
                  <c:v>43041</c:v>
                </c:pt>
                <c:pt idx="160">
                  <c:v>43042</c:v>
                </c:pt>
                <c:pt idx="161">
                  <c:v>43043</c:v>
                </c:pt>
                <c:pt idx="162">
                  <c:v>43044</c:v>
                </c:pt>
                <c:pt idx="163">
                  <c:v>43045</c:v>
                </c:pt>
                <c:pt idx="164">
                  <c:v>43046</c:v>
                </c:pt>
                <c:pt idx="165">
                  <c:v>43047</c:v>
                </c:pt>
                <c:pt idx="166">
                  <c:v>43048</c:v>
                </c:pt>
                <c:pt idx="167">
                  <c:v>43049</c:v>
                </c:pt>
                <c:pt idx="168">
                  <c:v>43050</c:v>
                </c:pt>
                <c:pt idx="169">
                  <c:v>43051</c:v>
                </c:pt>
                <c:pt idx="170">
                  <c:v>43052</c:v>
                </c:pt>
                <c:pt idx="171">
                  <c:v>43053</c:v>
                </c:pt>
                <c:pt idx="172">
                  <c:v>43054</c:v>
                </c:pt>
                <c:pt idx="173">
                  <c:v>43055</c:v>
                </c:pt>
                <c:pt idx="174">
                  <c:v>43056</c:v>
                </c:pt>
                <c:pt idx="175">
                  <c:v>43057</c:v>
                </c:pt>
                <c:pt idx="176">
                  <c:v>43058</c:v>
                </c:pt>
                <c:pt idx="177">
                  <c:v>43059</c:v>
                </c:pt>
                <c:pt idx="178">
                  <c:v>43060</c:v>
                </c:pt>
                <c:pt idx="179">
                  <c:v>43061</c:v>
                </c:pt>
                <c:pt idx="180">
                  <c:v>43062</c:v>
                </c:pt>
                <c:pt idx="181">
                  <c:v>43063</c:v>
                </c:pt>
                <c:pt idx="182">
                  <c:v>43064</c:v>
                </c:pt>
                <c:pt idx="183">
                  <c:v>43065</c:v>
                </c:pt>
                <c:pt idx="184">
                  <c:v>43066</c:v>
                </c:pt>
                <c:pt idx="185">
                  <c:v>43067</c:v>
                </c:pt>
                <c:pt idx="186">
                  <c:v>43068</c:v>
                </c:pt>
                <c:pt idx="187">
                  <c:v>43069</c:v>
                </c:pt>
                <c:pt idx="188">
                  <c:v>43070</c:v>
                </c:pt>
                <c:pt idx="189">
                  <c:v>43071</c:v>
                </c:pt>
                <c:pt idx="190">
                  <c:v>43072</c:v>
                </c:pt>
                <c:pt idx="191">
                  <c:v>43073</c:v>
                </c:pt>
                <c:pt idx="192">
                  <c:v>43074</c:v>
                </c:pt>
                <c:pt idx="193">
                  <c:v>43075</c:v>
                </c:pt>
                <c:pt idx="194">
                  <c:v>43076</c:v>
                </c:pt>
                <c:pt idx="195">
                  <c:v>43077</c:v>
                </c:pt>
                <c:pt idx="196">
                  <c:v>43078</c:v>
                </c:pt>
                <c:pt idx="197">
                  <c:v>43079</c:v>
                </c:pt>
                <c:pt idx="198">
                  <c:v>43080</c:v>
                </c:pt>
                <c:pt idx="199">
                  <c:v>43081</c:v>
                </c:pt>
                <c:pt idx="200">
                  <c:v>43082</c:v>
                </c:pt>
                <c:pt idx="201">
                  <c:v>43083</c:v>
                </c:pt>
                <c:pt idx="202">
                  <c:v>43084</c:v>
                </c:pt>
                <c:pt idx="203">
                  <c:v>43085</c:v>
                </c:pt>
                <c:pt idx="204">
                  <c:v>43086</c:v>
                </c:pt>
                <c:pt idx="205">
                  <c:v>43087</c:v>
                </c:pt>
                <c:pt idx="206">
                  <c:v>43088</c:v>
                </c:pt>
                <c:pt idx="207">
                  <c:v>43089</c:v>
                </c:pt>
                <c:pt idx="208">
                  <c:v>43090</c:v>
                </c:pt>
                <c:pt idx="209">
                  <c:v>43091</c:v>
                </c:pt>
                <c:pt idx="210">
                  <c:v>43092</c:v>
                </c:pt>
                <c:pt idx="211">
                  <c:v>43093</c:v>
                </c:pt>
                <c:pt idx="212">
                  <c:v>43094</c:v>
                </c:pt>
                <c:pt idx="213">
                  <c:v>43095</c:v>
                </c:pt>
                <c:pt idx="214">
                  <c:v>43096</c:v>
                </c:pt>
                <c:pt idx="215">
                  <c:v>43097</c:v>
                </c:pt>
                <c:pt idx="216">
                  <c:v>43098</c:v>
                </c:pt>
                <c:pt idx="217">
                  <c:v>43099</c:v>
                </c:pt>
                <c:pt idx="218">
                  <c:v>43100</c:v>
                </c:pt>
                <c:pt idx="219">
                  <c:v>43101</c:v>
                </c:pt>
                <c:pt idx="220">
                  <c:v>43102</c:v>
                </c:pt>
                <c:pt idx="221">
                  <c:v>43103</c:v>
                </c:pt>
                <c:pt idx="222">
                  <c:v>43104</c:v>
                </c:pt>
                <c:pt idx="223">
                  <c:v>43105</c:v>
                </c:pt>
                <c:pt idx="224">
                  <c:v>43106</c:v>
                </c:pt>
                <c:pt idx="225">
                  <c:v>43107</c:v>
                </c:pt>
                <c:pt idx="226">
                  <c:v>43108</c:v>
                </c:pt>
                <c:pt idx="227">
                  <c:v>43109</c:v>
                </c:pt>
                <c:pt idx="228">
                  <c:v>43110</c:v>
                </c:pt>
                <c:pt idx="229">
                  <c:v>43111</c:v>
                </c:pt>
                <c:pt idx="230">
                  <c:v>43112</c:v>
                </c:pt>
                <c:pt idx="231">
                  <c:v>43113</c:v>
                </c:pt>
                <c:pt idx="232">
                  <c:v>43114</c:v>
                </c:pt>
                <c:pt idx="233">
                  <c:v>43115</c:v>
                </c:pt>
                <c:pt idx="234">
                  <c:v>43116</c:v>
                </c:pt>
                <c:pt idx="235">
                  <c:v>43117</c:v>
                </c:pt>
                <c:pt idx="236">
                  <c:v>43118</c:v>
                </c:pt>
                <c:pt idx="237">
                  <c:v>43119</c:v>
                </c:pt>
                <c:pt idx="238">
                  <c:v>43120</c:v>
                </c:pt>
                <c:pt idx="239">
                  <c:v>43121</c:v>
                </c:pt>
                <c:pt idx="240">
                  <c:v>43122</c:v>
                </c:pt>
                <c:pt idx="241">
                  <c:v>43123</c:v>
                </c:pt>
                <c:pt idx="242">
                  <c:v>43124</c:v>
                </c:pt>
                <c:pt idx="243">
                  <c:v>43125</c:v>
                </c:pt>
                <c:pt idx="244">
                  <c:v>43126</c:v>
                </c:pt>
                <c:pt idx="245">
                  <c:v>43127</c:v>
                </c:pt>
                <c:pt idx="246">
                  <c:v>43128</c:v>
                </c:pt>
                <c:pt idx="247">
                  <c:v>43129</c:v>
                </c:pt>
                <c:pt idx="248">
                  <c:v>43130</c:v>
                </c:pt>
                <c:pt idx="249">
                  <c:v>43131</c:v>
                </c:pt>
                <c:pt idx="250">
                  <c:v>43132</c:v>
                </c:pt>
                <c:pt idx="251">
                  <c:v>43133</c:v>
                </c:pt>
                <c:pt idx="252">
                  <c:v>43134</c:v>
                </c:pt>
                <c:pt idx="253">
                  <c:v>43135</c:v>
                </c:pt>
                <c:pt idx="254">
                  <c:v>43136</c:v>
                </c:pt>
                <c:pt idx="255">
                  <c:v>43137</c:v>
                </c:pt>
                <c:pt idx="256">
                  <c:v>43138</c:v>
                </c:pt>
                <c:pt idx="257">
                  <c:v>43139</c:v>
                </c:pt>
                <c:pt idx="258">
                  <c:v>43140</c:v>
                </c:pt>
                <c:pt idx="259">
                  <c:v>43141</c:v>
                </c:pt>
                <c:pt idx="260">
                  <c:v>43142</c:v>
                </c:pt>
                <c:pt idx="261">
                  <c:v>43143</c:v>
                </c:pt>
                <c:pt idx="262">
                  <c:v>43144</c:v>
                </c:pt>
                <c:pt idx="263">
                  <c:v>43145</c:v>
                </c:pt>
                <c:pt idx="264">
                  <c:v>43146</c:v>
                </c:pt>
                <c:pt idx="265">
                  <c:v>43147</c:v>
                </c:pt>
                <c:pt idx="266">
                  <c:v>43148</c:v>
                </c:pt>
                <c:pt idx="267">
                  <c:v>43149</c:v>
                </c:pt>
                <c:pt idx="268">
                  <c:v>43150</c:v>
                </c:pt>
                <c:pt idx="269">
                  <c:v>43151</c:v>
                </c:pt>
                <c:pt idx="270">
                  <c:v>43152</c:v>
                </c:pt>
                <c:pt idx="271">
                  <c:v>43153</c:v>
                </c:pt>
                <c:pt idx="272">
                  <c:v>43154</c:v>
                </c:pt>
                <c:pt idx="273">
                  <c:v>43155</c:v>
                </c:pt>
                <c:pt idx="274">
                  <c:v>43156</c:v>
                </c:pt>
                <c:pt idx="275">
                  <c:v>43157</c:v>
                </c:pt>
                <c:pt idx="276">
                  <c:v>43158</c:v>
                </c:pt>
                <c:pt idx="277">
                  <c:v>43159</c:v>
                </c:pt>
                <c:pt idx="278">
                  <c:v>43160</c:v>
                </c:pt>
                <c:pt idx="279">
                  <c:v>43161</c:v>
                </c:pt>
                <c:pt idx="280">
                  <c:v>43162</c:v>
                </c:pt>
                <c:pt idx="281">
                  <c:v>43163</c:v>
                </c:pt>
                <c:pt idx="282">
                  <c:v>43164</c:v>
                </c:pt>
                <c:pt idx="283">
                  <c:v>43165</c:v>
                </c:pt>
                <c:pt idx="284">
                  <c:v>43166</c:v>
                </c:pt>
                <c:pt idx="285">
                  <c:v>43167</c:v>
                </c:pt>
                <c:pt idx="286">
                  <c:v>43168</c:v>
                </c:pt>
                <c:pt idx="287">
                  <c:v>43169</c:v>
                </c:pt>
                <c:pt idx="288">
                  <c:v>43170</c:v>
                </c:pt>
                <c:pt idx="289">
                  <c:v>43171</c:v>
                </c:pt>
                <c:pt idx="290">
                  <c:v>43172</c:v>
                </c:pt>
                <c:pt idx="291">
                  <c:v>43173</c:v>
                </c:pt>
                <c:pt idx="292">
                  <c:v>43174</c:v>
                </c:pt>
                <c:pt idx="293">
                  <c:v>43175</c:v>
                </c:pt>
                <c:pt idx="294">
                  <c:v>43176</c:v>
                </c:pt>
                <c:pt idx="295">
                  <c:v>43177</c:v>
                </c:pt>
                <c:pt idx="296">
                  <c:v>43178</c:v>
                </c:pt>
                <c:pt idx="297">
                  <c:v>43179</c:v>
                </c:pt>
                <c:pt idx="298">
                  <c:v>43180</c:v>
                </c:pt>
                <c:pt idx="299">
                  <c:v>43181</c:v>
                </c:pt>
                <c:pt idx="300">
                  <c:v>43182</c:v>
                </c:pt>
                <c:pt idx="301">
                  <c:v>43183</c:v>
                </c:pt>
                <c:pt idx="302">
                  <c:v>43184</c:v>
                </c:pt>
                <c:pt idx="303">
                  <c:v>43185</c:v>
                </c:pt>
                <c:pt idx="304">
                  <c:v>43186</c:v>
                </c:pt>
                <c:pt idx="305">
                  <c:v>43187</c:v>
                </c:pt>
                <c:pt idx="306">
                  <c:v>43188</c:v>
                </c:pt>
                <c:pt idx="307">
                  <c:v>43189</c:v>
                </c:pt>
                <c:pt idx="308">
                  <c:v>43190</c:v>
                </c:pt>
                <c:pt idx="309">
                  <c:v>43191</c:v>
                </c:pt>
                <c:pt idx="310">
                  <c:v>43192</c:v>
                </c:pt>
                <c:pt idx="311">
                  <c:v>43193</c:v>
                </c:pt>
                <c:pt idx="312">
                  <c:v>43194</c:v>
                </c:pt>
                <c:pt idx="313">
                  <c:v>43195</c:v>
                </c:pt>
                <c:pt idx="314">
                  <c:v>43196</c:v>
                </c:pt>
                <c:pt idx="315">
                  <c:v>43197</c:v>
                </c:pt>
                <c:pt idx="316">
                  <c:v>43198</c:v>
                </c:pt>
                <c:pt idx="317">
                  <c:v>43199</c:v>
                </c:pt>
                <c:pt idx="318">
                  <c:v>43200</c:v>
                </c:pt>
                <c:pt idx="319">
                  <c:v>43201</c:v>
                </c:pt>
                <c:pt idx="320">
                  <c:v>43202</c:v>
                </c:pt>
                <c:pt idx="321">
                  <c:v>43203</c:v>
                </c:pt>
                <c:pt idx="322">
                  <c:v>43204</c:v>
                </c:pt>
                <c:pt idx="323">
                  <c:v>43205</c:v>
                </c:pt>
                <c:pt idx="324">
                  <c:v>43206</c:v>
                </c:pt>
                <c:pt idx="325">
                  <c:v>43207</c:v>
                </c:pt>
                <c:pt idx="326">
                  <c:v>43208</c:v>
                </c:pt>
                <c:pt idx="327">
                  <c:v>43209</c:v>
                </c:pt>
                <c:pt idx="328">
                  <c:v>43210</c:v>
                </c:pt>
                <c:pt idx="329">
                  <c:v>43211</c:v>
                </c:pt>
                <c:pt idx="330">
                  <c:v>43212</c:v>
                </c:pt>
                <c:pt idx="331">
                  <c:v>43213</c:v>
                </c:pt>
                <c:pt idx="332">
                  <c:v>43214</c:v>
                </c:pt>
                <c:pt idx="333">
                  <c:v>43215</c:v>
                </c:pt>
                <c:pt idx="334">
                  <c:v>43216</c:v>
                </c:pt>
                <c:pt idx="335">
                  <c:v>43217</c:v>
                </c:pt>
                <c:pt idx="336">
                  <c:v>43218</c:v>
                </c:pt>
                <c:pt idx="337">
                  <c:v>43219</c:v>
                </c:pt>
                <c:pt idx="338">
                  <c:v>43220</c:v>
                </c:pt>
                <c:pt idx="339">
                  <c:v>43221</c:v>
                </c:pt>
                <c:pt idx="340">
                  <c:v>43222</c:v>
                </c:pt>
                <c:pt idx="341">
                  <c:v>43223</c:v>
                </c:pt>
                <c:pt idx="342">
                  <c:v>43224</c:v>
                </c:pt>
                <c:pt idx="343">
                  <c:v>43225</c:v>
                </c:pt>
                <c:pt idx="344">
                  <c:v>43226</c:v>
                </c:pt>
                <c:pt idx="345">
                  <c:v>43227</c:v>
                </c:pt>
                <c:pt idx="346">
                  <c:v>43228</c:v>
                </c:pt>
                <c:pt idx="347">
                  <c:v>43229</c:v>
                </c:pt>
                <c:pt idx="348">
                  <c:v>43230</c:v>
                </c:pt>
                <c:pt idx="349">
                  <c:v>43231</c:v>
                </c:pt>
                <c:pt idx="350">
                  <c:v>43232</c:v>
                </c:pt>
                <c:pt idx="351">
                  <c:v>43233</c:v>
                </c:pt>
                <c:pt idx="352">
                  <c:v>43234</c:v>
                </c:pt>
                <c:pt idx="353">
                  <c:v>43235</c:v>
                </c:pt>
                <c:pt idx="354">
                  <c:v>43236</c:v>
                </c:pt>
                <c:pt idx="355">
                  <c:v>43237</c:v>
                </c:pt>
                <c:pt idx="356">
                  <c:v>43238</c:v>
                </c:pt>
                <c:pt idx="357">
                  <c:v>43239</c:v>
                </c:pt>
                <c:pt idx="358">
                  <c:v>43240</c:v>
                </c:pt>
                <c:pt idx="359">
                  <c:v>43241</c:v>
                </c:pt>
                <c:pt idx="360">
                  <c:v>43242</c:v>
                </c:pt>
                <c:pt idx="361">
                  <c:v>43243</c:v>
                </c:pt>
                <c:pt idx="362">
                  <c:v>43244</c:v>
                </c:pt>
                <c:pt idx="363">
                  <c:v>43245</c:v>
                </c:pt>
                <c:pt idx="364">
                  <c:v>43246</c:v>
                </c:pt>
                <c:pt idx="365">
                  <c:v>43247</c:v>
                </c:pt>
                <c:pt idx="366">
                  <c:v>43248</c:v>
                </c:pt>
                <c:pt idx="367">
                  <c:v>43249</c:v>
                </c:pt>
                <c:pt idx="368">
                  <c:v>43250</c:v>
                </c:pt>
                <c:pt idx="369">
                  <c:v>43251</c:v>
                </c:pt>
                <c:pt idx="370">
                  <c:v>43252</c:v>
                </c:pt>
                <c:pt idx="371">
                  <c:v>43253</c:v>
                </c:pt>
                <c:pt idx="372">
                  <c:v>43254</c:v>
                </c:pt>
                <c:pt idx="373">
                  <c:v>43255</c:v>
                </c:pt>
                <c:pt idx="374">
                  <c:v>43256</c:v>
                </c:pt>
                <c:pt idx="375">
                  <c:v>43257</c:v>
                </c:pt>
                <c:pt idx="376">
                  <c:v>43258</c:v>
                </c:pt>
                <c:pt idx="377">
                  <c:v>43259</c:v>
                </c:pt>
                <c:pt idx="378">
                  <c:v>43260</c:v>
                </c:pt>
                <c:pt idx="379">
                  <c:v>43261</c:v>
                </c:pt>
                <c:pt idx="380">
                  <c:v>43262</c:v>
                </c:pt>
                <c:pt idx="381">
                  <c:v>43263</c:v>
                </c:pt>
                <c:pt idx="382">
                  <c:v>43264</c:v>
                </c:pt>
                <c:pt idx="383">
                  <c:v>43265</c:v>
                </c:pt>
                <c:pt idx="384">
                  <c:v>43266</c:v>
                </c:pt>
                <c:pt idx="385">
                  <c:v>43267</c:v>
                </c:pt>
                <c:pt idx="386">
                  <c:v>43268</c:v>
                </c:pt>
                <c:pt idx="387">
                  <c:v>43269</c:v>
                </c:pt>
                <c:pt idx="388">
                  <c:v>43270</c:v>
                </c:pt>
                <c:pt idx="389">
                  <c:v>43271</c:v>
                </c:pt>
                <c:pt idx="390">
                  <c:v>43272</c:v>
                </c:pt>
                <c:pt idx="391">
                  <c:v>43273</c:v>
                </c:pt>
                <c:pt idx="392">
                  <c:v>43274</c:v>
                </c:pt>
                <c:pt idx="393">
                  <c:v>43275</c:v>
                </c:pt>
                <c:pt idx="394">
                  <c:v>43276</c:v>
                </c:pt>
                <c:pt idx="395">
                  <c:v>43277</c:v>
                </c:pt>
                <c:pt idx="396">
                  <c:v>43278</c:v>
                </c:pt>
                <c:pt idx="397">
                  <c:v>43279</c:v>
                </c:pt>
                <c:pt idx="398">
                  <c:v>43280</c:v>
                </c:pt>
                <c:pt idx="399">
                  <c:v>43281</c:v>
                </c:pt>
                <c:pt idx="400">
                  <c:v>43282</c:v>
                </c:pt>
                <c:pt idx="401">
                  <c:v>43283</c:v>
                </c:pt>
                <c:pt idx="402">
                  <c:v>43284</c:v>
                </c:pt>
                <c:pt idx="403">
                  <c:v>43285</c:v>
                </c:pt>
                <c:pt idx="404">
                  <c:v>43286</c:v>
                </c:pt>
                <c:pt idx="405">
                  <c:v>43287</c:v>
                </c:pt>
                <c:pt idx="406">
                  <c:v>43288</c:v>
                </c:pt>
                <c:pt idx="407">
                  <c:v>43289</c:v>
                </c:pt>
                <c:pt idx="408">
                  <c:v>43290</c:v>
                </c:pt>
                <c:pt idx="409">
                  <c:v>43291</c:v>
                </c:pt>
                <c:pt idx="410">
                  <c:v>43292</c:v>
                </c:pt>
                <c:pt idx="411">
                  <c:v>43293</c:v>
                </c:pt>
                <c:pt idx="412">
                  <c:v>43294</c:v>
                </c:pt>
                <c:pt idx="413">
                  <c:v>43295</c:v>
                </c:pt>
                <c:pt idx="414">
                  <c:v>43296</c:v>
                </c:pt>
                <c:pt idx="415">
                  <c:v>43297</c:v>
                </c:pt>
                <c:pt idx="416">
                  <c:v>43298</c:v>
                </c:pt>
                <c:pt idx="417">
                  <c:v>43299</c:v>
                </c:pt>
                <c:pt idx="418">
                  <c:v>43300</c:v>
                </c:pt>
                <c:pt idx="419">
                  <c:v>43301</c:v>
                </c:pt>
                <c:pt idx="420">
                  <c:v>43302</c:v>
                </c:pt>
                <c:pt idx="421">
                  <c:v>43303</c:v>
                </c:pt>
                <c:pt idx="422">
                  <c:v>43304</c:v>
                </c:pt>
                <c:pt idx="423">
                  <c:v>43305</c:v>
                </c:pt>
                <c:pt idx="424">
                  <c:v>43306</c:v>
                </c:pt>
                <c:pt idx="425">
                  <c:v>43307</c:v>
                </c:pt>
                <c:pt idx="426">
                  <c:v>43308</c:v>
                </c:pt>
                <c:pt idx="427">
                  <c:v>43309</c:v>
                </c:pt>
                <c:pt idx="428">
                  <c:v>43310</c:v>
                </c:pt>
                <c:pt idx="429">
                  <c:v>43311</c:v>
                </c:pt>
                <c:pt idx="430">
                  <c:v>43312</c:v>
                </c:pt>
                <c:pt idx="431">
                  <c:v>43313</c:v>
                </c:pt>
                <c:pt idx="432">
                  <c:v>43314</c:v>
                </c:pt>
                <c:pt idx="433">
                  <c:v>43315</c:v>
                </c:pt>
                <c:pt idx="434">
                  <c:v>43316</c:v>
                </c:pt>
                <c:pt idx="435">
                  <c:v>43317</c:v>
                </c:pt>
                <c:pt idx="436">
                  <c:v>43318</c:v>
                </c:pt>
                <c:pt idx="437">
                  <c:v>43319</c:v>
                </c:pt>
                <c:pt idx="438">
                  <c:v>43320</c:v>
                </c:pt>
                <c:pt idx="439">
                  <c:v>43321</c:v>
                </c:pt>
                <c:pt idx="440">
                  <c:v>43322</c:v>
                </c:pt>
                <c:pt idx="441">
                  <c:v>43323</c:v>
                </c:pt>
                <c:pt idx="442">
                  <c:v>43324</c:v>
                </c:pt>
                <c:pt idx="443">
                  <c:v>43325</c:v>
                </c:pt>
                <c:pt idx="444">
                  <c:v>43326</c:v>
                </c:pt>
                <c:pt idx="445">
                  <c:v>43327</c:v>
                </c:pt>
                <c:pt idx="446">
                  <c:v>43328</c:v>
                </c:pt>
                <c:pt idx="447">
                  <c:v>43329</c:v>
                </c:pt>
                <c:pt idx="448">
                  <c:v>43330</c:v>
                </c:pt>
                <c:pt idx="449">
                  <c:v>43331</c:v>
                </c:pt>
                <c:pt idx="450">
                  <c:v>43332</c:v>
                </c:pt>
                <c:pt idx="451">
                  <c:v>43333</c:v>
                </c:pt>
                <c:pt idx="452">
                  <c:v>43334</c:v>
                </c:pt>
                <c:pt idx="453">
                  <c:v>43335</c:v>
                </c:pt>
                <c:pt idx="454">
                  <c:v>43336</c:v>
                </c:pt>
                <c:pt idx="455">
                  <c:v>43337</c:v>
                </c:pt>
                <c:pt idx="456">
                  <c:v>43338</c:v>
                </c:pt>
                <c:pt idx="457">
                  <c:v>43339</c:v>
                </c:pt>
                <c:pt idx="458">
                  <c:v>43340</c:v>
                </c:pt>
                <c:pt idx="459">
                  <c:v>43341</c:v>
                </c:pt>
                <c:pt idx="460">
                  <c:v>43342</c:v>
                </c:pt>
                <c:pt idx="461">
                  <c:v>43343</c:v>
                </c:pt>
                <c:pt idx="462">
                  <c:v>43344</c:v>
                </c:pt>
                <c:pt idx="463">
                  <c:v>43345</c:v>
                </c:pt>
                <c:pt idx="464">
                  <c:v>43346</c:v>
                </c:pt>
                <c:pt idx="465">
                  <c:v>43347</c:v>
                </c:pt>
                <c:pt idx="466">
                  <c:v>43348</c:v>
                </c:pt>
                <c:pt idx="467">
                  <c:v>43349</c:v>
                </c:pt>
                <c:pt idx="468">
                  <c:v>43350</c:v>
                </c:pt>
                <c:pt idx="469">
                  <c:v>43351</c:v>
                </c:pt>
                <c:pt idx="470">
                  <c:v>43352</c:v>
                </c:pt>
                <c:pt idx="471">
                  <c:v>43353</c:v>
                </c:pt>
                <c:pt idx="472">
                  <c:v>43354</c:v>
                </c:pt>
                <c:pt idx="473">
                  <c:v>43355</c:v>
                </c:pt>
                <c:pt idx="474">
                  <c:v>43356</c:v>
                </c:pt>
                <c:pt idx="475">
                  <c:v>43357</c:v>
                </c:pt>
                <c:pt idx="476">
                  <c:v>43358</c:v>
                </c:pt>
                <c:pt idx="477">
                  <c:v>43359</c:v>
                </c:pt>
                <c:pt idx="478">
                  <c:v>43360</c:v>
                </c:pt>
                <c:pt idx="479">
                  <c:v>43361</c:v>
                </c:pt>
                <c:pt idx="480">
                  <c:v>43362</c:v>
                </c:pt>
                <c:pt idx="481">
                  <c:v>43363</c:v>
                </c:pt>
                <c:pt idx="482">
                  <c:v>43364</c:v>
                </c:pt>
                <c:pt idx="483">
                  <c:v>43365</c:v>
                </c:pt>
                <c:pt idx="484">
                  <c:v>43366</c:v>
                </c:pt>
                <c:pt idx="485">
                  <c:v>43367</c:v>
                </c:pt>
                <c:pt idx="486">
                  <c:v>43368</c:v>
                </c:pt>
                <c:pt idx="487">
                  <c:v>43369</c:v>
                </c:pt>
                <c:pt idx="488">
                  <c:v>43370</c:v>
                </c:pt>
                <c:pt idx="489">
                  <c:v>43371</c:v>
                </c:pt>
                <c:pt idx="490">
                  <c:v>43372</c:v>
                </c:pt>
                <c:pt idx="491">
                  <c:v>43373</c:v>
                </c:pt>
                <c:pt idx="492">
                  <c:v>43374</c:v>
                </c:pt>
                <c:pt idx="493">
                  <c:v>43375</c:v>
                </c:pt>
                <c:pt idx="494">
                  <c:v>43376</c:v>
                </c:pt>
                <c:pt idx="495">
                  <c:v>43377</c:v>
                </c:pt>
                <c:pt idx="496">
                  <c:v>43378</c:v>
                </c:pt>
                <c:pt idx="497">
                  <c:v>43379</c:v>
                </c:pt>
                <c:pt idx="498">
                  <c:v>43380</c:v>
                </c:pt>
                <c:pt idx="499">
                  <c:v>43381</c:v>
                </c:pt>
                <c:pt idx="500">
                  <c:v>43382</c:v>
                </c:pt>
                <c:pt idx="501">
                  <c:v>43383</c:v>
                </c:pt>
                <c:pt idx="502">
                  <c:v>43384</c:v>
                </c:pt>
                <c:pt idx="503">
                  <c:v>43385</c:v>
                </c:pt>
                <c:pt idx="504">
                  <c:v>43386</c:v>
                </c:pt>
                <c:pt idx="505">
                  <c:v>43387</c:v>
                </c:pt>
                <c:pt idx="506">
                  <c:v>43388</c:v>
                </c:pt>
                <c:pt idx="507">
                  <c:v>43389</c:v>
                </c:pt>
                <c:pt idx="508">
                  <c:v>43390</c:v>
                </c:pt>
                <c:pt idx="509">
                  <c:v>43391</c:v>
                </c:pt>
                <c:pt idx="510">
                  <c:v>43392</c:v>
                </c:pt>
                <c:pt idx="511">
                  <c:v>43393</c:v>
                </c:pt>
                <c:pt idx="512">
                  <c:v>43394</c:v>
                </c:pt>
                <c:pt idx="513">
                  <c:v>43395</c:v>
                </c:pt>
                <c:pt idx="514">
                  <c:v>43396</c:v>
                </c:pt>
                <c:pt idx="515">
                  <c:v>43397</c:v>
                </c:pt>
                <c:pt idx="516">
                  <c:v>43398</c:v>
                </c:pt>
                <c:pt idx="517">
                  <c:v>43399</c:v>
                </c:pt>
                <c:pt idx="518">
                  <c:v>43400</c:v>
                </c:pt>
                <c:pt idx="519">
                  <c:v>43401</c:v>
                </c:pt>
                <c:pt idx="520">
                  <c:v>43402</c:v>
                </c:pt>
                <c:pt idx="521">
                  <c:v>43403</c:v>
                </c:pt>
                <c:pt idx="522">
                  <c:v>43404</c:v>
                </c:pt>
                <c:pt idx="523">
                  <c:v>43405</c:v>
                </c:pt>
                <c:pt idx="524">
                  <c:v>43406</c:v>
                </c:pt>
                <c:pt idx="525">
                  <c:v>43407</c:v>
                </c:pt>
                <c:pt idx="526">
                  <c:v>43408</c:v>
                </c:pt>
                <c:pt idx="527">
                  <c:v>43409</c:v>
                </c:pt>
                <c:pt idx="528">
                  <c:v>43410</c:v>
                </c:pt>
                <c:pt idx="529">
                  <c:v>43411</c:v>
                </c:pt>
                <c:pt idx="530">
                  <c:v>43412</c:v>
                </c:pt>
                <c:pt idx="531">
                  <c:v>43413</c:v>
                </c:pt>
                <c:pt idx="532">
                  <c:v>43414</c:v>
                </c:pt>
                <c:pt idx="533">
                  <c:v>43415</c:v>
                </c:pt>
                <c:pt idx="534">
                  <c:v>43416</c:v>
                </c:pt>
                <c:pt idx="535">
                  <c:v>43417</c:v>
                </c:pt>
                <c:pt idx="536">
                  <c:v>43418</c:v>
                </c:pt>
                <c:pt idx="537">
                  <c:v>43419</c:v>
                </c:pt>
                <c:pt idx="538">
                  <c:v>43420</c:v>
                </c:pt>
                <c:pt idx="539">
                  <c:v>43421</c:v>
                </c:pt>
                <c:pt idx="540">
                  <c:v>43422</c:v>
                </c:pt>
                <c:pt idx="541">
                  <c:v>43423</c:v>
                </c:pt>
                <c:pt idx="542">
                  <c:v>43424</c:v>
                </c:pt>
                <c:pt idx="543">
                  <c:v>43425</c:v>
                </c:pt>
                <c:pt idx="544">
                  <c:v>43426</c:v>
                </c:pt>
                <c:pt idx="545">
                  <c:v>43427</c:v>
                </c:pt>
                <c:pt idx="546">
                  <c:v>43428</c:v>
                </c:pt>
                <c:pt idx="547">
                  <c:v>43429</c:v>
                </c:pt>
                <c:pt idx="548">
                  <c:v>43430</c:v>
                </c:pt>
                <c:pt idx="549">
                  <c:v>43431</c:v>
                </c:pt>
                <c:pt idx="550">
                  <c:v>43432</c:v>
                </c:pt>
                <c:pt idx="551">
                  <c:v>43433</c:v>
                </c:pt>
                <c:pt idx="552">
                  <c:v>43434</c:v>
                </c:pt>
                <c:pt idx="553">
                  <c:v>43435</c:v>
                </c:pt>
                <c:pt idx="554">
                  <c:v>43436</c:v>
                </c:pt>
                <c:pt idx="555">
                  <c:v>43437</c:v>
                </c:pt>
                <c:pt idx="556">
                  <c:v>43438</c:v>
                </c:pt>
                <c:pt idx="557">
                  <c:v>43439</c:v>
                </c:pt>
                <c:pt idx="558">
                  <c:v>43440</c:v>
                </c:pt>
                <c:pt idx="559">
                  <c:v>43441</c:v>
                </c:pt>
                <c:pt idx="560">
                  <c:v>43442</c:v>
                </c:pt>
                <c:pt idx="561">
                  <c:v>43443</c:v>
                </c:pt>
                <c:pt idx="562">
                  <c:v>43444</c:v>
                </c:pt>
                <c:pt idx="563">
                  <c:v>43445</c:v>
                </c:pt>
                <c:pt idx="564">
                  <c:v>43446</c:v>
                </c:pt>
                <c:pt idx="565">
                  <c:v>43447</c:v>
                </c:pt>
                <c:pt idx="566">
                  <c:v>43448</c:v>
                </c:pt>
                <c:pt idx="567">
                  <c:v>43449</c:v>
                </c:pt>
                <c:pt idx="568">
                  <c:v>43450</c:v>
                </c:pt>
                <c:pt idx="569">
                  <c:v>43451</c:v>
                </c:pt>
                <c:pt idx="570">
                  <c:v>43452</c:v>
                </c:pt>
                <c:pt idx="571">
                  <c:v>43453</c:v>
                </c:pt>
                <c:pt idx="572">
                  <c:v>43454</c:v>
                </c:pt>
                <c:pt idx="573">
                  <c:v>43455</c:v>
                </c:pt>
                <c:pt idx="574">
                  <c:v>43456</c:v>
                </c:pt>
                <c:pt idx="575">
                  <c:v>43457</c:v>
                </c:pt>
                <c:pt idx="576">
                  <c:v>43458</c:v>
                </c:pt>
                <c:pt idx="577">
                  <c:v>43459</c:v>
                </c:pt>
                <c:pt idx="578">
                  <c:v>43460</c:v>
                </c:pt>
                <c:pt idx="579">
                  <c:v>43461</c:v>
                </c:pt>
                <c:pt idx="580">
                  <c:v>43462</c:v>
                </c:pt>
                <c:pt idx="581">
                  <c:v>43463</c:v>
                </c:pt>
                <c:pt idx="582">
                  <c:v>43464</c:v>
                </c:pt>
                <c:pt idx="583">
                  <c:v>43465</c:v>
                </c:pt>
                <c:pt idx="584">
                  <c:v>43466</c:v>
                </c:pt>
                <c:pt idx="585">
                  <c:v>43467</c:v>
                </c:pt>
                <c:pt idx="586">
                  <c:v>43468</c:v>
                </c:pt>
                <c:pt idx="587">
                  <c:v>43469</c:v>
                </c:pt>
                <c:pt idx="588">
                  <c:v>43470</c:v>
                </c:pt>
                <c:pt idx="589">
                  <c:v>43471</c:v>
                </c:pt>
                <c:pt idx="590">
                  <c:v>43472</c:v>
                </c:pt>
                <c:pt idx="591">
                  <c:v>43473</c:v>
                </c:pt>
                <c:pt idx="592">
                  <c:v>43474</c:v>
                </c:pt>
                <c:pt idx="593">
                  <c:v>43475</c:v>
                </c:pt>
                <c:pt idx="594">
                  <c:v>43476</c:v>
                </c:pt>
                <c:pt idx="595">
                  <c:v>43477</c:v>
                </c:pt>
                <c:pt idx="596">
                  <c:v>43478</c:v>
                </c:pt>
                <c:pt idx="597">
                  <c:v>43479</c:v>
                </c:pt>
                <c:pt idx="598">
                  <c:v>43480</c:v>
                </c:pt>
                <c:pt idx="599">
                  <c:v>43481</c:v>
                </c:pt>
                <c:pt idx="600">
                  <c:v>43482</c:v>
                </c:pt>
                <c:pt idx="601">
                  <c:v>43483</c:v>
                </c:pt>
                <c:pt idx="602">
                  <c:v>43484</c:v>
                </c:pt>
                <c:pt idx="603">
                  <c:v>43485</c:v>
                </c:pt>
                <c:pt idx="604">
                  <c:v>43486</c:v>
                </c:pt>
                <c:pt idx="605">
                  <c:v>43487</c:v>
                </c:pt>
                <c:pt idx="606">
                  <c:v>43488</c:v>
                </c:pt>
                <c:pt idx="607">
                  <c:v>43489</c:v>
                </c:pt>
                <c:pt idx="608">
                  <c:v>43490</c:v>
                </c:pt>
                <c:pt idx="609">
                  <c:v>43491</c:v>
                </c:pt>
                <c:pt idx="610">
                  <c:v>43492</c:v>
                </c:pt>
                <c:pt idx="611">
                  <c:v>43493</c:v>
                </c:pt>
                <c:pt idx="612">
                  <c:v>43494</c:v>
                </c:pt>
                <c:pt idx="613">
                  <c:v>43495</c:v>
                </c:pt>
                <c:pt idx="614">
                  <c:v>43496</c:v>
                </c:pt>
                <c:pt idx="615">
                  <c:v>43497</c:v>
                </c:pt>
                <c:pt idx="616">
                  <c:v>43498</c:v>
                </c:pt>
                <c:pt idx="617">
                  <c:v>43499</c:v>
                </c:pt>
                <c:pt idx="618">
                  <c:v>43500</c:v>
                </c:pt>
                <c:pt idx="619">
                  <c:v>43501</c:v>
                </c:pt>
                <c:pt idx="620">
                  <c:v>43502</c:v>
                </c:pt>
                <c:pt idx="621">
                  <c:v>43503</c:v>
                </c:pt>
                <c:pt idx="622">
                  <c:v>43504</c:v>
                </c:pt>
                <c:pt idx="623">
                  <c:v>43505</c:v>
                </c:pt>
                <c:pt idx="624">
                  <c:v>43506</c:v>
                </c:pt>
                <c:pt idx="625">
                  <c:v>43507</c:v>
                </c:pt>
                <c:pt idx="626">
                  <c:v>43508</c:v>
                </c:pt>
                <c:pt idx="627">
                  <c:v>43509</c:v>
                </c:pt>
                <c:pt idx="628">
                  <c:v>43510</c:v>
                </c:pt>
                <c:pt idx="629">
                  <c:v>43511</c:v>
                </c:pt>
                <c:pt idx="630">
                  <c:v>43512</c:v>
                </c:pt>
                <c:pt idx="631">
                  <c:v>43513</c:v>
                </c:pt>
                <c:pt idx="632">
                  <c:v>43514</c:v>
                </c:pt>
                <c:pt idx="633">
                  <c:v>43515</c:v>
                </c:pt>
                <c:pt idx="634">
                  <c:v>43516</c:v>
                </c:pt>
                <c:pt idx="635">
                  <c:v>43517</c:v>
                </c:pt>
                <c:pt idx="636">
                  <c:v>43518</c:v>
                </c:pt>
                <c:pt idx="637">
                  <c:v>43519</c:v>
                </c:pt>
                <c:pt idx="638">
                  <c:v>43520</c:v>
                </c:pt>
                <c:pt idx="639">
                  <c:v>43521</c:v>
                </c:pt>
                <c:pt idx="640">
                  <c:v>43522</c:v>
                </c:pt>
                <c:pt idx="641">
                  <c:v>43523</c:v>
                </c:pt>
                <c:pt idx="642">
                  <c:v>43524</c:v>
                </c:pt>
                <c:pt idx="643">
                  <c:v>43525</c:v>
                </c:pt>
                <c:pt idx="644">
                  <c:v>43526</c:v>
                </c:pt>
                <c:pt idx="645">
                  <c:v>43527</c:v>
                </c:pt>
                <c:pt idx="646">
                  <c:v>43528</c:v>
                </c:pt>
                <c:pt idx="647">
                  <c:v>43529</c:v>
                </c:pt>
                <c:pt idx="648">
                  <c:v>43530</c:v>
                </c:pt>
                <c:pt idx="649">
                  <c:v>43531</c:v>
                </c:pt>
                <c:pt idx="650">
                  <c:v>43532</c:v>
                </c:pt>
                <c:pt idx="651">
                  <c:v>43533</c:v>
                </c:pt>
                <c:pt idx="652">
                  <c:v>43534</c:v>
                </c:pt>
                <c:pt idx="653">
                  <c:v>43535</c:v>
                </c:pt>
                <c:pt idx="654">
                  <c:v>43536</c:v>
                </c:pt>
                <c:pt idx="655">
                  <c:v>43537</c:v>
                </c:pt>
                <c:pt idx="656">
                  <c:v>43538</c:v>
                </c:pt>
                <c:pt idx="657">
                  <c:v>43539</c:v>
                </c:pt>
                <c:pt idx="658">
                  <c:v>43540</c:v>
                </c:pt>
                <c:pt idx="659">
                  <c:v>43541</c:v>
                </c:pt>
                <c:pt idx="660">
                  <c:v>43542</c:v>
                </c:pt>
                <c:pt idx="661">
                  <c:v>43543</c:v>
                </c:pt>
                <c:pt idx="662">
                  <c:v>43544</c:v>
                </c:pt>
                <c:pt idx="663">
                  <c:v>43545</c:v>
                </c:pt>
                <c:pt idx="664">
                  <c:v>43546</c:v>
                </c:pt>
                <c:pt idx="665">
                  <c:v>43547</c:v>
                </c:pt>
                <c:pt idx="666">
                  <c:v>43548</c:v>
                </c:pt>
                <c:pt idx="667">
                  <c:v>43549</c:v>
                </c:pt>
                <c:pt idx="668">
                  <c:v>43550</c:v>
                </c:pt>
                <c:pt idx="669">
                  <c:v>43551</c:v>
                </c:pt>
                <c:pt idx="670">
                  <c:v>43552</c:v>
                </c:pt>
                <c:pt idx="671">
                  <c:v>43553</c:v>
                </c:pt>
                <c:pt idx="672">
                  <c:v>43554</c:v>
                </c:pt>
                <c:pt idx="673">
                  <c:v>43555</c:v>
                </c:pt>
                <c:pt idx="674">
                  <c:v>43556</c:v>
                </c:pt>
                <c:pt idx="675">
                  <c:v>43557</c:v>
                </c:pt>
                <c:pt idx="676">
                  <c:v>43558</c:v>
                </c:pt>
                <c:pt idx="677">
                  <c:v>43559</c:v>
                </c:pt>
                <c:pt idx="678">
                  <c:v>43560</c:v>
                </c:pt>
                <c:pt idx="679">
                  <c:v>43561</c:v>
                </c:pt>
                <c:pt idx="680">
                  <c:v>43562</c:v>
                </c:pt>
                <c:pt idx="681">
                  <c:v>43563</c:v>
                </c:pt>
                <c:pt idx="682">
                  <c:v>43564</c:v>
                </c:pt>
                <c:pt idx="683">
                  <c:v>43565</c:v>
                </c:pt>
                <c:pt idx="684">
                  <c:v>43566</c:v>
                </c:pt>
                <c:pt idx="685">
                  <c:v>43567</c:v>
                </c:pt>
                <c:pt idx="686">
                  <c:v>43568</c:v>
                </c:pt>
                <c:pt idx="687">
                  <c:v>43569</c:v>
                </c:pt>
                <c:pt idx="688">
                  <c:v>43570</c:v>
                </c:pt>
                <c:pt idx="689">
                  <c:v>43571</c:v>
                </c:pt>
                <c:pt idx="690">
                  <c:v>43572</c:v>
                </c:pt>
                <c:pt idx="691">
                  <c:v>43573</c:v>
                </c:pt>
                <c:pt idx="692">
                  <c:v>43574</c:v>
                </c:pt>
                <c:pt idx="693">
                  <c:v>43575</c:v>
                </c:pt>
                <c:pt idx="694">
                  <c:v>43576</c:v>
                </c:pt>
                <c:pt idx="695">
                  <c:v>43577</c:v>
                </c:pt>
                <c:pt idx="696">
                  <c:v>43578</c:v>
                </c:pt>
                <c:pt idx="697">
                  <c:v>43579</c:v>
                </c:pt>
                <c:pt idx="698">
                  <c:v>43580</c:v>
                </c:pt>
                <c:pt idx="699">
                  <c:v>43581</c:v>
                </c:pt>
                <c:pt idx="700">
                  <c:v>43582</c:v>
                </c:pt>
                <c:pt idx="701">
                  <c:v>43583</c:v>
                </c:pt>
                <c:pt idx="702">
                  <c:v>43584</c:v>
                </c:pt>
                <c:pt idx="703">
                  <c:v>43585</c:v>
                </c:pt>
                <c:pt idx="704">
                  <c:v>43586</c:v>
                </c:pt>
                <c:pt idx="705">
                  <c:v>43587</c:v>
                </c:pt>
                <c:pt idx="706">
                  <c:v>43588</c:v>
                </c:pt>
                <c:pt idx="707">
                  <c:v>43589</c:v>
                </c:pt>
                <c:pt idx="708">
                  <c:v>43590</c:v>
                </c:pt>
                <c:pt idx="709">
                  <c:v>43591</c:v>
                </c:pt>
                <c:pt idx="710">
                  <c:v>43592</c:v>
                </c:pt>
                <c:pt idx="711">
                  <c:v>43593</c:v>
                </c:pt>
                <c:pt idx="712">
                  <c:v>43594</c:v>
                </c:pt>
                <c:pt idx="713">
                  <c:v>43595</c:v>
                </c:pt>
                <c:pt idx="714">
                  <c:v>43596</c:v>
                </c:pt>
                <c:pt idx="715">
                  <c:v>43597</c:v>
                </c:pt>
                <c:pt idx="716">
                  <c:v>43598</c:v>
                </c:pt>
                <c:pt idx="717">
                  <c:v>43599</c:v>
                </c:pt>
                <c:pt idx="718">
                  <c:v>43600</c:v>
                </c:pt>
                <c:pt idx="719">
                  <c:v>43601</c:v>
                </c:pt>
                <c:pt idx="720">
                  <c:v>43602</c:v>
                </c:pt>
                <c:pt idx="721">
                  <c:v>43603</c:v>
                </c:pt>
                <c:pt idx="722">
                  <c:v>43604</c:v>
                </c:pt>
                <c:pt idx="723">
                  <c:v>43605</c:v>
                </c:pt>
                <c:pt idx="724">
                  <c:v>43606</c:v>
                </c:pt>
                <c:pt idx="725">
                  <c:v>43607</c:v>
                </c:pt>
                <c:pt idx="726">
                  <c:v>43608</c:v>
                </c:pt>
                <c:pt idx="727">
                  <c:v>43609</c:v>
                </c:pt>
                <c:pt idx="728">
                  <c:v>43610</c:v>
                </c:pt>
                <c:pt idx="729">
                  <c:v>43611</c:v>
                </c:pt>
                <c:pt idx="730">
                  <c:v>43612</c:v>
                </c:pt>
                <c:pt idx="731">
                  <c:v>43613</c:v>
                </c:pt>
                <c:pt idx="732">
                  <c:v>43614</c:v>
                </c:pt>
                <c:pt idx="733">
                  <c:v>43615</c:v>
                </c:pt>
                <c:pt idx="734">
                  <c:v>43616</c:v>
                </c:pt>
                <c:pt idx="735">
                  <c:v>43617</c:v>
                </c:pt>
                <c:pt idx="736">
                  <c:v>43618</c:v>
                </c:pt>
                <c:pt idx="737">
                  <c:v>43619</c:v>
                </c:pt>
                <c:pt idx="738">
                  <c:v>43620</c:v>
                </c:pt>
                <c:pt idx="739">
                  <c:v>43621</c:v>
                </c:pt>
                <c:pt idx="740">
                  <c:v>43622</c:v>
                </c:pt>
                <c:pt idx="741">
                  <c:v>43623</c:v>
                </c:pt>
                <c:pt idx="742">
                  <c:v>43624</c:v>
                </c:pt>
                <c:pt idx="743">
                  <c:v>43625</c:v>
                </c:pt>
                <c:pt idx="744">
                  <c:v>43626</c:v>
                </c:pt>
                <c:pt idx="745">
                  <c:v>43627</c:v>
                </c:pt>
                <c:pt idx="746">
                  <c:v>43628</c:v>
                </c:pt>
                <c:pt idx="747">
                  <c:v>43629</c:v>
                </c:pt>
                <c:pt idx="748">
                  <c:v>43630</c:v>
                </c:pt>
                <c:pt idx="749">
                  <c:v>43631</c:v>
                </c:pt>
                <c:pt idx="750">
                  <c:v>43632</c:v>
                </c:pt>
                <c:pt idx="751">
                  <c:v>43633</c:v>
                </c:pt>
                <c:pt idx="752">
                  <c:v>43634</c:v>
                </c:pt>
                <c:pt idx="753">
                  <c:v>43635</c:v>
                </c:pt>
                <c:pt idx="754">
                  <c:v>43636</c:v>
                </c:pt>
                <c:pt idx="755">
                  <c:v>43637</c:v>
                </c:pt>
                <c:pt idx="756">
                  <c:v>43638</c:v>
                </c:pt>
                <c:pt idx="757">
                  <c:v>43639</c:v>
                </c:pt>
                <c:pt idx="758">
                  <c:v>43640</c:v>
                </c:pt>
                <c:pt idx="759">
                  <c:v>43641</c:v>
                </c:pt>
                <c:pt idx="760">
                  <c:v>43642</c:v>
                </c:pt>
                <c:pt idx="761">
                  <c:v>43643</c:v>
                </c:pt>
                <c:pt idx="762">
                  <c:v>43644</c:v>
                </c:pt>
                <c:pt idx="763">
                  <c:v>43645</c:v>
                </c:pt>
                <c:pt idx="764">
                  <c:v>43646</c:v>
                </c:pt>
                <c:pt idx="765">
                  <c:v>43647</c:v>
                </c:pt>
                <c:pt idx="766">
                  <c:v>43648</c:v>
                </c:pt>
                <c:pt idx="767">
                  <c:v>43649</c:v>
                </c:pt>
                <c:pt idx="768">
                  <c:v>43650</c:v>
                </c:pt>
                <c:pt idx="769">
                  <c:v>43651</c:v>
                </c:pt>
                <c:pt idx="770">
                  <c:v>43652</c:v>
                </c:pt>
                <c:pt idx="771">
                  <c:v>43653</c:v>
                </c:pt>
                <c:pt idx="772">
                  <c:v>43654</c:v>
                </c:pt>
                <c:pt idx="773">
                  <c:v>43655</c:v>
                </c:pt>
                <c:pt idx="774">
                  <c:v>43656</c:v>
                </c:pt>
                <c:pt idx="775">
                  <c:v>43657</c:v>
                </c:pt>
                <c:pt idx="776">
                  <c:v>43658</c:v>
                </c:pt>
                <c:pt idx="777">
                  <c:v>43659</c:v>
                </c:pt>
                <c:pt idx="778">
                  <c:v>43660</c:v>
                </c:pt>
                <c:pt idx="779">
                  <c:v>43661</c:v>
                </c:pt>
                <c:pt idx="780">
                  <c:v>43662</c:v>
                </c:pt>
                <c:pt idx="781">
                  <c:v>43663</c:v>
                </c:pt>
                <c:pt idx="782">
                  <c:v>43664</c:v>
                </c:pt>
                <c:pt idx="783">
                  <c:v>43665</c:v>
                </c:pt>
                <c:pt idx="784">
                  <c:v>43666</c:v>
                </c:pt>
                <c:pt idx="785">
                  <c:v>43667</c:v>
                </c:pt>
                <c:pt idx="786">
                  <c:v>43668</c:v>
                </c:pt>
                <c:pt idx="787">
                  <c:v>43669</c:v>
                </c:pt>
                <c:pt idx="788">
                  <c:v>43670</c:v>
                </c:pt>
                <c:pt idx="789">
                  <c:v>43671</c:v>
                </c:pt>
                <c:pt idx="790">
                  <c:v>43672</c:v>
                </c:pt>
                <c:pt idx="791">
                  <c:v>43673</c:v>
                </c:pt>
                <c:pt idx="792">
                  <c:v>43674</c:v>
                </c:pt>
                <c:pt idx="793">
                  <c:v>43675</c:v>
                </c:pt>
                <c:pt idx="794">
                  <c:v>43676</c:v>
                </c:pt>
                <c:pt idx="795">
                  <c:v>43677</c:v>
                </c:pt>
                <c:pt idx="796">
                  <c:v>43678</c:v>
                </c:pt>
                <c:pt idx="797">
                  <c:v>43679</c:v>
                </c:pt>
                <c:pt idx="798">
                  <c:v>43680</c:v>
                </c:pt>
                <c:pt idx="799">
                  <c:v>43681</c:v>
                </c:pt>
                <c:pt idx="800">
                  <c:v>43682</c:v>
                </c:pt>
                <c:pt idx="801">
                  <c:v>43683</c:v>
                </c:pt>
                <c:pt idx="802">
                  <c:v>43684</c:v>
                </c:pt>
                <c:pt idx="803">
                  <c:v>43685</c:v>
                </c:pt>
                <c:pt idx="804">
                  <c:v>43686</c:v>
                </c:pt>
                <c:pt idx="805">
                  <c:v>43687</c:v>
                </c:pt>
                <c:pt idx="806">
                  <c:v>43688</c:v>
                </c:pt>
                <c:pt idx="807">
                  <c:v>43689</c:v>
                </c:pt>
                <c:pt idx="808">
                  <c:v>43690</c:v>
                </c:pt>
                <c:pt idx="809">
                  <c:v>43691</c:v>
                </c:pt>
                <c:pt idx="810">
                  <c:v>43692</c:v>
                </c:pt>
                <c:pt idx="811">
                  <c:v>43693</c:v>
                </c:pt>
                <c:pt idx="812">
                  <c:v>43694</c:v>
                </c:pt>
                <c:pt idx="813">
                  <c:v>43695</c:v>
                </c:pt>
                <c:pt idx="814">
                  <c:v>43696</c:v>
                </c:pt>
                <c:pt idx="815">
                  <c:v>43697</c:v>
                </c:pt>
                <c:pt idx="816">
                  <c:v>43698</c:v>
                </c:pt>
                <c:pt idx="817">
                  <c:v>43699</c:v>
                </c:pt>
                <c:pt idx="818">
                  <c:v>43700</c:v>
                </c:pt>
                <c:pt idx="819">
                  <c:v>43701</c:v>
                </c:pt>
                <c:pt idx="820">
                  <c:v>43702</c:v>
                </c:pt>
                <c:pt idx="821">
                  <c:v>43703</c:v>
                </c:pt>
                <c:pt idx="822">
                  <c:v>43704</c:v>
                </c:pt>
                <c:pt idx="823">
                  <c:v>43705</c:v>
                </c:pt>
                <c:pt idx="824">
                  <c:v>43706</c:v>
                </c:pt>
                <c:pt idx="825">
                  <c:v>43707</c:v>
                </c:pt>
                <c:pt idx="826">
                  <c:v>43708</c:v>
                </c:pt>
                <c:pt idx="827">
                  <c:v>43709</c:v>
                </c:pt>
                <c:pt idx="828">
                  <c:v>43710</c:v>
                </c:pt>
                <c:pt idx="829">
                  <c:v>43711</c:v>
                </c:pt>
                <c:pt idx="830">
                  <c:v>43712</c:v>
                </c:pt>
                <c:pt idx="831">
                  <c:v>43713</c:v>
                </c:pt>
                <c:pt idx="832">
                  <c:v>43714</c:v>
                </c:pt>
                <c:pt idx="833">
                  <c:v>43715</c:v>
                </c:pt>
                <c:pt idx="834">
                  <c:v>43716</c:v>
                </c:pt>
                <c:pt idx="835">
                  <c:v>43717</c:v>
                </c:pt>
                <c:pt idx="836">
                  <c:v>43718</c:v>
                </c:pt>
                <c:pt idx="837">
                  <c:v>43719</c:v>
                </c:pt>
                <c:pt idx="838">
                  <c:v>43720</c:v>
                </c:pt>
                <c:pt idx="839">
                  <c:v>43721</c:v>
                </c:pt>
                <c:pt idx="840">
                  <c:v>43722</c:v>
                </c:pt>
                <c:pt idx="841">
                  <c:v>43723</c:v>
                </c:pt>
                <c:pt idx="842">
                  <c:v>43724</c:v>
                </c:pt>
                <c:pt idx="843">
                  <c:v>43725</c:v>
                </c:pt>
                <c:pt idx="844">
                  <c:v>43726</c:v>
                </c:pt>
                <c:pt idx="845">
                  <c:v>43727</c:v>
                </c:pt>
                <c:pt idx="846">
                  <c:v>43728</c:v>
                </c:pt>
                <c:pt idx="847">
                  <c:v>43729</c:v>
                </c:pt>
                <c:pt idx="848">
                  <c:v>43730</c:v>
                </c:pt>
                <c:pt idx="849">
                  <c:v>43731</c:v>
                </c:pt>
                <c:pt idx="850">
                  <c:v>43732</c:v>
                </c:pt>
                <c:pt idx="851">
                  <c:v>43733</c:v>
                </c:pt>
                <c:pt idx="852">
                  <c:v>43734</c:v>
                </c:pt>
                <c:pt idx="853">
                  <c:v>43735</c:v>
                </c:pt>
                <c:pt idx="854">
                  <c:v>43736</c:v>
                </c:pt>
                <c:pt idx="855">
                  <c:v>43737</c:v>
                </c:pt>
                <c:pt idx="856">
                  <c:v>43738</c:v>
                </c:pt>
                <c:pt idx="857">
                  <c:v>43739</c:v>
                </c:pt>
                <c:pt idx="858">
                  <c:v>43740</c:v>
                </c:pt>
                <c:pt idx="859">
                  <c:v>43741</c:v>
                </c:pt>
                <c:pt idx="860">
                  <c:v>43742</c:v>
                </c:pt>
                <c:pt idx="861">
                  <c:v>43743</c:v>
                </c:pt>
                <c:pt idx="862">
                  <c:v>43744</c:v>
                </c:pt>
                <c:pt idx="863">
                  <c:v>43745</c:v>
                </c:pt>
                <c:pt idx="864">
                  <c:v>43746</c:v>
                </c:pt>
                <c:pt idx="865">
                  <c:v>43747</c:v>
                </c:pt>
                <c:pt idx="866">
                  <c:v>43748</c:v>
                </c:pt>
                <c:pt idx="867">
                  <c:v>43749</c:v>
                </c:pt>
                <c:pt idx="868">
                  <c:v>43750</c:v>
                </c:pt>
                <c:pt idx="869">
                  <c:v>43751</c:v>
                </c:pt>
                <c:pt idx="870">
                  <c:v>43752</c:v>
                </c:pt>
                <c:pt idx="871">
                  <c:v>43753</c:v>
                </c:pt>
                <c:pt idx="872">
                  <c:v>43754</c:v>
                </c:pt>
                <c:pt idx="873">
                  <c:v>43755</c:v>
                </c:pt>
                <c:pt idx="874">
                  <c:v>43756</c:v>
                </c:pt>
                <c:pt idx="875">
                  <c:v>43757</c:v>
                </c:pt>
                <c:pt idx="876">
                  <c:v>43758</c:v>
                </c:pt>
                <c:pt idx="877">
                  <c:v>43759</c:v>
                </c:pt>
                <c:pt idx="878">
                  <c:v>43760</c:v>
                </c:pt>
                <c:pt idx="879">
                  <c:v>43761</c:v>
                </c:pt>
                <c:pt idx="880">
                  <c:v>43762</c:v>
                </c:pt>
                <c:pt idx="881">
                  <c:v>43763</c:v>
                </c:pt>
                <c:pt idx="882">
                  <c:v>43764</c:v>
                </c:pt>
                <c:pt idx="883">
                  <c:v>43765</c:v>
                </c:pt>
                <c:pt idx="884">
                  <c:v>43766</c:v>
                </c:pt>
                <c:pt idx="885">
                  <c:v>43767</c:v>
                </c:pt>
                <c:pt idx="886">
                  <c:v>43768</c:v>
                </c:pt>
                <c:pt idx="887">
                  <c:v>43769</c:v>
                </c:pt>
                <c:pt idx="888">
                  <c:v>43770</c:v>
                </c:pt>
                <c:pt idx="889">
                  <c:v>43771</c:v>
                </c:pt>
                <c:pt idx="890">
                  <c:v>43772</c:v>
                </c:pt>
                <c:pt idx="891">
                  <c:v>43773</c:v>
                </c:pt>
                <c:pt idx="892">
                  <c:v>43774</c:v>
                </c:pt>
                <c:pt idx="893">
                  <c:v>43775</c:v>
                </c:pt>
                <c:pt idx="894">
                  <c:v>43776</c:v>
                </c:pt>
                <c:pt idx="895">
                  <c:v>43777</c:v>
                </c:pt>
                <c:pt idx="896">
                  <c:v>43778</c:v>
                </c:pt>
                <c:pt idx="897">
                  <c:v>43779</c:v>
                </c:pt>
                <c:pt idx="898">
                  <c:v>43780</c:v>
                </c:pt>
                <c:pt idx="899">
                  <c:v>43781</c:v>
                </c:pt>
                <c:pt idx="900">
                  <c:v>43782</c:v>
                </c:pt>
                <c:pt idx="901">
                  <c:v>43783</c:v>
                </c:pt>
                <c:pt idx="902">
                  <c:v>43784</c:v>
                </c:pt>
                <c:pt idx="903">
                  <c:v>43785</c:v>
                </c:pt>
                <c:pt idx="904">
                  <c:v>43786</c:v>
                </c:pt>
                <c:pt idx="905">
                  <c:v>43787</c:v>
                </c:pt>
                <c:pt idx="906">
                  <c:v>43788</c:v>
                </c:pt>
                <c:pt idx="907">
                  <c:v>43789</c:v>
                </c:pt>
                <c:pt idx="908">
                  <c:v>43790</c:v>
                </c:pt>
                <c:pt idx="909">
                  <c:v>43791</c:v>
                </c:pt>
                <c:pt idx="910">
                  <c:v>43792</c:v>
                </c:pt>
                <c:pt idx="911">
                  <c:v>43793</c:v>
                </c:pt>
                <c:pt idx="912">
                  <c:v>43794</c:v>
                </c:pt>
                <c:pt idx="913">
                  <c:v>43795</c:v>
                </c:pt>
                <c:pt idx="914">
                  <c:v>43796</c:v>
                </c:pt>
                <c:pt idx="915">
                  <c:v>43797</c:v>
                </c:pt>
                <c:pt idx="916">
                  <c:v>43798</c:v>
                </c:pt>
                <c:pt idx="917">
                  <c:v>43799</c:v>
                </c:pt>
                <c:pt idx="918">
                  <c:v>43800</c:v>
                </c:pt>
                <c:pt idx="919">
                  <c:v>43801</c:v>
                </c:pt>
                <c:pt idx="920">
                  <c:v>43802</c:v>
                </c:pt>
                <c:pt idx="921">
                  <c:v>43803</c:v>
                </c:pt>
                <c:pt idx="922">
                  <c:v>43804</c:v>
                </c:pt>
                <c:pt idx="923">
                  <c:v>43805</c:v>
                </c:pt>
                <c:pt idx="924">
                  <c:v>43806</c:v>
                </c:pt>
                <c:pt idx="925">
                  <c:v>43807</c:v>
                </c:pt>
                <c:pt idx="926">
                  <c:v>43808</c:v>
                </c:pt>
                <c:pt idx="927">
                  <c:v>43809</c:v>
                </c:pt>
                <c:pt idx="928">
                  <c:v>43810</c:v>
                </c:pt>
                <c:pt idx="929">
                  <c:v>43811</c:v>
                </c:pt>
                <c:pt idx="930">
                  <c:v>43812</c:v>
                </c:pt>
                <c:pt idx="931">
                  <c:v>43813</c:v>
                </c:pt>
                <c:pt idx="932">
                  <c:v>43814</c:v>
                </c:pt>
                <c:pt idx="933">
                  <c:v>43815</c:v>
                </c:pt>
                <c:pt idx="934">
                  <c:v>43816</c:v>
                </c:pt>
                <c:pt idx="935">
                  <c:v>43817</c:v>
                </c:pt>
                <c:pt idx="936">
                  <c:v>43818</c:v>
                </c:pt>
                <c:pt idx="937">
                  <c:v>43819</c:v>
                </c:pt>
                <c:pt idx="938">
                  <c:v>43820</c:v>
                </c:pt>
                <c:pt idx="939">
                  <c:v>43821</c:v>
                </c:pt>
                <c:pt idx="940">
                  <c:v>43822</c:v>
                </c:pt>
                <c:pt idx="941">
                  <c:v>43823</c:v>
                </c:pt>
                <c:pt idx="942">
                  <c:v>43824</c:v>
                </c:pt>
                <c:pt idx="943">
                  <c:v>43825</c:v>
                </c:pt>
                <c:pt idx="944">
                  <c:v>43826</c:v>
                </c:pt>
                <c:pt idx="945">
                  <c:v>43827</c:v>
                </c:pt>
                <c:pt idx="946">
                  <c:v>43828</c:v>
                </c:pt>
                <c:pt idx="947">
                  <c:v>43829</c:v>
                </c:pt>
                <c:pt idx="948">
                  <c:v>43830</c:v>
                </c:pt>
                <c:pt idx="949">
                  <c:v>43831</c:v>
                </c:pt>
                <c:pt idx="950">
                  <c:v>43832</c:v>
                </c:pt>
                <c:pt idx="951">
                  <c:v>43833</c:v>
                </c:pt>
                <c:pt idx="952">
                  <c:v>43834</c:v>
                </c:pt>
                <c:pt idx="953">
                  <c:v>43835</c:v>
                </c:pt>
                <c:pt idx="954">
                  <c:v>43836</c:v>
                </c:pt>
                <c:pt idx="955">
                  <c:v>43837</c:v>
                </c:pt>
                <c:pt idx="956">
                  <c:v>43838</c:v>
                </c:pt>
                <c:pt idx="957">
                  <c:v>43839</c:v>
                </c:pt>
                <c:pt idx="958">
                  <c:v>43840</c:v>
                </c:pt>
                <c:pt idx="959">
                  <c:v>43841</c:v>
                </c:pt>
                <c:pt idx="960">
                  <c:v>43842</c:v>
                </c:pt>
                <c:pt idx="961">
                  <c:v>43843</c:v>
                </c:pt>
                <c:pt idx="962">
                  <c:v>43844</c:v>
                </c:pt>
                <c:pt idx="963">
                  <c:v>43845</c:v>
                </c:pt>
                <c:pt idx="964">
                  <c:v>43846</c:v>
                </c:pt>
                <c:pt idx="965">
                  <c:v>43847</c:v>
                </c:pt>
                <c:pt idx="966">
                  <c:v>43848</c:v>
                </c:pt>
                <c:pt idx="967">
                  <c:v>43849</c:v>
                </c:pt>
                <c:pt idx="968">
                  <c:v>43850</c:v>
                </c:pt>
                <c:pt idx="969">
                  <c:v>43851</c:v>
                </c:pt>
                <c:pt idx="970">
                  <c:v>43852</c:v>
                </c:pt>
                <c:pt idx="971">
                  <c:v>43853</c:v>
                </c:pt>
                <c:pt idx="972">
                  <c:v>43854</c:v>
                </c:pt>
                <c:pt idx="973">
                  <c:v>43855</c:v>
                </c:pt>
                <c:pt idx="974">
                  <c:v>43856</c:v>
                </c:pt>
                <c:pt idx="975">
                  <c:v>43857</c:v>
                </c:pt>
                <c:pt idx="976">
                  <c:v>43858</c:v>
                </c:pt>
                <c:pt idx="977">
                  <c:v>43859</c:v>
                </c:pt>
                <c:pt idx="978">
                  <c:v>43860</c:v>
                </c:pt>
                <c:pt idx="979">
                  <c:v>43861</c:v>
                </c:pt>
                <c:pt idx="980">
                  <c:v>43862</c:v>
                </c:pt>
                <c:pt idx="981">
                  <c:v>43863</c:v>
                </c:pt>
                <c:pt idx="982">
                  <c:v>43864</c:v>
                </c:pt>
                <c:pt idx="983">
                  <c:v>43865</c:v>
                </c:pt>
                <c:pt idx="984">
                  <c:v>43866</c:v>
                </c:pt>
                <c:pt idx="985">
                  <c:v>43867</c:v>
                </c:pt>
                <c:pt idx="986">
                  <c:v>43868</c:v>
                </c:pt>
                <c:pt idx="987">
                  <c:v>43869</c:v>
                </c:pt>
                <c:pt idx="988">
                  <c:v>43870</c:v>
                </c:pt>
                <c:pt idx="989">
                  <c:v>43871</c:v>
                </c:pt>
                <c:pt idx="990">
                  <c:v>43872</c:v>
                </c:pt>
                <c:pt idx="991">
                  <c:v>43873</c:v>
                </c:pt>
                <c:pt idx="992">
                  <c:v>43874</c:v>
                </c:pt>
                <c:pt idx="993">
                  <c:v>43875</c:v>
                </c:pt>
                <c:pt idx="994">
                  <c:v>43876</c:v>
                </c:pt>
                <c:pt idx="995">
                  <c:v>43877</c:v>
                </c:pt>
                <c:pt idx="996">
                  <c:v>43878</c:v>
                </c:pt>
                <c:pt idx="997">
                  <c:v>43879</c:v>
                </c:pt>
                <c:pt idx="998">
                  <c:v>43880</c:v>
                </c:pt>
                <c:pt idx="999">
                  <c:v>43881</c:v>
                </c:pt>
                <c:pt idx="1000">
                  <c:v>43882</c:v>
                </c:pt>
                <c:pt idx="1001">
                  <c:v>43883</c:v>
                </c:pt>
                <c:pt idx="1002">
                  <c:v>43884</c:v>
                </c:pt>
                <c:pt idx="1003">
                  <c:v>43885</c:v>
                </c:pt>
                <c:pt idx="1004">
                  <c:v>43886</c:v>
                </c:pt>
                <c:pt idx="1005">
                  <c:v>43887</c:v>
                </c:pt>
                <c:pt idx="1006">
                  <c:v>43888</c:v>
                </c:pt>
                <c:pt idx="1007">
                  <c:v>43889</c:v>
                </c:pt>
                <c:pt idx="1008">
                  <c:v>43890</c:v>
                </c:pt>
                <c:pt idx="1009">
                  <c:v>43891</c:v>
                </c:pt>
                <c:pt idx="1010">
                  <c:v>43892</c:v>
                </c:pt>
                <c:pt idx="1011">
                  <c:v>43893</c:v>
                </c:pt>
                <c:pt idx="1012">
                  <c:v>43894</c:v>
                </c:pt>
                <c:pt idx="1013">
                  <c:v>43895</c:v>
                </c:pt>
                <c:pt idx="1014">
                  <c:v>43896</c:v>
                </c:pt>
                <c:pt idx="1015">
                  <c:v>43897</c:v>
                </c:pt>
                <c:pt idx="1016">
                  <c:v>43898</c:v>
                </c:pt>
                <c:pt idx="1017">
                  <c:v>43899</c:v>
                </c:pt>
                <c:pt idx="1018">
                  <c:v>43900</c:v>
                </c:pt>
                <c:pt idx="1019">
                  <c:v>43901</c:v>
                </c:pt>
                <c:pt idx="1020">
                  <c:v>43902</c:v>
                </c:pt>
                <c:pt idx="1021">
                  <c:v>43903</c:v>
                </c:pt>
                <c:pt idx="1022">
                  <c:v>43904</c:v>
                </c:pt>
                <c:pt idx="1023">
                  <c:v>43905</c:v>
                </c:pt>
                <c:pt idx="1024">
                  <c:v>43906</c:v>
                </c:pt>
                <c:pt idx="1025">
                  <c:v>43907</c:v>
                </c:pt>
                <c:pt idx="1026">
                  <c:v>43908</c:v>
                </c:pt>
                <c:pt idx="1027">
                  <c:v>43909</c:v>
                </c:pt>
                <c:pt idx="1028">
                  <c:v>43910</c:v>
                </c:pt>
                <c:pt idx="1029">
                  <c:v>43911</c:v>
                </c:pt>
                <c:pt idx="1030">
                  <c:v>43912</c:v>
                </c:pt>
                <c:pt idx="1031">
                  <c:v>43913</c:v>
                </c:pt>
                <c:pt idx="1032">
                  <c:v>43914</c:v>
                </c:pt>
                <c:pt idx="1033">
                  <c:v>43915</c:v>
                </c:pt>
                <c:pt idx="1034">
                  <c:v>43916</c:v>
                </c:pt>
                <c:pt idx="1035">
                  <c:v>43917</c:v>
                </c:pt>
                <c:pt idx="1036">
                  <c:v>43918</c:v>
                </c:pt>
                <c:pt idx="1037">
                  <c:v>43919</c:v>
                </c:pt>
                <c:pt idx="1038">
                  <c:v>43920</c:v>
                </c:pt>
                <c:pt idx="1039">
                  <c:v>43921</c:v>
                </c:pt>
                <c:pt idx="1040">
                  <c:v>43922</c:v>
                </c:pt>
                <c:pt idx="1041">
                  <c:v>43923</c:v>
                </c:pt>
                <c:pt idx="1042">
                  <c:v>43924</c:v>
                </c:pt>
                <c:pt idx="1043">
                  <c:v>43925</c:v>
                </c:pt>
                <c:pt idx="1044">
                  <c:v>43926</c:v>
                </c:pt>
                <c:pt idx="1045">
                  <c:v>43927</c:v>
                </c:pt>
                <c:pt idx="1046">
                  <c:v>43928</c:v>
                </c:pt>
                <c:pt idx="1047">
                  <c:v>43929</c:v>
                </c:pt>
                <c:pt idx="1048">
                  <c:v>43930</c:v>
                </c:pt>
                <c:pt idx="1049">
                  <c:v>43931</c:v>
                </c:pt>
                <c:pt idx="1050">
                  <c:v>43932</c:v>
                </c:pt>
                <c:pt idx="1051">
                  <c:v>43933</c:v>
                </c:pt>
                <c:pt idx="1052">
                  <c:v>43934</c:v>
                </c:pt>
                <c:pt idx="1053">
                  <c:v>43935</c:v>
                </c:pt>
                <c:pt idx="1054">
                  <c:v>43936</c:v>
                </c:pt>
                <c:pt idx="1055">
                  <c:v>43937</c:v>
                </c:pt>
                <c:pt idx="1056">
                  <c:v>43938</c:v>
                </c:pt>
                <c:pt idx="1057">
                  <c:v>43939</c:v>
                </c:pt>
                <c:pt idx="1058">
                  <c:v>43940</c:v>
                </c:pt>
                <c:pt idx="1059">
                  <c:v>43941</c:v>
                </c:pt>
                <c:pt idx="1060">
                  <c:v>43942</c:v>
                </c:pt>
                <c:pt idx="1061">
                  <c:v>43943</c:v>
                </c:pt>
                <c:pt idx="1062">
                  <c:v>43944</c:v>
                </c:pt>
                <c:pt idx="1063">
                  <c:v>43945</c:v>
                </c:pt>
                <c:pt idx="1064">
                  <c:v>43946</c:v>
                </c:pt>
                <c:pt idx="1065">
                  <c:v>43947</c:v>
                </c:pt>
                <c:pt idx="1066">
                  <c:v>43948</c:v>
                </c:pt>
                <c:pt idx="1067">
                  <c:v>43949</c:v>
                </c:pt>
                <c:pt idx="1068">
                  <c:v>43950</c:v>
                </c:pt>
                <c:pt idx="1069">
                  <c:v>43951</c:v>
                </c:pt>
                <c:pt idx="1070">
                  <c:v>43952</c:v>
                </c:pt>
                <c:pt idx="1071">
                  <c:v>43953</c:v>
                </c:pt>
                <c:pt idx="1072">
                  <c:v>43954</c:v>
                </c:pt>
                <c:pt idx="1073">
                  <c:v>43955</c:v>
                </c:pt>
                <c:pt idx="1074">
                  <c:v>43956</c:v>
                </c:pt>
                <c:pt idx="1075">
                  <c:v>43957</c:v>
                </c:pt>
                <c:pt idx="1076">
                  <c:v>43958</c:v>
                </c:pt>
                <c:pt idx="1077">
                  <c:v>43959</c:v>
                </c:pt>
                <c:pt idx="1078">
                  <c:v>43960</c:v>
                </c:pt>
                <c:pt idx="1079">
                  <c:v>43961</c:v>
                </c:pt>
                <c:pt idx="1080">
                  <c:v>43962</c:v>
                </c:pt>
                <c:pt idx="1081">
                  <c:v>43963</c:v>
                </c:pt>
                <c:pt idx="1082">
                  <c:v>43964</c:v>
                </c:pt>
                <c:pt idx="1083">
                  <c:v>43965</c:v>
                </c:pt>
                <c:pt idx="1084">
                  <c:v>43966</c:v>
                </c:pt>
                <c:pt idx="1085">
                  <c:v>43967</c:v>
                </c:pt>
                <c:pt idx="1086">
                  <c:v>43968</c:v>
                </c:pt>
                <c:pt idx="1087">
                  <c:v>43969</c:v>
                </c:pt>
                <c:pt idx="1088">
                  <c:v>43970</c:v>
                </c:pt>
                <c:pt idx="1089">
                  <c:v>43971</c:v>
                </c:pt>
                <c:pt idx="1090">
                  <c:v>43972</c:v>
                </c:pt>
                <c:pt idx="1091">
                  <c:v>43973</c:v>
                </c:pt>
                <c:pt idx="1092">
                  <c:v>43974</c:v>
                </c:pt>
                <c:pt idx="1093">
                  <c:v>43975</c:v>
                </c:pt>
                <c:pt idx="1094">
                  <c:v>43976</c:v>
                </c:pt>
                <c:pt idx="1095">
                  <c:v>43977</c:v>
                </c:pt>
                <c:pt idx="1096">
                  <c:v>43978</c:v>
                </c:pt>
                <c:pt idx="1097">
                  <c:v>43979</c:v>
                </c:pt>
                <c:pt idx="1098">
                  <c:v>43980</c:v>
                </c:pt>
                <c:pt idx="1099">
                  <c:v>43981</c:v>
                </c:pt>
                <c:pt idx="1100">
                  <c:v>43982</c:v>
                </c:pt>
                <c:pt idx="1101">
                  <c:v>43983</c:v>
                </c:pt>
                <c:pt idx="1102">
                  <c:v>43984</c:v>
                </c:pt>
                <c:pt idx="1103">
                  <c:v>43985</c:v>
                </c:pt>
                <c:pt idx="1104">
                  <c:v>43986</c:v>
                </c:pt>
                <c:pt idx="1105">
                  <c:v>43987</c:v>
                </c:pt>
                <c:pt idx="1106">
                  <c:v>43988</c:v>
                </c:pt>
                <c:pt idx="1107">
                  <c:v>43989</c:v>
                </c:pt>
                <c:pt idx="1108">
                  <c:v>43990</c:v>
                </c:pt>
                <c:pt idx="1109">
                  <c:v>43991</c:v>
                </c:pt>
                <c:pt idx="1110">
                  <c:v>43992</c:v>
                </c:pt>
                <c:pt idx="1111">
                  <c:v>43993</c:v>
                </c:pt>
                <c:pt idx="1112">
                  <c:v>43994</c:v>
                </c:pt>
                <c:pt idx="1113">
                  <c:v>43995</c:v>
                </c:pt>
                <c:pt idx="1114">
                  <c:v>43996</c:v>
                </c:pt>
                <c:pt idx="1115">
                  <c:v>43997</c:v>
                </c:pt>
                <c:pt idx="1116">
                  <c:v>43998</c:v>
                </c:pt>
                <c:pt idx="1117">
                  <c:v>43999</c:v>
                </c:pt>
                <c:pt idx="1118">
                  <c:v>44000</c:v>
                </c:pt>
                <c:pt idx="1119">
                  <c:v>44001</c:v>
                </c:pt>
                <c:pt idx="1120">
                  <c:v>44002</c:v>
                </c:pt>
                <c:pt idx="1121">
                  <c:v>44003</c:v>
                </c:pt>
                <c:pt idx="1122">
                  <c:v>44004</c:v>
                </c:pt>
                <c:pt idx="1123">
                  <c:v>44005</c:v>
                </c:pt>
                <c:pt idx="1124">
                  <c:v>44006</c:v>
                </c:pt>
                <c:pt idx="1125">
                  <c:v>44007</c:v>
                </c:pt>
                <c:pt idx="1126">
                  <c:v>44008</c:v>
                </c:pt>
                <c:pt idx="1127">
                  <c:v>44009</c:v>
                </c:pt>
                <c:pt idx="1128">
                  <c:v>44010</c:v>
                </c:pt>
                <c:pt idx="1129">
                  <c:v>44011</c:v>
                </c:pt>
                <c:pt idx="1130">
                  <c:v>44012</c:v>
                </c:pt>
                <c:pt idx="1131">
                  <c:v>44013</c:v>
                </c:pt>
                <c:pt idx="1132">
                  <c:v>44014</c:v>
                </c:pt>
                <c:pt idx="1133">
                  <c:v>44015</c:v>
                </c:pt>
                <c:pt idx="1134">
                  <c:v>44016</c:v>
                </c:pt>
                <c:pt idx="1135">
                  <c:v>44017</c:v>
                </c:pt>
                <c:pt idx="1136">
                  <c:v>44018</c:v>
                </c:pt>
                <c:pt idx="1137">
                  <c:v>44019</c:v>
                </c:pt>
                <c:pt idx="1138">
                  <c:v>44020</c:v>
                </c:pt>
                <c:pt idx="1139">
                  <c:v>44021</c:v>
                </c:pt>
                <c:pt idx="1140">
                  <c:v>44022</c:v>
                </c:pt>
                <c:pt idx="1141">
                  <c:v>44023</c:v>
                </c:pt>
                <c:pt idx="1142">
                  <c:v>44024</c:v>
                </c:pt>
                <c:pt idx="1143">
                  <c:v>44025</c:v>
                </c:pt>
                <c:pt idx="1144">
                  <c:v>44026</c:v>
                </c:pt>
                <c:pt idx="1145">
                  <c:v>44027</c:v>
                </c:pt>
                <c:pt idx="1146">
                  <c:v>44028</c:v>
                </c:pt>
                <c:pt idx="1147">
                  <c:v>44029</c:v>
                </c:pt>
                <c:pt idx="1148">
                  <c:v>44030</c:v>
                </c:pt>
                <c:pt idx="1149">
                  <c:v>44031</c:v>
                </c:pt>
                <c:pt idx="1150">
                  <c:v>44032</c:v>
                </c:pt>
                <c:pt idx="1151">
                  <c:v>44033</c:v>
                </c:pt>
                <c:pt idx="1152">
                  <c:v>44034</c:v>
                </c:pt>
                <c:pt idx="1153">
                  <c:v>44035</c:v>
                </c:pt>
                <c:pt idx="1154">
                  <c:v>44036</c:v>
                </c:pt>
                <c:pt idx="1155">
                  <c:v>44037</c:v>
                </c:pt>
                <c:pt idx="1156">
                  <c:v>44038</c:v>
                </c:pt>
                <c:pt idx="1157">
                  <c:v>44039</c:v>
                </c:pt>
                <c:pt idx="1158">
                  <c:v>44040</c:v>
                </c:pt>
                <c:pt idx="1159">
                  <c:v>44041</c:v>
                </c:pt>
                <c:pt idx="1160">
                  <c:v>44042</c:v>
                </c:pt>
                <c:pt idx="1161">
                  <c:v>44043</c:v>
                </c:pt>
                <c:pt idx="1162">
                  <c:v>44044</c:v>
                </c:pt>
                <c:pt idx="1163">
                  <c:v>44045</c:v>
                </c:pt>
                <c:pt idx="1164">
                  <c:v>44046</c:v>
                </c:pt>
                <c:pt idx="1165">
                  <c:v>44047</c:v>
                </c:pt>
                <c:pt idx="1166">
                  <c:v>44048</c:v>
                </c:pt>
                <c:pt idx="1167">
                  <c:v>44049</c:v>
                </c:pt>
                <c:pt idx="1168">
                  <c:v>44050</c:v>
                </c:pt>
                <c:pt idx="1169">
                  <c:v>44051</c:v>
                </c:pt>
                <c:pt idx="1170">
                  <c:v>44052</c:v>
                </c:pt>
                <c:pt idx="1171">
                  <c:v>44053</c:v>
                </c:pt>
                <c:pt idx="1172">
                  <c:v>44054</c:v>
                </c:pt>
                <c:pt idx="1173">
                  <c:v>44055</c:v>
                </c:pt>
                <c:pt idx="1174">
                  <c:v>44056</c:v>
                </c:pt>
                <c:pt idx="1175">
                  <c:v>44057</c:v>
                </c:pt>
                <c:pt idx="1176">
                  <c:v>44058</c:v>
                </c:pt>
                <c:pt idx="1177">
                  <c:v>44059</c:v>
                </c:pt>
                <c:pt idx="1178">
                  <c:v>44060</c:v>
                </c:pt>
                <c:pt idx="1179">
                  <c:v>44061</c:v>
                </c:pt>
                <c:pt idx="1180">
                  <c:v>44062</c:v>
                </c:pt>
                <c:pt idx="1181">
                  <c:v>44063</c:v>
                </c:pt>
                <c:pt idx="1182">
                  <c:v>44064</c:v>
                </c:pt>
                <c:pt idx="1183">
                  <c:v>44065</c:v>
                </c:pt>
                <c:pt idx="1184">
                  <c:v>44066</c:v>
                </c:pt>
                <c:pt idx="1185">
                  <c:v>44067</c:v>
                </c:pt>
                <c:pt idx="1186">
                  <c:v>44068</c:v>
                </c:pt>
                <c:pt idx="1187">
                  <c:v>44069</c:v>
                </c:pt>
                <c:pt idx="1188">
                  <c:v>44070</c:v>
                </c:pt>
                <c:pt idx="1189">
                  <c:v>44071</c:v>
                </c:pt>
                <c:pt idx="1190">
                  <c:v>44072</c:v>
                </c:pt>
                <c:pt idx="1191">
                  <c:v>44073</c:v>
                </c:pt>
                <c:pt idx="1192">
                  <c:v>44074</c:v>
                </c:pt>
                <c:pt idx="1193">
                  <c:v>44075</c:v>
                </c:pt>
                <c:pt idx="1194">
                  <c:v>44076</c:v>
                </c:pt>
                <c:pt idx="1195">
                  <c:v>44077</c:v>
                </c:pt>
                <c:pt idx="1196">
                  <c:v>44078</c:v>
                </c:pt>
                <c:pt idx="1197">
                  <c:v>44079</c:v>
                </c:pt>
                <c:pt idx="1198">
                  <c:v>44080</c:v>
                </c:pt>
                <c:pt idx="1199">
                  <c:v>44081</c:v>
                </c:pt>
                <c:pt idx="1200">
                  <c:v>44082</c:v>
                </c:pt>
                <c:pt idx="1201">
                  <c:v>44083</c:v>
                </c:pt>
                <c:pt idx="1202">
                  <c:v>44084</c:v>
                </c:pt>
                <c:pt idx="1203">
                  <c:v>44085</c:v>
                </c:pt>
                <c:pt idx="1204">
                  <c:v>44086</c:v>
                </c:pt>
                <c:pt idx="1205">
                  <c:v>44087</c:v>
                </c:pt>
                <c:pt idx="1206">
                  <c:v>44088</c:v>
                </c:pt>
                <c:pt idx="1207">
                  <c:v>44089</c:v>
                </c:pt>
                <c:pt idx="1208">
                  <c:v>44090</c:v>
                </c:pt>
                <c:pt idx="1209">
                  <c:v>44091</c:v>
                </c:pt>
                <c:pt idx="1210">
                  <c:v>44092</c:v>
                </c:pt>
                <c:pt idx="1211">
                  <c:v>44093</c:v>
                </c:pt>
                <c:pt idx="1212">
                  <c:v>44094</c:v>
                </c:pt>
                <c:pt idx="1213">
                  <c:v>44095</c:v>
                </c:pt>
                <c:pt idx="1214">
                  <c:v>44096</c:v>
                </c:pt>
                <c:pt idx="1215">
                  <c:v>44097</c:v>
                </c:pt>
                <c:pt idx="1216">
                  <c:v>44098</c:v>
                </c:pt>
                <c:pt idx="1217">
                  <c:v>44099</c:v>
                </c:pt>
                <c:pt idx="1218">
                  <c:v>44100</c:v>
                </c:pt>
                <c:pt idx="1219">
                  <c:v>44101</c:v>
                </c:pt>
                <c:pt idx="1220">
                  <c:v>44102</c:v>
                </c:pt>
                <c:pt idx="1221">
                  <c:v>44103</c:v>
                </c:pt>
                <c:pt idx="1222">
                  <c:v>44104</c:v>
                </c:pt>
                <c:pt idx="1223">
                  <c:v>44105</c:v>
                </c:pt>
                <c:pt idx="1224">
                  <c:v>44106</c:v>
                </c:pt>
                <c:pt idx="1225">
                  <c:v>44107</c:v>
                </c:pt>
                <c:pt idx="1226">
                  <c:v>44108</c:v>
                </c:pt>
                <c:pt idx="1227">
                  <c:v>44109</c:v>
                </c:pt>
                <c:pt idx="1228">
                  <c:v>44110</c:v>
                </c:pt>
                <c:pt idx="1229">
                  <c:v>44111</c:v>
                </c:pt>
                <c:pt idx="1230">
                  <c:v>44112</c:v>
                </c:pt>
                <c:pt idx="1231">
                  <c:v>44113</c:v>
                </c:pt>
                <c:pt idx="1232">
                  <c:v>44114</c:v>
                </c:pt>
                <c:pt idx="1233">
                  <c:v>44115</c:v>
                </c:pt>
                <c:pt idx="1234">
                  <c:v>44116</c:v>
                </c:pt>
                <c:pt idx="1235">
                  <c:v>44117</c:v>
                </c:pt>
                <c:pt idx="1236">
                  <c:v>44118</c:v>
                </c:pt>
                <c:pt idx="1237">
                  <c:v>44119</c:v>
                </c:pt>
                <c:pt idx="1238">
                  <c:v>44120</c:v>
                </c:pt>
                <c:pt idx="1239">
                  <c:v>44121</c:v>
                </c:pt>
                <c:pt idx="1240">
                  <c:v>44122</c:v>
                </c:pt>
                <c:pt idx="1241">
                  <c:v>44123</c:v>
                </c:pt>
                <c:pt idx="1242">
                  <c:v>44124</c:v>
                </c:pt>
                <c:pt idx="1243">
                  <c:v>44125</c:v>
                </c:pt>
                <c:pt idx="1244">
                  <c:v>44126</c:v>
                </c:pt>
                <c:pt idx="1245">
                  <c:v>44127</c:v>
                </c:pt>
                <c:pt idx="1246">
                  <c:v>44128</c:v>
                </c:pt>
                <c:pt idx="1247">
                  <c:v>44129</c:v>
                </c:pt>
                <c:pt idx="1248">
                  <c:v>44130</c:v>
                </c:pt>
                <c:pt idx="1249">
                  <c:v>44131</c:v>
                </c:pt>
                <c:pt idx="1250">
                  <c:v>44132</c:v>
                </c:pt>
                <c:pt idx="1251">
                  <c:v>44133</c:v>
                </c:pt>
                <c:pt idx="1252">
                  <c:v>44134</c:v>
                </c:pt>
                <c:pt idx="1253">
                  <c:v>44135</c:v>
                </c:pt>
                <c:pt idx="1254">
                  <c:v>44136</c:v>
                </c:pt>
                <c:pt idx="1255">
                  <c:v>44137</c:v>
                </c:pt>
                <c:pt idx="1256">
                  <c:v>44138</c:v>
                </c:pt>
                <c:pt idx="1257">
                  <c:v>44139</c:v>
                </c:pt>
                <c:pt idx="1258">
                  <c:v>44140</c:v>
                </c:pt>
                <c:pt idx="1259">
                  <c:v>44141</c:v>
                </c:pt>
                <c:pt idx="1260">
                  <c:v>44142</c:v>
                </c:pt>
                <c:pt idx="1261">
                  <c:v>44143</c:v>
                </c:pt>
                <c:pt idx="1262">
                  <c:v>44144</c:v>
                </c:pt>
                <c:pt idx="1263">
                  <c:v>44145</c:v>
                </c:pt>
                <c:pt idx="1264">
                  <c:v>44146</c:v>
                </c:pt>
                <c:pt idx="1265">
                  <c:v>44147</c:v>
                </c:pt>
                <c:pt idx="1266">
                  <c:v>44148</c:v>
                </c:pt>
                <c:pt idx="1267">
                  <c:v>44149</c:v>
                </c:pt>
                <c:pt idx="1268">
                  <c:v>44150</c:v>
                </c:pt>
                <c:pt idx="1269">
                  <c:v>44151</c:v>
                </c:pt>
                <c:pt idx="1270">
                  <c:v>44152</c:v>
                </c:pt>
                <c:pt idx="1271">
                  <c:v>44153</c:v>
                </c:pt>
                <c:pt idx="1272">
                  <c:v>44154</c:v>
                </c:pt>
                <c:pt idx="1273">
                  <c:v>44155</c:v>
                </c:pt>
                <c:pt idx="1274">
                  <c:v>44156</c:v>
                </c:pt>
                <c:pt idx="1275">
                  <c:v>44157</c:v>
                </c:pt>
                <c:pt idx="1276">
                  <c:v>44158</c:v>
                </c:pt>
                <c:pt idx="1277">
                  <c:v>44159</c:v>
                </c:pt>
                <c:pt idx="1278">
                  <c:v>44160</c:v>
                </c:pt>
                <c:pt idx="1279">
                  <c:v>44161</c:v>
                </c:pt>
                <c:pt idx="1280">
                  <c:v>44162</c:v>
                </c:pt>
                <c:pt idx="1281">
                  <c:v>44163</c:v>
                </c:pt>
                <c:pt idx="1282">
                  <c:v>44164</c:v>
                </c:pt>
                <c:pt idx="1283">
                  <c:v>44165</c:v>
                </c:pt>
                <c:pt idx="1284">
                  <c:v>44166</c:v>
                </c:pt>
                <c:pt idx="1285">
                  <c:v>44167</c:v>
                </c:pt>
                <c:pt idx="1286">
                  <c:v>44168</c:v>
                </c:pt>
                <c:pt idx="1287">
                  <c:v>44169</c:v>
                </c:pt>
                <c:pt idx="1288">
                  <c:v>44170</c:v>
                </c:pt>
                <c:pt idx="1289">
                  <c:v>44171</c:v>
                </c:pt>
                <c:pt idx="1290">
                  <c:v>44172</c:v>
                </c:pt>
                <c:pt idx="1291">
                  <c:v>44173</c:v>
                </c:pt>
                <c:pt idx="1292">
                  <c:v>44174</c:v>
                </c:pt>
                <c:pt idx="1293">
                  <c:v>44175</c:v>
                </c:pt>
                <c:pt idx="1294">
                  <c:v>44176</c:v>
                </c:pt>
                <c:pt idx="1295">
                  <c:v>44177</c:v>
                </c:pt>
                <c:pt idx="1296">
                  <c:v>44178</c:v>
                </c:pt>
                <c:pt idx="1297">
                  <c:v>44179</c:v>
                </c:pt>
                <c:pt idx="1298">
                  <c:v>44180</c:v>
                </c:pt>
                <c:pt idx="1299">
                  <c:v>44181</c:v>
                </c:pt>
                <c:pt idx="1300">
                  <c:v>44182</c:v>
                </c:pt>
                <c:pt idx="1301">
                  <c:v>44183</c:v>
                </c:pt>
                <c:pt idx="1302">
                  <c:v>44184</c:v>
                </c:pt>
                <c:pt idx="1303">
                  <c:v>44185</c:v>
                </c:pt>
                <c:pt idx="1304">
                  <c:v>44186</c:v>
                </c:pt>
                <c:pt idx="1305">
                  <c:v>44187</c:v>
                </c:pt>
                <c:pt idx="1306">
                  <c:v>44188</c:v>
                </c:pt>
                <c:pt idx="1307">
                  <c:v>44189</c:v>
                </c:pt>
                <c:pt idx="1308">
                  <c:v>44190</c:v>
                </c:pt>
                <c:pt idx="1309">
                  <c:v>44191</c:v>
                </c:pt>
                <c:pt idx="1310">
                  <c:v>44192</c:v>
                </c:pt>
                <c:pt idx="1311">
                  <c:v>44193</c:v>
                </c:pt>
                <c:pt idx="1312">
                  <c:v>44194</c:v>
                </c:pt>
                <c:pt idx="1313">
                  <c:v>44195</c:v>
                </c:pt>
                <c:pt idx="1314">
                  <c:v>44196</c:v>
                </c:pt>
                <c:pt idx="1315">
                  <c:v>44197</c:v>
                </c:pt>
                <c:pt idx="1316">
                  <c:v>44198</c:v>
                </c:pt>
                <c:pt idx="1317">
                  <c:v>44199</c:v>
                </c:pt>
                <c:pt idx="1318">
                  <c:v>44200</c:v>
                </c:pt>
                <c:pt idx="1319">
                  <c:v>44201</c:v>
                </c:pt>
                <c:pt idx="1320">
                  <c:v>44202</c:v>
                </c:pt>
                <c:pt idx="1321">
                  <c:v>44203</c:v>
                </c:pt>
                <c:pt idx="1322">
                  <c:v>44204</c:v>
                </c:pt>
                <c:pt idx="1323">
                  <c:v>44205</c:v>
                </c:pt>
                <c:pt idx="1324">
                  <c:v>44206</c:v>
                </c:pt>
                <c:pt idx="1325">
                  <c:v>44207</c:v>
                </c:pt>
                <c:pt idx="1326">
                  <c:v>44208</c:v>
                </c:pt>
                <c:pt idx="1327">
                  <c:v>44209</c:v>
                </c:pt>
                <c:pt idx="1328">
                  <c:v>44210</c:v>
                </c:pt>
                <c:pt idx="1329">
                  <c:v>44211</c:v>
                </c:pt>
                <c:pt idx="1330">
                  <c:v>44212</c:v>
                </c:pt>
                <c:pt idx="1331">
                  <c:v>44213</c:v>
                </c:pt>
                <c:pt idx="1332">
                  <c:v>44214</c:v>
                </c:pt>
                <c:pt idx="1333">
                  <c:v>44215</c:v>
                </c:pt>
                <c:pt idx="1334">
                  <c:v>44216</c:v>
                </c:pt>
                <c:pt idx="1335">
                  <c:v>44217</c:v>
                </c:pt>
                <c:pt idx="1336">
                  <c:v>44218</c:v>
                </c:pt>
                <c:pt idx="1337">
                  <c:v>44219</c:v>
                </c:pt>
                <c:pt idx="1338">
                  <c:v>44220</c:v>
                </c:pt>
                <c:pt idx="1339">
                  <c:v>44221</c:v>
                </c:pt>
                <c:pt idx="1340">
                  <c:v>44222</c:v>
                </c:pt>
                <c:pt idx="1341">
                  <c:v>44223</c:v>
                </c:pt>
                <c:pt idx="1342">
                  <c:v>44224</c:v>
                </c:pt>
                <c:pt idx="1343">
                  <c:v>44225</c:v>
                </c:pt>
                <c:pt idx="1344">
                  <c:v>44226</c:v>
                </c:pt>
                <c:pt idx="1345">
                  <c:v>44227</c:v>
                </c:pt>
                <c:pt idx="1346">
                  <c:v>44228</c:v>
                </c:pt>
                <c:pt idx="1347">
                  <c:v>44229</c:v>
                </c:pt>
                <c:pt idx="1348">
                  <c:v>44230</c:v>
                </c:pt>
                <c:pt idx="1349">
                  <c:v>44231</c:v>
                </c:pt>
                <c:pt idx="1350">
                  <c:v>44232</c:v>
                </c:pt>
                <c:pt idx="1351">
                  <c:v>44233</c:v>
                </c:pt>
                <c:pt idx="1352">
                  <c:v>44234</c:v>
                </c:pt>
                <c:pt idx="1353">
                  <c:v>44235</c:v>
                </c:pt>
                <c:pt idx="1354">
                  <c:v>44236</c:v>
                </c:pt>
                <c:pt idx="1355">
                  <c:v>44237</c:v>
                </c:pt>
                <c:pt idx="1356">
                  <c:v>44238</c:v>
                </c:pt>
                <c:pt idx="1357">
                  <c:v>44239</c:v>
                </c:pt>
                <c:pt idx="1358">
                  <c:v>44240</c:v>
                </c:pt>
                <c:pt idx="1359">
                  <c:v>44241</c:v>
                </c:pt>
                <c:pt idx="1360">
                  <c:v>44242</c:v>
                </c:pt>
                <c:pt idx="1361">
                  <c:v>44243</c:v>
                </c:pt>
                <c:pt idx="1362">
                  <c:v>44244</c:v>
                </c:pt>
                <c:pt idx="1363">
                  <c:v>44245</c:v>
                </c:pt>
                <c:pt idx="1364">
                  <c:v>44246</c:v>
                </c:pt>
                <c:pt idx="1365">
                  <c:v>44247</c:v>
                </c:pt>
                <c:pt idx="1366">
                  <c:v>44248</c:v>
                </c:pt>
                <c:pt idx="1367">
                  <c:v>44249</c:v>
                </c:pt>
                <c:pt idx="1368">
                  <c:v>44250</c:v>
                </c:pt>
                <c:pt idx="1369">
                  <c:v>44251</c:v>
                </c:pt>
                <c:pt idx="1370">
                  <c:v>44252</c:v>
                </c:pt>
                <c:pt idx="1371">
                  <c:v>44253</c:v>
                </c:pt>
                <c:pt idx="1372">
                  <c:v>44254</c:v>
                </c:pt>
                <c:pt idx="1373">
                  <c:v>44255</c:v>
                </c:pt>
                <c:pt idx="1374">
                  <c:v>44256</c:v>
                </c:pt>
                <c:pt idx="1375">
                  <c:v>44257</c:v>
                </c:pt>
                <c:pt idx="1376">
                  <c:v>44258</c:v>
                </c:pt>
                <c:pt idx="1377">
                  <c:v>44259</c:v>
                </c:pt>
                <c:pt idx="1378">
                  <c:v>44260</c:v>
                </c:pt>
                <c:pt idx="1379">
                  <c:v>44261</c:v>
                </c:pt>
                <c:pt idx="1380">
                  <c:v>44262</c:v>
                </c:pt>
                <c:pt idx="1381">
                  <c:v>44263</c:v>
                </c:pt>
                <c:pt idx="1382">
                  <c:v>44264</c:v>
                </c:pt>
                <c:pt idx="1383">
                  <c:v>44265</c:v>
                </c:pt>
                <c:pt idx="1384">
                  <c:v>44266</c:v>
                </c:pt>
                <c:pt idx="1385">
                  <c:v>44267</c:v>
                </c:pt>
                <c:pt idx="1386">
                  <c:v>44268</c:v>
                </c:pt>
                <c:pt idx="1387">
                  <c:v>44269</c:v>
                </c:pt>
                <c:pt idx="1388">
                  <c:v>44270</c:v>
                </c:pt>
                <c:pt idx="1389">
                  <c:v>44271</c:v>
                </c:pt>
                <c:pt idx="1390">
                  <c:v>44272</c:v>
                </c:pt>
                <c:pt idx="1391">
                  <c:v>44273</c:v>
                </c:pt>
                <c:pt idx="1392">
                  <c:v>44274</c:v>
                </c:pt>
                <c:pt idx="1393">
                  <c:v>44275</c:v>
                </c:pt>
                <c:pt idx="1394">
                  <c:v>44276</c:v>
                </c:pt>
                <c:pt idx="1395">
                  <c:v>44277</c:v>
                </c:pt>
                <c:pt idx="1396">
                  <c:v>44278</c:v>
                </c:pt>
                <c:pt idx="1397">
                  <c:v>44279</c:v>
                </c:pt>
                <c:pt idx="1398">
                  <c:v>44280</c:v>
                </c:pt>
                <c:pt idx="1399">
                  <c:v>44281</c:v>
                </c:pt>
                <c:pt idx="1400">
                  <c:v>44282</c:v>
                </c:pt>
                <c:pt idx="1401">
                  <c:v>44283</c:v>
                </c:pt>
                <c:pt idx="1402">
                  <c:v>44284</c:v>
                </c:pt>
                <c:pt idx="1403">
                  <c:v>44285</c:v>
                </c:pt>
                <c:pt idx="1404">
                  <c:v>44286</c:v>
                </c:pt>
                <c:pt idx="1405">
                  <c:v>44287</c:v>
                </c:pt>
                <c:pt idx="1406">
                  <c:v>44288</c:v>
                </c:pt>
                <c:pt idx="1407">
                  <c:v>44289</c:v>
                </c:pt>
                <c:pt idx="1408">
                  <c:v>44290</c:v>
                </c:pt>
                <c:pt idx="1409">
                  <c:v>44291</c:v>
                </c:pt>
                <c:pt idx="1410">
                  <c:v>44292</c:v>
                </c:pt>
                <c:pt idx="1411">
                  <c:v>44293</c:v>
                </c:pt>
                <c:pt idx="1412">
                  <c:v>44294</c:v>
                </c:pt>
                <c:pt idx="1413">
                  <c:v>44295</c:v>
                </c:pt>
                <c:pt idx="1414">
                  <c:v>44296</c:v>
                </c:pt>
                <c:pt idx="1415">
                  <c:v>44297</c:v>
                </c:pt>
                <c:pt idx="1416">
                  <c:v>44298</c:v>
                </c:pt>
                <c:pt idx="1417">
                  <c:v>44299</c:v>
                </c:pt>
                <c:pt idx="1418">
                  <c:v>44300</c:v>
                </c:pt>
                <c:pt idx="1419">
                  <c:v>44301</c:v>
                </c:pt>
                <c:pt idx="1420">
                  <c:v>44302</c:v>
                </c:pt>
                <c:pt idx="1421">
                  <c:v>44303</c:v>
                </c:pt>
                <c:pt idx="1422">
                  <c:v>44304</c:v>
                </c:pt>
                <c:pt idx="1423">
                  <c:v>44305</c:v>
                </c:pt>
                <c:pt idx="1424">
                  <c:v>44306</c:v>
                </c:pt>
                <c:pt idx="1425">
                  <c:v>44307</c:v>
                </c:pt>
                <c:pt idx="1426">
                  <c:v>44308</c:v>
                </c:pt>
                <c:pt idx="1427">
                  <c:v>44309</c:v>
                </c:pt>
                <c:pt idx="1428">
                  <c:v>44310</c:v>
                </c:pt>
                <c:pt idx="1429">
                  <c:v>44311</c:v>
                </c:pt>
                <c:pt idx="1430">
                  <c:v>44312</c:v>
                </c:pt>
                <c:pt idx="1431">
                  <c:v>44313</c:v>
                </c:pt>
                <c:pt idx="1432">
                  <c:v>44314</c:v>
                </c:pt>
                <c:pt idx="1433">
                  <c:v>44315</c:v>
                </c:pt>
                <c:pt idx="1434">
                  <c:v>44316</c:v>
                </c:pt>
                <c:pt idx="1435">
                  <c:v>44317</c:v>
                </c:pt>
                <c:pt idx="1436">
                  <c:v>44318</c:v>
                </c:pt>
                <c:pt idx="1437">
                  <c:v>44319</c:v>
                </c:pt>
                <c:pt idx="1438">
                  <c:v>44320</c:v>
                </c:pt>
                <c:pt idx="1439">
                  <c:v>44321</c:v>
                </c:pt>
                <c:pt idx="1440">
                  <c:v>44322</c:v>
                </c:pt>
                <c:pt idx="1441">
                  <c:v>44323</c:v>
                </c:pt>
                <c:pt idx="1442">
                  <c:v>44324</c:v>
                </c:pt>
                <c:pt idx="1443">
                  <c:v>44325</c:v>
                </c:pt>
                <c:pt idx="1444">
                  <c:v>44326</c:v>
                </c:pt>
                <c:pt idx="1445">
                  <c:v>44327</c:v>
                </c:pt>
                <c:pt idx="1446">
                  <c:v>44328</c:v>
                </c:pt>
                <c:pt idx="1447">
                  <c:v>44329</c:v>
                </c:pt>
                <c:pt idx="1448">
                  <c:v>44330</c:v>
                </c:pt>
                <c:pt idx="1449">
                  <c:v>44331</c:v>
                </c:pt>
                <c:pt idx="1450">
                  <c:v>44332</c:v>
                </c:pt>
                <c:pt idx="1451">
                  <c:v>44333</c:v>
                </c:pt>
                <c:pt idx="1452">
                  <c:v>44334</c:v>
                </c:pt>
                <c:pt idx="1453">
                  <c:v>44335</c:v>
                </c:pt>
                <c:pt idx="1454">
                  <c:v>44336</c:v>
                </c:pt>
                <c:pt idx="1455">
                  <c:v>44337</c:v>
                </c:pt>
                <c:pt idx="1456">
                  <c:v>44338</c:v>
                </c:pt>
                <c:pt idx="1457">
                  <c:v>44339</c:v>
                </c:pt>
                <c:pt idx="1458">
                  <c:v>44340</c:v>
                </c:pt>
                <c:pt idx="1459">
                  <c:v>44341</c:v>
                </c:pt>
                <c:pt idx="1460">
                  <c:v>44342</c:v>
                </c:pt>
                <c:pt idx="1461">
                  <c:v>44343</c:v>
                </c:pt>
                <c:pt idx="1462">
                  <c:v>44344</c:v>
                </c:pt>
                <c:pt idx="1463">
                  <c:v>44345</c:v>
                </c:pt>
                <c:pt idx="1464">
                  <c:v>44346</c:v>
                </c:pt>
                <c:pt idx="1465">
                  <c:v>44347</c:v>
                </c:pt>
                <c:pt idx="1466">
                  <c:v>44348</c:v>
                </c:pt>
                <c:pt idx="1467">
                  <c:v>44349</c:v>
                </c:pt>
                <c:pt idx="1468">
                  <c:v>44350</c:v>
                </c:pt>
                <c:pt idx="1469">
                  <c:v>44351</c:v>
                </c:pt>
                <c:pt idx="1470">
                  <c:v>44352</c:v>
                </c:pt>
                <c:pt idx="1471">
                  <c:v>44353</c:v>
                </c:pt>
                <c:pt idx="1472">
                  <c:v>44354</c:v>
                </c:pt>
                <c:pt idx="1473">
                  <c:v>44355</c:v>
                </c:pt>
                <c:pt idx="1474">
                  <c:v>44356</c:v>
                </c:pt>
                <c:pt idx="1475">
                  <c:v>44357</c:v>
                </c:pt>
                <c:pt idx="1476">
                  <c:v>44358</c:v>
                </c:pt>
                <c:pt idx="1477">
                  <c:v>44359</c:v>
                </c:pt>
                <c:pt idx="1478">
                  <c:v>44360</c:v>
                </c:pt>
                <c:pt idx="1479">
                  <c:v>44361</c:v>
                </c:pt>
                <c:pt idx="1480">
                  <c:v>44362</c:v>
                </c:pt>
                <c:pt idx="1481">
                  <c:v>44363</c:v>
                </c:pt>
                <c:pt idx="1482">
                  <c:v>44364</c:v>
                </c:pt>
                <c:pt idx="1483">
                  <c:v>44365</c:v>
                </c:pt>
                <c:pt idx="1484">
                  <c:v>44366</c:v>
                </c:pt>
                <c:pt idx="1485">
                  <c:v>44367</c:v>
                </c:pt>
                <c:pt idx="1486">
                  <c:v>44368</c:v>
                </c:pt>
                <c:pt idx="1487">
                  <c:v>44369</c:v>
                </c:pt>
                <c:pt idx="1488">
                  <c:v>44370</c:v>
                </c:pt>
                <c:pt idx="1489">
                  <c:v>44371</c:v>
                </c:pt>
                <c:pt idx="1490">
                  <c:v>44372</c:v>
                </c:pt>
                <c:pt idx="1491">
                  <c:v>44373</c:v>
                </c:pt>
                <c:pt idx="1492">
                  <c:v>44374</c:v>
                </c:pt>
                <c:pt idx="1493">
                  <c:v>44375</c:v>
                </c:pt>
                <c:pt idx="1494">
                  <c:v>44376</c:v>
                </c:pt>
                <c:pt idx="1495">
                  <c:v>44377</c:v>
                </c:pt>
                <c:pt idx="1496">
                  <c:v>44378</c:v>
                </c:pt>
                <c:pt idx="1497">
                  <c:v>44379</c:v>
                </c:pt>
                <c:pt idx="1498">
                  <c:v>44380</c:v>
                </c:pt>
                <c:pt idx="1499">
                  <c:v>44381</c:v>
                </c:pt>
                <c:pt idx="1500">
                  <c:v>44382</c:v>
                </c:pt>
                <c:pt idx="1501">
                  <c:v>44383</c:v>
                </c:pt>
                <c:pt idx="1502">
                  <c:v>44384</c:v>
                </c:pt>
                <c:pt idx="1503">
                  <c:v>44385</c:v>
                </c:pt>
                <c:pt idx="1504">
                  <c:v>44386</c:v>
                </c:pt>
                <c:pt idx="1505">
                  <c:v>44387</c:v>
                </c:pt>
                <c:pt idx="1506">
                  <c:v>44388</c:v>
                </c:pt>
                <c:pt idx="1507">
                  <c:v>44389</c:v>
                </c:pt>
                <c:pt idx="1508">
                  <c:v>44390</c:v>
                </c:pt>
                <c:pt idx="1509">
                  <c:v>44391</c:v>
                </c:pt>
                <c:pt idx="1510">
                  <c:v>44392</c:v>
                </c:pt>
                <c:pt idx="1511">
                  <c:v>44393</c:v>
                </c:pt>
                <c:pt idx="1512">
                  <c:v>44394</c:v>
                </c:pt>
                <c:pt idx="1513">
                  <c:v>44395</c:v>
                </c:pt>
                <c:pt idx="1514">
                  <c:v>44396</c:v>
                </c:pt>
                <c:pt idx="1515">
                  <c:v>44397</c:v>
                </c:pt>
                <c:pt idx="1516">
                  <c:v>44398</c:v>
                </c:pt>
                <c:pt idx="1517">
                  <c:v>44399</c:v>
                </c:pt>
                <c:pt idx="1518">
                  <c:v>44400</c:v>
                </c:pt>
                <c:pt idx="1519">
                  <c:v>44401</c:v>
                </c:pt>
                <c:pt idx="1520">
                  <c:v>44402</c:v>
                </c:pt>
                <c:pt idx="1521">
                  <c:v>44403</c:v>
                </c:pt>
                <c:pt idx="1522">
                  <c:v>44404</c:v>
                </c:pt>
                <c:pt idx="1523">
                  <c:v>44405</c:v>
                </c:pt>
                <c:pt idx="1524">
                  <c:v>44406</c:v>
                </c:pt>
                <c:pt idx="1525">
                  <c:v>44407</c:v>
                </c:pt>
                <c:pt idx="1526">
                  <c:v>44408</c:v>
                </c:pt>
                <c:pt idx="1527">
                  <c:v>44409</c:v>
                </c:pt>
                <c:pt idx="1528">
                  <c:v>44410</c:v>
                </c:pt>
                <c:pt idx="1529">
                  <c:v>44411</c:v>
                </c:pt>
                <c:pt idx="1530">
                  <c:v>44412</c:v>
                </c:pt>
                <c:pt idx="1531">
                  <c:v>44413</c:v>
                </c:pt>
                <c:pt idx="1532">
                  <c:v>44414</c:v>
                </c:pt>
                <c:pt idx="1533">
                  <c:v>44415</c:v>
                </c:pt>
                <c:pt idx="1534">
                  <c:v>44416</c:v>
                </c:pt>
                <c:pt idx="1535">
                  <c:v>44417</c:v>
                </c:pt>
                <c:pt idx="1536">
                  <c:v>44418</c:v>
                </c:pt>
                <c:pt idx="1537">
                  <c:v>44419</c:v>
                </c:pt>
                <c:pt idx="1538">
                  <c:v>44420</c:v>
                </c:pt>
                <c:pt idx="1539">
                  <c:v>44421</c:v>
                </c:pt>
                <c:pt idx="1540">
                  <c:v>44422</c:v>
                </c:pt>
                <c:pt idx="1541">
                  <c:v>44423</c:v>
                </c:pt>
                <c:pt idx="1542">
                  <c:v>44424</c:v>
                </c:pt>
                <c:pt idx="1543">
                  <c:v>44425</c:v>
                </c:pt>
                <c:pt idx="1544">
                  <c:v>44426</c:v>
                </c:pt>
                <c:pt idx="1545">
                  <c:v>44427</c:v>
                </c:pt>
                <c:pt idx="1546">
                  <c:v>44428</c:v>
                </c:pt>
                <c:pt idx="1547">
                  <c:v>44429</c:v>
                </c:pt>
                <c:pt idx="1548">
                  <c:v>44430</c:v>
                </c:pt>
                <c:pt idx="1549">
                  <c:v>44431</c:v>
                </c:pt>
                <c:pt idx="1550">
                  <c:v>44432</c:v>
                </c:pt>
                <c:pt idx="1551">
                  <c:v>44433</c:v>
                </c:pt>
                <c:pt idx="1552">
                  <c:v>44434</c:v>
                </c:pt>
                <c:pt idx="1553">
                  <c:v>44435</c:v>
                </c:pt>
                <c:pt idx="1554">
                  <c:v>44436</c:v>
                </c:pt>
                <c:pt idx="1555">
                  <c:v>44437</c:v>
                </c:pt>
                <c:pt idx="1556">
                  <c:v>44438</c:v>
                </c:pt>
                <c:pt idx="1557">
                  <c:v>44439</c:v>
                </c:pt>
                <c:pt idx="1558">
                  <c:v>44440</c:v>
                </c:pt>
                <c:pt idx="1559">
                  <c:v>44441</c:v>
                </c:pt>
                <c:pt idx="1560">
                  <c:v>44442</c:v>
                </c:pt>
                <c:pt idx="1561">
                  <c:v>44443</c:v>
                </c:pt>
                <c:pt idx="1562">
                  <c:v>44444</c:v>
                </c:pt>
                <c:pt idx="1563">
                  <c:v>44445</c:v>
                </c:pt>
                <c:pt idx="1564">
                  <c:v>44446</c:v>
                </c:pt>
                <c:pt idx="1565">
                  <c:v>44447</c:v>
                </c:pt>
                <c:pt idx="1566">
                  <c:v>44448</c:v>
                </c:pt>
                <c:pt idx="1567">
                  <c:v>44449</c:v>
                </c:pt>
                <c:pt idx="1568">
                  <c:v>44450</c:v>
                </c:pt>
                <c:pt idx="1569">
                  <c:v>44451</c:v>
                </c:pt>
                <c:pt idx="1570">
                  <c:v>44452</c:v>
                </c:pt>
                <c:pt idx="1571">
                  <c:v>44453</c:v>
                </c:pt>
                <c:pt idx="1572">
                  <c:v>44454</c:v>
                </c:pt>
                <c:pt idx="1573">
                  <c:v>44455</c:v>
                </c:pt>
                <c:pt idx="1574">
                  <c:v>44456</c:v>
                </c:pt>
                <c:pt idx="1575">
                  <c:v>44457</c:v>
                </c:pt>
                <c:pt idx="1576">
                  <c:v>44458</c:v>
                </c:pt>
                <c:pt idx="1577">
                  <c:v>44459</c:v>
                </c:pt>
                <c:pt idx="1578">
                  <c:v>44460</c:v>
                </c:pt>
                <c:pt idx="1579">
                  <c:v>44461</c:v>
                </c:pt>
                <c:pt idx="1580">
                  <c:v>44462</c:v>
                </c:pt>
                <c:pt idx="1581">
                  <c:v>44463</c:v>
                </c:pt>
                <c:pt idx="1582">
                  <c:v>44464</c:v>
                </c:pt>
                <c:pt idx="1583">
                  <c:v>44465</c:v>
                </c:pt>
                <c:pt idx="1584">
                  <c:v>44466</c:v>
                </c:pt>
                <c:pt idx="1585">
                  <c:v>44467</c:v>
                </c:pt>
                <c:pt idx="1586">
                  <c:v>44468</c:v>
                </c:pt>
                <c:pt idx="1587">
                  <c:v>44469</c:v>
                </c:pt>
                <c:pt idx="1588">
                  <c:v>44470</c:v>
                </c:pt>
                <c:pt idx="1589">
                  <c:v>44471</c:v>
                </c:pt>
                <c:pt idx="1590">
                  <c:v>44472</c:v>
                </c:pt>
                <c:pt idx="1591">
                  <c:v>44473</c:v>
                </c:pt>
                <c:pt idx="1592">
                  <c:v>44474</c:v>
                </c:pt>
                <c:pt idx="1593">
                  <c:v>44475</c:v>
                </c:pt>
                <c:pt idx="1594">
                  <c:v>44476</c:v>
                </c:pt>
                <c:pt idx="1595">
                  <c:v>44477</c:v>
                </c:pt>
                <c:pt idx="1596">
                  <c:v>44478</c:v>
                </c:pt>
                <c:pt idx="1597">
                  <c:v>44479</c:v>
                </c:pt>
                <c:pt idx="1598">
                  <c:v>44480</c:v>
                </c:pt>
                <c:pt idx="1599">
                  <c:v>44481</c:v>
                </c:pt>
                <c:pt idx="1600">
                  <c:v>44482</c:v>
                </c:pt>
                <c:pt idx="1601">
                  <c:v>44483</c:v>
                </c:pt>
                <c:pt idx="1602">
                  <c:v>44484</c:v>
                </c:pt>
                <c:pt idx="1603">
                  <c:v>44485</c:v>
                </c:pt>
                <c:pt idx="1604">
                  <c:v>44486</c:v>
                </c:pt>
                <c:pt idx="1605">
                  <c:v>44487</c:v>
                </c:pt>
                <c:pt idx="1606">
                  <c:v>44488</c:v>
                </c:pt>
                <c:pt idx="1607">
                  <c:v>44489</c:v>
                </c:pt>
                <c:pt idx="1608">
                  <c:v>44490</c:v>
                </c:pt>
                <c:pt idx="1609">
                  <c:v>44491</c:v>
                </c:pt>
                <c:pt idx="1610">
                  <c:v>44492</c:v>
                </c:pt>
                <c:pt idx="1611">
                  <c:v>44493</c:v>
                </c:pt>
                <c:pt idx="1612">
                  <c:v>44494</c:v>
                </c:pt>
                <c:pt idx="1613">
                  <c:v>44495</c:v>
                </c:pt>
                <c:pt idx="1614">
                  <c:v>44496</c:v>
                </c:pt>
                <c:pt idx="1615">
                  <c:v>44497</c:v>
                </c:pt>
                <c:pt idx="1616">
                  <c:v>44498</c:v>
                </c:pt>
                <c:pt idx="1617">
                  <c:v>44499</c:v>
                </c:pt>
                <c:pt idx="1618">
                  <c:v>44500</c:v>
                </c:pt>
                <c:pt idx="1619">
                  <c:v>44501</c:v>
                </c:pt>
                <c:pt idx="1620">
                  <c:v>44502</c:v>
                </c:pt>
                <c:pt idx="1621">
                  <c:v>44503</c:v>
                </c:pt>
                <c:pt idx="1622">
                  <c:v>44504</c:v>
                </c:pt>
                <c:pt idx="1623">
                  <c:v>44505</c:v>
                </c:pt>
                <c:pt idx="1624">
                  <c:v>44506</c:v>
                </c:pt>
                <c:pt idx="1625">
                  <c:v>44507</c:v>
                </c:pt>
                <c:pt idx="1626">
                  <c:v>44508</c:v>
                </c:pt>
                <c:pt idx="1627">
                  <c:v>44509</c:v>
                </c:pt>
                <c:pt idx="1628">
                  <c:v>44510</c:v>
                </c:pt>
                <c:pt idx="1629">
                  <c:v>44511</c:v>
                </c:pt>
                <c:pt idx="1630">
                  <c:v>44512</c:v>
                </c:pt>
                <c:pt idx="1631">
                  <c:v>44513</c:v>
                </c:pt>
                <c:pt idx="1632">
                  <c:v>44514</c:v>
                </c:pt>
                <c:pt idx="1633">
                  <c:v>44515</c:v>
                </c:pt>
                <c:pt idx="1634">
                  <c:v>44516</c:v>
                </c:pt>
                <c:pt idx="1635">
                  <c:v>44517</c:v>
                </c:pt>
                <c:pt idx="1636">
                  <c:v>44518</c:v>
                </c:pt>
                <c:pt idx="1637">
                  <c:v>44519</c:v>
                </c:pt>
                <c:pt idx="1638">
                  <c:v>44520</c:v>
                </c:pt>
                <c:pt idx="1639">
                  <c:v>44521</c:v>
                </c:pt>
                <c:pt idx="1640">
                  <c:v>44522</c:v>
                </c:pt>
                <c:pt idx="1641">
                  <c:v>44523</c:v>
                </c:pt>
                <c:pt idx="1642">
                  <c:v>44524</c:v>
                </c:pt>
                <c:pt idx="1643">
                  <c:v>44525</c:v>
                </c:pt>
                <c:pt idx="1644">
                  <c:v>44526</c:v>
                </c:pt>
                <c:pt idx="1645">
                  <c:v>44527</c:v>
                </c:pt>
                <c:pt idx="1646">
                  <c:v>44528</c:v>
                </c:pt>
                <c:pt idx="1647">
                  <c:v>44529</c:v>
                </c:pt>
                <c:pt idx="1648">
                  <c:v>44530</c:v>
                </c:pt>
                <c:pt idx="1649">
                  <c:v>44531</c:v>
                </c:pt>
                <c:pt idx="1650">
                  <c:v>44532</c:v>
                </c:pt>
                <c:pt idx="1651">
                  <c:v>44533</c:v>
                </c:pt>
                <c:pt idx="1652">
                  <c:v>44534</c:v>
                </c:pt>
                <c:pt idx="1653">
                  <c:v>44535</c:v>
                </c:pt>
                <c:pt idx="1654">
                  <c:v>44536</c:v>
                </c:pt>
                <c:pt idx="1655">
                  <c:v>44537</c:v>
                </c:pt>
                <c:pt idx="1656">
                  <c:v>44538</c:v>
                </c:pt>
                <c:pt idx="1657">
                  <c:v>44539</c:v>
                </c:pt>
                <c:pt idx="1658">
                  <c:v>44540</c:v>
                </c:pt>
                <c:pt idx="1659">
                  <c:v>44541</c:v>
                </c:pt>
                <c:pt idx="1660">
                  <c:v>44542</c:v>
                </c:pt>
                <c:pt idx="1661">
                  <c:v>44543</c:v>
                </c:pt>
                <c:pt idx="1662">
                  <c:v>44544</c:v>
                </c:pt>
                <c:pt idx="1663">
                  <c:v>44545</c:v>
                </c:pt>
                <c:pt idx="1664">
                  <c:v>44546</c:v>
                </c:pt>
                <c:pt idx="1665">
                  <c:v>44547</c:v>
                </c:pt>
                <c:pt idx="1666">
                  <c:v>44548</c:v>
                </c:pt>
                <c:pt idx="1667">
                  <c:v>44549</c:v>
                </c:pt>
                <c:pt idx="1668">
                  <c:v>44550</c:v>
                </c:pt>
                <c:pt idx="1669">
                  <c:v>44551</c:v>
                </c:pt>
                <c:pt idx="1670">
                  <c:v>44552</c:v>
                </c:pt>
                <c:pt idx="1671">
                  <c:v>44553</c:v>
                </c:pt>
                <c:pt idx="1672">
                  <c:v>44554</c:v>
                </c:pt>
                <c:pt idx="1673">
                  <c:v>44555</c:v>
                </c:pt>
                <c:pt idx="1674">
                  <c:v>44556</c:v>
                </c:pt>
                <c:pt idx="1675">
                  <c:v>44557</c:v>
                </c:pt>
                <c:pt idx="1676">
                  <c:v>44558</c:v>
                </c:pt>
                <c:pt idx="1677">
                  <c:v>44559</c:v>
                </c:pt>
                <c:pt idx="1678">
                  <c:v>44560</c:v>
                </c:pt>
                <c:pt idx="1679">
                  <c:v>44561</c:v>
                </c:pt>
                <c:pt idx="1680">
                  <c:v>44562</c:v>
                </c:pt>
                <c:pt idx="1681">
                  <c:v>44563</c:v>
                </c:pt>
                <c:pt idx="1682">
                  <c:v>44564</c:v>
                </c:pt>
                <c:pt idx="1683">
                  <c:v>44565</c:v>
                </c:pt>
                <c:pt idx="1684">
                  <c:v>44566</c:v>
                </c:pt>
                <c:pt idx="1685">
                  <c:v>44567</c:v>
                </c:pt>
                <c:pt idx="1686">
                  <c:v>44568</c:v>
                </c:pt>
                <c:pt idx="1687">
                  <c:v>44569</c:v>
                </c:pt>
                <c:pt idx="1688">
                  <c:v>44570</c:v>
                </c:pt>
                <c:pt idx="1689">
                  <c:v>44571</c:v>
                </c:pt>
                <c:pt idx="1690">
                  <c:v>44572</c:v>
                </c:pt>
                <c:pt idx="1691">
                  <c:v>44573</c:v>
                </c:pt>
                <c:pt idx="1692">
                  <c:v>44574</c:v>
                </c:pt>
                <c:pt idx="1693">
                  <c:v>44575</c:v>
                </c:pt>
                <c:pt idx="1694">
                  <c:v>44576</c:v>
                </c:pt>
                <c:pt idx="1695">
                  <c:v>44577</c:v>
                </c:pt>
                <c:pt idx="1696">
                  <c:v>44578</c:v>
                </c:pt>
                <c:pt idx="1697">
                  <c:v>44579</c:v>
                </c:pt>
                <c:pt idx="1698">
                  <c:v>44580</c:v>
                </c:pt>
                <c:pt idx="1699">
                  <c:v>44581</c:v>
                </c:pt>
                <c:pt idx="1700">
                  <c:v>44582</c:v>
                </c:pt>
                <c:pt idx="1701">
                  <c:v>44583</c:v>
                </c:pt>
                <c:pt idx="1702">
                  <c:v>44584</c:v>
                </c:pt>
                <c:pt idx="1703">
                  <c:v>44585</c:v>
                </c:pt>
                <c:pt idx="1704">
                  <c:v>44586</c:v>
                </c:pt>
                <c:pt idx="1705">
                  <c:v>44587</c:v>
                </c:pt>
                <c:pt idx="1706">
                  <c:v>44588</c:v>
                </c:pt>
                <c:pt idx="1707">
                  <c:v>44589</c:v>
                </c:pt>
                <c:pt idx="1708">
                  <c:v>44590</c:v>
                </c:pt>
                <c:pt idx="1709">
                  <c:v>44591</c:v>
                </c:pt>
                <c:pt idx="1710">
                  <c:v>44592</c:v>
                </c:pt>
                <c:pt idx="1711">
                  <c:v>44593</c:v>
                </c:pt>
                <c:pt idx="1712">
                  <c:v>44594</c:v>
                </c:pt>
                <c:pt idx="1713">
                  <c:v>44595</c:v>
                </c:pt>
                <c:pt idx="1714">
                  <c:v>44596</c:v>
                </c:pt>
                <c:pt idx="1715">
                  <c:v>44597</c:v>
                </c:pt>
                <c:pt idx="1716">
                  <c:v>44598</c:v>
                </c:pt>
                <c:pt idx="1717">
                  <c:v>44599</c:v>
                </c:pt>
                <c:pt idx="1718">
                  <c:v>44600</c:v>
                </c:pt>
                <c:pt idx="1719">
                  <c:v>44601</c:v>
                </c:pt>
                <c:pt idx="1720">
                  <c:v>44602</c:v>
                </c:pt>
                <c:pt idx="1721">
                  <c:v>44603</c:v>
                </c:pt>
                <c:pt idx="1722">
                  <c:v>44604</c:v>
                </c:pt>
                <c:pt idx="1723">
                  <c:v>44605</c:v>
                </c:pt>
                <c:pt idx="1724">
                  <c:v>44606</c:v>
                </c:pt>
                <c:pt idx="1725">
                  <c:v>44607</c:v>
                </c:pt>
                <c:pt idx="1726">
                  <c:v>44608</c:v>
                </c:pt>
                <c:pt idx="1727">
                  <c:v>44609</c:v>
                </c:pt>
                <c:pt idx="1728">
                  <c:v>44610</c:v>
                </c:pt>
                <c:pt idx="1729">
                  <c:v>44611</c:v>
                </c:pt>
                <c:pt idx="1730">
                  <c:v>44612</c:v>
                </c:pt>
                <c:pt idx="1731">
                  <c:v>44613</c:v>
                </c:pt>
                <c:pt idx="1732">
                  <c:v>44614</c:v>
                </c:pt>
                <c:pt idx="1733">
                  <c:v>44615</c:v>
                </c:pt>
                <c:pt idx="1734">
                  <c:v>44616</c:v>
                </c:pt>
                <c:pt idx="1735">
                  <c:v>44617</c:v>
                </c:pt>
                <c:pt idx="1736">
                  <c:v>44618</c:v>
                </c:pt>
                <c:pt idx="1737">
                  <c:v>44619</c:v>
                </c:pt>
                <c:pt idx="1738">
                  <c:v>44620</c:v>
                </c:pt>
                <c:pt idx="1739">
                  <c:v>44621</c:v>
                </c:pt>
                <c:pt idx="1740">
                  <c:v>44622</c:v>
                </c:pt>
                <c:pt idx="1741">
                  <c:v>44623</c:v>
                </c:pt>
                <c:pt idx="1742">
                  <c:v>44624</c:v>
                </c:pt>
                <c:pt idx="1743">
                  <c:v>44625</c:v>
                </c:pt>
                <c:pt idx="1744">
                  <c:v>44626</c:v>
                </c:pt>
                <c:pt idx="1745">
                  <c:v>44627</c:v>
                </c:pt>
                <c:pt idx="1746">
                  <c:v>44628</c:v>
                </c:pt>
                <c:pt idx="1747">
                  <c:v>44629</c:v>
                </c:pt>
                <c:pt idx="1748">
                  <c:v>44630</c:v>
                </c:pt>
                <c:pt idx="1749">
                  <c:v>44631</c:v>
                </c:pt>
                <c:pt idx="1750">
                  <c:v>44632</c:v>
                </c:pt>
                <c:pt idx="1751">
                  <c:v>44633</c:v>
                </c:pt>
                <c:pt idx="1752">
                  <c:v>44634</c:v>
                </c:pt>
                <c:pt idx="1753">
                  <c:v>44635</c:v>
                </c:pt>
                <c:pt idx="1754">
                  <c:v>44636</c:v>
                </c:pt>
                <c:pt idx="1755">
                  <c:v>44637</c:v>
                </c:pt>
                <c:pt idx="1756">
                  <c:v>44638</c:v>
                </c:pt>
                <c:pt idx="1757">
                  <c:v>44639</c:v>
                </c:pt>
                <c:pt idx="1758">
                  <c:v>44640</c:v>
                </c:pt>
                <c:pt idx="1759">
                  <c:v>44641</c:v>
                </c:pt>
                <c:pt idx="1760">
                  <c:v>44642</c:v>
                </c:pt>
                <c:pt idx="1761">
                  <c:v>44643</c:v>
                </c:pt>
                <c:pt idx="1762">
                  <c:v>44644</c:v>
                </c:pt>
                <c:pt idx="1763">
                  <c:v>44645</c:v>
                </c:pt>
                <c:pt idx="1764">
                  <c:v>44646</c:v>
                </c:pt>
                <c:pt idx="1765">
                  <c:v>44647</c:v>
                </c:pt>
                <c:pt idx="1766">
                  <c:v>44648</c:v>
                </c:pt>
                <c:pt idx="1767">
                  <c:v>44649</c:v>
                </c:pt>
                <c:pt idx="1768">
                  <c:v>44650</c:v>
                </c:pt>
                <c:pt idx="1769">
                  <c:v>44651</c:v>
                </c:pt>
                <c:pt idx="1770">
                  <c:v>44652</c:v>
                </c:pt>
                <c:pt idx="1771">
                  <c:v>44653</c:v>
                </c:pt>
                <c:pt idx="1772">
                  <c:v>44654</c:v>
                </c:pt>
                <c:pt idx="1773">
                  <c:v>44655</c:v>
                </c:pt>
                <c:pt idx="1774">
                  <c:v>44656</c:v>
                </c:pt>
                <c:pt idx="1775">
                  <c:v>44657</c:v>
                </c:pt>
                <c:pt idx="1776">
                  <c:v>44658</c:v>
                </c:pt>
                <c:pt idx="1777">
                  <c:v>44659</c:v>
                </c:pt>
                <c:pt idx="1778">
                  <c:v>44660</c:v>
                </c:pt>
                <c:pt idx="1779">
                  <c:v>44661</c:v>
                </c:pt>
                <c:pt idx="1780">
                  <c:v>44662</c:v>
                </c:pt>
                <c:pt idx="1781">
                  <c:v>44663</c:v>
                </c:pt>
                <c:pt idx="1782">
                  <c:v>44664</c:v>
                </c:pt>
                <c:pt idx="1783">
                  <c:v>44665</c:v>
                </c:pt>
                <c:pt idx="1784">
                  <c:v>44666</c:v>
                </c:pt>
                <c:pt idx="1785">
                  <c:v>44667</c:v>
                </c:pt>
                <c:pt idx="1786">
                  <c:v>44668</c:v>
                </c:pt>
                <c:pt idx="1787">
                  <c:v>44669</c:v>
                </c:pt>
                <c:pt idx="1788">
                  <c:v>44670</c:v>
                </c:pt>
                <c:pt idx="1789">
                  <c:v>44671</c:v>
                </c:pt>
                <c:pt idx="1790">
                  <c:v>44672</c:v>
                </c:pt>
                <c:pt idx="1791">
                  <c:v>44673</c:v>
                </c:pt>
                <c:pt idx="1792">
                  <c:v>44674</c:v>
                </c:pt>
                <c:pt idx="1793">
                  <c:v>44675</c:v>
                </c:pt>
                <c:pt idx="1794">
                  <c:v>44676</c:v>
                </c:pt>
                <c:pt idx="1795">
                  <c:v>44677</c:v>
                </c:pt>
                <c:pt idx="1796">
                  <c:v>44678</c:v>
                </c:pt>
                <c:pt idx="1797">
                  <c:v>44679</c:v>
                </c:pt>
                <c:pt idx="1798">
                  <c:v>44680</c:v>
                </c:pt>
                <c:pt idx="1799">
                  <c:v>44681</c:v>
                </c:pt>
                <c:pt idx="1800">
                  <c:v>44682</c:v>
                </c:pt>
                <c:pt idx="1801">
                  <c:v>44683</c:v>
                </c:pt>
                <c:pt idx="1802">
                  <c:v>44684</c:v>
                </c:pt>
                <c:pt idx="1803">
                  <c:v>44685</c:v>
                </c:pt>
                <c:pt idx="1804">
                  <c:v>44686</c:v>
                </c:pt>
                <c:pt idx="1805">
                  <c:v>44687</c:v>
                </c:pt>
                <c:pt idx="1806">
                  <c:v>44688</c:v>
                </c:pt>
                <c:pt idx="1807">
                  <c:v>44689</c:v>
                </c:pt>
                <c:pt idx="1808">
                  <c:v>44690</c:v>
                </c:pt>
                <c:pt idx="1809">
                  <c:v>44691</c:v>
                </c:pt>
                <c:pt idx="1810">
                  <c:v>44692</c:v>
                </c:pt>
                <c:pt idx="1811">
                  <c:v>44693</c:v>
                </c:pt>
                <c:pt idx="1812">
                  <c:v>44694</c:v>
                </c:pt>
                <c:pt idx="1813">
                  <c:v>44695</c:v>
                </c:pt>
                <c:pt idx="1814">
                  <c:v>44696</c:v>
                </c:pt>
                <c:pt idx="1815">
                  <c:v>44697</c:v>
                </c:pt>
                <c:pt idx="1816">
                  <c:v>44698</c:v>
                </c:pt>
                <c:pt idx="1817">
                  <c:v>44699</c:v>
                </c:pt>
                <c:pt idx="1818">
                  <c:v>44700</c:v>
                </c:pt>
                <c:pt idx="1819">
                  <c:v>44701</c:v>
                </c:pt>
                <c:pt idx="1820">
                  <c:v>44702</c:v>
                </c:pt>
                <c:pt idx="1821">
                  <c:v>44703</c:v>
                </c:pt>
                <c:pt idx="1822">
                  <c:v>44704</c:v>
                </c:pt>
                <c:pt idx="1823">
                  <c:v>44705</c:v>
                </c:pt>
                <c:pt idx="1824">
                  <c:v>44706</c:v>
                </c:pt>
                <c:pt idx="1825">
                  <c:v>44707</c:v>
                </c:pt>
                <c:pt idx="1826">
                  <c:v>44708</c:v>
                </c:pt>
                <c:pt idx="1827">
                  <c:v>44709</c:v>
                </c:pt>
                <c:pt idx="1828">
                  <c:v>44710</c:v>
                </c:pt>
                <c:pt idx="1829">
                  <c:v>44711</c:v>
                </c:pt>
                <c:pt idx="1830">
                  <c:v>44712</c:v>
                </c:pt>
                <c:pt idx="1831">
                  <c:v>44713</c:v>
                </c:pt>
                <c:pt idx="1832">
                  <c:v>44714</c:v>
                </c:pt>
                <c:pt idx="1833">
                  <c:v>44715</c:v>
                </c:pt>
                <c:pt idx="1834">
                  <c:v>44716</c:v>
                </c:pt>
                <c:pt idx="1835">
                  <c:v>44717</c:v>
                </c:pt>
                <c:pt idx="1836">
                  <c:v>44718</c:v>
                </c:pt>
                <c:pt idx="1837">
                  <c:v>44719</c:v>
                </c:pt>
                <c:pt idx="1838">
                  <c:v>44720</c:v>
                </c:pt>
                <c:pt idx="1839">
                  <c:v>44721</c:v>
                </c:pt>
                <c:pt idx="1840">
                  <c:v>44722</c:v>
                </c:pt>
                <c:pt idx="1841">
                  <c:v>44723</c:v>
                </c:pt>
                <c:pt idx="1842">
                  <c:v>44724</c:v>
                </c:pt>
                <c:pt idx="1843">
                  <c:v>44725</c:v>
                </c:pt>
                <c:pt idx="1844">
                  <c:v>44726</c:v>
                </c:pt>
                <c:pt idx="1845">
                  <c:v>44727</c:v>
                </c:pt>
                <c:pt idx="1846">
                  <c:v>44728</c:v>
                </c:pt>
                <c:pt idx="1847">
                  <c:v>44729</c:v>
                </c:pt>
                <c:pt idx="1848">
                  <c:v>44730</c:v>
                </c:pt>
                <c:pt idx="1849">
                  <c:v>44731</c:v>
                </c:pt>
                <c:pt idx="1850">
                  <c:v>44732</c:v>
                </c:pt>
                <c:pt idx="1851">
                  <c:v>44733</c:v>
                </c:pt>
                <c:pt idx="1852">
                  <c:v>44734</c:v>
                </c:pt>
                <c:pt idx="1853">
                  <c:v>44735</c:v>
                </c:pt>
                <c:pt idx="1854">
                  <c:v>44736</c:v>
                </c:pt>
                <c:pt idx="1855">
                  <c:v>44737</c:v>
                </c:pt>
                <c:pt idx="1856">
                  <c:v>44738</c:v>
                </c:pt>
                <c:pt idx="1857">
                  <c:v>44739</c:v>
                </c:pt>
                <c:pt idx="1858">
                  <c:v>44740</c:v>
                </c:pt>
                <c:pt idx="1859">
                  <c:v>44741</c:v>
                </c:pt>
                <c:pt idx="1860">
                  <c:v>44742</c:v>
                </c:pt>
                <c:pt idx="1861">
                  <c:v>44743</c:v>
                </c:pt>
                <c:pt idx="1862">
                  <c:v>44744</c:v>
                </c:pt>
                <c:pt idx="1863">
                  <c:v>44745</c:v>
                </c:pt>
                <c:pt idx="1864">
                  <c:v>44746</c:v>
                </c:pt>
                <c:pt idx="1865">
                  <c:v>44747</c:v>
                </c:pt>
                <c:pt idx="1866">
                  <c:v>44748</c:v>
                </c:pt>
                <c:pt idx="1867">
                  <c:v>44749</c:v>
                </c:pt>
                <c:pt idx="1868">
                  <c:v>44750</c:v>
                </c:pt>
                <c:pt idx="1869">
                  <c:v>44751</c:v>
                </c:pt>
                <c:pt idx="1870">
                  <c:v>44752</c:v>
                </c:pt>
                <c:pt idx="1871">
                  <c:v>44753</c:v>
                </c:pt>
                <c:pt idx="1872">
                  <c:v>44754</c:v>
                </c:pt>
                <c:pt idx="1873">
                  <c:v>44755</c:v>
                </c:pt>
                <c:pt idx="1874">
                  <c:v>44756</c:v>
                </c:pt>
                <c:pt idx="1875">
                  <c:v>44757</c:v>
                </c:pt>
                <c:pt idx="1876">
                  <c:v>44758</c:v>
                </c:pt>
                <c:pt idx="1877">
                  <c:v>44759</c:v>
                </c:pt>
                <c:pt idx="1878">
                  <c:v>44760</c:v>
                </c:pt>
                <c:pt idx="1879">
                  <c:v>44761</c:v>
                </c:pt>
                <c:pt idx="1880">
                  <c:v>44762</c:v>
                </c:pt>
                <c:pt idx="1881">
                  <c:v>44763</c:v>
                </c:pt>
                <c:pt idx="1882">
                  <c:v>44764</c:v>
                </c:pt>
                <c:pt idx="1883">
                  <c:v>44765</c:v>
                </c:pt>
                <c:pt idx="1884">
                  <c:v>44766</c:v>
                </c:pt>
                <c:pt idx="1885">
                  <c:v>44767</c:v>
                </c:pt>
                <c:pt idx="1886">
                  <c:v>44768</c:v>
                </c:pt>
                <c:pt idx="1887">
                  <c:v>44769</c:v>
                </c:pt>
                <c:pt idx="1888">
                  <c:v>44770</c:v>
                </c:pt>
                <c:pt idx="1889">
                  <c:v>44771</c:v>
                </c:pt>
                <c:pt idx="1890">
                  <c:v>44772</c:v>
                </c:pt>
                <c:pt idx="1891">
                  <c:v>44773</c:v>
                </c:pt>
                <c:pt idx="1892">
                  <c:v>44774</c:v>
                </c:pt>
                <c:pt idx="1893">
                  <c:v>44775</c:v>
                </c:pt>
                <c:pt idx="1894">
                  <c:v>44776</c:v>
                </c:pt>
                <c:pt idx="1895">
                  <c:v>44777</c:v>
                </c:pt>
                <c:pt idx="1896">
                  <c:v>44778</c:v>
                </c:pt>
                <c:pt idx="1897">
                  <c:v>44779</c:v>
                </c:pt>
                <c:pt idx="1898">
                  <c:v>44780</c:v>
                </c:pt>
                <c:pt idx="1899">
                  <c:v>44781</c:v>
                </c:pt>
                <c:pt idx="1900">
                  <c:v>44782</c:v>
                </c:pt>
                <c:pt idx="1901">
                  <c:v>44783</c:v>
                </c:pt>
                <c:pt idx="1902">
                  <c:v>44784</c:v>
                </c:pt>
                <c:pt idx="1903">
                  <c:v>44785</c:v>
                </c:pt>
                <c:pt idx="1904">
                  <c:v>44786</c:v>
                </c:pt>
                <c:pt idx="1905">
                  <c:v>44787</c:v>
                </c:pt>
                <c:pt idx="1906">
                  <c:v>44788</c:v>
                </c:pt>
                <c:pt idx="1907">
                  <c:v>44789</c:v>
                </c:pt>
                <c:pt idx="1908">
                  <c:v>44790</c:v>
                </c:pt>
                <c:pt idx="1909">
                  <c:v>44791</c:v>
                </c:pt>
                <c:pt idx="1910">
                  <c:v>44792</c:v>
                </c:pt>
                <c:pt idx="1911">
                  <c:v>44793</c:v>
                </c:pt>
                <c:pt idx="1912">
                  <c:v>44794</c:v>
                </c:pt>
                <c:pt idx="1913">
                  <c:v>44795</c:v>
                </c:pt>
                <c:pt idx="1914">
                  <c:v>44796</c:v>
                </c:pt>
                <c:pt idx="1915">
                  <c:v>44797</c:v>
                </c:pt>
                <c:pt idx="1916">
                  <c:v>44798</c:v>
                </c:pt>
                <c:pt idx="1917">
                  <c:v>44799</c:v>
                </c:pt>
                <c:pt idx="1918">
                  <c:v>44800</c:v>
                </c:pt>
                <c:pt idx="1919">
                  <c:v>44801</c:v>
                </c:pt>
                <c:pt idx="1920">
                  <c:v>44802</c:v>
                </c:pt>
                <c:pt idx="1921">
                  <c:v>44803</c:v>
                </c:pt>
                <c:pt idx="1922">
                  <c:v>44804</c:v>
                </c:pt>
                <c:pt idx="1923">
                  <c:v>44805</c:v>
                </c:pt>
                <c:pt idx="1924">
                  <c:v>44806</c:v>
                </c:pt>
                <c:pt idx="1925">
                  <c:v>44807</c:v>
                </c:pt>
                <c:pt idx="1926">
                  <c:v>44808</c:v>
                </c:pt>
                <c:pt idx="1927">
                  <c:v>44809</c:v>
                </c:pt>
                <c:pt idx="1928">
                  <c:v>44810</c:v>
                </c:pt>
                <c:pt idx="1929">
                  <c:v>44811</c:v>
                </c:pt>
                <c:pt idx="1930">
                  <c:v>44812</c:v>
                </c:pt>
                <c:pt idx="1931">
                  <c:v>44813</c:v>
                </c:pt>
                <c:pt idx="1932">
                  <c:v>44814</c:v>
                </c:pt>
                <c:pt idx="1933">
                  <c:v>44815</c:v>
                </c:pt>
                <c:pt idx="1934">
                  <c:v>44816</c:v>
                </c:pt>
                <c:pt idx="1935">
                  <c:v>44817</c:v>
                </c:pt>
                <c:pt idx="1936">
                  <c:v>44818</c:v>
                </c:pt>
                <c:pt idx="1937">
                  <c:v>44819</c:v>
                </c:pt>
                <c:pt idx="1938">
                  <c:v>44820</c:v>
                </c:pt>
                <c:pt idx="1939">
                  <c:v>44821</c:v>
                </c:pt>
                <c:pt idx="1940">
                  <c:v>44822</c:v>
                </c:pt>
                <c:pt idx="1941">
                  <c:v>44823</c:v>
                </c:pt>
                <c:pt idx="1942">
                  <c:v>44824</c:v>
                </c:pt>
                <c:pt idx="1943">
                  <c:v>44825</c:v>
                </c:pt>
                <c:pt idx="1944">
                  <c:v>44826</c:v>
                </c:pt>
                <c:pt idx="1945">
                  <c:v>44827</c:v>
                </c:pt>
                <c:pt idx="1946">
                  <c:v>44828</c:v>
                </c:pt>
                <c:pt idx="1947">
                  <c:v>44829</c:v>
                </c:pt>
                <c:pt idx="1948">
                  <c:v>44830</c:v>
                </c:pt>
                <c:pt idx="1949">
                  <c:v>44831</c:v>
                </c:pt>
                <c:pt idx="1950">
                  <c:v>44832</c:v>
                </c:pt>
                <c:pt idx="1951">
                  <c:v>44833</c:v>
                </c:pt>
                <c:pt idx="1952">
                  <c:v>44834</c:v>
                </c:pt>
                <c:pt idx="1953">
                  <c:v>44835</c:v>
                </c:pt>
                <c:pt idx="1954">
                  <c:v>44836</c:v>
                </c:pt>
                <c:pt idx="1955">
                  <c:v>44837</c:v>
                </c:pt>
                <c:pt idx="1956">
                  <c:v>44838</c:v>
                </c:pt>
                <c:pt idx="1957">
                  <c:v>44839</c:v>
                </c:pt>
                <c:pt idx="1958">
                  <c:v>44840</c:v>
                </c:pt>
                <c:pt idx="1959">
                  <c:v>44841</c:v>
                </c:pt>
                <c:pt idx="1960">
                  <c:v>44842</c:v>
                </c:pt>
                <c:pt idx="1961">
                  <c:v>44843</c:v>
                </c:pt>
                <c:pt idx="1962">
                  <c:v>44844</c:v>
                </c:pt>
                <c:pt idx="1963">
                  <c:v>44845</c:v>
                </c:pt>
                <c:pt idx="1964">
                  <c:v>44846</c:v>
                </c:pt>
                <c:pt idx="1965">
                  <c:v>44847</c:v>
                </c:pt>
                <c:pt idx="1966">
                  <c:v>44848</c:v>
                </c:pt>
                <c:pt idx="1967">
                  <c:v>44849</c:v>
                </c:pt>
                <c:pt idx="1968">
                  <c:v>44850</c:v>
                </c:pt>
                <c:pt idx="1969">
                  <c:v>44851</c:v>
                </c:pt>
                <c:pt idx="1970">
                  <c:v>44852</c:v>
                </c:pt>
                <c:pt idx="1971">
                  <c:v>44853</c:v>
                </c:pt>
                <c:pt idx="1972">
                  <c:v>44854</c:v>
                </c:pt>
                <c:pt idx="1973">
                  <c:v>44855</c:v>
                </c:pt>
                <c:pt idx="1974">
                  <c:v>44856</c:v>
                </c:pt>
                <c:pt idx="1975">
                  <c:v>44857</c:v>
                </c:pt>
                <c:pt idx="1976">
                  <c:v>44858</c:v>
                </c:pt>
                <c:pt idx="1977">
                  <c:v>44859</c:v>
                </c:pt>
                <c:pt idx="1978">
                  <c:v>44860</c:v>
                </c:pt>
                <c:pt idx="1979">
                  <c:v>44861</c:v>
                </c:pt>
                <c:pt idx="1980">
                  <c:v>44862</c:v>
                </c:pt>
                <c:pt idx="1981">
                  <c:v>44863</c:v>
                </c:pt>
                <c:pt idx="1982">
                  <c:v>44864</c:v>
                </c:pt>
                <c:pt idx="1983">
                  <c:v>44865</c:v>
                </c:pt>
                <c:pt idx="1984">
                  <c:v>44866</c:v>
                </c:pt>
                <c:pt idx="1985">
                  <c:v>44867</c:v>
                </c:pt>
                <c:pt idx="1986">
                  <c:v>44868</c:v>
                </c:pt>
                <c:pt idx="1987">
                  <c:v>44869</c:v>
                </c:pt>
                <c:pt idx="1988">
                  <c:v>44870</c:v>
                </c:pt>
                <c:pt idx="1989">
                  <c:v>44871</c:v>
                </c:pt>
                <c:pt idx="1990">
                  <c:v>44872</c:v>
                </c:pt>
                <c:pt idx="1991">
                  <c:v>44873</c:v>
                </c:pt>
                <c:pt idx="1992">
                  <c:v>44874</c:v>
                </c:pt>
                <c:pt idx="1993">
                  <c:v>44875</c:v>
                </c:pt>
                <c:pt idx="1994">
                  <c:v>44876</c:v>
                </c:pt>
                <c:pt idx="1995">
                  <c:v>44877</c:v>
                </c:pt>
                <c:pt idx="1996">
                  <c:v>44878</c:v>
                </c:pt>
                <c:pt idx="1997">
                  <c:v>44879</c:v>
                </c:pt>
                <c:pt idx="1998">
                  <c:v>44880</c:v>
                </c:pt>
                <c:pt idx="1999">
                  <c:v>44881</c:v>
                </c:pt>
                <c:pt idx="2000">
                  <c:v>44882</c:v>
                </c:pt>
                <c:pt idx="2001">
                  <c:v>44883</c:v>
                </c:pt>
                <c:pt idx="2002">
                  <c:v>44884</c:v>
                </c:pt>
                <c:pt idx="2003">
                  <c:v>44885</c:v>
                </c:pt>
                <c:pt idx="2004">
                  <c:v>44886</c:v>
                </c:pt>
                <c:pt idx="2005">
                  <c:v>44887</c:v>
                </c:pt>
                <c:pt idx="2006">
                  <c:v>44888</c:v>
                </c:pt>
                <c:pt idx="2007">
                  <c:v>44889</c:v>
                </c:pt>
                <c:pt idx="2008">
                  <c:v>44890</c:v>
                </c:pt>
                <c:pt idx="2009">
                  <c:v>44891</c:v>
                </c:pt>
                <c:pt idx="2010">
                  <c:v>44892</c:v>
                </c:pt>
                <c:pt idx="2011">
                  <c:v>44893</c:v>
                </c:pt>
                <c:pt idx="2012">
                  <c:v>44894</c:v>
                </c:pt>
                <c:pt idx="2013">
                  <c:v>44895</c:v>
                </c:pt>
                <c:pt idx="2014">
                  <c:v>44896</c:v>
                </c:pt>
                <c:pt idx="2015">
                  <c:v>44897</c:v>
                </c:pt>
                <c:pt idx="2016">
                  <c:v>44898</c:v>
                </c:pt>
                <c:pt idx="2017">
                  <c:v>44899</c:v>
                </c:pt>
                <c:pt idx="2018">
                  <c:v>44900</c:v>
                </c:pt>
                <c:pt idx="2019">
                  <c:v>44901</c:v>
                </c:pt>
                <c:pt idx="2020">
                  <c:v>44902</c:v>
                </c:pt>
                <c:pt idx="2021">
                  <c:v>44903</c:v>
                </c:pt>
                <c:pt idx="2022">
                  <c:v>44904</c:v>
                </c:pt>
                <c:pt idx="2023">
                  <c:v>44905</c:v>
                </c:pt>
                <c:pt idx="2024">
                  <c:v>44906</c:v>
                </c:pt>
                <c:pt idx="2025">
                  <c:v>44907</c:v>
                </c:pt>
                <c:pt idx="2026">
                  <c:v>44908</c:v>
                </c:pt>
                <c:pt idx="2027">
                  <c:v>44909</c:v>
                </c:pt>
                <c:pt idx="2028">
                  <c:v>44910</c:v>
                </c:pt>
                <c:pt idx="2029">
                  <c:v>44911</c:v>
                </c:pt>
                <c:pt idx="2030">
                  <c:v>44912</c:v>
                </c:pt>
                <c:pt idx="2031">
                  <c:v>44913</c:v>
                </c:pt>
                <c:pt idx="2032">
                  <c:v>44914</c:v>
                </c:pt>
                <c:pt idx="2033">
                  <c:v>44915</c:v>
                </c:pt>
                <c:pt idx="2034">
                  <c:v>44916</c:v>
                </c:pt>
                <c:pt idx="2035">
                  <c:v>44917</c:v>
                </c:pt>
                <c:pt idx="2036">
                  <c:v>44918</c:v>
                </c:pt>
                <c:pt idx="2037">
                  <c:v>44919</c:v>
                </c:pt>
                <c:pt idx="2038">
                  <c:v>44920</c:v>
                </c:pt>
                <c:pt idx="2039">
                  <c:v>44921</c:v>
                </c:pt>
                <c:pt idx="2040">
                  <c:v>44922</c:v>
                </c:pt>
                <c:pt idx="2041">
                  <c:v>44923</c:v>
                </c:pt>
                <c:pt idx="2042">
                  <c:v>44924</c:v>
                </c:pt>
                <c:pt idx="2043">
                  <c:v>44925</c:v>
                </c:pt>
                <c:pt idx="2044">
                  <c:v>44926</c:v>
                </c:pt>
                <c:pt idx="2045">
                  <c:v>44927</c:v>
                </c:pt>
                <c:pt idx="2046">
                  <c:v>44928</c:v>
                </c:pt>
                <c:pt idx="2047">
                  <c:v>44929</c:v>
                </c:pt>
                <c:pt idx="2048">
                  <c:v>44930</c:v>
                </c:pt>
                <c:pt idx="2049">
                  <c:v>44931</c:v>
                </c:pt>
                <c:pt idx="2050">
                  <c:v>44932</c:v>
                </c:pt>
                <c:pt idx="2051">
                  <c:v>44933</c:v>
                </c:pt>
                <c:pt idx="2052">
                  <c:v>44934</c:v>
                </c:pt>
                <c:pt idx="2053">
                  <c:v>44935</c:v>
                </c:pt>
                <c:pt idx="2054">
                  <c:v>44936</c:v>
                </c:pt>
                <c:pt idx="2055">
                  <c:v>44937</c:v>
                </c:pt>
                <c:pt idx="2056">
                  <c:v>44938</c:v>
                </c:pt>
                <c:pt idx="2057">
                  <c:v>44939</c:v>
                </c:pt>
                <c:pt idx="2058">
                  <c:v>44940</c:v>
                </c:pt>
                <c:pt idx="2059">
                  <c:v>44941</c:v>
                </c:pt>
                <c:pt idx="2060">
                  <c:v>44942</c:v>
                </c:pt>
                <c:pt idx="2061">
                  <c:v>44943</c:v>
                </c:pt>
                <c:pt idx="2062">
                  <c:v>44944</c:v>
                </c:pt>
                <c:pt idx="2063">
                  <c:v>44945</c:v>
                </c:pt>
                <c:pt idx="2064">
                  <c:v>44946</c:v>
                </c:pt>
                <c:pt idx="2065">
                  <c:v>44947</c:v>
                </c:pt>
                <c:pt idx="2066">
                  <c:v>44948</c:v>
                </c:pt>
                <c:pt idx="2067">
                  <c:v>44949</c:v>
                </c:pt>
                <c:pt idx="2068">
                  <c:v>44950</c:v>
                </c:pt>
                <c:pt idx="2069">
                  <c:v>44951</c:v>
                </c:pt>
                <c:pt idx="2070">
                  <c:v>44952</c:v>
                </c:pt>
                <c:pt idx="2071">
                  <c:v>44953</c:v>
                </c:pt>
                <c:pt idx="2072">
                  <c:v>44954</c:v>
                </c:pt>
                <c:pt idx="2073">
                  <c:v>44955</c:v>
                </c:pt>
                <c:pt idx="2074">
                  <c:v>44956</c:v>
                </c:pt>
                <c:pt idx="2075">
                  <c:v>44957</c:v>
                </c:pt>
                <c:pt idx="2076">
                  <c:v>44958</c:v>
                </c:pt>
                <c:pt idx="2077">
                  <c:v>44959</c:v>
                </c:pt>
                <c:pt idx="2078">
                  <c:v>44960</c:v>
                </c:pt>
                <c:pt idx="2079">
                  <c:v>44961</c:v>
                </c:pt>
                <c:pt idx="2080">
                  <c:v>44962</c:v>
                </c:pt>
                <c:pt idx="2081">
                  <c:v>44963</c:v>
                </c:pt>
                <c:pt idx="2082">
                  <c:v>44964</c:v>
                </c:pt>
                <c:pt idx="2083">
                  <c:v>44965</c:v>
                </c:pt>
                <c:pt idx="2084">
                  <c:v>44966</c:v>
                </c:pt>
                <c:pt idx="2085">
                  <c:v>44967</c:v>
                </c:pt>
                <c:pt idx="2086">
                  <c:v>44968</c:v>
                </c:pt>
                <c:pt idx="2087">
                  <c:v>44969</c:v>
                </c:pt>
                <c:pt idx="2088">
                  <c:v>44970</c:v>
                </c:pt>
                <c:pt idx="2089">
                  <c:v>44971</c:v>
                </c:pt>
                <c:pt idx="2090">
                  <c:v>44972</c:v>
                </c:pt>
                <c:pt idx="2091">
                  <c:v>44973</c:v>
                </c:pt>
                <c:pt idx="2092">
                  <c:v>44974</c:v>
                </c:pt>
                <c:pt idx="2093">
                  <c:v>44975</c:v>
                </c:pt>
                <c:pt idx="2094">
                  <c:v>44976</c:v>
                </c:pt>
                <c:pt idx="2095">
                  <c:v>44977</c:v>
                </c:pt>
                <c:pt idx="2096">
                  <c:v>44978</c:v>
                </c:pt>
                <c:pt idx="2097">
                  <c:v>44979</c:v>
                </c:pt>
                <c:pt idx="2098">
                  <c:v>44980</c:v>
                </c:pt>
                <c:pt idx="2099">
                  <c:v>44981</c:v>
                </c:pt>
                <c:pt idx="2100">
                  <c:v>44982</c:v>
                </c:pt>
                <c:pt idx="2101">
                  <c:v>44983</c:v>
                </c:pt>
                <c:pt idx="2102">
                  <c:v>44984</c:v>
                </c:pt>
                <c:pt idx="2103">
                  <c:v>44985</c:v>
                </c:pt>
                <c:pt idx="2104">
                  <c:v>44986</c:v>
                </c:pt>
                <c:pt idx="2105">
                  <c:v>44987</c:v>
                </c:pt>
                <c:pt idx="2106">
                  <c:v>44988</c:v>
                </c:pt>
                <c:pt idx="2107">
                  <c:v>44989</c:v>
                </c:pt>
                <c:pt idx="2108">
                  <c:v>44990</c:v>
                </c:pt>
                <c:pt idx="2109">
                  <c:v>44991</c:v>
                </c:pt>
                <c:pt idx="2110">
                  <c:v>44992</c:v>
                </c:pt>
                <c:pt idx="2111">
                  <c:v>44993</c:v>
                </c:pt>
                <c:pt idx="2112">
                  <c:v>44994</c:v>
                </c:pt>
                <c:pt idx="2113">
                  <c:v>44995</c:v>
                </c:pt>
                <c:pt idx="2114">
                  <c:v>44996</c:v>
                </c:pt>
                <c:pt idx="2115">
                  <c:v>44997</c:v>
                </c:pt>
                <c:pt idx="2116">
                  <c:v>44998</c:v>
                </c:pt>
                <c:pt idx="2117">
                  <c:v>44999</c:v>
                </c:pt>
                <c:pt idx="2118">
                  <c:v>45000</c:v>
                </c:pt>
                <c:pt idx="2119">
                  <c:v>45001</c:v>
                </c:pt>
                <c:pt idx="2120">
                  <c:v>45002</c:v>
                </c:pt>
                <c:pt idx="2121">
                  <c:v>45003</c:v>
                </c:pt>
                <c:pt idx="2122">
                  <c:v>45004</c:v>
                </c:pt>
                <c:pt idx="2123">
                  <c:v>45005</c:v>
                </c:pt>
                <c:pt idx="2124">
                  <c:v>45006</c:v>
                </c:pt>
                <c:pt idx="2125">
                  <c:v>45007</c:v>
                </c:pt>
                <c:pt idx="2126">
                  <c:v>45008</c:v>
                </c:pt>
                <c:pt idx="2127">
                  <c:v>45009</c:v>
                </c:pt>
                <c:pt idx="2128">
                  <c:v>45010</c:v>
                </c:pt>
                <c:pt idx="2129">
                  <c:v>45011</c:v>
                </c:pt>
                <c:pt idx="2130">
                  <c:v>45012</c:v>
                </c:pt>
                <c:pt idx="2131">
                  <c:v>45013</c:v>
                </c:pt>
                <c:pt idx="2132">
                  <c:v>45014</c:v>
                </c:pt>
                <c:pt idx="2133">
                  <c:v>45015</c:v>
                </c:pt>
                <c:pt idx="2134">
                  <c:v>45016</c:v>
                </c:pt>
                <c:pt idx="2135">
                  <c:v>45017</c:v>
                </c:pt>
                <c:pt idx="2136">
                  <c:v>45018</c:v>
                </c:pt>
                <c:pt idx="2137">
                  <c:v>45019</c:v>
                </c:pt>
                <c:pt idx="2138">
                  <c:v>45020</c:v>
                </c:pt>
                <c:pt idx="2139">
                  <c:v>45021</c:v>
                </c:pt>
                <c:pt idx="2140">
                  <c:v>45022</c:v>
                </c:pt>
                <c:pt idx="2141">
                  <c:v>45023</c:v>
                </c:pt>
                <c:pt idx="2142">
                  <c:v>45024</c:v>
                </c:pt>
                <c:pt idx="2143">
                  <c:v>45025</c:v>
                </c:pt>
                <c:pt idx="2144">
                  <c:v>45026</c:v>
                </c:pt>
                <c:pt idx="2145">
                  <c:v>45027</c:v>
                </c:pt>
                <c:pt idx="2146">
                  <c:v>45028</c:v>
                </c:pt>
                <c:pt idx="2147">
                  <c:v>45029</c:v>
                </c:pt>
                <c:pt idx="2148">
                  <c:v>45030</c:v>
                </c:pt>
                <c:pt idx="2149">
                  <c:v>45031</c:v>
                </c:pt>
                <c:pt idx="2150">
                  <c:v>45032</c:v>
                </c:pt>
                <c:pt idx="2151">
                  <c:v>45033</c:v>
                </c:pt>
                <c:pt idx="2152">
                  <c:v>45034</c:v>
                </c:pt>
                <c:pt idx="2153">
                  <c:v>45035</c:v>
                </c:pt>
                <c:pt idx="2154">
                  <c:v>45036</c:v>
                </c:pt>
                <c:pt idx="2155">
                  <c:v>45037</c:v>
                </c:pt>
                <c:pt idx="2156">
                  <c:v>45038</c:v>
                </c:pt>
                <c:pt idx="2157">
                  <c:v>45039</c:v>
                </c:pt>
                <c:pt idx="2158">
                  <c:v>45040</c:v>
                </c:pt>
                <c:pt idx="2159">
                  <c:v>45041</c:v>
                </c:pt>
                <c:pt idx="2160">
                  <c:v>45042</c:v>
                </c:pt>
                <c:pt idx="2161">
                  <c:v>45043</c:v>
                </c:pt>
                <c:pt idx="2162">
                  <c:v>45044</c:v>
                </c:pt>
                <c:pt idx="2163">
                  <c:v>45045</c:v>
                </c:pt>
                <c:pt idx="2164">
                  <c:v>45046</c:v>
                </c:pt>
                <c:pt idx="2165">
                  <c:v>45047</c:v>
                </c:pt>
                <c:pt idx="2166">
                  <c:v>45048</c:v>
                </c:pt>
                <c:pt idx="2167">
                  <c:v>45049</c:v>
                </c:pt>
                <c:pt idx="2168">
                  <c:v>45050</c:v>
                </c:pt>
                <c:pt idx="2169">
                  <c:v>45051</c:v>
                </c:pt>
                <c:pt idx="2170">
                  <c:v>45052</c:v>
                </c:pt>
                <c:pt idx="2171">
                  <c:v>45053</c:v>
                </c:pt>
                <c:pt idx="2172">
                  <c:v>45054</c:v>
                </c:pt>
                <c:pt idx="2173">
                  <c:v>45055</c:v>
                </c:pt>
                <c:pt idx="2174">
                  <c:v>45056</c:v>
                </c:pt>
                <c:pt idx="2175">
                  <c:v>45057</c:v>
                </c:pt>
                <c:pt idx="2176">
                  <c:v>45058</c:v>
                </c:pt>
                <c:pt idx="2177">
                  <c:v>45059</c:v>
                </c:pt>
                <c:pt idx="2178">
                  <c:v>45060</c:v>
                </c:pt>
                <c:pt idx="2179">
                  <c:v>45061</c:v>
                </c:pt>
                <c:pt idx="2180">
                  <c:v>45062</c:v>
                </c:pt>
                <c:pt idx="2181">
                  <c:v>45063</c:v>
                </c:pt>
                <c:pt idx="2182">
                  <c:v>45064</c:v>
                </c:pt>
                <c:pt idx="2183">
                  <c:v>45065</c:v>
                </c:pt>
                <c:pt idx="2184">
                  <c:v>45066</c:v>
                </c:pt>
                <c:pt idx="2185">
                  <c:v>45067</c:v>
                </c:pt>
                <c:pt idx="2186">
                  <c:v>45068</c:v>
                </c:pt>
                <c:pt idx="2187">
                  <c:v>45069</c:v>
                </c:pt>
                <c:pt idx="2188">
                  <c:v>45070</c:v>
                </c:pt>
                <c:pt idx="2189">
                  <c:v>45071</c:v>
                </c:pt>
                <c:pt idx="2190">
                  <c:v>45072</c:v>
                </c:pt>
                <c:pt idx="2191">
                  <c:v>45073</c:v>
                </c:pt>
                <c:pt idx="2192">
                  <c:v>45074</c:v>
                </c:pt>
                <c:pt idx="2193">
                  <c:v>45075</c:v>
                </c:pt>
                <c:pt idx="2194">
                  <c:v>45076</c:v>
                </c:pt>
                <c:pt idx="2195">
                  <c:v>45077</c:v>
                </c:pt>
                <c:pt idx="2196">
                  <c:v>45078</c:v>
                </c:pt>
                <c:pt idx="2197">
                  <c:v>45079</c:v>
                </c:pt>
                <c:pt idx="2198">
                  <c:v>45080</c:v>
                </c:pt>
                <c:pt idx="2199">
                  <c:v>45081</c:v>
                </c:pt>
                <c:pt idx="2200">
                  <c:v>45082</c:v>
                </c:pt>
                <c:pt idx="2201">
                  <c:v>45083</c:v>
                </c:pt>
                <c:pt idx="2202">
                  <c:v>45084</c:v>
                </c:pt>
                <c:pt idx="2203">
                  <c:v>45085</c:v>
                </c:pt>
                <c:pt idx="2204">
                  <c:v>45086</c:v>
                </c:pt>
                <c:pt idx="2205">
                  <c:v>45087</c:v>
                </c:pt>
                <c:pt idx="2206">
                  <c:v>45088</c:v>
                </c:pt>
                <c:pt idx="2207">
                  <c:v>45089</c:v>
                </c:pt>
                <c:pt idx="2208">
                  <c:v>45090</c:v>
                </c:pt>
                <c:pt idx="2209">
                  <c:v>45091</c:v>
                </c:pt>
                <c:pt idx="2210">
                  <c:v>45092</c:v>
                </c:pt>
                <c:pt idx="2211">
                  <c:v>45093</c:v>
                </c:pt>
                <c:pt idx="2212">
                  <c:v>45094</c:v>
                </c:pt>
                <c:pt idx="2213">
                  <c:v>45095</c:v>
                </c:pt>
                <c:pt idx="2214">
                  <c:v>45096</c:v>
                </c:pt>
                <c:pt idx="2215">
                  <c:v>45097</c:v>
                </c:pt>
                <c:pt idx="2216">
                  <c:v>45098</c:v>
                </c:pt>
                <c:pt idx="2217">
                  <c:v>45099</c:v>
                </c:pt>
                <c:pt idx="2218">
                  <c:v>45100</c:v>
                </c:pt>
                <c:pt idx="2219">
                  <c:v>45101</c:v>
                </c:pt>
                <c:pt idx="2220">
                  <c:v>45102</c:v>
                </c:pt>
                <c:pt idx="2221">
                  <c:v>45103</c:v>
                </c:pt>
                <c:pt idx="2222">
                  <c:v>45104</c:v>
                </c:pt>
                <c:pt idx="2223">
                  <c:v>45105</c:v>
                </c:pt>
                <c:pt idx="2224">
                  <c:v>45106</c:v>
                </c:pt>
                <c:pt idx="2225">
                  <c:v>45107</c:v>
                </c:pt>
                <c:pt idx="2226">
                  <c:v>45108</c:v>
                </c:pt>
                <c:pt idx="2227">
                  <c:v>45109</c:v>
                </c:pt>
                <c:pt idx="2228">
                  <c:v>45110</c:v>
                </c:pt>
                <c:pt idx="2229">
                  <c:v>45111</c:v>
                </c:pt>
                <c:pt idx="2230">
                  <c:v>45112</c:v>
                </c:pt>
                <c:pt idx="2231">
                  <c:v>45113</c:v>
                </c:pt>
                <c:pt idx="2232">
                  <c:v>45114</c:v>
                </c:pt>
                <c:pt idx="2233">
                  <c:v>45115</c:v>
                </c:pt>
                <c:pt idx="2234">
                  <c:v>45116</c:v>
                </c:pt>
                <c:pt idx="2235">
                  <c:v>45117</c:v>
                </c:pt>
                <c:pt idx="2236">
                  <c:v>45118</c:v>
                </c:pt>
                <c:pt idx="2237">
                  <c:v>45119</c:v>
                </c:pt>
                <c:pt idx="2238">
                  <c:v>45120</c:v>
                </c:pt>
                <c:pt idx="2239">
                  <c:v>45121</c:v>
                </c:pt>
                <c:pt idx="2240">
                  <c:v>45122</c:v>
                </c:pt>
                <c:pt idx="2241">
                  <c:v>45123</c:v>
                </c:pt>
                <c:pt idx="2242">
                  <c:v>45124</c:v>
                </c:pt>
                <c:pt idx="2243">
                  <c:v>45125</c:v>
                </c:pt>
                <c:pt idx="2244">
                  <c:v>45126</c:v>
                </c:pt>
                <c:pt idx="2245">
                  <c:v>45127</c:v>
                </c:pt>
                <c:pt idx="2246">
                  <c:v>45128</c:v>
                </c:pt>
                <c:pt idx="2247">
                  <c:v>45129</c:v>
                </c:pt>
                <c:pt idx="2248">
                  <c:v>45130</c:v>
                </c:pt>
                <c:pt idx="2249">
                  <c:v>45131</c:v>
                </c:pt>
                <c:pt idx="2250">
                  <c:v>45132</c:v>
                </c:pt>
                <c:pt idx="2251">
                  <c:v>45133</c:v>
                </c:pt>
                <c:pt idx="2252">
                  <c:v>45134</c:v>
                </c:pt>
                <c:pt idx="2253">
                  <c:v>45135</c:v>
                </c:pt>
                <c:pt idx="2254">
                  <c:v>45136</c:v>
                </c:pt>
                <c:pt idx="2255">
                  <c:v>45137</c:v>
                </c:pt>
                <c:pt idx="2256">
                  <c:v>45138</c:v>
                </c:pt>
                <c:pt idx="2257">
                  <c:v>45139</c:v>
                </c:pt>
                <c:pt idx="2258">
                  <c:v>45140</c:v>
                </c:pt>
                <c:pt idx="2259">
                  <c:v>45141</c:v>
                </c:pt>
                <c:pt idx="2260">
                  <c:v>45142</c:v>
                </c:pt>
                <c:pt idx="2261">
                  <c:v>45143</c:v>
                </c:pt>
                <c:pt idx="2262">
                  <c:v>45144</c:v>
                </c:pt>
                <c:pt idx="2263">
                  <c:v>45145</c:v>
                </c:pt>
                <c:pt idx="2264">
                  <c:v>45146</c:v>
                </c:pt>
                <c:pt idx="2265">
                  <c:v>45147</c:v>
                </c:pt>
                <c:pt idx="2266">
                  <c:v>45148</c:v>
                </c:pt>
                <c:pt idx="2267">
                  <c:v>45149</c:v>
                </c:pt>
                <c:pt idx="2268">
                  <c:v>45150</c:v>
                </c:pt>
                <c:pt idx="2269">
                  <c:v>45151</c:v>
                </c:pt>
                <c:pt idx="2270">
                  <c:v>45152</c:v>
                </c:pt>
                <c:pt idx="2271">
                  <c:v>45153</c:v>
                </c:pt>
                <c:pt idx="2272">
                  <c:v>45154</c:v>
                </c:pt>
                <c:pt idx="2273">
                  <c:v>45155</c:v>
                </c:pt>
                <c:pt idx="2274">
                  <c:v>45156</c:v>
                </c:pt>
                <c:pt idx="2275">
                  <c:v>45157</c:v>
                </c:pt>
                <c:pt idx="2276">
                  <c:v>45158</c:v>
                </c:pt>
                <c:pt idx="2277">
                  <c:v>45159</c:v>
                </c:pt>
                <c:pt idx="2278">
                  <c:v>45160</c:v>
                </c:pt>
                <c:pt idx="2279">
                  <c:v>45161</c:v>
                </c:pt>
                <c:pt idx="2280">
                  <c:v>45162</c:v>
                </c:pt>
                <c:pt idx="2281">
                  <c:v>45163</c:v>
                </c:pt>
                <c:pt idx="2282">
                  <c:v>45164</c:v>
                </c:pt>
                <c:pt idx="2283">
                  <c:v>45165</c:v>
                </c:pt>
                <c:pt idx="2284">
                  <c:v>45166</c:v>
                </c:pt>
                <c:pt idx="2285">
                  <c:v>45167</c:v>
                </c:pt>
                <c:pt idx="2286">
                  <c:v>45168</c:v>
                </c:pt>
                <c:pt idx="2287">
                  <c:v>45169</c:v>
                </c:pt>
                <c:pt idx="2288">
                  <c:v>45170</c:v>
                </c:pt>
                <c:pt idx="2289">
                  <c:v>45171</c:v>
                </c:pt>
                <c:pt idx="2290">
                  <c:v>45172</c:v>
                </c:pt>
                <c:pt idx="2291">
                  <c:v>45173</c:v>
                </c:pt>
                <c:pt idx="2292">
                  <c:v>45174</c:v>
                </c:pt>
                <c:pt idx="2293">
                  <c:v>45175</c:v>
                </c:pt>
                <c:pt idx="2294">
                  <c:v>45176</c:v>
                </c:pt>
                <c:pt idx="2295">
                  <c:v>45177</c:v>
                </c:pt>
                <c:pt idx="2296">
                  <c:v>45178</c:v>
                </c:pt>
                <c:pt idx="2297">
                  <c:v>45179</c:v>
                </c:pt>
                <c:pt idx="2298">
                  <c:v>45180</c:v>
                </c:pt>
                <c:pt idx="2299">
                  <c:v>45181</c:v>
                </c:pt>
                <c:pt idx="2300">
                  <c:v>45182</c:v>
                </c:pt>
                <c:pt idx="2301">
                  <c:v>45183</c:v>
                </c:pt>
                <c:pt idx="2302">
                  <c:v>45184</c:v>
                </c:pt>
                <c:pt idx="2303">
                  <c:v>45185</c:v>
                </c:pt>
                <c:pt idx="2304">
                  <c:v>45186</c:v>
                </c:pt>
                <c:pt idx="2305">
                  <c:v>45187</c:v>
                </c:pt>
                <c:pt idx="2306">
                  <c:v>45188</c:v>
                </c:pt>
                <c:pt idx="2307">
                  <c:v>45189</c:v>
                </c:pt>
                <c:pt idx="2308">
                  <c:v>45190</c:v>
                </c:pt>
                <c:pt idx="2309">
                  <c:v>45191</c:v>
                </c:pt>
                <c:pt idx="2310">
                  <c:v>45192</c:v>
                </c:pt>
                <c:pt idx="2311">
                  <c:v>45193</c:v>
                </c:pt>
                <c:pt idx="2312">
                  <c:v>45194</c:v>
                </c:pt>
                <c:pt idx="2313">
                  <c:v>45195</c:v>
                </c:pt>
                <c:pt idx="2314">
                  <c:v>45196</c:v>
                </c:pt>
                <c:pt idx="2315">
                  <c:v>45197</c:v>
                </c:pt>
                <c:pt idx="2316">
                  <c:v>45198</c:v>
                </c:pt>
                <c:pt idx="2317">
                  <c:v>45199</c:v>
                </c:pt>
                <c:pt idx="2318">
                  <c:v>45200</c:v>
                </c:pt>
                <c:pt idx="2319">
                  <c:v>45201</c:v>
                </c:pt>
                <c:pt idx="2320">
                  <c:v>45202</c:v>
                </c:pt>
                <c:pt idx="2321">
                  <c:v>45203</c:v>
                </c:pt>
                <c:pt idx="2322">
                  <c:v>45204</c:v>
                </c:pt>
                <c:pt idx="2323">
                  <c:v>45205</c:v>
                </c:pt>
                <c:pt idx="2324">
                  <c:v>45206</c:v>
                </c:pt>
                <c:pt idx="2325">
                  <c:v>45207</c:v>
                </c:pt>
                <c:pt idx="2326">
                  <c:v>45208</c:v>
                </c:pt>
                <c:pt idx="2327">
                  <c:v>45209</c:v>
                </c:pt>
                <c:pt idx="2328">
                  <c:v>45210</c:v>
                </c:pt>
                <c:pt idx="2329">
                  <c:v>45211</c:v>
                </c:pt>
                <c:pt idx="2330">
                  <c:v>45212</c:v>
                </c:pt>
                <c:pt idx="2331">
                  <c:v>45213</c:v>
                </c:pt>
                <c:pt idx="2332">
                  <c:v>45214</c:v>
                </c:pt>
                <c:pt idx="2333">
                  <c:v>45215</c:v>
                </c:pt>
                <c:pt idx="2334">
                  <c:v>45216</c:v>
                </c:pt>
                <c:pt idx="2335">
                  <c:v>45217</c:v>
                </c:pt>
                <c:pt idx="2336">
                  <c:v>45218</c:v>
                </c:pt>
                <c:pt idx="2337">
                  <c:v>45219</c:v>
                </c:pt>
                <c:pt idx="2338">
                  <c:v>45220</c:v>
                </c:pt>
                <c:pt idx="2339">
                  <c:v>45221</c:v>
                </c:pt>
                <c:pt idx="2340">
                  <c:v>45222</c:v>
                </c:pt>
                <c:pt idx="2341">
                  <c:v>45223</c:v>
                </c:pt>
                <c:pt idx="2342">
                  <c:v>45224</c:v>
                </c:pt>
                <c:pt idx="2343">
                  <c:v>45225</c:v>
                </c:pt>
                <c:pt idx="2344">
                  <c:v>45226</c:v>
                </c:pt>
                <c:pt idx="2345">
                  <c:v>45227</c:v>
                </c:pt>
                <c:pt idx="2346">
                  <c:v>45228</c:v>
                </c:pt>
                <c:pt idx="2347">
                  <c:v>45229</c:v>
                </c:pt>
                <c:pt idx="2348">
                  <c:v>45230</c:v>
                </c:pt>
                <c:pt idx="2349">
                  <c:v>45231</c:v>
                </c:pt>
                <c:pt idx="2350">
                  <c:v>45232</c:v>
                </c:pt>
                <c:pt idx="2351">
                  <c:v>45233</c:v>
                </c:pt>
                <c:pt idx="2352">
                  <c:v>45234</c:v>
                </c:pt>
                <c:pt idx="2353">
                  <c:v>45235</c:v>
                </c:pt>
                <c:pt idx="2354">
                  <c:v>45236</c:v>
                </c:pt>
                <c:pt idx="2355">
                  <c:v>45237</c:v>
                </c:pt>
                <c:pt idx="2356">
                  <c:v>45238</c:v>
                </c:pt>
                <c:pt idx="2357">
                  <c:v>45239</c:v>
                </c:pt>
                <c:pt idx="2358">
                  <c:v>45240</c:v>
                </c:pt>
                <c:pt idx="2359">
                  <c:v>45241</c:v>
                </c:pt>
                <c:pt idx="2360">
                  <c:v>45242</c:v>
                </c:pt>
                <c:pt idx="2361">
                  <c:v>45243</c:v>
                </c:pt>
                <c:pt idx="2362">
                  <c:v>45244</c:v>
                </c:pt>
                <c:pt idx="2363">
                  <c:v>45245</c:v>
                </c:pt>
                <c:pt idx="2364">
                  <c:v>45246</c:v>
                </c:pt>
                <c:pt idx="2365">
                  <c:v>45247</c:v>
                </c:pt>
                <c:pt idx="2366">
                  <c:v>45248</c:v>
                </c:pt>
                <c:pt idx="2367">
                  <c:v>45249</c:v>
                </c:pt>
                <c:pt idx="2368">
                  <c:v>45250</c:v>
                </c:pt>
                <c:pt idx="2369">
                  <c:v>45251</c:v>
                </c:pt>
                <c:pt idx="2370">
                  <c:v>45252</c:v>
                </c:pt>
                <c:pt idx="2371">
                  <c:v>45253</c:v>
                </c:pt>
                <c:pt idx="2372">
                  <c:v>45254</c:v>
                </c:pt>
                <c:pt idx="2373">
                  <c:v>45255</c:v>
                </c:pt>
                <c:pt idx="2374">
                  <c:v>45256</c:v>
                </c:pt>
                <c:pt idx="2375">
                  <c:v>45257</c:v>
                </c:pt>
                <c:pt idx="2376">
                  <c:v>45258</c:v>
                </c:pt>
                <c:pt idx="2377">
                  <c:v>45259</c:v>
                </c:pt>
                <c:pt idx="2378">
                  <c:v>45260</c:v>
                </c:pt>
                <c:pt idx="2379">
                  <c:v>45261</c:v>
                </c:pt>
                <c:pt idx="2380">
                  <c:v>45262</c:v>
                </c:pt>
                <c:pt idx="2381">
                  <c:v>45263</c:v>
                </c:pt>
                <c:pt idx="2382">
                  <c:v>45264</c:v>
                </c:pt>
                <c:pt idx="2383">
                  <c:v>45265</c:v>
                </c:pt>
                <c:pt idx="2384">
                  <c:v>45266</c:v>
                </c:pt>
                <c:pt idx="2385">
                  <c:v>45267</c:v>
                </c:pt>
                <c:pt idx="2386">
                  <c:v>45268</c:v>
                </c:pt>
                <c:pt idx="2387">
                  <c:v>45269</c:v>
                </c:pt>
                <c:pt idx="2388">
                  <c:v>45270</c:v>
                </c:pt>
                <c:pt idx="2389">
                  <c:v>45271</c:v>
                </c:pt>
                <c:pt idx="2390">
                  <c:v>45272</c:v>
                </c:pt>
                <c:pt idx="2391">
                  <c:v>45273</c:v>
                </c:pt>
                <c:pt idx="2392">
                  <c:v>45274</c:v>
                </c:pt>
                <c:pt idx="2393">
                  <c:v>45275</c:v>
                </c:pt>
                <c:pt idx="2394">
                  <c:v>45276</c:v>
                </c:pt>
                <c:pt idx="2395">
                  <c:v>45277</c:v>
                </c:pt>
                <c:pt idx="2396">
                  <c:v>45278</c:v>
                </c:pt>
                <c:pt idx="2397">
                  <c:v>45279</c:v>
                </c:pt>
                <c:pt idx="2398">
                  <c:v>45280</c:v>
                </c:pt>
                <c:pt idx="2399">
                  <c:v>45281</c:v>
                </c:pt>
                <c:pt idx="2400">
                  <c:v>45282</c:v>
                </c:pt>
                <c:pt idx="2401">
                  <c:v>45283</c:v>
                </c:pt>
                <c:pt idx="2402">
                  <c:v>45284</c:v>
                </c:pt>
                <c:pt idx="2403">
                  <c:v>45285</c:v>
                </c:pt>
                <c:pt idx="2404">
                  <c:v>45286</c:v>
                </c:pt>
                <c:pt idx="2405">
                  <c:v>45287</c:v>
                </c:pt>
                <c:pt idx="2406">
                  <c:v>45288</c:v>
                </c:pt>
                <c:pt idx="2407">
                  <c:v>45289</c:v>
                </c:pt>
                <c:pt idx="2408">
                  <c:v>45290</c:v>
                </c:pt>
                <c:pt idx="2409">
                  <c:v>45291</c:v>
                </c:pt>
                <c:pt idx="2410">
                  <c:v>45292</c:v>
                </c:pt>
                <c:pt idx="2411">
                  <c:v>45293</c:v>
                </c:pt>
                <c:pt idx="2412">
                  <c:v>45294</c:v>
                </c:pt>
                <c:pt idx="2413">
                  <c:v>45295</c:v>
                </c:pt>
                <c:pt idx="2414">
                  <c:v>45296</c:v>
                </c:pt>
                <c:pt idx="2415">
                  <c:v>45297</c:v>
                </c:pt>
                <c:pt idx="2416">
                  <c:v>45298</c:v>
                </c:pt>
                <c:pt idx="2417">
                  <c:v>45299</c:v>
                </c:pt>
                <c:pt idx="2418">
                  <c:v>45300</c:v>
                </c:pt>
                <c:pt idx="2419">
                  <c:v>45301</c:v>
                </c:pt>
                <c:pt idx="2420">
                  <c:v>45302</c:v>
                </c:pt>
                <c:pt idx="2421">
                  <c:v>45303</c:v>
                </c:pt>
                <c:pt idx="2422">
                  <c:v>45304</c:v>
                </c:pt>
                <c:pt idx="2423">
                  <c:v>45305</c:v>
                </c:pt>
                <c:pt idx="2424">
                  <c:v>45306</c:v>
                </c:pt>
                <c:pt idx="2425">
                  <c:v>45307</c:v>
                </c:pt>
                <c:pt idx="2426">
                  <c:v>45308</c:v>
                </c:pt>
                <c:pt idx="2427">
                  <c:v>45309</c:v>
                </c:pt>
                <c:pt idx="2428">
                  <c:v>45310</c:v>
                </c:pt>
                <c:pt idx="2429">
                  <c:v>45311</c:v>
                </c:pt>
                <c:pt idx="2430">
                  <c:v>45312</c:v>
                </c:pt>
                <c:pt idx="2431">
                  <c:v>45313</c:v>
                </c:pt>
                <c:pt idx="2432">
                  <c:v>45314</c:v>
                </c:pt>
                <c:pt idx="2433">
                  <c:v>45315</c:v>
                </c:pt>
                <c:pt idx="2434">
                  <c:v>45316</c:v>
                </c:pt>
                <c:pt idx="2435">
                  <c:v>45317</c:v>
                </c:pt>
                <c:pt idx="2436">
                  <c:v>45318</c:v>
                </c:pt>
                <c:pt idx="2437">
                  <c:v>45319</c:v>
                </c:pt>
                <c:pt idx="2438">
                  <c:v>45320</c:v>
                </c:pt>
                <c:pt idx="2439">
                  <c:v>45321</c:v>
                </c:pt>
                <c:pt idx="2440">
                  <c:v>45322</c:v>
                </c:pt>
                <c:pt idx="2441">
                  <c:v>45323</c:v>
                </c:pt>
                <c:pt idx="2442">
                  <c:v>45324</c:v>
                </c:pt>
                <c:pt idx="2443">
                  <c:v>45325</c:v>
                </c:pt>
                <c:pt idx="2444">
                  <c:v>45326</c:v>
                </c:pt>
                <c:pt idx="2445">
                  <c:v>45327</c:v>
                </c:pt>
                <c:pt idx="2446">
                  <c:v>45328</c:v>
                </c:pt>
                <c:pt idx="2447">
                  <c:v>45329</c:v>
                </c:pt>
                <c:pt idx="2448">
                  <c:v>45330</c:v>
                </c:pt>
                <c:pt idx="2449">
                  <c:v>45331</c:v>
                </c:pt>
                <c:pt idx="2450">
                  <c:v>45332</c:v>
                </c:pt>
                <c:pt idx="2451">
                  <c:v>45333</c:v>
                </c:pt>
                <c:pt idx="2452">
                  <c:v>45334</c:v>
                </c:pt>
                <c:pt idx="2453">
                  <c:v>45335</c:v>
                </c:pt>
                <c:pt idx="2454">
                  <c:v>45336</c:v>
                </c:pt>
                <c:pt idx="2455">
                  <c:v>45337</c:v>
                </c:pt>
                <c:pt idx="2456">
                  <c:v>45338</c:v>
                </c:pt>
                <c:pt idx="2457">
                  <c:v>45339</c:v>
                </c:pt>
                <c:pt idx="2458">
                  <c:v>45340</c:v>
                </c:pt>
                <c:pt idx="2459">
                  <c:v>45341</c:v>
                </c:pt>
                <c:pt idx="2460">
                  <c:v>45342</c:v>
                </c:pt>
                <c:pt idx="2461">
                  <c:v>45343</c:v>
                </c:pt>
                <c:pt idx="2462">
                  <c:v>45344</c:v>
                </c:pt>
                <c:pt idx="2463">
                  <c:v>45345</c:v>
                </c:pt>
                <c:pt idx="2464">
                  <c:v>45346</c:v>
                </c:pt>
                <c:pt idx="2465">
                  <c:v>45347</c:v>
                </c:pt>
                <c:pt idx="2466">
                  <c:v>45348</c:v>
                </c:pt>
                <c:pt idx="2467">
                  <c:v>45349</c:v>
                </c:pt>
                <c:pt idx="2468">
                  <c:v>45350</c:v>
                </c:pt>
                <c:pt idx="2469">
                  <c:v>45351</c:v>
                </c:pt>
                <c:pt idx="2470">
                  <c:v>45352</c:v>
                </c:pt>
                <c:pt idx="2471">
                  <c:v>45353</c:v>
                </c:pt>
                <c:pt idx="2472">
                  <c:v>45354</c:v>
                </c:pt>
              </c:numCache>
            </c:numRef>
          </c:cat>
          <c:val>
            <c:numRef>
              <c:f>磷肥价格及价差!$AV$2:$AV$6333</c:f>
              <c:numCache>
                <c:formatCode>0_);[Red]\(0\)</c:formatCode>
                <c:ptCount val="6332"/>
                <c:pt idx="0">
                  <c:v>2482.3200000000002</c:v>
                </c:pt>
                <c:pt idx="1">
                  <c:v>2482.3200000000002</c:v>
                </c:pt>
                <c:pt idx="2">
                  <c:v>2482.3200000000002</c:v>
                </c:pt>
                <c:pt idx="3">
                  <c:v>2482.3200000000002</c:v>
                </c:pt>
                <c:pt idx="4">
                  <c:v>2482.3200000000002</c:v>
                </c:pt>
                <c:pt idx="5">
                  <c:v>2482.3200000000002</c:v>
                </c:pt>
                <c:pt idx="6">
                  <c:v>2482.3200000000002</c:v>
                </c:pt>
                <c:pt idx="7">
                  <c:v>2482.3200000000002</c:v>
                </c:pt>
                <c:pt idx="8">
                  <c:v>2445.71</c:v>
                </c:pt>
                <c:pt idx="9">
                  <c:v>2445.71</c:v>
                </c:pt>
                <c:pt idx="10">
                  <c:v>2445.71</c:v>
                </c:pt>
                <c:pt idx="11">
                  <c:v>2445.71</c:v>
                </c:pt>
                <c:pt idx="12">
                  <c:v>2445.71</c:v>
                </c:pt>
                <c:pt idx="13">
                  <c:v>2445.71</c:v>
                </c:pt>
                <c:pt idx="14">
                  <c:v>2445.71</c:v>
                </c:pt>
                <c:pt idx="15">
                  <c:v>2445.71</c:v>
                </c:pt>
                <c:pt idx="16">
                  <c:v>2445.71</c:v>
                </c:pt>
                <c:pt idx="17">
                  <c:v>2445.71</c:v>
                </c:pt>
                <c:pt idx="18">
                  <c:v>2445.71</c:v>
                </c:pt>
                <c:pt idx="19">
                  <c:v>2445.71</c:v>
                </c:pt>
                <c:pt idx="20">
                  <c:v>2445.71</c:v>
                </c:pt>
                <c:pt idx="21">
                  <c:v>2445.71</c:v>
                </c:pt>
                <c:pt idx="22">
                  <c:v>2445.71</c:v>
                </c:pt>
                <c:pt idx="23">
                  <c:v>2445.71</c:v>
                </c:pt>
                <c:pt idx="24">
                  <c:v>2445.71</c:v>
                </c:pt>
                <c:pt idx="25">
                  <c:v>2445.71</c:v>
                </c:pt>
                <c:pt idx="26">
                  <c:v>2445.71</c:v>
                </c:pt>
                <c:pt idx="27">
                  <c:v>2445.71</c:v>
                </c:pt>
                <c:pt idx="28">
                  <c:v>2445.71</c:v>
                </c:pt>
                <c:pt idx="29">
                  <c:v>2445.71</c:v>
                </c:pt>
                <c:pt idx="30">
                  <c:v>2445.71</c:v>
                </c:pt>
                <c:pt idx="31">
                  <c:v>2445.71</c:v>
                </c:pt>
                <c:pt idx="32">
                  <c:v>2445.71</c:v>
                </c:pt>
                <c:pt idx="33">
                  <c:v>2445.71</c:v>
                </c:pt>
                <c:pt idx="34">
                  <c:v>2445.71</c:v>
                </c:pt>
                <c:pt idx="35">
                  <c:v>2445.71</c:v>
                </c:pt>
                <c:pt idx="36">
                  <c:v>2445.71</c:v>
                </c:pt>
                <c:pt idx="37">
                  <c:v>2445.71</c:v>
                </c:pt>
                <c:pt idx="38">
                  <c:v>2445.71</c:v>
                </c:pt>
                <c:pt idx="39">
                  <c:v>2445.71</c:v>
                </c:pt>
                <c:pt idx="40">
                  <c:v>2445.71</c:v>
                </c:pt>
                <c:pt idx="41">
                  <c:v>2429.08</c:v>
                </c:pt>
                <c:pt idx="42">
                  <c:v>2429.08</c:v>
                </c:pt>
                <c:pt idx="43">
                  <c:v>2429.08</c:v>
                </c:pt>
                <c:pt idx="44">
                  <c:v>2429.08</c:v>
                </c:pt>
                <c:pt idx="45">
                  <c:v>2429.08</c:v>
                </c:pt>
                <c:pt idx="46">
                  <c:v>2429.08</c:v>
                </c:pt>
                <c:pt idx="47">
                  <c:v>2429.08</c:v>
                </c:pt>
                <c:pt idx="48">
                  <c:v>2429.08</c:v>
                </c:pt>
                <c:pt idx="49">
                  <c:v>2405.7800000000002</c:v>
                </c:pt>
                <c:pt idx="50">
                  <c:v>2405.7800000000002</c:v>
                </c:pt>
                <c:pt idx="51">
                  <c:v>2405.7800000000002</c:v>
                </c:pt>
                <c:pt idx="52">
                  <c:v>2405.7800000000002</c:v>
                </c:pt>
                <c:pt idx="53">
                  <c:v>2405.7800000000002</c:v>
                </c:pt>
                <c:pt idx="54">
                  <c:v>2405.7800000000002</c:v>
                </c:pt>
                <c:pt idx="55">
                  <c:v>2405.7800000000002</c:v>
                </c:pt>
                <c:pt idx="56">
                  <c:v>2405.7800000000002</c:v>
                </c:pt>
                <c:pt idx="57">
                  <c:v>2405.7800000000002</c:v>
                </c:pt>
                <c:pt idx="58">
                  <c:v>2405.7800000000002</c:v>
                </c:pt>
                <c:pt idx="59">
                  <c:v>2405.7800000000002</c:v>
                </c:pt>
                <c:pt idx="60">
                  <c:v>2405.7800000000002</c:v>
                </c:pt>
                <c:pt idx="61">
                  <c:v>2405.7800000000002</c:v>
                </c:pt>
                <c:pt idx="62">
                  <c:v>2262.6999999999998</c:v>
                </c:pt>
                <c:pt idx="63">
                  <c:v>2262.6999999999998</c:v>
                </c:pt>
                <c:pt idx="64">
                  <c:v>2262.6999999999998</c:v>
                </c:pt>
                <c:pt idx="65">
                  <c:v>2262.6999999999998</c:v>
                </c:pt>
                <c:pt idx="66">
                  <c:v>2262.6999999999998</c:v>
                </c:pt>
                <c:pt idx="67">
                  <c:v>2262.6999999999998</c:v>
                </c:pt>
                <c:pt idx="68">
                  <c:v>2262.6999999999998</c:v>
                </c:pt>
                <c:pt idx="69">
                  <c:v>2262.6999999999998</c:v>
                </c:pt>
                <c:pt idx="70">
                  <c:v>2262.6999999999998</c:v>
                </c:pt>
                <c:pt idx="71">
                  <c:v>2262.6999999999998</c:v>
                </c:pt>
                <c:pt idx="72">
                  <c:v>2262.6999999999998</c:v>
                </c:pt>
                <c:pt idx="73">
                  <c:v>2262.6999999999998</c:v>
                </c:pt>
                <c:pt idx="74">
                  <c:v>2262.6999999999998</c:v>
                </c:pt>
                <c:pt idx="75">
                  <c:v>2262.6999999999998</c:v>
                </c:pt>
                <c:pt idx="76">
                  <c:v>2262.6999999999998</c:v>
                </c:pt>
                <c:pt idx="77">
                  <c:v>2262.6999999999998</c:v>
                </c:pt>
                <c:pt idx="78">
                  <c:v>2262.6999999999998</c:v>
                </c:pt>
                <c:pt idx="79">
                  <c:v>2262.6999999999998</c:v>
                </c:pt>
                <c:pt idx="80">
                  <c:v>2262.6999999999998</c:v>
                </c:pt>
                <c:pt idx="81">
                  <c:v>2262.6999999999998</c:v>
                </c:pt>
                <c:pt idx="82">
                  <c:v>2262.6999999999998</c:v>
                </c:pt>
                <c:pt idx="83">
                  <c:v>2345.89</c:v>
                </c:pt>
                <c:pt idx="84">
                  <c:v>2345.89</c:v>
                </c:pt>
                <c:pt idx="85">
                  <c:v>2345.89</c:v>
                </c:pt>
                <c:pt idx="86">
                  <c:v>2345.89</c:v>
                </c:pt>
                <c:pt idx="87">
                  <c:v>2345.89</c:v>
                </c:pt>
                <c:pt idx="88">
                  <c:v>2345.89</c:v>
                </c:pt>
                <c:pt idx="89">
                  <c:v>2345.89</c:v>
                </c:pt>
                <c:pt idx="90">
                  <c:v>2305.96</c:v>
                </c:pt>
                <c:pt idx="91">
                  <c:v>2305.96</c:v>
                </c:pt>
                <c:pt idx="92">
                  <c:v>2305.96</c:v>
                </c:pt>
                <c:pt idx="93">
                  <c:v>2305.96</c:v>
                </c:pt>
                <c:pt idx="94">
                  <c:v>2305.96</c:v>
                </c:pt>
                <c:pt idx="95">
                  <c:v>2305.96</c:v>
                </c:pt>
                <c:pt idx="96">
                  <c:v>2305.96</c:v>
                </c:pt>
                <c:pt idx="97">
                  <c:v>2305.96</c:v>
                </c:pt>
                <c:pt idx="98">
                  <c:v>2305.96</c:v>
                </c:pt>
                <c:pt idx="99">
                  <c:v>2305.96</c:v>
                </c:pt>
                <c:pt idx="100">
                  <c:v>2305.96</c:v>
                </c:pt>
                <c:pt idx="101">
                  <c:v>2305.96</c:v>
                </c:pt>
                <c:pt idx="102">
                  <c:v>2305.96</c:v>
                </c:pt>
                <c:pt idx="103">
                  <c:v>2305.96</c:v>
                </c:pt>
                <c:pt idx="104">
                  <c:v>2305.96</c:v>
                </c:pt>
                <c:pt idx="105">
                  <c:v>2305.96</c:v>
                </c:pt>
                <c:pt idx="106">
                  <c:v>2305.96</c:v>
                </c:pt>
                <c:pt idx="107">
                  <c:v>2305.96</c:v>
                </c:pt>
                <c:pt idx="108">
                  <c:v>2305.96</c:v>
                </c:pt>
                <c:pt idx="109">
                  <c:v>2305.96</c:v>
                </c:pt>
                <c:pt idx="110">
                  <c:v>2305.96</c:v>
                </c:pt>
                <c:pt idx="111">
                  <c:v>2305.96</c:v>
                </c:pt>
                <c:pt idx="112">
                  <c:v>2305.96</c:v>
                </c:pt>
                <c:pt idx="113">
                  <c:v>2305.96</c:v>
                </c:pt>
                <c:pt idx="114">
                  <c:v>2305.96</c:v>
                </c:pt>
                <c:pt idx="115">
                  <c:v>2305.96</c:v>
                </c:pt>
                <c:pt idx="116">
                  <c:v>2305.96</c:v>
                </c:pt>
                <c:pt idx="117">
                  <c:v>2305.96</c:v>
                </c:pt>
                <c:pt idx="118">
                  <c:v>2305.96</c:v>
                </c:pt>
                <c:pt idx="119">
                  <c:v>2305.96</c:v>
                </c:pt>
                <c:pt idx="120">
                  <c:v>2305.96</c:v>
                </c:pt>
                <c:pt idx="121">
                  <c:v>2305.96</c:v>
                </c:pt>
                <c:pt idx="122">
                  <c:v>2305.96</c:v>
                </c:pt>
                <c:pt idx="123">
                  <c:v>2305.96</c:v>
                </c:pt>
                <c:pt idx="124">
                  <c:v>2305.96</c:v>
                </c:pt>
                <c:pt idx="125">
                  <c:v>2392.4699999999998</c:v>
                </c:pt>
                <c:pt idx="126">
                  <c:v>2392.4699999999998</c:v>
                </c:pt>
                <c:pt idx="127">
                  <c:v>2392.4699999999998</c:v>
                </c:pt>
                <c:pt idx="128">
                  <c:v>2392.4699999999998</c:v>
                </c:pt>
                <c:pt idx="129">
                  <c:v>2392.4699999999998</c:v>
                </c:pt>
                <c:pt idx="130">
                  <c:v>2392.4699999999998</c:v>
                </c:pt>
                <c:pt idx="131">
                  <c:v>2392.4699999999998</c:v>
                </c:pt>
                <c:pt idx="132">
                  <c:v>2392.4699999999998</c:v>
                </c:pt>
                <c:pt idx="133">
                  <c:v>2392.4699999999998</c:v>
                </c:pt>
                <c:pt idx="134">
                  <c:v>2392.4699999999998</c:v>
                </c:pt>
                <c:pt idx="135">
                  <c:v>2392.4699999999998</c:v>
                </c:pt>
                <c:pt idx="136">
                  <c:v>2392.4699999999998</c:v>
                </c:pt>
                <c:pt idx="137">
                  <c:v>2392.4699999999998</c:v>
                </c:pt>
                <c:pt idx="138">
                  <c:v>2392.4699999999998</c:v>
                </c:pt>
                <c:pt idx="139">
                  <c:v>2472.33</c:v>
                </c:pt>
                <c:pt idx="140">
                  <c:v>2472.33</c:v>
                </c:pt>
                <c:pt idx="141">
                  <c:v>2472.33</c:v>
                </c:pt>
                <c:pt idx="142">
                  <c:v>2472.33</c:v>
                </c:pt>
                <c:pt idx="143">
                  <c:v>2472.33</c:v>
                </c:pt>
                <c:pt idx="144">
                  <c:v>2472.33</c:v>
                </c:pt>
                <c:pt idx="145">
                  <c:v>2472.33</c:v>
                </c:pt>
                <c:pt idx="146">
                  <c:v>2472.33</c:v>
                </c:pt>
                <c:pt idx="147">
                  <c:v>2472.33</c:v>
                </c:pt>
                <c:pt idx="148">
                  <c:v>2472.33</c:v>
                </c:pt>
                <c:pt idx="149">
                  <c:v>2472.33</c:v>
                </c:pt>
                <c:pt idx="150">
                  <c:v>2472.33</c:v>
                </c:pt>
                <c:pt idx="151">
                  <c:v>2472.33</c:v>
                </c:pt>
                <c:pt idx="152">
                  <c:v>2472.33</c:v>
                </c:pt>
                <c:pt idx="153">
                  <c:v>2472.33</c:v>
                </c:pt>
                <c:pt idx="154">
                  <c:v>2472.33</c:v>
                </c:pt>
                <c:pt idx="155">
                  <c:v>2472.33</c:v>
                </c:pt>
                <c:pt idx="156">
                  <c:v>2472.33</c:v>
                </c:pt>
                <c:pt idx="157">
                  <c:v>2472.33</c:v>
                </c:pt>
                <c:pt idx="158">
                  <c:v>2472.33</c:v>
                </c:pt>
                <c:pt idx="159">
                  <c:v>2472.33</c:v>
                </c:pt>
                <c:pt idx="160">
                  <c:v>2528.9</c:v>
                </c:pt>
                <c:pt idx="161">
                  <c:v>2528.9</c:v>
                </c:pt>
                <c:pt idx="162">
                  <c:v>2528.9</c:v>
                </c:pt>
                <c:pt idx="163">
                  <c:v>2528.9</c:v>
                </c:pt>
                <c:pt idx="164">
                  <c:v>2528.9</c:v>
                </c:pt>
                <c:pt idx="165">
                  <c:v>2528.9</c:v>
                </c:pt>
                <c:pt idx="166">
                  <c:v>2528.9</c:v>
                </c:pt>
                <c:pt idx="167">
                  <c:v>2545.54</c:v>
                </c:pt>
                <c:pt idx="168">
                  <c:v>2545.54</c:v>
                </c:pt>
                <c:pt idx="169">
                  <c:v>2545.54</c:v>
                </c:pt>
                <c:pt idx="170">
                  <c:v>2545.54</c:v>
                </c:pt>
                <c:pt idx="171">
                  <c:v>2545.54</c:v>
                </c:pt>
                <c:pt idx="172">
                  <c:v>2545.54</c:v>
                </c:pt>
                <c:pt idx="173">
                  <c:v>2545.54</c:v>
                </c:pt>
                <c:pt idx="174">
                  <c:v>2545.54</c:v>
                </c:pt>
                <c:pt idx="175">
                  <c:v>2545.54</c:v>
                </c:pt>
                <c:pt idx="176">
                  <c:v>2545.54</c:v>
                </c:pt>
                <c:pt idx="177">
                  <c:v>2545.54</c:v>
                </c:pt>
                <c:pt idx="178">
                  <c:v>2545.54</c:v>
                </c:pt>
                <c:pt idx="179">
                  <c:v>2545.54</c:v>
                </c:pt>
                <c:pt idx="180">
                  <c:v>2545.54</c:v>
                </c:pt>
                <c:pt idx="181">
                  <c:v>2545.54</c:v>
                </c:pt>
                <c:pt idx="182">
                  <c:v>2545.54</c:v>
                </c:pt>
                <c:pt idx="183">
                  <c:v>2545.54</c:v>
                </c:pt>
                <c:pt idx="184">
                  <c:v>2545.54</c:v>
                </c:pt>
                <c:pt idx="185">
                  <c:v>2545.54</c:v>
                </c:pt>
                <c:pt idx="186">
                  <c:v>2545.54</c:v>
                </c:pt>
                <c:pt idx="187">
                  <c:v>2545.54</c:v>
                </c:pt>
                <c:pt idx="188">
                  <c:v>2735.2</c:v>
                </c:pt>
                <c:pt idx="189">
                  <c:v>2735.2</c:v>
                </c:pt>
                <c:pt idx="190">
                  <c:v>2735.2</c:v>
                </c:pt>
                <c:pt idx="191">
                  <c:v>2735.2</c:v>
                </c:pt>
                <c:pt idx="192">
                  <c:v>2735.2</c:v>
                </c:pt>
                <c:pt idx="193">
                  <c:v>2735.2</c:v>
                </c:pt>
                <c:pt idx="194">
                  <c:v>2735.2</c:v>
                </c:pt>
                <c:pt idx="195">
                  <c:v>2668.66</c:v>
                </c:pt>
                <c:pt idx="196">
                  <c:v>2668.66</c:v>
                </c:pt>
                <c:pt idx="197">
                  <c:v>2668.66</c:v>
                </c:pt>
                <c:pt idx="198">
                  <c:v>2668.66</c:v>
                </c:pt>
                <c:pt idx="199">
                  <c:v>2668.66</c:v>
                </c:pt>
                <c:pt idx="200">
                  <c:v>2668.66</c:v>
                </c:pt>
                <c:pt idx="201">
                  <c:v>2668.66</c:v>
                </c:pt>
                <c:pt idx="202">
                  <c:v>2668.66</c:v>
                </c:pt>
                <c:pt idx="203">
                  <c:v>2668.66</c:v>
                </c:pt>
                <c:pt idx="204">
                  <c:v>2668.66</c:v>
                </c:pt>
                <c:pt idx="205">
                  <c:v>2668.66</c:v>
                </c:pt>
                <c:pt idx="206">
                  <c:v>2668.66</c:v>
                </c:pt>
                <c:pt idx="207">
                  <c:v>2668.66</c:v>
                </c:pt>
                <c:pt idx="208">
                  <c:v>2668.66</c:v>
                </c:pt>
                <c:pt idx="209">
                  <c:v>2668.66</c:v>
                </c:pt>
                <c:pt idx="210">
                  <c:v>2668.66</c:v>
                </c:pt>
                <c:pt idx="211">
                  <c:v>2668.66</c:v>
                </c:pt>
                <c:pt idx="212">
                  <c:v>2668.66</c:v>
                </c:pt>
                <c:pt idx="213">
                  <c:v>2668.66</c:v>
                </c:pt>
                <c:pt idx="214">
                  <c:v>2668.66</c:v>
                </c:pt>
                <c:pt idx="215">
                  <c:v>2668.66</c:v>
                </c:pt>
                <c:pt idx="216">
                  <c:v>2668.66</c:v>
                </c:pt>
                <c:pt idx="217">
                  <c:v>2668.66</c:v>
                </c:pt>
                <c:pt idx="218">
                  <c:v>2668.66</c:v>
                </c:pt>
                <c:pt idx="219">
                  <c:v>2668.66</c:v>
                </c:pt>
                <c:pt idx="220">
                  <c:v>2668.66</c:v>
                </c:pt>
                <c:pt idx="221">
                  <c:v>2668.66</c:v>
                </c:pt>
                <c:pt idx="222">
                  <c:v>2668.66</c:v>
                </c:pt>
                <c:pt idx="223">
                  <c:v>2668.66</c:v>
                </c:pt>
                <c:pt idx="224">
                  <c:v>2668.66</c:v>
                </c:pt>
                <c:pt idx="225">
                  <c:v>2668.66</c:v>
                </c:pt>
                <c:pt idx="226">
                  <c:v>2668.66</c:v>
                </c:pt>
                <c:pt idx="227">
                  <c:v>2668.66</c:v>
                </c:pt>
                <c:pt idx="228">
                  <c:v>2668.66</c:v>
                </c:pt>
                <c:pt idx="229">
                  <c:v>2668.66</c:v>
                </c:pt>
                <c:pt idx="230">
                  <c:v>2668.66</c:v>
                </c:pt>
                <c:pt idx="231">
                  <c:v>2668.66</c:v>
                </c:pt>
                <c:pt idx="232">
                  <c:v>2668.66</c:v>
                </c:pt>
                <c:pt idx="233">
                  <c:v>2668.66</c:v>
                </c:pt>
                <c:pt idx="234">
                  <c:v>2668.66</c:v>
                </c:pt>
                <c:pt idx="235">
                  <c:v>2668.66</c:v>
                </c:pt>
                <c:pt idx="236">
                  <c:v>2668.66</c:v>
                </c:pt>
                <c:pt idx="237">
                  <c:v>2668.66</c:v>
                </c:pt>
                <c:pt idx="238">
                  <c:v>2668.66</c:v>
                </c:pt>
                <c:pt idx="239">
                  <c:v>2668.66</c:v>
                </c:pt>
                <c:pt idx="240">
                  <c:v>2668.66</c:v>
                </c:pt>
                <c:pt idx="241">
                  <c:v>2668.66</c:v>
                </c:pt>
                <c:pt idx="242">
                  <c:v>2668.66</c:v>
                </c:pt>
                <c:pt idx="243">
                  <c:v>2668.66</c:v>
                </c:pt>
                <c:pt idx="244">
                  <c:v>2668.66</c:v>
                </c:pt>
                <c:pt idx="245">
                  <c:v>2668.66</c:v>
                </c:pt>
                <c:pt idx="246">
                  <c:v>2668.66</c:v>
                </c:pt>
                <c:pt idx="247">
                  <c:v>2668.66</c:v>
                </c:pt>
                <c:pt idx="248">
                  <c:v>2668.66</c:v>
                </c:pt>
                <c:pt idx="249">
                  <c:v>2668.66</c:v>
                </c:pt>
                <c:pt idx="250">
                  <c:v>2668.66</c:v>
                </c:pt>
                <c:pt idx="251">
                  <c:v>2791.77</c:v>
                </c:pt>
                <c:pt idx="252">
                  <c:v>2791.77</c:v>
                </c:pt>
                <c:pt idx="253">
                  <c:v>2791.77</c:v>
                </c:pt>
                <c:pt idx="254">
                  <c:v>2791.77</c:v>
                </c:pt>
                <c:pt idx="255">
                  <c:v>2791.77</c:v>
                </c:pt>
                <c:pt idx="256">
                  <c:v>2791.77</c:v>
                </c:pt>
                <c:pt idx="257">
                  <c:v>2791.77</c:v>
                </c:pt>
                <c:pt idx="258">
                  <c:v>2751.84</c:v>
                </c:pt>
                <c:pt idx="259">
                  <c:v>2751.84</c:v>
                </c:pt>
                <c:pt idx="260">
                  <c:v>2751.84</c:v>
                </c:pt>
                <c:pt idx="261">
                  <c:v>2751.84</c:v>
                </c:pt>
                <c:pt idx="262">
                  <c:v>2751.84</c:v>
                </c:pt>
                <c:pt idx="263">
                  <c:v>2751.84</c:v>
                </c:pt>
                <c:pt idx="264">
                  <c:v>2751.84</c:v>
                </c:pt>
                <c:pt idx="265">
                  <c:v>2751.84</c:v>
                </c:pt>
                <c:pt idx="266">
                  <c:v>2751.84</c:v>
                </c:pt>
                <c:pt idx="267">
                  <c:v>2751.84</c:v>
                </c:pt>
                <c:pt idx="268">
                  <c:v>2751.84</c:v>
                </c:pt>
                <c:pt idx="269">
                  <c:v>2751.84</c:v>
                </c:pt>
                <c:pt idx="270">
                  <c:v>2751.84</c:v>
                </c:pt>
                <c:pt idx="271">
                  <c:v>2751.84</c:v>
                </c:pt>
                <c:pt idx="272">
                  <c:v>2751.84</c:v>
                </c:pt>
                <c:pt idx="273">
                  <c:v>2768.48</c:v>
                </c:pt>
                <c:pt idx="274">
                  <c:v>2768.48</c:v>
                </c:pt>
                <c:pt idx="275">
                  <c:v>2768.48</c:v>
                </c:pt>
                <c:pt idx="276">
                  <c:v>2768.48</c:v>
                </c:pt>
                <c:pt idx="277">
                  <c:v>2768.48</c:v>
                </c:pt>
                <c:pt idx="278">
                  <c:v>2768.48</c:v>
                </c:pt>
                <c:pt idx="279">
                  <c:v>2768.48</c:v>
                </c:pt>
                <c:pt idx="280">
                  <c:v>2768.48</c:v>
                </c:pt>
                <c:pt idx="281">
                  <c:v>2768.48</c:v>
                </c:pt>
                <c:pt idx="282">
                  <c:v>2768.48</c:v>
                </c:pt>
                <c:pt idx="283">
                  <c:v>2768.48</c:v>
                </c:pt>
                <c:pt idx="284">
                  <c:v>2768.48</c:v>
                </c:pt>
                <c:pt idx="285">
                  <c:v>2768.48</c:v>
                </c:pt>
                <c:pt idx="286">
                  <c:v>2768.48</c:v>
                </c:pt>
                <c:pt idx="287">
                  <c:v>2768.48</c:v>
                </c:pt>
                <c:pt idx="288">
                  <c:v>2768.48</c:v>
                </c:pt>
                <c:pt idx="289">
                  <c:v>2768.48</c:v>
                </c:pt>
                <c:pt idx="290">
                  <c:v>2768.48</c:v>
                </c:pt>
                <c:pt idx="291">
                  <c:v>2768.48</c:v>
                </c:pt>
                <c:pt idx="292">
                  <c:v>2768.48</c:v>
                </c:pt>
                <c:pt idx="293">
                  <c:v>2778.46</c:v>
                </c:pt>
                <c:pt idx="294">
                  <c:v>2778.46</c:v>
                </c:pt>
                <c:pt idx="295">
                  <c:v>2778.46</c:v>
                </c:pt>
                <c:pt idx="296">
                  <c:v>2778.46</c:v>
                </c:pt>
                <c:pt idx="297">
                  <c:v>2778.46</c:v>
                </c:pt>
                <c:pt idx="298">
                  <c:v>2778.46</c:v>
                </c:pt>
                <c:pt idx="299">
                  <c:v>2778.46</c:v>
                </c:pt>
                <c:pt idx="300">
                  <c:v>2778.46</c:v>
                </c:pt>
                <c:pt idx="301">
                  <c:v>2778.46</c:v>
                </c:pt>
                <c:pt idx="302">
                  <c:v>2778.46</c:v>
                </c:pt>
                <c:pt idx="303">
                  <c:v>2778.46</c:v>
                </c:pt>
                <c:pt idx="304">
                  <c:v>2778.46</c:v>
                </c:pt>
                <c:pt idx="305">
                  <c:v>2778.46</c:v>
                </c:pt>
                <c:pt idx="306">
                  <c:v>2778.46</c:v>
                </c:pt>
                <c:pt idx="307">
                  <c:v>2778.46</c:v>
                </c:pt>
                <c:pt idx="308">
                  <c:v>2778.46</c:v>
                </c:pt>
                <c:pt idx="309">
                  <c:v>2778.46</c:v>
                </c:pt>
                <c:pt idx="310">
                  <c:v>2778.46</c:v>
                </c:pt>
                <c:pt idx="311">
                  <c:v>2778.46</c:v>
                </c:pt>
                <c:pt idx="312">
                  <c:v>2778.46</c:v>
                </c:pt>
                <c:pt idx="313">
                  <c:v>2778.46</c:v>
                </c:pt>
                <c:pt idx="314">
                  <c:v>2778.46</c:v>
                </c:pt>
                <c:pt idx="315">
                  <c:v>2778.46</c:v>
                </c:pt>
                <c:pt idx="316">
                  <c:v>2778.46</c:v>
                </c:pt>
                <c:pt idx="317">
                  <c:v>2778.46</c:v>
                </c:pt>
                <c:pt idx="318">
                  <c:v>2778.46</c:v>
                </c:pt>
                <c:pt idx="319">
                  <c:v>2778.46</c:v>
                </c:pt>
                <c:pt idx="320">
                  <c:v>2778.46</c:v>
                </c:pt>
                <c:pt idx="321">
                  <c:v>2778.46</c:v>
                </c:pt>
                <c:pt idx="322">
                  <c:v>2778.46</c:v>
                </c:pt>
                <c:pt idx="323">
                  <c:v>2778.46</c:v>
                </c:pt>
                <c:pt idx="324">
                  <c:v>2778.46</c:v>
                </c:pt>
                <c:pt idx="325">
                  <c:v>2778.46</c:v>
                </c:pt>
                <c:pt idx="326">
                  <c:v>2778.46</c:v>
                </c:pt>
                <c:pt idx="327">
                  <c:v>2778.46</c:v>
                </c:pt>
                <c:pt idx="328">
                  <c:v>2778.46</c:v>
                </c:pt>
                <c:pt idx="329">
                  <c:v>2778.46</c:v>
                </c:pt>
                <c:pt idx="330">
                  <c:v>2778.46</c:v>
                </c:pt>
                <c:pt idx="331">
                  <c:v>2778.46</c:v>
                </c:pt>
                <c:pt idx="332">
                  <c:v>2778.46</c:v>
                </c:pt>
                <c:pt idx="333">
                  <c:v>2778.46</c:v>
                </c:pt>
                <c:pt idx="334">
                  <c:v>2778.46</c:v>
                </c:pt>
                <c:pt idx="335">
                  <c:v>2791.77</c:v>
                </c:pt>
                <c:pt idx="336">
                  <c:v>2791.77</c:v>
                </c:pt>
                <c:pt idx="337">
                  <c:v>2791.77</c:v>
                </c:pt>
                <c:pt idx="338">
                  <c:v>2791.77</c:v>
                </c:pt>
                <c:pt idx="339">
                  <c:v>2791.77</c:v>
                </c:pt>
                <c:pt idx="340">
                  <c:v>2791.77</c:v>
                </c:pt>
                <c:pt idx="341">
                  <c:v>2791.77</c:v>
                </c:pt>
                <c:pt idx="342">
                  <c:v>2791.77</c:v>
                </c:pt>
                <c:pt idx="343">
                  <c:v>2791.77</c:v>
                </c:pt>
                <c:pt idx="344">
                  <c:v>2791.77</c:v>
                </c:pt>
                <c:pt idx="345">
                  <c:v>2791.77</c:v>
                </c:pt>
                <c:pt idx="346">
                  <c:v>2791.77</c:v>
                </c:pt>
                <c:pt idx="347">
                  <c:v>2791.77</c:v>
                </c:pt>
                <c:pt idx="348">
                  <c:v>2791.77</c:v>
                </c:pt>
                <c:pt idx="349">
                  <c:v>2825.05</c:v>
                </c:pt>
                <c:pt idx="350">
                  <c:v>2825.05</c:v>
                </c:pt>
                <c:pt idx="351">
                  <c:v>2825.05</c:v>
                </c:pt>
                <c:pt idx="352">
                  <c:v>2825.05</c:v>
                </c:pt>
                <c:pt idx="353">
                  <c:v>2825.05</c:v>
                </c:pt>
                <c:pt idx="354">
                  <c:v>2825.05</c:v>
                </c:pt>
                <c:pt idx="355">
                  <c:v>2825.05</c:v>
                </c:pt>
                <c:pt idx="356">
                  <c:v>2728.55</c:v>
                </c:pt>
                <c:pt idx="357">
                  <c:v>2728.55</c:v>
                </c:pt>
                <c:pt idx="358">
                  <c:v>2728.55</c:v>
                </c:pt>
                <c:pt idx="359">
                  <c:v>2728.55</c:v>
                </c:pt>
                <c:pt idx="360">
                  <c:v>2728.55</c:v>
                </c:pt>
                <c:pt idx="361">
                  <c:v>2728.55</c:v>
                </c:pt>
                <c:pt idx="362">
                  <c:v>2728.55</c:v>
                </c:pt>
                <c:pt idx="363">
                  <c:v>2728.55</c:v>
                </c:pt>
                <c:pt idx="364">
                  <c:v>2728.55</c:v>
                </c:pt>
                <c:pt idx="365">
                  <c:v>2728.55</c:v>
                </c:pt>
                <c:pt idx="366">
                  <c:v>2728.55</c:v>
                </c:pt>
                <c:pt idx="367">
                  <c:v>2728.55</c:v>
                </c:pt>
                <c:pt idx="368">
                  <c:v>2728.55</c:v>
                </c:pt>
                <c:pt idx="369">
                  <c:v>2728.55</c:v>
                </c:pt>
                <c:pt idx="370">
                  <c:v>2811.74</c:v>
                </c:pt>
                <c:pt idx="371">
                  <c:v>2811.74</c:v>
                </c:pt>
                <c:pt idx="372">
                  <c:v>2811.74</c:v>
                </c:pt>
                <c:pt idx="373">
                  <c:v>2811.74</c:v>
                </c:pt>
                <c:pt idx="374">
                  <c:v>2811.74</c:v>
                </c:pt>
                <c:pt idx="375">
                  <c:v>2811.74</c:v>
                </c:pt>
                <c:pt idx="376">
                  <c:v>2811.74</c:v>
                </c:pt>
                <c:pt idx="377">
                  <c:v>2761.83</c:v>
                </c:pt>
                <c:pt idx="378">
                  <c:v>2761.83</c:v>
                </c:pt>
                <c:pt idx="379">
                  <c:v>2761.83</c:v>
                </c:pt>
                <c:pt idx="380">
                  <c:v>2761.83</c:v>
                </c:pt>
                <c:pt idx="381">
                  <c:v>2761.83</c:v>
                </c:pt>
                <c:pt idx="382">
                  <c:v>2761.83</c:v>
                </c:pt>
                <c:pt idx="383">
                  <c:v>2761.83</c:v>
                </c:pt>
                <c:pt idx="384">
                  <c:v>2761.83</c:v>
                </c:pt>
                <c:pt idx="385">
                  <c:v>2761.83</c:v>
                </c:pt>
                <c:pt idx="386">
                  <c:v>2761.83</c:v>
                </c:pt>
                <c:pt idx="387">
                  <c:v>2761.83</c:v>
                </c:pt>
                <c:pt idx="388">
                  <c:v>2761.83</c:v>
                </c:pt>
                <c:pt idx="389">
                  <c:v>2761.83</c:v>
                </c:pt>
                <c:pt idx="390">
                  <c:v>2761.83</c:v>
                </c:pt>
                <c:pt idx="391">
                  <c:v>2848.34</c:v>
                </c:pt>
                <c:pt idx="392">
                  <c:v>2848.34</c:v>
                </c:pt>
                <c:pt idx="393">
                  <c:v>2848.34</c:v>
                </c:pt>
                <c:pt idx="394">
                  <c:v>2848.34</c:v>
                </c:pt>
                <c:pt idx="395">
                  <c:v>2848.34</c:v>
                </c:pt>
                <c:pt idx="396">
                  <c:v>2848.34</c:v>
                </c:pt>
                <c:pt idx="397">
                  <c:v>2848.34</c:v>
                </c:pt>
                <c:pt idx="398">
                  <c:v>2911.56</c:v>
                </c:pt>
                <c:pt idx="399">
                  <c:v>2911.56</c:v>
                </c:pt>
                <c:pt idx="400">
                  <c:v>2911.56</c:v>
                </c:pt>
                <c:pt idx="401">
                  <c:v>2911.56</c:v>
                </c:pt>
                <c:pt idx="402">
                  <c:v>2911.56</c:v>
                </c:pt>
                <c:pt idx="403">
                  <c:v>2911.56</c:v>
                </c:pt>
                <c:pt idx="404">
                  <c:v>2911.56</c:v>
                </c:pt>
                <c:pt idx="405">
                  <c:v>2911.56</c:v>
                </c:pt>
                <c:pt idx="406">
                  <c:v>2911.56</c:v>
                </c:pt>
                <c:pt idx="407">
                  <c:v>2911.56</c:v>
                </c:pt>
                <c:pt idx="408">
                  <c:v>2911.56</c:v>
                </c:pt>
                <c:pt idx="409">
                  <c:v>2911.56</c:v>
                </c:pt>
                <c:pt idx="410">
                  <c:v>2911.56</c:v>
                </c:pt>
                <c:pt idx="411">
                  <c:v>2911.56</c:v>
                </c:pt>
                <c:pt idx="412">
                  <c:v>2944.84</c:v>
                </c:pt>
                <c:pt idx="413">
                  <c:v>2944.84</c:v>
                </c:pt>
                <c:pt idx="414">
                  <c:v>2944.84</c:v>
                </c:pt>
                <c:pt idx="415">
                  <c:v>2944.84</c:v>
                </c:pt>
                <c:pt idx="416">
                  <c:v>2944.84</c:v>
                </c:pt>
                <c:pt idx="417">
                  <c:v>2944.84</c:v>
                </c:pt>
                <c:pt idx="418">
                  <c:v>2944.84</c:v>
                </c:pt>
                <c:pt idx="419">
                  <c:v>2944.84</c:v>
                </c:pt>
                <c:pt idx="420">
                  <c:v>2944.84</c:v>
                </c:pt>
                <c:pt idx="421">
                  <c:v>2944.84</c:v>
                </c:pt>
                <c:pt idx="422">
                  <c:v>2944.84</c:v>
                </c:pt>
                <c:pt idx="423">
                  <c:v>2944.84</c:v>
                </c:pt>
                <c:pt idx="424">
                  <c:v>2944.84</c:v>
                </c:pt>
                <c:pt idx="425">
                  <c:v>2944.84</c:v>
                </c:pt>
                <c:pt idx="426">
                  <c:v>2944.84</c:v>
                </c:pt>
                <c:pt idx="427">
                  <c:v>2944.84</c:v>
                </c:pt>
                <c:pt idx="428">
                  <c:v>2944.84</c:v>
                </c:pt>
                <c:pt idx="429">
                  <c:v>2944.84</c:v>
                </c:pt>
                <c:pt idx="430">
                  <c:v>2944.84</c:v>
                </c:pt>
                <c:pt idx="431">
                  <c:v>2944.84</c:v>
                </c:pt>
                <c:pt idx="432">
                  <c:v>2944.84</c:v>
                </c:pt>
                <c:pt idx="433">
                  <c:v>2944.84</c:v>
                </c:pt>
                <c:pt idx="434">
                  <c:v>2944.84</c:v>
                </c:pt>
                <c:pt idx="435">
                  <c:v>2944.84</c:v>
                </c:pt>
                <c:pt idx="436">
                  <c:v>2944.84</c:v>
                </c:pt>
                <c:pt idx="437">
                  <c:v>2944.84</c:v>
                </c:pt>
                <c:pt idx="438">
                  <c:v>2944.84</c:v>
                </c:pt>
                <c:pt idx="439">
                  <c:v>2944.84</c:v>
                </c:pt>
                <c:pt idx="440">
                  <c:v>2988.1</c:v>
                </c:pt>
                <c:pt idx="441">
                  <c:v>2988.1</c:v>
                </c:pt>
                <c:pt idx="442">
                  <c:v>2988.1</c:v>
                </c:pt>
                <c:pt idx="443">
                  <c:v>2988.1</c:v>
                </c:pt>
                <c:pt idx="444">
                  <c:v>2988.1</c:v>
                </c:pt>
                <c:pt idx="445">
                  <c:v>2988.1</c:v>
                </c:pt>
                <c:pt idx="446">
                  <c:v>2988.1</c:v>
                </c:pt>
                <c:pt idx="447">
                  <c:v>2988.1</c:v>
                </c:pt>
                <c:pt idx="448">
                  <c:v>2988.1</c:v>
                </c:pt>
                <c:pt idx="449">
                  <c:v>2988.1</c:v>
                </c:pt>
                <c:pt idx="450">
                  <c:v>2988.1</c:v>
                </c:pt>
                <c:pt idx="451">
                  <c:v>2988.1</c:v>
                </c:pt>
                <c:pt idx="452">
                  <c:v>2988.1</c:v>
                </c:pt>
                <c:pt idx="453">
                  <c:v>2988.1</c:v>
                </c:pt>
                <c:pt idx="454">
                  <c:v>2988.1</c:v>
                </c:pt>
                <c:pt idx="455">
                  <c:v>2988.1</c:v>
                </c:pt>
                <c:pt idx="456">
                  <c:v>2988.1</c:v>
                </c:pt>
                <c:pt idx="457">
                  <c:v>2988.1</c:v>
                </c:pt>
                <c:pt idx="458">
                  <c:v>2988.1</c:v>
                </c:pt>
                <c:pt idx="459">
                  <c:v>2988.1</c:v>
                </c:pt>
                <c:pt idx="460">
                  <c:v>2988.1</c:v>
                </c:pt>
                <c:pt idx="461">
                  <c:v>2988.1</c:v>
                </c:pt>
                <c:pt idx="462">
                  <c:v>2988.1</c:v>
                </c:pt>
                <c:pt idx="463">
                  <c:v>2988.1</c:v>
                </c:pt>
                <c:pt idx="464">
                  <c:v>2988.1</c:v>
                </c:pt>
                <c:pt idx="465">
                  <c:v>2988.1</c:v>
                </c:pt>
                <c:pt idx="466">
                  <c:v>2988.1</c:v>
                </c:pt>
                <c:pt idx="467">
                  <c:v>2988.1</c:v>
                </c:pt>
                <c:pt idx="468">
                  <c:v>2988.1</c:v>
                </c:pt>
                <c:pt idx="469">
                  <c:v>2988.1</c:v>
                </c:pt>
                <c:pt idx="470">
                  <c:v>2988.1</c:v>
                </c:pt>
                <c:pt idx="471">
                  <c:v>2958.15</c:v>
                </c:pt>
                <c:pt idx="472">
                  <c:v>2958.15</c:v>
                </c:pt>
                <c:pt idx="473">
                  <c:v>2958.15</c:v>
                </c:pt>
                <c:pt idx="474">
                  <c:v>2958.15</c:v>
                </c:pt>
                <c:pt idx="475">
                  <c:v>2958.15</c:v>
                </c:pt>
                <c:pt idx="476">
                  <c:v>2958.15</c:v>
                </c:pt>
                <c:pt idx="477">
                  <c:v>2958.15</c:v>
                </c:pt>
                <c:pt idx="478">
                  <c:v>2958.15</c:v>
                </c:pt>
                <c:pt idx="479">
                  <c:v>2958.15</c:v>
                </c:pt>
                <c:pt idx="480">
                  <c:v>2958.15</c:v>
                </c:pt>
                <c:pt idx="481">
                  <c:v>2958.15</c:v>
                </c:pt>
                <c:pt idx="482">
                  <c:v>2958.15</c:v>
                </c:pt>
                <c:pt idx="483">
                  <c:v>2958.15</c:v>
                </c:pt>
                <c:pt idx="484">
                  <c:v>2958.15</c:v>
                </c:pt>
                <c:pt idx="485">
                  <c:v>2958.15</c:v>
                </c:pt>
                <c:pt idx="486">
                  <c:v>2958.15</c:v>
                </c:pt>
                <c:pt idx="487">
                  <c:v>2958.15</c:v>
                </c:pt>
                <c:pt idx="488">
                  <c:v>2958.15</c:v>
                </c:pt>
                <c:pt idx="489">
                  <c:v>2958.15</c:v>
                </c:pt>
                <c:pt idx="490">
                  <c:v>2958.15</c:v>
                </c:pt>
                <c:pt idx="491">
                  <c:v>2958.15</c:v>
                </c:pt>
                <c:pt idx="492">
                  <c:v>2958.15</c:v>
                </c:pt>
                <c:pt idx="493">
                  <c:v>2958.15</c:v>
                </c:pt>
                <c:pt idx="494">
                  <c:v>2958.15</c:v>
                </c:pt>
                <c:pt idx="495">
                  <c:v>2958.15</c:v>
                </c:pt>
                <c:pt idx="496">
                  <c:v>2958.15</c:v>
                </c:pt>
                <c:pt idx="497">
                  <c:v>2958.15</c:v>
                </c:pt>
                <c:pt idx="498">
                  <c:v>2958.15</c:v>
                </c:pt>
                <c:pt idx="499">
                  <c:v>3011.39</c:v>
                </c:pt>
                <c:pt idx="500">
                  <c:v>3011.39</c:v>
                </c:pt>
                <c:pt idx="501">
                  <c:v>3011.39</c:v>
                </c:pt>
                <c:pt idx="502">
                  <c:v>3011.39</c:v>
                </c:pt>
                <c:pt idx="503">
                  <c:v>3011.39</c:v>
                </c:pt>
                <c:pt idx="504">
                  <c:v>3011.39</c:v>
                </c:pt>
                <c:pt idx="505">
                  <c:v>3011.39</c:v>
                </c:pt>
                <c:pt idx="506">
                  <c:v>3011.39</c:v>
                </c:pt>
                <c:pt idx="507">
                  <c:v>3011.39</c:v>
                </c:pt>
                <c:pt idx="508">
                  <c:v>3011.39</c:v>
                </c:pt>
                <c:pt idx="509">
                  <c:v>3011.39</c:v>
                </c:pt>
                <c:pt idx="510">
                  <c:v>3011.39</c:v>
                </c:pt>
                <c:pt idx="511">
                  <c:v>3011.39</c:v>
                </c:pt>
                <c:pt idx="512">
                  <c:v>3011.39</c:v>
                </c:pt>
                <c:pt idx="513">
                  <c:v>3011.39</c:v>
                </c:pt>
                <c:pt idx="514">
                  <c:v>3011.39</c:v>
                </c:pt>
                <c:pt idx="515">
                  <c:v>3011.39</c:v>
                </c:pt>
                <c:pt idx="516">
                  <c:v>3011.39</c:v>
                </c:pt>
                <c:pt idx="517">
                  <c:v>3011.39</c:v>
                </c:pt>
                <c:pt idx="518">
                  <c:v>3011.39</c:v>
                </c:pt>
                <c:pt idx="519">
                  <c:v>3011.39</c:v>
                </c:pt>
                <c:pt idx="520">
                  <c:v>3011.39</c:v>
                </c:pt>
                <c:pt idx="521">
                  <c:v>3011.39</c:v>
                </c:pt>
                <c:pt idx="522">
                  <c:v>3011.39</c:v>
                </c:pt>
                <c:pt idx="523">
                  <c:v>3011.39</c:v>
                </c:pt>
                <c:pt idx="524">
                  <c:v>3011.39</c:v>
                </c:pt>
                <c:pt idx="525">
                  <c:v>3011.39</c:v>
                </c:pt>
                <c:pt idx="526">
                  <c:v>3011.39</c:v>
                </c:pt>
                <c:pt idx="527">
                  <c:v>3011.39</c:v>
                </c:pt>
                <c:pt idx="528">
                  <c:v>3011.39</c:v>
                </c:pt>
                <c:pt idx="529">
                  <c:v>3011.39</c:v>
                </c:pt>
                <c:pt idx="530">
                  <c:v>3011.39</c:v>
                </c:pt>
                <c:pt idx="531">
                  <c:v>3011.39</c:v>
                </c:pt>
                <c:pt idx="532">
                  <c:v>3011.39</c:v>
                </c:pt>
                <c:pt idx="533">
                  <c:v>3011.39</c:v>
                </c:pt>
                <c:pt idx="534">
                  <c:v>3011.39</c:v>
                </c:pt>
                <c:pt idx="535">
                  <c:v>3011.39</c:v>
                </c:pt>
                <c:pt idx="536">
                  <c:v>3011.39</c:v>
                </c:pt>
                <c:pt idx="537">
                  <c:v>3011.39</c:v>
                </c:pt>
                <c:pt idx="538">
                  <c:v>3011.39</c:v>
                </c:pt>
                <c:pt idx="539">
                  <c:v>3011.39</c:v>
                </c:pt>
                <c:pt idx="540">
                  <c:v>3011.39</c:v>
                </c:pt>
                <c:pt idx="541">
                  <c:v>3011.39</c:v>
                </c:pt>
                <c:pt idx="542">
                  <c:v>3011.39</c:v>
                </c:pt>
                <c:pt idx="543">
                  <c:v>3011.39</c:v>
                </c:pt>
                <c:pt idx="544">
                  <c:v>3011.39</c:v>
                </c:pt>
                <c:pt idx="545">
                  <c:v>3011.39</c:v>
                </c:pt>
                <c:pt idx="546">
                  <c:v>3011.39</c:v>
                </c:pt>
                <c:pt idx="547">
                  <c:v>3011.39</c:v>
                </c:pt>
                <c:pt idx="548">
                  <c:v>3011.39</c:v>
                </c:pt>
                <c:pt idx="549">
                  <c:v>3011.39</c:v>
                </c:pt>
                <c:pt idx="550">
                  <c:v>3011.39</c:v>
                </c:pt>
                <c:pt idx="551">
                  <c:v>3011.39</c:v>
                </c:pt>
                <c:pt idx="552">
                  <c:v>3011.39</c:v>
                </c:pt>
                <c:pt idx="553">
                  <c:v>3011.39</c:v>
                </c:pt>
                <c:pt idx="554">
                  <c:v>3011.39</c:v>
                </c:pt>
                <c:pt idx="555">
                  <c:v>3011.39</c:v>
                </c:pt>
                <c:pt idx="556">
                  <c:v>3011.39</c:v>
                </c:pt>
                <c:pt idx="557">
                  <c:v>3011.39</c:v>
                </c:pt>
                <c:pt idx="558">
                  <c:v>3011.39</c:v>
                </c:pt>
                <c:pt idx="559">
                  <c:v>3011.39</c:v>
                </c:pt>
                <c:pt idx="560">
                  <c:v>3011.39</c:v>
                </c:pt>
                <c:pt idx="561">
                  <c:v>3011.39</c:v>
                </c:pt>
                <c:pt idx="562">
                  <c:v>3011.39</c:v>
                </c:pt>
                <c:pt idx="563">
                  <c:v>3011.39</c:v>
                </c:pt>
                <c:pt idx="564">
                  <c:v>3011.39</c:v>
                </c:pt>
                <c:pt idx="565">
                  <c:v>3011.39</c:v>
                </c:pt>
                <c:pt idx="566">
                  <c:v>3011.39</c:v>
                </c:pt>
                <c:pt idx="567">
                  <c:v>3011.39</c:v>
                </c:pt>
                <c:pt idx="568">
                  <c:v>3011.39</c:v>
                </c:pt>
                <c:pt idx="569">
                  <c:v>3011.39</c:v>
                </c:pt>
                <c:pt idx="570">
                  <c:v>3011.39</c:v>
                </c:pt>
                <c:pt idx="571">
                  <c:v>3011.39</c:v>
                </c:pt>
                <c:pt idx="572">
                  <c:v>3011.39</c:v>
                </c:pt>
                <c:pt idx="573">
                  <c:v>3011.39</c:v>
                </c:pt>
                <c:pt idx="574">
                  <c:v>3011.39</c:v>
                </c:pt>
                <c:pt idx="575">
                  <c:v>3011.39</c:v>
                </c:pt>
                <c:pt idx="576">
                  <c:v>3011.39</c:v>
                </c:pt>
                <c:pt idx="577">
                  <c:v>3011.39</c:v>
                </c:pt>
                <c:pt idx="578">
                  <c:v>3011.39</c:v>
                </c:pt>
                <c:pt idx="579">
                  <c:v>3011.39</c:v>
                </c:pt>
                <c:pt idx="580">
                  <c:v>3011.39</c:v>
                </c:pt>
                <c:pt idx="581">
                  <c:v>3011.39</c:v>
                </c:pt>
                <c:pt idx="582">
                  <c:v>3011.39</c:v>
                </c:pt>
                <c:pt idx="583">
                  <c:v>3011.39</c:v>
                </c:pt>
                <c:pt idx="584">
                  <c:v>3011.39</c:v>
                </c:pt>
                <c:pt idx="585">
                  <c:v>3011.39</c:v>
                </c:pt>
                <c:pt idx="586">
                  <c:v>3011.39</c:v>
                </c:pt>
                <c:pt idx="587">
                  <c:v>3011.39</c:v>
                </c:pt>
                <c:pt idx="588">
                  <c:v>3011.39</c:v>
                </c:pt>
                <c:pt idx="589">
                  <c:v>3011.39</c:v>
                </c:pt>
                <c:pt idx="590">
                  <c:v>3011.39</c:v>
                </c:pt>
                <c:pt idx="591">
                  <c:v>3011.39</c:v>
                </c:pt>
                <c:pt idx="592">
                  <c:v>3011.39</c:v>
                </c:pt>
                <c:pt idx="593">
                  <c:v>3011.39</c:v>
                </c:pt>
                <c:pt idx="594">
                  <c:v>3011.39</c:v>
                </c:pt>
                <c:pt idx="595">
                  <c:v>3011.39</c:v>
                </c:pt>
                <c:pt idx="596">
                  <c:v>3011.39</c:v>
                </c:pt>
                <c:pt idx="597">
                  <c:v>3011.39</c:v>
                </c:pt>
                <c:pt idx="598">
                  <c:v>3011.39</c:v>
                </c:pt>
                <c:pt idx="599">
                  <c:v>3011.39</c:v>
                </c:pt>
                <c:pt idx="600">
                  <c:v>3011.39</c:v>
                </c:pt>
                <c:pt idx="601">
                  <c:v>2894.93</c:v>
                </c:pt>
                <c:pt idx="602">
                  <c:v>2894.93</c:v>
                </c:pt>
                <c:pt idx="603">
                  <c:v>2894.93</c:v>
                </c:pt>
                <c:pt idx="604">
                  <c:v>2894.93</c:v>
                </c:pt>
                <c:pt idx="605">
                  <c:v>2894.93</c:v>
                </c:pt>
                <c:pt idx="606">
                  <c:v>2894.93</c:v>
                </c:pt>
                <c:pt idx="607">
                  <c:v>2894.93</c:v>
                </c:pt>
                <c:pt idx="608">
                  <c:v>2894.93</c:v>
                </c:pt>
                <c:pt idx="609">
                  <c:v>2894.93</c:v>
                </c:pt>
                <c:pt idx="610">
                  <c:v>2894.93</c:v>
                </c:pt>
                <c:pt idx="611">
                  <c:v>2894.93</c:v>
                </c:pt>
                <c:pt idx="612">
                  <c:v>2894.93</c:v>
                </c:pt>
                <c:pt idx="613">
                  <c:v>2894.93</c:v>
                </c:pt>
                <c:pt idx="614">
                  <c:v>2894.93</c:v>
                </c:pt>
                <c:pt idx="615">
                  <c:v>2894.93</c:v>
                </c:pt>
                <c:pt idx="616">
                  <c:v>2894.93</c:v>
                </c:pt>
                <c:pt idx="617">
                  <c:v>2894.93</c:v>
                </c:pt>
                <c:pt idx="618">
                  <c:v>2894.93</c:v>
                </c:pt>
                <c:pt idx="619">
                  <c:v>2894.93</c:v>
                </c:pt>
                <c:pt idx="620">
                  <c:v>2894.93</c:v>
                </c:pt>
                <c:pt idx="621">
                  <c:v>2894.93</c:v>
                </c:pt>
                <c:pt idx="622">
                  <c:v>2894.93</c:v>
                </c:pt>
                <c:pt idx="623">
                  <c:v>2894.93</c:v>
                </c:pt>
                <c:pt idx="624">
                  <c:v>2894.93</c:v>
                </c:pt>
                <c:pt idx="625">
                  <c:v>2778.46</c:v>
                </c:pt>
                <c:pt idx="626">
                  <c:v>2778.46</c:v>
                </c:pt>
                <c:pt idx="627">
                  <c:v>2778.46</c:v>
                </c:pt>
                <c:pt idx="628">
                  <c:v>2778.46</c:v>
                </c:pt>
                <c:pt idx="629">
                  <c:v>2778.46</c:v>
                </c:pt>
                <c:pt idx="630">
                  <c:v>2778.46</c:v>
                </c:pt>
                <c:pt idx="631">
                  <c:v>2778.46</c:v>
                </c:pt>
                <c:pt idx="632">
                  <c:v>2778.46</c:v>
                </c:pt>
                <c:pt idx="633">
                  <c:v>2778.46</c:v>
                </c:pt>
                <c:pt idx="634">
                  <c:v>2778.46</c:v>
                </c:pt>
                <c:pt idx="635">
                  <c:v>2778.46</c:v>
                </c:pt>
                <c:pt idx="636">
                  <c:v>2778.46</c:v>
                </c:pt>
                <c:pt idx="637">
                  <c:v>2778.46</c:v>
                </c:pt>
                <c:pt idx="638">
                  <c:v>2778.46</c:v>
                </c:pt>
                <c:pt idx="639">
                  <c:v>2778.46</c:v>
                </c:pt>
                <c:pt idx="640">
                  <c:v>2778.46</c:v>
                </c:pt>
                <c:pt idx="641">
                  <c:v>2778.46</c:v>
                </c:pt>
                <c:pt idx="642">
                  <c:v>2778.46</c:v>
                </c:pt>
                <c:pt idx="643">
                  <c:v>2711.91</c:v>
                </c:pt>
                <c:pt idx="644">
                  <c:v>2711.91</c:v>
                </c:pt>
                <c:pt idx="645">
                  <c:v>2711.91</c:v>
                </c:pt>
                <c:pt idx="646">
                  <c:v>2711.91</c:v>
                </c:pt>
                <c:pt idx="647">
                  <c:v>2711.91</c:v>
                </c:pt>
                <c:pt idx="648">
                  <c:v>2711.91</c:v>
                </c:pt>
                <c:pt idx="649">
                  <c:v>2711.91</c:v>
                </c:pt>
                <c:pt idx="650">
                  <c:v>2711.91</c:v>
                </c:pt>
                <c:pt idx="651">
                  <c:v>2711.91</c:v>
                </c:pt>
                <c:pt idx="652">
                  <c:v>2711.91</c:v>
                </c:pt>
                <c:pt idx="653">
                  <c:v>2711.91</c:v>
                </c:pt>
                <c:pt idx="654">
                  <c:v>2711.91</c:v>
                </c:pt>
                <c:pt idx="655">
                  <c:v>2711.91</c:v>
                </c:pt>
                <c:pt idx="656">
                  <c:v>2711.91</c:v>
                </c:pt>
                <c:pt idx="657">
                  <c:v>2711.91</c:v>
                </c:pt>
                <c:pt idx="658">
                  <c:v>2711.91</c:v>
                </c:pt>
                <c:pt idx="659">
                  <c:v>2711.91</c:v>
                </c:pt>
                <c:pt idx="660">
                  <c:v>2711.91</c:v>
                </c:pt>
                <c:pt idx="661">
                  <c:v>2711.91</c:v>
                </c:pt>
                <c:pt idx="662">
                  <c:v>2711.91</c:v>
                </c:pt>
                <c:pt idx="663">
                  <c:v>2711.91</c:v>
                </c:pt>
                <c:pt idx="664">
                  <c:v>2711.91</c:v>
                </c:pt>
                <c:pt idx="665">
                  <c:v>2711.91</c:v>
                </c:pt>
                <c:pt idx="666">
                  <c:v>2711.91</c:v>
                </c:pt>
                <c:pt idx="667">
                  <c:v>2711.91</c:v>
                </c:pt>
                <c:pt idx="668">
                  <c:v>2711.91</c:v>
                </c:pt>
                <c:pt idx="669">
                  <c:v>2711.91</c:v>
                </c:pt>
                <c:pt idx="670">
                  <c:v>2711.91</c:v>
                </c:pt>
                <c:pt idx="671">
                  <c:v>2695.28</c:v>
                </c:pt>
                <c:pt idx="672">
                  <c:v>2695.28</c:v>
                </c:pt>
                <c:pt idx="673">
                  <c:v>2695.28</c:v>
                </c:pt>
                <c:pt idx="674">
                  <c:v>2695.28</c:v>
                </c:pt>
                <c:pt idx="675">
                  <c:v>2695.28</c:v>
                </c:pt>
                <c:pt idx="676">
                  <c:v>2695.28</c:v>
                </c:pt>
                <c:pt idx="677">
                  <c:v>2695.28</c:v>
                </c:pt>
                <c:pt idx="678">
                  <c:v>2695.28</c:v>
                </c:pt>
                <c:pt idx="679">
                  <c:v>2695.28</c:v>
                </c:pt>
                <c:pt idx="680">
                  <c:v>2695.28</c:v>
                </c:pt>
                <c:pt idx="681">
                  <c:v>2695.28</c:v>
                </c:pt>
                <c:pt idx="682">
                  <c:v>2695.28</c:v>
                </c:pt>
                <c:pt idx="683">
                  <c:v>2695.28</c:v>
                </c:pt>
                <c:pt idx="684">
                  <c:v>2695.28</c:v>
                </c:pt>
                <c:pt idx="685">
                  <c:v>2695.28</c:v>
                </c:pt>
                <c:pt idx="686">
                  <c:v>2695.28</c:v>
                </c:pt>
                <c:pt idx="687">
                  <c:v>2695.28</c:v>
                </c:pt>
                <c:pt idx="688">
                  <c:v>2695.28</c:v>
                </c:pt>
                <c:pt idx="689">
                  <c:v>2695.28</c:v>
                </c:pt>
                <c:pt idx="690">
                  <c:v>2695.28</c:v>
                </c:pt>
                <c:pt idx="691">
                  <c:v>2695.28</c:v>
                </c:pt>
                <c:pt idx="692">
                  <c:v>2695.28</c:v>
                </c:pt>
                <c:pt idx="693">
                  <c:v>2695.28</c:v>
                </c:pt>
                <c:pt idx="694">
                  <c:v>2695.28</c:v>
                </c:pt>
                <c:pt idx="695">
                  <c:v>2695.28</c:v>
                </c:pt>
                <c:pt idx="696">
                  <c:v>2695.28</c:v>
                </c:pt>
                <c:pt idx="697">
                  <c:v>2695.28</c:v>
                </c:pt>
                <c:pt idx="698">
                  <c:v>2695.28</c:v>
                </c:pt>
                <c:pt idx="699">
                  <c:v>2695.28</c:v>
                </c:pt>
                <c:pt idx="700">
                  <c:v>2695.28</c:v>
                </c:pt>
                <c:pt idx="701">
                  <c:v>2695.28</c:v>
                </c:pt>
                <c:pt idx="702">
                  <c:v>2695.28</c:v>
                </c:pt>
                <c:pt idx="703">
                  <c:v>2695.28</c:v>
                </c:pt>
                <c:pt idx="704">
                  <c:v>2695.28</c:v>
                </c:pt>
                <c:pt idx="705">
                  <c:v>2695.28</c:v>
                </c:pt>
                <c:pt idx="706">
                  <c:v>2695.28</c:v>
                </c:pt>
                <c:pt idx="707">
                  <c:v>2695.28</c:v>
                </c:pt>
                <c:pt idx="708">
                  <c:v>2628.72</c:v>
                </c:pt>
                <c:pt idx="709">
                  <c:v>2628.72</c:v>
                </c:pt>
                <c:pt idx="710">
                  <c:v>2628.72</c:v>
                </c:pt>
                <c:pt idx="711">
                  <c:v>2628.72</c:v>
                </c:pt>
                <c:pt idx="712">
                  <c:v>2628.72</c:v>
                </c:pt>
                <c:pt idx="713">
                  <c:v>2562.1799999999998</c:v>
                </c:pt>
                <c:pt idx="714">
                  <c:v>2562.1799999999998</c:v>
                </c:pt>
                <c:pt idx="715">
                  <c:v>2562.1799999999998</c:v>
                </c:pt>
                <c:pt idx="716">
                  <c:v>2562.1799999999998</c:v>
                </c:pt>
                <c:pt idx="717">
                  <c:v>2562.1799999999998</c:v>
                </c:pt>
                <c:pt idx="718">
                  <c:v>2562.1799999999998</c:v>
                </c:pt>
                <c:pt idx="719">
                  <c:v>2562.1799999999998</c:v>
                </c:pt>
                <c:pt idx="720">
                  <c:v>2562.1799999999998</c:v>
                </c:pt>
                <c:pt idx="721">
                  <c:v>2562.1799999999998</c:v>
                </c:pt>
                <c:pt idx="722">
                  <c:v>2562.1799999999998</c:v>
                </c:pt>
                <c:pt idx="723">
                  <c:v>2562.1799999999998</c:v>
                </c:pt>
                <c:pt idx="724">
                  <c:v>2562.1799999999998</c:v>
                </c:pt>
                <c:pt idx="725">
                  <c:v>2562.1799999999998</c:v>
                </c:pt>
                <c:pt idx="726">
                  <c:v>2562.1799999999998</c:v>
                </c:pt>
                <c:pt idx="727">
                  <c:v>2512.2600000000002</c:v>
                </c:pt>
                <c:pt idx="728">
                  <c:v>2512.2600000000002</c:v>
                </c:pt>
                <c:pt idx="729">
                  <c:v>2512.2600000000002</c:v>
                </c:pt>
                <c:pt idx="730">
                  <c:v>2512.2600000000002</c:v>
                </c:pt>
                <c:pt idx="731">
                  <c:v>2512.2600000000002</c:v>
                </c:pt>
                <c:pt idx="732">
                  <c:v>2512.2600000000002</c:v>
                </c:pt>
                <c:pt idx="733">
                  <c:v>2512.2600000000002</c:v>
                </c:pt>
                <c:pt idx="734">
                  <c:v>2512.2600000000002</c:v>
                </c:pt>
                <c:pt idx="735">
                  <c:v>2512.2600000000002</c:v>
                </c:pt>
                <c:pt idx="736">
                  <c:v>2512.2600000000002</c:v>
                </c:pt>
                <c:pt idx="737">
                  <c:v>2512.2600000000002</c:v>
                </c:pt>
                <c:pt idx="738">
                  <c:v>2512.2600000000002</c:v>
                </c:pt>
                <c:pt idx="739">
                  <c:v>2512.2600000000002</c:v>
                </c:pt>
                <c:pt idx="740">
                  <c:v>2512.2600000000002</c:v>
                </c:pt>
                <c:pt idx="741">
                  <c:v>2512.2600000000002</c:v>
                </c:pt>
                <c:pt idx="742">
                  <c:v>2512.2600000000002</c:v>
                </c:pt>
                <c:pt idx="743">
                  <c:v>2512.2600000000002</c:v>
                </c:pt>
                <c:pt idx="744">
                  <c:v>2528.9</c:v>
                </c:pt>
                <c:pt idx="745">
                  <c:v>2528.9</c:v>
                </c:pt>
                <c:pt idx="746">
                  <c:v>2528.9</c:v>
                </c:pt>
                <c:pt idx="747">
                  <c:v>2528.9</c:v>
                </c:pt>
                <c:pt idx="748">
                  <c:v>2528.9</c:v>
                </c:pt>
                <c:pt idx="749">
                  <c:v>2528.9</c:v>
                </c:pt>
                <c:pt idx="750">
                  <c:v>2528.9</c:v>
                </c:pt>
                <c:pt idx="751">
                  <c:v>2528.9</c:v>
                </c:pt>
                <c:pt idx="752">
                  <c:v>2528.9</c:v>
                </c:pt>
                <c:pt idx="753">
                  <c:v>2528.9</c:v>
                </c:pt>
                <c:pt idx="754">
                  <c:v>2528.9</c:v>
                </c:pt>
                <c:pt idx="755">
                  <c:v>2429.08</c:v>
                </c:pt>
                <c:pt idx="756">
                  <c:v>2429.08</c:v>
                </c:pt>
                <c:pt idx="757">
                  <c:v>2429.08</c:v>
                </c:pt>
                <c:pt idx="758">
                  <c:v>2429.08</c:v>
                </c:pt>
                <c:pt idx="759">
                  <c:v>2429.08</c:v>
                </c:pt>
                <c:pt idx="760">
                  <c:v>2429.08</c:v>
                </c:pt>
                <c:pt idx="761">
                  <c:v>2429.08</c:v>
                </c:pt>
                <c:pt idx="762">
                  <c:v>2295.9699999999998</c:v>
                </c:pt>
                <c:pt idx="763">
                  <c:v>2295.9699999999998</c:v>
                </c:pt>
                <c:pt idx="764">
                  <c:v>2295.9699999999998</c:v>
                </c:pt>
                <c:pt idx="765">
                  <c:v>2295.9699999999998</c:v>
                </c:pt>
                <c:pt idx="766">
                  <c:v>2295.9699999999998</c:v>
                </c:pt>
                <c:pt idx="767">
                  <c:v>2295.9699999999998</c:v>
                </c:pt>
                <c:pt idx="768">
                  <c:v>2295.9699999999998</c:v>
                </c:pt>
                <c:pt idx="769">
                  <c:v>2295.9699999999998</c:v>
                </c:pt>
                <c:pt idx="770">
                  <c:v>2295.9699999999998</c:v>
                </c:pt>
                <c:pt idx="771">
                  <c:v>2295.9699999999998</c:v>
                </c:pt>
                <c:pt idx="772">
                  <c:v>2295.9699999999998</c:v>
                </c:pt>
                <c:pt idx="773">
                  <c:v>2295.9699999999998</c:v>
                </c:pt>
                <c:pt idx="774">
                  <c:v>2295.9699999999998</c:v>
                </c:pt>
                <c:pt idx="775">
                  <c:v>2295.9699999999998</c:v>
                </c:pt>
                <c:pt idx="776">
                  <c:v>2295.9699999999998</c:v>
                </c:pt>
                <c:pt idx="777">
                  <c:v>2295.9699999999998</c:v>
                </c:pt>
                <c:pt idx="778">
                  <c:v>2295.9699999999998</c:v>
                </c:pt>
                <c:pt idx="779">
                  <c:v>2295.9699999999998</c:v>
                </c:pt>
                <c:pt idx="780">
                  <c:v>2295.9699999999998</c:v>
                </c:pt>
                <c:pt idx="781">
                  <c:v>2295.9699999999998</c:v>
                </c:pt>
                <c:pt idx="782">
                  <c:v>2295.9699999999998</c:v>
                </c:pt>
                <c:pt idx="783">
                  <c:v>2295.9699999999998</c:v>
                </c:pt>
                <c:pt idx="784">
                  <c:v>2295.9699999999998</c:v>
                </c:pt>
                <c:pt idx="785">
                  <c:v>2295.9699999999998</c:v>
                </c:pt>
                <c:pt idx="786">
                  <c:v>2295.9699999999998</c:v>
                </c:pt>
                <c:pt idx="787">
                  <c:v>2295.9699999999998</c:v>
                </c:pt>
                <c:pt idx="788">
                  <c:v>2295.9699999999998</c:v>
                </c:pt>
                <c:pt idx="789">
                  <c:v>2295.9699999999998</c:v>
                </c:pt>
                <c:pt idx="790">
                  <c:v>2312.61</c:v>
                </c:pt>
                <c:pt idx="791">
                  <c:v>2312.61</c:v>
                </c:pt>
                <c:pt idx="792">
                  <c:v>2312.61</c:v>
                </c:pt>
                <c:pt idx="793">
                  <c:v>2312.61</c:v>
                </c:pt>
                <c:pt idx="794">
                  <c:v>2312.61</c:v>
                </c:pt>
                <c:pt idx="795">
                  <c:v>2312.61</c:v>
                </c:pt>
                <c:pt idx="796">
                  <c:v>2312.61</c:v>
                </c:pt>
                <c:pt idx="797">
                  <c:v>2312.61</c:v>
                </c:pt>
                <c:pt idx="798">
                  <c:v>2312.61</c:v>
                </c:pt>
                <c:pt idx="799">
                  <c:v>2312.61</c:v>
                </c:pt>
                <c:pt idx="800">
                  <c:v>2312.61</c:v>
                </c:pt>
                <c:pt idx="801">
                  <c:v>2312.61</c:v>
                </c:pt>
                <c:pt idx="802">
                  <c:v>2312.61</c:v>
                </c:pt>
                <c:pt idx="803">
                  <c:v>2312.61</c:v>
                </c:pt>
                <c:pt idx="804">
                  <c:v>2312.61</c:v>
                </c:pt>
                <c:pt idx="805">
                  <c:v>2312.61</c:v>
                </c:pt>
                <c:pt idx="806">
                  <c:v>2312.61</c:v>
                </c:pt>
                <c:pt idx="807">
                  <c:v>2312.61</c:v>
                </c:pt>
                <c:pt idx="808">
                  <c:v>2312.61</c:v>
                </c:pt>
                <c:pt idx="809">
                  <c:v>2312.61</c:v>
                </c:pt>
                <c:pt idx="810">
                  <c:v>2312.61</c:v>
                </c:pt>
                <c:pt idx="811">
                  <c:v>2312.61</c:v>
                </c:pt>
                <c:pt idx="812">
                  <c:v>2312.61</c:v>
                </c:pt>
                <c:pt idx="813">
                  <c:v>2312.61</c:v>
                </c:pt>
                <c:pt idx="814">
                  <c:v>2312.61</c:v>
                </c:pt>
                <c:pt idx="815">
                  <c:v>2312.61</c:v>
                </c:pt>
                <c:pt idx="816">
                  <c:v>2312.61</c:v>
                </c:pt>
                <c:pt idx="817">
                  <c:v>2312.61</c:v>
                </c:pt>
                <c:pt idx="818">
                  <c:v>2312.61</c:v>
                </c:pt>
                <c:pt idx="819">
                  <c:v>2312.61</c:v>
                </c:pt>
                <c:pt idx="820">
                  <c:v>2312.61</c:v>
                </c:pt>
                <c:pt idx="821">
                  <c:v>2312.61</c:v>
                </c:pt>
                <c:pt idx="822">
                  <c:v>2312.61</c:v>
                </c:pt>
                <c:pt idx="823">
                  <c:v>2312.61</c:v>
                </c:pt>
                <c:pt idx="824">
                  <c:v>2312.61</c:v>
                </c:pt>
                <c:pt idx="825">
                  <c:v>2312.61</c:v>
                </c:pt>
                <c:pt idx="826">
                  <c:v>2312.61</c:v>
                </c:pt>
                <c:pt idx="827">
                  <c:v>2312.61</c:v>
                </c:pt>
                <c:pt idx="828">
                  <c:v>2312.61</c:v>
                </c:pt>
                <c:pt idx="829">
                  <c:v>2312.61</c:v>
                </c:pt>
                <c:pt idx="830">
                  <c:v>2312.61</c:v>
                </c:pt>
                <c:pt idx="831">
                  <c:v>2312.61</c:v>
                </c:pt>
                <c:pt idx="832">
                  <c:v>2196.15</c:v>
                </c:pt>
                <c:pt idx="833">
                  <c:v>2196.15</c:v>
                </c:pt>
                <c:pt idx="834">
                  <c:v>2196.15</c:v>
                </c:pt>
                <c:pt idx="835">
                  <c:v>2196.15</c:v>
                </c:pt>
                <c:pt idx="836">
                  <c:v>2196.15</c:v>
                </c:pt>
                <c:pt idx="837">
                  <c:v>2196.15</c:v>
                </c:pt>
                <c:pt idx="838">
                  <c:v>2196.15</c:v>
                </c:pt>
                <c:pt idx="839">
                  <c:v>2196.15</c:v>
                </c:pt>
                <c:pt idx="840">
                  <c:v>2196.15</c:v>
                </c:pt>
                <c:pt idx="841">
                  <c:v>2196.15</c:v>
                </c:pt>
                <c:pt idx="842">
                  <c:v>2196.15</c:v>
                </c:pt>
                <c:pt idx="843">
                  <c:v>2196.15</c:v>
                </c:pt>
                <c:pt idx="844">
                  <c:v>2196.15</c:v>
                </c:pt>
                <c:pt idx="845">
                  <c:v>2196.15</c:v>
                </c:pt>
                <c:pt idx="846">
                  <c:v>2162.88</c:v>
                </c:pt>
                <c:pt idx="847">
                  <c:v>2162.88</c:v>
                </c:pt>
                <c:pt idx="848">
                  <c:v>2162.88</c:v>
                </c:pt>
                <c:pt idx="849">
                  <c:v>2162.88</c:v>
                </c:pt>
                <c:pt idx="850">
                  <c:v>2162.88</c:v>
                </c:pt>
                <c:pt idx="851">
                  <c:v>2162.88</c:v>
                </c:pt>
                <c:pt idx="852">
                  <c:v>2162.88</c:v>
                </c:pt>
                <c:pt idx="853">
                  <c:v>2162.88</c:v>
                </c:pt>
                <c:pt idx="854">
                  <c:v>2162.88</c:v>
                </c:pt>
                <c:pt idx="855">
                  <c:v>2162.88</c:v>
                </c:pt>
                <c:pt idx="856">
                  <c:v>2162.88</c:v>
                </c:pt>
                <c:pt idx="857">
                  <c:v>2162.88</c:v>
                </c:pt>
                <c:pt idx="858">
                  <c:v>2162.88</c:v>
                </c:pt>
                <c:pt idx="859">
                  <c:v>2162.88</c:v>
                </c:pt>
                <c:pt idx="860">
                  <c:v>2162.88</c:v>
                </c:pt>
                <c:pt idx="861">
                  <c:v>2162.88</c:v>
                </c:pt>
                <c:pt idx="862">
                  <c:v>2162.88</c:v>
                </c:pt>
                <c:pt idx="863">
                  <c:v>2162.88</c:v>
                </c:pt>
                <c:pt idx="864">
                  <c:v>2139.58</c:v>
                </c:pt>
                <c:pt idx="865">
                  <c:v>2139.58</c:v>
                </c:pt>
                <c:pt idx="866">
                  <c:v>2139.58</c:v>
                </c:pt>
                <c:pt idx="867">
                  <c:v>2139.58</c:v>
                </c:pt>
                <c:pt idx="868">
                  <c:v>2139.58</c:v>
                </c:pt>
                <c:pt idx="869">
                  <c:v>2139.58</c:v>
                </c:pt>
                <c:pt idx="870">
                  <c:v>2139.58</c:v>
                </c:pt>
                <c:pt idx="871">
                  <c:v>2139.58</c:v>
                </c:pt>
                <c:pt idx="872">
                  <c:v>2139.58</c:v>
                </c:pt>
                <c:pt idx="873">
                  <c:v>2139.58</c:v>
                </c:pt>
                <c:pt idx="874">
                  <c:v>2096.33</c:v>
                </c:pt>
                <c:pt idx="875">
                  <c:v>2096.33</c:v>
                </c:pt>
                <c:pt idx="876">
                  <c:v>2096.33</c:v>
                </c:pt>
                <c:pt idx="877">
                  <c:v>2096.33</c:v>
                </c:pt>
                <c:pt idx="878">
                  <c:v>2096.33</c:v>
                </c:pt>
                <c:pt idx="879">
                  <c:v>2096.33</c:v>
                </c:pt>
                <c:pt idx="880">
                  <c:v>2096.33</c:v>
                </c:pt>
                <c:pt idx="881">
                  <c:v>2096.33</c:v>
                </c:pt>
                <c:pt idx="882">
                  <c:v>2096.33</c:v>
                </c:pt>
                <c:pt idx="883">
                  <c:v>2096.33</c:v>
                </c:pt>
                <c:pt idx="884">
                  <c:v>2096.33</c:v>
                </c:pt>
                <c:pt idx="885">
                  <c:v>2096.33</c:v>
                </c:pt>
                <c:pt idx="886">
                  <c:v>2096.33</c:v>
                </c:pt>
                <c:pt idx="887">
                  <c:v>2096.33</c:v>
                </c:pt>
                <c:pt idx="888">
                  <c:v>2096.33</c:v>
                </c:pt>
                <c:pt idx="889">
                  <c:v>2096.33</c:v>
                </c:pt>
                <c:pt idx="890">
                  <c:v>2096.33</c:v>
                </c:pt>
                <c:pt idx="891">
                  <c:v>2096.33</c:v>
                </c:pt>
                <c:pt idx="892">
                  <c:v>2096.33</c:v>
                </c:pt>
                <c:pt idx="893">
                  <c:v>2096.33</c:v>
                </c:pt>
                <c:pt idx="894">
                  <c:v>2096.33</c:v>
                </c:pt>
                <c:pt idx="895">
                  <c:v>2046.41</c:v>
                </c:pt>
                <c:pt idx="896">
                  <c:v>2046.41</c:v>
                </c:pt>
                <c:pt idx="897">
                  <c:v>2046.41</c:v>
                </c:pt>
                <c:pt idx="898">
                  <c:v>2046.41</c:v>
                </c:pt>
                <c:pt idx="899">
                  <c:v>2046.41</c:v>
                </c:pt>
                <c:pt idx="900">
                  <c:v>2046.41</c:v>
                </c:pt>
                <c:pt idx="901">
                  <c:v>2046.41</c:v>
                </c:pt>
                <c:pt idx="902">
                  <c:v>2029.78</c:v>
                </c:pt>
                <c:pt idx="903">
                  <c:v>2029.78</c:v>
                </c:pt>
                <c:pt idx="904">
                  <c:v>2029.78</c:v>
                </c:pt>
                <c:pt idx="905">
                  <c:v>2029.78</c:v>
                </c:pt>
                <c:pt idx="906">
                  <c:v>2029.78</c:v>
                </c:pt>
                <c:pt idx="907">
                  <c:v>2029.78</c:v>
                </c:pt>
                <c:pt idx="908">
                  <c:v>2029.78</c:v>
                </c:pt>
                <c:pt idx="909">
                  <c:v>2013.14</c:v>
                </c:pt>
                <c:pt idx="910">
                  <c:v>2013.14</c:v>
                </c:pt>
                <c:pt idx="911">
                  <c:v>2013.14</c:v>
                </c:pt>
                <c:pt idx="912">
                  <c:v>2013.14</c:v>
                </c:pt>
                <c:pt idx="913">
                  <c:v>2013.14</c:v>
                </c:pt>
                <c:pt idx="914">
                  <c:v>2013.14</c:v>
                </c:pt>
                <c:pt idx="915">
                  <c:v>2013.14</c:v>
                </c:pt>
                <c:pt idx="916">
                  <c:v>1929.95</c:v>
                </c:pt>
                <c:pt idx="917">
                  <c:v>1929.95</c:v>
                </c:pt>
                <c:pt idx="918">
                  <c:v>1929.95</c:v>
                </c:pt>
                <c:pt idx="919">
                  <c:v>1929.95</c:v>
                </c:pt>
                <c:pt idx="920">
                  <c:v>1929.95</c:v>
                </c:pt>
                <c:pt idx="921">
                  <c:v>1929.95</c:v>
                </c:pt>
                <c:pt idx="922">
                  <c:v>1929.95</c:v>
                </c:pt>
                <c:pt idx="923">
                  <c:v>1929.95</c:v>
                </c:pt>
                <c:pt idx="924">
                  <c:v>1929.95</c:v>
                </c:pt>
                <c:pt idx="925">
                  <c:v>1929.95</c:v>
                </c:pt>
                <c:pt idx="926">
                  <c:v>1929.95</c:v>
                </c:pt>
                <c:pt idx="927">
                  <c:v>1929.95</c:v>
                </c:pt>
                <c:pt idx="928">
                  <c:v>1929.95</c:v>
                </c:pt>
                <c:pt idx="929">
                  <c:v>1929.95</c:v>
                </c:pt>
                <c:pt idx="930">
                  <c:v>1929.95</c:v>
                </c:pt>
                <c:pt idx="931">
                  <c:v>1929.95</c:v>
                </c:pt>
                <c:pt idx="932">
                  <c:v>1929.95</c:v>
                </c:pt>
                <c:pt idx="933">
                  <c:v>1929.95</c:v>
                </c:pt>
                <c:pt idx="934">
                  <c:v>1929.95</c:v>
                </c:pt>
                <c:pt idx="935">
                  <c:v>1929.95</c:v>
                </c:pt>
                <c:pt idx="936">
                  <c:v>1929.95</c:v>
                </c:pt>
                <c:pt idx="937">
                  <c:v>1896.68</c:v>
                </c:pt>
                <c:pt idx="938">
                  <c:v>1896.68</c:v>
                </c:pt>
                <c:pt idx="939">
                  <c:v>1896.68</c:v>
                </c:pt>
                <c:pt idx="940">
                  <c:v>1896.68</c:v>
                </c:pt>
                <c:pt idx="941">
                  <c:v>1896.68</c:v>
                </c:pt>
                <c:pt idx="942">
                  <c:v>1896.68</c:v>
                </c:pt>
                <c:pt idx="943">
                  <c:v>1896.68</c:v>
                </c:pt>
                <c:pt idx="944">
                  <c:v>1896.68</c:v>
                </c:pt>
                <c:pt idx="945">
                  <c:v>1896.68</c:v>
                </c:pt>
                <c:pt idx="946">
                  <c:v>1896.68</c:v>
                </c:pt>
                <c:pt idx="947">
                  <c:v>1896.68</c:v>
                </c:pt>
                <c:pt idx="948">
                  <c:v>1896.68</c:v>
                </c:pt>
                <c:pt idx="949">
                  <c:v>1896.68</c:v>
                </c:pt>
                <c:pt idx="950">
                  <c:v>1896.68</c:v>
                </c:pt>
                <c:pt idx="951">
                  <c:v>1896.68</c:v>
                </c:pt>
                <c:pt idx="952">
                  <c:v>1896.68</c:v>
                </c:pt>
                <c:pt idx="953">
                  <c:v>1896.68</c:v>
                </c:pt>
                <c:pt idx="954">
                  <c:v>1896.68</c:v>
                </c:pt>
                <c:pt idx="955">
                  <c:v>1896.68</c:v>
                </c:pt>
                <c:pt idx="956">
                  <c:v>1896.68</c:v>
                </c:pt>
                <c:pt idx="957">
                  <c:v>1896.68</c:v>
                </c:pt>
                <c:pt idx="958">
                  <c:v>1913.31</c:v>
                </c:pt>
                <c:pt idx="959">
                  <c:v>1913.31</c:v>
                </c:pt>
                <c:pt idx="960">
                  <c:v>1913.31</c:v>
                </c:pt>
                <c:pt idx="961">
                  <c:v>1913.31</c:v>
                </c:pt>
                <c:pt idx="962">
                  <c:v>1913.31</c:v>
                </c:pt>
                <c:pt idx="963">
                  <c:v>1913.31</c:v>
                </c:pt>
                <c:pt idx="964">
                  <c:v>1913.31</c:v>
                </c:pt>
                <c:pt idx="965">
                  <c:v>1979.86</c:v>
                </c:pt>
                <c:pt idx="966">
                  <c:v>1979.86</c:v>
                </c:pt>
                <c:pt idx="967">
                  <c:v>1979.86</c:v>
                </c:pt>
                <c:pt idx="968">
                  <c:v>1979.86</c:v>
                </c:pt>
                <c:pt idx="969">
                  <c:v>1979.86</c:v>
                </c:pt>
                <c:pt idx="970">
                  <c:v>1979.86</c:v>
                </c:pt>
                <c:pt idx="971">
                  <c:v>1979.86</c:v>
                </c:pt>
                <c:pt idx="972">
                  <c:v>1979.86</c:v>
                </c:pt>
                <c:pt idx="973">
                  <c:v>1979.86</c:v>
                </c:pt>
                <c:pt idx="974">
                  <c:v>1979.86</c:v>
                </c:pt>
                <c:pt idx="975">
                  <c:v>1979.86</c:v>
                </c:pt>
                <c:pt idx="976">
                  <c:v>1979.86</c:v>
                </c:pt>
                <c:pt idx="977">
                  <c:v>1979.86</c:v>
                </c:pt>
                <c:pt idx="978">
                  <c:v>1979.86</c:v>
                </c:pt>
                <c:pt idx="979">
                  <c:v>1979.86</c:v>
                </c:pt>
                <c:pt idx="980">
                  <c:v>1979.86</c:v>
                </c:pt>
                <c:pt idx="981">
                  <c:v>1979.86</c:v>
                </c:pt>
                <c:pt idx="982">
                  <c:v>2029.78</c:v>
                </c:pt>
                <c:pt idx="983">
                  <c:v>2029.78</c:v>
                </c:pt>
                <c:pt idx="984">
                  <c:v>2029.78</c:v>
                </c:pt>
                <c:pt idx="985">
                  <c:v>2029.78</c:v>
                </c:pt>
                <c:pt idx="986">
                  <c:v>2029.78</c:v>
                </c:pt>
                <c:pt idx="987">
                  <c:v>2029.78</c:v>
                </c:pt>
                <c:pt idx="988">
                  <c:v>2029.78</c:v>
                </c:pt>
                <c:pt idx="989">
                  <c:v>2029.78</c:v>
                </c:pt>
                <c:pt idx="990">
                  <c:v>2029.78</c:v>
                </c:pt>
                <c:pt idx="991">
                  <c:v>2029.78</c:v>
                </c:pt>
                <c:pt idx="992">
                  <c:v>2029.78</c:v>
                </c:pt>
                <c:pt idx="993">
                  <c:v>2046.41</c:v>
                </c:pt>
                <c:pt idx="994">
                  <c:v>2046.41</c:v>
                </c:pt>
                <c:pt idx="995">
                  <c:v>2046.41</c:v>
                </c:pt>
                <c:pt idx="996">
                  <c:v>2046.41</c:v>
                </c:pt>
                <c:pt idx="997">
                  <c:v>2046.41</c:v>
                </c:pt>
                <c:pt idx="998">
                  <c:v>2046.41</c:v>
                </c:pt>
                <c:pt idx="999">
                  <c:v>2046.41</c:v>
                </c:pt>
                <c:pt idx="1000">
                  <c:v>2046.41</c:v>
                </c:pt>
                <c:pt idx="1001">
                  <c:v>2046.41</c:v>
                </c:pt>
                <c:pt idx="1002">
                  <c:v>2046.41</c:v>
                </c:pt>
                <c:pt idx="1003">
                  <c:v>2046.41</c:v>
                </c:pt>
                <c:pt idx="1004">
                  <c:v>2046.41</c:v>
                </c:pt>
                <c:pt idx="1005">
                  <c:v>2046.41</c:v>
                </c:pt>
                <c:pt idx="1006">
                  <c:v>2046.41</c:v>
                </c:pt>
                <c:pt idx="1007">
                  <c:v>2046.41</c:v>
                </c:pt>
                <c:pt idx="1008">
                  <c:v>2046.41</c:v>
                </c:pt>
                <c:pt idx="1009">
                  <c:v>2046.41</c:v>
                </c:pt>
                <c:pt idx="1010">
                  <c:v>2046.41</c:v>
                </c:pt>
                <c:pt idx="1011">
                  <c:v>2046.41</c:v>
                </c:pt>
                <c:pt idx="1012">
                  <c:v>2046.41</c:v>
                </c:pt>
                <c:pt idx="1013">
                  <c:v>2046.41</c:v>
                </c:pt>
                <c:pt idx="1014">
                  <c:v>2089.67</c:v>
                </c:pt>
                <c:pt idx="1015">
                  <c:v>2089.67</c:v>
                </c:pt>
                <c:pt idx="1016">
                  <c:v>2089.67</c:v>
                </c:pt>
                <c:pt idx="1017">
                  <c:v>2089.67</c:v>
                </c:pt>
                <c:pt idx="1018">
                  <c:v>2089.67</c:v>
                </c:pt>
                <c:pt idx="1019">
                  <c:v>2089.67</c:v>
                </c:pt>
                <c:pt idx="1020">
                  <c:v>2089.67</c:v>
                </c:pt>
                <c:pt idx="1021">
                  <c:v>2089.67</c:v>
                </c:pt>
                <c:pt idx="1022">
                  <c:v>2089.67</c:v>
                </c:pt>
                <c:pt idx="1023">
                  <c:v>2089.67</c:v>
                </c:pt>
                <c:pt idx="1024">
                  <c:v>2089.67</c:v>
                </c:pt>
                <c:pt idx="1025">
                  <c:v>2089.67</c:v>
                </c:pt>
                <c:pt idx="1026">
                  <c:v>2089.67</c:v>
                </c:pt>
                <c:pt idx="1027">
                  <c:v>2089.67</c:v>
                </c:pt>
                <c:pt idx="1028">
                  <c:v>2053.0700000000002</c:v>
                </c:pt>
                <c:pt idx="1029">
                  <c:v>2053.0700000000002</c:v>
                </c:pt>
                <c:pt idx="1030">
                  <c:v>2053.0700000000002</c:v>
                </c:pt>
                <c:pt idx="1031">
                  <c:v>2053.0700000000002</c:v>
                </c:pt>
                <c:pt idx="1032">
                  <c:v>2053.0700000000002</c:v>
                </c:pt>
                <c:pt idx="1033">
                  <c:v>2053.0700000000002</c:v>
                </c:pt>
                <c:pt idx="1034">
                  <c:v>2053.0700000000002</c:v>
                </c:pt>
                <c:pt idx="1035">
                  <c:v>2053.0700000000002</c:v>
                </c:pt>
                <c:pt idx="1036">
                  <c:v>2053.0700000000002</c:v>
                </c:pt>
                <c:pt idx="1037">
                  <c:v>2053.0700000000002</c:v>
                </c:pt>
                <c:pt idx="1038">
                  <c:v>2053.0700000000002</c:v>
                </c:pt>
                <c:pt idx="1039">
                  <c:v>2053.0700000000002</c:v>
                </c:pt>
                <c:pt idx="1040">
                  <c:v>2053.0700000000002</c:v>
                </c:pt>
                <c:pt idx="1041">
                  <c:v>2053.0700000000002</c:v>
                </c:pt>
                <c:pt idx="1042">
                  <c:v>2053.0700000000002</c:v>
                </c:pt>
                <c:pt idx="1043">
                  <c:v>2053.0700000000002</c:v>
                </c:pt>
                <c:pt idx="1044">
                  <c:v>2053.0700000000002</c:v>
                </c:pt>
                <c:pt idx="1045">
                  <c:v>2053.0700000000002</c:v>
                </c:pt>
                <c:pt idx="1046">
                  <c:v>2053.0700000000002</c:v>
                </c:pt>
                <c:pt idx="1047">
                  <c:v>2053.0700000000002</c:v>
                </c:pt>
                <c:pt idx="1048">
                  <c:v>2053.0700000000002</c:v>
                </c:pt>
                <c:pt idx="1049">
                  <c:v>2029.78</c:v>
                </c:pt>
                <c:pt idx="1050">
                  <c:v>2029.78</c:v>
                </c:pt>
                <c:pt idx="1051">
                  <c:v>2029.78</c:v>
                </c:pt>
                <c:pt idx="1052">
                  <c:v>2029.78</c:v>
                </c:pt>
                <c:pt idx="1053">
                  <c:v>2029.78</c:v>
                </c:pt>
                <c:pt idx="1054">
                  <c:v>2029.78</c:v>
                </c:pt>
                <c:pt idx="1055">
                  <c:v>2029.78</c:v>
                </c:pt>
                <c:pt idx="1056">
                  <c:v>2029.78</c:v>
                </c:pt>
                <c:pt idx="1057">
                  <c:v>2029.78</c:v>
                </c:pt>
                <c:pt idx="1058">
                  <c:v>2029.78</c:v>
                </c:pt>
                <c:pt idx="1059">
                  <c:v>2029.78</c:v>
                </c:pt>
                <c:pt idx="1060">
                  <c:v>2029.78</c:v>
                </c:pt>
                <c:pt idx="1061">
                  <c:v>2029.78</c:v>
                </c:pt>
                <c:pt idx="1062">
                  <c:v>2029.78</c:v>
                </c:pt>
                <c:pt idx="1063">
                  <c:v>2029.78</c:v>
                </c:pt>
                <c:pt idx="1064">
                  <c:v>2029.78</c:v>
                </c:pt>
                <c:pt idx="1065">
                  <c:v>2029.78</c:v>
                </c:pt>
                <c:pt idx="1066">
                  <c:v>2029.78</c:v>
                </c:pt>
                <c:pt idx="1067">
                  <c:v>2029.78</c:v>
                </c:pt>
                <c:pt idx="1068">
                  <c:v>2029.78</c:v>
                </c:pt>
                <c:pt idx="1069">
                  <c:v>2029.78</c:v>
                </c:pt>
                <c:pt idx="1070">
                  <c:v>2029.78</c:v>
                </c:pt>
                <c:pt idx="1071">
                  <c:v>2029.78</c:v>
                </c:pt>
                <c:pt idx="1072">
                  <c:v>2029.78</c:v>
                </c:pt>
                <c:pt idx="1073">
                  <c:v>2029.78</c:v>
                </c:pt>
                <c:pt idx="1074">
                  <c:v>2029.78</c:v>
                </c:pt>
                <c:pt idx="1075">
                  <c:v>2029.78</c:v>
                </c:pt>
                <c:pt idx="1076">
                  <c:v>1996.5</c:v>
                </c:pt>
                <c:pt idx="1077">
                  <c:v>1996.5</c:v>
                </c:pt>
                <c:pt idx="1078">
                  <c:v>1996.5</c:v>
                </c:pt>
                <c:pt idx="1079">
                  <c:v>1996.5</c:v>
                </c:pt>
                <c:pt idx="1080">
                  <c:v>1996.5</c:v>
                </c:pt>
                <c:pt idx="1081">
                  <c:v>1996.5</c:v>
                </c:pt>
                <c:pt idx="1082">
                  <c:v>1996.5</c:v>
                </c:pt>
                <c:pt idx="1083">
                  <c:v>1996.5</c:v>
                </c:pt>
                <c:pt idx="1084">
                  <c:v>1996.5</c:v>
                </c:pt>
                <c:pt idx="1085">
                  <c:v>1996.5</c:v>
                </c:pt>
                <c:pt idx="1086">
                  <c:v>1996.5</c:v>
                </c:pt>
                <c:pt idx="1087">
                  <c:v>1996.5</c:v>
                </c:pt>
                <c:pt idx="1088">
                  <c:v>1996.5</c:v>
                </c:pt>
                <c:pt idx="1089">
                  <c:v>1996.5</c:v>
                </c:pt>
                <c:pt idx="1090">
                  <c:v>1996.5</c:v>
                </c:pt>
                <c:pt idx="1091">
                  <c:v>1996.5</c:v>
                </c:pt>
                <c:pt idx="1092">
                  <c:v>1996.5</c:v>
                </c:pt>
                <c:pt idx="1093">
                  <c:v>1996.5</c:v>
                </c:pt>
                <c:pt idx="1094">
                  <c:v>1996.5</c:v>
                </c:pt>
                <c:pt idx="1095">
                  <c:v>1996.5</c:v>
                </c:pt>
                <c:pt idx="1096">
                  <c:v>1996.5</c:v>
                </c:pt>
                <c:pt idx="1097">
                  <c:v>1996.5</c:v>
                </c:pt>
                <c:pt idx="1098">
                  <c:v>1989.85</c:v>
                </c:pt>
                <c:pt idx="1099">
                  <c:v>1989.85</c:v>
                </c:pt>
                <c:pt idx="1100">
                  <c:v>1989.85</c:v>
                </c:pt>
                <c:pt idx="1101">
                  <c:v>1989.85</c:v>
                </c:pt>
                <c:pt idx="1102">
                  <c:v>1989.85</c:v>
                </c:pt>
                <c:pt idx="1103">
                  <c:v>1989.85</c:v>
                </c:pt>
                <c:pt idx="1104">
                  <c:v>1989.85</c:v>
                </c:pt>
                <c:pt idx="1105">
                  <c:v>1973.21</c:v>
                </c:pt>
                <c:pt idx="1106">
                  <c:v>1973.21</c:v>
                </c:pt>
                <c:pt idx="1107">
                  <c:v>1973.21</c:v>
                </c:pt>
                <c:pt idx="1108">
                  <c:v>1973.21</c:v>
                </c:pt>
                <c:pt idx="1109">
                  <c:v>1973.21</c:v>
                </c:pt>
                <c:pt idx="1110">
                  <c:v>1973.21</c:v>
                </c:pt>
                <c:pt idx="1111">
                  <c:v>1973.21</c:v>
                </c:pt>
                <c:pt idx="1112">
                  <c:v>1989.85</c:v>
                </c:pt>
                <c:pt idx="1113">
                  <c:v>1989.85</c:v>
                </c:pt>
                <c:pt idx="1114">
                  <c:v>1989.85</c:v>
                </c:pt>
                <c:pt idx="1115">
                  <c:v>1989.85</c:v>
                </c:pt>
                <c:pt idx="1116">
                  <c:v>1989.85</c:v>
                </c:pt>
                <c:pt idx="1117">
                  <c:v>1989.85</c:v>
                </c:pt>
                <c:pt idx="1118">
                  <c:v>1989.85</c:v>
                </c:pt>
                <c:pt idx="1119">
                  <c:v>1999.83</c:v>
                </c:pt>
                <c:pt idx="1120">
                  <c:v>1999.83</c:v>
                </c:pt>
                <c:pt idx="1121">
                  <c:v>1999.83</c:v>
                </c:pt>
                <c:pt idx="1122">
                  <c:v>1999.83</c:v>
                </c:pt>
                <c:pt idx="1123">
                  <c:v>1999.83</c:v>
                </c:pt>
                <c:pt idx="1124">
                  <c:v>1999.83</c:v>
                </c:pt>
                <c:pt idx="1125">
                  <c:v>1999.83</c:v>
                </c:pt>
                <c:pt idx="1126">
                  <c:v>1999.83</c:v>
                </c:pt>
                <c:pt idx="1127">
                  <c:v>1999.83</c:v>
                </c:pt>
                <c:pt idx="1128">
                  <c:v>1999.83</c:v>
                </c:pt>
                <c:pt idx="1129">
                  <c:v>1999.83</c:v>
                </c:pt>
                <c:pt idx="1130">
                  <c:v>1999.83</c:v>
                </c:pt>
                <c:pt idx="1131">
                  <c:v>1999.83</c:v>
                </c:pt>
                <c:pt idx="1132">
                  <c:v>1999.83</c:v>
                </c:pt>
                <c:pt idx="1133">
                  <c:v>2019.79</c:v>
                </c:pt>
                <c:pt idx="1134">
                  <c:v>2019.79</c:v>
                </c:pt>
                <c:pt idx="1135">
                  <c:v>2019.79</c:v>
                </c:pt>
                <c:pt idx="1136">
                  <c:v>2019.79</c:v>
                </c:pt>
                <c:pt idx="1137">
                  <c:v>2019.79</c:v>
                </c:pt>
                <c:pt idx="1138">
                  <c:v>2019.79</c:v>
                </c:pt>
                <c:pt idx="1139">
                  <c:v>2019.79</c:v>
                </c:pt>
                <c:pt idx="1140">
                  <c:v>2046.41</c:v>
                </c:pt>
                <c:pt idx="1141">
                  <c:v>2046.41</c:v>
                </c:pt>
                <c:pt idx="1142">
                  <c:v>2046.41</c:v>
                </c:pt>
                <c:pt idx="1143">
                  <c:v>2046.41</c:v>
                </c:pt>
                <c:pt idx="1144">
                  <c:v>2046.41</c:v>
                </c:pt>
                <c:pt idx="1145">
                  <c:v>2046.41</c:v>
                </c:pt>
                <c:pt idx="1146">
                  <c:v>2046.41</c:v>
                </c:pt>
                <c:pt idx="1147">
                  <c:v>2112.96</c:v>
                </c:pt>
                <c:pt idx="1148">
                  <c:v>2112.96</c:v>
                </c:pt>
                <c:pt idx="1149">
                  <c:v>2112.96</c:v>
                </c:pt>
                <c:pt idx="1150">
                  <c:v>2112.96</c:v>
                </c:pt>
                <c:pt idx="1151">
                  <c:v>2112.96</c:v>
                </c:pt>
                <c:pt idx="1152">
                  <c:v>2112.96</c:v>
                </c:pt>
                <c:pt idx="1153">
                  <c:v>2112.96</c:v>
                </c:pt>
                <c:pt idx="1154">
                  <c:v>2053.0700000000002</c:v>
                </c:pt>
                <c:pt idx="1155">
                  <c:v>2053.0700000000002</c:v>
                </c:pt>
                <c:pt idx="1156">
                  <c:v>2053.0700000000002</c:v>
                </c:pt>
                <c:pt idx="1157">
                  <c:v>2053.0700000000002</c:v>
                </c:pt>
                <c:pt idx="1158">
                  <c:v>2053.0700000000002</c:v>
                </c:pt>
                <c:pt idx="1159">
                  <c:v>2053.0700000000002</c:v>
                </c:pt>
                <c:pt idx="1160">
                  <c:v>2053.0700000000002</c:v>
                </c:pt>
                <c:pt idx="1161">
                  <c:v>2079.69</c:v>
                </c:pt>
                <c:pt idx="1162">
                  <c:v>2079.69</c:v>
                </c:pt>
                <c:pt idx="1163">
                  <c:v>2079.69</c:v>
                </c:pt>
                <c:pt idx="1164">
                  <c:v>2079.69</c:v>
                </c:pt>
                <c:pt idx="1165">
                  <c:v>2079.69</c:v>
                </c:pt>
                <c:pt idx="1166">
                  <c:v>2079.69</c:v>
                </c:pt>
                <c:pt idx="1167">
                  <c:v>2079.69</c:v>
                </c:pt>
                <c:pt idx="1168">
                  <c:v>2079.69</c:v>
                </c:pt>
                <c:pt idx="1169">
                  <c:v>2079.69</c:v>
                </c:pt>
                <c:pt idx="1170">
                  <c:v>2079.69</c:v>
                </c:pt>
                <c:pt idx="1171">
                  <c:v>2079.69</c:v>
                </c:pt>
                <c:pt idx="1172">
                  <c:v>2079.69</c:v>
                </c:pt>
                <c:pt idx="1173">
                  <c:v>2079.69</c:v>
                </c:pt>
                <c:pt idx="1174">
                  <c:v>2079.69</c:v>
                </c:pt>
                <c:pt idx="1175">
                  <c:v>2096.33</c:v>
                </c:pt>
                <c:pt idx="1176">
                  <c:v>2096.33</c:v>
                </c:pt>
                <c:pt idx="1177">
                  <c:v>2096.33</c:v>
                </c:pt>
                <c:pt idx="1178">
                  <c:v>2096.33</c:v>
                </c:pt>
                <c:pt idx="1179">
                  <c:v>2096.33</c:v>
                </c:pt>
                <c:pt idx="1180">
                  <c:v>2096.33</c:v>
                </c:pt>
                <c:pt idx="1181">
                  <c:v>2096.33</c:v>
                </c:pt>
                <c:pt idx="1182">
                  <c:v>2179.5100000000002</c:v>
                </c:pt>
                <c:pt idx="1183">
                  <c:v>2179.5100000000002</c:v>
                </c:pt>
                <c:pt idx="1184">
                  <c:v>2179.5100000000002</c:v>
                </c:pt>
                <c:pt idx="1185">
                  <c:v>2179.5100000000002</c:v>
                </c:pt>
                <c:pt idx="1186">
                  <c:v>2179.5100000000002</c:v>
                </c:pt>
                <c:pt idx="1187">
                  <c:v>2179.5100000000002</c:v>
                </c:pt>
                <c:pt idx="1188">
                  <c:v>2179.5100000000002</c:v>
                </c:pt>
                <c:pt idx="1189">
                  <c:v>2179.5100000000002</c:v>
                </c:pt>
                <c:pt idx="1190">
                  <c:v>2179.5100000000002</c:v>
                </c:pt>
                <c:pt idx="1191">
                  <c:v>2179.5100000000002</c:v>
                </c:pt>
                <c:pt idx="1192">
                  <c:v>2179.5100000000002</c:v>
                </c:pt>
                <c:pt idx="1193">
                  <c:v>2179.5100000000002</c:v>
                </c:pt>
                <c:pt idx="1194">
                  <c:v>2179.5100000000002</c:v>
                </c:pt>
                <c:pt idx="1195">
                  <c:v>2179.5100000000002</c:v>
                </c:pt>
                <c:pt idx="1196">
                  <c:v>2246.06</c:v>
                </c:pt>
                <c:pt idx="1197">
                  <c:v>2246.06</c:v>
                </c:pt>
                <c:pt idx="1198">
                  <c:v>2246.06</c:v>
                </c:pt>
                <c:pt idx="1199">
                  <c:v>2246.06</c:v>
                </c:pt>
                <c:pt idx="1200">
                  <c:v>2246.06</c:v>
                </c:pt>
                <c:pt idx="1201">
                  <c:v>2246.06</c:v>
                </c:pt>
                <c:pt idx="1202">
                  <c:v>2246.06</c:v>
                </c:pt>
                <c:pt idx="1203">
                  <c:v>2249.39</c:v>
                </c:pt>
                <c:pt idx="1204">
                  <c:v>2249.39</c:v>
                </c:pt>
                <c:pt idx="1205">
                  <c:v>2249.39</c:v>
                </c:pt>
                <c:pt idx="1206">
                  <c:v>2249.39</c:v>
                </c:pt>
                <c:pt idx="1207">
                  <c:v>2249.39</c:v>
                </c:pt>
                <c:pt idx="1208">
                  <c:v>2249.39</c:v>
                </c:pt>
                <c:pt idx="1209">
                  <c:v>2249.39</c:v>
                </c:pt>
                <c:pt idx="1210">
                  <c:v>2292.65</c:v>
                </c:pt>
                <c:pt idx="1211">
                  <c:v>2292.65</c:v>
                </c:pt>
                <c:pt idx="1212">
                  <c:v>2292.65</c:v>
                </c:pt>
                <c:pt idx="1213">
                  <c:v>2292.65</c:v>
                </c:pt>
                <c:pt idx="1214">
                  <c:v>2292.65</c:v>
                </c:pt>
                <c:pt idx="1215">
                  <c:v>2292.65</c:v>
                </c:pt>
                <c:pt idx="1216">
                  <c:v>2292.65</c:v>
                </c:pt>
                <c:pt idx="1217">
                  <c:v>2345.89</c:v>
                </c:pt>
                <c:pt idx="1218">
                  <c:v>2345.89</c:v>
                </c:pt>
                <c:pt idx="1219">
                  <c:v>2345.89</c:v>
                </c:pt>
                <c:pt idx="1220">
                  <c:v>2345.89</c:v>
                </c:pt>
                <c:pt idx="1221">
                  <c:v>2345.89</c:v>
                </c:pt>
                <c:pt idx="1222">
                  <c:v>2345.89</c:v>
                </c:pt>
                <c:pt idx="1223">
                  <c:v>2345.89</c:v>
                </c:pt>
                <c:pt idx="1224">
                  <c:v>2345.89</c:v>
                </c:pt>
                <c:pt idx="1225">
                  <c:v>2345.89</c:v>
                </c:pt>
                <c:pt idx="1226">
                  <c:v>2345.89</c:v>
                </c:pt>
                <c:pt idx="1227">
                  <c:v>2345.89</c:v>
                </c:pt>
                <c:pt idx="1228">
                  <c:v>2345.89</c:v>
                </c:pt>
                <c:pt idx="1229">
                  <c:v>2345.89</c:v>
                </c:pt>
                <c:pt idx="1230">
                  <c:v>2345.89</c:v>
                </c:pt>
                <c:pt idx="1231">
                  <c:v>2362.5300000000002</c:v>
                </c:pt>
                <c:pt idx="1232">
                  <c:v>2362.5300000000002</c:v>
                </c:pt>
                <c:pt idx="1233">
                  <c:v>2362.5300000000002</c:v>
                </c:pt>
                <c:pt idx="1234">
                  <c:v>2362.5300000000002</c:v>
                </c:pt>
                <c:pt idx="1235">
                  <c:v>2362.5300000000002</c:v>
                </c:pt>
                <c:pt idx="1236">
                  <c:v>2362.5300000000002</c:v>
                </c:pt>
                <c:pt idx="1237">
                  <c:v>2362.5300000000002</c:v>
                </c:pt>
                <c:pt idx="1238">
                  <c:v>2369.1799999999998</c:v>
                </c:pt>
                <c:pt idx="1239">
                  <c:v>2369.1799999999998</c:v>
                </c:pt>
                <c:pt idx="1240">
                  <c:v>2369.1799999999998</c:v>
                </c:pt>
                <c:pt idx="1241">
                  <c:v>2369.1799999999998</c:v>
                </c:pt>
                <c:pt idx="1242">
                  <c:v>2369.1799999999998</c:v>
                </c:pt>
                <c:pt idx="1243">
                  <c:v>2369.1799999999998</c:v>
                </c:pt>
                <c:pt idx="1244">
                  <c:v>2369.1799999999998</c:v>
                </c:pt>
                <c:pt idx="1245">
                  <c:v>2372.5100000000002</c:v>
                </c:pt>
                <c:pt idx="1246">
                  <c:v>2372.5100000000002</c:v>
                </c:pt>
                <c:pt idx="1247">
                  <c:v>2372.5100000000002</c:v>
                </c:pt>
                <c:pt idx="1248">
                  <c:v>2372.5100000000002</c:v>
                </c:pt>
                <c:pt idx="1249">
                  <c:v>2372.5100000000002</c:v>
                </c:pt>
                <c:pt idx="1250">
                  <c:v>2372.5100000000002</c:v>
                </c:pt>
                <c:pt idx="1251">
                  <c:v>2372.5100000000002</c:v>
                </c:pt>
                <c:pt idx="1252">
                  <c:v>2412.44</c:v>
                </c:pt>
                <c:pt idx="1253">
                  <c:v>2412.44</c:v>
                </c:pt>
                <c:pt idx="1254">
                  <c:v>2412.44</c:v>
                </c:pt>
                <c:pt idx="1255">
                  <c:v>2412.44</c:v>
                </c:pt>
                <c:pt idx="1256">
                  <c:v>2412.44</c:v>
                </c:pt>
                <c:pt idx="1257">
                  <c:v>2412.44</c:v>
                </c:pt>
                <c:pt idx="1258">
                  <c:v>2412.44</c:v>
                </c:pt>
                <c:pt idx="1259">
                  <c:v>2412.44</c:v>
                </c:pt>
                <c:pt idx="1260">
                  <c:v>2412.44</c:v>
                </c:pt>
                <c:pt idx="1261">
                  <c:v>2412.44</c:v>
                </c:pt>
                <c:pt idx="1262">
                  <c:v>2412.44</c:v>
                </c:pt>
                <c:pt idx="1263">
                  <c:v>2412.44</c:v>
                </c:pt>
                <c:pt idx="1264">
                  <c:v>2412.44</c:v>
                </c:pt>
                <c:pt idx="1265">
                  <c:v>2412.44</c:v>
                </c:pt>
                <c:pt idx="1266">
                  <c:v>2445.71</c:v>
                </c:pt>
                <c:pt idx="1267">
                  <c:v>2445.71</c:v>
                </c:pt>
                <c:pt idx="1268">
                  <c:v>2445.71</c:v>
                </c:pt>
                <c:pt idx="1269">
                  <c:v>2445.71</c:v>
                </c:pt>
                <c:pt idx="1270">
                  <c:v>2445.71</c:v>
                </c:pt>
                <c:pt idx="1271">
                  <c:v>2445.71</c:v>
                </c:pt>
                <c:pt idx="1272">
                  <c:v>2445.71</c:v>
                </c:pt>
                <c:pt idx="1273">
                  <c:v>2462.35</c:v>
                </c:pt>
                <c:pt idx="1274">
                  <c:v>2462.35</c:v>
                </c:pt>
                <c:pt idx="1275">
                  <c:v>2462.35</c:v>
                </c:pt>
                <c:pt idx="1276">
                  <c:v>2462.35</c:v>
                </c:pt>
                <c:pt idx="1277">
                  <c:v>2462.35</c:v>
                </c:pt>
                <c:pt idx="1278">
                  <c:v>2462.35</c:v>
                </c:pt>
                <c:pt idx="1279">
                  <c:v>2462.35</c:v>
                </c:pt>
                <c:pt idx="1280">
                  <c:v>2478.9899999999998</c:v>
                </c:pt>
                <c:pt idx="1281">
                  <c:v>2478.9899999999998</c:v>
                </c:pt>
                <c:pt idx="1282">
                  <c:v>2478.9899999999998</c:v>
                </c:pt>
                <c:pt idx="1283">
                  <c:v>2478.9899999999998</c:v>
                </c:pt>
                <c:pt idx="1284">
                  <c:v>2478.9899999999998</c:v>
                </c:pt>
                <c:pt idx="1285">
                  <c:v>2478.9899999999998</c:v>
                </c:pt>
                <c:pt idx="1286">
                  <c:v>2478.9899999999998</c:v>
                </c:pt>
                <c:pt idx="1287">
                  <c:v>2495.63</c:v>
                </c:pt>
                <c:pt idx="1288">
                  <c:v>2495.63</c:v>
                </c:pt>
                <c:pt idx="1289">
                  <c:v>2495.63</c:v>
                </c:pt>
                <c:pt idx="1290">
                  <c:v>2495.63</c:v>
                </c:pt>
                <c:pt idx="1291">
                  <c:v>2495.63</c:v>
                </c:pt>
                <c:pt idx="1292">
                  <c:v>2495.63</c:v>
                </c:pt>
                <c:pt idx="1293">
                  <c:v>2495.63</c:v>
                </c:pt>
                <c:pt idx="1294">
                  <c:v>2595.4499999999998</c:v>
                </c:pt>
                <c:pt idx="1295">
                  <c:v>2595.4499999999998</c:v>
                </c:pt>
                <c:pt idx="1296">
                  <c:v>2595.4499999999998</c:v>
                </c:pt>
                <c:pt idx="1297">
                  <c:v>2595.4499999999998</c:v>
                </c:pt>
                <c:pt idx="1298">
                  <c:v>2595.4499999999998</c:v>
                </c:pt>
                <c:pt idx="1299">
                  <c:v>2595.4499999999998</c:v>
                </c:pt>
                <c:pt idx="1300">
                  <c:v>2595.4499999999998</c:v>
                </c:pt>
                <c:pt idx="1301">
                  <c:v>2645.36</c:v>
                </c:pt>
                <c:pt idx="1302">
                  <c:v>2645.36</c:v>
                </c:pt>
                <c:pt idx="1303">
                  <c:v>2645.36</c:v>
                </c:pt>
                <c:pt idx="1304">
                  <c:v>2645.36</c:v>
                </c:pt>
                <c:pt idx="1305">
                  <c:v>2645.36</c:v>
                </c:pt>
                <c:pt idx="1306">
                  <c:v>2645.36</c:v>
                </c:pt>
                <c:pt idx="1307">
                  <c:v>2695.28</c:v>
                </c:pt>
                <c:pt idx="1308">
                  <c:v>2695.28</c:v>
                </c:pt>
                <c:pt idx="1309">
                  <c:v>2695.28</c:v>
                </c:pt>
                <c:pt idx="1310">
                  <c:v>2695.28</c:v>
                </c:pt>
                <c:pt idx="1311">
                  <c:v>2695.28</c:v>
                </c:pt>
                <c:pt idx="1312">
                  <c:v>2695.28</c:v>
                </c:pt>
                <c:pt idx="1313">
                  <c:v>2695.28</c:v>
                </c:pt>
                <c:pt idx="1314">
                  <c:v>2695.28</c:v>
                </c:pt>
                <c:pt idx="1315">
                  <c:v>2695.28</c:v>
                </c:pt>
                <c:pt idx="1316">
                  <c:v>2695.28</c:v>
                </c:pt>
                <c:pt idx="1317">
                  <c:v>2695.28</c:v>
                </c:pt>
                <c:pt idx="1318">
                  <c:v>2695.28</c:v>
                </c:pt>
                <c:pt idx="1319">
                  <c:v>2695.28</c:v>
                </c:pt>
                <c:pt idx="1320">
                  <c:v>2695.28</c:v>
                </c:pt>
                <c:pt idx="1321">
                  <c:v>2695.28</c:v>
                </c:pt>
                <c:pt idx="1322">
                  <c:v>2761.83</c:v>
                </c:pt>
                <c:pt idx="1323">
                  <c:v>2761.83</c:v>
                </c:pt>
                <c:pt idx="1324">
                  <c:v>2761.83</c:v>
                </c:pt>
                <c:pt idx="1325">
                  <c:v>2761.83</c:v>
                </c:pt>
                <c:pt idx="1326">
                  <c:v>2761.83</c:v>
                </c:pt>
                <c:pt idx="1327">
                  <c:v>2761.83</c:v>
                </c:pt>
                <c:pt idx="1328">
                  <c:v>2761.83</c:v>
                </c:pt>
                <c:pt idx="1329">
                  <c:v>2801.76</c:v>
                </c:pt>
                <c:pt idx="1330">
                  <c:v>2801.76</c:v>
                </c:pt>
                <c:pt idx="1331">
                  <c:v>2801.76</c:v>
                </c:pt>
                <c:pt idx="1332">
                  <c:v>2801.76</c:v>
                </c:pt>
                <c:pt idx="1333">
                  <c:v>2801.76</c:v>
                </c:pt>
                <c:pt idx="1334">
                  <c:v>2801.76</c:v>
                </c:pt>
                <c:pt idx="1335">
                  <c:v>2801.76</c:v>
                </c:pt>
                <c:pt idx="1336">
                  <c:v>2978.11</c:v>
                </c:pt>
                <c:pt idx="1337">
                  <c:v>2978.11</c:v>
                </c:pt>
                <c:pt idx="1338">
                  <c:v>2978.11</c:v>
                </c:pt>
                <c:pt idx="1339">
                  <c:v>2978.11</c:v>
                </c:pt>
                <c:pt idx="1340">
                  <c:v>2978.11</c:v>
                </c:pt>
                <c:pt idx="1341">
                  <c:v>2978.11</c:v>
                </c:pt>
                <c:pt idx="1342">
                  <c:v>2978.11</c:v>
                </c:pt>
                <c:pt idx="1343">
                  <c:v>3111.21</c:v>
                </c:pt>
                <c:pt idx="1344">
                  <c:v>3111.21</c:v>
                </c:pt>
                <c:pt idx="1345">
                  <c:v>3111.21</c:v>
                </c:pt>
                <c:pt idx="1346">
                  <c:v>3111.21</c:v>
                </c:pt>
                <c:pt idx="1347">
                  <c:v>3111.21</c:v>
                </c:pt>
                <c:pt idx="1348">
                  <c:v>3111.21</c:v>
                </c:pt>
                <c:pt idx="1349">
                  <c:v>3111.21</c:v>
                </c:pt>
                <c:pt idx="1350">
                  <c:v>3394.05</c:v>
                </c:pt>
                <c:pt idx="1351">
                  <c:v>3394.05</c:v>
                </c:pt>
                <c:pt idx="1352">
                  <c:v>3394.05</c:v>
                </c:pt>
                <c:pt idx="1353">
                  <c:v>3394.05</c:v>
                </c:pt>
                <c:pt idx="1354">
                  <c:v>3394.05</c:v>
                </c:pt>
                <c:pt idx="1355">
                  <c:v>3394.05</c:v>
                </c:pt>
                <c:pt idx="1356">
                  <c:v>3394.05</c:v>
                </c:pt>
                <c:pt idx="1357">
                  <c:v>3394.05</c:v>
                </c:pt>
                <c:pt idx="1358">
                  <c:v>3394.05</c:v>
                </c:pt>
                <c:pt idx="1359">
                  <c:v>3394.05</c:v>
                </c:pt>
                <c:pt idx="1360">
                  <c:v>3394.05</c:v>
                </c:pt>
                <c:pt idx="1361">
                  <c:v>3394.05</c:v>
                </c:pt>
                <c:pt idx="1362">
                  <c:v>3394.05</c:v>
                </c:pt>
                <c:pt idx="1363">
                  <c:v>3443.96</c:v>
                </c:pt>
                <c:pt idx="1364">
                  <c:v>3643.61</c:v>
                </c:pt>
                <c:pt idx="1365">
                  <c:v>3643.61</c:v>
                </c:pt>
                <c:pt idx="1366">
                  <c:v>3643.61</c:v>
                </c:pt>
                <c:pt idx="1367">
                  <c:v>3643.61</c:v>
                </c:pt>
                <c:pt idx="1368">
                  <c:v>3643.61</c:v>
                </c:pt>
                <c:pt idx="1369">
                  <c:v>3643.61</c:v>
                </c:pt>
                <c:pt idx="1370">
                  <c:v>3643.61</c:v>
                </c:pt>
                <c:pt idx="1371">
                  <c:v>3643.61</c:v>
                </c:pt>
                <c:pt idx="1372">
                  <c:v>3643.61</c:v>
                </c:pt>
                <c:pt idx="1373">
                  <c:v>3643.61</c:v>
                </c:pt>
                <c:pt idx="1374">
                  <c:v>3643.61</c:v>
                </c:pt>
                <c:pt idx="1375">
                  <c:v>3643.61</c:v>
                </c:pt>
                <c:pt idx="1376">
                  <c:v>3643.61</c:v>
                </c:pt>
                <c:pt idx="1377">
                  <c:v>3643.61</c:v>
                </c:pt>
                <c:pt idx="1378">
                  <c:v>3643.61</c:v>
                </c:pt>
                <c:pt idx="1379">
                  <c:v>3643.61</c:v>
                </c:pt>
                <c:pt idx="1380">
                  <c:v>3643.61</c:v>
                </c:pt>
                <c:pt idx="1381">
                  <c:v>3643.61</c:v>
                </c:pt>
                <c:pt idx="1382">
                  <c:v>3643.61</c:v>
                </c:pt>
                <c:pt idx="1383">
                  <c:v>3643.61</c:v>
                </c:pt>
                <c:pt idx="1384">
                  <c:v>3643.61</c:v>
                </c:pt>
                <c:pt idx="1385">
                  <c:v>3726.8</c:v>
                </c:pt>
                <c:pt idx="1386">
                  <c:v>3726.8</c:v>
                </c:pt>
                <c:pt idx="1387">
                  <c:v>3726.8</c:v>
                </c:pt>
                <c:pt idx="1388">
                  <c:v>3726.8</c:v>
                </c:pt>
                <c:pt idx="1389">
                  <c:v>3726.8</c:v>
                </c:pt>
                <c:pt idx="1390">
                  <c:v>3726.8</c:v>
                </c:pt>
                <c:pt idx="1391">
                  <c:v>3726.8</c:v>
                </c:pt>
                <c:pt idx="1392">
                  <c:v>3726.8</c:v>
                </c:pt>
                <c:pt idx="1393">
                  <c:v>3726.8</c:v>
                </c:pt>
                <c:pt idx="1394">
                  <c:v>3726.8</c:v>
                </c:pt>
                <c:pt idx="1395">
                  <c:v>3726.8</c:v>
                </c:pt>
                <c:pt idx="1396">
                  <c:v>3726.8</c:v>
                </c:pt>
                <c:pt idx="1397">
                  <c:v>3726.8</c:v>
                </c:pt>
                <c:pt idx="1398">
                  <c:v>3726.8</c:v>
                </c:pt>
                <c:pt idx="1399">
                  <c:v>3826.63</c:v>
                </c:pt>
                <c:pt idx="1400">
                  <c:v>3826.63</c:v>
                </c:pt>
                <c:pt idx="1401">
                  <c:v>3826.63</c:v>
                </c:pt>
                <c:pt idx="1402">
                  <c:v>3826.63</c:v>
                </c:pt>
                <c:pt idx="1403">
                  <c:v>3826.63</c:v>
                </c:pt>
                <c:pt idx="1404">
                  <c:v>3826.63</c:v>
                </c:pt>
                <c:pt idx="1405">
                  <c:v>3826.63</c:v>
                </c:pt>
                <c:pt idx="1406">
                  <c:v>3826.63</c:v>
                </c:pt>
                <c:pt idx="1407">
                  <c:v>3826.63</c:v>
                </c:pt>
                <c:pt idx="1408">
                  <c:v>3826.63</c:v>
                </c:pt>
                <c:pt idx="1409">
                  <c:v>3826.63</c:v>
                </c:pt>
                <c:pt idx="1410">
                  <c:v>3826.63</c:v>
                </c:pt>
                <c:pt idx="1411">
                  <c:v>3826.63</c:v>
                </c:pt>
                <c:pt idx="1412">
                  <c:v>3826.63</c:v>
                </c:pt>
                <c:pt idx="1413">
                  <c:v>3826.63</c:v>
                </c:pt>
                <c:pt idx="1414">
                  <c:v>3826.63</c:v>
                </c:pt>
                <c:pt idx="1415">
                  <c:v>3826.63</c:v>
                </c:pt>
                <c:pt idx="1416">
                  <c:v>3826.63</c:v>
                </c:pt>
                <c:pt idx="1417">
                  <c:v>3826.63</c:v>
                </c:pt>
                <c:pt idx="1418">
                  <c:v>3826.63</c:v>
                </c:pt>
                <c:pt idx="1419">
                  <c:v>3826.63</c:v>
                </c:pt>
                <c:pt idx="1420">
                  <c:v>3826.63</c:v>
                </c:pt>
                <c:pt idx="1421">
                  <c:v>3826.63</c:v>
                </c:pt>
                <c:pt idx="1422">
                  <c:v>3826.63</c:v>
                </c:pt>
                <c:pt idx="1423">
                  <c:v>3826.63</c:v>
                </c:pt>
                <c:pt idx="1424">
                  <c:v>3826.63</c:v>
                </c:pt>
                <c:pt idx="1425">
                  <c:v>3826.63</c:v>
                </c:pt>
                <c:pt idx="1426">
                  <c:v>3826.63</c:v>
                </c:pt>
                <c:pt idx="1427">
                  <c:v>3826.63</c:v>
                </c:pt>
                <c:pt idx="1428">
                  <c:v>3826.63</c:v>
                </c:pt>
                <c:pt idx="1429">
                  <c:v>3826.63</c:v>
                </c:pt>
                <c:pt idx="1430">
                  <c:v>3826.63</c:v>
                </c:pt>
                <c:pt idx="1431">
                  <c:v>3826.63</c:v>
                </c:pt>
                <c:pt idx="1432">
                  <c:v>3826.63</c:v>
                </c:pt>
                <c:pt idx="1433">
                  <c:v>3826.63</c:v>
                </c:pt>
                <c:pt idx="1434">
                  <c:v>3660.25</c:v>
                </c:pt>
                <c:pt idx="1435">
                  <c:v>3660.25</c:v>
                </c:pt>
                <c:pt idx="1436">
                  <c:v>3660.25</c:v>
                </c:pt>
                <c:pt idx="1437">
                  <c:v>3660.25</c:v>
                </c:pt>
                <c:pt idx="1438">
                  <c:v>3660.25</c:v>
                </c:pt>
                <c:pt idx="1439">
                  <c:v>3660.25</c:v>
                </c:pt>
                <c:pt idx="1440">
                  <c:v>3660.25</c:v>
                </c:pt>
                <c:pt idx="1441">
                  <c:v>3710.16</c:v>
                </c:pt>
                <c:pt idx="1442">
                  <c:v>3710.16</c:v>
                </c:pt>
                <c:pt idx="1443">
                  <c:v>3710.16</c:v>
                </c:pt>
                <c:pt idx="1444">
                  <c:v>3710.16</c:v>
                </c:pt>
                <c:pt idx="1445">
                  <c:v>3710.16</c:v>
                </c:pt>
                <c:pt idx="1446">
                  <c:v>3710.16</c:v>
                </c:pt>
                <c:pt idx="1447">
                  <c:v>3710.16</c:v>
                </c:pt>
                <c:pt idx="1448">
                  <c:v>3710.16</c:v>
                </c:pt>
                <c:pt idx="1449">
                  <c:v>3710.16</c:v>
                </c:pt>
                <c:pt idx="1450">
                  <c:v>3710.16</c:v>
                </c:pt>
                <c:pt idx="1451">
                  <c:v>3710.16</c:v>
                </c:pt>
                <c:pt idx="1452">
                  <c:v>3710.16</c:v>
                </c:pt>
                <c:pt idx="1453">
                  <c:v>3710.16</c:v>
                </c:pt>
                <c:pt idx="1454">
                  <c:v>3710.16</c:v>
                </c:pt>
                <c:pt idx="1455">
                  <c:v>3793.35</c:v>
                </c:pt>
                <c:pt idx="1456">
                  <c:v>3793.35</c:v>
                </c:pt>
                <c:pt idx="1457">
                  <c:v>3793.35</c:v>
                </c:pt>
                <c:pt idx="1458">
                  <c:v>3793.35</c:v>
                </c:pt>
                <c:pt idx="1459">
                  <c:v>3793.35</c:v>
                </c:pt>
                <c:pt idx="1460">
                  <c:v>3793.35</c:v>
                </c:pt>
                <c:pt idx="1461">
                  <c:v>3793.35</c:v>
                </c:pt>
                <c:pt idx="1462">
                  <c:v>3843.26</c:v>
                </c:pt>
                <c:pt idx="1463">
                  <c:v>3843.26</c:v>
                </c:pt>
                <c:pt idx="1464">
                  <c:v>3843.26</c:v>
                </c:pt>
                <c:pt idx="1465">
                  <c:v>3843.26</c:v>
                </c:pt>
                <c:pt idx="1466">
                  <c:v>3843.26</c:v>
                </c:pt>
                <c:pt idx="1467">
                  <c:v>3843.26</c:v>
                </c:pt>
                <c:pt idx="1468">
                  <c:v>3843.26</c:v>
                </c:pt>
                <c:pt idx="1469">
                  <c:v>3893.18</c:v>
                </c:pt>
                <c:pt idx="1470">
                  <c:v>3893.18</c:v>
                </c:pt>
                <c:pt idx="1471">
                  <c:v>3893.18</c:v>
                </c:pt>
                <c:pt idx="1472">
                  <c:v>3893.18</c:v>
                </c:pt>
                <c:pt idx="1473">
                  <c:v>3893.18</c:v>
                </c:pt>
                <c:pt idx="1474">
                  <c:v>3893.18</c:v>
                </c:pt>
                <c:pt idx="1475">
                  <c:v>3893.18</c:v>
                </c:pt>
                <c:pt idx="1476">
                  <c:v>4059.55</c:v>
                </c:pt>
                <c:pt idx="1477">
                  <c:v>4059.55</c:v>
                </c:pt>
                <c:pt idx="1478">
                  <c:v>4059.55</c:v>
                </c:pt>
                <c:pt idx="1479">
                  <c:v>4059.55</c:v>
                </c:pt>
                <c:pt idx="1480">
                  <c:v>4059.55</c:v>
                </c:pt>
                <c:pt idx="1481">
                  <c:v>4059.55</c:v>
                </c:pt>
                <c:pt idx="1482">
                  <c:v>4059.55</c:v>
                </c:pt>
                <c:pt idx="1483">
                  <c:v>4059.55</c:v>
                </c:pt>
                <c:pt idx="1484">
                  <c:v>4059.55</c:v>
                </c:pt>
                <c:pt idx="1485">
                  <c:v>4059.55</c:v>
                </c:pt>
                <c:pt idx="1486">
                  <c:v>4059.55</c:v>
                </c:pt>
                <c:pt idx="1487">
                  <c:v>4059.55</c:v>
                </c:pt>
                <c:pt idx="1488">
                  <c:v>4059.55</c:v>
                </c:pt>
                <c:pt idx="1489">
                  <c:v>4059.55</c:v>
                </c:pt>
                <c:pt idx="1490">
                  <c:v>4059.55</c:v>
                </c:pt>
                <c:pt idx="1491">
                  <c:v>4059.55</c:v>
                </c:pt>
                <c:pt idx="1492">
                  <c:v>4059.55</c:v>
                </c:pt>
                <c:pt idx="1493">
                  <c:v>4059.55</c:v>
                </c:pt>
                <c:pt idx="1494">
                  <c:v>4059.55</c:v>
                </c:pt>
                <c:pt idx="1495">
                  <c:v>4059.55</c:v>
                </c:pt>
                <c:pt idx="1496">
                  <c:v>4059.55</c:v>
                </c:pt>
                <c:pt idx="1497">
                  <c:v>4325.75</c:v>
                </c:pt>
                <c:pt idx="1498">
                  <c:v>4325.75</c:v>
                </c:pt>
                <c:pt idx="1499">
                  <c:v>4325.75</c:v>
                </c:pt>
                <c:pt idx="1500">
                  <c:v>4325.75</c:v>
                </c:pt>
                <c:pt idx="1501">
                  <c:v>4325.75</c:v>
                </c:pt>
                <c:pt idx="1502">
                  <c:v>4325.75</c:v>
                </c:pt>
                <c:pt idx="1503">
                  <c:v>4325.75</c:v>
                </c:pt>
                <c:pt idx="1504">
                  <c:v>4591.95</c:v>
                </c:pt>
                <c:pt idx="1505">
                  <c:v>4591.95</c:v>
                </c:pt>
                <c:pt idx="1506">
                  <c:v>4591.95</c:v>
                </c:pt>
                <c:pt idx="1507">
                  <c:v>4591.95</c:v>
                </c:pt>
                <c:pt idx="1508">
                  <c:v>4591.95</c:v>
                </c:pt>
                <c:pt idx="1509">
                  <c:v>4591.95</c:v>
                </c:pt>
                <c:pt idx="1510">
                  <c:v>4591.95</c:v>
                </c:pt>
                <c:pt idx="1511">
                  <c:v>4608.59</c:v>
                </c:pt>
                <c:pt idx="1512">
                  <c:v>4608.59</c:v>
                </c:pt>
                <c:pt idx="1513">
                  <c:v>4608.59</c:v>
                </c:pt>
                <c:pt idx="1514">
                  <c:v>4608.59</c:v>
                </c:pt>
                <c:pt idx="1515">
                  <c:v>4608.59</c:v>
                </c:pt>
                <c:pt idx="1516">
                  <c:v>4608.59</c:v>
                </c:pt>
                <c:pt idx="1517">
                  <c:v>4608.59</c:v>
                </c:pt>
                <c:pt idx="1518">
                  <c:v>4675.1400000000003</c:v>
                </c:pt>
                <c:pt idx="1519">
                  <c:v>4675.1400000000003</c:v>
                </c:pt>
                <c:pt idx="1520">
                  <c:v>4675.1400000000003</c:v>
                </c:pt>
                <c:pt idx="1521">
                  <c:v>4675.1400000000003</c:v>
                </c:pt>
                <c:pt idx="1522">
                  <c:v>4675.1400000000003</c:v>
                </c:pt>
                <c:pt idx="1523">
                  <c:v>4675.1400000000003</c:v>
                </c:pt>
                <c:pt idx="1524">
                  <c:v>4675.1400000000003</c:v>
                </c:pt>
                <c:pt idx="1525">
                  <c:v>4675.1400000000003</c:v>
                </c:pt>
                <c:pt idx="1526">
                  <c:v>4675.1400000000003</c:v>
                </c:pt>
                <c:pt idx="1527">
                  <c:v>4675.1400000000003</c:v>
                </c:pt>
                <c:pt idx="1528">
                  <c:v>4675.1400000000003</c:v>
                </c:pt>
                <c:pt idx="1529">
                  <c:v>4675.1400000000003</c:v>
                </c:pt>
                <c:pt idx="1530">
                  <c:v>4675.1400000000003</c:v>
                </c:pt>
                <c:pt idx="1531">
                  <c:v>4675.1400000000003</c:v>
                </c:pt>
                <c:pt idx="1532">
                  <c:v>4675.1400000000003</c:v>
                </c:pt>
                <c:pt idx="1533">
                  <c:v>4675.1400000000003</c:v>
                </c:pt>
                <c:pt idx="1534">
                  <c:v>4675.1400000000003</c:v>
                </c:pt>
                <c:pt idx="1535">
                  <c:v>4675.1400000000003</c:v>
                </c:pt>
                <c:pt idx="1536">
                  <c:v>4675.1400000000003</c:v>
                </c:pt>
                <c:pt idx="1537">
                  <c:v>4675.1400000000003</c:v>
                </c:pt>
                <c:pt idx="1538">
                  <c:v>4675.1400000000003</c:v>
                </c:pt>
                <c:pt idx="1539">
                  <c:v>4675.1400000000003</c:v>
                </c:pt>
                <c:pt idx="1540">
                  <c:v>4675.1400000000003</c:v>
                </c:pt>
                <c:pt idx="1541">
                  <c:v>4675.1400000000003</c:v>
                </c:pt>
                <c:pt idx="1542">
                  <c:v>4675.1400000000003</c:v>
                </c:pt>
                <c:pt idx="1543">
                  <c:v>4675.1400000000003</c:v>
                </c:pt>
                <c:pt idx="1544">
                  <c:v>4675.1400000000003</c:v>
                </c:pt>
                <c:pt idx="1545">
                  <c:v>4675.1400000000003</c:v>
                </c:pt>
                <c:pt idx="1546">
                  <c:v>4675.1400000000003</c:v>
                </c:pt>
                <c:pt idx="1547">
                  <c:v>4675.1400000000003</c:v>
                </c:pt>
                <c:pt idx="1548">
                  <c:v>4675.1400000000003</c:v>
                </c:pt>
                <c:pt idx="1549">
                  <c:v>4675.1400000000003</c:v>
                </c:pt>
                <c:pt idx="1550">
                  <c:v>4675.1400000000003</c:v>
                </c:pt>
                <c:pt idx="1551">
                  <c:v>4675.1400000000003</c:v>
                </c:pt>
                <c:pt idx="1552">
                  <c:v>4675.1400000000003</c:v>
                </c:pt>
                <c:pt idx="1553">
                  <c:v>4625.2299999999996</c:v>
                </c:pt>
                <c:pt idx="1554">
                  <c:v>4625.2299999999996</c:v>
                </c:pt>
                <c:pt idx="1555">
                  <c:v>4625.2299999999996</c:v>
                </c:pt>
                <c:pt idx="1556">
                  <c:v>4625.2299999999996</c:v>
                </c:pt>
                <c:pt idx="1557">
                  <c:v>4625.2299999999996</c:v>
                </c:pt>
                <c:pt idx="1558">
                  <c:v>4625.2299999999996</c:v>
                </c:pt>
                <c:pt idx="1559">
                  <c:v>4625.2299999999996</c:v>
                </c:pt>
                <c:pt idx="1560">
                  <c:v>4425.57</c:v>
                </c:pt>
                <c:pt idx="1561">
                  <c:v>4425.57</c:v>
                </c:pt>
                <c:pt idx="1562">
                  <c:v>4425.57</c:v>
                </c:pt>
                <c:pt idx="1563">
                  <c:v>4425.57</c:v>
                </c:pt>
                <c:pt idx="1564">
                  <c:v>4425.57</c:v>
                </c:pt>
                <c:pt idx="1565">
                  <c:v>4425.57</c:v>
                </c:pt>
                <c:pt idx="1566">
                  <c:v>4425.57</c:v>
                </c:pt>
                <c:pt idx="1567">
                  <c:v>4365.68</c:v>
                </c:pt>
                <c:pt idx="1568">
                  <c:v>4365.68</c:v>
                </c:pt>
                <c:pt idx="1569">
                  <c:v>4365.68</c:v>
                </c:pt>
                <c:pt idx="1570">
                  <c:v>4365.68</c:v>
                </c:pt>
                <c:pt idx="1571">
                  <c:v>4365.68</c:v>
                </c:pt>
                <c:pt idx="1572">
                  <c:v>4365.68</c:v>
                </c:pt>
                <c:pt idx="1573">
                  <c:v>4365.68</c:v>
                </c:pt>
                <c:pt idx="1574">
                  <c:v>4365.68</c:v>
                </c:pt>
                <c:pt idx="1575">
                  <c:v>4325.75</c:v>
                </c:pt>
                <c:pt idx="1576">
                  <c:v>4325.75</c:v>
                </c:pt>
                <c:pt idx="1577">
                  <c:v>4325.75</c:v>
                </c:pt>
                <c:pt idx="1578">
                  <c:v>4325.75</c:v>
                </c:pt>
                <c:pt idx="1579">
                  <c:v>4325.75</c:v>
                </c:pt>
                <c:pt idx="1580">
                  <c:v>4325.75</c:v>
                </c:pt>
                <c:pt idx="1581">
                  <c:v>4325.75</c:v>
                </c:pt>
                <c:pt idx="1582">
                  <c:v>4325.75</c:v>
                </c:pt>
                <c:pt idx="1583">
                  <c:v>4325.75</c:v>
                </c:pt>
                <c:pt idx="1584">
                  <c:v>4325.75</c:v>
                </c:pt>
                <c:pt idx="1585">
                  <c:v>4325.75</c:v>
                </c:pt>
                <c:pt idx="1586">
                  <c:v>4325.75</c:v>
                </c:pt>
                <c:pt idx="1587">
                  <c:v>4325.75</c:v>
                </c:pt>
                <c:pt idx="1588">
                  <c:v>4325.75</c:v>
                </c:pt>
                <c:pt idx="1589">
                  <c:v>4325.75</c:v>
                </c:pt>
                <c:pt idx="1590">
                  <c:v>4325.75</c:v>
                </c:pt>
                <c:pt idx="1591">
                  <c:v>4325.75</c:v>
                </c:pt>
                <c:pt idx="1592">
                  <c:v>4325.75</c:v>
                </c:pt>
                <c:pt idx="1593">
                  <c:v>4325.75</c:v>
                </c:pt>
                <c:pt idx="1594">
                  <c:v>4325.75</c:v>
                </c:pt>
                <c:pt idx="1595">
                  <c:v>4325.75</c:v>
                </c:pt>
                <c:pt idx="1596">
                  <c:v>4758.32</c:v>
                </c:pt>
                <c:pt idx="1597">
                  <c:v>4758.32</c:v>
                </c:pt>
                <c:pt idx="1598">
                  <c:v>4758.32</c:v>
                </c:pt>
                <c:pt idx="1599">
                  <c:v>4758.32</c:v>
                </c:pt>
                <c:pt idx="1600">
                  <c:v>4758.32</c:v>
                </c:pt>
                <c:pt idx="1601">
                  <c:v>4758.32</c:v>
                </c:pt>
                <c:pt idx="1602">
                  <c:v>4808.24</c:v>
                </c:pt>
                <c:pt idx="1603">
                  <c:v>4808.24</c:v>
                </c:pt>
                <c:pt idx="1604">
                  <c:v>4808.24</c:v>
                </c:pt>
                <c:pt idx="1605">
                  <c:v>4808.24</c:v>
                </c:pt>
                <c:pt idx="1606">
                  <c:v>4808.24</c:v>
                </c:pt>
                <c:pt idx="1607">
                  <c:v>4808.24</c:v>
                </c:pt>
                <c:pt idx="1608">
                  <c:v>4808.24</c:v>
                </c:pt>
                <c:pt idx="1609">
                  <c:v>4808.24</c:v>
                </c:pt>
                <c:pt idx="1610">
                  <c:v>4808.24</c:v>
                </c:pt>
                <c:pt idx="1611">
                  <c:v>4808.24</c:v>
                </c:pt>
                <c:pt idx="1612">
                  <c:v>4824.88</c:v>
                </c:pt>
                <c:pt idx="1613">
                  <c:v>4824.88</c:v>
                </c:pt>
                <c:pt idx="1614">
                  <c:v>4824.88</c:v>
                </c:pt>
                <c:pt idx="1615">
                  <c:v>4824.88</c:v>
                </c:pt>
                <c:pt idx="1616">
                  <c:v>5107.71</c:v>
                </c:pt>
                <c:pt idx="1617">
                  <c:v>5107.71</c:v>
                </c:pt>
                <c:pt idx="1618">
                  <c:v>5107.71</c:v>
                </c:pt>
                <c:pt idx="1619">
                  <c:v>5107.71</c:v>
                </c:pt>
                <c:pt idx="1620">
                  <c:v>5107.71</c:v>
                </c:pt>
                <c:pt idx="1621">
                  <c:v>5107.71</c:v>
                </c:pt>
                <c:pt idx="1622">
                  <c:v>5107.71</c:v>
                </c:pt>
                <c:pt idx="1623">
                  <c:v>5360.6</c:v>
                </c:pt>
                <c:pt idx="1624">
                  <c:v>5360.6</c:v>
                </c:pt>
                <c:pt idx="1625">
                  <c:v>5360.6</c:v>
                </c:pt>
                <c:pt idx="1626">
                  <c:v>5360.6</c:v>
                </c:pt>
                <c:pt idx="1627">
                  <c:v>5360.6</c:v>
                </c:pt>
                <c:pt idx="1628">
                  <c:v>5360.6</c:v>
                </c:pt>
                <c:pt idx="1629">
                  <c:v>5360.6</c:v>
                </c:pt>
                <c:pt idx="1630">
                  <c:v>5360.6</c:v>
                </c:pt>
                <c:pt idx="1631">
                  <c:v>5360.6</c:v>
                </c:pt>
                <c:pt idx="1632">
                  <c:v>5360.6</c:v>
                </c:pt>
                <c:pt idx="1633">
                  <c:v>5360.6</c:v>
                </c:pt>
                <c:pt idx="1634">
                  <c:v>5360.6</c:v>
                </c:pt>
                <c:pt idx="1635">
                  <c:v>5360.6</c:v>
                </c:pt>
                <c:pt idx="1636">
                  <c:v>5360.6</c:v>
                </c:pt>
                <c:pt idx="1637">
                  <c:v>5922.95</c:v>
                </c:pt>
                <c:pt idx="1638">
                  <c:v>5922.95</c:v>
                </c:pt>
                <c:pt idx="1639">
                  <c:v>5922.95</c:v>
                </c:pt>
                <c:pt idx="1640">
                  <c:v>5922.95</c:v>
                </c:pt>
                <c:pt idx="1641">
                  <c:v>5922.95</c:v>
                </c:pt>
                <c:pt idx="1642">
                  <c:v>5922.95</c:v>
                </c:pt>
                <c:pt idx="1643">
                  <c:v>5922.95</c:v>
                </c:pt>
                <c:pt idx="1644">
                  <c:v>5922.95</c:v>
                </c:pt>
                <c:pt idx="1645">
                  <c:v>5922.95</c:v>
                </c:pt>
                <c:pt idx="1646">
                  <c:v>5922.95</c:v>
                </c:pt>
                <c:pt idx="1647">
                  <c:v>5922.95</c:v>
                </c:pt>
                <c:pt idx="1648">
                  <c:v>5922.95</c:v>
                </c:pt>
                <c:pt idx="1649">
                  <c:v>5922.95</c:v>
                </c:pt>
                <c:pt idx="1650">
                  <c:v>5922.95</c:v>
                </c:pt>
                <c:pt idx="1651">
                  <c:v>5922.95</c:v>
                </c:pt>
                <c:pt idx="1652">
                  <c:v>5922.95</c:v>
                </c:pt>
                <c:pt idx="1653">
                  <c:v>5922.95</c:v>
                </c:pt>
                <c:pt idx="1654">
                  <c:v>5922.95</c:v>
                </c:pt>
                <c:pt idx="1655">
                  <c:v>5922.95</c:v>
                </c:pt>
                <c:pt idx="1656">
                  <c:v>6039.41</c:v>
                </c:pt>
                <c:pt idx="1657">
                  <c:v>6039.41</c:v>
                </c:pt>
                <c:pt idx="1658">
                  <c:v>6039.41</c:v>
                </c:pt>
                <c:pt idx="1659">
                  <c:v>6039.41</c:v>
                </c:pt>
                <c:pt idx="1660">
                  <c:v>6039.41</c:v>
                </c:pt>
                <c:pt idx="1661">
                  <c:v>6039.41</c:v>
                </c:pt>
                <c:pt idx="1662">
                  <c:v>6039.41</c:v>
                </c:pt>
                <c:pt idx="1663">
                  <c:v>6039.41</c:v>
                </c:pt>
                <c:pt idx="1664">
                  <c:v>6039.41</c:v>
                </c:pt>
                <c:pt idx="1665">
                  <c:v>6039.41</c:v>
                </c:pt>
                <c:pt idx="1666">
                  <c:v>6039.41</c:v>
                </c:pt>
                <c:pt idx="1667">
                  <c:v>6039.41</c:v>
                </c:pt>
                <c:pt idx="1668">
                  <c:v>6039.41</c:v>
                </c:pt>
                <c:pt idx="1669">
                  <c:v>6039.41</c:v>
                </c:pt>
                <c:pt idx="1670">
                  <c:v>6039.41</c:v>
                </c:pt>
                <c:pt idx="1671">
                  <c:v>6039.41</c:v>
                </c:pt>
                <c:pt idx="1672">
                  <c:v>6039.41</c:v>
                </c:pt>
                <c:pt idx="1673">
                  <c:v>6039.41</c:v>
                </c:pt>
                <c:pt idx="1674">
                  <c:v>6039.41</c:v>
                </c:pt>
                <c:pt idx="1675">
                  <c:v>6039.41</c:v>
                </c:pt>
                <c:pt idx="1676">
                  <c:v>6039.41</c:v>
                </c:pt>
                <c:pt idx="1677">
                  <c:v>6039.41</c:v>
                </c:pt>
                <c:pt idx="1678">
                  <c:v>6039.41</c:v>
                </c:pt>
                <c:pt idx="1679">
                  <c:v>6039.41</c:v>
                </c:pt>
                <c:pt idx="1680">
                  <c:v>6039.41</c:v>
                </c:pt>
                <c:pt idx="1681">
                  <c:v>6039.41</c:v>
                </c:pt>
                <c:pt idx="1682">
                  <c:v>6039.41</c:v>
                </c:pt>
                <c:pt idx="1683">
                  <c:v>6039.41</c:v>
                </c:pt>
                <c:pt idx="1684">
                  <c:v>6039.41</c:v>
                </c:pt>
                <c:pt idx="1685">
                  <c:v>6039.41</c:v>
                </c:pt>
                <c:pt idx="1686">
                  <c:v>6039.41</c:v>
                </c:pt>
                <c:pt idx="1687">
                  <c:v>6039.41</c:v>
                </c:pt>
                <c:pt idx="1688">
                  <c:v>6039.41</c:v>
                </c:pt>
                <c:pt idx="1689">
                  <c:v>6039.41</c:v>
                </c:pt>
                <c:pt idx="1690">
                  <c:v>6039.41</c:v>
                </c:pt>
                <c:pt idx="1691">
                  <c:v>6039.41</c:v>
                </c:pt>
                <c:pt idx="1692">
                  <c:v>6039.41</c:v>
                </c:pt>
                <c:pt idx="1693">
                  <c:v>6039.41</c:v>
                </c:pt>
                <c:pt idx="1694">
                  <c:v>6039.41</c:v>
                </c:pt>
                <c:pt idx="1695">
                  <c:v>6039.41</c:v>
                </c:pt>
                <c:pt idx="1696">
                  <c:v>5972.86</c:v>
                </c:pt>
                <c:pt idx="1697">
                  <c:v>5972.86</c:v>
                </c:pt>
                <c:pt idx="1698">
                  <c:v>5972.86</c:v>
                </c:pt>
                <c:pt idx="1699">
                  <c:v>5972.86</c:v>
                </c:pt>
                <c:pt idx="1700">
                  <c:v>5972.86</c:v>
                </c:pt>
                <c:pt idx="1701">
                  <c:v>5972.86</c:v>
                </c:pt>
                <c:pt idx="1702">
                  <c:v>5972.86</c:v>
                </c:pt>
                <c:pt idx="1703">
                  <c:v>5972.86</c:v>
                </c:pt>
                <c:pt idx="1704">
                  <c:v>5972.86</c:v>
                </c:pt>
                <c:pt idx="1705">
                  <c:v>5972.86</c:v>
                </c:pt>
                <c:pt idx="1706">
                  <c:v>5972.86</c:v>
                </c:pt>
                <c:pt idx="1707">
                  <c:v>5972.86</c:v>
                </c:pt>
                <c:pt idx="1708">
                  <c:v>5972.86</c:v>
                </c:pt>
                <c:pt idx="1709">
                  <c:v>5972.86</c:v>
                </c:pt>
                <c:pt idx="1710">
                  <c:v>5972.86</c:v>
                </c:pt>
                <c:pt idx="1711">
                  <c:v>5972.86</c:v>
                </c:pt>
                <c:pt idx="1712">
                  <c:v>5972.86</c:v>
                </c:pt>
                <c:pt idx="1713">
                  <c:v>5972.86</c:v>
                </c:pt>
                <c:pt idx="1714">
                  <c:v>5972.86</c:v>
                </c:pt>
                <c:pt idx="1715">
                  <c:v>5972.86</c:v>
                </c:pt>
                <c:pt idx="1716">
                  <c:v>5972.86</c:v>
                </c:pt>
                <c:pt idx="1717">
                  <c:v>5972.86</c:v>
                </c:pt>
                <c:pt idx="1718">
                  <c:v>5972.86</c:v>
                </c:pt>
                <c:pt idx="1719">
                  <c:v>5972.86</c:v>
                </c:pt>
                <c:pt idx="1720">
                  <c:v>5972.86</c:v>
                </c:pt>
                <c:pt idx="1721">
                  <c:v>5972.86</c:v>
                </c:pt>
                <c:pt idx="1722">
                  <c:v>5972.86</c:v>
                </c:pt>
                <c:pt idx="1723">
                  <c:v>5972.86</c:v>
                </c:pt>
                <c:pt idx="1724">
                  <c:v>5972.86</c:v>
                </c:pt>
                <c:pt idx="1725">
                  <c:v>5972.86</c:v>
                </c:pt>
                <c:pt idx="1726">
                  <c:v>5972.86</c:v>
                </c:pt>
                <c:pt idx="1727">
                  <c:v>5972.86</c:v>
                </c:pt>
                <c:pt idx="1728">
                  <c:v>5972.86</c:v>
                </c:pt>
                <c:pt idx="1729">
                  <c:v>5972.86</c:v>
                </c:pt>
                <c:pt idx="1730">
                  <c:v>5972.86</c:v>
                </c:pt>
                <c:pt idx="1731">
                  <c:v>5972.86</c:v>
                </c:pt>
                <c:pt idx="1732">
                  <c:v>5972.86</c:v>
                </c:pt>
                <c:pt idx="1733">
                  <c:v>5972.86</c:v>
                </c:pt>
                <c:pt idx="1734">
                  <c:v>5972.86</c:v>
                </c:pt>
                <c:pt idx="1735">
                  <c:v>5972.86</c:v>
                </c:pt>
                <c:pt idx="1736">
                  <c:v>5972.86</c:v>
                </c:pt>
                <c:pt idx="1737">
                  <c:v>5972.86</c:v>
                </c:pt>
                <c:pt idx="1738">
                  <c:v>5972.86</c:v>
                </c:pt>
                <c:pt idx="1739">
                  <c:v>5972.86</c:v>
                </c:pt>
                <c:pt idx="1740">
                  <c:v>5972.86</c:v>
                </c:pt>
                <c:pt idx="1741">
                  <c:v>5972.86</c:v>
                </c:pt>
                <c:pt idx="1742">
                  <c:v>5972.86</c:v>
                </c:pt>
                <c:pt idx="1743">
                  <c:v>5972.86</c:v>
                </c:pt>
                <c:pt idx="1744">
                  <c:v>5972.86</c:v>
                </c:pt>
                <c:pt idx="1745">
                  <c:v>5972.86</c:v>
                </c:pt>
                <c:pt idx="1746">
                  <c:v>5972.86</c:v>
                </c:pt>
                <c:pt idx="1747">
                  <c:v>5972.86</c:v>
                </c:pt>
                <c:pt idx="1748">
                  <c:v>5972.86</c:v>
                </c:pt>
                <c:pt idx="1749">
                  <c:v>5972.86</c:v>
                </c:pt>
                <c:pt idx="1750">
                  <c:v>5972.86</c:v>
                </c:pt>
                <c:pt idx="1751">
                  <c:v>5972.86</c:v>
                </c:pt>
                <c:pt idx="1752">
                  <c:v>7034.34</c:v>
                </c:pt>
                <c:pt idx="1753">
                  <c:v>7034.34</c:v>
                </c:pt>
                <c:pt idx="1754">
                  <c:v>7034.34</c:v>
                </c:pt>
                <c:pt idx="1755">
                  <c:v>7034.34</c:v>
                </c:pt>
                <c:pt idx="1756">
                  <c:v>7034.34</c:v>
                </c:pt>
                <c:pt idx="1757">
                  <c:v>7034.34</c:v>
                </c:pt>
                <c:pt idx="1758">
                  <c:v>7034.34</c:v>
                </c:pt>
                <c:pt idx="1759">
                  <c:v>7034.34</c:v>
                </c:pt>
                <c:pt idx="1760">
                  <c:v>7886.18</c:v>
                </c:pt>
                <c:pt idx="1761">
                  <c:v>7886.18</c:v>
                </c:pt>
                <c:pt idx="1762">
                  <c:v>7886.18</c:v>
                </c:pt>
                <c:pt idx="1763">
                  <c:v>7886.18</c:v>
                </c:pt>
                <c:pt idx="1764">
                  <c:v>7886.18</c:v>
                </c:pt>
                <c:pt idx="1765">
                  <c:v>7886.18</c:v>
                </c:pt>
                <c:pt idx="1766">
                  <c:v>8032.59</c:v>
                </c:pt>
                <c:pt idx="1767">
                  <c:v>8032.59</c:v>
                </c:pt>
                <c:pt idx="1768">
                  <c:v>8032.59</c:v>
                </c:pt>
                <c:pt idx="1769">
                  <c:v>8032.59</c:v>
                </c:pt>
                <c:pt idx="1770">
                  <c:v>8032.59</c:v>
                </c:pt>
                <c:pt idx="1771">
                  <c:v>8032.59</c:v>
                </c:pt>
                <c:pt idx="1772">
                  <c:v>8032.59</c:v>
                </c:pt>
                <c:pt idx="1773">
                  <c:v>8032.59</c:v>
                </c:pt>
                <c:pt idx="1774">
                  <c:v>8032.59</c:v>
                </c:pt>
                <c:pt idx="1775">
                  <c:v>8032.59</c:v>
                </c:pt>
                <c:pt idx="1776">
                  <c:v>8232.24</c:v>
                </c:pt>
                <c:pt idx="1777">
                  <c:v>8232.24</c:v>
                </c:pt>
                <c:pt idx="1778">
                  <c:v>8232.24</c:v>
                </c:pt>
                <c:pt idx="1779">
                  <c:v>8232.24</c:v>
                </c:pt>
                <c:pt idx="1780">
                  <c:v>8232.24</c:v>
                </c:pt>
                <c:pt idx="1781">
                  <c:v>8232.24</c:v>
                </c:pt>
                <c:pt idx="1782">
                  <c:v>8232.24</c:v>
                </c:pt>
                <c:pt idx="1783">
                  <c:v>8232.24</c:v>
                </c:pt>
                <c:pt idx="1784">
                  <c:v>8232.24</c:v>
                </c:pt>
                <c:pt idx="1785">
                  <c:v>8232.24</c:v>
                </c:pt>
                <c:pt idx="1786">
                  <c:v>8232.24</c:v>
                </c:pt>
                <c:pt idx="1787">
                  <c:v>8232.24</c:v>
                </c:pt>
                <c:pt idx="1788">
                  <c:v>8232.24</c:v>
                </c:pt>
                <c:pt idx="1789">
                  <c:v>8232.24</c:v>
                </c:pt>
                <c:pt idx="1790">
                  <c:v>8232.24</c:v>
                </c:pt>
                <c:pt idx="1791">
                  <c:v>8232.24</c:v>
                </c:pt>
                <c:pt idx="1792">
                  <c:v>8232.24</c:v>
                </c:pt>
                <c:pt idx="1793">
                  <c:v>8232.24</c:v>
                </c:pt>
                <c:pt idx="1794">
                  <c:v>8232.24</c:v>
                </c:pt>
                <c:pt idx="1795">
                  <c:v>8232.24</c:v>
                </c:pt>
                <c:pt idx="1796">
                  <c:v>8232.24</c:v>
                </c:pt>
                <c:pt idx="1797">
                  <c:v>8232.24</c:v>
                </c:pt>
                <c:pt idx="1798">
                  <c:v>8232.24</c:v>
                </c:pt>
                <c:pt idx="1799">
                  <c:v>8232.24</c:v>
                </c:pt>
                <c:pt idx="1800">
                  <c:v>8232.24</c:v>
                </c:pt>
                <c:pt idx="1801">
                  <c:v>8232.24</c:v>
                </c:pt>
                <c:pt idx="1802">
                  <c:v>8232.24</c:v>
                </c:pt>
                <c:pt idx="1803">
                  <c:v>8232.24</c:v>
                </c:pt>
                <c:pt idx="1804">
                  <c:v>7733.11</c:v>
                </c:pt>
                <c:pt idx="1805">
                  <c:v>7733.11</c:v>
                </c:pt>
                <c:pt idx="1806">
                  <c:v>7733.11</c:v>
                </c:pt>
                <c:pt idx="1807">
                  <c:v>7733.11</c:v>
                </c:pt>
                <c:pt idx="1808">
                  <c:v>7733.11</c:v>
                </c:pt>
                <c:pt idx="1809">
                  <c:v>7733.11</c:v>
                </c:pt>
                <c:pt idx="1810">
                  <c:v>7733.11</c:v>
                </c:pt>
                <c:pt idx="1811">
                  <c:v>7733.11</c:v>
                </c:pt>
                <c:pt idx="1812">
                  <c:v>7733.11</c:v>
                </c:pt>
                <c:pt idx="1813">
                  <c:v>7733.11</c:v>
                </c:pt>
                <c:pt idx="1814">
                  <c:v>7733.11</c:v>
                </c:pt>
                <c:pt idx="1815">
                  <c:v>7516.82</c:v>
                </c:pt>
                <c:pt idx="1816">
                  <c:v>7516.82</c:v>
                </c:pt>
                <c:pt idx="1817">
                  <c:v>7516.82</c:v>
                </c:pt>
                <c:pt idx="1818">
                  <c:v>7516.82</c:v>
                </c:pt>
                <c:pt idx="1819">
                  <c:v>7516.82</c:v>
                </c:pt>
                <c:pt idx="1820">
                  <c:v>7516.82</c:v>
                </c:pt>
                <c:pt idx="1821">
                  <c:v>7516.82</c:v>
                </c:pt>
                <c:pt idx="1822">
                  <c:v>7633.28</c:v>
                </c:pt>
                <c:pt idx="1823">
                  <c:v>7633.28</c:v>
                </c:pt>
                <c:pt idx="1824">
                  <c:v>7633.28</c:v>
                </c:pt>
                <c:pt idx="1825">
                  <c:v>7633.28</c:v>
                </c:pt>
                <c:pt idx="1826">
                  <c:v>7684.9</c:v>
                </c:pt>
                <c:pt idx="1827">
                  <c:v>7684.9</c:v>
                </c:pt>
                <c:pt idx="1828">
                  <c:v>7684.9</c:v>
                </c:pt>
                <c:pt idx="1829">
                  <c:v>7684.9</c:v>
                </c:pt>
                <c:pt idx="1830">
                  <c:v>7684.9</c:v>
                </c:pt>
                <c:pt idx="1831">
                  <c:v>7684.9</c:v>
                </c:pt>
                <c:pt idx="1832">
                  <c:v>7684.9</c:v>
                </c:pt>
                <c:pt idx="1833">
                  <c:v>7684.9</c:v>
                </c:pt>
                <c:pt idx="1834">
                  <c:v>7684.9</c:v>
                </c:pt>
                <c:pt idx="1835">
                  <c:v>7684.9</c:v>
                </c:pt>
                <c:pt idx="1836">
                  <c:v>7684.9</c:v>
                </c:pt>
                <c:pt idx="1837">
                  <c:v>7684.9</c:v>
                </c:pt>
                <c:pt idx="1838">
                  <c:v>7684.9</c:v>
                </c:pt>
                <c:pt idx="1839">
                  <c:v>7684.9</c:v>
                </c:pt>
                <c:pt idx="1840">
                  <c:v>7684.9</c:v>
                </c:pt>
                <c:pt idx="1841">
                  <c:v>7684.9</c:v>
                </c:pt>
                <c:pt idx="1842">
                  <c:v>7684.9</c:v>
                </c:pt>
                <c:pt idx="1843">
                  <c:v>7215.9</c:v>
                </c:pt>
                <c:pt idx="1844">
                  <c:v>7215.9</c:v>
                </c:pt>
                <c:pt idx="1845">
                  <c:v>7215.9</c:v>
                </c:pt>
                <c:pt idx="1846">
                  <c:v>7215.9</c:v>
                </c:pt>
                <c:pt idx="1847">
                  <c:v>7215.9</c:v>
                </c:pt>
                <c:pt idx="1848">
                  <c:v>7215.9</c:v>
                </c:pt>
                <c:pt idx="1849">
                  <c:v>7215.9</c:v>
                </c:pt>
                <c:pt idx="1850">
                  <c:v>7215.9</c:v>
                </c:pt>
                <c:pt idx="1851">
                  <c:v>7215.9</c:v>
                </c:pt>
                <c:pt idx="1852">
                  <c:v>7215.9</c:v>
                </c:pt>
                <c:pt idx="1853">
                  <c:v>7215.9</c:v>
                </c:pt>
                <c:pt idx="1854">
                  <c:v>7215.9</c:v>
                </c:pt>
                <c:pt idx="1855">
                  <c:v>7215.9</c:v>
                </c:pt>
                <c:pt idx="1856">
                  <c:v>7215.9</c:v>
                </c:pt>
                <c:pt idx="1857">
                  <c:v>6799.97</c:v>
                </c:pt>
                <c:pt idx="1858">
                  <c:v>6799.97</c:v>
                </c:pt>
                <c:pt idx="1859">
                  <c:v>6799.97</c:v>
                </c:pt>
                <c:pt idx="1860">
                  <c:v>6799.97</c:v>
                </c:pt>
                <c:pt idx="1861">
                  <c:v>6799.97</c:v>
                </c:pt>
                <c:pt idx="1862">
                  <c:v>6799.97</c:v>
                </c:pt>
                <c:pt idx="1863">
                  <c:v>6799.97</c:v>
                </c:pt>
                <c:pt idx="1864">
                  <c:v>6823.87</c:v>
                </c:pt>
                <c:pt idx="1865">
                  <c:v>6823.87</c:v>
                </c:pt>
                <c:pt idx="1866">
                  <c:v>6823.87</c:v>
                </c:pt>
                <c:pt idx="1867">
                  <c:v>6823.87</c:v>
                </c:pt>
                <c:pt idx="1868">
                  <c:v>6823.87</c:v>
                </c:pt>
                <c:pt idx="1869">
                  <c:v>6823.87</c:v>
                </c:pt>
                <c:pt idx="1870">
                  <c:v>6823.87</c:v>
                </c:pt>
                <c:pt idx="1871">
                  <c:v>6696.3</c:v>
                </c:pt>
                <c:pt idx="1872">
                  <c:v>6696.3</c:v>
                </c:pt>
                <c:pt idx="1873">
                  <c:v>6696.3</c:v>
                </c:pt>
                <c:pt idx="1874">
                  <c:v>6696.3</c:v>
                </c:pt>
                <c:pt idx="1875">
                  <c:v>6696.3</c:v>
                </c:pt>
                <c:pt idx="1876">
                  <c:v>6696.3</c:v>
                </c:pt>
                <c:pt idx="1877">
                  <c:v>6696.3</c:v>
                </c:pt>
                <c:pt idx="1878">
                  <c:v>6698.18</c:v>
                </c:pt>
                <c:pt idx="1879">
                  <c:v>6696.3</c:v>
                </c:pt>
                <c:pt idx="1880">
                  <c:v>6696.3</c:v>
                </c:pt>
                <c:pt idx="1881">
                  <c:v>6696.3</c:v>
                </c:pt>
                <c:pt idx="1882">
                  <c:v>6696.3</c:v>
                </c:pt>
                <c:pt idx="1883">
                  <c:v>6696.3</c:v>
                </c:pt>
                <c:pt idx="1884">
                  <c:v>6696.3</c:v>
                </c:pt>
                <c:pt idx="1885">
                  <c:v>6605.45</c:v>
                </c:pt>
                <c:pt idx="1886">
                  <c:v>6605.45</c:v>
                </c:pt>
                <c:pt idx="1887">
                  <c:v>6605.45</c:v>
                </c:pt>
                <c:pt idx="1888">
                  <c:v>6605.45</c:v>
                </c:pt>
                <c:pt idx="1889">
                  <c:v>6605.45</c:v>
                </c:pt>
                <c:pt idx="1890">
                  <c:v>6605.45</c:v>
                </c:pt>
                <c:pt idx="1891">
                  <c:v>6605.45</c:v>
                </c:pt>
                <c:pt idx="1892">
                  <c:v>6534.91</c:v>
                </c:pt>
                <c:pt idx="1893">
                  <c:v>6534.91</c:v>
                </c:pt>
                <c:pt idx="1894">
                  <c:v>6534.91</c:v>
                </c:pt>
                <c:pt idx="1895">
                  <c:v>6534.91</c:v>
                </c:pt>
                <c:pt idx="1896">
                  <c:v>6534.91</c:v>
                </c:pt>
                <c:pt idx="1897">
                  <c:v>6534.91</c:v>
                </c:pt>
                <c:pt idx="1898">
                  <c:v>6534.91</c:v>
                </c:pt>
                <c:pt idx="1899">
                  <c:v>6350.3</c:v>
                </c:pt>
                <c:pt idx="1900">
                  <c:v>6350.3</c:v>
                </c:pt>
                <c:pt idx="1901">
                  <c:v>6350.3</c:v>
                </c:pt>
                <c:pt idx="1902">
                  <c:v>6350.3</c:v>
                </c:pt>
                <c:pt idx="1903">
                  <c:v>6350.3</c:v>
                </c:pt>
                <c:pt idx="1904">
                  <c:v>6350.3</c:v>
                </c:pt>
                <c:pt idx="1905">
                  <c:v>6350.3</c:v>
                </c:pt>
                <c:pt idx="1906">
                  <c:v>6360.67</c:v>
                </c:pt>
                <c:pt idx="1907">
                  <c:v>6360.67</c:v>
                </c:pt>
                <c:pt idx="1908">
                  <c:v>6360.67</c:v>
                </c:pt>
                <c:pt idx="1909">
                  <c:v>6360.67</c:v>
                </c:pt>
                <c:pt idx="1910">
                  <c:v>6360.67</c:v>
                </c:pt>
                <c:pt idx="1911">
                  <c:v>6360.67</c:v>
                </c:pt>
                <c:pt idx="1912">
                  <c:v>6360.67</c:v>
                </c:pt>
                <c:pt idx="1913">
                  <c:v>6382.9</c:v>
                </c:pt>
                <c:pt idx="1914">
                  <c:v>6382.9</c:v>
                </c:pt>
                <c:pt idx="1915">
                  <c:v>6382.9</c:v>
                </c:pt>
                <c:pt idx="1916">
                  <c:v>6382.9</c:v>
                </c:pt>
                <c:pt idx="1917">
                  <c:v>6382.9</c:v>
                </c:pt>
                <c:pt idx="1918">
                  <c:v>6382.9</c:v>
                </c:pt>
                <c:pt idx="1919">
                  <c:v>6382.9</c:v>
                </c:pt>
                <c:pt idx="1920">
                  <c:v>6423.06</c:v>
                </c:pt>
                <c:pt idx="1921">
                  <c:v>6423.06</c:v>
                </c:pt>
                <c:pt idx="1922">
                  <c:v>6423.06</c:v>
                </c:pt>
                <c:pt idx="1923">
                  <c:v>6423.06</c:v>
                </c:pt>
                <c:pt idx="1924">
                  <c:v>6423.06</c:v>
                </c:pt>
                <c:pt idx="1925">
                  <c:v>6423.06</c:v>
                </c:pt>
                <c:pt idx="1926">
                  <c:v>6423.06</c:v>
                </c:pt>
                <c:pt idx="1927">
                  <c:v>6115.17</c:v>
                </c:pt>
                <c:pt idx="1928">
                  <c:v>6115.17</c:v>
                </c:pt>
                <c:pt idx="1929">
                  <c:v>6115.17</c:v>
                </c:pt>
                <c:pt idx="1930">
                  <c:v>6115.17</c:v>
                </c:pt>
                <c:pt idx="1931">
                  <c:v>6115.17</c:v>
                </c:pt>
                <c:pt idx="1932">
                  <c:v>6115.17</c:v>
                </c:pt>
                <c:pt idx="1933">
                  <c:v>6115.17</c:v>
                </c:pt>
                <c:pt idx="1934">
                  <c:v>6147.35</c:v>
                </c:pt>
                <c:pt idx="1935">
                  <c:v>6147.35</c:v>
                </c:pt>
                <c:pt idx="1936">
                  <c:v>6147.35</c:v>
                </c:pt>
                <c:pt idx="1937">
                  <c:v>6147.35</c:v>
                </c:pt>
                <c:pt idx="1938">
                  <c:v>6147.35</c:v>
                </c:pt>
                <c:pt idx="1939">
                  <c:v>6147.35</c:v>
                </c:pt>
                <c:pt idx="1940">
                  <c:v>6147.35</c:v>
                </c:pt>
                <c:pt idx="1941">
                  <c:v>6131.98</c:v>
                </c:pt>
                <c:pt idx="1942">
                  <c:v>6131.98</c:v>
                </c:pt>
                <c:pt idx="1943">
                  <c:v>6131.98</c:v>
                </c:pt>
                <c:pt idx="1944">
                  <c:v>6131.98</c:v>
                </c:pt>
                <c:pt idx="1945">
                  <c:v>6131.98</c:v>
                </c:pt>
                <c:pt idx="1946">
                  <c:v>6131.98</c:v>
                </c:pt>
                <c:pt idx="1947">
                  <c:v>6131.98</c:v>
                </c:pt>
                <c:pt idx="1948">
                  <c:v>6120.03</c:v>
                </c:pt>
                <c:pt idx="1949">
                  <c:v>6120.03</c:v>
                </c:pt>
                <c:pt idx="1950">
                  <c:v>6120.03</c:v>
                </c:pt>
                <c:pt idx="1951">
                  <c:v>6120.03</c:v>
                </c:pt>
                <c:pt idx="1952">
                  <c:v>6120.03</c:v>
                </c:pt>
                <c:pt idx="1953">
                  <c:v>6120.03</c:v>
                </c:pt>
                <c:pt idx="1954">
                  <c:v>6120.03</c:v>
                </c:pt>
                <c:pt idx="1955">
                  <c:v>6120.03</c:v>
                </c:pt>
                <c:pt idx="1956">
                  <c:v>6120.03</c:v>
                </c:pt>
                <c:pt idx="1957">
                  <c:v>6120.03</c:v>
                </c:pt>
                <c:pt idx="1958">
                  <c:v>6120.03</c:v>
                </c:pt>
                <c:pt idx="1959">
                  <c:v>6120.03</c:v>
                </c:pt>
                <c:pt idx="1960">
                  <c:v>5751.02</c:v>
                </c:pt>
                <c:pt idx="1961">
                  <c:v>5751.02</c:v>
                </c:pt>
                <c:pt idx="1962">
                  <c:v>5683.49</c:v>
                </c:pt>
                <c:pt idx="1963">
                  <c:v>5683.49</c:v>
                </c:pt>
                <c:pt idx="1964">
                  <c:v>5683.49</c:v>
                </c:pt>
                <c:pt idx="1965">
                  <c:v>5683.49</c:v>
                </c:pt>
                <c:pt idx="1966">
                  <c:v>5683.49</c:v>
                </c:pt>
                <c:pt idx="1967">
                  <c:v>5683.49</c:v>
                </c:pt>
                <c:pt idx="1968">
                  <c:v>5683.49</c:v>
                </c:pt>
                <c:pt idx="1969">
                  <c:v>5548.95</c:v>
                </c:pt>
                <c:pt idx="1970">
                  <c:v>5548.95</c:v>
                </c:pt>
                <c:pt idx="1971">
                  <c:v>5548.95</c:v>
                </c:pt>
                <c:pt idx="1972">
                  <c:v>5548.95</c:v>
                </c:pt>
                <c:pt idx="1973">
                  <c:v>5548.95</c:v>
                </c:pt>
                <c:pt idx="1974">
                  <c:v>5548.95</c:v>
                </c:pt>
                <c:pt idx="1975">
                  <c:v>5548.95</c:v>
                </c:pt>
                <c:pt idx="1976">
                  <c:v>5553.01</c:v>
                </c:pt>
                <c:pt idx="1977">
                  <c:v>5553.01</c:v>
                </c:pt>
                <c:pt idx="1978">
                  <c:v>5553.01</c:v>
                </c:pt>
                <c:pt idx="1979">
                  <c:v>5553.01</c:v>
                </c:pt>
                <c:pt idx="1980">
                  <c:v>5553.01</c:v>
                </c:pt>
                <c:pt idx="1981">
                  <c:v>5553.01</c:v>
                </c:pt>
                <c:pt idx="1982">
                  <c:v>5553.01</c:v>
                </c:pt>
                <c:pt idx="1983">
                  <c:v>5528.69</c:v>
                </c:pt>
                <c:pt idx="1984">
                  <c:v>5528.69</c:v>
                </c:pt>
                <c:pt idx="1985">
                  <c:v>5528.69</c:v>
                </c:pt>
                <c:pt idx="1986">
                  <c:v>5528.69</c:v>
                </c:pt>
                <c:pt idx="1987">
                  <c:v>5528.69</c:v>
                </c:pt>
                <c:pt idx="1988">
                  <c:v>5528.69</c:v>
                </c:pt>
                <c:pt idx="1989">
                  <c:v>5528.69</c:v>
                </c:pt>
                <c:pt idx="1990">
                  <c:v>5443.36</c:v>
                </c:pt>
                <c:pt idx="1991">
                  <c:v>5443.36</c:v>
                </c:pt>
                <c:pt idx="1992">
                  <c:v>5443.36</c:v>
                </c:pt>
                <c:pt idx="1993">
                  <c:v>5443.36</c:v>
                </c:pt>
                <c:pt idx="1994">
                  <c:v>5443.36</c:v>
                </c:pt>
                <c:pt idx="1995">
                  <c:v>5443.36</c:v>
                </c:pt>
                <c:pt idx="1996">
                  <c:v>5443.36</c:v>
                </c:pt>
                <c:pt idx="1997">
                  <c:v>5310.5</c:v>
                </c:pt>
                <c:pt idx="1998">
                  <c:v>5310.5</c:v>
                </c:pt>
                <c:pt idx="1999">
                  <c:v>5310.5</c:v>
                </c:pt>
                <c:pt idx="2000">
                  <c:v>5310.5</c:v>
                </c:pt>
                <c:pt idx="2001">
                  <c:v>5329.02</c:v>
                </c:pt>
                <c:pt idx="2002">
                  <c:v>5329.02</c:v>
                </c:pt>
                <c:pt idx="2003">
                  <c:v>5329.02</c:v>
                </c:pt>
                <c:pt idx="2004">
                  <c:v>5329.02</c:v>
                </c:pt>
                <c:pt idx="2005">
                  <c:v>5329.02</c:v>
                </c:pt>
                <c:pt idx="2006">
                  <c:v>5329.02</c:v>
                </c:pt>
                <c:pt idx="2007">
                  <c:v>5329.02</c:v>
                </c:pt>
                <c:pt idx="2008">
                  <c:v>5329.02</c:v>
                </c:pt>
                <c:pt idx="2009">
                  <c:v>5329.02</c:v>
                </c:pt>
                <c:pt idx="2010">
                  <c:v>5329.02</c:v>
                </c:pt>
                <c:pt idx="2011">
                  <c:v>5269.49</c:v>
                </c:pt>
                <c:pt idx="2012">
                  <c:v>5269.49</c:v>
                </c:pt>
                <c:pt idx="2013">
                  <c:v>5269.49</c:v>
                </c:pt>
                <c:pt idx="2014">
                  <c:v>5269.49</c:v>
                </c:pt>
                <c:pt idx="2015">
                  <c:v>5269.49</c:v>
                </c:pt>
                <c:pt idx="2016">
                  <c:v>5269.49</c:v>
                </c:pt>
                <c:pt idx="2017">
                  <c:v>5269.49</c:v>
                </c:pt>
                <c:pt idx="2018">
                  <c:v>5093.84</c:v>
                </c:pt>
                <c:pt idx="2019">
                  <c:v>5093.84</c:v>
                </c:pt>
                <c:pt idx="2020">
                  <c:v>5093.84</c:v>
                </c:pt>
                <c:pt idx="2021">
                  <c:v>5093.84</c:v>
                </c:pt>
                <c:pt idx="2022">
                  <c:v>5093.84</c:v>
                </c:pt>
                <c:pt idx="2023">
                  <c:v>5093.84</c:v>
                </c:pt>
                <c:pt idx="2024">
                  <c:v>5093.84</c:v>
                </c:pt>
                <c:pt idx="2025">
                  <c:v>5108.7</c:v>
                </c:pt>
                <c:pt idx="2026">
                  <c:v>5108.7</c:v>
                </c:pt>
                <c:pt idx="2027">
                  <c:v>5108.7</c:v>
                </c:pt>
                <c:pt idx="2028">
                  <c:v>5108.7</c:v>
                </c:pt>
                <c:pt idx="2029">
                  <c:v>5108.7</c:v>
                </c:pt>
                <c:pt idx="2030">
                  <c:v>5108.7</c:v>
                </c:pt>
                <c:pt idx="2031">
                  <c:v>5108.7</c:v>
                </c:pt>
                <c:pt idx="2032">
                  <c:v>5110.09</c:v>
                </c:pt>
                <c:pt idx="2033">
                  <c:v>5110.09</c:v>
                </c:pt>
                <c:pt idx="2034">
                  <c:v>5110.09</c:v>
                </c:pt>
                <c:pt idx="2035">
                  <c:v>5110.09</c:v>
                </c:pt>
                <c:pt idx="2036">
                  <c:v>5110.09</c:v>
                </c:pt>
                <c:pt idx="2037">
                  <c:v>5110.09</c:v>
                </c:pt>
                <c:pt idx="2038">
                  <c:v>5110.09</c:v>
                </c:pt>
                <c:pt idx="2039">
                  <c:v>5098.09</c:v>
                </c:pt>
                <c:pt idx="2040">
                  <c:v>5098.09</c:v>
                </c:pt>
                <c:pt idx="2041">
                  <c:v>5098.09</c:v>
                </c:pt>
                <c:pt idx="2042">
                  <c:v>5098.09</c:v>
                </c:pt>
                <c:pt idx="2043">
                  <c:v>5098.09</c:v>
                </c:pt>
                <c:pt idx="2044">
                  <c:v>5098.09</c:v>
                </c:pt>
                <c:pt idx="2045">
                  <c:v>5098.09</c:v>
                </c:pt>
                <c:pt idx="2046">
                  <c:v>5044</c:v>
                </c:pt>
                <c:pt idx="2047">
                  <c:v>5044</c:v>
                </c:pt>
                <c:pt idx="2048">
                  <c:v>5044</c:v>
                </c:pt>
                <c:pt idx="2049">
                  <c:v>5044</c:v>
                </c:pt>
                <c:pt idx="2050">
                  <c:v>5044</c:v>
                </c:pt>
                <c:pt idx="2051">
                  <c:v>5044</c:v>
                </c:pt>
                <c:pt idx="2052">
                  <c:v>4926</c:v>
                </c:pt>
                <c:pt idx="2053">
                  <c:v>4926</c:v>
                </c:pt>
                <c:pt idx="2054">
                  <c:v>4926</c:v>
                </c:pt>
                <c:pt idx="2055">
                  <c:v>4926</c:v>
                </c:pt>
                <c:pt idx="2056">
                  <c:v>4926</c:v>
                </c:pt>
                <c:pt idx="2057">
                  <c:v>4926</c:v>
                </c:pt>
                <c:pt idx="2058">
                  <c:v>4926</c:v>
                </c:pt>
                <c:pt idx="2059">
                  <c:v>4956</c:v>
                </c:pt>
                <c:pt idx="2060">
                  <c:v>4888</c:v>
                </c:pt>
                <c:pt idx="2061">
                  <c:v>4888</c:v>
                </c:pt>
                <c:pt idx="2062">
                  <c:v>4888</c:v>
                </c:pt>
                <c:pt idx="2063">
                  <c:v>4888</c:v>
                </c:pt>
                <c:pt idx="2064">
                  <c:v>4888</c:v>
                </c:pt>
                <c:pt idx="2065">
                  <c:v>4888</c:v>
                </c:pt>
                <c:pt idx="2066">
                  <c:v>4888</c:v>
                </c:pt>
                <c:pt idx="2067">
                  <c:v>4888</c:v>
                </c:pt>
                <c:pt idx="2068">
                  <c:v>4888</c:v>
                </c:pt>
                <c:pt idx="2069">
                  <c:v>4888</c:v>
                </c:pt>
                <c:pt idx="2070">
                  <c:v>4888</c:v>
                </c:pt>
                <c:pt idx="2071">
                  <c:v>4888</c:v>
                </c:pt>
                <c:pt idx="2072">
                  <c:v>4608.8999999999996</c:v>
                </c:pt>
                <c:pt idx="2073">
                  <c:v>4608.8999999999996</c:v>
                </c:pt>
                <c:pt idx="2074">
                  <c:v>4608.8999999999996</c:v>
                </c:pt>
                <c:pt idx="2075">
                  <c:v>4608.8999999999996</c:v>
                </c:pt>
                <c:pt idx="2076">
                  <c:v>4608.8999999999996</c:v>
                </c:pt>
                <c:pt idx="2077">
                  <c:v>4608.8999999999996</c:v>
                </c:pt>
                <c:pt idx="2078">
                  <c:v>4608.8999999999996</c:v>
                </c:pt>
                <c:pt idx="2079">
                  <c:v>4608.8999999999996</c:v>
                </c:pt>
                <c:pt idx="2080">
                  <c:v>4608.8999999999996</c:v>
                </c:pt>
                <c:pt idx="2081">
                  <c:v>4643.2700000000004</c:v>
                </c:pt>
                <c:pt idx="2082">
                  <c:v>4643.2700000000004</c:v>
                </c:pt>
                <c:pt idx="2083">
                  <c:v>4643.2700000000004</c:v>
                </c:pt>
                <c:pt idx="2084">
                  <c:v>4643.2700000000004</c:v>
                </c:pt>
                <c:pt idx="2085">
                  <c:v>4643.2700000000004</c:v>
                </c:pt>
                <c:pt idx="2086">
                  <c:v>4696.28</c:v>
                </c:pt>
                <c:pt idx="2087">
                  <c:v>4696.28</c:v>
                </c:pt>
                <c:pt idx="2088">
                  <c:v>4661.95</c:v>
                </c:pt>
                <c:pt idx="2089">
                  <c:v>4661.95</c:v>
                </c:pt>
                <c:pt idx="2090">
                  <c:v>4661.95</c:v>
                </c:pt>
                <c:pt idx="2091">
                  <c:v>4661.95</c:v>
                </c:pt>
                <c:pt idx="2092">
                  <c:v>4661.95</c:v>
                </c:pt>
                <c:pt idx="2093">
                  <c:v>4661.95</c:v>
                </c:pt>
                <c:pt idx="2094">
                  <c:v>4661.95</c:v>
                </c:pt>
                <c:pt idx="2095">
                  <c:v>4612.12</c:v>
                </c:pt>
                <c:pt idx="2096">
                  <c:v>4612.12</c:v>
                </c:pt>
                <c:pt idx="2097">
                  <c:v>4612.12</c:v>
                </c:pt>
                <c:pt idx="2098">
                  <c:v>4612.12</c:v>
                </c:pt>
                <c:pt idx="2099">
                  <c:v>4612.12</c:v>
                </c:pt>
                <c:pt idx="2100">
                  <c:v>4612.12</c:v>
                </c:pt>
                <c:pt idx="2101">
                  <c:v>4612.12</c:v>
                </c:pt>
                <c:pt idx="2102">
                  <c:v>4554.8100000000004</c:v>
                </c:pt>
                <c:pt idx="2103">
                  <c:v>4554.8100000000004</c:v>
                </c:pt>
                <c:pt idx="2104">
                  <c:v>4554.8100000000004</c:v>
                </c:pt>
                <c:pt idx="2105">
                  <c:v>4554.8100000000004</c:v>
                </c:pt>
                <c:pt idx="2106">
                  <c:v>4554.8100000000004</c:v>
                </c:pt>
                <c:pt idx="2107">
                  <c:v>4554.8100000000004</c:v>
                </c:pt>
                <c:pt idx="2108">
                  <c:v>4554.8100000000004</c:v>
                </c:pt>
                <c:pt idx="2109">
                  <c:v>4590.26</c:v>
                </c:pt>
                <c:pt idx="2110">
                  <c:v>4590.26</c:v>
                </c:pt>
                <c:pt idx="2111">
                  <c:v>4590.26</c:v>
                </c:pt>
                <c:pt idx="2112">
                  <c:v>4590.26</c:v>
                </c:pt>
                <c:pt idx="2113">
                  <c:v>4590.26</c:v>
                </c:pt>
                <c:pt idx="2114">
                  <c:v>4590.26</c:v>
                </c:pt>
                <c:pt idx="2115">
                  <c:v>4590.26</c:v>
                </c:pt>
                <c:pt idx="2116">
                  <c:v>4464.21</c:v>
                </c:pt>
                <c:pt idx="2117">
                  <c:v>4464.21</c:v>
                </c:pt>
                <c:pt idx="2118">
                  <c:v>4464.21</c:v>
                </c:pt>
                <c:pt idx="2119">
                  <c:v>4464.21</c:v>
                </c:pt>
                <c:pt idx="2120">
                  <c:v>4464.21</c:v>
                </c:pt>
                <c:pt idx="2121">
                  <c:v>4464.21</c:v>
                </c:pt>
                <c:pt idx="2122">
                  <c:v>4420.38</c:v>
                </c:pt>
                <c:pt idx="2123">
                  <c:v>4386.1899999999996</c:v>
                </c:pt>
                <c:pt idx="2124">
                  <c:v>4386.1899999999996</c:v>
                </c:pt>
                <c:pt idx="2125">
                  <c:v>4386.1899999999996</c:v>
                </c:pt>
                <c:pt idx="2126">
                  <c:v>4386.1899999999996</c:v>
                </c:pt>
                <c:pt idx="2127">
                  <c:v>4215.26</c:v>
                </c:pt>
                <c:pt idx="2128">
                  <c:v>4215.26</c:v>
                </c:pt>
                <c:pt idx="2129">
                  <c:v>4236.3999999999996</c:v>
                </c:pt>
                <c:pt idx="2130">
                  <c:v>4236.3999999999996</c:v>
                </c:pt>
                <c:pt idx="2131">
                  <c:v>4236.3999999999996</c:v>
                </c:pt>
                <c:pt idx="2132">
                  <c:v>4236.3999999999996</c:v>
                </c:pt>
                <c:pt idx="2133">
                  <c:v>4236.3999999999996</c:v>
                </c:pt>
                <c:pt idx="2134">
                  <c:v>4236.3999999999996</c:v>
                </c:pt>
                <c:pt idx="2135">
                  <c:v>4236.3999999999996</c:v>
                </c:pt>
                <c:pt idx="2136">
                  <c:v>4236.3999999999996</c:v>
                </c:pt>
                <c:pt idx="2137">
                  <c:v>4243.8599999999997</c:v>
                </c:pt>
                <c:pt idx="2138">
                  <c:v>4243.8599999999997</c:v>
                </c:pt>
                <c:pt idx="2139">
                  <c:v>4243.8599999999997</c:v>
                </c:pt>
                <c:pt idx="2140">
                  <c:v>4243.8599999999997</c:v>
                </c:pt>
                <c:pt idx="2141">
                  <c:v>4123.3999999999996</c:v>
                </c:pt>
                <c:pt idx="2142">
                  <c:v>4123.3999999999996</c:v>
                </c:pt>
                <c:pt idx="2143">
                  <c:v>4109.5</c:v>
                </c:pt>
                <c:pt idx="2144">
                  <c:v>4109.5</c:v>
                </c:pt>
                <c:pt idx="2145">
                  <c:v>4109.5</c:v>
                </c:pt>
                <c:pt idx="2146">
                  <c:v>4109.5</c:v>
                </c:pt>
                <c:pt idx="2147">
                  <c:v>4109.5</c:v>
                </c:pt>
                <c:pt idx="2148">
                  <c:v>4109.5</c:v>
                </c:pt>
                <c:pt idx="2149">
                  <c:v>4109.5</c:v>
                </c:pt>
                <c:pt idx="2150">
                  <c:v>4109.5</c:v>
                </c:pt>
                <c:pt idx="2151">
                  <c:v>3822.61</c:v>
                </c:pt>
                <c:pt idx="2152">
                  <c:v>3822.61</c:v>
                </c:pt>
                <c:pt idx="2153">
                  <c:v>3822.61</c:v>
                </c:pt>
                <c:pt idx="2154">
                  <c:v>3822.61</c:v>
                </c:pt>
                <c:pt idx="2155">
                  <c:v>3712.61</c:v>
                </c:pt>
                <c:pt idx="2156">
                  <c:v>3712.61</c:v>
                </c:pt>
                <c:pt idx="2157">
                  <c:v>3712.61</c:v>
                </c:pt>
                <c:pt idx="2158">
                  <c:v>4009</c:v>
                </c:pt>
                <c:pt idx="2159">
                  <c:v>4009</c:v>
                </c:pt>
                <c:pt idx="2160">
                  <c:v>4009</c:v>
                </c:pt>
                <c:pt idx="2161">
                  <c:v>4009</c:v>
                </c:pt>
                <c:pt idx="2162">
                  <c:v>4009</c:v>
                </c:pt>
                <c:pt idx="2163">
                  <c:v>4009</c:v>
                </c:pt>
                <c:pt idx="2164">
                  <c:v>4009</c:v>
                </c:pt>
                <c:pt idx="2165">
                  <c:v>4009</c:v>
                </c:pt>
                <c:pt idx="2166">
                  <c:v>4009</c:v>
                </c:pt>
                <c:pt idx="2167">
                  <c:v>4009</c:v>
                </c:pt>
                <c:pt idx="2168">
                  <c:v>4004.25</c:v>
                </c:pt>
                <c:pt idx="2169">
                  <c:v>4004.25</c:v>
                </c:pt>
                <c:pt idx="2170">
                  <c:v>3727.62</c:v>
                </c:pt>
                <c:pt idx="2171">
                  <c:v>3727.62</c:v>
                </c:pt>
                <c:pt idx="2172">
                  <c:v>3727.62</c:v>
                </c:pt>
                <c:pt idx="2173">
                  <c:v>3745.03</c:v>
                </c:pt>
                <c:pt idx="2174">
                  <c:v>3745.03</c:v>
                </c:pt>
                <c:pt idx="2175">
                  <c:v>3745.03</c:v>
                </c:pt>
                <c:pt idx="2176">
                  <c:v>3585.22</c:v>
                </c:pt>
                <c:pt idx="2177">
                  <c:v>3585.22</c:v>
                </c:pt>
                <c:pt idx="2178">
                  <c:v>3630.73</c:v>
                </c:pt>
                <c:pt idx="2179">
                  <c:v>3630.73</c:v>
                </c:pt>
                <c:pt idx="2180">
                  <c:v>3630.73</c:v>
                </c:pt>
                <c:pt idx="2181">
                  <c:v>3630.73</c:v>
                </c:pt>
                <c:pt idx="2182">
                  <c:v>3630.73</c:v>
                </c:pt>
                <c:pt idx="2183">
                  <c:v>3630.73</c:v>
                </c:pt>
                <c:pt idx="2184">
                  <c:v>3630.73</c:v>
                </c:pt>
                <c:pt idx="2185">
                  <c:v>3651.22</c:v>
                </c:pt>
                <c:pt idx="2186">
                  <c:v>3651.22</c:v>
                </c:pt>
                <c:pt idx="2187">
                  <c:v>3651.22</c:v>
                </c:pt>
                <c:pt idx="2188">
                  <c:v>3651.22</c:v>
                </c:pt>
                <c:pt idx="2189">
                  <c:v>3651.22</c:v>
                </c:pt>
                <c:pt idx="2190">
                  <c:v>3651.22</c:v>
                </c:pt>
                <c:pt idx="2191">
                  <c:v>3651.22</c:v>
                </c:pt>
                <c:pt idx="2192">
                  <c:v>3660.45</c:v>
                </c:pt>
                <c:pt idx="2193">
                  <c:v>3660.45</c:v>
                </c:pt>
                <c:pt idx="2194">
                  <c:v>3660.45</c:v>
                </c:pt>
                <c:pt idx="2195">
                  <c:v>3660.45</c:v>
                </c:pt>
                <c:pt idx="2196">
                  <c:v>3660.45</c:v>
                </c:pt>
                <c:pt idx="2197">
                  <c:v>3646.46</c:v>
                </c:pt>
                <c:pt idx="2198">
                  <c:v>3646.46</c:v>
                </c:pt>
                <c:pt idx="2199">
                  <c:v>3655.31</c:v>
                </c:pt>
                <c:pt idx="2200">
                  <c:v>3655.31</c:v>
                </c:pt>
                <c:pt idx="2201">
                  <c:v>3655.31</c:v>
                </c:pt>
                <c:pt idx="2202">
                  <c:v>3655.31</c:v>
                </c:pt>
                <c:pt idx="2203">
                  <c:v>3655.31</c:v>
                </c:pt>
                <c:pt idx="2204">
                  <c:v>3655.31</c:v>
                </c:pt>
                <c:pt idx="2205">
                  <c:v>3655.31</c:v>
                </c:pt>
                <c:pt idx="2206">
                  <c:v>3664.25</c:v>
                </c:pt>
                <c:pt idx="2207">
                  <c:v>3664.25</c:v>
                </c:pt>
                <c:pt idx="2208">
                  <c:v>3664.25</c:v>
                </c:pt>
                <c:pt idx="2209">
                  <c:v>3664.25</c:v>
                </c:pt>
                <c:pt idx="2210">
                  <c:v>3664.25</c:v>
                </c:pt>
                <c:pt idx="2211">
                  <c:v>3664.25</c:v>
                </c:pt>
                <c:pt idx="2212">
                  <c:v>3664.25</c:v>
                </c:pt>
                <c:pt idx="2213">
                  <c:v>3664.25</c:v>
                </c:pt>
                <c:pt idx="2214">
                  <c:v>3492.83</c:v>
                </c:pt>
                <c:pt idx="2215">
                  <c:v>3492.83</c:v>
                </c:pt>
                <c:pt idx="2216">
                  <c:v>3492.83</c:v>
                </c:pt>
                <c:pt idx="2217">
                  <c:v>3492.83</c:v>
                </c:pt>
                <c:pt idx="2218">
                  <c:v>3492.83</c:v>
                </c:pt>
                <c:pt idx="2219">
                  <c:v>3492.83</c:v>
                </c:pt>
                <c:pt idx="2220">
                  <c:v>3492.83</c:v>
                </c:pt>
                <c:pt idx="2221">
                  <c:v>3479.22</c:v>
                </c:pt>
                <c:pt idx="2222">
                  <c:v>3479.22</c:v>
                </c:pt>
                <c:pt idx="2223">
                  <c:v>3479.22</c:v>
                </c:pt>
                <c:pt idx="2224">
                  <c:v>3479.22</c:v>
                </c:pt>
                <c:pt idx="2225">
                  <c:v>3479.22</c:v>
                </c:pt>
                <c:pt idx="2226">
                  <c:v>3479.22</c:v>
                </c:pt>
                <c:pt idx="2227">
                  <c:v>3469.8</c:v>
                </c:pt>
                <c:pt idx="2228">
                  <c:v>3289.27</c:v>
                </c:pt>
                <c:pt idx="2229">
                  <c:v>3289.27</c:v>
                </c:pt>
                <c:pt idx="2230">
                  <c:v>3289.27</c:v>
                </c:pt>
                <c:pt idx="2231">
                  <c:v>3289.27</c:v>
                </c:pt>
                <c:pt idx="2232">
                  <c:v>3361.32</c:v>
                </c:pt>
                <c:pt idx="2233">
                  <c:v>3361.32</c:v>
                </c:pt>
                <c:pt idx="2234">
                  <c:v>3326.98</c:v>
                </c:pt>
                <c:pt idx="2235">
                  <c:v>3326.98</c:v>
                </c:pt>
                <c:pt idx="2236">
                  <c:v>3326.98</c:v>
                </c:pt>
                <c:pt idx="2237">
                  <c:v>3326.98</c:v>
                </c:pt>
                <c:pt idx="2238">
                  <c:v>3326.98</c:v>
                </c:pt>
                <c:pt idx="2239">
                  <c:v>3326.98</c:v>
                </c:pt>
                <c:pt idx="2240">
                  <c:v>3326.98</c:v>
                </c:pt>
                <c:pt idx="2241">
                  <c:v>3333.42</c:v>
                </c:pt>
                <c:pt idx="2242">
                  <c:v>3387.01</c:v>
                </c:pt>
                <c:pt idx="2243">
                  <c:v>3387.01</c:v>
                </c:pt>
                <c:pt idx="2244">
                  <c:v>3387.01</c:v>
                </c:pt>
                <c:pt idx="2245">
                  <c:v>3387.01</c:v>
                </c:pt>
                <c:pt idx="2246">
                  <c:v>3387.01</c:v>
                </c:pt>
                <c:pt idx="2247">
                  <c:v>3387.01</c:v>
                </c:pt>
                <c:pt idx="2248">
                  <c:v>3381.42</c:v>
                </c:pt>
                <c:pt idx="2249">
                  <c:v>3363.59</c:v>
                </c:pt>
                <c:pt idx="2250">
                  <c:v>3363.59</c:v>
                </c:pt>
                <c:pt idx="2251">
                  <c:v>3363.59</c:v>
                </c:pt>
                <c:pt idx="2252">
                  <c:v>3363.59</c:v>
                </c:pt>
                <c:pt idx="2253">
                  <c:v>3406.39</c:v>
                </c:pt>
                <c:pt idx="2254">
                  <c:v>3406.39</c:v>
                </c:pt>
                <c:pt idx="2255">
                  <c:v>3406.39</c:v>
                </c:pt>
                <c:pt idx="2256">
                  <c:v>3410.21</c:v>
                </c:pt>
                <c:pt idx="2257">
                  <c:v>3410.21</c:v>
                </c:pt>
                <c:pt idx="2258">
                  <c:v>3410.21</c:v>
                </c:pt>
                <c:pt idx="2259">
                  <c:v>3410.21</c:v>
                </c:pt>
                <c:pt idx="2260">
                  <c:v>3410.21</c:v>
                </c:pt>
                <c:pt idx="2261">
                  <c:v>3410.21</c:v>
                </c:pt>
                <c:pt idx="2262">
                  <c:v>3410.21</c:v>
                </c:pt>
              </c:numCache>
            </c:numRef>
          </c:val>
          <c:smooth val="1"/>
          <c:extLst xmlns:c16r2="http://schemas.microsoft.com/office/drawing/2015/06/chart">
            <c:ext xmlns:c16="http://schemas.microsoft.com/office/drawing/2014/chart" uri="{C3380CC4-5D6E-409C-BE32-E72D297353CC}">
              <c16:uniqueId val="{00000002-7BDE-4401-81F9-0112ADD76FE2}"/>
            </c:ext>
          </c:extLst>
        </c:ser>
        <c:ser>
          <c:idx val="3"/>
          <c:order val="3"/>
          <c:tx>
            <c:strRef>
              <c:f>磷肥价格及价差!$AW$1</c:f>
              <c:strCache>
                <c:ptCount val="1"/>
                <c:pt idx="0">
                  <c:v>磷酸二铵中国FOB散装(元/吨)</c:v>
                </c:pt>
              </c:strCache>
            </c:strRef>
          </c:tx>
          <c:spPr>
            <a:ln w="12700" cap="rnd" cmpd="sng" algn="ctr">
              <a:solidFill>
                <a:srgbClr val="FFC000"/>
              </a:solidFill>
              <a:prstDash val="solid"/>
              <a:round/>
            </a:ln>
            <a:effectLst/>
          </c:spPr>
          <c:marker>
            <c:symbol val="diamond"/>
            <c:size val="2"/>
            <c:spPr>
              <a:solidFill>
                <a:srgbClr val="FFC000"/>
              </a:solidFill>
              <a:ln w="12700">
                <a:solidFill>
                  <a:srgbClr val="FFC000"/>
                </a:solidFill>
                <a:prstDash val="solid"/>
              </a:ln>
            </c:spPr>
          </c:marker>
          <c:cat>
            <c:numRef>
              <c:f>磷肥价格及价差!$AS$2:$AS$6333</c:f>
              <c:numCache>
                <c:formatCode>m/d/yyyy</c:formatCode>
                <c:ptCount val="6332"/>
                <c:pt idx="0">
                  <c:v>42882</c:v>
                </c:pt>
                <c:pt idx="1">
                  <c:v>42883</c:v>
                </c:pt>
                <c:pt idx="2">
                  <c:v>42884</c:v>
                </c:pt>
                <c:pt idx="3">
                  <c:v>42885</c:v>
                </c:pt>
                <c:pt idx="4">
                  <c:v>42886</c:v>
                </c:pt>
                <c:pt idx="5">
                  <c:v>42887</c:v>
                </c:pt>
                <c:pt idx="6">
                  <c:v>42888</c:v>
                </c:pt>
                <c:pt idx="7">
                  <c:v>42889</c:v>
                </c:pt>
                <c:pt idx="8">
                  <c:v>42890</c:v>
                </c:pt>
                <c:pt idx="9">
                  <c:v>42891</c:v>
                </c:pt>
                <c:pt idx="10">
                  <c:v>42892</c:v>
                </c:pt>
                <c:pt idx="11">
                  <c:v>42893</c:v>
                </c:pt>
                <c:pt idx="12">
                  <c:v>42894</c:v>
                </c:pt>
                <c:pt idx="13">
                  <c:v>42895</c:v>
                </c:pt>
                <c:pt idx="14">
                  <c:v>42896</c:v>
                </c:pt>
                <c:pt idx="15">
                  <c:v>42897</c:v>
                </c:pt>
                <c:pt idx="16">
                  <c:v>42898</c:v>
                </c:pt>
                <c:pt idx="17">
                  <c:v>42899</c:v>
                </c:pt>
                <c:pt idx="18">
                  <c:v>42900</c:v>
                </c:pt>
                <c:pt idx="19">
                  <c:v>42901</c:v>
                </c:pt>
                <c:pt idx="20">
                  <c:v>42902</c:v>
                </c:pt>
                <c:pt idx="21">
                  <c:v>42903</c:v>
                </c:pt>
                <c:pt idx="22">
                  <c:v>42904</c:v>
                </c:pt>
                <c:pt idx="23">
                  <c:v>42905</c:v>
                </c:pt>
                <c:pt idx="24">
                  <c:v>42906</c:v>
                </c:pt>
                <c:pt idx="25">
                  <c:v>42907</c:v>
                </c:pt>
                <c:pt idx="26">
                  <c:v>42908</c:v>
                </c:pt>
                <c:pt idx="27">
                  <c:v>42909</c:v>
                </c:pt>
                <c:pt idx="28">
                  <c:v>42910</c:v>
                </c:pt>
                <c:pt idx="29">
                  <c:v>42911</c:v>
                </c:pt>
                <c:pt idx="30">
                  <c:v>42912</c:v>
                </c:pt>
                <c:pt idx="31">
                  <c:v>42913</c:v>
                </c:pt>
                <c:pt idx="32">
                  <c:v>42914</c:v>
                </c:pt>
                <c:pt idx="33">
                  <c:v>42915</c:v>
                </c:pt>
                <c:pt idx="34">
                  <c:v>42916</c:v>
                </c:pt>
                <c:pt idx="35">
                  <c:v>42917</c:v>
                </c:pt>
                <c:pt idx="36">
                  <c:v>42918</c:v>
                </c:pt>
                <c:pt idx="37">
                  <c:v>42919</c:v>
                </c:pt>
                <c:pt idx="38">
                  <c:v>42920</c:v>
                </c:pt>
                <c:pt idx="39">
                  <c:v>42921</c:v>
                </c:pt>
                <c:pt idx="40">
                  <c:v>42922</c:v>
                </c:pt>
                <c:pt idx="41">
                  <c:v>42923</c:v>
                </c:pt>
                <c:pt idx="42">
                  <c:v>42924</c:v>
                </c:pt>
                <c:pt idx="43">
                  <c:v>42925</c:v>
                </c:pt>
                <c:pt idx="44">
                  <c:v>42926</c:v>
                </c:pt>
                <c:pt idx="45">
                  <c:v>42927</c:v>
                </c:pt>
                <c:pt idx="46">
                  <c:v>42928</c:v>
                </c:pt>
                <c:pt idx="47">
                  <c:v>42929</c:v>
                </c:pt>
                <c:pt idx="48">
                  <c:v>42930</c:v>
                </c:pt>
                <c:pt idx="49">
                  <c:v>42931</c:v>
                </c:pt>
                <c:pt idx="50">
                  <c:v>42932</c:v>
                </c:pt>
                <c:pt idx="51">
                  <c:v>42933</c:v>
                </c:pt>
                <c:pt idx="52">
                  <c:v>42934</c:v>
                </c:pt>
                <c:pt idx="53">
                  <c:v>42935</c:v>
                </c:pt>
                <c:pt idx="54">
                  <c:v>42936</c:v>
                </c:pt>
                <c:pt idx="55">
                  <c:v>42937</c:v>
                </c:pt>
                <c:pt idx="56">
                  <c:v>42938</c:v>
                </c:pt>
                <c:pt idx="57">
                  <c:v>42939</c:v>
                </c:pt>
                <c:pt idx="58">
                  <c:v>42940</c:v>
                </c:pt>
                <c:pt idx="59">
                  <c:v>42941</c:v>
                </c:pt>
                <c:pt idx="60">
                  <c:v>42942</c:v>
                </c:pt>
                <c:pt idx="61">
                  <c:v>42943</c:v>
                </c:pt>
                <c:pt idx="62">
                  <c:v>42944</c:v>
                </c:pt>
                <c:pt idx="63">
                  <c:v>42945</c:v>
                </c:pt>
                <c:pt idx="64">
                  <c:v>42946</c:v>
                </c:pt>
                <c:pt idx="65">
                  <c:v>42947</c:v>
                </c:pt>
                <c:pt idx="66">
                  <c:v>42948</c:v>
                </c:pt>
                <c:pt idx="67">
                  <c:v>42949</c:v>
                </c:pt>
                <c:pt idx="68">
                  <c:v>42950</c:v>
                </c:pt>
                <c:pt idx="69">
                  <c:v>42951</c:v>
                </c:pt>
                <c:pt idx="70">
                  <c:v>42952</c:v>
                </c:pt>
                <c:pt idx="71">
                  <c:v>42953</c:v>
                </c:pt>
                <c:pt idx="72">
                  <c:v>42954</c:v>
                </c:pt>
                <c:pt idx="73">
                  <c:v>42955</c:v>
                </c:pt>
                <c:pt idx="74">
                  <c:v>42956</c:v>
                </c:pt>
                <c:pt idx="75">
                  <c:v>42957</c:v>
                </c:pt>
                <c:pt idx="76">
                  <c:v>42958</c:v>
                </c:pt>
                <c:pt idx="77">
                  <c:v>42959</c:v>
                </c:pt>
                <c:pt idx="78">
                  <c:v>42960</c:v>
                </c:pt>
                <c:pt idx="79">
                  <c:v>42961</c:v>
                </c:pt>
                <c:pt idx="80">
                  <c:v>42962</c:v>
                </c:pt>
                <c:pt idx="81">
                  <c:v>42963</c:v>
                </c:pt>
                <c:pt idx="82">
                  <c:v>42964</c:v>
                </c:pt>
                <c:pt idx="83">
                  <c:v>42965</c:v>
                </c:pt>
                <c:pt idx="84">
                  <c:v>42966</c:v>
                </c:pt>
                <c:pt idx="85">
                  <c:v>42967</c:v>
                </c:pt>
                <c:pt idx="86">
                  <c:v>42968</c:v>
                </c:pt>
                <c:pt idx="87">
                  <c:v>42969</c:v>
                </c:pt>
                <c:pt idx="88">
                  <c:v>42970</c:v>
                </c:pt>
                <c:pt idx="89">
                  <c:v>42971</c:v>
                </c:pt>
                <c:pt idx="90">
                  <c:v>42972</c:v>
                </c:pt>
                <c:pt idx="91">
                  <c:v>42973</c:v>
                </c:pt>
                <c:pt idx="92">
                  <c:v>42974</c:v>
                </c:pt>
                <c:pt idx="93">
                  <c:v>42975</c:v>
                </c:pt>
                <c:pt idx="94">
                  <c:v>42976</c:v>
                </c:pt>
                <c:pt idx="95">
                  <c:v>42977</c:v>
                </c:pt>
                <c:pt idx="96">
                  <c:v>42978</c:v>
                </c:pt>
                <c:pt idx="97">
                  <c:v>42979</c:v>
                </c:pt>
                <c:pt idx="98">
                  <c:v>42980</c:v>
                </c:pt>
                <c:pt idx="99">
                  <c:v>42981</c:v>
                </c:pt>
                <c:pt idx="100">
                  <c:v>42982</c:v>
                </c:pt>
                <c:pt idx="101">
                  <c:v>42983</c:v>
                </c:pt>
                <c:pt idx="102">
                  <c:v>42984</c:v>
                </c:pt>
                <c:pt idx="103">
                  <c:v>42985</c:v>
                </c:pt>
                <c:pt idx="104">
                  <c:v>42986</c:v>
                </c:pt>
                <c:pt idx="105">
                  <c:v>42987</c:v>
                </c:pt>
                <c:pt idx="106">
                  <c:v>42988</c:v>
                </c:pt>
                <c:pt idx="107">
                  <c:v>42989</c:v>
                </c:pt>
                <c:pt idx="108">
                  <c:v>42990</c:v>
                </c:pt>
                <c:pt idx="109">
                  <c:v>42991</c:v>
                </c:pt>
                <c:pt idx="110">
                  <c:v>42992</c:v>
                </c:pt>
                <c:pt idx="111">
                  <c:v>42993</c:v>
                </c:pt>
                <c:pt idx="112">
                  <c:v>42994</c:v>
                </c:pt>
                <c:pt idx="113">
                  <c:v>42995</c:v>
                </c:pt>
                <c:pt idx="114">
                  <c:v>42996</c:v>
                </c:pt>
                <c:pt idx="115">
                  <c:v>42997</c:v>
                </c:pt>
                <c:pt idx="116">
                  <c:v>42998</c:v>
                </c:pt>
                <c:pt idx="117">
                  <c:v>42999</c:v>
                </c:pt>
                <c:pt idx="118">
                  <c:v>43000</c:v>
                </c:pt>
                <c:pt idx="119">
                  <c:v>43001</c:v>
                </c:pt>
                <c:pt idx="120">
                  <c:v>43002</c:v>
                </c:pt>
                <c:pt idx="121">
                  <c:v>43003</c:v>
                </c:pt>
                <c:pt idx="122">
                  <c:v>43004</c:v>
                </c:pt>
                <c:pt idx="123">
                  <c:v>43005</c:v>
                </c:pt>
                <c:pt idx="124">
                  <c:v>43006</c:v>
                </c:pt>
                <c:pt idx="125">
                  <c:v>43007</c:v>
                </c:pt>
                <c:pt idx="126">
                  <c:v>43008</c:v>
                </c:pt>
                <c:pt idx="127">
                  <c:v>43009</c:v>
                </c:pt>
                <c:pt idx="128">
                  <c:v>43010</c:v>
                </c:pt>
                <c:pt idx="129">
                  <c:v>43011</c:v>
                </c:pt>
                <c:pt idx="130">
                  <c:v>43012</c:v>
                </c:pt>
                <c:pt idx="131">
                  <c:v>43013</c:v>
                </c:pt>
                <c:pt idx="132">
                  <c:v>43014</c:v>
                </c:pt>
                <c:pt idx="133">
                  <c:v>43015</c:v>
                </c:pt>
                <c:pt idx="134">
                  <c:v>43016</c:v>
                </c:pt>
                <c:pt idx="135">
                  <c:v>43017</c:v>
                </c:pt>
                <c:pt idx="136">
                  <c:v>43018</c:v>
                </c:pt>
                <c:pt idx="137">
                  <c:v>43019</c:v>
                </c:pt>
                <c:pt idx="138">
                  <c:v>43020</c:v>
                </c:pt>
                <c:pt idx="139">
                  <c:v>43021</c:v>
                </c:pt>
                <c:pt idx="140">
                  <c:v>43022</c:v>
                </c:pt>
                <c:pt idx="141">
                  <c:v>43023</c:v>
                </c:pt>
                <c:pt idx="142">
                  <c:v>43024</c:v>
                </c:pt>
                <c:pt idx="143">
                  <c:v>43025</c:v>
                </c:pt>
                <c:pt idx="144">
                  <c:v>43026</c:v>
                </c:pt>
                <c:pt idx="145">
                  <c:v>43027</c:v>
                </c:pt>
                <c:pt idx="146">
                  <c:v>43028</c:v>
                </c:pt>
                <c:pt idx="147">
                  <c:v>43029</c:v>
                </c:pt>
                <c:pt idx="148">
                  <c:v>43030</c:v>
                </c:pt>
                <c:pt idx="149">
                  <c:v>43031</c:v>
                </c:pt>
                <c:pt idx="150">
                  <c:v>43032</c:v>
                </c:pt>
                <c:pt idx="151">
                  <c:v>43033</c:v>
                </c:pt>
                <c:pt idx="152">
                  <c:v>43034</c:v>
                </c:pt>
                <c:pt idx="153">
                  <c:v>43035</c:v>
                </c:pt>
                <c:pt idx="154">
                  <c:v>43036</c:v>
                </c:pt>
                <c:pt idx="155">
                  <c:v>43037</c:v>
                </c:pt>
                <c:pt idx="156">
                  <c:v>43038</c:v>
                </c:pt>
                <c:pt idx="157">
                  <c:v>43039</c:v>
                </c:pt>
                <c:pt idx="158">
                  <c:v>43040</c:v>
                </c:pt>
                <c:pt idx="159">
                  <c:v>43041</c:v>
                </c:pt>
                <c:pt idx="160">
                  <c:v>43042</c:v>
                </c:pt>
                <c:pt idx="161">
                  <c:v>43043</c:v>
                </c:pt>
                <c:pt idx="162">
                  <c:v>43044</c:v>
                </c:pt>
                <c:pt idx="163">
                  <c:v>43045</c:v>
                </c:pt>
                <c:pt idx="164">
                  <c:v>43046</c:v>
                </c:pt>
                <c:pt idx="165">
                  <c:v>43047</c:v>
                </c:pt>
                <c:pt idx="166">
                  <c:v>43048</c:v>
                </c:pt>
                <c:pt idx="167">
                  <c:v>43049</c:v>
                </c:pt>
                <c:pt idx="168">
                  <c:v>43050</c:v>
                </c:pt>
                <c:pt idx="169">
                  <c:v>43051</c:v>
                </c:pt>
                <c:pt idx="170">
                  <c:v>43052</c:v>
                </c:pt>
                <c:pt idx="171">
                  <c:v>43053</c:v>
                </c:pt>
                <c:pt idx="172">
                  <c:v>43054</c:v>
                </c:pt>
                <c:pt idx="173">
                  <c:v>43055</c:v>
                </c:pt>
                <c:pt idx="174">
                  <c:v>43056</c:v>
                </c:pt>
                <c:pt idx="175">
                  <c:v>43057</c:v>
                </c:pt>
                <c:pt idx="176">
                  <c:v>43058</c:v>
                </c:pt>
                <c:pt idx="177">
                  <c:v>43059</c:v>
                </c:pt>
                <c:pt idx="178">
                  <c:v>43060</c:v>
                </c:pt>
                <c:pt idx="179">
                  <c:v>43061</c:v>
                </c:pt>
                <c:pt idx="180">
                  <c:v>43062</c:v>
                </c:pt>
                <c:pt idx="181">
                  <c:v>43063</c:v>
                </c:pt>
                <c:pt idx="182">
                  <c:v>43064</c:v>
                </c:pt>
                <c:pt idx="183">
                  <c:v>43065</c:v>
                </c:pt>
                <c:pt idx="184">
                  <c:v>43066</c:v>
                </c:pt>
                <c:pt idx="185">
                  <c:v>43067</c:v>
                </c:pt>
                <c:pt idx="186">
                  <c:v>43068</c:v>
                </c:pt>
                <c:pt idx="187">
                  <c:v>43069</c:v>
                </c:pt>
                <c:pt idx="188">
                  <c:v>43070</c:v>
                </c:pt>
                <c:pt idx="189">
                  <c:v>43071</c:v>
                </c:pt>
                <c:pt idx="190">
                  <c:v>43072</c:v>
                </c:pt>
                <c:pt idx="191">
                  <c:v>43073</c:v>
                </c:pt>
                <c:pt idx="192">
                  <c:v>43074</c:v>
                </c:pt>
                <c:pt idx="193">
                  <c:v>43075</c:v>
                </c:pt>
                <c:pt idx="194">
                  <c:v>43076</c:v>
                </c:pt>
                <c:pt idx="195">
                  <c:v>43077</c:v>
                </c:pt>
                <c:pt idx="196">
                  <c:v>43078</c:v>
                </c:pt>
                <c:pt idx="197">
                  <c:v>43079</c:v>
                </c:pt>
                <c:pt idx="198">
                  <c:v>43080</c:v>
                </c:pt>
                <c:pt idx="199">
                  <c:v>43081</c:v>
                </c:pt>
                <c:pt idx="200">
                  <c:v>43082</c:v>
                </c:pt>
                <c:pt idx="201">
                  <c:v>43083</c:v>
                </c:pt>
                <c:pt idx="202">
                  <c:v>43084</c:v>
                </c:pt>
                <c:pt idx="203">
                  <c:v>43085</c:v>
                </c:pt>
                <c:pt idx="204">
                  <c:v>43086</c:v>
                </c:pt>
                <c:pt idx="205">
                  <c:v>43087</c:v>
                </c:pt>
                <c:pt idx="206">
                  <c:v>43088</c:v>
                </c:pt>
                <c:pt idx="207">
                  <c:v>43089</c:v>
                </c:pt>
                <c:pt idx="208">
                  <c:v>43090</c:v>
                </c:pt>
                <c:pt idx="209">
                  <c:v>43091</c:v>
                </c:pt>
                <c:pt idx="210">
                  <c:v>43092</c:v>
                </c:pt>
                <c:pt idx="211">
                  <c:v>43093</c:v>
                </c:pt>
                <c:pt idx="212">
                  <c:v>43094</c:v>
                </c:pt>
                <c:pt idx="213">
                  <c:v>43095</c:v>
                </c:pt>
                <c:pt idx="214">
                  <c:v>43096</c:v>
                </c:pt>
                <c:pt idx="215">
                  <c:v>43097</c:v>
                </c:pt>
                <c:pt idx="216">
                  <c:v>43098</c:v>
                </c:pt>
                <c:pt idx="217">
                  <c:v>43099</c:v>
                </c:pt>
                <c:pt idx="218">
                  <c:v>43100</c:v>
                </c:pt>
                <c:pt idx="219">
                  <c:v>43101</c:v>
                </c:pt>
                <c:pt idx="220">
                  <c:v>43102</c:v>
                </c:pt>
                <c:pt idx="221">
                  <c:v>43103</c:v>
                </c:pt>
                <c:pt idx="222">
                  <c:v>43104</c:v>
                </c:pt>
                <c:pt idx="223">
                  <c:v>43105</c:v>
                </c:pt>
                <c:pt idx="224">
                  <c:v>43106</c:v>
                </c:pt>
                <c:pt idx="225">
                  <c:v>43107</c:v>
                </c:pt>
                <c:pt idx="226">
                  <c:v>43108</c:v>
                </c:pt>
                <c:pt idx="227">
                  <c:v>43109</c:v>
                </c:pt>
                <c:pt idx="228">
                  <c:v>43110</c:v>
                </c:pt>
                <c:pt idx="229">
                  <c:v>43111</c:v>
                </c:pt>
                <c:pt idx="230">
                  <c:v>43112</c:v>
                </c:pt>
                <c:pt idx="231">
                  <c:v>43113</c:v>
                </c:pt>
                <c:pt idx="232">
                  <c:v>43114</c:v>
                </c:pt>
                <c:pt idx="233">
                  <c:v>43115</c:v>
                </c:pt>
                <c:pt idx="234">
                  <c:v>43116</c:v>
                </c:pt>
                <c:pt idx="235">
                  <c:v>43117</c:v>
                </c:pt>
                <c:pt idx="236">
                  <c:v>43118</c:v>
                </c:pt>
                <c:pt idx="237">
                  <c:v>43119</c:v>
                </c:pt>
                <c:pt idx="238">
                  <c:v>43120</c:v>
                </c:pt>
                <c:pt idx="239">
                  <c:v>43121</c:v>
                </c:pt>
                <c:pt idx="240">
                  <c:v>43122</c:v>
                </c:pt>
                <c:pt idx="241">
                  <c:v>43123</c:v>
                </c:pt>
                <c:pt idx="242">
                  <c:v>43124</c:v>
                </c:pt>
                <c:pt idx="243">
                  <c:v>43125</c:v>
                </c:pt>
                <c:pt idx="244">
                  <c:v>43126</c:v>
                </c:pt>
                <c:pt idx="245">
                  <c:v>43127</c:v>
                </c:pt>
                <c:pt idx="246">
                  <c:v>43128</c:v>
                </c:pt>
                <c:pt idx="247">
                  <c:v>43129</c:v>
                </c:pt>
                <c:pt idx="248">
                  <c:v>43130</c:v>
                </c:pt>
                <c:pt idx="249">
                  <c:v>43131</c:v>
                </c:pt>
                <c:pt idx="250">
                  <c:v>43132</c:v>
                </c:pt>
                <c:pt idx="251">
                  <c:v>43133</c:v>
                </c:pt>
                <c:pt idx="252">
                  <c:v>43134</c:v>
                </c:pt>
                <c:pt idx="253">
                  <c:v>43135</c:v>
                </c:pt>
                <c:pt idx="254">
                  <c:v>43136</c:v>
                </c:pt>
                <c:pt idx="255">
                  <c:v>43137</c:v>
                </c:pt>
                <c:pt idx="256">
                  <c:v>43138</c:v>
                </c:pt>
                <c:pt idx="257">
                  <c:v>43139</c:v>
                </c:pt>
                <c:pt idx="258">
                  <c:v>43140</c:v>
                </c:pt>
                <c:pt idx="259">
                  <c:v>43141</c:v>
                </c:pt>
                <c:pt idx="260">
                  <c:v>43142</c:v>
                </c:pt>
                <c:pt idx="261">
                  <c:v>43143</c:v>
                </c:pt>
                <c:pt idx="262">
                  <c:v>43144</c:v>
                </c:pt>
                <c:pt idx="263">
                  <c:v>43145</c:v>
                </c:pt>
                <c:pt idx="264">
                  <c:v>43146</c:v>
                </c:pt>
                <c:pt idx="265">
                  <c:v>43147</c:v>
                </c:pt>
                <c:pt idx="266">
                  <c:v>43148</c:v>
                </c:pt>
                <c:pt idx="267">
                  <c:v>43149</c:v>
                </c:pt>
                <c:pt idx="268">
                  <c:v>43150</c:v>
                </c:pt>
                <c:pt idx="269">
                  <c:v>43151</c:v>
                </c:pt>
                <c:pt idx="270">
                  <c:v>43152</c:v>
                </c:pt>
                <c:pt idx="271">
                  <c:v>43153</c:v>
                </c:pt>
                <c:pt idx="272">
                  <c:v>43154</c:v>
                </c:pt>
                <c:pt idx="273">
                  <c:v>43155</c:v>
                </c:pt>
                <c:pt idx="274">
                  <c:v>43156</c:v>
                </c:pt>
                <c:pt idx="275">
                  <c:v>43157</c:v>
                </c:pt>
                <c:pt idx="276">
                  <c:v>43158</c:v>
                </c:pt>
                <c:pt idx="277">
                  <c:v>43159</c:v>
                </c:pt>
                <c:pt idx="278">
                  <c:v>43160</c:v>
                </c:pt>
                <c:pt idx="279">
                  <c:v>43161</c:v>
                </c:pt>
                <c:pt idx="280">
                  <c:v>43162</c:v>
                </c:pt>
                <c:pt idx="281">
                  <c:v>43163</c:v>
                </c:pt>
                <c:pt idx="282">
                  <c:v>43164</c:v>
                </c:pt>
                <c:pt idx="283">
                  <c:v>43165</c:v>
                </c:pt>
                <c:pt idx="284">
                  <c:v>43166</c:v>
                </c:pt>
                <c:pt idx="285">
                  <c:v>43167</c:v>
                </c:pt>
                <c:pt idx="286">
                  <c:v>43168</c:v>
                </c:pt>
                <c:pt idx="287">
                  <c:v>43169</c:v>
                </c:pt>
                <c:pt idx="288">
                  <c:v>43170</c:v>
                </c:pt>
                <c:pt idx="289">
                  <c:v>43171</c:v>
                </c:pt>
                <c:pt idx="290">
                  <c:v>43172</c:v>
                </c:pt>
                <c:pt idx="291">
                  <c:v>43173</c:v>
                </c:pt>
                <c:pt idx="292">
                  <c:v>43174</c:v>
                </c:pt>
                <c:pt idx="293">
                  <c:v>43175</c:v>
                </c:pt>
                <c:pt idx="294">
                  <c:v>43176</c:v>
                </c:pt>
                <c:pt idx="295">
                  <c:v>43177</c:v>
                </c:pt>
                <c:pt idx="296">
                  <c:v>43178</c:v>
                </c:pt>
                <c:pt idx="297">
                  <c:v>43179</c:v>
                </c:pt>
                <c:pt idx="298">
                  <c:v>43180</c:v>
                </c:pt>
                <c:pt idx="299">
                  <c:v>43181</c:v>
                </c:pt>
                <c:pt idx="300">
                  <c:v>43182</c:v>
                </c:pt>
                <c:pt idx="301">
                  <c:v>43183</c:v>
                </c:pt>
                <c:pt idx="302">
                  <c:v>43184</c:v>
                </c:pt>
                <c:pt idx="303">
                  <c:v>43185</c:v>
                </c:pt>
                <c:pt idx="304">
                  <c:v>43186</c:v>
                </c:pt>
                <c:pt idx="305">
                  <c:v>43187</c:v>
                </c:pt>
                <c:pt idx="306">
                  <c:v>43188</c:v>
                </c:pt>
                <c:pt idx="307">
                  <c:v>43189</c:v>
                </c:pt>
                <c:pt idx="308">
                  <c:v>43190</c:v>
                </c:pt>
                <c:pt idx="309">
                  <c:v>43191</c:v>
                </c:pt>
                <c:pt idx="310">
                  <c:v>43192</c:v>
                </c:pt>
                <c:pt idx="311">
                  <c:v>43193</c:v>
                </c:pt>
                <c:pt idx="312">
                  <c:v>43194</c:v>
                </c:pt>
                <c:pt idx="313">
                  <c:v>43195</c:v>
                </c:pt>
                <c:pt idx="314">
                  <c:v>43196</c:v>
                </c:pt>
                <c:pt idx="315">
                  <c:v>43197</c:v>
                </c:pt>
                <c:pt idx="316">
                  <c:v>43198</c:v>
                </c:pt>
                <c:pt idx="317">
                  <c:v>43199</c:v>
                </c:pt>
                <c:pt idx="318">
                  <c:v>43200</c:v>
                </c:pt>
                <c:pt idx="319">
                  <c:v>43201</c:v>
                </c:pt>
                <c:pt idx="320">
                  <c:v>43202</c:v>
                </c:pt>
                <c:pt idx="321">
                  <c:v>43203</c:v>
                </c:pt>
                <c:pt idx="322">
                  <c:v>43204</c:v>
                </c:pt>
                <c:pt idx="323">
                  <c:v>43205</c:v>
                </c:pt>
                <c:pt idx="324">
                  <c:v>43206</c:v>
                </c:pt>
                <c:pt idx="325">
                  <c:v>43207</c:v>
                </c:pt>
                <c:pt idx="326">
                  <c:v>43208</c:v>
                </c:pt>
                <c:pt idx="327">
                  <c:v>43209</c:v>
                </c:pt>
                <c:pt idx="328">
                  <c:v>43210</c:v>
                </c:pt>
                <c:pt idx="329">
                  <c:v>43211</c:v>
                </c:pt>
                <c:pt idx="330">
                  <c:v>43212</c:v>
                </c:pt>
                <c:pt idx="331">
                  <c:v>43213</c:v>
                </c:pt>
                <c:pt idx="332">
                  <c:v>43214</c:v>
                </c:pt>
                <c:pt idx="333">
                  <c:v>43215</c:v>
                </c:pt>
                <c:pt idx="334">
                  <c:v>43216</c:v>
                </c:pt>
                <c:pt idx="335">
                  <c:v>43217</c:v>
                </c:pt>
                <c:pt idx="336">
                  <c:v>43218</c:v>
                </c:pt>
                <c:pt idx="337">
                  <c:v>43219</c:v>
                </c:pt>
                <c:pt idx="338">
                  <c:v>43220</c:v>
                </c:pt>
                <c:pt idx="339">
                  <c:v>43221</c:v>
                </c:pt>
                <c:pt idx="340">
                  <c:v>43222</c:v>
                </c:pt>
                <c:pt idx="341">
                  <c:v>43223</c:v>
                </c:pt>
                <c:pt idx="342">
                  <c:v>43224</c:v>
                </c:pt>
                <c:pt idx="343">
                  <c:v>43225</c:v>
                </c:pt>
                <c:pt idx="344">
                  <c:v>43226</c:v>
                </c:pt>
                <c:pt idx="345">
                  <c:v>43227</c:v>
                </c:pt>
                <c:pt idx="346">
                  <c:v>43228</c:v>
                </c:pt>
                <c:pt idx="347">
                  <c:v>43229</c:v>
                </c:pt>
                <c:pt idx="348">
                  <c:v>43230</c:v>
                </c:pt>
                <c:pt idx="349">
                  <c:v>43231</c:v>
                </c:pt>
                <c:pt idx="350">
                  <c:v>43232</c:v>
                </c:pt>
                <c:pt idx="351">
                  <c:v>43233</c:v>
                </c:pt>
                <c:pt idx="352">
                  <c:v>43234</c:v>
                </c:pt>
                <c:pt idx="353">
                  <c:v>43235</c:v>
                </c:pt>
                <c:pt idx="354">
                  <c:v>43236</c:v>
                </c:pt>
                <c:pt idx="355">
                  <c:v>43237</c:v>
                </c:pt>
                <c:pt idx="356">
                  <c:v>43238</c:v>
                </c:pt>
                <c:pt idx="357">
                  <c:v>43239</c:v>
                </c:pt>
                <c:pt idx="358">
                  <c:v>43240</c:v>
                </c:pt>
                <c:pt idx="359">
                  <c:v>43241</c:v>
                </c:pt>
                <c:pt idx="360">
                  <c:v>43242</c:v>
                </c:pt>
                <c:pt idx="361">
                  <c:v>43243</c:v>
                </c:pt>
                <c:pt idx="362">
                  <c:v>43244</c:v>
                </c:pt>
                <c:pt idx="363">
                  <c:v>43245</c:v>
                </c:pt>
                <c:pt idx="364">
                  <c:v>43246</c:v>
                </c:pt>
                <c:pt idx="365">
                  <c:v>43247</c:v>
                </c:pt>
                <c:pt idx="366">
                  <c:v>43248</c:v>
                </c:pt>
                <c:pt idx="367">
                  <c:v>43249</c:v>
                </c:pt>
                <c:pt idx="368">
                  <c:v>43250</c:v>
                </c:pt>
                <c:pt idx="369">
                  <c:v>43251</c:v>
                </c:pt>
                <c:pt idx="370">
                  <c:v>43252</c:v>
                </c:pt>
                <c:pt idx="371">
                  <c:v>43253</c:v>
                </c:pt>
                <c:pt idx="372">
                  <c:v>43254</c:v>
                </c:pt>
                <c:pt idx="373">
                  <c:v>43255</c:v>
                </c:pt>
                <c:pt idx="374">
                  <c:v>43256</c:v>
                </c:pt>
                <c:pt idx="375">
                  <c:v>43257</c:v>
                </c:pt>
                <c:pt idx="376">
                  <c:v>43258</c:v>
                </c:pt>
                <c:pt idx="377">
                  <c:v>43259</c:v>
                </c:pt>
                <c:pt idx="378">
                  <c:v>43260</c:v>
                </c:pt>
                <c:pt idx="379">
                  <c:v>43261</c:v>
                </c:pt>
                <c:pt idx="380">
                  <c:v>43262</c:v>
                </c:pt>
                <c:pt idx="381">
                  <c:v>43263</c:v>
                </c:pt>
                <c:pt idx="382">
                  <c:v>43264</c:v>
                </c:pt>
                <c:pt idx="383">
                  <c:v>43265</c:v>
                </c:pt>
                <c:pt idx="384">
                  <c:v>43266</c:v>
                </c:pt>
                <c:pt idx="385">
                  <c:v>43267</c:v>
                </c:pt>
                <c:pt idx="386">
                  <c:v>43268</c:v>
                </c:pt>
                <c:pt idx="387">
                  <c:v>43269</c:v>
                </c:pt>
                <c:pt idx="388">
                  <c:v>43270</c:v>
                </c:pt>
                <c:pt idx="389">
                  <c:v>43271</c:v>
                </c:pt>
                <c:pt idx="390">
                  <c:v>43272</c:v>
                </c:pt>
                <c:pt idx="391">
                  <c:v>43273</c:v>
                </c:pt>
                <c:pt idx="392">
                  <c:v>43274</c:v>
                </c:pt>
                <c:pt idx="393">
                  <c:v>43275</c:v>
                </c:pt>
                <c:pt idx="394">
                  <c:v>43276</c:v>
                </c:pt>
                <c:pt idx="395">
                  <c:v>43277</c:v>
                </c:pt>
                <c:pt idx="396">
                  <c:v>43278</c:v>
                </c:pt>
                <c:pt idx="397">
                  <c:v>43279</c:v>
                </c:pt>
                <c:pt idx="398">
                  <c:v>43280</c:v>
                </c:pt>
                <c:pt idx="399">
                  <c:v>43281</c:v>
                </c:pt>
                <c:pt idx="400">
                  <c:v>43282</c:v>
                </c:pt>
                <c:pt idx="401">
                  <c:v>43283</c:v>
                </c:pt>
                <c:pt idx="402">
                  <c:v>43284</c:v>
                </c:pt>
                <c:pt idx="403">
                  <c:v>43285</c:v>
                </c:pt>
                <c:pt idx="404">
                  <c:v>43286</c:v>
                </c:pt>
                <c:pt idx="405">
                  <c:v>43287</c:v>
                </c:pt>
                <c:pt idx="406">
                  <c:v>43288</c:v>
                </c:pt>
                <c:pt idx="407">
                  <c:v>43289</c:v>
                </c:pt>
                <c:pt idx="408">
                  <c:v>43290</c:v>
                </c:pt>
                <c:pt idx="409">
                  <c:v>43291</c:v>
                </c:pt>
                <c:pt idx="410">
                  <c:v>43292</c:v>
                </c:pt>
                <c:pt idx="411">
                  <c:v>43293</c:v>
                </c:pt>
                <c:pt idx="412">
                  <c:v>43294</c:v>
                </c:pt>
                <c:pt idx="413">
                  <c:v>43295</c:v>
                </c:pt>
                <c:pt idx="414">
                  <c:v>43296</c:v>
                </c:pt>
                <c:pt idx="415">
                  <c:v>43297</c:v>
                </c:pt>
                <c:pt idx="416">
                  <c:v>43298</c:v>
                </c:pt>
                <c:pt idx="417">
                  <c:v>43299</c:v>
                </c:pt>
                <c:pt idx="418">
                  <c:v>43300</c:v>
                </c:pt>
                <c:pt idx="419">
                  <c:v>43301</c:v>
                </c:pt>
                <c:pt idx="420">
                  <c:v>43302</c:v>
                </c:pt>
                <c:pt idx="421">
                  <c:v>43303</c:v>
                </c:pt>
                <c:pt idx="422">
                  <c:v>43304</c:v>
                </c:pt>
                <c:pt idx="423">
                  <c:v>43305</c:v>
                </c:pt>
                <c:pt idx="424">
                  <c:v>43306</c:v>
                </c:pt>
                <c:pt idx="425">
                  <c:v>43307</c:v>
                </c:pt>
                <c:pt idx="426">
                  <c:v>43308</c:v>
                </c:pt>
                <c:pt idx="427">
                  <c:v>43309</c:v>
                </c:pt>
                <c:pt idx="428">
                  <c:v>43310</c:v>
                </c:pt>
                <c:pt idx="429">
                  <c:v>43311</c:v>
                </c:pt>
                <c:pt idx="430">
                  <c:v>43312</c:v>
                </c:pt>
                <c:pt idx="431">
                  <c:v>43313</c:v>
                </c:pt>
                <c:pt idx="432">
                  <c:v>43314</c:v>
                </c:pt>
                <c:pt idx="433">
                  <c:v>43315</c:v>
                </c:pt>
                <c:pt idx="434">
                  <c:v>43316</c:v>
                </c:pt>
                <c:pt idx="435">
                  <c:v>43317</c:v>
                </c:pt>
                <c:pt idx="436">
                  <c:v>43318</c:v>
                </c:pt>
                <c:pt idx="437">
                  <c:v>43319</c:v>
                </c:pt>
                <c:pt idx="438">
                  <c:v>43320</c:v>
                </c:pt>
                <c:pt idx="439">
                  <c:v>43321</c:v>
                </c:pt>
                <c:pt idx="440">
                  <c:v>43322</c:v>
                </c:pt>
                <c:pt idx="441">
                  <c:v>43323</c:v>
                </c:pt>
                <c:pt idx="442">
                  <c:v>43324</c:v>
                </c:pt>
                <c:pt idx="443">
                  <c:v>43325</c:v>
                </c:pt>
                <c:pt idx="444">
                  <c:v>43326</c:v>
                </c:pt>
                <c:pt idx="445">
                  <c:v>43327</c:v>
                </c:pt>
                <c:pt idx="446">
                  <c:v>43328</c:v>
                </c:pt>
                <c:pt idx="447">
                  <c:v>43329</c:v>
                </c:pt>
                <c:pt idx="448">
                  <c:v>43330</c:v>
                </c:pt>
                <c:pt idx="449">
                  <c:v>43331</c:v>
                </c:pt>
                <c:pt idx="450">
                  <c:v>43332</c:v>
                </c:pt>
                <c:pt idx="451">
                  <c:v>43333</c:v>
                </c:pt>
                <c:pt idx="452">
                  <c:v>43334</c:v>
                </c:pt>
                <c:pt idx="453">
                  <c:v>43335</c:v>
                </c:pt>
                <c:pt idx="454">
                  <c:v>43336</c:v>
                </c:pt>
                <c:pt idx="455">
                  <c:v>43337</c:v>
                </c:pt>
                <c:pt idx="456">
                  <c:v>43338</c:v>
                </c:pt>
                <c:pt idx="457">
                  <c:v>43339</c:v>
                </c:pt>
                <c:pt idx="458">
                  <c:v>43340</c:v>
                </c:pt>
                <c:pt idx="459">
                  <c:v>43341</c:v>
                </c:pt>
                <c:pt idx="460">
                  <c:v>43342</c:v>
                </c:pt>
                <c:pt idx="461">
                  <c:v>43343</c:v>
                </c:pt>
                <c:pt idx="462">
                  <c:v>43344</c:v>
                </c:pt>
                <c:pt idx="463">
                  <c:v>43345</c:v>
                </c:pt>
                <c:pt idx="464">
                  <c:v>43346</c:v>
                </c:pt>
                <c:pt idx="465">
                  <c:v>43347</c:v>
                </c:pt>
                <c:pt idx="466">
                  <c:v>43348</c:v>
                </c:pt>
                <c:pt idx="467">
                  <c:v>43349</c:v>
                </c:pt>
                <c:pt idx="468">
                  <c:v>43350</c:v>
                </c:pt>
                <c:pt idx="469">
                  <c:v>43351</c:v>
                </c:pt>
                <c:pt idx="470">
                  <c:v>43352</c:v>
                </c:pt>
                <c:pt idx="471">
                  <c:v>43353</c:v>
                </c:pt>
                <c:pt idx="472">
                  <c:v>43354</c:v>
                </c:pt>
                <c:pt idx="473">
                  <c:v>43355</c:v>
                </c:pt>
                <c:pt idx="474">
                  <c:v>43356</c:v>
                </c:pt>
                <c:pt idx="475">
                  <c:v>43357</c:v>
                </c:pt>
                <c:pt idx="476">
                  <c:v>43358</c:v>
                </c:pt>
                <c:pt idx="477">
                  <c:v>43359</c:v>
                </c:pt>
                <c:pt idx="478">
                  <c:v>43360</c:v>
                </c:pt>
                <c:pt idx="479">
                  <c:v>43361</c:v>
                </c:pt>
                <c:pt idx="480">
                  <c:v>43362</c:v>
                </c:pt>
                <c:pt idx="481">
                  <c:v>43363</c:v>
                </c:pt>
                <c:pt idx="482">
                  <c:v>43364</c:v>
                </c:pt>
                <c:pt idx="483">
                  <c:v>43365</c:v>
                </c:pt>
                <c:pt idx="484">
                  <c:v>43366</c:v>
                </c:pt>
                <c:pt idx="485">
                  <c:v>43367</c:v>
                </c:pt>
                <c:pt idx="486">
                  <c:v>43368</c:v>
                </c:pt>
                <c:pt idx="487">
                  <c:v>43369</c:v>
                </c:pt>
                <c:pt idx="488">
                  <c:v>43370</c:v>
                </c:pt>
                <c:pt idx="489">
                  <c:v>43371</c:v>
                </c:pt>
                <c:pt idx="490">
                  <c:v>43372</c:v>
                </c:pt>
                <c:pt idx="491">
                  <c:v>43373</c:v>
                </c:pt>
                <c:pt idx="492">
                  <c:v>43374</c:v>
                </c:pt>
                <c:pt idx="493">
                  <c:v>43375</c:v>
                </c:pt>
                <c:pt idx="494">
                  <c:v>43376</c:v>
                </c:pt>
                <c:pt idx="495">
                  <c:v>43377</c:v>
                </c:pt>
                <c:pt idx="496">
                  <c:v>43378</c:v>
                </c:pt>
                <c:pt idx="497">
                  <c:v>43379</c:v>
                </c:pt>
                <c:pt idx="498">
                  <c:v>43380</c:v>
                </c:pt>
                <c:pt idx="499">
                  <c:v>43381</c:v>
                </c:pt>
                <c:pt idx="500">
                  <c:v>43382</c:v>
                </c:pt>
                <c:pt idx="501">
                  <c:v>43383</c:v>
                </c:pt>
                <c:pt idx="502">
                  <c:v>43384</c:v>
                </c:pt>
                <c:pt idx="503">
                  <c:v>43385</c:v>
                </c:pt>
                <c:pt idx="504">
                  <c:v>43386</c:v>
                </c:pt>
                <c:pt idx="505">
                  <c:v>43387</c:v>
                </c:pt>
                <c:pt idx="506">
                  <c:v>43388</c:v>
                </c:pt>
                <c:pt idx="507">
                  <c:v>43389</c:v>
                </c:pt>
                <c:pt idx="508">
                  <c:v>43390</c:v>
                </c:pt>
                <c:pt idx="509">
                  <c:v>43391</c:v>
                </c:pt>
                <c:pt idx="510">
                  <c:v>43392</c:v>
                </c:pt>
                <c:pt idx="511">
                  <c:v>43393</c:v>
                </c:pt>
                <c:pt idx="512">
                  <c:v>43394</c:v>
                </c:pt>
                <c:pt idx="513">
                  <c:v>43395</c:v>
                </c:pt>
                <c:pt idx="514">
                  <c:v>43396</c:v>
                </c:pt>
                <c:pt idx="515">
                  <c:v>43397</c:v>
                </c:pt>
                <c:pt idx="516">
                  <c:v>43398</c:v>
                </c:pt>
                <c:pt idx="517">
                  <c:v>43399</c:v>
                </c:pt>
                <c:pt idx="518">
                  <c:v>43400</c:v>
                </c:pt>
                <c:pt idx="519">
                  <c:v>43401</c:v>
                </c:pt>
                <c:pt idx="520">
                  <c:v>43402</c:v>
                </c:pt>
                <c:pt idx="521">
                  <c:v>43403</c:v>
                </c:pt>
                <c:pt idx="522">
                  <c:v>43404</c:v>
                </c:pt>
                <c:pt idx="523">
                  <c:v>43405</c:v>
                </c:pt>
                <c:pt idx="524">
                  <c:v>43406</c:v>
                </c:pt>
                <c:pt idx="525">
                  <c:v>43407</c:v>
                </c:pt>
                <c:pt idx="526">
                  <c:v>43408</c:v>
                </c:pt>
                <c:pt idx="527">
                  <c:v>43409</c:v>
                </c:pt>
                <c:pt idx="528">
                  <c:v>43410</c:v>
                </c:pt>
                <c:pt idx="529">
                  <c:v>43411</c:v>
                </c:pt>
                <c:pt idx="530">
                  <c:v>43412</c:v>
                </c:pt>
                <c:pt idx="531">
                  <c:v>43413</c:v>
                </c:pt>
                <c:pt idx="532">
                  <c:v>43414</c:v>
                </c:pt>
                <c:pt idx="533">
                  <c:v>43415</c:v>
                </c:pt>
                <c:pt idx="534">
                  <c:v>43416</c:v>
                </c:pt>
                <c:pt idx="535">
                  <c:v>43417</c:v>
                </c:pt>
                <c:pt idx="536">
                  <c:v>43418</c:v>
                </c:pt>
                <c:pt idx="537">
                  <c:v>43419</c:v>
                </c:pt>
                <c:pt idx="538">
                  <c:v>43420</c:v>
                </c:pt>
                <c:pt idx="539">
                  <c:v>43421</c:v>
                </c:pt>
                <c:pt idx="540">
                  <c:v>43422</c:v>
                </c:pt>
                <c:pt idx="541">
                  <c:v>43423</c:v>
                </c:pt>
                <c:pt idx="542">
                  <c:v>43424</c:v>
                </c:pt>
                <c:pt idx="543">
                  <c:v>43425</c:v>
                </c:pt>
                <c:pt idx="544">
                  <c:v>43426</c:v>
                </c:pt>
                <c:pt idx="545">
                  <c:v>43427</c:v>
                </c:pt>
                <c:pt idx="546">
                  <c:v>43428</c:v>
                </c:pt>
                <c:pt idx="547">
                  <c:v>43429</c:v>
                </c:pt>
                <c:pt idx="548">
                  <c:v>43430</c:v>
                </c:pt>
                <c:pt idx="549">
                  <c:v>43431</c:v>
                </c:pt>
                <c:pt idx="550">
                  <c:v>43432</c:v>
                </c:pt>
                <c:pt idx="551">
                  <c:v>43433</c:v>
                </c:pt>
                <c:pt idx="552">
                  <c:v>43434</c:v>
                </c:pt>
                <c:pt idx="553">
                  <c:v>43435</c:v>
                </c:pt>
                <c:pt idx="554">
                  <c:v>43436</c:v>
                </c:pt>
                <c:pt idx="555">
                  <c:v>43437</c:v>
                </c:pt>
                <c:pt idx="556">
                  <c:v>43438</c:v>
                </c:pt>
                <c:pt idx="557">
                  <c:v>43439</c:v>
                </c:pt>
                <c:pt idx="558">
                  <c:v>43440</c:v>
                </c:pt>
                <c:pt idx="559">
                  <c:v>43441</c:v>
                </c:pt>
                <c:pt idx="560">
                  <c:v>43442</c:v>
                </c:pt>
                <c:pt idx="561">
                  <c:v>43443</c:v>
                </c:pt>
                <c:pt idx="562">
                  <c:v>43444</c:v>
                </c:pt>
                <c:pt idx="563">
                  <c:v>43445</c:v>
                </c:pt>
                <c:pt idx="564">
                  <c:v>43446</c:v>
                </c:pt>
                <c:pt idx="565">
                  <c:v>43447</c:v>
                </c:pt>
                <c:pt idx="566">
                  <c:v>43448</c:v>
                </c:pt>
                <c:pt idx="567">
                  <c:v>43449</c:v>
                </c:pt>
                <c:pt idx="568">
                  <c:v>43450</c:v>
                </c:pt>
                <c:pt idx="569">
                  <c:v>43451</c:v>
                </c:pt>
                <c:pt idx="570">
                  <c:v>43452</c:v>
                </c:pt>
                <c:pt idx="571">
                  <c:v>43453</c:v>
                </c:pt>
                <c:pt idx="572">
                  <c:v>43454</c:v>
                </c:pt>
                <c:pt idx="573">
                  <c:v>43455</c:v>
                </c:pt>
                <c:pt idx="574">
                  <c:v>43456</c:v>
                </c:pt>
                <c:pt idx="575">
                  <c:v>43457</c:v>
                </c:pt>
                <c:pt idx="576">
                  <c:v>43458</c:v>
                </c:pt>
                <c:pt idx="577">
                  <c:v>43459</c:v>
                </c:pt>
                <c:pt idx="578">
                  <c:v>43460</c:v>
                </c:pt>
                <c:pt idx="579">
                  <c:v>43461</c:v>
                </c:pt>
                <c:pt idx="580">
                  <c:v>43462</c:v>
                </c:pt>
                <c:pt idx="581">
                  <c:v>43463</c:v>
                </c:pt>
                <c:pt idx="582">
                  <c:v>43464</c:v>
                </c:pt>
                <c:pt idx="583">
                  <c:v>43465</c:v>
                </c:pt>
                <c:pt idx="584">
                  <c:v>43466</c:v>
                </c:pt>
                <c:pt idx="585">
                  <c:v>43467</c:v>
                </c:pt>
                <c:pt idx="586">
                  <c:v>43468</c:v>
                </c:pt>
                <c:pt idx="587">
                  <c:v>43469</c:v>
                </c:pt>
                <c:pt idx="588">
                  <c:v>43470</c:v>
                </c:pt>
                <c:pt idx="589">
                  <c:v>43471</c:v>
                </c:pt>
                <c:pt idx="590">
                  <c:v>43472</c:v>
                </c:pt>
                <c:pt idx="591">
                  <c:v>43473</c:v>
                </c:pt>
                <c:pt idx="592">
                  <c:v>43474</c:v>
                </c:pt>
                <c:pt idx="593">
                  <c:v>43475</c:v>
                </c:pt>
                <c:pt idx="594">
                  <c:v>43476</c:v>
                </c:pt>
                <c:pt idx="595">
                  <c:v>43477</c:v>
                </c:pt>
                <c:pt idx="596">
                  <c:v>43478</c:v>
                </c:pt>
                <c:pt idx="597">
                  <c:v>43479</c:v>
                </c:pt>
                <c:pt idx="598">
                  <c:v>43480</c:v>
                </c:pt>
                <c:pt idx="599">
                  <c:v>43481</c:v>
                </c:pt>
                <c:pt idx="600">
                  <c:v>43482</c:v>
                </c:pt>
                <c:pt idx="601">
                  <c:v>43483</c:v>
                </c:pt>
                <c:pt idx="602">
                  <c:v>43484</c:v>
                </c:pt>
                <c:pt idx="603">
                  <c:v>43485</c:v>
                </c:pt>
                <c:pt idx="604">
                  <c:v>43486</c:v>
                </c:pt>
                <c:pt idx="605">
                  <c:v>43487</c:v>
                </c:pt>
                <c:pt idx="606">
                  <c:v>43488</c:v>
                </c:pt>
                <c:pt idx="607">
                  <c:v>43489</c:v>
                </c:pt>
                <c:pt idx="608">
                  <c:v>43490</c:v>
                </c:pt>
                <c:pt idx="609">
                  <c:v>43491</c:v>
                </c:pt>
                <c:pt idx="610">
                  <c:v>43492</c:v>
                </c:pt>
                <c:pt idx="611">
                  <c:v>43493</c:v>
                </c:pt>
                <c:pt idx="612">
                  <c:v>43494</c:v>
                </c:pt>
                <c:pt idx="613">
                  <c:v>43495</c:v>
                </c:pt>
                <c:pt idx="614">
                  <c:v>43496</c:v>
                </c:pt>
                <c:pt idx="615">
                  <c:v>43497</c:v>
                </c:pt>
                <c:pt idx="616">
                  <c:v>43498</c:v>
                </c:pt>
                <c:pt idx="617">
                  <c:v>43499</c:v>
                </c:pt>
                <c:pt idx="618">
                  <c:v>43500</c:v>
                </c:pt>
                <c:pt idx="619">
                  <c:v>43501</c:v>
                </c:pt>
                <c:pt idx="620">
                  <c:v>43502</c:v>
                </c:pt>
                <c:pt idx="621">
                  <c:v>43503</c:v>
                </c:pt>
                <c:pt idx="622">
                  <c:v>43504</c:v>
                </c:pt>
                <c:pt idx="623">
                  <c:v>43505</c:v>
                </c:pt>
                <c:pt idx="624">
                  <c:v>43506</c:v>
                </c:pt>
                <c:pt idx="625">
                  <c:v>43507</c:v>
                </c:pt>
                <c:pt idx="626">
                  <c:v>43508</c:v>
                </c:pt>
                <c:pt idx="627">
                  <c:v>43509</c:v>
                </c:pt>
                <c:pt idx="628">
                  <c:v>43510</c:v>
                </c:pt>
                <c:pt idx="629">
                  <c:v>43511</c:v>
                </c:pt>
                <c:pt idx="630">
                  <c:v>43512</c:v>
                </c:pt>
                <c:pt idx="631">
                  <c:v>43513</c:v>
                </c:pt>
                <c:pt idx="632">
                  <c:v>43514</c:v>
                </c:pt>
                <c:pt idx="633">
                  <c:v>43515</c:v>
                </c:pt>
                <c:pt idx="634">
                  <c:v>43516</c:v>
                </c:pt>
                <c:pt idx="635">
                  <c:v>43517</c:v>
                </c:pt>
                <c:pt idx="636">
                  <c:v>43518</c:v>
                </c:pt>
                <c:pt idx="637">
                  <c:v>43519</c:v>
                </c:pt>
                <c:pt idx="638">
                  <c:v>43520</c:v>
                </c:pt>
                <c:pt idx="639">
                  <c:v>43521</c:v>
                </c:pt>
                <c:pt idx="640">
                  <c:v>43522</c:v>
                </c:pt>
                <c:pt idx="641">
                  <c:v>43523</c:v>
                </c:pt>
                <c:pt idx="642">
                  <c:v>43524</c:v>
                </c:pt>
                <c:pt idx="643">
                  <c:v>43525</c:v>
                </c:pt>
                <c:pt idx="644">
                  <c:v>43526</c:v>
                </c:pt>
                <c:pt idx="645">
                  <c:v>43527</c:v>
                </c:pt>
                <c:pt idx="646">
                  <c:v>43528</c:v>
                </c:pt>
                <c:pt idx="647">
                  <c:v>43529</c:v>
                </c:pt>
                <c:pt idx="648">
                  <c:v>43530</c:v>
                </c:pt>
                <c:pt idx="649">
                  <c:v>43531</c:v>
                </c:pt>
                <c:pt idx="650">
                  <c:v>43532</c:v>
                </c:pt>
                <c:pt idx="651">
                  <c:v>43533</c:v>
                </c:pt>
                <c:pt idx="652">
                  <c:v>43534</c:v>
                </c:pt>
                <c:pt idx="653">
                  <c:v>43535</c:v>
                </c:pt>
                <c:pt idx="654">
                  <c:v>43536</c:v>
                </c:pt>
                <c:pt idx="655">
                  <c:v>43537</c:v>
                </c:pt>
                <c:pt idx="656">
                  <c:v>43538</c:v>
                </c:pt>
                <c:pt idx="657">
                  <c:v>43539</c:v>
                </c:pt>
                <c:pt idx="658">
                  <c:v>43540</c:v>
                </c:pt>
                <c:pt idx="659">
                  <c:v>43541</c:v>
                </c:pt>
                <c:pt idx="660">
                  <c:v>43542</c:v>
                </c:pt>
                <c:pt idx="661">
                  <c:v>43543</c:v>
                </c:pt>
                <c:pt idx="662">
                  <c:v>43544</c:v>
                </c:pt>
                <c:pt idx="663">
                  <c:v>43545</c:v>
                </c:pt>
                <c:pt idx="664">
                  <c:v>43546</c:v>
                </c:pt>
                <c:pt idx="665">
                  <c:v>43547</c:v>
                </c:pt>
                <c:pt idx="666">
                  <c:v>43548</c:v>
                </c:pt>
                <c:pt idx="667">
                  <c:v>43549</c:v>
                </c:pt>
                <c:pt idx="668">
                  <c:v>43550</c:v>
                </c:pt>
                <c:pt idx="669">
                  <c:v>43551</c:v>
                </c:pt>
                <c:pt idx="670">
                  <c:v>43552</c:v>
                </c:pt>
                <c:pt idx="671">
                  <c:v>43553</c:v>
                </c:pt>
                <c:pt idx="672">
                  <c:v>43554</c:v>
                </c:pt>
                <c:pt idx="673">
                  <c:v>43555</c:v>
                </c:pt>
                <c:pt idx="674">
                  <c:v>43556</c:v>
                </c:pt>
                <c:pt idx="675">
                  <c:v>43557</c:v>
                </c:pt>
                <c:pt idx="676">
                  <c:v>43558</c:v>
                </c:pt>
                <c:pt idx="677">
                  <c:v>43559</c:v>
                </c:pt>
                <c:pt idx="678">
                  <c:v>43560</c:v>
                </c:pt>
                <c:pt idx="679">
                  <c:v>43561</c:v>
                </c:pt>
                <c:pt idx="680">
                  <c:v>43562</c:v>
                </c:pt>
                <c:pt idx="681">
                  <c:v>43563</c:v>
                </c:pt>
                <c:pt idx="682">
                  <c:v>43564</c:v>
                </c:pt>
                <c:pt idx="683">
                  <c:v>43565</c:v>
                </c:pt>
                <c:pt idx="684">
                  <c:v>43566</c:v>
                </c:pt>
                <c:pt idx="685">
                  <c:v>43567</c:v>
                </c:pt>
                <c:pt idx="686">
                  <c:v>43568</c:v>
                </c:pt>
                <c:pt idx="687">
                  <c:v>43569</c:v>
                </c:pt>
                <c:pt idx="688">
                  <c:v>43570</c:v>
                </c:pt>
                <c:pt idx="689">
                  <c:v>43571</c:v>
                </c:pt>
                <c:pt idx="690">
                  <c:v>43572</c:v>
                </c:pt>
                <c:pt idx="691">
                  <c:v>43573</c:v>
                </c:pt>
                <c:pt idx="692">
                  <c:v>43574</c:v>
                </c:pt>
                <c:pt idx="693">
                  <c:v>43575</c:v>
                </c:pt>
                <c:pt idx="694">
                  <c:v>43576</c:v>
                </c:pt>
                <c:pt idx="695">
                  <c:v>43577</c:v>
                </c:pt>
                <c:pt idx="696">
                  <c:v>43578</c:v>
                </c:pt>
                <c:pt idx="697">
                  <c:v>43579</c:v>
                </c:pt>
                <c:pt idx="698">
                  <c:v>43580</c:v>
                </c:pt>
                <c:pt idx="699">
                  <c:v>43581</c:v>
                </c:pt>
                <c:pt idx="700">
                  <c:v>43582</c:v>
                </c:pt>
                <c:pt idx="701">
                  <c:v>43583</c:v>
                </c:pt>
                <c:pt idx="702">
                  <c:v>43584</c:v>
                </c:pt>
                <c:pt idx="703">
                  <c:v>43585</c:v>
                </c:pt>
                <c:pt idx="704">
                  <c:v>43586</c:v>
                </c:pt>
                <c:pt idx="705">
                  <c:v>43587</c:v>
                </c:pt>
                <c:pt idx="706">
                  <c:v>43588</c:v>
                </c:pt>
                <c:pt idx="707">
                  <c:v>43589</c:v>
                </c:pt>
                <c:pt idx="708">
                  <c:v>43590</c:v>
                </c:pt>
                <c:pt idx="709">
                  <c:v>43591</c:v>
                </c:pt>
                <c:pt idx="710">
                  <c:v>43592</c:v>
                </c:pt>
                <c:pt idx="711">
                  <c:v>43593</c:v>
                </c:pt>
                <c:pt idx="712">
                  <c:v>43594</c:v>
                </c:pt>
                <c:pt idx="713">
                  <c:v>43595</c:v>
                </c:pt>
                <c:pt idx="714">
                  <c:v>43596</c:v>
                </c:pt>
                <c:pt idx="715">
                  <c:v>43597</c:v>
                </c:pt>
                <c:pt idx="716">
                  <c:v>43598</c:v>
                </c:pt>
                <c:pt idx="717">
                  <c:v>43599</c:v>
                </c:pt>
                <c:pt idx="718">
                  <c:v>43600</c:v>
                </c:pt>
                <c:pt idx="719">
                  <c:v>43601</c:v>
                </c:pt>
                <c:pt idx="720">
                  <c:v>43602</c:v>
                </c:pt>
                <c:pt idx="721">
                  <c:v>43603</c:v>
                </c:pt>
                <c:pt idx="722">
                  <c:v>43604</c:v>
                </c:pt>
                <c:pt idx="723">
                  <c:v>43605</c:v>
                </c:pt>
                <c:pt idx="724">
                  <c:v>43606</c:v>
                </c:pt>
                <c:pt idx="725">
                  <c:v>43607</c:v>
                </c:pt>
                <c:pt idx="726">
                  <c:v>43608</c:v>
                </c:pt>
                <c:pt idx="727">
                  <c:v>43609</c:v>
                </c:pt>
                <c:pt idx="728">
                  <c:v>43610</c:v>
                </c:pt>
                <c:pt idx="729">
                  <c:v>43611</c:v>
                </c:pt>
                <c:pt idx="730">
                  <c:v>43612</c:v>
                </c:pt>
                <c:pt idx="731">
                  <c:v>43613</c:v>
                </c:pt>
                <c:pt idx="732">
                  <c:v>43614</c:v>
                </c:pt>
                <c:pt idx="733">
                  <c:v>43615</c:v>
                </c:pt>
                <c:pt idx="734">
                  <c:v>43616</c:v>
                </c:pt>
                <c:pt idx="735">
                  <c:v>43617</c:v>
                </c:pt>
                <c:pt idx="736">
                  <c:v>43618</c:v>
                </c:pt>
                <c:pt idx="737">
                  <c:v>43619</c:v>
                </c:pt>
                <c:pt idx="738">
                  <c:v>43620</c:v>
                </c:pt>
                <c:pt idx="739">
                  <c:v>43621</c:v>
                </c:pt>
                <c:pt idx="740">
                  <c:v>43622</c:v>
                </c:pt>
                <c:pt idx="741">
                  <c:v>43623</c:v>
                </c:pt>
                <c:pt idx="742">
                  <c:v>43624</c:v>
                </c:pt>
                <c:pt idx="743">
                  <c:v>43625</c:v>
                </c:pt>
                <c:pt idx="744">
                  <c:v>43626</c:v>
                </c:pt>
                <c:pt idx="745">
                  <c:v>43627</c:v>
                </c:pt>
                <c:pt idx="746">
                  <c:v>43628</c:v>
                </c:pt>
                <c:pt idx="747">
                  <c:v>43629</c:v>
                </c:pt>
                <c:pt idx="748">
                  <c:v>43630</c:v>
                </c:pt>
                <c:pt idx="749">
                  <c:v>43631</c:v>
                </c:pt>
                <c:pt idx="750">
                  <c:v>43632</c:v>
                </c:pt>
                <c:pt idx="751">
                  <c:v>43633</c:v>
                </c:pt>
                <c:pt idx="752">
                  <c:v>43634</c:v>
                </c:pt>
                <c:pt idx="753">
                  <c:v>43635</c:v>
                </c:pt>
                <c:pt idx="754">
                  <c:v>43636</c:v>
                </c:pt>
                <c:pt idx="755">
                  <c:v>43637</c:v>
                </c:pt>
                <c:pt idx="756">
                  <c:v>43638</c:v>
                </c:pt>
                <c:pt idx="757">
                  <c:v>43639</c:v>
                </c:pt>
                <c:pt idx="758">
                  <c:v>43640</c:v>
                </c:pt>
                <c:pt idx="759">
                  <c:v>43641</c:v>
                </c:pt>
                <c:pt idx="760">
                  <c:v>43642</c:v>
                </c:pt>
                <c:pt idx="761">
                  <c:v>43643</c:v>
                </c:pt>
                <c:pt idx="762">
                  <c:v>43644</c:v>
                </c:pt>
                <c:pt idx="763">
                  <c:v>43645</c:v>
                </c:pt>
                <c:pt idx="764">
                  <c:v>43646</c:v>
                </c:pt>
                <c:pt idx="765">
                  <c:v>43647</c:v>
                </c:pt>
                <c:pt idx="766">
                  <c:v>43648</c:v>
                </c:pt>
                <c:pt idx="767">
                  <c:v>43649</c:v>
                </c:pt>
                <c:pt idx="768">
                  <c:v>43650</c:v>
                </c:pt>
                <c:pt idx="769">
                  <c:v>43651</c:v>
                </c:pt>
                <c:pt idx="770">
                  <c:v>43652</c:v>
                </c:pt>
                <c:pt idx="771">
                  <c:v>43653</c:v>
                </c:pt>
                <c:pt idx="772">
                  <c:v>43654</c:v>
                </c:pt>
                <c:pt idx="773">
                  <c:v>43655</c:v>
                </c:pt>
                <c:pt idx="774">
                  <c:v>43656</c:v>
                </c:pt>
                <c:pt idx="775">
                  <c:v>43657</c:v>
                </c:pt>
                <c:pt idx="776">
                  <c:v>43658</c:v>
                </c:pt>
                <c:pt idx="777">
                  <c:v>43659</c:v>
                </c:pt>
                <c:pt idx="778">
                  <c:v>43660</c:v>
                </c:pt>
                <c:pt idx="779">
                  <c:v>43661</c:v>
                </c:pt>
                <c:pt idx="780">
                  <c:v>43662</c:v>
                </c:pt>
                <c:pt idx="781">
                  <c:v>43663</c:v>
                </c:pt>
                <c:pt idx="782">
                  <c:v>43664</c:v>
                </c:pt>
                <c:pt idx="783">
                  <c:v>43665</c:v>
                </c:pt>
                <c:pt idx="784">
                  <c:v>43666</c:v>
                </c:pt>
                <c:pt idx="785">
                  <c:v>43667</c:v>
                </c:pt>
                <c:pt idx="786">
                  <c:v>43668</c:v>
                </c:pt>
                <c:pt idx="787">
                  <c:v>43669</c:v>
                </c:pt>
                <c:pt idx="788">
                  <c:v>43670</c:v>
                </c:pt>
                <c:pt idx="789">
                  <c:v>43671</c:v>
                </c:pt>
                <c:pt idx="790">
                  <c:v>43672</c:v>
                </c:pt>
                <c:pt idx="791">
                  <c:v>43673</c:v>
                </c:pt>
                <c:pt idx="792">
                  <c:v>43674</c:v>
                </c:pt>
                <c:pt idx="793">
                  <c:v>43675</c:v>
                </c:pt>
                <c:pt idx="794">
                  <c:v>43676</c:v>
                </c:pt>
                <c:pt idx="795">
                  <c:v>43677</c:v>
                </c:pt>
                <c:pt idx="796">
                  <c:v>43678</c:v>
                </c:pt>
                <c:pt idx="797">
                  <c:v>43679</c:v>
                </c:pt>
                <c:pt idx="798">
                  <c:v>43680</c:v>
                </c:pt>
                <c:pt idx="799">
                  <c:v>43681</c:v>
                </c:pt>
                <c:pt idx="800">
                  <c:v>43682</c:v>
                </c:pt>
                <c:pt idx="801">
                  <c:v>43683</c:v>
                </c:pt>
                <c:pt idx="802">
                  <c:v>43684</c:v>
                </c:pt>
                <c:pt idx="803">
                  <c:v>43685</c:v>
                </c:pt>
                <c:pt idx="804">
                  <c:v>43686</c:v>
                </c:pt>
                <c:pt idx="805">
                  <c:v>43687</c:v>
                </c:pt>
                <c:pt idx="806">
                  <c:v>43688</c:v>
                </c:pt>
                <c:pt idx="807">
                  <c:v>43689</c:v>
                </c:pt>
                <c:pt idx="808">
                  <c:v>43690</c:v>
                </c:pt>
                <c:pt idx="809">
                  <c:v>43691</c:v>
                </c:pt>
                <c:pt idx="810">
                  <c:v>43692</c:v>
                </c:pt>
                <c:pt idx="811">
                  <c:v>43693</c:v>
                </c:pt>
                <c:pt idx="812">
                  <c:v>43694</c:v>
                </c:pt>
                <c:pt idx="813">
                  <c:v>43695</c:v>
                </c:pt>
                <c:pt idx="814">
                  <c:v>43696</c:v>
                </c:pt>
                <c:pt idx="815">
                  <c:v>43697</c:v>
                </c:pt>
                <c:pt idx="816">
                  <c:v>43698</c:v>
                </c:pt>
                <c:pt idx="817">
                  <c:v>43699</c:v>
                </c:pt>
                <c:pt idx="818">
                  <c:v>43700</c:v>
                </c:pt>
                <c:pt idx="819">
                  <c:v>43701</c:v>
                </c:pt>
                <c:pt idx="820">
                  <c:v>43702</c:v>
                </c:pt>
                <c:pt idx="821">
                  <c:v>43703</c:v>
                </c:pt>
                <c:pt idx="822">
                  <c:v>43704</c:v>
                </c:pt>
                <c:pt idx="823">
                  <c:v>43705</c:v>
                </c:pt>
                <c:pt idx="824">
                  <c:v>43706</c:v>
                </c:pt>
                <c:pt idx="825">
                  <c:v>43707</c:v>
                </c:pt>
                <c:pt idx="826">
                  <c:v>43708</c:v>
                </c:pt>
                <c:pt idx="827">
                  <c:v>43709</c:v>
                </c:pt>
                <c:pt idx="828">
                  <c:v>43710</c:v>
                </c:pt>
                <c:pt idx="829">
                  <c:v>43711</c:v>
                </c:pt>
                <c:pt idx="830">
                  <c:v>43712</c:v>
                </c:pt>
                <c:pt idx="831">
                  <c:v>43713</c:v>
                </c:pt>
                <c:pt idx="832">
                  <c:v>43714</c:v>
                </c:pt>
                <c:pt idx="833">
                  <c:v>43715</c:v>
                </c:pt>
                <c:pt idx="834">
                  <c:v>43716</c:v>
                </c:pt>
                <c:pt idx="835">
                  <c:v>43717</c:v>
                </c:pt>
                <c:pt idx="836">
                  <c:v>43718</c:v>
                </c:pt>
                <c:pt idx="837">
                  <c:v>43719</c:v>
                </c:pt>
                <c:pt idx="838">
                  <c:v>43720</c:v>
                </c:pt>
                <c:pt idx="839">
                  <c:v>43721</c:v>
                </c:pt>
                <c:pt idx="840">
                  <c:v>43722</c:v>
                </c:pt>
                <c:pt idx="841">
                  <c:v>43723</c:v>
                </c:pt>
                <c:pt idx="842">
                  <c:v>43724</c:v>
                </c:pt>
                <c:pt idx="843">
                  <c:v>43725</c:v>
                </c:pt>
                <c:pt idx="844">
                  <c:v>43726</c:v>
                </c:pt>
                <c:pt idx="845">
                  <c:v>43727</c:v>
                </c:pt>
                <c:pt idx="846">
                  <c:v>43728</c:v>
                </c:pt>
                <c:pt idx="847">
                  <c:v>43729</c:v>
                </c:pt>
                <c:pt idx="848">
                  <c:v>43730</c:v>
                </c:pt>
                <c:pt idx="849">
                  <c:v>43731</c:v>
                </c:pt>
                <c:pt idx="850">
                  <c:v>43732</c:v>
                </c:pt>
                <c:pt idx="851">
                  <c:v>43733</c:v>
                </c:pt>
                <c:pt idx="852">
                  <c:v>43734</c:v>
                </c:pt>
                <c:pt idx="853">
                  <c:v>43735</c:v>
                </c:pt>
                <c:pt idx="854">
                  <c:v>43736</c:v>
                </c:pt>
                <c:pt idx="855">
                  <c:v>43737</c:v>
                </c:pt>
                <c:pt idx="856">
                  <c:v>43738</c:v>
                </c:pt>
                <c:pt idx="857">
                  <c:v>43739</c:v>
                </c:pt>
                <c:pt idx="858">
                  <c:v>43740</c:v>
                </c:pt>
                <c:pt idx="859">
                  <c:v>43741</c:v>
                </c:pt>
                <c:pt idx="860">
                  <c:v>43742</c:v>
                </c:pt>
                <c:pt idx="861">
                  <c:v>43743</c:v>
                </c:pt>
                <c:pt idx="862">
                  <c:v>43744</c:v>
                </c:pt>
                <c:pt idx="863">
                  <c:v>43745</c:v>
                </c:pt>
                <c:pt idx="864">
                  <c:v>43746</c:v>
                </c:pt>
                <c:pt idx="865">
                  <c:v>43747</c:v>
                </c:pt>
                <c:pt idx="866">
                  <c:v>43748</c:v>
                </c:pt>
                <c:pt idx="867">
                  <c:v>43749</c:v>
                </c:pt>
                <c:pt idx="868">
                  <c:v>43750</c:v>
                </c:pt>
                <c:pt idx="869">
                  <c:v>43751</c:v>
                </c:pt>
                <c:pt idx="870">
                  <c:v>43752</c:v>
                </c:pt>
                <c:pt idx="871">
                  <c:v>43753</c:v>
                </c:pt>
                <c:pt idx="872">
                  <c:v>43754</c:v>
                </c:pt>
                <c:pt idx="873">
                  <c:v>43755</c:v>
                </c:pt>
                <c:pt idx="874">
                  <c:v>43756</c:v>
                </c:pt>
                <c:pt idx="875">
                  <c:v>43757</c:v>
                </c:pt>
                <c:pt idx="876">
                  <c:v>43758</c:v>
                </c:pt>
                <c:pt idx="877">
                  <c:v>43759</c:v>
                </c:pt>
                <c:pt idx="878">
                  <c:v>43760</c:v>
                </c:pt>
                <c:pt idx="879">
                  <c:v>43761</c:v>
                </c:pt>
                <c:pt idx="880">
                  <c:v>43762</c:v>
                </c:pt>
                <c:pt idx="881">
                  <c:v>43763</c:v>
                </c:pt>
                <c:pt idx="882">
                  <c:v>43764</c:v>
                </c:pt>
                <c:pt idx="883">
                  <c:v>43765</c:v>
                </c:pt>
                <c:pt idx="884">
                  <c:v>43766</c:v>
                </c:pt>
                <c:pt idx="885">
                  <c:v>43767</c:v>
                </c:pt>
                <c:pt idx="886">
                  <c:v>43768</c:v>
                </c:pt>
                <c:pt idx="887">
                  <c:v>43769</c:v>
                </c:pt>
                <c:pt idx="888">
                  <c:v>43770</c:v>
                </c:pt>
                <c:pt idx="889">
                  <c:v>43771</c:v>
                </c:pt>
                <c:pt idx="890">
                  <c:v>43772</c:v>
                </c:pt>
                <c:pt idx="891">
                  <c:v>43773</c:v>
                </c:pt>
                <c:pt idx="892">
                  <c:v>43774</c:v>
                </c:pt>
                <c:pt idx="893">
                  <c:v>43775</c:v>
                </c:pt>
                <c:pt idx="894">
                  <c:v>43776</c:v>
                </c:pt>
                <c:pt idx="895">
                  <c:v>43777</c:v>
                </c:pt>
                <c:pt idx="896">
                  <c:v>43778</c:v>
                </c:pt>
                <c:pt idx="897">
                  <c:v>43779</c:v>
                </c:pt>
                <c:pt idx="898">
                  <c:v>43780</c:v>
                </c:pt>
                <c:pt idx="899">
                  <c:v>43781</c:v>
                </c:pt>
                <c:pt idx="900">
                  <c:v>43782</c:v>
                </c:pt>
                <c:pt idx="901">
                  <c:v>43783</c:v>
                </c:pt>
                <c:pt idx="902">
                  <c:v>43784</c:v>
                </c:pt>
                <c:pt idx="903">
                  <c:v>43785</c:v>
                </c:pt>
                <c:pt idx="904">
                  <c:v>43786</c:v>
                </c:pt>
                <c:pt idx="905">
                  <c:v>43787</c:v>
                </c:pt>
                <c:pt idx="906">
                  <c:v>43788</c:v>
                </c:pt>
                <c:pt idx="907">
                  <c:v>43789</c:v>
                </c:pt>
                <c:pt idx="908">
                  <c:v>43790</c:v>
                </c:pt>
                <c:pt idx="909">
                  <c:v>43791</c:v>
                </c:pt>
                <c:pt idx="910">
                  <c:v>43792</c:v>
                </c:pt>
                <c:pt idx="911">
                  <c:v>43793</c:v>
                </c:pt>
                <c:pt idx="912">
                  <c:v>43794</c:v>
                </c:pt>
                <c:pt idx="913">
                  <c:v>43795</c:v>
                </c:pt>
                <c:pt idx="914">
                  <c:v>43796</c:v>
                </c:pt>
                <c:pt idx="915">
                  <c:v>43797</c:v>
                </c:pt>
                <c:pt idx="916">
                  <c:v>43798</c:v>
                </c:pt>
                <c:pt idx="917">
                  <c:v>43799</c:v>
                </c:pt>
                <c:pt idx="918">
                  <c:v>43800</c:v>
                </c:pt>
                <c:pt idx="919">
                  <c:v>43801</c:v>
                </c:pt>
                <c:pt idx="920">
                  <c:v>43802</c:v>
                </c:pt>
                <c:pt idx="921">
                  <c:v>43803</c:v>
                </c:pt>
                <c:pt idx="922">
                  <c:v>43804</c:v>
                </c:pt>
                <c:pt idx="923">
                  <c:v>43805</c:v>
                </c:pt>
                <c:pt idx="924">
                  <c:v>43806</c:v>
                </c:pt>
                <c:pt idx="925">
                  <c:v>43807</c:v>
                </c:pt>
                <c:pt idx="926">
                  <c:v>43808</c:v>
                </c:pt>
                <c:pt idx="927">
                  <c:v>43809</c:v>
                </c:pt>
                <c:pt idx="928">
                  <c:v>43810</c:v>
                </c:pt>
                <c:pt idx="929">
                  <c:v>43811</c:v>
                </c:pt>
                <c:pt idx="930">
                  <c:v>43812</c:v>
                </c:pt>
                <c:pt idx="931">
                  <c:v>43813</c:v>
                </c:pt>
                <c:pt idx="932">
                  <c:v>43814</c:v>
                </c:pt>
                <c:pt idx="933">
                  <c:v>43815</c:v>
                </c:pt>
                <c:pt idx="934">
                  <c:v>43816</c:v>
                </c:pt>
                <c:pt idx="935">
                  <c:v>43817</c:v>
                </c:pt>
                <c:pt idx="936">
                  <c:v>43818</c:v>
                </c:pt>
                <c:pt idx="937">
                  <c:v>43819</c:v>
                </c:pt>
                <c:pt idx="938">
                  <c:v>43820</c:v>
                </c:pt>
                <c:pt idx="939">
                  <c:v>43821</c:v>
                </c:pt>
                <c:pt idx="940">
                  <c:v>43822</c:v>
                </c:pt>
                <c:pt idx="941">
                  <c:v>43823</c:v>
                </c:pt>
                <c:pt idx="942">
                  <c:v>43824</c:v>
                </c:pt>
                <c:pt idx="943">
                  <c:v>43825</c:v>
                </c:pt>
                <c:pt idx="944">
                  <c:v>43826</c:v>
                </c:pt>
                <c:pt idx="945">
                  <c:v>43827</c:v>
                </c:pt>
                <c:pt idx="946">
                  <c:v>43828</c:v>
                </c:pt>
                <c:pt idx="947">
                  <c:v>43829</c:v>
                </c:pt>
                <c:pt idx="948">
                  <c:v>43830</c:v>
                </c:pt>
                <c:pt idx="949">
                  <c:v>43831</c:v>
                </c:pt>
                <c:pt idx="950">
                  <c:v>43832</c:v>
                </c:pt>
                <c:pt idx="951">
                  <c:v>43833</c:v>
                </c:pt>
                <c:pt idx="952">
                  <c:v>43834</c:v>
                </c:pt>
                <c:pt idx="953">
                  <c:v>43835</c:v>
                </c:pt>
                <c:pt idx="954">
                  <c:v>43836</c:v>
                </c:pt>
                <c:pt idx="955">
                  <c:v>43837</c:v>
                </c:pt>
                <c:pt idx="956">
                  <c:v>43838</c:v>
                </c:pt>
                <c:pt idx="957">
                  <c:v>43839</c:v>
                </c:pt>
                <c:pt idx="958">
                  <c:v>43840</c:v>
                </c:pt>
                <c:pt idx="959">
                  <c:v>43841</c:v>
                </c:pt>
                <c:pt idx="960">
                  <c:v>43842</c:v>
                </c:pt>
                <c:pt idx="961">
                  <c:v>43843</c:v>
                </c:pt>
                <c:pt idx="962">
                  <c:v>43844</c:v>
                </c:pt>
                <c:pt idx="963">
                  <c:v>43845</c:v>
                </c:pt>
                <c:pt idx="964">
                  <c:v>43846</c:v>
                </c:pt>
                <c:pt idx="965">
                  <c:v>43847</c:v>
                </c:pt>
                <c:pt idx="966">
                  <c:v>43848</c:v>
                </c:pt>
                <c:pt idx="967">
                  <c:v>43849</c:v>
                </c:pt>
                <c:pt idx="968">
                  <c:v>43850</c:v>
                </c:pt>
                <c:pt idx="969">
                  <c:v>43851</c:v>
                </c:pt>
                <c:pt idx="970">
                  <c:v>43852</c:v>
                </c:pt>
                <c:pt idx="971">
                  <c:v>43853</c:v>
                </c:pt>
                <c:pt idx="972">
                  <c:v>43854</c:v>
                </c:pt>
                <c:pt idx="973">
                  <c:v>43855</c:v>
                </c:pt>
                <c:pt idx="974">
                  <c:v>43856</c:v>
                </c:pt>
                <c:pt idx="975">
                  <c:v>43857</c:v>
                </c:pt>
                <c:pt idx="976">
                  <c:v>43858</c:v>
                </c:pt>
                <c:pt idx="977">
                  <c:v>43859</c:v>
                </c:pt>
                <c:pt idx="978">
                  <c:v>43860</c:v>
                </c:pt>
                <c:pt idx="979">
                  <c:v>43861</c:v>
                </c:pt>
                <c:pt idx="980">
                  <c:v>43862</c:v>
                </c:pt>
                <c:pt idx="981">
                  <c:v>43863</c:v>
                </c:pt>
                <c:pt idx="982">
                  <c:v>43864</c:v>
                </c:pt>
                <c:pt idx="983">
                  <c:v>43865</c:v>
                </c:pt>
                <c:pt idx="984">
                  <c:v>43866</c:v>
                </c:pt>
                <c:pt idx="985">
                  <c:v>43867</c:v>
                </c:pt>
                <c:pt idx="986">
                  <c:v>43868</c:v>
                </c:pt>
                <c:pt idx="987">
                  <c:v>43869</c:v>
                </c:pt>
                <c:pt idx="988">
                  <c:v>43870</c:v>
                </c:pt>
                <c:pt idx="989">
                  <c:v>43871</c:v>
                </c:pt>
                <c:pt idx="990">
                  <c:v>43872</c:v>
                </c:pt>
                <c:pt idx="991">
                  <c:v>43873</c:v>
                </c:pt>
                <c:pt idx="992">
                  <c:v>43874</c:v>
                </c:pt>
                <c:pt idx="993">
                  <c:v>43875</c:v>
                </c:pt>
                <c:pt idx="994">
                  <c:v>43876</c:v>
                </c:pt>
                <c:pt idx="995">
                  <c:v>43877</c:v>
                </c:pt>
                <c:pt idx="996">
                  <c:v>43878</c:v>
                </c:pt>
                <c:pt idx="997">
                  <c:v>43879</c:v>
                </c:pt>
                <c:pt idx="998">
                  <c:v>43880</c:v>
                </c:pt>
                <c:pt idx="999">
                  <c:v>43881</c:v>
                </c:pt>
                <c:pt idx="1000">
                  <c:v>43882</c:v>
                </c:pt>
                <c:pt idx="1001">
                  <c:v>43883</c:v>
                </c:pt>
                <c:pt idx="1002">
                  <c:v>43884</c:v>
                </c:pt>
                <c:pt idx="1003">
                  <c:v>43885</c:v>
                </c:pt>
                <c:pt idx="1004">
                  <c:v>43886</c:v>
                </c:pt>
                <c:pt idx="1005">
                  <c:v>43887</c:v>
                </c:pt>
                <c:pt idx="1006">
                  <c:v>43888</c:v>
                </c:pt>
                <c:pt idx="1007">
                  <c:v>43889</c:v>
                </c:pt>
                <c:pt idx="1008">
                  <c:v>43890</c:v>
                </c:pt>
                <c:pt idx="1009">
                  <c:v>43891</c:v>
                </c:pt>
                <c:pt idx="1010">
                  <c:v>43892</c:v>
                </c:pt>
                <c:pt idx="1011">
                  <c:v>43893</c:v>
                </c:pt>
                <c:pt idx="1012">
                  <c:v>43894</c:v>
                </c:pt>
                <c:pt idx="1013">
                  <c:v>43895</c:v>
                </c:pt>
                <c:pt idx="1014">
                  <c:v>43896</c:v>
                </c:pt>
                <c:pt idx="1015">
                  <c:v>43897</c:v>
                </c:pt>
                <c:pt idx="1016">
                  <c:v>43898</c:v>
                </c:pt>
                <c:pt idx="1017">
                  <c:v>43899</c:v>
                </c:pt>
                <c:pt idx="1018">
                  <c:v>43900</c:v>
                </c:pt>
                <c:pt idx="1019">
                  <c:v>43901</c:v>
                </c:pt>
                <c:pt idx="1020">
                  <c:v>43902</c:v>
                </c:pt>
                <c:pt idx="1021">
                  <c:v>43903</c:v>
                </c:pt>
                <c:pt idx="1022">
                  <c:v>43904</c:v>
                </c:pt>
                <c:pt idx="1023">
                  <c:v>43905</c:v>
                </c:pt>
                <c:pt idx="1024">
                  <c:v>43906</c:v>
                </c:pt>
                <c:pt idx="1025">
                  <c:v>43907</c:v>
                </c:pt>
                <c:pt idx="1026">
                  <c:v>43908</c:v>
                </c:pt>
                <c:pt idx="1027">
                  <c:v>43909</c:v>
                </c:pt>
                <c:pt idx="1028">
                  <c:v>43910</c:v>
                </c:pt>
                <c:pt idx="1029">
                  <c:v>43911</c:v>
                </c:pt>
                <c:pt idx="1030">
                  <c:v>43912</c:v>
                </c:pt>
                <c:pt idx="1031">
                  <c:v>43913</c:v>
                </c:pt>
                <c:pt idx="1032">
                  <c:v>43914</c:v>
                </c:pt>
                <c:pt idx="1033">
                  <c:v>43915</c:v>
                </c:pt>
                <c:pt idx="1034">
                  <c:v>43916</c:v>
                </c:pt>
                <c:pt idx="1035">
                  <c:v>43917</c:v>
                </c:pt>
                <c:pt idx="1036">
                  <c:v>43918</c:v>
                </c:pt>
                <c:pt idx="1037">
                  <c:v>43919</c:v>
                </c:pt>
                <c:pt idx="1038">
                  <c:v>43920</c:v>
                </c:pt>
                <c:pt idx="1039">
                  <c:v>43921</c:v>
                </c:pt>
                <c:pt idx="1040">
                  <c:v>43922</c:v>
                </c:pt>
                <c:pt idx="1041">
                  <c:v>43923</c:v>
                </c:pt>
                <c:pt idx="1042">
                  <c:v>43924</c:v>
                </c:pt>
                <c:pt idx="1043">
                  <c:v>43925</c:v>
                </c:pt>
                <c:pt idx="1044">
                  <c:v>43926</c:v>
                </c:pt>
                <c:pt idx="1045">
                  <c:v>43927</c:v>
                </c:pt>
                <c:pt idx="1046">
                  <c:v>43928</c:v>
                </c:pt>
                <c:pt idx="1047">
                  <c:v>43929</c:v>
                </c:pt>
                <c:pt idx="1048">
                  <c:v>43930</c:v>
                </c:pt>
                <c:pt idx="1049">
                  <c:v>43931</c:v>
                </c:pt>
                <c:pt idx="1050">
                  <c:v>43932</c:v>
                </c:pt>
                <c:pt idx="1051">
                  <c:v>43933</c:v>
                </c:pt>
                <c:pt idx="1052">
                  <c:v>43934</c:v>
                </c:pt>
                <c:pt idx="1053">
                  <c:v>43935</c:v>
                </c:pt>
                <c:pt idx="1054">
                  <c:v>43936</c:v>
                </c:pt>
                <c:pt idx="1055">
                  <c:v>43937</c:v>
                </c:pt>
                <c:pt idx="1056">
                  <c:v>43938</c:v>
                </c:pt>
                <c:pt idx="1057">
                  <c:v>43939</c:v>
                </c:pt>
                <c:pt idx="1058">
                  <c:v>43940</c:v>
                </c:pt>
                <c:pt idx="1059">
                  <c:v>43941</c:v>
                </c:pt>
                <c:pt idx="1060">
                  <c:v>43942</c:v>
                </c:pt>
                <c:pt idx="1061">
                  <c:v>43943</c:v>
                </c:pt>
                <c:pt idx="1062">
                  <c:v>43944</c:v>
                </c:pt>
                <c:pt idx="1063">
                  <c:v>43945</c:v>
                </c:pt>
                <c:pt idx="1064">
                  <c:v>43946</c:v>
                </c:pt>
                <c:pt idx="1065">
                  <c:v>43947</c:v>
                </c:pt>
                <c:pt idx="1066">
                  <c:v>43948</c:v>
                </c:pt>
                <c:pt idx="1067">
                  <c:v>43949</c:v>
                </c:pt>
                <c:pt idx="1068">
                  <c:v>43950</c:v>
                </c:pt>
                <c:pt idx="1069">
                  <c:v>43951</c:v>
                </c:pt>
                <c:pt idx="1070">
                  <c:v>43952</c:v>
                </c:pt>
                <c:pt idx="1071">
                  <c:v>43953</c:v>
                </c:pt>
                <c:pt idx="1072">
                  <c:v>43954</c:v>
                </c:pt>
                <c:pt idx="1073">
                  <c:v>43955</c:v>
                </c:pt>
                <c:pt idx="1074">
                  <c:v>43956</c:v>
                </c:pt>
                <c:pt idx="1075">
                  <c:v>43957</c:v>
                </c:pt>
                <c:pt idx="1076">
                  <c:v>43958</c:v>
                </c:pt>
                <c:pt idx="1077">
                  <c:v>43959</c:v>
                </c:pt>
                <c:pt idx="1078">
                  <c:v>43960</c:v>
                </c:pt>
                <c:pt idx="1079">
                  <c:v>43961</c:v>
                </c:pt>
                <c:pt idx="1080">
                  <c:v>43962</c:v>
                </c:pt>
                <c:pt idx="1081">
                  <c:v>43963</c:v>
                </c:pt>
                <c:pt idx="1082">
                  <c:v>43964</c:v>
                </c:pt>
                <c:pt idx="1083">
                  <c:v>43965</c:v>
                </c:pt>
                <c:pt idx="1084">
                  <c:v>43966</c:v>
                </c:pt>
                <c:pt idx="1085">
                  <c:v>43967</c:v>
                </c:pt>
                <c:pt idx="1086">
                  <c:v>43968</c:v>
                </c:pt>
                <c:pt idx="1087">
                  <c:v>43969</c:v>
                </c:pt>
                <c:pt idx="1088">
                  <c:v>43970</c:v>
                </c:pt>
                <c:pt idx="1089">
                  <c:v>43971</c:v>
                </c:pt>
                <c:pt idx="1090">
                  <c:v>43972</c:v>
                </c:pt>
                <c:pt idx="1091">
                  <c:v>43973</c:v>
                </c:pt>
                <c:pt idx="1092">
                  <c:v>43974</c:v>
                </c:pt>
                <c:pt idx="1093">
                  <c:v>43975</c:v>
                </c:pt>
                <c:pt idx="1094">
                  <c:v>43976</c:v>
                </c:pt>
                <c:pt idx="1095">
                  <c:v>43977</c:v>
                </c:pt>
                <c:pt idx="1096">
                  <c:v>43978</c:v>
                </c:pt>
                <c:pt idx="1097">
                  <c:v>43979</c:v>
                </c:pt>
                <c:pt idx="1098">
                  <c:v>43980</c:v>
                </c:pt>
                <c:pt idx="1099">
                  <c:v>43981</c:v>
                </c:pt>
                <c:pt idx="1100">
                  <c:v>43982</c:v>
                </c:pt>
                <c:pt idx="1101">
                  <c:v>43983</c:v>
                </c:pt>
                <c:pt idx="1102">
                  <c:v>43984</c:v>
                </c:pt>
                <c:pt idx="1103">
                  <c:v>43985</c:v>
                </c:pt>
                <c:pt idx="1104">
                  <c:v>43986</c:v>
                </c:pt>
                <c:pt idx="1105">
                  <c:v>43987</c:v>
                </c:pt>
                <c:pt idx="1106">
                  <c:v>43988</c:v>
                </c:pt>
                <c:pt idx="1107">
                  <c:v>43989</c:v>
                </c:pt>
                <c:pt idx="1108">
                  <c:v>43990</c:v>
                </c:pt>
                <c:pt idx="1109">
                  <c:v>43991</c:v>
                </c:pt>
                <c:pt idx="1110">
                  <c:v>43992</c:v>
                </c:pt>
                <c:pt idx="1111">
                  <c:v>43993</c:v>
                </c:pt>
                <c:pt idx="1112">
                  <c:v>43994</c:v>
                </c:pt>
                <c:pt idx="1113">
                  <c:v>43995</c:v>
                </c:pt>
                <c:pt idx="1114">
                  <c:v>43996</c:v>
                </c:pt>
                <c:pt idx="1115">
                  <c:v>43997</c:v>
                </c:pt>
                <c:pt idx="1116">
                  <c:v>43998</c:v>
                </c:pt>
                <c:pt idx="1117">
                  <c:v>43999</c:v>
                </c:pt>
                <c:pt idx="1118">
                  <c:v>44000</c:v>
                </c:pt>
                <c:pt idx="1119">
                  <c:v>44001</c:v>
                </c:pt>
                <c:pt idx="1120">
                  <c:v>44002</c:v>
                </c:pt>
                <c:pt idx="1121">
                  <c:v>44003</c:v>
                </c:pt>
                <c:pt idx="1122">
                  <c:v>44004</c:v>
                </c:pt>
                <c:pt idx="1123">
                  <c:v>44005</c:v>
                </c:pt>
                <c:pt idx="1124">
                  <c:v>44006</c:v>
                </c:pt>
                <c:pt idx="1125">
                  <c:v>44007</c:v>
                </c:pt>
                <c:pt idx="1126">
                  <c:v>44008</c:v>
                </c:pt>
                <c:pt idx="1127">
                  <c:v>44009</c:v>
                </c:pt>
                <c:pt idx="1128">
                  <c:v>44010</c:v>
                </c:pt>
                <c:pt idx="1129">
                  <c:v>44011</c:v>
                </c:pt>
                <c:pt idx="1130">
                  <c:v>44012</c:v>
                </c:pt>
                <c:pt idx="1131">
                  <c:v>44013</c:v>
                </c:pt>
                <c:pt idx="1132">
                  <c:v>44014</c:v>
                </c:pt>
                <c:pt idx="1133">
                  <c:v>44015</c:v>
                </c:pt>
                <c:pt idx="1134">
                  <c:v>44016</c:v>
                </c:pt>
                <c:pt idx="1135">
                  <c:v>44017</c:v>
                </c:pt>
                <c:pt idx="1136">
                  <c:v>44018</c:v>
                </c:pt>
                <c:pt idx="1137">
                  <c:v>44019</c:v>
                </c:pt>
                <c:pt idx="1138">
                  <c:v>44020</c:v>
                </c:pt>
                <c:pt idx="1139">
                  <c:v>44021</c:v>
                </c:pt>
                <c:pt idx="1140">
                  <c:v>44022</c:v>
                </c:pt>
                <c:pt idx="1141">
                  <c:v>44023</c:v>
                </c:pt>
                <c:pt idx="1142">
                  <c:v>44024</c:v>
                </c:pt>
                <c:pt idx="1143">
                  <c:v>44025</c:v>
                </c:pt>
                <c:pt idx="1144">
                  <c:v>44026</c:v>
                </c:pt>
                <c:pt idx="1145">
                  <c:v>44027</c:v>
                </c:pt>
                <c:pt idx="1146">
                  <c:v>44028</c:v>
                </c:pt>
                <c:pt idx="1147">
                  <c:v>44029</c:v>
                </c:pt>
                <c:pt idx="1148">
                  <c:v>44030</c:v>
                </c:pt>
                <c:pt idx="1149">
                  <c:v>44031</c:v>
                </c:pt>
                <c:pt idx="1150">
                  <c:v>44032</c:v>
                </c:pt>
                <c:pt idx="1151">
                  <c:v>44033</c:v>
                </c:pt>
                <c:pt idx="1152">
                  <c:v>44034</c:v>
                </c:pt>
                <c:pt idx="1153">
                  <c:v>44035</c:v>
                </c:pt>
                <c:pt idx="1154">
                  <c:v>44036</c:v>
                </c:pt>
                <c:pt idx="1155">
                  <c:v>44037</c:v>
                </c:pt>
                <c:pt idx="1156">
                  <c:v>44038</c:v>
                </c:pt>
                <c:pt idx="1157">
                  <c:v>44039</c:v>
                </c:pt>
                <c:pt idx="1158">
                  <c:v>44040</c:v>
                </c:pt>
                <c:pt idx="1159">
                  <c:v>44041</c:v>
                </c:pt>
                <c:pt idx="1160">
                  <c:v>44042</c:v>
                </c:pt>
                <c:pt idx="1161">
                  <c:v>44043</c:v>
                </c:pt>
                <c:pt idx="1162">
                  <c:v>44044</c:v>
                </c:pt>
                <c:pt idx="1163">
                  <c:v>44045</c:v>
                </c:pt>
                <c:pt idx="1164">
                  <c:v>44046</c:v>
                </c:pt>
                <c:pt idx="1165">
                  <c:v>44047</c:v>
                </c:pt>
                <c:pt idx="1166">
                  <c:v>44048</c:v>
                </c:pt>
                <c:pt idx="1167">
                  <c:v>44049</c:v>
                </c:pt>
                <c:pt idx="1168">
                  <c:v>44050</c:v>
                </c:pt>
                <c:pt idx="1169">
                  <c:v>44051</c:v>
                </c:pt>
                <c:pt idx="1170">
                  <c:v>44052</c:v>
                </c:pt>
                <c:pt idx="1171">
                  <c:v>44053</c:v>
                </c:pt>
                <c:pt idx="1172">
                  <c:v>44054</c:v>
                </c:pt>
                <c:pt idx="1173">
                  <c:v>44055</c:v>
                </c:pt>
                <c:pt idx="1174">
                  <c:v>44056</c:v>
                </c:pt>
                <c:pt idx="1175">
                  <c:v>44057</c:v>
                </c:pt>
                <c:pt idx="1176">
                  <c:v>44058</c:v>
                </c:pt>
                <c:pt idx="1177">
                  <c:v>44059</c:v>
                </c:pt>
                <c:pt idx="1178">
                  <c:v>44060</c:v>
                </c:pt>
                <c:pt idx="1179">
                  <c:v>44061</c:v>
                </c:pt>
                <c:pt idx="1180">
                  <c:v>44062</c:v>
                </c:pt>
                <c:pt idx="1181">
                  <c:v>44063</c:v>
                </c:pt>
                <c:pt idx="1182">
                  <c:v>44064</c:v>
                </c:pt>
                <c:pt idx="1183">
                  <c:v>44065</c:v>
                </c:pt>
                <c:pt idx="1184">
                  <c:v>44066</c:v>
                </c:pt>
                <c:pt idx="1185">
                  <c:v>44067</c:v>
                </c:pt>
                <c:pt idx="1186">
                  <c:v>44068</c:v>
                </c:pt>
                <c:pt idx="1187">
                  <c:v>44069</c:v>
                </c:pt>
                <c:pt idx="1188">
                  <c:v>44070</c:v>
                </c:pt>
                <c:pt idx="1189">
                  <c:v>44071</c:v>
                </c:pt>
                <c:pt idx="1190">
                  <c:v>44072</c:v>
                </c:pt>
                <c:pt idx="1191">
                  <c:v>44073</c:v>
                </c:pt>
                <c:pt idx="1192">
                  <c:v>44074</c:v>
                </c:pt>
                <c:pt idx="1193">
                  <c:v>44075</c:v>
                </c:pt>
                <c:pt idx="1194">
                  <c:v>44076</c:v>
                </c:pt>
                <c:pt idx="1195">
                  <c:v>44077</c:v>
                </c:pt>
                <c:pt idx="1196">
                  <c:v>44078</c:v>
                </c:pt>
                <c:pt idx="1197">
                  <c:v>44079</c:v>
                </c:pt>
                <c:pt idx="1198">
                  <c:v>44080</c:v>
                </c:pt>
                <c:pt idx="1199">
                  <c:v>44081</c:v>
                </c:pt>
                <c:pt idx="1200">
                  <c:v>44082</c:v>
                </c:pt>
                <c:pt idx="1201">
                  <c:v>44083</c:v>
                </c:pt>
                <c:pt idx="1202">
                  <c:v>44084</c:v>
                </c:pt>
                <c:pt idx="1203">
                  <c:v>44085</c:v>
                </c:pt>
                <c:pt idx="1204">
                  <c:v>44086</c:v>
                </c:pt>
                <c:pt idx="1205">
                  <c:v>44087</c:v>
                </c:pt>
                <c:pt idx="1206">
                  <c:v>44088</c:v>
                </c:pt>
                <c:pt idx="1207">
                  <c:v>44089</c:v>
                </c:pt>
                <c:pt idx="1208">
                  <c:v>44090</c:v>
                </c:pt>
                <c:pt idx="1209">
                  <c:v>44091</c:v>
                </c:pt>
                <c:pt idx="1210">
                  <c:v>44092</c:v>
                </c:pt>
                <c:pt idx="1211">
                  <c:v>44093</c:v>
                </c:pt>
                <c:pt idx="1212">
                  <c:v>44094</c:v>
                </c:pt>
                <c:pt idx="1213">
                  <c:v>44095</c:v>
                </c:pt>
                <c:pt idx="1214">
                  <c:v>44096</c:v>
                </c:pt>
                <c:pt idx="1215">
                  <c:v>44097</c:v>
                </c:pt>
                <c:pt idx="1216">
                  <c:v>44098</c:v>
                </c:pt>
                <c:pt idx="1217">
                  <c:v>44099</c:v>
                </c:pt>
                <c:pt idx="1218">
                  <c:v>44100</c:v>
                </c:pt>
                <c:pt idx="1219">
                  <c:v>44101</c:v>
                </c:pt>
                <c:pt idx="1220">
                  <c:v>44102</c:v>
                </c:pt>
                <c:pt idx="1221">
                  <c:v>44103</c:v>
                </c:pt>
                <c:pt idx="1222">
                  <c:v>44104</c:v>
                </c:pt>
                <c:pt idx="1223">
                  <c:v>44105</c:v>
                </c:pt>
                <c:pt idx="1224">
                  <c:v>44106</c:v>
                </c:pt>
                <c:pt idx="1225">
                  <c:v>44107</c:v>
                </c:pt>
                <c:pt idx="1226">
                  <c:v>44108</c:v>
                </c:pt>
                <c:pt idx="1227">
                  <c:v>44109</c:v>
                </c:pt>
                <c:pt idx="1228">
                  <c:v>44110</c:v>
                </c:pt>
                <c:pt idx="1229">
                  <c:v>44111</c:v>
                </c:pt>
                <c:pt idx="1230">
                  <c:v>44112</c:v>
                </c:pt>
                <c:pt idx="1231">
                  <c:v>44113</c:v>
                </c:pt>
                <c:pt idx="1232">
                  <c:v>44114</c:v>
                </c:pt>
                <c:pt idx="1233">
                  <c:v>44115</c:v>
                </c:pt>
                <c:pt idx="1234">
                  <c:v>44116</c:v>
                </c:pt>
                <c:pt idx="1235">
                  <c:v>44117</c:v>
                </c:pt>
                <c:pt idx="1236">
                  <c:v>44118</c:v>
                </c:pt>
                <c:pt idx="1237">
                  <c:v>44119</c:v>
                </c:pt>
                <c:pt idx="1238">
                  <c:v>44120</c:v>
                </c:pt>
                <c:pt idx="1239">
                  <c:v>44121</c:v>
                </c:pt>
                <c:pt idx="1240">
                  <c:v>44122</c:v>
                </c:pt>
                <c:pt idx="1241">
                  <c:v>44123</c:v>
                </c:pt>
                <c:pt idx="1242">
                  <c:v>44124</c:v>
                </c:pt>
                <c:pt idx="1243">
                  <c:v>44125</c:v>
                </c:pt>
                <c:pt idx="1244">
                  <c:v>44126</c:v>
                </c:pt>
                <c:pt idx="1245">
                  <c:v>44127</c:v>
                </c:pt>
                <c:pt idx="1246">
                  <c:v>44128</c:v>
                </c:pt>
                <c:pt idx="1247">
                  <c:v>44129</c:v>
                </c:pt>
                <c:pt idx="1248">
                  <c:v>44130</c:v>
                </c:pt>
                <c:pt idx="1249">
                  <c:v>44131</c:v>
                </c:pt>
                <c:pt idx="1250">
                  <c:v>44132</c:v>
                </c:pt>
                <c:pt idx="1251">
                  <c:v>44133</c:v>
                </c:pt>
                <c:pt idx="1252">
                  <c:v>44134</c:v>
                </c:pt>
                <c:pt idx="1253">
                  <c:v>44135</c:v>
                </c:pt>
                <c:pt idx="1254">
                  <c:v>44136</c:v>
                </c:pt>
                <c:pt idx="1255">
                  <c:v>44137</c:v>
                </c:pt>
                <c:pt idx="1256">
                  <c:v>44138</c:v>
                </c:pt>
                <c:pt idx="1257">
                  <c:v>44139</c:v>
                </c:pt>
                <c:pt idx="1258">
                  <c:v>44140</c:v>
                </c:pt>
                <c:pt idx="1259">
                  <c:v>44141</c:v>
                </c:pt>
                <c:pt idx="1260">
                  <c:v>44142</c:v>
                </c:pt>
                <c:pt idx="1261">
                  <c:v>44143</c:v>
                </c:pt>
                <c:pt idx="1262">
                  <c:v>44144</c:v>
                </c:pt>
                <c:pt idx="1263">
                  <c:v>44145</c:v>
                </c:pt>
                <c:pt idx="1264">
                  <c:v>44146</c:v>
                </c:pt>
                <c:pt idx="1265">
                  <c:v>44147</c:v>
                </c:pt>
                <c:pt idx="1266">
                  <c:v>44148</c:v>
                </c:pt>
                <c:pt idx="1267">
                  <c:v>44149</c:v>
                </c:pt>
                <c:pt idx="1268">
                  <c:v>44150</c:v>
                </c:pt>
                <c:pt idx="1269">
                  <c:v>44151</c:v>
                </c:pt>
                <c:pt idx="1270">
                  <c:v>44152</c:v>
                </c:pt>
                <c:pt idx="1271">
                  <c:v>44153</c:v>
                </c:pt>
                <c:pt idx="1272">
                  <c:v>44154</c:v>
                </c:pt>
                <c:pt idx="1273">
                  <c:v>44155</c:v>
                </c:pt>
                <c:pt idx="1274">
                  <c:v>44156</c:v>
                </c:pt>
                <c:pt idx="1275">
                  <c:v>44157</c:v>
                </c:pt>
                <c:pt idx="1276">
                  <c:v>44158</c:v>
                </c:pt>
                <c:pt idx="1277">
                  <c:v>44159</c:v>
                </c:pt>
                <c:pt idx="1278">
                  <c:v>44160</c:v>
                </c:pt>
                <c:pt idx="1279">
                  <c:v>44161</c:v>
                </c:pt>
                <c:pt idx="1280">
                  <c:v>44162</c:v>
                </c:pt>
                <c:pt idx="1281">
                  <c:v>44163</c:v>
                </c:pt>
                <c:pt idx="1282">
                  <c:v>44164</c:v>
                </c:pt>
                <c:pt idx="1283">
                  <c:v>44165</c:v>
                </c:pt>
                <c:pt idx="1284">
                  <c:v>44166</c:v>
                </c:pt>
                <c:pt idx="1285">
                  <c:v>44167</c:v>
                </c:pt>
                <c:pt idx="1286">
                  <c:v>44168</c:v>
                </c:pt>
                <c:pt idx="1287">
                  <c:v>44169</c:v>
                </c:pt>
                <c:pt idx="1288">
                  <c:v>44170</c:v>
                </c:pt>
                <c:pt idx="1289">
                  <c:v>44171</c:v>
                </c:pt>
                <c:pt idx="1290">
                  <c:v>44172</c:v>
                </c:pt>
                <c:pt idx="1291">
                  <c:v>44173</c:v>
                </c:pt>
                <c:pt idx="1292">
                  <c:v>44174</c:v>
                </c:pt>
                <c:pt idx="1293">
                  <c:v>44175</c:v>
                </c:pt>
                <c:pt idx="1294">
                  <c:v>44176</c:v>
                </c:pt>
                <c:pt idx="1295">
                  <c:v>44177</c:v>
                </c:pt>
                <c:pt idx="1296">
                  <c:v>44178</c:v>
                </c:pt>
                <c:pt idx="1297">
                  <c:v>44179</c:v>
                </c:pt>
                <c:pt idx="1298">
                  <c:v>44180</c:v>
                </c:pt>
                <c:pt idx="1299">
                  <c:v>44181</c:v>
                </c:pt>
                <c:pt idx="1300">
                  <c:v>44182</c:v>
                </c:pt>
                <c:pt idx="1301">
                  <c:v>44183</c:v>
                </c:pt>
                <c:pt idx="1302">
                  <c:v>44184</c:v>
                </c:pt>
                <c:pt idx="1303">
                  <c:v>44185</c:v>
                </c:pt>
                <c:pt idx="1304">
                  <c:v>44186</c:v>
                </c:pt>
                <c:pt idx="1305">
                  <c:v>44187</c:v>
                </c:pt>
                <c:pt idx="1306">
                  <c:v>44188</c:v>
                </c:pt>
                <c:pt idx="1307">
                  <c:v>44189</c:v>
                </c:pt>
                <c:pt idx="1308">
                  <c:v>44190</c:v>
                </c:pt>
                <c:pt idx="1309">
                  <c:v>44191</c:v>
                </c:pt>
                <c:pt idx="1310">
                  <c:v>44192</c:v>
                </c:pt>
                <c:pt idx="1311">
                  <c:v>44193</c:v>
                </c:pt>
                <c:pt idx="1312">
                  <c:v>44194</c:v>
                </c:pt>
                <c:pt idx="1313">
                  <c:v>44195</c:v>
                </c:pt>
                <c:pt idx="1314">
                  <c:v>44196</c:v>
                </c:pt>
                <c:pt idx="1315">
                  <c:v>44197</c:v>
                </c:pt>
                <c:pt idx="1316">
                  <c:v>44198</c:v>
                </c:pt>
                <c:pt idx="1317">
                  <c:v>44199</c:v>
                </c:pt>
                <c:pt idx="1318">
                  <c:v>44200</c:v>
                </c:pt>
                <c:pt idx="1319">
                  <c:v>44201</c:v>
                </c:pt>
                <c:pt idx="1320">
                  <c:v>44202</c:v>
                </c:pt>
                <c:pt idx="1321">
                  <c:v>44203</c:v>
                </c:pt>
                <c:pt idx="1322">
                  <c:v>44204</c:v>
                </c:pt>
                <c:pt idx="1323">
                  <c:v>44205</c:v>
                </c:pt>
                <c:pt idx="1324">
                  <c:v>44206</c:v>
                </c:pt>
                <c:pt idx="1325">
                  <c:v>44207</c:v>
                </c:pt>
                <c:pt idx="1326">
                  <c:v>44208</c:v>
                </c:pt>
                <c:pt idx="1327">
                  <c:v>44209</c:v>
                </c:pt>
                <c:pt idx="1328">
                  <c:v>44210</c:v>
                </c:pt>
                <c:pt idx="1329">
                  <c:v>44211</c:v>
                </c:pt>
                <c:pt idx="1330">
                  <c:v>44212</c:v>
                </c:pt>
                <c:pt idx="1331">
                  <c:v>44213</c:v>
                </c:pt>
                <c:pt idx="1332">
                  <c:v>44214</c:v>
                </c:pt>
                <c:pt idx="1333">
                  <c:v>44215</c:v>
                </c:pt>
                <c:pt idx="1334">
                  <c:v>44216</c:v>
                </c:pt>
                <c:pt idx="1335">
                  <c:v>44217</c:v>
                </c:pt>
                <c:pt idx="1336">
                  <c:v>44218</c:v>
                </c:pt>
                <c:pt idx="1337">
                  <c:v>44219</c:v>
                </c:pt>
                <c:pt idx="1338">
                  <c:v>44220</c:v>
                </c:pt>
                <c:pt idx="1339">
                  <c:v>44221</c:v>
                </c:pt>
                <c:pt idx="1340">
                  <c:v>44222</c:v>
                </c:pt>
                <c:pt idx="1341">
                  <c:v>44223</c:v>
                </c:pt>
                <c:pt idx="1342">
                  <c:v>44224</c:v>
                </c:pt>
                <c:pt idx="1343">
                  <c:v>44225</c:v>
                </c:pt>
                <c:pt idx="1344">
                  <c:v>44226</c:v>
                </c:pt>
                <c:pt idx="1345">
                  <c:v>44227</c:v>
                </c:pt>
                <c:pt idx="1346">
                  <c:v>44228</c:v>
                </c:pt>
                <c:pt idx="1347">
                  <c:v>44229</c:v>
                </c:pt>
                <c:pt idx="1348">
                  <c:v>44230</c:v>
                </c:pt>
                <c:pt idx="1349">
                  <c:v>44231</c:v>
                </c:pt>
                <c:pt idx="1350">
                  <c:v>44232</c:v>
                </c:pt>
                <c:pt idx="1351">
                  <c:v>44233</c:v>
                </c:pt>
                <c:pt idx="1352">
                  <c:v>44234</c:v>
                </c:pt>
                <c:pt idx="1353">
                  <c:v>44235</c:v>
                </c:pt>
                <c:pt idx="1354">
                  <c:v>44236</c:v>
                </c:pt>
                <c:pt idx="1355">
                  <c:v>44237</c:v>
                </c:pt>
                <c:pt idx="1356">
                  <c:v>44238</c:v>
                </c:pt>
                <c:pt idx="1357">
                  <c:v>44239</c:v>
                </c:pt>
                <c:pt idx="1358">
                  <c:v>44240</c:v>
                </c:pt>
                <c:pt idx="1359">
                  <c:v>44241</c:v>
                </c:pt>
                <c:pt idx="1360">
                  <c:v>44242</c:v>
                </c:pt>
                <c:pt idx="1361">
                  <c:v>44243</c:v>
                </c:pt>
                <c:pt idx="1362">
                  <c:v>44244</c:v>
                </c:pt>
                <c:pt idx="1363">
                  <c:v>44245</c:v>
                </c:pt>
                <c:pt idx="1364">
                  <c:v>44246</c:v>
                </c:pt>
                <c:pt idx="1365">
                  <c:v>44247</c:v>
                </c:pt>
                <c:pt idx="1366">
                  <c:v>44248</c:v>
                </c:pt>
                <c:pt idx="1367">
                  <c:v>44249</c:v>
                </c:pt>
                <c:pt idx="1368">
                  <c:v>44250</c:v>
                </c:pt>
                <c:pt idx="1369">
                  <c:v>44251</c:v>
                </c:pt>
                <c:pt idx="1370">
                  <c:v>44252</c:v>
                </c:pt>
                <c:pt idx="1371">
                  <c:v>44253</c:v>
                </c:pt>
                <c:pt idx="1372">
                  <c:v>44254</c:v>
                </c:pt>
                <c:pt idx="1373">
                  <c:v>44255</c:v>
                </c:pt>
                <c:pt idx="1374">
                  <c:v>44256</c:v>
                </c:pt>
                <c:pt idx="1375">
                  <c:v>44257</c:v>
                </c:pt>
                <c:pt idx="1376">
                  <c:v>44258</c:v>
                </c:pt>
                <c:pt idx="1377">
                  <c:v>44259</c:v>
                </c:pt>
                <c:pt idx="1378">
                  <c:v>44260</c:v>
                </c:pt>
                <c:pt idx="1379">
                  <c:v>44261</c:v>
                </c:pt>
                <c:pt idx="1380">
                  <c:v>44262</c:v>
                </c:pt>
                <c:pt idx="1381">
                  <c:v>44263</c:v>
                </c:pt>
                <c:pt idx="1382">
                  <c:v>44264</c:v>
                </c:pt>
                <c:pt idx="1383">
                  <c:v>44265</c:v>
                </c:pt>
                <c:pt idx="1384">
                  <c:v>44266</c:v>
                </c:pt>
                <c:pt idx="1385">
                  <c:v>44267</c:v>
                </c:pt>
                <c:pt idx="1386">
                  <c:v>44268</c:v>
                </c:pt>
                <c:pt idx="1387">
                  <c:v>44269</c:v>
                </c:pt>
                <c:pt idx="1388">
                  <c:v>44270</c:v>
                </c:pt>
                <c:pt idx="1389">
                  <c:v>44271</c:v>
                </c:pt>
                <c:pt idx="1390">
                  <c:v>44272</c:v>
                </c:pt>
                <c:pt idx="1391">
                  <c:v>44273</c:v>
                </c:pt>
                <c:pt idx="1392">
                  <c:v>44274</c:v>
                </c:pt>
                <c:pt idx="1393">
                  <c:v>44275</c:v>
                </c:pt>
                <c:pt idx="1394">
                  <c:v>44276</c:v>
                </c:pt>
                <c:pt idx="1395">
                  <c:v>44277</c:v>
                </c:pt>
                <c:pt idx="1396">
                  <c:v>44278</c:v>
                </c:pt>
                <c:pt idx="1397">
                  <c:v>44279</c:v>
                </c:pt>
                <c:pt idx="1398">
                  <c:v>44280</c:v>
                </c:pt>
                <c:pt idx="1399">
                  <c:v>44281</c:v>
                </c:pt>
                <c:pt idx="1400">
                  <c:v>44282</c:v>
                </c:pt>
                <c:pt idx="1401">
                  <c:v>44283</c:v>
                </c:pt>
                <c:pt idx="1402">
                  <c:v>44284</c:v>
                </c:pt>
                <c:pt idx="1403">
                  <c:v>44285</c:v>
                </c:pt>
                <c:pt idx="1404">
                  <c:v>44286</c:v>
                </c:pt>
                <c:pt idx="1405">
                  <c:v>44287</c:v>
                </c:pt>
                <c:pt idx="1406">
                  <c:v>44288</c:v>
                </c:pt>
                <c:pt idx="1407">
                  <c:v>44289</c:v>
                </c:pt>
                <c:pt idx="1408">
                  <c:v>44290</c:v>
                </c:pt>
                <c:pt idx="1409">
                  <c:v>44291</c:v>
                </c:pt>
                <c:pt idx="1410">
                  <c:v>44292</c:v>
                </c:pt>
                <c:pt idx="1411">
                  <c:v>44293</c:v>
                </c:pt>
                <c:pt idx="1412">
                  <c:v>44294</c:v>
                </c:pt>
                <c:pt idx="1413">
                  <c:v>44295</c:v>
                </c:pt>
                <c:pt idx="1414">
                  <c:v>44296</c:v>
                </c:pt>
                <c:pt idx="1415">
                  <c:v>44297</c:v>
                </c:pt>
                <c:pt idx="1416">
                  <c:v>44298</c:v>
                </c:pt>
                <c:pt idx="1417">
                  <c:v>44299</c:v>
                </c:pt>
                <c:pt idx="1418">
                  <c:v>44300</c:v>
                </c:pt>
                <c:pt idx="1419">
                  <c:v>44301</c:v>
                </c:pt>
                <c:pt idx="1420">
                  <c:v>44302</c:v>
                </c:pt>
                <c:pt idx="1421">
                  <c:v>44303</c:v>
                </c:pt>
                <c:pt idx="1422">
                  <c:v>44304</c:v>
                </c:pt>
                <c:pt idx="1423">
                  <c:v>44305</c:v>
                </c:pt>
                <c:pt idx="1424">
                  <c:v>44306</c:v>
                </c:pt>
                <c:pt idx="1425">
                  <c:v>44307</c:v>
                </c:pt>
                <c:pt idx="1426">
                  <c:v>44308</c:v>
                </c:pt>
                <c:pt idx="1427">
                  <c:v>44309</c:v>
                </c:pt>
                <c:pt idx="1428">
                  <c:v>44310</c:v>
                </c:pt>
                <c:pt idx="1429">
                  <c:v>44311</c:v>
                </c:pt>
                <c:pt idx="1430">
                  <c:v>44312</c:v>
                </c:pt>
                <c:pt idx="1431">
                  <c:v>44313</c:v>
                </c:pt>
                <c:pt idx="1432">
                  <c:v>44314</c:v>
                </c:pt>
                <c:pt idx="1433">
                  <c:v>44315</c:v>
                </c:pt>
                <c:pt idx="1434">
                  <c:v>44316</c:v>
                </c:pt>
                <c:pt idx="1435">
                  <c:v>44317</c:v>
                </c:pt>
                <c:pt idx="1436">
                  <c:v>44318</c:v>
                </c:pt>
                <c:pt idx="1437">
                  <c:v>44319</c:v>
                </c:pt>
                <c:pt idx="1438">
                  <c:v>44320</c:v>
                </c:pt>
                <c:pt idx="1439">
                  <c:v>44321</c:v>
                </c:pt>
                <c:pt idx="1440">
                  <c:v>44322</c:v>
                </c:pt>
                <c:pt idx="1441">
                  <c:v>44323</c:v>
                </c:pt>
                <c:pt idx="1442">
                  <c:v>44324</c:v>
                </c:pt>
                <c:pt idx="1443">
                  <c:v>44325</c:v>
                </c:pt>
                <c:pt idx="1444">
                  <c:v>44326</c:v>
                </c:pt>
                <c:pt idx="1445">
                  <c:v>44327</c:v>
                </c:pt>
                <c:pt idx="1446">
                  <c:v>44328</c:v>
                </c:pt>
                <c:pt idx="1447">
                  <c:v>44329</c:v>
                </c:pt>
                <c:pt idx="1448">
                  <c:v>44330</c:v>
                </c:pt>
                <c:pt idx="1449">
                  <c:v>44331</c:v>
                </c:pt>
                <c:pt idx="1450">
                  <c:v>44332</c:v>
                </c:pt>
                <c:pt idx="1451">
                  <c:v>44333</c:v>
                </c:pt>
                <c:pt idx="1452">
                  <c:v>44334</c:v>
                </c:pt>
                <c:pt idx="1453">
                  <c:v>44335</c:v>
                </c:pt>
                <c:pt idx="1454">
                  <c:v>44336</c:v>
                </c:pt>
                <c:pt idx="1455">
                  <c:v>44337</c:v>
                </c:pt>
                <c:pt idx="1456">
                  <c:v>44338</c:v>
                </c:pt>
                <c:pt idx="1457">
                  <c:v>44339</c:v>
                </c:pt>
                <c:pt idx="1458">
                  <c:v>44340</c:v>
                </c:pt>
                <c:pt idx="1459">
                  <c:v>44341</c:v>
                </c:pt>
                <c:pt idx="1460">
                  <c:v>44342</c:v>
                </c:pt>
                <c:pt idx="1461">
                  <c:v>44343</c:v>
                </c:pt>
                <c:pt idx="1462">
                  <c:v>44344</c:v>
                </c:pt>
                <c:pt idx="1463">
                  <c:v>44345</c:v>
                </c:pt>
                <c:pt idx="1464">
                  <c:v>44346</c:v>
                </c:pt>
                <c:pt idx="1465">
                  <c:v>44347</c:v>
                </c:pt>
                <c:pt idx="1466">
                  <c:v>44348</c:v>
                </c:pt>
                <c:pt idx="1467">
                  <c:v>44349</c:v>
                </c:pt>
                <c:pt idx="1468">
                  <c:v>44350</c:v>
                </c:pt>
                <c:pt idx="1469">
                  <c:v>44351</c:v>
                </c:pt>
                <c:pt idx="1470">
                  <c:v>44352</c:v>
                </c:pt>
                <c:pt idx="1471">
                  <c:v>44353</c:v>
                </c:pt>
                <c:pt idx="1472">
                  <c:v>44354</c:v>
                </c:pt>
                <c:pt idx="1473">
                  <c:v>44355</c:v>
                </c:pt>
                <c:pt idx="1474">
                  <c:v>44356</c:v>
                </c:pt>
                <c:pt idx="1475">
                  <c:v>44357</c:v>
                </c:pt>
                <c:pt idx="1476">
                  <c:v>44358</c:v>
                </c:pt>
                <c:pt idx="1477">
                  <c:v>44359</c:v>
                </c:pt>
                <c:pt idx="1478">
                  <c:v>44360</c:v>
                </c:pt>
                <c:pt idx="1479">
                  <c:v>44361</c:v>
                </c:pt>
                <c:pt idx="1480">
                  <c:v>44362</c:v>
                </c:pt>
                <c:pt idx="1481">
                  <c:v>44363</c:v>
                </c:pt>
                <c:pt idx="1482">
                  <c:v>44364</c:v>
                </c:pt>
                <c:pt idx="1483">
                  <c:v>44365</c:v>
                </c:pt>
                <c:pt idx="1484">
                  <c:v>44366</c:v>
                </c:pt>
                <c:pt idx="1485">
                  <c:v>44367</c:v>
                </c:pt>
                <c:pt idx="1486">
                  <c:v>44368</c:v>
                </c:pt>
                <c:pt idx="1487">
                  <c:v>44369</c:v>
                </c:pt>
                <c:pt idx="1488">
                  <c:v>44370</c:v>
                </c:pt>
                <c:pt idx="1489">
                  <c:v>44371</c:v>
                </c:pt>
                <c:pt idx="1490">
                  <c:v>44372</c:v>
                </c:pt>
                <c:pt idx="1491">
                  <c:v>44373</c:v>
                </c:pt>
                <c:pt idx="1492">
                  <c:v>44374</c:v>
                </c:pt>
                <c:pt idx="1493">
                  <c:v>44375</c:v>
                </c:pt>
                <c:pt idx="1494">
                  <c:v>44376</c:v>
                </c:pt>
                <c:pt idx="1495">
                  <c:v>44377</c:v>
                </c:pt>
                <c:pt idx="1496">
                  <c:v>44378</c:v>
                </c:pt>
                <c:pt idx="1497">
                  <c:v>44379</c:v>
                </c:pt>
                <c:pt idx="1498">
                  <c:v>44380</c:v>
                </c:pt>
                <c:pt idx="1499">
                  <c:v>44381</c:v>
                </c:pt>
                <c:pt idx="1500">
                  <c:v>44382</c:v>
                </c:pt>
                <c:pt idx="1501">
                  <c:v>44383</c:v>
                </c:pt>
                <c:pt idx="1502">
                  <c:v>44384</c:v>
                </c:pt>
                <c:pt idx="1503">
                  <c:v>44385</c:v>
                </c:pt>
                <c:pt idx="1504">
                  <c:v>44386</c:v>
                </c:pt>
                <c:pt idx="1505">
                  <c:v>44387</c:v>
                </c:pt>
                <c:pt idx="1506">
                  <c:v>44388</c:v>
                </c:pt>
                <c:pt idx="1507">
                  <c:v>44389</c:v>
                </c:pt>
                <c:pt idx="1508">
                  <c:v>44390</c:v>
                </c:pt>
                <c:pt idx="1509">
                  <c:v>44391</c:v>
                </c:pt>
                <c:pt idx="1510">
                  <c:v>44392</c:v>
                </c:pt>
                <c:pt idx="1511">
                  <c:v>44393</c:v>
                </c:pt>
                <c:pt idx="1512">
                  <c:v>44394</c:v>
                </c:pt>
                <c:pt idx="1513">
                  <c:v>44395</c:v>
                </c:pt>
                <c:pt idx="1514">
                  <c:v>44396</c:v>
                </c:pt>
                <c:pt idx="1515">
                  <c:v>44397</c:v>
                </c:pt>
                <c:pt idx="1516">
                  <c:v>44398</c:v>
                </c:pt>
                <c:pt idx="1517">
                  <c:v>44399</c:v>
                </c:pt>
                <c:pt idx="1518">
                  <c:v>44400</c:v>
                </c:pt>
                <c:pt idx="1519">
                  <c:v>44401</c:v>
                </c:pt>
                <c:pt idx="1520">
                  <c:v>44402</c:v>
                </c:pt>
                <c:pt idx="1521">
                  <c:v>44403</c:v>
                </c:pt>
                <c:pt idx="1522">
                  <c:v>44404</c:v>
                </c:pt>
                <c:pt idx="1523">
                  <c:v>44405</c:v>
                </c:pt>
                <c:pt idx="1524">
                  <c:v>44406</c:v>
                </c:pt>
                <c:pt idx="1525">
                  <c:v>44407</c:v>
                </c:pt>
                <c:pt idx="1526">
                  <c:v>44408</c:v>
                </c:pt>
                <c:pt idx="1527">
                  <c:v>44409</c:v>
                </c:pt>
                <c:pt idx="1528">
                  <c:v>44410</c:v>
                </c:pt>
                <c:pt idx="1529">
                  <c:v>44411</c:v>
                </c:pt>
                <c:pt idx="1530">
                  <c:v>44412</c:v>
                </c:pt>
                <c:pt idx="1531">
                  <c:v>44413</c:v>
                </c:pt>
                <c:pt idx="1532">
                  <c:v>44414</c:v>
                </c:pt>
                <c:pt idx="1533">
                  <c:v>44415</c:v>
                </c:pt>
                <c:pt idx="1534">
                  <c:v>44416</c:v>
                </c:pt>
                <c:pt idx="1535">
                  <c:v>44417</c:v>
                </c:pt>
                <c:pt idx="1536">
                  <c:v>44418</c:v>
                </c:pt>
                <c:pt idx="1537">
                  <c:v>44419</c:v>
                </c:pt>
                <c:pt idx="1538">
                  <c:v>44420</c:v>
                </c:pt>
                <c:pt idx="1539">
                  <c:v>44421</c:v>
                </c:pt>
                <c:pt idx="1540">
                  <c:v>44422</c:v>
                </c:pt>
                <c:pt idx="1541">
                  <c:v>44423</c:v>
                </c:pt>
                <c:pt idx="1542">
                  <c:v>44424</c:v>
                </c:pt>
                <c:pt idx="1543">
                  <c:v>44425</c:v>
                </c:pt>
                <c:pt idx="1544">
                  <c:v>44426</c:v>
                </c:pt>
                <c:pt idx="1545">
                  <c:v>44427</c:v>
                </c:pt>
                <c:pt idx="1546">
                  <c:v>44428</c:v>
                </c:pt>
                <c:pt idx="1547">
                  <c:v>44429</c:v>
                </c:pt>
                <c:pt idx="1548">
                  <c:v>44430</c:v>
                </c:pt>
                <c:pt idx="1549">
                  <c:v>44431</c:v>
                </c:pt>
                <c:pt idx="1550">
                  <c:v>44432</c:v>
                </c:pt>
                <c:pt idx="1551">
                  <c:v>44433</c:v>
                </c:pt>
                <c:pt idx="1552">
                  <c:v>44434</c:v>
                </c:pt>
                <c:pt idx="1553">
                  <c:v>44435</c:v>
                </c:pt>
                <c:pt idx="1554">
                  <c:v>44436</c:v>
                </c:pt>
                <c:pt idx="1555">
                  <c:v>44437</c:v>
                </c:pt>
                <c:pt idx="1556">
                  <c:v>44438</c:v>
                </c:pt>
                <c:pt idx="1557">
                  <c:v>44439</c:v>
                </c:pt>
                <c:pt idx="1558">
                  <c:v>44440</c:v>
                </c:pt>
                <c:pt idx="1559">
                  <c:v>44441</c:v>
                </c:pt>
                <c:pt idx="1560">
                  <c:v>44442</c:v>
                </c:pt>
                <c:pt idx="1561">
                  <c:v>44443</c:v>
                </c:pt>
                <c:pt idx="1562">
                  <c:v>44444</c:v>
                </c:pt>
                <c:pt idx="1563">
                  <c:v>44445</c:v>
                </c:pt>
                <c:pt idx="1564">
                  <c:v>44446</c:v>
                </c:pt>
                <c:pt idx="1565">
                  <c:v>44447</c:v>
                </c:pt>
                <c:pt idx="1566">
                  <c:v>44448</c:v>
                </c:pt>
                <c:pt idx="1567">
                  <c:v>44449</c:v>
                </c:pt>
                <c:pt idx="1568">
                  <c:v>44450</c:v>
                </c:pt>
                <c:pt idx="1569">
                  <c:v>44451</c:v>
                </c:pt>
                <c:pt idx="1570">
                  <c:v>44452</c:v>
                </c:pt>
                <c:pt idx="1571">
                  <c:v>44453</c:v>
                </c:pt>
                <c:pt idx="1572">
                  <c:v>44454</c:v>
                </c:pt>
                <c:pt idx="1573">
                  <c:v>44455</c:v>
                </c:pt>
                <c:pt idx="1574">
                  <c:v>44456</c:v>
                </c:pt>
                <c:pt idx="1575">
                  <c:v>44457</c:v>
                </c:pt>
                <c:pt idx="1576">
                  <c:v>44458</c:v>
                </c:pt>
                <c:pt idx="1577">
                  <c:v>44459</c:v>
                </c:pt>
                <c:pt idx="1578">
                  <c:v>44460</c:v>
                </c:pt>
                <c:pt idx="1579">
                  <c:v>44461</c:v>
                </c:pt>
                <c:pt idx="1580">
                  <c:v>44462</c:v>
                </c:pt>
                <c:pt idx="1581">
                  <c:v>44463</c:v>
                </c:pt>
                <c:pt idx="1582">
                  <c:v>44464</c:v>
                </c:pt>
                <c:pt idx="1583">
                  <c:v>44465</c:v>
                </c:pt>
                <c:pt idx="1584">
                  <c:v>44466</c:v>
                </c:pt>
                <c:pt idx="1585">
                  <c:v>44467</c:v>
                </c:pt>
                <c:pt idx="1586">
                  <c:v>44468</c:v>
                </c:pt>
                <c:pt idx="1587">
                  <c:v>44469</c:v>
                </c:pt>
                <c:pt idx="1588">
                  <c:v>44470</c:v>
                </c:pt>
                <c:pt idx="1589">
                  <c:v>44471</c:v>
                </c:pt>
                <c:pt idx="1590">
                  <c:v>44472</c:v>
                </c:pt>
                <c:pt idx="1591">
                  <c:v>44473</c:v>
                </c:pt>
                <c:pt idx="1592">
                  <c:v>44474</c:v>
                </c:pt>
                <c:pt idx="1593">
                  <c:v>44475</c:v>
                </c:pt>
                <c:pt idx="1594">
                  <c:v>44476</c:v>
                </c:pt>
                <c:pt idx="1595">
                  <c:v>44477</c:v>
                </c:pt>
                <c:pt idx="1596">
                  <c:v>44478</c:v>
                </c:pt>
                <c:pt idx="1597">
                  <c:v>44479</c:v>
                </c:pt>
                <c:pt idx="1598">
                  <c:v>44480</c:v>
                </c:pt>
                <c:pt idx="1599">
                  <c:v>44481</c:v>
                </c:pt>
                <c:pt idx="1600">
                  <c:v>44482</c:v>
                </c:pt>
                <c:pt idx="1601">
                  <c:v>44483</c:v>
                </c:pt>
                <c:pt idx="1602">
                  <c:v>44484</c:v>
                </c:pt>
                <c:pt idx="1603">
                  <c:v>44485</c:v>
                </c:pt>
                <c:pt idx="1604">
                  <c:v>44486</c:v>
                </c:pt>
                <c:pt idx="1605">
                  <c:v>44487</c:v>
                </c:pt>
                <c:pt idx="1606">
                  <c:v>44488</c:v>
                </c:pt>
                <c:pt idx="1607">
                  <c:v>44489</c:v>
                </c:pt>
                <c:pt idx="1608">
                  <c:v>44490</c:v>
                </c:pt>
                <c:pt idx="1609">
                  <c:v>44491</c:v>
                </c:pt>
                <c:pt idx="1610">
                  <c:v>44492</c:v>
                </c:pt>
                <c:pt idx="1611">
                  <c:v>44493</c:v>
                </c:pt>
                <c:pt idx="1612">
                  <c:v>44494</c:v>
                </c:pt>
                <c:pt idx="1613">
                  <c:v>44495</c:v>
                </c:pt>
                <c:pt idx="1614">
                  <c:v>44496</c:v>
                </c:pt>
                <c:pt idx="1615">
                  <c:v>44497</c:v>
                </c:pt>
                <c:pt idx="1616">
                  <c:v>44498</c:v>
                </c:pt>
                <c:pt idx="1617">
                  <c:v>44499</c:v>
                </c:pt>
                <c:pt idx="1618">
                  <c:v>44500</c:v>
                </c:pt>
                <c:pt idx="1619">
                  <c:v>44501</c:v>
                </c:pt>
                <c:pt idx="1620">
                  <c:v>44502</c:v>
                </c:pt>
                <c:pt idx="1621">
                  <c:v>44503</c:v>
                </c:pt>
                <c:pt idx="1622">
                  <c:v>44504</c:v>
                </c:pt>
                <c:pt idx="1623">
                  <c:v>44505</c:v>
                </c:pt>
                <c:pt idx="1624">
                  <c:v>44506</c:v>
                </c:pt>
                <c:pt idx="1625">
                  <c:v>44507</c:v>
                </c:pt>
                <c:pt idx="1626">
                  <c:v>44508</c:v>
                </c:pt>
                <c:pt idx="1627">
                  <c:v>44509</c:v>
                </c:pt>
                <c:pt idx="1628">
                  <c:v>44510</c:v>
                </c:pt>
                <c:pt idx="1629">
                  <c:v>44511</c:v>
                </c:pt>
                <c:pt idx="1630">
                  <c:v>44512</c:v>
                </c:pt>
                <c:pt idx="1631">
                  <c:v>44513</c:v>
                </c:pt>
                <c:pt idx="1632">
                  <c:v>44514</c:v>
                </c:pt>
                <c:pt idx="1633">
                  <c:v>44515</c:v>
                </c:pt>
                <c:pt idx="1634">
                  <c:v>44516</c:v>
                </c:pt>
                <c:pt idx="1635">
                  <c:v>44517</c:v>
                </c:pt>
                <c:pt idx="1636">
                  <c:v>44518</c:v>
                </c:pt>
                <c:pt idx="1637">
                  <c:v>44519</c:v>
                </c:pt>
                <c:pt idx="1638">
                  <c:v>44520</c:v>
                </c:pt>
                <c:pt idx="1639">
                  <c:v>44521</c:v>
                </c:pt>
                <c:pt idx="1640">
                  <c:v>44522</c:v>
                </c:pt>
                <c:pt idx="1641">
                  <c:v>44523</c:v>
                </c:pt>
                <c:pt idx="1642">
                  <c:v>44524</c:v>
                </c:pt>
                <c:pt idx="1643">
                  <c:v>44525</c:v>
                </c:pt>
                <c:pt idx="1644">
                  <c:v>44526</c:v>
                </c:pt>
                <c:pt idx="1645">
                  <c:v>44527</c:v>
                </c:pt>
                <c:pt idx="1646">
                  <c:v>44528</c:v>
                </c:pt>
                <c:pt idx="1647">
                  <c:v>44529</c:v>
                </c:pt>
                <c:pt idx="1648">
                  <c:v>44530</c:v>
                </c:pt>
                <c:pt idx="1649">
                  <c:v>44531</c:v>
                </c:pt>
                <c:pt idx="1650">
                  <c:v>44532</c:v>
                </c:pt>
                <c:pt idx="1651">
                  <c:v>44533</c:v>
                </c:pt>
                <c:pt idx="1652">
                  <c:v>44534</c:v>
                </c:pt>
                <c:pt idx="1653">
                  <c:v>44535</c:v>
                </c:pt>
                <c:pt idx="1654">
                  <c:v>44536</c:v>
                </c:pt>
                <c:pt idx="1655">
                  <c:v>44537</c:v>
                </c:pt>
                <c:pt idx="1656">
                  <c:v>44538</c:v>
                </c:pt>
                <c:pt idx="1657">
                  <c:v>44539</c:v>
                </c:pt>
                <c:pt idx="1658">
                  <c:v>44540</c:v>
                </c:pt>
                <c:pt idx="1659">
                  <c:v>44541</c:v>
                </c:pt>
                <c:pt idx="1660">
                  <c:v>44542</c:v>
                </c:pt>
                <c:pt idx="1661">
                  <c:v>44543</c:v>
                </c:pt>
                <c:pt idx="1662">
                  <c:v>44544</c:v>
                </c:pt>
                <c:pt idx="1663">
                  <c:v>44545</c:v>
                </c:pt>
                <c:pt idx="1664">
                  <c:v>44546</c:v>
                </c:pt>
                <c:pt idx="1665">
                  <c:v>44547</c:v>
                </c:pt>
                <c:pt idx="1666">
                  <c:v>44548</c:v>
                </c:pt>
                <c:pt idx="1667">
                  <c:v>44549</c:v>
                </c:pt>
                <c:pt idx="1668">
                  <c:v>44550</c:v>
                </c:pt>
                <c:pt idx="1669">
                  <c:v>44551</c:v>
                </c:pt>
                <c:pt idx="1670">
                  <c:v>44552</c:v>
                </c:pt>
                <c:pt idx="1671">
                  <c:v>44553</c:v>
                </c:pt>
                <c:pt idx="1672">
                  <c:v>44554</c:v>
                </c:pt>
                <c:pt idx="1673">
                  <c:v>44555</c:v>
                </c:pt>
                <c:pt idx="1674">
                  <c:v>44556</c:v>
                </c:pt>
                <c:pt idx="1675">
                  <c:v>44557</c:v>
                </c:pt>
                <c:pt idx="1676">
                  <c:v>44558</c:v>
                </c:pt>
                <c:pt idx="1677">
                  <c:v>44559</c:v>
                </c:pt>
                <c:pt idx="1678">
                  <c:v>44560</c:v>
                </c:pt>
                <c:pt idx="1679">
                  <c:v>44561</c:v>
                </c:pt>
                <c:pt idx="1680">
                  <c:v>44562</c:v>
                </c:pt>
                <c:pt idx="1681">
                  <c:v>44563</c:v>
                </c:pt>
                <c:pt idx="1682">
                  <c:v>44564</c:v>
                </c:pt>
                <c:pt idx="1683">
                  <c:v>44565</c:v>
                </c:pt>
                <c:pt idx="1684">
                  <c:v>44566</c:v>
                </c:pt>
                <c:pt idx="1685">
                  <c:v>44567</c:v>
                </c:pt>
                <c:pt idx="1686">
                  <c:v>44568</c:v>
                </c:pt>
                <c:pt idx="1687">
                  <c:v>44569</c:v>
                </c:pt>
                <c:pt idx="1688">
                  <c:v>44570</c:v>
                </c:pt>
                <c:pt idx="1689">
                  <c:v>44571</c:v>
                </c:pt>
                <c:pt idx="1690">
                  <c:v>44572</c:v>
                </c:pt>
                <c:pt idx="1691">
                  <c:v>44573</c:v>
                </c:pt>
                <c:pt idx="1692">
                  <c:v>44574</c:v>
                </c:pt>
                <c:pt idx="1693">
                  <c:v>44575</c:v>
                </c:pt>
                <c:pt idx="1694">
                  <c:v>44576</c:v>
                </c:pt>
                <c:pt idx="1695">
                  <c:v>44577</c:v>
                </c:pt>
                <c:pt idx="1696">
                  <c:v>44578</c:v>
                </c:pt>
                <c:pt idx="1697">
                  <c:v>44579</c:v>
                </c:pt>
                <c:pt idx="1698">
                  <c:v>44580</c:v>
                </c:pt>
                <c:pt idx="1699">
                  <c:v>44581</c:v>
                </c:pt>
                <c:pt idx="1700">
                  <c:v>44582</c:v>
                </c:pt>
                <c:pt idx="1701">
                  <c:v>44583</c:v>
                </c:pt>
                <c:pt idx="1702">
                  <c:v>44584</c:v>
                </c:pt>
                <c:pt idx="1703">
                  <c:v>44585</c:v>
                </c:pt>
                <c:pt idx="1704">
                  <c:v>44586</c:v>
                </c:pt>
                <c:pt idx="1705">
                  <c:v>44587</c:v>
                </c:pt>
                <c:pt idx="1706">
                  <c:v>44588</c:v>
                </c:pt>
                <c:pt idx="1707">
                  <c:v>44589</c:v>
                </c:pt>
                <c:pt idx="1708">
                  <c:v>44590</c:v>
                </c:pt>
                <c:pt idx="1709">
                  <c:v>44591</c:v>
                </c:pt>
                <c:pt idx="1710">
                  <c:v>44592</c:v>
                </c:pt>
                <c:pt idx="1711">
                  <c:v>44593</c:v>
                </c:pt>
                <c:pt idx="1712">
                  <c:v>44594</c:v>
                </c:pt>
                <c:pt idx="1713">
                  <c:v>44595</c:v>
                </c:pt>
                <c:pt idx="1714">
                  <c:v>44596</c:v>
                </c:pt>
                <c:pt idx="1715">
                  <c:v>44597</c:v>
                </c:pt>
                <c:pt idx="1716">
                  <c:v>44598</c:v>
                </c:pt>
                <c:pt idx="1717">
                  <c:v>44599</c:v>
                </c:pt>
                <c:pt idx="1718">
                  <c:v>44600</c:v>
                </c:pt>
                <c:pt idx="1719">
                  <c:v>44601</c:v>
                </c:pt>
                <c:pt idx="1720">
                  <c:v>44602</c:v>
                </c:pt>
                <c:pt idx="1721">
                  <c:v>44603</c:v>
                </c:pt>
                <c:pt idx="1722">
                  <c:v>44604</c:v>
                </c:pt>
                <c:pt idx="1723">
                  <c:v>44605</c:v>
                </c:pt>
                <c:pt idx="1724">
                  <c:v>44606</c:v>
                </c:pt>
                <c:pt idx="1725">
                  <c:v>44607</c:v>
                </c:pt>
                <c:pt idx="1726">
                  <c:v>44608</c:v>
                </c:pt>
                <c:pt idx="1727">
                  <c:v>44609</c:v>
                </c:pt>
                <c:pt idx="1728">
                  <c:v>44610</c:v>
                </c:pt>
                <c:pt idx="1729">
                  <c:v>44611</c:v>
                </c:pt>
                <c:pt idx="1730">
                  <c:v>44612</c:v>
                </c:pt>
                <c:pt idx="1731">
                  <c:v>44613</c:v>
                </c:pt>
                <c:pt idx="1732">
                  <c:v>44614</c:v>
                </c:pt>
                <c:pt idx="1733">
                  <c:v>44615</c:v>
                </c:pt>
                <c:pt idx="1734">
                  <c:v>44616</c:v>
                </c:pt>
                <c:pt idx="1735">
                  <c:v>44617</c:v>
                </c:pt>
                <c:pt idx="1736">
                  <c:v>44618</c:v>
                </c:pt>
                <c:pt idx="1737">
                  <c:v>44619</c:v>
                </c:pt>
                <c:pt idx="1738">
                  <c:v>44620</c:v>
                </c:pt>
                <c:pt idx="1739">
                  <c:v>44621</c:v>
                </c:pt>
                <c:pt idx="1740">
                  <c:v>44622</c:v>
                </c:pt>
                <c:pt idx="1741">
                  <c:v>44623</c:v>
                </c:pt>
                <c:pt idx="1742">
                  <c:v>44624</c:v>
                </c:pt>
                <c:pt idx="1743">
                  <c:v>44625</c:v>
                </c:pt>
                <c:pt idx="1744">
                  <c:v>44626</c:v>
                </c:pt>
                <c:pt idx="1745">
                  <c:v>44627</c:v>
                </c:pt>
                <c:pt idx="1746">
                  <c:v>44628</c:v>
                </c:pt>
                <c:pt idx="1747">
                  <c:v>44629</c:v>
                </c:pt>
                <c:pt idx="1748">
                  <c:v>44630</c:v>
                </c:pt>
                <c:pt idx="1749">
                  <c:v>44631</c:v>
                </c:pt>
                <c:pt idx="1750">
                  <c:v>44632</c:v>
                </c:pt>
                <c:pt idx="1751">
                  <c:v>44633</c:v>
                </c:pt>
                <c:pt idx="1752">
                  <c:v>44634</c:v>
                </c:pt>
                <c:pt idx="1753">
                  <c:v>44635</c:v>
                </c:pt>
                <c:pt idx="1754">
                  <c:v>44636</c:v>
                </c:pt>
                <c:pt idx="1755">
                  <c:v>44637</c:v>
                </c:pt>
                <c:pt idx="1756">
                  <c:v>44638</c:v>
                </c:pt>
                <c:pt idx="1757">
                  <c:v>44639</c:v>
                </c:pt>
                <c:pt idx="1758">
                  <c:v>44640</c:v>
                </c:pt>
                <c:pt idx="1759">
                  <c:v>44641</c:v>
                </c:pt>
                <c:pt idx="1760">
                  <c:v>44642</c:v>
                </c:pt>
                <c:pt idx="1761">
                  <c:v>44643</c:v>
                </c:pt>
                <c:pt idx="1762">
                  <c:v>44644</c:v>
                </c:pt>
                <c:pt idx="1763">
                  <c:v>44645</c:v>
                </c:pt>
                <c:pt idx="1764">
                  <c:v>44646</c:v>
                </c:pt>
                <c:pt idx="1765">
                  <c:v>44647</c:v>
                </c:pt>
                <c:pt idx="1766">
                  <c:v>44648</c:v>
                </c:pt>
                <c:pt idx="1767">
                  <c:v>44649</c:v>
                </c:pt>
                <c:pt idx="1768">
                  <c:v>44650</c:v>
                </c:pt>
                <c:pt idx="1769">
                  <c:v>44651</c:v>
                </c:pt>
                <c:pt idx="1770">
                  <c:v>44652</c:v>
                </c:pt>
                <c:pt idx="1771">
                  <c:v>44653</c:v>
                </c:pt>
                <c:pt idx="1772">
                  <c:v>44654</c:v>
                </c:pt>
                <c:pt idx="1773">
                  <c:v>44655</c:v>
                </c:pt>
                <c:pt idx="1774">
                  <c:v>44656</c:v>
                </c:pt>
                <c:pt idx="1775">
                  <c:v>44657</c:v>
                </c:pt>
                <c:pt idx="1776">
                  <c:v>44658</c:v>
                </c:pt>
                <c:pt idx="1777">
                  <c:v>44659</c:v>
                </c:pt>
                <c:pt idx="1778">
                  <c:v>44660</c:v>
                </c:pt>
                <c:pt idx="1779">
                  <c:v>44661</c:v>
                </c:pt>
                <c:pt idx="1780">
                  <c:v>44662</c:v>
                </c:pt>
                <c:pt idx="1781">
                  <c:v>44663</c:v>
                </c:pt>
                <c:pt idx="1782">
                  <c:v>44664</c:v>
                </c:pt>
                <c:pt idx="1783">
                  <c:v>44665</c:v>
                </c:pt>
                <c:pt idx="1784">
                  <c:v>44666</c:v>
                </c:pt>
                <c:pt idx="1785">
                  <c:v>44667</c:v>
                </c:pt>
                <c:pt idx="1786">
                  <c:v>44668</c:v>
                </c:pt>
                <c:pt idx="1787">
                  <c:v>44669</c:v>
                </c:pt>
                <c:pt idx="1788">
                  <c:v>44670</c:v>
                </c:pt>
                <c:pt idx="1789">
                  <c:v>44671</c:v>
                </c:pt>
                <c:pt idx="1790">
                  <c:v>44672</c:v>
                </c:pt>
                <c:pt idx="1791">
                  <c:v>44673</c:v>
                </c:pt>
                <c:pt idx="1792">
                  <c:v>44674</c:v>
                </c:pt>
                <c:pt idx="1793">
                  <c:v>44675</c:v>
                </c:pt>
                <c:pt idx="1794">
                  <c:v>44676</c:v>
                </c:pt>
                <c:pt idx="1795">
                  <c:v>44677</c:v>
                </c:pt>
                <c:pt idx="1796">
                  <c:v>44678</c:v>
                </c:pt>
                <c:pt idx="1797">
                  <c:v>44679</c:v>
                </c:pt>
                <c:pt idx="1798">
                  <c:v>44680</c:v>
                </c:pt>
                <c:pt idx="1799">
                  <c:v>44681</c:v>
                </c:pt>
                <c:pt idx="1800">
                  <c:v>44682</c:v>
                </c:pt>
                <c:pt idx="1801">
                  <c:v>44683</c:v>
                </c:pt>
                <c:pt idx="1802">
                  <c:v>44684</c:v>
                </c:pt>
                <c:pt idx="1803">
                  <c:v>44685</c:v>
                </c:pt>
                <c:pt idx="1804">
                  <c:v>44686</c:v>
                </c:pt>
                <c:pt idx="1805">
                  <c:v>44687</c:v>
                </c:pt>
                <c:pt idx="1806">
                  <c:v>44688</c:v>
                </c:pt>
                <c:pt idx="1807">
                  <c:v>44689</c:v>
                </c:pt>
                <c:pt idx="1808">
                  <c:v>44690</c:v>
                </c:pt>
                <c:pt idx="1809">
                  <c:v>44691</c:v>
                </c:pt>
                <c:pt idx="1810">
                  <c:v>44692</c:v>
                </c:pt>
                <c:pt idx="1811">
                  <c:v>44693</c:v>
                </c:pt>
                <c:pt idx="1812">
                  <c:v>44694</c:v>
                </c:pt>
                <c:pt idx="1813">
                  <c:v>44695</c:v>
                </c:pt>
                <c:pt idx="1814">
                  <c:v>44696</c:v>
                </c:pt>
                <c:pt idx="1815">
                  <c:v>44697</c:v>
                </c:pt>
                <c:pt idx="1816">
                  <c:v>44698</c:v>
                </c:pt>
                <c:pt idx="1817">
                  <c:v>44699</c:v>
                </c:pt>
                <c:pt idx="1818">
                  <c:v>44700</c:v>
                </c:pt>
                <c:pt idx="1819">
                  <c:v>44701</c:v>
                </c:pt>
                <c:pt idx="1820">
                  <c:v>44702</c:v>
                </c:pt>
                <c:pt idx="1821">
                  <c:v>44703</c:v>
                </c:pt>
                <c:pt idx="1822">
                  <c:v>44704</c:v>
                </c:pt>
                <c:pt idx="1823">
                  <c:v>44705</c:v>
                </c:pt>
                <c:pt idx="1824">
                  <c:v>44706</c:v>
                </c:pt>
                <c:pt idx="1825">
                  <c:v>44707</c:v>
                </c:pt>
                <c:pt idx="1826">
                  <c:v>44708</c:v>
                </c:pt>
                <c:pt idx="1827">
                  <c:v>44709</c:v>
                </c:pt>
                <c:pt idx="1828">
                  <c:v>44710</c:v>
                </c:pt>
                <c:pt idx="1829">
                  <c:v>44711</c:v>
                </c:pt>
                <c:pt idx="1830">
                  <c:v>44712</c:v>
                </c:pt>
                <c:pt idx="1831">
                  <c:v>44713</c:v>
                </c:pt>
                <c:pt idx="1832">
                  <c:v>44714</c:v>
                </c:pt>
                <c:pt idx="1833">
                  <c:v>44715</c:v>
                </c:pt>
                <c:pt idx="1834">
                  <c:v>44716</c:v>
                </c:pt>
                <c:pt idx="1835">
                  <c:v>44717</c:v>
                </c:pt>
                <c:pt idx="1836">
                  <c:v>44718</c:v>
                </c:pt>
                <c:pt idx="1837">
                  <c:v>44719</c:v>
                </c:pt>
                <c:pt idx="1838">
                  <c:v>44720</c:v>
                </c:pt>
                <c:pt idx="1839">
                  <c:v>44721</c:v>
                </c:pt>
                <c:pt idx="1840">
                  <c:v>44722</c:v>
                </c:pt>
                <c:pt idx="1841">
                  <c:v>44723</c:v>
                </c:pt>
                <c:pt idx="1842">
                  <c:v>44724</c:v>
                </c:pt>
                <c:pt idx="1843">
                  <c:v>44725</c:v>
                </c:pt>
                <c:pt idx="1844">
                  <c:v>44726</c:v>
                </c:pt>
                <c:pt idx="1845">
                  <c:v>44727</c:v>
                </c:pt>
                <c:pt idx="1846">
                  <c:v>44728</c:v>
                </c:pt>
                <c:pt idx="1847">
                  <c:v>44729</c:v>
                </c:pt>
                <c:pt idx="1848">
                  <c:v>44730</c:v>
                </c:pt>
                <c:pt idx="1849">
                  <c:v>44731</c:v>
                </c:pt>
                <c:pt idx="1850">
                  <c:v>44732</c:v>
                </c:pt>
                <c:pt idx="1851">
                  <c:v>44733</c:v>
                </c:pt>
                <c:pt idx="1852">
                  <c:v>44734</c:v>
                </c:pt>
                <c:pt idx="1853">
                  <c:v>44735</c:v>
                </c:pt>
                <c:pt idx="1854">
                  <c:v>44736</c:v>
                </c:pt>
                <c:pt idx="1855">
                  <c:v>44737</c:v>
                </c:pt>
                <c:pt idx="1856">
                  <c:v>44738</c:v>
                </c:pt>
                <c:pt idx="1857">
                  <c:v>44739</c:v>
                </c:pt>
                <c:pt idx="1858">
                  <c:v>44740</c:v>
                </c:pt>
                <c:pt idx="1859">
                  <c:v>44741</c:v>
                </c:pt>
                <c:pt idx="1860">
                  <c:v>44742</c:v>
                </c:pt>
                <c:pt idx="1861">
                  <c:v>44743</c:v>
                </c:pt>
                <c:pt idx="1862">
                  <c:v>44744</c:v>
                </c:pt>
                <c:pt idx="1863">
                  <c:v>44745</c:v>
                </c:pt>
                <c:pt idx="1864">
                  <c:v>44746</c:v>
                </c:pt>
                <c:pt idx="1865">
                  <c:v>44747</c:v>
                </c:pt>
                <c:pt idx="1866">
                  <c:v>44748</c:v>
                </c:pt>
                <c:pt idx="1867">
                  <c:v>44749</c:v>
                </c:pt>
                <c:pt idx="1868">
                  <c:v>44750</c:v>
                </c:pt>
                <c:pt idx="1869">
                  <c:v>44751</c:v>
                </c:pt>
                <c:pt idx="1870">
                  <c:v>44752</c:v>
                </c:pt>
                <c:pt idx="1871">
                  <c:v>44753</c:v>
                </c:pt>
                <c:pt idx="1872">
                  <c:v>44754</c:v>
                </c:pt>
                <c:pt idx="1873">
                  <c:v>44755</c:v>
                </c:pt>
                <c:pt idx="1874">
                  <c:v>44756</c:v>
                </c:pt>
                <c:pt idx="1875">
                  <c:v>44757</c:v>
                </c:pt>
                <c:pt idx="1876">
                  <c:v>44758</c:v>
                </c:pt>
                <c:pt idx="1877">
                  <c:v>44759</c:v>
                </c:pt>
                <c:pt idx="1878">
                  <c:v>44760</c:v>
                </c:pt>
                <c:pt idx="1879">
                  <c:v>44761</c:v>
                </c:pt>
                <c:pt idx="1880">
                  <c:v>44762</c:v>
                </c:pt>
                <c:pt idx="1881">
                  <c:v>44763</c:v>
                </c:pt>
                <c:pt idx="1882">
                  <c:v>44764</c:v>
                </c:pt>
                <c:pt idx="1883">
                  <c:v>44765</c:v>
                </c:pt>
                <c:pt idx="1884">
                  <c:v>44766</c:v>
                </c:pt>
                <c:pt idx="1885">
                  <c:v>44767</c:v>
                </c:pt>
                <c:pt idx="1886">
                  <c:v>44768</c:v>
                </c:pt>
                <c:pt idx="1887">
                  <c:v>44769</c:v>
                </c:pt>
                <c:pt idx="1888">
                  <c:v>44770</c:v>
                </c:pt>
                <c:pt idx="1889">
                  <c:v>44771</c:v>
                </c:pt>
                <c:pt idx="1890">
                  <c:v>44772</c:v>
                </c:pt>
                <c:pt idx="1891">
                  <c:v>44773</c:v>
                </c:pt>
                <c:pt idx="1892">
                  <c:v>44774</c:v>
                </c:pt>
                <c:pt idx="1893">
                  <c:v>44775</c:v>
                </c:pt>
                <c:pt idx="1894">
                  <c:v>44776</c:v>
                </c:pt>
                <c:pt idx="1895">
                  <c:v>44777</c:v>
                </c:pt>
                <c:pt idx="1896">
                  <c:v>44778</c:v>
                </c:pt>
                <c:pt idx="1897">
                  <c:v>44779</c:v>
                </c:pt>
                <c:pt idx="1898">
                  <c:v>44780</c:v>
                </c:pt>
                <c:pt idx="1899">
                  <c:v>44781</c:v>
                </c:pt>
                <c:pt idx="1900">
                  <c:v>44782</c:v>
                </c:pt>
                <c:pt idx="1901">
                  <c:v>44783</c:v>
                </c:pt>
                <c:pt idx="1902">
                  <c:v>44784</c:v>
                </c:pt>
                <c:pt idx="1903">
                  <c:v>44785</c:v>
                </c:pt>
                <c:pt idx="1904">
                  <c:v>44786</c:v>
                </c:pt>
                <c:pt idx="1905">
                  <c:v>44787</c:v>
                </c:pt>
                <c:pt idx="1906">
                  <c:v>44788</c:v>
                </c:pt>
                <c:pt idx="1907">
                  <c:v>44789</c:v>
                </c:pt>
                <c:pt idx="1908">
                  <c:v>44790</c:v>
                </c:pt>
                <c:pt idx="1909">
                  <c:v>44791</c:v>
                </c:pt>
                <c:pt idx="1910">
                  <c:v>44792</c:v>
                </c:pt>
                <c:pt idx="1911">
                  <c:v>44793</c:v>
                </c:pt>
                <c:pt idx="1912">
                  <c:v>44794</c:v>
                </c:pt>
                <c:pt idx="1913">
                  <c:v>44795</c:v>
                </c:pt>
                <c:pt idx="1914">
                  <c:v>44796</c:v>
                </c:pt>
                <c:pt idx="1915">
                  <c:v>44797</c:v>
                </c:pt>
                <c:pt idx="1916">
                  <c:v>44798</c:v>
                </c:pt>
                <c:pt idx="1917">
                  <c:v>44799</c:v>
                </c:pt>
                <c:pt idx="1918">
                  <c:v>44800</c:v>
                </c:pt>
                <c:pt idx="1919">
                  <c:v>44801</c:v>
                </c:pt>
                <c:pt idx="1920">
                  <c:v>44802</c:v>
                </c:pt>
                <c:pt idx="1921">
                  <c:v>44803</c:v>
                </c:pt>
                <c:pt idx="1922">
                  <c:v>44804</c:v>
                </c:pt>
                <c:pt idx="1923">
                  <c:v>44805</c:v>
                </c:pt>
                <c:pt idx="1924">
                  <c:v>44806</c:v>
                </c:pt>
                <c:pt idx="1925">
                  <c:v>44807</c:v>
                </c:pt>
                <c:pt idx="1926">
                  <c:v>44808</c:v>
                </c:pt>
                <c:pt idx="1927">
                  <c:v>44809</c:v>
                </c:pt>
                <c:pt idx="1928">
                  <c:v>44810</c:v>
                </c:pt>
                <c:pt idx="1929">
                  <c:v>44811</c:v>
                </c:pt>
                <c:pt idx="1930">
                  <c:v>44812</c:v>
                </c:pt>
                <c:pt idx="1931">
                  <c:v>44813</c:v>
                </c:pt>
                <c:pt idx="1932">
                  <c:v>44814</c:v>
                </c:pt>
                <c:pt idx="1933">
                  <c:v>44815</c:v>
                </c:pt>
                <c:pt idx="1934">
                  <c:v>44816</c:v>
                </c:pt>
                <c:pt idx="1935">
                  <c:v>44817</c:v>
                </c:pt>
                <c:pt idx="1936">
                  <c:v>44818</c:v>
                </c:pt>
                <c:pt idx="1937">
                  <c:v>44819</c:v>
                </c:pt>
                <c:pt idx="1938">
                  <c:v>44820</c:v>
                </c:pt>
                <c:pt idx="1939">
                  <c:v>44821</c:v>
                </c:pt>
                <c:pt idx="1940">
                  <c:v>44822</c:v>
                </c:pt>
                <c:pt idx="1941">
                  <c:v>44823</c:v>
                </c:pt>
                <c:pt idx="1942">
                  <c:v>44824</c:v>
                </c:pt>
                <c:pt idx="1943">
                  <c:v>44825</c:v>
                </c:pt>
                <c:pt idx="1944">
                  <c:v>44826</c:v>
                </c:pt>
                <c:pt idx="1945">
                  <c:v>44827</c:v>
                </c:pt>
                <c:pt idx="1946">
                  <c:v>44828</c:v>
                </c:pt>
                <c:pt idx="1947">
                  <c:v>44829</c:v>
                </c:pt>
                <c:pt idx="1948">
                  <c:v>44830</c:v>
                </c:pt>
                <c:pt idx="1949">
                  <c:v>44831</c:v>
                </c:pt>
                <c:pt idx="1950">
                  <c:v>44832</c:v>
                </c:pt>
                <c:pt idx="1951">
                  <c:v>44833</c:v>
                </c:pt>
                <c:pt idx="1952">
                  <c:v>44834</c:v>
                </c:pt>
                <c:pt idx="1953">
                  <c:v>44835</c:v>
                </c:pt>
                <c:pt idx="1954">
                  <c:v>44836</c:v>
                </c:pt>
                <c:pt idx="1955">
                  <c:v>44837</c:v>
                </c:pt>
                <c:pt idx="1956">
                  <c:v>44838</c:v>
                </c:pt>
                <c:pt idx="1957">
                  <c:v>44839</c:v>
                </c:pt>
                <c:pt idx="1958">
                  <c:v>44840</c:v>
                </c:pt>
                <c:pt idx="1959">
                  <c:v>44841</c:v>
                </c:pt>
                <c:pt idx="1960">
                  <c:v>44842</c:v>
                </c:pt>
                <c:pt idx="1961">
                  <c:v>44843</c:v>
                </c:pt>
                <c:pt idx="1962">
                  <c:v>44844</c:v>
                </c:pt>
                <c:pt idx="1963">
                  <c:v>44845</c:v>
                </c:pt>
                <c:pt idx="1964">
                  <c:v>44846</c:v>
                </c:pt>
                <c:pt idx="1965">
                  <c:v>44847</c:v>
                </c:pt>
                <c:pt idx="1966">
                  <c:v>44848</c:v>
                </c:pt>
                <c:pt idx="1967">
                  <c:v>44849</c:v>
                </c:pt>
                <c:pt idx="1968">
                  <c:v>44850</c:v>
                </c:pt>
                <c:pt idx="1969">
                  <c:v>44851</c:v>
                </c:pt>
                <c:pt idx="1970">
                  <c:v>44852</c:v>
                </c:pt>
                <c:pt idx="1971">
                  <c:v>44853</c:v>
                </c:pt>
                <c:pt idx="1972">
                  <c:v>44854</c:v>
                </c:pt>
                <c:pt idx="1973">
                  <c:v>44855</c:v>
                </c:pt>
                <c:pt idx="1974">
                  <c:v>44856</c:v>
                </c:pt>
                <c:pt idx="1975">
                  <c:v>44857</c:v>
                </c:pt>
                <c:pt idx="1976">
                  <c:v>44858</c:v>
                </c:pt>
                <c:pt idx="1977">
                  <c:v>44859</c:v>
                </c:pt>
                <c:pt idx="1978">
                  <c:v>44860</c:v>
                </c:pt>
                <c:pt idx="1979">
                  <c:v>44861</c:v>
                </c:pt>
                <c:pt idx="1980">
                  <c:v>44862</c:v>
                </c:pt>
                <c:pt idx="1981">
                  <c:v>44863</c:v>
                </c:pt>
                <c:pt idx="1982">
                  <c:v>44864</c:v>
                </c:pt>
                <c:pt idx="1983">
                  <c:v>44865</c:v>
                </c:pt>
                <c:pt idx="1984">
                  <c:v>44866</c:v>
                </c:pt>
                <c:pt idx="1985">
                  <c:v>44867</c:v>
                </c:pt>
                <c:pt idx="1986">
                  <c:v>44868</c:v>
                </c:pt>
                <c:pt idx="1987">
                  <c:v>44869</c:v>
                </c:pt>
                <c:pt idx="1988">
                  <c:v>44870</c:v>
                </c:pt>
                <c:pt idx="1989">
                  <c:v>44871</c:v>
                </c:pt>
                <c:pt idx="1990">
                  <c:v>44872</c:v>
                </c:pt>
                <c:pt idx="1991">
                  <c:v>44873</c:v>
                </c:pt>
                <c:pt idx="1992">
                  <c:v>44874</c:v>
                </c:pt>
                <c:pt idx="1993">
                  <c:v>44875</c:v>
                </c:pt>
                <c:pt idx="1994">
                  <c:v>44876</c:v>
                </c:pt>
                <c:pt idx="1995">
                  <c:v>44877</c:v>
                </c:pt>
                <c:pt idx="1996">
                  <c:v>44878</c:v>
                </c:pt>
                <c:pt idx="1997">
                  <c:v>44879</c:v>
                </c:pt>
                <c:pt idx="1998">
                  <c:v>44880</c:v>
                </c:pt>
                <c:pt idx="1999">
                  <c:v>44881</c:v>
                </c:pt>
                <c:pt idx="2000">
                  <c:v>44882</c:v>
                </c:pt>
                <c:pt idx="2001">
                  <c:v>44883</c:v>
                </c:pt>
                <c:pt idx="2002">
                  <c:v>44884</c:v>
                </c:pt>
                <c:pt idx="2003">
                  <c:v>44885</c:v>
                </c:pt>
                <c:pt idx="2004">
                  <c:v>44886</c:v>
                </c:pt>
                <c:pt idx="2005">
                  <c:v>44887</c:v>
                </c:pt>
                <c:pt idx="2006">
                  <c:v>44888</c:v>
                </c:pt>
                <c:pt idx="2007">
                  <c:v>44889</c:v>
                </c:pt>
                <c:pt idx="2008">
                  <c:v>44890</c:v>
                </c:pt>
                <c:pt idx="2009">
                  <c:v>44891</c:v>
                </c:pt>
                <c:pt idx="2010">
                  <c:v>44892</c:v>
                </c:pt>
                <c:pt idx="2011">
                  <c:v>44893</c:v>
                </c:pt>
                <c:pt idx="2012">
                  <c:v>44894</c:v>
                </c:pt>
                <c:pt idx="2013">
                  <c:v>44895</c:v>
                </c:pt>
                <c:pt idx="2014">
                  <c:v>44896</c:v>
                </c:pt>
                <c:pt idx="2015">
                  <c:v>44897</c:v>
                </c:pt>
                <c:pt idx="2016">
                  <c:v>44898</c:v>
                </c:pt>
                <c:pt idx="2017">
                  <c:v>44899</c:v>
                </c:pt>
                <c:pt idx="2018">
                  <c:v>44900</c:v>
                </c:pt>
                <c:pt idx="2019">
                  <c:v>44901</c:v>
                </c:pt>
                <c:pt idx="2020">
                  <c:v>44902</c:v>
                </c:pt>
                <c:pt idx="2021">
                  <c:v>44903</c:v>
                </c:pt>
                <c:pt idx="2022">
                  <c:v>44904</c:v>
                </c:pt>
                <c:pt idx="2023">
                  <c:v>44905</c:v>
                </c:pt>
                <c:pt idx="2024">
                  <c:v>44906</c:v>
                </c:pt>
                <c:pt idx="2025">
                  <c:v>44907</c:v>
                </c:pt>
                <c:pt idx="2026">
                  <c:v>44908</c:v>
                </c:pt>
                <c:pt idx="2027">
                  <c:v>44909</c:v>
                </c:pt>
                <c:pt idx="2028">
                  <c:v>44910</c:v>
                </c:pt>
                <c:pt idx="2029">
                  <c:v>44911</c:v>
                </c:pt>
                <c:pt idx="2030">
                  <c:v>44912</c:v>
                </c:pt>
                <c:pt idx="2031">
                  <c:v>44913</c:v>
                </c:pt>
                <c:pt idx="2032">
                  <c:v>44914</c:v>
                </c:pt>
                <c:pt idx="2033">
                  <c:v>44915</c:v>
                </c:pt>
                <c:pt idx="2034">
                  <c:v>44916</c:v>
                </c:pt>
                <c:pt idx="2035">
                  <c:v>44917</c:v>
                </c:pt>
                <c:pt idx="2036">
                  <c:v>44918</c:v>
                </c:pt>
                <c:pt idx="2037">
                  <c:v>44919</c:v>
                </c:pt>
                <c:pt idx="2038">
                  <c:v>44920</c:v>
                </c:pt>
                <c:pt idx="2039">
                  <c:v>44921</c:v>
                </c:pt>
                <c:pt idx="2040">
                  <c:v>44922</c:v>
                </c:pt>
                <c:pt idx="2041">
                  <c:v>44923</c:v>
                </c:pt>
                <c:pt idx="2042">
                  <c:v>44924</c:v>
                </c:pt>
                <c:pt idx="2043">
                  <c:v>44925</c:v>
                </c:pt>
                <c:pt idx="2044">
                  <c:v>44926</c:v>
                </c:pt>
                <c:pt idx="2045">
                  <c:v>44927</c:v>
                </c:pt>
                <c:pt idx="2046">
                  <c:v>44928</c:v>
                </c:pt>
                <c:pt idx="2047">
                  <c:v>44929</c:v>
                </c:pt>
                <c:pt idx="2048">
                  <c:v>44930</c:v>
                </c:pt>
                <c:pt idx="2049">
                  <c:v>44931</c:v>
                </c:pt>
                <c:pt idx="2050">
                  <c:v>44932</c:v>
                </c:pt>
                <c:pt idx="2051">
                  <c:v>44933</c:v>
                </c:pt>
                <c:pt idx="2052">
                  <c:v>44934</c:v>
                </c:pt>
                <c:pt idx="2053">
                  <c:v>44935</c:v>
                </c:pt>
                <c:pt idx="2054">
                  <c:v>44936</c:v>
                </c:pt>
                <c:pt idx="2055">
                  <c:v>44937</c:v>
                </c:pt>
                <c:pt idx="2056">
                  <c:v>44938</c:v>
                </c:pt>
                <c:pt idx="2057">
                  <c:v>44939</c:v>
                </c:pt>
                <c:pt idx="2058">
                  <c:v>44940</c:v>
                </c:pt>
                <c:pt idx="2059">
                  <c:v>44941</c:v>
                </c:pt>
                <c:pt idx="2060">
                  <c:v>44942</c:v>
                </c:pt>
                <c:pt idx="2061">
                  <c:v>44943</c:v>
                </c:pt>
                <c:pt idx="2062">
                  <c:v>44944</c:v>
                </c:pt>
                <c:pt idx="2063">
                  <c:v>44945</c:v>
                </c:pt>
                <c:pt idx="2064">
                  <c:v>44946</c:v>
                </c:pt>
                <c:pt idx="2065">
                  <c:v>44947</c:v>
                </c:pt>
                <c:pt idx="2066">
                  <c:v>44948</c:v>
                </c:pt>
                <c:pt idx="2067">
                  <c:v>44949</c:v>
                </c:pt>
                <c:pt idx="2068">
                  <c:v>44950</c:v>
                </c:pt>
                <c:pt idx="2069">
                  <c:v>44951</c:v>
                </c:pt>
                <c:pt idx="2070">
                  <c:v>44952</c:v>
                </c:pt>
                <c:pt idx="2071">
                  <c:v>44953</c:v>
                </c:pt>
                <c:pt idx="2072">
                  <c:v>44954</c:v>
                </c:pt>
                <c:pt idx="2073">
                  <c:v>44955</c:v>
                </c:pt>
                <c:pt idx="2074">
                  <c:v>44956</c:v>
                </c:pt>
                <c:pt idx="2075">
                  <c:v>44957</c:v>
                </c:pt>
                <c:pt idx="2076">
                  <c:v>44958</c:v>
                </c:pt>
                <c:pt idx="2077">
                  <c:v>44959</c:v>
                </c:pt>
                <c:pt idx="2078">
                  <c:v>44960</c:v>
                </c:pt>
                <c:pt idx="2079">
                  <c:v>44961</c:v>
                </c:pt>
                <c:pt idx="2080">
                  <c:v>44962</c:v>
                </c:pt>
                <c:pt idx="2081">
                  <c:v>44963</c:v>
                </c:pt>
                <c:pt idx="2082">
                  <c:v>44964</c:v>
                </c:pt>
                <c:pt idx="2083">
                  <c:v>44965</c:v>
                </c:pt>
                <c:pt idx="2084">
                  <c:v>44966</c:v>
                </c:pt>
                <c:pt idx="2085">
                  <c:v>44967</c:v>
                </c:pt>
                <c:pt idx="2086">
                  <c:v>44968</c:v>
                </c:pt>
                <c:pt idx="2087">
                  <c:v>44969</c:v>
                </c:pt>
                <c:pt idx="2088">
                  <c:v>44970</c:v>
                </c:pt>
                <c:pt idx="2089">
                  <c:v>44971</c:v>
                </c:pt>
                <c:pt idx="2090">
                  <c:v>44972</c:v>
                </c:pt>
                <c:pt idx="2091">
                  <c:v>44973</c:v>
                </c:pt>
                <c:pt idx="2092">
                  <c:v>44974</c:v>
                </c:pt>
                <c:pt idx="2093">
                  <c:v>44975</c:v>
                </c:pt>
                <c:pt idx="2094">
                  <c:v>44976</c:v>
                </c:pt>
                <c:pt idx="2095">
                  <c:v>44977</c:v>
                </c:pt>
                <c:pt idx="2096">
                  <c:v>44978</c:v>
                </c:pt>
                <c:pt idx="2097">
                  <c:v>44979</c:v>
                </c:pt>
                <c:pt idx="2098">
                  <c:v>44980</c:v>
                </c:pt>
                <c:pt idx="2099">
                  <c:v>44981</c:v>
                </c:pt>
                <c:pt idx="2100">
                  <c:v>44982</c:v>
                </c:pt>
                <c:pt idx="2101">
                  <c:v>44983</c:v>
                </c:pt>
                <c:pt idx="2102">
                  <c:v>44984</c:v>
                </c:pt>
                <c:pt idx="2103">
                  <c:v>44985</c:v>
                </c:pt>
                <c:pt idx="2104">
                  <c:v>44986</c:v>
                </c:pt>
                <c:pt idx="2105">
                  <c:v>44987</c:v>
                </c:pt>
                <c:pt idx="2106">
                  <c:v>44988</c:v>
                </c:pt>
                <c:pt idx="2107">
                  <c:v>44989</c:v>
                </c:pt>
                <c:pt idx="2108">
                  <c:v>44990</c:v>
                </c:pt>
                <c:pt idx="2109">
                  <c:v>44991</c:v>
                </c:pt>
                <c:pt idx="2110">
                  <c:v>44992</c:v>
                </c:pt>
                <c:pt idx="2111">
                  <c:v>44993</c:v>
                </c:pt>
                <c:pt idx="2112">
                  <c:v>44994</c:v>
                </c:pt>
                <c:pt idx="2113">
                  <c:v>44995</c:v>
                </c:pt>
                <c:pt idx="2114">
                  <c:v>44996</c:v>
                </c:pt>
                <c:pt idx="2115">
                  <c:v>44997</c:v>
                </c:pt>
                <c:pt idx="2116">
                  <c:v>44998</c:v>
                </c:pt>
                <c:pt idx="2117">
                  <c:v>44999</c:v>
                </c:pt>
                <c:pt idx="2118">
                  <c:v>45000</c:v>
                </c:pt>
                <c:pt idx="2119">
                  <c:v>45001</c:v>
                </c:pt>
                <c:pt idx="2120">
                  <c:v>45002</c:v>
                </c:pt>
                <c:pt idx="2121">
                  <c:v>45003</c:v>
                </c:pt>
                <c:pt idx="2122">
                  <c:v>45004</c:v>
                </c:pt>
                <c:pt idx="2123">
                  <c:v>45005</c:v>
                </c:pt>
                <c:pt idx="2124">
                  <c:v>45006</c:v>
                </c:pt>
                <c:pt idx="2125">
                  <c:v>45007</c:v>
                </c:pt>
                <c:pt idx="2126">
                  <c:v>45008</c:v>
                </c:pt>
                <c:pt idx="2127">
                  <c:v>45009</c:v>
                </c:pt>
                <c:pt idx="2128">
                  <c:v>45010</c:v>
                </c:pt>
                <c:pt idx="2129">
                  <c:v>45011</c:v>
                </c:pt>
                <c:pt idx="2130">
                  <c:v>45012</c:v>
                </c:pt>
                <c:pt idx="2131">
                  <c:v>45013</c:v>
                </c:pt>
                <c:pt idx="2132">
                  <c:v>45014</c:v>
                </c:pt>
                <c:pt idx="2133">
                  <c:v>45015</c:v>
                </c:pt>
                <c:pt idx="2134">
                  <c:v>45016</c:v>
                </c:pt>
                <c:pt idx="2135">
                  <c:v>45017</c:v>
                </c:pt>
                <c:pt idx="2136">
                  <c:v>45018</c:v>
                </c:pt>
                <c:pt idx="2137">
                  <c:v>45019</c:v>
                </c:pt>
                <c:pt idx="2138">
                  <c:v>45020</c:v>
                </c:pt>
                <c:pt idx="2139">
                  <c:v>45021</c:v>
                </c:pt>
                <c:pt idx="2140">
                  <c:v>45022</c:v>
                </c:pt>
                <c:pt idx="2141">
                  <c:v>45023</c:v>
                </c:pt>
                <c:pt idx="2142">
                  <c:v>45024</c:v>
                </c:pt>
                <c:pt idx="2143">
                  <c:v>45025</c:v>
                </c:pt>
                <c:pt idx="2144">
                  <c:v>45026</c:v>
                </c:pt>
                <c:pt idx="2145">
                  <c:v>45027</c:v>
                </c:pt>
                <c:pt idx="2146">
                  <c:v>45028</c:v>
                </c:pt>
                <c:pt idx="2147">
                  <c:v>45029</c:v>
                </c:pt>
                <c:pt idx="2148">
                  <c:v>45030</c:v>
                </c:pt>
                <c:pt idx="2149">
                  <c:v>45031</c:v>
                </c:pt>
                <c:pt idx="2150">
                  <c:v>45032</c:v>
                </c:pt>
                <c:pt idx="2151">
                  <c:v>45033</c:v>
                </c:pt>
                <c:pt idx="2152">
                  <c:v>45034</c:v>
                </c:pt>
                <c:pt idx="2153">
                  <c:v>45035</c:v>
                </c:pt>
                <c:pt idx="2154">
                  <c:v>45036</c:v>
                </c:pt>
                <c:pt idx="2155">
                  <c:v>45037</c:v>
                </c:pt>
                <c:pt idx="2156">
                  <c:v>45038</c:v>
                </c:pt>
                <c:pt idx="2157">
                  <c:v>45039</c:v>
                </c:pt>
                <c:pt idx="2158">
                  <c:v>45040</c:v>
                </c:pt>
                <c:pt idx="2159">
                  <c:v>45041</c:v>
                </c:pt>
                <c:pt idx="2160">
                  <c:v>45042</c:v>
                </c:pt>
                <c:pt idx="2161">
                  <c:v>45043</c:v>
                </c:pt>
                <c:pt idx="2162">
                  <c:v>45044</c:v>
                </c:pt>
                <c:pt idx="2163">
                  <c:v>45045</c:v>
                </c:pt>
                <c:pt idx="2164">
                  <c:v>45046</c:v>
                </c:pt>
                <c:pt idx="2165">
                  <c:v>45047</c:v>
                </c:pt>
                <c:pt idx="2166">
                  <c:v>45048</c:v>
                </c:pt>
                <c:pt idx="2167">
                  <c:v>45049</c:v>
                </c:pt>
                <c:pt idx="2168">
                  <c:v>45050</c:v>
                </c:pt>
                <c:pt idx="2169">
                  <c:v>45051</c:v>
                </c:pt>
                <c:pt idx="2170">
                  <c:v>45052</c:v>
                </c:pt>
                <c:pt idx="2171">
                  <c:v>45053</c:v>
                </c:pt>
                <c:pt idx="2172">
                  <c:v>45054</c:v>
                </c:pt>
                <c:pt idx="2173">
                  <c:v>45055</c:v>
                </c:pt>
                <c:pt idx="2174">
                  <c:v>45056</c:v>
                </c:pt>
                <c:pt idx="2175">
                  <c:v>45057</c:v>
                </c:pt>
                <c:pt idx="2176">
                  <c:v>45058</c:v>
                </c:pt>
                <c:pt idx="2177">
                  <c:v>45059</c:v>
                </c:pt>
                <c:pt idx="2178">
                  <c:v>45060</c:v>
                </c:pt>
                <c:pt idx="2179">
                  <c:v>45061</c:v>
                </c:pt>
                <c:pt idx="2180">
                  <c:v>45062</c:v>
                </c:pt>
                <c:pt idx="2181">
                  <c:v>45063</c:v>
                </c:pt>
                <c:pt idx="2182">
                  <c:v>45064</c:v>
                </c:pt>
                <c:pt idx="2183">
                  <c:v>45065</c:v>
                </c:pt>
                <c:pt idx="2184">
                  <c:v>45066</c:v>
                </c:pt>
                <c:pt idx="2185">
                  <c:v>45067</c:v>
                </c:pt>
                <c:pt idx="2186">
                  <c:v>45068</c:v>
                </c:pt>
                <c:pt idx="2187">
                  <c:v>45069</c:v>
                </c:pt>
                <c:pt idx="2188">
                  <c:v>45070</c:v>
                </c:pt>
                <c:pt idx="2189">
                  <c:v>45071</c:v>
                </c:pt>
                <c:pt idx="2190">
                  <c:v>45072</c:v>
                </c:pt>
                <c:pt idx="2191">
                  <c:v>45073</c:v>
                </c:pt>
                <c:pt idx="2192">
                  <c:v>45074</c:v>
                </c:pt>
                <c:pt idx="2193">
                  <c:v>45075</c:v>
                </c:pt>
                <c:pt idx="2194">
                  <c:v>45076</c:v>
                </c:pt>
                <c:pt idx="2195">
                  <c:v>45077</c:v>
                </c:pt>
                <c:pt idx="2196">
                  <c:v>45078</c:v>
                </c:pt>
                <c:pt idx="2197">
                  <c:v>45079</c:v>
                </c:pt>
                <c:pt idx="2198">
                  <c:v>45080</c:v>
                </c:pt>
                <c:pt idx="2199">
                  <c:v>45081</c:v>
                </c:pt>
                <c:pt idx="2200">
                  <c:v>45082</c:v>
                </c:pt>
                <c:pt idx="2201">
                  <c:v>45083</c:v>
                </c:pt>
                <c:pt idx="2202">
                  <c:v>45084</c:v>
                </c:pt>
                <c:pt idx="2203">
                  <c:v>45085</c:v>
                </c:pt>
                <c:pt idx="2204">
                  <c:v>45086</c:v>
                </c:pt>
                <c:pt idx="2205">
                  <c:v>45087</c:v>
                </c:pt>
                <c:pt idx="2206">
                  <c:v>45088</c:v>
                </c:pt>
                <c:pt idx="2207">
                  <c:v>45089</c:v>
                </c:pt>
                <c:pt idx="2208">
                  <c:v>45090</c:v>
                </c:pt>
                <c:pt idx="2209">
                  <c:v>45091</c:v>
                </c:pt>
                <c:pt idx="2210">
                  <c:v>45092</c:v>
                </c:pt>
                <c:pt idx="2211">
                  <c:v>45093</c:v>
                </c:pt>
                <c:pt idx="2212">
                  <c:v>45094</c:v>
                </c:pt>
                <c:pt idx="2213">
                  <c:v>45095</c:v>
                </c:pt>
                <c:pt idx="2214">
                  <c:v>45096</c:v>
                </c:pt>
                <c:pt idx="2215">
                  <c:v>45097</c:v>
                </c:pt>
                <c:pt idx="2216">
                  <c:v>45098</c:v>
                </c:pt>
                <c:pt idx="2217">
                  <c:v>45099</c:v>
                </c:pt>
                <c:pt idx="2218">
                  <c:v>45100</c:v>
                </c:pt>
                <c:pt idx="2219">
                  <c:v>45101</c:v>
                </c:pt>
                <c:pt idx="2220">
                  <c:v>45102</c:v>
                </c:pt>
                <c:pt idx="2221">
                  <c:v>45103</c:v>
                </c:pt>
                <c:pt idx="2222">
                  <c:v>45104</c:v>
                </c:pt>
                <c:pt idx="2223">
                  <c:v>45105</c:v>
                </c:pt>
                <c:pt idx="2224">
                  <c:v>45106</c:v>
                </c:pt>
                <c:pt idx="2225">
                  <c:v>45107</c:v>
                </c:pt>
                <c:pt idx="2226">
                  <c:v>45108</c:v>
                </c:pt>
                <c:pt idx="2227">
                  <c:v>45109</c:v>
                </c:pt>
                <c:pt idx="2228">
                  <c:v>45110</c:v>
                </c:pt>
                <c:pt idx="2229">
                  <c:v>45111</c:v>
                </c:pt>
                <c:pt idx="2230">
                  <c:v>45112</c:v>
                </c:pt>
                <c:pt idx="2231">
                  <c:v>45113</c:v>
                </c:pt>
                <c:pt idx="2232">
                  <c:v>45114</c:v>
                </c:pt>
                <c:pt idx="2233">
                  <c:v>45115</c:v>
                </c:pt>
                <c:pt idx="2234">
                  <c:v>45116</c:v>
                </c:pt>
                <c:pt idx="2235">
                  <c:v>45117</c:v>
                </c:pt>
                <c:pt idx="2236">
                  <c:v>45118</c:v>
                </c:pt>
                <c:pt idx="2237">
                  <c:v>45119</c:v>
                </c:pt>
                <c:pt idx="2238">
                  <c:v>45120</c:v>
                </c:pt>
                <c:pt idx="2239">
                  <c:v>45121</c:v>
                </c:pt>
                <c:pt idx="2240">
                  <c:v>45122</c:v>
                </c:pt>
                <c:pt idx="2241">
                  <c:v>45123</c:v>
                </c:pt>
                <c:pt idx="2242">
                  <c:v>45124</c:v>
                </c:pt>
                <c:pt idx="2243">
                  <c:v>45125</c:v>
                </c:pt>
                <c:pt idx="2244">
                  <c:v>45126</c:v>
                </c:pt>
                <c:pt idx="2245">
                  <c:v>45127</c:v>
                </c:pt>
                <c:pt idx="2246">
                  <c:v>45128</c:v>
                </c:pt>
                <c:pt idx="2247">
                  <c:v>45129</c:v>
                </c:pt>
                <c:pt idx="2248">
                  <c:v>45130</c:v>
                </c:pt>
                <c:pt idx="2249">
                  <c:v>45131</c:v>
                </c:pt>
                <c:pt idx="2250">
                  <c:v>45132</c:v>
                </c:pt>
                <c:pt idx="2251">
                  <c:v>45133</c:v>
                </c:pt>
                <c:pt idx="2252">
                  <c:v>45134</c:v>
                </c:pt>
                <c:pt idx="2253">
                  <c:v>45135</c:v>
                </c:pt>
                <c:pt idx="2254">
                  <c:v>45136</c:v>
                </c:pt>
                <c:pt idx="2255">
                  <c:v>45137</c:v>
                </c:pt>
                <c:pt idx="2256">
                  <c:v>45138</c:v>
                </c:pt>
                <c:pt idx="2257">
                  <c:v>45139</c:v>
                </c:pt>
                <c:pt idx="2258">
                  <c:v>45140</c:v>
                </c:pt>
                <c:pt idx="2259">
                  <c:v>45141</c:v>
                </c:pt>
                <c:pt idx="2260">
                  <c:v>45142</c:v>
                </c:pt>
                <c:pt idx="2261">
                  <c:v>45143</c:v>
                </c:pt>
                <c:pt idx="2262">
                  <c:v>45144</c:v>
                </c:pt>
                <c:pt idx="2263">
                  <c:v>45145</c:v>
                </c:pt>
                <c:pt idx="2264">
                  <c:v>45146</c:v>
                </c:pt>
                <c:pt idx="2265">
                  <c:v>45147</c:v>
                </c:pt>
                <c:pt idx="2266">
                  <c:v>45148</c:v>
                </c:pt>
                <c:pt idx="2267">
                  <c:v>45149</c:v>
                </c:pt>
                <c:pt idx="2268">
                  <c:v>45150</c:v>
                </c:pt>
                <c:pt idx="2269">
                  <c:v>45151</c:v>
                </c:pt>
                <c:pt idx="2270">
                  <c:v>45152</c:v>
                </c:pt>
                <c:pt idx="2271">
                  <c:v>45153</c:v>
                </c:pt>
                <c:pt idx="2272">
                  <c:v>45154</c:v>
                </c:pt>
                <c:pt idx="2273">
                  <c:v>45155</c:v>
                </c:pt>
                <c:pt idx="2274">
                  <c:v>45156</c:v>
                </c:pt>
                <c:pt idx="2275">
                  <c:v>45157</c:v>
                </c:pt>
                <c:pt idx="2276">
                  <c:v>45158</c:v>
                </c:pt>
                <c:pt idx="2277">
                  <c:v>45159</c:v>
                </c:pt>
                <c:pt idx="2278">
                  <c:v>45160</c:v>
                </c:pt>
                <c:pt idx="2279">
                  <c:v>45161</c:v>
                </c:pt>
                <c:pt idx="2280">
                  <c:v>45162</c:v>
                </c:pt>
                <c:pt idx="2281">
                  <c:v>45163</c:v>
                </c:pt>
                <c:pt idx="2282">
                  <c:v>45164</c:v>
                </c:pt>
                <c:pt idx="2283">
                  <c:v>45165</c:v>
                </c:pt>
                <c:pt idx="2284">
                  <c:v>45166</c:v>
                </c:pt>
                <c:pt idx="2285">
                  <c:v>45167</c:v>
                </c:pt>
                <c:pt idx="2286">
                  <c:v>45168</c:v>
                </c:pt>
                <c:pt idx="2287">
                  <c:v>45169</c:v>
                </c:pt>
                <c:pt idx="2288">
                  <c:v>45170</c:v>
                </c:pt>
                <c:pt idx="2289">
                  <c:v>45171</c:v>
                </c:pt>
                <c:pt idx="2290">
                  <c:v>45172</c:v>
                </c:pt>
                <c:pt idx="2291">
                  <c:v>45173</c:v>
                </c:pt>
                <c:pt idx="2292">
                  <c:v>45174</c:v>
                </c:pt>
                <c:pt idx="2293">
                  <c:v>45175</c:v>
                </c:pt>
                <c:pt idx="2294">
                  <c:v>45176</c:v>
                </c:pt>
                <c:pt idx="2295">
                  <c:v>45177</c:v>
                </c:pt>
                <c:pt idx="2296">
                  <c:v>45178</c:v>
                </c:pt>
                <c:pt idx="2297">
                  <c:v>45179</c:v>
                </c:pt>
                <c:pt idx="2298">
                  <c:v>45180</c:v>
                </c:pt>
                <c:pt idx="2299">
                  <c:v>45181</c:v>
                </c:pt>
                <c:pt idx="2300">
                  <c:v>45182</c:v>
                </c:pt>
                <c:pt idx="2301">
                  <c:v>45183</c:v>
                </c:pt>
                <c:pt idx="2302">
                  <c:v>45184</c:v>
                </c:pt>
                <c:pt idx="2303">
                  <c:v>45185</c:v>
                </c:pt>
                <c:pt idx="2304">
                  <c:v>45186</c:v>
                </c:pt>
                <c:pt idx="2305">
                  <c:v>45187</c:v>
                </c:pt>
                <c:pt idx="2306">
                  <c:v>45188</c:v>
                </c:pt>
                <c:pt idx="2307">
                  <c:v>45189</c:v>
                </c:pt>
                <c:pt idx="2308">
                  <c:v>45190</c:v>
                </c:pt>
                <c:pt idx="2309">
                  <c:v>45191</c:v>
                </c:pt>
                <c:pt idx="2310">
                  <c:v>45192</c:v>
                </c:pt>
                <c:pt idx="2311">
                  <c:v>45193</c:v>
                </c:pt>
                <c:pt idx="2312">
                  <c:v>45194</c:v>
                </c:pt>
                <c:pt idx="2313">
                  <c:v>45195</c:v>
                </c:pt>
                <c:pt idx="2314">
                  <c:v>45196</c:v>
                </c:pt>
                <c:pt idx="2315">
                  <c:v>45197</c:v>
                </c:pt>
                <c:pt idx="2316">
                  <c:v>45198</c:v>
                </c:pt>
                <c:pt idx="2317">
                  <c:v>45199</c:v>
                </c:pt>
                <c:pt idx="2318">
                  <c:v>45200</c:v>
                </c:pt>
                <c:pt idx="2319">
                  <c:v>45201</c:v>
                </c:pt>
                <c:pt idx="2320">
                  <c:v>45202</c:v>
                </c:pt>
                <c:pt idx="2321">
                  <c:v>45203</c:v>
                </c:pt>
                <c:pt idx="2322">
                  <c:v>45204</c:v>
                </c:pt>
                <c:pt idx="2323">
                  <c:v>45205</c:v>
                </c:pt>
                <c:pt idx="2324">
                  <c:v>45206</c:v>
                </c:pt>
                <c:pt idx="2325">
                  <c:v>45207</c:v>
                </c:pt>
                <c:pt idx="2326">
                  <c:v>45208</c:v>
                </c:pt>
                <c:pt idx="2327">
                  <c:v>45209</c:v>
                </c:pt>
                <c:pt idx="2328">
                  <c:v>45210</c:v>
                </c:pt>
                <c:pt idx="2329">
                  <c:v>45211</c:v>
                </c:pt>
                <c:pt idx="2330">
                  <c:v>45212</c:v>
                </c:pt>
                <c:pt idx="2331">
                  <c:v>45213</c:v>
                </c:pt>
                <c:pt idx="2332">
                  <c:v>45214</c:v>
                </c:pt>
                <c:pt idx="2333">
                  <c:v>45215</c:v>
                </c:pt>
                <c:pt idx="2334">
                  <c:v>45216</c:v>
                </c:pt>
                <c:pt idx="2335">
                  <c:v>45217</c:v>
                </c:pt>
                <c:pt idx="2336">
                  <c:v>45218</c:v>
                </c:pt>
                <c:pt idx="2337">
                  <c:v>45219</c:v>
                </c:pt>
                <c:pt idx="2338">
                  <c:v>45220</c:v>
                </c:pt>
                <c:pt idx="2339">
                  <c:v>45221</c:v>
                </c:pt>
                <c:pt idx="2340">
                  <c:v>45222</c:v>
                </c:pt>
                <c:pt idx="2341">
                  <c:v>45223</c:v>
                </c:pt>
                <c:pt idx="2342">
                  <c:v>45224</c:v>
                </c:pt>
                <c:pt idx="2343">
                  <c:v>45225</c:v>
                </c:pt>
                <c:pt idx="2344">
                  <c:v>45226</c:v>
                </c:pt>
                <c:pt idx="2345">
                  <c:v>45227</c:v>
                </c:pt>
                <c:pt idx="2346">
                  <c:v>45228</c:v>
                </c:pt>
                <c:pt idx="2347">
                  <c:v>45229</c:v>
                </c:pt>
                <c:pt idx="2348">
                  <c:v>45230</c:v>
                </c:pt>
                <c:pt idx="2349">
                  <c:v>45231</c:v>
                </c:pt>
                <c:pt idx="2350">
                  <c:v>45232</c:v>
                </c:pt>
                <c:pt idx="2351">
                  <c:v>45233</c:v>
                </c:pt>
                <c:pt idx="2352">
                  <c:v>45234</c:v>
                </c:pt>
                <c:pt idx="2353">
                  <c:v>45235</c:v>
                </c:pt>
                <c:pt idx="2354">
                  <c:v>45236</c:v>
                </c:pt>
                <c:pt idx="2355">
                  <c:v>45237</c:v>
                </c:pt>
                <c:pt idx="2356">
                  <c:v>45238</c:v>
                </c:pt>
                <c:pt idx="2357">
                  <c:v>45239</c:v>
                </c:pt>
                <c:pt idx="2358">
                  <c:v>45240</c:v>
                </c:pt>
                <c:pt idx="2359">
                  <c:v>45241</c:v>
                </c:pt>
                <c:pt idx="2360">
                  <c:v>45242</c:v>
                </c:pt>
                <c:pt idx="2361">
                  <c:v>45243</c:v>
                </c:pt>
                <c:pt idx="2362">
                  <c:v>45244</c:v>
                </c:pt>
                <c:pt idx="2363">
                  <c:v>45245</c:v>
                </c:pt>
                <c:pt idx="2364">
                  <c:v>45246</c:v>
                </c:pt>
                <c:pt idx="2365">
                  <c:v>45247</c:v>
                </c:pt>
                <c:pt idx="2366">
                  <c:v>45248</c:v>
                </c:pt>
                <c:pt idx="2367">
                  <c:v>45249</c:v>
                </c:pt>
                <c:pt idx="2368">
                  <c:v>45250</c:v>
                </c:pt>
                <c:pt idx="2369">
                  <c:v>45251</c:v>
                </c:pt>
                <c:pt idx="2370">
                  <c:v>45252</c:v>
                </c:pt>
                <c:pt idx="2371">
                  <c:v>45253</c:v>
                </c:pt>
                <c:pt idx="2372">
                  <c:v>45254</c:v>
                </c:pt>
                <c:pt idx="2373">
                  <c:v>45255</c:v>
                </c:pt>
                <c:pt idx="2374">
                  <c:v>45256</c:v>
                </c:pt>
                <c:pt idx="2375">
                  <c:v>45257</c:v>
                </c:pt>
                <c:pt idx="2376">
                  <c:v>45258</c:v>
                </c:pt>
                <c:pt idx="2377">
                  <c:v>45259</c:v>
                </c:pt>
                <c:pt idx="2378">
                  <c:v>45260</c:v>
                </c:pt>
                <c:pt idx="2379">
                  <c:v>45261</c:v>
                </c:pt>
                <c:pt idx="2380">
                  <c:v>45262</c:v>
                </c:pt>
                <c:pt idx="2381">
                  <c:v>45263</c:v>
                </c:pt>
                <c:pt idx="2382">
                  <c:v>45264</c:v>
                </c:pt>
                <c:pt idx="2383">
                  <c:v>45265</c:v>
                </c:pt>
                <c:pt idx="2384">
                  <c:v>45266</c:v>
                </c:pt>
                <c:pt idx="2385">
                  <c:v>45267</c:v>
                </c:pt>
                <c:pt idx="2386">
                  <c:v>45268</c:v>
                </c:pt>
                <c:pt idx="2387">
                  <c:v>45269</c:v>
                </c:pt>
                <c:pt idx="2388">
                  <c:v>45270</c:v>
                </c:pt>
                <c:pt idx="2389">
                  <c:v>45271</c:v>
                </c:pt>
                <c:pt idx="2390">
                  <c:v>45272</c:v>
                </c:pt>
                <c:pt idx="2391">
                  <c:v>45273</c:v>
                </c:pt>
                <c:pt idx="2392">
                  <c:v>45274</c:v>
                </c:pt>
                <c:pt idx="2393">
                  <c:v>45275</c:v>
                </c:pt>
                <c:pt idx="2394">
                  <c:v>45276</c:v>
                </c:pt>
                <c:pt idx="2395">
                  <c:v>45277</c:v>
                </c:pt>
                <c:pt idx="2396">
                  <c:v>45278</c:v>
                </c:pt>
                <c:pt idx="2397">
                  <c:v>45279</c:v>
                </c:pt>
                <c:pt idx="2398">
                  <c:v>45280</c:v>
                </c:pt>
                <c:pt idx="2399">
                  <c:v>45281</c:v>
                </c:pt>
                <c:pt idx="2400">
                  <c:v>45282</c:v>
                </c:pt>
                <c:pt idx="2401">
                  <c:v>45283</c:v>
                </c:pt>
                <c:pt idx="2402">
                  <c:v>45284</c:v>
                </c:pt>
                <c:pt idx="2403">
                  <c:v>45285</c:v>
                </c:pt>
                <c:pt idx="2404">
                  <c:v>45286</c:v>
                </c:pt>
                <c:pt idx="2405">
                  <c:v>45287</c:v>
                </c:pt>
                <c:pt idx="2406">
                  <c:v>45288</c:v>
                </c:pt>
                <c:pt idx="2407">
                  <c:v>45289</c:v>
                </c:pt>
                <c:pt idx="2408">
                  <c:v>45290</c:v>
                </c:pt>
                <c:pt idx="2409">
                  <c:v>45291</c:v>
                </c:pt>
                <c:pt idx="2410">
                  <c:v>45292</c:v>
                </c:pt>
                <c:pt idx="2411">
                  <c:v>45293</c:v>
                </c:pt>
                <c:pt idx="2412">
                  <c:v>45294</c:v>
                </c:pt>
                <c:pt idx="2413">
                  <c:v>45295</c:v>
                </c:pt>
                <c:pt idx="2414">
                  <c:v>45296</c:v>
                </c:pt>
                <c:pt idx="2415">
                  <c:v>45297</c:v>
                </c:pt>
                <c:pt idx="2416">
                  <c:v>45298</c:v>
                </c:pt>
                <c:pt idx="2417">
                  <c:v>45299</c:v>
                </c:pt>
                <c:pt idx="2418">
                  <c:v>45300</c:v>
                </c:pt>
                <c:pt idx="2419">
                  <c:v>45301</c:v>
                </c:pt>
                <c:pt idx="2420">
                  <c:v>45302</c:v>
                </c:pt>
                <c:pt idx="2421">
                  <c:v>45303</c:v>
                </c:pt>
                <c:pt idx="2422">
                  <c:v>45304</c:v>
                </c:pt>
                <c:pt idx="2423">
                  <c:v>45305</c:v>
                </c:pt>
                <c:pt idx="2424">
                  <c:v>45306</c:v>
                </c:pt>
                <c:pt idx="2425">
                  <c:v>45307</c:v>
                </c:pt>
                <c:pt idx="2426">
                  <c:v>45308</c:v>
                </c:pt>
                <c:pt idx="2427">
                  <c:v>45309</c:v>
                </c:pt>
                <c:pt idx="2428">
                  <c:v>45310</c:v>
                </c:pt>
                <c:pt idx="2429">
                  <c:v>45311</c:v>
                </c:pt>
                <c:pt idx="2430">
                  <c:v>45312</c:v>
                </c:pt>
                <c:pt idx="2431">
                  <c:v>45313</c:v>
                </c:pt>
                <c:pt idx="2432">
                  <c:v>45314</c:v>
                </c:pt>
                <c:pt idx="2433">
                  <c:v>45315</c:v>
                </c:pt>
                <c:pt idx="2434">
                  <c:v>45316</c:v>
                </c:pt>
                <c:pt idx="2435">
                  <c:v>45317</c:v>
                </c:pt>
                <c:pt idx="2436">
                  <c:v>45318</c:v>
                </c:pt>
                <c:pt idx="2437">
                  <c:v>45319</c:v>
                </c:pt>
                <c:pt idx="2438">
                  <c:v>45320</c:v>
                </c:pt>
                <c:pt idx="2439">
                  <c:v>45321</c:v>
                </c:pt>
                <c:pt idx="2440">
                  <c:v>45322</c:v>
                </c:pt>
                <c:pt idx="2441">
                  <c:v>45323</c:v>
                </c:pt>
                <c:pt idx="2442">
                  <c:v>45324</c:v>
                </c:pt>
                <c:pt idx="2443">
                  <c:v>45325</c:v>
                </c:pt>
                <c:pt idx="2444">
                  <c:v>45326</c:v>
                </c:pt>
                <c:pt idx="2445">
                  <c:v>45327</c:v>
                </c:pt>
                <c:pt idx="2446">
                  <c:v>45328</c:v>
                </c:pt>
                <c:pt idx="2447">
                  <c:v>45329</c:v>
                </c:pt>
                <c:pt idx="2448">
                  <c:v>45330</c:v>
                </c:pt>
                <c:pt idx="2449">
                  <c:v>45331</c:v>
                </c:pt>
                <c:pt idx="2450">
                  <c:v>45332</c:v>
                </c:pt>
                <c:pt idx="2451">
                  <c:v>45333</c:v>
                </c:pt>
                <c:pt idx="2452">
                  <c:v>45334</c:v>
                </c:pt>
                <c:pt idx="2453">
                  <c:v>45335</c:v>
                </c:pt>
                <c:pt idx="2454">
                  <c:v>45336</c:v>
                </c:pt>
                <c:pt idx="2455">
                  <c:v>45337</c:v>
                </c:pt>
                <c:pt idx="2456">
                  <c:v>45338</c:v>
                </c:pt>
                <c:pt idx="2457">
                  <c:v>45339</c:v>
                </c:pt>
                <c:pt idx="2458">
                  <c:v>45340</c:v>
                </c:pt>
                <c:pt idx="2459">
                  <c:v>45341</c:v>
                </c:pt>
                <c:pt idx="2460">
                  <c:v>45342</c:v>
                </c:pt>
                <c:pt idx="2461">
                  <c:v>45343</c:v>
                </c:pt>
                <c:pt idx="2462">
                  <c:v>45344</c:v>
                </c:pt>
                <c:pt idx="2463">
                  <c:v>45345</c:v>
                </c:pt>
                <c:pt idx="2464">
                  <c:v>45346</c:v>
                </c:pt>
                <c:pt idx="2465">
                  <c:v>45347</c:v>
                </c:pt>
                <c:pt idx="2466">
                  <c:v>45348</c:v>
                </c:pt>
                <c:pt idx="2467">
                  <c:v>45349</c:v>
                </c:pt>
                <c:pt idx="2468">
                  <c:v>45350</c:v>
                </c:pt>
                <c:pt idx="2469">
                  <c:v>45351</c:v>
                </c:pt>
                <c:pt idx="2470">
                  <c:v>45352</c:v>
                </c:pt>
                <c:pt idx="2471">
                  <c:v>45353</c:v>
                </c:pt>
                <c:pt idx="2472">
                  <c:v>45354</c:v>
                </c:pt>
              </c:numCache>
            </c:numRef>
          </c:cat>
          <c:val>
            <c:numRef>
              <c:f>磷肥价格及价差!$AW$2:$AW$6333</c:f>
              <c:numCache>
                <c:formatCode>0_);[Red]\(0\)</c:formatCode>
                <c:ptCount val="6332"/>
                <c:pt idx="0">
                  <c:v>2322.6</c:v>
                </c:pt>
                <c:pt idx="1">
                  <c:v>2322.6</c:v>
                </c:pt>
                <c:pt idx="2">
                  <c:v>2322.6</c:v>
                </c:pt>
                <c:pt idx="3">
                  <c:v>2322.6</c:v>
                </c:pt>
                <c:pt idx="4">
                  <c:v>2322.6</c:v>
                </c:pt>
                <c:pt idx="5">
                  <c:v>2322.6</c:v>
                </c:pt>
                <c:pt idx="6">
                  <c:v>2322.6</c:v>
                </c:pt>
                <c:pt idx="7">
                  <c:v>2322.6</c:v>
                </c:pt>
                <c:pt idx="8">
                  <c:v>2276.0100000000002</c:v>
                </c:pt>
                <c:pt idx="9">
                  <c:v>2276.0100000000002</c:v>
                </c:pt>
                <c:pt idx="10">
                  <c:v>2276.0100000000002</c:v>
                </c:pt>
                <c:pt idx="11">
                  <c:v>2276.0100000000002</c:v>
                </c:pt>
                <c:pt idx="12">
                  <c:v>2276.0100000000002</c:v>
                </c:pt>
                <c:pt idx="13">
                  <c:v>2276.0100000000002</c:v>
                </c:pt>
                <c:pt idx="14">
                  <c:v>2276.0100000000002</c:v>
                </c:pt>
                <c:pt idx="15">
                  <c:v>2276.0100000000002</c:v>
                </c:pt>
                <c:pt idx="16">
                  <c:v>2276.0100000000002</c:v>
                </c:pt>
                <c:pt idx="17">
                  <c:v>2276.0100000000002</c:v>
                </c:pt>
                <c:pt idx="18">
                  <c:v>2276.0100000000002</c:v>
                </c:pt>
                <c:pt idx="19">
                  <c:v>2276.0100000000002</c:v>
                </c:pt>
                <c:pt idx="20">
                  <c:v>2256.0500000000002</c:v>
                </c:pt>
                <c:pt idx="21">
                  <c:v>2256.0500000000002</c:v>
                </c:pt>
                <c:pt idx="22">
                  <c:v>2256.0500000000002</c:v>
                </c:pt>
                <c:pt idx="23">
                  <c:v>2256.0500000000002</c:v>
                </c:pt>
                <c:pt idx="24">
                  <c:v>2256.0500000000002</c:v>
                </c:pt>
                <c:pt idx="25">
                  <c:v>2256.0500000000002</c:v>
                </c:pt>
                <c:pt idx="26">
                  <c:v>2256.0500000000002</c:v>
                </c:pt>
                <c:pt idx="27">
                  <c:v>2262.6999999999998</c:v>
                </c:pt>
                <c:pt idx="28">
                  <c:v>2262.6999999999998</c:v>
                </c:pt>
                <c:pt idx="29">
                  <c:v>2262.6999999999998</c:v>
                </c:pt>
                <c:pt idx="30">
                  <c:v>2262.6999999999998</c:v>
                </c:pt>
                <c:pt idx="31">
                  <c:v>2262.6999999999998</c:v>
                </c:pt>
                <c:pt idx="32">
                  <c:v>2262.6999999999998</c:v>
                </c:pt>
                <c:pt idx="33">
                  <c:v>2262.6999999999998</c:v>
                </c:pt>
                <c:pt idx="34">
                  <c:v>2256.0500000000002</c:v>
                </c:pt>
                <c:pt idx="35">
                  <c:v>2256.0500000000002</c:v>
                </c:pt>
                <c:pt idx="36">
                  <c:v>2256.0500000000002</c:v>
                </c:pt>
                <c:pt idx="37">
                  <c:v>2256.0500000000002</c:v>
                </c:pt>
                <c:pt idx="38">
                  <c:v>2256.0500000000002</c:v>
                </c:pt>
                <c:pt idx="39">
                  <c:v>2256.0500000000002</c:v>
                </c:pt>
                <c:pt idx="40">
                  <c:v>2256.0500000000002</c:v>
                </c:pt>
                <c:pt idx="41">
                  <c:v>2256.0500000000002</c:v>
                </c:pt>
                <c:pt idx="42">
                  <c:v>2256.0500000000002</c:v>
                </c:pt>
                <c:pt idx="43">
                  <c:v>2256.0500000000002</c:v>
                </c:pt>
                <c:pt idx="44">
                  <c:v>2256.0500000000002</c:v>
                </c:pt>
                <c:pt idx="45">
                  <c:v>2256.0500000000002</c:v>
                </c:pt>
                <c:pt idx="46">
                  <c:v>2256.0500000000002</c:v>
                </c:pt>
                <c:pt idx="47">
                  <c:v>2256.0500000000002</c:v>
                </c:pt>
                <c:pt idx="48">
                  <c:v>2256.0500000000002</c:v>
                </c:pt>
                <c:pt idx="49">
                  <c:v>2256.0500000000002</c:v>
                </c:pt>
                <c:pt idx="50">
                  <c:v>2256.0500000000002</c:v>
                </c:pt>
                <c:pt idx="51">
                  <c:v>2256.0500000000002</c:v>
                </c:pt>
                <c:pt idx="52">
                  <c:v>2256.0500000000002</c:v>
                </c:pt>
                <c:pt idx="53">
                  <c:v>2256.0500000000002</c:v>
                </c:pt>
                <c:pt idx="54">
                  <c:v>2256.0500000000002</c:v>
                </c:pt>
                <c:pt idx="55">
                  <c:v>2239.41</c:v>
                </c:pt>
                <c:pt idx="56">
                  <c:v>2239.41</c:v>
                </c:pt>
                <c:pt idx="57">
                  <c:v>2239.41</c:v>
                </c:pt>
                <c:pt idx="58">
                  <c:v>2239.41</c:v>
                </c:pt>
                <c:pt idx="59">
                  <c:v>2239.41</c:v>
                </c:pt>
                <c:pt idx="60">
                  <c:v>2239.41</c:v>
                </c:pt>
                <c:pt idx="61">
                  <c:v>2239.41</c:v>
                </c:pt>
                <c:pt idx="62">
                  <c:v>2239.41</c:v>
                </c:pt>
                <c:pt idx="63">
                  <c:v>2239.41</c:v>
                </c:pt>
                <c:pt idx="64">
                  <c:v>2239.41</c:v>
                </c:pt>
                <c:pt idx="65">
                  <c:v>2239.41</c:v>
                </c:pt>
                <c:pt idx="66">
                  <c:v>2239.41</c:v>
                </c:pt>
                <c:pt idx="67">
                  <c:v>2239.41</c:v>
                </c:pt>
                <c:pt idx="68">
                  <c:v>2239.41</c:v>
                </c:pt>
                <c:pt idx="69">
                  <c:v>2239.41</c:v>
                </c:pt>
                <c:pt idx="70">
                  <c:v>2239.41</c:v>
                </c:pt>
                <c:pt idx="71">
                  <c:v>2239.41</c:v>
                </c:pt>
                <c:pt idx="72">
                  <c:v>2239.41</c:v>
                </c:pt>
                <c:pt idx="73">
                  <c:v>2239.41</c:v>
                </c:pt>
                <c:pt idx="74">
                  <c:v>2239.41</c:v>
                </c:pt>
                <c:pt idx="75">
                  <c:v>2239.41</c:v>
                </c:pt>
                <c:pt idx="76">
                  <c:v>2239.41</c:v>
                </c:pt>
                <c:pt idx="77">
                  <c:v>2239.41</c:v>
                </c:pt>
                <c:pt idx="78">
                  <c:v>2239.41</c:v>
                </c:pt>
                <c:pt idx="79">
                  <c:v>2239.41</c:v>
                </c:pt>
                <c:pt idx="80">
                  <c:v>2239.41</c:v>
                </c:pt>
                <c:pt idx="81">
                  <c:v>2239.41</c:v>
                </c:pt>
                <c:pt idx="82">
                  <c:v>2239.41</c:v>
                </c:pt>
                <c:pt idx="83">
                  <c:v>2279.34</c:v>
                </c:pt>
                <c:pt idx="84">
                  <c:v>2279.34</c:v>
                </c:pt>
                <c:pt idx="85">
                  <c:v>2279.34</c:v>
                </c:pt>
                <c:pt idx="86">
                  <c:v>2279.34</c:v>
                </c:pt>
                <c:pt idx="87">
                  <c:v>2279.34</c:v>
                </c:pt>
                <c:pt idx="88">
                  <c:v>2279.34</c:v>
                </c:pt>
                <c:pt idx="89">
                  <c:v>2279.34</c:v>
                </c:pt>
                <c:pt idx="90">
                  <c:v>2289.3200000000002</c:v>
                </c:pt>
                <c:pt idx="91">
                  <c:v>2289.3200000000002</c:v>
                </c:pt>
                <c:pt idx="92">
                  <c:v>2289.3200000000002</c:v>
                </c:pt>
                <c:pt idx="93">
                  <c:v>2289.3200000000002</c:v>
                </c:pt>
                <c:pt idx="94">
                  <c:v>2289.3200000000002</c:v>
                </c:pt>
                <c:pt idx="95">
                  <c:v>2289.3200000000002</c:v>
                </c:pt>
                <c:pt idx="96">
                  <c:v>2289.3200000000002</c:v>
                </c:pt>
                <c:pt idx="97">
                  <c:v>2312.61</c:v>
                </c:pt>
                <c:pt idx="98">
                  <c:v>2312.61</c:v>
                </c:pt>
                <c:pt idx="99">
                  <c:v>2312.61</c:v>
                </c:pt>
                <c:pt idx="100">
                  <c:v>2312.61</c:v>
                </c:pt>
                <c:pt idx="101">
                  <c:v>2312.61</c:v>
                </c:pt>
                <c:pt idx="102">
                  <c:v>2312.61</c:v>
                </c:pt>
                <c:pt idx="103">
                  <c:v>2312.61</c:v>
                </c:pt>
                <c:pt idx="104">
                  <c:v>2319.27</c:v>
                </c:pt>
                <c:pt idx="105">
                  <c:v>2319.27</c:v>
                </c:pt>
                <c:pt idx="106">
                  <c:v>2319.27</c:v>
                </c:pt>
                <c:pt idx="107">
                  <c:v>2319.27</c:v>
                </c:pt>
                <c:pt idx="108">
                  <c:v>2319.27</c:v>
                </c:pt>
                <c:pt idx="109">
                  <c:v>2319.27</c:v>
                </c:pt>
                <c:pt idx="110">
                  <c:v>2319.27</c:v>
                </c:pt>
                <c:pt idx="111">
                  <c:v>2332.58</c:v>
                </c:pt>
                <c:pt idx="112">
                  <c:v>2332.58</c:v>
                </c:pt>
                <c:pt idx="113">
                  <c:v>2332.58</c:v>
                </c:pt>
                <c:pt idx="114">
                  <c:v>2332.58</c:v>
                </c:pt>
                <c:pt idx="115">
                  <c:v>2332.58</c:v>
                </c:pt>
                <c:pt idx="116">
                  <c:v>2332.58</c:v>
                </c:pt>
                <c:pt idx="117">
                  <c:v>2332.58</c:v>
                </c:pt>
                <c:pt idx="118">
                  <c:v>2352.54</c:v>
                </c:pt>
                <c:pt idx="119">
                  <c:v>2352.54</c:v>
                </c:pt>
                <c:pt idx="120">
                  <c:v>2352.54</c:v>
                </c:pt>
                <c:pt idx="121">
                  <c:v>2352.54</c:v>
                </c:pt>
                <c:pt idx="122">
                  <c:v>2352.54</c:v>
                </c:pt>
                <c:pt idx="123">
                  <c:v>2352.54</c:v>
                </c:pt>
                <c:pt idx="124">
                  <c:v>2352.54</c:v>
                </c:pt>
                <c:pt idx="125">
                  <c:v>2379.16</c:v>
                </c:pt>
                <c:pt idx="126">
                  <c:v>2379.16</c:v>
                </c:pt>
                <c:pt idx="127">
                  <c:v>2379.16</c:v>
                </c:pt>
                <c:pt idx="128">
                  <c:v>2379.16</c:v>
                </c:pt>
                <c:pt idx="129">
                  <c:v>2379.16</c:v>
                </c:pt>
                <c:pt idx="130">
                  <c:v>2379.16</c:v>
                </c:pt>
                <c:pt idx="131">
                  <c:v>2379.16</c:v>
                </c:pt>
                <c:pt idx="132">
                  <c:v>2405.7800000000002</c:v>
                </c:pt>
                <c:pt idx="133">
                  <c:v>2405.7800000000002</c:v>
                </c:pt>
                <c:pt idx="134">
                  <c:v>2405.7800000000002</c:v>
                </c:pt>
                <c:pt idx="135">
                  <c:v>2405.7800000000002</c:v>
                </c:pt>
                <c:pt idx="136">
                  <c:v>2405.7800000000002</c:v>
                </c:pt>
                <c:pt idx="137">
                  <c:v>2405.7800000000002</c:v>
                </c:pt>
                <c:pt idx="138">
                  <c:v>2405.7800000000002</c:v>
                </c:pt>
                <c:pt idx="139">
                  <c:v>2405.7800000000002</c:v>
                </c:pt>
                <c:pt idx="140">
                  <c:v>2405.7800000000002</c:v>
                </c:pt>
                <c:pt idx="141">
                  <c:v>2405.7800000000002</c:v>
                </c:pt>
                <c:pt idx="142">
                  <c:v>2405.7800000000002</c:v>
                </c:pt>
                <c:pt idx="143">
                  <c:v>2405.7800000000002</c:v>
                </c:pt>
                <c:pt idx="144">
                  <c:v>2405.7800000000002</c:v>
                </c:pt>
                <c:pt idx="145">
                  <c:v>2405.7800000000002</c:v>
                </c:pt>
                <c:pt idx="146">
                  <c:v>2405.7800000000002</c:v>
                </c:pt>
                <c:pt idx="147">
                  <c:v>2405.7800000000002</c:v>
                </c:pt>
                <c:pt idx="148">
                  <c:v>2405.7800000000002</c:v>
                </c:pt>
                <c:pt idx="149">
                  <c:v>2405.7800000000002</c:v>
                </c:pt>
                <c:pt idx="150">
                  <c:v>2405.7800000000002</c:v>
                </c:pt>
                <c:pt idx="151">
                  <c:v>2405.7800000000002</c:v>
                </c:pt>
                <c:pt idx="152">
                  <c:v>2405.7800000000002</c:v>
                </c:pt>
                <c:pt idx="153">
                  <c:v>2405.7800000000002</c:v>
                </c:pt>
                <c:pt idx="154">
                  <c:v>2405.7800000000002</c:v>
                </c:pt>
                <c:pt idx="155">
                  <c:v>2405.7800000000002</c:v>
                </c:pt>
                <c:pt idx="156">
                  <c:v>2405.7800000000002</c:v>
                </c:pt>
                <c:pt idx="157">
                  <c:v>2405.7800000000002</c:v>
                </c:pt>
                <c:pt idx="158">
                  <c:v>2405.7800000000002</c:v>
                </c:pt>
                <c:pt idx="159">
                  <c:v>2405.7800000000002</c:v>
                </c:pt>
                <c:pt idx="160">
                  <c:v>2512.2600000000002</c:v>
                </c:pt>
                <c:pt idx="161">
                  <c:v>2512.2600000000002</c:v>
                </c:pt>
                <c:pt idx="162">
                  <c:v>2512.2600000000002</c:v>
                </c:pt>
                <c:pt idx="163">
                  <c:v>2512.2600000000002</c:v>
                </c:pt>
                <c:pt idx="164">
                  <c:v>2512.2600000000002</c:v>
                </c:pt>
                <c:pt idx="165">
                  <c:v>2512.2600000000002</c:v>
                </c:pt>
                <c:pt idx="166">
                  <c:v>2512.2600000000002</c:v>
                </c:pt>
                <c:pt idx="167">
                  <c:v>2555.52</c:v>
                </c:pt>
                <c:pt idx="168">
                  <c:v>2555.52</c:v>
                </c:pt>
                <c:pt idx="169">
                  <c:v>2555.52</c:v>
                </c:pt>
                <c:pt idx="170">
                  <c:v>2555.52</c:v>
                </c:pt>
                <c:pt idx="171">
                  <c:v>2555.52</c:v>
                </c:pt>
                <c:pt idx="172">
                  <c:v>2555.52</c:v>
                </c:pt>
                <c:pt idx="173">
                  <c:v>2555.52</c:v>
                </c:pt>
                <c:pt idx="174">
                  <c:v>2562.1799999999998</c:v>
                </c:pt>
                <c:pt idx="175">
                  <c:v>2562.1799999999998</c:v>
                </c:pt>
                <c:pt idx="176">
                  <c:v>2562.1799999999998</c:v>
                </c:pt>
                <c:pt idx="177">
                  <c:v>2562.1799999999998</c:v>
                </c:pt>
                <c:pt idx="178">
                  <c:v>2562.1799999999998</c:v>
                </c:pt>
                <c:pt idx="179">
                  <c:v>2562.1799999999998</c:v>
                </c:pt>
                <c:pt idx="180">
                  <c:v>2562.1799999999998</c:v>
                </c:pt>
                <c:pt idx="181">
                  <c:v>2628.72</c:v>
                </c:pt>
                <c:pt idx="182">
                  <c:v>2628.72</c:v>
                </c:pt>
                <c:pt idx="183">
                  <c:v>2628.72</c:v>
                </c:pt>
                <c:pt idx="184">
                  <c:v>2628.72</c:v>
                </c:pt>
                <c:pt idx="185">
                  <c:v>2628.72</c:v>
                </c:pt>
                <c:pt idx="186">
                  <c:v>2628.72</c:v>
                </c:pt>
                <c:pt idx="187">
                  <c:v>2628.72</c:v>
                </c:pt>
                <c:pt idx="188">
                  <c:v>2695.28</c:v>
                </c:pt>
                <c:pt idx="189">
                  <c:v>2695.28</c:v>
                </c:pt>
                <c:pt idx="190">
                  <c:v>2695.28</c:v>
                </c:pt>
                <c:pt idx="191">
                  <c:v>2695.28</c:v>
                </c:pt>
                <c:pt idx="192">
                  <c:v>2695.28</c:v>
                </c:pt>
                <c:pt idx="193">
                  <c:v>2695.28</c:v>
                </c:pt>
                <c:pt idx="194">
                  <c:v>2695.28</c:v>
                </c:pt>
                <c:pt idx="195">
                  <c:v>2695.28</c:v>
                </c:pt>
                <c:pt idx="196">
                  <c:v>2695.28</c:v>
                </c:pt>
                <c:pt idx="197">
                  <c:v>2695.28</c:v>
                </c:pt>
                <c:pt idx="198">
                  <c:v>2695.28</c:v>
                </c:pt>
                <c:pt idx="199">
                  <c:v>2695.28</c:v>
                </c:pt>
                <c:pt idx="200">
                  <c:v>2695.28</c:v>
                </c:pt>
                <c:pt idx="201">
                  <c:v>2695.28</c:v>
                </c:pt>
                <c:pt idx="202">
                  <c:v>2695.28</c:v>
                </c:pt>
                <c:pt idx="203">
                  <c:v>2695.28</c:v>
                </c:pt>
                <c:pt idx="204">
                  <c:v>2695.28</c:v>
                </c:pt>
                <c:pt idx="205">
                  <c:v>2695.28</c:v>
                </c:pt>
                <c:pt idx="206">
                  <c:v>2695.28</c:v>
                </c:pt>
                <c:pt idx="207">
                  <c:v>2695.28</c:v>
                </c:pt>
                <c:pt idx="208">
                  <c:v>2695.28</c:v>
                </c:pt>
                <c:pt idx="209">
                  <c:v>2711.91</c:v>
                </c:pt>
                <c:pt idx="210">
                  <c:v>2711.91</c:v>
                </c:pt>
                <c:pt idx="211">
                  <c:v>2711.91</c:v>
                </c:pt>
                <c:pt idx="212">
                  <c:v>2711.91</c:v>
                </c:pt>
                <c:pt idx="213">
                  <c:v>2711.91</c:v>
                </c:pt>
                <c:pt idx="214">
                  <c:v>2711.91</c:v>
                </c:pt>
                <c:pt idx="215">
                  <c:v>2711.91</c:v>
                </c:pt>
                <c:pt idx="216">
                  <c:v>2711.91</c:v>
                </c:pt>
                <c:pt idx="217">
                  <c:v>2711.91</c:v>
                </c:pt>
                <c:pt idx="218">
                  <c:v>2711.91</c:v>
                </c:pt>
                <c:pt idx="219">
                  <c:v>2711.91</c:v>
                </c:pt>
                <c:pt idx="220">
                  <c:v>2711.91</c:v>
                </c:pt>
                <c:pt idx="221">
                  <c:v>2711.91</c:v>
                </c:pt>
                <c:pt idx="222">
                  <c:v>2711.91</c:v>
                </c:pt>
                <c:pt idx="223">
                  <c:v>2711.91</c:v>
                </c:pt>
                <c:pt idx="224">
                  <c:v>2711.91</c:v>
                </c:pt>
                <c:pt idx="225">
                  <c:v>2711.91</c:v>
                </c:pt>
                <c:pt idx="226">
                  <c:v>2711.91</c:v>
                </c:pt>
                <c:pt idx="227">
                  <c:v>2711.91</c:v>
                </c:pt>
                <c:pt idx="228">
                  <c:v>2711.91</c:v>
                </c:pt>
                <c:pt idx="229">
                  <c:v>2711.91</c:v>
                </c:pt>
                <c:pt idx="230">
                  <c:v>2711.91</c:v>
                </c:pt>
                <c:pt idx="231">
                  <c:v>2711.91</c:v>
                </c:pt>
                <c:pt idx="232">
                  <c:v>2711.91</c:v>
                </c:pt>
                <c:pt idx="233">
                  <c:v>2711.91</c:v>
                </c:pt>
                <c:pt idx="234">
                  <c:v>2711.91</c:v>
                </c:pt>
                <c:pt idx="235">
                  <c:v>2711.91</c:v>
                </c:pt>
                <c:pt idx="236">
                  <c:v>2711.91</c:v>
                </c:pt>
                <c:pt idx="237">
                  <c:v>2728.55</c:v>
                </c:pt>
                <c:pt idx="238">
                  <c:v>2728.55</c:v>
                </c:pt>
                <c:pt idx="239">
                  <c:v>2728.55</c:v>
                </c:pt>
                <c:pt idx="240">
                  <c:v>2728.55</c:v>
                </c:pt>
                <c:pt idx="241">
                  <c:v>2728.55</c:v>
                </c:pt>
                <c:pt idx="242">
                  <c:v>2728.55</c:v>
                </c:pt>
                <c:pt idx="243">
                  <c:v>2728.55</c:v>
                </c:pt>
                <c:pt idx="244">
                  <c:v>2728.55</c:v>
                </c:pt>
                <c:pt idx="245">
                  <c:v>2728.55</c:v>
                </c:pt>
                <c:pt idx="246">
                  <c:v>2728.55</c:v>
                </c:pt>
                <c:pt idx="247">
                  <c:v>2728.55</c:v>
                </c:pt>
                <c:pt idx="248">
                  <c:v>2728.55</c:v>
                </c:pt>
                <c:pt idx="249">
                  <c:v>2728.55</c:v>
                </c:pt>
                <c:pt idx="250">
                  <c:v>2728.55</c:v>
                </c:pt>
                <c:pt idx="251">
                  <c:v>2728.55</c:v>
                </c:pt>
                <c:pt idx="252">
                  <c:v>2728.55</c:v>
                </c:pt>
                <c:pt idx="253">
                  <c:v>2728.55</c:v>
                </c:pt>
                <c:pt idx="254">
                  <c:v>2728.55</c:v>
                </c:pt>
                <c:pt idx="255">
                  <c:v>2728.55</c:v>
                </c:pt>
                <c:pt idx="256">
                  <c:v>2728.55</c:v>
                </c:pt>
                <c:pt idx="257">
                  <c:v>2728.55</c:v>
                </c:pt>
                <c:pt idx="258">
                  <c:v>2745.19</c:v>
                </c:pt>
                <c:pt idx="259">
                  <c:v>2745.19</c:v>
                </c:pt>
                <c:pt idx="260">
                  <c:v>2745.19</c:v>
                </c:pt>
                <c:pt idx="261">
                  <c:v>2745.19</c:v>
                </c:pt>
                <c:pt idx="262">
                  <c:v>2745.19</c:v>
                </c:pt>
                <c:pt idx="263">
                  <c:v>2745.19</c:v>
                </c:pt>
                <c:pt idx="264">
                  <c:v>2745.19</c:v>
                </c:pt>
                <c:pt idx="265">
                  <c:v>2745.19</c:v>
                </c:pt>
                <c:pt idx="266">
                  <c:v>2745.19</c:v>
                </c:pt>
                <c:pt idx="267">
                  <c:v>2745.19</c:v>
                </c:pt>
                <c:pt idx="268">
                  <c:v>2745.19</c:v>
                </c:pt>
                <c:pt idx="269">
                  <c:v>2745.19</c:v>
                </c:pt>
                <c:pt idx="270">
                  <c:v>2745.19</c:v>
                </c:pt>
                <c:pt idx="271">
                  <c:v>2745.19</c:v>
                </c:pt>
                <c:pt idx="272">
                  <c:v>2745.19</c:v>
                </c:pt>
                <c:pt idx="273">
                  <c:v>2745.19</c:v>
                </c:pt>
                <c:pt idx="274">
                  <c:v>2745.19</c:v>
                </c:pt>
                <c:pt idx="275">
                  <c:v>2745.19</c:v>
                </c:pt>
                <c:pt idx="276">
                  <c:v>2745.19</c:v>
                </c:pt>
                <c:pt idx="277">
                  <c:v>2745.19</c:v>
                </c:pt>
                <c:pt idx="278">
                  <c:v>2745.19</c:v>
                </c:pt>
                <c:pt idx="279">
                  <c:v>2745.19</c:v>
                </c:pt>
                <c:pt idx="280">
                  <c:v>2745.19</c:v>
                </c:pt>
                <c:pt idx="281">
                  <c:v>2745.19</c:v>
                </c:pt>
                <c:pt idx="282">
                  <c:v>2745.19</c:v>
                </c:pt>
                <c:pt idx="283">
                  <c:v>2745.19</c:v>
                </c:pt>
                <c:pt idx="284">
                  <c:v>2745.19</c:v>
                </c:pt>
                <c:pt idx="285">
                  <c:v>2745.19</c:v>
                </c:pt>
                <c:pt idx="286">
                  <c:v>2745.19</c:v>
                </c:pt>
                <c:pt idx="287">
                  <c:v>2745.19</c:v>
                </c:pt>
                <c:pt idx="288">
                  <c:v>2745.19</c:v>
                </c:pt>
                <c:pt idx="289">
                  <c:v>2745.19</c:v>
                </c:pt>
                <c:pt idx="290">
                  <c:v>2745.19</c:v>
                </c:pt>
                <c:pt idx="291">
                  <c:v>2745.19</c:v>
                </c:pt>
                <c:pt idx="292">
                  <c:v>2745.19</c:v>
                </c:pt>
                <c:pt idx="293">
                  <c:v>2761.83</c:v>
                </c:pt>
                <c:pt idx="294">
                  <c:v>2761.83</c:v>
                </c:pt>
                <c:pt idx="295">
                  <c:v>2761.83</c:v>
                </c:pt>
                <c:pt idx="296">
                  <c:v>2761.83</c:v>
                </c:pt>
                <c:pt idx="297">
                  <c:v>2761.83</c:v>
                </c:pt>
                <c:pt idx="298">
                  <c:v>2761.83</c:v>
                </c:pt>
                <c:pt idx="299">
                  <c:v>2761.83</c:v>
                </c:pt>
                <c:pt idx="300">
                  <c:v>2761.83</c:v>
                </c:pt>
                <c:pt idx="301">
                  <c:v>2761.83</c:v>
                </c:pt>
                <c:pt idx="302">
                  <c:v>2761.83</c:v>
                </c:pt>
                <c:pt idx="303">
                  <c:v>2761.83</c:v>
                </c:pt>
                <c:pt idx="304">
                  <c:v>2761.83</c:v>
                </c:pt>
                <c:pt idx="305">
                  <c:v>2761.83</c:v>
                </c:pt>
                <c:pt idx="306">
                  <c:v>2761.83</c:v>
                </c:pt>
                <c:pt idx="307">
                  <c:v>2761.83</c:v>
                </c:pt>
                <c:pt idx="308">
                  <c:v>2761.83</c:v>
                </c:pt>
                <c:pt idx="309">
                  <c:v>2761.83</c:v>
                </c:pt>
                <c:pt idx="310">
                  <c:v>2761.83</c:v>
                </c:pt>
                <c:pt idx="311">
                  <c:v>2761.83</c:v>
                </c:pt>
                <c:pt idx="312">
                  <c:v>2761.83</c:v>
                </c:pt>
                <c:pt idx="313">
                  <c:v>2761.83</c:v>
                </c:pt>
                <c:pt idx="314">
                  <c:v>2761.83</c:v>
                </c:pt>
                <c:pt idx="315">
                  <c:v>2761.83</c:v>
                </c:pt>
                <c:pt idx="316">
                  <c:v>2711.91</c:v>
                </c:pt>
                <c:pt idx="317">
                  <c:v>2711.91</c:v>
                </c:pt>
                <c:pt idx="318">
                  <c:v>2711.91</c:v>
                </c:pt>
                <c:pt idx="319">
                  <c:v>2711.91</c:v>
                </c:pt>
                <c:pt idx="320">
                  <c:v>2711.91</c:v>
                </c:pt>
                <c:pt idx="321">
                  <c:v>2711.91</c:v>
                </c:pt>
                <c:pt idx="322">
                  <c:v>2711.91</c:v>
                </c:pt>
                <c:pt idx="323">
                  <c:v>2711.91</c:v>
                </c:pt>
                <c:pt idx="324">
                  <c:v>2711.91</c:v>
                </c:pt>
                <c:pt idx="325">
                  <c:v>2711.91</c:v>
                </c:pt>
                <c:pt idx="326">
                  <c:v>2711.91</c:v>
                </c:pt>
                <c:pt idx="327">
                  <c:v>2711.91</c:v>
                </c:pt>
                <c:pt idx="328">
                  <c:v>2711.91</c:v>
                </c:pt>
                <c:pt idx="329">
                  <c:v>2711.91</c:v>
                </c:pt>
                <c:pt idx="330">
                  <c:v>2711.91</c:v>
                </c:pt>
                <c:pt idx="331">
                  <c:v>2711.91</c:v>
                </c:pt>
                <c:pt idx="332">
                  <c:v>2711.91</c:v>
                </c:pt>
                <c:pt idx="333">
                  <c:v>2711.91</c:v>
                </c:pt>
                <c:pt idx="334">
                  <c:v>2711.91</c:v>
                </c:pt>
                <c:pt idx="335">
                  <c:v>2745.19</c:v>
                </c:pt>
                <c:pt idx="336">
                  <c:v>2745.19</c:v>
                </c:pt>
                <c:pt idx="337">
                  <c:v>2745.19</c:v>
                </c:pt>
                <c:pt idx="338">
                  <c:v>2745.19</c:v>
                </c:pt>
                <c:pt idx="339">
                  <c:v>2745.19</c:v>
                </c:pt>
                <c:pt idx="340">
                  <c:v>2745.19</c:v>
                </c:pt>
                <c:pt idx="341">
                  <c:v>2745.19</c:v>
                </c:pt>
                <c:pt idx="342">
                  <c:v>2745.19</c:v>
                </c:pt>
                <c:pt idx="343">
                  <c:v>2745.19</c:v>
                </c:pt>
                <c:pt idx="344">
                  <c:v>2745.19</c:v>
                </c:pt>
                <c:pt idx="345">
                  <c:v>2745.19</c:v>
                </c:pt>
                <c:pt idx="346">
                  <c:v>2745.19</c:v>
                </c:pt>
                <c:pt idx="347">
                  <c:v>2745.19</c:v>
                </c:pt>
                <c:pt idx="348">
                  <c:v>2745.19</c:v>
                </c:pt>
                <c:pt idx="349">
                  <c:v>2735.2</c:v>
                </c:pt>
                <c:pt idx="350">
                  <c:v>2735.2</c:v>
                </c:pt>
                <c:pt idx="351">
                  <c:v>2735.2</c:v>
                </c:pt>
                <c:pt idx="352">
                  <c:v>2735.2</c:v>
                </c:pt>
                <c:pt idx="353">
                  <c:v>2735.2</c:v>
                </c:pt>
                <c:pt idx="354">
                  <c:v>2735.2</c:v>
                </c:pt>
                <c:pt idx="355">
                  <c:v>2735.2</c:v>
                </c:pt>
                <c:pt idx="356">
                  <c:v>2751.84</c:v>
                </c:pt>
                <c:pt idx="357">
                  <c:v>2751.84</c:v>
                </c:pt>
                <c:pt idx="358">
                  <c:v>2751.84</c:v>
                </c:pt>
                <c:pt idx="359">
                  <c:v>2751.84</c:v>
                </c:pt>
                <c:pt idx="360">
                  <c:v>2751.84</c:v>
                </c:pt>
                <c:pt idx="361">
                  <c:v>2751.84</c:v>
                </c:pt>
                <c:pt idx="362">
                  <c:v>2751.84</c:v>
                </c:pt>
                <c:pt idx="363">
                  <c:v>2751.84</c:v>
                </c:pt>
                <c:pt idx="364">
                  <c:v>2751.84</c:v>
                </c:pt>
                <c:pt idx="365">
                  <c:v>2751.84</c:v>
                </c:pt>
                <c:pt idx="366">
                  <c:v>2751.84</c:v>
                </c:pt>
                <c:pt idx="367">
                  <c:v>2751.84</c:v>
                </c:pt>
                <c:pt idx="368">
                  <c:v>2751.84</c:v>
                </c:pt>
                <c:pt idx="369">
                  <c:v>2751.84</c:v>
                </c:pt>
                <c:pt idx="370">
                  <c:v>2755.17</c:v>
                </c:pt>
                <c:pt idx="371">
                  <c:v>2755.17</c:v>
                </c:pt>
                <c:pt idx="372">
                  <c:v>2755.17</c:v>
                </c:pt>
                <c:pt idx="373">
                  <c:v>2755.17</c:v>
                </c:pt>
                <c:pt idx="374">
                  <c:v>2755.17</c:v>
                </c:pt>
                <c:pt idx="375">
                  <c:v>2755.17</c:v>
                </c:pt>
                <c:pt idx="376">
                  <c:v>2755.17</c:v>
                </c:pt>
                <c:pt idx="377">
                  <c:v>2755.17</c:v>
                </c:pt>
                <c:pt idx="378">
                  <c:v>2755.17</c:v>
                </c:pt>
                <c:pt idx="379">
                  <c:v>2755.17</c:v>
                </c:pt>
                <c:pt idx="380">
                  <c:v>2755.17</c:v>
                </c:pt>
                <c:pt idx="381">
                  <c:v>2755.17</c:v>
                </c:pt>
                <c:pt idx="382">
                  <c:v>2755.17</c:v>
                </c:pt>
                <c:pt idx="383">
                  <c:v>2755.17</c:v>
                </c:pt>
                <c:pt idx="384">
                  <c:v>2755.17</c:v>
                </c:pt>
                <c:pt idx="385">
                  <c:v>2755.17</c:v>
                </c:pt>
                <c:pt idx="386">
                  <c:v>2755.17</c:v>
                </c:pt>
                <c:pt idx="387">
                  <c:v>2755.17</c:v>
                </c:pt>
                <c:pt idx="388">
                  <c:v>2755.17</c:v>
                </c:pt>
                <c:pt idx="389">
                  <c:v>2755.17</c:v>
                </c:pt>
                <c:pt idx="390">
                  <c:v>2755.17</c:v>
                </c:pt>
                <c:pt idx="391">
                  <c:v>2768.48</c:v>
                </c:pt>
                <c:pt idx="392">
                  <c:v>2768.48</c:v>
                </c:pt>
                <c:pt idx="393">
                  <c:v>2768.48</c:v>
                </c:pt>
                <c:pt idx="394">
                  <c:v>2768.48</c:v>
                </c:pt>
                <c:pt idx="395">
                  <c:v>2768.48</c:v>
                </c:pt>
                <c:pt idx="396">
                  <c:v>2768.48</c:v>
                </c:pt>
                <c:pt idx="397">
                  <c:v>2768.48</c:v>
                </c:pt>
                <c:pt idx="398">
                  <c:v>2781.79</c:v>
                </c:pt>
                <c:pt idx="399">
                  <c:v>2781.79</c:v>
                </c:pt>
                <c:pt idx="400">
                  <c:v>2781.79</c:v>
                </c:pt>
                <c:pt idx="401">
                  <c:v>2781.79</c:v>
                </c:pt>
                <c:pt idx="402">
                  <c:v>2781.79</c:v>
                </c:pt>
                <c:pt idx="403">
                  <c:v>2781.79</c:v>
                </c:pt>
                <c:pt idx="404">
                  <c:v>2781.79</c:v>
                </c:pt>
                <c:pt idx="405">
                  <c:v>2781.79</c:v>
                </c:pt>
                <c:pt idx="406">
                  <c:v>2781.79</c:v>
                </c:pt>
                <c:pt idx="407">
                  <c:v>2781.79</c:v>
                </c:pt>
                <c:pt idx="408">
                  <c:v>2781.79</c:v>
                </c:pt>
                <c:pt idx="409">
                  <c:v>2781.79</c:v>
                </c:pt>
                <c:pt idx="410">
                  <c:v>2781.79</c:v>
                </c:pt>
                <c:pt idx="411">
                  <c:v>2781.79</c:v>
                </c:pt>
                <c:pt idx="412">
                  <c:v>2785.12</c:v>
                </c:pt>
                <c:pt idx="413">
                  <c:v>2785.12</c:v>
                </c:pt>
                <c:pt idx="414">
                  <c:v>2785.12</c:v>
                </c:pt>
                <c:pt idx="415">
                  <c:v>2785.12</c:v>
                </c:pt>
                <c:pt idx="416">
                  <c:v>2785.12</c:v>
                </c:pt>
                <c:pt idx="417">
                  <c:v>2785.12</c:v>
                </c:pt>
                <c:pt idx="418">
                  <c:v>2785.12</c:v>
                </c:pt>
                <c:pt idx="419">
                  <c:v>2785.12</c:v>
                </c:pt>
                <c:pt idx="420">
                  <c:v>2785.12</c:v>
                </c:pt>
                <c:pt idx="421">
                  <c:v>2785.12</c:v>
                </c:pt>
                <c:pt idx="422">
                  <c:v>2785.12</c:v>
                </c:pt>
                <c:pt idx="423">
                  <c:v>2785.12</c:v>
                </c:pt>
                <c:pt idx="424">
                  <c:v>2785.12</c:v>
                </c:pt>
                <c:pt idx="425">
                  <c:v>2785.12</c:v>
                </c:pt>
                <c:pt idx="426">
                  <c:v>2785.12</c:v>
                </c:pt>
                <c:pt idx="427">
                  <c:v>2785.12</c:v>
                </c:pt>
                <c:pt idx="428">
                  <c:v>2785.12</c:v>
                </c:pt>
                <c:pt idx="429">
                  <c:v>2785.12</c:v>
                </c:pt>
                <c:pt idx="430">
                  <c:v>2785.12</c:v>
                </c:pt>
                <c:pt idx="431">
                  <c:v>2785.12</c:v>
                </c:pt>
                <c:pt idx="432">
                  <c:v>2785.12</c:v>
                </c:pt>
                <c:pt idx="433">
                  <c:v>2785.12</c:v>
                </c:pt>
                <c:pt idx="434">
                  <c:v>2785.12</c:v>
                </c:pt>
                <c:pt idx="435">
                  <c:v>2785.12</c:v>
                </c:pt>
                <c:pt idx="436">
                  <c:v>2785.12</c:v>
                </c:pt>
                <c:pt idx="437">
                  <c:v>2785.12</c:v>
                </c:pt>
                <c:pt idx="438">
                  <c:v>2785.12</c:v>
                </c:pt>
                <c:pt idx="439">
                  <c:v>2785.12</c:v>
                </c:pt>
                <c:pt idx="440">
                  <c:v>2771.81</c:v>
                </c:pt>
                <c:pt idx="441">
                  <c:v>2771.81</c:v>
                </c:pt>
                <c:pt idx="442">
                  <c:v>2771.81</c:v>
                </c:pt>
                <c:pt idx="443">
                  <c:v>2771.81</c:v>
                </c:pt>
                <c:pt idx="444">
                  <c:v>2771.81</c:v>
                </c:pt>
                <c:pt idx="445">
                  <c:v>2771.81</c:v>
                </c:pt>
                <c:pt idx="446">
                  <c:v>2771.81</c:v>
                </c:pt>
                <c:pt idx="447">
                  <c:v>2771.81</c:v>
                </c:pt>
                <c:pt idx="448">
                  <c:v>2771.81</c:v>
                </c:pt>
                <c:pt idx="449">
                  <c:v>2771.81</c:v>
                </c:pt>
                <c:pt idx="450">
                  <c:v>2771.81</c:v>
                </c:pt>
                <c:pt idx="451">
                  <c:v>2771.81</c:v>
                </c:pt>
                <c:pt idx="452">
                  <c:v>2771.81</c:v>
                </c:pt>
                <c:pt idx="453">
                  <c:v>2771.81</c:v>
                </c:pt>
                <c:pt idx="454">
                  <c:v>2771.81</c:v>
                </c:pt>
                <c:pt idx="455">
                  <c:v>2771.81</c:v>
                </c:pt>
                <c:pt idx="456">
                  <c:v>2771.81</c:v>
                </c:pt>
                <c:pt idx="457">
                  <c:v>2771.81</c:v>
                </c:pt>
                <c:pt idx="458">
                  <c:v>2771.81</c:v>
                </c:pt>
                <c:pt idx="459">
                  <c:v>2771.81</c:v>
                </c:pt>
                <c:pt idx="460">
                  <c:v>2771.81</c:v>
                </c:pt>
                <c:pt idx="461">
                  <c:v>2768.48</c:v>
                </c:pt>
                <c:pt idx="462">
                  <c:v>2768.48</c:v>
                </c:pt>
                <c:pt idx="463">
                  <c:v>2768.48</c:v>
                </c:pt>
                <c:pt idx="464">
                  <c:v>2768.48</c:v>
                </c:pt>
                <c:pt idx="465">
                  <c:v>2768.48</c:v>
                </c:pt>
                <c:pt idx="466">
                  <c:v>2768.48</c:v>
                </c:pt>
                <c:pt idx="467">
                  <c:v>2768.48</c:v>
                </c:pt>
                <c:pt idx="468">
                  <c:v>2768.48</c:v>
                </c:pt>
                <c:pt idx="469">
                  <c:v>2768.48</c:v>
                </c:pt>
                <c:pt idx="470">
                  <c:v>2768.48</c:v>
                </c:pt>
                <c:pt idx="471">
                  <c:v>2768.48</c:v>
                </c:pt>
                <c:pt idx="472">
                  <c:v>2768.48</c:v>
                </c:pt>
                <c:pt idx="473">
                  <c:v>2768.48</c:v>
                </c:pt>
                <c:pt idx="474">
                  <c:v>2768.48</c:v>
                </c:pt>
                <c:pt idx="475">
                  <c:v>2768.48</c:v>
                </c:pt>
                <c:pt idx="476">
                  <c:v>2768.48</c:v>
                </c:pt>
                <c:pt idx="477">
                  <c:v>2768.48</c:v>
                </c:pt>
                <c:pt idx="478">
                  <c:v>2768.48</c:v>
                </c:pt>
                <c:pt idx="479">
                  <c:v>2768.48</c:v>
                </c:pt>
                <c:pt idx="480">
                  <c:v>2768.48</c:v>
                </c:pt>
                <c:pt idx="481">
                  <c:v>2768.48</c:v>
                </c:pt>
                <c:pt idx="482">
                  <c:v>2765.15</c:v>
                </c:pt>
                <c:pt idx="483">
                  <c:v>2765.15</c:v>
                </c:pt>
                <c:pt idx="484">
                  <c:v>2765.15</c:v>
                </c:pt>
                <c:pt idx="485">
                  <c:v>2765.15</c:v>
                </c:pt>
                <c:pt idx="486">
                  <c:v>2765.15</c:v>
                </c:pt>
                <c:pt idx="487">
                  <c:v>2765.15</c:v>
                </c:pt>
                <c:pt idx="488">
                  <c:v>2765.15</c:v>
                </c:pt>
                <c:pt idx="489">
                  <c:v>2765.15</c:v>
                </c:pt>
                <c:pt idx="490">
                  <c:v>2765.15</c:v>
                </c:pt>
                <c:pt idx="491">
                  <c:v>2765.15</c:v>
                </c:pt>
                <c:pt idx="492">
                  <c:v>2765.15</c:v>
                </c:pt>
                <c:pt idx="493">
                  <c:v>2765.15</c:v>
                </c:pt>
                <c:pt idx="494">
                  <c:v>2765.15</c:v>
                </c:pt>
                <c:pt idx="495">
                  <c:v>2765.15</c:v>
                </c:pt>
                <c:pt idx="496">
                  <c:v>2765.15</c:v>
                </c:pt>
                <c:pt idx="497">
                  <c:v>2765.15</c:v>
                </c:pt>
                <c:pt idx="498">
                  <c:v>2765.15</c:v>
                </c:pt>
                <c:pt idx="499">
                  <c:v>2755.17</c:v>
                </c:pt>
                <c:pt idx="500">
                  <c:v>2755.17</c:v>
                </c:pt>
                <c:pt idx="501">
                  <c:v>2755.17</c:v>
                </c:pt>
                <c:pt idx="502">
                  <c:v>2755.17</c:v>
                </c:pt>
                <c:pt idx="503">
                  <c:v>2755.17</c:v>
                </c:pt>
                <c:pt idx="504">
                  <c:v>2755.17</c:v>
                </c:pt>
                <c:pt idx="505">
                  <c:v>2755.17</c:v>
                </c:pt>
                <c:pt idx="506">
                  <c:v>2755.17</c:v>
                </c:pt>
                <c:pt idx="507">
                  <c:v>2755.17</c:v>
                </c:pt>
                <c:pt idx="508">
                  <c:v>2755.17</c:v>
                </c:pt>
                <c:pt idx="509">
                  <c:v>2755.17</c:v>
                </c:pt>
                <c:pt idx="510">
                  <c:v>2755.17</c:v>
                </c:pt>
                <c:pt idx="511">
                  <c:v>2755.17</c:v>
                </c:pt>
                <c:pt idx="512">
                  <c:v>2755.17</c:v>
                </c:pt>
                <c:pt idx="513">
                  <c:v>2755.17</c:v>
                </c:pt>
                <c:pt idx="514">
                  <c:v>2755.17</c:v>
                </c:pt>
                <c:pt idx="515">
                  <c:v>2755.17</c:v>
                </c:pt>
                <c:pt idx="516">
                  <c:v>2755.17</c:v>
                </c:pt>
                <c:pt idx="517">
                  <c:v>2755.17</c:v>
                </c:pt>
                <c:pt idx="518">
                  <c:v>2755.17</c:v>
                </c:pt>
                <c:pt idx="519">
                  <c:v>2755.17</c:v>
                </c:pt>
                <c:pt idx="520">
                  <c:v>2755.17</c:v>
                </c:pt>
                <c:pt idx="521">
                  <c:v>2755.17</c:v>
                </c:pt>
                <c:pt idx="522">
                  <c:v>2755.17</c:v>
                </c:pt>
                <c:pt idx="523">
                  <c:v>2755.17</c:v>
                </c:pt>
                <c:pt idx="524">
                  <c:v>2728.55</c:v>
                </c:pt>
                <c:pt idx="525">
                  <c:v>2728.55</c:v>
                </c:pt>
                <c:pt idx="526">
                  <c:v>2728.55</c:v>
                </c:pt>
                <c:pt idx="527">
                  <c:v>2728.55</c:v>
                </c:pt>
                <c:pt idx="528">
                  <c:v>2728.55</c:v>
                </c:pt>
                <c:pt idx="529">
                  <c:v>2728.55</c:v>
                </c:pt>
                <c:pt idx="530">
                  <c:v>2728.55</c:v>
                </c:pt>
                <c:pt idx="531">
                  <c:v>2721.89</c:v>
                </c:pt>
                <c:pt idx="532">
                  <c:v>2721.89</c:v>
                </c:pt>
                <c:pt idx="533">
                  <c:v>2721.89</c:v>
                </c:pt>
                <c:pt idx="534">
                  <c:v>2721.89</c:v>
                </c:pt>
                <c:pt idx="535">
                  <c:v>2721.89</c:v>
                </c:pt>
                <c:pt idx="536">
                  <c:v>2721.89</c:v>
                </c:pt>
                <c:pt idx="537">
                  <c:v>2721.89</c:v>
                </c:pt>
                <c:pt idx="538">
                  <c:v>2705.26</c:v>
                </c:pt>
                <c:pt idx="539">
                  <c:v>2705.26</c:v>
                </c:pt>
                <c:pt idx="540">
                  <c:v>2705.26</c:v>
                </c:pt>
                <c:pt idx="541">
                  <c:v>2705.26</c:v>
                </c:pt>
                <c:pt idx="542">
                  <c:v>2705.26</c:v>
                </c:pt>
                <c:pt idx="543">
                  <c:v>2705.26</c:v>
                </c:pt>
                <c:pt idx="544">
                  <c:v>2705.26</c:v>
                </c:pt>
                <c:pt idx="545">
                  <c:v>2705.26</c:v>
                </c:pt>
                <c:pt idx="546">
                  <c:v>2705.26</c:v>
                </c:pt>
                <c:pt idx="547">
                  <c:v>2705.26</c:v>
                </c:pt>
                <c:pt idx="548">
                  <c:v>2705.26</c:v>
                </c:pt>
                <c:pt idx="549">
                  <c:v>2705.26</c:v>
                </c:pt>
                <c:pt idx="550">
                  <c:v>2705.26</c:v>
                </c:pt>
                <c:pt idx="551">
                  <c:v>2705.26</c:v>
                </c:pt>
                <c:pt idx="552">
                  <c:v>2701.93</c:v>
                </c:pt>
                <c:pt idx="553">
                  <c:v>2701.93</c:v>
                </c:pt>
                <c:pt idx="554">
                  <c:v>2701.93</c:v>
                </c:pt>
                <c:pt idx="555">
                  <c:v>2701.93</c:v>
                </c:pt>
                <c:pt idx="556">
                  <c:v>2701.93</c:v>
                </c:pt>
                <c:pt idx="557">
                  <c:v>2701.93</c:v>
                </c:pt>
                <c:pt idx="558">
                  <c:v>2701.93</c:v>
                </c:pt>
                <c:pt idx="559">
                  <c:v>2701.93</c:v>
                </c:pt>
                <c:pt idx="560">
                  <c:v>2701.93</c:v>
                </c:pt>
                <c:pt idx="561">
                  <c:v>2701.93</c:v>
                </c:pt>
                <c:pt idx="562">
                  <c:v>2701.93</c:v>
                </c:pt>
                <c:pt idx="563">
                  <c:v>2701.93</c:v>
                </c:pt>
                <c:pt idx="564">
                  <c:v>2701.93</c:v>
                </c:pt>
                <c:pt idx="565">
                  <c:v>2701.93</c:v>
                </c:pt>
                <c:pt idx="566">
                  <c:v>2701.93</c:v>
                </c:pt>
                <c:pt idx="567">
                  <c:v>2701.93</c:v>
                </c:pt>
                <c:pt idx="568">
                  <c:v>2701.93</c:v>
                </c:pt>
                <c:pt idx="569">
                  <c:v>2701.93</c:v>
                </c:pt>
                <c:pt idx="570">
                  <c:v>2701.93</c:v>
                </c:pt>
                <c:pt idx="571">
                  <c:v>2701.93</c:v>
                </c:pt>
                <c:pt idx="572">
                  <c:v>2701.93</c:v>
                </c:pt>
                <c:pt idx="573">
                  <c:v>2688.62</c:v>
                </c:pt>
                <c:pt idx="574">
                  <c:v>2688.62</c:v>
                </c:pt>
                <c:pt idx="575">
                  <c:v>2688.62</c:v>
                </c:pt>
                <c:pt idx="576">
                  <c:v>2688.62</c:v>
                </c:pt>
                <c:pt idx="577">
                  <c:v>2688.62</c:v>
                </c:pt>
                <c:pt idx="578">
                  <c:v>2688.62</c:v>
                </c:pt>
                <c:pt idx="579">
                  <c:v>2688.62</c:v>
                </c:pt>
                <c:pt idx="580">
                  <c:v>2688.62</c:v>
                </c:pt>
                <c:pt idx="581">
                  <c:v>2688.62</c:v>
                </c:pt>
                <c:pt idx="582">
                  <c:v>2688.62</c:v>
                </c:pt>
                <c:pt idx="583">
                  <c:v>2688.62</c:v>
                </c:pt>
                <c:pt idx="584">
                  <c:v>2688.62</c:v>
                </c:pt>
                <c:pt idx="585">
                  <c:v>2688.62</c:v>
                </c:pt>
                <c:pt idx="586">
                  <c:v>2688.62</c:v>
                </c:pt>
                <c:pt idx="587">
                  <c:v>2662</c:v>
                </c:pt>
                <c:pt idx="588">
                  <c:v>2662</c:v>
                </c:pt>
                <c:pt idx="589">
                  <c:v>2662</c:v>
                </c:pt>
                <c:pt idx="590">
                  <c:v>2662</c:v>
                </c:pt>
                <c:pt idx="591">
                  <c:v>2662</c:v>
                </c:pt>
                <c:pt idx="592">
                  <c:v>2662</c:v>
                </c:pt>
                <c:pt idx="593">
                  <c:v>2662</c:v>
                </c:pt>
                <c:pt idx="594">
                  <c:v>2645.36</c:v>
                </c:pt>
                <c:pt idx="595">
                  <c:v>2645.36</c:v>
                </c:pt>
                <c:pt idx="596">
                  <c:v>2645.36</c:v>
                </c:pt>
                <c:pt idx="597">
                  <c:v>2645.36</c:v>
                </c:pt>
                <c:pt idx="598">
                  <c:v>2645.36</c:v>
                </c:pt>
                <c:pt idx="599">
                  <c:v>2645.36</c:v>
                </c:pt>
                <c:pt idx="600">
                  <c:v>2645.36</c:v>
                </c:pt>
                <c:pt idx="601">
                  <c:v>2638.71</c:v>
                </c:pt>
                <c:pt idx="602">
                  <c:v>2638.71</c:v>
                </c:pt>
                <c:pt idx="603">
                  <c:v>2638.71</c:v>
                </c:pt>
                <c:pt idx="604">
                  <c:v>2638.71</c:v>
                </c:pt>
                <c:pt idx="605">
                  <c:v>2638.71</c:v>
                </c:pt>
                <c:pt idx="606">
                  <c:v>2638.71</c:v>
                </c:pt>
                <c:pt idx="607">
                  <c:v>2638.71</c:v>
                </c:pt>
                <c:pt idx="608">
                  <c:v>2638.71</c:v>
                </c:pt>
                <c:pt idx="609">
                  <c:v>2638.71</c:v>
                </c:pt>
                <c:pt idx="610">
                  <c:v>2638.71</c:v>
                </c:pt>
                <c:pt idx="611">
                  <c:v>2638.71</c:v>
                </c:pt>
                <c:pt idx="612">
                  <c:v>2638.71</c:v>
                </c:pt>
                <c:pt idx="613">
                  <c:v>2638.71</c:v>
                </c:pt>
                <c:pt idx="614">
                  <c:v>2638.71</c:v>
                </c:pt>
                <c:pt idx="615">
                  <c:v>2638.71</c:v>
                </c:pt>
                <c:pt idx="616">
                  <c:v>2638.71</c:v>
                </c:pt>
                <c:pt idx="617">
                  <c:v>2638.71</c:v>
                </c:pt>
                <c:pt idx="618">
                  <c:v>2638.71</c:v>
                </c:pt>
                <c:pt idx="619">
                  <c:v>2638.71</c:v>
                </c:pt>
                <c:pt idx="620">
                  <c:v>2638.71</c:v>
                </c:pt>
                <c:pt idx="621">
                  <c:v>2638.71</c:v>
                </c:pt>
                <c:pt idx="622">
                  <c:v>2638.71</c:v>
                </c:pt>
                <c:pt idx="623">
                  <c:v>2638.71</c:v>
                </c:pt>
                <c:pt idx="624">
                  <c:v>2638.71</c:v>
                </c:pt>
                <c:pt idx="625">
                  <c:v>2638.71</c:v>
                </c:pt>
                <c:pt idx="626">
                  <c:v>2638.71</c:v>
                </c:pt>
                <c:pt idx="627">
                  <c:v>2638.71</c:v>
                </c:pt>
                <c:pt idx="628">
                  <c:v>2638.71</c:v>
                </c:pt>
                <c:pt idx="629">
                  <c:v>2638.71</c:v>
                </c:pt>
                <c:pt idx="630">
                  <c:v>2638.71</c:v>
                </c:pt>
                <c:pt idx="631">
                  <c:v>2638.71</c:v>
                </c:pt>
                <c:pt idx="632">
                  <c:v>2638.71</c:v>
                </c:pt>
                <c:pt idx="633">
                  <c:v>2638.71</c:v>
                </c:pt>
                <c:pt idx="634">
                  <c:v>2638.71</c:v>
                </c:pt>
                <c:pt idx="635">
                  <c:v>2638.71</c:v>
                </c:pt>
                <c:pt idx="636">
                  <c:v>2602.11</c:v>
                </c:pt>
                <c:pt idx="637">
                  <c:v>2602.11</c:v>
                </c:pt>
                <c:pt idx="638">
                  <c:v>2602.11</c:v>
                </c:pt>
                <c:pt idx="639">
                  <c:v>2602.11</c:v>
                </c:pt>
                <c:pt idx="640">
                  <c:v>2602.11</c:v>
                </c:pt>
                <c:pt idx="641">
                  <c:v>2602.11</c:v>
                </c:pt>
                <c:pt idx="642">
                  <c:v>2602.11</c:v>
                </c:pt>
                <c:pt idx="643">
                  <c:v>2602.11</c:v>
                </c:pt>
                <c:pt idx="644">
                  <c:v>2602.11</c:v>
                </c:pt>
                <c:pt idx="645">
                  <c:v>2602.11</c:v>
                </c:pt>
                <c:pt idx="646">
                  <c:v>2602.11</c:v>
                </c:pt>
                <c:pt idx="647">
                  <c:v>2602.11</c:v>
                </c:pt>
                <c:pt idx="648">
                  <c:v>2602.11</c:v>
                </c:pt>
                <c:pt idx="649">
                  <c:v>2602.11</c:v>
                </c:pt>
                <c:pt idx="650">
                  <c:v>2578.81</c:v>
                </c:pt>
                <c:pt idx="651">
                  <c:v>2578.81</c:v>
                </c:pt>
                <c:pt idx="652">
                  <c:v>2578.81</c:v>
                </c:pt>
                <c:pt idx="653">
                  <c:v>2578.81</c:v>
                </c:pt>
                <c:pt idx="654">
                  <c:v>2578.81</c:v>
                </c:pt>
                <c:pt idx="655">
                  <c:v>2578.81</c:v>
                </c:pt>
                <c:pt idx="656">
                  <c:v>2578.81</c:v>
                </c:pt>
                <c:pt idx="657">
                  <c:v>2568.83</c:v>
                </c:pt>
                <c:pt idx="658">
                  <c:v>2568.83</c:v>
                </c:pt>
                <c:pt idx="659">
                  <c:v>2568.83</c:v>
                </c:pt>
                <c:pt idx="660">
                  <c:v>2568.83</c:v>
                </c:pt>
                <c:pt idx="661">
                  <c:v>2568.83</c:v>
                </c:pt>
                <c:pt idx="662">
                  <c:v>2568.83</c:v>
                </c:pt>
                <c:pt idx="663">
                  <c:v>2568.83</c:v>
                </c:pt>
                <c:pt idx="664">
                  <c:v>2558.85</c:v>
                </c:pt>
                <c:pt idx="665">
                  <c:v>2558.85</c:v>
                </c:pt>
                <c:pt idx="666">
                  <c:v>2558.85</c:v>
                </c:pt>
                <c:pt idx="667">
                  <c:v>2558.85</c:v>
                </c:pt>
                <c:pt idx="668">
                  <c:v>2558.85</c:v>
                </c:pt>
                <c:pt idx="669">
                  <c:v>2558.85</c:v>
                </c:pt>
                <c:pt idx="670">
                  <c:v>2558.85</c:v>
                </c:pt>
                <c:pt idx="671">
                  <c:v>2558.85</c:v>
                </c:pt>
                <c:pt idx="672">
                  <c:v>2558.85</c:v>
                </c:pt>
                <c:pt idx="673">
                  <c:v>2558.85</c:v>
                </c:pt>
                <c:pt idx="674">
                  <c:v>2558.85</c:v>
                </c:pt>
                <c:pt idx="675">
                  <c:v>2558.85</c:v>
                </c:pt>
                <c:pt idx="676">
                  <c:v>2558.85</c:v>
                </c:pt>
                <c:pt idx="677">
                  <c:v>2558.85</c:v>
                </c:pt>
                <c:pt idx="678">
                  <c:v>2558.85</c:v>
                </c:pt>
                <c:pt idx="679">
                  <c:v>2558.85</c:v>
                </c:pt>
                <c:pt idx="680">
                  <c:v>2558.85</c:v>
                </c:pt>
                <c:pt idx="681">
                  <c:v>2518.92</c:v>
                </c:pt>
                <c:pt idx="682">
                  <c:v>2518.92</c:v>
                </c:pt>
                <c:pt idx="683">
                  <c:v>2518.92</c:v>
                </c:pt>
                <c:pt idx="684">
                  <c:v>2518.92</c:v>
                </c:pt>
                <c:pt idx="685">
                  <c:v>2518.92</c:v>
                </c:pt>
                <c:pt idx="686">
                  <c:v>2518.92</c:v>
                </c:pt>
                <c:pt idx="687">
                  <c:v>2518.92</c:v>
                </c:pt>
                <c:pt idx="688">
                  <c:v>2518.92</c:v>
                </c:pt>
                <c:pt idx="689">
                  <c:v>2518.92</c:v>
                </c:pt>
                <c:pt idx="690">
                  <c:v>2518.92</c:v>
                </c:pt>
                <c:pt idx="691">
                  <c:v>2518.92</c:v>
                </c:pt>
                <c:pt idx="692">
                  <c:v>2495.63</c:v>
                </c:pt>
                <c:pt idx="693">
                  <c:v>2495.63</c:v>
                </c:pt>
                <c:pt idx="694">
                  <c:v>2495.63</c:v>
                </c:pt>
                <c:pt idx="695">
                  <c:v>2495.63</c:v>
                </c:pt>
                <c:pt idx="696">
                  <c:v>2495.63</c:v>
                </c:pt>
                <c:pt idx="697">
                  <c:v>2495.63</c:v>
                </c:pt>
                <c:pt idx="698">
                  <c:v>2495.63</c:v>
                </c:pt>
                <c:pt idx="699">
                  <c:v>2495.63</c:v>
                </c:pt>
                <c:pt idx="700">
                  <c:v>2495.63</c:v>
                </c:pt>
                <c:pt idx="701">
                  <c:v>2495.63</c:v>
                </c:pt>
                <c:pt idx="702">
                  <c:v>2495.63</c:v>
                </c:pt>
                <c:pt idx="703">
                  <c:v>2495.63</c:v>
                </c:pt>
                <c:pt idx="704">
                  <c:v>2495.63</c:v>
                </c:pt>
                <c:pt idx="705">
                  <c:v>2495.63</c:v>
                </c:pt>
                <c:pt idx="706">
                  <c:v>2495.63</c:v>
                </c:pt>
                <c:pt idx="707">
                  <c:v>2495.63</c:v>
                </c:pt>
                <c:pt idx="708">
                  <c:v>2478.9899999999998</c:v>
                </c:pt>
                <c:pt idx="709">
                  <c:v>2478.9899999999998</c:v>
                </c:pt>
                <c:pt idx="710">
                  <c:v>2478.9899999999998</c:v>
                </c:pt>
                <c:pt idx="711">
                  <c:v>2478.9899999999998</c:v>
                </c:pt>
                <c:pt idx="712">
                  <c:v>2478.9899999999998</c:v>
                </c:pt>
                <c:pt idx="713">
                  <c:v>2478.9899999999998</c:v>
                </c:pt>
                <c:pt idx="714">
                  <c:v>2478.9899999999998</c:v>
                </c:pt>
                <c:pt idx="715">
                  <c:v>2478.9899999999998</c:v>
                </c:pt>
                <c:pt idx="716">
                  <c:v>2478.9899999999998</c:v>
                </c:pt>
                <c:pt idx="717">
                  <c:v>2478.9899999999998</c:v>
                </c:pt>
                <c:pt idx="718">
                  <c:v>2478.9899999999998</c:v>
                </c:pt>
                <c:pt idx="719">
                  <c:v>2478.9899999999998</c:v>
                </c:pt>
                <c:pt idx="720">
                  <c:v>2409.11</c:v>
                </c:pt>
                <c:pt idx="721">
                  <c:v>2409.11</c:v>
                </c:pt>
                <c:pt idx="722">
                  <c:v>2409.11</c:v>
                </c:pt>
                <c:pt idx="723">
                  <c:v>2409.11</c:v>
                </c:pt>
                <c:pt idx="724">
                  <c:v>2409.11</c:v>
                </c:pt>
                <c:pt idx="725">
                  <c:v>2409.11</c:v>
                </c:pt>
                <c:pt idx="726">
                  <c:v>2409.11</c:v>
                </c:pt>
                <c:pt idx="727">
                  <c:v>2392.4699999999998</c:v>
                </c:pt>
                <c:pt idx="728">
                  <c:v>2392.4699999999998</c:v>
                </c:pt>
                <c:pt idx="729">
                  <c:v>2392.4699999999998</c:v>
                </c:pt>
                <c:pt idx="730">
                  <c:v>2392.4699999999998</c:v>
                </c:pt>
                <c:pt idx="731">
                  <c:v>2392.4699999999998</c:v>
                </c:pt>
                <c:pt idx="732">
                  <c:v>2392.4699999999998</c:v>
                </c:pt>
                <c:pt idx="733">
                  <c:v>2392.4699999999998</c:v>
                </c:pt>
                <c:pt idx="734">
                  <c:v>2372.5100000000002</c:v>
                </c:pt>
                <c:pt idx="735">
                  <c:v>2372.5100000000002</c:v>
                </c:pt>
                <c:pt idx="736">
                  <c:v>2372.5100000000002</c:v>
                </c:pt>
                <c:pt idx="737">
                  <c:v>2372.5100000000002</c:v>
                </c:pt>
                <c:pt idx="738">
                  <c:v>2372.5100000000002</c:v>
                </c:pt>
                <c:pt idx="739">
                  <c:v>2372.5100000000002</c:v>
                </c:pt>
                <c:pt idx="740">
                  <c:v>2372.5100000000002</c:v>
                </c:pt>
                <c:pt idx="741">
                  <c:v>2372.5100000000002</c:v>
                </c:pt>
                <c:pt idx="742">
                  <c:v>2372.5100000000002</c:v>
                </c:pt>
                <c:pt idx="743">
                  <c:v>2372.5100000000002</c:v>
                </c:pt>
                <c:pt idx="744">
                  <c:v>2339.23</c:v>
                </c:pt>
                <c:pt idx="745">
                  <c:v>2339.23</c:v>
                </c:pt>
                <c:pt idx="746">
                  <c:v>2339.23</c:v>
                </c:pt>
                <c:pt idx="747">
                  <c:v>2339.23</c:v>
                </c:pt>
                <c:pt idx="748">
                  <c:v>2295.9699999999998</c:v>
                </c:pt>
                <c:pt idx="749">
                  <c:v>2295.9699999999998</c:v>
                </c:pt>
                <c:pt idx="750">
                  <c:v>2295.9699999999998</c:v>
                </c:pt>
                <c:pt idx="751">
                  <c:v>2295.9699999999998</c:v>
                </c:pt>
                <c:pt idx="752">
                  <c:v>2295.9699999999998</c:v>
                </c:pt>
                <c:pt idx="753">
                  <c:v>2295.9699999999998</c:v>
                </c:pt>
                <c:pt idx="754">
                  <c:v>2295.9699999999998</c:v>
                </c:pt>
                <c:pt idx="755">
                  <c:v>2259.37</c:v>
                </c:pt>
                <c:pt idx="756">
                  <c:v>2259.37</c:v>
                </c:pt>
                <c:pt idx="757">
                  <c:v>2259.37</c:v>
                </c:pt>
                <c:pt idx="758">
                  <c:v>2259.37</c:v>
                </c:pt>
                <c:pt idx="759">
                  <c:v>2259.37</c:v>
                </c:pt>
                <c:pt idx="760">
                  <c:v>2259.37</c:v>
                </c:pt>
                <c:pt idx="761">
                  <c:v>2259.37</c:v>
                </c:pt>
                <c:pt idx="762">
                  <c:v>2246.06</c:v>
                </c:pt>
                <c:pt idx="763">
                  <c:v>2246.06</c:v>
                </c:pt>
                <c:pt idx="764">
                  <c:v>2246.06</c:v>
                </c:pt>
                <c:pt idx="765">
                  <c:v>2246.06</c:v>
                </c:pt>
                <c:pt idx="766">
                  <c:v>2246.06</c:v>
                </c:pt>
                <c:pt idx="767">
                  <c:v>2246.06</c:v>
                </c:pt>
                <c:pt idx="768">
                  <c:v>2246.06</c:v>
                </c:pt>
                <c:pt idx="769">
                  <c:v>2246.06</c:v>
                </c:pt>
                <c:pt idx="770">
                  <c:v>2246.06</c:v>
                </c:pt>
                <c:pt idx="771">
                  <c:v>2246.06</c:v>
                </c:pt>
                <c:pt idx="772">
                  <c:v>2246.06</c:v>
                </c:pt>
                <c:pt idx="773">
                  <c:v>2246.06</c:v>
                </c:pt>
                <c:pt idx="774">
                  <c:v>2246.06</c:v>
                </c:pt>
                <c:pt idx="775">
                  <c:v>2246.06</c:v>
                </c:pt>
                <c:pt idx="776">
                  <c:v>2256.0500000000002</c:v>
                </c:pt>
                <c:pt idx="777">
                  <c:v>2256.0500000000002</c:v>
                </c:pt>
                <c:pt idx="778">
                  <c:v>2256.0500000000002</c:v>
                </c:pt>
                <c:pt idx="779">
                  <c:v>2256.0500000000002</c:v>
                </c:pt>
                <c:pt idx="780">
                  <c:v>2256.0500000000002</c:v>
                </c:pt>
                <c:pt idx="781">
                  <c:v>2256.0500000000002</c:v>
                </c:pt>
                <c:pt idx="782">
                  <c:v>2256.0500000000002</c:v>
                </c:pt>
                <c:pt idx="783">
                  <c:v>2256.0500000000002</c:v>
                </c:pt>
                <c:pt idx="784">
                  <c:v>2256.0500000000002</c:v>
                </c:pt>
                <c:pt idx="785">
                  <c:v>2256.0500000000002</c:v>
                </c:pt>
                <c:pt idx="786">
                  <c:v>2256.0500000000002</c:v>
                </c:pt>
                <c:pt idx="787">
                  <c:v>2256.0500000000002</c:v>
                </c:pt>
                <c:pt idx="788">
                  <c:v>2256.0500000000002</c:v>
                </c:pt>
                <c:pt idx="789">
                  <c:v>2256.0500000000002</c:v>
                </c:pt>
                <c:pt idx="790">
                  <c:v>2256.0500000000002</c:v>
                </c:pt>
                <c:pt idx="791">
                  <c:v>2256.0500000000002</c:v>
                </c:pt>
                <c:pt idx="792">
                  <c:v>2256.0500000000002</c:v>
                </c:pt>
                <c:pt idx="793">
                  <c:v>2256.0500000000002</c:v>
                </c:pt>
                <c:pt idx="794">
                  <c:v>2256.0500000000002</c:v>
                </c:pt>
                <c:pt idx="795">
                  <c:v>2256.0500000000002</c:v>
                </c:pt>
                <c:pt idx="796">
                  <c:v>2256.0500000000002</c:v>
                </c:pt>
                <c:pt idx="797">
                  <c:v>2242.7399999999998</c:v>
                </c:pt>
                <c:pt idx="798">
                  <c:v>2242.7399999999998</c:v>
                </c:pt>
                <c:pt idx="799">
                  <c:v>2242.7399999999998</c:v>
                </c:pt>
                <c:pt idx="800">
                  <c:v>2242.7399999999998</c:v>
                </c:pt>
                <c:pt idx="801">
                  <c:v>2242.7399999999998</c:v>
                </c:pt>
                <c:pt idx="802">
                  <c:v>2242.7399999999998</c:v>
                </c:pt>
                <c:pt idx="803">
                  <c:v>2242.7399999999998</c:v>
                </c:pt>
                <c:pt idx="804">
                  <c:v>2219.44</c:v>
                </c:pt>
                <c:pt idx="805">
                  <c:v>2219.44</c:v>
                </c:pt>
                <c:pt idx="806">
                  <c:v>2219.44</c:v>
                </c:pt>
                <c:pt idx="807">
                  <c:v>2219.44</c:v>
                </c:pt>
                <c:pt idx="808">
                  <c:v>2219.44</c:v>
                </c:pt>
                <c:pt idx="809">
                  <c:v>2219.44</c:v>
                </c:pt>
                <c:pt idx="810">
                  <c:v>2219.44</c:v>
                </c:pt>
                <c:pt idx="811">
                  <c:v>2192.8200000000002</c:v>
                </c:pt>
                <c:pt idx="812">
                  <c:v>2192.8200000000002</c:v>
                </c:pt>
                <c:pt idx="813">
                  <c:v>2192.8200000000002</c:v>
                </c:pt>
                <c:pt idx="814">
                  <c:v>2192.8200000000002</c:v>
                </c:pt>
                <c:pt idx="815">
                  <c:v>2192.8200000000002</c:v>
                </c:pt>
                <c:pt idx="816">
                  <c:v>2192.8200000000002</c:v>
                </c:pt>
                <c:pt idx="817">
                  <c:v>2192.8200000000002</c:v>
                </c:pt>
                <c:pt idx="818">
                  <c:v>2186.17</c:v>
                </c:pt>
                <c:pt idx="819">
                  <c:v>2186.17</c:v>
                </c:pt>
                <c:pt idx="820">
                  <c:v>2186.17</c:v>
                </c:pt>
                <c:pt idx="821">
                  <c:v>2186.17</c:v>
                </c:pt>
                <c:pt idx="822">
                  <c:v>2186.17</c:v>
                </c:pt>
                <c:pt idx="823">
                  <c:v>2186.17</c:v>
                </c:pt>
                <c:pt idx="824">
                  <c:v>2186.17</c:v>
                </c:pt>
                <c:pt idx="825">
                  <c:v>2142.91</c:v>
                </c:pt>
                <c:pt idx="826">
                  <c:v>2142.91</c:v>
                </c:pt>
                <c:pt idx="827">
                  <c:v>2142.91</c:v>
                </c:pt>
                <c:pt idx="828">
                  <c:v>2142.91</c:v>
                </c:pt>
                <c:pt idx="829">
                  <c:v>2142.91</c:v>
                </c:pt>
                <c:pt idx="830">
                  <c:v>2142.91</c:v>
                </c:pt>
                <c:pt idx="831">
                  <c:v>2142.91</c:v>
                </c:pt>
                <c:pt idx="832">
                  <c:v>2122.9499999999998</c:v>
                </c:pt>
                <c:pt idx="833">
                  <c:v>2122.9499999999998</c:v>
                </c:pt>
                <c:pt idx="834">
                  <c:v>2122.9499999999998</c:v>
                </c:pt>
                <c:pt idx="835">
                  <c:v>2122.9499999999998</c:v>
                </c:pt>
                <c:pt idx="836">
                  <c:v>2122.9499999999998</c:v>
                </c:pt>
                <c:pt idx="837">
                  <c:v>2122.9499999999998</c:v>
                </c:pt>
                <c:pt idx="838">
                  <c:v>2122.9499999999998</c:v>
                </c:pt>
                <c:pt idx="839">
                  <c:v>2122.9499999999998</c:v>
                </c:pt>
                <c:pt idx="840">
                  <c:v>2122.9499999999998</c:v>
                </c:pt>
                <c:pt idx="841">
                  <c:v>2122.9499999999998</c:v>
                </c:pt>
                <c:pt idx="842">
                  <c:v>2116.29</c:v>
                </c:pt>
                <c:pt idx="843">
                  <c:v>2116.29</c:v>
                </c:pt>
                <c:pt idx="844">
                  <c:v>2116.29</c:v>
                </c:pt>
                <c:pt idx="845">
                  <c:v>2116.29</c:v>
                </c:pt>
                <c:pt idx="846">
                  <c:v>2099.65</c:v>
                </c:pt>
                <c:pt idx="847">
                  <c:v>2099.65</c:v>
                </c:pt>
                <c:pt idx="848">
                  <c:v>2099.65</c:v>
                </c:pt>
                <c:pt idx="849">
                  <c:v>2099.65</c:v>
                </c:pt>
                <c:pt idx="850">
                  <c:v>2099.65</c:v>
                </c:pt>
                <c:pt idx="851">
                  <c:v>2099.65</c:v>
                </c:pt>
                <c:pt idx="852">
                  <c:v>2099.65</c:v>
                </c:pt>
                <c:pt idx="853">
                  <c:v>2076.36</c:v>
                </c:pt>
                <c:pt idx="854">
                  <c:v>2076.36</c:v>
                </c:pt>
                <c:pt idx="855">
                  <c:v>2076.36</c:v>
                </c:pt>
                <c:pt idx="856">
                  <c:v>2076.36</c:v>
                </c:pt>
                <c:pt idx="857">
                  <c:v>2076.36</c:v>
                </c:pt>
                <c:pt idx="858">
                  <c:v>2076.36</c:v>
                </c:pt>
                <c:pt idx="859">
                  <c:v>2076.36</c:v>
                </c:pt>
                <c:pt idx="860">
                  <c:v>2076.36</c:v>
                </c:pt>
                <c:pt idx="861">
                  <c:v>2076.36</c:v>
                </c:pt>
                <c:pt idx="862">
                  <c:v>2076.36</c:v>
                </c:pt>
                <c:pt idx="863">
                  <c:v>2076.36</c:v>
                </c:pt>
                <c:pt idx="864">
                  <c:v>2076.36</c:v>
                </c:pt>
                <c:pt idx="865">
                  <c:v>2076.36</c:v>
                </c:pt>
                <c:pt idx="866">
                  <c:v>2076.36</c:v>
                </c:pt>
                <c:pt idx="867">
                  <c:v>2076.36</c:v>
                </c:pt>
                <c:pt idx="868">
                  <c:v>2076.36</c:v>
                </c:pt>
                <c:pt idx="869">
                  <c:v>2076.36</c:v>
                </c:pt>
                <c:pt idx="870">
                  <c:v>2076.36</c:v>
                </c:pt>
                <c:pt idx="871">
                  <c:v>2076.36</c:v>
                </c:pt>
                <c:pt idx="872">
                  <c:v>2076.36</c:v>
                </c:pt>
                <c:pt idx="873">
                  <c:v>2076.36</c:v>
                </c:pt>
                <c:pt idx="874">
                  <c:v>2073.0300000000002</c:v>
                </c:pt>
                <c:pt idx="875">
                  <c:v>2073.0300000000002</c:v>
                </c:pt>
                <c:pt idx="876">
                  <c:v>2073.0300000000002</c:v>
                </c:pt>
                <c:pt idx="877">
                  <c:v>2073.0300000000002</c:v>
                </c:pt>
                <c:pt idx="878">
                  <c:v>2073.0300000000002</c:v>
                </c:pt>
                <c:pt idx="879">
                  <c:v>2073.0300000000002</c:v>
                </c:pt>
                <c:pt idx="880">
                  <c:v>2073.0300000000002</c:v>
                </c:pt>
                <c:pt idx="881">
                  <c:v>2046.41</c:v>
                </c:pt>
                <c:pt idx="882">
                  <c:v>2046.41</c:v>
                </c:pt>
                <c:pt idx="883">
                  <c:v>2046.41</c:v>
                </c:pt>
                <c:pt idx="884">
                  <c:v>2046.41</c:v>
                </c:pt>
                <c:pt idx="885">
                  <c:v>2046.41</c:v>
                </c:pt>
                <c:pt idx="886">
                  <c:v>2046.41</c:v>
                </c:pt>
                <c:pt idx="887">
                  <c:v>2046.41</c:v>
                </c:pt>
                <c:pt idx="888">
                  <c:v>2056.39</c:v>
                </c:pt>
                <c:pt idx="889">
                  <c:v>2056.39</c:v>
                </c:pt>
                <c:pt idx="890">
                  <c:v>2056.39</c:v>
                </c:pt>
                <c:pt idx="891">
                  <c:v>2056.39</c:v>
                </c:pt>
                <c:pt idx="892">
                  <c:v>2056.39</c:v>
                </c:pt>
                <c:pt idx="893">
                  <c:v>2056.39</c:v>
                </c:pt>
                <c:pt idx="894">
                  <c:v>2056.39</c:v>
                </c:pt>
                <c:pt idx="895">
                  <c:v>2046.41</c:v>
                </c:pt>
                <c:pt idx="896">
                  <c:v>2046.41</c:v>
                </c:pt>
                <c:pt idx="897">
                  <c:v>2046.41</c:v>
                </c:pt>
                <c:pt idx="898">
                  <c:v>2046.41</c:v>
                </c:pt>
                <c:pt idx="899">
                  <c:v>2046.41</c:v>
                </c:pt>
                <c:pt idx="900">
                  <c:v>2046.41</c:v>
                </c:pt>
                <c:pt idx="901">
                  <c:v>2046.41</c:v>
                </c:pt>
                <c:pt idx="902">
                  <c:v>2013.14</c:v>
                </c:pt>
                <c:pt idx="903">
                  <c:v>2013.14</c:v>
                </c:pt>
                <c:pt idx="904">
                  <c:v>2013.14</c:v>
                </c:pt>
                <c:pt idx="905">
                  <c:v>2013.14</c:v>
                </c:pt>
                <c:pt idx="906">
                  <c:v>2013.14</c:v>
                </c:pt>
                <c:pt idx="907">
                  <c:v>2013.14</c:v>
                </c:pt>
                <c:pt idx="908">
                  <c:v>2013.14</c:v>
                </c:pt>
                <c:pt idx="909">
                  <c:v>2013.14</c:v>
                </c:pt>
                <c:pt idx="910">
                  <c:v>2013.14</c:v>
                </c:pt>
                <c:pt idx="911">
                  <c:v>2013.14</c:v>
                </c:pt>
                <c:pt idx="912">
                  <c:v>2013.14</c:v>
                </c:pt>
                <c:pt idx="913">
                  <c:v>2013.14</c:v>
                </c:pt>
                <c:pt idx="914">
                  <c:v>2013.14</c:v>
                </c:pt>
                <c:pt idx="915">
                  <c:v>2013.14</c:v>
                </c:pt>
                <c:pt idx="916">
                  <c:v>1989.85</c:v>
                </c:pt>
                <c:pt idx="917">
                  <c:v>1989.85</c:v>
                </c:pt>
                <c:pt idx="918">
                  <c:v>1989.85</c:v>
                </c:pt>
                <c:pt idx="919">
                  <c:v>1989.85</c:v>
                </c:pt>
                <c:pt idx="920">
                  <c:v>1989.85</c:v>
                </c:pt>
                <c:pt idx="921">
                  <c:v>1989.85</c:v>
                </c:pt>
                <c:pt idx="922">
                  <c:v>1989.85</c:v>
                </c:pt>
                <c:pt idx="923">
                  <c:v>1973.21</c:v>
                </c:pt>
                <c:pt idx="924">
                  <c:v>1973.21</c:v>
                </c:pt>
                <c:pt idx="925">
                  <c:v>1973.21</c:v>
                </c:pt>
                <c:pt idx="926">
                  <c:v>1973.21</c:v>
                </c:pt>
                <c:pt idx="927">
                  <c:v>1973.21</c:v>
                </c:pt>
                <c:pt idx="928">
                  <c:v>1973.21</c:v>
                </c:pt>
                <c:pt idx="929">
                  <c:v>1973.21</c:v>
                </c:pt>
                <c:pt idx="930">
                  <c:v>1973.21</c:v>
                </c:pt>
                <c:pt idx="931">
                  <c:v>1973.21</c:v>
                </c:pt>
                <c:pt idx="932">
                  <c:v>1973.21</c:v>
                </c:pt>
                <c:pt idx="933">
                  <c:v>1973.21</c:v>
                </c:pt>
                <c:pt idx="934">
                  <c:v>1973.21</c:v>
                </c:pt>
                <c:pt idx="935">
                  <c:v>1973.21</c:v>
                </c:pt>
                <c:pt idx="936">
                  <c:v>1973.21</c:v>
                </c:pt>
                <c:pt idx="937">
                  <c:v>1946.59</c:v>
                </c:pt>
                <c:pt idx="938">
                  <c:v>1946.59</c:v>
                </c:pt>
                <c:pt idx="939">
                  <c:v>1946.59</c:v>
                </c:pt>
                <c:pt idx="940">
                  <c:v>1946.59</c:v>
                </c:pt>
                <c:pt idx="941">
                  <c:v>1946.59</c:v>
                </c:pt>
                <c:pt idx="942">
                  <c:v>1946.59</c:v>
                </c:pt>
                <c:pt idx="943">
                  <c:v>1946.59</c:v>
                </c:pt>
                <c:pt idx="944">
                  <c:v>1946.59</c:v>
                </c:pt>
                <c:pt idx="945">
                  <c:v>1946.59</c:v>
                </c:pt>
                <c:pt idx="946">
                  <c:v>1946.59</c:v>
                </c:pt>
                <c:pt idx="947">
                  <c:v>1946.59</c:v>
                </c:pt>
                <c:pt idx="948">
                  <c:v>1946.59</c:v>
                </c:pt>
                <c:pt idx="949">
                  <c:v>1946.59</c:v>
                </c:pt>
                <c:pt idx="950">
                  <c:v>1946.59</c:v>
                </c:pt>
                <c:pt idx="951">
                  <c:v>1946.59</c:v>
                </c:pt>
                <c:pt idx="952">
                  <c:v>1946.59</c:v>
                </c:pt>
                <c:pt idx="953">
                  <c:v>1946.59</c:v>
                </c:pt>
                <c:pt idx="954">
                  <c:v>1946.59</c:v>
                </c:pt>
                <c:pt idx="955">
                  <c:v>1946.59</c:v>
                </c:pt>
                <c:pt idx="956">
                  <c:v>1946.59</c:v>
                </c:pt>
                <c:pt idx="957">
                  <c:v>1946.59</c:v>
                </c:pt>
                <c:pt idx="958">
                  <c:v>1946.59</c:v>
                </c:pt>
                <c:pt idx="959">
                  <c:v>1946.59</c:v>
                </c:pt>
                <c:pt idx="960">
                  <c:v>1946.59</c:v>
                </c:pt>
                <c:pt idx="961">
                  <c:v>1946.59</c:v>
                </c:pt>
                <c:pt idx="962">
                  <c:v>1946.59</c:v>
                </c:pt>
                <c:pt idx="963">
                  <c:v>1946.59</c:v>
                </c:pt>
                <c:pt idx="964">
                  <c:v>1946.59</c:v>
                </c:pt>
                <c:pt idx="965">
                  <c:v>1946.59</c:v>
                </c:pt>
                <c:pt idx="966">
                  <c:v>1946.59</c:v>
                </c:pt>
                <c:pt idx="967">
                  <c:v>1946.59</c:v>
                </c:pt>
                <c:pt idx="968">
                  <c:v>1946.59</c:v>
                </c:pt>
                <c:pt idx="969">
                  <c:v>1946.59</c:v>
                </c:pt>
                <c:pt idx="970">
                  <c:v>1946.59</c:v>
                </c:pt>
                <c:pt idx="971">
                  <c:v>1946.59</c:v>
                </c:pt>
                <c:pt idx="972">
                  <c:v>1946.59</c:v>
                </c:pt>
                <c:pt idx="973">
                  <c:v>1946.59</c:v>
                </c:pt>
                <c:pt idx="974">
                  <c:v>1946.59</c:v>
                </c:pt>
                <c:pt idx="975">
                  <c:v>1946.59</c:v>
                </c:pt>
                <c:pt idx="976">
                  <c:v>1946.59</c:v>
                </c:pt>
                <c:pt idx="977">
                  <c:v>1946.59</c:v>
                </c:pt>
                <c:pt idx="978">
                  <c:v>1946.59</c:v>
                </c:pt>
                <c:pt idx="979">
                  <c:v>1946.59</c:v>
                </c:pt>
                <c:pt idx="980">
                  <c:v>1946.59</c:v>
                </c:pt>
                <c:pt idx="981">
                  <c:v>1946.59</c:v>
                </c:pt>
                <c:pt idx="982">
                  <c:v>1946.59</c:v>
                </c:pt>
                <c:pt idx="983">
                  <c:v>1946.59</c:v>
                </c:pt>
                <c:pt idx="984">
                  <c:v>1946.59</c:v>
                </c:pt>
                <c:pt idx="985">
                  <c:v>1946.59</c:v>
                </c:pt>
                <c:pt idx="986">
                  <c:v>1946.59</c:v>
                </c:pt>
                <c:pt idx="987">
                  <c:v>1946.59</c:v>
                </c:pt>
                <c:pt idx="988">
                  <c:v>1946.59</c:v>
                </c:pt>
                <c:pt idx="989">
                  <c:v>1946.59</c:v>
                </c:pt>
                <c:pt idx="990">
                  <c:v>1946.59</c:v>
                </c:pt>
                <c:pt idx="991">
                  <c:v>1946.59</c:v>
                </c:pt>
                <c:pt idx="992">
                  <c:v>1946.59</c:v>
                </c:pt>
                <c:pt idx="993">
                  <c:v>1949.91</c:v>
                </c:pt>
                <c:pt idx="994">
                  <c:v>1949.91</c:v>
                </c:pt>
                <c:pt idx="995">
                  <c:v>1949.91</c:v>
                </c:pt>
                <c:pt idx="996">
                  <c:v>1949.91</c:v>
                </c:pt>
                <c:pt idx="997">
                  <c:v>1949.91</c:v>
                </c:pt>
                <c:pt idx="998">
                  <c:v>1949.91</c:v>
                </c:pt>
                <c:pt idx="999">
                  <c:v>1949.91</c:v>
                </c:pt>
                <c:pt idx="1000">
                  <c:v>1959.9</c:v>
                </c:pt>
                <c:pt idx="1001">
                  <c:v>1959.9</c:v>
                </c:pt>
                <c:pt idx="1002">
                  <c:v>1959.9</c:v>
                </c:pt>
                <c:pt idx="1003">
                  <c:v>1959.9</c:v>
                </c:pt>
                <c:pt idx="1004">
                  <c:v>1959.9</c:v>
                </c:pt>
                <c:pt idx="1005">
                  <c:v>1959.9</c:v>
                </c:pt>
                <c:pt idx="1006">
                  <c:v>1959.9</c:v>
                </c:pt>
                <c:pt idx="1007">
                  <c:v>1979.86</c:v>
                </c:pt>
                <c:pt idx="1008">
                  <c:v>1979.86</c:v>
                </c:pt>
                <c:pt idx="1009">
                  <c:v>1979.86</c:v>
                </c:pt>
                <c:pt idx="1010">
                  <c:v>1979.86</c:v>
                </c:pt>
                <c:pt idx="1011">
                  <c:v>1979.86</c:v>
                </c:pt>
                <c:pt idx="1012">
                  <c:v>1979.86</c:v>
                </c:pt>
                <c:pt idx="1013">
                  <c:v>1979.86</c:v>
                </c:pt>
                <c:pt idx="1014">
                  <c:v>2013.14</c:v>
                </c:pt>
                <c:pt idx="1015">
                  <c:v>2013.14</c:v>
                </c:pt>
                <c:pt idx="1016">
                  <c:v>2013.14</c:v>
                </c:pt>
                <c:pt idx="1017">
                  <c:v>2013.14</c:v>
                </c:pt>
                <c:pt idx="1018">
                  <c:v>2013.14</c:v>
                </c:pt>
                <c:pt idx="1019">
                  <c:v>2013.14</c:v>
                </c:pt>
                <c:pt idx="1020">
                  <c:v>2013.14</c:v>
                </c:pt>
                <c:pt idx="1021">
                  <c:v>2019.79</c:v>
                </c:pt>
                <c:pt idx="1022">
                  <c:v>2019.79</c:v>
                </c:pt>
                <c:pt idx="1023">
                  <c:v>2019.79</c:v>
                </c:pt>
                <c:pt idx="1024">
                  <c:v>2019.79</c:v>
                </c:pt>
                <c:pt idx="1025">
                  <c:v>2019.79</c:v>
                </c:pt>
                <c:pt idx="1026">
                  <c:v>2019.79</c:v>
                </c:pt>
                <c:pt idx="1027">
                  <c:v>2019.79</c:v>
                </c:pt>
                <c:pt idx="1028">
                  <c:v>2066.38</c:v>
                </c:pt>
                <c:pt idx="1029">
                  <c:v>2066.38</c:v>
                </c:pt>
                <c:pt idx="1030">
                  <c:v>2066.38</c:v>
                </c:pt>
                <c:pt idx="1031">
                  <c:v>2066.38</c:v>
                </c:pt>
                <c:pt idx="1032">
                  <c:v>2066.38</c:v>
                </c:pt>
                <c:pt idx="1033">
                  <c:v>2066.38</c:v>
                </c:pt>
                <c:pt idx="1034">
                  <c:v>2066.38</c:v>
                </c:pt>
                <c:pt idx="1035">
                  <c:v>2073.0300000000002</c:v>
                </c:pt>
                <c:pt idx="1036">
                  <c:v>2073.0300000000002</c:v>
                </c:pt>
                <c:pt idx="1037">
                  <c:v>2073.0300000000002</c:v>
                </c:pt>
                <c:pt idx="1038">
                  <c:v>2073.0300000000002</c:v>
                </c:pt>
                <c:pt idx="1039">
                  <c:v>2073.0300000000002</c:v>
                </c:pt>
                <c:pt idx="1040">
                  <c:v>2073.0300000000002</c:v>
                </c:pt>
                <c:pt idx="1041">
                  <c:v>2073.0300000000002</c:v>
                </c:pt>
                <c:pt idx="1042">
                  <c:v>2056.39</c:v>
                </c:pt>
                <c:pt idx="1043">
                  <c:v>2056.39</c:v>
                </c:pt>
                <c:pt idx="1044">
                  <c:v>2056.39</c:v>
                </c:pt>
                <c:pt idx="1045">
                  <c:v>2056.39</c:v>
                </c:pt>
                <c:pt idx="1046">
                  <c:v>2056.39</c:v>
                </c:pt>
                <c:pt idx="1047">
                  <c:v>2056.39</c:v>
                </c:pt>
                <c:pt idx="1048">
                  <c:v>2056.39</c:v>
                </c:pt>
                <c:pt idx="1049">
                  <c:v>2039.76</c:v>
                </c:pt>
                <c:pt idx="1050">
                  <c:v>2039.76</c:v>
                </c:pt>
                <c:pt idx="1051">
                  <c:v>2039.76</c:v>
                </c:pt>
                <c:pt idx="1052">
                  <c:v>2039.76</c:v>
                </c:pt>
                <c:pt idx="1053">
                  <c:v>2039.76</c:v>
                </c:pt>
                <c:pt idx="1054">
                  <c:v>2039.76</c:v>
                </c:pt>
                <c:pt idx="1055">
                  <c:v>2039.76</c:v>
                </c:pt>
                <c:pt idx="1056">
                  <c:v>2036.43</c:v>
                </c:pt>
                <c:pt idx="1057">
                  <c:v>2036.43</c:v>
                </c:pt>
                <c:pt idx="1058">
                  <c:v>2036.43</c:v>
                </c:pt>
                <c:pt idx="1059">
                  <c:v>2036.43</c:v>
                </c:pt>
                <c:pt idx="1060">
                  <c:v>2036.43</c:v>
                </c:pt>
                <c:pt idx="1061">
                  <c:v>2036.43</c:v>
                </c:pt>
                <c:pt idx="1062">
                  <c:v>2036.43</c:v>
                </c:pt>
                <c:pt idx="1063">
                  <c:v>2036.43</c:v>
                </c:pt>
                <c:pt idx="1064">
                  <c:v>2036.43</c:v>
                </c:pt>
                <c:pt idx="1065">
                  <c:v>2036.43</c:v>
                </c:pt>
                <c:pt idx="1066">
                  <c:v>2036.43</c:v>
                </c:pt>
                <c:pt idx="1067">
                  <c:v>2036.43</c:v>
                </c:pt>
                <c:pt idx="1068">
                  <c:v>2036.43</c:v>
                </c:pt>
                <c:pt idx="1069">
                  <c:v>2036.43</c:v>
                </c:pt>
                <c:pt idx="1070">
                  <c:v>2036.43</c:v>
                </c:pt>
                <c:pt idx="1071">
                  <c:v>2036.43</c:v>
                </c:pt>
                <c:pt idx="1072">
                  <c:v>2036.43</c:v>
                </c:pt>
                <c:pt idx="1073">
                  <c:v>2036.43</c:v>
                </c:pt>
                <c:pt idx="1074">
                  <c:v>2036.43</c:v>
                </c:pt>
                <c:pt idx="1075">
                  <c:v>2036.43</c:v>
                </c:pt>
                <c:pt idx="1076">
                  <c:v>2029.78</c:v>
                </c:pt>
                <c:pt idx="1077">
                  <c:v>2029.78</c:v>
                </c:pt>
                <c:pt idx="1078">
                  <c:v>2029.78</c:v>
                </c:pt>
                <c:pt idx="1079">
                  <c:v>2029.78</c:v>
                </c:pt>
                <c:pt idx="1080">
                  <c:v>2029.78</c:v>
                </c:pt>
                <c:pt idx="1081">
                  <c:v>2029.78</c:v>
                </c:pt>
                <c:pt idx="1082">
                  <c:v>2029.78</c:v>
                </c:pt>
                <c:pt idx="1083">
                  <c:v>2029.78</c:v>
                </c:pt>
                <c:pt idx="1084">
                  <c:v>2029.78</c:v>
                </c:pt>
                <c:pt idx="1085">
                  <c:v>2029.78</c:v>
                </c:pt>
                <c:pt idx="1086">
                  <c:v>2029.78</c:v>
                </c:pt>
                <c:pt idx="1087">
                  <c:v>2029.78</c:v>
                </c:pt>
                <c:pt idx="1088">
                  <c:v>2029.78</c:v>
                </c:pt>
                <c:pt idx="1089">
                  <c:v>2029.78</c:v>
                </c:pt>
                <c:pt idx="1090">
                  <c:v>2029.78</c:v>
                </c:pt>
                <c:pt idx="1091">
                  <c:v>2029.78</c:v>
                </c:pt>
                <c:pt idx="1092">
                  <c:v>2029.78</c:v>
                </c:pt>
                <c:pt idx="1093">
                  <c:v>2029.78</c:v>
                </c:pt>
                <c:pt idx="1094">
                  <c:v>2029.78</c:v>
                </c:pt>
                <c:pt idx="1095">
                  <c:v>2029.78</c:v>
                </c:pt>
                <c:pt idx="1096">
                  <c:v>2029.78</c:v>
                </c:pt>
                <c:pt idx="1097">
                  <c:v>2029.78</c:v>
                </c:pt>
                <c:pt idx="1098">
                  <c:v>1993.17</c:v>
                </c:pt>
                <c:pt idx="1099">
                  <c:v>2039.76</c:v>
                </c:pt>
                <c:pt idx="1100">
                  <c:v>2039.76</c:v>
                </c:pt>
                <c:pt idx="1101">
                  <c:v>2039.76</c:v>
                </c:pt>
                <c:pt idx="1102">
                  <c:v>2039.76</c:v>
                </c:pt>
                <c:pt idx="1103">
                  <c:v>2039.76</c:v>
                </c:pt>
                <c:pt idx="1104">
                  <c:v>2039.76</c:v>
                </c:pt>
                <c:pt idx="1105">
                  <c:v>2039.76</c:v>
                </c:pt>
                <c:pt idx="1106">
                  <c:v>2039.76</c:v>
                </c:pt>
                <c:pt idx="1107">
                  <c:v>2039.76</c:v>
                </c:pt>
                <c:pt idx="1108">
                  <c:v>2039.76</c:v>
                </c:pt>
                <c:pt idx="1109">
                  <c:v>2039.76</c:v>
                </c:pt>
                <c:pt idx="1110">
                  <c:v>2039.76</c:v>
                </c:pt>
                <c:pt idx="1111">
                  <c:v>2039.76</c:v>
                </c:pt>
                <c:pt idx="1112">
                  <c:v>2039.76</c:v>
                </c:pt>
                <c:pt idx="1113">
                  <c:v>2039.76</c:v>
                </c:pt>
                <c:pt idx="1114">
                  <c:v>2039.76</c:v>
                </c:pt>
                <c:pt idx="1115">
                  <c:v>2039.76</c:v>
                </c:pt>
                <c:pt idx="1116">
                  <c:v>2039.76</c:v>
                </c:pt>
                <c:pt idx="1117">
                  <c:v>2039.76</c:v>
                </c:pt>
                <c:pt idx="1118">
                  <c:v>2039.76</c:v>
                </c:pt>
                <c:pt idx="1119">
                  <c:v>2046.41</c:v>
                </c:pt>
                <c:pt idx="1120">
                  <c:v>2046.41</c:v>
                </c:pt>
                <c:pt idx="1121">
                  <c:v>2046.41</c:v>
                </c:pt>
                <c:pt idx="1122">
                  <c:v>2046.41</c:v>
                </c:pt>
                <c:pt idx="1123">
                  <c:v>2046.41</c:v>
                </c:pt>
                <c:pt idx="1124">
                  <c:v>2046.41</c:v>
                </c:pt>
                <c:pt idx="1125">
                  <c:v>2046.41</c:v>
                </c:pt>
                <c:pt idx="1126">
                  <c:v>2046.41</c:v>
                </c:pt>
                <c:pt idx="1127">
                  <c:v>2046.41</c:v>
                </c:pt>
                <c:pt idx="1128">
                  <c:v>2046.41</c:v>
                </c:pt>
                <c:pt idx="1129">
                  <c:v>2046.41</c:v>
                </c:pt>
                <c:pt idx="1130">
                  <c:v>2046.41</c:v>
                </c:pt>
                <c:pt idx="1131">
                  <c:v>2046.41</c:v>
                </c:pt>
                <c:pt idx="1132">
                  <c:v>2046.41</c:v>
                </c:pt>
                <c:pt idx="1133">
                  <c:v>2053.0700000000002</c:v>
                </c:pt>
                <c:pt idx="1134">
                  <c:v>2053.0700000000002</c:v>
                </c:pt>
                <c:pt idx="1135">
                  <c:v>2053.0700000000002</c:v>
                </c:pt>
                <c:pt idx="1136">
                  <c:v>2053.0700000000002</c:v>
                </c:pt>
                <c:pt idx="1137">
                  <c:v>2053.0700000000002</c:v>
                </c:pt>
                <c:pt idx="1138">
                  <c:v>2053.0700000000002</c:v>
                </c:pt>
                <c:pt idx="1139">
                  <c:v>2053.0700000000002</c:v>
                </c:pt>
                <c:pt idx="1140">
                  <c:v>2063.0500000000002</c:v>
                </c:pt>
                <c:pt idx="1141">
                  <c:v>2063.0500000000002</c:v>
                </c:pt>
                <c:pt idx="1142">
                  <c:v>2063.0500000000002</c:v>
                </c:pt>
                <c:pt idx="1143">
                  <c:v>2063.0500000000002</c:v>
                </c:pt>
                <c:pt idx="1144">
                  <c:v>2063.0500000000002</c:v>
                </c:pt>
                <c:pt idx="1145">
                  <c:v>2063.0500000000002</c:v>
                </c:pt>
                <c:pt idx="1146">
                  <c:v>2063.0500000000002</c:v>
                </c:pt>
                <c:pt idx="1147">
                  <c:v>2079.69</c:v>
                </c:pt>
                <c:pt idx="1148">
                  <c:v>2079.69</c:v>
                </c:pt>
                <c:pt idx="1149">
                  <c:v>2079.69</c:v>
                </c:pt>
                <c:pt idx="1150">
                  <c:v>2079.69</c:v>
                </c:pt>
                <c:pt idx="1151">
                  <c:v>2079.69</c:v>
                </c:pt>
                <c:pt idx="1152">
                  <c:v>2079.69</c:v>
                </c:pt>
                <c:pt idx="1153">
                  <c:v>2079.69</c:v>
                </c:pt>
                <c:pt idx="1154">
                  <c:v>2079.69</c:v>
                </c:pt>
                <c:pt idx="1155">
                  <c:v>2079.69</c:v>
                </c:pt>
                <c:pt idx="1156">
                  <c:v>2079.69</c:v>
                </c:pt>
                <c:pt idx="1157">
                  <c:v>2079.69</c:v>
                </c:pt>
                <c:pt idx="1158">
                  <c:v>2079.69</c:v>
                </c:pt>
                <c:pt idx="1159">
                  <c:v>2079.69</c:v>
                </c:pt>
                <c:pt idx="1160">
                  <c:v>2079.69</c:v>
                </c:pt>
                <c:pt idx="1161">
                  <c:v>2109.64</c:v>
                </c:pt>
                <c:pt idx="1162">
                  <c:v>2109.64</c:v>
                </c:pt>
                <c:pt idx="1163">
                  <c:v>2109.64</c:v>
                </c:pt>
                <c:pt idx="1164">
                  <c:v>2109.64</c:v>
                </c:pt>
                <c:pt idx="1165">
                  <c:v>2109.64</c:v>
                </c:pt>
                <c:pt idx="1166">
                  <c:v>2109.64</c:v>
                </c:pt>
                <c:pt idx="1167">
                  <c:v>2109.64</c:v>
                </c:pt>
                <c:pt idx="1168">
                  <c:v>2132.9299999999998</c:v>
                </c:pt>
                <c:pt idx="1169">
                  <c:v>2132.9299999999998</c:v>
                </c:pt>
                <c:pt idx="1170">
                  <c:v>2132.9299999999998</c:v>
                </c:pt>
                <c:pt idx="1171">
                  <c:v>2132.9299999999998</c:v>
                </c:pt>
                <c:pt idx="1172">
                  <c:v>2132.9299999999998</c:v>
                </c:pt>
                <c:pt idx="1173">
                  <c:v>2132.9299999999998</c:v>
                </c:pt>
                <c:pt idx="1174">
                  <c:v>2132.9299999999998</c:v>
                </c:pt>
                <c:pt idx="1175">
                  <c:v>2179.5100000000002</c:v>
                </c:pt>
                <c:pt idx="1176">
                  <c:v>2179.5100000000002</c:v>
                </c:pt>
                <c:pt idx="1177">
                  <c:v>2179.5100000000002</c:v>
                </c:pt>
                <c:pt idx="1178">
                  <c:v>2179.5100000000002</c:v>
                </c:pt>
                <c:pt idx="1179">
                  <c:v>2179.5100000000002</c:v>
                </c:pt>
                <c:pt idx="1180">
                  <c:v>2179.5100000000002</c:v>
                </c:pt>
                <c:pt idx="1181">
                  <c:v>2179.5100000000002</c:v>
                </c:pt>
                <c:pt idx="1182">
                  <c:v>2196.15</c:v>
                </c:pt>
                <c:pt idx="1183">
                  <c:v>2196.15</c:v>
                </c:pt>
                <c:pt idx="1184">
                  <c:v>2196.15</c:v>
                </c:pt>
                <c:pt idx="1185">
                  <c:v>2196.15</c:v>
                </c:pt>
                <c:pt idx="1186">
                  <c:v>2196.15</c:v>
                </c:pt>
                <c:pt idx="1187">
                  <c:v>2196.15</c:v>
                </c:pt>
                <c:pt idx="1188">
                  <c:v>2196.15</c:v>
                </c:pt>
                <c:pt idx="1189">
                  <c:v>2219.44</c:v>
                </c:pt>
                <c:pt idx="1190">
                  <c:v>2219.44</c:v>
                </c:pt>
                <c:pt idx="1191">
                  <c:v>2219.44</c:v>
                </c:pt>
                <c:pt idx="1192">
                  <c:v>2219.44</c:v>
                </c:pt>
                <c:pt idx="1193">
                  <c:v>2219.44</c:v>
                </c:pt>
                <c:pt idx="1194">
                  <c:v>2219.44</c:v>
                </c:pt>
                <c:pt idx="1195">
                  <c:v>2219.44</c:v>
                </c:pt>
                <c:pt idx="1196">
                  <c:v>2279.34</c:v>
                </c:pt>
                <c:pt idx="1197">
                  <c:v>2279.34</c:v>
                </c:pt>
                <c:pt idx="1198">
                  <c:v>2279.34</c:v>
                </c:pt>
                <c:pt idx="1199">
                  <c:v>2279.34</c:v>
                </c:pt>
                <c:pt idx="1200">
                  <c:v>2279.34</c:v>
                </c:pt>
                <c:pt idx="1201">
                  <c:v>2279.34</c:v>
                </c:pt>
                <c:pt idx="1202">
                  <c:v>2279.34</c:v>
                </c:pt>
                <c:pt idx="1203">
                  <c:v>2312.61</c:v>
                </c:pt>
                <c:pt idx="1204">
                  <c:v>2312.61</c:v>
                </c:pt>
                <c:pt idx="1205">
                  <c:v>2312.61</c:v>
                </c:pt>
                <c:pt idx="1206">
                  <c:v>2312.61</c:v>
                </c:pt>
                <c:pt idx="1207">
                  <c:v>2312.61</c:v>
                </c:pt>
                <c:pt idx="1208">
                  <c:v>2312.61</c:v>
                </c:pt>
                <c:pt idx="1209">
                  <c:v>2312.61</c:v>
                </c:pt>
                <c:pt idx="1210">
                  <c:v>2345.89</c:v>
                </c:pt>
                <c:pt idx="1211">
                  <c:v>2345.89</c:v>
                </c:pt>
                <c:pt idx="1212">
                  <c:v>2345.89</c:v>
                </c:pt>
                <c:pt idx="1213">
                  <c:v>2345.89</c:v>
                </c:pt>
                <c:pt idx="1214">
                  <c:v>2345.89</c:v>
                </c:pt>
                <c:pt idx="1215">
                  <c:v>2345.89</c:v>
                </c:pt>
                <c:pt idx="1216">
                  <c:v>2345.89</c:v>
                </c:pt>
                <c:pt idx="1217">
                  <c:v>2379.16</c:v>
                </c:pt>
                <c:pt idx="1218">
                  <c:v>2379.16</c:v>
                </c:pt>
                <c:pt idx="1219">
                  <c:v>2379.16</c:v>
                </c:pt>
                <c:pt idx="1220">
                  <c:v>2379.16</c:v>
                </c:pt>
                <c:pt idx="1221">
                  <c:v>2379.16</c:v>
                </c:pt>
                <c:pt idx="1222">
                  <c:v>2379.16</c:v>
                </c:pt>
                <c:pt idx="1223">
                  <c:v>2379.16</c:v>
                </c:pt>
                <c:pt idx="1224">
                  <c:v>2379.16</c:v>
                </c:pt>
                <c:pt idx="1225">
                  <c:v>2379.16</c:v>
                </c:pt>
                <c:pt idx="1226">
                  <c:v>2379.16</c:v>
                </c:pt>
                <c:pt idx="1227">
                  <c:v>2379.16</c:v>
                </c:pt>
                <c:pt idx="1228">
                  <c:v>2379.16</c:v>
                </c:pt>
                <c:pt idx="1229">
                  <c:v>2379.16</c:v>
                </c:pt>
                <c:pt idx="1230">
                  <c:v>2379.16</c:v>
                </c:pt>
                <c:pt idx="1231">
                  <c:v>2379.16</c:v>
                </c:pt>
                <c:pt idx="1232">
                  <c:v>2379.16</c:v>
                </c:pt>
                <c:pt idx="1233">
                  <c:v>2379.16</c:v>
                </c:pt>
                <c:pt idx="1234">
                  <c:v>2379.16</c:v>
                </c:pt>
                <c:pt idx="1235">
                  <c:v>2379.16</c:v>
                </c:pt>
                <c:pt idx="1236">
                  <c:v>2379.16</c:v>
                </c:pt>
                <c:pt idx="1237">
                  <c:v>2379.16</c:v>
                </c:pt>
                <c:pt idx="1238">
                  <c:v>2379.16</c:v>
                </c:pt>
                <c:pt idx="1239">
                  <c:v>2379.16</c:v>
                </c:pt>
                <c:pt idx="1240">
                  <c:v>2379.16</c:v>
                </c:pt>
                <c:pt idx="1241">
                  <c:v>2379.16</c:v>
                </c:pt>
                <c:pt idx="1242">
                  <c:v>2379.16</c:v>
                </c:pt>
                <c:pt idx="1243">
                  <c:v>2379.16</c:v>
                </c:pt>
                <c:pt idx="1244">
                  <c:v>2379.16</c:v>
                </c:pt>
                <c:pt idx="1245">
                  <c:v>2385.8200000000002</c:v>
                </c:pt>
                <c:pt idx="1246">
                  <c:v>2385.8200000000002</c:v>
                </c:pt>
                <c:pt idx="1247">
                  <c:v>2385.8200000000002</c:v>
                </c:pt>
                <c:pt idx="1248">
                  <c:v>2385.8200000000002</c:v>
                </c:pt>
                <c:pt idx="1249">
                  <c:v>2385.8200000000002</c:v>
                </c:pt>
                <c:pt idx="1250">
                  <c:v>2385.8200000000002</c:v>
                </c:pt>
                <c:pt idx="1251">
                  <c:v>2385.8200000000002</c:v>
                </c:pt>
                <c:pt idx="1252">
                  <c:v>2405.7800000000002</c:v>
                </c:pt>
                <c:pt idx="1253">
                  <c:v>2405.7800000000002</c:v>
                </c:pt>
                <c:pt idx="1254">
                  <c:v>2405.7800000000002</c:v>
                </c:pt>
                <c:pt idx="1255">
                  <c:v>2405.7800000000002</c:v>
                </c:pt>
                <c:pt idx="1256">
                  <c:v>2405.7800000000002</c:v>
                </c:pt>
                <c:pt idx="1257">
                  <c:v>2405.7800000000002</c:v>
                </c:pt>
                <c:pt idx="1258">
                  <c:v>2405.7800000000002</c:v>
                </c:pt>
                <c:pt idx="1259">
                  <c:v>2395.8000000000002</c:v>
                </c:pt>
                <c:pt idx="1260">
                  <c:v>2395.8000000000002</c:v>
                </c:pt>
                <c:pt idx="1261">
                  <c:v>2395.8000000000002</c:v>
                </c:pt>
                <c:pt idx="1262">
                  <c:v>2395.8000000000002</c:v>
                </c:pt>
                <c:pt idx="1263">
                  <c:v>2395.8000000000002</c:v>
                </c:pt>
                <c:pt idx="1264">
                  <c:v>2395.8000000000002</c:v>
                </c:pt>
                <c:pt idx="1265">
                  <c:v>2395.8000000000002</c:v>
                </c:pt>
                <c:pt idx="1266">
                  <c:v>2395.8000000000002</c:v>
                </c:pt>
                <c:pt idx="1267">
                  <c:v>2395.8000000000002</c:v>
                </c:pt>
                <c:pt idx="1268">
                  <c:v>2395.8000000000002</c:v>
                </c:pt>
                <c:pt idx="1269">
                  <c:v>2395.8000000000002</c:v>
                </c:pt>
                <c:pt idx="1270">
                  <c:v>2395.8000000000002</c:v>
                </c:pt>
                <c:pt idx="1271">
                  <c:v>2395.8000000000002</c:v>
                </c:pt>
                <c:pt idx="1272">
                  <c:v>2395.8000000000002</c:v>
                </c:pt>
                <c:pt idx="1273">
                  <c:v>2402.4499999999998</c:v>
                </c:pt>
                <c:pt idx="1274">
                  <c:v>2402.4499999999998</c:v>
                </c:pt>
                <c:pt idx="1275">
                  <c:v>2402.4499999999998</c:v>
                </c:pt>
                <c:pt idx="1276">
                  <c:v>2402.4499999999998</c:v>
                </c:pt>
                <c:pt idx="1277">
                  <c:v>2402.4499999999998</c:v>
                </c:pt>
                <c:pt idx="1278">
                  <c:v>2402.4499999999998</c:v>
                </c:pt>
                <c:pt idx="1279">
                  <c:v>2402.4499999999998</c:v>
                </c:pt>
                <c:pt idx="1280">
                  <c:v>2385.8200000000002</c:v>
                </c:pt>
                <c:pt idx="1281">
                  <c:v>2385.8200000000002</c:v>
                </c:pt>
                <c:pt idx="1282">
                  <c:v>2385.8200000000002</c:v>
                </c:pt>
                <c:pt idx="1283">
                  <c:v>2385.8200000000002</c:v>
                </c:pt>
                <c:pt idx="1284">
                  <c:v>2385.8200000000002</c:v>
                </c:pt>
                <c:pt idx="1285">
                  <c:v>2385.8200000000002</c:v>
                </c:pt>
                <c:pt idx="1286">
                  <c:v>2385.8200000000002</c:v>
                </c:pt>
                <c:pt idx="1287">
                  <c:v>2419.09</c:v>
                </c:pt>
                <c:pt idx="1288">
                  <c:v>2419.09</c:v>
                </c:pt>
                <c:pt idx="1289">
                  <c:v>2419.09</c:v>
                </c:pt>
                <c:pt idx="1290">
                  <c:v>2419.09</c:v>
                </c:pt>
                <c:pt idx="1291">
                  <c:v>2419.09</c:v>
                </c:pt>
                <c:pt idx="1292">
                  <c:v>2419.09</c:v>
                </c:pt>
                <c:pt idx="1293">
                  <c:v>2419.09</c:v>
                </c:pt>
                <c:pt idx="1294">
                  <c:v>2435.73</c:v>
                </c:pt>
                <c:pt idx="1295">
                  <c:v>2435.73</c:v>
                </c:pt>
                <c:pt idx="1296">
                  <c:v>2435.73</c:v>
                </c:pt>
                <c:pt idx="1297">
                  <c:v>2435.73</c:v>
                </c:pt>
                <c:pt idx="1298">
                  <c:v>2435.73</c:v>
                </c:pt>
                <c:pt idx="1299">
                  <c:v>2435.73</c:v>
                </c:pt>
                <c:pt idx="1300">
                  <c:v>2435.73</c:v>
                </c:pt>
                <c:pt idx="1301">
                  <c:v>2478.9899999999998</c:v>
                </c:pt>
                <c:pt idx="1302">
                  <c:v>2478.9899999999998</c:v>
                </c:pt>
                <c:pt idx="1303">
                  <c:v>2478.9899999999998</c:v>
                </c:pt>
                <c:pt idx="1304">
                  <c:v>2478.9899999999998</c:v>
                </c:pt>
                <c:pt idx="1305">
                  <c:v>2478.9899999999998</c:v>
                </c:pt>
                <c:pt idx="1306">
                  <c:v>2478.9899999999998</c:v>
                </c:pt>
                <c:pt idx="1307">
                  <c:v>2478.9899999999998</c:v>
                </c:pt>
                <c:pt idx="1308">
                  <c:v>2478.9899999999998</c:v>
                </c:pt>
                <c:pt idx="1309">
                  <c:v>2478.9899999999998</c:v>
                </c:pt>
                <c:pt idx="1310">
                  <c:v>2478.9899999999998</c:v>
                </c:pt>
                <c:pt idx="1311">
                  <c:v>2478.9899999999998</c:v>
                </c:pt>
                <c:pt idx="1312">
                  <c:v>2478.9899999999998</c:v>
                </c:pt>
                <c:pt idx="1313">
                  <c:v>2478.9899999999998</c:v>
                </c:pt>
                <c:pt idx="1314">
                  <c:v>2478.9899999999998</c:v>
                </c:pt>
                <c:pt idx="1315">
                  <c:v>2478.9899999999998</c:v>
                </c:pt>
                <c:pt idx="1316">
                  <c:v>2478.9899999999998</c:v>
                </c:pt>
                <c:pt idx="1317">
                  <c:v>2478.9899999999998</c:v>
                </c:pt>
                <c:pt idx="1318">
                  <c:v>2478.9899999999998</c:v>
                </c:pt>
                <c:pt idx="1319">
                  <c:v>2478.9899999999998</c:v>
                </c:pt>
                <c:pt idx="1320">
                  <c:v>2478.9899999999998</c:v>
                </c:pt>
                <c:pt idx="1321">
                  <c:v>2478.9899999999998</c:v>
                </c:pt>
                <c:pt idx="1322">
                  <c:v>2645.36</c:v>
                </c:pt>
                <c:pt idx="1323">
                  <c:v>2645.36</c:v>
                </c:pt>
                <c:pt idx="1324">
                  <c:v>2645.36</c:v>
                </c:pt>
                <c:pt idx="1325">
                  <c:v>2645.36</c:v>
                </c:pt>
                <c:pt idx="1326">
                  <c:v>2645.36</c:v>
                </c:pt>
                <c:pt idx="1327">
                  <c:v>2645.36</c:v>
                </c:pt>
                <c:pt idx="1328">
                  <c:v>2645.36</c:v>
                </c:pt>
                <c:pt idx="1329">
                  <c:v>2795.1</c:v>
                </c:pt>
                <c:pt idx="1330">
                  <c:v>2795.1</c:v>
                </c:pt>
                <c:pt idx="1331">
                  <c:v>2795.1</c:v>
                </c:pt>
                <c:pt idx="1332">
                  <c:v>2795.1</c:v>
                </c:pt>
                <c:pt idx="1333">
                  <c:v>2795.1</c:v>
                </c:pt>
                <c:pt idx="1334">
                  <c:v>2795.1</c:v>
                </c:pt>
                <c:pt idx="1335">
                  <c:v>2795.1</c:v>
                </c:pt>
                <c:pt idx="1336">
                  <c:v>2894.93</c:v>
                </c:pt>
                <c:pt idx="1337">
                  <c:v>2894.93</c:v>
                </c:pt>
                <c:pt idx="1338">
                  <c:v>2894.93</c:v>
                </c:pt>
                <c:pt idx="1339">
                  <c:v>2894.93</c:v>
                </c:pt>
                <c:pt idx="1340">
                  <c:v>2894.93</c:v>
                </c:pt>
                <c:pt idx="1341">
                  <c:v>2894.93</c:v>
                </c:pt>
                <c:pt idx="1342">
                  <c:v>2894.93</c:v>
                </c:pt>
                <c:pt idx="1343">
                  <c:v>3028.03</c:v>
                </c:pt>
                <c:pt idx="1344">
                  <c:v>3028.03</c:v>
                </c:pt>
                <c:pt idx="1345">
                  <c:v>3028.03</c:v>
                </c:pt>
                <c:pt idx="1346">
                  <c:v>3028.03</c:v>
                </c:pt>
                <c:pt idx="1347">
                  <c:v>3028.03</c:v>
                </c:pt>
                <c:pt idx="1348">
                  <c:v>3028.03</c:v>
                </c:pt>
                <c:pt idx="1349">
                  <c:v>3028.03</c:v>
                </c:pt>
                <c:pt idx="1350">
                  <c:v>3277.59</c:v>
                </c:pt>
                <c:pt idx="1351">
                  <c:v>3277.59</c:v>
                </c:pt>
                <c:pt idx="1352">
                  <c:v>3277.59</c:v>
                </c:pt>
                <c:pt idx="1353">
                  <c:v>3277.59</c:v>
                </c:pt>
                <c:pt idx="1354">
                  <c:v>3277.59</c:v>
                </c:pt>
                <c:pt idx="1355">
                  <c:v>3277.59</c:v>
                </c:pt>
                <c:pt idx="1356">
                  <c:v>3277.59</c:v>
                </c:pt>
                <c:pt idx="1357">
                  <c:v>3277.59</c:v>
                </c:pt>
                <c:pt idx="1358">
                  <c:v>3277.59</c:v>
                </c:pt>
                <c:pt idx="1359">
                  <c:v>3277.59</c:v>
                </c:pt>
                <c:pt idx="1360">
                  <c:v>3277.59</c:v>
                </c:pt>
                <c:pt idx="1361">
                  <c:v>3277.59</c:v>
                </c:pt>
                <c:pt idx="1362">
                  <c:v>3277.59</c:v>
                </c:pt>
                <c:pt idx="1363">
                  <c:v>3394.05</c:v>
                </c:pt>
                <c:pt idx="1364">
                  <c:v>3443.96</c:v>
                </c:pt>
                <c:pt idx="1365">
                  <c:v>3443.96</c:v>
                </c:pt>
                <c:pt idx="1366">
                  <c:v>3443.96</c:v>
                </c:pt>
                <c:pt idx="1367">
                  <c:v>3443.96</c:v>
                </c:pt>
                <c:pt idx="1368">
                  <c:v>3443.96</c:v>
                </c:pt>
                <c:pt idx="1369">
                  <c:v>3443.96</c:v>
                </c:pt>
                <c:pt idx="1370">
                  <c:v>3443.96</c:v>
                </c:pt>
                <c:pt idx="1371">
                  <c:v>3636.96</c:v>
                </c:pt>
                <c:pt idx="1372">
                  <c:v>3636.96</c:v>
                </c:pt>
                <c:pt idx="1373">
                  <c:v>3636.96</c:v>
                </c:pt>
                <c:pt idx="1374">
                  <c:v>3636.96</c:v>
                </c:pt>
                <c:pt idx="1375">
                  <c:v>3636.96</c:v>
                </c:pt>
                <c:pt idx="1376">
                  <c:v>3636.96</c:v>
                </c:pt>
                <c:pt idx="1377">
                  <c:v>3636.96</c:v>
                </c:pt>
                <c:pt idx="1378">
                  <c:v>3776.71</c:v>
                </c:pt>
                <c:pt idx="1379">
                  <c:v>3776.71</c:v>
                </c:pt>
                <c:pt idx="1380">
                  <c:v>3776.71</c:v>
                </c:pt>
                <c:pt idx="1381">
                  <c:v>3776.71</c:v>
                </c:pt>
                <c:pt idx="1382">
                  <c:v>3776.71</c:v>
                </c:pt>
                <c:pt idx="1383">
                  <c:v>3776.71</c:v>
                </c:pt>
                <c:pt idx="1384">
                  <c:v>3776.71</c:v>
                </c:pt>
                <c:pt idx="1385">
                  <c:v>3726.8</c:v>
                </c:pt>
                <c:pt idx="1386">
                  <c:v>3726.8</c:v>
                </c:pt>
                <c:pt idx="1387">
                  <c:v>3726.8</c:v>
                </c:pt>
                <c:pt idx="1388">
                  <c:v>3726.8</c:v>
                </c:pt>
                <c:pt idx="1389">
                  <c:v>3726.8</c:v>
                </c:pt>
                <c:pt idx="1390">
                  <c:v>3726.8</c:v>
                </c:pt>
                <c:pt idx="1391">
                  <c:v>3726.8</c:v>
                </c:pt>
                <c:pt idx="1392">
                  <c:v>3676.89</c:v>
                </c:pt>
                <c:pt idx="1393">
                  <c:v>3676.89</c:v>
                </c:pt>
                <c:pt idx="1394">
                  <c:v>3676.89</c:v>
                </c:pt>
                <c:pt idx="1395">
                  <c:v>3676.89</c:v>
                </c:pt>
                <c:pt idx="1396">
                  <c:v>3676.89</c:v>
                </c:pt>
                <c:pt idx="1397">
                  <c:v>3676.89</c:v>
                </c:pt>
                <c:pt idx="1398">
                  <c:v>3676.89</c:v>
                </c:pt>
                <c:pt idx="1399">
                  <c:v>3676.89</c:v>
                </c:pt>
                <c:pt idx="1400">
                  <c:v>3676.89</c:v>
                </c:pt>
                <c:pt idx="1401">
                  <c:v>3676.89</c:v>
                </c:pt>
                <c:pt idx="1402">
                  <c:v>3676.89</c:v>
                </c:pt>
                <c:pt idx="1403">
                  <c:v>3676.89</c:v>
                </c:pt>
                <c:pt idx="1404">
                  <c:v>3676.89</c:v>
                </c:pt>
                <c:pt idx="1405">
                  <c:v>3676.89</c:v>
                </c:pt>
                <c:pt idx="1406">
                  <c:v>3610.34</c:v>
                </c:pt>
                <c:pt idx="1407">
                  <c:v>3610.34</c:v>
                </c:pt>
                <c:pt idx="1408">
                  <c:v>3610.34</c:v>
                </c:pt>
                <c:pt idx="1409">
                  <c:v>3610.34</c:v>
                </c:pt>
                <c:pt idx="1410">
                  <c:v>3610.34</c:v>
                </c:pt>
                <c:pt idx="1411">
                  <c:v>3610.34</c:v>
                </c:pt>
                <c:pt idx="1412">
                  <c:v>3610.34</c:v>
                </c:pt>
                <c:pt idx="1413">
                  <c:v>3580.39</c:v>
                </c:pt>
                <c:pt idx="1414">
                  <c:v>3580.39</c:v>
                </c:pt>
                <c:pt idx="1415">
                  <c:v>3580.39</c:v>
                </c:pt>
                <c:pt idx="1416">
                  <c:v>3580.39</c:v>
                </c:pt>
                <c:pt idx="1417">
                  <c:v>3580.39</c:v>
                </c:pt>
                <c:pt idx="1418">
                  <c:v>3580.39</c:v>
                </c:pt>
                <c:pt idx="1419">
                  <c:v>3580.39</c:v>
                </c:pt>
                <c:pt idx="1420">
                  <c:v>3573.74</c:v>
                </c:pt>
                <c:pt idx="1421">
                  <c:v>3573.74</c:v>
                </c:pt>
                <c:pt idx="1422">
                  <c:v>3573.74</c:v>
                </c:pt>
                <c:pt idx="1423">
                  <c:v>3573.74</c:v>
                </c:pt>
                <c:pt idx="1424">
                  <c:v>3573.74</c:v>
                </c:pt>
                <c:pt idx="1425">
                  <c:v>3573.74</c:v>
                </c:pt>
                <c:pt idx="1426">
                  <c:v>3573.74</c:v>
                </c:pt>
                <c:pt idx="1427">
                  <c:v>3570.41</c:v>
                </c:pt>
                <c:pt idx="1428">
                  <c:v>3570.41</c:v>
                </c:pt>
                <c:pt idx="1429">
                  <c:v>3570.41</c:v>
                </c:pt>
                <c:pt idx="1430">
                  <c:v>3570.41</c:v>
                </c:pt>
                <c:pt idx="1431">
                  <c:v>3570.41</c:v>
                </c:pt>
                <c:pt idx="1432">
                  <c:v>3570.41</c:v>
                </c:pt>
                <c:pt idx="1433">
                  <c:v>3570.41</c:v>
                </c:pt>
                <c:pt idx="1434">
                  <c:v>3557.1</c:v>
                </c:pt>
                <c:pt idx="1435">
                  <c:v>3557.1</c:v>
                </c:pt>
                <c:pt idx="1436">
                  <c:v>3557.1</c:v>
                </c:pt>
                <c:pt idx="1437">
                  <c:v>3557.1</c:v>
                </c:pt>
                <c:pt idx="1438">
                  <c:v>3557.1</c:v>
                </c:pt>
                <c:pt idx="1439">
                  <c:v>3557.1</c:v>
                </c:pt>
                <c:pt idx="1440">
                  <c:v>3557.1</c:v>
                </c:pt>
                <c:pt idx="1441">
                  <c:v>3557.1</c:v>
                </c:pt>
                <c:pt idx="1442">
                  <c:v>3557.1</c:v>
                </c:pt>
                <c:pt idx="1443">
                  <c:v>3557.1</c:v>
                </c:pt>
                <c:pt idx="1444">
                  <c:v>3557.1</c:v>
                </c:pt>
                <c:pt idx="1445">
                  <c:v>3557.1</c:v>
                </c:pt>
                <c:pt idx="1446">
                  <c:v>3557.1</c:v>
                </c:pt>
                <c:pt idx="1447">
                  <c:v>3557.1</c:v>
                </c:pt>
                <c:pt idx="1448">
                  <c:v>3557.1</c:v>
                </c:pt>
                <c:pt idx="1449">
                  <c:v>3557.1</c:v>
                </c:pt>
                <c:pt idx="1450">
                  <c:v>3557.1</c:v>
                </c:pt>
                <c:pt idx="1451">
                  <c:v>3557.1</c:v>
                </c:pt>
                <c:pt idx="1452">
                  <c:v>3557.1</c:v>
                </c:pt>
                <c:pt idx="1453">
                  <c:v>3557.1</c:v>
                </c:pt>
                <c:pt idx="1454">
                  <c:v>3557.1</c:v>
                </c:pt>
                <c:pt idx="1455">
                  <c:v>3603.68</c:v>
                </c:pt>
                <c:pt idx="1456">
                  <c:v>3603.68</c:v>
                </c:pt>
                <c:pt idx="1457">
                  <c:v>3603.68</c:v>
                </c:pt>
                <c:pt idx="1458">
                  <c:v>3603.68</c:v>
                </c:pt>
                <c:pt idx="1459">
                  <c:v>3603.68</c:v>
                </c:pt>
                <c:pt idx="1460">
                  <c:v>3603.68</c:v>
                </c:pt>
                <c:pt idx="1461">
                  <c:v>3603.68</c:v>
                </c:pt>
                <c:pt idx="1462">
                  <c:v>3626.97</c:v>
                </c:pt>
                <c:pt idx="1463">
                  <c:v>3626.97</c:v>
                </c:pt>
                <c:pt idx="1464">
                  <c:v>3626.97</c:v>
                </c:pt>
                <c:pt idx="1465">
                  <c:v>3626.97</c:v>
                </c:pt>
                <c:pt idx="1466">
                  <c:v>3626.97</c:v>
                </c:pt>
                <c:pt idx="1467">
                  <c:v>3626.97</c:v>
                </c:pt>
                <c:pt idx="1468">
                  <c:v>3626.97</c:v>
                </c:pt>
                <c:pt idx="1469">
                  <c:v>3643.61</c:v>
                </c:pt>
                <c:pt idx="1470">
                  <c:v>3643.61</c:v>
                </c:pt>
                <c:pt idx="1471">
                  <c:v>3643.61</c:v>
                </c:pt>
                <c:pt idx="1472">
                  <c:v>3643.61</c:v>
                </c:pt>
                <c:pt idx="1473">
                  <c:v>3643.61</c:v>
                </c:pt>
                <c:pt idx="1474">
                  <c:v>3643.61</c:v>
                </c:pt>
                <c:pt idx="1475">
                  <c:v>3643.61</c:v>
                </c:pt>
                <c:pt idx="1476">
                  <c:v>3696.85</c:v>
                </c:pt>
                <c:pt idx="1477">
                  <c:v>3696.85</c:v>
                </c:pt>
                <c:pt idx="1478">
                  <c:v>3696.85</c:v>
                </c:pt>
                <c:pt idx="1479">
                  <c:v>3696.85</c:v>
                </c:pt>
                <c:pt idx="1480">
                  <c:v>3696.85</c:v>
                </c:pt>
                <c:pt idx="1481">
                  <c:v>3696.85</c:v>
                </c:pt>
                <c:pt idx="1482">
                  <c:v>3696.85</c:v>
                </c:pt>
                <c:pt idx="1483">
                  <c:v>3776.71</c:v>
                </c:pt>
                <c:pt idx="1484">
                  <c:v>3776.71</c:v>
                </c:pt>
                <c:pt idx="1485">
                  <c:v>3776.71</c:v>
                </c:pt>
                <c:pt idx="1486">
                  <c:v>3776.71</c:v>
                </c:pt>
                <c:pt idx="1487">
                  <c:v>3776.71</c:v>
                </c:pt>
                <c:pt idx="1488">
                  <c:v>3776.71</c:v>
                </c:pt>
                <c:pt idx="1489">
                  <c:v>3776.71</c:v>
                </c:pt>
                <c:pt idx="1490">
                  <c:v>3776.71</c:v>
                </c:pt>
                <c:pt idx="1491">
                  <c:v>3776.71</c:v>
                </c:pt>
                <c:pt idx="1492">
                  <c:v>3776.71</c:v>
                </c:pt>
                <c:pt idx="1493">
                  <c:v>3776.71</c:v>
                </c:pt>
                <c:pt idx="1494">
                  <c:v>3776.71</c:v>
                </c:pt>
                <c:pt idx="1495">
                  <c:v>3776.71</c:v>
                </c:pt>
                <c:pt idx="1496">
                  <c:v>3776.71</c:v>
                </c:pt>
                <c:pt idx="1497">
                  <c:v>3776.71</c:v>
                </c:pt>
                <c:pt idx="1498">
                  <c:v>3776.71</c:v>
                </c:pt>
                <c:pt idx="1499">
                  <c:v>3776.71</c:v>
                </c:pt>
                <c:pt idx="1500">
                  <c:v>3776.71</c:v>
                </c:pt>
                <c:pt idx="1501">
                  <c:v>3776.71</c:v>
                </c:pt>
                <c:pt idx="1502">
                  <c:v>3776.71</c:v>
                </c:pt>
                <c:pt idx="1503">
                  <c:v>3776.71</c:v>
                </c:pt>
                <c:pt idx="1504">
                  <c:v>3776.71</c:v>
                </c:pt>
                <c:pt idx="1505">
                  <c:v>3776.71</c:v>
                </c:pt>
                <c:pt idx="1506">
                  <c:v>3776.71</c:v>
                </c:pt>
                <c:pt idx="1507">
                  <c:v>3776.71</c:v>
                </c:pt>
                <c:pt idx="1508">
                  <c:v>3776.71</c:v>
                </c:pt>
                <c:pt idx="1509">
                  <c:v>3776.71</c:v>
                </c:pt>
                <c:pt idx="1510">
                  <c:v>3776.71</c:v>
                </c:pt>
                <c:pt idx="1511">
                  <c:v>3783.37</c:v>
                </c:pt>
                <c:pt idx="1512">
                  <c:v>3783.37</c:v>
                </c:pt>
                <c:pt idx="1513">
                  <c:v>3783.37</c:v>
                </c:pt>
                <c:pt idx="1514">
                  <c:v>3783.37</c:v>
                </c:pt>
                <c:pt idx="1515">
                  <c:v>3783.37</c:v>
                </c:pt>
                <c:pt idx="1516">
                  <c:v>3783.37</c:v>
                </c:pt>
                <c:pt idx="1517">
                  <c:v>3783.37</c:v>
                </c:pt>
                <c:pt idx="1518">
                  <c:v>3816.64</c:v>
                </c:pt>
                <c:pt idx="1519">
                  <c:v>3816.64</c:v>
                </c:pt>
                <c:pt idx="1520">
                  <c:v>3816.64</c:v>
                </c:pt>
                <c:pt idx="1521">
                  <c:v>3816.64</c:v>
                </c:pt>
                <c:pt idx="1522">
                  <c:v>3816.64</c:v>
                </c:pt>
                <c:pt idx="1523">
                  <c:v>3816.64</c:v>
                </c:pt>
                <c:pt idx="1524">
                  <c:v>3816.64</c:v>
                </c:pt>
                <c:pt idx="1525">
                  <c:v>3893.18</c:v>
                </c:pt>
                <c:pt idx="1526">
                  <c:v>3893.18</c:v>
                </c:pt>
                <c:pt idx="1527">
                  <c:v>3893.18</c:v>
                </c:pt>
                <c:pt idx="1528">
                  <c:v>3893.18</c:v>
                </c:pt>
                <c:pt idx="1529">
                  <c:v>3893.18</c:v>
                </c:pt>
                <c:pt idx="1530">
                  <c:v>3893.18</c:v>
                </c:pt>
                <c:pt idx="1531">
                  <c:v>3893.18</c:v>
                </c:pt>
                <c:pt idx="1532">
                  <c:v>4096.1499999999996</c:v>
                </c:pt>
                <c:pt idx="1533">
                  <c:v>4096.1499999999996</c:v>
                </c:pt>
                <c:pt idx="1534">
                  <c:v>4096.1499999999996</c:v>
                </c:pt>
                <c:pt idx="1535">
                  <c:v>4096.1499999999996</c:v>
                </c:pt>
                <c:pt idx="1536">
                  <c:v>4096.1499999999996</c:v>
                </c:pt>
                <c:pt idx="1537">
                  <c:v>4096.1499999999996</c:v>
                </c:pt>
                <c:pt idx="1538">
                  <c:v>4096.1499999999996</c:v>
                </c:pt>
                <c:pt idx="1539">
                  <c:v>4142.74</c:v>
                </c:pt>
                <c:pt idx="1540">
                  <c:v>4142.74</c:v>
                </c:pt>
                <c:pt idx="1541">
                  <c:v>4142.74</c:v>
                </c:pt>
                <c:pt idx="1542">
                  <c:v>4142.74</c:v>
                </c:pt>
                <c:pt idx="1543">
                  <c:v>4142.74</c:v>
                </c:pt>
                <c:pt idx="1544">
                  <c:v>4142.74</c:v>
                </c:pt>
                <c:pt idx="1545">
                  <c:v>4142.74</c:v>
                </c:pt>
                <c:pt idx="1546">
                  <c:v>4142.74</c:v>
                </c:pt>
                <c:pt idx="1547">
                  <c:v>4142.74</c:v>
                </c:pt>
                <c:pt idx="1548">
                  <c:v>4142.74</c:v>
                </c:pt>
                <c:pt idx="1549">
                  <c:v>4142.74</c:v>
                </c:pt>
                <c:pt idx="1550">
                  <c:v>4142.74</c:v>
                </c:pt>
                <c:pt idx="1551">
                  <c:v>4142.74</c:v>
                </c:pt>
                <c:pt idx="1552">
                  <c:v>4142.74</c:v>
                </c:pt>
                <c:pt idx="1553">
                  <c:v>4185.99</c:v>
                </c:pt>
                <c:pt idx="1554">
                  <c:v>4185.99</c:v>
                </c:pt>
                <c:pt idx="1555">
                  <c:v>4185.99</c:v>
                </c:pt>
                <c:pt idx="1556">
                  <c:v>4185.99</c:v>
                </c:pt>
                <c:pt idx="1557">
                  <c:v>4185.99</c:v>
                </c:pt>
                <c:pt idx="1558">
                  <c:v>4185.99</c:v>
                </c:pt>
                <c:pt idx="1559">
                  <c:v>4185.99</c:v>
                </c:pt>
                <c:pt idx="1560">
                  <c:v>4202.63</c:v>
                </c:pt>
                <c:pt idx="1561">
                  <c:v>4202.63</c:v>
                </c:pt>
                <c:pt idx="1562">
                  <c:v>4202.63</c:v>
                </c:pt>
                <c:pt idx="1563">
                  <c:v>4202.63</c:v>
                </c:pt>
                <c:pt idx="1564">
                  <c:v>4202.63</c:v>
                </c:pt>
                <c:pt idx="1565">
                  <c:v>4202.63</c:v>
                </c:pt>
                <c:pt idx="1566">
                  <c:v>4202.63</c:v>
                </c:pt>
                <c:pt idx="1567">
                  <c:v>4212.6099999999997</c:v>
                </c:pt>
                <c:pt idx="1568">
                  <c:v>4212.6099999999997</c:v>
                </c:pt>
                <c:pt idx="1569">
                  <c:v>4212.6099999999997</c:v>
                </c:pt>
                <c:pt idx="1570">
                  <c:v>4212.6099999999997</c:v>
                </c:pt>
                <c:pt idx="1571">
                  <c:v>4212.6099999999997</c:v>
                </c:pt>
                <c:pt idx="1572">
                  <c:v>4212.6099999999997</c:v>
                </c:pt>
                <c:pt idx="1573">
                  <c:v>4212.6099999999997</c:v>
                </c:pt>
                <c:pt idx="1574">
                  <c:v>4212.6099999999997</c:v>
                </c:pt>
                <c:pt idx="1575">
                  <c:v>4209.29</c:v>
                </c:pt>
                <c:pt idx="1576">
                  <c:v>4209.29</c:v>
                </c:pt>
                <c:pt idx="1577">
                  <c:v>4209.29</c:v>
                </c:pt>
                <c:pt idx="1578">
                  <c:v>4209.29</c:v>
                </c:pt>
                <c:pt idx="1579">
                  <c:v>4209.29</c:v>
                </c:pt>
                <c:pt idx="1580">
                  <c:v>4209.29</c:v>
                </c:pt>
                <c:pt idx="1581">
                  <c:v>4222.6000000000004</c:v>
                </c:pt>
                <c:pt idx="1582">
                  <c:v>4222.6000000000004</c:v>
                </c:pt>
                <c:pt idx="1583">
                  <c:v>4222.6000000000004</c:v>
                </c:pt>
                <c:pt idx="1584">
                  <c:v>4222.6000000000004</c:v>
                </c:pt>
                <c:pt idx="1585">
                  <c:v>4222.6000000000004</c:v>
                </c:pt>
                <c:pt idx="1586">
                  <c:v>4222.6000000000004</c:v>
                </c:pt>
                <c:pt idx="1587">
                  <c:v>4222.6000000000004</c:v>
                </c:pt>
                <c:pt idx="1588">
                  <c:v>4222.6000000000004</c:v>
                </c:pt>
                <c:pt idx="1589">
                  <c:v>4222.6000000000004</c:v>
                </c:pt>
                <c:pt idx="1590">
                  <c:v>4222.6000000000004</c:v>
                </c:pt>
                <c:pt idx="1591">
                  <c:v>4222.6000000000004</c:v>
                </c:pt>
                <c:pt idx="1592">
                  <c:v>4222.6000000000004</c:v>
                </c:pt>
                <c:pt idx="1593">
                  <c:v>4222.6000000000004</c:v>
                </c:pt>
                <c:pt idx="1594">
                  <c:v>4222.6000000000004</c:v>
                </c:pt>
                <c:pt idx="1595">
                  <c:v>4222.6000000000004</c:v>
                </c:pt>
                <c:pt idx="1596">
                  <c:v>4235.91</c:v>
                </c:pt>
                <c:pt idx="1597">
                  <c:v>4235.91</c:v>
                </c:pt>
                <c:pt idx="1598">
                  <c:v>4235.91</c:v>
                </c:pt>
                <c:pt idx="1599">
                  <c:v>4235.91</c:v>
                </c:pt>
                <c:pt idx="1600">
                  <c:v>4235.91</c:v>
                </c:pt>
                <c:pt idx="1601">
                  <c:v>4235.91</c:v>
                </c:pt>
                <c:pt idx="1602">
                  <c:v>4235.91</c:v>
                </c:pt>
                <c:pt idx="1603">
                  <c:v>4235.91</c:v>
                </c:pt>
                <c:pt idx="1604">
                  <c:v>4235.91</c:v>
                </c:pt>
                <c:pt idx="1605">
                  <c:v>4235.91</c:v>
                </c:pt>
                <c:pt idx="1606">
                  <c:v>4235.91</c:v>
                </c:pt>
                <c:pt idx="1607">
                  <c:v>4235.91</c:v>
                </c:pt>
                <c:pt idx="1608">
                  <c:v>4235.91</c:v>
                </c:pt>
                <c:pt idx="1609">
                  <c:v>4235.91</c:v>
                </c:pt>
                <c:pt idx="1610">
                  <c:v>4235.91</c:v>
                </c:pt>
                <c:pt idx="1611">
                  <c:v>4235.91</c:v>
                </c:pt>
                <c:pt idx="1612">
                  <c:v>4235.91</c:v>
                </c:pt>
                <c:pt idx="1613">
                  <c:v>4235.91</c:v>
                </c:pt>
                <c:pt idx="1614">
                  <c:v>4235.91</c:v>
                </c:pt>
                <c:pt idx="1615">
                  <c:v>4235.91</c:v>
                </c:pt>
                <c:pt idx="1616">
                  <c:v>4235.91</c:v>
                </c:pt>
                <c:pt idx="1617">
                  <c:v>4235.91</c:v>
                </c:pt>
                <c:pt idx="1618">
                  <c:v>4235.91</c:v>
                </c:pt>
                <c:pt idx="1619">
                  <c:v>4235.91</c:v>
                </c:pt>
                <c:pt idx="1620">
                  <c:v>4235.91</c:v>
                </c:pt>
                <c:pt idx="1621">
                  <c:v>4235.91</c:v>
                </c:pt>
                <c:pt idx="1622">
                  <c:v>4235.91</c:v>
                </c:pt>
                <c:pt idx="1623">
                  <c:v>5001.2299999999996</c:v>
                </c:pt>
                <c:pt idx="1624">
                  <c:v>5001.2299999999996</c:v>
                </c:pt>
                <c:pt idx="1625">
                  <c:v>5001.2299999999996</c:v>
                </c:pt>
                <c:pt idx="1626">
                  <c:v>5001.2299999999996</c:v>
                </c:pt>
                <c:pt idx="1627">
                  <c:v>5001.2299999999996</c:v>
                </c:pt>
                <c:pt idx="1628">
                  <c:v>5001.2299999999996</c:v>
                </c:pt>
                <c:pt idx="1629">
                  <c:v>5001.2299999999996</c:v>
                </c:pt>
                <c:pt idx="1630">
                  <c:v>5001.2299999999996</c:v>
                </c:pt>
                <c:pt idx="1631">
                  <c:v>5001.2299999999996</c:v>
                </c:pt>
                <c:pt idx="1632">
                  <c:v>5001.2299999999996</c:v>
                </c:pt>
                <c:pt idx="1633">
                  <c:v>5001.2299999999996</c:v>
                </c:pt>
                <c:pt idx="1634">
                  <c:v>5001.2299999999996</c:v>
                </c:pt>
                <c:pt idx="1635">
                  <c:v>5001.2299999999996</c:v>
                </c:pt>
                <c:pt idx="1636">
                  <c:v>5001.2299999999996</c:v>
                </c:pt>
                <c:pt idx="1637">
                  <c:v>5001.2299999999996</c:v>
                </c:pt>
                <c:pt idx="1638">
                  <c:v>5001.2299999999996</c:v>
                </c:pt>
                <c:pt idx="1639">
                  <c:v>5001.2299999999996</c:v>
                </c:pt>
                <c:pt idx="1640">
                  <c:v>5001.2299999999996</c:v>
                </c:pt>
                <c:pt idx="1641">
                  <c:v>5001.2299999999996</c:v>
                </c:pt>
                <c:pt idx="1642">
                  <c:v>5001.2299999999996</c:v>
                </c:pt>
                <c:pt idx="1643">
                  <c:v>5001.2299999999996</c:v>
                </c:pt>
                <c:pt idx="1644">
                  <c:v>5001.2299999999996</c:v>
                </c:pt>
                <c:pt idx="1645">
                  <c:v>5001.2299999999996</c:v>
                </c:pt>
                <c:pt idx="1646">
                  <c:v>5001.2299999999996</c:v>
                </c:pt>
                <c:pt idx="1647">
                  <c:v>5001.2299999999996</c:v>
                </c:pt>
                <c:pt idx="1648">
                  <c:v>5001.2299999999996</c:v>
                </c:pt>
                <c:pt idx="1649">
                  <c:v>5001.2299999999996</c:v>
                </c:pt>
                <c:pt idx="1650">
                  <c:v>5001.2299999999996</c:v>
                </c:pt>
                <c:pt idx="1651">
                  <c:v>5001.2299999999996</c:v>
                </c:pt>
                <c:pt idx="1652">
                  <c:v>5001.2299999999996</c:v>
                </c:pt>
                <c:pt idx="1653">
                  <c:v>5001.2299999999996</c:v>
                </c:pt>
                <c:pt idx="1654">
                  <c:v>5001.2299999999996</c:v>
                </c:pt>
                <c:pt idx="1655">
                  <c:v>5001.2299999999996</c:v>
                </c:pt>
                <c:pt idx="1656">
                  <c:v>6155.88</c:v>
                </c:pt>
                <c:pt idx="1657">
                  <c:v>6155.88</c:v>
                </c:pt>
                <c:pt idx="1658">
                  <c:v>6155.88</c:v>
                </c:pt>
                <c:pt idx="1659">
                  <c:v>6155.88</c:v>
                </c:pt>
                <c:pt idx="1660">
                  <c:v>6155.88</c:v>
                </c:pt>
                <c:pt idx="1661">
                  <c:v>6056.05</c:v>
                </c:pt>
                <c:pt idx="1662">
                  <c:v>6056.05</c:v>
                </c:pt>
                <c:pt idx="1663">
                  <c:v>6056.05</c:v>
                </c:pt>
                <c:pt idx="1664">
                  <c:v>6056.05</c:v>
                </c:pt>
                <c:pt idx="1665">
                  <c:v>6056.05</c:v>
                </c:pt>
                <c:pt idx="1666">
                  <c:v>6056.05</c:v>
                </c:pt>
                <c:pt idx="1667">
                  <c:v>6056.05</c:v>
                </c:pt>
                <c:pt idx="1668">
                  <c:v>6056.05</c:v>
                </c:pt>
                <c:pt idx="1669">
                  <c:v>6056.05</c:v>
                </c:pt>
                <c:pt idx="1670">
                  <c:v>6056.05</c:v>
                </c:pt>
                <c:pt idx="1671">
                  <c:v>6056.05</c:v>
                </c:pt>
                <c:pt idx="1672">
                  <c:v>6056.05</c:v>
                </c:pt>
                <c:pt idx="1673">
                  <c:v>6056.05</c:v>
                </c:pt>
                <c:pt idx="1674">
                  <c:v>6056.05</c:v>
                </c:pt>
                <c:pt idx="1675">
                  <c:v>5956.23</c:v>
                </c:pt>
                <c:pt idx="1676">
                  <c:v>5956.23</c:v>
                </c:pt>
                <c:pt idx="1677">
                  <c:v>5956.23</c:v>
                </c:pt>
                <c:pt idx="1678">
                  <c:v>5956.23</c:v>
                </c:pt>
                <c:pt idx="1679">
                  <c:v>5956.23</c:v>
                </c:pt>
                <c:pt idx="1680">
                  <c:v>5956.23</c:v>
                </c:pt>
                <c:pt idx="1681">
                  <c:v>5956.23</c:v>
                </c:pt>
                <c:pt idx="1682">
                  <c:v>5956.23</c:v>
                </c:pt>
                <c:pt idx="1683">
                  <c:v>5956.23</c:v>
                </c:pt>
                <c:pt idx="1684">
                  <c:v>5956.23</c:v>
                </c:pt>
                <c:pt idx="1685">
                  <c:v>5956.23</c:v>
                </c:pt>
                <c:pt idx="1686">
                  <c:v>5956.23</c:v>
                </c:pt>
                <c:pt idx="1687">
                  <c:v>5956.23</c:v>
                </c:pt>
                <c:pt idx="1688">
                  <c:v>5956.23</c:v>
                </c:pt>
                <c:pt idx="1689">
                  <c:v>5869.71</c:v>
                </c:pt>
                <c:pt idx="1690">
                  <c:v>5869.71</c:v>
                </c:pt>
                <c:pt idx="1691">
                  <c:v>5869.71</c:v>
                </c:pt>
                <c:pt idx="1692">
                  <c:v>5869.71</c:v>
                </c:pt>
                <c:pt idx="1693">
                  <c:v>5869.71</c:v>
                </c:pt>
                <c:pt idx="1694">
                  <c:v>5869.71</c:v>
                </c:pt>
                <c:pt idx="1695">
                  <c:v>5869.71</c:v>
                </c:pt>
                <c:pt idx="1696">
                  <c:v>5869.71</c:v>
                </c:pt>
                <c:pt idx="1697">
                  <c:v>5869.71</c:v>
                </c:pt>
                <c:pt idx="1698">
                  <c:v>5869.71</c:v>
                </c:pt>
                <c:pt idx="1699">
                  <c:v>5869.71</c:v>
                </c:pt>
                <c:pt idx="1700">
                  <c:v>5869.71</c:v>
                </c:pt>
                <c:pt idx="1701">
                  <c:v>5869.71</c:v>
                </c:pt>
                <c:pt idx="1702">
                  <c:v>5869.71</c:v>
                </c:pt>
                <c:pt idx="1703">
                  <c:v>5869.71</c:v>
                </c:pt>
                <c:pt idx="1704">
                  <c:v>5869.71</c:v>
                </c:pt>
                <c:pt idx="1705">
                  <c:v>5869.71</c:v>
                </c:pt>
                <c:pt idx="1706">
                  <c:v>5869.71</c:v>
                </c:pt>
                <c:pt idx="1707">
                  <c:v>5869.71</c:v>
                </c:pt>
                <c:pt idx="1708">
                  <c:v>5869.71</c:v>
                </c:pt>
                <c:pt idx="1709">
                  <c:v>5869.71</c:v>
                </c:pt>
                <c:pt idx="1710">
                  <c:v>5869.71</c:v>
                </c:pt>
                <c:pt idx="1711">
                  <c:v>5869.71</c:v>
                </c:pt>
                <c:pt idx="1712">
                  <c:v>5869.71</c:v>
                </c:pt>
                <c:pt idx="1713">
                  <c:v>5869.71</c:v>
                </c:pt>
                <c:pt idx="1714">
                  <c:v>5869.71</c:v>
                </c:pt>
                <c:pt idx="1715">
                  <c:v>5869.71</c:v>
                </c:pt>
                <c:pt idx="1716">
                  <c:v>5869.71</c:v>
                </c:pt>
                <c:pt idx="1717">
                  <c:v>5869.71</c:v>
                </c:pt>
                <c:pt idx="1718">
                  <c:v>5869.71</c:v>
                </c:pt>
                <c:pt idx="1719">
                  <c:v>5869.71</c:v>
                </c:pt>
                <c:pt idx="1720">
                  <c:v>5869.71</c:v>
                </c:pt>
                <c:pt idx="1721">
                  <c:v>5869.71</c:v>
                </c:pt>
                <c:pt idx="1722">
                  <c:v>5869.71</c:v>
                </c:pt>
                <c:pt idx="1723">
                  <c:v>5869.71</c:v>
                </c:pt>
                <c:pt idx="1724">
                  <c:v>5986.17</c:v>
                </c:pt>
                <c:pt idx="1725">
                  <c:v>5986.17</c:v>
                </c:pt>
                <c:pt idx="1726">
                  <c:v>5986.17</c:v>
                </c:pt>
                <c:pt idx="1727">
                  <c:v>5986.17</c:v>
                </c:pt>
                <c:pt idx="1728">
                  <c:v>5986.17</c:v>
                </c:pt>
                <c:pt idx="1729">
                  <c:v>5986.17</c:v>
                </c:pt>
                <c:pt idx="1730">
                  <c:v>5986.17</c:v>
                </c:pt>
                <c:pt idx="1731">
                  <c:v>5986.17</c:v>
                </c:pt>
                <c:pt idx="1732">
                  <c:v>5986.17</c:v>
                </c:pt>
                <c:pt idx="1733">
                  <c:v>5986.17</c:v>
                </c:pt>
                <c:pt idx="1734">
                  <c:v>5986.17</c:v>
                </c:pt>
                <c:pt idx="1735">
                  <c:v>5986.17</c:v>
                </c:pt>
                <c:pt idx="1736">
                  <c:v>5986.17</c:v>
                </c:pt>
                <c:pt idx="1737">
                  <c:v>5986.17</c:v>
                </c:pt>
                <c:pt idx="1738">
                  <c:v>5986.17</c:v>
                </c:pt>
                <c:pt idx="1739">
                  <c:v>5986.17</c:v>
                </c:pt>
                <c:pt idx="1740">
                  <c:v>5986.17</c:v>
                </c:pt>
                <c:pt idx="1741">
                  <c:v>5986.17</c:v>
                </c:pt>
                <c:pt idx="1742">
                  <c:v>5986.17</c:v>
                </c:pt>
                <c:pt idx="1743">
                  <c:v>5986.17</c:v>
                </c:pt>
                <c:pt idx="1744">
                  <c:v>5986.17</c:v>
                </c:pt>
                <c:pt idx="1745">
                  <c:v>5986.17</c:v>
                </c:pt>
                <c:pt idx="1746">
                  <c:v>5986.17</c:v>
                </c:pt>
                <c:pt idx="1747">
                  <c:v>5986.17</c:v>
                </c:pt>
                <c:pt idx="1748">
                  <c:v>5986.17</c:v>
                </c:pt>
                <c:pt idx="1749">
                  <c:v>5986.17</c:v>
                </c:pt>
                <c:pt idx="1750">
                  <c:v>5986.17</c:v>
                </c:pt>
                <c:pt idx="1751">
                  <c:v>5986.17</c:v>
                </c:pt>
                <c:pt idx="1752">
                  <c:v>5972.86</c:v>
                </c:pt>
                <c:pt idx="1753">
                  <c:v>5972.86</c:v>
                </c:pt>
                <c:pt idx="1754">
                  <c:v>5972.86</c:v>
                </c:pt>
                <c:pt idx="1755">
                  <c:v>5972.86</c:v>
                </c:pt>
                <c:pt idx="1756">
                  <c:v>5972.86</c:v>
                </c:pt>
                <c:pt idx="1757">
                  <c:v>5972.86</c:v>
                </c:pt>
                <c:pt idx="1758">
                  <c:v>5972.86</c:v>
                </c:pt>
                <c:pt idx="1759">
                  <c:v>5972.86</c:v>
                </c:pt>
                <c:pt idx="1760">
                  <c:v>6105.96</c:v>
                </c:pt>
                <c:pt idx="1761">
                  <c:v>6105.96</c:v>
                </c:pt>
                <c:pt idx="1762">
                  <c:v>6105.96</c:v>
                </c:pt>
                <c:pt idx="1763">
                  <c:v>6105.96</c:v>
                </c:pt>
                <c:pt idx="1764">
                  <c:v>6105.96</c:v>
                </c:pt>
                <c:pt idx="1765">
                  <c:v>6105.96</c:v>
                </c:pt>
                <c:pt idx="1766">
                  <c:v>6704.91</c:v>
                </c:pt>
                <c:pt idx="1767">
                  <c:v>6704.91</c:v>
                </c:pt>
                <c:pt idx="1768">
                  <c:v>6704.91</c:v>
                </c:pt>
                <c:pt idx="1769">
                  <c:v>6704.91</c:v>
                </c:pt>
                <c:pt idx="1770">
                  <c:v>6704.91</c:v>
                </c:pt>
                <c:pt idx="1771">
                  <c:v>6704.91</c:v>
                </c:pt>
                <c:pt idx="1772">
                  <c:v>6704.91</c:v>
                </c:pt>
                <c:pt idx="1773">
                  <c:v>6704.91</c:v>
                </c:pt>
                <c:pt idx="1774">
                  <c:v>6704.91</c:v>
                </c:pt>
                <c:pt idx="1775">
                  <c:v>6704.91</c:v>
                </c:pt>
                <c:pt idx="1776">
                  <c:v>7237.31</c:v>
                </c:pt>
                <c:pt idx="1777">
                  <c:v>7237.31</c:v>
                </c:pt>
                <c:pt idx="1778">
                  <c:v>7237.31</c:v>
                </c:pt>
                <c:pt idx="1779">
                  <c:v>7237.31</c:v>
                </c:pt>
                <c:pt idx="1780">
                  <c:v>7237.31</c:v>
                </c:pt>
                <c:pt idx="1781">
                  <c:v>7170.76</c:v>
                </c:pt>
                <c:pt idx="1782">
                  <c:v>7170.76</c:v>
                </c:pt>
                <c:pt idx="1783">
                  <c:v>7170.76</c:v>
                </c:pt>
                <c:pt idx="1784">
                  <c:v>7170.76</c:v>
                </c:pt>
                <c:pt idx="1785">
                  <c:v>7170.76</c:v>
                </c:pt>
                <c:pt idx="1786">
                  <c:v>7170.76</c:v>
                </c:pt>
                <c:pt idx="1787">
                  <c:v>7337.14</c:v>
                </c:pt>
                <c:pt idx="1788">
                  <c:v>7337.14</c:v>
                </c:pt>
                <c:pt idx="1789">
                  <c:v>7337.14</c:v>
                </c:pt>
                <c:pt idx="1790">
                  <c:v>7337.14</c:v>
                </c:pt>
                <c:pt idx="1791">
                  <c:v>7337.14</c:v>
                </c:pt>
                <c:pt idx="1792">
                  <c:v>7337.14</c:v>
                </c:pt>
                <c:pt idx="1793">
                  <c:v>7170.76</c:v>
                </c:pt>
                <c:pt idx="1794">
                  <c:v>7170.76</c:v>
                </c:pt>
                <c:pt idx="1795">
                  <c:v>7170.76</c:v>
                </c:pt>
                <c:pt idx="1796">
                  <c:v>7170.76</c:v>
                </c:pt>
                <c:pt idx="1797">
                  <c:v>7170.76</c:v>
                </c:pt>
                <c:pt idx="1798">
                  <c:v>7170.76</c:v>
                </c:pt>
                <c:pt idx="1799">
                  <c:v>7170.76</c:v>
                </c:pt>
                <c:pt idx="1800">
                  <c:v>7170.76</c:v>
                </c:pt>
                <c:pt idx="1801">
                  <c:v>7170.76</c:v>
                </c:pt>
                <c:pt idx="1802">
                  <c:v>7170.76</c:v>
                </c:pt>
                <c:pt idx="1803">
                  <c:v>7170.76</c:v>
                </c:pt>
                <c:pt idx="1804">
                  <c:v>7070.94</c:v>
                </c:pt>
                <c:pt idx="1805">
                  <c:v>7070.94</c:v>
                </c:pt>
                <c:pt idx="1806">
                  <c:v>7070.94</c:v>
                </c:pt>
                <c:pt idx="1807">
                  <c:v>7070.94</c:v>
                </c:pt>
                <c:pt idx="1808">
                  <c:v>7070.94</c:v>
                </c:pt>
                <c:pt idx="1809">
                  <c:v>7070.94</c:v>
                </c:pt>
                <c:pt idx="1810">
                  <c:v>7070.94</c:v>
                </c:pt>
                <c:pt idx="1811">
                  <c:v>7070.94</c:v>
                </c:pt>
                <c:pt idx="1812">
                  <c:v>7070.94</c:v>
                </c:pt>
                <c:pt idx="1813">
                  <c:v>7070.94</c:v>
                </c:pt>
                <c:pt idx="1814">
                  <c:v>7070.94</c:v>
                </c:pt>
                <c:pt idx="1815">
                  <c:v>6871.29</c:v>
                </c:pt>
                <c:pt idx="1816">
                  <c:v>6871.29</c:v>
                </c:pt>
                <c:pt idx="1817">
                  <c:v>6871.29</c:v>
                </c:pt>
                <c:pt idx="1818">
                  <c:v>6871.29</c:v>
                </c:pt>
                <c:pt idx="1819">
                  <c:v>6871.29</c:v>
                </c:pt>
                <c:pt idx="1820">
                  <c:v>6871.29</c:v>
                </c:pt>
                <c:pt idx="1821">
                  <c:v>6871.29</c:v>
                </c:pt>
                <c:pt idx="1822">
                  <c:v>6671.64</c:v>
                </c:pt>
                <c:pt idx="1823">
                  <c:v>6671.64</c:v>
                </c:pt>
                <c:pt idx="1824">
                  <c:v>6671.64</c:v>
                </c:pt>
                <c:pt idx="1825">
                  <c:v>6671.64</c:v>
                </c:pt>
                <c:pt idx="1826">
                  <c:v>6716.75</c:v>
                </c:pt>
                <c:pt idx="1827">
                  <c:v>6716.75</c:v>
                </c:pt>
                <c:pt idx="1828">
                  <c:v>6716.75</c:v>
                </c:pt>
                <c:pt idx="1829">
                  <c:v>6716.75</c:v>
                </c:pt>
                <c:pt idx="1830">
                  <c:v>6716.75</c:v>
                </c:pt>
                <c:pt idx="1831">
                  <c:v>6716.75</c:v>
                </c:pt>
                <c:pt idx="1832">
                  <c:v>6716.75</c:v>
                </c:pt>
                <c:pt idx="1833">
                  <c:v>6716.75</c:v>
                </c:pt>
                <c:pt idx="1834">
                  <c:v>6716.75</c:v>
                </c:pt>
                <c:pt idx="1835">
                  <c:v>6716.75</c:v>
                </c:pt>
                <c:pt idx="1836">
                  <c:v>6716.75</c:v>
                </c:pt>
                <c:pt idx="1837">
                  <c:v>6716.75</c:v>
                </c:pt>
                <c:pt idx="1838">
                  <c:v>6716.75</c:v>
                </c:pt>
                <c:pt idx="1839">
                  <c:v>6716.75</c:v>
                </c:pt>
                <c:pt idx="1840">
                  <c:v>6716.75</c:v>
                </c:pt>
                <c:pt idx="1841">
                  <c:v>6716.75</c:v>
                </c:pt>
                <c:pt idx="1842">
                  <c:v>6716.75</c:v>
                </c:pt>
                <c:pt idx="1843">
                  <c:v>6633</c:v>
                </c:pt>
                <c:pt idx="1844">
                  <c:v>6633</c:v>
                </c:pt>
                <c:pt idx="1845">
                  <c:v>6633</c:v>
                </c:pt>
                <c:pt idx="1846">
                  <c:v>6633</c:v>
                </c:pt>
                <c:pt idx="1847">
                  <c:v>6633</c:v>
                </c:pt>
                <c:pt idx="1848">
                  <c:v>6633</c:v>
                </c:pt>
                <c:pt idx="1849">
                  <c:v>6633</c:v>
                </c:pt>
                <c:pt idx="1850">
                  <c:v>6465.5</c:v>
                </c:pt>
                <c:pt idx="1851">
                  <c:v>6465.5</c:v>
                </c:pt>
                <c:pt idx="1852">
                  <c:v>6465.5</c:v>
                </c:pt>
                <c:pt idx="1853">
                  <c:v>6465.5</c:v>
                </c:pt>
                <c:pt idx="1854">
                  <c:v>6465.5</c:v>
                </c:pt>
                <c:pt idx="1855">
                  <c:v>6465.5</c:v>
                </c:pt>
                <c:pt idx="1856">
                  <c:v>6465.5</c:v>
                </c:pt>
                <c:pt idx="1857">
                  <c:v>6418.85</c:v>
                </c:pt>
                <c:pt idx="1858">
                  <c:v>6418.85</c:v>
                </c:pt>
                <c:pt idx="1859">
                  <c:v>6418.85</c:v>
                </c:pt>
                <c:pt idx="1860">
                  <c:v>6418.85</c:v>
                </c:pt>
                <c:pt idx="1861">
                  <c:v>6418.85</c:v>
                </c:pt>
                <c:pt idx="1862">
                  <c:v>6418.85</c:v>
                </c:pt>
                <c:pt idx="1863">
                  <c:v>6418.85</c:v>
                </c:pt>
                <c:pt idx="1864">
                  <c:v>6441.41</c:v>
                </c:pt>
                <c:pt idx="1865">
                  <c:v>6441.41</c:v>
                </c:pt>
                <c:pt idx="1866">
                  <c:v>6441.41</c:v>
                </c:pt>
                <c:pt idx="1867">
                  <c:v>6441.41</c:v>
                </c:pt>
                <c:pt idx="1868">
                  <c:v>6441.41</c:v>
                </c:pt>
                <c:pt idx="1869">
                  <c:v>6441.41</c:v>
                </c:pt>
                <c:pt idx="1870">
                  <c:v>6441.41</c:v>
                </c:pt>
                <c:pt idx="1871">
                  <c:v>6227.15</c:v>
                </c:pt>
                <c:pt idx="1872">
                  <c:v>6227.15</c:v>
                </c:pt>
                <c:pt idx="1873">
                  <c:v>6227.15</c:v>
                </c:pt>
                <c:pt idx="1874">
                  <c:v>6227.15</c:v>
                </c:pt>
                <c:pt idx="1875">
                  <c:v>6227.15</c:v>
                </c:pt>
                <c:pt idx="1876">
                  <c:v>6227.15</c:v>
                </c:pt>
                <c:pt idx="1877">
                  <c:v>6227.15</c:v>
                </c:pt>
                <c:pt idx="1878">
                  <c:v>6212.02</c:v>
                </c:pt>
                <c:pt idx="1879">
                  <c:v>6212.02</c:v>
                </c:pt>
                <c:pt idx="1880">
                  <c:v>6212.02</c:v>
                </c:pt>
                <c:pt idx="1881">
                  <c:v>6212.02</c:v>
                </c:pt>
                <c:pt idx="1882">
                  <c:v>6212.02</c:v>
                </c:pt>
                <c:pt idx="1883">
                  <c:v>6212.02</c:v>
                </c:pt>
                <c:pt idx="1884">
                  <c:v>6212.02</c:v>
                </c:pt>
                <c:pt idx="1885">
                  <c:v>6271.64</c:v>
                </c:pt>
                <c:pt idx="1886">
                  <c:v>6271.64</c:v>
                </c:pt>
                <c:pt idx="1887">
                  <c:v>6271.64</c:v>
                </c:pt>
                <c:pt idx="1888">
                  <c:v>6271.64</c:v>
                </c:pt>
                <c:pt idx="1889">
                  <c:v>6271.64</c:v>
                </c:pt>
                <c:pt idx="1890">
                  <c:v>6271.64</c:v>
                </c:pt>
                <c:pt idx="1891">
                  <c:v>6271.64</c:v>
                </c:pt>
                <c:pt idx="1892">
                  <c:v>6234.96</c:v>
                </c:pt>
                <c:pt idx="1893">
                  <c:v>6234.96</c:v>
                </c:pt>
                <c:pt idx="1894">
                  <c:v>6234.96</c:v>
                </c:pt>
                <c:pt idx="1895">
                  <c:v>6234.96</c:v>
                </c:pt>
                <c:pt idx="1896">
                  <c:v>6234.96</c:v>
                </c:pt>
                <c:pt idx="1897">
                  <c:v>6234.96</c:v>
                </c:pt>
                <c:pt idx="1898">
                  <c:v>6234.96</c:v>
                </c:pt>
                <c:pt idx="1899">
                  <c:v>6168.29</c:v>
                </c:pt>
                <c:pt idx="1900">
                  <c:v>6168.29</c:v>
                </c:pt>
                <c:pt idx="1901">
                  <c:v>6168.29</c:v>
                </c:pt>
                <c:pt idx="1902">
                  <c:v>6168.29</c:v>
                </c:pt>
                <c:pt idx="1903">
                  <c:v>6168.29</c:v>
                </c:pt>
                <c:pt idx="1904">
                  <c:v>6168.29</c:v>
                </c:pt>
                <c:pt idx="1905">
                  <c:v>6168.29</c:v>
                </c:pt>
                <c:pt idx="1906">
                  <c:v>6006.74</c:v>
                </c:pt>
                <c:pt idx="1907">
                  <c:v>6006.74</c:v>
                </c:pt>
                <c:pt idx="1908">
                  <c:v>6006.74</c:v>
                </c:pt>
                <c:pt idx="1909">
                  <c:v>6006.74</c:v>
                </c:pt>
                <c:pt idx="1910">
                  <c:v>6006.74</c:v>
                </c:pt>
                <c:pt idx="1911">
                  <c:v>6006.74</c:v>
                </c:pt>
                <c:pt idx="1912">
                  <c:v>6006.74</c:v>
                </c:pt>
                <c:pt idx="1913">
                  <c:v>5906.92</c:v>
                </c:pt>
                <c:pt idx="1914">
                  <c:v>5906.92</c:v>
                </c:pt>
                <c:pt idx="1915">
                  <c:v>5906.92</c:v>
                </c:pt>
                <c:pt idx="1916">
                  <c:v>5906.92</c:v>
                </c:pt>
                <c:pt idx="1917">
                  <c:v>5906.92</c:v>
                </c:pt>
                <c:pt idx="1918">
                  <c:v>5906.92</c:v>
                </c:pt>
                <c:pt idx="1919">
                  <c:v>5906.92</c:v>
                </c:pt>
                <c:pt idx="1920">
                  <c:v>5857.94</c:v>
                </c:pt>
                <c:pt idx="1921">
                  <c:v>5857.94</c:v>
                </c:pt>
                <c:pt idx="1922">
                  <c:v>5857.94</c:v>
                </c:pt>
                <c:pt idx="1923">
                  <c:v>5857.94</c:v>
                </c:pt>
                <c:pt idx="1924">
                  <c:v>5857.94</c:v>
                </c:pt>
                <c:pt idx="1925">
                  <c:v>5857.94</c:v>
                </c:pt>
                <c:pt idx="1926">
                  <c:v>5857.94</c:v>
                </c:pt>
                <c:pt idx="1927">
                  <c:v>5728.22</c:v>
                </c:pt>
                <c:pt idx="1928">
                  <c:v>5728.22</c:v>
                </c:pt>
                <c:pt idx="1929">
                  <c:v>5728.22</c:v>
                </c:pt>
                <c:pt idx="1930">
                  <c:v>5728.22</c:v>
                </c:pt>
                <c:pt idx="1931">
                  <c:v>5728.22</c:v>
                </c:pt>
                <c:pt idx="1932">
                  <c:v>5728.22</c:v>
                </c:pt>
                <c:pt idx="1933">
                  <c:v>5728.22</c:v>
                </c:pt>
                <c:pt idx="1934">
                  <c:v>5388.46</c:v>
                </c:pt>
                <c:pt idx="1935">
                  <c:v>5388.46</c:v>
                </c:pt>
                <c:pt idx="1936">
                  <c:v>5388.46</c:v>
                </c:pt>
                <c:pt idx="1937">
                  <c:v>5388.46</c:v>
                </c:pt>
                <c:pt idx="1938">
                  <c:v>5388.46</c:v>
                </c:pt>
                <c:pt idx="1939">
                  <c:v>5388.46</c:v>
                </c:pt>
                <c:pt idx="1940">
                  <c:v>5388.46</c:v>
                </c:pt>
                <c:pt idx="1941">
                  <c:v>5296.44</c:v>
                </c:pt>
                <c:pt idx="1942">
                  <c:v>5296.44</c:v>
                </c:pt>
                <c:pt idx="1943">
                  <c:v>5296.44</c:v>
                </c:pt>
                <c:pt idx="1944">
                  <c:v>5296.44</c:v>
                </c:pt>
                <c:pt idx="1945">
                  <c:v>5296.44</c:v>
                </c:pt>
                <c:pt idx="1946">
                  <c:v>5296.44</c:v>
                </c:pt>
                <c:pt idx="1947">
                  <c:v>5296.44</c:v>
                </c:pt>
                <c:pt idx="1948">
                  <c:v>5236.1000000000004</c:v>
                </c:pt>
                <c:pt idx="1949">
                  <c:v>5236.1000000000004</c:v>
                </c:pt>
                <c:pt idx="1950">
                  <c:v>5236.1000000000004</c:v>
                </c:pt>
                <c:pt idx="1951">
                  <c:v>5236.1000000000004</c:v>
                </c:pt>
                <c:pt idx="1952">
                  <c:v>5236.1000000000004</c:v>
                </c:pt>
                <c:pt idx="1953">
                  <c:v>5236.1000000000004</c:v>
                </c:pt>
                <c:pt idx="1954">
                  <c:v>5236.1000000000004</c:v>
                </c:pt>
                <c:pt idx="1955">
                  <c:v>5236.1000000000004</c:v>
                </c:pt>
                <c:pt idx="1956">
                  <c:v>5236.1000000000004</c:v>
                </c:pt>
                <c:pt idx="1957">
                  <c:v>5236.1000000000004</c:v>
                </c:pt>
                <c:pt idx="1958">
                  <c:v>5236.1000000000004</c:v>
                </c:pt>
                <c:pt idx="1959">
                  <c:v>5236.1000000000004</c:v>
                </c:pt>
                <c:pt idx="1960">
                  <c:v>5171.6499999999996</c:v>
                </c:pt>
                <c:pt idx="1961">
                  <c:v>5171.6499999999996</c:v>
                </c:pt>
                <c:pt idx="1962">
                  <c:v>5171.6499999999996</c:v>
                </c:pt>
                <c:pt idx="1963">
                  <c:v>5171.6499999999996</c:v>
                </c:pt>
                <c:pt idx="1964">
                  <c:v>5171.6499999999996</c:v>
                </c:pt>
                <c:pt idx="1965">
                  <c:v>5171.6499999999996</c:v>
                </c:pt>
                <c:pt idx="1966">
                  <c:v>5171.6499999999996</c:v>
                </c:pt>
                <c:pt idx="1967">
                  <c:v>5171.6499999999996</c:v>
                </c:pt>
                <c:pt idx="1968">
                  <c:v>5171.6499999999996</c:v>
                </c:pt>
                <c:pt idx="1969">
                  <c:v>6050.81</c:v>
                </c:pt>
                <c:pt idx="1970">
                  <c:v>6050.81</c:v>
                </c:pt>
                <c:pt idx="1971">
                  <c:v>6050.81</c:v>
                </c:pt>
                <c:pt idx="1972">
                  <c:v>6050.81</c:v>
                </c:pt>
                <c:pt idx="1973">
                  <c:v>6050.81</c:v>
                </c:pt>
                <c:pt idx="1974">
                  <c:v>6050.81</c:v>
                </c:pt>
                <c:pt idx="1975">
                  <c:v>6050.81</c:v>
                </c:pt>
                <c:pt idx="1976">
                  <c:v>5054.71</c:v>
                </c:pt>
                <c:pt idx="1977">
                  <c:v>5054.71</c:v>
                </c:pt>
                <c:pt idx="1978">
                  <c:v>5054.71</c:v>
                </c:pt>
                <c:pt idx="1979">
                  <c:v>5054.71</c:v>
                </c:pt>
                <c:pt idx="1980">
                  <c:v>5054.71</c:v>
                </c:pt>
                <c:pt idx="1981">
                  <c:v>5054.71</c:v>
                </c:pt>
                <c:pt idx="1982">
                  <c:v>5054.71</c:v>
                </c:pt>
                <c:pt idx="1983">
                  <c:v>5115.13</c:v>
                </c:pt>
                <c:pt idx="1984">
                  <c:v>5115.13</c:v>
                </c:pt>
                <c:pt idx="1985">
                  <c:v>5115.13</c:v>
                </c:pt>
                <c:pt idx="1986">
                  <c:v>5115.13</c:v>
                </c:pt>
                <c:pt idx="1987">
                  <c:v>5115.13</c:v>
                </c:pt>
                <c:pt idx="1988">
                  <c:v>5115.13</c:v>
                </c:pt>
                <c:pt idx="1989">
                  <c:v>5115.13</c:v>
                </c:pt>
                <c:pt idx="1990">
                  <c:v>5069.4399999999996</c:v>
                </c:pt>
                <c:pt idx="1991">
                  <c:v>5069.4399999999996</c:v>
                </c:pt>
                <c:pt idx="1992">
                  <c:v>5069.4399999999996</c:v>
                </c:pt>
                <c:pt idx="1993">
                  <c:v>5069.4399999999996</c:v>
                </c:pt>
                <c:pt idx="1994">
                  <c:v>5069.4399999999996</c:v>
                </c:pt>
                <c:pt idx="1995">
                  <c:v>5069.4399999999996</c:v>
                </c:pt>
                <c:pt idx="1996">
                  <c:v>5069.4399999999996</c:v>
                </c:pt>
                <c:pt idx="1997">
                  <c:v>4994.1400000000003</c:v>
                </c:pt>
                <c:pt idx="1998">
                  <c:v>4994.1400000000003</c:v>
                </c:pt>
                <c:pt idx="1999">
                  <c:v>4994.1400000000003</c:v>
                </c:pt>
                <c:pt idx="2000">
                  <c:v>4994.1400000000003</c:v>
                </c:pt>
                <c:pt idx="2001">
                  <c:v>5011.5600000000004</c:v>
                </c:pt>
                <c:pt idx="2002">
                  <c:v>5011.5600000000004</c:v>
                </c:pt>
                <c:pt idx="2003">
                  <c:v>5011.5600000000004</c:v>
                </c:pt>
                <c:pt idx="2004">
                  <c:v>5100.74</c:v>
                </c:pt>
                <c:pt idx="2005">
                  <c:v>5100.74</c:v>
                </c:pt>
                <c:pt idx="2006">
                  <c:v>5100.74</c:v>
                </c:pt>
                <c:pt idx="2007">
                  <c:v>5100.74</c:v>
                </c:pt>
                <c:pt idx="2008">
                  <c:v>5118.57</c:v>
                </c:pt>
                <c:pt idx="2009">
                  <c:v>5118.57</c:v>
                </c:pt>
                <c:pt idx="2010">
                  <c:v>5118.57</c:v>
                </c:pt>
                <c:pt idx="2011">
                  <c:v>5061.3900000000003</c:v>
                </c:pt>
                <c:pt idx="2012">
                  <c:v>5061.3900000000003</c:v>
                </c:pt>
                <c:pt idx="2013">
                  <c:v>5061.3900000000003</c:v>
                </c:pt>
                <c:pt idx="2014">
                  <c:v>5061.3900000000003</c:v>
                </c:pt>
                <c:pt idx="2015">
                  <c:v>5061.3900000000003</c:v>
                </c:pt>
                <c:pt idx="2016">
                  <c:v>5061.3900000000003</c:v>
                </c:pt>
                <c:pt idx="2017">
                  <c:v>5061.3900000000003</c:v>
                </c:pt>
                <c:pt idx="2018">
                  <c:v>4975.54</c:v>
                </c:pt>
                <c:pt idx="2019">
                  <c:v>4975.54</c:v>
                </c:pt>
                <c:pt idx="2020">
                  <c:v>4975.54</c:v>
                </c:pt>
                <c:pt idx="2021">
                  <c:v>4975.54</c:v>
                </c:pt>
                <c:pt idx="2022">
                  <c:v>4975.54</c:v>
                </c:pt>
                <c:pt idx="2023">
                  <c:v>4975.54</c:v>
                </c:pt>
                <c:pt idx="2024">
                  <c:v>4975.54</c:v>
                </c:pt>
                <c:pt idx="2025">
                  <c:v>4990.0600000000004</c:v>
                </c:pt>
                <c:pt idx="2026">
                  <c:v>4990.0600000000004</c:v>
                </c:pt>
                <c:pt idx="2027">
                  <c:v>4990.0600000000004</c:v>
                </c:pt>
                <c:pt idx="2028">
                  <c:v>4990.0600000000004</c:v>
                </c:pt>
                <c:pt idx="2029">
                  <c:v>4990.0600000000004</c:v>
                </c:pt>
                <c:pt idx="2030">
                  <c:v>4990.0600000000004</c:v>
                </c:pt>
                <c:pt idx="2031">
                  <c:v>4990.0600000000004</c:v>
                </c:pt>
                <c:pt idx="2032">
                  <c:v>4990.0600000000004</c:v>
                </c:pt>
                <c:pt idx="2033">
                  <c:v>4990.0600000000004</c:v>
                </c:pt>
                <c:pt idx="2034">
                  <c:v>4990.0600000000004</c:v>
                </c:pt>
                <c:pt idx="2035">
                  <c:v>4990.0600000000004</c:v>
                </c:pt>
                <c:pt idx="2036">
                  <c:v>4990.0600000000004</c:v>
                </c:pt>
                <c:pt idx="2037">
                  <c:v>4990.0600000000004</c:v>
                </c:pt>
                <c:pt idx="2038">
                  <c:v>4990.0600000000004</c:v>
                </c:pt>
                <c:pt idx="2039">
                  <c:v>4829.95</c:v>
                </c:pt>
                <c:pt idx="2040">
                  <c:v>4829.95</c:v>
                </c:pt>
                <c:pt idx="2041">
                  <c:v>4829.95</c:v>
                </c:pt>
                <c:pt idx="2042">
                  <c:v>4829.95</c:v>
                </c:pt>
                <c:pt idx="2043">
                  <c:v>4829.95</c:v>
                </c:pt>
                <c:pt idx="2044">
                  <c:v>4829.95</c:v>
                </c:pt>
                <c:pt idx="2045">
                  <c:v>4829.95</c:v>
                </c:pt>
                <c:pt idx="2046">
                  <c:v>4779</c:v>
                </c:pt>
                <c:pt idx="2047">
                  <c:v>4779</c:v>
                </c:pt>
                <c:pt idx="2048">
                  <c:v>4779</c:v>
                </c:pt>
                <c:pt idx="2049">
                  <c:v>4779</c:v>
                </c:pt>
                <c:pt idx="2050">
                  <c:v>4779</c:v>
                </c:pt>
                <c:pt idx="2051">
                  <c:v>4779</c:v>
                </c:pt>
                <c:pt idx="2052">
                  <c:v>4633</c:v>
                </c:pt>
                <c:pt idx="2053">
                  <c:v>4633</c:v>
                </c:pt>
                <c:pt idx="2054">
                  <c:v>4633</c:v>
                </c:pt>
                <c:pt idx="2055">
                  <c:v>4633</c:v>
                </c:pt>
                <c:pt idx="2056">
                  <c:v>4633</c:v>
                </c:pt>
                <c:pt idx="2057">
                  <c:v>4633</c:v>
                </c:pt>
                <c:pt idx="2058">
                  <c:v>4633</c:v>
                </c:pt>
                <c:pt idx="2059">
                  <c:v>4661</c:v>
                </c:pt>
                <c:pt idx="2060">
                  <c:v>4543</c:v>
                </c:pt>
                <c:pt idx="2061">
                  <c:v>4543</c:v>
                </c:pt>
                <c:pt idx="2062">
                  <c:v>4543</c:v>
                </c:pt>
                <c:pt idx="2063">
                  <c:v>4543</c:v>
                </c:pt>
                <c:pt idx="2064">
                  <c:v>4543</c:v>
                </c:pt>
                <c:pt idx="2065">
                  <c:v>4543</c:v>
                </c:pt>
                <c:pt idx="2066">
                  <c:v>4543</c:v>
                </c:pt>
                <c:pt idx="2067">
                  <c:v>4543</c:v>
                </c:pt>
                <c:pt idx="2068">
                  <c:v>4543</c:v>
                </c:pt>
                <c:pt idx="2069">
                  <c:v>4543</c:v>
                </c:pt>
                <c:pt idx="2070">
                  <c:v>4543</c:v>
                </c:pt>
                <c:pt idx="2071">
                  <c:v>4543</c:v>
                </c:pt>
                <c:pt idx="2072">
                  <c:v>4521</c:v>
                </c:pt>
                <c:pt idx="2073">
                  <c:v>4369.7</c:v>
                </c:pt>
                <c:pt idx="2074">
                  <c:v>4369.7</c:v>
                </c:pt>
                <c:pt idx="2075">
                  <c:v>4369.7</c:v>
                </c:pt>
                <c:pt idx="2076">
                  <c:v>4369.7</c:v>
                </c:pt>
                <c:pt idx="2077">
                  <c:v>4369.7</c:v>
                </c:pt>
                <c:pt idx="2078">
                  <c:v>4369.7</c:v>
                </c:pt>
                <c:pt idx="2079">
                  <c:v>4369.7</c:v>
                </c:pt>
                <c:pt idx="2080">
                  <c:v>4369.7</c:v>
                </c:pt>
                <c:pt idx="2081">
                  <c:v>4317.42</c:v>
                </c:pt>
                <c:pt idx="2082">
                  <c:v>4317.42</c:v>
                </c:pt>
                <c:pt idx="2083">
                  <c:v>4317.42</c:v>
                </c:pt>
                <c:pt idx="2084">
                  <c:v>4317.42</c:v>
                </c:pt>
                <c:pt idx="2085">
                  <c:v>4317.42</c:v>
                </c:pt>
                <c:pt idx="2086">
                  <c:v>4366.71</c:v>
                </c:pt>
                <c:pt idx="2087">
                  <c:v>4366.71</c:v>
                </c:pt>
                <c:pt idx="2088">
                  <c:v>4401.04</c:v>
                </c:pt>
                <c:pt idx="2089">
                  <c:v>4401.04</c:v>
                </c:pt>
                <c:pt idx="2090">
                  <c:v>4401.04</c:v>
                </c:pt>
                <c:pt idx="2091">
                  <c:v>4401.04</c:v>
                </c:pt>
                <c:pt idx="2092">
                  <c:v>4401.04</c:v>
                </c:pt>
                <c:pt idx="2093">
                  <c:v>4401.04</c:v>
                </c:pt>
                <c:pt idx="2094">
                  <c:v>4401.04</c:v>
                </c:pt>
                <c:pt idx="2095">
                  <c:v>4384.71</c:v>
                </c:pt>
                <c:pt idx="2096">
                  <c:v>4384.71</c:v>
                </c:pt>
                <c:pt idx="2097">
                  <c:v>4384.71</c:v>
                </c:pt>
                <c:pt idx="2098">
                  <c:v>4384.71</c:v>
                </c:pt>
                <c:pt idx="2099">
                  <c:v>4384.71</c:v>
                </c:pt>
                <c:pt idx="2100">
                  <c:v>4384.71</c:v>
                </c:pt>
                <c:pt idx="2101">
                  <c:v>4384.71</c:v>
                </c:pt>
                <c:pt idx="2102">
                  <c:v>4361.28</c:v>
                </c:pt>
                <c:pt idx="2103">
                  <c:v>4361.28</c:v>
                </c:pt>
                <c:pt idx="2104">
                  <c:v>4361.28</c:v>
                </c:pt>
                <c:pt idx="2105">
                  <c:v>4361.28</c:v>
                </c:pt>
                <c:pt idx="2106">
                  <c:v>4361.28</c:v>
                </c:pt>
                <c:pt idx="2107">
                  <c:v>4361.28</c:v>
                </c:pt>
                <c:pt idx="2108">
                  <c:v>4361.28</c:v>
                </c:pt>
                <c:pt idx="2109">
                  <c:v>4290.75</c:v>
                </c:pt>
                <c:pt idx="2110">
                  <c:v>4290.75</c:v>
                </c:pt>
                <c:pt idx="2111">
                  <c:v>4290.75</c:v>
                </c:pt>
                <c:pt idx="2112">
                  <c:v>4290.75</c:v>
                </c:pt>
                <c:pt idx="2113">
                  <c:v>4290.75</c:v>
                </c:pt>
                <c:pt idx="2114">
                  <c:v>4290.75</c:v>
                </c:pt>
                <c:pt idx="2115">
                  <c:v>4290.75</c:v>
                </c:pt>
                <c:pt idx="2116">
                  <c:v>4236.34</c:v>
                </c:pt>
                <c:pt idx="2117">
                  <c:v>4236.34</c:v>
                </c:pt>
                <c:pt idx="2118">
                  <c:v>4236.34</c:v>
                </c:pt>
                <c:pt idx="2119">
                  <c:v>4236.34</c:v>
                </c:pt>
                <c:pt idx="2120">
                  <c:v>4236.34</c:v>
                </c:pt>
                <c:pt idx="2121">
                  <c:v>4236.34</c:v>
                </c:pt>
                <c:pt idx="2122">
                  <c:v>4194.74</c:v>
                </c:pt>
                <c:pt idx="2123">
                  <c:v>4126.37</c:v>
                </c:pt>
                <c:pt idx="2124">
                  <c:v>4126.37</c:v>
                </c:pt>
                <c:pt idx="2125">
                  <c:v>4126.37</c:v>
                </c:pt>
                <c:pt idx="2126">
                  <c:v>4126.37</c:v>
                </c:pt>
                <c:pt idx="2127">
                  <c:v>4075.09</c:v>
                </c:pt>
                <c:pt idx="2128">
                  <c:v>4075.09</c:v>
                </c:pt>
                <c:pt idx="2129">
                  <c:v>4095.53</c:v>
                </c:pt>
                <c:pt idx="2130">
                  <c:v>4095.53</c:v>
                </c:pt>
                <c:pt idx="2131">
                  <c:v>4095.53</c:v>
                </c:pt>
                <c:pt idx="2132">
                  <c:v>4095.53</c:v>
                </c:pt>
                <c:pt idx="2133">
                  <c:v>4095.53</c:v>
                </c:pt>
                <c:pt idx="2134">
                  <c:v>4095.53</c:v>
                </c:pt>
                <c:pt idx="2135">
                  <c:v>4095.53</c:v>
                </c:pt>
                <c:pt idx="2136">
                  <c:v>4095.53</c:v>
                </c:pt>
                <c:pt idx="2137">
                  <c:v>3999.49</c:v>
                </c:pt>
                <c:pt idx="2138">
                  <c:v>3999.49</c:v>
                </c:pt>
                <c:pt idx="2139">
                  <c:v>3999.49</c:v>
                </c:pt>
                <c:pt idx="2140">
                  <c:v>3999.49</c:v>
                </c:pt>
                <c:pt idx="2141">
                  <c:v>3879.02</c:v>
                </c:pt>
                <c:pt idx="2142">
                  <c:v>3879.02</c:v>
                </c:pt>
                <c:pt idx="2143">
                  <c:v>3865.95</c:v>
                </c:pt>
                <c:pt idx="2144">
                  <c:v>3865.95</c:v>
                </c:pt>
                <c:pt idx="2145">
                  <c:v>3865.95</c:v>
                </c:pt>
                <c:pt idx="2146">
                  <c:v>3865.95</c:v>
                </c:pt>
                <c:pt idx="2147">
                  <c:v>3865.95</c:v>
                </c:pt>
                <c:pt idx="2148">
                  <c:v>3865.95</c:v>
                </c:pt>
                <c:pt idx="2149">
                  <c:v>3865.95</c:v>
                </c:pt>
                <c:pt idx="2150">
                  <c:v>3865.95</c:v>
                </c:pt>
                <c:pt idx="2151">
                  <c:v>4015.12</c:v>
                </c:pt>
                <c:pt idx="2152">
                  <c:v>4015.12</c:v>
                </c:pt>
                <c:pt idx="2153">
                  <c:v>4015.12</c:v>
                </c:pt>
                <c:pt idx="2154">
                  <c:v>4015.12</c:v>
                </c:pt>
                <c:pt idx="2155">
                  <c:v>3980.74</c:v>
                </c:pt>
                <c:pt idx="2156">
                  <c:v>3980.74</c:v>
                </c:pt>
                <c:pt idx="2157">
                  <c:v>3980.74</c:v>
                </c:pt>
                <c:pt idx="2158">
                  <c:v>3738.96</c:v>
                </c:pt>
                <c:pt idx="2159">
                  <c:v>3738.96</c:v>
                </c:pt>
                <c:pt idx="2160">
                  <c:v>3738.96</c:v>
                </c:pt>
                <c:pt idx="2161">
                  <c:v>3738.96</c:v>
                </c:pt>
                <c:pt idx="2162">
                  <c:v>3680.11</c:v>
                </c:pt>
                <c:pt idx="2163">
                  <c:v>3680.11</c:v>
                </c:pt>
                <c:pt idx="2164">
                  <c:v>3680.11</c:v>
                </c:pt>
                <c:pt idx="2165">
                  <c:v>3680.11</c:v>
                </c:pt>
                <c:pt idx="2166">
                  <c:v>3680.11</c:v>
                </c:pt>
                <c:pt idx="2167">
                  <c:v>3680.11</c:v>
                </c:pt>
                <c:pt idx="2168">
                  <c:v>3675.75</c:v>
                </c:pt>
                <c:pt idx="2169">
                  <c:v>3675.75</c:v>
                </c:pt>
                <c:pt idx="2170">
                  <c:v>3561.64</c:v>
                </c:pt>
                <c:pt idx="2171">
                  <c:v>3561.64</c:v>
                </c:pt>
                <c:pt idx="2172">
                  <c:v>3561.64</c:v>
                </c:pt>
                <c:pt idx="2173">
                  <c:v>3578.27</c:v>
                </c:pt>
                <c:pt idx="2174">
                  <c:v>3578.27</c:v>
                </c:pt>
                <c:pt idx="2175">
                  <c:v>3578.27</c:v>
                </c:pt>
                <c:pt idx="2176">
                  <c:v>3516.16</c:v>
                </c:pt>
                <c:pt idx="2177">
                  <c:v>3516.16</c:v>
                </c:pt>
                <c:pt idx="2178">
                  <c:v>3570.57</c:v>
                </c:pt>
                <c:pt idx="2179">
                  <c:v>3570.57</c:v>
                </c:pt>
                <c:pt idx="2180">
                  <c:v>3570.57</c:v>
                </c:pt>
                <c:pt idx="2181">
                  <c:v>3570.57</c:v>
                </c:pt>
                <c:pt idx="2182">
                  <c:v>3570.57</c:v>
                </c:pt>
                <c:pt idx="2183">
                  <c:v>3570.57</c:v>
                </c:pt>
                <c:pt idx="2184">
                  <c:v>3570.57</c:v>
                </c:pt>
                <c:pt idx="2185">
                  <c:v>3520.31</c:v>
                </c:pt>
                <c:pt idx="2186">
                  <c:v>3520.31</c:v>
                </c:pt>
                <c:pt idx="2187">
                  <c:v>3520.31</c:v>
                </c:pt>
                <c:pt idx="2188">
                  <c:v>3520.31</c:v>
                </c:pt>
                <c:pt idx="2189">
                  <c:v>3520.31</c:v>
                </c:pt>
                <c:pt idx="2190">
                  <c:v>3414.17</c:v>
                </c:pt>
                <c:pt idx="2191">
                  <c:v>3414.17</c:v>
                </c:pt>
                <c:pt idx="2192">
                  <c:v>3422.81</c:v>
                </c:pt>
                <c:pt idx="2193">
                  <c:v>3422.81</c:v>
                </c:pt>
                <c:pt idx="2194">
                  <c:v>3422.81</c:v>
                </c:pt>
                <c:pt idx="2195">
                  <c:v>3422.81</c:v>
                </c:pt>
                <c:pt idx="2196">
                  <c:v>3422.81</c:v>
                </c:pt>
                <c:pt idx="2197">
                  <c:v>3351.87</c:v>
                </c:pt>
                <c:pt idx="2198">
                  <c:v>3351.87</c:v>
                </c:pt>
                <c:pt idx="2199">
                  <c:v>3360.18</c:v>
                </c:pt>
                <c:pt idx="2200">
                  <c:v>3360.18</c:v>
                </c:pt>
                <c:pt idx="2201">
                  <c:v>3360.18</c:v>
                </c:pt>
                <c:pt idx="2202">
                  <c:v>3360.18</c:v>
                </c:pt>
                <c:pt idx="2203">
                  <c:v>3360.18</c:v>
                </c:pt>
                <c:pt idx="2204">
                  <c:v>3289.07</c:v>
                </c:pt>
                <c:pt idx="2205">
                  <c:v>3289.07</c:v>
                </c:pt>
                <c:pt idx="2206">
                  <c:v>3297.12</c:v>
                </c:pt>
                <c:pt idx="2207">
                  <c:v>3297.12</c:v>
                </c:pt>
                <c:pt idx="2208">
                  <c:v>3297.12</c:v>
                </c:pt>
                <c:pt idx="2209">
                  <c:v>3297.12</c:v>
                </c:pt>
                <c:pt idx="2210">
                  <c:v>3297.12</c:v>
                </c:pt>
                <c:pt idx="2211">
                  <c:v>3297.12</c:v>
                </c:pt>
                <c:pt idx="2212">
                  <c:v>3297.12</c:v>
                </c:pt>
                <c:pt idx="2213">
                  <c:v>3297.12</c:v>
                </c:pt>
                <c:pt idx="2214">
                  <c:v>3266.67</c:v>
                </c:pt>
                <c:pt idx="2215">
                  <c:v>3266.67</c:v>
                </c:pt>
                <c:pt idx="2216">
                  <c:v>3266.67</c:v>
                </c:pt>
                <c:pt idx="2217">
                  <c:v>3266.67</c:v>
                </c:pt>
                <c:pt idx="2218">
                  <c:v>3266.67</c:v>
                </c:pt>
                <c:pt idx="2219">
                  <c:v>3266.67</c:v>
                </c:pt>
                <c:pt idx="2220">
                  <c:v>3266.67</c:v>
                </c:pt>
                <c:pt idx="2221">
                  <c:v>3287.74</c:v>
                </c:pt>
                <c:pt idx="2222">
                  <c:v>3287.74</c:v>
                </c:pt>
                <c:pt idx="2223">
                  <c:v>3287.74</c:v>
                </c:pt>
                <c:pt idx="2224">
                  <c:v>3287.74</c:v>
                </c:pt>
                <c:pt idx="2225">
                  <c:v>3287.74</c:v>
                </c:pt>
                <c:pt idx="2226">
                  <c:v>3287.74</c:v>
                </c:pt>
                <c:pt idx="2227">
                  <c:v>3278.46</c:v>
                </c:pt>
                <c:pt idx="2228">
                  <c:v>3188.39</c:v>
                </c:pt>
                <c:pt idx="2229">
                  <c:v>3188.39</c:v>
                </c:pt>
                <c:pt idx="2230">
                  <c:v>3188.39</c:v>
                </c:pt>
                <c:pt idx="2231">
                  <c:v>3188.39</c:v>
                </c:pt>
                <c:pt idx="2232">
                  <c:v>3044.28</c:v>
                </c:pt>
                <c:pt idx="2233">
                  <c:v>3044.28</c:v>
                </c:pt>
                <c:pt idx="2234">
                  <c:v>3013.19</c:v>
                </c:pt>
                <c:pt idx="2235">
                  <c:v>3013.19</c:v>
                </c:pt>
                <c:pt idx="2236">
                  <c:v>3013.19</c:v>
                </c:pt>
                <c:pt idx="2237">
                  <c:v>3013.19</c:v>
                </c:pt>
                <c:pt idx="2238">
                  <c:v>3013.19</c:v>
                </c:pt>
                <c:pt idx="2239">
                  <c:v>3013.19</c:v>
                </c:pt>
                <c:pt idx="2240">
                  <c:v>3013.19</c:v>
                </c:pt>
                <c:pt idx="2241">
                  <c:v>3019.02</c:v>
                </c:pt>
                <c:pt idx="2242">
                  <c:v>3019.02</c:v>
                </c:pt>
                <c:pt idx="2243">
                  <c:v>3019.02</c:v>
                </c:pt>
                <c:pt idx="2244">
                  <c:v>3019.02</c:v>
                </c:pt>
                <c:pt idx="2245">
                  <c:v>3019.02</c:v>
                </c:pt>
                <c:pt idx="2246">
                  <c:v>3019.02</c:v>
                </c:pt>
                <c:pt idx="2247">
                  <c:v>3019.02</c:v>
                </c:pt>
                <c:pt idx="2248">
                  <c:v>3014.03</c:v>
                </c:pt>
                <c:pt idx="2249">
                  <c:v>3035.43</c:v>
                </c:pt>
                <c:pt idx="2250">
                  <c:v>3035.43</c:v>
                </c:pt>
                <c:pt idx="2251">
                  <c:v>3035.43</c:v>
                </c:pt>
                <c:pt idx="2252">
                  <c:v>3035.43</c:v>
                </c:pt>
                <c:pt idx="2253">
                  <c:v>3192.38</c:v>
                </c:pt>
                <c:pt idx="2254">
                  <c:v>3192.38</c:v>
                </c:pt>
                <c:pt idx="2255">
                  <c:v>3192.38</c:v>
                </c:pt>
                <c:pt idx="2256">
                  <c:v>3195.96</c:v>
                </c:pt>
                <c:pt idx="2257">
                  <c:v>3195.96</c:v>
                </c:pt>
                <c:pt idx="2258">
                  <c:v>3195.96</c:v>
                </c:pt>
                <c:pt idx="2259">
                  <c:v>3195.96</c:v>
                </c:pt>
                <c:pt idx="2260">
                  <c:v>3195.96</c:v>
                </c:pt>
                <c:pt idx="2261">
                  <c:v>3195.96</c:v>
                </c:pt>
                <c:pt idx="2262">
                  <c:v>3195.96</c:v>
                </c:pt>
              </c:numCache>
            </c:numRef>
          </c:val>
          <c:smooth val="1"/>
          <c:extLst xmlns:c16r2="http://schemas.microsoft.com/office/drawing/2015/06/chart">
            <c:ext xmlns:c16="http://schemas.microsoft.com/office/drawing/2014/chart" uri="{C3380CC4-5D6E-409C-BE32-E72D297353CC}">
              <c16:uniqueId val="{00000003-7BDE-4401-81F9-0112ADD76FE2}"/>
            </c:ext>
          </c:extLst>
        </c:ser>
        <c:dLbls>
          <c:showLegendKey val="0"/>
          <c:showVal val="0"/>
          <c:showCatName val="0"/>
          <c:showSerName val="0"/>
          <c:showPercent val="0"/>
          <c:showBubbleSize val="0"/>
        </c:dLbls>
        <c:marker val="1"/>
        <c:smooth val="0"/>
        <c:axId val="861456912"/>
        <c:axId val="861457456"/>
      </c:lineChart>
      <c:dateAx>
        <c:axId val="861456912"/>
        <c:scaling>
          <c:orientation val="minMax"/>
          <c:min val="43101"/>
        </c:scaling>
        <c:delete val="0"/>
        <c:axPos val="b"/>
        <c:numFmt formatCode="yy/mm" sourceLinked="0"/>
        <c:majorTickMark val="in"/>
        <c:minorTickMark val="none"/>
        <c:tickLblPos val="nextTo"/>
        <c:spPr>
          <a:noFill/>
          <a:ln w="6350" cap="flat" cmpd="sng" algn="ctr">
            <a:solidFill>
              <a:srgbClr val="000000"/>
            </a:solidFill>
            <a:prstDash val="solid"/>
            <a:round/>
          </a:ln>
          <a:effectLst/>
        </c:spPr>
        <c:txPr>
          <a:bodyPr rot="0" vert="horz"/>
          <a:lstStyle/>
          <a:p>
            <a:pPr>
              <a:defRPr/>
            </a:pPr>
            <a:endParaRPr lang="zh-CN"/>
          </a:p>
        </c:txPr>
        <c:crossAx val="861457456"/>
        <c:crosses val="autoZero"/>
        <c:auto val="0"/>
        <c:lblOffset val="100"/>
        <c:baseTimeUnit val="days"/>
        <c:majorUnit val="12"/>
        <c:majorTimeUnit val="months"/>
      </c:dateAx>
      <c:valAx>
        <c:axId val="861457456"/>
        <c:scaling>
          <c:orientation val="minMax"/>
        </c:scaling>
        <c:delete val="0"/>
        <c:axPos val="l"/>
        <c:majorGridlines>
          <c:spPr>
            <a:ln w="9525" cap="flat" cmpd="sng" algn="ctr">
              <a:noFill/>
              <a:prstDash val="solid"/>
              <a:round/>
            </a:ln>
            <a:effectLst/>
          </c:spPr>
        </c:majorGridlines>
        <c:numFmt formatCode="0_);[Red]\(0\)" sourceLinked="1"/>
        <c:majorTickMark val="in"/>
        <c:minorTickMark val="none"/>
        <c:tickLblPos val="nextTo"/>
        <c:spPr>
          <a:noFill/>
          <a:ln w="6350" cap="flat" cmpd="sng" algn="ctr">
            <a:solidFill>
              <a:srgbClr val="000000"/>
            </a:solidFill>
            <a:prstDash val="solid"/>
            <a:round/>
          </a:ln>
          <a:effectLst/>
        </c:spPr>
        <c:txPr>
          <a:bodyPr rot="-60000000" vert="horz"/>
          <a:lstStyle/>
          <a:p>
            <a:pPr>
              <a:defRPr/>
            </a:pPr>
            <a:endParaRPr lang="zh-CN"/>
          </a:p>
        </c:txPr>
        <c:crossAx val="861456912"/>
        <c:crosses val="autoZero"/>
        <c:crossBetween val="between"/>
      </c:valAx>
      <c:spPr>
        <a:noFill/>
        <a:ln>
          <a:noFill/>
        </a:ln>
        <a:effectLst/>
      </c:spPr>
    </c:plotArea>
    <c:legend>
      <c:legendPos val="t"/>
      <c:layout>
        <c:manualLayout>
          <c:xMode val="edge"/>
          <c:yMode val="edge"/>
          <c:x val="0"/>
          <c:y val="0"/>
          <c:w val="1"/>
          <c:h val="0.22808263888888899"/>
        </c:manualLayout>
      </c:layout>
      <c:overlay val="0"/>
      <c:spPr>
        <a:noFill/>
        <a:ln>
          <a:noFill/>
        </a:ln>
        <a:effectLst/>
      </c:spPr>
      <c:txPr>
        <a:bodyPr rot="0" vert="horz"/>
        <a:lstStyle/>
        <a:p>
          <a:pPr>
            <a:defRPr/>
          </a:pPr>
          <a:endParaRPr lang="zh-CN"/>
        </a:p>
      </c:txPr>
    </c:legend>
    <c:plotVisOnly val="1"/>
    <c:dispBlanksAs val="gap"/>
    <c:showDLblsOverMax val="0"/>
  </c:chart>
  <c:spPr>
    <a:noFill/>
    <a:ln w="9525" cap="flat" cmpd="sng" algn="ctr">
      <a:noFill/>
      <a:prstDash val="solid"/>
      <a:round/>
    </a:ln>
    <a:effectLst/>
  </c:spPr>
  <c:txPr>
    <a:bodyPr/>
    <a:lstStyle/>
    <a:p>
      <a:pPr>
        <a:defRPr lang="zh-CN" sz="1000" b="1">
          <a:latin typeface="微软雅黑" panose="020B0503020204020204" charset="-122"/>
          <a:ea typeface="微软雅黑" panose="020B0503020204020204" charset="-122"/>
          <a:cs typeface="Arial" panose="020B0604020202020204" pitchFamily="7" charset="0"/>
          <a:sym typeface="Arial" panose="020B0604020202020204" pitchFamily="7" charset="0"/>
        </a:defRPr>
      </a:pPr>
      <a:endParaRPr lang="zh-CN"/>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Sheet1!$G$95</c:f>
              <c:strCache>
                <c:ptCount val="1"/>
                <c:pt idx="0">
                  <c:v>草甘膦</c:v>
                </c:pt>
              </c:strCache>
            </c:strRef>
          </c:tx>
          <c:spPr>
            <a:solidFill>
              <a:srgbClr val="E10000"/>
            </a:solidFill>
            <a:ln w="6350">
              <a:noFill/>
              <a:prstDash val="solid"/>
            </a:ln>
            <a:effectLst/>
          </c:spPr>
          <c:invertIfNegative val="0"/>
          <c:cat>
            <c:numRef>
              <c:f>Sheet1!$F$96:$F$100</c:f>
              <c:numCache>
                <c:formatCode>General</c:formatCode>
                <c:ptCount val="5"/>
                <c:pt idx="0">
                  <c:v>2016</c:v>
                </c:pt>
                <c:pt idx="1">
                  <c:v>2017</c:v>
                </c:pt>
                <c:pt idx="2">
                  <c:v>2018</c:v>
                </c:pt>
                <c:pt idx="3">
                  <c:v>2019</c:v>
                </c:pt>
                <c:pt idx="4">
                  <c:v>2020</c:v>
                </c:pt>
              </c:numCache>
            </c:numRef>
          </c:cat>
          <c:val>
            <c:numRef>
              <c:f>Sheet1!$G$96:$G$100</c:f>
              <c:numCache>
                <c:formatCode>General</c:formatCode>
                <c:ptCount val="5"/>
                <c:pt idx="0">
                  <c:v>56.62</c:v>
                </c:pt>
                <c:pt idx="1">
                  <c:v>54</c:v>
                </c:pt>
                <c:pt idx="2">
                  <c:v>55.78</c:v>
                </c:pt>
                <c:pt idx="3">
                  <c:v>56.4</c:v>
                </c:pt>
                <c:pt idx="4">
                  <c:v>56</c:v>
                </c:pt>
              </c:numCache>
            </c:numRef>
          </c:val>
          <c:extLst xmlns:c16r2="http://schemas.microsoft.com/office/drawing/2015/06/chart">
            <c:ext xmlns:c16="http://schemas.microsoft.com/office/drawing/2014/chart" uri="{C3380CC4-5D6E-409C-BE32-E72D297353CC}">
              <c16:uniqueId val="{00000000-DE30-4E5E-AFCD-9E49328B276F}"/>
            </c:ext>
          </c:extLst>
        </c:ser>
        <c:ser>
          <c:idx val="1"/>
          <c:order val="1"/>
          <c:tx>
            <c:strRef>
              <c:f>Sheet1!$H$95</c:f>
              <c:strCache>
                <c:ptCount val="1"/>
                <c:pt idx="0">
                  <c:v>草铵膦</c:v>
                </c:pt>
              </c:strCache>
            </c:strRef>
          </c:tx>
          <c:spPr>
            <a:solidFill>
              <a:srgbClr val="C8C8C8"/>
            </a:solidFill>
            <a:ln w="6350">
              <a:noFill/>
              <a:prstDash val="solid"/>
            </a:ln>
            <a:effectLst/>
          </c:spPr>
          <c:invertIfNegative val="0"/>
          <c:cat>
            <c:numRef>
              <c:f>Sheet1!$F$96:$F$100</c:f>
              <c:numCache>
                <c:formatCode>General</c:formatCode>
                <c:ptCount val="5"/>
                <c:pt idx="0">
                  <c:v>2016</c:v>
                </c:pt>
                <c:pt idx="1">
                  <c:v>2017</c:v>
                </c:pt>
                <c:pt idx="2">
                  <c:v>2018</c:v>
                </c:pt>
                <c:pt idx="3">
                  <c:v>2019</c:v>
                </c:pt>
                <c:pt idx="4">
                  <c:v>2020</c:v>
                </c:pt>
              </c:numCache>
            </c:numRef>
          </c:cat>
          <c:val>
            <c:numRef>
              <c:f>Sheet1!$H$96:$H$100</c:f>
              <c:numCache>
                <c:formatCode>General</c:formatCode>
                <c:ptCount val="5"/>
                <c:pt idx="0">
                  <c:v>5.0199999999999996</c:v>
                </c:pt>
                <c:pt idx="1">
                  <c:v>6.11</c:v>
                </c:pt>
                <c:pt idx="2">
                  <c:v>7.5</c:v>
                </c:pt>
                <c:pt idx="3">
                  <c:v>9.5</c:v>
                </c:pt>
                <c:pt idx="4">
                  <c:v>10.5</c:v>
                </c:pt>
              </c:numCache>
            </c:numRef>
          </c:val>
          <c:extLst xmlns:c16r2="http://schemas.microsoft.com/office/drawing/2015/06/chart">
            <c:ext xmlns:c16="http://schemas.microsoft.com/office/drawing/2014/chart" uri="{C3380CC4-5D6E-409C-BE32-E72D297353CC}">
              <c16:uniqueId val="{00000001-DE30-4E5E-AFCD-9E49328B276F}"/>
            </c:ext>
          </c:extLst>
        </c:ser>
        <c:ser>
          <c:idx val="2"/>
          <c:order val="2"/>
          <c:tx>
            <c:strRef>
              <c:f>Sheet1!$I$95</c:f>
              <c:strCache>
                <c:ptCount val="1"/>
                <c:pt idx="0">
                  <c:v>双丙氨膦</c:v>
                </c:pt>
              </c:strCache>
            </c:strRef>
          </c:tx>
          <c:spPr>
            <a:solidFill>
              <a:srgbClr val="FA6400"/>
            </a:solidFill>
            <a:ln w="6350">
              <a:noFill/>
              <a:prstDash val="solid"/>
            </a:ln>
            <a:effectLst/>
          </c:spPr>
          <c:invertIfNegative val="0"/>
          <c:cat>
            <c:numRef>
              <c:f>Sheet1!$F$96:$F$100</c:f>
              <c:numCache>
                <c:formatCode>General</c:formatCode>
                <c:ptCount val="5"/>
                <c:pt idx="0">
                  <c:v>2016</c:v>
                </c:pt>
                <c:pt idx="1">
                  <c:v>2017</c:v>
                </c:pt>
                <c:pt idx="2">
                  <c:v>2018</c:v>
                </c:pt>
                <c:pt idx="3">
                  <c:v>2019</c:v>
                </c:pt>
                <c:pt idx="4">
                  <c:v>2020</c:v>
                </c:pt>
              </c:numCache>
            </c:numRef>
          </c:cat>
          <c:val>
            <c:numRef>
              <c:f>Sheet1!$I$96:$I$100</c:f>
              <c:numCache>
                <c:formatCode>General</c:formatCode>
                <c:ptCount val="5"/>
                <c:pt idx="0">
                  <c:v>0.72</c:v>
                </c:pt>
                <c:pt idx="1">
                  <c:v>0.69</c:v>
                </c:pt>
                <c:pt idx="2">
                  <c:v>0.65</c:v>
                </c:pt>
                <c:pt idx="3">
                  <c:v>0.6</c:v>
                </c:pt>
                <c:pt idx="4">
                  <c:v>0.65</c:v>
                </c:pt>
              </c:numCache>
            </c:numRef>
          </c:val>
          <c:extLst xmlns:c16r2="http://schemas.microsoft.com/office/drawing/2015/06/chart">
            <c:ext xmlns:c16="http://schemas.microsoft.com/office/drawing/2014/chart" uri="{C3380CC4-5D6E-409C-BE32-E72D297353CC}">
              <c16:uniqueId val="{00000002-DE30-4E5E-AFCD-9E49328B276F}"/>
            </c:ext>
          </c:extLst>
        </c:ser>
        <c:dLbls>
          <c:showLegendKey val="0"/>
          <c:showVal val="0"/>
          <c:showCatName val="0"/>
          <c:showSerName val="0"/>
          <c:showPercent val="0"/>
          <c:showBubbleSize val="0"/>
        </c:dLbls>
        <c:gapWidth val="150"/>
        <c:overlap val="100"/>
        <c:axId val="861458000"/>
        <c:axId val="868012624"/>
      </c:barChart>
      <c:catAx>
        <c:axId val="86145800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rial" panose="020B0604020202020204" pitchFamily="34" charset="0"/>
                <a:ea typeface="微软雅黑" panose="020B0503020204020204" pitchFamily="34" charset="-122"/>
                <a:cs typeface="+mn-cs"/>
                <a:sym typeface="Arial" panose="020B0604020202020204" pitchFamily="34" charset="0"/>
              </a:defRPr>
            </a:pPr>
            <a:endParaRPr lang="zh-CN"/>
          </a:p>
        </c:txPr>
        <c:crossAx val="868012624"/>
        <c:crosses val="autoZero"/>
        <c:auto val="1"/>
        <c:lblAlgn val="ctr"/>
        <c:lblOffset val="100"/>
        <c:noMultiLvlLbl val="0"/>
      </c:catAx>
      <c:valAx>
        <c:axId val="86801262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rial" panose="020B0604020202020204" pitchFamily="34" charset="0"/>
                <a:ea typeface="微软雅黑" panose="020B0503020204020204" pitchFamily="34" charset="-122"/>
                <a:cs typeface="+mn-cs"/>
                <a:sym typeface="Arial" panose="020B0604020202020204" pitchFamily="34" charset="0"/>
              </a:defRPr>
            </a:pPr>
            <a:endParaRPr lang="zh-CN"/>
          </a:p>
        </c:txPr>
        <c:crossAx val="86145800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200" b="1" i="0" u="none" strike="noStrike" kern="1200" baseline="0">
              <a:solidFill>
                <a:schemeClr val="tx1">
                  <a:lumMod val="65000"/>
                  <a:lumOff val="35000"/>
                </a:schemeClr>
              </a:solidFill>
              <a:latin typeface="Arial" panose="020B0604020202020204" pitchFamily="34" charset="0"/>
              <a:ea typeface="微软雅黑" panose="020B0503020204020204" pitchFamily="34" charset="-122"/>
              <a:cs typeface="+mn-cs"/>
              <a:sym typeface="Arial" panose="020B0604020202020204" pitchFamily="34" charset="0"/>
            </a:defRPr>
          </a:pPr>
          <a:endParaRPr lang="zh-CN"/>
        </a:p>
      </c:txPr>
    </c:legend>
    <c:plotVisOnly val="1"/>
    <c:dispBlanksAs val="gap"/>
    <c:showDLblsOverMax val="0"/>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200" b="1">
          <a:latin typeface="Arial" panose="020B0604020202020204" pitchFamily="34" charset="0"/>
          <a:ea typeface="微软雅黑" panose="020B0503020204020204" pitchFamily="34" charset="-122"/>
          <a:sym typeface="Arial" panose="020B0604020202020204" pitchFamily="34" charset="0"/>
        </a:defRPr>
      </a:pPr>
      <a:endParaRPr lang="zh-CN"/>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Sheet1!$C$1</c:f>
              <c:strCache>
                <c:ptCount val="1"/>
                <c:pt idx="0">
                  <c:v>市场规模（亿美元）</c:v>
                </c:pt>
              </c:strCache>
            </c:strRef>
          </c:tx>
          <c:spPr>
            <a:solidFill>
              <a:srgbClr val="E10000"/>
            </a:solidFill>
            <a:ln w="6350">
              <a:solidFill>
                <a:srgbClr val="FFFFFF"/>
              </a:solidFill>
              <a:prstDash val="solid"/>
            </a:ln>
            <a:effectLst/>
          </c:spPr>
          <c:invertIfNegative val="0"/>
          <c:cat>
            <c:strRef>
              <c:f>Sheet1!$B$2:$B$8</c:f>
              <c:strCache>
                <c:ptCount val="7"/>
                <c:pt idx="0">
                  <c:v>2015</c:v>
                </c:pt>
                <c:pt idx="1">
                  <c:v>2016</c:v>
                </c:pt>
                <c:pt idx="2">
                  <c:v>2017</c:v>
                </c:pt>
                <c:pt idx="3">
                  <c:v>2018</c:v>
                </c:pt>
                <c:pt idx="4">
                  <c:v>2019</c:v>
                </c:pt>
                <c:pt idx="5">
                  <c:v>2020</c:v>
                </c:pt>
                <c:pt idx="6">
                  <c:v>2025E</c:v>
                </c:pt>
              </c:strCache>
            </c:strRef>
          </c:cat>
          <c:val>
            <c:numRef>
              <c:f>Sheet1!$C$2:$C$8</c:f>
              <c:numCache>
                <c:formatCode>General</c:formatCode>
                <c:ptCount val="7"/>
                <c:pt idx="0">
                  <c:v>231</c:v>
                </c:pt>
                <c:pt idx="1">
                  <c:v>226</c:v>
                </c:pt>
                <c:pt idx="2">
                  <c:v>231</c:v>
                </c:pt>
                <c:pt idx="3">
                  <c:v>236</c:v>
                </c:pt>
                <c:pt idx="4">
                  <c:v>236</c:v>
                </c:pt>
                <c:pt idx="5">
                  <c:v>244</c:v>
                </c:pt>
                <c:pt idx="6">
                  <c:v>265</c:v>
                </c:pt>
              </c:numCache>
            </c:numRef>
          </c:val>
          <c:extLst xmlns:c16r2="http://schemas.microsoft.com/office/drawing/2015/06/chart">
            <c:ext xmlns:c16="http://schemas.microsoft.com/office/drawing/2014/chart" uri="{C3380CC4-5D6E-409C-BE32-E72D297353CC}">
              <c16:uniqueId val="{00000000-1123-40B1-B5BB-E20B39FB8734}"/>
            </c:ext>
          </c:extLst>
        </c:ser>
        <c:dLbls>
          <c:showLegendKey val="0"/>
          <c:showVal val="0"/>
          <c:showCatName val="0"/>
          <c:showSerName val="0"/>
          <c:showPercent val="0"/>
          <c:showBubbleSize val="0"/>
        </c:dLbls>
        <c:gapWidth val="219"/>
        <c:axId val="868008816"/>
        <c:axId val="867998480"/>
      </c:barChart>
      <c:lineChart>
        <c:grouping val="standard"/>
        <c:varyColors val="0"/>
        <c:ser>
          <c:idx val="1"/>
          <c:order val="1"/>
          <c:tx>
            <c:strRef>
              <c:f>Sheet1!$D$1</c:f>
              <c:strCache>
                <c:ptCount val="1"/>
                <c:pt idx="0">
                  <c:v>增速（右）</c:v>
                </c:pt>
              </c:strCache>
            </c:strRef>
          </c:tx>
          <c:spPr>
            <a:ln w="12700" cap="rnd">
              <a:solidFill>
                <a:schemeClr val="accent4"/>
              </a:solidFill>
              <a:prstDash val="solid"/>
              <a:round/>
            </a:ln>
            <a:effectLst/>
          </c:spPr>
          <c:marker>
            <c:symbol val="diamond"/>
            <c:size val="2"/>
            <c:spPr>
              <a:solidFill>
                <a:srgbClr val="C8C8C8"/>
              </a:solidFill>
              <a:ln w="12700">
                <a:solidFill>
                  <a:schemeClr val="accent4"/>
                </a:solidFill>
                <a:prstDash val="solid"/>
              </a:ln>
              <a:effectLst/>
            </c:spPr>
          </c:marker>
          <c:cat>
            <c:strRef>
              <c:f>Sheet1!$B$2:$B$8</c:f>
              <c:strCache>
                <c:ptCount val="7"/>
                <c:pt idx="0">
                  <c:v>2015</c:v>
                </c:pt>
                <c:pt idx="1">
                  <c:v>2016</c:v>
                </c:pt>
                <c:pt idx="2">
                  <c:v>2017</c:v>
                </c:pt>
                <c:pt idx="3">
                  <c:v>2018</c:v>
                </c:pt>
                <c:pt idx="4">
                  <c:v>2019</c:v>
                </c:pt>
                <c:pt idx="5">
                  <c:v>2020</c:v>
                </c:pt>
                <c:pt idx="6">
                  <c:v>2025E</c:v>
                </c:pt>
              </c:strCache>
            </c:strRef>
          </c:cat>
          <c:val>
            <c:numRef>
              <c:f>Sheet1!$D$2:$D$8</c:f>
              <c:numCache>
                <c:formatCode>0.0%</c:formatCode>
                <c:ptCount val="7"/>
                <c:pt idx="1">
                  <c:v>-2.1645021645021689E-2</c:v>
                </c:pt>
                <c:pt idx="2">
                  <c:v>2.2123893805309658E-2</c:v>
                </c:pt>
                <c:pt idx="3">
                  <c:v>2.1645021645021689E-2</c:v>
                </c:pt>
                <c:pt idx="4">
                  <c:v>0</c:v>
                </c:pt>
                <c:pt idx="5">
                  <c:v>3.3898305084745672E-2</c:v>
                </c:pt>
              </c:numCache>
            </c:numRef>
          </c:val>
          <c:smooth val="1"/>
          <c:extLst xmlns:c16r2="http://schemas.microsoft.com/office/drawing/2015/06/chart">
            <c:ext xmlns:c16="http://schemas.microsoft.com/office/drawing/2014/chart" uri="{C3380CC4-5D6E-409C-BE32-E72D297353CC}">
              <c16:uniqueId val="{00000001-1123-40B1-B5BB-E20B39FB8734}"/>
            </c:ext>
          </c:extLst>
        </c:ser>
        <c:dLbls>
          <c:showLegendKey val="0"/>
          <c:showVal val="0"/>
          <c:showCatName val="0"/>
          <c:showSerName val="0"/>
          <c:showPercent val="0"/>
          <c:showBubbleSize val="0"/>
        </c:dLbls>
        <c:marker val="1"/>
        <c:smooth val="0"/>
        <c:axId val="868010992"/>
        <c:axId val="868015888"/>
      </c:lineChart>
      <c:catAx>
        <c:axId val="86800881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en-US" altLang="zh-CN" sz="1200" b="1" i="0" u="none" strike="noStrike" kern="1200" baseline="0">
                <a:solidFill>
                  <a:schemeClr val="tx1">
                    <a:lumMod val="50000"/>
                    <a:lumOff val="50000"/>
                  </a:schemeClr>
                </a:solidFill>
                <a:latin typeface="Arial" panose="020B0604020202020204" pitchFamily="34" charset="0"/>
                <a:ea typeface="微软雅黑" panose="020B0503020204020204" pitchFamily="34" charset="-122"/>
                <a:cs typeface="华文细黑"/>
              </a:defRPr>
            </a:pPr>
            <a:endParaRPr lang="zh-CN"/>
          </a:p>
        </c:txPr>
        <c:crossAx val="867998480"/>
        <c:crosses val="autoZero"/>
        <c:auto val="1"/>
        <c:lblAlgn val="ctr"/>
        <c:lblOffset val="100"/>
        <c:noMultiLvlLbl val="0"/>
      </c:catAx>
      <c:valAx>
        <c:axId val="867998480"/>
        <c:scaling>
          <c:orientation val="minMax"/>
          <c:min val="0"/>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200" b="1" i="0" u="none" strike="noStrike" kern="1200" baseline="0">
                <a:solidFill>
                  <a:schemeClr val="tx1">
                    <a:lumMod val="50000"/>
                    <a:lumOff val="50000"/>
                  </a:schemeClr>
                </a:solidFill>
                <a:latin typeface="Arial" panose="020B0604020202020204" pitchFamily="34" charset="0"/>
                <a:ea typeface="微软雅黑" panose="020B0503020204020204" pitchFamily="34" charset="-122"/>
                <a:cs typeface="华文细黑"/>
              </a:defRPr>
            </a:pPr>
            <a:endParaRPr lang="zh-CN"/>
          </a:p>
        </c:txPr>
        <c:crossAx val="868008816"/>
        <c:crosses val="autoZero"/>
        <c:crossBetween val="between"/>
        <c:majorUnit val="100"/>
      </c:valAx>
      <c:valAx>
        <c:axId val="868015888"/>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200" b="1" i="0" u="none" strike="noStrike" kern="1200" baseline="0">
                <a:solidFill>
                  <a:schemeClr val="tx1">
                    <a:lumMod val="50000"/>
                    <a:lumOff val="50000"/>
                  </a:schemeClr>
                </a:solidFill>
                <a:latin typeface="Arial" panose="020B0604020202020204" pitchFamily="34" charset="0"/>
                <a:ea typeface="微软雅黑" panose="020B0503020204020204" pitchFamily="34" charset="-122"/>
                <a:cs typeface="华文细黑"/>
              </a:defRPr>
            </a:pPr>
            <a:endParaRPr lang="zh-CN"/>
          </a:p>
        </c:txPr>
        <c:crossAx val="868010992"/>
        <c:crosses val="max"/>
        <c:crossBetween val="between"/>
      </c:valAx>
      <c:catAx>
        <c:axId val="868010992"/>
        <c:scaling>
          <c:orientation val="minMax"/>
        </c:scaling>
        <c:delete val="1"/>
        <c:axPos val="b"/>
        <c:numFmt formatCode="General" sourceLinked="1"/>
        <c:majorTickMark val="out"/>
        <c:minorTickMark val="none"/>
        <c:tickLblPos val="nextTo"/>
        <c:crossAx val="868015888"/>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lang="en-US" altLang="zh-CN" sz="1200" b="1" i="0" u="none" strike="noStrike" kern="1200" baseline="0">
              <a:solidFill>
                <a:schemeClr val="tx1">
                  <a:lumMod val="50000"/>
                  <a:lumOff val="50000"/>
                </a:schemeClr>
              </a:solidFill>
              <a:latin typeface="Arial" panose="020B0604020202020204" pitchFamily="34" charset="0"/>
              <a:ea typeface="微软雅黑" panose="020B0503020204020204" pitchFamily="34" charset="-122"/>
              <a:cs typeface="华文细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lang="en-US" altLang="zh-CN" sz="1200" b="1" i="0" u="none" strike="noStrike" kern="1200" baseline="0">
          <a:solidFill>
            <a:schemeClr val="tx1">
              <a:lumMod val="50000"/>
              <a:lumOff val="50000"/>
            </a:schemeClr>
          </a:solidFill>
          <a:latin typeface="Arial" panose="020B0604020202020204" pitchFamily="34" charset="0"/>
          <a:ea typeface="微软雅黑" panose="020B0503020204020204" pitchFamily="34" charset="-122"/>
          <a:cs typeface="华文细黑"/>
        </a:defRPr>
      </a:pPr>
      <a:endParaRPr lang="zh-CN"/>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'图42-'!$B$1</c:f>
              <c:strCache>
                <c:ptCount val="1"/>
                <c:pt idx="0">
                  <c:v>全球转基因作物种植面积（亿公顷）</c:v>
                </c:pt>
              </c:strCache>
            </c:strRef>
          </c:tx>
          <c:spPr>
            <a:solidFill>
              <a:srgbClr val="E10000"/>
            </a:solidFill>
            <a:ln w="6350">
              <a:noFill/>
              <a:prstDash val="solid"/>
            </a:ln>
            <a:effectLst/>
          </c:spPr>
          <c:invertIfNegative val="0"/>
          <c:cat>
            <c:numRef>
              <c:f>'图42-'!$A$2:$A$25</c:f>
              <c:numCache>
                <c:formatCode>yyyy;@</c:formatCode>
                <c:ptCount val="24"/>
                <c:pt idx="0">
                  <c:v>35430</c:v>
                </c:pt>
                <c:pt idx="1">
                  <c:v>35795</c:v>
                </c:pt>
                <c:pt idx="2">
                  <c:v>36160</c:v>
                </c:pt>
                <c:pt idx="3">
                  <c:v>36525</c:v>
                </c:pt>
                <c:pt idx="4">
                  <c:v>36891</c:v>
                </c:pt>
                <c:pt idx="5">
                  <c:v>37256</c:v>
                </c:pt>
                <c:pt idx="6">
                  <c:v>37621</c:v>
                </c:pt>
                <c:pt idx="7">
                  <c:v>37986</c:v>
                </c:pt>
                <c:pt idx="8">
                  <c:v>38352</c:v>
                </c:pt>
                <c:pt idx="9">
                  <c:v>38717</c:v>
                </c:pt>
                <c:pt idx="10">
                  <c:v>39082</c:v>
                </c:pt>
                <c:pt idx="11">
                  <c:v>39447</c:v>
                </c:pt>
                <c:pt idx="12">
                  <c:v>39813</c:v>
                </c:pt>
                <c:pt idx="13">
                  <c:v>40178</c:v>
                </c:pt>
                <c:pt idx="14">
                  <c:v>40543</c:v>
                </c:pt>
                <c:pt idx="15">
                  <c:v>40908</c:v>
                </c:pt>
                <c:pt idx="16">
                  <c:v>41274</c:v>
                </c:pt>
                <c:pt idx="17">
                  <c:v>41639</c:v>
                </c:pt>
                <c:pt idx="18">
                  <c:v>42004</c:v>
                </c:pt>
                <c:pt idx="19">
                  <c:v>42369</c:v>
                </c:pt>
                <c:pt idx="20">
                  <c:v>42735</c:v>
                </c:pt>
                <c:pt idx="21">
                  <c:v>43100</c:v>
                </c:pt>
                <c:pt idx="22">
                  <c:v>43465</c:v>
                </c:pt>
                <c:pt idx="23">
                  <c:v>43830</c:v>
                </c:pt>
              </c:numCache>
            </c:numRef>
          </c:cat>
          <c:val>
            <c:numRef>
              <c:f>'图42-'!$B$2:$B$25</c:f>
              <c:numCache>
                <c:formatCode>###,###,###,##0.0000</c:formatCode>
                <c:ptCount val="24"/>
                <c:pt idx="0">
                  <c:v>1.7000000000000001E-2</c:v>
                </c:pt>
                <c:pt idx="1">
                  <c:v>0.11</c:v>
                </c:pt>
                <c:pt idx="2">
                  <c:v>0.27800000000000002</c:v>
                </c:pt>
                <c:pt idx="3">
                  <c:v>0.39900000000000002</c:v>
                </c:pt>
                <c:pt idx="4">
                  <c:v>0.442</c:v>
                </c:pt>
                <c:pt idx="5">
                  <c:v>0.52600000000000002</c:v>
                </c:pt>
                <c:pt idx="6">
                  <c:v>0.58699999999999997</c:v>
                </c:pt>
                <c:pt idx="7">
                  <c:v>0.627</c:v>
                </c:pt>
                <c:pt idx="8">
                  <c:v>0.81</c:v>
                </c:pt>
                <c:pt idx="9">
                  <c:v>0.9</c:v>
                </c:pt>
                <c:pt idx="10">
                  <c:v>1.02</c:v>
                </c:pt>
                <c:pt idx="11">
                  <c:v>1.143</c:v>
                </c:pt>
                <c:pt idx="12">
                  <c:v>1.25</c:v>
                </c:pt>
                <c:pt idx="13">
                  <c:v>1.34</c:v>
                </c:pt>
                <c:pt idx="14">
                  <c:v>1.48</c:v>
                </c:pt>
                <c:pt idx="15">
                  <c:v>1.6</c:v>
                </c:pt>
                <c:pt idx="16">
                  <c:v>1.7030000000000001</c:v>
                </c:pt>
                <c:pt idx="17">
                  <c:v>1.752</c:v>
                </c:pt>
                <c:pt idx="18">
                  <c:v>1.8149999999999999</c:v>
                </c:pt>
                <c:pt idx="19">
                  <c:v>1.7969999999999999</c:v>
                </c:pt>
                <c:pt idx="20">
                  <c:v>1.851</c:v>
                </c:pt>
                <c:pt idx="21">
                  <c:v>1.8979999999999999</c:v>
                </c:pt>
                <c:pt idx="22">
                  <c:v>1.917</c:v>
                </c:pt>
                <c:pt idx="23">
                  <c:v>1.9039999999999999</c:v>
                </c:pt>
              </c:numCache>
            </c:numRef>
          </c:val>
          <c:extLst xmlns:c16r2="http://schemas.microsoft.com/office/drawing/2015/06/chart">
            <c:ext xmlns:c16="http://schemas.microsoft.com/office/drawing/2014/chart" uri="{C3380CC4-5D6E-409C-BE32-E72D297353CC}">
              <c16:uniqueId val="{00000000-4BC1-47DB-837D-75E6DFB7CACC}"/>
            </c:ext>
          </c:extLst>
        </c:ser>
        <c:dLbls>
          <c:showLegendKey val="0"/>
          <c:showVal val="0"/>
          <c:showCatName val="0"/>
          <c:showSerName val="0"/>
          <c:showPercent val="0"/>
          <c:showBubbleSize val="0"/>
        </c:dLbls>
        <c:gapWidth val="219"/>
        <c:overlap val="-27"/>
        <c:axId val="868026224"/>
        <c:axId val="868009360"/>
      </c:barChart>
      <c:dateAx>
        <c:axId val="868026224"/>
        <c:scaling>
          <c:orientation val="minMax"/>
        </c:scaling>
        <c:delete val="0"/>
        <c:axPos val="b"/>
        <c:numFmt formatCode="yyyy;@"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en-US" altLang="zh-CN" sz="800" b="1" i="0" u="none" strike="noStrike" kern="1200" baseline="0">
                <a:solidFill>
                  <a:schemeClr val="tx1"/>
                </a:solidFill>
                <a:latin typeface="Arial" panose="020B0604020202020204" pitchFamily="34" charset="0"/>
                <a:ea typeface="微软雅黑" panose="020B0503020204020204" pitchFamily="34" charset="-122"/>
                <a:cs typeface="+mn-cs"/>
              </a:defRPr>
            </a:pPr>
            <a:endParaRPr lang="zh-CN"/>
          </a:p>
        </c:txPr>
        <c:crossAx val="868009360"/>
        <c:crosses val="autoZero"/>
        <c:auto val="1"/>
        <c:lblOffset val="100"/>
        <c:baseTimeUnit val="years"/>
      </c:dateAx>
      <c:valAx>
        <c:axId val="868009360"/>
        <c:scaling>
          <c:orientation val="minMax"/>
          <c:max val="2"/>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0_);[Red]\(#,##0.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800" b="1" i="0" u="none" strike="noStrike" kern="1200" baseline="0">
                <a:solidFill>
                  <a:schemeClr val="tx1"/>
                </a:solidFill>
                <a:latin typeface="Arial" panose="020B0604020202020204" pitchFamily="34" charset="0"/>
                <a:ea typeface="微软雅黑" panose="020B0503020204020204" pitchFamily="34" charset="-122"/>
                <a:cs typeface="+mn-cs"/>
              </a:defRPr>
            </a:pPr>
            <a:endParaRPr lang="zh-CN"/>
          </a:p>
        </c:txPr>
        <c:crossAx val="868026224"/>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lang="en-US" altLang="zh-CN" sz="800" b="1" i="0" u="none" strike="noStrike" kern="1200" baseline="0">
              <a:solidFill>
                <a:schemeClr val="tx1"/>
              </a:solidFill>
              <a:latin typeface="Arial" panose="020B0604020202020204" pitchFamily="34" charset="0"/>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lang="en-US" altLang="zh-CN" sz="800" b="1" i="0" u="none" strike="noStrike" kern="1200" baseline="0">
          <a:solidFill>
            <a:schemeClr val="tx1"/>
          </a:solidFill>
          <a:latin typeface="Arial" panose="020B0604020202020204" pitchFamily="34" charset="0"/>
          <a:ea typeface="微软雅黑" panose="020B0503020204020204" pitchFamily="34" charset="-122"/>
          <a:cs typeface="+mn-cs"/>
        </a:defRPr>
      </a:pPr>
      <a:endParaRPr lang="zh-CN"/>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图43!$F$17</c:f>
              <c:strCache>
                <c:ptCount val="1"/>
                <c:pt idx="0">
                  <c:v>产能（万吨/年）</c:v>
                </c:pt>
              </c:strCache>
            </c:strRef>
          </c:tx>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2A19-42E5-A842-BEC2F469A2A2}"/>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2A19-42E5-A842-BEC2F469A2A2}"/>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2A19-42E5-A842-BEC2F469A2A2}"/>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2A19-42E5-A842-BEC2F469A2A2}"/>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2A19-42E5-A842-BEC2F469A2A2}"/>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2A19-42E5-A842-BEC2F469A2A2}"/>
              </c:ext>
            </c:extLst>
          </c:dPt>
          <c:dPt>
            <c:idx val="6"/>
            <c:bubble3D val="0"/>
            <c:spPr>
              <a:solidFill>
                <a:srgbClr val="FABE7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D-2A19-42E5-A842-BEC2F469A2A2}"/>
              </c:ext>
            </c:extLst>
          </c:dPt>
          <c:dPt>
            <c:idx val="7"/>
            <c:bubble3D val="0"/>
            <c:spPr>
              <a:solidFill>
                <a:srgbClr val="D741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F-2A19-42E5-A842-BEC2F469A2A2}"/>
              </c:ext>
            </c:extLst>
          </c:dPt>
          <c:dPt>
            <c:idx val="8"/>
            <c:bubble3D val="0"/>
            <c:spPr>
              <a:solidFill>
                <a:srgbClr val="DC8C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1-2A19-42E5-A842-BEC2F469A2A2}"/>
              </c:ext>
            </c:extLst>
          </c:dPt>
          <c:dPt>
            <c:idx val="9"/>
            <c:bubble3D val="0"/>
            <c:spPr>
              <a:solidFill>
                <a:srgbClr val="785546"/>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3-2A19-42E5-A842-BEC2F469A2A2}"/>
              </c:ext>
            </c:extLst>
          </c:dPt>
          <c:dPt>
            <c:idx val="1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5-2A19-42E5-A842-BEC2F469A2A2}"/>
              </c:ext>
            </c:extLst>
          </c:dPt>
          <c:dPt>
            <c:idx val="1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7-2A19-42E5-A842-BEC2F469A2A2}"/>
              </c:ext>
            </c:extLst>
          </c:dPt>
          <c:cat>
            <c:strRef>
              <c:f>图43!$E$18:$E$29</c:f>
              <c:strCache>
                <c:ptCount val="12"/>
                <c:pt idx="0">
                  <c:v>孟山都</c:v>
                </c:pt>
                <c:pt idx="1">
                  <c:v>兴发集团</c:v>
                </c:pt>
                <c:pt idx="2">
                  <c:v>乐山福华</c:v>
                </c:pt>
                <c:pt idx="3">
                  <c:v>新安股份</c:v>
                </c:pt>
                <c:pt idx="4">
                  <c:v>江山股份</c:v>
                </c:pt>
                <c:pt idx="5">
                  <c:v>江苏好收成</c:v>
                </c:pt>
                <c:pt idx="6">
                  <c:v>安徽广信</c:v>
                </c:pt>
                <c:pt idx="7">
                  <c:v>和邦生物</c:v>
                </c:pt>
                <c:pt idx="8">
                  <c:v>扬农化工</c:v>
                </c:pt>
                <c:pt idx="9">
                  <c:v>许昌东方</c:v>
                </c:pt>
                <c:pt idx="10">
                  <c:v>捷马化工</c:v>
                </c:pt>
                <c:pt idx="11">
                  <c:v>连云港立本</c:v>
                </c:pt>
              </c:strCache>
            </c:strRef>
          </c:cat>
          <c:val>
            <c:numRef>
              <c:f>图43!$F$18:$F$29</c:f>
              <c:numCache>
                <c:formatCode>General</c:formatCode>
                <c:ptCount val="12"/>
                <c:pt idx="0">
                  <c:v>37</c:v>
                </c:pt>
                <c:pt idx="1">
                  <c:v>18</c:v>
                </c:pt>
                <c:pt idx="2">
                  <c:v>15</c:v>
                </c:pt>
                <c:pt idx="3">
                  <c:v>8</c:v>
                </c:pt>
                <c:pt idx="4">
                  <c:v>7</c:v>
                </c:pt>
                <c:pt idx="5">
                  <c:v>6.2</c:v>
                </c:pt>
                <c:pt idx="6">
                  <c:v>6</c:v>
                </c:pt>
                <c:pt idx="7">
                  <c:v>5</c:v>
                </c:pt>
                <c:pt idx="8">
                  <c:v>3</c:v>
                </c:pt>
                <c:pt idx="9">
                  <c:v>3</c:v>
                </c:pt>
                <c:pt idx="10">
                  <c:v>2</c:v>
                </c:pt>
                <c:pt idx="11">
                  <c:v>2</c:v>
                </c:pt>
              </c:numCache>
            </c:numRef>
          </c:val>
          <c:extLst xmlns:c16r2="http://schemas.microsoft.com/office/drawing/2015/06/chart">
            <c:ext xmlns:c16="http://schemas.microsoft.com/office/drawing/2014/chart" uri="{C3380CC4-5D6E-409C-BE32-E72D297353CC}">
              <c16:uniqueId val="{00000018-2A19-42E5-A842-BEC2F469A2A2}"/>
            </c:ext>
          </c:extLst>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67046886430138974"/>
          <c:y val="7.533869219653179E-2"/>
          <c:w val="0.31211160387710313"/>
          <c:h val="0.84932216401734106"/>
        </c:manualLayout>
      </c:layout>
      <c:overlay val="0"/>
      <c:spPr>
        <a:noFill/>
        <a:ln>
          <a:noFill/>
        </a:ln>
        <a:effectLst/>
      </c:spPr>
      <c:txPr>
        <a:bodyPr rot="0" spcFirstLastPara="1" vertOverflow="ellipsis" vert="horz" wrap="square" anchor="ctr" anchorCtr="1"/>
        <a:lstStyle/>
        <a:p>
          <a:pPr>
            <a:defRPr sz="10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SheetJS!$F$2</c:f>
              <c:strCache>
                <c:ptCount val="1"/>
                <c:pt idx="0">
                  <c:v>年产量（万吨）</c:v>
                </c:pt>
              </c:strCache>
            </c:strRef>
          </c:tx>
          <c:spPr>
            <a:solidFill>
              <a:srgbClr val="E10000"/>
            </a:solidFill>
            <a:ln w="6350">
              <a:noFill/>
              <a:prstDash val="solid"/>
            </a:ln>
            <a:effectLst/>
          </c:spPr>
          <c:invertIfNegative val="0"/>
          <c:cat>
            <c:numRef>
              <c:f>SheetJS!$E$3:$E$7</c:f>
              <c:numCache>
                <c:formatCode>General</c:formatCode>
                <c:ptCount val="5"/>
                <c:pt idx="0">
                  <c:v>2019</c:v>
                </c:pt>
                <c:pt idx="1">
                  <c:v>2020</c:v>
                </c:pt>
                <c:pt idx="2">
                  <c:v>2021</c:v>
                </c:pt>
                <c:pt idx="3">
                  <c:v>2022</c:v>
                </c:pt>
                <c:pt idx="4">
                  <c:v>2023</c:v>
                </c:pt>
              </c:numCache>
            </c:numRef>
          </c:cat>
          <c:val>
            <c:numRef>
              <c:f>SheetJS!$F$3:$F$7</c:f>
              <c:numCache>
                <c:formatCode>General</c:formatCode>
                <c:ptCount val="5"/>
                <c:pt idx="0">
                  <c:v>53.96</c:v>
                </c:pt>
                <c:pt idx="1">
                  <c:v>54.96</c:v>
                </c:pt>
                <c:pt idx="2">
                  <c:v>59.197000000000003</c:v>
                </c:pt>
                <c:pt idx="3">
                  <c:v>50.43</c:v>
                </c:pt>
                <c:pt idx="4">
                  <c:v>47.9</c:v>
                </c:pt>
              </c:numCache>
            </c:numRef>
          </c:val>
          <c:extLst xmlns:c16r2="http://schemas.microsoft.com/office/drawing/2015/06/chart">
            <c:ext xmlns:c16="http://schemas.microsoft.com/office/drawing/2014/chart" uri="{C3380CC4-5D6E-409C-BE32-E72D297353CC}">
              <c16:uniqueId val="{00000000-EF1D-41B1-AA44-90909F266AB7}"/>
            </c:ext>
          </c:extLst>
        </c:ser>
        <c:dLbls>
          <c:showLegendKey val="0"/>
          <c:showVal val="0"/>
          <c:showCatName val="0"/>
          <c:showSerName val="0"/>
          <c:showPercent val="0"/>
          <c:showBubbleSize val="0"/>
        </c:dLbls>
        <c:gapWidth val="219"/>
        <c:overlap val="-27"/>
        <c:axId val="868009904"/>
        <c:axId val="868002288"/>
      </c:barChart>
      <c:lineChart>
        <c:grouping val="standard"/>
        <c:varyColors val="0"/>
        <c:ser>
          <c:idx val="1"/>
          <c:order val="1"/>
          <c:tx>
            <c:strRef>
              <c:f>SheetJS!$G$2</c:f>
              <c:strCache>
                <c:ptCount val="1"/>
                <c:pt idx="0">
                  <c:v>同比（右）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SheetJS!$E$3:$E$7</c:f>
              <c:numCache>
                <c:formatCode>General</c:formatCode>
                <c:ptCount val="5"/>
                <c:pt idx="0">
                  <c:v>2019</c:v>
                </c:pt>
                <c:pt idx="1">
                  <c:v>2020</c:v>
                </c:pt>
                <c:pt idx="2">
                  <c:v>2021</c:v>
                </c:pt>
                <c:pt idx="3">
                  <c:v>2022</c:v>
                </c:pt>
                <c:pt idx="4">
                  <c:v>2023</c:v>
                </c:pt>
              </c:numCache>
            </c:numRef>
          </c:cat>
          <c:val>
            <c:numRef>
              <c:f>SheetJS!$G$3:$G$7</c:f>
              <c:numCache>
                <c:formatCode>0.0%</c:formatCode>
                <c:ptCount val="5"/>
                <c:pt idx="1">
                  <c:v>1.8532246108228234E-2</c:v>
                </c:pt>
                <c:pt idx="2">
                  <c:v>7.7092430858806349E-2</c:v>
                </c:pt>
                <c:pt idx="3">
                  <c:v>-0.14809872121898071</c:v>
                </c:pt>
                <c:pt idx="4">
                  <c:v>-5.0168550465992445E-2</c:v>
                </c:pt>
              </c:numCache>
            </c:numRef>
          </c:val>
          <c:smooth val="1"/>
          <c:extLst xmlns:c16r2="http://schemas.microsoft.com/office/drawing/2015/06/chart">
            <c:ext xmlns:c16="http://schemas.microsoft.com/office/drawing/2014/chart" uri="{C3380CC4-5D6E-409C-BE32-E72D297353CC}">
              <c16:uniqueId val="{00000001-EF1D-41B1-AA44-90909F266AB7}"/>
            </c:ext>
          </c:extLst>
        </c:ser>
        <c:dLbls>
          <c:showLegendKey val="0"/>
          <c:showVal val="0"/>
          <c:showCatName val="0"/>
          <c:showSerName val="0"/>
          <c:showPercent val="0"/>
          <c:showBubbleSize val="0"/>
        </c:dLbls>
        <c:marker val="1"/>
        <c:smooth val="0"/>
        <c:axId val="867997392"/>
        <c:axId val="868024048"/>
      </c:lineChart>
      <c:catAx>
        <c:axId val="868009904"/>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02288"/>
        <c:crosses val="autoZero"/>
        <c:auto val="1"/>
        <c:lblAlgn val="ctr"/>
        <c:lblOffset val="100"/>
        <c:noMultiLvlLbl val="0"/>
      </c:catAx>
      <c:valAx>
        <c:axId val="868002288"/>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09904"/>
        <c:crosses val="autoZero"/>
        <c:crossBetween val="between"/>
      </c:valAx>
      <c:valAx>
        <c:axId val="868024048"/>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7997392"/>
        <c:crosses val="max"/>
        <c:crossBetween val="between"/>
      </c:valAx>
      <c:catAx>
        <c:axId val="867997392"/>
        <c:scaling>
          <c:orientation val="minMax"/>
        </c:scaling>
        <c:delete val="1"/>
        <c:axPos val="b"/>
        <c:numFmt formatCode="General" sourceLinked="1"/>
        <c:majorTickMark val="none"/>
        <c:minorTickMark val="none"/>
        <c:tickLblPos val="nextTo"/>
        <c:crossAx val="868024048"/>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SheetJS!$F$2</c:f>
              <c:strCache>
                <c:ptCount val="1"/>
                <c:pt idx="0">
                  <c:v>年产能（万吨）</c:v>
                </c:pt>
              </c:strCache>
            </c:strRef>
          </c:tx>
          <c:spPr>
            <a:solidFill>
              <a:srgbClr val="E10000"/>
            </a:solidFill>
            <a:ln w="6350">
              <a:noFill/>
              <a:prstDash val="solid"/>
            </a:ln>
            <a:effectLst/>
          </c:spPr>
          <c:invertIfNegative val="0"/>
          <c:cat>
            <c:numRef>
              <c:f>SheetJS!$E$3:$E$7</c:f>
              <c:numCache>
                <c:formatCode>General</c:formatCode>
                <c:ptCount val="5"/>
                <c:pt idx="0">
                  <c:v>2019</c:v>
                </c:pt>
                <c:pt idx="1">
                  <c:v>2020</c:v>
                </c:pt>
                <c:pt idx="2">
                  <c:v>2021</c:v>
                </c:pt>
                <c:pt idx="3">
                  <c:v>2022</c:v>
                </c:pt>
                <c:pt idx="4">
                  <c:v>2023</c:v>
                </c:pt>
              </c:numCache>
            </c:numRef>
          </c:cat>
          <c:val>
            <c:numRef>
              <c:f>SheetJS!$F$3:$F$7</c:f>
              <c:numCache>
                <c:formatCode>General</c:formatCode>
                <c:ptCount val="5"/>
                <c:pt idx="0">
                  <c:v>85.7</c:v>
                </c:pt>
                <c:pt idx="1">
                  <c:v>72.2</c:v>
                </c:pt>
                <c:pt idx="2">
                  <c:v>75.2</c:v>
                </c:pt>
                <c:pt idx="3">
                  <c:v>80.2</c:v>
                </c:pt>
                <c:pt idx="4">
                  <c:v>82.2</c:v>
                </c:pt>
              </c:numCache>
            </c:numRef>
          </c:val>
          <c:extLst xmlns:c16r2="http://schemas.microsoft.com/office/drawing/2015/06/chart">
            <c:ext xmlns:c16="http://schemas.microsoft.com/office/drawing/2014/chart" uri="{C3380CC4-5D6E-409C-BE32-E72D297353CC}">
              <c16:uniqueId val="{00000000-AC1E-48BE-8520-528437B7BDB5}"/>
            </c:ext>
          </c:extLst>
        </c:ser>
        <c:dLbls>
          <c:showLegendKey val="0"/>
          <c:showVal val="0"/>
          <c:showCatName val="0"/>
          <c:showSerName val="0"/>
          <c:showPercent val="0"/>
          <c:showBubbleSize val="0"/>
        </c:dLbls>
        <c:gapWidth val="219"/>
        <c:overlap val="-27"/>
        <c:axId val="868017520"/>
        <c:axId val="868022416"/>
      </c:barChart>
      <c:lineChart>
        <c:grouping val="standard"/>
        <c:varyColors val="0"/>
        <c:ser>
          <c:idx val="1"/>
          <c:order val="1"/>
          <c:tx>
            <c:strRef>
              <c:f>SheetJS!$G$2</c:f>
              <c:strCache>
                <c:ptCount val="1"/>
                <c:pt idx="0">
                  <c:v>增速</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SheetJS!$E$3:$E$7</c:f>
              <c:numCache>
                <c:formatCode>General</c:formatCode>
                <c:ptCount val="5"/>
                <c:pt idx="0">
                  <c:v>2019</c:v>
                </c:pt>
                <c:pt idx="1">
                  <c:v>2020</c:v>
                </c:pt>
                <c:pt idx="2">
                  <c:v>2021</c:v>
                </c:pt>
                <c:pt idx="3">
                  <c:v>2022</c:v>
                </c:pt>
                <c:pt idx="4">
                  <c:v>2023</c:v>
                </c:pt>
              </c:numCache>
            </c:numRef>
          </c:cat>
          <c:val>
            <c:numRef>
              <c:f>SheetJS!$G$3:$G$7</c:f>
              <c:numCache>
                <c:formatCode>0.0%</c:formatCode>
                <c:ptCount val="5"/>
                <c:pt idx="1">
                  <c:v>-0.15752625437572931</c:v>
                </c:pt>
                <c:pt idx="2">
                  <c:v>4.1551246537396169E-2</c:v>
                </c:pt>
                <c:pt idx="3">
                  <c:v>6.6489361702127603E-2</c:v>
                </c:pt>
                <c:pt idx="4">
                  <c:v>2.4937655860349128E-2</c:v>
                </c:pt>
              </c:numCache>
            </c:numRef>
          </c:val>
          <c:smooth val="1"/>
          <c:extLst xmlns:c16r2="http://schemas.microsoft.com/office/drawing/2015/06/chart">
            <c:ext xmlns:c16="http://schemas.microsoft.com/office/drawing/2014/chart" uri="{C3380CC4-5D6E-409C-BE32-E72D297353CC}">
              <c16:uniqueId val="{00000001-AC1E-48BE-8520-528437B7BDB5}"/>
            </c:ext>
          </c:extLst>
        </c:ser>
        <c:dLbls>
          <c:showLegendKey val="0"/>
          <c:showVal val="0"/>
          <c:showCatName val="0"/>
          <c:showSerName val="0"/>
          <c:showPercent val="0"/>
          <c:showBubbleSize val="0"/>
        </c:dLbls>
        <c:marker val="1"/>
        <c:smooth val="0"/>
        <c:axId val="868015344"/>
        <c:axId val="868010448"/>
      </c:lineChart>
      <c:catAx>
        <c:axId val="86801752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22416"/>
        <c:crosses val="autoZero"/>
        <c:auto val="1"/>
        <c:lblAlgn val="ctr"/>
        <c:lblOffset val="100"/>
        <c:noMultiLvlLbl val="0"/>
      </c:catAx>
      <c:valAx>
        <c:axId val="868022416"/>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17520"/>
        <c:crosses val="autoZero"/>
        <c:crossBetween val="between"/>
      </c:valAx>
      <c:valAx>
        <c:axId val="868010448"/>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15344"/>
        <c:crosses val="max"/>
        <c:crossBetween val="between"/>
      </c:valAx>
      <c:catAx>
        <c:axId val="868015344"/>
        <c:scaling>
          <c:orientation val="minMax"/>
        </c:scaling>
        <c:delete val="1"/>
        <c:axPos val="b"/>
        <c:numFmt formatCode="General" sourceLinked="1"/>
        <c:majorTickMark val="none"/>
        <c:minorTickMark val="none"/>
        <c:tickLblPos val="nextTo"/>
        <c:crossAx val="868010448"/>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sheet1!$B$15</c:f>
              <c:strCache>
                <c:ptCount val="1"/>
                <c:pt idx="0">
                  <c:v>出口量（万吨）</c:v>
                </c:pt>
              </c:strCache>
            </c:strRef>
          </c:tx>
          <c:spPr>
            <a:solidFill>
              <a:srgbClr val="E10000"/>
            </a:solidFill>
            <a:ln w="6350">
              <a:noFill/>
              <a:prstDash val="solid"/>
            </a:ln>
            <a:effectLst/>
          </c:spPr>
          <c:invertIfNegative val="0"/>
          <c:cat>
            <c:numRef>
              <c:f>sheet1!$A$16:$A$20</c:f>
              <c:numCache>
                <c:formatCode>General</c:formatCode>
                <c:ptCount val="5"/>
                <c:pt idx="0">
                  <c:v>2019</c:v>
                </c:pt>
                <c:pt idx="1">
                  <c:v>2020</c:v>
                </c:pt>
                <c:pt idx="2">
                  <c:v>2021</c:v>
                </c:pt>
                <c:pt idx="3">
                  <c:v>2022</c:v>
                </c:pt>
                <c:pt idx="4">
                  <c:v>2023</c:v>
                </c:pt>
              </c:numCache>
            </c:numRef>
          </c:cat>
          <c:val>
            <c:numRef>
              <c:f>sheet1!$B$16:$B$20</c:f>
              <c:numCache>
                <c:formatCode>General</c:formatCode>
                <c:ptCount val="5"/>
                <c:pt idx="0">
                  <c:v>52.239201000000001</c:v>
                </c:pt>
                <c:pt idx="1">
                  <c:v>58.613758999999995</c:v>
                </c:pt>
                <c:pt idx="2">
                  <c:v>64.070032999999995</c:v>
                </c:pt>
                <c:pt idx="3">
                  <c:v>59.1186407</c:v>
                </c:pt>
                <c:pt idx="4">
                  <c:v>46.149665500000005</c:v>
                </c:pt>
              </c:numCache>
            </c:numRef>
          </c:val>
          <c:extLst xmlns:c16r2="http://schemas.microsoft.com/office/drawing/2015/06/chart">
            <c:ext xmlns:c16="http://schemas.microsoft.com/office/drawing/2014/chart" uri="{C3380CC4-5D6E-409C-BE32-E72D297353CC}">
              <c16:uniqueId val="{00000000-00F5-4BAA-8ACB-C6FE5C9A768C}"/>
            </c:ext>
          </c:extLst>
        </c:ser>
        <c:dLbls>
          <c:showLegendKey val="0"/>
          <c:showVal val="0"/>
          <c:showCatName val="0"/>
          <c:showSerName val="0"/>
          <c:showPercent val="0"/>
          <c:showBubbleSize val="0"/>
        </c:dLbls>
        <c:gapWidth val="219"/>
        <c:overlap val="-27"/>
        <c:axId val="868014256"/>
        <c:axId val="868023504"/>
      </c:barChart>
      <c:lineChart>
        <c:grouping val="standard"/>
        <c:varyColors val="0"/>
        <c:ser>
          <c:idx val="1"/>
          <c:order val="1"/>
          <c:tx>
            <c:strRef>
              <c:f>sheet1!$C$15</c:f>
              <c:strCache>
                <c:ptCount val="1"/>
                <c:pt idx="0">
                  <c:v>同比（右）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sheet1!$A$16:$A$20</c:f>
              <c:numCache>
                <c:formatCode>General</c:formatCode>
                <c:ptCount val="5"/>
                <c:pt idx="0">
                  <c:v>2019</c:v>
                </c:pt>
                <c:pt idx="1">
                  <c:v>2020</c:v>
                </c:pt>
                <c:pt idx="2">
                  <c:v>2021</c:v>
                </c:pt>
                <c:pt idx="3">
                  <c:v>2022</c:v>
                </c:pt>
                <c:pt idx="4">
                  <c:v>2023</c:v>
                </c:pt>
              </c:numCache>
            </c:numRef>
          </c:cat>
          <c:val>
            <c:numRef>
              <c:f>sheet1!$C$16:$C$20</c:f>
              <c:numCache>
                <c:formatCode>0.0%</c:formatCode>
                <c:ptCount val="5"/>
                <c:pt idx="1">
                  <c:v>0.12202633037974664</c:v>
                </c:pt>
                <c:pt idx="2">
                  <c:v>9.3088621052268561E-2</c:v>
                </c:pt>
                <c:pt idx="3">
                  <c:v>-7.7280938812689493E-2</c:v>
                </c:pt>
                <c:pt idx="4">
                  <c:v>-0.21937201272626683</c:v>
                </c:pt>
              </c:numCache>
            </c:numRef>
          </c:val>
          <c:smooth val="1"/>
          <c:extLst xmlns:c16r2="http://schemas.microsoft.com/office/drawing/2015/06/chart">
            <c:ext xmlns:c16="http://schemas.microsoft.com/office/drawing/2014/chart" uri="{C3380CC4-5D6E-409C-BE32-E72D297353CC}">
              <c16:uniqueId val="{00000001-00F5-4BAA-8ACB-C6FE5C9A768C}"/>
            </c:ext>
          </c:extLst>
        </c:ser>
        <c:dLbls>
          <c:showLegendKey val="0"/>
          <c:showVal val="0"/>
          <c:showCatName val="0"/>
          <c:showSerName val="0"/>
          <c:showPercent val="0"/>
          <c:showBubbleSize val="0"/>
        </c:dLbls>
        <c:marker val="1"/>
        <c:smooth val="0"/>
        <c:axId val="868027312"/>
        <c:axId val="868012080"/>
      </c:lineChart>
      <c:catAx>
        <c:axId val="86801425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23504"/>
        <c:crosses val="autoZero"/>
        <c:auto val="1"/>
        <c:lblAlgn val="ctr"/>
        <c:lblOffset val="100"/>
        <c:noMultiLvlLbl val="0"/>
      </c:catAx>
      <c:valAx>
        <c:axId val="86802350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14256"/>
        <c:crosses val="autoZero"/>
        <c:crossBetween val="between"/>
      </c:valAx>
      <c:valAx>
        <c:axId val="868012080"/>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27312"/>
        <c:crosses val="max"/>
        <c:crossBetween val="between"/>
      </c:valAx>
      <c:catAx>
        <c:axId val="868027312"/>
        <c:scaling>
          <c:orientation val="minMax"/>
        </c:scaling>
        <c:delete val="1"/>
        <c:axPos val="b"/>
        <c:numFmt formatCode="General" sourceLinked="1"/>
        <c:majorTickMark val="none"/>
        <c:minorTickMark val="none"/>
        <c:tickLblPos val="nextTo"/>
        <c:crossAx val="868012080"/>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sheet1!$B$22</c:f>
              <c:strCache>
                <c:ptCount val="1"/>
                <c:pt idx="0">
                  <c:v>年度出口额（亿美元）</c:v>
                </c:pt>
              </c:strCache>
            </c:strRef>
          </c:tx>
          <c:spPr>
            <a:solidFill>
              <a:srgbClr val="E10000"/>
            </a:solidFill>
            <a:ln w="6350">
              <a:noFill/>
              <a:prstDash val="solid"/>
            </a:ln>
            <a:effectLst/>
          </c:spPr>
          <c:invertIfNegative val="0"/>
          <c:cat>
            <c:numRef>
              <c:f>sheet1!$A$23:$A$27</c:f>
              <c:numCache>
                <c:formatCode>General</c:formatCode>
                <c:ptCount val="5"/>
                <c:pt idx="0">
                  <c:v>2019</c:v>
                </c:pt>
                <c:pt idx="1">
                  <c:v>2020</c:v>
                </c:pt>
                <c:pt idx="2">
                  <c:v>2021</c:v>
                </c:pt>
                <c:pt idx="3">
                  <c:v>2022</c:v>
                </c:pt>
                <c:pt idx="4">
                  <c:v>2023</c:v>
                </c:pt>
              </c:numCache>
            </c:numRef>
          </c:cat>
          <c:val>
            <c:numRef>
              <c:f>sheet1!$B$23:$B$27</c:f>
              <c:numCache>
                <c:formatCode>General</c:formatCode>
                <c:ptCount val="5"/>
                <c:pt idx="0">
                  <c:v>17.054348770000001</c:v>
                </c:pt>
                <c:pt idx="1">
                  <c:v>16.41291682</c:v>
                </c:pt>
                <c:pt idx="2">
                  <c:v>32.866417319999996</c:v>
                </c:pt>
                <c:pt idx="3">
                  <c:v>47.342347109999999</c:v>
                </c:pt>
                <c:pt idx="4">
                  <c:v>17.621748400000001</c:v>
                </c:pt>
              </c:numCache>
            </c:numRef>
          </c:val>
          <c:extLst xmlns:c16r2="http://schemas.microsoft.com/office/drawing/2015/06/chart">
            <c:ext xmlns:c16="http://schemas.microsoft.com/office/drawing/2014/chart" uri="{C3380CC4-5D6E-409C-BE32-E72D297353CC}">
              <c16:uniqueId val="{00000000-6CE3-416D-89C9-CD50436B3C6F}"/>
            </c:ext>
          </c:extLst>
        </c:ser>
        <c:dLbls>
          <c:showLegendKey val="0"/>
          <c:showVal val="0"/>
          <c:showCatName val="0"/>
          <c:showSerName val="0"/>
          <c:showPercent val="0"/>
          <c:showBubbleSize val="0"/>
        </c:dLbls>
        <c:gapWidth val="219"/>
        <c:overlap val="-27"/>
        <c:axId val="868013168"/>
        <c:axId val="867995760"/>
      </c:barChart>
      <c:catAx>
        <c:axId val="868013168"/>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7995760"/>
        <c:crosses val="autoZero"/>
        <c:auto val="1"/>
        <c:lblAlgn val="ctr"/>
        <c:lblOffset val="100"/>
        <c:noMultiLvlLbl val="0"/>
      </c:catAx>
      <c:valAx>
        <c:axId val="867995760"/>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1316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448246588460485E-2"/>
          <c:y val="2.811322378272502E-2"/>
          <c:w val="0.90630211305115727"/>
          <c:h val="0.88851337565379063"/>
        </c:manualLayout>
      </c:layout>
      <c:areaChart>
        <c:grouping val="standard"/>
        <c:varyColors val="0"/>
        <c:ser>
          <c:idx val="1"/>
          <c:order val="1"/>
          <c:tx>
            <c:strRef>
              <c:f>Sheet1!$C$1</c:f>
              <c:strCache>
                <c:ptCount val="1"/>
                <c:pt idx="0">
                  <c:v>价差</c:v>
                </c:pt>
              </c:strCache>
            </c:strRef>
          </c:tx>
          <c:spPr>
            <a:solidFill>
              <a:srgbClr val="C8C8C8"/>
            </a:solidFill>
            <a:ln w="12700">
              <a:solidFill>
                <a:srgbClr val="C8C8C8"/>
              </a:solidFill>
              <a:prstDash val="solid"/>
            </a:ln>
            <a:effectLst/>
          </c:spPr>
          <c:cat>
            <c:numRef>
              <c:f>Sheet1!$A$2:$A$6268</c:f>
              <c:numCache>
                <c:formatCode>m/d/yyyy</c:formatCode>
                <c:ptCount val="6267"/>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44689</c:v>
                </c:pt>
                <c:pt idx="295">
                  <c:v>44688</c:v>
                </c:pt>
                <c:pt idx="296">
                  <c:v>44687</c:v>
                </c:pt>
                <c:pt idx="297">
                  <c:v>44686</c:v>
                </c:pt>
                <c:pt idx="298">
                  <c:v>44685</c:v>
                </c:pt>
                <c:pt idx="299">
                  <c:v>44684</c:v>
                </c:pt>
                <c:pt idx="300">
                  <c:v>44683</c:v>
                </c:pt>
                <c:pt idx="301">
                  <c:v>44682</c:v>
                </c:pt>
                <c:pt idx="302">
                  <c:v>44681</c:v>
                </c:pt>
                <c:pt idx="303">
                  <c:v>44680</c:v>
                </c:pt>
                <c:pt idx="304">
                  <c:v>44679</c:v>
                </c:pt>
                <c:pt idx="305">
                  <c:v>44678</c:v>
                </c:pt>
                <c:pt idx="306">
                  <c:v>44677</c:v>
                </c:pt>
                <c:pt idx="307">
                  <c:v>44676</c:v>
                </c:pt>
                <c:pt idx="308">
                  <c:v>44675</c:v>
                </c:pt>
                <c:pt idx="309">
                  <c:v>44674</c:v>
                </c:pt>
                <c:pt idx="310">
                  <c:v>44673</c:v>
                </c:pt>
                <c:pt idx="311">
                  <c:v>44672</c:v>
                </c:pt>
                <c:pt idx="312">
                  <c:v>44671</c:v>
                </c:pt>
                <c:pt idx="313">
                  <c:v>44670</c:v>
                </c:pt>
                <c:pt idx="314">
                  <c:v>44669</c:v>
                </c:pt>
                <c:pt idx="315">
                  <c:v>44668</c:v>
                </c:pt>
                <c:pt idx="316">
                  <c:v>44667</c:v>
                </c:pt>
                <c:pt idx="317">
                  <c:v>44666</c:v>
                </c:pt>
                <c:pt idx="318">
                  <c:v>44665</c:v>
                </c:pt>
                <c:pt idx="319">
                  <c:v>44664</c:v>
                </c:pt>
                <c:pt idx="320">
                  <c:v>44663</c:v>
                </c:pt>
                <c:pt idx="321">
                  <c:v>44662</c:v>
                </c:pt>
                <c:pt idx="322">
                  <c:v>44661</c:v>
                </c:pt>
                <c:pt idx="323">
                  <c:v>44660</c:v>
                </c:pt>
                <c:pt idx="324">
                  <c:v>44659</c:v>
                </c:pt>
                <c:pt idx="325">
                  <c:v>44658</c:v>
                </c:pt>
                <c:pt idx="326">
                  <c:v>44657</c:v>
                </c:pt>
                <c:pt idx="327">
                  <c:v>44656</c:v>
                </c:pt>
                <c:pt idx="328">
                  <c:v>44655</c:v>
                </c:pt>
                <c:pt idx="329">
                  <c:v>44654</c:v>
                </c:pt>
                <c:pt idx="330">
                  <c:v>44653</c:v>
                </c:pt>
                <c:pt idx="331">
                  <c:v>44652</c:v>
                </c:pt>
                <c:pt idx="332">
                  <c:v>44651</c:v>
                </c:pt>
                <c:pt idx="333">
                  <c:v>44650</c:v>
                </c:pt>
                <c:pt idx="334">
                  <c:v>44649</c:v>
                </c:pt>
                <c:pt idx="335">
                  <c:v>44648</c:v>
                </c:pt>
                <c:pt idx="336">
                  <c:v>44647</c:v>
                </c:pt>
                <c:pt idx="337">
                  <c:v>44646</c:v>
                </c:pt>
                <c:pt idx="338">
                  <c:v>44645</c:v>
                </c:pt>
                <c:pt idx="339">
                  <c:v>44644</c:v>
                </c:pt>
                <c:pt idx="340">
                  <c:v>44643</c:v>
                </c:pt>
                <c:pt idx="341">
                  <c:v>44642</c:v>
                </c:pt>
                <c:pt idx="342">
                  <c:v>44641</c:v>
                </c:pt>
                <c:pt idx="343">
                  <c:v>44640</c:v>
                </c:pt>
                <c:pt idx="344">
                  <c:v>44639</c:v>
                </c:pt>
                <c:pt idx="345">
                  <c:v>44638</c:v>
                </c:pt>
                <c:pt idx="346">
                  <c:v>44637</c:v>
                </c:pt>
                <c:pt idx="347">
                  <c:v>44636</c:v>
                </c:pt>
                <c:pt idx="348">
                  <c:v>44635</c:v>
                </c:pt>
                <c:pt idx="349">
                  <c:v>44634</c:v>
                </c:pt>
                <c:pt idx="350">
                  <c:v>44633</c:v>
                </c:pt>
                <c:pt idx="351">
                  <c:v>44632</c:v>
                </c:pt>
                <c:pt idx="352">
                  <c:v>44631</c:v>
                </c:pt>
                <c:pt idx="353">
                  <c:v>44630</c:v>
                </c:pt>
                <c:pt idx="354">
                  <c:v>44629</c:v>
                </c:pt>
                <c:pt idx="355">
                  <c:v>44628</c:v>
                </c:pt>
                <c:pt idx="356">
                  <c:v>44627</c:v>
                </c:pt>
                <c:pt idx="357">
                  <c:v>44626</c:v>
                </c:pt>
                <c:pt idx="358">
                  <c:v>44625</c:v>
                </c:pt>
                <c:pt idx="359">
                  <c:v>44624</c:v>
                </c:pt>
                <c:pt idx="360">
                  <c:v>44623</c:v>
                </c:pt>
                <c:pt idx="361">
                  <c:v>44622</c:v>
                </c:pt>
                <c:pt idx="362">
                  <c:v>44621</c:v>
                </c:pt>
                <c:pt idx="363">
                  <c:v>44620</c:v>
                </c:pt>
                <c:pt idx="364">
                  <c:v>44619</c:v>
                </c:pt>
                <c:pt idx="365">
                  <c:v>44618</c:v>
                </c:pt>
                <c:pt idx="366">
                  <c:v>44617</c:v>
                </c:pt>
                <c:pt idx="367">
                  <c:v>44616</c:v>
                </c:pt>
                <c:pt idx="368">
                  <c:v>44615</c:v>
                </c:pt>
                <c:pt idx="369">
                  <c:v>44614</c:v>
                </c:pt>
                <c:pt idx="370">
                  <c:v>44613</c:v>
                </c:pt>
                <c:pt idx="371">
                  <c:v>44612</c:v>
                </c:pt>
                <c:pt idx="372">
                  <c:v>44611</c:v>
                </c:pt>
                <c:pt idx="373">
                  <c:v>44610</c:v>
                </c:pt>
                <c:pt idx="374">
                  <c:v>44609</c:v>
                </c:pt>
                <c:pt idx="375">
                  <c:v>44608</c:v>
                </c:pt>
                <c:pt idx="376">
                  <c:v>44607</c:v>
                </c:pt>
                <c:pt idx="377">
                  <c:v>44606</c:v>
                </c:pt>
                <c:pt idx="378">
                  <c:v>44605</c:v>
                </c:pt>
                <c:pt idx="379">
                  <c:v>44604</c:v>
                </c:pt>
                <c:pt idx="380">
                  <c:v>44603</c:v>
                </c:pt>
                <c:pt idx="381">
                  <c:v>44602</c:v>
                </c:pt>
                <c:pt idx="382">
                  <c:v>44601</c:v>
                </c:pt>
                <c:pt idx="383">
                  <c:v>44600</c:v>
                </c:pt>
                <c:pt idx="384">
                  <c:v>44599</c:v>
                </c:pt>
                <c:pt idx="385">
                  <c:v>44598</c:v>
                </c:pt>
                <c:pt idx="386">
                  <c:v>44597</c:v>
                </c:pt>
                <c:pt idx="387">
                  <c:v>44596</c:v>
                </c:pt>
                <c:pt idx="388">
                  <c:v>44595</c:v>
                </c:pt>
                <c:pt idx="389">
                  <c:v>44594</c:v>
                </c:pt>
                <c:pt idx="390">
                  <c:v>44593</c:v>
                </c:pt>
                <c:pt idx="391">
                  <c:v>44592</c:v>
                </c:pt>
                <c:pt idx="392">
                  <c:v>44591</c:v>
                </c:pt>
                <c:pt idx="393">
                  <c:v>44590</c:v>
                </c:pt>
                <c:pt idx="394">
                  <c:v>44589</c:v>
                </c:pt>
                <c:pt idx="395">
                  <c:v>44588</c:v>
                </c:pt>
                <c:pt idx="396">
                  <c:v>44587</c:v>
                </c:pt>
                <c:pt idx="397">
                  <c:v>44586</c:v>
                </c:pt>
                <c:pt idx="398">
                  <c:v>44585</c:v>
                </c:pt>
                <c:pt idx="399">
                  <c:v>44584</c:v>
                </c:pt>
                <c:pt idx="400">
                  <c:v>44583</c:v>
                </c:pt>
                <c:pt idx="401">
                  <c:v>44582</c:v>
                </c:pt>
                <c:pt idx="402">
                  <c:v>44581</c:v>
                </c:pt>
                <c:pt idx="403">
                  <c:v>44580</c:v>
                </c:pt>
                <c:pt idx="404">
                  <c:v>44579</c:v>
                </c:pt>
                <c:pt idx="405">
                  <c:v>44578</c:v>
                </c:pt>
                <c:pt idx="406">
                  <c:v>44577</c:v>
                </c:pt>
                <c:pt idx="407">
                  <c:v>44576</c:v>
                </c:pt>
                <c:pt idx="408">
                  <c:v>44575</c:v>
                </c:pt>
                <c:pt idx="409">
                  <c:v>44574</c:v>
                </c:pt>
                <c:pt idx="410">
                  <c:v>44573</c:v>
                </c:pt>
                <c:pt idx="411">
                  <c:v>44572</c:v>
                </c:pt>
                <c:pt idx="412">
                  <c:v>44571</c:v>
                </c:pt>
                <c:pt idx="413">
                  <c:v>44570</c:v>
                </c:pt>
                <c:pt idx="414">
                  <c:v>44569</c:v>
                </c:pt>
                <c:pt idx="415">
                  <c:v>44568</c:v>
                </c:pt>
                <c:pt idx="416">
                  <c:v>44567</c:v>
                </c:pt>
                <c:pt idx="417">
                  <c:v>44566</c:v>
                </c:pt>
                <c:pt idx="418">
                  <c:v>44565</c:v>
                </c:pt>
                <c:pt idx="419">
                  <c:v>44564</c:v>
                </c:pt>
                <c:pt idx="420">
                  <c:v>44563</c:v>
                </c:pt>
                <c:pt idx="421">
                  <c:v>44562</c:v>
                </c:pt>
                <c:pt idx="422">
                  <c:v>44561</c:v>
                </c:pt>
                <c:pt idx="423">
                  <c:v>44560</c:v>
                </c:pt>
                <c:pt idx="424">
                  <c:v>44559</c:v>
                </c:pt>
                <c:pt idx="425">
                  <c:v>44558</c:v>
                </c:pt>
                <c:pt idx="426">
                  <c:v>44557</c:v>
                </c:pt>
                <c:pt idx="427">
                  <c:v>44556</c:v>
                </c:pt>
                <c:pt idx="428">
                  <c:v>44555</c:v>
                </c:pt>
                <c:pt idx="429">
                  <c:v>44554</c:v>
                </c:pt>
                <c:pt idx="430">
                  <c:v>44553</c:v>
                </c:pt>
                <c:pt idx="431">
                  <c:v>44552</c:v>
                </c:pt>
                <c:pt idx="432">
                  <c:v>44551</c:v>
                </c:pt>
                <c:pt idx="433">
                  <c:v>44550</c:v>
                </c:pt>
                <c:pt idx="434">
                  <c:v>44549</c:v>
                </c:pt>
                <c:pt idx="435">
                  <c:v>44548</c:v>
                </c:pt>
                <c:pt idx="436">
                  <c:v>44547</c:v>
                </c:pt>
                <c:pt idx="437">
                  <c:v>44546</c:v>
                </c:pt>
                <c:pt idx="438">
                  <c:v>44545</c:v>
                </c:pt>
                <c:pt idx="439">
                  <c:v>44544</c:v>
                </c:pt>
                <c:pt idx="440">
                  <c:v>44543</c:v>
                </c:pt>
                <c:pt idx="441">
                  <c:v>44542</c:v>
                </c:pt>
                <c:pt idx="442">
                  <c:v>44541</c:v>
                </c:pt>
                <c:pt idx="443">
                  <c:v>44540</c:v>
                </c:pt>
                <c:pt idx="444">
                  <c:v>44539</c:v>
                </c:pt>
                <c:pt idx="445">
                  <c:v>44538</c:v>
                </c:pt>
                <c:pt idx="446">
                  <c:v>44537</c:v>
                </c:pt>
                <c:pt idx="447">
                  <c:v>44536</c:v>
                </c:pt>
                <c:pt idx="448">
                  <c:v>44535</c:v>
                </c:pt>
                <c:pt idx="449">
                  <c:v>44534</c:v>
                </c:pt>
                <c:pt idx="450">
                  <c:v>44533</c:v>
                </c:pt>
                <c:pt idx="451">
                  <c:v>44532</c:v>
                </c:pt>
                <c:pt idx="452">
                  <c:v>44531</c:v>
                </c:pt>
                <c:pt idx="453">
                  <c:v>44530</c:v>
                </c:pt>
                <c:pt idx="454">
                  <c:v>44529</c:v>
                </c:pt>
                <c:pt idx="455">
                  <c:v>44528</c:v>
                </c:pt>
                <c:pt idx="456">
                  <c:v>44527</c:v>
                </c:pt>
                <c:pt idx="457">
                  <c:v>44526</c:v>
                </c:pt>
                <c:pt idx="458">
                  <c:v>44525</c:v>
                </c:pt>
                <c:pt idx="459">
                  <c:v>44524</c:v>
                </c:pt>
                <c:pt idx="460">
                  <c:v>44523</c:v>
                </c:pt>
                <c:pt idx="461">
                  <c:v>44522</c:v>
                </c:pt>
                <c:pt idx="462">
                  <c:v>44521</c:v>
                </c:pt>
                <c:pt idx="463">
                  <c:v>44520</c:v>
                </c:pt>
                <c:pt idx="464">
                  <c:v>44519</c:v>
                </c:pt>
                <c:pt idx="465">
                  <c:v>44518</c:v>
                </c:pt>
                <c:pt idx="466">
                  <c:v>44517</c:v>
                </c:pt>
                <c:pt idx="467">
                  <c:v>44516</c:v>
                </c:pt>
                <c:pt idx="468">
                  <c:v>44515</c:v>
                </c:pt>
                <c:pt idx="469">
                  <c:v>44514</c:v>
                </c:pt>
                <c:pt idx="470">
                  <c:v>44513</c:v>
                </c:pt>
                <c:pt idx="471">
                  <c:v>44512</c:v>
                </c:pt>
                <c:pt idx="472">
                  <c:v>44511</c:v>
                </c:pt>
                <c:pt idx="473">
                  <c:v>44510</c:v>
                </c:pt>
                <c:pt idx="474">
                  <c:v>44509</c:v>
                </c:pt>
                <c:pt idx="475">
                  <c:v>44508</c:v>
                </c:pt>
                <c:pt idx="476">
                  <c:v>44507</c:v>
                </c:pt>
                <c:pt idx="477">
                  <c:v>44506</c:v>
                </c:pt>
                <c:pt idx="478">
                  <c:v>44505</c:v>
                </c:pt>
                <c:pt idx="479">
                  <c:v>44504</c:v>
                </c:pt>
                <c:pt idx="480">
                  <c:v>44503</c:v>
                </c:pt>
                <c:pt idx="481">
                  <c:v>44502</c:v>
                </c:pt>
                <c:pt idx="482">
                  <c:v>44501</c:v>
                </c:pt>
                <c:pt idx="483">
                  <c:v>44500</c:v>
                </c:pt>
                <c:pt idx="484">
                  <c:v>44499</c:v>
                </c:pt>
                <c:pt idx="485">
                  <c:v>44498</c:v>
                </c:pt>
                <c:pt idx="486">
                  <c:v>44497</c:v>
                </c:pt>
                <c:pt idx="487">
                  <c:v>44496</c:v>
                </c:pt>
                <c:pt idx="488">
                  <c:v>44495</c:v>
                </c:pt>
                <c:pt idx="489">
                  <c:v>44494</c:v>
                </c:pt>
                <c:pt idx="490">
                  <c:v>44493</c:v>
                </c:pt>
                <c:pt idx="491">
                  <c:v>44492</c:v>
                </c:pt>
                <c:pt idx="492">
                  <c:v>44491</c:v>
                </c:pt>
                <c:pt idx="493">
                  <c:v>44490</c:v>
                </c:pt>
                <c:pt idx="494">
                  <c:v>44489</c:v>
                </c:pt>
                <c:pt idx="495">
                  <c:v>44488</c:v>
                </c:pt>
                <c:pt idx="496">
                  <c:v>44487</c:v>
                </c:pt>
                <c:pt idx="497">
                  <c:v>44486</c:v>
                </c:pt>
                <c:pt idx="498">
                  <c:v>44485</c:v>
                </c:pt>
                <c:pt idx="499">
                  <c:v>44484</c:v>
                </c:pt>
                <c:pt idx="500">
                  <c:v>44483</c:v>
                </c:pt>
                <c:pt idx="501">
                  <c:v>44482</c:v>
                </c:pt>
                <c:pt idx="502">
                  <c:v>44481</c:v>
                </c:pt>
                <c:pt idx="503">
                  <c:v>44480</c:v>
                </c:pt>
                <c:pt idx="504">
                  <c:v>44479</c:v>
                </c:pt>
                <c:pt idx="505">
                  <c:v>44478</c:v>
                </c:pt>
                <c:pt idx="506">
                  <c:v>44477</c:v>
                </c:pt>
                <c:pt idx="507">
                  <c:v>44476</c:v>
                </c:pt>
                <c:pt idx="508">
                  <c:v>44475</c:v>
                </c:pt>
                <c:pt idx="509">
                  <c:v>44474</c:v>
                </c:pt>
                <c:pt idx="510">
                  <c:v>44473</c:v>
                </c:pt>
                <c:pt idx="511">
                  <c:v>44472</c:v>
                </c:pt>
                <c:pt idx="512">
                  <c:v>44471</c:v>
                </c:pt>
                <c:pt idx="513">
                  <c:v>44470</c:v>
                </c:pt>
                <c:pt idx="514">
                  <c:v>44469</c:v>
                </c:pt>
                <c:pt idx="515">
                  <c:v>44468</c:v>
                </c:pt>
                <c:pt idx="516">
                  <c:v>44467</c:v>
                </c:pt>
                <c:pt idx="517">
                  <c:v>44466</c:v>
                </c:pt>
                <c:pt idx="518">
                  <c:v>44465</c:v>
                </c:pt>
                <c:pt idx="519">
                  <c:v>44464</c:v>
                </c:pt>
                <c:pt idx="520">
                  <c:v>44463</c:v>
                </c:pt>
                <c:pt idx="521">
                  <c:v>44462</c:v>
                </c:pt>
                <c:pt idx="522">
                  <c:v>44461</c:v>
                </c:pt>
                <c:pt idx="523">
                  <c:v>44460</c:v>
                </c:pt>
                <c:pt idx="524">
                  <c:v>44459</c:v>
                </c:pt>
                <c:pt idx="525">
                  <c:v>44458</c:v>
                </c:pt>
                <c:pt idx="526">
                  <c:v>44457</c:v>
                </c:pt>
                <c:pt idx="527">
                  <c:v>44456</c:v>
                </c:pt>
                <c:pt idx="528">
                  <c:v>44455</c:v>
                </c:pt>
                <c:pt idx="529">
                  <c:v>44454</c:v>
                </c:pt>
                <c:pt idx="530">
                  <c:v>44453</c:v>
                </c:pt>
                <c:pt idx="531">
                  <c:v>44452</c:v>
                </c:pt>
                <c:pt idx="532">
                  <c:v>44451</c:v>
                </c:pt>
                <c:pt idx="533">
                  <c:v>44450</c:v>
                </c:pt>
                <c:pt idx="534">
                  <c:v>44449</c:v>
                </c:pt>
                <c:pt idx="535">
                  <c:v>44448</c:v>
                </c:pt>
                <c:pt idx="536">
                  <c:v>44447</c:v>
                </c:pt>
                <c:pt idx="537">
                  <c:v>44446</c:v>
                </c:pt>
                <c:pt idx="538">
                  <c:v>44445</c:v>
                </c:pt>
                <c:pt idx="539">
                  <c:v>44444</c:v>
                </c:pt>
                <c:pt idx="540">
                  <c:v>44443</c:v>
                </c:pt>
                <c:pt idx="541">
                  <c:v>44442</c:v>
                </c:pt>
                <c:pt idx="542">
                  <c:v>44441</c:v>
                </c:pt>
                <c:pt idx="543">
                  <c:v>44440</c:v>
                </c:pt>
                <c:pt idx="544">
                  <c:v>44439</c:v>
                </c:pt>
                <c:pt idx="545">
                  <c:v>44438</c:v>
                </c:pt>
                <c:pt idx="546">
                  <c:v>44437</c:v>
                </c:pt>
                <c:pt idx="547">
                  <c:v>44436</c:v>
                </c:pt>
                <c:pt idx="548">
                  <c:v>44435</c:v>
                </c:pt>
                <c:pt idx="549">
                  <c:v>44434</c:v>
                </c:pt>
                <c:pt idx="550">
                  <c:v>44433</c:v>
                </c:pt>
                <c:pt idx="551">
                  <c:v>44432</c:v>
                </c:pt>
                <c:pt idx="552">
                  <c:v>44431</c:v>
                </c:pt>
                <c:pt idx="553">
                  <c:v>44430</c:v>
                </c:pt>
                <c:pt idx="554">
                  <c:v>44429</c:v>
                </c:pt>
                <c:pt idx="555">
                  <c:v>44428</c:v>
                </c:pt>
                <c:pt idx="556">
                  <c:v>44427</c:v>
                </c:pt>
                <c:pt idx="557">
                  <c:v>44426</c:v>
                </c:pt>
                <c:pt idx="558">
                  <c:v>44425</c:v>
                </c:pt>
                <c:pt idx="559">
                  <c:v>44424</c:v>
                </c:pt>
                <c:pt idx="560">
                  <c:v>44423</c:v>
                </c:pt>
                <c:pt idx="561">
                  <c:v>44422</c:v>
                </c:pt>
                <c:pt idx="562">
                  <c:v>44421</c:v>
                </c:pt>
                <c:pt idx="563">
                  <c:v>44420</c:v>
                </c:pt>
                <c:pt idx="564">
                  <c:v>44419</c:v>
                </c:pt>
                <c:pt idx="565">
                  <c:v>44418</c:v>
                </c:pt>
                <c:pt idx="566">
                  <c:v>44417</c:v>
                </c:pt>
                <c:pt idx="567">
                  <c:v>44416</c:v>
                </c:pt>
                <c:pt idx="568">
                  <c:v>44415</c:v>
                </c:pt>
                <c:pt idx="569">
                  <c:v>44414</c:v>
                </c:pt>
                <c:pt idx="570">
                  <c:v>44413</c:v>
                </c:pt>
                <c:pt idx="571">
                  <c:v>44412</c:v>
                </c:pt>
                <c:pt idx="572">
                  <c:v>44411</c:v>
                </c:pt>
                <c:pt idx="573">
                  <c:v>44410</c:v>
                </c:pt>
                <c:pt idx="574">
                  <c:v>44409</c:v>
                </c:pt>
                <c:pt idx="575">
                  <c:v>44408</c:v>
                </c:pt>
                <c:pt idx="576">
                  <c:v>44407</c:v>
                </c:pt>
                <c:pt idx="577">
                  <c:v>44406</c:v>
                </c:pt>
                <c:pt idx="578">
                  <c:v>44405</c:v>
                </c:pt>
                <c:pt idx="579">
                  <c:v>44404</c:v>
                </c:pt>
                <c:pt idx="580">
                  <c:v>44403</c:v>
                </c:pt>
                <c:pt idx="581">
                  <c:v>44402</c:v>
                </c:pt>
                <c:pt idx="582">
                  <c:v>44401</c:v>
                </c:pt>
                <c:pt idx="583">
                  <c:v>44400</c:v>
                </c:pt>
                <c:pt idx="584">
                  <c:v>44399</c:v>
                </c:pt>
                <c:pt idx="585">
                  <c:v>44398</c:v>
                </c:pt>
                <c:pt idx="586">
                  <c:v>44397</c:v>
                </c:pt>
                <c:pt idx="587">
                  <c:v>44396</c:v>
                </c:pt>
                <c:pt idx="588">
                  <c:v>44395</c:v>
                </c:pt>
                <c:pt idx="589">
                  <c:v>44394</c:v>
                </c:pt>
                <c:pt idx="590">
                  <c:v>44393</c:v>
                </c:pt>
                <c:pt idx="591">
                  <c:v>44392</c:v>
                </c:pt>
                <c:pt idx="592">
                  <c:v>44391</c:v>
                </c:pt>
                <c:pt idx="593">
                  <c:v>44390</c:v>
                </c:pt>
                <c:pt idx="594">
                  <c:v>44389</c:v>
                </c:pt>
                <c:pt idx="595">
                  <c:v>44388</c:v>
                </c:pt>
                <c:pt idx="596">
                  <c:v>44387</c:v>
                </c:pt>
                <c:pt idx="597">
                  <c:v>44386</c:v>
                </c:pt>
                <c:pt idx="598">
                  <c:v>44385</c:v>
                </c:pt>
                <c:pt idx="599">
                  <c:v>44384</c:v>
                </c:pt>
                <c:pt idx="600">
                  <c:v>44383</c:v>
                </c:pt>
                <c:pt idx="601">
                  <c:v>44382</c:v>
                </c:pt>
                <c:pt idx="602">
                  <c:v>44381</c:v>
                </c:pt>
                <c:pt idx="603">
                  <c:v>44380</c:v>
                </c:pt>
                <c:pt idx="604">
                  <c:v>44379</c:v>
                </c:pt>
                <c:pt idx="605">
                  <c:v>44378</c:v>
                </c:pt>
                <c:pt idx="606">
                  <c:v>44377</c:v>
                </c:pt>
                <c:pt idx="607">
                  <c:v>44376</c:v>
                </c:pt>
                <c:pt idx="608">
                  <c:v>44375</c:v>
                </c:pt>
                <c:pt idx="609">
                  <c:v>44374</c:v>
                </c:pt>
                <c:pt idx="610">
                  <c:v>44373</c:v>
                </c:pt>
                <c:pt idx="611">
                  <c:v>44372</c:v>
                </c:pt>
                <c:pt idx="612">
                  <c:v>44371</c:v>
                </c:pt>
                <c:pt idx="613">
                  <c:v>44370</c:v>
                </c:pt>
                <c:pt idx="614">
                  <c:v>44369</c:v>
                </c:pt>
                <c:pt idx="615">
                  <c:v>44368</c:v>
                </c:pt>
                <c:pt idx="616">
                  <c:v>44367</c:v>
                </c:pt>
                <c:pt idx="617">
                  <c:v>44366</c:v>
                </c:pt>
                <c:pt idx="618">
                  <c:v>44365</c:v>
                </c:pt>
                <c:pt idx="619">
                  <c:v>44364</c:v>
                </c:pt>
                <c:pt idx="620">
                  <c:v>44363</c:v>
                </c:pt>
                <c:pt idx="621">
                  <c:v>44362</c:v>
                </c:pt>
                <c:pt idx="622">
                  <c:v>44361</c:v>
                </c:pt>
                <c:pt idx="623">
                  <c:v>44360</c:v>
                </c:pt>
                <c:pt idx="624">
                  <c:v>44359</c:v>
                </c:pt>
                <c:pt idx="625">
                  <c:v>44358</c:v>
                </c:pt>
                <c:pt idx="626">
                  <c:v>44357</c:v>
                </c:pt>
                <c:pt idx="627">
                  <c:v>44356</c:v>
                </c:pt>
                <c:pt idx="628">
                  <c:v>44355</c:v>
                </c:pt>
                <c:pt idx="629">
                  <c:v>44354</c:v>
                </c:pt>
                <c:pt idx="630">
                  <c:v>44353</c:v>
                </c:pt>
                <c:pt idx="631">
                  <c:v>44352</c:v>
                </c:pt>
                <c:pt idx="632">
                  <c:v>44351</c:v>
                </c:pt>
                <c:pt idx="633">
                  <c:v>44350</c:v>
                </c:pt>
                <c:pt idx="634">
                  <c:v>44349</c:v>
                </c:pt>
                <c:pt idx="635">
                  <c:v>44348</c:v>
                </c:pt>
                <c:pt idx="636">
                  <c:v>44347</c:v>
                </c:pt>
                <c:pt idx="637">
                  <c:v>44346</c:v>
                </c:pt>
                <c:pt idx="638">
                  <c:v>44345</c:v>
                </c:pt>
                <c:pt idx="639">
                  <c:v>44344</c:v>
                </c:pt>
                <c:pt idx="640">
                  <c:v>44343</c:v>
                </c:pt>
                <c:pt idx="641">
                  <c:v>44342</c:v>
                </c:pt>
                <c:pt idx="642">
                  <c:v>44341</c:v>
                </c:pt>
                <c:pt idx="643">
                  <c:v>44340</c:v>
                </c:pt>
                <c:pt idx="644">
                  <c:v>44339</c:v>
                </c:pt>
                <c:pt idx="645">
                  <c:v>44338</c:v>
                </c:pt>
                <c:pt idx="646">
                  <c:v>44337</c:v>
                </c:pt>
                <c:pt idx="647">
                  <c:v>44336</c:v>
                </c:pt>
                <c:pt idx="648">
                  <c:v>44335</c:v>
                </c:pt>
                <c:pt idx="649">
                  <c:v>44334</c:v>
                </c:pt>
                <c:pt idx="650">
                  <c:v>44333</c:v>
                </c:pt>
                <c:pt idx="651">
                  <c:v>44332</c:v>
                </c:pt>
                <c:pt idx="652">
                  <c:v>44331</c:v>
                </c:pt>
                <c:pt idx="653">
                  <c:v>44330</c:v>
                </c:pt>
                <c:pt idx="654">
                  <c:v>44329</c:v>
                </c:pt>
                <c:pt idx="655">
                  <c:v>44328</c:v>
                </c:pt>
                <c:pt idx="656">
                  <c:v>44327</c:v>
                </c:pt>
                <c:pt idx="657">
                  <c:v>44326</c:v>
                </c:pt>
                <c:pt idx="658">
                  <c:v>44325</c:v>
                </c:pt>
                <c:pt idx="659">
                  <c:v>44324</c:v>
                </c:pt>
                <c:pt idx="660">
                  <c:v>44323</c:v>
                </c:pt>
                <c:pt idx="661">
                  <c:v>44322</c:v>
                </c:pt>
                <c:pt idx="662">
                  <c:v>44321</c:v>
                </c:pt>
                <c:pt idx="663">
                  <c:v>44320</c:v>
                </c:pt>
                <c:pt idx="664">
                  <c:v>44319</c:v>
                </c:pt>
                <c:pt idx="665">
                  <c:v>44318</c:v>
                </c:pt>
                <c:pt idx="666">
                  <c:v>44317</c:v>
                </c:pt>
                <c:pt idx="667">
                  <c:v>44316</c:v>
                </c:pt>
                <c:pt idx="668">
                  <c:v>44315</c:v>
                </c:pt>
                <c:pt idx="669">
                  <c:v>44314</c:v>
                </c:pt>
                <c:pt idx="670">
                  <c:v>44313</c:v>
                </c:pt>
                <c:pt idx="671">
                  <c:v>44312</c:v>
                </c:pt>
                <c:pt idx="672">
                  <c:v>44311</c:v>
                </c:pt>
                <c:pt idx="673">
                  <c:v>44310</c:v>
                </c:pt>
                <c:pt idx="674">
                  <c:v>44309</c:v>
                </c:pt>
                <c:pt idx="675">
                  <c:v>44308</c:v>
                </c:pt>
                <c:pt idx="676">
                  <c:v>44307</c:v>
                </c:pt>
                <c:pt idx="677">
                  <c:v>44306</c:v>
                </c:pt>
                <c:pt idx="678">
                  <c:v>44305</c:v>
                </c:pt>
                <c:pt idx="679">
                  <c:v>44304</c:v>
                </c:pt>
                <c:pt idx="680">
                  <c:v>44303</c:v>
                </c:pt>
                <c:pt idx="681">
                  <c:v>44302</c:v>
                </c:pt>
                <c:pt idx="682">
                  <c:v>44301</c:v>
                </c:pt>
                <c:pt idx="683">
                  <c:v>44300</c:v>
                </c:pt>
                <c:pt idx="684">
                  <c:v>44299</c:v>
                </c:pt>
                <c:pt idx="685">
                  <c:v>44298</c:v>
                </c:pt>
                <c:pt idx="686">
                  <c:v>44297</c:v>
                </c:pt>
                <c:pt idx="687">
                  <c:v>44296</c:v>
                </c:pt>
                <c:pt idx="688">
                  <c:v>44295</c:v>
                </c:pt>
                <c:pt idx="689">
                  <c:v>44294</c:v>
                </c:pt>
                <c:pt idx="690">
                  <c:v>44293</c:v>
                </c:pt>
                <c:pt idx="691">
                  <c:v>44292</c:v>
                </c:pt>
                <c:pt idx="692">
                  <c:v>44291</c:v>
                </c:pt>
                <c:pt idx="693">
                  <c:v>44290</c:v>
                </c:pt>
                <c:pt idx="694">
                  <c:v>44289</c:v>
                </c:pt>
                <c:pt idx="695">
                  <c:v>44288</c:v>
                </c:pt>
                <c:pt idx="696">
                  <c:v>44287</c:v>
                </c:pt>
                <c:pt idx="697">
                  <c:v>44286</c:v>
                </c:pt>
                <c:pt idx="698">
                  <c:v>44285</c:v>
                </c:pt>
                <c:pt idx="699">
                  <c:v>44284</c:v>
                </c:pt>
                <c:pt idx="700">
                  <c:v>44283</c:v>
                </c:pt>
                <c:pt idx="701">
                  <c:v>44282</c:v>
                </c:pt>
                <c:pt idx="702">
                  <c:v>44281</c:v>
                </c:pt>
                <c:pt idx="703">
                  <c:v>44280</c:v>
                </c:pt>
                <c:pt idx="704">
                  <c:v>44279</c:v>
                </c:pt>
                <c:pt idx="705">
                  <c:v>44278</c:v>
                </c:pt>
                <c:pt idx="706">
                  <c:v>44277</c:v>
                </c:pt>
                <c:pt idx="707">
                  <c:v>44276</c:v>
                </c:pt>
                <c:pt idx="708">
                  <c:v>44275</c:v>
                </c:pt>
                <c:pt idx="709">
                  <c:v>44274</c:v>
                </c:pt>
                <c:pt idx="710">
                  <c:v>44273</c:v>
                </c:pt>
                <c:pt idx="711">
                  <c:v>44272</c:v>
                </c:pt>
                <c:pt idx="712">
                  <c:v>44271</c:v>
                </c:pt>
                <c:pt idx="713">
                  <c:v>44270</c:v>
                </c:pt>
                <c:pt idx="714">
                  <c:v>44269</c:v>
                </c:pt>
                <c:pt idx="715">
                  <c:v>44268</c:v>
                </c:pt>
                <c:pt idx="716">
                  <c:v>44267</c:v>
                </c:pt>
                <c:pt idx="717">
                  <c:v>44266</c:v>
                </c:pt>
                <c:pt idx="718">
                  <c:v>44265</c:v>
                </c:pt>
                <c:pt idx="719">
                  <c:v>44264</c:v>
                </c:pt>
                <c:pt idx="720">
                  <c:v>44263</c:v>
                </c:pt>
                <c:pt idx="721">
                  <c:v>44262</c:v>
                </c:pt>
                <c:pt idx="722">
                  <c:v>44261</c:v>
                </c:pt>
                <c:pt idx="723">
                  <c:v>44260</c:v>
                </c:pt>
                <c:pt idx="724">
                  <c:v>44259</c:v>
                </c:pt>
                <c:pt idx="725">
                  <c:v>44258</c:v>
                </c:pt>
                <c:pt idx="726">
                  <c:v>44257</c:v>
                </c:pt>
                <c:pt idx="727">
                  <c:v>44256</c:v>
                </c:pt>
                <c:pt idx="728">
                  <c:v>44255</c:v>
                </c:pt>
                <c:pt idx="729">
                  <c:v>44254</c:v>
                </c:pt>
                <c:pt idx="730">
                  <c:v>44253</c:v>
                </c:pt>
                <c:pt idx="731">
                  <c:v>44252</c:v>
                </c:pt>
                <c:pt idx="732">
                  <c:v>44251</c:v>
                </c:pt>
                <c:pt idx="733">
                  <c:v>44250</c:v>
                </c:pt>
                <c:pt idx="734">
                  <c:v>44249</c:v>
                </c:pt>
                <c:pt idx="735">
                  <c:v>44248</c:v>
                </c:pt>
                <c:pt idx="736">
                  <c:v>44247</c:v>
                </c:pt>
                <c:pt idx="737">
                  <c:v>44246</c:v>
                </c:pt>
                <c:pt idx="738">
                  <c:v>44245</c:v>
                </c:pt>
                <c:pt idx="739">
                  <c:v>44244</c:v>
                </c:pt>
                <c:pt idx="740">
                  <c:v>44243</c:v>
                </c:pt>
                <c:pt idx="741">
                  <c:v>44242</c:v>
                </c:pt>
                <c:pt idx="742">
                  <c:v>44241</c:v>
                </c:pt>
                <c:pt idx="743">
                  <c:v>44240</c:v>
                </c:pt>
                <c:pt idx="744">
                  <c:v>44239</c:v>
                </c:pt>
                <c:pt idx="745">
                  <c:v>44238</c:v>
                </c:pt>
                <c:pt idx="746">
                  <c:v>44237</c:v>
                </c:pt>
                <c:pt idx="747">
                  <c:v>44236</c:v>
                </c:pt>
                <c:pt idx="748">
                  <c:v>44235</c:v>
                </c:pt>
                <c:pt idx="749">
                  <c:v>44234</c:v>
                </c:pt>
                <c:pt idx="750">
                  <c:v>44233</c:v>
                </c:pt>
                <c:pt idx="751">
                  <c:v>44232</c:v>
                </c:pt>
                <c:pt idx="752">
                  <c:v>44231</c:v>
                </c:pt>
                <c:pt idx="753">
                  <c:v>44230</c:v>
                </c:pt>
                <c:pt idx="754">
                  <c:v>44229</c:v>
                </c:pt>
                <c:pt idx="755">
                  <c:v>44228</c:v>
                </c:pt>
                <c:pt idx="756">
                  <c:v>44227</c:v>
                </c:pt>
                <c:pt idx="757">
                  <c:v>44226</c:v>
                </c:pt>
                <c:pt idx="758">
                  <c:v>44225</c:v>
                </c:pt>
                <c:pt idx="759">
                  <c:v>44224</c:v>
                </c:pt>
                <c:pt idx="760">
                  <c:v>44223</c:v>
                </c:pt>
                <c:pt idx="761">
                  <c:v>44222</c:v>
                </c:pt>
                <c:pt idx="762">
                  <c:v>44221</c:v>
                </c:pt>
                <c:pt idx="763">
                  <c:v>44220</c:v>
                </c:pt>
                <c:pt idx="764">
                  <c:v>44219</c:v>
                </c:pt>
                <c:pt idx="765">
                  <c:v>44218</c:v>
                </c:pt>
                <c:pt idx="766">
                  <c:v>44217</c:v>
                </c:pt>
                <c:pt idx="767">
                  <c:v>44216</c:v>
                </c:pt>
                <c:pt idx="768">
                  <c:v>44215</c:v>
                </c:pt>
                <c:pt idx="769">
                  <c:v>44214</c:v>
                </c:pt>
                <c:pt idx="770">
                  <c:v>44213</c:v>
                </c:pt>
                <c:pt idx="771">
                  <c:v>44212</c:v>
                </c:pt>
                <c:pt idx="772">
                  <c:v>44211</c:v>
                </c:pt>
                <c:pt idx="773">
                  <c:v>44210</c:v>
                </c:pt>
                <c:pt idx="774">
                  <c:v>44209</c:v>
                </c:pt>
                <c:pt idx="775">
                  <c:v>44208</c:v>
                </c:pt>
                <c:pt idx="776">
                  <c:v>44207</c:v>
                </c:pt>
                <c:pt idx="777">
                  <c:v>44206</c:v>
                </c:pt>
                <c:pt idx="778">
                  <c:v>44205</c:v>
                </c:pt>
                <c:pt idx="779">
                  <c:v>44204</c:v>
                </c:pt>
                <c:pt idx="780">
                  <c:v>44203</c:v>
                </c:pt>
                <c:pt idx="781">
                  <c:v>44202</c:v>
                </c:pt>
                <c:pt idx="782">
                  <c:v>44201</c:v>
                </c:pt>
                <c:pt idx="783">
                  <c:v>44200</c:v>
                </c:pt>
                <c:pt idx="784">
                  <c:v>44199</c:v>
                </c:pt>
                <c:pt idx="785">
                  <c:v>44198</c:v>
                </c:pt>
                <c:pt idx="786">
                  <c:v>44197</c:v>
                </c:pt>
                <c:pt idx="787">
                  <c:v>44196</c:v>
                </c:pt>
                <c:pt idx="788">
                  <c:v>44195</c:v>
                </c:pt>
                <c:pt idx="789">
                  <c:v>44194</c:v>
                </c:pt>
                <c:pt idx="790">
                  <c:v>44193</c:v>
                </c:pt>
                <c:pt idx="791">
                  <c:v>44192</c:v>
                </c:pt>
                <c:pt idx="792">
                  <c:v>44191</c:v>
                </c:pt>
                <c:pt idx="793">
                  <c:v>44190</c:v>
                </c:pt>
                <c:pt idx="794">
                  <c:v>44189</c:v>
                </c:pt>
                <c:pt idx="795">
                  <c:v>44188</c:v>
                </c:pt>
                <c:pt idx="796">
                  <c:v>44187</c:v>
                </c:pt>
                <c:pt idx="797">
                  <c:v>44186</c:v>
                </c:pt>
                <c:pt idx="798">
                  <c:v>44185</c:v>
                </c:pt>
                <c:pt idx="799">
                  <c:v>44184</c:v>
                </c:pt>
                <c:pt idx="800">
                  <c:v>44183</c:v>
                </c:pt>
                <c:pt idx="801">
                  <c:v>44182</c:v>
                </c:pt>
                <c:pt idx="802">
                  <c:v>44181</c:v>
                </c:pt>
                <c:pt idx="803">
                  <c:v>44180</c:v>
                </c:pt>
                <c:pt idx="804">
                  <c:v>44179</c:v>
                </c:pt>
                <c:pt idx="805">
                  <c:v>44178</c:v>
                </c:pt>
                <c:pt idx="806">
                  <c:v>44177</c:v>
                </c:pt>
                <c:pt idx="807">
                  <c:v>44176</c:v>
                </c:pt>
                <c:pt idx="808">
                  <c:v>44175</c:v>
                </c:pt>
                <c:pt idx="809">
                  <c:v>44174</c:v>
                </c:pt>
                <c:pt idx="810">
                  <c:v>44173</c:v>
                </c:pt>
                <c:pt idx="811">
                  <c:v>44172</c:v>
                </c:pt>
                <c:pt idx="812">
                  <c:v>44171</c:v>
                </c:pt>
                <c:pt idx="813">
                  <c:v>44170</c:v>
                </c:pt>
                <c:pt idx="814">
                  <c:v>44169</c:v>
                </c:pt>
                <c:pt idx="815">
                  <c:v>44168</c:v>
                </c:pt>
                <c:pt idx="816">
                  <c:v>44167</c:v>
                </c:pt>
                <c:pt idx="817">
                  <c:v>44166</c:v>
                </c:pt>
                <c:pt idx="818">
                  <c:v>44165</c:v>
                </c:pt>
                <c:pt idx="819">
                  <c:v>44164</c:v>
                </c:pt>
                <c:pt idx="820">
                  <c:v>44163</c:v>
                </c:pt>
                <c:pt idx="821">
                  <c:v>44162</c:v>
                </c:pt>
                <c:pt idx="822">
                  <c:v>44161</c:v>
                </c:pt>
                <c:pt idx="823">
                  <c:v>44160</c:v>
                </c:pt>
                <c:pt idx="824">
                  <c:v>44159</c:v>
                </c:pt>
                <c:pt idx="825">
                  <c:v>44158</c:v>
                </c:pt>
                <c:pt idx="826">
                  <c:v>44157</c:v>
                </c:pt>
                <c:pt idx="827">
                  <c:v>44156</c:v>
                </c:pt>
                <c:pt idx="828">
                  <c:v>44155</c:v>
                </c:pt>
                <c:pt idx="829">
                  <c:v>44154</c:v>
                </c:pt>
                <c:pt idx="830">
                  <c:v>44153</c:v>
                </c:pt>
                <c:pt idx="831">
                  <c:v>44152</c:v>
                </c:pt>
                <c:pt idx="832">
                  <c:v>44151</c:v>
                </c:pt>
                <c:pt idx="833">
                  <c:v>44150</c:v>
                </c:pt>
                <c:pt idx="834">
                  <c:v>44149</c:v>
                </c:pt>
                <c:pt idx="835">
                  <c:v>44148</c:v>
                </c:pt>
                <c:pt idx="836">
                  <c:v>44147</c:v>
                </c:pt>
                <c:pt idx="837">
                  <c:v>44146</c:v>
                </c:pt>
                <c:pt idx="838">
                  <c:v>44145</c:v>
                </c:pt>
                <c:pt idx="839">
                  <c:v>44144</c:v>
                </c:pt>
                <c:pt idx="840">
                  <c:v>44143</c:v>
                </c:pt>
                <c:pt idx="841">
                  <c:v>44142</c:v>
                </c:pt>
                <c:pt idx="842">
                  <c:v>44141</c:v>
                </c:pt>
                <c:pt idx="843">
                  <c:v>44140</c:v>
                </c:pt>
                <c:pt idx="844">
                  <c:v>44139</c:v>
                </c:pt>
                <c:pt idx="845">
                  <c:v>44138</c:v>
                </c:pt>
                <c:pt idx="846">
                  <c:v>44137</c:v>
                </c:pt>
                <c:pt idx="847">
                  <c:v>44136</c:v>
                </c:pt>
                <c:pt idx="848">
                  <c:v>44135</c:v>
                </c:pt>
                <c:pt idx="849">
                  <c:v>44134</c:v>
                </c:pt>
                <c:pt idx="850">
                  <c:v>44133</c:v>
                </c:pt>
                <c:pt idx="851">
                  <c:v>44132</c:v>
                </c:pt>
                <c:pt idx="852">
                  <c:v>44131</c:v>
                </c:pt>
                <c:pt idx="853">
                  <c:v>44130</c:v>
                </c:pt>
                <c:pt idx="854">
                  <c:v>44129</c:v>
                </c:pt>
                <c:pt idx="855">
                  <c:v>44128</c:v>
                </c:pt>
                <c:pt idx="856">
                  <c:v>44127</c:v>
                </c:pt>
                <c:pt idx="857">
                  <c:v>44126</c:v>
                </c:pt>
                <c:pt idx="858">
                  <c:v>44125</c:v>
                </c:pt>
                <c:pt idx="859">
                  <c:v>44124</c:v>
                </c:pt>
                <c:pt idx="860">
                  <c:v>44123</c:v>
                </c:pt>
                <c:pt idx="861">
                  <c:v>44122</c:v>
                </c:pt>
                <c:pt idx="862">
                  <c:v>44121</c:v>
                </c:pt>
                <c:pt idx="863">
                  <c:v>44120</c:v>
                </c:pt>
                <c:pt idx="864">
                  <c:v>44119</c:v>
                </c:pt>
                <c:pt idx="865">
                  <c:v>44118</c:v>
                </c:pt>
                <c:pt idx="866">
                  <c:v>44117</c:v>
                </c:pt>
                <c:pt idx="867">
                  <c:v>44116</c:v>
                </c:pt>
                <c:pt idx="868">
                  <c:v>44115</c:v>
                </c:pt>
                <c:pt idx="869">
                  <c:v>44114</c:v>
                </c:pt>
                <c:pt idx="870">
                  <c:v>44113</c:v>
                </c:pt>
                <c:pt idx="871">
                  <c:v>44112</c:v>
                </c:pt>
                <c:pt idx="872">
                  <c:v>44111</c:v>
                </c:pt>
                <c:pt idx="873">
                  <c:v>44110</c:v>
                </c:pt>
                <c:pt idx="874">
                  <c:v>44109</c:v>
                </c:pt>
                <c:pt idx="875">
                  <c:v>44108</c:v>
                </c:pt>
                <c:pt idx="876">
                  <c:v>44107</c:v>
                </c:pt>
                <c:pt idx="877">
                  <c:v>44106</c:v>
                </c:pt>
                <c:pt idx="878">
                  <c:v>44105</c:v>
                </c:pt>
                <c:pt idx="879">
                  <c:v>44104</c:v>
                </c:pt>
                <c:pt idx="880">
                  <c:v>44103</c:v>
                </c:pt>
                <c:pt idx="881">
                  <c:v>44102</c:v>
                </c:pt>
                <c:pt idx="882">
                  <c:v>44101</c:v>
                </c:pt>
                <c:pt idx="883">
                  <c:v>44100</c:v>
                </c:pt>
                <c:pt idx="884">
                  <c:v>44099</c:v>
                </c:pt>
                <c:pt idx="885">
                  <c:v>44098</c:v>
                </c:pt>
                <c:pt idx="886">
                  <c:v>44097</c:v>
                </c:pt>
                <c:pt idx="887">
                  <c:v>44096</c:v>
                </c:pt>
                <c:pt idx="888">
                  <c:v>44095</c:v>
                </c:pt>
                <c:pt idx="889">
                  <c:v>44094</c:v>
                </c:pt>
                <c:pt idx="890">
                  <c:v>44093</c:v>
                </c:pt>
                <c:pt idx="891">
                  <c:v>44092</c:v>
                </c:pt>
                <c:pt idx="892">
                  <c:v>44091</c:v>
                </c:pt>
                <c:pt idx="893">
                  <c:v>44090</c:v>
                </c:pt>
                <c:pt idx="894">
                  <c:v>44089</c:v>
                </c:pt>
                <c:pt idx="895">
                  <c:v>44088</c:v>
                </c:pt>
                <c:pt idx="896">
                  <c:v>44087</c:v>
                </c:pt>
                <c:pt idx="897">
                  <c:v>44086</c:v>
                </c:pt>
                <c:pt idx="898">
                  <c:v>44085</c:v>
                </c:pt>
                <c:pt idx="899">
                  <c:v>44084</c:v>
                </c:pt>
                <c:pt idx="900">
                  <c:v>44083</c:v>
                </c:pt>
                <c:pt idx="901">
                  <c:v>44082</c:v>
                </c:pt>
                <c:pt idx="902">
                  <c:v>44081</c:v>
                </c:pt>
                <c:pt idx="903">
                  <c:v>44080</c:v>
                </c:pt>
                <c:pt idx="904">
                  <c:v>44079</c:v>
                </c:pt>
                <c:pt idx="905">
                  <c:v>44078</c:v>
                </c:pt>
                <c:pt idx="906">
                  <c:v>44077</c:v>
                </c:pt>
                <c:pt idx="907">
                  <c:v>44076</c:v>
                </c:pt>
                <c:pt idx="908">
                  <c:v>44075</c:v>
                </c:pt>
                <c:pt idx="909">
                  <c:v>44074</c:v>
                </c:pt>
                <c:pt idx="910">
                  <c:v>44073</c:v>
                </c:pt>
                <c:pt idx="911">
                  <c:v>44072</c:v>
                </c:pt>
                <c:pt idx="912">
                  <c:v>44071</c:v>
                </c:pt>
                <c:pt idx="913">
                  <c:v>44070</c:v>
                </c:pt>
                <c:pt idx="914">
                  <c:v>44069</c:v>
                </c:pt>
                <c:pt idx="915">
                  <c:v>44068</c:v>
                </c:pt>
                <c:pt idx="916">
                  <c:v>44067</c:v>
                </c:pt>
                <c:pt idx="917">
                  <c:v>44066</c:v>
                </c:pt>
                <c:pt idx="918">
                  <c:v>44065</c:v>
                </c:pt>
                <c:pt idx="919">
                  <c:v>44064</c:v>
                </c:pt>
                <c:pt idx="920">
                  <c:v>44063</c:v>
                </c:pt>
                <c:pt idx="921">
                  <c:v>44062</c:v>
                </c:pt>
                <c:pt idx="922">
                  <c:v>44061</c:v>
                </c:pt>
                <c:pt idx="923">
                  <c:v>44060</c:v>
                </c:pt>
                <c:pt idx="924">
                  <c:v>44059</c:v>
                </c:pt>
                <c:pt idx="925">
                  <c:v>44058</c:v>
                </c:pt>
                <c:pt idx="926">
                  <c:v>44057</c:v>
                </c:pt>
                <c:pt idx="927">
                  <c:v>44056</c:v>
                </c:pt>
                <c:pt idx="928">
                  <c:v>44055</c:v>
                </c:pt>
                <c:pt idx="929">
                  <c:v>44054</c:v>
                </c:pt>
                <c:pt idx="930">
                  <c:v>44053</c:v>
                </c:pt>
                <c:pt idx="931">
                  <c:v>44052</c:v>
                </c:pt>
                <c:pt idx="932">
                  <c:v>44051</c:v>
                </c:pt>
                <c:pt idx="933">
                  <c:v>44050</c:v>
                </c:pt>
                <c:pt idx="934">
                  <c:v>44049</c:v>
                </c:pt>
                <c:pt idx="935">
                  <c:v>44048</c:v>
                </c:pt>
                <c:pt idx="936">
                  <c:v>44047</c:v>
                </c:pt>
                <c:pt idx="937">
                  <c:v>44046</c:v>
                </c:pt>
                <c:pt idx="938">
                  <c:v>44045</c:v>
                </c:pt>
                <c:pt idx="939">
                  <c:v>44044</c:v>
                </c:pt>
                <c:pt idx="940">
                  <c:v>44043</c:v>
                </c:pt>
                <c:pt idx="941">
                  <c:v>44042</c:v>
                </c:pt>
                <c:pt idx="942">
                  <c:v>44041</c:v>
                </c:pt>
                <c:pt idx="943">
                  <c:v>44040</c:v>
                </c:pt>
                <c:pt idx="944">
                  <c:v>44039</c:v>
                </c:pt>
                <c:pt idx="945">
                  <c:v>44038</c:v>
                </c:pt>
                <c:pt idx="946">
                  <c:v>44037</c:v>
                </c:pt>
                <c:pt idx="947">
                  <c:v>44036</c:v>
                </c:pt>
                <c:pt idx="948">
                  <c:v>44035</c:v>
                </c:pt>
                <c:pt idx="949">
                  <c:v>44034</c:v>
                </c:pt>
                <c:pt idx="950">
                  <c:v>44033</c:v>
                </c:pt>
                <c:pt idx="951">
                  <c:v>44032</c:v>
                </c:pt>
                <c:pt idx="952">
                  <c:v>44031</c:v>
                </c:pt>
                <c:pt idx="953">
                  <c:v>44030</c:v>
                </c:pt>
                <c:pt idx="954">
                  <c:v>44029</c:v>
                </c:pt>
                <c:pt idx="955">
                  <c:v>44028</c:v>
                </c:pt>
                <c:pt idx="956">
                  <c:v>44027</c:v>
                </c:pt>
                <c:pt idx="957">
                  <c:v>44026</c:v>
                </c:pt>
                <c:pt idx="958">
                  <c:v>44025</c:v>
                </c:pt>
                <c:pt idx="959">
                  <c:v>44024</c:v>
                </c:pt>
                <c:pt idx="960">
                  <c:v>44023</c:v>
                </c:pt>
                <c:pt idx="961">
                  <c:v>44022</c:v>
                </c:pt>
                <c:pt idx="962">
                  <c:v>44021</c:v>
                </c:pt>
                <c:pt idx="963">
                  <c:v>44020</c:v>
                </c:pt>
                <c:pt idx="964">
                  <c:v>44019</c:v>
                </c:pt>
                <c:pt idx="965">
                  <c:v>44018</c:v>
                </c:pt>
                <c:pt idx="966">
                  <c:v>44017</c:v>
                </c:pt>
                <c:pt idx="967">
                  <c:v>44016</c:v>
                </c:pt>
                <c:pt idx="968">
                  <c:v>44015</c:v>
                </c:pt>
                <c:pt idx="969">
                  <c:v>44014</c:v>
                </c:pt>
                <c:pt idx="970">
                  <c:v>44013</c:v>
                </c:pt>
                <c:pt idx="971">
                  <c:v>44012</c:v>
                </c:pt>
                <c:pt idx="972">
                  <c:v>44011</c:v>
                </c:pt>
                <c:pt idx="973">
                  <c:v>44010</c:v>
                </c:pt>
                <c:pt idx="974">
                  <c:v>44009</c:v>
                </c:pt>
                <c:pt idx="975">
                  <c:v>44008</c:v>
                </c:pt>
                <c:pt idx="976">
                  <c:v>44007</c:v>
                </c:pt>
                <c:pt idx="977">
                  <c:v>44006</c:v>
                </c:pt>
                <c:pt idx="978">
                  <c:v>44005</c:v>
                </c:pt>
                <c:pt idx="979">
                  <c:v>44004</c:v>
                </c:pt>
                <c:pt idx="980">
                  <c:v>44003</c:v>
                </c:pt>
                <c:pt idx="981">
                  <c:v>44002</c:v>
                </c:pt>
                <c:pt idx="982">
                  <c:v>44001</c:v>
                </c:pt>
                <c:pt idx="983">
                  <c:v>44000</c:v>
                </c:pt>
                <c:pt idx="984">
                  <c:v>43999</c:v>
                </c:pt>
                <c:pt idx="985">
                  <c:v>43998</c:v>
                </c:pt>
                <c:pt idx="986">
                  <c:v>43997</c:v>
                </c:pt>
                <c:pt idx="987">
                  <c:v>43996</c:v>
                </c:pt>
                <c:pt idx="988">
                  <c:v>43995</c:v>
                </c:pt>
                <c:pt idx="989">
                  <c:v>43994</c:v>
                </c:pt>
                <c:pt idx="990">
                  <c:v>43993</c:v>
                </c:pt>
                <c:pt idx="991">
                  <c:v>43992</c:v>
                </c:pt>
                <c:pt idx="992">
                  <c:v>43991</c:v>
                </c:pt>
                <c:pt idx="993">
                  <c:v>43990</c:v>
                </c:pt>
                <c:pt idx="994">
                  <c:v>43989</c:v>
                </c:pt>
                <c:pt idx="995">
                  <c:v>43988</c:v>
                </c:pt>
                <c:pt idx="996">
                  <c:v>43987</c:v>
                </c:pt>
                <c:pt idx="997">
                  <c:v>43986</c:v>
                </c:pt>
                <c:pt idx="998">
                  <c:v>43985</c:v>
                </c:pt>
                <c:pt idx="999">
                  <c:v>43984</c:v>
                </c:pt>
                <c:pt idx="1000">
                  <c:v>43983</c:v>
                </c:pt>
                <c:pt idx="1001">
                  <c:v>43982</c:v>
                </c:pt>
                <c:pt idx="1002">
                  <c:v>43981</c:v>
                </c:pt>
                <c:pt idx="1003">
                  <c:v>43980</c:v>
                </c:pt>
                <c:pt idx="1004">
                  <c:v>43979</c:v>
                </c:pt>
                <c:pt idx="1005">
                  <c:v>43978</c:v>
                </c:pt>
                <c:pt idx="1006">
                  <c:v>43977</c:v>
                </c:pt>
                <c:pt idx="1007">
                  <c:v>43976</c:v>
                </c:pt>
                <c:pt idx="1008">
                  <c:v>43975</c:v>
                </c:pt>
                <c:pt idx="1009">
                  <c:v>43974</c:v>
                </c:pt>
                <c:pt idx="1010">
                  <c:v>43973</c:v>
                </c:pt>
                <c:pt idx="1011">
                  <c:v>43972</c:v>
                </c:pt>
                <c:pt idx="1012">
                  <c:v>43971</c:v>
                </c:pt>
                <c:pt idx="1013">
                  <c:v>43970</c:v>
                </c:pt>
                <c:pt idx="1014">
                  <c:v>43969</c:v>
                </c:pt>
                <c:pt idx="1015">
                  <c:v>43968</c:v>
                </c:pt>
                <c:pt idx="1016">
                  <c:v>43967</c:v>
                </c:pt>
                <c:pt idx="1017">
                  <c:v>43966</c:v>
                </c:pt>
                <c:pt idx="1018">
                  <c:v>43965</c:v>
                </c:pt>
                <c:pt idx="1019">
                  <c:v>43964</c:v>
                </c:pt>
                <c:pt idx="1020">
                  <c:v>43963</c:v>
                </c:pt>
                <c:pt idx="1021">
                  <c:v>43962</c:v>
                </c:pt>
                <c:pt idx="1022">
                  <c:v>43961</c:v>
                </c:pt>
                <c:pt idx="1023">
                  <c:v>43960</c:v>
                </c:pt>
                <c:pt idx="1024">
                  <c:v>43959</c:v>
                </c:pt>
                <c:pt idx="1025">
                  <c:v>43958</c:v>
                </c:pt>
                <c:pt idx="1026">
                  <c:v>43957</c:v>
                </c:pt>
                <c:pt idx="1027">
                  <c:v>43956</c:v>
                </c:pt>
                <c:pt idx="1028">
                  <c:v>43955</c:v>
                </c:pt>
                <c:pt idx="1029">
                  <c:v>43954</c:v>
                </c:pt>
                <c:pt idx="1030">
                  <c:v>43953</c:v>
                </c:pt>
                <c:pt idx="1031">
                  <c:v>43952</c:v>
                </c:pt>
                <c:pt idx="1032">
                  <c:v>43951</c:v>
                </c:pt>
                <c:pt idx="1033">
                  <c:v>43950</c:v>
                </c:pt>
                <c:pt idx="1034">
                  <c:v>43949</c:v>
                </c:pt>
                <c:pt idx="1035">
                  <c:v>43948</c:v>
                </c:pt>
                <c:pt idx="1036">
                  <c:v>43947</c:v>
                </c:pt>
                <c:pt idx="1037">
                  <c:v>43946</c:v>
                </c:pt>
                <c:pt idx="1038">
                  <c:v>43945</c:v>
                </c:pt>
                <c:pt idx="1039">
                  <c:v>43944</c:v>
                </c:pt>
                <c:pt idx="1040">
                  <c:v>43943</c:v>
                </c:pt>
                <c:pt idx="1041">
                  <c:v>43942</c:v>
                </c:pt>
                <c:pt idx="1042">
                  <c:v>43941</c:v>
                </c:pt>
                <c:pt idx="1043">
                  <c:v>43940</c:v>
                </c:pt>
                <c:pt idx="1044">
                  <c:v>43939</c:v>
                </c:pt>
                <c:pt idx="1045">
                  <c:v>43938</c:v>
                </c:pt>
                <c:pt idx="1046">
                  <c:v>43937</c:v>
                </c:pt>
                <c:pt idx="1047">
                  <c:v>43936</c:v>
                </c:pt>
                <c:pt idx="1048">
                  <c:v>43935</c:v>
                </c:pt>
                <c:pt idx="1049">
                  <c:v>43934</c:v>
                </c:pt>
                <c:pt idx="1050">
                  <c:v>43933</c:v>
                </c:pt>
                <c:pt idx="1051">
                  <c:v>43932</c:v>
                </c:pt>
                <c:pt idx="1052">
                  <c:v>43931</c:v>
                </c:pt>
                <c:pt idx="1053">
                  <c:v>43930</c:v>
                </c:pt>
                <c:pt idx="1054">
                  <c:v>43929</c:v>
                </c:pt>
                <c:pt idx="1055">
                  <c:v>43928</c:v>
                </c:pt>
                <c:pt idx="1056">
                  <c:v>43927</c:v>
                </c:pt>
                <c:pt idx="1057">
                  <c:v>43926</c:v>
                </c:pt>
                <c:pt idx="1058">
                  <c:v>43925</c:v>
                </c:pt>
                <c:pt idx="1059">
                  <c:v>43924</c:v>
                </c:pt>
                <c:pt idx="1060">
                  <c:v>43923</c:v>
                </c:pt>
                <c:pt idx="1061">
                  <c:v>43922</c:v>
                </c:pt>
                <c:pt idx="1062">
                  <c:v>43921</c:v>
                </c:pt>
                <c:pt idx="1063">
                  <c:v>43920</c:v>
                </c:pt>
                <c:pt idx="1064">
                  <c:v>43919</c:v>
                </c:pt>
                <c:pt idx="1065">
                  <c:v>43918</c:v>
                </c:pt>
                <c:pt idx="1066">
                  <c:v>43917</c:v>
                </c:pt>
                <c:pt idx="1067">
                  <c:v>43916</c:v>
                </c:pt>
                <c:pt idx="1068">
                  <c:v>43915</c:v>
                </c:pt>
                <c:pt idx="1069">
                  <c:v>43914</c:v>
                </c:pt>
                <c:pt idx="1070">
                  <c:v>43913</c:v>
                </c:pt>
                <c:pt idx="1071">
                  <c:v>43912</c:v>
                </c:pt>
                <c:pt idx="1072">
                  <c:v>43911</c:v>
                </c:pt>
                <c:pt idx="1073">
                  <c:v>43910</c:v>
                </c:pt>
                <c:pt idx="1074">
                  <c:v>43909</c:v>
                </c:pt>
                <c:pt idx="1075">
                  <c:v>43908</c:v>
                </c:pt>
                <c:pt idx="1076">
                  <c:v>43907</c:v>
                </c:pt>
                <c:pt idx="1077">
                  <c:v>43906</c:v>
                </c:pt>
                <c:pt idx="1078">
                  <c:v>43905</c:v>
                </c:pt>
                <c:pt idx="1079">
                  <c:v>43904</c:v>
                </c:pt>
                <c:pt idx="1080">
                  <c:v>43903</c:v>
                </c:pt>
                <c:pt idx="1081">
                  <c:v>43902</c:v>
                </c:pt>
                <c:pt idx="1082">
                  <c:v>43901</c:v>
                </c:pt>
                <c:pt idx="1083">
                  <c:v>43900</c:v>
                </c:pt>
                <c:pt idx="1084">
                  <c:v>43899</c:v>
                </c:pt>
                <c:pt idx="1085">
                  <c:v>43898</c:v>
                </c:pt>
                <c:pt idx="1086">
                  <c:v>43897</c:v>
                </c:pt>
                <c:pt idx="1087">
                  <c:v>43896</c:v>
                </c:pt>
                <c:pt idx="1088">
                  <c:v>43895</c:v>
                </c:pt>
                <c:pt idx="1089">
                  <c:v>43894</c:v>
                </c:pt>
                <c:pt idx="1090">
                  <c:v>43893</c:v>
                </c:pt>
                <c:pt idx="1091">
                  <c:v>43892</c:v>
                </c:pt>
                <c:pt idx="1092">
                  <c:v>43891</c:v>
                </c:pt>
                <c:pt idx="1093">
                  <c:v>43890</c:v>
                </c:pt>
                <c:pt idx="1094">
                  <c:v>43889</c:v>
                </c:pt>
                <c:pt idx="1095">
                  <c:v>43888</c:v>
                </c:pt>
                <c:pt idx="1096">
                  <c:v>43887</c:v>
                </c:pt>
                <c:pt idx="1097">
                  <c:v>43886</c:v>
                </c:pt>
                <c:pt idx="1098">
                  <c:v>43885</c:v>
                </c:pt>
                <c:pt idx="1099">
                  <c:v>43884</c:v>
                </c:pt>
                <c:pt idx="1100">
                  <c:v>43883</c:v>
                </c:pt>
                <c:pt idx="1101">
                  <c:v>43882</c:v>
                </c:pt>
                <c:pt idx="1102">
                  <c:v>43881</c:v>
                </c:pt>
                <c:pt idx="1103">
                  <c:v>43880</c:v>
                </c:pt>
                <c:pt idx="1104">
                  <c:v>43879</c:v>
                </c:pt>
                <c:pt idx="1105">
                  <c:v>43878</c:v>
                </c:pt>
                <c:pt idx="1106">
                  <c:v>43877</c:v>
                </c:pt>
                <c:pt idx="1107">
                  <c:v>43876</c:v>
                </c:pt>
                <c:pt idx="1108">
                  <c:v>43875</c:v>
                </c:pt>
                <c:pt idx="1109">
                  <c:v>43874</c:v>
                </c:pt>
                <c:pt idx="1110">
                  <c:v>43873</c:v>
                </c:pt>
                <c:pt idx="1111">
                  <c:v>43872</c:v>
                </c:pt>
                <c:pt idx="1112">
                  <c:v>43871</c:v>
                </c:pt>
                <c:pt idx="1113">
                  <c:v>43870</c:v>
                </c:pt>
                <c:pt idx="1114">
                  <c:v>43869</c:v>
                </c:pt>
                <c:pt idx="1115">
                  <c:v>43868</c:v>
                </c:pt>
                <c:pt idx="1116">
                  <c:v>43867</c:v>
                </c:pt>
                <c:pt idx="1117">
                  <c:v>43866</c:v>
                </c:pt>
                <c:pt idx="1118">
                  <c:v>43865</c:v>
                </c:pt>
                <c:pt idx="1119">
                  <c:v>43864</c:v>
                </c:pt>
                <c:pt idx="1120">
                  <c:v>43863</c:v>
                </c:pt>
                <c:pt idx="1121">
                  <c:v>43862</c:v>
                </c:pt>
                <c:pt idx="1122">
                  <c:v>43861</c:v>
                </c:pt>
                <c:pt idx="1123">
                  <c:v>43860</c:v>
                </c:pt>
                <c:pt idx="1124">
                  <c:v>43859</c:v>
                </c:pt>
                <c:pt idx="1125">
                  <c:v>43858</c:v>
                </c:pt>
                <c:pt idx="1126">
                  <c:v>43857</c:v>
                </c:pt>
                <c:pt idx="1127">
                  <c:v>43856</c:v>
                </c:pt>
                <c:pt idx="1128">
                  <c:v>43855</c:v>
                </c:pt>
                <c:pt idx="1129">
                  <c:v>43854</c:v>
                </c:pt>
                <c:pt idx="1130">
                  <c:v>43853</c:v>
                </c:pt>
                <c:pt idx="1131">
                  <c:v>43852</c:v>
                </c:pt>
                <c:pt idx="1132">
                  <c:v>43851</c:v>
                </c:pt>
                <c:pt idx="1133">
                  <c:v>43850</c:v>
                </c:pt>
                <c:pt idx="1134">
                  <c:v>43849</c:v>
                </c:pt>
                <c:pt idx="1135">
                  <c:v>43848</c:v>
                </c:pt>
                <c:pt idx="1136">
                  <c:v>43847</c:v>
                </c:pt>
                <c:pt idx="1137">
                  <c:v>43846</c:v>
                </c:pt>
                <c:pt idx="1138">
                  <c:v>43845</c:v>
                </c:pt>
                <c:pt idx="1139">
                  <c:v>43844</c:v>
                </c:pt>
                <c:pt idx="1140">
                  <c:v>43843</c:v>
                </c:pt>
                <c:pt idx="1141">
                  <c:v>43842</c:v>
                </c:pt>
                <c:pt idx="1142">
                  <c:v>43841</c:v>
                </c:pt>
                <c:pt idx="1143">
                  <c:v>43840</c:v>
                </c:pt>
                <c:pt idx="1144">
                  <c:v>43839</c:v>
                </c:pt>
                <c:pt idx="1145">
                  <c:v>43838</c:v>
                </c:pt>
                <c:pt idx="1146">
                  <c:v>43837</c:v>
                </c:pt>
                <c:pt idx="1147">
                  <c:v>43836</c:v>
                </c:pt>
                <c:pt idx="1148">
                  <c:v>43835</c:v>
                </c:pt>
                <c:pt idx="1149">
                  <c:v>43834</c:v>
                </c:pt>
                <c:pt idx="1150">
                  <c:v>43833</c:v>
                </c:pt>
                <c:pt idx="1151">
                  <c:v>43832</c:v>
                </c:pt>
                <c:pt idx="1152">
                  <c:v>43831</c:v>
                </c:pt>
                <c:pt idx="1153">
                  <c:v>43830</c:v>
                </c:pt>
                <c:pt idx="1154">
                  <c:v>43829</c:v>
                </c:pt>
                <c:pt idx="1155">
                  <c:v>43828</c:v>
                </c:pt>
                <c:pt idx="1156">
                  <c:v>43827</c:v>
                </c:pt>
                <c:pt idx="1157">
                  <c:v>43826</c:v>
                </c:pt>
                <c:pt idx="1158">
                  <c:v>43825</c:v>
                </c:pt>
                <c:pt idx="1159">
                  <c:v>43824</c:v>
                </c:pt>
                <c:pt idx="1160">
                  <c:v>43823</c:v>
                </c:pt>
                <c:pt idx="1161">
                  <c:v>43822</c:v>
                </c:pt>
                <c:pt idx="1162">
                  <c:v>43821</c:v>
                </c:pt>
                <c:pt idx="1163">
                  <c:v>43820</c:v>
                </c:pt>
                <c:pt idx="1164">
                  <c:v>43819</c:v>
                </c:pt>
                <c:pt idx="1165">
                  <c:v>43818</c:v>
                </c:pt>
                <c:pt idx="1166">
                  <c:v>43817</c:v>
                </c:pt>
                <c:pt idx="1167">
                  <c:v>43816</c:v>
                </c:pt>
                <c:pt idx="1168">
                  <c:v>43815</c:v>
                </c:pt>
                <c:pt idx="1169">
                  <c:v>43814</c:v>
                </c:pt>
                <c:pt idx="1170">
                  <c:v>43813</c:v>
                </c:pt>
                <c:pt idx="1171">
                  <c:v>43812</c:v>
                </c:pt>
                <c:pt idx="1172">
                  <c:v>43811</c:v>
                </c:pt>
                <c:pt idx="1173">
                  <c:v>43810</c:v>
                </c:pt>
                <c:pt idx="1174">
                  <c:v>43809</c:v>
                </c:pt>
                <c:pt idx="1175">
                  <c:v>43808</c:v>
                </c:pt>
                <c:pt idx="1176">
                  <c:v>43807</c:v>
                </c:pt>
                <c:pt idx="1177">
                  <c:v>43806</c:v>
                </c:pt>
                <c:pt idx="1178">
                  <c:v>43805</c:v>
                </c:pt>
                <c:pt idx="1179">
                  <c:v>43804</c:v>
                </c:pt>
                <c:pt idx="1180">
                  <c:v>43803</c:v>
                </c:pt>
                <c:pt idx="1181">
                  <c:v>43802</c:v>
                </c:pt>
                <c:pt idx="1182">
                  <c:v>43801</c:v>
                </c:pt>
                <c:pt idx="1183">
                  <c:v>43800</c:v>
                </c:pt>
                <c:pt idx="1184">
                  <c:v>43799</c:v>
                </c:pt>
                <c:pt idx="1185">
                  <c:v>43798</c:v>
                </c:pt>
                <c:pt idx="1186">
                  <c:v>43797</c:v>
                </c:pt>
                <c:pt idx="1187">
                  <c:v>43796</c:v>
                </c:pt>
                <c:pt idx="1188">
                  <c:v>43795</c:v>
                </c:pt>
                <c:pt idx="1189">
                  <c:v>43794</c:v>
                </c:pt>
                <c:pt idx="1190">
                  <c:v>43793</c:v>
                </c:pt>
                <c:pt idx="1191">
                  <c:v>43792</c:v>
                </c:pt>
                <c:pt idx="1192">
                  <c:v>43791</c:v>
                </c:pt>
                <c:pt idx="1193">
                  <c:v>43790</c:v>
                </c:pt>
                <c:pt idx="1194">
                  <c:v>43789</c:v>
                </c:pt>
                <c:pt idx="1195">
                  <c:v>43788</c:v>
                </c:pt>
                <c:pt idx="1196">
                  <c:v>43787</c:v>
                </c:pt>
                <c:pt idx="1197">
                  <c:v>43786</c:v>
                </c:pt>
                <c:pt idx="1198">
                  <c:v>43785</c:v>
                </c:pt>
                <c:pt idx="1199">
                  <c:v>43784</c:v>
                </c:pt>
                <c:pt idx="1200">
                  <c:v>43783</c:v>
                </c:pt>
                <c:pt idx="1201">
                  <c:v>43782</c:v>
                </c:pt>
                <c:pt idx="1202">
                  <c:v>43781</c:v>
                </c:pt>
                <c:pt idx="1203">
                  <c:v>43780</c:v>
                </c:pt>
                <c:pt idx="1204">
                  <c:v>43779</c:v>
                </c:pt>
                <c:pt idx="1205">
                  <c:v>43778</c:v>
                </c:pt>
                <c:pt idx="1206">
                  <c:v>43777</c:v>
                </c:pt>
                <c:pt idx="1207">
                  <c:v>43776</c:v>
                </c:pt>
                <c:pt idx="1208">
                  <c:v>43775</c:v>
                </c:pt>
                <c:pt idx="1209">
                  <c:v>43774</c:v>
                </c:pt>
                <c:pt idx="1210">
                  <c:v>43773</c:v>
                </c:pt>
                <c:pt idx="1211">
                  <c:v>43772</c:v>
                </c:pt>
                <c:pt idx="1212">
                  <c:v>43771</c:v>
                </c:pt>
                <c:pt idx="1213">
                  <c:v>43770</c:v>
                </c:pt>
                <c:pt idx="1214">
                  <c:v>43769</c:v>
                </c:pt>
                <c:pt idx="1215">
                  <c:v>43768</c:v>
                </c:pt>
                <c:pt idx="1216">
                  <c:v>43767</c:v>
                </c:pt>
                <c:pt idx="1217">
                  <c:v>43766</c:v>
                </c:pt>
                <c:pt idx="1218">
                  <c:v>43765</c:v>
                </c:pt>
                <c:pt idx="1219">
                  <c:v>43764</c:v>
                </c:pt>
                <c:pt idx="1220">
                  <c:v>43763</c:v>
                </c:pt>
                <c:pt idx="1221">
                  <c:v>43762</c:v>
                </c:pt>
                <c:pt idx="1222">
                  <c:v>43761</c:v>
                </c:pt>
                <c:pt idx="1223">
                  <c:v>43760</c:v>
                </c:pt>
                <c:pt idx="1224">
                  <c:v>43759</c:v>
                </c:pt>
                <c:pt idx="1225">
                  <c:v>43758</c:v>
                </c:pt>
                <c:pt idx="1226">
                  <c:v>43757</c:v>
                </c:pt>
                <c:pt idx="1227">
                  <c:v>43756</c:v>
                </c:pt>
                <c:pt idx="1228">
                  <c:v>43755</c:v>
                </c:pt>
                <c:pt idx="1229">
                  <c:v>43754</c:v>
                </c:pt>
                <c:pt idx="1230">
                  <c:v>43753</c:v>
                </c:pt>
                <c:pt idx="1231">
                  <c:v>43752</c:v>
                </c:pt>
                <c:pt idx="1232">
                  <c:v>43751</c:v>
                </c:pt>
                <c:pt idx="1233">
                  <c:v>43750</c:v>
                </c:pt>
                <c:pt idx="1234">
                  <c:v>43749</c:v>
                </c:pt>
                <c:pt idx="1235">
                  <c:v>43748</c:v>
                </c:pt>
                <c:pt idx="1236">
                  <c:v>43747</c:v>
                </c:pt>
                <c:pt idx="1237">
                  <c:v>43746</c:v>
                </c:pt>
                <c:pt idx="1238">
                  <c:v>43745</c:v>
                </c:pt>
                <c:pt idx="1239">
                  <c:v>43744</c:v>
                </c:pt>
                <c:pt idx="1240">
                  <c:v>43743</c:v>
                </c:pt>
                <c:pt idx="1241">
                  <c:v>43742</c:v>
                </c:pt>
                <c:pt idx="1242">
                  <c:v>43741</c:v>
                </c:pt>
                <c:pt idx="1243">
                  <c:v>43740</c:v>
                </c:pt>
                <c:pt idx="1244">
                  <c:v>43739</c:v>
                </c:pt>
                <c:pt idx="1245">
                  <c:v>43738</c:v>
                </c:pt>
                <c:pt idx="1246">
                  <c:v>43737</c:v>
                </c:pt>
                <c:pt idx="1247">
                  <c:v>43736</c:v>
                </c:pt>
                <c:pt idx="1248">
                  <c:v>43735</c:v>
                </c:pt>
                <c:pt idx="1249">
                  <c:v>43734</c:v>
                </c:pt>
                <c:pt idx="1250">
                  <c:v>43733</c:v>
                </c:pt>
                <c:pt idx="1251">
                  <c:v>43732</c:v>
                </c:pt>
                <c:pt idx="1252">
                  <c:v>43731</c:v>
                </c:pt>
                <c:pt idx="1253">
                  <c:v>43730</c:v>
                </c:pt>
                <c:pt idx="1254">
                  <c:v>43729</c:v>
                </c:pt>
                <c:pt idx="1255">
                  <c:v>43728</c:v>
                </c:pt>
                <c:pt idx="1256">
                  <c:v>43727</c:v>
                </c:pt>
                <c:pt idx="1257">
                  <c:v>43726</c:v>
                </c:pt>
                <c:pt idx="1258">
                  <c:v>43725</c:v>
                </c:pt>
                <c:pt idx="1259">
                  <c:v>43724</c:v>
                </c:pt>
                <c:pt idx="1260">
                  <c:v>43723</c:v>
                </c:pt>
                <c:pt idx="1261">
                  <c:v>43722</c:v>
                </c:pt>
                <c:pt idx="1262">
                  <c:v>43721</c:v>
                </c:pt>
                <c:pt idx="1263">
                  <c:v>43720</c:v>
                </c:pt>
                <c:pt idx="1264">
                  <c:v>43719</c:v>
                </c:pt>
                <c:pt idx="1265">
                  <c:v>43718</c:v>
                </c:pt>
                <c:pt idx="1266">
                  <c:v>43717</c:v>
                </c:pt>
                <c:pt idx="1267">
                  <c:v>43716</c:v>
                </c:pt>
                <c:pt idx="1268">
                  <c:v>43715</c:v>
                </c:pt>
                <c:pt idx="1269">
                  <c:v>43714</c:v>
                </c:pt>
                <c:pt idx="1270">
                  <c:v>43713</c:v>
                </c:pt>
                <c:pt idx="1271">
                  <c:v>43712</c:v>
                </c:pt>
                <c:pt idx="1272">
                  <c:v>43711</c:v>
                </c:pt>
                <c:pt idx="1273">
                  <c:v>43710</c:v>
                </c:pt>
                <c:pt idx="1274">
                  <c:v>43709</c:v>
                </c:pt>
                <c:pt idx="1275">
                  <c:v>43708</c:v>
                </c:pt>
                <c:pt idx="1276">
                  <c:v>43707</c:v>
                </c:pt>
                <c:pt idx="1277">
                  <c:v>43706</c:v>
                </c:pt>
                <c:pt idx="1278">
                  <c:v>43705</c:v>
                </c:pt>
                <c:pt idx="1279">
                  <c:v>43704</c:v>
                </c:pt>
                <c:pt idx="1280">
                  <c:v>43703</c:v>
                </c:pt>
                <c:pt idx="1281">
                  <c:v>43702</c:v>
                </c:pt>
                <c:pt idx="1282">
                  <c:v>43701</c:v>
                </c:pt>
                <c:pt idx="1283">
                  <c:v>43700</c:v>
                </c:pt>
                <c:pt idx="1284">
                  <c:v>43699</c:v>
                </c:pt>
                <c:pt idx="1285">
                  <c:v>43698</c:v>
                </c:pt>
                <c:pt idx="1286">
                  <c:v>43697</c:v>
                </c:pt>
                <c:pt idx="1287">
                  <c:v>43696</c:v>
                </c:pt>
                <c:pt idx="1288">
                  <c:v>43695</c:v>
                </c:pt>
                <c:pt idx="1289">
                  <c:v>43694</c:v>
                </c:pt>
                <c:pt idx="1290">
                  <c:v>43693</c:v>
                </c:pt>
                <c:pt idx="1291">
                  <c:v>43692</c:v>
                </c:pt>
                <c:pt idx="1292">
                  <c:v>43691</c:v>
                </c:pt>
                <c:pt idx="1293">
                  <c:v>43690</c:v>
                </c:pt>
                <c:pt idx="1294">
                  <c:v>43689</c:v>
                </c:pt>
                <c:pt idx="1295">
                  <c:v>43688</c:v>
                </c:pt>
                <c:pt idx="1296">
                  <c:v>43687</c:v>
                </c:pt>
                <c:pt idx="1297">
                  <c:v>43686</c:v>
                </c:pt>
                <c:pt idx="1298">
                  <c:v>43685</c:v>
                </c:pt>
                <c:pt idx="1299">
                  <c:v>43684</c:v>
                </c:pt>
                <c:pt idx="1300">
                  <c:v>43683</c:v>
                </c:pt>
                <c:pt idx="1301">
                  <c:v>43682</c:v>
                </c:pt>
                <c:pt idx="1302">
                  <c:v>43681</c:v>
                </c:pt>
                <c:pt idx="1303">
                  <c:v>43680</c:v>
                </c:pt>
                <c:pt idx="1304">
                  <c:v>43679</c:v>
                </c:pt>
                <c:pt idx="1305">
                  <c:v>43678</c:v>
                </c:pt>
                <c:pt idx="1306">
                  <c:v>43677</c:v>
                </c:pt>
                <c:pt idx="1307">
                  <c:v>43676</c:v>
                </c:pt>
                <c:pt idx="1308">
                  <c:v>43675</c:v>
                </c:pt>
                <c:pt idx="1309">
                  <c:v>43674</c:v>
                </c:pt>
                <c:pt idx="1310">
                  <c:v>43673</c:v>
                </c:pt>
                <c:pt idx="1311">
                  <c:v>43672</c:v>
                </c:pt>
                <c:pt idx="1312">
                  <c:v>43671</c:v>
                </c:pt>
                <c:pt idx="1313">
                  <c:v>43670</c:v>
                </c:pt>
                <c:pt idx="1314">
                  <c:v>43669</c:v>
                </c:pt>
                <c:pt idx="1315">
                  <c:v>43668</c:v>
                </c:pt>
                <c:pt idx="1316">
                  <c:v>43667</c:v>
                </c:pt>
                <c:pt idx="1317">
                  <c:v>43666</c:v>
                </c:pt>
                <c:pt idx="1318">
                  <c:v>43665</c:v>
                </c:pt>
                <c:pt idx="1319">
                  <c:v>43664</c:v>
                </c:pt>
                <c:pt idx="1320">
                  <c:v>43663</c:v>
                </c:pt>
                <c:pt idx="1321">
                  <c:v>43662</c:v>
                </c:pt>
                <c:pt idx="1322">
                  <c:v>43661</c:v>
                </c:pt>
                <c:pt idx="1323">
                  <c:v>43660</c:v>
                </c:pt>
                <c:pt idx="1324">
                  <c:v>43659</c:v>
                </c:pt>
                <c:pt idx="1325">
                  <c:v>43658</c:v>
                </c:pt>
                <c:pt idx="1326">
                  <c:v>43657</c:v>
                </c:pt>
                <c:pt idx="1327">
                  <c:v>43656</c:v>
                </c:pt>
                <c:pt idx="1328">
                  <c:v>43655</c:v>
                </c:pt>
                <c:pt idx="1329">
                  <c:v>43654</c:v>
                </c:pt>
                <c:pt idx="1330">
                  <c:v>43653</c:v>
                </c:pt>
                <c:pt idx="1331">
                  <c:v>43652</c:v>
                </c:pt>
                <c:pt idx="1332">
                  <c:v>43651</c:v>
                </c:pt>
                <c:pt idx="1333">
                  <c:v>43650</c:v>
                </c:pt>
                <c:pt idx="1334">
                  <c:v>43649</c:v>
                </c:pt>
                <c:pt idx="1335">
                  <c:v>43648</c:v>
                </c:pt>
                <c:pt idx="1336">
                  <c:v>43647</c:v>
                </c:pt>
                <c:pt idx="1337">
                  <c:v>43646</c:v>
                </c:pt>
                <c:pt idx="1338">
                  <c:v>43645</c:v>
                </c:pt>
                <c:pt idx="1339">
                  <c:v>43644</c:v>
                </c:pt>
                <c:pt idx="1340">
                  <c:v>43643</c:v>
                </c:pt>
                <c:pt idx="1341">
                  <c:v>43642</c:v>
                </c:pt>
                <c:pt idx="1342">
                  <c:v>43641</c:v>
                </c:pt>
                <c:pt idx="1343">
                  <c:v>43640</c:v>
                </c:pt>
                <c:pt idx="1344">
                  <c:v>43639</c:v>
                </c:pt>
                <c:pt idx="1345">
                  <c:v>43638</c:v>
                </c:pt>
                <c:pt idx="1346">
                  <c:v>43637</c:v>
                </c:pt>
                <c:pt idx="1347">
                  <c:v>43636</c:v>
                </c:pt>
                <c:pt idx="1348">
                  <c:v>43635</c:v>
                </c:pt>
                <c:pt idx="1349">
                  <c:v>43634</c:v>
                </c:pt>
                <c:pt idx="1350">
                  <c:v>43633</c:v>
                </c:pt>
                <c:pt idx="1351">
                  <c:v>43632</c:v>
                </c:pt>
                <c:pt idx="1352">
                  <c:v>43631</c:v>
                </c:pt>
                <c:pt idx="1353">
                  <c:v>43630</c:v>
                </c:pt>
                <c:pt idx="1354">
                  <c:v>43629</c:v>
                </c:pt>
                <c:pt idx="1355">
                  <c:v>43628</c:v>
                </c:pt>
                <c:pt idx="1356">
                  <c:v>43627</c:v>
                </c:pt>
                <c:pt idx="1357">
                  <c:v>43626</c:v>
                </c:pt>
                <c:pt idx="1358">
                  <c:v>43625</c:v>
                </c:pt>
                <c:pt idx="1359">
                  <c:v>43624</c:v>
                </c:pt>
                <c:pt idx="1360">
                  <c:v>43623</c:v>
                </c:pt>
                <c:pt idx="1361">
                  <c:v>43622</c:v>
                </c:pt>
                <c:pt idx="1362">
                  <c:v>43621</c:v>
                </c:pt>
                <c:pt idx="1363">
                  <c:v>43620</c:v>
                </c:pt>
                <c:pt idx="1364">
                  <c:v>43619</c:v>
                </c:pt>
                <c:pt idx="1365">
                  <c:v>43618</c:v>
                </c:pt>
                <c:pt idx="1366">
                  <c:v>43617</c:v>
                </c:pt>
                <c:pt idx="1367">
                  <c:v>43616</c:v>
                </c:pt>
                <c:pt idx="1368">
                  <c:v>43615</c:v>
                </c:pt>
                <c:pt idx="1369">
                  <c:v>43614</c:v>
                </c:pt>
                <c:pt idx="1370">
                  <c:v>43613</c:v>
                </c:pt>
                <c:pt idx="1371">
                  <c:v>43612</c:v>
                </c:pt>
                <c:pt idx="1372">
                  <c:v>43611</c:v>
                </c:pt>
                <c:pt idx="1373">
                  <c:v>43610</c:v>
                </c:pt>
                <c:pt idx="1374">
                  <c:v>43609</c:v>
                </c:pt>
                <c:pt idx="1375">
                  <c:v>43608</c:v>
                </c:pt>
                <c:pt idx="1376">
                  <c:v>43607</c:v>
                </c:pt>
                <c:pt idx="1377">
                  <c:v>43606</c:v>
                </c:pt>
                <c:pt idx="1378">
                  <c:v>43605</c:v>
                </c:pt>
                <c:pt idx="1379">
                  <c:v>43604</c:v>
                </c:pt>
                <c:pt idx="1380">
                  <c:v>43603</c:v>
                </c:pt>
                <c:pt idx="1381">
                  <c:v>43602</c:v>
                </c:pt>
                <c:pt idx="1382">
                  <c:v>43601</c:v>
                </c:pt>
                <c:pt idx="1383">
                  <c:v>43600</c:v>
                </c:pt>
                <c:pt idx="1384">
                  <c:v>43599</c:v>
                </c:pt>
                <c:pt idx="1385">
                  <c:v>43598</c:v>
                </c:pt>
                <c:pt idx="1386">
                  <c:v>43597</c:v>
                </c:pt>
                <c:pt idx="1387">
                  <c:v>43596</c:v>
                </c:pt>
                <c:pt idx="1388">
                  <c:v>43595</c:v>
                </c:pt>
                <c:pt idx="1389">
                  <c:v>43594</c:v>
                </c:pt>
                <c:pt idx="1390">
                  <c:v>43593</c:v>
                </c:pt>
                <c:pt idx="1391">
                  <c:v>43592</c:v>
                </c:pt>
                <c:pt idx="1392">
                  <c:v>43591</c:v>
                </c:pt>
                <c:pt idx="1393">
                  <c:v>43590</c:v>
                </c:pt>
                <c:pt idx="1394">
                  <c:v>43589</c:v>
                </c:pt>
                <c:pt idx="1395">
                  <c:v>43588</c:v>
                </c:pt>
                <c:pt idx="1396">
                  <c:v>43587</c:v>
                </c:pt>
                <c:pt idx="1397">
                  <c:v>43586</c:v>
                </c:pt>
                <c:pt idx="1398">
                  <c:v>43585</c:v>
                </c:pt>
                <c:pt idx="1399">
                  <c:v>43584</c:v>
                </c:pt>
                <c:pt idx="1400">
                  <c:v>43583</c:v>
                </c:pt>
                <c:pt idx="1401">
                  <c:v>43582</c:v>
                </c:pt>
                <c:pt idx="1402">
                  <c:v>43581</c:v>
                </c:pt>
                <c:pt idx="1403">
                  <c:v>43580</c:v>
                </c:pt>
                <c:pt idx="1404">
                  <c:v>43579</c:v>
                </c:pt>
                <c:pt idx="1405">
                  <c:v>43578</c:v>
                </c:pt>
                <c:pt idx="1406">
                  <c:v>43577</c:v>
                </c:pt>
                <c:pt idx="1407">
                  <c:v>43576</c:v>
                </c:pt>
                <c:pt idx="1408">
                  <c:v>43575</c:v>
                </c:pt>
                <c:pt idx="1409">
                  <c:v>43574</c:v>
                </c:pt>
                <c:pt idx="1410">
                  <c:v>43573</c:v>
                </c:pt>
                <c:pt idx="1411">
                  <c:v>43572</c:v>
                </c:pt>
                <c:pt idx="1412">
                  <c:v>43571</c:v>
                </c:pt>
                <c:pt idx="1413">
                  <c:v>43570</c:v>
                </c:pt>
                <c:pt idx="1414">
                  <c:v>43569</c:v>
                </c:pt>
                <c:pt idx="1415">
                  <c:v>43568</c:v>
                </c:pt>
                <c:pt idx="1416">
                  <c:v>43567</c:v>
                </c:pt>
                <c:pt idx="1417">
                  <c:v>43566</c:v>
                </c:pt>
                <c:pt idx="1418">
                  <c:v>43565</c:v>
                </c:pt>
                <c:pt idx="1419">
                  <c:v>43564</c:v>
                </c:pt>
                <c:pt idx="1420">
                  <c:v>43563</c:v>
                </c:pt>
                <c:pt idx="1421">
                  <c:v>43562</c:v>
                </c:pt>
                <c:pt idx="1422">
                  <c:v>43561</c:v>
                </c:pt>
                <c:pt idx="1423">
                  <c:v>43560</c:v>
                </c:pt>
                <c:pt idx="1424">
                  <c:v>43559</c:v>
                </c:pt>
                <c:pt idx="1425">
                  <c:v>43558</c:v>
                </c:pt>
                <c:pt idx="1426">
                  <c:v>43557</c:v>
                </c:pt>
                <c:pt idx="1427">
                  <c:v>43556</c:v>
                </c:pt>
                <c:pt idx="1428">
                  <c:v>43555</c:v>
                </c:pt>
                <c:pt idx="1429">
                  <c:v>43554</c:v>
                </c:pt>
                <c:pt idx="1430">
                  <c:v>43553</c:v>
                </c:pt>
                <c:pt idx="1431">
                  <c:v>43552</c:v>
                </c:pt>
                <c:pt idx="1432">
                  <c:v>43551</c:v>
                </c:pt>
                <c:pt idx="1433">
                  <c:v>43550</c:v>
                </c:pt>
                <c:pt idx="1434">
                  <c:v>43549</c:v>
                </c:pt>
                <c:pt idx="1435">
                  <c:v>43548</c:v>
                </c:pt>
                <c:pt idx="1436">
                  <c:v>43547</c:v>
                </c:pt>
                <c:pt idx="1437">
                  <c:v>43546</c:v>
                </c:pt>
                <c:pt idx="1438">
                  <c:v>43545</c:v>
                </c:pt>
                <c:pt idx="1439">
                  <c:v>43544</c:v>
                </c:pt>
                <c:pt idx="1440">
                  <c:v>43543</c:v>
                </c:pt>
                <c:pt idx="1441">
                  <c:v>43542</c:v>
                </c:pt>
                <c:pt idx="1442">
                  <c:v>43541</c:v>
                </c:pt>
                <c:pt idx="1443">
                  <c:v>43540</c:v>
                </c:pt>
                <c:pt idx="1444">
                  <c:v>43539</c:v>
                </c:pt>
                <c:pt idx="1445">
                  <c:v>43538</c:v>
                </c:pt>
                <c:pt idx="1446">
                  <c:v>43537</c:v>
                </c:pt>
                <c:pt idx="1447">
                  <c:v>43536</c:v>
                </c:pt>
                <c:pt idx="1448">
                  <c:v>43535</c:v>
                </c:pt>
                <c:pt idx="1449">
                  <c:v>43534</c:v>
                </c:pt>
                <c:pt idx="1450">
                  <c:v>43533</c:v>
                </c:pt>
                <c:pt idx="1451">
                  <c:v>43532</c:v>
                </c:pt>
                <c:pt idx="1452">
                  <c:v>43531</c:v>
                </c:pt>
                <c:pt idx="1453">
                  <c:v>43530</c:v>
                </c:pt>
                <c:pt idx="1454">
                  <c:v>43529</c:v>
                </c:pt>
                <c:pt idx="1455">
                  <c:v>43528</c:v>
                </c:pt>
                <c:pt idx="1456">
                  <c:v>43527</c:v>
                </c:pt>
                <c:pt idx="1457">
                  <c:v>43526</c:v>
                </c:pt>
                <c:pt idx="1458">
                  <c:v>43525</c:v>
                </c:pt>
                <c:pt idx="1459">
                  <c:v>43524</c:v>
                </c:pt>
                <c:pt idx="1460">
                  <c:v>43523</c:v>
                </c:pt>
                <c:pt idx="1461">
                  <c:v>43522</c:v>
                </c:pt>
                <c:pt idx="1462">
                  <c:v>43521</c:v>
                </c:pt>
                <c:pt idx="1463">
                  <c:v>43520</c:v>
                </c:pt>
                <c:pt idx="1464">
                  <c:v>43519</c:v>
                </c:pt>
                <c:pt idx="1465">
                  <c:v>43518</c:v>
                </c:pt>
                <c:pt idx="1466">
                  <c:v>43517</c:v>
                </c:pt>
                <c:pt idx="1467">
                  <c:v>43516</c:v>
                </c:pt>
                <c:pt idx="1468">
                  <c:v>43515</c:v>
                </c:pt>
                <c:pt idx="1469">
                  <c:v>43514</c:v>
                </c:pt>
                <c:pt idx="1470">
                  <c:v>43513</c:v>
                </c:pt>
                <c:pt idx="1471">
                  <c:v>43512</c:v>
                </c:pt>
                <c:pt idx="1472">
                  <c:v>43511</c:v>
                </c:pt>
                <c:pt idx="1473">
                  <c:v>43510</c:v>
                </c:pt>
                <c:pt idx="1474">
                  <c:v>43509</c:v>
                </c:pt>
                <c:pt idx="1475">
                  <c:v>43508</c:v>
                </c:pt>
                <c:pt idx="1476">
                  <c:v>43507</c:v>
                </c:pt>
                <c:pt idx="1477">
                  <c:v>43506</c:v>
                </c:pt>
                <c:pt idx="1478">
                  <c:v>43505</c:v>
                </c:pt>
                <c:pt idx="1479">
                  <c:v>43504</c:v>
                </c:pt>
                <c:pt idx="1480">
                  <c:v>43503</c:v>
                </c:pt>
                <c:pt idx="1481">
                  <c:v>43502</c:v>
                </c:pt>
                <c:pt idx="1482">
                  <c:v>43501</c:v>
                </c:pt>
                <c:pt idx="1483">
                  <c:v>43500</c:v>
                </c:pt>
                <c:pt idx="1484">
                  <c:v>43499</c:v>
                </c:pt>
                <c:pt idx="1485">
                  <c:v>43498</c:v>
                </c:pt>
                <c:pt idx="1486">
                  <c:v>43497</c:v>
                </c:pt>
                <c:pt idx="1487">
                  <c:v>43496</c:v>
                </c:pt>
                <c:pt idx="1488">
                  <c:v>43495</c:v>
                </c:pt>
                <c:pt idx="1489">
                  <c:v>43494</c:v>
                </c:pt>
                <c:pt idx="1490">
                  <c:v>43493</c:v>
                </c:pt>
                <c:pt idx="1491">
                  <c:v>43492</c:v>
                </c:pt>
                <c:pt idx="1492">
                  <c:v>43491</c:v>
                </c:pt>
                <c:pt idx="1493">
                  <c:v>43490</c:v>
                </c:pt>
                <c:pt idx="1494">
                  <c:v>43489</c:v>
                </c:pt>
                <c:pt idx="1495">
                  <c:v>43488</c:v>
                </c:pt>
                <c:pt idx="1496">
                  <c:v>43487</c:v>
                </c:pt>
                <c:pt idx="1497">
                  <c:v>43486</c:v>
                </c:pt>
                <c:pt idx="1498">
                  <c:v>43485</c:v>
                </c:pt>
                <c:pt idx="1499">
                  <c:v>43484</c:v>
                </c:pt>
                <c:pt idx="1500">
                  <c:v>43483</c:v>
                </c:pt>
                <c:pt idx="1501">
                  <c:v>43482</c:v>
                </c:pt>
                <c:pt idx="1502">
                  <c:v>43481</c:v>
                </c:pt>
                <c:pt idx="1503">
                  <c:v>43480</c:v>
                </c:pt>
                <c:pt idx="1504">
                  <c:v>43479</c:v>
                </c:pt>
                <c:pt idx="1505">
                  <c:v>43478</c:v>
                </c:pt>
                <c:pt idx="1506">
                  <c:v>43477</c:v>
                </c:pt>
                <c:pt idx="1507">
                  <c:v>43476</c:v>
                </c:pt>
                <c:pt idx="1508">
                  <c:v>43475</c:v>
                </c:pt>
                <c:pt idx="1509">
                  <c:v>43474</c:v>
                </c:pt>
                <c:pt idx="1510">
                  <c:v>43473</c:v>
                </c:pt>
                <c:pt idx="1511">
                  <c:v>43472</c:v>
                </c:pt>
                <c:pt idx="1512">
                  <c:v>43471</c:v>
                </c:pt>
                <c:pt idx="1513">
                  <c:v>43470</c:v>
                </c:pt>
                <c:pt idx="1514">
                  <c:v>43469</c:v>
                </c:pt>
                <c:pt idx="1515">
                  <c:v>43468</c:v>
                </c:pt>
                <c:pt idx="1516">
                  <c:v>43467</c:v>
                </c:pt>
                <c:pt idx="1517">
                  <c:v>43466</c:v>
                </c:pt>
                <c:pt idx="1518">
                  <c:v>43465</c:v>
                </c:pt>
                <c:pt idx="1519">
                  <c:v>43464</c:v>
                </c:pt>
                <c:pt idx="1520">
                  <c:v>43463</c:v>
                </c:pt>
                <c:pt idx="1521">
                  <c:v>43462</c:v>
                </c:pt>
                <c:pt idx="1522">
                  <c:v>43461</c:v>
                </c:pt>
                <c:pt idx="1523">
                  <c:v>43460</c:v>
                </c:pt>
                <c:pt idx="1524">
                  <c:v>43459</c:v>
                </c:pt>
                <c:pt idx="1525">
                  <c:v>43458</c:v>
                </c:pt>
                <c:pt idx="1526">
                  <c:v>43457</c:v>
                </c:pt>
                <c:pt idx="1527">
                  <c:v>43456</c:v>
                </c:pt>
                <c:pt idx="1528">
                  <c:v>43455</c:v>
                </c:pt>
                <c:pt idx="1529">
                  <c:v>43454</c:v>
                </c:pt>
                <c:pt idx="1530">
                  <c:v>43453</c:v>
                </c:pt>
                <c:pt idx="1531">
                  <c:v>43452</c:v>
                </c:pt>
                <c:pt idx="1532">
                  <c:v>43451</c:v>
                </c:pt>
                <c:pt idx="1533">
                  <c:v>43450</c:v>
                </c:pt>
                <c:pt idx="1534">
                  <c:v>43449</c:v>
                </c:pt>
                <c:pt idx="1535">
                  <c:v>43448</c:v>
                </c:pt>
                <c:pt idx="1536">
                  <c:v>43447</c:v>
                </c:pt>
                <c:pt idx="1537">
                  <c:v>43446</c:v>
                </c:pt>
                <c:pt idx="1538">
                  <c:v>43445</c:v>
                </c:pt>
                <c:pt idx="1539">
                  <c:v>43444</c:v>
                </c:pt>
                <c:pt idx="1540">
                  <c:v>43443</c:v>
                </c:pt>
                <c:pt idx="1541">
                  <c:v>43442</c:v>
                </c:pt>
                <c:pt idx="1542">
                  <c:v>43441</c:v>
                </c:pt>
                <c:pt idx="1543">
                  <c:v>43440</c:v>
                </c:pt>
                <c:pt idx="1544">
                  <c:v>43439</c:v>
                </c:pt>
                <c:pt idx="1545">
                  <c:v>43438</c:v>
                </c:pt>
                <c:pt idx="1546">
                  <c:v>43437</c:v>
                </c:pt>
                <c:pt idx="1547">
                  <c:v>43436</c:v>
                </c:pt>
                <c:pt idx="1548">
                  <c:v>43435</c:v>
                </c:pt>
                <c:pt idx="1549">
                  <c:v>43434</c:v>
                </c:pt>
                <c:pt idx="1550">
                  <c:v>43433</c:v>
                </c:pt>
                <c:pt idx="1551">
                  <c:v>43432</c:v>
                </c:pt>
                <c:pt idx="1552">
                  <c:v>43431</c:v>
                </c:pt>
                <c:pt idx="1553">
                  <c:v>43430</c:v>
                </c:pt>
                <c:pt idx="1554">
                  <c:v>43429</c:v>
                </c:pt>
                <c:pt idx="1555">
                  <c:v>43428</c:v>
                </c:pt>
                <c:pt idx="1556">
                  <c:v>43427</c:v>
                </c:pt>
                <c:pt idx="1557">
                  <c:v>43426</c:v>
                </c:pt>
                <c:pt idx="1558">
                  <c:v>43425</c:v>
                </c:pt>
                <c:pt idx="1559">
                  <c:v>43424</c:v>
                </c:pt>
                <c:pt idx="1560">
                  <c:v>43423</c:v>
                </c:pt>
                <c:pt idx="1561">
                  <c:v>43422</c:v>
                </c:pt>
                <c:pt idx="1562">
                  <c:v>43421</c:v>
                </c:pt>
                <c:pt idx="1563">
                  <c:v>43420</c:v>
                </c:pt>
                <c:pt idx="1564">
                  <c:v>43419</c:v>
                </c:pt>
                <c:pt idx="1565">
                  <c:v>43418</c:v>
                </c:pt>
                <c:pt idx="1566">
                  <c:v>43417</c:v>
                </c:pt>
                <c:pt idx="1567">
                  <c:v>43416</c:v>
                </c:pt>
                <c:pt idx="1568">
                  <c:v>43415</c:v>
                </c:pt>
                <c:pt idx="1569">
                  <c:v>43414</c:v>
                </c:pt>
                <c:pt idx="1570">
                  <c:v>43413</c:v>
                </c:pt>
                <c:pt idx="1571">
                  <c:v>43412</c:v>
                </c:pt>
                <c:pt idx="1572">
                  <c:v>43411</c:v>
                </c:pt>
                <c:pt idx="1573">
                  <c:v>43410</c:v>
                </c:pt>
                <c:pt idx="1574">
                  <c:v>43409</c:v>
                </c:pt>
                <c:pt idx="1575">
                  <c:v>43408</c:v>
                </c:pt>
                <c:pt idx="1576">
                  <c:v>43407</c:v>
                </c:pt>
                <c:pt idx="1577">
                  <c:v>43406</c:v>
                </c:pt>
                <c:pt idx="1578">
                  <c:v>43405</c:v>
                </c:pt>
                <c:pt idx="1579">
                  <c:v>43404</c:v>
                </c:pt>
                <c:pt idx="1580">
                  <c:v>43403</c:v>
                </c:pt>
                <c:pt idx="1581">
                  <c:v>43402</c:v>
                </c:pt>
                <c:pt idx="1582">
                  <c:v>43401</c:v>
                </c:pt>
                <c:pt idx="1583">
                  <c:v>43400</c:v>
                </c:pt>
                <c:pt idx="1584">
                  <c:v>43399</c:v>
                </c:pt>
                <c:pt idx="1585">
                  <c:v>43398</c:v>
                </c:pt>
                <c:pt idx="1586">
                  <c:v>43397</c:v>
                </c:pt>
                <c:pt idx="1587">
                  <c:v>43396</c:v>
                </c:pt>
                <c:pt idx="1588">
                  <c:v>43395</c:v>
                </c:pt>
                <c:pt idx="1589">
                  <c:v>43394</c:v>
                </c:pt>
                <c:pt idx="1590">
                  <c:v>43393</c:v>
                </c:pt>
                <c:pt idx="1591">
                  <c:v>43392</c:v>
                </c:pt>
                <c:pt idx="1592">
                  <c:v>43391</c:v>
                </c:pt>
                <c:pt idx="1593">
                  <c:v>43390</c:v>
                </c:pt>
                <c:pt idx="1594">
                  <c:v>43389</c:v>
                </c:pt>
                <c:pt idx="1595">
                  <c:v>43388</c:v>
                </c:pt>
                <c:pt idx="1596">
                  <c:v>43387</c:v>
                </c:pt>
                <c:pt idx="1597">
                  <c:v>43386</c:v>
                </c:pt>
                <c:pt idx="1598">
                  <c:v>43385</c:v>
                </c:pt>
                <c:pt idx="1599">
                  <c:v>43384</c:v>
                </c:pt>
                <c:pt idx="1600">
                  <c:v>43383</c:v>
                </c:pt>
                <c:pt idx="1601">
                  <c:v>43382</c:v>
                </c:pt>
                <c:pt idx="1602">
                  <c:v>43381</c:v>
                </c:pt>
                <c:pt idx="1603">
                  <c:v>43380</c:v>
                </c:pt>
                <c:pt idx="1604">
                  <c:v>43379</c:v>
                </c:pt>
                <c:pt idx="1605">
                  <c:v>43378</c:v>
                </c:pt>
                <c:pt idx="1606">
                  <c:v>43377</c:v>
                </c:pt>
                <c:pt idx="1607">
                  <c:v>43376</c:v>
                </c:pt>
                <c:pt idx="1608">
                  <c:v>43375</c:v>
                </c:pt>
                <c:pt idx="1609">
                  <c:v>43374</c:v>
                </c:pt>
                <c:pt idx="1610">
                  <c:v>43373</c:v>
                </c:pt>
                <c:pt idx="1611">
                  <c:v>43372</c:v>
                </c:pt>
                <c:pt idx="1612">
                  <c:v>43371</c:v>
                </c:pt>
                <c:pt idx="1613">
                  <c:v>43370</c:v>
                </c:pt>
                <c:pt idx="1614">
                  <c:v>43369</c:v>
                </c:pt>
                <c:pt idx="1615">
                  <c:v>43368</c:v>
                </c:pt>
                <c:pt idx="1616">
                  <c:v>43367</c:v>
                </c:pt>
                <c:pt idx="1617">
                  <c:v>43366</c:v>
                </c:pt>
                <c:pt idx="1618">
                  <c:v>43365</c:v>
                </c:pt>
                <c:pt idx="1619">
                  <c:v>43364</c:v>
                </c:pt>
                <c:pt idx="1620">
                  <c:v>43363</c:v>
                </c:pt>
                <c:pt idx="1621">
                  <c:v>43362</c:v>
                </c:pt>
                <c:pt idx="1622">
                  <c:v>43361</c:v>
                </c:pt>
                <c:pt idx="1623">
                  <c:v>43360</c:v>
                </c:pt>
                <c:pt idx="1624">
                  <c:v>43359</c:v>
                </c:pt>
                <c:pt idx="1625">
                  <c:v>43358</c:v>
                </c:pt>
                <c:pt idx="1626">
                  <c:v>43357</c:v>
                </c:pt>
                <c:pt idx="1627">
                  <c:v>43356</c:v>
                </c:pt>
                <c:pt idx="1628">
                  <c:v>43355</c:v>
                </c:pt>
                <c:pt idx="1629">
                  <c:v>43354</c:v>
                </c:pt>
                <c:pt idx="1630">
                  <c:v>43353</c:v>
                </c:pt>
                <c:pt idx="1631">
                  <c:v>43352</c:v>
                </c:pt>
                <c:pt idx="1632">
                  <c:v>43351</c:v>
                </c:pt>
                <c:pt idx="1633">
                  <c:v>43350</c:v>
                </c:pt>
                <c:pt idx="1634">
                  <c:v>43349</c:v>
                </c:pt>
                <c:pt idx="1635">
                  <c:v>43348</c:v>
                </c:pt>
                <c:pt idx="1636">
                  <c:v>43347</c:v>
                </c:pt>
                <c:pt idx="1637">
                  <c:v>43346</c:v>
                </c:pt>
                <c:pt idx="1638">
                  <c:v>43345</c:v>
                </c:pt>
                <c:pt idx="1639">
                  <c:v>43344</c:v>
                </c:pt>
                <c:pt idx="1640">
                  <c:v>43343</c:v>
                </c:pt>
                <c:pt idx="1641">
                  <c:v>43342</c:v>
                </c:pt>
                <c:pt idx="1642">
                  <c:v>43341</c:v>
                </c:pt>
                <c:pt idx="1643">
                  <c:v>43340</c:v>
                </c:pt>
                <c:pt idx="1644">
                  <c:v>43339</c:v>
                </c:pt>
                <c:pt idx="1645">
                  <c:v>43338</c:v>
                </c:pt>
                <c:pt idx="1646">
                  <c:v>43337</c:v>
                </c:pt>
                <c:pt idx="1647">
                  <c:v>43336</c:v>
                </c:pt>
                <c:pt idx="1648">
                  <c:v>43335</c:v>
                </c:pt>
                <c:pt idx="1649">
                  <c:v>43334</c:v>
                </c:pt>
                <c:pt idx="1650">
                  <c:v>43333</c:v>
                </c:pt>
                <c:pt idx="1651">
                  <c:v>43332</c:v>
                </c:pt>
                <c:pt idx="1652">
                  <c:v>43331</c:v>
                </c:pt>
                <c:pt idx="1653">
                  <c:v>43330</c:v>
                </c:pt>
                <c:pt idx="1654">
                  <c:v>43329</c:v>
                </c:pt>
                <c:pt idx="1655">
                  <c:v>43328</c:v>
                </c:pt>
                <c:pt idx="1656">
                  <c:v>43327</c:v>
                </c:pt>
                <c:pt idx="1657">
                  <c:v>43326</c:v>
                </c:pt>
                <c:pt idx="1658">
                  <c:v>43325</c:v>
                </c:pt>
                <c:pt idx="1659">
                  <c:v>43324</c:v>
                </c:pt>
                <c:pt idx="1660">
                  <c:v>43323</c:v>
                </c:pt>
                <c:pt idx="1661">
                  <c:v>43322</c:v>
                </c:pt>
                <c:pt idx="1662">
                  <c:v>43321</c:v>
                </c:pt>
                <c:pt idx="1663">
                  <c:v>43320</c:v>
                </c:pt>
                <c:pt idx="1664">
                  <c:v>43319</c:v>
                </c:pt>
                <c:pt idx="1665">
                  <c:v>43318</c:v>
                </c:pt>
                <c:pt idx="1666">
                  <c:v>43317</c:v>
                </c:pt>
                <c:pt idx="1667">
                  <c:v>43316</c:v>
                </c:pt>
                <c:pt idx="1668">
                  <c:v>43315</c:v>
                </c:pt>
                <c:pt idx="1669">
                  <c:v>43314</c:v>
                </c:pt>
                <c:pt idx="1670">
                  <c:v>43313</c:v>
                </c:pt>
                <c:pt idx="1671">
                  <c:v>43312</c:v>
                </c:pt>
                <c:pt idx="1672">
                  <c:v>43311</c:v>
                </c:pt>
                <c:pt idx="1673">
                  <c:v>43310</c:v>
                </c:pt>
                <c:pt idx="1674">
                  <c:v>43309</c:v>
                </c:pt>
                <c:pt idx="1675">
                  <c:v>43308</c:v>
                </c:pt>
                <c:pt idx="1676">
                  <c:v>43307</c:v>
                </c:pt>
                <c:pt idx="1677">
                  <c:v>43306</c:v>
                </c:pt>
                <c:pt idx="1678">
                  <c:v>43305</c:v>
                </c:pt>
                <c:pt idx="1679">
                  <c:v>43304</c:v>
                </c:pt>
                <c:pt idx="1680">
                  <c:v>43303</c:v>
                </c:pt>
                <c:pt idx="1681">
                  <c:v>43302</c:v>
                </c:pt>
                <c:pt idx="1682">
                  <c:v>43301</c:v>
                </c:pt>
                <c:pt idx="1683">
                  <c:v>43300</c:v>
                </c:pt>
                <c:pt idx="1684">
                  <c:v>43299</c:v>
                </c:pt>
                <c:pt idx="1685">
                  <c:v>43298</c:v>
                </c:pt>
                <c:pt idx="1686">
                  <c:v>43297</c:v>
                </c:pt>
                <c:pt idx="1687">
                  <c:v>43296</c:v>
                </c:pt>
                <c:pt idx="1688">
                  <c:v>43295</c:v>
                </c:pt>
                <c:pt idx="1689">
                  <c:v>43294</c:v>
                </c:pt>
                <c:pt idx="1690">
                  <c:v>43293</c:v>
                </c:pt>
                <c:pt idx="1691">
                  <c:v>43292</c:v>
                </c:pt>
                <c:pt idx="1692">
                  <c:v>43291</c:v>
                </c:pt>
                <c:pt idx="1693">
                  <c:v>43290</c:v>
                </c:pt>
                <c:pt idx="1694">
                  <c:v>43289</c:v>
                </c:pt>
                <c:pt idx="1695">
                  <c:v>43288</c:v>
                </c:pt>
                <c:pt idx="1696">
                  <c:v>43287</c:v>
                </c:pt>
                <c:pt idx="1697">
                  <c:v>43286</c:v>
                </c:pt>
                <c:pt idx="1698">
                  <c:v>43285</c:v>
                </c:pt>
                <c:pt idx="1699">
                  <c:v>43284</c:v>
                </c:pt>
                <c:pt idx="1700">
                  <c:v>43283</c:v>
                </c:pt>
                <c:pt idx="1701">
                  <c:v>43282</c:v>
                </c:pt>
                <c:pt idx="1702">
                  <c:v>43281</c:v>
                </c:pt>
                <c:pt idx="1703">
                  <c:v>43280</c:v>
                </c:pt>
                <c:pt idx="1704">
                  <c:v>43279</c:v>
                </c:pt>
                <c:pt idx="1705">
                  <c:v>43278</c:v>
                </c:pt>
                <c:pt idx="1706">
                  <c:v>43277</c:v>
                </c:pt>
                <c:pt idx="1707">
                  <c:v>43276</c:v>
                </c:pt>
                <c:pt idx="1708">
                  <c:v>43275</c:v>
                </c:pt>
                <c:pt idx="1709">
                  <c:v>43274</c:v>
                </c:pt>
                <c:pt idx="1710">
                  <c:v>43273</c:v>
                </c:pt>
                <c:pt idx="1711">
                  <c:v>43272</c:v>
                </c:pt>
                <c:pt idx="1712">
                  <c:v>43271</c:v>
                </c:pt>
                <c:pt idx="1713">
                  <c:v>43270</c:v>
                </c:pt>
                <c:pt idx="1714">
                  <c:v>43269</c:v>
                </c:pt>
                <c:pt idx="1715">
                  <c:v>43268</c:v>
                </c:pt>
                <c:pt idx="1716">
                  <c:v>43267</c:v>
                </c:pt>
                <c:pt idx="1717">
                  <c:v>43266</c:v>
                </c:pt>
                <c:pt idx="1718">
                  <c:v>43265</c:v>
                </c:pt>
                <c:pt idx="1719">
                  <c:v>43264</c:v>
                </c:pt>
                <c:pt idx="1720">
                  <c:v>43263</c:v>
                </c:pt>
                <c:pt idx="1721">
                  <c:v>43262</c:v>
                </c:pt>
                <c:pt idx="1722">
                  <c:v>43261</c:v>
                </c:pt>
                <c:pt idx="1723">
                  <c:v>43260</c:v>
                </c:pt>
                <c:pt idx="1724">
                  <c:v>43259</c:v>
                </c:pt>
                <c:pt idx="1725">
                  <c:v>43258</c:v>
                </c:pt>
                <c:pt idx="1726">
                  <c:v>43257</c:v>
                </c:pt>
                <c:pt idx="1727">
                  <c:v>43256</c:v>
                </c:pt>
                <c:pt idx="1728">
                  <c:v>43255</c:v>
                </c:pt>
                <c:pt idx="1729">
                  <c:v>43254</c:v>
                </c:pt>
                <c:pt idx="1730">
                  <c:v>43253</c:v>
                </c:pt>
                <c:pt idx="1731">
                  <c:v>43252</c:v>
                </c:pt>
                <c:pt idx="1732">
                  <c:v>43251</c:v>
                </c:pt>
                <c:pt idx="1733">
                  <c:v>43250</c:v>
                </c:pt>
                <c:pt idx="1734">
                  <c:v>43249</c:v>
                </c:pt>
                <c:pt idx="1735">
                  <c:v>43248</c:v>
                </c:pt>
                <c:pt idx="1736">
                  <c:v>43247</c:v>
                </c:pt>
                <c:pt idx="1737">
                  <c:v>43246</c:v>
                </c:pt>
                <c:pt idx="1738">
                  <c:v>43245</c:v>
                </c:pt>
                <c:pt idx="1739">
                  <c:v>43244</c:v>
                </c:pt>
                <c:pt idx="1740">
                  <c:v>43243</c:v>
                </c:pt>
                <c:pt idx="1741">
                  <c:v>43242</c:v>
                </c:pt>
                <c:pt idx="1742">
                  <c:v>43241</c:v>
                </c:pt>
                <c:pt idx="1743">
                  <c:v>43240</c:v>
                </c:pt>
                <c:pt idx="1744">
                  <c:v>43239</c:v>
                </c:pt>
                <c:pt idx="1745">
                  <c:v>43238</c:v>
                </c:pt>
                <c:pt idx="1746">
                  <c:v>43237</c:v>
                </c:pt>
                <c:pt idx="1747">
                  <c:v>43236</c:v>
                </c:pt>
                <c:pt idx="1748">
                  <c:v>43235</c:v>
                </c:pt>
                <c:pt idx="1749">
                  <c:v>43234</c:v>
                </c:pt>
                <c:pt idx="1750">
                  <c:v>43233</c:v>
                </c:pt>
                <c:pt idx="1751">
                  <c:v>43232</c:v>
                </c:pt>
                <c:pt idx="1752">
                  <c:v>43231</c:v>
                </c:pt>
                <c:pt idx="1753">
                  <c:v>43230</c:v>
                </c:pt>
                <c:pt idx="1754">
                  <c:v>43229</c:v>
                </c:pt>
                <c:pt idx="1755">
                  <c:v>43228</c:v>
                </c:pt>
                <c:pt idx="1756">
                  <c:v>43227</c:v>
                </c:pt>
                <c:pt idx="1757">
                  <c:v>43226</c:v>
                </c:pt>
                <c:pt idx="1758">
                  <c:v>43225</c:v>
                </c:pt>
                <c:pt idx="1759">
                  <c:v>43224</c:v>
                </c:pt>
                <c:pt idx="1760">
                  <c:v>43223</c:v>
                </c:pt>
                <c:pt idx="1761">
                  <c:v>43222</c:v>
                </c:pt>
                <c:pt idx="1762">
                  <c:v>43221</c:v>
                </c:pt>
                <c:pt idx="1763">
                  <c:v>43220</c:v>
                </c:pt>
                <c:pt idx="1764">
                  <c:v>43219</c:v>
                </c:pt>
                <c:pt idx="1765">
                  <c:v>43218</c:v>
                </c:pt>
                <c:pt idx="1766">
                  <c:v>43217</c:v>
                </c:pt>
                <c:pt idx="1767">
                  <c:v>43216</c:v>
                </c:pt>
                <c:pt idx="1768">
                  <c:v>43215</c:v>
                </c:pt>
                <c:pt idx="1769">
                  <c:v>43214</c:v>
                </c:pt>
                <c:pt idx="1770">
                  <c:v>43213</c:v>
                </c:pt>
                <c:pt idx="1771">
                  <c:v>43212</c:v>
                </c:pt>
                <c:pt idx="1772">
                  <c:v>43211</c:v>
                </c:pt>
                <c:pt idx="1773">
                  <c:v>43210</c:v>
                </c:pt>
                <c:pt idx="1774">
                  <c:v>43209</c:v>
                </c:pt>
                <c:pt idx="1775">
                  <c:v>43208</c:v>
                </c:pt>
                <c:pt idx="1776">
                  <c:v>43207</c:v>
                </c:pt>
                <c:pt idx="1777">
                  <c:v>43206</c:v>
                </c:pt>
                <c:pt idx="1778">
                  <c:v>43205</c:v>
                </c:pt>
                <c:pt idx="1779">
                  <c:v>43204</c:v>
                </c:pt>
                <c:pt idx="1780">
                  <c:v>43203</c:v>
                </c:pt>
                <c:pt idx="1781">
                  <c:v>43202</c:v>
                </c:pt>
                <c:pt idx="1782">
                  <c:v>43201</c:v>
                </c:pt>
                <c:pt idx="1783">
                  <c:v>43200</c:v>
                </c:pt>
                <c:pt idx="1784">
                  <c:v>43199</c:v>
                </c:pt>
                <c:pt idx="1785">
                  <c:v>43198</c:v>
                </c:pt>
                <c:pt idx="1786">
                  <c:v>43197</c:v>
                </c:pt>
                <c:pt idx="1787">
                  <c:v>43196</c:v>
                </c:pt>
                <c:pt idx="1788">
                  <c:v>43195</c:v>
                </c:pt>
                <c:pt idx="1789">
                  <c:v>43194</c:v>
                </c:pt>
                <c:pt idx="1790">
                  <c:v>43193</c:v>
                </c:pt>
                <c:pt idx="1791">
                  <c:v>43192</c:v>
                </c:pt>
                <c:pt idx="1792">
                  <c:v>43191</c:v>
                </c:pt>
                <c:pt idx="1793">
                  <c:v>43190</c:v>
                </c:pt>
                <c:pt idx="1794">
                  <c:v>43189</c:v>
                </c:pt>
                <c:pt idx="1795">
                  <c:v>43188</c:v>
                </c:pt>
                <c:pt idx="1796">
                  <c:v>43187</c:v>
                </c:pt>
                <c:pt idx="1797">
                  <c:v>43186</c:v>
                </c:pt>
                <c:pt idx="1798">
                  <c:v>43185</c:v>
                </c:pt>
                <c:pt idx="1799">
                  <c:v>43184</c:v>
                </c:pt>
                <c:pt idx="1800">
                  <c:v>43183</c:v>
                </c:pt>
                <c:pt idx="1801">
                  <c:v>43182</c:v>
                </c:pt>
                <c:pt idx="1802">
                  <c:v>43181</c:v>
                </c:pt>
                <c:pt idx="1803">
                  <c:v>43180</c:v>
                </c:pt>
                <c:pt idx="1804">
                  <c:v>43179</c:v>
                </c:pt>
                <c:pt idx="1805">
                  <c:v>43178</c:v>
                </c:pt>
                <c:pt idx="1806">
                  <c:v>43177</c:v>
                </c:pt>
                <c:pt idx="1807">
                  <c:v>43176</c:v>
                </c:pt>
                <c:pt idx="1808">
                  <c:v>43175</c:v>
                </c:pt>
                <c:pt idx="1809">
                  <c:v>43174</c:v>
                </c:pt>
                <c:pt idx="1810">
                  <c:v>43173</c:v>
                </c:pt>
                <c:pt idx="1811">
                  <c:v>43172</c:v>
                </c:pt>
                <c:pt idx="1812">
                  <c:v>43171</c:v>
                </c:pt>
                <c:pt idx="1813">
                  <c:v>43170</c:v>
                </c:pt>
                <c:pt idx="1814">
                  <c:v>43169</c:v>
                </c:pt>
                <c:pt idx="1815">
                  <c:v>43168</c:v>
                </c:pt>
                <c:pt idx="1816">
                  <c:v>43167</c:v>
                </c:pt>
                <c:pt idx="1817">
                  <c:v>43166</c:v>
                </c:pt>
                <c:pt idx="1818">
                  <c:v>43165</c:v>
                </c:pt>
                <c:pt idx="1819">
                  <c:v>43164</c:v>
                </c:pt>
                <c:pt idx="1820">
                  <c:v>43163</c:v>
                </c:pt>
                <c:pt idx="1821">
                  <c:v>43162</c:v>
                </c:pt>
                <c:pt idx="1822">
                  <c:v>43161</c:v>
                </c:pt>
                <c:pt idx="1823">
                  <c:v>43160</c:v>
                </c:pt>
                <c:pt idx="1824">
                  <c:v>43159</c:v>
                </c:pt>
                <c:pt idx="1825">
                  <c:v>43158</c:v>
                </c:pt>
                <c:pt idx="1826">
                  <c:v>43157</c:v>
                </c:pt>
                <c:pt idx="1827">
                  <c:v>43156</c:v>
                </c:pt>
                <c:pt idx="1828">
                  <c:v>43155</c:v>
                </c:pt>
                <c:pt idx="1829">
                  <c:v>43154</c:v>
                </c:pt>
                <c:pt idx="1830">
                  <c:v>43153</c:v>
                </c:pt>
                <c:pt idx="1831">
                  <c:v>43152</c:v>
                </c:pt>
                <c:pt idx="1832">
                  <c:v>43151</c:v>
                </c:pt>
                <c:pt idx="1833">
                  <c:v>43150</c:v>
                </c:pt>
                <c:pt idx="1834">
                  <c:v>43149</c:v>
                </c:pt>
                <c:pt idx="1835">
                  <c:v>43148</c:v>
                </c:pt>
                <c:pt idx="1836">
                  <c:v>43147</c:v>
                </c:pt>
                <c:pt idx="1837">
                  <c:v>43146</c:v>
                </c:pt>
                <c:pt idx="1838">
                  <c:v>43145</c:v>
                </c:pt>
                <c:pt idx="1839">
                  <c:v>43144</c:v>
                </c:pt>
                <c:pt idx="1840">
                  <c:v>43143</c:v>
                </c:pt>
                <c:pt idx="1841">
                  <c:v>43142</c:v>
                </c:pt>
                <c:pt idx="1842">
                  <c:v>43141</c:v>
                </c:pt>
                <c:pt idx="1843">
                  <c:v>43140</c:v>
                </c:pt>
                <c:pt idx="1844">
                  <c:v>43139</c:v>
                </c:pt>
                <c:pt idx="1845">
                  <c:v>43138</c:v>
                </c:pt>
                <c:pt idx="1846">
                  <c:v>43137</c:v>
                </c:pt>
                <c:pt idx="1847">
                  <c:v>43136</c:v>
                </c:pt>
                <c:pt idx="1848">
                  <c:v>43135</c:v>
                </c:pt>
                <c:pt idx="1849">
                  <c:v>43134</c:v>
                </c:pt>
                <c:pt idx="1850">
                  <c:v>43133</c:v>
                </c:pt>
                <c:pt idx="1851">
                  <c:v>43132</c:v>
                </c:pt>
                <c:pt idx="1852">
                  <c:v>43131</c:v>
                </c:pt>
                <c:pt idx="1853">
                  <c:v>43130</c:v>
                </c:pt>
                <c:pt idx="1854">
                  <c:v>43129</c:v>
                </c:pt>
                <c:pt idx="1855">
                  <c:v>43128</c:v>
                </c:pt>
                <c:pt idx="1856">
                  <c:v>43127</c:v>
                </c:pt>
                <c:pt idx="1857">
                  <c:v>43126</c:v>
                </c:pt>
                <c:pt idx="1858">
                  <c:v>43125</c:v>
                </c:pt>
                <c:pt idx="1859">
                  <c:v>43124</c:v>
                </c:pt>
                <c:pt idx="1860">
                  <c:v>43123</c:v>
                </c:pt>
                <c:pt idx="1861">
                  <c:v>43122</c:v>
                </c:pt>
                <c:pt idx="1862">
                  <c:v>43121</c:v>
                </c:pt>
                <c:pt idx="1863">
                  <c:v>43120</c:v>
                </c:pt>
                <c:pt idx="1864">
                  <c:v>43119</c:v>
                </c:pt>
                <c:pt idx="1865">
                  <c:v>43118</c:v>
                </c:pt>
                <c:pt idx="1866">
                  <c:v>43117</c:v>
                </c:pt>
                <c:pt idx="1867">
                  <c:v>43116</c:v>
                </c:pt>
                <c:pt idx="1868">
                  <c:v>43115</c:v>
                </c:pt>
                <c:pt idx="1869">
                  <c:v>43114</c:v>
                </c:pt>
                <c:pt idx="1870">
                  <c:v>43113</c:v>
                </c:pt>
                <c:pt idx="1871">
                  <c:v>43112</c:v>
                </c:pt>
                <c:pt idx="1872">
                  <c:v>43111</c:v>
                </c:pt>
                <c:pt idx="1873">
                  <c:v>43110</c:v>
                </c:pt>
                <c:pt idx="1874">
                  <c:v>43109</c:v>
                </c:pt>
                <c:pt idx="1875">
                  <c:v>43108</c:v>
                </c:pt>
                <c:pt idx="1876">
                  <c:v>43107</c:v>
                </c:pt>
                <c:pt idx="1877">
                  <c:v>43106</c:v>
                </c:pt>
                <c:pt idx="1878">
                  <c:v>43105</c:v>
                </c:pt>
                <c:pt idx="1879">
                  <c:v>43104</c:v>
                </c:pt>
                <c:pt idx="1880">
                  <c:v>43103</c:v>
                </c:pt>
                <c:pt idx="1881">
                  <c:v>43102</c:v>
                </c:pt>
                <c:pt idx="1882">
                  <c:v>43101</c:v>
                </c:pt>
                <c:pt idx="1883">
                  <c:v>43100</c:v>
                </c:pt>
                <c:pt idx="1884">
                  <c:v>43099</c:v>
                </c:pt>
                <c:pt idx="1885">
                  <c:v>43098</c:v>
                </c:pt>
                <c:pt idx="1886">
                  <c:v>43097</c:v>
                </c:pt>
                <c:pt idx="1887">
                  <c:v>43096</c:v>
                </c:pt>
                <c:pt idx="1888">
                  <c:v>43095</c:v>
                </c:pt>
                <c:pt idx="1889">
                  <c:v>43094</c:v>
                </c:pt>
                <c:pt idx="1890">
                  <c:v>43093</c:v>
                </c:pt>
                <c:pt idx="1891">
                  <c:v>43092</c:v>
                </c:pt>
                <c:pt idx="1892">
                  <c:v>43091</c:v>
                </c:pt>
                <c:pt idx="1893">
                  <c:v>43090</c:v>
                </c:pt>
                <c:pt idx="1894">
                  <c:v>43089</c:v>
                </c:pt>
                <c:pt idx="1895">
                  <c:v>43088</c:v>
                </c:pt>
                <c:pt idx="1896">
                  <c:v>43087</c:v>
                </c:pt>
                <c:pt idx="1897">
                  <c:v>43086</c:v>
                </c:pt>
                <c:pt idx="1898">
                  <c:v>43085</c:v>
                </c:pt>
                <c:pt idx="1899">
                  <c:v>43084</c:v>
                </c:pt>
                <c:pt idx="1900">
                  <c:v>43083</c:v>
                </c:pt>
                <c:pt idx="1901">
                  <c:v>43082</c:v>
                </c:pt>
                <c:pt idx="1902">
                  <c:v>43081</c:v>
                </c:pt>
                <c:pt idx="1903">
                  <c:v>43080</c:v>
                </c:pt>
                <c:pt idx="1904">
                  <c:v>43079</c:v>
                </c:pt>
                <c:pt idx="1905">
                  <c:v>43078</c:v>
                </c:pt>
                <c:pt idx="1906">
                  <c:v>43077</c:v>
                </c:pt>
                <c:pt idx="1907">
                  <c:v>43076</c:v>
                </c:pt>
                <c:pt idx="1908">
                  <c:v>43075</c:v>
                </c:pt>
                <c:pt idx="1909">
                  <c:v>43074</c:v>
                </c:pt>
                <c:pt idx="1910">
                  <c:v>43073</c:v>
                </c:pt>
                <c:pt idx="1911">
                  <c:v>43072</c:v>
                </c:pt>
                <c:pt idx="1912">
                  <c:v>43071</c:v>
                </c:pt>
                <c:pt idx="1913">
                  <c:v>43070</c:v>
                </c:pt>
                <c:pt idx="1914">
                  <c:v>43069</c:v>
                </c:pt>
                <c:pt idx="1915">
                  <c:v>43068</c:v>
                </c:pt>
                <c:pt idx="1916">
                  <c:v>43067</c:v>
                </c:pt>
                <c:pt idx="1917">
                  <c:v>43066</c:v>
                </c:pt>
                <c:pt idx="1918">
                  <c:v>43065</c:v>
                </c:pt>
                <c:pt idx="1919">
                  <c:v>43064</c:v>
                </c:pt>
                <c:pt idx="1920">
                  <c:v>43063</c:v>
                </c:pt>
                <c:pt idx="1921">
                  <c:v>43062</c:v>
                </c:pt>
                <c:pt idx="1922">
                  <c:v>43061</c:v>
                </c:pt>
                <c:pt idx="1923">
                  <c:v>43060</c:v>
                </c:pt>
                <c:pt idx="1924">
                  <c:v>43059</c:v>
                </c:pt>
                <c:pt idx="1925">
                  <c:v>43058</c:v>
                </c:pt>
                <c:pt idx="1926">
                  <c:v>43057</c:v>
                </c:pt>
                <c:pt idx="1927">
                  <c:v>43056</c:v>
                </c:pt>
                <c:pt idx="1928">
                  <c:v>43055</c:v>
                </c:pt>
                <c:pt idx="1929">
                  <c:v>43054</c:v>
                </c:pt>
                <c:pt idx="1930">
                  <c:v>43053</c:v>
                </c:pt>
                <c:pt idx="1931">
                  <c:v>43052</c:v>
                </c:pt>
                <c:pt idx="1932">
                  <c:v>43051</c:v>
                </c:pt>
                <c:pt idx="1933">
                  <c:v>43050</c:v>
                </c:pt>
                <c:pt idx="1934">
                  <c:v>43049</c:v>
                </c:pt>
                <c:pt idx="1935">
                  <c:v>43048</c:v>
                </c:pt>
                <c:pt idx="1936">
                  <c:v>43047</c:v>
                </c:pt>
                <c:pt idx="1937">
                  <c:v>43046</c:v>
                </c:pt>
                <c:pt idx="1938">
                  <c:v>43045</c:v>
                </c:pt>
                <c:pt idx="1939">
                  <c:v>43044</c:v>
                </c:pt>
                <c:pt idx="1940">
                  <c:v>43043</c:v>
                </c:pt>
                <c:pt idx="1941">
                  <c:v>43042</c:v>
                </c:pt>
                <c:pt idx="1942">
                  <c:v>43041</c:v>
                </c:pt>
                <c:pt idx="1943">
                  <c:v>43040</c:v>
                </c:pt>
                <c:pt idx="1944">
                  <c:v>43039</c:v>
                </c:pt>
                <c:pt idx="1945">
                  <c:v>43038</c:v>
                </c:pt>
                <c:pt idx="1946">
                  <c:v>43037</c:v>
                </c:pt>
                <c:pt idx="1947">
                  <c:v>43036</c:v>
                </c:pt>
                <c:pt idx="1948">
                  <c:v>43035</c:v>
                </c:pt>
                <c:pt idx="1949">
                  <c:v>43034</c:v>
                </c:pt>
                <c:pt idx="1950">
                  <c:v>43033</c:v>
                </c:pt>
                <c:pt idx="1951">
                  <c:v>43032</c:v>
                </c:pt>
                <c:pt idx="1952">
                  <c:v>43031</c:v>
                </c:pt>
                <c:pt idx="1953">
                  <c:v>43030</c:v>
                </c:pt>
                <c:pt idx="1954">
                  <c:v>43029</c:v>
                </c:pt>
                <c:pt idx="1955">
                  <c:v>43028</c:v>
                </c:pt>
                <c:pt idx="1956">
                  <c:v>43027</c:v>
                </c:pt>
                <c:pt idx="1957">
                  <c:v>43026</c:v>
                </c:pt>
                <c:pt idx="1958">
                  <c:v>43025</c:v>
                </c:pt>
                <c:pt idx="1959">
                  <c:v>43024</c:v>
                </c:pt>
                <c:pt idx="1960">
                  <c:v>43023</c:v>
                </c:pt>
                <c:pt idx="1961">
                  <c:v>43022</c:v>
                </c:pt>
                <c:pt idx="1962">
                  <c:v>43021</c:v>
                </c:pt>
                <c:pt idx="1963">
                  <c:v>43020</c:v>
                </c:pt>
                <c:pt idx="1964">
                  <c:v>43019</c:v>
                </c:pt>
                <c:pt idx="1965">
                  <c:v>43018</c:v>
                </c:pt>
                <c:pt idx="1966">
                  <c:v>43017</c:v>
                </c:pt>
                <c:pt idx="1967">
                  <c:v>43016</c:v>
                </c:pt>
                <c:pt idx="1968">
                  <c:v>43015</c:v>
                </c:pt>
                <c:pt idx="1969">
                  <c:v>43014</c:v>
                </c:pt>
                <c:pt idx="1970">
                  <c:v>43013</c:v>
                </c:pt>
                <c:pt idx="1971">
                  <c:v>43012</c:v>
                </c:pt>
                <c:pt idx="1972">
                  <c:v>43011</c:v>
                </c:pt>
                <c:pt idx="1973">
                  <c:v>43010</c:v>
                </c:pt>
                <c:pt idx="1974">
                  <c:v>43009</c:v>
                </c:pt>
                <c:pt idx="1975">
                  <c:v>43008</c:v>
                </c:pt>
                <c:pt idx="1976">
                  <c:v>43007</c:v>
                </c:pt>
                <c:pt idx="1977">
                  <c:v>43006</c:v>
                </c:pt>
                <c:pt idx="1978">
                  <c:v>43005</c:v>
                </c:pt>
                <c:pt idx="1979">
                  <c:v>43004</c:v>
                </c:pt>
                <c:pt idx="1980">
                  <c:v>43003</c:v>
                </c:pt>
                <c:pt idx="1981">
                  <c:v>43002</c:v>
                </c:pt>
                <c:pt idx="1982">
                  <c:v>43001</c:v>
                </c:pt>
                <c:pt idx="1983">
                  <c:v>43000</c:v>
                </c:pt>
                <c:pt idx="1984">
                  <c:v>42999</c:v>
                </c:pt>
                <c:pt idx="1985">
                  <c:v>42998</c:v>
                </c:pt>
                <c:pt idx="1986">
                  <c:v>42997</c:v>
                </c:pt>
                <c:pt idx="1987">
                  <c:v>42996</c:v>
                </c:pt>
                <c:pt idx="1988">
                  <c:v>42995</c:v>
                </c:pt>
                <c:pt idx="1989">
                  <c:v>42994</c:v>
                </c:pt>
                <c:pt idx="1990">
                  <c:v>42993</c:v>
                </c:pt>
                <c:pt idx="1991">
                  <c:v>42992</c:v>
                </c:pt>
                <c:pt idx="1992">
                  <c:v>42991</c:v>
                </c:pt>
                <c:pt idx="1993">
                  <c:v>42990</c:v>
                </c:pt>
                <c:pt idx="1994">
                  <c:v>42989</c:v>
                </c:pt>
                <c:pt idx="1995">
                  <c:v>42988</c:v>
                </c:pt>
                <c:pt idx="1996">
                  <c:v>42987</c:v>
                </c:pt>
                <c:pt idx="1997">
                  <c:v>42986</c:v>
                </c:pt>
                <c:pt idx="1998">
                  <c:v>42985</c:v>
                </c:pt>
                <c:pt idx="1999">
                  <c:v>42984</c:v>
                </c:pt>
                <c:pt idx="2000">
                  <c:v>42983</c:v>
                </c:pt>
                <c:pt idx="2001">
                  <c:v>42982</c:v>
                </c:pt>
                <c:pt idx="2002">
                  <c:v>42981</c:v>
                </c:pt>
                <c:pt idx="2003">
                  <c:v>42980</c:v>
                </c:pt>
                <c:pt idx="2004">
                  <c:v>42979</c:v>
                </c:pt>
                <c:pt idx="2005">
                  <c:v>42978</c:v>
                </c:pt>
                <c:pt idx="2006">
                  <c:v>42977</c:v>
                </c:pt>
                <c:pt idx="2007">
                  <c:v>42976</c:v>
                </c:pt>
                <c:pt idx="2008">
                  <c:v>42975</c:v>
                </c:pt>
                <c:pt idx="2009">
                  <c:v>42974</c:v>
                </c:pt>
                <c:pt idx="2010">
                  <c:v>42973</c:v>
                </c:pt>
                <c:pt idx="2011">
                  <c:v>42972</c:v>
                </c:pt>
                <c:pt idx="2012">
                  <c:v>42971</c:v>
                </c:pt>
                <c:pt idx="2013">
                  <c:v>42970</c:v>
                </c:pt>
                <c:pt idx="2014">
                  <c:v>42969</c:v>
                </c:pt>
                <c:pt idx="2015">
                  <c:v>42968</c:v>
                </c:pt>
                <c:pt idx="2016">
                  <c:v>42967</c:v>
                </c:pt>
                <c:pt idx="2017">
                  <c:v>42966</c:v>
                </c:pt>
                <c:pt idx="2018">
                  <c:v>42965</c:v>
                </c:pt>
                <c:pt idx="2019">
                  <c:v>42964</c:v>
                </c:pt>
                <c:pt idx="2020">
                  <c:v>42963</c:v>
                </c:pt>
                <c:pt idx="2021">
                  <c:v>42962</c:v>
                </c:pt>
                <c:pt idx="2022">
                  <c:v>42961</c:v>
                </c:pt>
                <c:pt idx="2023">
                  <c:v>42960</c:v>
                </c:pt>
                <c:pt idx="2024">
                  <c:v>42959</c:v>
                </c:pt>
                <c:pt idx="2025">
                  <c:v>42958</c:v>
                </c:pt>
                <c:pt idx="2026">
                  <c:v>42957</c:v>
                </c:pt>
                <c:pt idx="2027">
                  <c:v>42956</c:v>
                </c:pt>
                <c:pt idx="2028">
                  <c:v>42955</c:v>
                </c:pt>
                <c:pt idx="2029">
                  <c:v>42954</c:v>
                </c:pt>
                <c:pt idx="2030">
                  <c:v>42953</c:v>
                </c:pt>
                <c:pt idx="2031">
                  <c:v>42952</c:v>
                </c:pt>
                <c:pt idx="2032">
                  <c:v>42951</c:v>
                </c:pt>
                <c:pt idx="2033">
                  <c:v>42950</c:v>
                </c:pt>
                <c:pt idx="2034">
                  <c:v>42949</c:v>
                </c:pt>
                <c:pt idx="2035">
                  <c:v>42948</c:v>
                </c:pt>
                <c:pt idx="2036">
                  <c:v>42947</c:v>
                </c:pt>
                <c:pt idx="2037">
                  <c:v>42946</c:v>
                </c:pt>
                <c:pt idx="2038">
                  <c:v>42945</c:v>
                </c:pt>
                <c:pt idx="2039">
                  <c:v>42944</c:v>
                </c:pt>
                <c:pt idx="2040">
                  <c:v>42943</c:v>
                </c:pt>
                <c:pt idx="2041">
                  <c:v>42942</c:v>
                </c:pt>
                <c:pt idx="2042">
                  <c:v>42941</c:v>
                </c:pt>
                <c:pt idx="2043">
                  <c:v>42940</c:v>
                </c:pt>
                <c:pt idx="2044">
                  <c:v>42939</c:v>
                </c:pt>
                <c:pt idx="2045">
                  <c:v>42938</c:v>
                </c:pt>
                <c:pt idx="2046">
                  <c:v>42937</c:v>
                </c:pt>
                <c:pt idx="2047">
                  <c:v>42936</c:v>
                </c:pt>
                <c:pt idx="2048">
                  <c:v>42935</c:v>
                </c:pt>
                <c:pt idx="2049">
                  <c:v>42934</c:v>
                </c:pt>
                <c:pt idx="2050">
                  <c:v>42933</c:v>
                </c:pt>
                <c:pt idx="2051">
                  <c:v>42932</c:v>
                </c:pt>
                <c:pt idx="2052">
                  <c:v>42931</c:v>
                </c:pt>
                <c:pt idx="2053">
                  <c:v>42930</c:v>
                </c:pt>
                <c:pt idx="2054">
                  <c:v>42929</c:v>
                </c:pt>
                <c:pt idx="2055">
                  <c:v>42928</c:v>
                </c:pt>
                <c:pt idx="2056">
                  <c:v>42927</c:v>
                </c:pt>
                <c:pt idx="2057">
                  <c:v>42926</c:v>
                </c:pt>
                <c:pt idx="2058">
                  <c:v>42925</c:v>
                </c:pt>
                <c:pt idx="2059">
                  <c:v>42924</c:v>
                </c:pt>
                <c:pt idx="2060">
                  <c:v>42923</c:v>
                </c:pt>
                <c:pt idx="2061">
                  <c:v>42922</c:v>
                </c:pt>
                <c:pt idx="2062">
                  <c:v>42921</c:v>
                </c:pt>
                <c:pt idx="2063">
                  <c:v>42920</c:v>
                </c:pt>
                <c:pt idx="2064">
                  <c:v>42919</c:v>
                </c:pt>
                <c:pt idx="2065">
                  <c:v>42918</c:v>
                </c:pt>
                <c:pt idx="2066">
                  <c:v>42917</c:v>
                </c:pt>
                <c:pt idx="2067">
                  <c:v>42916</c:v>
                </c:pt>
                <c:pt idx="2068">
                  <c:v>42915</c:v>
                </c:pt>
                <c:pt idx="2069">
                  <c:v>42914</c:v>
                </c:pt>
                <c:pt idx="2070">
                  <c:v>42913</c:v>
                </c:pt>
                <c:pt idx="2071">
                  <c:v>42912</c:v>
                </c:pt>
                <c:pt idx="2072">
                  <c:v>42911</c:v>
                </c:pt>
                <c:pt idx="2073">
                  <c:v>42910</c:v>
                </c:pt>
                <c:pt idx="2074">
                  <c:v>42909</c:v>
                </c:pt>
                <c:pt idx="2075">
                  <c:v>42908</c:v>
                </c:pt>
                <c:pt idx="2076">
                  <c:v>42907</c:v>
                </c:pt>
                <c:pt idx="2077">
                  <c:v>42906</c:v>
                </c:pt>
                <c:pt idx="2078">
                  <c:v>42905</c:v>
                </c:pt>
                <c:pt idx="2079">
                  <c:v>42904</c:v>
                </c:pt>
                <c:pt idx="2080">
                  <c:v>42903</c:v>
                </c:pt>
                <c:pt idx="2081">
                  <c:v>42902</c:v>
                </c:pt>
                <c:pt idx="2082">
                  <c:v>42901</c:v>
                </c:pt>
                <c:pt idx="2083">
                  <c:v>42900</c:v>
                </c:pt>
                <c:pt idx="2084">
                  <c:v>42899</c:v>
                </c:pt>
                <c:pt idx="2085">
                  <c:v>42898</c:v>
                </c:pt>
                <c:pt idx="2086">
                  <c:v>42897</c:v>
                </c:pt>
                <c:pt idx="2087">
                  <c:v>42896</c:v>
                </c:pt>
                <c:pt idx="2088">
                  <c:v>42895</c:v>
                </c:pt>
                <c:pt idx="2089">
                  <c:v>42894</c:v>
                </c:pt>
                <c:pt idx="2090">
                  <c:v>42893</c:v>
                </c:pt>
                <c:pt idx="2091">
                  <c:v>42892</c:v>
                </c:pt>
                <c:pt idx="2092">
                  <c:v>42891</c:v>
                </c:pt>
                <c:pt idx="2093">
                  <c:v>42890</c:v>
                </c:pt>
                <c:pt idx="2094">
                  <c:v>42889</c:v>
                </c:pt>
                <c:pt idx="2095">
                  <c:v>42888</c:v>
                </c:pt>
                <c:pt idx="2096">
                  <c:v>42887</c:v>
                </c:pt>
                <c:pt idx="2097">
                  <c:v>42886</c:v>
                </c:pt>
                <c:pt idx="2098">
                  <c:v>42885</c:v>
                </c:pt>
                <c:pt idx="2099">
                  <c:v>42884</c:v>
                </c:pt>
                <c:pt idx="2100">
                  <c:v>42883</c:v>
                </c:pt>
                <c:pt idx="2101">
                  <c:v>42882</c:v>
                </c:pt>
                <c:pt idx="2102">
                  <c:v>42881</c:v>
                </c:pt>
                <c:pt idx="2103">
                  <c:v>42880</c:v>
                </c:pt>
                <c:pt idx="2104">
                  <c:v>42879</c:v>
                </c:pt>
                <c:pt idx="2105">
                  <c:v>42878</c:v>
                </c:pt>
                <c:pt idx="2106">
                  <c:v>42877</c:v>
                </c:pt>
                <c:pt idx="2107">
                  <c:v>42876</c:v>
                </c:pt>
                <c:pt idx="2108">
                  <c:v>42875</c:v>
                </c:pt>
                <c:pt idx="2109">
                  <c:v>42874</c:v>
                </c:pt>
                <c:pt idx="2110">
                  <c:v>42873</c:v>
                </c:pt>
                <c:pt idx="2111">
                  <c:v>42872</c:v>
                </c:pt>
                <c:pt idx="2112">
                  <c:v>42871</c:v>
                </c:pt>
                <c:pt idx="2113">
                  <c:v>42870</c:v>
                </c:pt>
                <c:pt idx="2114">
                  <c:v>42869</c:v>
                </c:pt>
                <c:pt idx="2115">
                  <c:v>42868</c:v>
                </c:pt>
                <c:pt idx="2116">
                  <c:v>42867</c:v>
                </c:pt>
                <c:pt idx="2117">
                  <c:v>42866</c:v>
                </c:pt>
                <c:pt idx="2118">
                  <c:v>42865</c:v>
                </c:pt>
                <c:pt idx="2119">
                  <c:v>42864</c:v>
                </c:pt>
                <c:pt idx="2120">
                  <c:v>42863</c:v>
                </c:pt>
                <c:pt idx="2121">
                  <c:v>42862</c:v>
                </c:pt>
                <c:pt idx="2122">
                  <c:v>42861</c:v>
                </c:pt>
                <c:pt idx="2123">
                  <c:v>42860</c:v>
                </c:pt>
                <c:pt idx="2124">
                  <c:v>42859</c:v>
                </c:pt>
                <c:pt idx="2125">
                  <c:v>42858</c:v>
                </c:pt>
                <c:pt idx="2126">
                  <c:v>42857</c:v>
                </c:pt>
                <c:pt idx="2127">
                  <c:v>42856</c:v>
                </c:pt>
                <c:pt idx="2128">
                  <c:v>42855</c:v>
                </c:pt>
                <c:pt idx="2129">
                  <c:v>42854</c:v>
                </c:pt>
                <c:pt idx="2130">
                  <c:v>42853</c:v>
                </c:pt>
                <c:pt idx="2131">
                  <c:v>42852</c:v>
                </c:pt>
                <c:pt idx="2132">
                  <c:v>42851</c:v>
                </c:pt>
                <c:pt idx="2133">
                  <c:v>42850</c:v>
                </c:pt>
                <c:pt idx="2134">
                  <c:v>42849</c:v>
                </c:pt>
                <c:pt idx="2135">
                  <c:v>42848</c:v>
                </c:pt>
                <c:pt idx="2136">
                  <c:v>42847</c:v>
                </c:pt>
                <c:pt idx="2137">
                  <c:v>42846</c:v>
                </c:pt>
                <c:pt idx="2138">
                  <c:v>42845</c:v>
                </c:pt>
                <c:pt idx="2139">
                  <c:v>42844</c:v>
                </c:pt>
                <c:pt idx="2140">
                  <c:v>42843</c:v>
                </c:pt>
                <c:pt idx="2141">
                  <c:v>42842</c:v>
                </c:pt>
                <c:pt idx="2142">
                  <c:v>42841</c:v>
                </c:pt>
                <c:pt idx="2143">
                  <c:v>42840</c:v>
                </c:pt>
                <c:pt idx="2144">
                  <c:v>42839</c:v>
                </c:pt>
                <c:pt idx="2145">
                  <c:v>42838</c:v>
                </c:pt>
                <c:pt idx="2146">
                  <c:v>42837</c:v>
                </c:pt>
                <c:pt idx="2147">
                  <c:v>42836</c:v>
                </c:pt>
                <c:pt idx="2148">
                  <c:v>42835</c:v>
                </c:pt>
                <c:pt idx="2149">
                  <c:v>42834</c:v>
                </c:pt>
                <c:pt idx="2150">
                  <c:v>42833</c:v>
                </c:pt>
                <c:pt idx="2151">
                  <c:v>42832</c:v>
                </c:pt>
                <c:pt idx="2152">
                  <c:v>42831</c:v>
                </c:pt>
                <c:pt idx="2153">
                  <c:v>42830</c:v>
                </c:pt>
                <c:pt idx="2154">
                  <c:v>42829</c:v>
                </c:pt>
                <c:pt idx="2155">
                  <c:v>42828</c:v>
                </c:pt>
                <c:pt idx="2156">
                  <c:v>42827</c:v>
                </c:pt>
                <c:pt idx="2157">
                  <c:v>42826</c:v>
                </c:pt>
                <c:pt idx="2158">
                  <c:v>42825</c:v>
                </c:pt>
                <c:pt idx="2159">
                  <c:v>42824</c:v>
                </c:pt>
                <c:pt idx="2160">
                  <c:v>42823</c:v>
                </c:pt>
                <c:pt idx="2161">
                  <c:v>42822</c:v>
                </c:pt>
                <c:pt idx="2162">
                  <c:v>42821</c:v>
                </c:pt>
                <c:pt idx="2163">
                  <c:v>42820</c:v>
                </c:pt>
                <c:pt idx="2164">
                  <c:v>42819</c:v>
                </c:pt>
                <c:pt idx="2165">
                  <c:v>42818</c:v>
                </c:pt>
                <c:pt idx="2166">
                  <c:v>42817</c:v>
                </c:pt>
                <c:pt idx="2167">
                  <c:v>42816</c:v>
                </c:pt>
                <c:pt idx="2168">
                  <c:v>42815</c:v>
                </c:pt>
                <c:pt idx="2169">
                  <c:v>42814</c:v>
                </c:pt>
                <c:pt idx="2170">
                  <c:v>42813</c:v>
                </c:pt>
                <c:pt idx="2171">
                  <c:v>42812</c:v>
                </c:pt>
                <c:pt idx="2172">
                  <c:v>42811</c:v>
                </c:pt>
                <c:pt idx="2173">
                  <c:v>42810</c:v>
                </c:pt>
                <c:pt idx="2174">
                  <c:v>42809</c:v>
                </c:pt>
                <c:pt idx="2175">
                  <c:v>42808</c:v>
                </c:pt>
                <c:pt idx="2176">
                  <c:v>42807</c:v>
                </c:pt>
                <c:pt idx="2177">
                  <c:v>42806</c:v>
                </c:pt>
                <c:pt idx="2178">
                  <c:v>42805</c:v>
                </c:pt>
                <c:pt idx="2179">
                  <c:v>42804</c:v>
                </c:pt>
                <c:pt idx="2180">
                  <c:v>42803</c:v>
                </c:pt>
                <c:pt idx="2181">
                  <c:v>42802</c:v>
                </c:pt>
                <c:pt idx="2182">
                  <c:v>42801</c:v>
                </c:pt>
                <c:pt idx="2183">
                  <c:v>42800</c:v>
                </c:pt>
                <c:pt idx="2184">
                  <c:v>42799</c:v>
                </c:pt>
                <c:pt idx="2185">
                  <c:v>42798</c:v>
                </c:pt>
                <c:pt idx="2186">
                  <c:v>42797</c:v>
                </c:pt>
                <c:pt idx="2187">
                  <c:v>42796</c:v>
                </c:pt>
                <c:pt idx="2188">
                  <c:v>42795</c:v>
                </c:pt>
                <c:pt idx="2189">
                  <c:v>42794</c:v>
                </c:pt>
                <c:pt idx="2190">
                  <c:v>42793</c:v>
                </c:pt>
                <c:pt idx="2191">
                  <c:v>42792</c:v>
                </c:pt>
                <c:pt idx="2192">
                  <c:v>42791</c:v>
                </c:pt>
                <c:pt idx="2193">
                  <c:v>42790</c:v>
                </c:pt>
                <c:pt idx="2194">
                  <c:v>42789</c:v>
                </c:pt>
                <c:pt idx="2195">
                  <c:v>42788</c:v>
                </c:pt>
                <c:pt idx="2196">
                  <c:v>42787</c:v>
                </c:pt>
                <c:pt idx="2197">
                  <c:v>42786</c:v>
                </c:pt>
                <c:pt idx="2198">
                  <c:v>42785</c:v>
                </c:pt>
                <c:pt idx="2199">
                  <c:v>42784</c:v>
                </c:pt>
                <c:pt idx="2200">
                  <c:v>42783</c:v>
                </c:pt>
                <c:pt idx="2201">
                  <c:v>42782</c:v>
                </c:pt>
                <c:pt idx="2202">
                  <c:v>42781</c:v>
                </c:pt>
                <c:pt idx="2203">
                  <c:v>42780</c:v>
                </c:pt>
                <c:pt idx="2204">
                  <c:v>42779</c:v>
                </c:pt>
                <c:pt idx="2205">
                  <c:v>42778</c:v>
                </c:pt>
                <c:pt idx="2206">
                  <c:v>42777</c:v>
                </c:pt>
                <c:pt idx="2207">
                  <c:v>42776</c:v>
                </c:pt>
                <c:pt idx="2208">
                  <c:v>42775</c:v>
                </c:pt>
                <c:pt idx="2209">
                  <c:v>42774</c:v>
                </c:pt>
                <c:pt idx="2210">
                  <c:v>42773</c:v>
                </c:pt>
                <c:pt idx="2211">
                  <c:v>42772</c:v>
                </c:pt>
                <c:pt idx="2212">
                  <c:v>42771</c:v>
                </c:pt>
                <c:pt idx="2213">
                  <c:v>42770</c:v>
                </c:pt>
                <c:pt idx="2214">
                  <c:v>42769</c:v>
                </c:pt>
                <c:pt idx="2215">
                  <c:v>42768</c:v>
                </c:pt>
                <c:pt idx="2216">
                  <c:v>42767</c:v>
                </c:pt>
                <c:pt idx="2217">
                  <c:v>42766</c:v>
                </c:pt>
                <c:pt idx="2218">
                  <c:v>42765</c:v>
                </c:pt>
                <c:pt idx="2219">
                  <c:v>42764</c:v>
                </c:pt>
                <c:pt idx="2220">
                  <c:v>42763</c:v>
                </c:pt>
                <c:pt idx="2221">
                  <c:v>42762</c:v>
                </c:pt>
                <c:pt idx="2222">
                  <c:v>42761</c:v>
                </c:pt>
                <c:pt idx="2223">
                  <c:v>42760</c:v>
                </c:pt>
                <c:pt idx="2224">
                  <c:v>42759</c:v>
                </c:pt>
                <c:pt idx="2225">
                  <c:v>42758</c:v>
                </c:pt>
                <c:pt idx="2226">
                  <c:v>42757</c:v>
                </c:pt>
                <c:pt idx="2227">
                  <c:v>42756</c:v>
                </c:pt>
                <c:pt idx="2228">
                  <c:v>42755</c:v>
                </c:pt>
                <c:pt idx="2229">
                  <c:v>42754</c:v>
                </c:pt>
                <c:pt idx="2230">
                  <c:v>42753</c:v>
                </c:pt>
                <c:pt idx="2231">
                  <c:v>42752</c:v>
                </c:pt>
                <c:pt idx="2232">
                  <c:v>42751</c:v>
                </c:pt>
                <c:pt idx="2233">
                  <c:v>42750</c:v>
                </c:pt>
                <c:pt idx="2234">
                  <c:v>42749</c:v>
                </c:pt>
                <c:pt idx="2235">
                  <c:v>42748</c:v>
                </c:pt>
                <c:pt idx="2236">
                  <c:v>42747</c:v>
                </c:pt>
                <c:pt idx="2237">
                  <c:v>42746</c:v>
                </c:pt>
                <c:pt idx="2238">
                  <c:v>42745</c:v>
                </c:pt>
                <c:pt idx="2239">
                  <c:v>42744</c:v>
                </c:pt>
                <c:pt idx="2240">
                  <c:v>42743</c:v>
                </c:pt>
                <c:pt idx="2241">
                  <c:v>42742</c:v>
                </c:pt>
                <c:pt idx="2242">
                  <c:v>42741</c:v>
                </c:pt>
                <c:pt idx="2243">
                  <c:v>42740</c:v>
                </c:pt>
                <c:pt idx="2244">
                  <c:v>42739</c:v>
                </c:pt>
                <c:pt idx="2245">
                  <c:v>42738</c:v>
                </c:pt>
                <c:pt idx="2246">
                  <c:v>42737</c:v>
                </c:pt>
                <c:pt idx="2247">
                  <c:v>42736</c:v>
                </c:pt>
                <c:pt idx="2248">
                  <c:v>42735</c:v>
                </c:pt>
                <c:pt idx="2249">
                  <c:v>42734</c:v>
                </c:pt>
                <c:pt idx="2250">
                  <c:v>42733</c:v>
                </c:pt>
                <c:pt idx="2251">
                  <c:v>42732</c:v>
                </c:pt>
                <c:pt idx="2252">
                  <c:v>42731</c:v>
                </c:pt>
                <c:pt idx="2253">
                  <c:v>42730</c:v>
                </c:pt>
                <c:pt idx="2254">
                  <c:v>42729</c:v>
                </c:pt>
                <c:pt idx="2255">
                  <c:v>42728</c:v>
                </c:pt>
                <c:pt idx="2256">
                  <c:v>42727</c:v>
                </c:pt>
                <c:pt idx="2257">
                  <c:v>42726</c:v>
                </c:pt>
                <c:pt idx="2258">
                  <c:v>42725</c:v>
                </c:pt>
                <c:pt idx="2259">
                  <c:v>42724</c:v>
                </c:pt>
                <c:pt idx="2260">
                  <c:v>42723</c:v>
                </c:pt>
                <c:pt idx="2261">
                  <c:v>42722</c:v>
                </c:pt>
                <c:pt idx="2262">
                  <c:v>42721</c:v>
                </c:pt>
                <c:pt idx="2263">
                  <c:v>42720</c:v>
                </c:pt>
                <c:pt idx="2264">
                  <c:v>42719</c:v>
                </c:pt>
                <c:pt idx="2265">
                  <c:v>42718</c:v>
                </c:pt>
                <c:pt idx="2266">
                  <c:v>42717</c:v>
                </c:pt>
                <c:pt idx="2267">
                  <c:v>42716</c:v>
                </c:pt>
                <c:pt idx="2268">
                  <c:v>42715</c:v>
                </c:pt>
                <c:pt idx="2269">
                  <c:v>42714</c:v>
                </c:pt>
                <c:pt idx="2270">
                  <c:v>42713</c:v>
                </c:pt>
                <c:pt idx="2271">
                  <c:v>42712</c:v>
                </c:pt>
                <c:pt idx="2272">
                  <c:v>42711</c:v>
                </c:pt>
                <c:pt idx="2273">
                  <c:v>42710</c:v>
                </c:pt>
                <c:pt idx="2274">
                  <c:v>42709</c:v>
                </c:pt>
                <c:pt idx="2275">
                  <c:v>42708</c:v>
                </c:pt>
                <c:pt idx="2276">
                  <c:v>42707</c:v>
                </c:pt>
                <c:pt idx="2277">
                  <c:v>42706</c:v>
                </c:pt>
                <c:pt idx="2278">
                  <c:v>42705</c:v>
                </c:pt>
                <c:pt idx="2279">
                  <c:v>42704</c:v>
                </c:pt>
                <c:pt idx="2280">
                  <c:v>42703</c:v>
                </c:pt>
                <c:pt idx="2281">
                  <c:v>42702</c:v>
                </c:pt>
                <c:pt idx="2282">
                  <c:v>42701</c:v>
                </c:pt>
                <c:pt idx="2283">
                  <c:v>42700</c:v>
                </c:pt>
                <c:pt idx="2284">
                  <c:v>42699</c:v>
                </c:pt>
                <c:pt idx="2285">
                  <c:v>42698</c:v>
                </c:pt>
                <c:pt idx="2286">
                  <c:v>42697</c:v>
                </c:pt>
                <c:pt idx="2287">
                  <c:v>42696</c:v>
                </c:pt>
                <c:pt idx="2288">
                  <c:v>42695</c:v>
                </c:pt>
                <c:pt idx="2289">
                  <c:v>42694</c:v>
                </c:pt>
                <c:pt idx="2290">
                  <c:v>42693</c:v>
                </c:pt>
                <c:pt idx="2291">
                  <c:v>42692</c:v>
                </c:pt>
                <c:pt idx="2292">
                  <c:v>42691</c:v>
                </c:pt>
                <c:pt idx="2293">
                  <c:v>42690</c:v>
                </c:pt>
                <c:pt idx="2294">
                  <c:v>42689</c:v>
                </c:pt>
                <c:pt idx="2295">
                  <c:v>42688</c:v>
                </c:pt>
                <c:pt idx="2296">
                  <c:v>42687</c:v>
                </c:pt>
                <c:pt idx="2297">
                  <c:v>42686</c:v>
                </c:pt>
                <c:pt idx="2298">
                  <c:v>42685</c:v>
                </c:pt>
                <c:pt idx="2299">
                  <c:v>42684</c:v>
                </c:pt>
                <c:pt idx="2300">
                  <c:v>42683</c:v>
                </c:pt>
                <c:pt idx="2301">
                  <c:v>42682</c:v>
                </c:pt>
                <c:pt idx="2302">
                  <c:v>42681</c:v>
                </c:pt>
                <c:pt idx="2303">
                  <c:v>42680</c:v>
                </c:pt>
                <c:pt idx="2304">
                  <c:v>42679</c:v>
                </c:pt>
                <c:pt idx="2305">
                  <c:v>42678</c:v>
                </c:pt>
                <c:pt idx="2306">
                  <c:v>42677</c:v>
                </c:pt>
                <c:pt idx="2307">
                  <c:v>42676</c:v>
                </c:pt>
                <c:pt idx="2308">
                  <c:v>42675</c:v>
                </c:pt>
                <c:pt idx="2309">
                  <c:v>42674</c:v>
                </c:pt>
                <c:pt idx="2310">
                  <c:v>42673</c:v>
                </c:pt>
                <c:pt idx="2311">
                  <c:v>42672</c:v>
                </c:pt>
                <c:pt idx="2312">
                  <c:v>42671</c:v>
                </c:pt>
                <c:pt idx="2313">
                  <c:v>42670</c:v>
                </c:pt>
                <c:pt idx="2314">
                  <c:v>42669</c:v>
                </c:pt>
                <c:pt idx="2315">
                  <c:v>42668</c:v>
                </c:pt>
                <c:pt idx="2316">
                  <c:v>42667</c:v>
                </c:pt>
                <c:pt idx="2317">
                  <c:v>42666</c:v>
                </c:pt>
                <c:pt idx="2318">
                  <c:v>42665</c:v>
                </c:pt>
                <c:pt idx="2319">
                  <c:v>42664</c:v>
                </c:pt>
                <c:pt idx="2320">
                  <c:v>42663</c:v>
                </c:pt>
                <c:pt idx="2321">
                  <c:v>42662</c:v>
                </c:pt>
                <c:pt idx="2322">
                  <c:v>42661</c:v>
                </c:pt>
                <c:pt idx="2323">
                  <c:v>42660</c:v>
                </c:pt>
                <c:pt idx="2324">
                  <c:v>42659</c:v>
                </c:pt>
                <c:pt idx="2325">
                  <c:v>42658</c:v>
                </c:pt>
                <c:pt idx="2326">
                  <c:v>42657</c:v>
                </c:pt>
                <c:pt idx="2327">
                  <c:v>42656</c:v>
                </c:pt>
                <c:pt idx="2328">
                  <c:v>42655</c:v>
                </c:pt>
                <c:pt idx="2329">
                  <c:v>42654</c:v>
                </c:pt>
                <c:pt idx="2330">
                  <c:v>42653</c:v>
                </c:pt>
                <c:pt idx="2331">
                  <c:v>42652</c:v>
                </c:pt>
                <c:pt idx="2332">
                  <c:v>42651</c:v>
                </c:pt>
                <c:pt idx="2333">
                  <c:v>42650</c:v>
                </c:pt>
                <c:pt idx="2334">
                  <c:v>42649</c:v>
                </c:pt>
                <c:pt idx="2335">
                  <c:v>42648</c:v>
                </c:pt>
                <c:pt idx="2336">
                  <c:v>42647</c:v>
                </c:pt>
                <c:pt idx="2337">
                  <c:v>42646</c:v>
                </c:pt>
                <c:pt idx="2338">
                  <c:v>42645</c:v>
                </c:pt>
                <c:pt idx="2339">
                  <c:v>42644</c:v>
                </c:pt>
                <c:pt idx="2340">
                  <c:v>42643</c:v>
                </c:pt>
                <c:pt idx="2341">
                  <c:v>42642</c:v>
                </c:pt>
                <c:pt idx="2342">
                  <c:v>42641</c:v>
                </c:pt>
                <c:pt idx="2343">
                  <c:v>42640</c:v>
                </c:pt>
                <c:pt idx="2344">
                  <c:v>42639</c:v>
                </c:pt>
                <c:pt idx="2345">
                  <c:v>42638</c:v>
                </c:pt>
                <c:pt idx="2346">
                  <c:v>42637</c:v>
                </c:pt>
                <c:pt idx="2347">
                  <c:v>42636</c:v>
                </c:pt>
                <c:pt idx="2348">
                  <c:v>42635</c:v>
                </c:pt>
                <c:pt idx="2349">
                  <c:v>42634</c:v>
                </c:pt>
                <c:pt idx="2350">
                  <c:v>42633</c:v>
                </c:pt>
                <c:pt idx="2351">
                  <c:v>42632</c:v>
                </c:pt>
                <c:pt idx="2352">
                  <c:v>42631</c:v>
                </c:pt>
                <c:pt idx="2353">
                  <c:v>42630</c:v>
                </c:pt>
                <c:pt idx="2354">
                  <c:v>42629</c:v>
                </c:pt>
                <c:pt idx="2355">
                  <c:v>42628</c:v>
                </c:pt>
                <c:pt idx="2356">
                  <c:v>42627</c:v>
                </c:pt>
                <c:pt idx="2357">
                  <c:v>42626</c:v>
                </c:pt>
                <c:pt idx="2358">
                  <c:v>42625</c:v>
                </c:pt>
                <c:pt idx="2359">
                  <c:v>42624</c:v>
                </c:pt>
                <c:pt idx="2360">
                  <c:v>42623</c:v>
                </c:pt>
                <c:pt idx="2361">
                  <c:v>42622</c:v>
                </c:pt>
                <c:pt idx="2362">
                  <c:v>42621</c:v>
                </c:pt>
                <c:pt idx="2363">
                  <c:v>42620</c:v>
                </c:pt>
                <c:pt idx="2364">
                  <c:v>42619</c:v>
                </c:pt>
                <c:pt idx="2365">
                  <c:v>42618</c:v>
                </c:pt>
                <c:pt idx="2366">
                  <c:v>42617</c:v>
                </c:pt>
                <c:pt idx="2367">
                  <c:v>42616</c:v>
                </c:pt>
                <c:pt idx="2368">
                  <c:v>42615</c:v>
                </c:pt>
                <c:pt idx="2369">
                  <c:v>42614</c:v>
                </c:pt>
                <c:pt idx="2370">
                  <c:v>42613</c:v>
                </c:pt>
                <c:pt idx="2371">
                  <c:v>42612</c:v>
                </c:pt>
                <c:pt idx="2372">
                  <c:v>42611</c:v>
                </c:pt>
                <c:pt idx="2373">
                  <c:v>42610</c:v>
                </c:pt>
                <c:pt idx="2374">
                  <c:v>42609</c:v>
                </c:pt>
                <c:pt idx="2375">
                  <c:v>42608</c:v>
                </c:pt>
                <c:pt idx="2376">
                  <c:v>42607</c:v>
                </c:pt>
                <c:pt idx="2377">
                  <c:v>42606</c:v>
                </c:pt>
                <c:pt idx="2378">
                  <c:v>42605</c:v>
                </c:pt>
                <c:pt idx="2379">
                  <c:v>42604</c:v>
                </c:pt>
                <c:pt idx="2380">
                  <c:v>42603</c:v>
                </c:pt>
                <c:pt idx="2381">
                  <c:v>42602</c:v>
                </c:pt>
                <c:pt idx="2382">
                  <c:v>42601</c:v>
                </c:pt>
                <c:pt idx="2383">
                  <c:v>42600</c:v>
                </c:pt>
                <c:pt idx="2384">
                  <c:v>42599</c:v>
                </c:pt>
                <c:pt idx="2385">
                  <c:v>42598</c:v>
                </c:pt>
                <c:pt idx="2386">
                  <c:v>42597</c:v>
                </c:pt>
                <c:pt idx="2387">
                  <c:v>42596</c:v>
                </c:pt>
                <c:pt idx="2388">
                  <c:v>42595</c:v>
                </c:pt>
                <c:pt idx="2389">
                  <c:v>42594</c:v>
                </c:pt>
                <c:pt idx="2390">
                  <c:v>42593</c:v>
                </c:pt>
                <c:pt idx="2391">
                  <c:v>42592</c:v>
                </c:pt>
                <c:pt idx="2392">
                  <c:v>42591</c:v>
                </c:pt>
                <c:pt idx="2393">
                  <c:v>42590</c:v>
                </c:pt>
                <c:pt idx="2394">
                  <c:v>42589</c:v>
                </c:pt>
                <c:pt idx="2395">
                  <c:v>42588</c:v>
                </c:pt>
                <c:pt idx="2396">
                  <c:v>42587</c:v>
                </c:pt>
                <c:pt idx="2397">
                  <c:v>42586</c:v>
                </c:pt>
                <c:pt idx="2398">
                  <c:v>42585</c:v>
                </c:pt>
                <c:pt idx="2399">
                  <c:v>42584</c:v>
                </c:pt>
                <c:pt idx="2400">
                  <c:v>42583</c:v>
                </c:pt>
                <c:pt idx="2401">
                  <c:v>42582</c:v>
                </c:pt>
                <c:pt idx="2402">
                  <c:v>42581</c:v>
                </c:pt>
                <c:pt idx="2403">
                  <c:v>42580</c:v>
                </c:pt>
                <c:pt idx="2404">
                  <c:v>42579</c:v>
                </c:pt>
                <c:pt idx="2405">
                  <c:v>42578</c:v>
                </c:pt>
                <c:pt idx="2406">
                  <c:v>42577</c:v>
                </c:pt>
                <c:pt idx="2407">
                  <c:v>42576</c:v>
                </c:pt>
                <c:pt idx="2408">
                  <c:v>42575</c:v>
                </c:pt>
                <c:pt idx="2409">
                  <c:v>42574</c:v>
                </c:pt>
                <c:pt idx="2410">
                  <c:v>42573</c:v>
                </c:pt>
                <c:pt idx="2411">
                  <c:v>42572</c:v>
                </c:pt>
                <c:pt idx="2412">
                  <c:v>42571</c:v>
                </c:pt>
                <c:pt idx="2413">
                  <c:v>42570</c:v>
                </c:pt>
                <c:pt idx="2414">
                  <c:v>42569</c:v>
                </c:pt>
                <c:pt idx="2415">
                  <c:v>42568</c:v>
                </c:pt>
                <c:pt idx="2416">
                  <c:v>42567</c:v>
                </c:pt>
                <c:pt idx="2417">
                  <c:v>42566</c:v>
                </c:pt>
                <c:pt idx="2418">
                  <c:v>42565</c:v>
                </c:pt>
                <c:pt idx="2419">
                  <c:v>42564</c:v>
                </c:pt>
                <c:pt idx="2420">
                  <c:v>42563</c:v>
                </c:pt>
                <c:pt idx="2421">
                  <c:v>42562</c:v>
                </c:pt>
                <c:pt idx="2422">
                  <c:v>42561</c:v>
                </c:pt>
                <c:pt idx="2423">
                  <c:v>42560</c:v>
                </c:pt>
                <c:pt idx="2424">
                  <c:v>42559</c:v>
                </c:pt>
                <c:pt idx="2425">
                  <c:v>42558</c:v>
                </c:pt>
                <c:pt idx="2426">
                  <c:v>42557</c:v>
                </c:pt>
                <c:pt idx="2427">
                  <c:v>42556</c:v>
                </c:pt>
                <c:pt idx="2428">
                  <c:v>42555</c:v>
                </c:pt>
                <c:pt idx="2429">
                  <c:v>42554</c:v>
                </c:pt>
                <c:pt idx="2430">
                  <c:v>42553</c:v>
                </c:pt>
                <c:pt idx="2431">
                  <c:v>42552</c:v>
                </c:pt>
                <c:pt idx="2432">
                  <c:v>42551</c:v>
                </c:pt>
                <c:pt idx="2433">
                  <c:v>42550</c:v>
                </c:pt>
                <c:pt idx="2434">
                  <c:v>42549</c:v>
                </c:pt>
                <c:pt idx="2435">
                  <c:v>42548</c:v>
                </c:pt>
                <c:pt idx="2436">
                  <c:v>42547</c:v>
                </c:pt>
                <c:pt idx="2437">
                  <c:v>42546</c:v>
                </c:pt>
                <c:pt idx="2438">
                  <c:v>42545</c:v>
                </c:pt>
                <c:pt idx="2439">
                  <c:v>42544</c:v>
                </c:pt>
                <c:pt idx="2440">
                  <c:v>42543</c:v>
                </c:pt>
                <c:pt idx="2441">
                  <c:v>42542</c:v>
                </c:pt>
                <c:pt idx="2442">
                  <c:v>42541</c:v>
                </c:pt>
                <c:pt idx="2443">
                  <c:v>42540</c:v>
                </c:pt>
                <c:pt idx="2444">
                  <c:v>42539</c:v>
                </c:pt>
                <c:pt idx="2445">
                  <c:v>42538</c:v>
                </c:pt>
                <c:pt idx="2446">
                  <c:v>42537</c:v>
                </c:pt>
                <c:pt idx="2447">
                  <c:v>42536</c:v>
                </c:pt>
                <c:pt idx="2448">
                  <c:v>42535</c:v>
                </c:pt>
                <c:pt idx="2449">
                  <c:v>42534</c:v>
                </c:pt>
                <c:pt idx="2450">
                  <c:v>42533</c:v>
                </c:pt>
                <c:pt idx="2451">
                  <c:v>42532</c:v>
                </c:pt>
                <c:pt idx="2452">
                  <c:v>42531</c:v>
                </c:pt>
                <c:pt idx="2453">
                  <c:v>42530</c:v>
                </c:pt>
                <c:pt idx="2454">
                  <c:v>42529</c:v>
                </c:pt>
                <c:pt idx="2455">
                  <c:v>42528</c:v>
                </c:pt>
                <c:pt idx="2456">
                  <c:v>42527</c:v>
                </c:pt>
                <c:pt idx="2457">
                  <c:v>42526</c:v>
                </c:pt>
                <c:pt idx="2458">
                  <c:v>42525</c:v>
                </c:pt>
                <c:pt idx="2459">
                  <c:v>42524</c:v>
                </c:pt>
                <c:pt idx="2460">
                  <c:v>42523</c:v>
                </c:pt>
                <c:pt idx="2461">
                  <c:v>42522</c:v>
                </c:pt>
                <c:pt idx="2462">
                  <c:v>42521</c:v>
                </c:pt>
                <c:pt idx="2463">
                  <c:v>42520</c:v>
                </c:pt>
                <c:pt idx="2464">
                  <c:v>42519</c:v>
                </c:pt>
                <c:pt idx="2465">
                  <c:v>42518</c:v>
                </c:pt>
                <c:pt idx="2466">
                  <c:v>42517</c:v>
                </c:pt>
                <c:pt idx="2467">
                  <c:v>42516</c:v>
                </c:pt>
                <c:pt idx="2468">
                  <c:v>42515</c:v>
                </c:pt>
                <c:pt idx="2469">
                  <c:v>42514</c:v>
                </c:pt>
                <c:pt idx="2470">
                  <c:v>42513</c:v>
                </c:pt>
                <c:pt idx="2471">
                  <c:v>42512</c:v>
                </c:pt>
                <c:pt idx="2472">
                  <c:v>42511</c:v>
                </c:pt>
                <c:pt idx="2473">
                  <c:v>42510</c:v>
                </c:pt>
                <c:pt idx="2474">
                  <c:v>42509</c:v>
                </c:pt>
                <c:pt idx="2475">
                  <c:v>42508</c:v>
                </c:pt>
                <c:pt idx="2476">
                  <c:v>42507</c:v>
                </c:pt>
                <c:pt idx="2477">
                  <c:v>42506</c:v>
                </c:pt>
                <c:pt idx="2478">
                  <c:v>42505</c:v>
                </c:pt>
                <c:pt idx="2479">
                  <c:v>42504</c:v>
                </c:pt>
                <c:pt idx="2480">
                  <c:v>42503</c:v>
                </c:pt>
                <c:pt idx="2481">
                  <c:v>42502</c:v>
                </c:pt>
                <c:pt idx="2482">
                  <c:v>42501</c:v>
                </c:pt>
                <c:pt idx="2483">
                  <c:v>42500</c:v>
                </c:pt>
                <c:pt idx="2484">
                  <c:v>42499</c:v>
                </c:pt>
                <c:pt idx="2485">
                  <c:v>42498</c:v>
                </c:pt>
                <c:pt idx="2486">
                  <c:v>42497</c:v>
                </c:pt>
                <c:pt idx="2487">
                  <c:v>42496</c:v>
                </c:pt>
                <c:pt idx="2488">
                  <c:v>42495</c:v>
                </c:pt>
                <c:pt idx="2489">
                  <c:v>42494</c:v>
                </c:pt>
                <c:pt idx="2490">
                  <c:v>42493</c:v>
                </c:pt>
                <c:pt idx="2491">
                  <c:v>42492</c:v>
                </c:pt>
                <c:pt idx="2492">
                  <c:v>42491</c:v>
                </c:pt>
                <c:pt idx="2493">
                  <c:v>42490</c:v>
                </c:pt>
                <c:pt idx="2494">
                  <c:v>42489</c:v>
                </c:pt>
                <c:pt idx="2495">
                  <c:v>42488</c:v>
                </c:pt>
                <c:pt idx="2496">
                  <c:v>42487</c:v>
                </c:pt>
                <c:pt idx="2497">
                  <c:v>42486</c:v>
                </c:pt>
                <c:pt idx="2498">
                  <c:v>42485</c:v>
                </c:pt>
                <c:pt idx="2499">
                  <c:v>42484</c:v>
                </c:pt>
                <c:pt idx="2500">
                  <c:v>42483</c:v>
                </c:pt>
                <c:pt idx="2501">
                  <c:v>42482</c:v>
                </c:pt>
                <c:pt idx="2502">
                  <c:v>42481</c:v>
                </c:pt>
                <c:pt idx="2503">
                  <c:v>42480</c:v>
                </c:pt>
                <c:pt idx="2504">
                  <c:v>42479</c:v>
                </c:pt>
                <c:pt idx="2505">
                  <c:v>42478</c:v>
                </c:pt>
                <c:pt idx="2506">
                  <c:v>42477</c:v>
                </c:pt>
                <c:pt idx="2507">
                  <c:v>42476</c:v>
                </c:pt>
                <c:pt idx="2508">
                  <c:v>42475</c:v>
                </c:pt>
                <c:pt idx="2509">
                  <c:v>42474</c:v>
                </c:pt>
                <c:pt idx="2510">
                  <c:v>42473</c:v>
                </c:pt>
                <c:pt idx="2511">
                  <c:v>42472</c:v>
                </c:pt>
                <c:pt idx="2512">
                  <c:v>42471</c:v>
                </c:pt>
                <c:pt idx="2513">
                  <c:v>42470</c:v>
                </c:pt>
                <c:pt idx="2514">
                  <c:v>42469</c:v>
                </c:pt>
                <c:pt idx="2515">
                  <c:v>42468</c:v>
                </c:pt>
                <c:pt idx="2516">
                  <c:v>42467</c:v>
                </c:pt>
                <c:pt idx="2517">
                  <c:v>42466</c:v>
                </c:pt>
                <c:pt idx="2518">
                  <c:v>42465</c:v>
                </c:pt>
                <c:pt idx="2519">
                  <c:v>42464</c:v>
                </c:pt>
                <c:pt idx="2520">
                  <c:v>42463</c:v>
                </c:pt>
                <c:pt idx="2521">
                  <c:v>42462</c:v>
                </c:pt>
                <c:pt idx="2522">
                  <c:v>42461</c:v>
                </c:pt>
                <c:pt idx="2523">
                  <c:v>42460</c:v>
                </c:pt>
                <c:pt idx="2524">
                  <c:v>42459</c:v>
                </c:pt>
                <c:pt idx="2525">
                  <c:v>42458</c:v>
                </c:pt>
                <c:pt idx="2526">
                  <c:v>42457</c:v>
                </c:pt>
                <c:pt idx="2527">
                  <c:v>42456</c:v>
                </c:pt>
                <c:pt idx="2528">
                  <c:v>42455</c:v>
                </c:pt>
                <c:pt idx="2529">
                  <c:v>42454</c:v>
                </c:pt>
                <c:pt idx="2530">
                  <c:v>42453</c:v>
                </c:pt>
                <c:pt idx="2531">
                  <c:v>42452</c:v>
                </c:pt>
                <c:pt idx="2532">
                  <c:v>42451</c:v>
                </c:pt>
                <c:pt idx="2533">
                  <c:v>42450</c:v>
                </c:pt>
                <c:pt idx="2534">
                  <c:v>42449</c:v>
                </c:pt>
                <c:pt idx="2535">
                  <c:v>42448</c:v>
                </c:pt>
                <c:pt idx="2536">
                  <c:v>42447</c:v>
                </c:pt>
                <c:pt idx="2537">
                  <c:v>42446</c:v>
                </c:pt>
                <c:pt idx="2538">
                  <c:v>42445</c:v>
                </c:pt>
                <c:pt idx="2539">
                  <c:v>42444</c:v>
                </c:pt>
                <c:pt idx="2540">
                  <c:v>42443</c:v>
                </c:pt>
                <c:pt idx="2541">
                  <c:v>42442</c:v>
                </c:pt>
                <c:pt idx="2542">
                  <c:v>42441</c:v>
                </c:pt>
                <c:pt idx="2543">
                  <c:v>42440</c:v>
                </c:pt>
                <c:pt idx="2544">
                  <c:v>42439</c:v>
                </c:pt>
                <c:pt idx="2545">
                  <c:v>42438</c:v>
                </c:pt>
                <c:pt idx="2546">
                  <c:v>42437</c:v>
                </c:pt>
                <c:pt idx="2547">
                  <c:v>42436</c:v>
                </c:pt>
                <c:pt idx="2548">
                  <c:v>42435</c:v>
                </c:pt>
                <c:pt idx="2549">
                  <c:v>42434</c:v>
                </c:pt>
                <c:pt idx="2550">
                  <c:v>42433</c:v>
                </c:pt>
                <c:pt idx="2551">
                  <c:v>42432</c:v>
                </c:pt>
                <c:pt idx="2552">
                  <c:v>42431</c:v>
                </c:pt>
                <c:pt idx="2553">
                  <c:v>42430</c:v>
                </c:pt>
                <c:pt idx="2554">
                  <c:v>42429</c:v>
                </c:pt>
                <c:pt idx="2555">
                  <c:v>42428</c:v>
                </c:pt>
                <c:pt idx="2556">
                  <c:v>42427</c:v>
                </c:pt>
                <c:pt idx="2557">
                  <c:v>42426</c:v>
                </c:pt>
                <c:pt idx="2558">
                  <c:v>42425</c:v>
                </c:pt>
                <c:pt idx="2559">
                  <c:v>42424</c:v>
                </c:pt>
                <c:pt idx="2560">
                  <c:v>42423</c:v>
                </c:pt>
                <c:pt idx="2561">
                  <c:v>42422</c:v>
                </c:pt>
                <c:pt idx="2562">
                  <c:v>42421</c:v>
                </c:pt>
                <c:pt idx="2563">
                  <c:v>42420</c:v>
                </c:pt>
                <c:pt idx="2564">
                  <c:v>42419</c:v>
                </c:pt>
                <c:pt idx="2565">
                  <c:v>42418</c:v>
                </c:pt>
                <c:pt idx="2566">
                  <c:v>42417</c:v>
                </c:pt>
                <c:pt idx="2567">
                  <c:v>42416</c:v>
                </c:pt>
                <c:pt idx="2568">
                  <c:v>42415</c:v>
                </c:pt>
                <c:pt idx="2569">
                  <c:v>42414</c:v>
                </c:pt>
                <c:pt idx="2570">
                  <c:v>42413</c:v>
                </c:pt>
                <c:pt idx="2571">
                  <c:v>42412</c:v>
                </c:pt>
                <c:pt idx="2572">
                  <c:v>42411</c:v>
                </c:pt>
                <c:pt idx="2573">
                  <c:v>42410</c:v>
                </c:pt>
                <c:pt idx="2574">
                  <c:v>42409</c:v>
                </c:pt>
                <c:pt idx="2575">
                  <c:v>42408</c:v>
                </c:pt>
                <c:pt idx="2576">
                  <c:v>42407</c:v>
                </c:pt>
                <c:pt idx="2577">
                  <c:v>42406</c:v>
                </c:pt>
                <c:pt idx="2578">
                  <c:v>42405</c:v>
                </c:pt>
                <c:pt idx="2579">
                  <c:v>42404</c:v>
                </c:pt>
                <c:pt idx="2580">
                  <c:v>42403</c:v>
                </c:pt>
                <c:pt idx="2581">
                  <c:v>42402</c:v>
                </c:pt>
                <c:pt idx="2582">
                  <c:v>42401</c:v>
                </c:pt>
                <c:pt idx="2583">
                  <c:v>42400</c:v>
                </c:pt>
                <c:pt idx="2584">
                  <c:v>42399</c:v>
                </c:pt>
                <c:pt idx="2585">
                  <c:v>42398</c:v>
                </c:pt>
                <c:pt idx="2586">
                  <c:v>42397</c:v>
                </c:pt>
                <c:pt idx="2587">
                  <c:v>42396</c:v>
                </c:pt>
                <c:pt idx="2588">
                  <c:v>42395</c:v>
                </c:pt>
                <c:pt idx="2589">
                  <c:v>42394</c:v>
                </c:pt>
                <c:pt idx="2590">
                  <c:v>42393</c:v>
                </c:pt>
                <c:pt idx="2591">
                  <c:v>42392</c:v>
                </c:pt>
                <c:pt idx="2592">
                  <c:v>42391</c:v>
                </c:pt>
                <c:pt idx="2593">
                  <c:v>42390</c:v>
                </c:pt>
                <c:pt idx="2594">
                  <c:v>42389</c:v>
                </c:pt>
                <c:pt idx="2595">
                  <c:v>42388</c:v>
                </c:pt>
                <c:pt idx="2596">
                  <c:v>42387</c:v>
                </c:pt>
                <c:pt idx="2597">
                  <c:v>42386</c:v>
                </c:pt>
                <c:pt idx="2598">
                  <c:v>42385</c:v>
                </c:pt>
                <c:pt idx="2599">
                  <c:v>42384</c:v>
                </c:pt>
                <c:pt idx="2600">
                  <c:v>42383</c:v>
                </c:pt>
                <c:pt idx="2601">
                  <c:v>42382</c:v>
                </c:pt>
                <c:pt idx="2602">
                  <c:v>42381</c:v>
                </c:pt>
                <c:pt idx="2603">
                  <c:v>42380</c:v>
                </c:pt>
                <c:pt idx="2604">
                  <c:v>42379</c:v>
                </c:pt>
                <c:pt idx="2605">
                  <c:v>42378</c:v>
                </c:pt>
                <c:pt idx="2606">
                  <c:v>42377</c:v>
                </c:pt>
                <c:pt idx="2607">
                  <c:v>42376</c:v>
                </c:pt>
                <c:pt idx="2608">
                  <c:v>42375</c:v>
                </c:pt>
                <c:pt idx="2609">
                  <c:v>42374</c:v>
                </c:pt>
                <c:pt idx="2610">
                  <c:v>42373</c:v>
                </c:pt>
                <c:pt idx="2611">
                  <c:v>42372</c:v>
                </c:pt>
                <c:pt idx="2612">
                  <c:v>42371</c:v>
                </c:pt>
                <c:pt idx="2613">
                  <c:v>42370</c:v>
                </c:pt>
                <c:pt idx="2614">
                  <c:v>42369</c:v>
                </c:pt>
                <c:pt idx="2615">
                  <c:v>42368</c:v>
                </c:pt>
                <c:pt idx="2616">
                  <c:v>42367</c:v>
                </c:pt>
                <c:pt idx="2617">
                  <c:v>42366</c:v>
                </c:pt>
                <c:pt idx="2618">
                  <c:v>42365</c:v>
                </c:pt>
                <c:pt idx="2619">
                  <c:v>42364</c:v>
                </c:pt>
                <c:pt idx="2620">
                  <c:v>42363</c:v>
                </c:pt>
                <c:pt idx="2621">
                  <c:v>42362</c:v>
                </c:pt>
                <c:pt idx="2622">
                  <c:v>42361</c:v>
                </c:pt>
                <c:pt idx="2623">
                  <c:v>42360</c:v>
                </c:pt>
                <c:pt idx="2624">
                  <c:v>42359</c:v>
                </c:pt>
                <c:pt idx="2625">
                  <c:v>42358</c:v>
                </c:pt>
                <c:pt idx="2626">
                  <c:v>42357</c:v>
                </c:pt>
                <c:pt idx="2627">
                  <c:v>42356</c:v>
                </c:pt>
                <c:pt idx="2628">
                  <c:v>42355</c:v>
                </c:pt>
                <c:pt idx="2629">
                  <c:v>42354</c:v>
                </c:pt>
                <c:pt idx="2630">
                  <c:v>42353</c:v>
                </c:pt>
                <c:pt idx="2631">
                  <c:v>42352</c:v>
                </c:pt>
                <c:pt idx="2632">
                  <c:v>42351</c:v>
                </c:pt>
                <c:pt idx="2633">
                  <c:v>42350</c:v>
                </c:pt>
                <c:pt idx="2634">
                  <c:v>42349</c:v>
                </c:pt>
                <c:pt idx="2635">
                  <c:v>42348</c:v>
                </c:pt>
                <c:pt idx="2636">
                  <c:v>42347</c:v>
                </c:pt>
                <c:pt idx="2637">
                  <c:v>42346</c:v>
                </c:pt>
                <c:pt idx="2638">
                  <c:v>42345</c:v>
                </c:pt>
                <c:pt idx="2639">
                  <c:v>42344</c:v>
                </c:pt>
                <c:pt idx="2640">
                  <c:v>42343</c:v>
                </c:pt>
                <c:pt idx="2641">
                  <c:v>42342</c:v>
                </c:pt>
                <c:pt idx="2642">
                  <c:v>42341</c:v>
                </c:pt>
                <c:pt idx="2643">
                  <c:v>42340</c:v>
                </c:pt>
                <c:pt idx="2644">
                  <c:v>42339</c:v>
                </c:pt>
                <c:pt idx="2645">
                  <c:v>42338</c:v>
                </c:pt>
                <c:pt idx="2646">
                  <c:v>42337</c:v>
                </c:pt>
                <c:pt idx="2647">
                  <c:v>42336</c:v>
                </c:pt>
                <c:pt idx="2648">
                  <c:v>42335</c:v>
                </c:pt>
                <c:pt idx="2649">
                  <c:v>42334</c:v>
                </c:pt>
                <c:pt idx="2650">
                  <c:v>42333</c:v>
                </c:pt>
                <c:pt idx="2651">
                  <c:v>42332</c:v>
                </c:pt>
                <c:pt idx="2652">
                  <c:v>42331</c:v>
                </c:pt>
                <c:pt idx="2653">
                  <c:v>42330</c:v>
                </c:pt>
                <c:pt idx="2654">
                  <c:v>42329</c:v>
                </c:pt>
                <c:pt idx="2655">
                  <c:v>42328</c:v>
                </c:pt>
                <c:pt idx="2656">
                  <c:v>42327</c:v>
                </c:pt>
                <c:pt idx="2657">
                  <c:v>42326</c:v>
                </c:pt>
                <c:pt idx="2658">
                  <c:v>42325</c:v>
                </c:pt>
                <c:pt idx="2659">
                  <c:v>42324</c:v>
                </c:pt>
                <c:pt idx="2660">
                  <c:v>42323</c:v>
                </c:pt>
                <c:pt idx="2661">
                  <c:v>42322</c:v>
                </c:pt>
                <c:pt idx="2662">
                  <c:v>42321</c:v>
                </c:pt>
                <c:pt idx="2663">
                  <c:v>42320</c:v>
                </c:pt>
                <c:pt idx="2664">
                  <c:v>42319</c:v>
                </c:pt>
                <c:pt idx="2665">
                  <c:v>42318</c:v>
                </c:pt>
                <c:pt idx="2666">
                  <c:v>42317</c:v>
                </c:pt>
                <c:pt idx="2667">
                  <c:v>42316</c:v>
                </c:pt>
                <c:pt idx="2668">
                  <c:v>42315</c:v>
                </c:pt>
                <c:pt idx="2669">
                  <c:v>42314</c:v>
                </c:pt>
                <c:pt idx="2670">
                  <c:v>42313</c:v>
                </c:pt>
                <c:pt idx="2671">
                  <c:v>42312</c:v>
                </c:pt>
                <c:pt idx="2672">
                  <c:v>42311</c:v>
                </c:pt>
                <c:pt idx="2673">
                  <c:v>42310</c:v>
                </c:pt>
                <c:pt idx="2674">
                  <c:v>42309</c:v>
                </c:pt>
                <c:pt idx="2675">
                  <c:v>42308</c:v>
                </c:pt>
                <c:pt idx="2676">
                  <c:v>42307</c:v>
                </c:pt>
                <c:pt idx="2677">
                  <c:v>42306</c:v>
                </c:pt>
                <c:pt idx="2678">
                  <c:v>42305</c:v>
                </c:pt>
                <c:pt idx="2679">
                  <c:v>42304</c:v>
                </c:pt>
                <c:pt idx="2680">
                  <c:v>42303</c:v>
                </c:pt>
                <c:pt idx="2681">
                  <c:v>42302</c:v>
                </c:pt>
                <c:pt idx="2682">
                  <c:v>42301</c:v>
                </c:pt>
                <c:pt idx="2683">
                  <c:v>42300</c:v>
                </c:pt>
                <c:pt idx="2684">
                  <c:v>42299</c:v>
                </c:pt>
                <c:pt idx="2685">
                  <c:v>42298</c:v>
                </c:pt>
                <c:pt idx="2686">
                  <c:v>42297</c:v>
                </c:pt>
                <c:pt idx="2687">
                  <c:v>42296</c:v>
                </c:pt>
                <c:pt idx="2688">
                  <c:v>42295</c:v>
                </c:pt>
                <c:pt idx="2689">
                  <c:v>42294</c:v>
                </c:pt>
                <c:pt idx="2690">
                  <c:v>42293</c:v>
                </c:pt>
                <c:pt idx="2691">
                  <c:v>42292</c:v>
                </c:pt>
                <c:pt idx="2692">
                  <c:v>42291</c:v>
                </c:pt>
                <c:pt idx="2693">
                  <c:v>42290</c:v>
                </c:pt>
                <c:pt idx="2694">
                  <c:v>42289</c:v>
                </c:pt>
                <c:pt idx="2695">
                  <c:v>42288</c:v>
                </c:pt>
                <c:pt idx="2696">
                  <c:v>42287</c:v>
                </c:pt>
                <c:pt idx="2697">
                  <c:v>42286</c:v>
                </c:pt>
                <c:pt idx="2698">
                  <c:v>42285</c:v>
                </c:pt>
                <c:pt idx="2699">
                  <c:v>42284</c:v>
                </c:pt>
                <c:pt idx="2700">
                  <c:v>42283</c:v>
                </c:pt>
                <c:pt idx="2701">
                  <c:v>42282</c:v>
                </c:pt>
                <c:pt idx="2702">
                  <c:v>42281</c:v>
                </c:pt>
                <c:pt idx="2703">
                  <c:v>42280</c:v>
                </c:pt>
                <c:pt idx="2704">
                  <c:v>42279</c:v>
                </c:pt>
                <c:pt idx="2705">
                  <c:v>42278</c:v>
                </c:pt>
                <c:pt idx="2706">
                  <c:v>42277</c:v>
                </c:pt>
                <c:pt idx="2707">
                  <c:v>42276</c:v>
                </c:pt>
                <c:pt idx="2708">
                  <c:v>42275</c:v>
                </c:pt>
                <c:pt idx="2709">
                  <c:v>42274</c:v>
                </c:pt>
                <c:pt idx="2710">
                  <c:v>42273</c:v>
                </c:pt>
                <c:pt idx="2711">
                  <c:v>42272</c:v>
                </c:pt>
                <c:pt idx="2712">
                  <c:v>42271</c:v>
                </c:pt>
                <c:pt idx="2713">
                  <c:v>42270</c:v>
                </c:pt>
                <c:pt idx="2714">
                  <c:v>42269</c:v>
                </c:pt>
                <c:pt idx="2715">
                  <c:v>42268</c:v>
                </c:pt>
                <c:pt idx="2716">
                  <c:v>42267</c:v>
                </c:pt>
                <c:pt idx="2717">
                  <c:v>42266</c:v>
                </c:pt>
                <c:pt idx="2718">
                  <c:v>42265</c:v>
                </c:pt>
                <c:pt idx="2719">
                  <c:v>42264</c:v>
                </c:pt>
                <c:pt idx="2720">
                  <c:v>42263</c:v>
                </c:pt>
                <c:pt idx="2721">
                  <c:v>42262</c:v>
                </c:pt>
                <c:pt idx="2722">
                  <c:v>42261</c:v>
                </c:pt>
                <c:pt idx="2723">
                  <c:v>42260</c:v>
                </c:pt>
                <c:pt idx="2724">
                  <c:v>42259</c:v>
                </c:pt>
                <c:pt idx="2725">
                  <c:v>42258</c:v>
                </c:pt>
                <c:pt idx="2726">
                  <c:v>42257</c:v>
                </c:pt>
                <c:pt idx="2727">
                  <c:v>42256</c:v>
                </c:pt>
                <c:pt idx="2728">
                  <c:v>42255</c:v>
                </c:pt>
                <c:pt idx="2729">
                  <c:v>42254</c:v>
                </c:pt>
                <c:pt idx="2730">
                  <c:v>42253</c:v>
                </c:pt>
                <c:pt idx="2731">
                  <c:v>42252</c:v>
                </c:pt>
                <c:pt idx="2732">
                  <c:v>42251</c:v>
                </c:pt>
                <c:pt idx="2733">
                  <c:v>42250</c:v>
                </c:pt>
                <c:pt idx="2734">
                  <c:v>42249</c:v>
                </c:pt>
                <c:pt idx="2735">
                  <c:v>42248</c:v>
                </c:pt>
                <c:pt idx="2736">
                  <c:v>42247</c:v>
                </c:pt>
                <c:pt idx="2737">
                  <c:v>42246</c:v>
                </c:pt>
                <c:pt idx="2738">
                  <c:v>42245</c:v>
                </c:pt>
                <c:pt idx="2739">
                  <c:v>42244</c:v>
                </c:pt>
                <c:pt idx="2740">
                  <c:v>42243</c:v>
                </c:pt>
                <c:pt idx="2741">
                  <c:v>42242</c:v>
                </c:pt>
                <c:pt idx="2742">
                  <c:v>42241</c:v>
                </c:pt>
                <c:pt idx="2743">
                  <c:v>42240</c:v>
                </c:pt>
                <c:pt idx="2744">
                  <c:v>42239</c:v>
                </c:pt>
                <c:pt idx="2745">
                  <c:v>42238</c:v>
                </c:pt>
                <c:pt idx="2746">
                  <c:v>42237</c:v>
                </c:pt>
                <c:pt idx="2747">
                  <c:v>42236</c:v>
                </c:pt>
                <c:pt idx="2748">
                  <c:v>42235</c:v>
                </c:pt>
                <c:pt idx="2749">
                  <c:v>42234</c:v>
                </c:pt>
                <c:pt idx="2750">
                  <c:v>42233</c:v>
                </c:pt>
                <c:pt idx="2751">
                  <c:v>42232</c:v>
                </c:pt>
                <c:pt idx="2752">
                  <c:v>42231</c:v>
                </c:pt>
                <c:pt idx="2753">
                  <c:v>42230</c:v>
                </c:pt>
                <c:pt idx="2754">
                  <c:v>42229</c:v>
                </c:pt>
                <c:pt idx="2755">
                  <c:v>42228</c:v>
                </c:pt>
                <c:pt idx="2756">
                  <c:v>42227</c:v>
                </c:pt>
                <c:pt idx="2757">
                  <c:v>42226</c:v>
                </c:pt>
                <c:pt idx="2758">
                  <c:v>42225</c:v>
                </c:pt>
                <c:pt idx="2759">
                  <c:v>42224</c:v>
                </c:pt>
                <c:pt idx="2760">
                  <c:v>42223</c:v>
                </c:pt>
                <c:pt idx="2761">
                  <c:v>42222</c:v>
                </c:pt>
                <c:pt idx="2762">
                  <c:v>42221</c:v>
                </c:pt>
                <c:pt idx="2763">
                  <c:v>42220</c:v>
                </c:pt>
                <c:pt idx="2764">
                  <c:v>42219</c:v>
                </c:pt>
                <c:pt idx="2765">
                  <c:v>42218</c:v>
                </c:pt>
                <c:pt idx="2766">
                  <c:v>42217</c:v>
                </c:pt>
                <c:pt idx="2767">
                  <c:v>42216</c:v>
                </c:pt>
                <c:pt idx="2768">
                  <c:v>42215</c:v>
                </c:pt>
                <c:pt idx="2769">
                  <c:v>42214</c:v>
                </c:pt>
                <c:pt idx="2770">
                  <c:v>42213</c:v>
                </c:pt>
                <c:pt idx="2771">
                  <c:v>42212</c:v>
                </c:pt>
                <c:pt idx="2772">
                  <c:v>42211</c:v>
                </c:pt>
                <c:pt idx="2773">
                  <c:v>42210</c:v>
                </c:pt>
                <c:pt idx="2774">
                  <c:v>42209</c:v>
                </c:pt>
                <c:pt idx="2775">
                  <c:v>42208</c:v>
                </c:pt>
                <c:pt idx="2776">
                  <c:v>42207</c:v>
                </c:pt>
                <c:pt idx="2777">
                  <c:v>42206</c:v>
                </c:pt>
                <c:pt idx="2778">
                  <c:v>42205</c:v>
                </c:pt>
                <c:pt idx="2779">
                  <c:v>42204</c:v>
                </c:pt>
                <c:pt idx="2780">
                  <c:v>42203</c:v>
                </c:pt>
                <c:pt idx="2781">
                  <c:v>42202</c:v>
                </c:pt>
                <c:pt idx="2782">
                  <c:v>42201</c:v>
                </c:pt>
                <c:pt idx="2783">
                  <c:v>42200</c:v>
                </c:pt>
                <c:pt idx="2784">
                  <c:v>42199</c:v>
                </c:pt>
                <c:pt idx="2785">
                  <c:v>42198</c:v>
                </c:pt>
                <c:pt idx="2786">
                  <c:v>42197</c:v>
                </c:pt>
                <c:pt idx="2787">
                  <c:v>42196</c:v>
                </c:pt>
                <c:pt idx="2788">
                  <c:v>42195</c:v>
                </c:pt>
                <c:pt idx="2789">
                  <c:v>42194</c:v>
                </c:pt>
                <c:pt idx="2790">
                  <c:v>42193</c:v>
                </c:pt>
                <c:pt idx="2791">
                  <c:v>42192</c:v>
                </c:pt>
                <c:pt idx="2792">
                  <c:v>42191</c:v>
                </c:pt>
                <c:pt idx="2793">
                  <c:v>42190</c:v>
                </c:pt>
                <c:pt idx="2794">
                  <c:v>42189</c:v>
                </c:pt>
                <c:pt idx="2795">
                  <c:v>42188</c:v>
                </c:pt>
                <c:pt idx="2796">
                  <c:v>42187</c:v>
                </c:pt>
                <c:pt idx="2797">
                  <c:v>42186</c:v>
                </c:pt>
                <c:pt idx="2798">
                  <c:v>42185</c:v>
                </c:pt>
                <c:pt idx="2799">
                  <c:v>42184</c:v>
                </c:pt>
                <c:pt idx="2800">
                  <c:v>42183</c:v>
                </c:pt>
                <c:pt idx="2801">
                  <c:v>42182</c:v>
                </c:pt>
                <c:pt idx="2802">
                  <c:v>42181</c:v>
                </c:pt>
                <c:pt idx="2803">
                  <c:v>42180</c:v>
                </c:pt>
                <c:pt idx="2804">
                  <c:v>42179</c:v>
                </c:pt>
                <c:pt idx="2805">
                  <c:v>42178</c:v>
                </c:pt>
                <c:pt idx="2806">
                  <c:v>42177</c:v>
                </c:pt>
                <c:pt idx="2807">
                  <c:v>42176</c:v>
                </c:pt>
                <c:pt idx="2808">
                  <c:v>42175</c:v>
                </c:pt>
                <c:pt idx="2809">
                  <c:v>42174</c:v>
                </c:pt>
                <c:pt idx="2810">
                  <c:v>42173</c:v>
                </c:pt>
                <c:pt idx="2811">
                  <c:v>42172</c:v>
                </c:pt>
                <c:pt idx="2812">
                  <c:v>42171</c:v>
                </c:pt>
                <c:pt idx="2813">
                  <c:v>42170</c:v>
                </c:pt>
                <c:pt idx="2814">
                  <c:v>42169</c:v>
                </c:pt>
                <c:pt idx="2815">
                  <c:v>42168</c:v>
                </c:pt>
                <c:pt idx="2816">
                  <c:v>42167</c:v>
                </c:pt>
                <c:pt idx="2817">
                  <c:v>42166</c:v>
                </c:pt>
                <c:pt idx="2818">
                  <c:v>42165</c:v>
                </c:pt>
                <c:pt idx="2819">
                  <c:v>42164</c:v>
                </c:pt>
                <c:pt idx="2820">
                  <c:v>42163</c:v>
                </c:pt>
                <c:pt idx="2821">
                  <c:v>42162</c:v>
                </c:pt>
                <c:pt idx="2822">
                  <c:v>42161</c:v>
                </c:pt>
                <c:pt idx="2823">
                  <c:v>42160</c:v>
                </c:pt>
                <c:pt idx="2824">
                  <c:v>42159</c:v>
                </c:pt>
                <c:pt idx="2825">
                  <c:v>42158</c:v>
                </c:pt>
                <c:pt idx="2826">
                  <c:v>42157</c:v>
                </c:pt>
                <c:pt idx="2827">
                  <c:v>42156</c:v>
                </c:pt>
                <c:pt idx="2828">
                  <c:v>42155</c:v>
                </c:pt>
                <c:pt idx="2829">
                  <c:v>42154</c:v>
                </c:pt>
                <c:pt idx="2830">
                  <c:v>42153</c:v>
                </c:pt>
                <c:pt idx="2831">
                  <c:v>42152</c:v>
                </c:pt>
                <c:pt idx="2832">
                  <c:v>42151</c:v>
                </c:pt>
                <c:pt idx="2833">
                  <c:v>42150</c:v>
                </c:pt>
                <c:pt idx="2834">
                  <c:v>42149</c:v>
                </c:pt>
                <c:pt idx="2835">
                  <c:v>42148</c:v>
                </c:pt>
                <c:pt idx="2836">
                  <c:v>42147</c:v>
                </c:pt>
                <c:pt idx="2837">
                  <c:v>42146</c:v>
                </c:pt>
                <c:pt idx="2838">
                  <c:v>42145</c:v>
                </c:pt>
                <c:pt idx="2839">
                  <c:v>42144</c:v>
                </c:pt>
                <c:pt idx="2840">
                  <c:v>42143</c:v>
                </c:pt>
                <c:pt idx="2841">
                  <c:v>42142</c:v>
                </c:pt>
                <c:pt idx="2842">
                  <c:v>42141</c:v>
                </c:pt>
                <c:pt idx="2843">
                  <c:v>42140</c:v>
                </c:pt>
                <c:pt idx="2844">
                  <c:v>42139</c:v>
                </c:pt>
                <c:pt idx="2845">
                  <c:v>42138</c:v>
                </c:pt>
                <c:pt idx="2846">
                  <c:v>42137</c:v>
                </c:pt>
                <c:pt idx="2847">
                  <c:v>42136</c:v>
                </c:pt>
                <c:pt idx="2848">
                  <c:v>42135</c:v>
                </c:pt>
                <c:pt idx="2849">
                  <c:v>42134</c:v>
                </c:pt>
                <c:pt idx="2850">
                  <c:v>42133</c:v>
                </c:pt>
                <c:pt idx="2851">
                  <c:v>42132</c:v>
                </c:pt>
                <c:pt idx="2852">
                  <c:v>42131</c:v>
                </c:pt>
                <c:pt idx="2853">
                  <c:v>42130</c:v>
                </c:pt>
                <c:pt idx="2854">
                  <c:v>42129</c:v>
                </c:pt>
                <c:pt idx="2855">
                  <c:v>42128</c:v>
                </c:pt>
                <c:pt idx="2856">
                  <c:v>42127</c:v>
                </c:pt>
                <c:pt idx="2857">
                  <c:v>42126</c:v>
                </c:pt>
                <c:pt idx="2858">
                  <c:v>42125</c:v>
                </c:pt>
                <c:pt idx="2859">
                  <c:v>42124</c:v>
                </c:pt>
                <c:pt idx="2860">
                  <c:v>42123</c:v>
                </c:pt>
                <c:pt idx="2861">
                  <c:v>42122</c:v>
                </c:pt>
                <c:pt idx="2862">
                  <c:v>42121</c:v>
                </c:pt>
                <c:pt idx="2863">
                  <c:v>42120</c:v>
                </c:pt>
                <c:pt idx="2864">
                  <c:v>42119</c:v>
                </c:pt>
                <c:pt idx="2865">
                  <c:v>42118</c:v>
                </c:pt>
                <c:pt idx="2866">
                  <c:v>42117</c:v>
                </c:pt>
                <c:pt idx="2867">
                  <c:v>42116</c:v>
                </c:pt>
                <c:pt idx="2868">
                  <c:v>42115</c:v>
                </c:pt>
                <c:pt idx="2869">
                  <c:v>42114</c:v>
                </c:pt>
                <c:pt idx="2870">
                  <c:v>42113</c:v>
                </c:pt>
                <c:pt idx="2871">
                  <c:v>42112</c:v>
                </c:pt>
                <c:pt idx="2872">
                  <c:v>42111</c:v>
                </c:pt>
                <c:pt idx="2873">
                  <c:v>42110</c:v>
                </c:pt>
                <c:pt idx="2874">
                  <c:v>42109</c:v>
                </c:pt>
                <c:pt idx="2875">
                  <c:v>42108</c:v>
                </c:pt>
                <c:pt idx="2876">
                  <c:v>42107</c:v>
                </c:pt>
                <c:pt idx="2877">
                  <c:v>42106</c:v>
                </c:pt>
                <c:pt idx="2878">
                  <c:v>42105</c:v>
                </c:pt>
                <c:pt idx="2879">
                  <c:v>42104</c:v>
                </c:pt>
                <c:pt idx="2880">
                  <c:v>42103</c:v>
                </c:pt>
                <c:pt idx="2881">
                  <c:v>42102</c:v>
                </c:pt>
                <c:pt idx="2882">
                  <c:v>42101</c:v>
                </c:pt>
                <c:pt idx="2883">
                  <c:v>42100</c:v>
                </c:pt>
                <c:pt idx="2884">
                  <c:v>42099</c:v>
                </c:pt>
                <c:pt idx="2885">
                  <c:v>42098</c:v>
                </c:pt>
                <c:pt idx="2886">
                  <c:v>42097</c:v>
                </c:pt>
                <c:pt idx="2887">
                  <c:v>42096</c:v>
                </c:pt>
                <c:pt idx="2888">
                  <c:v>42095</c:v>
                </c:pt>
                <c:pt idx="2889">
                  <c:v>42094</c:v>
                </c:pt>
                <c:pt idx="2890">
                  <c:v>42093</c:v>
                </c:pt>
                <c:pt idx="2891">
                  <c:v>42092</c:v>
                </c:pt>
                <c:pt idx="2892">
                  <c:v>42091</c:v>
                </c:pt>
                <c:pt idx="2893">
                  <c:v>42090</c:v>
                </c:pt>
                <c:pt idx="2894">
                  <c:v>42089</c:v>
                </c:pt>
                <c:pt idx="2895">
                  <c:v>42088</c:v>
                </c:pt>
                <c:pt idx="2896">
                  <c:v>42087</c:v>
                </c:pt>
                <c:pt idx="2897">
                  <c:v>42086</c:v>
                </c:pt>
                <c:pt idx="2898">
                  <c:v>42085</c:v>
                </c:pt>
                <c:pt idx="2899">
                  <c:v>42084</c:v>
                </c:pt>
                <c:pt idx="2900">
                  <c:v>42083</c:v>
                </c:pt>
                <c:pt idx="2901">
                  <c:v>42082</c:v>
                </c:pt>
                <c:pt idx="2902">
                  <c:v>42081</c:v>
                </c:pt>
                <c:pt idx="2903">
                  <c:v>42080</c:v>
                </c:pt>
                <c:pt idx="2904">
                  <c:v>42079</c:v>
                </c:pt>
                <c:pt idx="2905">
                  <c:v>42078</c:v>
                </c:pt>
                <c:pt idx="2906">
                  <c:v>42077</c:v>
                </c:pt>
                <c:pt idx="2907">
                  <c:v>42076</c:v>
                </c:pt>
                <c:pt idx="2908">
                  <c:v>42075</c:v>
                </c:pt>
                <c:pt idx="2909">
                  <c:v>42074</c:v>
                </c:pt>
                <c:pt idx="2910">
                  <c:v>42073</c:v>
                </c:pt>
                <c:pt idx="2911">
                  <c:v>42072</c:v>
                </c:pt>
                <c:pt idx="2912">
                  <c:v>42071</c:v>
                </c:pt>
                <c:pt idx="2913">
                  <c:v>42070</c:v>
                </c:pt>
                <c:pt idx="2914">
                  <c:v>42069</c:v>
                </c:pt>
                <c:pt idx="2915">
                  <c:v>42068</c:v>
                </c:pt>
                <c:pt idx="2916">
                  <c:v>42067</c:v>
                </c:pt>
                <c:pt idx="2917">
                  <c:v>42066</c:v>
                </c:pt>
                <c:pt idx="2918">
                  <c:v>42065</c:v>
                </c:pt>
                <c:pt idx="2919">
                  <c:v>42064</c:v>
                </c:pt>
                <c:pt idx="2920">
                  <c:v>42063</c:v>
                </c:pt>
                <c:pt idx="2921">
                  <c:v>42062</c:v>
                </c:pt>
                <c:pt idx="2922">
                  <c:v>42061</c:v>
                </c:pt>
                <c:pt idx="2923">
                  <c:v>42060</c:v>
                </c:pt>
                <c:pt idx="2924">
                  <c:v>42059</c:v>
                </c:pt>
                <c:pt idx="2925">
                  <c:v>42058</c:v>
                </c:pt>
                <c:pt idx="2926">
                  <c:v>42057</c:v>
                </c:pt>
                <c:pt idx="2927">
                  <c:v>42056</c:v>
                </c:pt>
                <c:pt idx="2928">
                  <c:v>42055</c:v>
                </c:pt>
                <c:pt idx="2929">
                  <c:v>42054</c:v>
                </c:pt>
                <c:pt idx="2930">
                  <c:v>42053</c:v>
                </c:pt>
                <c:pt idx="2931">
                  <c:v>42052</c:v>
                </c:pt>
                <c:pt idx="2932">
                  <c:v>42051</c:v>
                </c:pt>
                <c:pt idx="2933">
                  <c:v>42050</c:v>
                </c:pt>
                <c:pt idx="2934">
                  <c:v>42049</c:v>
                </c:pt>
                <c:pt idx="2935">
                  <c:v>42048</c:v>
                </c:pt>
                <c:pt idx="2936">
                  <c:v>42047</c:v>
                </c:pt>
                <c:pt idx="2937">
                  <c:v>42046</c:v>
                </c:pt>
                <c:pt idx="2938">
                  <c:v>42045</c:v>
                </c:pt>
                <c:pt idx="2939">
                  <c:v>42044</c:v>
                </c:pt>
                <c:pt idx="2940">
                  <c:v>42043</c:v>
                </c:pt>
                <c:pt idx="2941">
                  <c:v>42042</c:v>
                </c:pt>
                <c:pt idx="2942">
                  <c:v>42041</c:v>
                </c:pt>
                <c:pt idx="2943">
                  <c:v>42040</c:v>
                </c:pt>
                <c:pt idx="2944">
                  <c:v>42039</c:v>
                </c:pt>
                <c:pt idx="2945">
                  <c:v>42038</c:v>
                </c:pt>
                <c:pt idx="2946">
                  <c:v>42037</c:v>
                </c:pt>
                <c:pt idx="2947">
                  <c:v>42036</c:v>
                </c:pt>
                <c:pt idx="2948">
                  <c:v>42035</c:v>
                </c:pt>
                <c:pt idx="2949">
                  <c:v>42034</c:v>
                </c:pt>
                <c:pt idx="2950">
                  <c:v>42033</c:v>
                </c:pt>
                <c:pt idx="2951">
                  <c:v>42032</c:v>
                </c:pt>
                <c:pt idx="2952">
                  <c:v>42031</c:v>
                </c:pt>
                <c:pt idx="2953">
                  <c:v>42030</c:v>
                </c:pt>
                <c:pt idx="2954">
                  <c:v>42029</c:v>
                </c:pt>
                <c:pt idx="2955">
                  <c:v>42028</c:v>
                </c:pt>
                <c:pt idx="2956">
                  <c:v>42027</c:v>
                </c:pt>
                <c:pt idx="2957">
                  <c:v>42026</c:v>
                </c:pt>
                <c:pt idx="2958">
                  <c:v>42025</c:v>
                </c:pt>
                <c:pt idx="2959">
                  <c:v>42024</c:v>
                </c:pt>
                <c:pt idx="2960">
                  <c:v>42023</c:v>
                </c:pt>
                <c:pt idx="2961">
                  <c:v>42022</c:v>
                </c:pt>
                <c:pt idx="2962">
                  <c:v>42021</c:v>
                </c:pt>
                <c:pt idx="2963">
                  <c:v>42020</c:v>
                </c:pt>
                <c:pt idx="2964">
                  <c:v>42019</c:v>
                </c:pt>
                <c:pt idx="2965">
                  <c:v>42018</c:v>
                </c:pt>
                <c:pt idx="2966">
                  <c:v>42017</c:v>
                </c:pt>
                <c:pt idx="2967">
                  <c:v>42016</c:v>
                </c:pt>
                <c:pt idx="2968">
                  <c:v>42015</c:v>
                </c:pt>
                <c:pt idx="2969">
                  <c:v>42014</c:v>
                </c:pt>
                <c:pt idx="2970">
                  <c:v>42013</c:v>
                </c:pt>
                <c:pt idx="2971">
                  <c:v>42012</c:v>
                </c:pt>
                <c:pt idx="2972">
                  <c:v>42011</c:v>
                </c:pt>
                <c:pt idx="2973">
                  <c:v>42010</c:v>
                </c:pt>
                <c:pt idx="2974">
                  <c:v>42009</c:v>
                </c:pt>
                <c:pt idx="2975">
                  <c:v>42008</c:v>
                </c:pt>
                <c:pt idx="2976">
                  <c:v>42007</c:v>
                </c:pt>
                <c:pt idx="2977">
                  <c:v>42006</c:v>
                </c:pt>
                <c:pt idx="2978">
                  <c:v>42005</c:v>
                </c:pt>
                <c:pt idx="2979">
                  <c:v>42004</c:v>
                </c:pt>
                <c:pt idx="2980">
                  <c:v>42003</c:v>
                </c:pt>
                <c:pt idx="2981">
                  <c:v>42002</c:v>
                </c:pt>
                <c:pt idx="2982">
                  <c:v>42001</c:v>
                </c:pt>
                <c:pt idx="2983">
                  <c:v>42000</c:v>
                </c:pt>
                <c:pt idx="2984">
                  <c:v>41999</c:v>
                </c:pt>
                <c:pt idx="2985">
                  <c:v>41998</c:v>
                </c:pt>
                <c:pt idx="2986">
                  <c:v>41997</c:v>
                </c:pt>
                <c:pt idx="2987">
                  <c:v>41996</c:v>
                </c:pt>
                <c:pt idx="2988">
                  <c:v>41995</c:v>
                </c:pt>
                <c:pt idx="2989">
                  <c:v>41994</c:v>
                </c:pt>
                <c:pt idx="2990">
                  <c:v>41993</c:v>
                </c:pt>
                <c:pt idx="2991">
                  <c:v>41992</c:v>
                </c:pt>
                <c:pt idx="2992">
                  <c:v>41991</c:v>
                </c:pt>
                <c:pt idx="2993">
                  <c:v>41990</c:v>
                </c:pt>
                <c:pt idx="2994">
                  <c:v>41989</c:v>
                </c:pt>
                <c:pt idx="2995">
                  <c:v>41988</c:v>
                </c:pt>
                <c:pt idx="2996">
                  <c:v>41987</c:v>
                </c:pt>
                <c:pt idx="2997">
                  <c:v>41986</c:v>
                </c:pt>
                <c:pt idx="2998">
                  <c:v>41985</c:v>
                </c:pt>
                <c:pt idx="2999">
                  <c:v>41984</c:v>
                </c:pt>
                <c:pt idx="3000">
                  <c:v>41983</c:v>
                </c:pt>
                <c:pt idx="3001">
                  <c:v>41982</c:v>
                </c:pt>
                <c:pt idx="3002">
                  <c:v>41981</c:v>
                </c:pt>
                <c:pt idx="3003">
                  <c:v>41980</c:v>
                </c:pt>
                <c:pt idx="3004">
                  <c:v>41979</c:v>
                </c:pt>
                <c:pt idx="3005">
                  <c:v>41978</c:v>
                </c:pt>
                <c:pt idx="3006">
                  <c:v>41977</c:v>
                </c:pt>
                <c:pt idx="3007">
                  <c:v>41976</c:v>
                </c:pt>
                <c:pt idx="3008">
                  <c:v>41975</c:v>
                </c:pt>
                <c:pt idx="3009">
                  <c:v>41974</c:v>
                </c:pt>
                <c:pt idx="3010">
                  <c:v>41973</c:v>
                </c:pt>
                <c:pt idx="3011">
                  <c:v>41972</c:v>
                </c:pt>
                <c:pt idx="3012">
                  <c:v>41971</c:v>
                </c:pt>
                <c:pt idx="3013">
                  <c:v>41970</c:v>
                </c:pt>
                <c:pt idx="3014">
                  <c:v>41969</c:v>
                </c:pt>
                <c:pt idx="3015">
                  <c:v>41968</c:v>
                </c:pt>
                <c:pt idx="3016">
                  <c:v>41967</c:v>
                </c:pt>
                <c:pt idx="3017">
                  <c:v>41966</c:v>
                </c:pt>
                <c:pt idx="3018">
                  <c:v>41965</c:v>
                </c:pt>
                <c:pt idx="3019">
                  <c:v>41964</c:v>
                </c:pt>
                <c:pt idx="3020">
                  <c:v>41963</c:v>
                </c:pt>
                <c:pt idx="3021">
                  <c:v>41962</c:v>
                </c:pt>
                <c:pt idx="3022">
                  <c:v>41961</c:v>
                </c:pt>
                <c:pt idx="3023">
                  <c:v>41960</c:v>
                </c:pt>
                <c:pt idx="3024">
                  <c:v>41959</c:v>
                </c:pt>
                <c:pt idx="3025">
                  <c:v>41958</c:v>
                </c:pt>
                <c:pt idx="3026">
                  <c:v>41957</c:v>
                </c:pt>
                <c:pt idx="3027">
                  <c:v>41956</c:v>
                </c:pt>
                <c:pt idx="3028">
                  <c:v>41955</c:v>
                </c:pt>
                <c:pt idx="3029">
                  <c:v>41954</c:v>
                </c:pt>
                <c:pt idx="3030">
                  <c:v>41953</c:v>
                </c:pt>
                <c:pt idx="3031">
                  <c:v>41952</c:v>
                </c:pt>
                <c:pt idx="3032">
                  <c:v>41951</c:v>
                </c:pt>
                <c:pt idx="3033">
                  <c:v>41950</c:v>
                </c:pt>
                <c:pt idx="3034">
                  <c:v>41949</c:v>
                </c:pt>
                <c:pt idx="3035">
                  <c:v>41948</c:v>
                </c:pt>
                <c:pt idx="3036">
                  <c:v>41947</c:v>
                </c:pt>
                <c:pt idx="3037">
                  <c:v>41946</c:v>
                </c:pt>
                <c:pt idx="3038">
                  <c:v>41945</c:v>
                </c:pt>
                <c:pt idx="3039">
                  <c:v>41944</c:v>
                </c:pt>
                <c:pt idx="3040">
                  <c:v>41943</c:v>
                </c:pt>
                <c:pt idx="3041">
                  <c:v>41942</c:v>
                </c:pt>
                <c:pt idx="3042">
                  <c:v>41941</c:v>
                </c:pt>
                <c:pt idx="3043">
                  <c:v>41940</c:v>
                </c:pt>
                <c:pt idx="3044">
                  <c:v>41939</c:v>
                </c:pt>
                <c:pt idx="3045">
                  <c:v>41938</c:v>
                </c:pt>
                <c:pt idx="3046">
                  <c:v>41937</c:v>
                </c:pt>
                <c:pt idx="3047">
                  <c:v>41936</c:v>
                </c:pt>
                <c:pt idx="3048">
                  <c:v>41935</c:v>
                </c:pt>
                <c:pt idx="3049">
                  <c:v>41934</c:v>
                </c:pt>
                <c:pt idx="3050">
                  <c:v>41933</c:v>
                </c:pt>
                <c:pt idx="3051">
                  <c:v>41932</c:v>
                </c:pt>
                <c:pt idx="3052">
                  <c:v>41931</c:v>
                </c:pt>
                <c:pt idx="3053">
                  <c:v>41930</c:v>
                </c:pt>
                <c:pt idx="3054">
                  <c:v>41929</c:v>
                </c:pt>
                <c:pt idx="3055">
                  <c:v>41928</c:v>
                </c:pt>
                <c:pt idx="3056">
                  <c:v>41927</c:v>
                </c:pt>
                <c:pt idx="3057">
                  <c:v>41926</c:v>
                </c:pt>
                <c:pt idx="3058">
                  <c:v>41925</c:v>
                </c:pt>
                <c:pt idx="3059">
                  <c:v>41924</c:v>
                </c:pt>
                <c:pt idx="3060">
                  <c:v>41923</c:v>
                </c:pt>
                <c:pt idx="3061">
                  <c:v>41922</c:v>
                </c:pt>
                <c:pt idx="3062">
                  <c:v>41921</c:v>
                </c:pt>
                <c:pt idx="3063">
                  <c:v>41920</c:v>
                </c:pt>
                <c:pt idx="3064">
                  <c:v>41919</c:v>
                </c:pt>
                <c:pt idx="3065">
                  <c:v>41918</c:v>
                </c:pt>
                <c:pt idx="3066">
                  <c:v>41917</c:v>
                </c:pt>
                <c:pt idx="3067">
                  <c:v>41916</c:v>
                </c:pt>
                <c:pt idx="3068">
                  <c:v>41915</c:v>
                </c:pt>
                <c:pt idx="3069">
                  <c:v>41914</c:v>
                </c:pt>
                <c:pt idx="3070">
                  <c:v>41913</c:v>
                </c:pt>
                <c:pt idx="3071">
                  <c:v>41912</c:v>
                </c:pt>
                <c:pt idx="3072">
                  <c:v>41911</c:v>
                </c:pt>
                <c:pt idx="3073">
                  <c:v>41910</c:v>
                </c:pt>
                <c:pt idx="3074">
                  <c:v>41909</c:v>
                </c:pt>
                <c:pt idx="3075">
                  <c:v>41908</c:v>
                </c:pt>
                <c:pt idx="3076">
                  <c:v>41907</c:v>
                </c:pt>
                <c:pt idx="3077">
                  <c:v>41906</c:v>
                </c:pt>
                <c:pt idx="3078">
                  <c:v>41905</c:v>
                </c:pt>
                <c:pt idx="3079">
                  <c:v>41904</c:v>
                </c:pt>
                <c:pt idx="3080">
                  <c:v>41903</c:v>
                </c:pt>
                <c:pt idx="3081">
                  <c:v>41902</c:v>
                </c:pt>
                <c:pt idx="3082">
                  <c:v>41901</c:v>
                </c:pt>
                <c:pt idx="3083">
                  <c:v>41900</c:v>
                </c:pt>
                <c:pt idx="3084">
                  <c:v>41899</c:v>
                </c:pt>
                <c:pt idx="3085">
                  <c:v>41898</c:v>
                </c:pt>
                <c:pt idx="3086">
                  <c:v>41897</c:v>
                </c:pt>
                <c:pt idx="3087">
                  <c:v>41896</c:v>
                </c:pt>
                <c:pt idx="3088">
                  <c:v>41895</c:v>
                </c:pt>
                <c:pt idx="3089">
                  <c:v>41894</c:v>
                </c:pt>
                <c:pt idx="3090">
                  <c:v>41893</c:v>
                </c:pt>
                <c:pt idx="3091">
                  <c:v>41892</c:v>
                </c:pt>
                <c:pt idx="3092">
                  <c:v>41891</c:v>
                </c:pt>
                <c:pt idx="3093">
                  <c:v>41890</c:v>
                </c:pt>
                <c:pt idx="3094">
                  <c:v>41889</c:v>
                </c:pt>
                <c:pt idx="3095">
                  <c:v>41888</c:v>
                </c:pt>
                <c:pt idx="3096">
                  <c:v>41887</c:v>
                </c:pt>
                <c:pt idx="3097">
                  <c:v>41886</c:v>
                </c:pt>
                <c:pt idx="3098">
                  <c:v>41885</c:v>
                </c:pt>
                <c:pt idx="3099">
                  <c:v>41884</c:v>
                </c:pt>
                <c:pt idx="3100">
                  <c:v>41883</c:v>
                </c:pt>
                <c:pt idx="3101">
                  <c:v>41882</c:v>
                </c:pt>
                <c:pt idx="3102">
                  <c:v>41881</c:v>
                </c:pt>
                <c:pt idx="3103">
                  <c:v>41880</c:v>
                </c:pt>
                <c:pt idx="3104">
                  <c:v>41879</c:v>
                </c:pt>
                <c:pt idx="3105">
                  <c:v>41878</c:v>
                </c:pt>
                <c:pt idx="3106">
                  <c:v>41877</c:v>
                </c:pt>
                <c:pt idx="3107">
                  <c:v>41876</c:v>
                </c:pt>
                <c:pt idx="3108">
                  <c:v>41875</c:v>
                </c:pt>
                <c:pt idx="3109">
                  <c:v>41874</c:v>
                </c:pt>
                <c:pt idx="3110">
                  <c:v>41873</c:v>
                </c:pt>
                <c:pt idx="3111">
                  <c:v>41872</c:v>
                </c:pt>
                <c:pt idx="3112">
                  <c:v>41871</c:v>
                </c:pt>
                <c:pt idx="3113">
                  <c:v>41870</c:v>
                </c:pt>
                <c:pt idx="3114">
                  <c:v>41869</c:v>
                </c:pt>
                <c:pt idx="3115">
                  <c:v>41868</c:v>
                </c:pt>
                <c:pt idx="3116">
                  <c:v>41867</c:v>
                </c:pt>
                <c:pt idx="3117">
                  <c:v>41866</c:v>
                </c:pt>
                <c:pt idx="3118">
                  <c:v>41865</c:v>
                </c:pt>
                <c:pt idx="3119">
                  <c:v>41864</c:v>
                </c:pt>
                <c:pt idx="3120">
                  <c:v>41863</c:v>
                </c:pt>
                <c:pt idx="3121">
                  <c:v>41862</c:v>
                </c:pt>
                <c:pt idx="3122">
                  <c:v>41861</c:v>
                </c:pt>
                <c:pt idx="3123">
                  <c:v>41860</c:v>
                </c:pt>
                <c:pt idx="3124">
                  <c:v>41859</c:v>
                </c:pt>
                <c:pt idx="3125">
                  <c:v>41858</c:v>
                </c:pt>
                <c:pt idx="3126">
                  <c:v>41857</c:v>
                </c:pt>
                <c:pt idx="3127">
                  <c:v>41856</c:v>
                </c:pt>
                <c:pt idx="3128">
                  <c:v>41855</c:v>
                </c:pt>
                <c:pt idx="3129">
                  <c:v>41854</c:v>
                </c:pt>
                <c:pt idx="3130">
                  <c:v>41853</c:v>
                </c:pt>
                <c:pt idx="3131">
                  <c:v>41852</c:v>
                </c:pt>
                <c:pt idx="3132">
                  <c:v>41851</c:v>
                </c:pt>
                <c:pt idx="3133">
                  <c:v>41850</c:v>
                </c:pt>
                <c:pt idx="3134">
                  <c:v>41849</c:v>
                </c:pt>
                <c:pt idx="3135">
                  <c:v>41848</c:v>
                </c:pt>
                <c:pt idx="3136">
                  <c:v>41847</c:v>
                </c:pt>
                <c:pt idx="3137">
                  <c:v>41846</c:v>
                </c:pt>
                <c:pt idx="3138">
                  <c:v>41845</c:v>
                </c:pt>
                <c:pt idx="3139">
                  <c:v>41844</c:v>
                </c:pt>
                <c:pt idx="3140">
                  <c:v>41843</c:v>
                </c:pt>
                <c:pt idx="3141">
                  <c:v>41842</c:v>
                </c:pt>
                <c:pt idx="3142">
                  <c:v>41841</c:v>
                </c:pt>
                <c:pt idx="3143">
                  <c:v>41840</c:v>
                </c:pt>
                <c:pt idx="3144">
                  <c:v>41839</c:v>
                </c:pt>
                <c:pt idx="3145">
                  <c:v>41838</c:v>
                </c:pt>
                <c:pt idx="3146">
                  <c:v>41837</c:v>
                </c:pt>
                <c:pt idx="3147">
                  <c:v>41836</c:v>
                </c:pt>
                <c:pt idx="3148">
                  <c:v>41835</c:v>
                </c:pt>
                <c:pt idx="3149">
                  <c:v>41834</c:v>
                </c:pt>
                <c:pt idx="3150">
                  <c:v>41833</c:v>
                </c:pt>
                <c:pt idx="3151">
                  <c:v>41832</c:v>
                </c:pt>
                <c:pt idx="3152">
                  <c:v>41831</c:v>
                </c:pt>
                <c:pt idx="3153">
                  <c:v>41830</c:v>
                </c:pt>
                <c:pt idx="3154">
                  <c:v>41829</c:v>
                </c:pt>
                <c:pt idx="3155">
                  <c:v>41828</c:v>
                </c:pt>
                <c:pt idx="3156">
                  <c:v>41827</c:v>
                </c:pt>
                <c:pt idx="3157">
                  <c:v>41826</c:v>
                </c:pt>
                <c:pt idx="3158">
                  <c:v>41825</c:v>
                </c:pt>
                <c:pt idx="3159">
                  <c:v>41824</c:v>
                </c:pt>
                <c:pt idx="3160">
                  <c:v>41823</c:v>
                </c:pt>
                <c:pt idx="3161">
                  <c:v>41822</c:v>
                </c:pt>
                <c:pt idx="3162">
                  <c:v>41821</c:v>
                </c:pt>
                <c:pt idx="3163">
                  <c:v>41820</c:v>
                </c:pt>
                <c:pt idx="3164">
                  <c:v>41819</c:v>
                </c:pt>
                <c:pt idx="3165">
                  <c:v>41818</c:v>
                </c:pt>
                <c:pt idx="3166">
                  <c:v>41817</c:v>
                </c:pt>
                <c:pt idx="3167">
                  <c:v>41816</c:v>
                </c:pt>
                <c:pt idx="3168">
                  <c:v>41815</c:v>
                </c:pt>
                <c:pt idx="3169">
                  <c:v>41814</c:v>
                </c:pt>
                <c:pt idx="3170">
                  <c:v>41813</c:v>
                </c:pt>
                <c:pt idx="3171">
                  <c:v>41812</c:v>
                </c:pt>
                <c:pt idx="3172">
                  <c:v>41811</c:v>
                </c:pt>
                <c:pt idx="3173">
                  <c:v>41810</c:v>
                </c:pt>
                <c:pt idx="3174">
                  <c:v>41809</c:v>
                </c:pt>
                <c:pt idx="3175">
                  <c:v>41808</c:v>
                </c:pt>
                <c:pt idx="3176">
                  <c:v>41807</c:v>
                </c:pt>
                <c:pt idx="3177">
                  <c:v>41806</c:v>
                </c:pt>
                <c:pt idx="3178">
                  <c:v>41805</c:v>
                </c:pt>
                <c:pt idx="3179">
                  <c:v>41804</c:v>
                </c:pt>
                <c:pt idx="3180">
                  <c:v>41803</c:v>
                </c:pt>
                <c:pt idx="3181">
                  <c:v>41802</c:v>
                </c:pt>
                <c:pt idx="3182">
                  <c:v>41801</c:v>
                </c:pt>
                <c:pt idx="3183">
                  <c:v>41800</c:v>
                </c:pt>
                <c:pt idx="3184">
                  <c:v>41799</c:v>
                </c:pt>
                <c:pt idx="3185">
                  <c:v>41798</c:v>
                </c:pt>
                <c:pt idx="3186">
                  <c:v>41797</c:v>
                </c:pt>
                <c:pt idx="3187">
                  <c:v>41796</c:v>
                </c:pt>
                <c:pt idx="3188">
                  <c:v>41795</c:v>
                </c:pt>
                <c:pt idx="3189">
                  <c:v>41794</c:v>
                </c:pt>
                <c:pt idx="3190">
                  <c:v>41793</c:v>
                </c:pt>
                <c:pt idx="3191">
                  <c:v>41792</c:v>
                </c:pt>
                <c:pt idx="3192">
                  <c:v>41791</c:v>
                </c:pt>
                <c:pt idx="3193">
                  <c:v>41790</c:v>
                </c:pt>
                <c:pt idx="3194">
                  <c:v>41789</c:v>
                </c:pt>
                <c:pt idx="3195">
                  <c:v>41788</c:v>
                </c:pt>
                <c:pt idx="3196">
                  <c:v>41787</c:v>
                </c:pt>
                <c:pt idx="3197">
                  <c:v>41786</c:v>
                </c:pt>
                <c:pt idx="3198">
                  <c:v>41785</c:v>
                </c:pt>
                <c:pt idx="3199">
                  <c:v>41784</c:v>
                </c:pt>
                <c:pt idx="3200">
                  <c:v>41783</c:v>
                </c:pt>
                <c:pt idx="3201">
                  <c:v>41782</c:v>
                </c:pt>
                <c:pt idx="3202">
                  <c:v>41781</c:v>
                </c:pt>
                <c:pt idx="3203">
                  <c:v>41780</c:v>
                </c:pt>
                <c:pt idx="3204">
                  <c:v>41779</c:v>
                </c:pt>
                <c:pt idx="3205">
                  <c:v>41778</c:v>
                </c:pt>
                <c:pt idx="3206">
                  <c:v>41777</c:v>
                </c:pt>
                <c:pt idx="3207">
                  <c:v>41776</c:v>
                </c:pt>
                <c:pt idx="3208">
                  <c:v>41775</c:v>
                </c:pt>
                <c:pt idx="3209">
                  <c:v>41774</c:v>
                </c:pt>
                <c:pt idx="3210">
                  <c:v>41773</c:v>
                </c:pt>
                <c:pt idx="3211">
                  <c:v>41772</c:v>
                </c:pt>
                <c:pt idx="3212">
                  <c:v>41771</c:v>
                </c:pt>
                <c:pt idx="3213">
                  <c:v>41770</c:v>
                </c:pt>
                <c:pt idx="3214">
                  <c:v>41769</c:v>
                </c:pt>
                <c:pt idx="3215">
                  <c:v>41768</c:v>
                </c:pt>
                <c:pt idx="3216">
                  <c:v>41767</c:v>
                </c:pt>
                <c:pt idx="3217">
                  <c:v>41766</c:v>
                </c:pt>
                <c:pt idx="3218">
                  <c:v>41765</c:v>
                </c:pt>
                <c:pt idx="3219">
                  <c:v>41764</c:v>
                </c:pt>
                <c:pt idx="3220">
                  <c:v>41763</c:v>
                </c:pt>
                <c:pt idx="3221">
                  <c:v>41762</c:v>
                </c:pt>
                <c:pt idx="3222">
                  <c:v>41761</c:v>
                </c:pt>
                <c:pt idx="3223">
                  <c:v>41760</c:v>
                </c:pt>
                <c:pt idx="3224">
                  <c:v>41759</c:v>
                </c:pt>
                <c:pt idx="3225">
                  <c:v>41758</c:v>
                </c:pt>
                <c:pt idx="3226">
                  <c:v>41757</c:v>
                </c:pt>
                <c:pt idx="3227">
                  <c:v>41756</c:v>
                </c:pt>
                <c:pt idx="3228">
                  <c:v>41755</c:v>
                </c:pt>
                <c:pt idx="3229">
                  <c:v>41754</c:v>
                </c:pt>
                <c:pt idx="3230">
                  <c:v>41753</c:v>
                </c:pt>
                <c:pt idx="3231">
                  <c:v>41752</c:v>
                </c:pt>
                <c:pt idx="3232">
                  <c:v>41751</c:v>
                </c:pt>
                <c:pt idx="3233">
                  <c:v>41750</c:v>
                </c:pt>
                <c:pt idx="3234">
                  <c:v>41749</c:v>
                </c:pt>
                <c:pt idx="3235">
                  <c:v>41748</c:v>
                </c:pt>
                <c:pt idx="3236">
                  <c:v>41747</c:v>
                </c:pt>
                <c:pt idx="3237">
                  <c:v>41746</c:v>
                </c:pt>
                <c:pt idx="3238">
                  <c:v>41745</c:v>
                </c:pt>
                <c:pt idx="3239">
                  <c:v>41744</c:v>
                </c:pt>
                <c:pt idx="3240">
                  <c:v>41743</c:v>
                </c:pt>
                <c:pt idx="3241">
                  <c:v>41742</c:v>
                </c:pt>
                <c:pt idx="3242">
                  <c:v>41741</c:v>
                </c:pt>
                <c:pt idx="3243">
                  <c:v>41740</c:v>
                </c:pt>
                <c:pt idx="3244">
                  <c:v>41739</c:v>
                </c:pt>
                <c:pt idx="3245">
                  <c:v>41738</c:v>
                </c:pt>
                <c:pt idx="3246">
                  <c:v>41737</c:v>
                </c:pt>
                <c:pt idx="3247">
                  <c:v>41736</c:v>
                </c:pt>
                <c:pt idx="3248">
                  <c:v>41735</c:v>
                </c:pt>
                <c:pt idx="3249">
                  <c:v>41734</c:v>
                </c:pt>
                <c:pt idx="3250">
                  <c:v>41733</c:v>
                </c:pt>
                <c:pt idx="3251">
                  <c:v>41732</c:v>
                </c:pt>
                <c:pt idx="3252">
                  <c:v>41731</c:v>
                </c:pt>
                <c:pt idx="3253">
                  <c:v>41730</c:v>
                </c:pt>
                <c:pt idx="3254">
                  <c:v>41729</c:v>
                </c:pt>
                <c:pt idx="3255">
                  <c:v>41728</c:v>
                </c:pt>
                <c:pt idx="3256">
                  <c:v>41727</c:v>
                </c:pt>
                <c:pt idx="3257">
                  <c:v>41726</c:v>
                </c:pt>
                <c:pt idx="3258">
                  <c:v>41725</c:v>
                </c:pt>
                <c:pt idx="3259">
                  <c:v>41724</c:v>
                </c:pt>
                <c:pt idx="3260">
                  <c:v>41723</c:v>
                </c:pt>
                <c:pt idx="3261">
                  <c:v>41722</c:v>
                </c:pt>
                <c:pt idx="3262">
                  <c:v>41721</c:v>
                </c:pt>
                <c:pt idx="3263">
                  <c:v>41720</c:v>
                </c:pt>
                <c:pt idx="3264">
                  <c:v>41719</c:v>
                </c:pt>
                <c:pt idx="3265">
                  <c:v>41718</c:v>
                </c:pt>
                <c:pt idx="3266">
                  <c:v>41717</c:v>
                </c:pt>
                <c:pt idx="3267">
                  <c:v>41716</c:v>
                </c:pt>
                <c:pt idx="3268">
                  <c:v>41715</c:v>
                </c:pt>
                <c:pt idx="3269">
                  <c:v>41714</c:v>
                </c:pt>
                <c:pt idx="3270">
                  <c:v>41713</c:v>
                </c:pt>
                <c:pt idx="3271">
                  <c:v>41712</c:v>
                </c:pt>
                <c:pt idx="3272">
                  <c:v>41711</c:v>
                </c:pt>
                <c:pt idx="3273">
                  <c:v>41710</c:v>
                </c:pt>
                <c:pt idx="3274">
                  <c:v>41709</c:v>
                </c:pt>
                <c:pt idx="3275">
                  <c:v>41708</c:v>
                </c:pt>
                <c:pt idx="3276">
                  <c:v>41707</c:v>
                </c:pt>
                <c:pt idx="3277">
                  <c:v>41706</c:v>
                </c:pt>
                <c:pt idx="3278">
                  <c:v>41705</c:v>
                </c:pt>
                <c:pt idx="3279">
                  <c:v>41704</c:v>
                </c:pt>
                <c:pt idx="3280">
                  <c:v>41703</c:v>
                </c:pt>
                <c:pt idx="3281">
                  <c:v>41702</c:v>
                </c:pt>
                <c:pt idx="3282">
                  <c:v>41701</c:v>
                </c:pt>
                <c:pt idx="3283">
                  <c:v>41700</c:v>
                </c:pt>
                <c:pt idx="3284">
                  <c:v>41699</c:v>
                </c:pt>
                <c:pt idx="3285">
                  <c:v>41698</c:v>
                </c:pt>
                <c:pt idx="3286">
                  <c:v>41697</c:v>
                </c:pt>
                <c:pt idx="3287">
                  <c:v>41696</c:v>
                </c:pt>
                <c:pt idx="3288">
                  <c:v>41695</c:v>
                </c:pt>
                <c:pt idx="3289">
                  <c:v>41694</c:v>
                </c:pt>
                <c:pt idx="3290">
                  <c:v>41693</c:v>
                </c:pt>
                <c:pt idx="3291">
                  <c:v>41692</c:v>
                </c:pt>
                <c:pt idx="3292">
                  <c:v>41691</c:v>
                </c:pt>
                <c:pt idx="3293">
                  <c:v>41690</c:v>
                </c:pt>
                <c:pt idx="3294">
                  <c:v>41689</c:v>
                </c:pt>
                <c:pt idx="3295">
                  <c:v>41688</c:v>
                </c:pt>
                <c:pt idx="3296">
                  <c:v>41687</c:v>
                </c:pt>
                <c:pt idx="3297">
                  <c:v>41686</c:v>
                </c:pt>
                <c:pt idx="3298">
                  <c:v>41685</c:v>
                </c:pt>
                <c:pt idx="3299">
                  <c:v>41684</c:v>
                </c:pt>
                <c:pt idx="3300">
                  <c:v>41683</c:v>
                </c:pt>
                <c:pt idx="3301">
                  <c:v>41682</c:v>
                </c:pt>
                <c:pt idx="3302">
                  <c:v>41681</c:v>
                </c:pt>
                <c:pt idx="3303">
                  <c:v>41680</c:v>
                </c:pt>
                <c:pt idx="3304">
                  <c:v>41679</c:v>
                </c:pt>
                <c:pt idx="3305">
                  <c:v>41678</c:v>
                </c:pt>
                <c:pt idx="3306">
                  <c:v>41677</c:v>
                </c:pt>
                <c:pt idx="3307">
                  <c:v>41676</c:v>
                </c:pt>
                <c:pt idx="3308">
                  <c:v>41675</c:v>
                </c:pt>
                <c:pt idx="3309">
                  <c:v>41674</c:v>
                </c:pt>
                <c:pt idx="3310">
                  <c:v>41673</c:v>
                </c:pt>
                <c:pt idx="3311">
                  <c:v>41672</c:v>
                </c:pt>
                <c:pt idx="3312">
                  <c:v>41671</c:v>
                </c:pt>
                <c:pt idx="3313">
                  <c:v>41670</c:v>
                </c:pt>
                <c:pt idx="3314">
                  <c:v>41669</c:v>
                </c:pt>
                <c:pt idx="3315">
                  <c:v>41668</c:v>
                </c:pt>
                <c:pt idx="3316">
                  <c:v>41667</c:v>
                </c:pt>
                <c:pt idx="3317">
                  <c:v>41666</c:v>
                </c:pt>
                <c:pt idx="3318">
                  <c:v>41665</c:v>
                </c:pt>
                <c:pt idx="3319">
                  <c:v>41664</c:v>
                </c:pt>
                <c:pt idx="3320">
                  <c:v>41663</c:v>
                </c:pt>
                <c:pt idx="3321">
                  <c:v>41662</c:v>
                </c:pt>
                <c:pt idx="3322">
                  <c:v>41661</c:v>
                </c:pt>
                <c:pt idx="3323">
                  <c:v>41660</c:v>
                </c:pt>
                <c:pt idx="3324">
                  <c:v>41659</c:v>
                </c:pt>
                <c:pt idx="3325">
                  <c:v>41658</c:v>
                </c:pt>
                <c:pt idx="3326">
                  <c:v>41657</c:v>
                </c:pt>
                <c:pt idx="3327">
                  <c:v>41656</c:v>
                </c:pt>
                <c:pt idx="3328">
                  <c:v>41655</c:v>
                </c:pt>
                <c:pt idx="3329">
                  <c:v>41654</c:v>
                </c:pt>
                <c:pt idx="3330">
                  <c:v>41653</c:v>
                </c:pt>
                <c:pt idx="3331">
                  <c:v>41652</c:v>
                </c:pt>
                <c:pt idx="3332">
                  <c:v>41651</c:v>
                </c:pt>
                <c:pt idx="3333">
                  <c:v>41650</c:v>
                </c:pt>
                <c:pt idx="3334">
                  <c:v>41649</c:v>
                </c:pt>
                <c:pt idx="3335">
                  <c:v>41648</c:v>
                </c:pt>
                <c:pt idx="3336">
                  <c:v>41647</c:v>
                </c:pt>
                <c:pt idx="3337">
                  <c:v>41646</c:v>
                </c:pt>
                <c:pt idx="3338">
                  <c:v>41645</c:v>
                </c:pt>
                <c:pt idx="3339">
                  <c:v>41644</c:v>
                </c:pt>
                <c:pt idx="3340">
                  <c:v>41643</c:v>
                </c:pt>
                <c:pt idx="3341">
                  <c:v>41642</c:v>
                </c:pt>
                <c:pt idx="3342">
                  <c:v>41641</c:v>
                </c:pt>
                <c:pt idx="3343">
                  <c:v>41640</c:v>
                </c:pt>
                <c:pt idx="3344">
                  <c:v>41639</c:v>
                </c:pt>
                <c:pt idx="3345">
                  <c:v>41638</c:v>
                </c:pt>
                <c:pt idx="3346">
                  <c:v>41637</c:v>
                </c:pt>
                <c:pt idx="3347">
                  <c:v>41636</c:v>
                </c:pt>
                <c:pt idx="3348">
                  <c:v>41635</c:v>
                </c:pt>
                <c:pt idx="3349">
                  <c:v>41634</c:v>
                </c:pt>
                <c:pt idx="3350">
                  <c:v>41633</c:v>
                </c:pt>
                <c:pt idx="3351">
                  <c:v>41632</c:v>
                </c:pt>
                <c:pt idx="3352">
                  <c:v>41631</c:v>
                </c:pt>
                <c:pt idx="3353">
                  <c:v>41630</c:v>
                </c:pt>
                <c:pt idx="3354">
                  <c:v>41629</c:v>
                </c:pt>
                <c:pt idx="3355">
                  <c:v>41628</c:v>
                </c:pt>
                <c:pt idx="3356">
                  <c:v>41627</c:v>
                </c:pt>
                <c:pt idx="3357">
                  <c:v>41626</c:v>
                </c:pt>
                <c:pt idx="3358">
                  <c:v>41625</c:v>
                </c:pt>
                <c:pt idx="3359">
                  <c:v>41624</c:v>
                </c:pt>
                <c:pt idx="3360">
                  <c:v>41623</c:v>
                </c:pt>
                <c:pt idx="3361">
                  <c:v>41622</c:v>
                </c:pt>
                <c:pt idx="3362">
                  <c:v>41621</c:v>
                </c:pt>
                <c:pt idx="3363">
                  <c:v>41620</c:v>
                </c:pt>
                <c:pt idx="3364">
                  <c:v>41619</c:v>
                </c:pt>
                <c:pt idx="3365">
                  <c:v>41618</c:v>
                </c:pt>
                <c:pt idx="3366">
                  <c:v>41617</c:v>
                </c:pt>
                <c:pt idx="3367">
                  <c:v>41616</c:v>
                </c:pt>
                <c:pt idx="3368">
                  <c:v>41615</c:v>
                </c:pt>
                <c:pt idx="3369">
                  <c:v>41614</c:v>
                </c:pt>
                <c:pt idx="3370">
                  <c:v>41613</c:v>
                </c:pt>
                <c:pt idx="3371">
                  <c:v>41612</c:v>
                </c:pt>
                <c:pt idx="3372">
                  <c:v>41611</c:v>
                </c:pt>
                <c:pt idx="3373">
                  <c:v>41610</c:v>
                </c:pt>
                <c:pt idx="3374">
                  <c:v>41609</c:v>
                </c:pt>
                <c:pt idx="3375">
                  <c:v>41608</c:v>
                </c:pt>
                <c:pt idx="3376">
                  <c:v>41607</c:v>
                </c:pt>
                <c:pt idx="3377">
                  <c:v>41606</c:v>
                </c:pt>
                <c:pt idx="3378">
                  <c:v>41605</c:v>
                </c:pt>
                <c:pt idx="3379">
                  <c:v>41604</c:v>
                </c:pt>
                <c:pt idx="3380">
                  <c:v>41603</c:v>
                </c:pt>
                <c:pt idx="3381">
                  <c:v>41602</c:v>
                </c:pt>
                <c:pt idx="3382">
                  <c:v>41601</c:v>
                </c:pt>
                <c:pt idx="3383">
                  <c:v>41600</c:v>
                </c:pt>
                <c:pt idx="3384">
                  <c:v>41599</c:v>
                </c:pt>
                <c:pt idx="3385">
                  <c:v>41598</c:v>
                </c:pt>
                <c:pt idx="3386">
                  <c:v>41597</c:v>
                </c:pt>
                <c:pt idx="3387">
                  <c:v>41596</c:v>
                </c:pt>
                <c:pt idx="3388">
                  <c:v>41595</c:v>
                </c:pt>
                <c:pt idx="3389">
                  <c:v>41594</c:v>
                </c:pt>
                <c:pt idx="3390">
                  <c:v>41593</c:v>
                </c:pt>
                <c:pt idx="3391">
                  <c:v>41592</c:v>
                </c:pt>
                <c:pt idx="3392">
                  <c:v>41591</c:v>
                </c:pt>
                <c:pt idx="3393">
                  <c:v>41590</c:v>
                </c:pt>
                <c:pt idx="3394">
                  <c:v>41589</c:v>
                </c:pt>
                <c:pt idx="3395">
                  <c:v>41588</c:v>
                </c:pt>
                <c:pt idx="3396">
                  <c:v>41587</c:v>
                </c:pt>
                <c:pt idx="3397">
                  <c:v>41586</c:v>
                </c:pt>
                <c:pt idx="3398">
                  <c:v>41585</c:v>
                </c:pt>
                <c:pt idx="3399">
                  <c:v>41584</c:v>
                </c:pt>
                <c:pt idx="3400">
                  <c:v>41583</c:v>
                </c:pt>
                <c:pt idx="3401">
                  <c:v>41582</c:v>
                </c:pt>
                <c:pt idx="3402">
                  <c:v>41581</c:v>
                </c:pt>
                <c:pt idx="3403">
                  <c:v>41580</c:v>
                </c:pt>
                <c:pt idx="3404">
                  <c:v>41579</c:v>
                </c:pt>
                <c:pt idx="3405">
                  <c:v>41578</c:v>
                </c:pt>
                <c:pt idx="3406">
                  <c:v>41577</c:v>
                </c:pt>
                <c:pt idx="3407">
                  <c:v>41576</c:v>
                </c:pt>
                <c:pt idx="3408">
                  <c:v>41575</c:v>
                </c:pt>
                <c:pt idx="3409">
                  <c:v>41574</c:v>
                </c:pt>
                <c:pt idx="3410">
                  <c:v>41573</c:v>
                </c:pt>
                <c:pt idx="3411">
                  <c:v>41572</c:v>
                </c:pt>
                <c:pt idx="3412">
                  <c:v>41571</c:v>
                </c:pt>
                <c:pt idx="3413">
                  <c:v>41570</c:v>
                </c:pt>
                <c:pt idx="3414">
                  <c:v>41569</c:v>
                </c:pt>
                <c:pt idx="3415">
                  <c:v>41568</c:v>
                </c:pt>
                <c:pt idx="3416">
                  <c:v>41567</c:v>
                </c:pt>
                <c:pt idx="3417">
                  <c:v>41566</c:v>
                </c:pt>
                <c:pt idx="3418">
                  <c:v>41565</c:v>
                </c:pt>
                <c:pt idx="3419">
                  <c:v>41564</c:v>
                </c:pt>
                <c:pt idx="3420">
                  <c:v>41563</c:v>
                </c:pt>
                <c:pt idx="3421">
                  <c:v>41562</c:v>
                </c:pt>
                <c:pt idx="3422">
                  <c:v>41561</c:v>
                </c:pt>
                <c:pt idx="3423">
                  <c:v>41560</c:v>
                </c:pt>
                <c:pt idx="3424">
                  <c:v>41559</c:v>
                </c:pt>
                <c:pt idx="3425">
                  <c:v>41558</c:v>
                </c:pt>
                <c:pt idx="3426">
                  <c:v>41557</c:v>
                </c:pt>
                <c:pt idx="3427">
                  <c:v>41556</c:v>
                </c:pt>
                <c:pt idx="3428">
                  <c:v>41555</c:v>
                </c:pt>
                <c:pt idx="3429">
                  <c:v>41554</c:v>
                </c:pt>
                <c:pt idx="3430">
                  <c:v>41553</c:v>
                </c:pt>
                <c:pt idx="3431">
                  <c:v>41552</c:v>
                </c:pt>
                <c:pt idx="3432">
                  <c:v>41551</c:v>
                </c:pt>
                <c:pt idx="3433">
                  <c:v>41550</c:v>
                </c:pt>
                <c:pt idx="3434">
                  <c:v>41549</c:v>
                </c:pt>
                <c:pt idx="3435">
                  <c:v>41548</c:v>
                </c:pt>
                <c:pt idx="3436">
                  <c:v>41547</c:v>
                </c:pt>
                <c:pt idx="3437">
                  <c:v>41546</c:v>
                </c:pt>
                <c:pt idx="3438">
                  <c:v>41545</c:v>
                </c:pt>
                <c:pt idx="3439">
                  <c:v>41544</c:v>
                </c:pt>
                <c:pt idx="3440">
                  <c:v>41543</c:v>
                </c:pt>
                <c:pt idx="3441">
                  <c:v>41542</c:v>
                </c:pt>
                <c:pt idx="3442">
                  <c:v>41541</c:v>
                </c:pt>
                <c:pt idx="3443">
                  <c:v>41540</c:v>
                </c:pt>
                <c:pt idx="3444">
                  <c:v>41539</c:v>
                </c:pt>
                <c:pt idx="3445">
                  <c:v>41538</c:v>
                </c:pt>
                <c:pt idx="3446">
                  <c:v>41537</c:v>
                </c:pt>
                <c:pt idx="3447">
                  <c:v>41536</c:v>
                </c:pt>
                <c:pt idx="3448">
                  <c:v>41535</c:v>
                </c:pt>
                <c:pt idx="3449">
                  <c:v>41534</c:v>
                </c:pt>
                <c:pt idx="3450">
                  <c:v>41533</c:v>
                </c:pt>
                <c:pt idx="3451">
                  <c:v>41532</c:v>
                </c:pt>
                <c:pt idx="3452">
                  <c:v>41531</c:v>
                </c:pt>
                <c:pt idx="3453">
                  <c:v>41530</c:v>
                </c:pt>
                <c:pt idx="3454">
                  <c:v>41529</c:v>
                </c:pt>
                <c:pt idx="3455">
                  <c:v>41528</c:v>
                </c:pt>
                <c:pt idx="3456">
                  <c:v>41527</c:v>
                </c:pt>
                <c:pt idx="3457">
                  <c:v>41526</c:v>
                </c:pt>
                <c:pt idx="3458">
                  <c:v>41525</c:v>
                </c:pt>
                <c:pt idx="3459">
                  <c:v>41524</c:v>
                </c:pt>
                <c:pt idx="3460">
                  <c:v>41523</c:v>
                </c:pt>
                <c:pt idx="3461">
                  <c:v>41522</c:v>
                </c:pt>
                <c:pt idx="3462">
                  <c:v>41521</c:v>
                </c:pt>
                <c:pt idx="3463">
                  <c:v>41520</c:v>
                </c:pt>
                <c:pt idx="3464">
                  <c:v>41519</c:v>
                </c:pt>
                <c:pt idx="3465">
                  <c:v>41518</c:v>
                </c:pt>
                <c:pt idx="3466">
                  <c:v>41517</c:v>
                </c:pt>
                <c:pt idx="3467">
                  <c:v>41516</c:v>
                </c:pt>
                <c:pt idx="3468">
                  <c:v>41515</c:v>
                </c:pt>
                <c:pt idx="3469">
                  <c:v>41514</c:v>
                </c:pt>
                <c:pt idx="3470">
                  <c:v>41513</c:v>
                </c:pt>
                <c:pt idx="3471">
                  <c:v>41512</c:v>
                </c:pt>
                <c:pt idx="3472">
                  <c:v>41511</c:v>
                </c:pt>
                <c:pt idx="3473">
                  <c:v>41510</c:v>
                </c:pt>
                <c:pt idx="3474">
                  <c:v>41509</c:v>
                </c:pt>
                <c:pt idx="3475">
                  <c:v>41508</c:v>
                </c:pt>
                <c:pt idx="3476">
                  <c:v>41507</c:v>
                </c:pt>
                <c:pt idx="3477">
                  <c:v>41506</c:v>
                </c:pt>
                <c:pt idx="3478">
                  <c:v>41505</c:v>
                </c:pt>
                <c:pt idx="3479">
                  <c:v>41504</c:v>
                </c:pt>
                <c:pt idx="3480">
                  <c:v>41503</c:v>
                </c:pt>
                <c:pt idx="3481">
                  <c:v>41502</c:v>
                </c:pt>
                <c:pt idx="3482">
                  <c:v>41501</c:v>
                </c:pt>
                <c:pt idx="3483">
                  <c:v>41500</c:v>
                </c:pt>
                <c:pt idx="3484">
                  <c:v>41499</c:v>
                </c:pt>
                <c:pt idx="3485">
                  <c:v>41498</c:v>
                </c:pt>
                <c:pt idx="3486">
                  <c:v>41497</c:v>
                </c:pt>
                <c:pt idx="3487">
                  <c:v>41496</c:v>
                </c:pt>
                <c:pt idx="3488">
                  <c:v>41495</c:v>
                </c:pt>
                <c:pt idx="3489">
                  <c:v>41494</c:v>
                </c:pt>
                <c:pt idx="3490">
                  <c:v>41493</c:v>
                </c:pt>
                <c:pt idx="3491">
                  <c:v>41492</c:v>
                </c:pt>
                <c:pt idx="3492">
                  <c:v>41491</c:v>
                </c:pt>
                <c:pt idx="3493">
                  <c:v>41490</c:v>
                </c:pt>
                <c:pt idx="3494">
                  <c:v>41489</c:v>
                </c:pt>
                <c:pt idx="3495">
                  <c:v>41488</c:v>
                </c:pt>
                <c:pt idx="3496">
                  <c:v>41487</c:v>
                </c:pt>
                <c:pt idx="3497">
                  <c:v>41486</c:v>
                </c:pt>
                <c:pt idx="3498">
                  <c:v>41485</c:v>
                </c:pt>
                <c:pt idx="3499">
                  <c:v>41484</c:v>
                </c:pt>
                <c:pt idx="3500">
                  <c:v>41483</c:v>
                </c:pt>
                <c:pt idx="3501">
                  <c:v>41482</c:v>
                </c:pt>
                <c:pt idx="3502">
                  <c:v>41481</c:v>
                </c:pt>
                <c:pt idx="3503">
                  <c:v>41480</c:v>
                </c:pt>
                <c:pt idx="3504">
                  <c:v>41479</c:v>
                </c:pt>
                <c:pt idx="3505">
                  <c:v>41478</c:v>
                </c:pt>
                <c:pt idx="3506">
                  <c:v>41477</c:v>
                </c:pt>
                <c:pt idx="3507">
                  <c:v>41476</c:v>
                </c:pt>
                <c:pt idx="3508">
                  <c:v>41475</c:v>
                </c:pt>
                <c:pt idx="3509">
                  <c:v>41474</c:v>
                </c:pt>
                <c:pt idx="3510">
                  <c:v>41473</c:v>
                </c:pt>
                <c:pt idx="3511">
                  <c:v>41472</c:v>
                </c:pt>
                <c:pt idx="3512">
                  <c:v>41471</c:v>
                </c:pt>
                <c:pt idx="3513">
                  <c:v>41470</c:v>
                </c:pt>
                <c:pt idx="3514">
                  <c:v>41469</c:v>
                </c:pt>
                <c:pt idx="3515">
                  <c:v>41468</c:v>
                </c:pt>
                <c:pt idx="3516">
                  <c:v>41467</c:v>
                </c:pt>
                <c:pt idx="3517">
                  <c:v>41466</c:v>
                </c:pt>
                <c:pt idx="3518">
                  <c:v>41465</c:v>
                </c:pt>
                <c:pt idx="3519">
                  <c:v>41464</c:v>
                </c:pt>
                <c:pt idx="3520">
                  <c:v>41463</c:v>
                </c:pt>
                <c:pt idx="3521">
                  <c:v>41462</c:v>
                </c:pt>
                <c:pt idx="3522">
                  <c:v>41461</c:v>
                </c:pt>
                <c:pt idx="3523">
                  <c:v>41460</c:v>
                </c:pt>
                <c:pt idx="3524">
                  <c:v>41459</c:v>
                </c:pt>
                <c:pt idx="3525">
                  <c:v>41458</c:v>
                </c:pt>
                <c:pt idx="3526">
                  <c:v>41457</c:v>
                </c:pt>
                <c:pt idx="3527">
                  <c:v>41456</c:v>
                </c:pt>
                <c:pt idx="3528">
                  <c:v>41455</c:v>
                </c:pt>
                <c:pt idx="3529">
                  <c:v>41454</c:v>
                </c:pt>
                <c:pt idx="3530">
                  <c:v>41453</c:v>
                </c:pt>
                <c:pt idx="3531">
                  <c:v>41452</c:v>
                </c:pt>
                <c:pt idx="3532">
                  <c:v>41451</c:v>
                </c:pt>
                <c:pt idx="3533">
                  <c:v>41450</c:v>
                </c:pt>
                <c:pt idx="3534">
                  <c:v>41449</c:v>
                </c:pt>
                <c:pt idx="3535">
                  <c:v>41448</c:v>
                </c:pt>
                <c:pt idx="3536">
                  <c:v>41447</c:v>
                </c:pt>
                <c:pt idx="3537">
                  <c:v>41446</c:v>
                </c:pt>
                <c:pt idx="3538">
                  <c:v>41445</c:v>
                </c:pt>
                <c:pt idx="3539">
                  <c:v>41444</c:v>
                </c:pt>
                <c:pt idx="3540">
                  <c:v>41443</c:v>
                </c:pt>
                <c:pt idx="3541">
                  <c:v>41442</c:v>
                </c:pt>
                <c:pt idx="3542">
                  <c:v>41441</c:v>
                </c:pt>
                <c:pt idx="3543">
                  <c:v>41440</c:v>
                </c:pt>
                <c:pt idx="3544">
                  <c:v>41439</c:v>
                </c:pt>
                <c:pt idx="3545">
                  <c:v>41438</c:v>
                </c:pt>
                <c:pt idx="3546">
                  <c:v>41437</c:v>
                </c:pt>
                <c:pt idx="3547">
                  <c:v>41436</c:v>
                </c:pt>
                <c:pt idx="3548">
                  <c:v>41435</c:v>
                </c:pt>
                <c:pt idx="3549">
                  <c:v>41434</c:v>
                </c:pt>
                <c:pt idx="3550">
                  <c:v>41433</c:v>
                </c:pt>
                <c:pt idx="3551">
                  <c:v>41432</c:v>
                </c:pt>
                <c:pt idx="3552">
                  <c:v>41431</c:v>
                </c:pt>
                <c:pt idx="3553">
                  <c:v>41430</c:v>
                </c:pt>
                <c:pt idx="3554">
                  <c:v>41429</c:v>
                </c:pt>
                <c:pt idx="3555">
                  <c:v>41428</c:v>
                </c:pt>
                <c:pt idx="3556">
                  <c:v>41427</c:v>
                </c:pt>
                <c:pt idx="3557">
                  <c:v>41426</c:v>
                </c:pt>
                <c:pt idx="3558">
                  <c:v>41425</c:v>
                </c:pt>
                <c:pt idx="3559">
                  <c:v>41424</c:v>
                </c:pt>
                <c:pt idx="3560">
                  <c:v>41423</c:v>
                </c:pt>
                <c:pt idx="3561">
                  <c:v>41422</c:v>
                </c:pt>
                <c:pt idx="3562">
                  <c:v>41421</c:v>
                </c:pt>
                <c:pt idx="3563">
                  <c:v>41420</c:v>
                </c:pt>
                <c:pt idx="3564">
                  <c:v>41419</c:v>
                </c:pt>
                <c:pt idx="3565">
                  <c:v>41418</c:v>
                </c:pt>
                <c:pt idx="3566">
                  <c:v>41417</c:v>
                </c:pt>
                <c:pt idx="3567">
                  <c:v>41416</c:v>
                </c:pt>
                <c:pt idx="3568">
                  <c:v>41415</c:v>
                </c:pt>
                <c:pt idx="3569">
                  <c:v>41414</c:v>
                </c:pt>
                <c:pt idx="3570">
                  <c:v>41413</c:v>
                </c:pt>
                <c:pt idx="3571">
                  <c:v>41412</c:v>
                </c:pt>
                <c:pt idx="3572">
                  <c:v>41411</c:v>
                </c:pt>
                <c:pt idx="3573">
                  <c:v>41410</c:v>
                </c:pt>
                <c:pt idx="3574">
                  <c:v>41409</c:v>
                </c:pt>
                <c:pt idx="3575">
                  <c:v>41408</c:v>
                </c:pt>
                <c:pt idx="3576">
                  <c:v>41407</c:v>
                </c:pt>
                <c:pt idx="3577">
                  <c:v>41406</c:v>
                </c:pt>
                <c:pt idx="3578">
                  <c:v>41405</c:v>
                </c:pt>
                <c:pt idx="3579">
                  <c:v>41404</c:v>
                </c:pt>
                <c:pt idx="3580">
                  <c:v>41403</c:v>
                </c:pt>
                <c:pt idx="3581">
                  <c:v>41402</c:v>
                </c:pt>
                <c:pt idx="3582">
                  <c:v>41401</c:v>
                </c:pt>
                <c:pt idx="3583">
                  <c:v>41400</c:v>
                </c:pt>
                <c:pt idx="3584">
                  <c:v>41399</c:v>
                </c:pt>
                <c:pt idx="3585">
                  <c:v>41398</c:v>
                </c:pt>
                <c:pt idx="3586">
                  <c:v>41397</c:v>
                </c:pt>
                <c:pt idx="3587">
                  <c:v>41396</c:v>
                </c:pt>
                <c:pt idx="3588">
                  <c:v>41395</c:v>
                </c:pt>
                <c:pt idx="3589">
                  <c:v>41394</c:v>
                </c:pt>
                <c:pt idx="3590">
                  <c:v>41393</c:v>
                </c:pt>
                <c:pt idx="3591">
                  <c:v>41392</c:v>
                </c:pt>
                <c:pt idx="3592">
                  <c:v>41391</c:v>
                </c:pt>
                <c:pt idx="3593">
                  <c:v>41390</c:v>
                </c:pt>
                <c:pt idx="3594">
                  <c:v>41389</c:v>
                </c:pt>
                <c:pt idx="3595">
                  <c:v>41388</c:v>
                </c:pt>
                <c:pt idx="3596">
                  <c:v>41387</c:v>
                </c:pt>
                <c:pt idx="3597">
                  <c:v>41386</c:v>
                </c:pt>
                <c:pt idx="3598">
                  <c:v>41385</c:v>
                </c:pt>
                <c:pt idx="3599">
                  <c:v>41384</c:v>
                </c:pt>
                <c:pt idx="3600">
                  <c:v>41383</c:v>
                </c:pt>
                <c:pt idx="3601">
                  <c:v>41382</c:v>
                </c:pt>
                <c:pt idx="3602">
                  <c:v>41381</c:v>
                </c:pt>
                <c:pt idx="3603">
                  <c:v>41380</c:v>
                </c:pt>
                <c:pt idx="3604">
                  <c:v>41379</c:v>
                </c:pt>
                <c:pt idx="3605">
                  <c:v>41378</c:v>
                </c:pt>
                <c:pt idx="3606">
                  <c:v>41377</c:v>
                </c:pt>
                <c:pt idx="3607">
                  <c:v>41376</c:v>
                </c:pt>
                <c:pt idx="3608">
                  <c:v>41375</c:v>
                </c:pt>
                <c:pt idx="3609">
                  <c:v>41374</c:v>
                </c:pt>
                <c:pt idx="3610">
                  <c:v>41373</c:v>
                </c:pt>
                <c:pt idx="3611">
                  <c:v>41372</c:v>
                </c:pt>
                <c:pt idx="3612">
                  <c:v>41371</c:v>
                </c:pt>
                <c:pt idx="3613">
                  <c:v>41370</c:v>
                </c:pt>
                <c:pt idx="3614">
                  <c:v>41369</c:v>
                </c:pt>
                <c:pt idx="3615">
                  <c:v>41368</c:v>
                </c:pt>
                <c:pt idx="3616">
                  <c:v>41367</c:v>
                </c:pt>
                <c:pt idx="3617">
                  <c:v>41366</c:v>
                </c:pt>
                <c:pt idx="3618">
                  <c:v>41365</c:v>
                </c:pt>
                <c:pt idx="3619">
                  <c:v>41364</c:v>
                </c:pt>
                <c:pt idx="3620">
                  <c:v>41363</c:v>
                </c:pt>
                <c:pt idx="3621">
                  <c:v>41362</c:v>
                </c:pt>
                <c:pt idx="3622">
                  <c:v>41361</c:v>
                </c:pt>
                <c:pt idx="3623">
                  <c:v>41360</c:v>
                </c:pt>
                <c:pt idx="3624">
                  <c:v>41359</c:v>
                </c:pt>
                <c:pt idx="3625">
                  <c:v>41358</c:v>
                </c:pt>
                <c:pt idx="3626">
                  <c:v>41357</c:v>
                </c:pt>
                <c:pt idx="3627">
                  <c:v>41356</c:v>
                </c:pt>
                <c:pt idx="3628">
                  <c:v>41355</c:v>
                </c:pt>
                <c:pt idx="3629">
                  <c:v>41354</c:v>
                </c:pt>
                <c:pt idx="3630">
                  <c:v>41353</c:v>
                </c:pt>
                <c:pt idx="3631">
                  <c:v>41352</c:v>
                </c:pt>
                <c:pt idx="3632">
                  <c:v>41351</c:v>
                </c:pt>
                <c:pt idx="3633">
                  <c:v>41350</c:v>
                </c:pt>
                <c:pt idx="3634">
                  <c:v>41349</c:v>
                </c:pt>
                <c:pt idx="3635">
                  <c:v>41348</c:v>
                </c:pt>
                <c:pt idx="3636">
                  <c:v>41347</c:v>
                </c:pt>
                <c:pt idx="3637">
                  <c:v>41346</c:v>
                </c:pt>
                <c:pt idx="3638">
                  <c:v>41345</c:v>
                </c:pt>
                <c:pt idx="3639">
                  <c:v>41344</c:v>
                </c:pt>
                <c:pt idx="3640">
                  <c:v>41343</c:v>
                </c:pt>
                <c:pt idx="3641">
                  <c:v>41342</c:v>
                </c:pt>
                <c:pt idx="3642">
                  <c:v>41341</c:v>
                </c:pt>
                <c:pt idx="3643">
                  <c:v>41340</c:v>
                </c:pt>
                <c:pt idx="3644">
                  <c:v>41339</c:v>
                </c:pt>
                <c:pt idx="3645">
                  <c:v>41338</c:v>
                </c:pt>
                <c:pt idx="3646">
                  <c:v>41337</c:v>
                </c:pt>
                <c:pt idx="3647">
                  <c:v>41336</c:v>
                </c:pt>
                <c:pt idx="3648">
                  <c:v>41335</c:v>
                </c:pt>
                <c:pt idx="3649">
                  <c:v>41334</c:v>
                </c:pt>
                <c:pt idx="3650">
                  <c:v>41333</c:v>
                </c:pt>
                <c:pt idx="3651">
                  <c:v>41332</c:v>
                </c:pt>
                <c:pt idx="3652">
                  <c:v>41331</c:v>
                </c:pt>
                <c:pt idx="3653">
                  <c:v>41330</c:v>
                </c:pt>
                <c:pt idx="3654">
                  <c:v>41329</c:v>
                </c:pt>
                <c:pt idx="3655">
                  <c:v>41328</c:v>
                </c:pt>
                <c:pt idx="3656">
                  <c:v>41327</c:v>
                </c:pt>
                <c:pt idx="3657">
                  <c:v>41326</c:v>
                </c:pt>
                <c:pt idx="3658">
                  <c:v>41325</c:v>
                </c:pt>
                <c:pt idx="3659">
                  <c:v>41324</c:v>
                </c:pt>
                <c:pt idx="3660">
                  <c:v>41323</c:v>
                </c:pt>
                <c:pt idx="3661">
                  <c:v>41322</c:v>
                </c:pt>
                <c:pt idx="3662">
                  <c:v>41321</c:v>
                </c:pt>
                <c:pt idx="3663">
                  <c:v>41320</c:v>
                </c:pt>
                <c:pt idx="3664">
                  <c:v>41319</c:v>
                </c:pt>
                <c:pt idx="3665">
                  <c:v>41318</c:v>
                </c:pt>
                <c:pt idx="3666">
                  <c:v>41317</c:v>
                </c:pt>
                <c:pt idx="3667">
                  <c:v>41316</c:v>
                </c:pt>
                <c:pt idx="3668">
                  <c:v>41315</c:v>
                </c:pt>
                <c:pt idx="3669">
                  <c:v>41314</c:v>
                </c:pt>
                <c:pt idx="3670">
                  <c:v>41313</c:v>
                </c:pt>
                <c:pt idx="3671">
                  <c:v>41312</c:v>
                </c:pt>
                <c:pt idx="3672">
                  <c:v>41311</c:v>
                </c:pt>
                <c:pt idx="3673">
                  <c:v>41310</c:v>
                </c:pt>
                <c:pt idx="3674">
                  <c:v>41309</c:v>
                </c:pt>
                <c:pt idx="3675">
                  <c:v>41308</c:v>
                </c:pt>
                <c:pt idx="3676">
                  <c:v>41307</c:v>
                </c:pt>
                <c:pt idx="3677">
                  <c:v>41306</c:v>
                </c:pt>
                <c:pt idx="3678">
                  <c:v>41305</c:v>
                </c:pt>
                <c:pt idx="3679">
                  <c:v>41304</c:v>
                </c:pt>
                <c:pt idx="3680">
                  <c:v>41303</c:v>
                </c:pt>
                <c:pt idx="3681">
                  <c:v>41302</c:v>
                </c:pt>
                <c:pt idx="3682">
                  <c:v>41301</c:v>
                </c:pt>
                <c:pt idx="3683">
                  <c:v>41300</c:v>
                </c:pt>
                <c:pt idx="3684">
                  <c:v>41299</c:v>
                </c:pt>
                <c:pt idx="3685">
                  <c:v>41298</c:v>
                </c:pt>
                <c:pt idx="3686">
                  <c:v>41297</c:v>
                </c:pt>
                <c:pt idx="3687">
                  <c:v>41296</c:v>
                </c:pt>
                <c:pt idx="3688">
                  <c:v>41295</c:v>
                </c:pt>
                <c:pt idx="3689">
                  <c:v>41294</c:v>
                </c:pt>
                <c:pt idx="3690">
                  <c:v>41293</c:v>
                </c:pt>
                <c:pt idx="3691">
                  <c:v>41292</c:v>
                </c:pt>
                <c:pt idx="3692">
                  <c:v>41291</c:v>
                </c:pt>
                <c:pt idx="3693">
                  <c:v>41290</c:v>
                </c:pt>
                <c:pt idx="3694">
                  <c:v>41289</c:v>
                </c:pt>
                <c:pt idx="3695">
                  <c:v>41288</c:v>
                </c:pt>
                <c:pt idx="3696">
                  <c:v>41287</c:v>
                </c:pt>
                <c:pt idx="3697">
                  <c:v>41286</c:v>
                </c:pt>
                <c:pt idx="3698">
                  <c:v>41285</c:v>
                </c:pt>
                <c:pt idx="3699">
                  <c:v>41284</c:v>
                </c:pt>
                <c:pt idx="3700">
                  <c:v>41283</c:v>
                </c:pt>
                <c:pt idx="3701">
                  <c:v>41282</c:v>
                </c:pt>
                <c:pt idx="3702">
                  <c:v>41281</c:v>
                </c:pt>
                <c:pt idx="3703">
                  <c:v>41280</c:v>
                </c:pt>
                <c:pt idx="3704">
                  <c:v>41279</c:v>
                </c:pt>
                <c:pt idx="3705">
                  <c:v>41278</c:v>
                </c:pt>
                <c:pt idx="3706">
                  <c:v>41277</c:v>
                </c:pt>
                <c:pt idx="3707">
                  <c:v>41276</c:v>
                </c:pt>
                <c:pt idx="3708">
                  <c:v>41275</c:v>
                </c:pt>
                <c:pt idx="3709">
                  <c:v>41274</c:v>
                </c:pt>
                <c:pt idx="3710">
                  <c:v>41273</c:v>
                </c:pt>
                <c:pt idx="3711">
                  <c:v>41272</c:v>
                </c:pt>
                <c:pt idx="3712">
                  <c:v>41271</c:v>
                </c:pt>
                <c:pt idx="3713">
                  <c:v>41270</c:v>
                </c:pt>
                <c:pt idx="3714">
                  <c:v>41269</c:v>
                </c:pt>
                <c:pt idx="3715">
                  <c:v>41268</c:v>
                </c:pt>
                <c:pt idx="3716">
                  <c:v>41267</c:v>
                </c:pt>
                <c:pt idx="3717">
                  <c:v>41266</c:v>
                </c:pt>
                <c:pt idx="3718">
                  <c:v>41265</c:v>
                </c:pt>
                <c:pt idx="3719">
                  <c:v>41264</c:v>
                </c:pt>
                <c:pt idx="3720">
                  <c:v>41263</c:v>
                </c:pt>
                <c:pt idx="3721">
                  <c:v>41262</c:v>
                </c:pt>
                <c:pt idx="3722">
                  <c:v>41261</c:v>
                </c:pt>
                <c:pt idx="3723">
                  <c:v>41260</c:v>
                </c:pt>
                <c:pt idx="3724">
                  <c:v>41259</c:v>
                </c:pt>
                <c:pt idx="3725">
                  <c:v>41258</c:v>
                </c:pt>
                <c:pt idx="3726">
                  <c:v>41257</c:v>
                </c:pt>
                <c:pt idx="3727">
                  <c:v>41256</c:v>
                </c:pt>
                <c:pt idx="3728">
                  <c:v>41255</c:v>
                </c:pt>
                <c:pt idx="3729">
                  <c:v>41254</c:v>
                </c:pt>
                <c:pt idx="3730">
                  <c:v>41253</c:v>
                </c:pt>
                <c:pt idx="3731">
                  <c:v>41252</c:v>
                </c:pt>
                <c:pt idx="3732">
                  <c:v>41251</c:v>
                </c:pt>
                <c:pt idx="3733">
                  <c:v>41250</c:v>
                </c:pt>
                <c:pt idx="3734">
                  <c:v>41249</c:v>
                </c:pt>
                <c:pt idx="3735">
                  <c:v>41248</c:v>
                </c:pt>
                <c:pt idx="3736">
                  <c:v>41247</c:v>
                </c:pt>
                <c:pt idx="3737">
                  <c:v>41246</c:v>
                </c:pt>
                <c:pt idx="3738">
                  <c:v>41245</c:v>
                </c:pt>
                <c:pt idx="3739">
                  <c:v>41244</c:v>
                </c:pt>
                <c:pt idx="3740">
                  <c:v>41243</c:v>
                </c:pt>
                <c:pt idx="3741">
                  <c:v>41242</c:v>
                </c:pt>
                <c:pt idx="3742">
                  <c:v>41241</c:v>
                </c:pt>
                <c:pt idx="3743">
                  <c:v>41240</c:v>
                </c:pt>
                <c:pt idx="3744">
                  <c:v>41239</c:v>
                </c:pt>
                <c:pt idx="3745">
                  <c:v>41238</c:v>
                </c:pt>
                <c:pt idx="3746">
                  <c:v>41237</c:v>
                </c:pt>
                <c:pt idx="3747">
                  <c:v>41236</c:v>
                </c:pt>
                <c:pt idx="3748">
                  <c:v>41235</c:v>
                </c:pt>
                <c:pt idx="3749">
                  <c:v>41234</c:v>
                </c:pt>
                <c:pt idx="3750">
                  <c:v>41233</c:v>
                </c:pt>
                <c:pt idx="3751">
                  <c:v>41232</c:v>
                </c:pt>
                <c:pt idx="3752">
                  <c:v>41231</c:v>
                </c:pt>
                <c:pt idx="3753">
                  <c:v>41230</c:v>
                </c:pt>
                <c:pt idx="3754">
                  <c:v>41229</c:v>
                </c:pt>
                <c:pt idx="3755">
                  <c:v>41228</c:v>
                </c:pt>
                <c:pt idx="3756">
                  <c:v>41227</c:v>
                </c:pt>
                <c:pt idx="3757">
                  <c:v>41226</c:v>
                </c:pt>
                <c:pt idx="3758">
                  <c:v>41225</c:v>
                </c:pt>
                <c:pt idx="3759">
                  <c:v>41224</c:v>
                </c:pt>
                <c:pt idx="3760">
                  <c:v>41223</c:v>
                </c:pt>
                <c:pt idx="3761">
                  <c:v>41222</c:v>
                </c:pt>
                <c:pt idx="3762">
                  <c:v>41221</c:v>
                </c:pt>
                <c:pt idx="3763">
                  <c:v>41220</c:v>
                </c:pt>
                <c:pt idx="3764">
                  <c:v>41219</c:v>
                </c:pt>
                <c:pt idx="3765">
                  <c:v>41218</c:v>
                </c:pt>
                <c:pt idx="3766">
                  <c:v>41217</c:v>
                </c:pt>
                <c:pt idx="3767">
                  <c:v>41216</c:v>
                </c:pt>
                <c:pt idx="3768">
                  <c:v>41215</c:v>
                </c:pt>
                <c:pt idx="3769">
                  <c:v>41214</c:v>
                </c:pt>
                <c:pt idx="3770">
                  <c:v>41213</c:v>
                </c:pt>
                <c:pt idx="3771">
                  <c:v>41212</c:v>
                </c:pt>
                <c:pt idx="3772">
                  <c:v>41211</c:v>
                </c:pt>
                <c:pt idx="3773">
                  <c:v>41210</c:v>
                </c:pt>
                <c:pt idx="3774">
                  <c:v>41209</c:v>
                </c:pt>
                <c:pt idx="3775">
                  <c:v>41208</c:v>
                </c:pt>
                <c:pt idx="3776">
                  <c:v>41207</c:v>
                </c:pt>
                <c:pt idx="3777">
                  <c:v>41206</c:v>
                </c:pt>
                <c:pt idx="3778">
                  <c:v>41205</c:v>
                </c:pt>
                <c:pt idx="3779">
                  <c:v>41204</c:v>
                </c:pt>
                <c:pt idx="3780">
                  <c:v>41203</c:v>
                </c:pt>
                <c:pt idx="3781">
                  <c:v>41202</c:v>
                </c:pt>
                <c:pt idx="3782">
                  <c:v>41201</c:v>
                </c:pt>
                <c:pt idx="3783">
                  <c:v>41200</c:v>
                </c:pt>
                <c:pt idx="3784">
                  <c:v>41199</c:v>
                </c:pt>
                <c:pt idx="3785">
                  <c:v>41198</c:v>
                </c:pt>
                <c:pt idx="3786">
                  <c:v>41197</c:v>
                </c:pt>
                <c:pt idx="3787">
                  <c:v>41196</c:v>
                </c:pt>
                <c:pt idx="3788">
                  <c:v>41195</c:v>
                </c:pt>
                <c:pt idx="3789">
                  <c:v>41194</c:v>
                </c:pt>
                <c:pt idx="3790">
                  <c:v>41193</c:v>
                </c:pt>
                <c:pt idx="3791">
                  <c:v>41192</c:v>
                </c:pt>
                <c:pt idx="3792">
                  <c:v>41191</c:v>
                </c:pt>
                <c:pt idx="3793">
                  <c:v>41190</c:v>
                </c:pt>
                <c:pt idx="3794">
                  <c:v>41189</c:v>
                </c:pt>
                <c:pt idx="3795">
                  <c:v>41188</c:v>
                </c:pt>
                <c:pt idx="3796">
                  <c:v>41187</c:v>
                </c:pt>
                <c:pt idx="3797">
                  <c:v>41186</c:v>
                </c:pt>
                <c:pt idx="3798">
                  <c:v>41185</c:v>
                </c:pt>
                <c:pt idx="3799">
                  <c:v>41184</c:v>
                </c:pt>
                <c:pt idx="3800">
                  <c:v>41183</c:v>
                </c:pt>
                <c:pt idx="3801">
                  <c:v>41182</c:v>
                </c:pt>
                <c:pt idx="3802">
                  <c:v>41181</c:v>
                </c:pt>
                <c:pt idx="3803">
                  <c:v>41180</c:v>
                </c:pt>
                <c:pt idx="3804">
                  <c:v>41179</c:v>
                </c:pt>
                <c:pt idx="3805">
                  <c:v>41178</c:v>
                </c:pt>
                <c:pt idx="3806">
                  <c:v>41177</c:v>
                </c:pt>
                <c:pt idx="3807">
                  <c:v>41176</c:v>
                </c:pt>
                <c:pt idx="3808">
                  <c:v>41175</c:v>
                </c:pt>
                <c:pt idx="3809">
                  <c:v>41174</c:v>
                </c:pt>
                <c:pt idx="3810">
                  <c:v>41173</c:v>
                </c:pt>
                <c:pt idx="3811">
                  <c:v>41172</c:v>
                </c:pt>
                <c:pt idx="3812">
                  <c:v>41171</c:v>
                </c:pt>
                <c:pt idx="3813">
                  <c:v>41170</c:v>
                </c:pt>
                <c:pt idx="3814">
                  <c:v>41169</c:v>
                </c:pt>
                <c:pt idx="3815">
                  <c:v>41168</c:v>
                </c:pt>
                <c:pt idx="3816">
                  <c:v>41167</c:v>
                </c:pt>
                <c:pt idx="3817">
                  <c:v>41166</c:v>
                </c:pt>
                <c:pt idx="3818">
                  <c:v>41165</c:v>
                </c:pt>
                <c:pt idx="3819">
                  <c:v>41164</c:v>
                </c:pt>
                <c:pt idx="3820">
                  <c:v>41163</c:v>
                </c:pt>
                <c:pt idx="3821">
                  <c:v>41162</c:v>
                </c:pt>
                <c:pt idx="3822">
                  <c:v>41161</c:v>
                </c:pt>
                <c:pt idx="3823">
                  <c:v>41160</c:v>
                </c:pt>
                <c:pt idx="3824">
                  <c:v>41159</c:v>
                </c:pt>
                <c:pt idx="3825">
                  <c:v>41158</c:v>
                </c:pt>
                <c:pt idx="3826">
                  <c:v>41157</c:v>
                </c:pt>
                <c:pt idx="3827">
                  <c:v>41156</c:v>
                </c:pt>
                <c:pt idx="3828">
                  <c:v>41155</c:v>
                </c:pt>
                <c:pt idx="3829">
                  <c:v>41154</c:v>
                </c:pt>
                <c:pt idx="3830">
                  <c:v>41153</c:v>
                </c:pt>
                <c:pt idx="3831">
                  <c:v>41152</c:v>
                </c:pt>
                <c:pt idx="3832">
                  <c:v>41151</c:v>
                </c:pt>
                <c:pt idx="3833">
                  <c:v>41150</c:v>
                </c:pt>
                <c:pt idx="3834">
                  <c:v>41149</c:v>
                </c:pt>
                <c:pt idx="3835">
                  <c:v>41148</c:v>
                </c:pt>
                <c:pt idx="3836">
                  <c:v>41147</c:v>
                </c:pt>
                <c:pt idx="3837">
                  <c:v>41146</c:v>
                </c:pt>
                <c:pt idx="3838">
                  <c:v>41145</c:v>
                </c:pt>
                <c:pt idx="3839">
                  <c:v>41144</c:v>
                </c:pt>
                <c:pt idx="3840">
                  <c:v>41143</c:v>
                </c:pt>
                <c:pt idx="3841">
                  <c:v>41142</c:v>
                </c:pt>
                <c:pt idx="3842">
                  <c:v>41141</c:v>
                </c:pt>
                <c:pt idx="3843">
                  <c:v>41140</c:v>
                </c:pt>
                <c:pt idx="3844">
                  <c:v>41139</c:v>
                </c:pt>
                <c:pt idx="3845">
                  <c:v>41138</c:v>
                </c:pt>
                <c:pt idx="3846">
                  <c:v>41137</c:v>
                </c:pt>
                <c:pt idx="3847">
                  <c:v>41136</c:v>
                </c:pt>
                <c:pt idx="3848">
                  <c:v>41135</c:v>
                </c:pt>
                <c:pt idx="3849">
                  <c:v>41134</c:v>
                </c:pt>
                <c:pt idx="3850">
                  <c:v>41133</c:v>
                </c:pt>
                <c:pt idx="3851">
                  <c:v>41132</c:v>
                </c:pt>
                <c:pt idx="3852">
                  <c:v>41131</c:v>
                </c:pt>
                <c:pt idx="3853">
                  <c:v>41130</c:v>
                </c:pt>
                <c:pt idx="3854">
                  <c:v>41129</c:v>
                </c:pt>
                <c:pt idx="3855">
                  <c:v>41128</c:v>
                </c:pt>
                <c:pt idx="3856">
                  <c:v>41127</c:v>
                </c:pt>
                <c:pt idx="3857">
                  <c:v>41126</c:v>
                </c:pt>
                <c:pt idx="3858">
                  <c:v>41125</c:v>
                </c:pt>
                <c:pt idx="3859">
                  <c:v>41124</c:v>
                </c:pt>
                <c:pt idx="3860">
                  <c:v>41123</c:v>
                </c:pt>
                <c:pt idx="3861">
                  <c:v>41122</c:v>
                </c:pt>
                <c:pt idx="3862">
                  <c:v>41121</c:v>
                </c:pt>
                <c:pt idx="3863">
                  <c:v>41120</c:v>
                </c:pt>
                <c:pt idx="3864">
                  <c:v>41119</c:v>
                </c:pt>
                <c:pt idx="3865">
                  <c:v>41118</c:v>
                </c:pt>
                <c:pt idx="3866">
                  <c:v>41117</c:v>
                </c:pt>
                <c:pt idx="3867">
                  <c:v>41116</c:v>
                </c:pt>
                <c:pt idx="3868">
                  <c:v>41115</c:v>
                </c:pt>
                <c:pt idx="3869">
                  <c:v>41114</c:v>
                </c:pt>
                <c:pt idx="3870">
                  <c:v>41113</c:v>
                </c:pt>
                <c:pt idx="3871">
                  <c:v>41112</c:v>
                </c:pt>
                <c:pt idx="3872">
                  <c:v>41111</c:v>
                </c:pt>
                <c:pt idx="3873">
                  <c:v>41110</c:v>
                </c:pt>
                <c:pt idx="3874">
                  <c:v>41109</c:v>
                </c:pt>
                <c:pt idx="3875">
                  <c:v>41108</c:v>
                </c:pt>
                <c:pt idx="3876">
                  <c:v>41107</c:v>
                </c:pt>
                <c:pt idx="3877">
                  <c:v>41106</c:v>
                </c:pt>
                <c:pt idx="3878">
                  <c:v>41105</c:v>
                </c:pt>
                <c:pt idx="3879">
                  <c:v>41104</c:v>
                </c:pt>
                <c:pt idx="3880">
                  <c:v>41103</c:v>
                </c:pt>
                <c:pt idx="3881">
                  <c:v>41102</c:v>
                </c:pt>
                <c:pt idx="3882">
                  <c:v>41101</c:v>
                </c:pt>
                <c:pt idx="3883">
                  <c:v>41100</c:v>
                </c:pt>
                <c:pt idx="3884">
                  <c:v>41099</c:v>
                </c:pt>
                <c:pt idx="3885">
                  <c:v>41098</c:v>
                </c:pt>
                <c:pt idx="3886">
                  <c:v>41097</c:v>
                </c:pt>
                <c:pt idx="3887">
                  <c:v>41096</c:v>
                </c:pt>
                <c:pt idx="3888">
                  <c:v>41095</c:v>
                </c:pt>
                <c:pt idx="3889">
                  <c:v>41094</c:v>
                </c:pt>
                <c:pt idx="3890">
                  <c:v>41093</c:v>
                </c:pt>
                <c:pt idx="3891">
                  <c:v>41092</c:v>
                </c:pt>
                <c:pt idx="3892">
                  <c:v>41091</c:v>
                </c:pt>
                <c:pt idx="3893">
                  <c:v>41090</c:v>
                </c:pt>
                <c:pt idx="3894">
                  <c:v>41089</c:v>
                </c:pt>
                <c:pt idx="3895">
                  <c:v>41088</c:v>
                </c:pt>
                <c:pt idx="3896">
                  <c:v>41087</c:v>
                </c:pt>
                <c:pt idx="3897">
                  <c:v>41086</c:v>
                </c:pt>
                <c:pt idx="3898">
                  <c:v>41085</c:v>
                </c:pt>
                <c:pt idx="3899">
                  <c:v>41084</c:v>
                </c:pt>
                <c:pt idx="3900">
                  <c:v>41083</c:v>
                </c:pt>
                <c:pt idx="3901">
                  <c:v>41082</c:v>
                </c:pt>
                <c:pt idx="3902">
                  <c:v>41081</c:v>
                </c:pt>
                <c:pt idx="3903">
                  <c:v>41080</c:v>
                </c:pt>
                <c:pt idx="3904">
                  <c:v>41079</c:v>
                </c:pt>
                <c:pt idx="3905">
                  <c:v>41078</c:v>
                </c:pt>
                <c:pt idx="3906">
                  <c:v>41077</c:v>
                </c:pt>
                <c:pt idx="3907">
                  <c:v>41076</c:v>
                </c:pt>
                <c:pt idx="3908">
                  <c:v>41075</c:v>
                </c:pt>
                <c:pt idx="3909">
                  <c:v>41074</c:v>
                </c:pt>
                <c:pt idx="3910">
                  <c:v>41073</c:v>
                </c:pt>
                <c:pt idx="3911">
                  <c:v>41072</c:v>
                </c:pt>
                <c:pt idx="3912">
                  <c:v>41071</c:v>
                </c:pt>
                <c:pt idx="3913">
                  <c:v>41070</c:v>
                </c:pt>
                <c:pt idx="3914">
                  <c:v>41069</c:v>
                </c:pt>
                <c:pt idx="3915">
                  <c:v>41068</c:v>
                </c:pt>
                <c:pt idx="3916">
                  <c:v>41067</c:v>
                </c:pt>
                <c:pt idx="3917">
                  <c:v>41066</c:v>
                </c:pt>
                <c:pt idx="3918">
                  <c:v>41065</c:v>
                </c:pt>
                <c:pt idx="3919">
                  <c:v>41064</c:v>
                </c:pt>
                <c:pt idx="3920">
                  <c:v>41063</c:v>
                </c:pt>
                <c:pt idx="3921">
                  <c:v>41062</c:v>
                </c:pt>
                <c:pt idx="3922">
                  <c:v>41061</c:v>
                </c:pt>
                <c:pt idx="3923">
                  <c:v>41060</c:v>
                </c:pt>
                <c:pt idx="3924">
                  <c:v>41059</c:v>
                </c:pt>
                <c:pt idx="3925">
                  <c:v>41058</c:v>
                </c:pt>
                <c:pt idx="3926">
                  <c:v>41057</c:v>
                </c:pt>
                <c:pt idx="3927">
                  <c:v>41056</c:v>
                </c:pt>
                <c:pt idx="3928">
                  <c:v>41055</c:v>
                </c:pt>
                <c:pt idx="3929">
                  <c:v>41054</c:v>
                </c:pt>
                <c:pt idx="3930">
                  <c:v>41053</c:v>
                </c:pt>
                <c:pt idx="3931">
                  <c:v>41052</c:v>
                </c:pt>
                <c:pt idx="3932">
                  <c:v>41051</c:v>
                </c:pt>
                <c:pt idx="3933">
                  <c:v>41050</c:v>
                </c:pt>
                <c:pt idx="3934">
                  <c:v>41049</c:v>
                </c:pt>
                <c:pt idx="3935">
                  <c:v>41048</c:v>
                </c:pt>
                <c:pt idx="3936">
                  <c:v>41047</c:v>
                </c:pt>
                <c:pt idx="3937">
                  <c:v>41046</c:v>
                </c:pt>
                <c:pt idx="3938">
                  <c:v>41045</c:v>
                </c:pt>
                <c:pt idx="3939">
                  <c:v>41044</c:v>
                </c:pt>
                <c:pt idx="3940">
                  <c:v>41043</c:v>
                </c:pt>
                <c:pt idx="3941">
                  <c:v>41042</c:v>
                </c:pt>
                <c:pt idx="3942">
                  <c:v>41041</c:v>
                </c:pt>
                <c:pt idx="3943">
                  <c:v>41040</c:v>
                </c:pt>
                <c:pt idx="3944">
                  <c:v>41039</c:v>
                </c:pt>
                <c:pt idx="3945">
                  <c:v>41038</c:v>
                </c:pt>
                <c:pt idx="3946">
                  <c:v>41037</c:v>
                </c:pt>
                <c:pt idx="3947">
                  <c:v>41036</c:v>
                </c:pt>
                <c:pt idx="3948">
                  <c:v>41035</c:v>
                </c:pt>
                <c:pt idx="3949">
                  <c:v>41034</c:v>
                </c:pt>
                <c:pt idx="3950">
                  <c:v>41033</c:v>
                </c:pt>
                <c:pt idx="3951">
                  <c:v>41032</c:v>
                </c:pt>
                <c:pt idx="3952">
                  <c:v>41031</c:v>
                </c:pt>
                <c:pt idx="3953">
                  <c:v>41030</c:v>
                </c:pt>
                <c:pt idx="3954">
                  <c:v>41029</c:v>
                </c:pt>
                <c:pt idx="3955">
                  <c:v>41028</c:v>
                </c:pt>
                <c:pt idx="3956">
                  <c:v>41027</c:v>
                </c:pt>
                <c:pt idx="3957">
                  <c:v>41026</c:v>
                </c:pt>
                <c:pt idx="3958">
                  <c:v>41025</c:v>
                </c:pt>
                <c:pt idx="3959">
                  <c:v>41024</c:v>
                </c:pt>
                <c:pt idx="3960">
                  <c:v>41023</c:v>
                </c:pt>
                <c:pt idx="3961">
                  <c:v>41022</c:v>
                </c:pt>
                <c:pt idx="3962">
                  <c:v>41021</c:v>
                </c:pt>
                <c:pt idx="3963">
                  <c:v>41020</c:v>
                </c:pt>
                <c:pt idx="3964">
                  <c:v>41019</c:v>
                </c:pt>
                <c:pt idx="3965">
                  <c:v>41018</c:v>
                </c:pt>
                <c:pt idx="3966">
                  <c:v>41017</c:v>
                </c:pt>
                <c:pt idx="3967">
                  <c:v>41016</c:v>
                </c:pt>
                <c:pt idx="3968">
                  <c:v>41015</c:v>
                </c:pt>
                <c:pt idx="3969">
                  <c:v>41014</c:v>
                </c:pt>
                <c:pt idx="3970">
                  <c:v>41013</c:v>
                </c:pt>
                <c:pt idx="3971">
                  <c:v>41012</c:v>
                </c:pt>
                <c:pt idx="3972">
                  <c:v>41011</c:v>
                </c:pt>
                <c:pt idx="3973">
                  <c:v>41010</c:v>
                </c:pt>
                <c:pt idx="3974">
                  <c:v>41009</c:v>
                </c:pt>
                <c:pt idx="3975">
                  <c:v>41008</c:v>
                </c:pt>
                <c:pt idx="3976">
                  <c:v>41007</c:v>
                </c:pt>
                <c:pt idx="3977">
                  <c:v>41006</c:v>
                </c:pt>
                <c:pt idx="3978">
                  <c:v>41005</c:v>
                </c:pt>
                <c:pt idx="3979">
                  <c:v>41004</c:v>
                </c:pt>
                <c:pt idx="3980">
                  <c:v>41003</c:v>
                </c:pt>
                <c:pt idx="3981">
                  <c:v>41002</c:v>
                </c:pt>
                <c:pt idx="3982">
                  <c:v>41001</c:v>
                </c:pt>
                <c:pt idx="3983">
                  <c:v>41000</c:v>
                </c:pt>
                <c:pt idx="3984">
                  <c:v>40999</c:v>
                </c:pt>
                <c:pt idx="3985">
                  <c:v>40998</c:v>
                </c:pt>
                <c:pt idx="3986">
                  <c:v>40997</c:v>
                </c:pt>
                <c:pt idx="3987">
                  <c:v>40996</c:v>
                </c:pt>
                <c:pt idx="3988">
                  <c:v>40995</c:v>
                </c:pt>
                <c:pt idx="3989">
                  <c:v>40994</c:v>
                </c:pt>
                <c:pt idx="3990">
                  <c:v>40993</c:v>
                </c:pt>
                <c:pt idx="3991">
                  <c:v>40992</c:v>
                </c:pt>
                <c:pt idx="3992">
                  <c:v>40991</c:v>
                </c:pt>
                <c:pt idx="3993">
                  <c:v>40990</c:v>
                </c:pt>
                <c:pt idx="3994">
                  <c:v>40989</c:v>
                </c:pt>
                <c:pt idx="3995">
                  <c:v>40988</c:v>
                </c:pt>
                <c:pt idx="3996">
                  <c:v>40987</c:v>
                </c:pt>
                <c:pt idx="3997">
                  <c:v>40986</c:v>
                </c:pt>
                <c:pt idx="3998">
                  <c:v>40985</c:v>
                </c:pt>
                <c:pt idx="3999">
                  <c:v>40984</c:v>
                </c:pt>
                <c:pt idx="4000">
                  <c:v>40983</c:v>
                </c:pt>
                <c:pt idx="4001">
                  <c:v>40982</c:v>
                </c:pt>
                <c:pt idx="4002">
                  <c:v>40981</c:v>
                </c:pt>
                <c:pt idx="4003">
                  <c:v>40980</c:v>
                </c:pt>
                <c:pt idx="4004">
                  <c:v>40979</c:v>
                </c:pt>
                <c:pt idx="4005">
                  <c:v>40978</c:v>
                </c:pt>
                <c:pt idx="4006">
                  <c:v>40977</c:v>
                </c:pt>
                <c:pt idx="4007">
                  <c:v>40976</c:v>
                </c:pt>
                <c:pt idx="4008">
                  <c:v>40975</c:v>
                </c:pt>
                <c:pt idx="4009">
                  <c:v>40974</c:v>
                </c:pt>
                <c:pt idx="4010">
                  <c:v>40973</c:v>
                </c:pt>
                <c:pt idx="4011">
                  <c:v>40972</c:v>
                </c:pt>
                <c:pt idx="4012">
                  <c:v>40971</c:v>
                </c:pt>
                <c:pt idx="4013">
                  <c:v>40970</c:v>
                </c:pt>
                <c:pt idx="4014">
                  <c:v>40969</c:v>
                </c:pt>
                <c:pt idx="4015">
                  <c:v>40968</c:v>
                </c:pt>
                <c:pt idx="4016">
                  <c:v>40967</c:v>
                </c:pt>
                <c:pt idx="4017">
                  <c:v>40966</c:v>
                </c:pt>
                <c:pt idx="4018">
                  <c:v>40965</c:v>
                </c:pt>
                <c:pt idx="4019">
                  <c:v>40964</c:v>
                </c:pt>
                <c:pt idx="4020">
                  <c:v>40963</c:v>
                </c:pt>
                <c:pt idx="4021">
                  <c:v>40962</c:v>
                </c:pt>
                <c:pt idx="4022">
                  <c:v>40961</c:v>
                </c:pt>
                <c:pt idx="4023">
                  <c:v>40960</c:v>
                </c:pt>
                <c:pt idx="4024">
                  <c:v>40959</c:v>
                </c:pt>
                <c:pt idx="4025">
                  <c:v>40958</c:v>
                </c:pt>
                <c:pt idx="4026">
                  <c:v>40957</c:v>
                </c:pt>
                <c:pt idx="4027">
                  <c:v>40956</c:v>
                </c:pt>
                <c:pt idx="4028">
                  <c:v>40955</c:v>
                </c:pt>
                <c:pt idx="4029">
                  <c:v>40954</c:v>
                </c:pt>
                <c:pt idx="4030">
                  <c:v>40953</c:v>
                </c:pt>
                <c:pt idx="4031">
                  <c:v>40952</c:v>
                </c:pt>
                <c:pt idx="4032">
                  <c:v>40951</c:v>
                </c:pt>
                <c:pt idx="4033">
                  <c:v>40950</c:v>
                </c:pt>
                <c:pt idx="4034">
                  <c:v>40949</c:v>
                </c:pt>
                <c:pt idx="4035">
                  <c:v>40948</c:v>
                </c:pt>
                <c:pt idx="4036">
                  <c:v>40947</c:v>
                </c:pt>
                <c:pt idx="4037">
                  <c:v>40946</c:v>
                </c:pt>
                <c:pt idx="4038">
                  <c:v>40945</c:v>
                </c:pt>
                <c:pt idx="4039">
                  <c:v>40944</c:v>
                </c:pt>
                <c:pt idx="4040">
                  <c:v>40943</c:v>
                </c:pt>
                <c:pt idx="4041">
                  <c:v>40942</c:v>
                </c:pt>
                <c:pt idx="4042">
                  <c:v>40941</c:v>
                </c:pt>
                <c:pt idx="4043">
                  <c:v>40940</c:v>
                </c:pt>
                <c:pt idx="4044">
                  <c:v>40939</c:v>
                </c:pt>
                <c:pt idx="4045">
                  <c:v>40938</c:v>
                </c:pt>
                <c:pt idx="4046">
                  <c:v>40937</c:v>
                </c:pt>
                <c:pt idx="4047">
                  <c:v>40936</c:v>
                </c:pt>
                <c:pt idx="4048">
                  <c:v>40935</c:v>
                </c:pt>
                <c:pt idx="4049">
                  <c:v>40934</c:v>
                </c:pt>
                <c:pt idx="4050">
                  <c:v>40933</c:v>
                </c:pt>
                <c:pt idx="4051">
                  <c:v>40932</c:v>
                </c:pt>
                <c:pt idx="4052">
                  <c:v>40931</c:v>
                </c:pt>
                <c:pt idx="4053">
                  <c:v>40930</c:v>
                </c:pt>
                <c:pt idx="4054">
                  <c:v>40929</c:v>
                </c:pt>
                <c:pt idx="4055">
                  <c:v>40928</c:v>
                </c:pt>
                <c:pt idx="4056">
                  <c:v>40927</c:v>
                </c:pt>
                <c:pt idx="4057">
                  <c:v>40926</c:v>
                </c:pt>
                <c:pt idx="4058">
                  <c:v>40925</c:v>
                </c:pt>
                <c:pt idx="4059">
                  <c:v>40924</c:v>
                </c:pt>
                <c:pt idx="4060">
                  <c:v>40923</c:v>
                </c:pt>
                <c:pt idx="4061">
                  <c:v>40922</c:v>
                </c:pt>
                <c:pt idx="4062">
                  <c:v>40921</c:v>
                </c:pt>
                <c:pt idx="4063">
                  <c:v>40920</c:v>
                </c:pt>
                <c:pt idx="4064">
                  <c:v>40919</c:v>
                </c:pt>
                <c:pt idx="4065">
                  <c:v>40918</c:v>
                </c:pt>
                <c:pt idx="4066">
                  <c:v>40917</c:v>
                </c:pt>
                <c:pt idx="4067">
                  <c:v>40916</c:v>
                </c:pt>
                <c:pt idx="4068">
                  <c:v>40915</c:v>
                </c:pt>
                <c:pt idx="4069">
                  <c:v>40914</c:v>
                </c:pt>
                <c:pt idx="4070">
                  <c:v>40913</c:v>
                </c:pt>
                <c:pt idx="4071">
                  <c:v>40912</c:v>
                </c:pt>
                <c:pt idx="4072">
                  <c:v>40911</c:v>
                </c:pt>
                <c:pt idx="4073">
                  <c:v>40910</c:v>
                </c:pt>
                <c:pt idx="4074">
                  <c:v>40909</c:v>
                </c:pt>
                <c:pt idx="4075">
                  <c:v>40908</c:v>
                </c:pt>
                <c:pt idx="4076">
                  <c:v>40907</c:v>
                </c:pt>
                <c:pt idx="4077">
                  <c:v>40906</c:v>
                </c:pt>
                <c:pt idx="4078">
                  <c:v>40905</c:v>
                </c:pt>
                <c:pt idx="4079">
                  <c:v>40904</c:v>
                </c:pt>
                <c:pt idx="4080">
                  <c:v>40903</c:v>
                </c:pt>
                <c:pt idx="4081">
                  <c:v>40902</c:v>
                </c:pt>
                <c:pt idx="4082">
                  <c:v>40901</c:v>
                </c:pt>
                <c:pt idx="4083">
                  <c:v>40900</c:v>
                </c:pt>
                <c:pt idx="4084">
                  <c:v>40899</c:v>
                </c:pt>
                <c:pt idx="4085">
                  <c:v>40898</c:v>
                </c:pt>
                <c:pt idx="4086">
                  <c:v>40897</c:v>
                </c:pt>
                <c:pt idx="4087">
                  <c:v>40896</c:v>
                </c:pt>
                <c:pt idx="4088">
                  <c:v>40895</c:v>
                </c:pt>
                <c:pt idx="4089">
                  <c:v>40894</c:v>
                </c:pt>
                <c:pt idx="4090">
                  <c:v>40893</c:v>
                </c:pt>
                <c:pt idx="4091">
                  <c:v>40892</c:v>
                </c:pt>
                <c:pt idx="4092">
                  <c:v>40891</c:v>
                </c:pt>
                <c:pt idx="4093">
                  <c:v>40890</c:v>
                </c:pt>
                <c:pt idx="4094">
                  <c:v>40889</c:v>
                </c:pt>
                <c:pt idx="4095">
                  <c:v>40888</c:v>
                </c:pt>
                <c:pt idx="4096">
                  <c:v>40887</c:v>
                </c:pt>
                <c:pt idx="4097">
                  <c:v>40886</c:v>
                </c:pt>
                <c:pt idx="4098">
                  <c:v>40885</c:v>
                </c:pt>
                <c:pt idx="4099">
                  <c:v>40884</c:v>
                </c:pt>
                <c:pt idx="4100">
                  <c:v>40883</c:v>
                </c:pt>
                <c:pt idx="4101">
                  <c:v>40882</c:v>
                </c:pt>
                <c:pt idx="4102">
                  <c:v>40881</c:v>
                </c:pt>
                <c:pt idx="4103">
                  <c:v>40880</c:v>
                </c:pt>
                <c:pt idx="4104">
                  <c:v>40879</c:v>
                </c:pt>
                <c:pt idx="4105">
                  <c:v>40878</c:v>
                </c:pt>
                <c:pt idx="4106">
                  <c:v>40877</c:v>
                </c:pt>
                <c:pt idx="4107">
                  <c:v>40876</c:v>
                </c:pt>
                <c:pt idx="4108">
                  <c:v>40875</c:v>
                </c:pt>
                <c:pt idx="4109">
                  <c:v>40874</c:v>
                </c:pt>
                <c:pt idx="4110">
                  <c:v>40873</c:v>
                </c:pt>
                <c:pt idx="4111">
                  <c:v>40872</c:v>
                </c:pt>
                <c:pt idx="4112">
                  <c:v>40871</c:v>
                </c:pt>
                <c:pt idx="4113">
                  <c:v>40870</c:v>
                </c:pt>
                <c:pt idx="4114">
                  <c:v>40869</c:v>
                </c:pt>
                <c:pt idx="4115">
                  <c:v>40868</c:v>
                </c:pt>
                <c:pt idx="4116">
                  <c:v>40867</c:v>
                </c:pt>
                <c:pt idx="4117">
                  <c:v>40866</c:v>
                </c:pt>
                <c:pt idx="4118">
                  <c:v>40865</c:v>
                </c:pt>
                <c:pt idx="4119">
                  <c:v>40864</c:v>
                </c:pt>
                <c:pt idx="4120">
                  <c:v>40863</c:v>
                </c:pt>
                <c:pt idx="4121">
                  <c:v>40862</c:v>
                </c:pt>
                <c:pt idx="4122">
                  <c:v>40861</c:v>
                </c:pt>
                <c:pt idx="4123">
                  <c:v>40860</c:v>
                </c:pt>
                <c:pt idx="4124">
                  <c:v>40859</c:v>
                </c:pt>
                <c:pt idx="4125">
                  <c:v>40858</c:v>
                </c:pt>
                <c:pt idx="4126">
                  <c:v>40857</c:v>
                </c:pt>
                <c:pt idx="4127">
                  <c:v>40856</c:v>
                </c:pt>
                <c:pt idx="4128">
                  <c:v>40855</c:v>
                </c:pt>
                <c:pt idx="4129">
                  <c:v>40854</c:v>
                </c:pt>
                <c:pt idx="4130">
                  <c:v>40853</c:v>
                </c:pt>
                <c:pt idx="4131">
                  <c:v>40852</c:v>
                </c:pt>
                <c:pt idx="4132">
                  <c:v>40851</c:v>
                </c:pt>
                <c:pt idx="4133">
                  <c:v>40850</c:v>
                </c:pt>
                <c:pt idx="4134">
                  <c:v>40849</c:v>
                </c:pt>
                <c:pt idx="4135">
                  <c:v>40848</c:v>
                </c:pt>
                <c:pt idx="4136">
                  <c:v>40847</c:v>
                </c:pt>
                <c:pt idx="4137">
                  <c:v>40846</c:v>
                </c:pt>
                <c:pt idx="4138">
                  <c:v>40845</c:v>
                </c:pt>
                <c:pt idx="4139">
                  <c:v>40844</c:v>
                </c:pt>
                <c:pt idx="4140">
                  <c:v>40843</c:v>
                </c:pt>
                <c:pt idx="4141">
                  <c:v>40842</c:v>
                </c:pt>
                <c:pt idx="4142">
                  <c:v>40841</c:v>
                </c:pt>
                <c:pt idx="4143">
                  <c:v>40840</c:v>
                </c:pt>
                <c:pt idx="4144">
                  <c:v>40839</c:v>
                </c:pt>
                <c:pt idx="4145">
                  <c:v>40838</c:v>
                </c:pt>
                <c:pt idx="4146">
                  <c:v>40837</c:v>
                </c:pt>
                <c:pt idx="4147">
                  <c:v>40836</c:v>
                </c:pt>
                <c:pt idx="4148">
                  <c:v>40835</c:v>
                </c:pt>
                <c:pt idx="4149">
                  <c:v>40834</c:v>
                </c:pt>
                <c:pt idx="4150">
                  <c:v>40833</c:v>
                </c:pt>
                <c:pt idx="4151">
                  <c:v>40832</c:v>
                </c:pt>
                <c:pt idx="4152">
                  <c:v>40831</c:v>
                </c:pt>
                <c:pt idx="4153">
                  <c:v>40830</c:v>
                </c:pt>
                <c:pt idx="4154">
                  <c:v>40829</c:v>
                </c:pt>
                <c:pt idx="4155">
                  <c:v>40828</c:v>
                </c:pt>
                <c:pt idx="4156">
                  <c:v>40827</c:v>
                </c:pt>
                <c:pt idx="4157">
                  <c:v>40826</c:v>
                </c:pt>
                <c:pt idx="4158">
                  <c:v>40825</c:v>
                </c:pt>
                <c:pt idx="4159">
                  <c:v>40824</c:v>
                </c:pt>
                <c:pt idx="4160">
                  <c:v>40823</c:v>
                </c:pt>
                <c:pt idx="4161">
                  <c:v>40822</c:v>
                </c:pt>
                <c:pt idx="4162">
                  <c:v>40821</c:v>
                </c:pt>
                <c:pt idx="4163">
                  <c:v>40820</c:v>
                </c:pt>
                <c:pt idx="4164">
                  <c:v>40819</c:v>
                </c:pt>
                <c:pt idx="4165">
                  <c:v>40818</c:v>
                </c:pt>
                <c:pt idx="4166">
                  <c:v>40817</c:v>
                </c:pt>
                <c:pt idx="4167">
                  <c:v>40816</c:v>
                </c:pt>
                <c:pt idx="4168">
                  <c:v>40815</c:v>
                </c:pt>
                <c:pt idx="4169">
                  <c:v>40814</c:v>
                </c:pt>
                <c:pt idx="4170">
                  <c:v>40813</c:v>
                </c:pt>
                <c:pt idx="4171">
                  <c:v>40812</c:v>
                </c:pt>
                <c:pt idx="4172">
                  <c:v>40811</c:v>
                </c:pt>
                <c:pt idx="4173">
                  <c:v>40810</c:v>
                </c:pt>
                <c:pt idx="4174">
                  <c:v>40809</c:v>
                </c:pt>
                <c:pt idx="4175">
                  <c:v>40808</c:v>
                </c:pt>
                <c:pt idx="4176">
                  <c:v>40807</c:v>
                </c:pt>
                <c:pt idx="4177">
                  <c:v>40806</c:v>
                </c:pt>
                <c:pt idx="4178">
                  <c:v>40805</c:v>
                </c:pt>
                <c:pt idx="4179">
                  <c:v>40804</c:v>
                </c:pt>
                <c:pt idx="4180">
                  <c:v>40803</c:v>
                </c:pt>
                <c:pt idx="4181">
                  <c:v>40802</c:v>
                </c:pt>
                <c:pt idx="4182">
                  <c:v>40801</c:v>
                </c:pt>
                <c:pt idx="4183">
                  <c:v>40800</c:v>
                </c:pt>
                <c:pt idx="4184">
                  <c:v>40799</c:v>
                </c:pt>
                <c:pt idx="4185">
                  <c:v>40798</c:v>
                </c:pt>
                <c:pt idx="4186">
                  <c:v>40797</c:v>
                </c:pt>
                <c:pt idx="4187">
                  <c:v>40796</c:v>
                </c:pt>
                <c:pt idx="4188">
                  <c:v>40795</c:v>
                </c:pt>
                <c:pt idx="4189">
                  <c:v>40794</c:v>
                </c:pt>
                <c:pt idx="4190">
                  <c:v>40793</c:v>
                </c:pt>
                <c:pt idx="4191">
                  <c:v>40792</c:v>
                </c:pt>
                <c:pt idx="4192">
                  <c:v>40791</c:v>
                </c:pt>
                <c:pt idx="4193">
                  <c:v>40790</c:v>
                </c:pt>
                <c:pt idx="4194">
                  <c:v>40789</c:v>
                </c:pt>
                <c:pt idx="4195">
                  <c:v>40788</c:v>
                </c:pt>
                <c:pt idx="4196">
                  <c:v>40787</c:v>
                </c:pt>
                <c:pt idx="4197">
                  <c:v>40786</c:v>
                </c:pt>
                <c:pt idx="4198">
                  <c:v>40785</c:v>
                </c:pt>
                <c:pt idx="4199">
                  <c:v>40784</c:v>
                </c:pt>
                <c:pt idx="4200">
                  <c:v>40783</c:v>
                </c:pt>
                <c:pt idx="4201">
                  <c:v>40782</c:v>
                </c:pt>
                <c:pt idx="4202">
                  <c:v>40781</c:v>
                </c:pt>
                <c:pt idx="4203">
                  <c:v>40780</c:v>
                </c:pt>
                <c:pt idx="4204">
                  <c:v>40779</c:v>
                </c:pt>
                <c:pt idx="4205">
                  <c:v>40778</c:v>
                </c:pt>
                <c:pt idx="4206">
                  <c:v>40777</c:v>
                </c:pt>
                <c:pt idx="4207">
                  <c:v>40776</c:v>
                </c:pt>
                <c:pt idx="4208">
                  <c:v>40775</c:v>
                </c:pt>
                <c:pt idx="4209">
                  <c:v>40774</c:v>
                </c:pt>
                <c:pt idx="4210">
                  <c:v>40773</c:v>
                </c:pt>
                <c:pt idx="4211">
                  <c:v>40772</c:v>
                </c:pt>
                <c:pt idx="4212">
                  <c:v>40771</c:v>
                </c:pt>
                <c:pt idx="4213">
                  <c:v>40770</c:v>
                </c:pt>
                <c:pt idx="4214">
                  <c:v>40769</c:v>
                </c:pt>
                <c:pt idx="4215">
                  <c:v>40768</c:v>
                </c:pt>
                <c:pt idx="4216">
                  <c:v>40767</c:v>
                </c:pt>
                <c:pt idx="4217">
                  <c:v>40766</c:v>
                </c:pt>
                <c:pt idx="4218">
                  <c:v>40765</c:v>
                </c:pt>
                <c:pt idx="4219">
                  <c:v>40764</c:v>
                </c:pt>
                <c:pt idx="4220">
                  <c:v>40763</c:v>
                </c:pt>
                <c:pt idx="4221">
                  <c:v>40762</c:v>
                </c:pt>
                <c:pt idx="4222">
                  <c:v>40761</c:v>
                </c:pt>
                <c:pt idx="4223">
                  <c:v>40760</c:v>
                </c:pt>
                <c:pt idx="4224">
                  <c:v>40759</c:v>
                </c:pt>
                <c:pt idx="4225">
                  <c:v>40758</c:v>
                </c:pt>
                <c:pt idx="4226">
                  <c:v>40757</c:v>
                </c:pt>
                <c:pt idx="4227">
                  <c:v>40756</c:v>
                </c:pt>
                <c:pt idx="4228">
                  <c:v>40755</c:v>
                </c:pt>
                <c:pt idx="4229">
                  <c:v>40754</c:v>
                </c:pt>
                <c:pt idx="4230">
                  <c:v>40753</c:v>
                </c:pt>
                <c:pt idx="4231">
                  <c:v>40752</c:v>
                </c:pt>
                <c:pt idx="4232">
                  <c:v>40751</c:v>
                </c:pt>
                <c:pt idx="4233">
                  <c:v>40750</c:v>
                </c:pt>
                <c:pt idx="4234">
                  <c:v>40749</c:v>
                </c:pt>
                <c:pt idx="4235">
                  <c:v>40748</c:v>
                </c:pt>
                <c:pt idx="4236">
                  <c:v>40747</c:v>
                </c:pt>
                <c:pt idx="4237">
                  <c:v>40746</c:v>
                </c:pt>
                <c:pt idx="4238">
                  <c:v>40745</c:v>
                </c:pt>
                <c:pt idx="4239">
                  <c:v>40744</c:v>
                </c:pt>
                <c:pt idx="4240">
                  <c:v>40743</c:v>
                </c:pt>
                <c:pt idx="4241">
                  <c:v>40742</c:v>
                </c:pt>
                <c:pt idx="4242">
                  <c:v>40741</c:v>
                </c:pt>
                <c:pt idx="4243">
                  <c:v>40740</c:v>
                </c:pt>
                <c:pt idx="4244">
                  <c:v>40739</c:v>
                </c:pt>
                <c:pt idx="4245">
                  <c:v>40738</c:v>
                </c:pt>
                <c:pt idx="4246">
                  <c:v>40737</c:v>
                </c:pt>
                <c:pt idx="4247">
                  <c:v>40736</c:v>
                </c:pt>
                <c:pt idx="4248">
                  <c:v>40735</c:v>
                </c:pt>
                <c:pt idx="4249">
                  <c:v>40734</c:v>
                </c:pt>
                <c:pt idx="4250">
                  <c:v>40733</c:v>
                </c:pt>
                <c:pt idx="4251">
                  <c:v>40732</c:v>
                </c:pt>
                <c:pt idx="4252">
                  <c:v>40731</c:v>
                </c:pt>
                <c:pt idx="4253">
                  <c:v>40730</c:v>
                </c:pt>
                <c:pt idx="4254">
                  <c:v>40729</c:v>
                </c:pt>
                <c:pt idx="4255">
                  <c:v>40728</c:v>
                </c:pt>
                <c:pt idx="4256">
                  <c:v>40727</c:v>
                </c:pt>
                <c:pt idx="4257">
                  <c:v>40726</c:v>
                </c:pt>
                <c:pt idx="4258">
                  <c:v>40725</c:v>
                </c:pt>
                <c:pt idx="4259">
                  <c:v>40724</c:v>
                </c:pt>
                <c:pt idx="4260">
                  <c:v>40723</c:v>
                </c:pt>
                <c:pt idx="4261">
                  <c:v>40722</c:v>
                </c:pt>
                <c:pt idx="4262">
                  <c:v>40721</c:v>
                </c:pt>
                <c:pt idx="4263">
                  <c:v>40720</c:v>
                </c:pt>
                <c:pt idx="4264">
                  <c:v>40719</c:v>
                </c:pt>
                <c:pt idx="4265">
                  <c:v>40718</c:v>
                </c:pt>
                <c:pt idx="4266">
                  <c:v>40717</c:v>
                </c:pt>
                <c:pt idx="4267">
                  <c:v>40716</c:v>
                </c:pt>
                <c:pt idx="4268">
                  <c:v>40715</c:v>
                </c:pt>
                <c:pt idx="4269">
                  <c:v>40714</c:v>
                </c:pt>
                <c:pt idx="4270">
                  <c:v>40713</c:v>
                </c:pt>
                <c:pt idx="4271">
                  <c:v>40712</c:v>
                </c:pt>
                <c:pt idx="4272">
                  <c:v>40711</c:v>
                </c:pt>
                <c:pt idx="4273">
                  <c:v>40710</c:v>
                </c:pt>
                <c:pt idx="4274">
                  <c:v>40709</c:v>
                </c:pt>
                <c:pt idx="4275">
                  <c:v>40708</c:v>
                </c:pt>
                <c:pt idx="4276">
                  <c:v>40707</c:v>
                </c:pt>
                <c:pt idx="4277">
                  <c:v>40706</c:v>
                </c:pt>
                <c:pt idx="4278">
                  <c:v>40705</c:v>
                </c:pt>
                <c:pt idx="4279">
                  <c:v>40704</c:v>
                </c:pt>
                <c:pt idx="4280">
                  <c:v>40703</c:v>
                </c:pt>
                <c:pt idx="4281">
                  <c:v>40702</c:v>
                </c:pt>
                <c:pt idx="4282">
                  <c:v>40701</c:v>
                </c:pt>
                <c:pt idx="4283">
                  <c:v>40700</c:v>
                </c:pt>
                <c:pt idx="4284">
                  <c:v>40699</c:v>
                </c:pt>
                <c:pt idx="4285">
                  <c:v>40698</c:v>
                </c:pt>
                <c:pt idx="4286">
                  <c:v>40697</c:v>
                </c:pt>
                <c:pt idx="4287">
                  <c:v>40696</c:v>
                </c:pt>
                <c:pt idx="4288">
                  <c:v>40695</c:v>
                </c:pt>
                <c:pt idx="4289">
                  <c:v>40694</c:v>
                </c:pt>
                <c:pt idx="4290">
                  <c:v>40693</c:v>
                </c:pt>
                <c:pt idx="4291">
                  <c:v>40692</c:v>
                </c:pt>
                <c:pt idx="4292">
                  <c:v>40691</c:v>
                </c:pt>
                <c:pt idx="4293">
                  <c:v>40690</c:v>
                </c:pt>
                <c:pt idx="4294">
                  <c:v>40689</c:v>
                </c:pt>
                <c:pt idx="4295">
                  <c:v>40688</c:v>
                </c:pt>
                <c:pt idx="4296">
                  <c:v>40687</c:v>
                </c:pt>
                <c:pt idx="4297">
                  <c:v>40686</c:v>
                </c:pt>
                <c:pt idx="4298">
                  <c:v>40685</c:v>
                </c:pt>
                <c:pt idx="4299">
                  <c:v>40684</c:v>
                </c:pt>
                <c:pt idx="4300">
                  <c:v>40683</c:v>
                </c:pt>
                <c:pt idx="4301">
                  <c:v>40682</c:v>
                </c:pt>
                <c:pt idx="4302">
                  <c:v>40681</c:v>
                </c:pt>
                <c:pt idx="4303">
                  <c:v>40680</c:v>
                </c:pt>
                <c:pt idx="4304">
                  <c:v>40679</c:v>
                </c:pt>
                <c:pt idx="4305">
                  <c:v>40678</c:v>
                </c:pt>
                <c:pt idx="4306">
                  <c:v>40677</c:v>
                </c:pt>
                <c:pt idx="4307">
                  <c:v>40676</c:v>
                </c:pt>
                <c:pt idx="4308">
                  <c:v>40675</c:v>
                </c:pt>
                <c:pt idx="4309">
                  <c:v>40674</c:v>
                </c:pt>
                <c:pt idx="4310">
                  <c:v>40673</c:v>
                </c:pt>
                <c:pt idx="4311">
                  <c:v>40672</c:v>
                </c:pt>
                <c:pt idx="4312">
                  <c:v>40671</c:v>
                </c:pt>
                <c:pt idx="4313">
                  <c:v>40670</c:v>
                </c:pt>
                <c:pt idx="4314">
                  <c:v>40669</c:v>
                </c:pt>
                <c:pt idx="4315">
                  <c:v>40668</c:v>
                </c:pt>
                <c:pt idx="4316">
                  <c:v>40667</c:v>
                </c:pt>
                <c:pt idx="4317">
                  <c:v>40666</c:v>
                </c:pt>
                <c:pt idx="4318">
                  <c:v>40665</c:v>
                </c:pt>
                <c:pt idx="4319">
                  <c:v>40664</c:v>
                </c:pt>
                <c:pt idx="4320">
                  <c:v>40663</c:v>
                </c:pt>
                <c:pt idx="4321">
                  <c:v>40662</c:v>
                </c:pt>
                <c:pt idx="4322">
                  <c:v>40661</c:v>
                </c:pt>
                <c:pt idx="4323">
                  <c:v>40660</c:v>
                </c:pt>
                <c:pt idx="4324">
                  <c:v>40659</c:v>
                </c:pt>
                <c:pt idx="4325">
                  <c:v>40658</c:v>
                </c:pt>
                <c:pt idx="4326">
                  <c:v>40657</c:v>
                </c:pt>
                <c:pt idx="4327">
                  <c:v>40656</c:v>
                </c:pt>
                <c:pt idx="4328">
                  <c:v>40655</c:v>
                </c:pt>
                <c:pt idx="4329">
                  <c:v>40654</c:v>
                </c:pt>
                <c:pt idx="4330">
                  <c:v>40653</c:v>
                </c:pt>
                <c:pt idx="4331">
                  <c:v>40652</c:v>
                </c:pt>
                <c:pt idx="4332">
                  <c:v>40651</c:v>
                </c:pt>
                <c:pt idx="4333">
                  <c:v>40650</c:v>
                </c:pt>
                <c:pt idx="4334">
                  <c:v>40649</c:v>
                </c:pt>
                <c:pt idx="4335">
                  <c:v>40648</c:v>
                </c:pt>
                <c:pt idx="4336">
                  <c:v>40647</c:v>
                </c:pt>
                <c:pt idx="4337">
                  <c:v>40646</c:v>
                </c:pt>
                <c:pt idx="4338">
                  <c:v>40645</c:v>
                </c:pt>
                <c:pt idx="4339">
                  <c:v>40644</c:v>
                </c:pt>
                <c:pt idx="4340">
                  <c:v>40643</c:v>
                </c:pt>
                <c:pt idx="4341">
                  <c:v>40642</c:v>
                </c:pt>
                <c:pt idx="4342">
                  <c:v>40641</c:v>
                </c:pt>
                <c:pt idx="4343">
                  <c:v>40640</c:v>
                </c:pt>
                <c:pt idx="4344">
                  <c:v>40639</c:v>
                </c:pt>
                <c:pt idx="4345">
                  <c:v>40638</c:v>
                </c:pt>
                <c:pt idx="4346">
                  <c:v>40637</c:v>
                </c:pt>
                <c:pt idx="4347">
                  <c:v>40636</c:v>
                </c:pt>
                <c:pt idx="4348">
                  <c:v>40635</c:v>
                </c:pt>
                <c:pt idx="4349">
                  <c:v>40634</c:v>
                </c:pt>
                <c:pt idx="4350">
                  <c:v>40633</c:v>
                </c:pt>
                <c:pt idx="4351">
                  <c:v>40632</c:v>
                </c:pt>
                <c:pt idx="4352">
                  <c:v>40631</c:v>
                </c:pt>
                <c:pt idx="4353">
                  <c:v>40630</c:v>
                </c:pt>
                <c:pt idx="4354">
                  <c:v>40629</c:v>
                </c:pt>
                <c:pt idx="4355">
                  <c:v>40628</c:v>
                </c:pt>
                <c:pt idx="4356">
                  <c:v>40627</c:v>
                </c:pt>
                <c:pt idx="4357">
                  <c:v>40626</c:v>
                </c:pt>
                <c:pt idx="4358">
                  <c:v>40625</c:v>
                </c:pt>
                <c:pt idx="4359">
                  <c:v>40624</c:v>
                </c:pt>
                <c:pt idx="4360">
                  <c:v>40623</c:v>
                </c:pt>
                <c:pt idx="4361">
                  <c:v>40622</c:v>
                </c:pt>
                <c:pt idx="4362">
                  <c:v>40621</c:v>
                </c:pt>
                <c:pt idx="4363">
                  <c:v>40620</c:v>
                </c:pt>
                <c:pt idx="4364">
                  <c:v>40619</c:v>
                </c:pt>
                <c:pt idx="4365">
                  <c:v>40618</c:v>
                </c:pt>
                <c:pt idx="4366">
                  <c:v>40617</c:v>
                </c:pt>
                <c:pt idx="4367">
                  <c:v>40616</c:v>
                </c:pt>
                <c:pt idx="4368">
                  <c:v>40615</c:v>
                </c:pt>
                <c:pt idx="4369">
                  <c:v>40614</c:v>
                </c:pt>
                <c:pt idx="4370">
                  <c:v>40613</c:v>
                </c:pt>
                <c:pt idx="4371">
                  <c:v>40612</c:v>
                </c:pt>
                <c:pt idx="4372">
                  <c:v>40611</c:v>
                </c:pt>
                <c:pt idx="4373">
                  <c:v>40610</c:v>
                </c:pt>
                <c:pt idx="4374">
                  <c:v>40609</c:v>
                </c:pt>
                <c:pt idx="4375">
                  <c:v>40608</c:v>
                </c:pt>
                <c:pt idx="4376">
                  <c:v>40607</c:v>
                </c:pt>
                <c:pt idx="4377">
                  <c:v>40606</c:v>
                </c:pt>
                <c:pt idx="4378">
                  <c:v>40605</c:v>
                </c:pt>
                <c:pt idx="4379">
                  <c:v>40604</c:v>
                </c:pt>
                <c:pt idx="4380">
                  <c:v>40603</c:v>
                </c:pt>
                <c:pt idx="4381">
                  <c:v>40602</c:v>
                </c:pt>
                <c:pt idx="4382">
                  <c:v>40601</c:v>
                </c:pt>
                <c:pt idx="4383">
                  <c:v>40600</c:v>
                </c:pt>
                <c:pt idx="4384">
                  <c:v>40599</c:v>
                </c:pt>
                <c:pt idx="4385">
                  <c:v>40598</c:v>
                </c:pt>
                <c:pt idx="4386">
                  <c:v>40597</c:v>
                </c:pt>
                <c:pt idx="4387">
                  <c:v>40596</c:v>
                </c:pt>
                <c:pt idx="4388">
                  <c:v>40595</c:v>
                </c:pt>
                <c:pt idx="4389">
                  <c:v>40594</c:v>
                </c:pt>
                <c:pt idx="4390">
                  <c:v>40593</c:v>
                </c:pt>
                <c:pt idx="4391">
                  <c:v>40592</c:v>
                </c:pt>
                <c:pt idx="4392">
                  <c:v>40591</c:v>
                </c:pt>
                <c:pt idx="4393">
                  <c:v>40590</c:v>
                </c:pt>
                <c:pt idx="4394">
                  <c:v>40589</c:v>
                </c:pt>
                <c:pt idx="4395">
                  <c:v>40588</c:v>
                </c:pt>
                <c:pt idx="4396">
                  <c:v>40587</c:v>
                </c:pt>
                <c:pt idx="4397">
                  <c:v>40586</c:v>
                </c:pt>
                <c:pt idx="4398">
                  <c:v>40585</c:v>
                </c:pt>
                <c:pt idx="4399">
                  <c:v>40584</c:v>
                </c:pt>
                <c:pt idx="4400">
                  <c:v>40583</c:v>
                </c:pt>
                <c:pt idx="4401">
                  <c:v>40582</c:v>
                </c:pt>
                <c:pt idx="4402">
                  <c:v>40581</c:v>
                </c:pt>
                <c:pt idx="4403">
                  <c:v>40580</c:v>
                </c:pt>
                <c:pt idx="4404">
                  <c:v>40579</c:v>
                </c:pt>
                <c:pt idx="4405">
                  <c:v>40578</c:v>
                </c:pt>
                <c:pt idx="4406">
                  <c:v>40577</c:v>
                </c:pt>
                <c:pt idx="4407">
                  <c:v>40576</c:v>
                </c:pt>
                <c:pt idx="4408">
                  <c:v>40575</c:v>
                </c:pt>
                <c:pt idx="4409">
                  <c:v>40574</c:v>
                </c:pt>
                <c:pt idx="4410">
                  <c:v>40573</c:v>
                </c:pt>
                <c:pt idx="4411">
                  <c:v>40572</c:v>
                </c:pt>
                <c:pt idx="4412">
                  <c:v>40571</c:v>
                </c:pt>
                <c:pt idx="4413">
                  <c:v>40570</c:v>
                </c:pt>
                <c:pt idx="4414">
                  <c:v>40569</c:v>
                </c:pt>
                <c:pt idx="4415">
                  <c:v>40568</c:v>
                </c:pt>
                <c:pt idx="4416">
                  <c:v>40567</c:v>
                </c:pt>
                <c:pt idx="4417">
                  <c:v>40566</c:v>
                </c:pt>
                <c:pt idx="4418">
                  <c:v>40565</c:v>
                </c:pt>
                <c:pt idx="4419">
                  <c:v>40564</c:v>
                </c:pt>
                <c:pt idx="4420">
                  <c:v>40563</c:v>
                </c:pt>
                <c:pt idx="4421">
                  <c:v>40562</c:v>
                </c:pt>
                <c:pt idx="4422">
                  <c:v>40561</c:v>
                </c:pt>
                <c:pt idx="4423">
                  <c:v>40560</c:v>
                </c:pt>
                <c:pt idx="4424">
                  <c:v>40559</c:v>
                </c:pt>
                <c:pt idx="4425">
                  <c:v>40558</c:v>
                </c:pt>
                <c:pt idx="4426">
                  <c:v>40557</c:v>
                </c:pt>
                <c:pt idx="4427">
                  <c:v>40556</c:v>
                </c:pt>
                <c:pt idx="4428">
                  <c:v>40555</c:v>
                </c:pt>
                <c:pt idx="4429">
                  <c:v>40554</c:v>
                </c:pt>
                <c:pt idx="4430">
                  <c:v>40553</c:v>
                </c:pt>
                <c:pt idx="4431">
                  <c:v>40552</c:v>
                </c:pt>
                <c:pt idx="4432">
                  <c:v>40551</c:v>
                </c:pt>
                <c:pt idx="4433">
                  <c:v>40550</c:v>
                </c:pt>
                <c:pt idx="4434">
                  <c:v>40549</c:v>
                </c:pt>
                <c:pt idx="4435">
                  <c:v>40548</c:v>
                </c:pt>
                <c:pt idx="4436">
                  <c:v>40547</c:v>
                </c:pt>
                <c:pt idx="4437">
                  <c:v>40546</c:v>
                </c:pt>
                <c:pt idx="4438">
                  <c:v>40545</c:v>
                </c:pt>
                <c:pt idx="4439">
                  <c:v>40544</c:v>
                </c:pt>
                <c:pt idx="4440">
                  <c:v>40543</c:v>
                </c:pt>
                <c:pt idx="4441">
                  <c:v>40542</c:v>
                </c:pt>
                <c:pt idx="4442">
                  <c:v>40541</c:v>
                </c:pt>
                <c:pt idx="4443">
                  <c:v>40540</c:v>
                </c:pt>
                <c:pt idx="4444">
                  <c:v>40539</c:v>
                </c:pt>
                <c:pt idx="4445">
                  <c:v>40538</c:v>
                </c:pt>
                <c:pt idx="4446">
                  <c:v>40537</c:v>
                </c:pt>
                <c:pt idx="4447">
                  <c:v>40536</c:v>
                </c:pt>
                <c:pt idx="4448">
                  <c:v>40535</c:v>
                </c:pt>
                <c:pt idx="4449">
                  <c:v>40534</c:v>
                </c:pt>
                <c:pt idx="4450">
                  <c:v>40533</c:v>
                </c:pt>
                <c:pt idx="4451">
                  <c:v>40532</c:v>
                </c:pt>
                <c:pt idx="4452">
                  <c:v>40531</c:v>
                </c:pt>
                <c:pt idx="4453">
                  <c:v>40530</c:v>
                </c:pt>
                <c:pt idx="4454">
                  <c:v>40529</c:v>
                </c:pt>
                <c:pt idx="4455">
                  <c:v>40528</c:v>
                </c:pt>
                <c:pt idx="4456">
                  <c:v>40527</c:v>
                </c:pt>
                <c:pt idx="4457">
                  <c:v>40526</c:v>
                </c:pt>
                <c:pt idx="4458">
                  <c:v>40525</c:v>
                </c:pt>
                <c:pt idx="4459">
                  <c:v>40524</c:v>
                </c:pt>
                <c:pt idx="4460">
                  <c:v>40523</c:v>
                </c:pt>
                <c:pt idx="4461">
                  <c:v>40522</c:v>
                </c:pt>
                <c:pt idx="4462">
                  <c:v>40521</c:v>
                </c:pt>
                <c:pt idx="4463">
                  <c:v>40520</c:v>
                </c:pt>
                <c:pt idx="4464">
                  <c:v>40519</c:v>
                </c:pt>
                <c:pt idx="4465">
                  <c:v>40518</c:v>
                </c:pt>
                <c:pt idx="4466">
                  <c:v>40517</c:v>
                </c:pt>
                <c:pt idx="4467">
                  <c:v>40516</c:v>
                </c:pt>
                <c:pt idx="4468">
                  <c:v>40515</c:v>
                </c:pt>
                <c:pt idx="4469">
                  <c:v>40514</c:v>
                </c:pt>
                <c:pt idx="4470">
                  <c:v>40513</c:v>
                </c:pt>
                <c:pt idx="4471">
                  <c:v>40512</c:v>
                </c:pt>
                <c:pt idx="4472">
                  <c:v>40511</c:v>
                </c:pt>
                <c:pt idx="4473">
                  <c:v>40510</c:v>
                </c:pt>
                <c:pt idx="4474">
                  <c:v>40509</c:v>
                </c:pt>
                <c:pt idx="4475">
                  <c:v>40508</c:v>
                </c:pt>
                <c:pt idx="4476">
                  <c:v>40507</c:v>
                </c:pt>
                <c:pt idx="4477">
                  <c:v>40506</c:v>
                </c:pt>
                <c:pt idx="4478">
                  <c:v>40505</c:v>
                </c:pt>
                <c:pt idx="4479">
                  <c:v>40504</c:v>
                </c:pt>
                <c:pt idx="4480">
                  <c:v>40503</c:v>
                </c:pt>
                <c:pt idx="4481">
                  <c:v>40502</c:v>
                </c:pt>
                <c:pt idx="4482">
                  <c:v>40501</c:v>
                </c:pt>
                <c:pt idx="4483">
                  <c:v>40500</c:v>
                </c:pt>
                <c:pt idx="4484">
                  <c:v>40499</c:v>
                </c:pt>
                <c:pt idx="4485">
                  <c:v>40498</c:v>
                </c:pt>
                <c:pt idx="4486">
                  <c:v>40497</c:v>
                </c:pt>
                <c:pt idx="4487">
                  <c:v>40496</c:v>
                </c:pt>
                <c:pt idx="4488">
                  <c:v>40495</c:v>
                </c:pt>
                <c:pt idx="4489">
                  <c:v>40494</c:v>
                </c:pt>
                <c:pt idx="4490">
                  <c:v>40493</c:v>
                </c:pt>
                <c:pt idx="4491">
                  <c:v>40492</c:v>
                </c:pt>
                <c:pt idx="4492">
                  <c:v>40491</c:v>
                </c:pt>
                <c:pt idx="4493">
                  <c:v>40490</c:v>
                </c:pt>
                <c:pt idx="4494">
                  <c:v>40489</c:v>
                </c:pt>
                <c:pt idx="4495">
                  <c:v>40488</c:v>
                </c:pt>
                <c:pt idx="4496">
                  <c:v>40487</c:v>
                </c:pt>
                <c:pt idx="4497">
                  <c:v>40486</c:v>
                </c:pt>
                <c:pt idx="4498">
                  <c:v>40485</c:v>
                </c:pt>
                <c:pt idx="4499">
                  <c:v>40484</c:v>
                </c:pt>
                <c:pt idx="4500">
                  <c:v>40483</c:v>
                </c:pt>
                <c:pt idx="4501">
                  <c:v>40482</c:v>
                </c:pt>
                <c:pt idx="4502">
                  <c:v>40481</c:v>
                </c:pt>
                <c:pt idx="4503">
                  <c:v>40480</c:v>
                </c:pt>
                <c:pt idx="4504">
                  <c:v>40479</c:v>
                </c:pt>
                <c:pt idx="4505">
                  <c:v>40478</c:v>
                </c:pt>
                <c:pt idx="4506">
                  <c:v>40477</c:v>
                </c:pt>
                <c:pt idx="4507">
                  <c:v>40476</c:v>
                </c:pt>
                <c:pt idx="4508">
                  <c:v>40475</c:v>
                </c:pt>
                <c:pt idx="4509">
                  <c:v>40474</c:v>
                </c:pt>
                <c:pt idx="4510">
                  <c:v>40473</c:v>
                </c:pt>
                <c:pt idx="4511">
                  <c:v>40472</c:v>
                </c:pt>
                <c:pt idx="4512">
                  <c:v>40471</c:v>
                </c:pt>
                <c:pt idx="4513">
                  <c:v>40470</c:v>
                </c:pt>
                <c:pt idx="4514">
                  <c:v>40469</c:v>
                </c:pt>
                <c:pt idx="4515">
                  <c:v>40468</c:v>
                </c:pt>
                <c:pt idx="4516">
                  <c:v>40467</c:v>
                </c:pt>
                <c:pt idx="4517">
                  <c:v>40466</c:v>
                </c:pt>
                <c:pt idx="4518">
                  <c:v>40465</c:v>
                </c:pt>
                <c:pt idx="4519">
                  <c:v>40464</c:v>
                </c:pt>
                <c:pt idx="4520">
                  <c:v>40463</c:v>
                </c:pt>
                <c:pt idx="4521">
                  <c:v>40462</c:v>
                </c:pt>
                <c:pt idx="4522">
                  <c:v>40461</c:v>
                </c:pt>
                <c:pt idx="4523">
                  <c:v>40460</c:v>
                </c:pt>
                <c:pt idx="4524">
                  <c:v>40459</c:v>
                </c:pt>
                <c:pt idx="4525">
                  <c:v>40458</c:v>
                </c:pt>
                <c:pt idx="4526">
                  <c:v>40457</c:v>
                </c:pt>
                <c:pt idx="4527">
                  <c:v>40456</c:v>
                </c:pt>
                <c:pt idx="4528">
                  <c:v>40455</c:v>
                </c:pt>
                <c:pt idx="4529">
                  <c:v>40454</c:v>
                </c:pt>
                <c:pt idx="4530">
                  <c:v>40453</c:v>
                </c:pt>
                <c:pt idx="4531">
                  <c:v>40452</c:v>
                </c:pt>
                <c:pt idx="4532">
                  <c:v>40451</c:v>
                </c:pt>
                <c:pt idx="4533">
                  <c:v>40450</c:v>
                </c:pt>
                <c:pt idx="4534">
                  <c:v>40449</c:v>
                </c:pt>
                <c:pt idx="4535">
                  <c:v>40448</c:v>
                </c:pt>
                <c:pt idx="4536">
                  <c:v>40447</c:v>
                </c:pt>
                <c:pt idx="4537">
                  <c:v>40446</c:v>
                </c:pt>
                <c:pt idx="4538">
                  <c:v>40445</c:v>
                </c:pt>
                <c:pt idx="4539">
                  <c:v>40444</c:v>
                </c:pt>
                <c:pt idx="4540">
                  <c:v>40443</c:v>
                </c:pt>
                <c:pt idx="4541">
                  <c:v>40442</c:v>
                </c:pt>
                <c:pt idx="4542">
                  <c:v>40441</c:v>
                </c:pt>
                <c:pt idx="4543">
                  <c:v>40440</c:v>
                </c:pt>
                <c:pt idx="4544">
                  <c:v>40439</c:v>
                </c:pt>
                <c:pt idx="4545">
                  <c:v>40438</c:v>
                </c:pt>
                <c:pt idx="4546">
                  <c:v>40437</c:v>
                </c:pt>
                <c:pt idx="4547">
                  <c:v>40436</c:v>
                </c:pt>
                <c:pt idx="4548">
                  <c:v>40435</c:v>
                </c:pt>
                <c:pt idx="4549">
                  <c:v>40434</c:v>
                </c:pt>
                <c:pt idx="4550">
                  <c:v>40433</c:v>
                </c:pt>
                <c:pt idx="4551">
                  <c:v>40432</c:v>
                </c:pt>
                <c:pt idx="4552">
                  <c:v>40431</c:v>
                </c:pt>
                <c:pt idx="4553">
                  <c:v>40430</c:v>
                </c:pt>
                <c:pt idx="4554">
                  <c:v>40429</c:v>
                </c:pt>
                <c:pt idx="4555">
                  <c:v>40428</c:v>
                </c:pt>
                <c:pt idx="4556">
                  <c:v>40427</c:v>
                </c:pt>
                <c:pt idx="4557">
                  <c:v>40426</c:v>
                </c:pt>
                <c:pt idx="4558">
                  <c:v>40425</c:v>
                </c:pt>
                <c:pt idx="4559">
                  <c:v>40424</c:v>
                </c:pt>
                <c:pt idx="4560">
                  <c:v>40423</c:v>
                </c:pt>
                <c:pt idx="4561">
                  <c:v>40422</c:v>
                </c:pt>
                <c:pt idx="4562">
                  <c:v>40421</c:v>
                </c:pt>
                <c:pt idx="4563">
                  <c:v>40420</c:v>
                </c:pt>
                <c:pt idx="4564">
                  <c:v>40419</c:v>
                </c:pt>
                <c:pt idx="4565">
                  <c:v>40418</c:v>
                </c:pt>
                <c:pt idx="4566">
                  <c:v>40417</c:v>
                </c:pt>
                <c:pt idx="4567">
                  <c:v>40416</c:v>
                </c:pt>
                <c:pt idx="4568">
                  <c:v>40415</c:v>
                </c:pt>
                <c:pt idx="4569">
                  <c:v>40414</c:v>
                </c:pt>
                <c:pt idx="4570">
                  <c:v>40413</c:v>
                </c:pt>
                <c:pt idx="4571">
                  <c:v>40412</c:v>
                </c:pt>
                <c:pt idx="4572">
                  <c:v>40411</c:v>
                </c:pt>
                <c:pt idx="4573">
                  <c:v>40410</c:v>
                </c:pt>
                <c:pt idx="4574">
                  <c:v>40409</c:v>
                </c:pt>
                <c:pt idx="4575">
                  <c:v>40408</c:v>
                </c:pt>
                <c:pt idx="4576">
                  <c:v>40407</c:v>
                </c:pt>
                <c:pt idx="4577">
                  <c:v>40406</c:v>
                </c:pt>
                <c:pt idx="4578">
                  <c:v>40405</c:v>
                </c:pt>
                <c:pt idx="4579">
                  <c:v>40404</c:v>
                </c:pt>
                <c:pt idx="4580">
                  <c:v>40403</c:v>
                </c:pt>
                <c:pt idx="4581">
                  <c:v>40402</c:v>
                </c:pt>
                <c:pt idx="4582">
                  <c:v>40401</c:v>
                </c:pt>
                <c:pt idx="4583">
                  <c:v>40400</c:v>
                </c:pt>
                <c:pt idx="4584">
                  <c:v>40399</c:v>
                </c:pt>
                <c:pt idx="4585">
                  <c:v>40398</c:v>
                </c:pt>
                <c:pt idx="4586">
                  <c:v>40397</c:v>
                </c:pt>
                <c:pt idx="4587">
                  <c:v>40396</c:v>
                </c:pt>
                <c:pt idx="4588">
                  <c:v>40395</c:v>
                </c:pt>
                <c:pt idx="4589">
                  <c:v>40394</c:v>
                </c:pt>
                <c:pt idx="4590">
                  <c:v>40393</c:v>
                </c:pt>
                <c:pt idx="4591">
                  <c:v>40392</c:v>
                </c:pt>
                <c:pt idx="4592">
                  <c:v>40391</c:v>
                </c:pt>
                <c:pt idx="4593">
                  <c:v>40390</c:v>
                </c:pt>
                <c:pt idx="4594">
                  <c:v>40389</c:v>
                </c:pt>
                <c:pt idx="4595">
                  <c:v>40388</c:v>
                </c:pt>
                <c:pt idx="4596">
                  <c:v>40387</c:v>
                </c:pt>
                <c:pt idx="4597">
                  <c:v>40386</c:v>
                </c:pt>
                <c:pt idx="4598">
                  <c:v>40385</c:v>
                </c:pt>
                <c:pt idx="4599">
                  <c:v>40384</c:v>
                </c:pt>
                <c:pt idx="4600">
                  <c:v>40383</c:v>
                </c:pt>
                <c:pt idx="4601">
                  <c:v>40382</c:v>
                </c:pt>
                <c:pt idx="4602">
                  <c:v>40381</c:v>
                </c:pt>
                <c:pt idx="4603">
                  <c:v>40380</c:v>
                </c:pt>
                <c:pt idx="4604">
                  <c:v>40379</c:v>
                </c:pt>
                <c:pt idx="4605">
                  <c:v>40378</c:v>
                </c:pt>
                <c:pt idx="4606">
                  <c:v>40377</c:v>
                </c:pt>
                <c:pt idx="4607">
                  <c:v>40376</c:v>
                </c:pt>
                <c:pt idx="4608">
                  <c:v>40375</c:v>
                </c:pt>
                <c:pt idx="4609">
                  <c:v>40374</c:v>
                </c:pt>
                <c:pt idx="4610">
                  <c:v>40373</c:v>
                </c:pt>
                <c:pt idx="4611">
                  <c:v>40372</c:v>
                </c:pt>
                <c:pt idx="4612">
                  <c:v>40371</c:v>
                </c:pt>
                <c:pt idx="4613">
                  <c:v>40370</c:v>
                </c:pt>
                <c:pt idx="4614">
                  <c:v>40369</c:v>
                </c:pt>
                <c:pt idx="4615">
                  <c:v>40368</c:v>
                </c:pt>
                <c:pt idx="4616">
                  <c:v>40367</c:v>
                </c:pt>
                <c:pt idx="4617">
                  <c:v>40366</c:v>
                </c:pt>
                <c:pt idx="4618">
                  <c:v>40365</c:v>
                </c:pt>
                <c:pt idx="4619">
                  <c:v>40364</c:v>
                </c:pt>
                <c:pt idx="4620">
                  <c:v>40363</c:v>
                </c:pt>
                <c:pt idx="4621">
                  <c:v>40362</c:v>
                </c:pt>
                <c:pt idx="4622">
                  <c:v>40361</c:v>
                </c:pt>
                <c:pt idx="4623">
                  <c:v>40360</c:v>
                </c:pt>
                <c:pt idx="4624">
                  <c:v>40359</c:v>
                </c:pt>
                <c:pt idx="4625">
                  <c:v>40358</c:v>
                </c:pt>
                <c:pt idx="4626">
                  <c:v>40357</c:v>
                </c:pt>
                <c:pt idx="4627">
                  <c:v>40356</c:v>
                </c:pt>
                <c:pt idx="4628">
                  <c:v>40355</c:v>
                </c:pt>
                <c:pt idx="4629">
                  <c:v>40354</c:v>
                </c:pt>
                <c:pt idx="4630">
                  <c:v>40353</c:v>
                </c:pt>
                <c:pt idx="4631">
                  <c:v>40352</c:v>
                </c:pt>
                <c:pt idx="4632">
                  <c:v>40351</c:v>
                </c:pt>
                <c:pt idx="4633">
                  <c:v>40350</c:v>
                </c:pt>
                <c:pt idx="4634">
                  <c:v>40349</c:v>
                </c:pt>
                <c:pt idx="4635">
                  <c:v>40348</c:v>
                </c:pt>
                <c:pt idx="4636">
                  <c:v>40347</c:v>
                </c:pt>
                <c:pt idx="4637">
                  <c:v>40346</c:v>
                </c:pt>
                <c:pt idx="4638">
                  <c:v>40345</c:v>
                </c:pt>
                <c:pt idx="4639">
                  <c:v>40344</c:v>
                </c:pt>
                <c:pt idx="4640">
                  <c:v>40343</c:v>
                </c:pt>
                <c:pt idx="4641">
                  <c:v>40342</c:v>
                </c:pt>
                <c:pt idx="4642">
                  <c:v>40341</c:v>
                </c:pt>
                <c:pt idx="4643">
                  <c:v>40340</c:v>
                </c:pt>
                <c:pt idx="4644">
                  <c:v>40339</c:v>
                </c:pt>
                <c:pt idx="4645">
                  <c:v>40338</c:v>
                </c:pt>
                <c:pt idx="4646">
                  <c:v>40337</c:v>
                </c:pt>
                <c:pt idx="4647">
                  <c:v>40336</c:v>
                </c:pt>
                <c:pt idx="4648">
                  <c:v>40335</c:v>
                </c:pt>
                <c:pt idx="4649">
                  <c:v>40334</c:v>
                </c:pt>
                <c:pt idx="4650">
                  <c:v>40333</c:v>
                </c:pt>
                <c:pt idx="4651">
                  <c:v>40332</c:v>
                </c:pt>
                <c:pt idx="4652">
                  <c:v>40331</c:v>
                </c:pt>
                <c:pt idx="4653">
                  <c:v>40330</c:v>
                </c:pt>
                <c:pt idx="4654">
                  <c:v>40329</c:v>
                </c:pt>
                <c:pt idx="4655">
                  <c:v>40328</c:v>
                </c:pt>
                <c:pt idx="4656">
                  <c:v>40327</c:v>
                </c:pt>
                <c:pt idx="4657">
                  <c:v>40326</c:v>
                </c:pt>
                <c:pt idx="4658">
                  <c:v>40325</c:v>
                </c:pt>
                <c:pt idx="4659">
                  <c:v>40324</c:v>
                </c:pt>
                <c:pt idx="4660">
                  <c:v>40323</c:v>
                </c:pt>
                <c:pt idx="4661">
                  <c:v>40322</c:v>
                </c:pt>
                <c:pt idx="4662">
                  <c:v>40321</c:v>
                </c:pt>
                <c:pt idx="4663">
                  <c:v>40320</c:v>
                </c:pt>
                <c:pt idx="4664">
                  <c:v>40319</c:v>
                </c:pt>
                <c:pt idx="4665">
                  <c:v>40318</c:v>
                </c:pt>
                <c:pt idx="4666">
                  <c:v>40317</c:v>
                </c:pt>
                <c:pt idx="4667">
                  <c:v>40316</c:v>
                </c:pt>
                <c:pt idx="4668">
                  <c:v>40315</c:v>
                </c:pt>
                <c:pt idx="4669">
                  <c:v>40314</c:v>
                </c:pt>
                <c:pt idx="4670">
                  <c:v>40313</c:v>
                </c:pt>
                <c:pt idx="4671">
                  <c:v>40312</c:v>
                </c:pt>
                <c:pt idx="4672">
                  <c:v>40311</c:v>
                </c:pt>
                <c:pt idx="4673">
                  <c:v>40310</c:v>
                </c:pt>
                <c:pt idx="4674">
                  <c:v>40309</c:v>
                </c:pt>
                <c:pt idx="4675">
                  <c:v>40308</c:v>
                </c:pt>
                <c:pt idx="4676">
                  <c:v>40307</c:v>
                </c:pt>
                <c:pt idx="4677">
                  <c:v>40306</c:v>
                </c:pt>
                <c:pt idx="4678">
                  <c:v>40305</c:v>
                </c:pt>
                <c:pt idx="4679">
                  <c:v>40304</c:v>
                </c:pt>
                <c:pt idx="4680">
                  <c:v>40303</c:v>
                </c:pt>
                <c:pt idx="4681">
                  <c:v>40302</c:v>
                </c:pt>
                <c:pt idx="4682">
                  <c:v>40301</c:v>
                </c:pt>
                <c:pt idx="4683">
                  <c:v>40300</c:v>
                </c:pt>
                <c:pt idx="4684">
                  <c:v>40299</c:v>
                </c:pt>
                <c:pt idx="4685">
                  <c:v>40298</c:v>
                </c:pt>
                <c:pt idx="4686">
                  <c:v>40297</c:v>
                </c:pt>
                <c:pt idx="4687">
                  <c:v>40296</c:v>
                </c:pt>
                <c:pt idx="4688">
                  <c:v>40295</c:v>
                </c:pt>
                <c:pt idx="4689">
                  <c:v>40294</c:v>
                </c:pt>
                <c:pt idx="4690">
                  <c:v>40293</c:v>
                </c:pt>
                <c:pt idx="4691">
                  <c:v>40292</c:v>
                </c:pt>
                <c:pt idx="4692">
                  <c:v>40291</c:v>
                </c:pt>
                <c:pt idx="4693">
                  <c:v>40290</c:v>
                </c:pt>
                <c:pt idx="4694">
                  <c:v>40289</c:v>
                </c:pt>
                <c:pt idx="4695">
                  <c:v>40288</c:v>
                </c:pt>
                <c:pt idx="4696">
                  <c:v>40287</c:v>
                </c:pt>
                <c:pt idx="4697">
                  <c:v>40286</c:v>
                </c:pt>
                <c:pt idx="4698">
                  <c:v>40285</c:v>
                </c:pt>
                <c:pt idx="4699">
                  <c:v>40284</c:v>
                </c:pt>
                <c:pt idx="4700">
                  <c:v>40283</c:v>
                </c:pt>
                <c:pt idx="4701">
                  <c:v>40282</c:v>
                </c:pt>
                <c:pt idx="4702">
                  <c:v>40281</c:v>
                </c:pt>
                <c:pt idx="4703">
                  <c:v>40280</c:v>
                </c:pt>
                <c:pt idx="4704">
                  <c:v>40279</c:v>
                </c:pt>
                <c:pt idx="4705">
                  <c:v>40278</c:v>
                </c:pt>
                <c:pt idx="4706">
                  <c:v>40277</c:v>
                </c:pt>
                <c:pt idx="4707">
                  <c:v>40276</c:v>
                </c:pt>
                <c:pt idx="4708">
                  <c:v>40275</c:v>
                </c:pt>
                <c:pt idx="4709">
                  <c:v>40274</c:v>
                </c:pt>
                <c:pt idx="4710">
                  <c:v>40273</c:v>
                </c:pt>
                <c:pt idx="4711">
                  <c:v>40272</c:v>
                </c:pt>
                <c:pt idx="4712">
                  <c:v>40271</c:v>
                </c:pt>
                <c:pt idx="4713">
                  <c:v>40270</c:v>
                </c:pt>
                <c:pt idx="4714">
                  <c:v>40269</c:v>
                </c:pt>
                <c:pt idx="4715">
                  <c:v>40268</c:v>
                </c:pt>
                <c:pt idx="4716">
                  <c:v>40267</c:v>
                </c:pt>
                <c:pt idx="4717">
                  <c:v>40266</c:v>
                </c:pt>
                <c:pt idx="4718">
                  <c:v>40265</c:v>
                </c:pt>
                <c:pt idx="4719">
                  <c:v>40264</c:v>
                </c:pt>
                <c:pt idx="4720">
                  <c:v>40263</c:v>
                </c:pt>
                <c:pt idx="4721">
                  <c:v>40262</c:v>
                </c:pt>
                <c:pt idx="4722">
                  <c:v>40261</c:v>
                </c:pt>
                <c:pt idx="4723">
                  <c:v>40260</c:v>
                </c:pt>
                <c:pt idx="4724">
                  <c:v>40259</c:v>
                </c:pt>
                <c:pt idx="4725">
                  <c:v>40258</c:v>
                </c:pt>
                <c:pt idx="4726">
                  <c:v>40257</c:v>
                </c:pt>
                <c:pt idx="4727">
                  <c:v>40256</c:v>
                </c:pt>
                <c:pt idx="4728">
                  <c:v>40255</c:v>
                </c:pt>
                <c:pt idx="4729">
                  <c:v>40254</c:v>
                </c:pt>
                <c:pt idx="4730">
                  <c:v>40253</c:v>
                </c:pt>
                <c:pt idx="4731">
                  <c:v>40252</c:v>
                </c:pt>
                <c:pt idx="4732">
                  <c:v>40251</c:v>
                </c:pt>
                <c:pt idx="4733">
                  <c:v>40250</c:v>
                </c:pt>
                <c:pt idx="4734">
                  <c:v>40249</c:v>
                </c:pt>
                <c:pt idx="4735">
                  <c:v>40248</c:v>
                </c:pt>
                <c:pt idx="4736">
                  <c:v>40247</c:v>
                </c:pt>
                <c:pt idx="4737">
                  <c:v>40246</c:v>
                </c:pt>
                <c:pt idx="4738">
                  <c:v>40245</c:v>
                </c:pt>
                <c:pt idx="4739">
                  <c:v>40244</c:v>
                </c:pt>
                <c:pt idx="4740">
                  <c:v>40243</c:v>
                </c:pt>
                <c:pt idx="4741">
                  <c:v>40242</c:v>
                </c:pt>
                <c:pt idx="4742">
                  <c:v>40241</c:v>
                </c:pt>
                <c:pt idx="4743">
                  <c:v>40240</c:v>
                </c:pt>
                <c:pt idx="4744">
                  <c:v>40239</c:v>
                </c:pt>
                <c:pt idx="4745">
                  <c:v>40238</c:v>
                </c:pt>
                <c:pt idx="4746">
                  <c:v>40237</c:v>
                </c:pt>
                <c:pt idx="4747">
                  <c:v>40236</c:v>
                </c:pt>
                <c:pt idx="4748">
                  <c:v>40235</c:v>
                </c:pt>
                <c:pt idx="4749">
                  <c:v>40234</c:v>
                </c:pt>
                <c:pt idx="4750">
                  <c:v>40233</c:v>
                </c:pt>
                <c:pt idx="4751">
                  <c:v>40232</c:v>
                </c:pt>
                <c:pt idx="4752">
                  <c:v>40231</c:v>
                </c:pt>
                <c:pt idx="4753">
                  <c:v>40230</c:v>
                </c:pt>
                <c:pt idx="4754">
                  <c:v>40229</c:v>
                </c:pt>
                <c:pt idx="4755">
                  <c:v>40228</c:v>
                </c:pt>
                <c:pt idx="4756">
                  <c:v>40227</c:v>
                </c:pt>
                <c:pt idx="4757">
                  <c:v>40226</c:v>
                </c:pt>
                <c:pt idx="4758">
                  <c:v>40225</c:v>
                </c:pt>
                <c:pt idx="4759">
                  <c:v>40224</c:v>
                </c:pt>
                <c:pt idx="4760">
                  <c:v>40223</c:v>
                </c:pt>
                <c:pt idx="4761">
                  <c:v>40222</c:v>
                </c:pt>
                <c:pt idx="4762">
                  <c:v>40221</c:v>
                </c:pt>
                <c:pt idx="4763">
                  <c:v>40220</c:v>
                </c:pt>
                <c:pt idx="4764">
                  <c:v>40219</c:v>
                </c:pt>
                <c:pt idx="4765">
                  <c:v>40218</c:v>
                </c:pt>
                <c:pt idx="4766">
                  <c:v>40217</c:v>
                </c:pt>
                <c:pt idx="4767">
                  <c:v>40216</c:v>
                </c:pt>
                <c:pt idx="4768">
                  <c:v>40215</c:v>
                </c:pt>
                <c:pt idx="4769">
                  <c:v>40214</c:v>
                </c:pt>
                <c:pt idx="4770">
                  <c:v>40213</c:v>
                </c:pt>
                <c:pt idx="4771">
                  <c:v>40212</c:v>
                </c:pt>
                <c:pt idx="4772">
                  <c:v>40211</c:v>
                </c:pt>
                <c:pt idx="4773">
                  <c:v>40210</c:v>
                </c:pt>
                <c:pt idx="4774">
                  <c:v>40209</c:v>
                </c:pt>
                <c:pt idx="4775">
                  <c:v>40208</c:v>
                </c:pt>
                <c:pt idx="4776">
                  <c:v>40207</c:v>
                </c:pt>
                <c:pt idx="4777">
                  <c:v>40206</c:v>
                </c:pt>
                <c:pt idx="4778">
                  <c:v>40205</c:v>
                </c:pt>
                <c:pt idx="4779">
                  <c:v>40204</c:v>
                </c:pt>
                <c:pt idx="4780">
                  <c:v>40203</c:v>
                </c:pt>
                <c:pt idx="4781">
                  <c:v>40202</c:v>
                </c:pt>
                <c:pt idx="4782">
                  <c:v>40201</c:v>
                </c:pt>
                <c:pt idx="4783">
                  <c:v>40200</c:v>
                </c:pt>
                <c:pt idx="4784">
                  <c:v>40199</c:v>
                </c:pt>
                <c:pt idx="4785">
                  <c:v>40198</c:v>
                </c:pt>
                <c:pt idx="4786">
                  <c:v>40197</c:v>
                </c:pt>
                <c:pt idx="4787">
                  <c:v>40196</c:v>
                </c:pt>
                <c:pt idx="4788">
                  <c:v>40195</c:v>
                </c:pt>
                <c:pt idx="4789">
                  <c:v>40194</c:v>
                </c:pt>
                <c:pt idx="4790">
                  <c:v>40193</c:v>
                </c:pt>
                <c:pt idx="4791">
                  <c:v>40192</c:v>
                </c:pt>
                <c:pt idx="4792">
                  <c:v>40191</c:v>
                </c:pt>
                <c:pt idx="4793">
                  <c:v>40190</c:v>
                </c:pt>
                <c:pt idx="4794">
                  <c:v>40189</c:v>
                </c:pt>
                <c:pt idx="4795">
                  <c:v>40188</c:v>
                </c:pt>
                <c:pt idx="4796">
                  <c:v>40187</c:v>
                </c:pt>
                <c:pt idx="4797">
                  <c:v>40186</c:v>
                </c:pt>
                <c:pt idx="4798">
                  <c:v>40185</c:v>
                </c:pt>
                <c:pt idx="4799">
                  <c:v>40184</c:v>
                </c:pt>
                <c:pt idx="4800">
                  <c:v>40183</c:v>
                </c:pt>
                <c:pt idx="4801">
                  <c:v>40182</c:v>
                </c:pt>
                <c:pt idx="4802">
                  <c:v>40181</c:v>
                </c:pt>
                <c:pt idx="4803">
                  <c:v>40180</c:v>
                </c:pt>
                <c:pt idx="4804">
                  <c:v>40179</c:v>
                </c:pt>
                <c:pt idx="4805">
                  <c:v>40178</c:v>
                </c:pt>
                <c:pt idx="4806">
                  <c:v>40177</c:v>
                </c:pt>
                <c:pt idx="4807">
                  <c:v>40176</c:v>
                </c:pt>
                <c:pt idx="4808">
                  <c:v>40175</c:v>
                </c:pt>
                <c:pt idx="4809">
                  <c:v>40174</c:v>
                </c:pt>
                <c:pt idx="4810">
                  <c:v>40173</c:v>
                </c:pt>
                <c:pt idx="4811">
                  <c:v>40172</c:v>
                </c:pt>
                <c:pt idx="4812">
                  <c:v>40171</c:v>
                </c:pt>
                <c:pt idx="4813">
                  <c:v>40170</c:v>
                </c:pt>
                <c:pt idx="4814">
                  <c:v>40169</c:v>
                </c:pt>
                <c:pt idx="4815">
                  <c:v>40168</c:v>
                </c:pt>
                <c:pt idx="4816">
                  <c:v>40167</c:v>
                </c:pt>
                <c:pt idx="4817">
                  <c:v>40166</c:v>
                </c:pt>
                <c:pt idx="4818">
                  <c:v>40165</c:v>
                </c:pt>
                <c:pt idx="4819">
                  <c:v>40164</c:v>
                </c:pt>
                <c:pt idx="4820">
                  <c:v>40163</c:v>
                </c:pt>
                <c:pt idx="4821">
                  <c:v>40162</c:v>
                </c:pt>
                <c:pt idx="4822">
                  <c:v>40161</c:v>
                </c:pt>
                <c:pt idx="4823">
                  <c:v>40160</c:v>
                </c:pt>
                <c:pt idx="4824">
                  <c:v>40159</c:v>
                </c:pt>
                <c:pt idx="4825">
                  <c:v>40158</c:v>
                </c:pt>
                <c:pt idx="4826">
                  <c:v>40157</c:v>
                </c:pt>
                <c:pt idx="4827">
                  <c:v>40156</c:v>
                </c:pt>
                <c:pt idx="4828">
                  <c:v>40155</c:v>
                </c:pt>
                <c:pt idx="4829">
                  <c:v>40154</c:v>
                </c:pt>
                <c:pt idx="4830">
                  <c:v>40153</c:v>
                </c:pt>
                <c:pt idx="4831">
                  <c:v>40152</c:v>
                </c:pt>
                <c:pt idx="4832">
                  <c:v>40151</c:v>
                </c:pt>
                <c:pt idx="4833">
                  <c:v>40150</c:v>
                </c:pt>
                <c:pt idx="4834">
                  <c:v>40149</c:v>
                </c:pt>
                <c:pt idx="4835">
                  <c:v>40148</c:v>
                </c:pt>
                <c:pt idx="4836">
                  <c:v>40147</c:v>
                </c:pt>
                <c:pt idx="4837">
                  <c:v>40146</c:v>
                </c:pt>
                <c:pt idx="4838">
                  <c:v>40145</c:v>
                </c:pt>
                <c:pt idx="4839">
                  <c:v>40144</c:v>
                </c:pt>
                <c:pt idx="4840">
                  <c:v>40143</c:v>
                </c:pt>
                <c:pt idx="4841">
                  <c:v>40142</c:v>
                </c:pt>
                <c:pt idx="4842">
                  <c:v>40141</c:v>
                </c:pt>
                <c:pt idx="4843">
                  <c:v>40140</c:v>
                </c:pt>
                <c:pt idx="4844">
                  <c:v>40139</c:v>
                </c:pt>
                <c:pt idx="4845">
                  <c:v>40138</c:v>
                </c:pt>
                <c:pt idx="4846">
                  <c:v>40137</c:v>
                </c:pt>
                <c:pt idx="4847">
                  <c:v>40136</c:v>
                </c:pt>
                <c:pt idx="4848">
                  <c:v>40135</c:v>
                </c:pt>
                <c:pt idx="4849">
                  <c:v>40134</c:v>
                </c:pt>
                <c:pt idx="4850">
                  <c:v>40133</c:v>
                </c:pt>
                <c:pt idx="4851">
                  <c:v>40132</c:v>
                </c:pt>
                <c:pt idx="4852">
                  <c:v>40131</c:v>
                </c:pt>
                <c:pt idx="4853">
                  <c:v>40130</c:v>
                </c:pt>
                <c:pt idx="4854">
                  <c:v>40129</c:v>
                </c:pt>
                <c:pt idx="4855">
                  <c:v>40128</c:v>
                </c:pt>
                <c:pt idx="4856">
                  <c:v>40127</c:v>
                </c:pt>
                <c:pt idx="4857">
                  <c:v>40126</c:v>
                </c:pt>
                <c:pt idx="4858">
                  <c:v>40125</c:v>
                </c:pt>
                <c:pt idx="4859">
                  <c:v>40124</c:v>
                </c:pt>
                <c:pt idx="4860">
                  <c:v>40123</c:v>
                </c:pt>
                <c:pt idx="4861">
                  <c:v>40122</c:v>
                </c:pt>
                <c:pt idx="4862">
                  <c:v>40121</c:v>
                </c:pt>
                <c:pt idx="4863">
                  <c:v>40120</c:v>
                </c:pt>
                <c:pt idx="4864">
                  <c:v>40119</c:v>
                </c:pt>
                <c:pt idx="4865">
                  <c:v>40118</c:v>
                </c:pt>
                <c:pt idx="4866">
                  <c:v>40117</c:v>
                </c:pt>
                <c:pt idx="4867">
                  <c:v>40116</c:v>
                </c:pt>
                <c:pt idx="4868">
                  <c:v>40115</c:v>
                </c:pt>
                <c:pt idx="4869">
                  <c:v>40114</c:v>
                </c:pt>
                <c:pt idx="4870">
                  <c:v>40113</c:v>
                </c:pt>
                <c:pt idx="4871">
                  <c:v>40112</c:v>
                </c:pt>
                <c:pt idx="4872">
                  <c:v>40111</c:v>
                </c:pt>
                <c:pt idx="4873">
                  <c:v>40110</c:v>
                </c:pt>
                <c:pt idx="4874">
                  <c:v>40109</c:v>
                </c:pt>
                <c:pt idx="4875">
                  <c:v>40108</c:v>
                </c:pt>
                <c:pt idx="4876">
                  <c:v>40107</c:v>
                </c:pt>
                <c:pt idx="4877">
                  <c:v>40106</c:v>
                </c:pt>
                <c:pt idx="4878">
                  <c:v>40105</c:v>
                </c:pt>
                <c:pt idx="4879">
                  <c:v>40104</c:v>
                </c:pt>
                <c:pt idx="4880">
                  <c:v>40103</c:v>
                </c:pt>
                <c:pt idx="4881">
                  <c:v>40102</c:v>
                </c:pt>
                <c:pt idx="4882">
                  <c:v>40101</c:v>
                </c:pt>
                <c:pt idx="4883">
                  <c:v>40100</c:v>
                </c:pt>
                <c:pt idx="4884">
                  <c:v>40099</c:v>
                </c:pt>
                <c:pt idx="4885">
                  <c:v>40098</c:v>
                </c:pt>
                <c:pt idx="4886">
                  <c:v>40097</c:v>
                </c:pt>
                <c:pt idx="4887">
                  <c:v>40096</c:v>
                </c:pt>
                <c:pt idx="4888">
                  <c:v>40095</c:v>
                </c:pt>
                <c:pt idx="4889">
                  <c:v>40094</c:v>
                </c:pt>
                <c:pt idx="4890">
                  <c:v>40093</c:v>
                </c:pt>
                <c:pt idx="4891">
                  <c:v>40092</c:v>
                </c:pt>
                <c:pt idx="4892">
                  <c:v>40091</c:v>
                </c:pt>
                <c:pt idx="4893">
                  <c:v>40090</c:v>
                </c:pt>
                <c:pt idx="4894">
                  <c:v>40089</c:v>
                </c:pt>
                <c:pt idx="4895">
                  <c:v>40088</c:v>
                </c:pt>
                <c:pt idx="4896">
                  <c:v>40087</c:v>
                </c:pt>
                <c:pt idx="4897">
                  <c:v>40086</c:v>
                </c:pt>
                <c:pt idx="4898">
                  <c:v>40085</c:v>
                </c:pt>
                <c:pt idx="4899">
                  <c:v>40084</c:v>
                </c:pt>
                <c:pt idx="4900">
                  <c:v>40083</c:v>
                </c:pt>
                <c:pt idx="4901">
                  <c:v>40082</c:v>
                </c:pt>
                <c:pt idx="4902">
                  <c:v>40081</c:v>
                </c:pt>
                <c:pt idx="4903">
                  <c:v>40080</c:v>
                </c:pt>
                <c:pt idx="4904">
                  <c:v>40079</c:v>
                </c:pt>
                <c:pt idx="4905">
                  <c:v>40078</c:v>
                </c:pt>
                <c:pt idx="4906">
                  <c:v>40077</c:v>
                </c:pt>
                <c:pt idx="4907">
                  <c:v>40076</c:v>
                </c:pt>
                <c:pt idx="4908">
                  <c:v>40075</c:v>
                </c:pt>
                <c:pt idx="4909">
                  <c:v>40074</c:v>
                </c:pt>
                <c:pt idx="4910">
                  <c:v>40073</c:v>
                </c:pt>
                <c:pt idx="4911">
                  <c:v>40072</c:v>
                </c:pt>
                <c:pt idx="4912">
                  <c:v>40071</c:v>
                </c:pt>
                <c:pt idx="4913">
                  <c:v>40070</c:v>
                </c:pt>
                <c:pt idx="4914">
                  <c:v>40069</c:v>
                </c:pt>
                <c:pt idx="4915">
                  <c:v>40068</c:v>
                </c:pt>
                <c:pt idx="4916">
                  <c:v>40067</c:v>
                </c:pt>
                <c:pt idx="4917">
                  <c:v>40066</c:v>
                </c:pt>
                <c:pt idx="4918">
                  <c:v>40065</c:v>
                </c:pt>
                <c:pt idx="4919">
                  <c:v>40064</c:v>
                </c:pt>
                <c:pt idx="4920">
                  <c:v>40063</c:v>
                </c:pt>
                <c:pt idx="4921">
                  <c:v>40062</c:v>
                </c:pt>
                <c:pt idx="4922">
                  <c:v>40061</c:v>
                </c:pt>
                <c:pt idx="4923">
                  <c:v>40060</c:v>
                </c:pt>
                <c:pt idx="4924">
                  <c:v>40059</c:v>
                </c:pt>
                <c:pt idx="4925">
                  <c:v>40058</c:v>
                </c:pt>
                <c:pt idx="4926">
                  <c:v>40057</c:v>
                </c:pt>
                <c:pt idx="4927">
                  <c:v>40056</c:v>
                </c:pt>
                <c:pt idx="4928">
                  <c:v>40055</c:v>
                </c:pt>
                <c:pt idx="4929">
                  <c:v>40054</c:v>
                </c:pt>
                <c:pt idx="4930">
                  <c:v>40053</c:v>
                </c:pt>
                <c:pt idx="4931">
                  <c:v>40052</c:v>
                </c:pt>
                <c:pt idx="4932">
                  <c:v>40051</c:v>
                </c:pt>
                <c:pt idx="4933">
                  <c:v>40050</c:v>
                </c:pt>
                <c:pt idx="4934">
                  <c:v>40049</c:v>
                </c:pt>
                <c:pt idx="4935">
                  <c:v>40048</c:v>
                </c:pt>
                <c:pt idx="4936">
                  <c:v>40047</c:v>
                </c:pt>
                <c:pt idx="4937">
                  <c:v>40046</c:v>
                </c:pt>
                <c:pt idx="4938">
                  <c:v>40045</c:v>
                </c:pt>
                <c:pt idx="4939">
                  <c:v>40044</c:v>
                </c:pt>
                <c:pt idx="4940">
                  <c:v>40043</c:v>
                </c:pt>
                <c:pt idx="4941">
                  <c:v>40042</c:v>
                </c:pt>
                <c:pt idx="4942">
                  <c:v>40041</c:v>
                </c:pt>
                <c:pt idx="4943">
                  <c:v>40040</c:v>
                </c:pt>
                <c:pt idx="4944">
                  <c:v>40039</c:v>
                </c:pt>
                <c:pt idx="4945">
                  <c:v>40038</c:v>
                </c:pt>
                <c:pt idx="4946">
                  <c:v>40037</c:v>
                </c:pt>
                <c:pt idx="4947">
                  <c:v>40036</c:v>
                </c:pt>
                <c:pt idx="4948">
                  <c:v>40035</c:v>
                </c:pt>
                <c:pt idx="4949">
                  <c:v>40034</c:v>
                </c:pt>
                <c:pt idx="4950">
                  <c:v>40033</c:v>
                </c:pt>
                <c:pt idx="4951">
                  <c:v>40032</c:v>
                </c:pt>
                <c:pt idx="4952">
                  <c:v>40031</c:v>
                </c:pt>
                <c:pt idx="4953">
                  <c:v>40030</c:v>
                </c:pt>
                <c:pt idx="4954">
                  <c:v>40029</c:v>
                </c:pt>
                <c:pt idx="4955">
                  <c:v>40028</c:v>
                </c:pt>
                <c:pt idx="4956">
                  <c:v>40027</c:v>
                </c:pt>
                <c:pt idx="4957">
                  <c:v>40026</c:v>
                </c:pt>
                <c:pt idx="4958">
                  <c:v>40025</c:v>
                </c:pt>
                <c:pt idx="4959">
                  <c:v>40024</c:v>
                </c:pt>
                <c:pt idx="4960">
                  <c:v>40023</c:v>
                </c:pt>
                <c:pt idx="4961">
                  <c:v>40022</c:v>
                </c:pt>
                <c:pt idx="4962">
                  <c:v>40021</c:v>
                </c:pt>
                <c:pt idx="4963">
                  <c:v>40020</c:v>
                </c:pt>
                <c:pt idx="4964">
                  <c:v>40019</c:v>
                </c:pt>
                <c:pt idx="4965">
                  <c:v>40018</c:v>
                </c:pt>
                <c:pt idx="4966">
                  <c:v>40017</c:v>
                </c:pt>
                <c:pt idx="4967">
                  <c:v>40016</c:v>
                </c:pt>
                <c:pt idx="4968">
                  <c:v>40015</c:v>
                </c:pt>
                <c:pt idx="4969">
                  <c:v>40014</c:v>
                </c:pt>
                <c:pt idx="4970">
                  <c:v>40013</c:v>
                </c:pt>
                <c:pt idx="4971">
                  <c:v>40012</c:v>
                </c:pt>
                <c:pt idx="4972">
                  <c:v>40011</c:v>
                </c:pt>
                <c:pt idx="4973">
                  <c:v>40010</c:v>
                </c:pt>
                <c:pt idx="4974">
                  <c:v>40009</c:v>
                </c:pt>
                <c:pt idx="4975">
                  <c:v>40008</c:v>
                </c:pt>
                <c:pt idx="4976">
                  <c:v>40007</c:v>
                </c:pt>
                <c:pt idx="4977">
                  <c:v>40006</c:v>
                </c:pt>
                <c:pt idx="4978">
                  <c:v>40005</c:v>
                </c:pt>
                <c:pt idx="4979">
                  <c:v>40004</c:v>
                </c:pt>
                <c:pt idx="4980">
                  <c:v>40003</c:v>
                </c:pt>
                <c:pt idx="4981">
                  <c:v>40002</c:v>
                </c:pt>
                <c:pt idx="4982">
                  <c:v>40001</c:v>
                </c:pt>
                <c:pt idx="4983">
                  <c:v>40000</c:v>
                </c:pt>
                <c:pt idx="4984">
                  <c:v>39999</c:v>
                </c:pt>
                <c:pt idx="4985">
                  <c:v>39998</c:v>
                </c:pt>
                <c:pt idx="4986">
                  <c:v>39997</c:v>
                </c:pt>
                <c:pt idx="4987">
                  <c:v>39996</c:v>
                </c:pt>
                <c:pt idx="4988">
                  <c:v>39995</c:v>
                </c:pt>
                <c:pt idx="4989">
                  <c:v>39994</c:v>
                </c:pt>
                <c:pt idx="4990">
                  <c:v>39993</c:v>
                </c:pt>
                <c:pt idx="4991">
                  <c:v>39992</c:v>
                </c:pt>
                <c:pt idx="4992">
                  <c:v>39991</c:v>
                </c:pt>
                <c:pt idx="4993">
                  <c:v>39990</c:v>
                </c:pt>
                <c:pt idx="4994">
                  <c:v>39989</c:v>
                </c:pt>
                <c:pt idx="4995">
                  <c:v>39988</c:v>
                </c:pt>
                <c:pt idx="4996">
                  <c:v>39987</c:v>
                </c:pt>
                <c:pt idx="4997">
                  <c:v>39986</c:v>
                </c:pt>
                <c:pt idx="4998">
                  <c:v>39985</c:v>
                </c:pt>
                <c:pt idx="4999">
                  <c:v>39984</c:v>
                </c:pt>
                <c:pt idx="5000">
                  <c:v>39983</c:v>
                </c:pt>
                <c:pt idx="5001">
                  <c:v>39982</c:v>
                </c:pt>
                <c:pt idx="5002">
                  <c:v>39981</c:v>
                </c:pt>
                <c:pt idx="5003">
                  <c:v>39980</c:v>
                </c:pt>
                <c:pt idx="5004">
                  <c:v>39979</c:v>
                </c:pt>
                <c:pt idx="5005">
                  <c:v>39978</c:v>
                </c:pt>
                <c:pt idx="5006">
                  <c:v>39977</c:v>
                </c:pt>
                <c:pt idx="5007">
                  <c:v>39976</c:v>
                </c:pt>
                <c:pt idx="5008">
                  <c:v>39975</c:v>
                </c:pt>
                <c:pt idx="5009">
                  <c:v>39974</c:v>
                </c:pt>
                <c:pt idx="5010">
                  <c:v>39973</c:v>
                </c:pt>
                <c:pt idx="5011">
                  <c:v>39972</c:v>
                </c:pt>
                <c:pt idx="5012">
                  <c:v>39971</c:v>
                </c:pt>
                <c:pt idx="5013">
                  <c:v>39970</c:v>
                </c:pt>
                <c:pt idx="5014">
                  <c:v>39969</c:v>
                </c:pt>
                <c:pt idx="5015">
                  <c:v>39968</c:v>
                </c:pt>
                <c:pt idx="5016">
                  <c:v>39967</c:v>
                </c:pt>
                <c:pt idx="5017">
                  <c:v>39966</c:v>
                </c:pt>
                <c:pt idx="5018">
                  <c:v>39965</c:v>
                </c:pt>
                <c:pt idx="5019">
                  <c:v>39964</c:v>
                </c:pt>
                <c:pt idx="5020">
                  <c:v>39963</c:v>
                </c:pt>
                <c:pt idx="5021">
                  <c:v>39962</c:v>
                </c:pt>
                <c:pt idx="5022">
                  <c:v>39961</c:v>
                </c:pt>
                <c:pt idx="5023">
                  <c:v>39960</c:v>
                </c:pt>
                <c:pt idx="5024">
                  <c:v>39959</c:v>
                </c:pt>
                <c:pt idx="5025">
                  <c:v>39958</c:v>
                </c:pt>
                <c:pt idx="5026">
                  <c:v>39957</c:v>
                </c:pt>
                <c:pt idx="5027">
                  <c:v>39956</c:v>
                </c:pt>
                <c:pt idx="5028">
                  <c:v>39955</c:v>
                </c:pt>
                <c:pt idx="5029">
                  <c:v>39954</c:v>
                </c:pt>
                <c:pt idx="5030">
                  <c:v>39953</c:v>
                </c:pt>
                <c:pt idx="5031">
                  <c:v>39952</c:v>
                </c:pt>
                <c:pt idx="5032">
                  <c:v>39951</c:v>
                </c:pt>
                <c:pt idx="5033">
                  <c:v>39950</c:v>
                </c:pt>
                <c:pt idx="5034">
                  <c:v>39949</c:v>
                </c:pt>
                <c:pt idx="5035">
                  <c:v>39948</c:v>
                </c:pt>
                <c:pt idx="5036">
                  <c:v>39947</c:v>
                </c:pt>
                <c:pt idx="5037">
                  <c:v>39946</c:v>
                </c:pt>
                <c:pt idx="5038">
                  <c:v>39945</c:v>
                </c:pt>
                <c:pt idx="5039">
                  <c:v>39944</c:v>
                </c:pt>
                <c:pt idx="5040">
                  <c:v>39943</c:v>
                </c:pt>
                <c:pt idx="5041">
                  <c:v>39942</c:v>
                </c:pt>
                <c:pt idx="5042">
                  <c:v>39941</c:v>
                </c:pt>
                <c:pt idx="5043">
                  <c:v>39940</c:v>
                </c:pt>
                <c:pt idx="5044">
                  <c:v>39939</c:v>
                </c:pt>
                <c:pt idx="5045">
                  <c:v>39938</c:v>
                </c:pt>
                <c:pt idx="5046">
                  <c:v>39937</c:v>
                </c:pt>
                <c:pt idx="5047">
                  <c:v>39936</c:v>
                </c:pt>
                <c:pt idx="5048">
                  <c:v>39935</c:v>
                </c:pt>
                <c:pt idx="5049">
                  <c:v>39934</c:v>
                </c:pt>
                <c:pt idx="5050">
                  <c:v>39933</c:v>
                </c:pt>
                <c:pt idx="5051">
                  <c:v>39932</c:v>
                </c:pt>
                <c:pt idx="5052">
                  <c:v>39931</c:v>
                </c:pt>
                <c:pt idx="5053">
                  <c:v>39930</c:v>
                </c:pt>
                <c:pt idx="5054">
                  <c:v>39929</c:v>
                </c:pt>
                <c:pt idx="5055">
                  <c:v>39928</c:v>
                </c:pt>
                <c:pt idx="5056">
                  <c:v>39927</c:v>
                </c:pt>
                <c:pt idx="5057">
                  <c:v>39926</c:v>
                </c:pt>
                <c:pt idx="5058">
                  <c:v>39925</c:v>
                </c:pt>
                <c:pt idx="5059">
                  <c:v>39924</c:v>
                </c:pt>
                <c:pt idx="5060">
                  <c:v>39923</c:v>
                </c:pt>
                <c:pt idx="5061">
                  <c:v>39922</c:v>
                </c:pt>
                <c:pt idx="5062">
                  <c:v>39921</c:v>
                </c:pt>
                <c:pt idx="5063">
                  <c:v>39920</c:v>
                </c:pt>
                <c:pt idx="5064">
                  <c:v>39919</c:v>
                </c:pt>
                <c:pt idx="5065">
                  <c:v>39918</c:v>
                </c:pt>
                <c:pt idx="5066">
                  <c:v>39917</c:v>
                </c:pt>
                <c:pt idx="5067">
                  <c:v>39916</c:v>
                </c:pt>
                <c:pt idx="5068">
                  <c:v>39915</c:v>
                </c:pt>
                <c:pt idx="5069">
                  <c:v>39914</c:v>
                </c:pt>
                <c:pt idx="5070">
                  <c:v>39913</c:v>
                </c:pt>
                <c:pt idx="5071">
                  <c:v>39912</c:v>
                </c:pt>
                <c:pt idx="5072">
                  <c:v>39911</c:v>
                </c:pt>
                <c:pt idx="5073">
                  <c:v>39910</c:v>
                </c:pt>
                <c:pt idx="5074">
                  <c:v>39909</c:v>
                </c:pt>
                <c:pt idx="5075">
                  <c:v>39908</c:v>
                </c:pt>
                <c:pt idx="5076">
                  <c:v>39907</c:v>
                </c:pt>
                <c:pt idx="5077">
                  <c:v>39906</c:v>
                </c:pt>
                <c:pt idx="5078">
                  <c:v>39905</c:v>
                </c:pt>
                <c:pt idx="5079">
                  <c:v>39904</c:v>
                </c:pt>
                <c:pt idx="5080">
                  <c:v>39903</c:v>
                </c:pt>
                <c:pt idx="5081">
                  <c:v>39902</c:v>
                </c:pt>
                <c:pt idx="5082">
                  <c:v>39901</c:v>
                </c:pt>
                <c:pt idx="5083">
                  <c:v>39900</c:v>
                </c:pt>
                <c:pt idx="5084">
                  <c:v>39899</c:v>
                </c:pt>
                <c:pt idx="5085">
                  <c:v>39898</c:v>
                </c:pt>
                <c:pt idx="5086">
                  <c:v>39897</c:v>
                </c:pt>
                <c:pt idx="5087">
                  <c:v>39896</c:v>
                </c:pt>
                <c:pt idx="5088">
                  <c:v>39895</c:v>
                </c:pt>
                <c:pt idx="5089">
                  <c:v>39894</c:v>
                </c:pt>
                <c:pt idx="5090">
                  <c:v>39893</c:v>
                </c:pt>
                <c:pt idx="5091">
                  <c:v>39892</c:v>
                </c:pt>
                <c:pt idx="5092">
                  <c:v>39891</c:v>
                </c:pt>
                <c:pt idx="5093">
                  <c:v>39890</c:v>
                </c:pt>
                <c:pt idx="5094">
                  <c:v>39889</c:v>
                </c:pt>
                <c:pt idx="5095">
                  <c:v>39888</c:v>
                </c:pt>
                <c:pt idx="5096">
                  <c:v>39887</c:v>
                </c:pt>
                <c:pt idx="5097">
                  <c:v>39886</c:v>
                </c:pt>
                <c:pt idx="5098">
                  <c:v>39885</c:v>
                </c:pt>
                <c:pt idx="5099">
                  <c:v>39884</c:v>
                </c:pt>
                <c:pt idx="5100">
                  <c:v>39883</c:v>
                </c:pt>
                <c:pt idx="5101">
                  <c:v>39882</c:v>
                </c:pt>
                <c:pt idx="5102">
                  <c:v>39881</c:v>
                </c:pt>
                <c:pt idx="5103">
                  <c:v>39880</c:v>
                </c:pt>
                <c:pt idx="5104">
                  <c:v>39879</c:v>
                </c:pt>
                <c:pt idx="5105">
                  <c:v>39878</c:v>
                </c:pt>
                <c:pt idx="5106">
                  <c:v>39877</c:v>
                </c:pt>
                <c:pt idx="5107">
                  <c:v>39876</c:v>
                </c:pt>
                <c:pt idx="5108">
                  <c:v>39875</c:v>
                </c:pt>
                <c:pt idx="5109">
                  <c:v>39874</c:v>
                </c:pt>
                <c:pt idx="5110">
                  <c:v>39873</c:v>
                </c:pt>
                <c:pt idx="5111">
                  <c:v>39872</c:v>
                </c:pt>
                <c:pt idx="5112">
                  <c:v>39871</c:v>
                </c:pt>
                <c:pt idx="5113">
                  <c:v>39870</c:v>
                </c:pt>
                <c:pt idx="5114">
                  <c:v>39869</c:v>
                </c:pt>
                <c:pt idx="5115">
                  <c:v>39868</c:v>
                </c:pt>
                <c:pt idx="5116">
                  <c:v>39867</c:v>
                </c:pt>
                <c:pt idx="5117">
                  <c:v>39866</c:v>
                </c:pt>
                <c:pt idx="5118">
                  <c:v>39865</c:v>
                </c:pt>
                <c:pt idx="5119">
                  <c:v>39864</c:v>
                </c:pt>
                <c:pt idx="5120">
                  <c:v>39863</c:v>
                </c:pt>
                <c:pt idx="5121">
                  <c:v>39862</c:v>
                </c:pt>
                <c:pt idx="5122">
                  <c:v>39861</c:v>
                </c:pt>
                <c:pt idx="5123">
                  <c:v>39860</c:v>
                </c:pt>
                <c:pt idx="5124">
                  <c:v>39859</c:v>
                </c:pt>
                <c:pt idx="5125">
                  <c:v>39858</c:v>
                </c:pt>
                <c:pt idx="5126">
                  <c:v>39857</c:v>
                </c:pt>
                <c:pt idx="5127">
                  <c:v>39856</c:v>
                </c:pt>
                <c:pt idx="5128">
                  <c:v>39855</c:v>
                </c:pt>
                <c:pt idx="5129">
                  <c:v>39854</c:v>
                </c:pt>
                <c:pt idx="5130">
                  <c:v>39853</c:v>
                </c:pt>
                <c:pt idx="5131">
                  <c:v>39852</c:v>
                </c:pt>
                <c:pt idx="5132">
                  <c:v>39851</c:v>
                </c:pt>
                <c:pt idx="5133">
                  <c:v>39850</c:v>
                </c:pt>
                <c:pt idx="5134">
                  <c:v>39849</c:v>
                </c:pt>
                <c:pt idx="5135">
                  <c:v>39848</c:v>
                </c:pt>
                <c:pt idx="5136">
                  <c:v>39847</c:v>
                </c:pt>
                <c:pt idx="5137">
                  <c:v>39846</c:v>
                </c:pt>
                <c:pt idx="5138">
                  <c:v>39845</c:v>
                </c:pt>
                <c:pt idx="5139">
                  <c:v>39844</c:v>
                </c:pt>
                <c:pt idx="5140">
                  <c:v>39843</c:v>
                </c:pt>
                <c:pt idx="5141">
                  <c:v>39842</c:v>
                </c:pt>
                <c:pt idx="5142">
                  <c:v>39841</c:v>
                </c:pt>
                <c:pt idx="5143">
                  <c:v>39840</c:v>
                </c:pt>
                <c:pt idx="5144">
                  <c:v>39839</c:v>
                </c:pt>
                <c:pt idx="5145">
                  <c:v>39838</c:v>
                </c:pt>
                <c:pt idx="5146">
                  <c:v>39837</c:v>
                </c:pt>
                <c:pt idx="5147">
                  <c:v>39836</c:v>
                </c:pt>
                <c:pt idx="5148">
                  <c:v>39835</c:v>
                </c:pt>
                <c:pt idx="5149">
                  <c:v>39834</c:v>
                </c:pt>
                <c:pt idx="5150">
                  <c:v>39833</c:v>
                </c:pt>
                <c:pt idx="5151">
                  <c:v>39832</c:v>
                </c:pt>
                <c:pt idx="5152">
                  <c:v>39831</c:v>
                </c:pt>
                <c:pt idx="5153">
                  <c:v>39830</c:v>
                </c:pt>
                <c:pt idx="5154">
                  <c:v>39829</c:v>
                </c:pt>
                <c:pt idx="5155">
                  <c:v>39828</c:v>
                </c:pt>
                <c:pt idx="5156">
                  <c:v>39827</c:v>
                </c:pt>
                <c:pt idx="5157">
                  <c:v>39826</c:v>
                </c:pt>
                <c:pt idx="5158">
                  <c:v>39825</c:v>
                </c:pt>
                <c:pt idx="5159">
                  <c:v>39824</c:v>
                </c:pt>
                <c:pt idx="5160">
                  <c:v>39823</c:v>
                </c:pt>
                <c:pt idx="5161">
                  <c:v>39822</c:v>
                </c:pt>
                <c:pt idx="5162">
                  <c:v>39821</c:v>
                </c:pt>
                <c:pt idx="5163">
                  <c:v>39820</c:v>
                </c:pt>
                <c:pt idx="5164">
                  <c:v>39819</c:v>
                </c:pt>
                <c:pt idx="5165">
                  <c:v>39818</c:v>
                </c:pt>
                <c:pt idx="5166">
                  <c:v>39817</c:v>
                </c:pt>
                <c:pt idx="5167">
                  <c:v>39816</c:v>
                </c:pt>
                <c:pt idx="5168">
                  <c:v>39815</c:v>
                </c:pt>
                <c:pt idx="5169">
                  <c:v>39814</c:v>
                </c:pt>
                <c:pt idx="5170">
                  <c:v>39813</c:v>
                </c:pt>
                <c:pt idx="5171">
                  <c:v>39812</c:v>
                </c:pt>
                <c:pt idx="5172">
                  <c:v>39811</c:v>
                </c:pt>
                <c:pt idx="5173">
                  <c:v>39810</c:v>
                </c:pt>
                <c:pt idx="5174">
                  <c:v>39809</c:v>
                </c:pt>
                <c:pt idx="5175">
                  <c:v>39808</c:v>
                </c:pt>
                <c:pt idx="5176">
                  <c:v>39807</c:v>
                </c:pt>
                <c:pt idx="5177">
                  <c:v>39806</c:v>
                </c:pt>
                <c:pt idx="5178">
                  <c:v>39805</c:v>
                </c:pt>
                <c:pt idx="5179">
                  <c:v>39804</c:v>
                </c:pt>
                <c:pt idx="5180">
                  <c:v>39803</c:v>
                </c:pt>
                <c:pt idx="5181">
                  <c:v>39802</c:v>
                </c:pt>
                <c:pt idx="5182">
                  <c:v>39801</c:v>
                </c:pt>
                <c:pt idx="5183">
                  <c:v>39800</c:v>
                </c:pt>
                <c:pt idx="5184">
                  <c:v>39799</c:v>
                </c:pt>
                <c:pt idx="5185">
                  <c:v>39798</c:v>
                </c:pt>
                <c:pt idx="5186">
                  <c:v>39797</c:v>
                </c:pt>
                <c:pt idx="5187">
                  <c:v>39796</c:v>
                </c:pt>
                <c:pt idx="5188">
                  <c:v>39795</c:v>
                </c:pt>
                <c:pt idx="5189">
                  <c:v>39794</c:v>
                </c:pt>
                <c:pt idx="5190">
                  <c:v>39793</c:v>
                </c:pt>
                <c:pt idx="5191">
                  <c:v>39792</c:v>
                </c:pt>
                <c:pt idx="5192">
                  <c:v>39791</c:v>
                </c:pt>
                <c:pt idx="5193">
                  <c:v>39790</c:v>
                </c:pt>
                <c:pt idx="5194">
                  <c:v>39789</c:v>
                </c:pt>
                <c:pt idx="5195">
                  <c:v>39788</c:v>
                </c:pt>
                <c:pt idx="5196">
                  <c:v>39787</c:v>
                </c:pt>
                <c:pt idx="5197">
                  <c:v>39786</c:v>
                </c:pt>
                <c:pt idx="5198">
                  <c:v>39785</c:v>
                </c:pt>
                <c:pt idx="5199">
                  <c:v>39784</c:v>
                </c:pt>
                <c:pt idx="5200">
                  <c:v>39783</c:v>
                </c:pt>
                <c:pt idx="5201">
                  <c:v>39782</c:v>
                </c:pt>
                <c:pt idx="5202">
                  <c:v>39781</c:v>
                </c:pt>
                <c:pt idx="5203">
                  <c:v>39780</c:v>
                </c:pt>
                <c:pt idx="5204">
                  <c:v>39779</c:v>
                </c:pt>
                <c:pt idx="5205">
                  <c:v>39778</c:v>
                </c:pt>
                <c:pt idx="5206">
                  <c:v>39777</c:v>
                </c:pt>
                <c:pt idx="5207">
                  <c:v>39776</c:v>
                </c:pt>
                <c:pt idx="5208">
                  <c:v>39775</c:v>
                </c:pt>
                <c:pt idx="5209">
                  <c:v>39774</c:v>
                </c:pt>
                <c:pt idx="5210">
                  <c:v>39773</c:v>
                </c:pt>
                <c:pt idx="5211">
                  <c:v>39772</c:v>
                </c:pt>
                <c:pt idx="5212">
                  <c:v>39771</c:v>
                </c:pt>
                <c:pt idx="5213">
                  <c:v>39770</c:v>
                </c:pt>
                <c:pt idx="5214">
                  <c:v>39769</c:v>
                </c:pt>
                <c:pt idx="5215">
                  <c:v>39768</c:v>
                </c:pt>
                <c:pt idx="5216">
                  <c:v>39767</c:v>
                </c:pt>
                <c:pt idx="5217">
                  <c:v>39766</c:v>
                </c:pt>
                <c:pt idx="5218">
                  <c:v>39765</c:v>
                </c:pt>
                <c:pt idx="5219">
                  <c:v>39764</c:v>
                </c:pt>
                <c:pt idx="5220">
                  <c:v>39763</c:v>
                </c:pt>
                <c:pt idx="5221">
                  <c:v>39762</c:v>
                </c:pt>
                <c:pt idx="5222">
                  <c:v>39761</c:v>
                </c:pt>
                <c:pt idx="5223">
                  <c:v>39760</c:v>
                </c:pt>
                <c:pt idx="5224">
                  <c:v>39759</c:v>
                </c:pt>
                <c:pt idx="5225">
                  <c:v>39758</c:v>
                </c:pt>
                <c:pt idx="5226">
                  <c:v>39757</c:v>
                </c:pt>
                <c:pt idx="5227">
                  <c:v>39756</c:v>
                </c:pt>
                <c:pt idx="5228">
                  <c:v>39755</c:v>
                </c:pt>
                <c:pt idx="5229">
                  <c:v>39754</c:v>
                </c:pt>
                <c:pt idx="5230">
                  <c:v>39753</c:v>
                </c:pt>
                <c:pt idx="5231">
                  <c:v>39752</c:v>
                </c:pt>
                <c:pt idx="5232">
                  <c:v>39751</c:v>
                </c:pt>
                <c:pt idx="5233">
                  <c:v>39750</c:v>
                </c:pt>
                <c:pt idx="5234">
                  <c:v>39749</c:v>
                </c:pt>
                <c:pt idx="5235">
                  <c:v>39748</c:v>
                </c:pt>
                <c:pt idx="5236">
                  <c:v>39747</c:v>
                </c:pt>
                <c:pt idx="5237">
                  <c:v>39746</c:v>
                </c:pt>
                <c:pt idx="5238">
                  <c:v>39745</c:v>
                </c:pt>
                <c:pt idx="5239">
                  <c:v>39744</c:v>
                </c:pt>
                <c:pt idx="5240">
                  <c:v>39743</c:v>
                </c:pt>
                <c:pt idx="5241">
                  <c:v>39742</c:v>
                </c:pt>
                <c:pt idx="5242">
                  <c:v>39741</c:v>
                </c:pt>
                <c:pt idx="5243">
                  <c:v>39740</c:v>
                </c:pt>
                <c:pt idx="5244">
                  <c:v>39739</c:v>
                </c:pt>
                <c:pt idx="5245">
                  <c:v>39738</c:v>
                </c:pt>
                <c:pt idx="5246">
                  <c:v>39737</c:v>
                </c:pt>
                <c:pt idx="5247">
                  <c:v>39736</c:v>
                </c:pt>
                <c:pt idx="5248">
                  <c:v>39735</c:v>
                </c:pt>
                <c:pt idx="5249">
                  <c:v>39734</c:v>
                </c:pt>
                <c:pt idx="5250">
                  <c:v>39733</c:v>
                </c:pt>
                <c:pt idx="5251">
                  <c:v>39732</c:v>
                </c:pt>
                <c:pt idx="5252">
                  <c:v>39731</c:v>
                </c:pt>
                <c:pt idx="5253">
                  <c:v>39730</c:v>
                </c:pt>
                <c:pt idx="5254">
                  <c:v>39729</c:v>
                </c:pt>
                <c:pt idx="5255">
                  <c:v>39728</c:v>
                </c:pt>
                <c:pt idx="5256">
                  <c:v>39727</c:v>
                </c:pt>
                <c:pt idx="5257">
                  <c:v>39726</c:v>
                </c:pt>
                <c:pt idx="5258">
                  <c:v>39725</c:v>
                </c:pt>
                <c:pt idx="5259">
                  <c:v>39724</c:v>
                </c:pt>
                <c:pt idx="5260">
                  <c:v>39723</c:v>
                </c:pt>
                <c:pt idx="5261">
                  <c:v>39722</c:v>
                </c:pt>
                <c:pt idx="5262">
                  <c:v>39721</c:v>
                </c:pt>
                <c:pt idx="5263">
                  <c:v>39720</c:v>
                </c:pt>
                <c:pt idx="5264">
                  <c:v>39719</c:v>
                </c:pt>
                <c:pt idx="5265">
                  <c:v>39718</c:v>
                </c:pt>
                <c:pt idx="5266">
                  <c:v>39717</c:v>
                </c:pt>
                <c:pt idx="5267">
                  <c:v>39716</c:v>
                </c:pt>
                <c:pt idx="5268">
                  <c:v>39715</c:v>
                </c:pt>
                <c:pt idx="5269">
                  <c:v>39714</c:v>
                </c:pt>
                <c:pt idx="5270">
                  <c:v>39713</c:v>
                </c:pt>
                <c:pt idx="5271">
                  <c:v>39712</c:v>
                </c:pt>
                <c:pt idx="5272">
                  <c:v>39711</c:v>
                </c:pt>
                <c:pt idx="5273">
                  <c:v>39710</c:v>
                </c:pt>
                <c:pt idx="5274">
                  <c:v>39709</c:v>
                </c:pt>
                <c:pt idx="5275">
                  <c:v>39708</c:v>
                </c:pt>
                <c:pt idx="5276">
                  <c:v>39707</c:v>
                </c:pt>
                <c:pt idx="5277">
                  <c:v>39706</c:v>
                </c:pt>
                <c:pt idx="5278">
                  <c:v>39705</c:v>
                </c:pt>
                <c:pt idx="5279">
                  <c:v>39704</c:v>
                </c:pt>
                <c:pt idx="5280">
                  <c:v>39703</c:v>
                </c:pt>
                <c:pt idx="5281">
                  <c:v>39702</c:v>
                </c:pt>
                <c:pt idx="5282">
                  <c:v>39701</c:v>
                </c:pt>
                <c:pt idx="5283">
                  <c:v>39700</c:v>
                </c:pt>
                <c:pt idx="5284">
                  <c:v>39699</c:v>
                </c:pt>
                <c:pt idx="5285">
                  <c:v>39698</c:v>
                </c:pt>
                <c:pt idx="5286">
                  <c:v>39697</c:v>
                </c:pt>
                <c:pt idx="5287">
                  <c:v>39696</c:v>
                </c:pt>
                <c:pt idx="5288">
                  <c:v>39695</c:v>
                </c:pt>
                <c:pt idx="5289">
                  <c:v>39694</c:v>
                </c:pt>
                <c:pt idx="5290">
                  <c:v>39693</c:v>
                </c:pt>
                <c:pt idx="5291">
                  <c:v>39692</c:v>
                </c:pt>
                <c:pt idx="5292">
                  <c:v>39691</c:v>
                </c:pt>
                <c:pt idx="5293">
                  <c:v>39690</c:v>
                </c:pt>
                <c:pt idx="5294">
                  <c:v>39689</c:v>
                </c:pt>
                <c:pt idx="5295">
                  <c:v>39688</c:v>
                </c:pt>
                <c:pt idx="5296">
                  <c:v>39687</c:v>
                </c:pt>
                <c:pt idx="5297">
                  <c:v>39686</c:v>
                </c:pt>
                <c:pt idx="5298">
                  <c:v>39685</c:v>
                </c:pt>
                <c:pt idx="5299">
                  <c:v>39684</c:v>
                </c:pt>
                <c:pt idx="5300">
                  <c:v>39683</c:v>
                </c:pt>
                <c:pt idx="5301">
                  <c:v>39682</c:v>
                </c:pt>
                <c:pt idx="5302">
                  <c:v>39681</c:v>
                </c:pt>
                <c:pt idx="5303">
                  <c:v>39680</c:v>
                </c:pt>
                <c:pt idx="5304">
                  <c:v>39679</c:v>
                </c:pt>
                <c:pt idx="5305">
                  <c:v>39678</c:v>
                </c:pt>
                <c:pt idx="5306">
                  <c:v>39677</c:v>
                </c:pt>
                <c:pt idx="5307">
                  <c:v>39676</c:v>
                </c:pt>
                <c:pt idx="5308">
                  <c:v>39675</c:v>
                </c:pt>
                <c:pt idx="5309">
                  <c:v>39674</c:v>
                </c:pt>
                <c:pt idx="5310">
                  <c:v>39673</c:v>
                </c:pt>
                <c:pt idx="5311">
                  <c:v>39672</c:v>
                </c:pt>
                <c:pt idx="5312">
                  <c:v>39671</c:v>
                </c:pt>
                <c:pt idx="5313">
                  <c:v>39670</c:v>
                </c:pt>
                <c:pt idx="5314">
                  <c:v>39669</c:v>
                </c:pt>
                <c:pt idx="5315">
                  <c:v>39668</c:v>
                </c:pt>
                <c:pt idx="5316">
                  <c:v>39667</c:v>
                </c:pt>
                <c:pt idx="5317">
                  <c:v>39666</c:v>
                </c:pt>
                <c:pt idx="5318">
                  <c:v>39665</c:v>
                </c:pt>
                <c:pt idx="5319">
                  <c:v>39664</c:v>
                </c:pt>
                <c:pt idx="5320">
                  <c:v>39663</c:v>
                </c:pt>
                <c:pt idx="5321">
                  <c:v>39662</c:v>
                </c:pt>
                <c:pt idx="5322">
                  <c:v>39661</c:v>
                </c:pt>
                <c:pt idx="5323">
                  <c:v>39660</c:v>
                </c:pt>
                <c:pt idx="5324">
                  <c:v>39659</c:v>
                </c:pt>
                <c:pt idx="5325">
                  <c:v>39658</c:v>
                </c:pt>
                <c:pt idx="5326">
                  <c:v>39657</c:v>
                </c:pt>
                <c:pt idx="5327">
                  <c:v>39656</c:v>
                </c:pt>
                <c:pt idx="5328">
                  <c:v>39655</c:v>
                </c:pt>
                <c:pt idx="5329">
                  <c:v>39654</c:v>
                </c:pt>
                <c:pt idx="5330">
                  <c:v>39653</c:v>
                </c:pt>
                <c:pt idx="5331">
                  <c:v>39652</c:v>
                </c:pt>
                <c:pt idx="5332">
                  <c:v>39651</c:v>
                </c:pt>
                <c:pt idx="5333">
                  <c:v>39650</c:v>
                </c:pt>
                <c:pt idx="5334">
                  <c:v>39649</c:v>
                </c:pt>
                <c:pt idx="5335">
                  <c:v>39648</c:v>
                </c:pt>
                <c:pt idx="5336">
                  <c:v>39647</c:v>
                </c:pt>
                <c:pt idx="5337">
                  <c:v>39646</c:v>
                </c:pt>
                <c:pt idx="5338">
                  <c:v>39645</c:v>
                </c:pt>
                <c:pt idx="5339">
                  <c:v>39644</c:v>
                </c:pt>
                <c:pt idx="5340">
                  <c:v>39643</c:v>
                </c:pt>
                <c:pt idx="5341">
                  <c:v>39642</c:v>
                </c:pt>
                <c:pt idx="5342">
                  <c:v>39641</c:v>
                </c:pt>
                <c:pt idx="5343">
                  <c:v>39640</c:v>
                </c:pt>
                <c:pt idx="5344">
                  <c:v>39639</c:v>
                </c:pt>
                <c:pt idx="5345">
                  <c:v>39638</c:v>
                </c:pt>
                <c:pt idx="5346">
                  <c:v>39637</c:v>
                </c:pt>
                <c:pt idx="5347">
                  <c:v>39636</c:v>
                </c:pt>
                <c:pt idx="5348">
                  <c:v>39635</c:v>
                </c:pt>
                <c:pt idx="5349">
                  <c:v>39634</c:v>
                </c:pt>
                <c:pt idx="5350">
                  <c:v>39633</c:v>
                </c:pt>
                <c:pt idx="5351">
                  <c:v>39632</c:v>
                </c:pt>
                <c:pt idx="5352">
                  <c:v>39631</c:v>
                </c:pt>
                <c:pt idx="5353">
                  <c:v>39630</c:v>
                </c:pt>
                <c:pt idx="5354">
                  <c:v>39629</c:v>
                </c:pt>
                <c:pt idx="5355">
                  <c:v>39628</c:v>
                </c:pt>
                <c:pt idx="5356">
                  <c:v>39627</c:v>
                </c:pt>
                <c:pt idx="5357">
                  <c:v>39626</c:v>
                </c:pt>
                <c:pt idx="5358">
                  <c:v>39625</c:v>
                </c:pt>
                <c:pt idx="5359">
                  <c:v>39624</c:v>
                </c:pt>
                <c:pt idx="5360">
                  <c:v>39623</c:v>
                </c:pt>
                <c:pt idx="5361">
                  <c:v>39622</c:v>
                </c:pt>
                <c:pt idx="5362">
                  <c:v>39621</c:v>
                </c:pt>
                <c:pt idx="5363">
                  <c:v>39620</c:v>
                </c:pt>
                <c:pt idx="5364">
                  <c:v>39619</c:v>
                </c:pt>
                <c:pt idx="5365">
                  <c:v>39618</c:v>
                </c:pt>
                <c:pt idx="5366">
                  <c:v>39617</c:v>
                </c:pt>
                <c:pt idx="5367">
                  <c:v>39616</c:v>
                </c:pt>
                <c:pt idx="5368">
                  <c:v>39615</c:v>
                </c:pt>
                <c:pt idx="5369">
                  <c:v>39614</c:v>
                </c:pt>
                <c:pt idx="5370">
                  <c:v>39613</c:v>
                </c:pt>
                <c:pt idx="5371">
                  <c:v>39612</c:v>
                </c:pt>
                <c:pt idx="5372">
                  <c:v>39611</c:v>
                </c:pt>
                <c:pt idx="5373">
                  <c:v>39610</c:v>
                </c:pt>
                <c:pt idx="5374">
                  <c:v>39609</c:v>
                </c:pt>
                <c:pt idx="5375">
                  <c:v>39608</c:v>
                </c:pt>
                <c:pt idx="5376">
                  <c:v>39607</c:v>
                </c:pt>
                <c:pt idx="5377">
                  <c:v>39606</c:v>
                </c:pt>
                <c:pt idx="5378">
                  <c:v>39605</c:v>
                </c:pt>
                <c:pt idx="5379">
                  <c:v>39604</c:v>
                </c:pt>
                <c:pt idx="5380">
                  <c:v>39603</c:v>
                </c:pt>
                <c:pt idx="5381">
                  <c:v>39602</c:v>
                </c:pt>
                <c:pt idx="5382">
                  <c:v>39601</c:v>
                </c:pt>
                <c:pt idx="5383">
                  <c:v>39600</c:v>
                </c:pt>
                <c:pt idx="5384">
                  <c:v>39599</c:v>
                </c:pt>
                <c:pt idx="5385">
                  <c:v>39598</c:v>
                </c:pt>
                <c:pt idx="5386">
                  <c:v>39597</c:v>
                </c:pt>
                <c:pt idx="5387">
                  <c:v>39596</c:v>
                </c:pt>
                <c:pt idx="5388">
                  <c:v>39595</c:v>
                </c:pt>
                <c:pt idx="5389">
                  <c:v>39594</c:v>
                </c:pt>
                <c:pt idx="5390">
                  <c:v>39593</c:v>
                </c:pt>
                <c:pt idx="5391">
                  <c:v>39592</c:v>
                </c:pt>
                <c:pt idx="5392">
                  <c:v>39591</c:v>
                </c:pt>
                <c:pt idx="5393">
                  <c:v>39590</c:v>
                </c:pt>
                <c:pt idx="5394">
                  <c:v>39589</c:v>
                </c:pt>
                <c:pt idx="5395">
                  <c:v>39588</c:v>
                </c:pt>
                <c:pt idx="5396">
                  <c:v>39587</c:v>
                </c:pt>
                <c:pt idx="5397">
                  <c:v>39586</c:v>
                </c:pt>
                <c:pt idx="5398">
                  <c:v>39585</c:v>
                </c:pt>
                <c:pt idx="5399">
                  <c:v>39584</c:v>
                </c:pt>
                <c:pt idx="5400">
                  <c:v>39583</c:v>
                </c:pt>
                <c:pt idx="5401">
                  <c:v>39582</c:v>
                </c:pt>
                <c:pt idx="5402">
                  <c:v>39581</c:v>
                </c:pt>
                <c:pt idx="5403">
                  <c:v>39580</c:v>
                </c:pt>
                <c:pt idx="5404">
                  <c:v>39579</c:v>
                </c:pt>
                <c:pt idx="5405">
                  <c:v>39578</c:v>
                </c:pt>
                <c:pt idx="5406">
                  <c:v>39577</c:v>
                </c:pt>
                <c:pt idx="5407">
                  <c:v>39576</c:v>
                </c:pt>
                <c:pt idx="5408">
                  <c:v>39575</c:v>
                </c:pt>
                <c:pt idx="5409">
                  <c:v>39574</c:v>
                </c:pt>
                <c:pt idx="5410">
                  <c:v>39573</c:v>
                </c:pt>
                <c:pt idx="5411">
                  <c:v>39572</c:v>
                </c:pt>
                <c:pt idx="5412">
                  <c:v>39571</c:v>
                </c:pt>
                <c:pt idx="5413">
                  <c:v>39570</c:v>
                </c:pt>
                <c:pt idx="5414">
                  <c:v>39569</c:v>
                </c:pt>
                <c:pt idx="5415">
                  <c:v>39568</c:v>
                </c:pt>
                <c:pt idx="5416">
                  <c:v>39567</c:v>
                </c:pt>
                <c:pt idx="5417">
                  <c:v>39566</c:v>
                </c:pt>
                <c:pt idx="5418">
                  <c:v>39565</c:v>
                </c:pt>
                <c:pt idx="5419">
                  <c:v>39564</c:v>
                </c:pt>
                <c:pt idx="5420">
                  <c:v>39563</c:v>
                </c:pt>
                <c:pt idx="5421">
                  <c:v>39562</c:v>
                </c:pt>
                <c:pt idx="5422">
                  <c:v>39561</c:v>
                </c:pt>
                <c:pt idx="5423">
                  <c:v>39560</c:v>
                </c:pt>
                <c:pt idx="5424">
                  <c:v>39559</c:v>
                </c:pt>
                <c:pt idx="5425">
                  <c:v>39558</c:v>
                </c:pt>
                <c:pt idx="5426">
                  <c:v>39557</c:v>
                </c:pt>
                <c:pt idx="5427">
                  <c:v>39556</c:v>
                </c:pt>
                <c:pt idx="5428">
                  <c:v>39555</c:v>
                </c:pt>
                <c:pt idx="5429">
                  <c:v>39554</c:v>
                </c:pt>
                <c:pt idx="5430">
                  <c:v>39553</c:v>
                </c:pt>
                <c:pt idx="5431">
                  <c:v>39552</c:v>
                </c:pt>
                <c:pt idx="5432">
                  <c:v>39551</c:v>
                </c:pt>
                <c:pt idx="5433">
                  <c:v>39550</c:v>
                </c:pt>
                <c:pt idx="5434">
                  <c:v>39549</c:v>
                </c:pt>
                <c:pt idx="5435">
                  <c:v>39548</c:v>
                </c:pt>
                <c:pt idx="5436">
                  <c:v>39547</c:v>
                </c:pt>
                <c:pt idx="5437">
                  <c:v>39546</c:v>
                </c:pt>
                <c:pt idx="5438">
                  <c:v>39545</c:v>
                </c:pt>
                <c:pt idx="5439">
                  <c:v>39544</c:v>
                </c:pt>
                <c:pt idx="5440">
                  <c:v>39543</c:v>
                </c:pt>
                <c:pt idx="5441">
                  <c:v>39542</c:v>
                </c:pt>
                <c:pt idx="5442">
                  <c:v>39541</c:v>
                </c:pt>
                <c:pt idx="5443">
                  <c:v>39540</c:v>
                </c:pt>
                <c:pt idx="5444">
                  <c:v>39539</c:v>
                </c:pt>
                <c:pt idx="5445">
                  <c:v>39538</c:v>
                </c:pt>
                <c:pt idx="5446">
                  <c:v>39537</c:v>
                </c:pt>
                <c:pt idx="5447">
                  <c:v>39536</c:v>
                </c:pt>
                <c:pt idx="5448">
                  <c:v>39535</c:v>
                </c:pt>
                <c:pt idx="5449">
                  <c:v>39534</c:v>
                </c:pt>
                <c:pt idx="5450">
                  <c:v>39533</c:v>
                </c:pt>
                <c:pt idx="5451">
                  <c:v>39532</c:v>
                </c:pt>
                <c:pt idx="5452">
                  <c:v>39531</c:v>
                </c:pt>
                <c:pt idx="5453">
                  <c:v>39530</c:v>
                </c:pt>
                <c:pt idx="5454">
                  <c:v>39529</c:v>
                </c:pt>
                <c:pt idx="5455">
                  <c:v>39528</c:v>
                </c:pt>
                <c:pt idx="5456">
                  <c:v>39527</c:v>
                </c:pt>
                <c:pt idx="5457">
                  <c:v>39526</c:v>
                </c:pt>
                <c:pt idx="5458">
                  <c:v>39525</c:v>
                </c:pt>
                <c:pt idx="5459">
                  <c:v>39524</c:v>
                </c:pt>
                <c:pt idx="5460">
                  <c:v>39523</c:v>
                </c:pt>
                <c:pt idx="5461">
                  <c:v>39522</c:v>
                </c:pt>
                <c:pt idx="5462">
                  <c:v>39521</c:v>
                </c:pt>
                <c:pt idx="5463">
                  <c:v>39520</c:v>
                </c:pt>
                <c:pt idx="5464">
                  <c:v>39519</c:v>
                </c:pt>
                <c:pt idx="5465">
                  <c:v>39518</c:v>
                </c:pt>
                <c:pt idx="5466">
                  <c:v>39517</c:v>
                </c:pt>
                <c:pt idx="5467">
                  <c:v>39516</c:v>
                </c:pt>
                <c:pt idx="5468">
                  <c:v>39515</c:v>
                </c:pt>
                <c:pt idx="5469">
                  <c:v>39514</c:v>
                </c:pt>
                <c:pt idx="5470">
                  <c:v>39513</c:v>
                </c:pt>
                <c:pt idx="5471">
                  <c:v>39512</c:v>
                </c:pt>
                <c:pt idx="5472">
                  <c:v>39511</c:v>
                </c:pt>
                <c:pt idx="5473">
                  <c:v>39510</c:v>
                </c:pt>
                <c:pt idx="5474">
                  <c:v>39509</c:v>
                </c:pt>
                <c:pt idx="5475">
                  <c:v>39508</c:v>
                </c:pt>
                <c:pt idx="5476">
                  <c:v>39507</c:v>
                </c:pt>
                <c:pt idx="5477">
                  <c:v>39506</c:v>
                </c:pt>
                <c:pt idx="5478">
                  <c:v>39505</c:v>
                </c:pt>
                <c:pt idx="5479">
                  <c:v>39504</c:v>
                </c:pt>
                <c:pt idx="5480">
                  <c:v>39503</c:v>
                </c:pt>
                <c:pt idx="5481">
                  <c:v>39502</c:v>
                </c:pt>
                <c:pt idx="5482">
                  <c:v>39501</c:v>
                </c:pt>
                <c:pt idx="5483">
                  <c:v>39500</c:v>
                </c:pt>
                <c:pt idx="5484">
                  <c:v>39499</c:v>
                </c:pt>
                <c:pt idx="5485">
                  <c:v>39498</c:v>
                </c:pt>
                <c:pt idx="5486">
                  <c:v>39497</c:v>
                </c:pt>
                <c:pt idx="5487">
                  <c:v>39496</c:v>
                </c:pt>
                <c:pt idx="5488">
                  <c:v>39495</c:v>
                </c:pt>
                <c:pt idx="5489">
                  <c:v>39494</c:v>
                </c:pt>
                <c:pt idx="5490">
                  <c:v>39493</c:v>
                </c:pt>
                <c:pt idx="5491">
                  <c:v>39492</c:v>
                </c:pt>
                <c:pt idx="5492">
                  <c:v>39491</c:v>
                </c:pt>
                <c:pt idx="5493">
                  <c:v>39490</c:v>
                </c:pt>
                <c:pt idx="5494">
                  <c:v>39489</c:v>
                </c:pt>
                <c:pt idx="5495">
                  <c:v>39488</c:v>
                </c:pt>
                <c:pt idx="5496">
                  <c:v>39487</c:v>
                </c:pt>
                <c:pt idx="5497">
                  <c:v>39486</c:v>
                </c:pt>
                <c:pt idx="5498">
                  <c:v>39485</c:v>
                </c:pt>
                <c:pt idx="5499">
                  <c:v>39484</c:v>
                </c:pt>
                <c:pt idx="5500">
                  <c:v>39483</c:v>
                </c:pt>
                <c:pt idx="5501">
                  <c:v>39482</c:v>
                </c:pt>
                <c:pt idx="5502">
                  <c:v>39481</c:v>
                </c:pt>
                <c:pt idx="5503">
                  <c:v>39480</c:v>
                </c:pt>
                <c:pt idx="5504">
                  <c:v>39479</c:v>
                </c:pt>
                <c:pt idx="5505">
                  <c:v>39478</c:v>
                </c:pt>
                <c:pt idx="5506">
                  <c:v>39477</c:v>
                </c:pt>
                <c:pt idx="5507">
                  <c:v>39476</c:v>
                </c:pt>
                <c:pt idx="5508">
                  <c:v>39475</c:v>
                </c:pt>
                <c:pt idx="5509">
                  <c:v>39474</c:v>
                </c:pt>
                <c:pt idx="5510">
                  <c:v>39473</c:v>
                </c:pt>
                <c:pt idx="5511">
                  <c:v>39472</c:v>
                </c:pt>
                <c:pt idx="5512">
                  <c:v>39471</c:v>
                </c:pt>
                <c:pt idx="5513">
                  <c:v>39470</c:v>
                </c:pt>
                <c:pt idx="5514">
                  <c:v>39469</c:v>
                </c:pt>
                <c:pt idx="5515">
                  <c:v>39468</c:v>
                </c:pt>
                <c:pt idx="5516">
                  <c:v>39467</c:v>
                </c:pt>
                <c:pt idx="5517">
                  <c:v>39466</c:v>
                </c:pt>
                <c:pt idx="5518">
                  <c:v>39465</c:v>
                </c:pt>
                <c:pt idx="5519">
                  <c:v>39464</c:v>
                </c:pt>
                <c:pt idx="5520">
                  <c:v>39463</c:v>
                </c:pt>
                <c:pt idx="5521">
                  <c:v>39462</c:v>
                </c:pt>
                <c:pt idx="5522">
                  <c:v>39461</c:v>
                </c:pt>
                <c:pt idx="5523">
                  <c:v>39460</c:v>
                </c:pt>
                <c:pt idx="5524">
                  <c:v>39459</c:v>
                </c:pt>
                <c:pt idx="5525">
                  <c:v>39458</c:v>
                </c:pt>
                <c:pt idx="5526">
                  <c:v>39457</c:v>
                </c:pt>
                <c:pt idx="5527">
                  <c:v>39456</c:v>
                </c:pt>
                <c:pt idx="5528">
                  <c:v>39455</c:v>
                </c:pt>
                <c:pt idx="5529">
                  <c:v>39454</c:v>
                </c:pt>
                <c:pt idx="5530">
                  <c:v>39453</c:v>
                </c:pt>
                <c:pt idx="5531">
                  <c:v>39452</c:v>
                </c:pt>
                <c:pt idx="5532">
                  <c:v>39451</c:v>
                </c:pt>
                <c:pt idx="5533">
                  <c:v>39450</c:v>
                </c:pt>
                <c:pt idx="5534">
                  <c:v>39449</c:v>
                </c:pt>
                <c:pt idx="5535">
                  <c:v>39448</c:v>
                </c:pt>
                <c:pt idx="5536">
                  <c:v>39447</c:v>
                </c:pt>
                <c:pt idx="5537">
                  <c:v>39446</c:v>
                </c:pt>
                <c:pt idx="5538">
                  <c:v>39445</c:v>
                </c:pt>
                <c:pt idx="5539">
                  <c:v>39444</c:v>
                </c:pt>
                <c:pt idx="5540">
                  <c:v>39443</c:v>
                </c:pt>
                <c:pt idx="5541">
                  <c:v>39442</c:v>
                </c:pt>
                <c:pt idx="5542">
                  <c:v>39441</c:v>
                </c:pt>
                <c:pt idx="5543">
                  <c:v>39440</c:v>
                </c:pt>
                <c:pt idx="5544">
                  <c:v>39439</c:v>
                </c:pt>
                <c:pt idx="5545">
                  <c:v>39438</c:v>
                </c:pt>
                <c:pt idx="5546">
                  <c:v>39437</c:v>
                </c:pt>
                <c:pt idx="5547">
                  <c:v>39436</c:v>
                </c:pt>
                <c:pt idx="5548">
                  <c:v>39435</c:v>
                </c:pt>
                <c:pt idx="5549">
                  <c:v>39434</c:v>
                </c:pt>
                <c:pt idx="5550">
                  <c:v>39433</c:v>
                </c:pt>
                <c:pt idx="5551">
                  <c:v>39432</c:v>
                </c:pt>
                <c:pt idx="5552">
                  <c:v>39431</c:v>
                </c:pt>
                <c:pt idx="5553">
                  <c:v>39430</c:v>
                </c:pt>
                <c:pt idx="5554">
                  <c:v>39429</c:v>
                </c:pt>
                <c:pt idx="5555">
                  <c:v>39428</c:v>
                </c:pt>
                <c:pt idx="5556">
                  <c:v>39427</c:v>
                </c:pt>
                <c:pt idx="5557">
                  <c:v>39426</c:v>
                </c:pt>
                <c:pt idx="5558">
                  <c:v>39425</c:v>
                </c:pt>
                <c:pt idx="5559">
                  <c:v>39424</c:v>
                </c:pt>
                <c:pt idx="5560">
                  <c:v>39423</c:v>
                </c:pt>
                <c:pt idx="5561">
                  <c:v>39422</c:v>
                </c:pt>
                <c:pt idx="5562">
                  <c:v>39421</c:v>
                </c:pt>
                <c:pt idx="5563">
                  <c:v>39420</c:v>
                </c:pt>
                <c:pt idx="5564">
                  <c:v>39419</c:v>
                </c:pt>
                <c:pt idx="5565">
                  <c:v>39418</c:v>
                </c:pt>
                <c:pt idx="5566">
                  <c:v>39417</c:v>
                </c:pt>
                <c:pt idx="5567">
                  <c:v>39416</c:v>
                </c:pt>
                <c:pt idx="5568">
                  <c:v>39415</c:v>
                </c:pt>
                <c:pt idx="5569">
                  <c:v>39414</c:v>
                </c:pt>
                <c:pt idx="5570">
                  <c:v>39413</c:v>
                </c:pt>
                <c:pt idx="5571">
                  <c:v>39412</c:v>
                </c:pt>
                <c:pt idx="5572">
                  <c:v>39411</c:v>
                </c:pt>
                <c:pt idx="5573">
                  <c:v>39410</c:v>
                </c:pt>
                <c:pt idx="5574">
                  <c:v>39409</c:v>
                </c:pt>
                <c:pt idx="5575">
                  <c:v>39408</c:v>
                </c:pt>
                <c:pt idx="5576">
                  <c:v>39407</c:v>
                </c:pt>
                <c:pt idx="5577">
                  <c:v>39406</c:v>
                </c:pt>
                <c:pt idx="5578">
                  <c:v>39405</c:v>
                </c:pt>
                <c:pt idx="5579">
                  <c:v>39404</c:v>
                </c:pt>
                <c:pt idx="5580">
                  <c:v>39403</c:v>
                </c:pt>
                <c:pt idx="5581">
                  <c:v>39402</c:v>
                </c:pt>
                <c:pt idx="5582">
                  <c:v>39401</c:v>
                </c:pt>
                <c:pt idx="5583">
                  <c:v>39400</c:v>
                </c:pt>
                <c:pt idx="5584">
                  <c:v>39399</c:v>
                </c:pt>
                <c:pt idx="5585">
                  <c:v>39398</c:v>
                </c:pt>
                <c:pt idx="5586">
                  <c:v>39397</c:v>
                </c:pt>
                <c:pt idx="5587">
                  <c:v>39396</c:v>
                </c:pt>
                <c:pt idx="5588">
                  <c:v>39395</c:v>
                </c:pt>
                <c:pt idx="5589">
                  <c:v>39394</c:v>
                </c:pt>
                <c:pt idx="5590">
                  <c:v>39393</c:v>
                </c:pt>
                <c:pt idx="5591">
                  <c:v>39392</c:v>
                </c:pt>
                <c:pt idx="5592">
                  <c:v>39391</c:v>
                </c:pt>
                <c:pt idx="5593">
                  <c:v>39390</c:v>
                </c:pt>
                <c:pt idx="5594">
                  <c:v>39389</c:v>
                </c:pt>
                <c:pt idx="5595">
                  <c:v>39388</c:v>
                </c:pt>
                <c:pt idx="5596">
                  <c:v>39387</c:v>
                </c:pt>
                <c:pt idx="5597">
                  <c:v>39386</c:v>
                </c:pt>
                <c:pt idx="5598">
                  <c:v>39385</c:v>
                </c:pt>
                <c:pt idx="5599">
                  <c:v>39384</c:v>
                </c:pt>
                <c:pt idx="5600">
                  <c:v>39383</c:v>
                </c:pt>
                <c:pt idx="5601">
                  <c:v>39382</c:v>
                </c:pt>
                <c:pt idx="5602">
                  <c:v>39381</c:v>
                </c:pt>
                <c:pt idx="5603">
                  <c:v>39380</c:v>
                </c:pt>
                <c:pt idx="5604">
                  <c:v>39379</c:v>
                </c:pt>
                <c:pt idx="5605">
                  <c:v>39378</c:v>
                </c:pt>
                <c:pt idx="5606">
                  <c:v>39377</c:v>
                </c:pt>
                <c:pt idx="5607">
                  <c:v>39376</c:v>
                </c:pt>
                <c:pt idx="5608">
                  <c:v>39375</c:v>
                </c:pt>
                <c:pt idx="5609">
                  <c:v>39374</c:v>
                </c:pt>
                <c:pt idx="5610">
                  <c:v>39373</c:v>
                </c:pt>
                <c:pt idx="5611">
                  <c:v>39372</c:v>
                </c:pt>
                <c:pt idx="5612">
                  <c:v>39371</c:v>
                </c:pt>
                <c:pt idx="5613">
                  <c:v>39370</c:v>
                </c:pt>
                <c:pt idx="5614">
                  <c:v>39369</c:v>
                </c:pt>
                <c:pt idx="5615">
                  <c:v>39368</c:v>
                </c:pt>
                <c:pt idx="5616">
                  <c:v>39367</c:v>
                </c:pt>
                <c:pt idx="5617">
                  <c:v>39366</c:v>
                </c:pt>
                <c:pt idx="5618">
                  <c:v>39365</c:v>
                </c:pt>
                <c:pt idx="5619">
                  <c:v>39364</c:v>
                </c:pt>
                <c:pt idx="5620">
                  <c:v>39363</c:v>
                </c:pt>
                <c:pt idx="5621">
                  <c:v>39362</c:v>
                </c:pt>
                <c:pt idx="5622">
                  <c:v>39361</c:v>
                </c:pt>
                <c:pt idx="5623">
                  <c:v>39360</c:v>
                </c:pt>
                <c:pt idx="5624">
                  <c:v>39359</c:v>
                </c:pt>
                <c:pt idx="5625">
                  <c:v>39358</c:v>
                </c:pt>
                <c:pt idx="5626">
                  <c:v>39357</c:v>
                </c:pt>
                <c:pt idx="5627">
                  <c:v>39356</c:v>
                </c:pt>
                <c:pt idx="5628">
                  <c:v>39355</c:v>
                </c:pt>
                <c:pt idx="5629">
                  <c:v>39354</c:v>
                </c:pt>
                <c:pt idx="5630">
                  <c:v>39353</c:v>
                </c:pt>
                <c:pt idx="5631">
                  <c:v>39352</c:v>
                </c:pt>
                <c:pt idx="5632">
                  <c:v>39351</c:v>
                </c:pt>
                <c:pt idx="5633">
                  <c:v>39350</c:v>
                </c:pt>
                <c:pt idx="5634">
                  <c:v>39349</c:v>
                </c:pt>
                <c:pt idx="5635">
                  <c:v>39348</c:v>
                </c:pt>
                <c:pt idx="5636">
                  <c:v>39347</c:v>
                </c:pt>
                <c:pt idx="5637">
                  <c:v>39346</c:v>
                </c:pt>
                <c:pt idx="5638">
                  <c:v>39345</c:v>
                </c:pt>
                <c:pt idx="5639">
                  <c:v>39344</c:v>
                </c:pt>
                <c:pt idx="5640">
                  <c:v>39343</c:v>
                </c:pt>
                <c:pt idx="5641">
                  <c:v>39342</c:v>
                </c:pt>
                <c:pt idx="5642">
                  <c:v>39341</c:v>
                </c:pt>
                <c:pt idx="5643">
                  <c:v>39340</c:v>
                </c:pt>
                <c:pt idx="5644">
                  <c:v>39339</c:v>
                </c:pt>
                <c:pt idx="5645">
                  <c:v>39338</c:v>
                </c:pt>
                <c:pt idx="5646">
                  <c:v>39337</c:v>
                </c:pt>
                <c:pt idx="5647">
                  <c:v>39336</c:v>
                </c:pt>
                <c:pt idx="5648">
                  <c:v>39335</c:v>
                </c:pt>
                <c:pt idx="5649">
                  <c:v>39334</c:v>
                </c:pt>
                <c:pt idx="5650">
                  <c:v>39333</c:v>
                </c:pt>
                <c:pt idx="5651">
                  <c:v>39332</c:v>
                </c:pt>
                <c:pt idx="5652">
                  <c:v>39331</c:v>
                </c:pt>
                <c:pt idx="5653">
                  <c:v>39330</c:v>
                </c:pt>
                <c:pt idx="5654">
                  <c:v>39329</c:v>
                </c:pt>
                <c:pt idx="5655">
                  <c:v>39328</c:v>
                </c:pt>
                <c:pt idx="5656">
                  <c:v>39327</c:v>
                </c:pt>
                <c:pt idx="5657">
                  <c:v>39326</c:v>
                </c:pt>
                <c:pt idx="5658">
                  <c:v>39325</c:v>
                </c:pt>
                <c:pt idx="5659">
                  <c:v>39324</c:v>
                </c:pt>
                <c:pt idx="5660">
                  <c:v>39323</c:v>
                </c:pt>
                <c:pt idx="5661">
                  <c:v>39322</c:v>
                </c:pt>
                <c:pt idx="5662">
                  <c:v>39321</c:v>
                </c:pt>
                <c:pt idx="5663">
                  <c:v>39320</c:v>
                </c:pt>
                <c:pt idx="5664">
                  <c:v>39319</c:v>
                </c:pt>
                <c:pt idx="5665">
                  <c:v>39318</c:v>
                </c:pt>
                <c:pt idx="5666">
                  <c:v>39317</c:v>
                </c:pt>
                <c:pt idx="5667">
                  <c:v>39316</c:v>
                </c:pt>
                <c:pt idx="5668">
                  <c:v>39315</c:v>
                </c:pt>
                <c:pt idx="5669">
                  <c:v>39314</c:v>
                </c:pt>
                <c:pt idx="5670">
                  <c:v>39313</c:v>
                </c:pt>
                <c:pt idx="5671">
                  <c:v>39312</c:v>
                </c:pt>
                <c:pt idx="5672">
                  <c:v>39311</c:v>
                </c:pt>
                <c:pt idx="5673">
                  <c:v>39310</c:v>
                </c:pt>
                <c:pt idx="5674">
                  <c:v>39309</c:v>
                </c:pt>
                <c:pt idx="5675">
                  <c:v>39308</c:v>
                </c:pt>
                <c:pt idx="5676">
                  <c:v>39307</c:v>
                </c:pt>
                <c:pt idx="5677">
                  <c:v>39306</c:v>
                </c:pt>
                <c:pt idx="5678">
                  <c:v>39305</c:v>
                </c:pt>
                <c:pt idx="5679">
                  <c:v>39304</c:v>
                </c:pt>
                <c:pt idx="5680">
                  <c:v>39303</c:v>
                </c:pt>
                <c:pt idx="5681">
                  <c:v>39302</c:v>
                </c:pt>
                <c:pt idx="5682">
                  <c:v>39301</c:v>
                </c:pt>
                <c:pt idx="5683">
                  <c:v>39300</c:v>
                </c:pt>
                <c:pt idx="5684">
                  <c:v>39299</c:v>
                </c:pt>
                <c:pt idx="5685">
                  <c:v>39298</c:v>
                </c:pt>
                <c:pt idx="5686">
                  <c:v>39297</c:v>
                </c:pt>
                <c:pt idx="5687">
                  <c:v>39296</c:v>
                </c:pt>
                <c:pt idx="5688">
                  <c:v>39295</c:v>
                </c:pt>
                <c:pt idx="5689">
                  <c:v>39294</c:v>
                </c:pt>
                <c:pt idx="5690">
                  <c:v>39293</c:v>
                </c:pt>
                <c:pt idx="5691">
                  <c:v>39292</c:v>
                </c:pt>
                <c:pt idx="5692">
                  <c:v>39291</c:v>
                </c:pt>
                <c:pt idx="5693">
                  <c:v>39290</c:v>
                </c:pt>
                <c:pt idx="5694">
                  <c:v>39289</c:v>
                </c:pt>
                <c:pt idx="5695">
                  <c:v>39288</c:v>
                </c:pt>
                <c:pt idx="5696">
                  <c:v>39287</c:v>
                </c:pt>
                <c:pt idx="5697">
                  <c:v>39286</c:v>
                </c:pt>
                <c:pt idx="5698">
                  <c:v>39285</c:v>
                </c:pt>
                <c:pt idx="5699">
                  <c:v>39284</c:v>
                </c:pt>
                <c:pt idx="5700">
                  <c:v>39283</c:v>
                </c:pt>
                <c:pt idx="5701">
                  <c:v>39282</c:v>
                </c:pt>
                <c:pt idx="5702">
                  <c:v>39281</c:v>
                </c:pt>
                <c:pt idx="5703">
                  <c:v>39280</c:v>
                </c:pt>
                <c:pt idx="5704">
                  <c:v>39279</c:v>
                </c:pt>
                <c:pt idx="5705">
                  <c:v>39278</c:v>
                </c:pt>
                <c:pt idx="5706">
                  <c:v>39277</c:v>
                </c:pt>
                <c:pt idx="5707">
                  <c:v>39276</c:v>
                </c:pt>
                <c:pt idx="5708">
                  <c:v>39275</c:v>
                </c:pt>
                <c:pt idx="5709">
                  <c:v>39274</c:v>
                </c:pt>
                <c:pt idx="5710">
                  <c:v>39273</c:v>
                </c:pt>
                <c:pt idx="5711">
                  <c:v>39272</c:v>
                </c:pt>
                <c:pt idx="5712">
                  <c:v>39271</c:v>
                </c:pt>
                <c:pt idx="5713">
                  <c:v>39270</c:v>
                </c:pt>
                <c:pt idx="5714">
                  <c:v>39269</c:v>
                </c:pt>
                <c:pt idx="5715">
                  <c:v>39268</c:v>
                </c:pt>
                <c:pt idx="5716">
                  <c:v>39267</c:v>
                </c:pt>
                <c:pt idx="5717">
                  <c:v>39266</c:v>
                </c:pt>
                <c:pt idx="5718">
                  <c:v>39265</c:v>
                </c:pt>
                <c:pt idx="5719">
                  <c:v>39264</c:v>
                </c:pt>
                <c:pt idx="5720">
                  <c:v>39263</c:v>
                </c:pt>
                <c:pt idx="5721">
                  <c:v>39262</c:v>
                </c:pt>
                <c:pt idx="5722">
                  <c:v>39261</c:v>
                </c:pt>
                <c:pt idx="5723">
                  <c:v>39260</c:v>
                </c:pt>
                <c:pt idx="5724">
                  <c:v>39259</c:v>
                </c:pt>
                <c:pt idx="5725">
                  <c:v>39258</c:v>
                </c:pt>
                <c:pt idx="5726">
                  <c:v>39257</c:v>
                </c:pt>
                <c:pt idx="5727">
                  <c:v>39256</c:v>
                </c:pt>
                <c:pt idx="5728">
                  <c:v>39255</c:v>
                </c:pt>
                <c:pt idx="5729">
                  <c:v>39254</c:v>
                </c:pt>
                <c:pt idx="5730">
                  <c:v>39253</c:v>
                </c:pt>
                <c:pt idx="5731">
                  <c:v>39252</c:v>
                </c:pt>
                <c:pt idx="5732">
                  <c:v>39251</c:v>
                </c:pt>
                <c:pt idx="5733">
                  <c:v>39250</c:v>
                </c:pt>
                <c:pt idx="5734">
                  <c:v>39249</c:v>
                </c:pt>
                <c:pt idx="5735">
                  <c:v>39248</c:v>
                </c:pt>
                <c:pt idx="5736">
                  <c:v>39247</c:v>
                </c:pt>
                <c:pt idx="5737">
                  <c:v>39246</c:v>
                </c:pt>
                <c:pt idx="5738">
                  <c:v>39245</c:v>
                </c:pt>
                <c:pt idx="5739">
                  <c:v>39244</c:v>
                </c:pt>
                <c:pt idx="5740">
                  <c:v>39243</c:v>
                </c:pt>
                <c:pt idx="5741">
                  <c:v>39242</c:v>
                </c:pt>
                <c:pt idx="5742">
                  <c:v>39241</c:v>
                </c:pt>
                <c:pt idx="5743">
                  <c:v>39240</c:v>
                </c:pt>
                <c:pt idx="5744">
                  <c:v>39239</c:v>
                </c:pt>
                <c:pt idx="5745">
                  <c:v>39238</c:v>
                </c:pt>
                <c:pt idx="5746">
                  <c:v>39237</c:v>
                </c:pt>
                <c:pt idx="5747">
                  <c:v>39236</c:v>
                </c:pt>
                <c:pt idx="5748">
                  <c:v>39235</c:v>
                </c:pt>
                <c:pt idx="5749">
                  <c:v>39234</c:v>
                </c:pt>
                <c:pt idx="5750">
                  <c:v>39233</c:v>
                </c:pt>
                <c:pt idx="5751">
                  <c:v>39232</c:v>
                </c:pt>
                <c:pt idx="5752">
                  <c:v>39231</c:v>
                </c:pt>
                <c:pt idx="5753">
                  <c:v>39230</c:v>
                </c:pt>
                <c:pt idx="5754">
                  <c:v>39229</c:v>
                </c:pt>
                <c:pt idx="5755">
                  <c:v>39228</c:v>
                </c:pt>
                <c:pt idx="5756">
                  <c:v>39227</c:v>
                </c:pt>
                <c:pt idx="5757">
                  <c:v>39226</c:v>
                </c:pt>
                <c:pt idx="5758">
                  <c:v>39225</c:v>
                </c:pt>
                <c:pt idx="5759">
                  <c:v>39224</c:v>
                </c:pt>
                <c:pt idx="5760">
                  <c:v>39223</c:v>
                </c:pt>
                <c:pt idx="5761">
                  <c:v>39222</c:v>
                </c:pt>
                <c:pt idx="5762">
                  <c:v>39221</c:v>
                </c:pt>
                <c:pt idx="5763">
                  <c:v>39220</c:v>
                </c:pt>
                <c:pt idx="5764">
                  <c:v>39219</c:v>
                </c:pt>
                <c:pt idx="5765">
                  <c:v>39218</c:v>
                </c:pt>
                <c:pt idx="5766">
                  <c:v>39217</c:v>
                </c:pt>
                <c:pt idx="5767">
                  <c:v>39216</c:v>
                </c:pt>
                <c:pt idx="5768">
                  <c:v>39215</c:v>
                </c:pt>
                <c:pt idx="5769">
                  <c:v>39214</c:v>
                </c:pt>
                <c:pt idx="5770">
                  <c:v>39213</c:v>
                </c:pt>
                <c:pt idx="5771">
                  <c:v>39212</c:v>
                </c:pt>
                <c:pt idx="5772">
                  <c:v>39211</c:v>
                </c:pt>
                <c:pt idx="5773">
                  <c:v>39210</c:v>
                </c:pt>
                <c:pt idx="5774">
                  <c:v>39209</c:v>
                </c:pt>
                <c:pt idx="5775">
                  <c:v>39208</c:v>
                </c:pt>
                <c:pt idx="5776">
                  <c:v>39207</c:v>
                </c:pt>
                <c:pt idx="5777">
                  <c:v>39206</c:v>
                </c:pt>
                <c:pt idx="5778">
                  <c:v>39205</c:v>
                </c:pt>
                <c:pt idx="5779">
                  <c:v>39204</c:v>
                </c:pt>
                <c:pt idx="5780">
                  <c:v>39203</c:v>
                </c:pt>
                <c:pt idx="5781">
                  <c:v>39202</c:v>
                </c:pt>
                <c:pt idx="5782">
                  <c:v>39201</c:v>
                </c:pt>
                <c:pt idx="5783">
                  <c:v>39200</c:v>
                </c:pt>
                <c:pt idx="5784">
                  <c:v>39199</c:v>
                </c:pt>
                <c:pt idx="5785">
                  <c:v>39198</c:v>
                </c:pt>
                <c:pt idx="5786">
                  <c:v>39197</c:v>
                </c:pt>
                <c:pt idx="5787">
                  <c:v>39196</c:v>
                </c:pt>
                <c:pt idx="5788">
                  <c:v>39195</c:v>
                </c:pt>
                <c:pt idx="5789">
                  <c:v>39194</c:v>
                </c:pt>
                <c:pt idx="5790">
                  <c:v>39193</c:v>
                </c:pt>
                <c:pt idx="5791">
                  <c:v>39192</c:v>
                </c:pt>
                <c:pt idx="5792">
                  <c:v>39191</c:v>
                </c:pt>
                <c:pt idx="5793">
                  <c:v>39190</c:v>
                </c:pt>
                <c:pt idx="5794">
                  <c:v>39189</c:v>
                </c:pt>
                <c:pt idx="5795">
                  <c:v>39188</c:v>
                </c:pt>
                <c:pt idx="5796">
                  <c:v>39187</c:v>
                </c:pt>
                <c:pt idx="5797">
                  <c:v>39186</c:v>
                </c:pt>
                <c:pt idx="5798">
                  <c:v>39185</c:v>
                </c:pt>
                <c:pt idx="5799">
                  <c:v>39184</c:v>
                </c:pt>
                <c:pt idx="5800">
                  <c:v>39183</c:v>
                </c:pt>
                <c:pt idx="5801">
                  <c:v>39182</c:v>
                </c:pt>
                <c:pt idx="5802">
                  <c:v>39181</c:v>
                </c:pt>
                <c:pt idx="5803">
                  <c:v>39180</c:v>
                </c:pt>
                <c:pt idx="5804">
                  <c:v>39179</c:v>
                </c:pt>
                <c:pt idx="5805">
                  <c:v>39178</c:v>
                </c:pt>
                <c:pt idx="5806">
                  <c:v>39177</c:v>
                </c:pt>
                <c:pt idx="5807">
                  <c:v>39176</c:v>
                </c:pt>
                <c:pt idx="5808">
                  <c:v>39175</c:v>
                </c:pt>
                <c:pt idx="5809">
                  <c:v>39174</c:v>
                </c:pt>
                <c:pt idx="5810">
                  <c:v>39173</c:v>
                </c:pt>
                <c:pt idx="5811">
                  <c:v>39172</c:v>
                </c:pt>
                <c:pt idx="5812">
                  <c:v>39171</c:v>
                </c:pt>
                <c:pt idx="5813">
                  <c:v>39170</c:v>
                </c:pt>
                <c:pt idx="5814">
                  <c:v>39169</c:v>
                </c:pt>
                <c:pt idx="5815">
                  <c:v>39168</c:v>
                </c:pt>
                <c:pt idx="5816">
                  <c:v>39167</c:v>
                </c:pt>
                <c:pt idx="5817">
                  <c:v>39166</c:v>
                </c:pt>
                <c:pt idx="5818">
                  <c:v>39165</c:v>
                </c:pt>
                <c:pt idx="5819">
                  <c:v>39164</c:v>
                </c:pt>
                <c:pt idx="5820">
                  <c:v>39163</c:v>
                </c:pt>
                <c:pt idx="5821">
                  <c:v>39162</c:v>
                </c:pt>
                <c:pt idx="5822">
                  <c:v>39161</c:v>
                </c:pt>
                <c:pt idx="5823">
                  <c:v>39160</c:v>
                </c:pt>
                <c:pt idx="5824">
                  <c:v>39159</c:v>
                </c:pt>
                <c:pt idx="5825">
                  <c:v>39158</c:v>
                </c:pt>
                <c:pt idx="5826">
                  <c:v>39157</c:v>
                </c:pt>
                <c:pt idx="5827">
                  <c:v>39156</c:v>
                </c:pt>
                <c:pt idx="5828">
                  <c:v>39155</c:v>
                </c:pt>
                <c:pt idx="5829">
                  <c:v>39154</c:v>
                </c:pt>
                <c:pt idx="5830">
                  <c:v>39153</c:v>
                </c:pt>
                <c:pt idx="5831">
                  <c:v>39152</c:v>
                </c:pt>
                <c:pt idx="5832">
                  <c:v>39151</c:v>
                </c:pt>
                <c:pt idx="5833">
                  <c:v>39150</c:v>
                </c:pt>
                <c:pt idx="5834">
                  <c:v>39149</c:v>
                </c:pt>
                <c:pt idx="5835">
                  <c:v>39148</c:v>
                </c:pt>
                <c:pt idx="5836">
                  <c:v>39147</c:v>
                </c:pt>
                <c:pt idx="5837">
                  <c:v>39146</c:v>
                </c:pt>
                <c:pt idx="5838">
                  <c:v>39145</c:v>
                </c:pt>
                <c:pt idx="5839">
                  <c:v>39144</c:v>
                </c:pt>
                <c:pt idx="5840">
                  <c:v>39143</c:v>
                </c:pt>
                <c:pt idx="5841">
                  <c:v>39142</c:v>
                </c:pt>
                <c:pt idx="5842">
                  <c:v>39141</c:v>
                </c:pt>
                <c:pt idx="5843">
                  <c:v>39140</c:v>
                </c:pt>
                <c:pt idx="5844">
                  <c:v>39139</c:v>
                </c:pt>
                <c:pt idx="5845">
                  <c:v>39138</c:v>
                </c:pt>
                <c:pt idx="5846">
                  <c:v>39137</c:v>
                </c:pt>
                <c:pt idx="5847">
                  <c:v>39136</c:v>
                </c:pt>
                <c:pt idx="5848">
                  <c:v>39135</c:v>
                </c:pt>
                <c:pt idx="5849">
                  <c:v>39134</c:v>
                </c:pt>
                <c:pt idx="5850">
                  <c:v>39133</c:v>
                </c:pt>
                <c:pt idx="5851">
                  <c:v>39132</c:v>
                </c:pt>
                <c:pt idx="5852">
                  <c:v>39131</c:v>
                </c:pt>
                <c:pt idx="5853">
                  <c:v>39130</c:v>
                </c:pt>
                <c:pt idx="5854">
                  <c:v>39129</c:v>
                </c:pt>
                <c:pt idx="5855">
                  <c:v>39128</c:v>
                </c:pt>
                <c:pt idx="5856">
                  <c:v>39127</c:v>
                </c:pt>
                <c:pt idx="5857">
                  <c:v>39126</c:v>
                </c:pt>
                <c:pt idx="5858">
                  <c:v>39125</c:v>
                </c:pt>
                <c:pt idx="5859">
                  <c:v>39124</c:v>
                </c:pt>
                <c:pt idx="5860">
                  <c:v>39123</c:v>
                </c:pt>
                <c:pt idx="5861">
                  <c:v>39122</c:v>
                </c:pt>
                <c:pt idx="5862">
                  <c:v>39121</c:v>
                </c:pt>
                <c:pt idx="5863">
                  <c:v>39120</c:v>
                </c:pt>
                <c:pt idx="5864">
                  <c:v>39119</c:v>
                </c:pt>
                <c:pt idx="5865">
                  <c:v>39118</c:v>
                </c:pt>
                <c:pt idx="5866">
                  <c:v>39117</c:v>
                </c:pt>
                <c:pt idx="5867">
                  <c:v>39116</c:v>
                </c:pt>
                <c:pt idx="5868">
                  <c:v>39115</c:v>
                </c:pt>
                <c:pt idx="5869">
                  <c:v>39114</c:v>
                </c:pt>
                <c:pt idx="5870">
                  <c:v>39113</c:v>
                </c:pt>
                <c:pt idx="5871">
                  <c:v>39112</c:v>
                </c:pt>
                <c:pt idx="5872">
                  <c:v>39111</c:v>
                </c:pt>
                <c:pt idx="5873">
                  <c:v>39110</c:v>
                </c:pt>
                <c:pt idx="5874">
                  <c:v>39109</c:v>
                </c:pt>
                <c:pt idx="5875">
                  <c:v>39108</c:v>
                </c:pt>
                <c:pt idx="5876">
                  <c:v>39107</c:v>
                </c:pt>
                <c:pt idx="5877">
                  <c:v>39106</c:v>
                </c:pt>
                <c:pt idx="5878">
                  <c:v>39105</c:v>
                </c:pt>
                <c:pt idx="5879">
                  <c:v>39104</c:v>
                </c:pt>
                <c:pt idx="5880">
                  <c:v>39103</c:v>
                </c:pt>
                <c:pt idx="5881">
                  <c:v>39102</c:v>
                </c:pt>
                <c:pt idx="5882">
                  <c:v>39101</c:v>
                </c:pt>
                <c:pt idx="5883">
                  <c:v>39100</c:v>
                </c:pt>
                <c:pt idx="5884">
                  <c:v>39099</c:v>
                </c:pt>
                <c:pt idx="5885">
                  <c:v>39098</c:v>
                </c:pt>
                <c:pt idx="5886">
                  <c:v>39097</c:v>
                </c:pt>
                <c:pt idx="5887">
                  <c:v>39096</c:v>
                </c:pt>
                <c:pt idx="5888">
                  <c:v>39095</c:v>
                </c:pt>
                <c:pt idx="5889">
                  <c:v>39094</c:v>
                </c:pt>
                <c:pt idx="5890">
                  <c:v>39093</c:v>
                </c:pt>
                <c:pt idx="5891">
                  <c:v>39092</c:v>
                </c:pt>
                <c:pt idx="5892">
                  <c:v>39091</c:v>
                </c:pt>
                <c:pt idx="5893">
                  <c:v>39090</c:v>
                </c:pt>
                <c:pt idx="5894">
                  <c:v>39089</c:v>
                </c:pt>
                <c:pt idx="5895">
                  <c:v>39088</c:v>
                </c:pt>
                <c:pt idx="5896">
                  <c:v>39087</c:v>
                </c:pt>
                <c:pt idx="5897">
                  <c:v>39086</c:v>
                </c:pt>
                <c:pt idx="5898">
                  <c:v>39085</c:v>
                </c:pt>
                <c:pt idx="5899">
                  <c:v>39084</c:v>
                </c:pt>
                <c:pt idx="5900">
                  <c:v>39083</c:v>
                </c:pt>
                <c:pt idx="5901">
                  <c:v>39082</c:v>
                </c:pt>
                <c:pt idx="5902">
                  <c:v>39081</c:v>
                </c:pt>
                <c:pt idx="5903">
                  <c:v>39080</c:v>
                </c:pt>
                <c:pt idx="5904">
                  <c:v>39079</c:v>
                </c:pt>
                <c:pt idx="5905">
                  <c:v>39078</c:v>
                </c:pt>
                <c:pt idx="5906">
                  <c:v>39077</c:v>
                </c:pt>
                <c:pt idx="5907">
                  <c:v>39076</c:v>
                </c:pt>
                <c:pt idx="5908">
                  <c:v>39075</c:v>
                </c:pt>
                <c:pt idx="5909">
                  <c:v>39074</c:v>
                </c:pt>
                <c:pt idx="5910">
                  <c:v>39073</c:v>
                </c:pt>
                <c:pt idx="5911">
                  <c:v>39072</c:v>
                </c:pt>
                <c:pt idx="5912">
                  <c:v>39071</c:v>
                </c:pt>
                <c:pt idx="5913">
                  <c:v>39070</c:v>
                </c:pt>
                <c:pt idx="5914">
                  <c:v>39069</c:v>
                </c:pt>
                <c:pt idx="5915">
                  <c:v>39068</c:v>
                </c:pt>
                <c:pt idx="5916">
                  <c:v>39067</c:v>
                </c:pt>
                <c:pt idx="5917">
                  <c:v>39066</c:v>
                </c:pt>
                <c:pt idx="5918">
                  <c:v>39065</c:v>
                </c:pt>
                <c:pt idx="5919">
                  <c:v>39064</c:v>
                </c:pt>
                <c:pt idx="5920">
                  <c:v>39063</c:v>
                </c:pt>
                <c:pt idx="5921">
                  <c:v>39062</c:v>
                </c:pt>
                <c:pt idx="5922">
                  <c:v>39061</c:v>
                </c:pt>
                <c:pt idx="5923">
                  <c:v>39060</c:v>
                </c:pt>
                <c:pt idx="5924">
                  <c:v>39059</c:v>
                </c:pt>
                <c:pt idx="5925">
                  <c:v>39058</c:v>
                </c:pt>
                <c:pt idx="5926">
                  <c:v>39057</c:v>
                </c:pt>
                <c:pt idx="5927">
                  <c:v>39056</c:v>
                </c:pt>
                <c:pt idx="5928">
                  <c:v>39055</c:v>
                </c:pt>
                <c:pt idx="5929">
                  <c:v>39054</c:v>
                </c:pt>
                <c:pt idx="5930">
                  <c:v>39053</c:v>
                </c:pt>
                <c:pt idx="5931">
                  <c:v>39052</c:v>
                </c:pt>
                <c:pt idx="5932">
                  <c:v>39051</c:v>
                </c:pt>
                <c:pt idx="5933">
                  <c:v>39050</c:v>
                </c:pt>
                <c:pt idx="5934">
                  <c:v>39049</c:v>
                </c:pt>
                <c:pt idx="5935">
                  <c:v>39048</c:v>
                </c:pt>
                <c:pt idx="5936">
                  <c:v>39047</c:v>
                </c:pt>
                <c:pt idx="5937">
                  <c:v>39046</c:v>
                </c:pt>
                <c:pt idx="5938">
                  <c:v>39045</c:v>
                </c:pt>
                <c:pt idx="5939">
                  <c:v>39044</c:v>
                </c:pt>
                <c:pt idx="5940">
                  <c:v>39043</c:v>
                </c:pt>
                <c:pt idx="5941">
                  <c:v>39042</c:v>
                </c:pt>
                <c:pt idx="5942">
                  <c:v>39041</c:v>
                </c:pt>
                <c:pt idx="5943">
                  <c:v>39040</c:v>
                </c:pt>
                <c:pt idx="5944">
                  <c:v>39039</c:v>
                </c:pt>
                <c:pt idx="5945">
                  <c:v>39038</c:v>
                </c:pt>
                <c:pt idx="5946">
                  <c:v>39037</c:v>
                </c:pt>
                <c:pt idx="5947">
                  <c:v>39036</c:v>
                </c:pt>
                <c:pt idx="5948">
                  <c:v>39035</c:v>
                </c:pt>
                <c:pt idx="5949">
                  <c:v>39034</c:v>
                </c:pt>
                <c:pt idx="5950">
                  <c:v>39033</c:v>
                </c:pt>
                <c:pt idx="5951">
                  <c:v>39032</c:v>
                </c:pt>
                <c:pt idx="5952">
                  <c:v>39031</c:v>
                </c:pt>
                <c:pt idx="5953">
                  <c:v>39030</c:v>
                </c:pt>
                <c:pt idx="5954">
                  <c:v>39029</c:v>
                </c:pt>
                <c:pt idx="5955">
                  <c:v>39028</c:v>
                </c:pt>
                <c:pt idx="5956">
                  <c:v>39027</c:v>
                </c:pt>
                <c:pt idx="5957">
                  <c:v>39026</c:v>
                </c:pt>
                <c:pt idx="5958">
                  <c:v>39025</c:v>
                </c:pt>
                <c:pt idx="5959">
                  <c:v>39024</c:v>
                </c:pt>
                <c:pt idx="5960">
                  <c:v>39023</c:v>
                </c:pt>
                <c:pt idx="5961">
                  <c:v>39022</c:v>
                </c:pt>
                <c:pt idx="5962">
                  <c:v>39021</c:v>
                </c:pt>
                <c:pt idx="5963">
                  <c:v>39020</c:v>
                </c:pt>
                <c:pt idx="5964">
                  <c:v>39019</c:v>
                </c:pt>
                <c:pt idx="5965">
                  <c:v>39018</c:v>
                </c:pt>
                <c:pt idx="5966">
                  <c:v>39017</c:v>
                </c:pt>
                <c:pt idx="5967">
                  <c:v>39016</c:v>
                </c:pt>
                <c:pt idx="5968">
                  <c:v>39015</c:v>
                </c:pt>
                <c:pt idx="5969">
                  <c:v>39014</c:v>
                </c:pt>
                <c:pt idx="5970">
                  <c:v>39013</c:v>
                </c:pt>
                <c:pt idx="5971">
                  <c:v>39012</c:v>
                </c:pt>
                <c:pt idx="5972">
                  <c:v>39011</c:v>
                </c:pt>
                <c:pt idx="5973">
                  <c:v>39010</c:v>
                </c:pt>
                <c:pt idx="5974">
                  <c:v>39009</c:v>
                </c:pt>
                <c:pt idx="5975">
                  <c:v>39008</c:v>
                </c:pt>
                <c:pt idx="5976">
                  <c:v>39007</c:v>
                </c:pt>
                <c:pt idx="5977">
                  <c:v>39006</c:v>
                </c:pt>
                <c:pt idx="5978">
                  <c:v>39005</c:v>
                </c:pt>
                <c:pt idx="5979">
                  <c:v>39004</c:v>
                </c:pt>
                <c:pt idx="5980">
                  <c:v>39003</c:v>
                </c:pt>
                <c:pt idx="5981">
                  <c:v>39002</c:v>
                </c:pt>
                <c:pt idx="5982">
                  <c:v>39001</c:v>
                </c:pt>
                <c:pt idx="5983">
                  <c:v>39000</c:v>
                </c:pt>
                <c:pt idx="5984">
                  <c:v>38999</c:v>
                </c:pt>
                <c:pt idx="5985">
                  <c:v>38998</c:v>
                </c:pt>
                <c:pt idx="5986">
                  <c:v>38997</c:v>
                </c:pt>
                <c:pt idx="5987">
                  <c:v>38996</c:v>
                </c:pt>
                <c:pt idx="5988">
                  <c:v>38995</c:v>
                </c:pt>
                <c:pt idx="5989">
                  <c:v>38994</c:v>
                </c:pt>
                <c:pt idx="5990">
                  <c:v>38993</c:v>
                </c:pt>
                <c:pt idx="5991">
                  <c:v>38992</c:v>
                </c:pt>
                <c:pt idx="5992">
                  <c:v>38991</c:v>
                </c:pt>
                <c:pt idx="5993">
                  <c:v>38990</c:v>
                </c:pt>
                <c:pt idx="5994">
                  <c:v>38989</c:v>
                </c:pt>
                <c:pt idx="5995">
                  <c:v>38988</c:v>
                </c:pt>
                <c:pt idx="5996">
                  <c:v>38987</c:v>
                </c:pt>
                <c:pt idx="5997">
                  <c:v>38986</c:v>
                </c:pt>
                <c:pt idx="5998">
                  <c:v>38985</c:v>
                </c:pt>
                <c:pt idx="5999">
                  <c:v>38984</c:v>
                </c:pt>
                <c:pt idx="6000">
                  <c:v>38983</c:v>
                </c:pt>
                <c:pt idx="6001">
                  <c:v>38982</c:v>
                </c:pt>
                <c:pt idx="6002">
                  <c:v>38981</c:v>
                </c:pt>
                <c:pt idx="6003">
                  <c:v>38980</c:v>
                </c:pt>
                <c:pt idx="6004">
                  <c:v>38979</c:v>
                </c:pt>
                <c:pt idx="6005">
                  <c:v>38978</c:v>
                </c:pt>
                <c:pt idx="6006">
                  <c:v>38977</c:v>
                </c:pt>
                <c:pt idx="6007">
                  <c:v>38976</c:v>
                </c:pt>
                <c:pt idx="6008">
                  <c:v>38975</c:v>
                </c:pt>
                <c:pt idx="6009">
                  <c:v>38974</c:v>
                </c:pt>
                <c:pt idx="6010">
                  <c:v>38973</c:v>
                </c:pt>
                <c:pt idx="6011">
                  <c:v>38972</c:v>
                </c:pt>
                <c:pt idx="6012">
                  <c:v>38971</c:v>
                </c:pt>
                <c:pt idx="6013">
                  <c:v>38970</c:v>
                </c:pt>
                <c:pt idx="6014">
                  <c:v>38969</c:v>
                </c:pt>
                <c:pt idx="6015">
                  <c:v>38968</c:v>
                </c:pt>
                <c:pt idx="6016">
                  <c:v>38967</c:v>
                </c:pt>
                <c:pt idx="6017">
                  <c:v>38966</c:v>
                </c:pt>
                <c:pt idx="6018">
                  <c:v>38965</c:v>
                </c:pt>
                <c:pt idx="6019">
                  <c:v>38964</c:v>
                </c:pt>
                <c:pt idx="6020">
                  <c:v>38963</c:v>
                </c:pt>
                <c:pt idx="6021">
                  <c:v>38962</c:v>
                </c:pt>
                <c:pt idx="6022">
                  <c:v>38961</c:v>
                </c:pt>
                <c:pt idx="6023">
                  <c:v>38960</c:v>
                </c:pt>
                <c:pt idx="6024">
                  <c:v>38959</c:v>
                </c:pt>
                <c:pt idx="6025">
                  <c:v>38958</c:v>
                </c:pt>
                <c:pt idx="6026">
                  <c:v>38957</c:v>
                </c:pt>
                <c:pt idx="6027">
                  <c:v>38956</c:v>
                </c:pt>
                <c:pt idx="6028">
                  <c:v>38955</c:v>
                </c:pt>
                <c:pt idx="6029">
                  <c:v>38954</c:v>
                </c:pt>
                <c:pt idx="6030">
                  <c:v>38953</c:v>
                </c:pt>
                <c:pt idx="6031">
                  <c:v>38952</c:v>
                </c:pt>
                <c:pt idx="6032">
                  <c:v>38951</c:v>
                </c:pt>
                <c:pt idx="6033">
                  <c:v>38950</c:v>
                </c:pt>
                <c:pt idx="6034">
                  <c:v>38949</c:v>
                </c:pt>
                <c:pt idx="6035">
                  <c:v>38948</c:v>
                </c:pt>
                <c:pt idx="6036">
                  <c:v>38947</c:v>
                </c:pt>
                <c:pt idx="6037">
                  <c:v>38946</c:v>
                </c:pt>
                <c:pt idx="6038">
                  <c:v>38945</c:v>
                </c:pt>
                <c:pt idx="6039">
                  <c:v>38944</c:v>
                </c:pt>
                <c:pt idx="6040">
                  <c:v>38943</c:v>
                </c:pt>
                <c:pt idx="6041">
                  <c:v>38942</c:v>
                </c:pt>
                <c:pt idx="6042">
                  <c:v>38941</c:v>
                </c:pt>
                <c:pt idx="6043">
                  <c:v>38940</c:v>
                </c:pt>
                <c:pt idx="6044">
                  <c:v>38939</c:v>
                </c:pt>
                <c:pt idx="6045">
                  <c:v>38938</c:v>
                </c:pt>
                <c:pt idx="6046">
                  <c:v>38937</c:v>
                </c:pt>
                <c:pt idx="6047">
                  <c:v>38936</c:v>
                </c:pt>
                <c:pt idx="6048">
                  <c:v>38935</c:v>
                </c:pt>
                <c:pt idx="6049">
                  <c:v>38934</c:v>
                </c:pt>
                <c:pt idx="6050">
                  <c:v>38933</c:v>
                </c:pt>
                <c:pt idx="6051">
                  <c:v>38932</c:v>
                </c:pt>
                <c:pt idx="6052">
                  <c:v>38931</c:v>
                </c:pt>
                <c:pt idx="6053">
                  <c:v>38930</c:v>
                </c:pt>
                <c:pt idx="6054">
                  <c:v>38929</c:v>
                </c:pt>
                <c:pt idx="6055">
                  <c:v>38928</c:v>
                </c:pt>
                <c:pt idx="6056">
                  <c:v>38927</c:v>
                </c:pt>
                <c:pt idx="6057">
                  <c:v>38926</c:v>
                </c:pt>
                <c:pt idx="6058">
                  <c:v>38925</c:v>
                </c:pt>
                <c:pt idx="6059">
                  <c:v>38924</c:v>
                </c:pt>
                <c:pt idx="6060">
                  <c:v>38923</c:v>
                </c:pt>
                <c:pt idx="6061">
                  <c:v>38922</c:v>
                </c:pt>
                <c:pt idx="6062">
                  <c:v>38921</c:v>
                </c:pt>
                <c:pt idx="6063">
                  <c:v>38920</c:v>
                </c:pt>
                <c:pt idx="6064">
                  <c:v>38919</c:v>
                </c:pt>
                <c:pt idx="6065">
                  <c:v>38918</c:v>
                </c:pt>
                <c:pt idx="6066">
                  <c:v>38917</c:v>
                </c:pt>
                <c:pt idx="6067">
                  <c:v>38916</c:v>
                </c:pt>
                <c:pt idx="6068">
                  <c:v>38915</c:v>
                </c:pt>
                <c:pt idx="6069">
                  <c:v>38914</c:v>
                </c:pt>
                <c:pt idx="6070">
                  <c:v>38913</c:v>
                </c:pt>
                <c:pt idx="6071">
                  <c:v>38912</c:v>
                </c:pt>
                <c:pt idx="6072">
                  <c:v>38911</c:v>
                </c:pt>
                <c:pt idx="6073">
                  <c:v>38910</c:v>
                </c:pt>
                <c:pt idx="6074">
                  <c:v>38909</c:v>
                </c:pt>
                <c:pt idx="6075">
                  <c:v>38908</c:v>
                </c:pt>
                <c:pt idx="6076">
                  <c:v>38907</c:v>
                </c:pt>
                <c:pt idx="6077">
                  <c:v>38906</c:v>
                </c:pt>
                <c:pt idx="6078">
                  <c:v>38905</c:v>
                </c:pt>
                <c:pt idx="6079">
                  <c:v>38904</c:v>
                </c:pt>
                <c:pt idx="6080">
                  <c:v>38903</c:v>
                </c:pt>
                <c:pt idx="6081">
                  <c:v>38902</c:v>
                </c:pt>
                <c:pt idx="6082">
                  <c:v>38901</c:v>
                </c:pt>
                <c:pt idx="6083">
                  <c:v>38900</c:v>
                </c:pt>
                <c:pt idx="6084">
                  <c:v>38899</c:v>
                </c:pt>
                <c:pt idx="6085">
                  <c:v>38898</c:v>
                </c:pt>
                <c:pt idx="6086">
                  <c:v>38897</c:v>
                </c:pt>
                <c:pt idx="6087">
                  <c:v>38896</c:v>
                </c:pt>
                <c:pt idx="6088">
                  <c:v>38895</c:v>
                </c:pt>
                <c:pt idx="6089">
                  <c:v>38894</c:v>
                </c:pt>
                <c:pt idx="6090">
                  <c:v>38893</c:v>
                </c:pt>
                <c:pt idx="6091">
                  <c:v>38892</c:v>
                </c:pt>
                <c:pt idx="6092">
                  <c:v>38891</c:v>
                </c:pt>
                <c:pt idx="6093">
                  <c:v>38890</c:v>
                </c:pt>
                <c:pt idx="6094">
                  <c:v>38889</c:v>
                </c:pt>
                <c:pt idx="6095">
                  <c:v>38888</c:v>
                </c:pt>
                <c:pt idx="6096">
                  <c:v>38887</c:v>
                </c:pt>
                <c:pt idx="6097">
                  <c:v>38886</c:v>
                </c:pt>
                <c:pt idx="6098">
                  <c:v>38885</c:v>
                </c:pt>
                <c:pt idx="6099">
                  <c:v>38884</c:v>
                </c:pt>
                <c:pt idx="6100">
                  <c:v>38883</c:v>
                </c:pt>
                <c:pt idx="6101">
                  <c:v>38882</c:v>
                </c:pt>
                <c:pt idx="6102">
                  <c:v>38881</c:v>
                </c:pt>
                <c:pt idx="6103">
                  <c:v>38880</c:v>
                </c:pt>
                <c:pt idx="6104">
                  <c:v>38879</c:v>
                </c:pt>
                <c:pt idx="6105">
                  <c:v>38878</c:v>
                </c:pt>
                <c:pt idx="6106">
                  <c:v>38877</c:v>
                </c:pt>
                <c:pt idx="6107">
                  <c:v>38876</c:v>
                </c:pt>
                <c:pt idx="6108">
                  <c:v>38875</c:v>
                </c:pt>
                <c:pt idx="6109">
                  <c:v>38874</c:v>
                </c:pt>
                <c:pt idx="6110">
                  <c:v>38873</c:v>
                </c:pt>
                <c:pt idx="6111">
                  <c:v>38872</c:v>
                </c:pt>
                <c:pt idx="6112">
                  <c:v>38871</c:v>
                </c:pt>
                <c:pt idx="6113">
                  <c:v>38870</c:v>
                </c:pt>
                <c:pt idx="6114">
                  <c:v>38869</c:v>
                </c:pt>
                <c:pt idx="6115">
                  <c:v>38868</c:v>
                </c:pt>
                <c:pt idx="6116">
                  <c:v>38867</c:v>
                </c:pt>
                <c:pt idx="6117">
                  <c:v>38866</c:v>
                </c:pt>
                <c:pt idx="6118">
                  <c:v>38865</c:v>
                </c:pt>
                <c:pt idx="6119">
                  <c:v>38864</c:v>
                </c:pt>
                <c:pt idx="6120">
                  <c:v>38863</c:v>
                </c:pt>
                <c:pt idx="6121">
                  <c:v>38862</c:v>
                </c:pt>
                <c:pt idx="6122">
                  <c:v>38861</c:v>
                </c:pt>
                <c:pt idx="6123">
                  <c:v>38860</c:v>
                </c:pt>
                <c:pt idx="6124">
                  <c:v>38859</c:v>
                </c:pt>
                <c:pt idx="6125">
                  <c:v>38858</c:v>
                </c:pt>
                <c:pt idx="6126">
                  <c:v>38857</c:v>
                </c:pt>
                <c:pt idx="6127">
                  <c:v>38856</c:v>
                </c:pt>
                <c:pt idx="6128">
                  <c:v>38855</c:v>
                </c:pt>
                <c:pt idx="6129">
                  <c:v>38854</c:v>
                </c:pt>
                <c:pt idx="6130">
                  <c:v>38853</c:v>
                </c:pt>
                <c:pt idx="6131">
                  <c:v>38852</c:v>
                </c:pt>
                <c:pt idx="6132">
                  <c:v>38851</c:v>
                </c:pt>
                <c:pt idx="6133">
                  <c:v>38850</c:v>
                </c:pt>
                <c:pt idx="6134">
                  <c:v>38849</c:v>
                </c:pt>
                <c:pt idx="6135">
                  <c:v>38848</c:v>
                </c:pt>
                <c:pt idx="6136">
                  <c:v>38847</c:v>
                </c:pt>
                <c:pt idx="6137">
                  <c:v>38846</c:v>
                </c:pt>
                <c:pt idx="6138">
                  <c:v>38845</c:v>
                </c:pt>
                <c:pt idx="6139">
                  <c:v>38844</c:v>
                </c:pt>
                <c:pt idx="6140">
                  <c:v>38843</c:v>
                </c:pt>
                <c:pt idx="6141">
                  <c:v>38842</c:v>
                </c:pt>
                <c:pt idx="6142">
                  <c:v>38841</c:v>
                </c:pt>
                <c:pt idx="6143">
                  <c:v>38840</c:v>
                </c:pt>
                <c:pt idx="6144">
                  <c:v>38839</c:v>
                </c:pt>
                <c:pt idx="6145">
                  <c:v>38838</c:v>
                </c:pt>
                <c:pt idx="6146">
                  <c:v>38837</c:v>
                </c:pt>
                <c:pt idx="6147">
                  <c:v>38836</c:v>
                </c:pt>
                <c:pt idx="6148">
                  <c:v>38835</c:v>
                </c:pt>
                <c:pt idx="6149">
                  <c:v>38834</c:v>
                </c:pt>
                <c:pt idx="6150">
                  <c:v>38833</c:v>
                </c:pt>
                <c:pt idx="6151">
                  <c:v>38832</c:v>
                </c:pt>
                <c:pt idx="6152">
                  <c:v>38831</c:v>
                </c:pt>
                <c:pt idx="6153">
                  <c:v>38830</c:v>
                </c:pt>
                <c:pt idx="6154">
                  <c:v>38829</c:v>
                </c:pt>
                <c:pt idx="6155">
                  <c:v>38828</c:v>
                </c:pt>
                <c:pt idx="6156">
                  <c:v>38827</c:v>
                </c:pt>
                <c:pt idx="6157">
                  <c:v>38826</c:v>
                </c:pt>
                <c:pt idx="6158">
                  <c:v>38825</c:v>
                </c:pt>
                <c:pt idx="6159">
                  <c:v>38824</c:v>
                </c:pt>
                <c:pt idx="6160">
                  <c:v>38823</c:v>
                </c:pt>
                <c:pt idx="6161">
                  <c:v>38822</c:v>
                </c:pt>
                <c:pt idx="6162">
                  <c:v>38821</c:v>
                </c:pt>
                <c:pt idx="6163">
                  <c:v>38820</c:v>
                </c:pt>
                <c:pt idx="6164">
                  <c:v>38819</c:v>
                </c:pt>
                <c:pt idx="6165">
                  <c:v>38818</c:v>
                </c:pt>
                <c:pt idx="6166">
                  <c:v>38817</c:v>
                </c:pt>
                <c:pt idx="6167">
                  <c:v>38816</c:v>
                </c:pt>
                <c:pt idx="6168">
                  <c:v>38815</c:v>
                </c:pt>
                <c:pt idx="6169">
                  <c:v>38814</c:v>
                </c:pt>
                <c:pt idx="6170">
                  <c:v>38813</c:v>
                </c:pt>
                <c:pt idx="6171">
                  <c:v>38812</c:v>
                </c:pt>
                <c:pt idx="6172">
                  <c:v>38811</c:v>
                </c:pt>
                <c:pt idx="6173">
                  <c:v>38810</c:v>
                </c:pt>
                <c:pt idx="6174">
                  <c:v>38809</c:v>
                </c:pt>
                <c:pt idx="6175">
                  <c:v>38808</c:v>
                </c:pt>
                <c:pt idx="6176">
                  <c:v>38807</c:v>
                </c:pt>
                <c:pt idx="6177">
                  <c:v>38806</c:v>
                </c:pt>
                <c:pt idx="6178">
                  <c:v>38805</c:v>
                </c:pt>
                <c:pt idx="6179">
                  <c:v>38804</c:v>
                </c:pt>
                <c:pt idx="6180">
                  <c:v>38803</c:v>
                </c:pt>
                <c:pt idx="6181">
                  <c:v>38802</c:v>
                </c:pt>
                <c:pt idx="6182">
                  <c:v>38801</c:v>
                </c:pt>
                <c:pt idx="6183">
                  <c:v>38800</c:v>
                </c:pt>
                <c:pt idx="6184">
                  <c:v>38799</c:v>
                </c:pt>
                <c:pt idx="6185">
                  <c:v>38798</c:v>
                </c:pt>
                <c:pt idx="6186">
                  <c:v>38797</c:v>
                </c:pt>
                <c:pt idx="6187">
                  <c:v>38796</c:v>
                </c:pt>
                <c:pt idx="6188">
                  <c:v>38795</c:v>
                </c:pt>
                <c:pt idx="6189">
                  <c:v>38794</c:v>
                </c:pt>
                <c:pt idx="6190">
                  <c:v>38793</c:v>
                </c:pt>
                <c:pt idx="6191">
                  <c:v>38792</c:v>
                </c:pt>
                <c:pt idx="6192">
                  <c:v>38791</c:v>
                </c:pt>
                <c:pt idx="6193">
                  <c:v>38790</c:v>
                </c:pt>
                <c:pt idx="6194">
                  <c:v>38789</c:v>
                </c:pt>
                <c:pt idx="6195">
                  <c:v>38788</c:v>
                </c:pt>
                <c:pt idx="6196">
                  <c:v>38787</c:v>
                </c:pt>
                <c:pt idx="6197">
                  <c:v>38786</c:v>
                </c:pt>
                <c:pt idx="6198">
                  <c:v>38785</c:v>
                </c:pt>
                <c:pt idx="6199">
                  <c:v>38784</c:v>
                </c:pt>
                <c:pt idx="6200">
                  <c:v>38783</c:v>
                </c:pt>
                <c:pt idx="6201">
                  <c:v>38782</c:v>
                </c:pt>
                <c:pt idx="6202">
                  <c:v>38781</c:v>
                </c:pt>
                <c:pt idx="6203">
                  <c:v>38780</c:v>
                </c:pt>
                <c:pt idx="6204">
                  <c:v>38779</c:v>
                </c:pt>
                <c:pt idx="6205">
                  <c:v>38778</c:v>
                </c:pt>
                <c:pt idx="6206">
                  <c:v>38777</c:v>
                </c:pt>
                <c:pt idx="6207">
                  <c:v>38776</c:v>
                </c:pt>
                <c:pt idx="6208">
                  <c:v>38775</c:v>
                </c:pt>
                <c:pt idx="6209">
                  <c:v>38774</c:v>
                </c:pt>
                <c:pt idx="6210">
                  <c:v>38773</c:v>
                </c:pt>
                <c:pt idx="6211">
                  <c:v>38772</c:v>
                </c:pt>
                <c:pt idx="6212">
                  <c:v>38771</c:v>
                </c:pt>
                <c:pt idx="6213">
                  <c:v>38770</c:v>
                </c:pt>
                <c:pt idx="6214">
                  <c:v>38769</c:v>
                </c:pt>
                <c:pt idx="6215">
                  <c:v>38768</c:v>
                </c:pt>
                <c:pt idx="6216">
                  <c:v>38767</c:v>
                </c:pt>
                <c:pt idx="6217">
                  <c:v>38766</c:v>
                </c:pt>
                <c:pt idx="6218">
                  <c:v>38765</c:v>
                </c:pt>
                <c:pt idx="6219">
                  <c:v>38764</c:v>
                </c:pt>
                <c:pt idx="6220">
                  <c:v>38763</c:v>
                </c:pt>
                <c:pt idx="6221">
                  <c:v>38762</c:v>
                </c:pt>
                <c:pt idx="6222">
                  <c:v>38761</c:v>
                </c:pt>
                <c:pt idx="6223">
                  <c:v>38760</c:v>
                </c:pt>
                <c:pt idx="6224">
                  <c:v>38759</c:v>
                </c:pt>
                <c:pt idx="6225">
                  <c:v>38758</c:v>
                </c:pt>
                <c:pt idx="6226">
                  <c:v>38757</c:v>
                </c:pt>
                <c:pt idx="6227">
                  <c:v>38756</c:v>
                </c:pt>
                <c:pt idx="6228">
                  <c:v>38755</c:v>
                </c:pt>
                <c:pt idx="6229">
                  <c:v>38754</c:v>
                </c:pt>
                <c:pt idx="6230">
                  <c:v>38753</c:v>
                </c:pt>
                <c:pt idx="6231">
                  <c:v>38752</c:v>
                </c:pt>
                <c:pt idx="6232">
                  <c:v>38751</c:v>
                </c:pt>
                <c:pt idx="6233">
                  <c:v>38750</c:v>
                </c:pt>
                <c:pt idx="6234">
                  <c:v>38749</c:v>
                </c:pt>
                <c:pt idx="6235">
                  <c:v>38748</c:v>
                </c:pt>
                <c:pt idx="6236">
                  <c:v>38747</c:v>
                </c:pt>
                <c:pt idx="6237">
                  <c:v>38746</c:v>
                </c:pt>
                <c:pt idx="6238">
                  <c:v>38745</c:v>
                </c:pt>
                <c:pt idx="6239">
                  <c:v>38744</c:v>
                </c:pt>
                <c:pt idx="6240">
                  <c:v>38743</c:v>
                </c:pt>
                <c:pt idx="6241">
                  <c:v>38742</c:v>
                </c:pt>
                <c:pt idx="6242">
                  <c:v>38741</c:v>
                </c:pt>
                <c:pt idx="6243">
                  <c:v>38740</c:v>
                </c:pt>
                <c:pt idx="6244">
                  <c:v>38739</c:v>
                </c:pt>
                <c:pt idx="6245">
                  <c:v>38738</c:v>
                </c:pt>
                <c:pt idx="6246">
                  <c:v>38737</c:v>
                </c:pt>
                <c:pt idx="6247">
                  <c:v>38736</c:v>
                </c:pt>
                <c:pt idx="6248">
                  <c:v>38735</c:v>
                </c:pt>
                <c:pt idx="6249">
                  <c:v>38734</c:v>
                </c:pt>
                <c:pt idx="6250">
                  <c:v>38733</c:v>
                </c:pt>
                <c:pt idx="6251">
                  <c:v>38732</c:v>
                </c:pt>
                <c:pt idx="6252">
                  <c:v>38731</c:v>
                </c:pt>
                <c:pt idx="6253">
                  <c:v>38730</c:v>
                </c:pt>
                <c:pt idx="6254">
                  <c:v>38729</c:v>
                </c:pt>
                <c:pt idx="6255">
                  <c:v>38728</c:v>
                </c:pt>
                <c:pt idx="6256">
                  <c:v>38727</c:v>
                </c:pt>
                <c:pt idx="6257">
                  <c:v>38726</c:v>
                </c:pt>
                <c:pt idx="6258">
                  <c:v>38725</c:v>
                </c:pt>
                <c:pt idx="6259">
                  <c:v>38724</c:v>
                </c:pt>
                <c:pt idx="6260">
                  <c:v>38723</c:v>
                </c:pt>
                <c:pt idx="6261">
                  <c:v>38722</c:v>
                </c:pt>
                <c:pt idx="6262">
                  <c:v>38721</c:v>
                </c:pt>
                <c:pt idx="6263">
                  <c:v>38720</c:v>
                </c:pt>
                <c:pt idx="6264">
                  <c:v>38719</c:v>
                </c:pt>
                <c:pt idx="6265">
                  <c:v>38718</c:v>
                </c:pt>
              </c:numCache>
            </c:numRef>
          </c:cat>
          <c:val>
            <c:numRef>
              <c:f>Sheet1!$C$2:$C$6268</c:f>
              <c:numCache>
                <c:formatCode>0_);[Red]\(0\)</c:formatCode>
                <c:ptCount val="6267"/>
                <c:pt idx="0">
                  <c:v>18895.231428571427</c:v>
                </c:pt>
                <c:pt idx="1">
                  <c:v>18895.231428571427</c:v>
                </c:pt>
                <c:pt idx="2">
                  <c:v>18895.231428571427</c:v>
                </c:pt>
                <c:pt idx="3">
                  <c:v>18895.231428571427</c:v>
                </c:pt>
                <c:pt idx="4">
                  <c:v>19150.731428571427</c:v>
                </c:pt>
                <c:pt idx="5">
                  <c:v>19150.731428571427</c:v>
                </c:pt>
                <c:pt idx="6">
                  <c:v>20911.091428571428</c:v>
                </c:pt>
                <c:pt idx="7">
                  <c:v>20911.091428571428</c:v>
                </c:pt>
                <c:pt idx="8">
                  <c:v>20911.091428571428</c:v>
                </c:pt>
                <c:pt idx="9">
                  <c:v>20847.091428571428</c:v>
                </c:pt>
                <c:pt idx="10">
                  <c:v>20869.351428571426</c:v>
                </c:pt>
                <c:pt idx="11">
                  <c:v>21273.351428571426</c:v>
                </c:pt>
                <c:pt idx="12">
                  <c:v>20953.351428571426</c:v>
                </c:pt>
                <c:pt idx="13">
                  <c:v>21959.311428571429</c:v>
                </c:pt>
                <c:pt idx="14">
                  <c:v>21845.951428571429</c:v>
                </c:pt>
                <c:pt idx="15">
                  <c:v>21845.951428571429</c:v>
                </c:pt>
                <c:pt idx="16">
                  <c:v>21845.951428571429</c:v>
                </c:pt>
                <c:pt idx="17">
                  <c:v>21749.951428571429</c:v>
                </c:pt>
                <c:pt idx="18">
                  <c:v>22122.691428571427</c:v>
                </c:pt>
                <c:pt idx="19">
                  <c:v>22726.691428571427</c:v>
                </c:pt>
                <c:pt idx="20">
                  <c:v>22883.571428571428</c:v>
                </c:pt>
                <c:pt idx="21">
                  <c:v>25561.651428571429</c:v>
                </c:pt>
                <c:pt idx="22">
                  <c:v>25561.651428571429</c:v>
                </c:pt>
                <c:pt idx="23">
                  <c:v>25561.651428571429</c:v>
                </c:pt>
                <c:pt idx="24">
                  <c:v>25661.651428571429</c:v>
                </c:pt>
                <c:pt idx="25">
                  <c:v>25706.171428571426</c:v>
                </c:pt>
                <c:pt idx="26">
                  <c:v>25825.291428571429</c:v>
                </c:pt>
                <c:pt idx="27">
                  <c:v>25925.291428571429</c:v>
                </c:pt>
                <c:pt idx="28">
                  <c:v>25969.811428571429</c:v>
                </c:pt>
                <c:pt idx="29">
                  <c:v>25969.811428571429</c:v>
                </c:pt>
                <c:pt idx="30">
                  <c:v>26074.811428571429</c:v>
                </c:pt>
                <c:pt idx="31">
                  <c:v>26074.811428571429</c:v>
                </c:pt>
                <c:pt idx="32">
                  <c:v>26074.811428571429</c:v>
                </c:pt>
                <c:pt idx="33">
                  <c:v>26074.811428571429</c:v>
                </c:pt>
                <c:pt idx="34">
                  <c:v>26074.811428571429</c:v>
                </c:pt>
                <c:pt idx="35">
                  <c:v>26074.811428571429</c:v>
                </c:pt>
                <c:pt idx="36">
                  <c:v>26074.811428571429</c:v>
                </c:pt>
                <c:pt idx="37">
                  <c:v>26074.811428571429</c:v>
                </c:pt>
                <c:pt idx="38">
                  <c:v>26074.811428571429</c:v>
                </c:pt>
                <c:pt idx="39">
                  <c:v>26074.811428571429</c:v>
                </c:pt>
                <c:pt idx="40">
                  <c:v>26074.811428571429</c:v>
                </c:pt>
                <c:pt idx="41">
                  <c:v>26105.551428571427</c:v>
                </c:pt>
                <c:pt idx="42">
                  <c:v>26105.551428571427</c:v>
                </c:pt>
                <c:pt idx="43">
                  <c:v>26105.551428571427</c:v>
                </c:pt>
                <c:pt idx="44">
                  <c:v>26105.551428571427</c:v>
                </c:pt>
                <c:pt idx="45">
                  <c:v>26105.551428571427</c:v>
                </c:pt>
                <c:pt idx="46">
                  <c:v>26105.551428571427</c:v>
                </c:pt>
                <c:pt idx="47">
                  <c:v>26041.551428571427</c:v>
                </c:pt>
                <c:pt idx="48">
                  <c:v>25977.551428571427</c:v>
                </c:pt>
                <c:pt idx="49">
                  <c:v>25881.551428571427</c:v>
                </c:pt>
                <c:pt idx="50">
                  <c:v>25881.551428571427</c:v>
                </c:pt>
                <c:pt idx="51">
                  <c:v>25881.551428571427</c:v>
                </c:pt>
                <c:pt idx="52">
                  <c:v>25838.091428571428</c:v>
                </c:pt>
                <c:pt idx="53">
                  <c:v>25838.091428571428</c:v>
                </c:pt>
                <c:pt idx="54">
                  <c:v>25934.091428571428</c:v>
                </c:pt>
                <c:pt idx="55">
                  <c:v>25934.091428571428</c:v>
                </c:pt>
                <c:pt idx="56">
                  <c:v>25934.091428571428</c:v>
                </c:pt>
                <c:pt idx="57">
                  <c:v>25934.091428571428</c:v>
                </c:pt>
                <c:pt idx="58">
                  <c:v>25934.091428571428</c:v>
                </c:pt>
                <c:pt idx="59">
                  <c:v>25934.091428571428</c:v>
                </c:pt>
                <c:pt idx="60">
                  <c:v>25829.091428571428</c:v>
                </c:pt>
                <c:pt idx="61">
                  <c:v>25893.091428571428</c:v>
                </c:pt>
                <c:pt idx="62">
                  <c:v>25881.431428571428</c:v>
                </c:pt>
                <c:pt idx="63">
                  <c:v>25721.431428571428</c:v>
                </c:pt>
                <c:pt idx="64">
                  <c:v>25721.431428571428</c:v>
                </c:pt>
                <c:pt idx="65">
                  <c:v>26421.431428571428</c:v>
                </c:pt>
                <c:pt idx="66">
                  <c:v>26721.431428571428</c:v>
                </c:pt>
                <c:pt idx="67">
                  <c:v>26561.431428571428</c:v>
                </c:pt>
                <c:pt idx="68">
                  <c:v>26561.431428571428</c:v>
                </c:pt>
                <c:pt idx="69">
                  <c:v>26401</c:v>
                </c:pt>
                <c:pt idx="70">
                  <c:v>26241</c:v>
                </c:pt>
                <c:pt idx="71">
                  <c:v>26241</c:v>
                </c:pt>
                <c:pt idx="72">
                  <c:v>26241</c:v>
                </c:pt>
                <c:pt idx="73">
                  <c:v>26241</c:v>
                </c:pt>
                <c:pt idx="74">
                  <c:v>26112</c:v>
                </c:pt>
                <c:pt idx="75">
                  <c:v>26112</c:v>
                </c:pt>
                <c:pt idx="76">
                  <c:v>25947</c:v>
                </c:pt>
                <c:pt idx="77">
                  <c:v>26747</c:v>
                </c:pt>
                <c:pt idx="78">
                  <c:v>26747</c:v>
                </c:pt>
                <c:pt idx="79">
                  <c:v>26746.751428571428</c:v>
                </c:pt>
                <c:pt idx="80">
                  <c:v>26906.751428571428</c:v>
                </c:pt>
                <c:pt idx="81">
                  <c:v>27002.751428571428</c:v>
                </c:pt>
                <c:pt idx="82">
                  <c:v>26902.751428571428</c:v>
                </c:pt>
                <c:pt idx="83">
                  <c:v>26858.231428571427</c:v>
                </c:pt>
                <c:pt idx="84">
                  <c:v>27018.231428571427</c:v>
                </c:pt>
                <c:pt idx="85">
                  <c:v>27018.231428571427</c:v>
                </c:pt>
                <c:pt idx="86">
                  <c:v>27018.231428571427</c:v>
                </c:pt>
                <c:pt idx="87">
                  <c:v>27178.231428571427</c:v>
                </c:pt>
                <c:pt idx="88">
                  <c:v>27178.231428571427</c:v>
                </c:pt>
                <c:pt idx="89">
                  <c:v>27242.231428571427</c:v>
                </c:pt>
                <c:pt idx="90">
                  <c:v>26993.891428571427</c:v>
                </c:pt>
                <c:pt idx="91">
                  <c:v>27313.891428571427</c:v>
                </c:pt>
                <c:pt idx="92">
                  <c:v>27313.891428571427</c:v>
                </c:pt>
                <c:pt idx="93">
                  <c:v>27313.891428571427</c:v>
                </c:pt>
                <c:pt idx="94">
                  <c:v>27473.891428571427</c:v>
                </c:pt>
                <c:pt idx="95">
                  <c:v>27473.891428571427</c:v>
                </c:pt>
                <c:pt idx="96">
                  <c:v>27141.451428571429</c:v>
                </c:pt>
                <c:pt idx="97">
                  <c:v>26993.971428571429</c:v>
                </c:pt>
                <c:pt idx="98">
                  <c:v>27693.971428571429</c:v>
                </c:pt>
                <c:pt idx="99">
                  <c:v>27693.971428571429</c:v>
                </c:pt>
                <c:pt idx="100">
                  <c:v>27693.971428571429</c:v>
                </c:pt>
                <c:pt idx="101">
                  <c:v>27533.971428571429</c:v>
                </c:pt>
                <c:pt idx="102">
                  <c:v>27693.971428571429</c:v>
                </c:pt>
                <c:pt idx="103">
                  <c:v>28002.51142857143</c:v>
                </c:pt>
                <c:pt idx="104">
                  <c:v>27842.731428571431</c:v>
                </c:pt>
                <c:pt idx="105">
                  <c:v>28162.731428571431</c:v>
                </c:pt>
                <c:pt idx="106">
                  <c:v>28162.731428571431</c:v>
                </c:pt>
                <c:pt idx="107">
                  <c:v>28386.731428571431</c:v>
                </c:pt>
                <c:pt idx="108">
                  <c:v>28386.731428571431</c:v>
                </c:pt>
                <c:pt idx="109">
                  <c:v>28066.731428571431</c:v>
                </c:pt>
                <c:pt idx="110">
                  <c:v>27906.731428571431</c:v>
                </c:pt>
                <c:pt idx="111">
                  <c:v>27137.691428571427</c:v>
                </c:pt>
                <c:pt idx="112">
                  <c:v>27913.69142857143</c:v>
                </c:pt>
                <c:pt idx="113">
                  <c:v>27913.69142857143</c:v>
                </c:pt>
                <c:pt idx="114">
                  <c:v>27913.69142857143</c:v>
                </c:pt>
                <c:pt idx="115">
                  <c:v>28253.69142857143</c:v>
                </c:pt>
                <c:pt idx="116">
                  <c:v>28157.69142857143</c:v>
                </c:pt>
                <c:pt idx="117">
                  <c:v>28454.231428571431</c:v>
                </c:pt>
                <c:pt idx="118">
                  <c:v>28829.811428571425</c:v>
                </c:pt>
                <c:pt idx="119">
                  <c:v>29271.311428571425</c:v>
                </c:pt>
                <c:pt idx="120">
                  <c:v>29271.311428571425</c:v>
                </c:pt>
                <c:pt idx="121">
                  <c:v>29271.311428571425</c:v>
                </c:pt>
                <c:pt idx="122">
                  <c:v>29111.311428571425</c:v>
                </c:pt>
                <c:pt idx="123">
                  <c:v>29047.311428571425</c:v>
                </c:pt>
                <c:pt idx="124">
                  <c:v>29047.311428571425</c:v>
                </c:pt>
                <c:pt idx="125">
                  <c:v>29755.791428571429</c:v>
                </c:pt>
                <c:pt idx="126">
                  <c:v>31107.291428571429</c:v>
                </c:pt>
                <c:pt idx="127">
                  <c:v>31107.291428571429</c:v>
                </c:pt>
                <c:pt idx="128">
                  <c:v>31107.291428571429</c:v>
                </c:pt>
                <c:pt idx="129">
                  <c:v>31043.291428571429</c:v>
                </c:pt>
                <c:pt idx="130">
                  <c:v>30883.291428571429</c:v>
                </c:pt>
                <c:pt idx="131">
                  <c:v>30627.291428571429</c:v>
                </c:pt>
                <c:pt idx="132">
                  <c:v>31127.291428571429</c:v>
                </c:pt>
                <c:pt idx="133">
                  <c:v>30967.291428571429</c:v>
                </c:pt>
                <c:pt idx="134">
                  <c:v>30967.291428571429</c:v>
                </c:pt>
                <c:pt idx="135">
                  <c:v>30807.291428571429</c:v>
                </c:pt>
                <c:pt idx="136">
                  <c:v>30802.291428571429</c:v>
                </c:pt>
                <c:pt idx="137">
                  <c:v>30642.291428571429</c:v>
                </c:pt>
                <c:pt idx="138">
                  <c:v>30642.291428571429</c:v>
                </c:pt>
                <c:pt idx="139">
                  <c:v>30642.291428571429</c:v>
                </c:pt>
                <c:pt idx="140">
                  <c:v>32342.291428571429</c:v>
                </c:pt>
                <c:pt idx="141">
                  <c:v>32603.111428571428</c:v>
                </c:pt>
                <c:pt idx="142">
                  <c:v>32763.111428571428</c:v>
                </c:pt>
                <c:pt idx="143">
                  <c:v>32763.111428571428</c:v>
                </c:pt>
                <c:pt idx="144">
                  <c:v>32763.111428571428</c:v>
                </c:pt>
                <c:pt idx="145">
                  <c:v>32763.111428571428</c:v>
                </c:pt>
                <c:pt idx="146">
                  <c:v>32763.111428571428</c:v>
                </c:pt>
                <c:pt idx="147">
                  <c:v>32763.111428571428</c:v>
                </c:pt>
                <c:pt idx="148">
                  <c:v>32763.111428571428</c:v>
                </c:pt>
                <c:pt idx="149">
                  <c:v>32763.111428571428</c:v>
                </c:pt>
                <c:pt idx="150">
                  <c:v>32763.111428571428</c:v>
                </c:pt>
                <c:pt idx="151">
                  <c:v>32763.111428571428</c:v>
                </c:pt>
                <c:pt idx="152">
                  <c:v>33083.111428571428</c:v>
                </c:pt>
                <c:pt idx="153">
                  <c:v>33403.111428571428</c:v>
                </c:pt>
                <c:pt idx="154">
                  <c:v>33403.111428571428</c:v>
                </c:pt>
                <c:pt idx="155">
                  <c:v>33403.111428571428</c:v>
                </c:pt>
                <c:pt idx="156">
                  <c:v>33403.111428571428</c:v>
                </c:pt>
                <c:pt idx="157">
                  <c:v>33083.111428571428</c:v>
                </c:pt>
                <c:pt idx="158">
                  <c:v>32923.111428571428</c:v>
                </c:pt>
                <c:pt idx="159">
                  <c:v>32667.111428571428</c:v>
                </c:pt>
                <c:pt idx="160">
                  <c:v>32603.111428571428</c:v>
                </c:pt>
                <c:pt idx="161">
                  <c:v>32603.111428571428</c:v>
                </c:pt>
                <c:pt idx="162">
                  <c:v>32603.111428571428</c:v>
                </c:pt>
                <c:pt idx="163">
                  <c:v>32603.111428571428</c:v>
                </c:pt>
                <c:pt idx="164">
                  <c:v>32603.111428571428</c:v>
                </c:pt>
                <c:pt idx="165">
                  <c:v>32763.111428571428</c:v>
                </c:pt>
                <c:pt idx="166">
                  <c:v>32964.731428571431</c:v>
                </c:pt>
                <c:pt idx="167">
                  <c:v>33124.731428571431</c:v>
                </c:pt>
                <c:pt idx="168">
                  <c:v>33124.731428571431</c:v>
                </c:pt>
                <c:pt idx="169">
                  <c:v>33124.731428571431</c:v>
                </c:pt>
                <c:pt idx="170">
                  <c:v>33124.731428571431</c:v>
                </c:pt>
                <c:pt idx="171">
                  <c:v>33284.731428571431</c:v>
                </c:pt>
                <c:pt idx="172">
                  <c:v>33444.731428571431</c:v>
                </c:pt>
                <c:pt idx="173">
                  <c:v>33702.251428571428</c:v>
                </c:pt>
                <c:pt idx="174">
                  <c:v>33965.631428571425</c:v>
                </c:pt>
                <c:pt idx="175">
                  <c:v>34192.411428571424</c:v>
                </c:pt>
                <c:pt idx="176">
                  <c:v>34192.411428571424</c:v>
                </c:pt>
                <c:pt idx="177">
                  <c:v>34192.411428571424</c:v>
                </c:pt>
                <c:pt idx="178">
                  <c:v>34192.411428571424</c:v>
                </c:pt>
                <c:pt idx="179">
                  <c:v>34374.671428571426</c:v>
                </c:pt>
                <c:pt idx="180">
                  <c:v>35194.671428571426</c:v>
                </c:pt>
                <c:pt idx="181">
                  <c:v>35514.671428571426</c:v>
                </c:pt>
                <c:pt idx="182">
                  <c:v>35814.671428571426</c:v>
                </c:pt>
                <c:pt idx="183">
                  <c:v>35814.671428571426</c:v>
                </c:pt>
                <c:pt idx="184">
                  <c:v>35814.671428571426</c:v>
                </c:pt>
                <c:pt idx="185">
                  <c:v>35814.671428571426</c:v>
                </c:pt>
                <c:pt idx="186">
                  <c:v>36268.171428571426</c:v>
                </c:pt>
                <c:pt idx="187">
                  <c:v>35992.69142857143</c:v>
                </c:pt>
                <c:pt idx="188">
                  <c:v>36268.291428571429</c:v>
                </c:pt>
                <c:pt idx="189">
                  <c:v>36768.291428571429</c:v>
                </c:pt>
                <c:pt idx="190">
                  <c:v>36768.291428571429</c:v>
                </c:pt>
                <c:pt idx="191">
                  <c:v>36768.291428571429</c:v>
                </c:pt>
                <c:pt idx="192">
                  <c:v>37168.291428571429</c:v>
                </c:pt>
                <c:pt idx="193">
                  <c:v>37328.291428571429</c:v>
                </c:pt>
                <c:pt idx="194">
                  <c:v>39240.311428571425</c:v>
                </c:pt>
                <c:pt idx="195">
                  <c:v>39464.311428571425</c:v>
                </c:pt>
                <c:pt idx="196">
                  <c:v>39944.311428571425</c:v>
                </c:pt>
                <c:pt idx="197">
                  <c:v>39944.311428571425</c:v>
                </c:pt>
                <c:pt idx="198">
                  <c:v>39988.83142857143</c:v>
                </c:pt>
                <c:pt idx="199">
                  <c:v>40688.83142857143</c:v>
                </c:pt>
                <c:pt idx="200">
                  <c:v>40784.83142857143</c:v>
                </c:pt>
                <c:pt idx="201">
                  <c:v>41084.83142857143</c:v>
                </c:pt>
                <c:pt idx="202">
                  <c:v>41477.69142857143</c:v>
                </c:pt>
                <c:pt idx="203">
                  <c:v>41409.44142857143</c:v>
                </c:pt>
                <c:pt idx="204">
                  <c:v>41409.44142857143</c:v>
                </c:pt>
                <c:pt idx="205">
                  <c:v>41409.44142857143</c:v>
                </c:pt>
                <c:pt idx="206">
                  <c:v>41409.44142857143</c:v>
                </c:pt>
                <c:pt idx="207">
                  <c:v>41409.44142857143</c:v>
                </c:pt>
                <c:pt idx="208">
                  <c:v>41409.44142857143</c:v>
                </c:pt>
                <c:pt idx="209">
                  <c:v>40959.041428571429</c:v>
                </c:pt>
                <c:pt idx="210">
                  <c:v>40417.44142857143</c:v>
                </c:pt>
                <c:pt idx="211">
                  <c:v>40417.44142857143</c:v>
                </c:pt>
                <c:pt idx="212">
                  <c:v>40417.44142857143</c:v>
                </c:pt>
                <c:pt idx="213">
                  <c:v>41119.541428571429</c:v>
                </c:pt>
                <c:pt idx="214">
                  <c:v>40799.541428571429</c:v>
                </c:pt>
                <c:pt idx="215">
                  <c:v>40629.041428571429</c:v>
                </c:pt>
                <c:pt idx="216">
                  <c:v>40314.291428571429</c:v>
                </c:pt>
                <c:pt idx="217">
                  <c:v>39650.091428571432</c:v>
                </c:pt>
                <c:pt idx="218">
                  <c:v>39650.091428571432</c:v>
                </c:pt>
                <c:pt idx="219">
                  <c:v>39650.091428571432</c:v>
                </c:pt>
                <c:pt idx="220">
                  <c:v>39492.19142857143</c:v>
                </c:pt>
                <c:pt idx="221">
                  <c:v>39332.19142857143</c:v>
                </c:pt>
                <c:pt idx="222">
                  <c:v>38672.19142857143</c:v>
                </c:pt>
                <c:pt idx="223">
                  <c:v>38665.891428571427</c:v>
                </c:pt>
                <c:pt idx="224">
                  <c:v>38274.911428571424</c:v>
                </c:pt>
                <c:pt idx="225">
                  <c:v>38274.911428571424</c:v>
                </c:pt>
                <c:pt idx="226">
                  <c:v>38274.911428571424</c:v>
                </c:pt>
                <c:pt idx="227">
                  <c:v>38266.51142857143</c:v>
                </c:pt>
                <c:pt idx="228">
                  <c:v>37804.411428571424</c:v>
                </c:pt>
                <c:pt idx="229">
                  <c:v>38302.311428571425</c:v>
                </c:pt>
                <c:pt idx="230">
                  <c:v>37991.841428571432</c:v>
                </c:pt>
                <c:pt idx="231">
                  <c:v>37980.291428571429</c:v>
                </c:pt>
                <c:pt idx="232">
                  <c:v>37980.291428571429</c:v>
                </c:pt>
                <c:pt idx="233">
                  <c:v>37980.291428571429</c:v>
                </c:pt>
                <c:pt idx="234">
                  <c:v>37360.291428571429</c:v>
                </c:pt>
                <c:pt idx="235">
                  <c:v>37296.291428571429</c:v>
                </c:pt>
                <c:pt idx="236">
                  <c:v>37796.291428571429</c:v>
                </c:pt>
                <c:pt idx="237">
                  <c:v>37037.791428571429</c:v>
                </c:pt>
                <c:pt idx="238">
                  <c:v>36874.641428571427</c:v>
                </c:pt>
                <c:pt idx="239">
                  <c:v>36874.641428571427</c:v>
                </c:pt>
                <c:pt idx="240">
                  <c:v>36874.641428571427</c:v>
                </c:pt>
                <c:pt idx="241">
                  <c:v>36740.341428571432</c:v>
                </c:pt>
                <c:pt idx="242">
                  <c:v>36740.341428571432</c:v>
                </c:pt>
                <c:pt idx="243">
                  <c:v>36740.341428571432</c:v>
                </c:pt>
                <c:pt idx="244">
                  <c:v>36403.541428571429</c:v>
                </c:pt>
                <c:pt idx="245">
                  <c:v>36535.141428571427</c:v>
                </c:pt>
                <c:pt idx="246">
                  <c:v>36535.141428571427</c:v>
                </c:pt>
                <c:pt idx="247">
                  <c:v>36535.141428571427</c:v>
                </c:pt>
                <c:pt idx="248">
                  <c:v>36173.661428571424</c:v>
                </c:pt>
                <c:pt idx="249">
                  <c:v>36602.311428571425</c:v>
                </c:pt>
                <c:pt idx="250">
                  <c:v>36602.311428571425</c:v>
                </c:pt>
                <c:pt idx="251">
                  <c:v>36311.071428571428</c:v>
                </c:pt>
                <c:pt idx="252">
                  <c:v>36299.521428571425</c:v>
                </c:pt>
                <c:pt idx="253">
                  <c:v>36299.521428571425</c:v>
                </c:pt>
                <c:pt idx="254">
                  <c:v>36299.521428571425</c:v>
                </c:pt>
                <c:pt idx="255">
                  <c:v>36293.221428571429</c:v>
                </c:pt>
                <c:pt idx="256">
                  <c:v>36286.921428571426</c:v>
                </c:pt>
                <c:pt idx="257">
                  <c:v>36318.921428571426</c:v>
                </c:pt>
                <c:pt idx="258">
                  <c:v>36164.791428571421</c:v>
                </c:pt>
                <c:pt idx="259">
                  <c:v>36166.891428571427</c:v>
                </c:pt>
                <c:pt idx="260">
                  <c:v>36166.891428571427</c:v>
                </c:pt>
                <c:pt idx="261">
                  <c:v>36166.891428571427</c:v>
                </c:pt>
                <c:pt idx="262">
                  <c:v>36262.891428571427</c:v>
                </c:pt>
                <c:pt idx="263">
                  <c:v>36767.091428571424</c:v>
                </c:pt>
                <c:pt idx="264">
                  <c:v>36760.791428571421</c:v>
                </c:pt>
                <c:pt idx="265">
                  <c:v>36806.831428571422</c:v>
                </c:pt>
                <c:pt idx="266">
                  <c:v>36710.831428571422</c:v>
                </c:pt>
                <c:pt idx="267">
                  <c:v>36710.831428571422</c:v>
                </c:pt>
                <c:pt idx="268">
                  <c:v>36710.831428571422</c:v>
                </c:pt>
                <c:pt idx="269">
                  <c:v>36710.831428571422</c:v>
                </c:pt>
                <c:pt idx="270">
                  <c:v>36656.851428571434</c:v>
                </c:pt>
                <c:pt idx="271">
                  <c:v>36657.901428571429</c:v>
                </c:pt>
                <c:pt idx="272">
                  <c:v>36421.301428571431</c:v>
                </c:pt>
                <c:pt idx="273">
                  <c:v>36322.151428571429</c:v>
                </c:pt>
                <c:pt idx="274">
                  <c:v>36322.151428571429</c:v>
                </c:pt>
                <c:pt idx="275">
                  <c:v>36322.151428571429</c:v>
                </c:pt>
                <c:pt idx="276">
                  <c:v>36322.151428571429</c:v>
                </c:pt>
                <c:pt idx="277">
                  <c:v>36179.531428571427</c:v>
                </c:pt>
                <c:pt idx="278">
                  <c:v>36059.381428571425</c:v>
                </c:pt>
                <c:pt idx="279">
                  <c:v>35995.381428571425</c:v>
                </c:pt>
                <c:pt idx="280">
                  <c:v>36238.031428571427</c:v>
                </c:pt>
                <c:pt idx="281">
                  <c:v>36238.031428571427</c:v>
                </c:pt>
                <c:pt idx="282">
                  <c:v>36238.031428571427</c:v>
                </c:pt>
                <c:pt idx="283">
                  <c:v>36239.08142857143</c:v>
                </c:pt>
                <c:pt idx="284">
                  <c:v>36239.08142857143</c:v>
                </c:pt>
                <c:pt idx="285">
                  <c:v>36371.37142857143</c:v>
                </c:pt>
                <c:pt idx="286">
                  <c:v>36056.841428571432</c:v>
                </c:pt>
                <c:pt idx="287">
                  <c:v>36050.541428571429</c:v>
                </c:pt>
                <c:pt idx="288">
                  <c:v>36050.541428571429</c:v>
                </c:pt>
                <c:pt idx="289">
                  <c:v>36050.541428571429</c:v>
                </c:pt>
                <c:pt idx="290">
                  <c:v>36049.491428571433</c:v>
                </c:pt>
                <c:pt idx="291">
                  <c:v>36100.891428571427</c:v>
                </c:pt>
                <c:pt idx="292">
                  <c:v>36176.731428571431</c:v>
                </c:pt>
                <c:pt idx="293">
                  <c:v>36420.891428571427</c:v>
                </c:pt>
                <c:pt idx="294">
                  <c:v>36486.33142857143</c:v>
                </c:pt>
                <c:pt idx="295">
                  <c:v>36486.33142857143</c:v>
                </c:pt>
                <c:pt idx="296">
                  <c:v>36786.33142857143</c:v>
                </c:pt>
                <c:pt idx="297">
                  <c:v>36797.881428571425</c:v>
                </c:pt>
                <c:pt idx="298">
                  <c:v>37068.101428571426</c:v>
                </c:pt>
                <c:pt idx="299">
                  <c:v>37068.101428571426</c:v>
                </c:pt>
                <c:pt idx="300">
                  <c:v>37068.101428571426</c:v>
                </c:pt>
                <c:pt idx="301">
                  <c:v>37068.101428571426</c:v>
                </c:pt>
                <c:pt idx="302">
                  <c:v>37068.101428571426</c:v>
                </c:pt>
                <c:pt idx="303">
                  <c:v>37068.101428571426</c:v>
                </c:pt>
                <c:pt idx="304">
                  <c:v>37066.001428571428</c:v>
                </c:pt>
                <c:pt idx="305">
                  <c:v>36553.401428571422</c:v>
                </c:pt>
                <c:pt idx="306">
                  <c:v>36008.151428571422</c:v>
                </c:pt>
                <c:pt idx="307">
                  <c:v>35731.611428571428</c:v>
                </c:pt>
                <c:pt idx="308">
                  <c:v>35566.361428571428</c:v>
                </c:pt>
                <c:pt idx="309">
                  <c:v>35548.51142857143</c:v>
                </c:pt>
                <c:pt idx="310">
                  <c:v>35548.51142857143</c:v>
                </c:pt>
                <c:pt idx="311">
                  <c:v>35376.961428571427</c:v>
                </c:pt>
                <c:pt idx="312">
                  <c:v>35376.961428571427</c:v>
                </c:pt>
                <c:pt idx="313">
                  <c:v>35215.911428571424</c:v>
                </c:pt>
                <c:pt idx="314">
                  <c:v>35056.451428571425</c:v>
                </c:pt>
                <c:pt idx="315">
                  <c:v>35057.501428571428</c:v>
                </c:pt>
                <c:pt idx="316">
                  <c:v>35057.501428571428</c:v>
                </c:pt>
                <c:pt idx="317">
                  <c:v>35057.501428571428</c:v>
                </c:pt>
                <c:pt idx="318">
                  <c:v>34857.501428571428</c:v>
                </c:pt>
                <c:pt idx="319">
                  <c:v>34822.051428571423</c:v>
                </c:pt>
                <c:pt idx="320">
                  <c:v>35142.051428571423</c:v>
                </c:pt>
                <c:pt idx="321">
                  <c:v>34819.791428571429</c:v>
                </c:pt>
                <c:pt idx="322">
                  <c:v>35121.94142857143</c:v>
                </c:pt>
                <c:pt idx="323">
                  <c:v>35121.94142857143</c:v>
                </c:pt>
                <c:pt idx="324">
                  <c:v>35121.94142857143</c:v>
                </c:pt>
                <c:pt idx="325">
                  <c:v>35103.041428571429</c:v>
                </c:pt>
                <c:pt idx="326">
                  <c:v>34811.601428571426</c:v>
                </c:pt>
                <c:pt idx="327">
                  <c:v>34491.601428571426</c:v>
                </c:pt>
                <c:pt idx="328">
                  <c:v>34491.601428571426</c:v>
                </c:pt>
                <c:pt idx="329">
                  <c:v>34491.601428571426</c:v>
                </c:pt>
                <c:pt idx="330">
                  <c:v>34491.601428571426</c:v>
                </c:pt>
                <c:pt idx="331">
                  <c:v>34191.601428571426</c:v>
                </c:pt>
                <c:pt idx="332">
                  <c:v>35531.601428571426</c:v>
                </c:pt>
                <c:pt idx="333">
                  <c:v>35531.601428571426</c:v>
                </c:pt>
                <c:pt idx="334">
                  <c:v>35224.201428571425</c:v>
                </c:pt>
                <c:pt idx="335">
                  <c:v>35543.271428571425</c:v>
                </c:pt>
                <c:pt idx="336">
                  <c:v>35707.471428571429</c:v>
                </c:pt>
                <c:pt idx="337">
                  <c:v>35707.471428571429</c:v>
                </c:pt>
                <c:pt idx="338">
                  <c:v>35707.471428571429</c:v>
                </c:pt>
                <c:pt idx="339">
                  <c:v>35707.471428571429</c:v>
                </c:pt>
                <c:pt idx="340">
                  <c:v>35873.771428571425</c:v>
                </c:pt>
                <c:pt idx="341">
                  <c:v>36193.771428571425</c:v>
                </c:pt>
                <c:pt idx="342">
                  <c:v>36677.971428571429</c:v>
                </c:pt>
                <c:pt idx="343">
                  <c:v>36830.621428571423</c:v>
                </c:pt>
                <c:pt idx="344">
                  <c:v>36830.621428571423</c:v>
                </c:pt>
                <c:pt idx="345">
                  <c:v>36830.621428571423</c:v>
                </c:pt>
                <c:pt idx="346">
                  <c:v>37055.671428571426</c:v>
                </c:pt>
                <c:pt idx="347">
                  <c:v>41151.671428571426</c:v>
                </c:pt>
                <c:pt idx="348">
                  <c:v>40982.221428571429</c:v>
                </c:pt>
                <c:pt idx="349">
                  <c:v>42818.021428571425</c:v>
                </c:pt>
                <c:pt idx="350">
                  <c:v>42487.521428571425</c:v>
                </c:pt>
                <c:pt idx="351">
                  <c:v>42487.521428571425</c:v>
                </c:pt>
                <c:pt idx="352">
                  <c:v>42487.521428571425</c:v>
                </c:pt>
                <c:pt idx="353">
                  <c:v>42327.521428571425</c:v>
                </c:pt>
                <c:pt idx="354">
                  <c:v>42106.471428571429</c:v>
                </c:pt>
                <c:pt idx="355">
                  <c:v>42126.421428571426</c:v>
                </c:pt>
                <c:pt idx="356">
                  <c:v>44778.711428571427</c:v>
                </c:pt>
                <c:pt idx="357">
                  <c:v>44795.51142857143</c:v>
                </c:pt>
                <c:pt idx="358">
                  <c:v>44795.51142857143</c:v>
                </c:pt>
                <c:pt idx="359">
                  <c:v>44795.51142857143</c:v>
                </c:pt>
                <c:pt idx="360">
                  <c:v>44496.51142857143</c:v>
                </c:pt>
                <c:pt idx="361">
                  <c:v>44516.461428571427</c:v>
                </c:pt>
                <c:pt idx="362">
                  <c:v>44554.26142857143</c:v>
                </c:pt>
                <c:pt idx="363">
                  <c:v>47716.771428571425</c:v>
                </c:pt>
                <c:pt idx="364">
                  <c:v>47723.071428571428</c:v>
                </c:pt>
                <c:pt idx="365">
                  <c:v>47723.071428571428</c:v>
                </c:pt>
                <c:pt idx="366">
                  <c:v>47723.071428571428</c:v>
                </c:pt>
                <c:pt idx="367">
                  <c:v>48045.171428571426</c:v>
                </c:pt>
                <c:pt idx="368">
                  <c:v>48365.171428571426</c:v>
                </c:pt>
                <c:pt idx="369">
                  <c:v>49009.37142857143</c:v>
                </c:pt>
                <c:pt idx="370">
                  <c:v>49669.631428571432</c:v>
                </c:pt>
                <c:pt idx="371">
                  <c:v>49780.131428571432</c:v>
                </c:pt>
                <c:pt idx="372">
                  <c:v>49780.131428571432</c:v>
                </c:pt>
                <c:pt idx="373">
                  <c:v>49780.131428571432</c:v>
                </c:pt>
                <c:pt idx="374">
                  <c:v>49780.131428571432</c:v>
                </c:pt>
                <c:pt idx="375">
                  <c:v>49915.981428571431</c:v>
                </c:pt>
                <c:pt idx="376">
                  <c:v>49915.981428571431</c:v>
                </c:pt>
                <c:pt idx="377">
                  <c:v>50208.481428571431</c:v>
                </c:pt>
                <c:pt idx="378">
                  <c:v>50368.481428571431</c:v>
                </c:pt>
                <c:pt idx="379">
                  <c:v>50368.481428571431</c:v>
                </c:pt>
                <c:pt idx="380">
                  <c:v>50368.481428571431</c:v>
                </c:pt>
                <c:pt idx="381">
                  <c:v>50368.481428571431</c:v>
                </c:pt>
                <c:pt idx="382">
                  <c:v>50388.431428571428</c:v>
                </c:pt>
                <c:pt idx="383">
                  <c:v>50388.431428571428</c:v>
                </c:pt>
                <c:pt idx="384">
                  <c:v>50066.111428571428</c:v>
                </c:pt>
                <c:pt idx="385">
                  <c:v>50266.111428571428</c:v>
                </c:pt>
                <c:pt idx="386">
                  <c:v>50213.611428571428</c:v>
                </c:pt>
                <c:pt idx="387">
                  <c:v>50213.611428571428</c:v>
                </c:pt>
                <c:pt idx="388">
                  <c:v>50213.611428571428</c:v>
                </c:pt>
                <c:pt idx="389">
                  <c:v>50213.611428571428</c:v>
                </c:pt>
                <c:pt idx="390">
                  <c:v>50213.611428571428</c:v>
                </c:pt>
                <c:pt idx="391">
                  <c:v>50213.611428571428</c:v>
                </c:pt>
                <c:pt idx="392">
                  <c:v>50213.611428571428</c:v>
                </c:pt>
                <c:pt idx="393">
                  <c:v>50213.611428571428</c:v>
                </c:pt>
                <c:pt idx="394">
                  <c:v>50213.611428571428</c:v>
                </c:pt>
                <c:pt idx="395">
                  <c:v>50213.611428571428</c:v>
                </c:pt>
                <c:pt idx="396">
                  <c:v>50053.611428571428</c:v>
                </c:pt>
                <c:pt idx="397">
                  <c:v>50053.611428571428</c:v>
                </c:pt>
                <c:pt idx="398">
                  <c:v>49987.891428571427</c:v>
                </c:pt>
                <c:pt idx="399">
                  <c:v>49987.891428571427</c:v>
                </c:pt>
                <c:pt idx="400">
                  <c:v>49987.891428571427</c:v>
                </c:pt>
                <c:pt idx="401">
                  <c:v>49987.891428571427</c:v>
                </c:pt>
                <c:pt idx="402">
                  <c:v>50087.891428571427</c:v>
                </c:pt>
                <c:pt idx="403">
                  <c:v>51587.891428571427</c:v>
                </c:pt>
                <c:pt idx="404">
                  <c:v>51587.891428571427</c:v>
                </c:pt>
                <c:pt idx="405">
                  <c:v>52017.071428571428</c:v>
                </c:pt>
                <c:pt idx="406">
                  <c:v>52177.071428571428</c:v>
                </c:pt>
                <c:pt idx="407">
                  <c:v>52177.071428571428</c:v>
                </c:pt>
                <c:pt idx="408">
                  <c:v>52177.071428571428</c:v>
                </c:pt>
                <c:pt idx="409">
                  <c:v>55337.071428571428</c:v>
                </c:pt>
                <c:pt idx="410">
                  <c:v>55177.071428571428</c:v>
                </c:pt>
                <c:pt idx="411">
                  <c:v>54697.071428571428</c:v>
                </c:pt>
                <c:pt idx="412">
                  <c:v>54057.071428571428</c:v>
                </c:pt>
                <c:pt idx="413">
                  <c:v>53437.071428571428</c:v>
                </c:pt>
                <c:pt idx="414">
                  <c:v>53437.071428571428</c:v>
                </c:pt>
                <c:pt idx="415">
                  <c:v>53437.071428571428</c:v>
                </c:pt>
                <c:pt idx="416">
                  <c:v>53277.071428571428</c:v>
                </c:pt>
                <c:pt idx="417">
                  <c:v>52957.071428571428</c:v>
                </c:pt>
                <c:pt idx="418">
                  <c:v>52869.151428571429</c:v>
                </c:pt>
                <c:pt idx="419">
                  <c:v>52549.151428571429</c:v>
                </c:pt>
                <c:pt idx="420">
                  <c:v>52549.151428571429</c:v>
                </c:pt>
                <c:pt idx="421">
                  <c:v>52549.151428571429</c:v>
                </c:pt>
                <c:pt idx="422">
                  <c:v>52549.151428571429</c:v>
                </c:pt>
                <c:pt idx="423">
                  <c:v>52461.171428571426</c:v>
                </c:pt>
                <c:pt idx="424">
                  <c:v>52301.171428571426</c:v>
                </c:pt>
                <c:pt idx="425">
                  <c:v>51661.171428571426</c:v>
                </c:pt>
                <c:pt idx="426">
                  <c:v>51640.171428571426</c:v>
                </c:pt>
                <c:pt idx="427">
                  <c:v>51162.671428571426</c:v>
                </c:pt>
                <c:pt idx="428">
                  <c:v>51162.671428571426</c:v>
                </c:pt>
                <c:pt idx="429">
                  <c:v>51162.671428571426</c:v>
                </c:pt>
                <c:pt idx="430">
                  <c:v>51262.671428571426</c:v>
                </c:pt>
                <c:pt idx="431">
                  <c:v>51262.671428571426</c:v>
                </c:pt>
                <c:pt idx="432">
                  <c:v>51262.671428571426</c:v>
                </c:pt>
                <c:pt idx="433">
                  <c:v>51269.091428571424</c:v>
                </c:pt>
                <c:pt idx="434">
                  <c:v>51269.091428571424</c:v>
                </c:pt>
                <c:pt idx="435">
                  <c:v>51269.091428571424</c:v>
                </c:pt>
                <c:pt idx="436">
                  <c:v>51269.091428571424</c:v>
                </c:pt>
                <c:pt idx="437">
                  <c:v>50949.091428571424</c:v>
                </c:pt>
                <c:pt idx="438">
                  <c:v>50949.091428571424</c:v>
                </c:pt>
                <c:pt idx="439">
                  <c:v>51209.091428571424</c:v>
                </c:pt>
                <c:pt idx="440">
                  <c:v>50995.971428571429</c:v>
                </c:pt>
                <c:pt idx="441">
                  <c:v>51515.971428571429</c:v>
                </c:pt>
                <c:pt idx="442">
                  <c:v>51515.971428571429</c:v>
                </c:pt>
                <c:pt idx="443">
                  <c:v>51515.971428571429</c:v>
                </c:pt>
                <c:pt idx="444">
                  <c:v>51675.971428571429</c:v>
                </c:pt>
                <c:pt idx="445">
                  <c:v>51835.971428571429</c:v>
                </c:pt>
                <c:pt idx="446">
                  <c:v>52155.971428571429</c:v>
                </c:pt>
                <c:pt idx="447">
                  <c:v>52045.671428571426</c:v>
                </c:pt>
                <c:pt idx="448">
                  <c:v>52525.671428571426</c:v>
                </c:pt>
                <c:pt idx="449">
                  <c:v>52525.671428571426</c:v>
                </c:pt>
                <c:pt idx="450">
                  <c:v>52574.431428571428</c:v>
                </c:pt>
                <c:pt idx="451">
                  <c:v>52574.431428571428</c:v>
                </c:pt>
                <c:pt idx="452">
                  <c:v>52734.431428571428</c:v>
                </c:pt>
                <c:pt idx="453">
                  <c:v>52681.931428571428</c:v>
                </c:pt>
                <c:pt idx="454">
                  <c:v>52896.051428571431</c:v>
                </c:pt>
                <c:pt idx="455">
                  <c:v>53216.051428571431</c:v>
                </c:pt>
                <c:pt idx="456">
                  <c:v>53216.051428571431</c:v>
                </c:pt>
                <c:pt idx="457">
                  <c:v>53216.051428571431</c:v>
                </c:pt>
                <c:pt idx="458">
                  <c:v>52716.051428571431</c:v>
                </c:pt>
                <c:pt idx="459">
                  <c:v>52876.051428571431</c:v>
                </c:pt>
                <c:pt idx="460">
                  <c:v>52876.051428571431</c:v>
                </c:pt>
                <c:pt idx="461">
                  <c:v>53907.311428571425</c:v>
                </c:pt>
                <c:pt idx="462">
                  <c:v>52907.311428571425</c:v>
                </c:pt>
                <c:pt idx="463">
                  <c:v>52907.311428571425</c:v>
                </c:pt>
                <c:pt idx="464">
                  <c:v>52907.311428571425</c:v>
                </c:pt>
                <c:pt idx="465">
                  <c:v>52907.311428571425</c:v>
                </c:pt>
                <c:pt idx="466">
                  <c:v>52854.811428571425</c:v>
                </c:pt>
                <c:pt idx="467">
                  <c:v>52048.471428571429</c:v>
                </c:pt>
                <c:pt idx="468">
                  <c:v>51456.231428571431</c:v>
                </c:pt>
                <c:pt idx="469">
                  <c:v>51456.231428571431</c:v>
                </c:pt>
                <c:pt idx="470">
                  <c:v>51456.231428571431</c:v>
                </c:pt>
                <c:pt idx="471">
                  <c:v>51456.231428571431</c:v>
                </c:pt>
                <c:pt idx="472">
                  <c:v>50135.231428571431</c:v>
                </c:pt>
                <c:pt idx="473">
                  <c:v>50082.731428571431</c:v>
                </c:pt>
                <c:pt idx="474">
                  <c:v>50642.731428571431</c:v>
                </c:pt>
                <c:pt idx="475">
                  <c:v>50087.291428571429</c:v>
                </c:pt>
                <c:pt idx="476">
                  <c:v>48967.291428571429</c:v>
                </c:pt>
                <c:pt idx="477">
                  <c:v>48967.291428571429</c:v>
                </c:pt>
                <c:pt idx="478">
                  <c:v>48967.291428571429</c:v>
                </c:pt>
                <c:pt idx="479">
                  <c:v>48967.291428571429</c:v>
                </c:pt>
                <c:pt idx="480">
                  <c:v>48967.291428571429</c:v>
                </c:pt>
                <c:pt idx="481">
                  <c:v>48167.291428571429</c:v>
                </c:pt>
                <c:pt idx="482">
                  <c:v>45276.33142857143</c:v>
                </c:pt>
                <c:pt idx="483">
                  <c:v>44583.83142857143</c:v>
                </c:pt>
                <c:pt idx="484">
                  <c:v>44583.83142857143</c:v>
                </c:pt>
                <c:pt idx="485">
                  <c:v>49273.83142857143</c:v>
                </c:pt>
                <c:pt idx="486">
                  <c:v>48953.83142857143</c:v>
                </c:pt>
                <c:pt idx="487">
                  <c:v>48313.83142857143</c:v>
                </c:pt>
                <c:pt idx="488">
                  <c:v>48054.131428571425</c:v>
                </c:pt>
                <c:pt idx="489">
                  <c:v>48054.131428571425</c:v>
                </c:pt>
                <c:pt idx="490">
                  <c:v>48054.131428571425</c:v>
                </c:pt>
                <c:pt idx="491">
                  <c:v>48054.131428571425</c:v>
                </c:pt>
                <c:pt idx="492">
                  <c:v>48054.131428571425</c:v>
                </c:pt>
                <c:pt idx="493">
                  <c:v>48054.131428571425</c:v>
                </c:pt>
                <c:pt idx="494">
                  <c:v>49654.131428571425</c:v>
                </c:pt>
                <c:pt idx="495">
                  <c:v>49459.211428571427</c:v>
                </c:pt>
                <c:pt idx="496">
                  <c:v>46814.151428571429</c:v>
                </c:pt>
                <c:pt idx="497">
                  <c:v>43614.151428571429</c:v>
                </c:pt>
                <c:pt idx="498">
                  <c:v>43614.151428571429</c:v>
                </c:pt>
                <c:pt idx="499">
                  <c:v>43614.151428571429</c:v>
                </c:pt>
                <c:pt idx="500">
                  <c:v>43509.151428571429</c:v>
                </c:pt>
                <c:pt idx="501">
                  <c:v>43509.151428571429</c:v>
                </c:pt>
                <c:pt idx="502">
                  <c:v>39741.651428571429</c:v>
                </c:pt>
                <c:pt idx="503">
                  <c:v>39957.951428571425</c:v>
                </c:pt>
                <c:pt idx="504">
                  <c:v>38811.301428571423</c:v>
                </c:pt>
                <c:pt idx="505">
                  <c:v>38811.301428571423</c:v>
                </c:pt>
                <c:pt idx="506">
                  <c:v>38553.251428571428</c:v>
                </c:pt>
                <c:pt idx="507">
                  <c:v>29382.451428571425</c:v>
                </c:pt>
                <c:pt idx="508">
                  <c:v>29382.451428571425</c:v>
                </c:pt>
                <c:pt idx="509">
                  <c:v>29382.451428571425</c:v>
                </c:pt>
                <c:pt idx="510">
                  <c:v>29382.451428571425</c:v>
                </c:pt>
                <c:pt idx="511">
                  <c:v>29382.451428571425</c:v>
                </c:pt>
                <c:pt idx="512">
                  <c:v>29382.451428571425</c:v>
                </c:pt>
                <c:pt idx="513">
                  <c:v>29382.451428571425</c:v>
                </c:pt>
                <c:pt idx="514">
                  <c:v>29382.451428571425</c:v>
                </c:pt>
                <c:pt idx="515">
                  <c:v>29552.051428571431</c:v>
                </c:pt>
                <c:pt idx="516">
                  <c:v>29552.051428571431</c:v>
                </c:pt>
                <c:pt idx="517">
                  <c:v>29084.391428571427</c:v>
                </c:pt>
                <c:pt idx="518">
                  <c:v>29084.391428571427</c:v>
                </c:pt>
                <c:pt idx="519">
                  <c:v>21536.891428571427</c:v>
                </c:pt>
                <c:pt idx="520">
                  <c:v>21536.891428571427</c:v>
                </c:pt>
                <c:pt idx="521">
                  <c:v>21589.391428571427</c:v>
                </c:pt>
                <c:pt idx="522">
                  <c:v>22326.091428571428</c:v>
                </c:pt>
                <c:pt idx="523">
                  <c:v>22326.091428571428</c:v>
                </c:pt>
                <c:pt idx="524">
                  <c:v>22326.091428571428</c:v>
                </c:pt>
                <c:pt idx="525">
                  <c:v>18431.091428571428</c:v>
                </c:pt>
                <c:pt idx="526">
                  <c:v>18431.091428571428</c:v>
                </c:pt>
                <c:pt idx="527">
                  <c:v>18431.091428571428</c:v>
                </c:pt>
                <c:pt idx="528">
                  <c:v>20332.131428571429</c:v>
                </c:pt>
                <c:pt idx="529">
                  <c:v>20332.131428571429</c:v>
                </c:pt>
                <c:pt idx="530">
                  <c:v>26428.031428571427</c:v>
                </c:pt>
                <c:pt idx="531">
                  <c:v>25088.651428571429</c:v>
                </c:pt>
                <c:pt idx="532">
                  <c:v>25756.371428571427</c:v>
                </c:pt>
                <c:pt idx="533">
                  <c:v>25756.371428571427</c:v>
                </c:pt>
                <c:pt idx="534">
                  <c:v>25756.371428571427</c:v>
                </c:pt>
                <c:pt idx="535">
                  <c:v>26300.421428571426</c:v>
                </c:pt>
                <c:pt idx="536">
                  <c:v>26780.421428571426</c:v>
                </c:pt>
                <c:pt idx="537">
                  <c:v>26946.721428571425</c:v>
                </c:pt>
                <c:pt idx="538">
                  <c:v>27230.081428571426</c:v>
                </c:pt>
                <c:pt idx="539">
                  <c:v>26830.281428571427</c:v>
                </c:pt>
                <c:pt idx="540">
                  <c:v>26830.281428571427</c:v>
                </c:pt>
                <c:pt idx="541">
                  <c:v>26830.281428571427</c:v>
                </c:pt>
                <c:pt idx="542">
                  <c:v>26335.531428571427</c:v>
                </c:pt>
                <c:pt idx="543">
                  <c:v>26445.771428571428</c:v>
                </c:pt>
                <c:pt idx="544">
                  <c:v>26269.971428571429</c:v>
                </c:pt>
                <c:pt idx="545">
                  <c:v>26462.83142857143</c:v>
                </c:pt>
                <c:pt idx="546">
                  <c:v>26437.421428571426</c:v>
                </c:pt>
                <c:pt idx="547">
                  <c:v>26437.421428571426</c:v>
                </c:pt>
                <c:pt idx="548">
                  <c:v>26437.421428571426</c:v>
                </c:pt>
                <c:pt idx="549">
                  <c:v>26368.541428571429</c:v>
                </c:pt>
                <c:pt idx="550">
                  <c:v>25810.161428571428</c:v>
                </c:pt>
                <c:pt idx="551">
                  <c:v>26142.76142857143</c:v>
                </c:pt>
                <c:pt idx="552">
                  <c:v>26478.721428571429</c:v>
                </c:pt>
                <c:pt idx="553">
                  <c:v>26980.981428571427</c:v>
                </c:pt>
                <c:pt idx="554">
                  <c:v>26980.981428571427</c:v>
                </c:pt>
                <c:pt idx="555">
                  <c:v>26980.981428571427</c:v>
                </c:pt>
                <c:pt idx="556">
                  <c:v>27323.631428571425</c:v>
                </c:pt>
                <c:pt idx="557">
                  <c:v>27323.631428571425</c:v>
                </c:pt>
                <c:pt idx="558">
                  <c:v>27323.631428571425</c:v>
                </c:pt>
                <c:pt idx="559">
                  <c:v>27472.231428571427</c:v>
                </c:pt>
                <c:pt idx="560">
                  <c:v>27379.381428571429</c:v>
                </c:pt>
                <c:pt idx="561">
                  <c:v>27379.381428571429</c:v>
                </c:pt>
                <c:pt idx="562">
                  <c:v>27379.381428571429</c:v>
                </c:pt>
                <c:pt idx="563">
                  <c:v>27379.381428571429</c:v>
                </c:pt>
                <c:pt idx="564">
                  <c:v>27380.431428571428</c:v>
                </c:pt>
                <c:pt idx="565">
                  <c:v>27316.431428571428</c:v>
                </c:pt>
                <c:pt idx="566">
                  <c:v>27214.071428571428</c:v>
                </c:pt>
                <c:pt idx="567">
                  <c:v>27183.321428571428</c:v>
                </c:pt>
                <c:pt idx="568">
                  <c:v>27183.321428571428</c:v>
                </c:pt>
                <c:pt idx="569">
                  <c:v>27183.321428571428</c:v>
                </c:pt>
                <c:pt idx="570">
                  <c:v>27183.321428571428</c:v>
                </c:pt>
                <c:pt idx="571">
                  <c:v>27183.321428571428</c:v>
                </c:pt>
                <c:pt idx="572">
                  <c:v>27010.621428571427</c:v>
                </c:pt>
                <c:pt idx="573">
                  <c:v>26500.021428571428</c:v>
                </c:pt>
                <c:pt idx="574">
                  <c:v>26662.121428571427</c:v>
                </c:pt>
                <c:pt idx="575">
                  <c:v>26662.121428571427</c:v>
                </c:pt>
                <c:pt idx="576">
                  <c:v>26662.121428571427</c:v>
                </c:pt>
                <c:pt idx="577">
                  <c:v>26654.771428571428</c:v>
                </c:pt>
                <c:pt idx="578">
                  <c:v>26334.771428571428</c:v>
                </c:pt>
                <c:pt idx="579">
                  <c:v>26494.771428571428</c:v>
                </c:pt>
                <c:pt idx="580">
                  <c:v>26399.281428571427</c:v>
                </c:pt>
                <c:pt idx="581">
                  <c:v>25970.08142857143</c:v>
                </c:pt>
                <c:pt idx="582">
                  <c:v>25970.08142857143</c:v>
                </c:pt>
                <c:pt idx="583">
                  <c:v>25970.08142857143</c:v>
                </c:pt>
                <c:pt idx="584">
                  <c:v>25970.08142857143</c:v>
                </c:pt>
                <c:pt idx="585">
                  <c:v>25738.061428571429</c:v>
                </c:pt>
                <c:pt idx="586">
                  <c:v>25738.061428571429</c:v>
                </c:pt>
                <c:pt idx="587">
                  <c:v>26102.58142857143</c:v>
                </c:pt>
                <c:pt idx="588">
                  <c:v>26423.631428571429</c:v>
                </c:pt>
                <c:pt idx="589">
                  <c:v>26423.631428571429</c:v>
                </c:pt>
                <c:pt idx="590">
                  <c:v>26423.631428571429</c:v>
                </c:pt>
                <c:pt idx="591">
                  <c:v>27703.631428571425</c:v>
                </c:pt>
                <c:pt idx="592">
                  <c:v>27873.37142857143</c:v>
                </c:pt>
                <c:pt idx="593">
                  <c:v>27873.37142857143</c:v>
                </c:pt>
                <c:pt idx="594">
                  <c:v>28024.69142857143</c:v>
                </c:pt>
                <c:pt idx="595">
                  <c:v>28026.791428571429</c:v>
                </c:pt>
                <c:pt idx="596">
                  <c:v>28026.791428571429</c:v>
                </c:pt>
                <c:pt idx="597">
                  <c:v>28026.791428571429</c:v>
                </c:pt>
                <c:pt idx="598">
                  <c:v>28020.491428571429</c:v>
                </c:pt>
                <c:pt idx="599">
                  <c:v>27931.451428571429</c:v>
                </c:pt>
                <c:pt idx="600">
                  <c:v>27931.451428571429</c:v>
                </c:pt>
                <c:pt idx="601">
                  <c:v>28123.311428571429</c:v>
                </c:pt>
                <c:pt idx="602">
                  <c:v>28187.781428571427</c:v>
                </c:pt>
                <c:pt idx="603">
                  <c:v>28187.781428571427</c:v>
                </c:pt>
                <c:pt idx="604">
                  <c:v>28187.781428571427</c:v>
                </c:pt>
                <c:pt idx="605">
                  <c:v>28187.781428571427</c:v>
                </c:pt>
                <c:pt idx="606">
                  <c:v>28187.781428571427</c:v>
                </c:pt>
                <c:pt idx="607">
                  <c:v>28177.181428571428</c:v>
                </c:pt>
                <c:pt idx="608">
                  <c:v>27122.061428571429</c:v>
                </c:pt>
                <c:pt idx="609">
                  <c:v>27118.911428571428</c:v>
                </c:pt>
                <c:pt idx="610">
                  <c:v>27118.911428571428</c:v>
                </c:pt>
                <c:pt idx="611">
                  <c:v>27118.911428571428</c:v>
                </c:pt>
                <c:pt idx="612">
                  <c:v>24940.831428571426</c:v>
                </c:pt>
                <c:pt idx="613">
                  <c:v>25004.831428571426</c:v>
                </c:pt>
                <c:pt idx="614">
                  <c:v>25002.731428571427</c:v>
                </c:pt>
                <c:pt idx="615">
                  <c:v>24917.531428571427</c:v>
                </c:pt>
                <c:pt idx="616">
                  <c:v>24780.001428571428</c:v>
                </c:pt>
                <c:pt idx="617">
                  <c:v>24780.001428571428</c:v>
                </c:pt>
                <c:pt idx="618">
                  <c:v>24780.001428571428</c:v>
                </c:pt>
                <c:pt idx="619">
                  <c:v>24786.301428571427</c:v>
                </c:pt>
                <c:pt idx="620">
                  <c:v>24787.351428571426</c:v>
                </c:pt>
                <c:pt idx="621">
                  <c:v>23997.371428571427</c:v>
                </c:pt>
                <c:pt idx="622">
                  <c:v>23703.941428571427</c:v>
                </c:pt>
                <c:pt idx="623">
                  <c:v>23543.941428571427</c:v>
                </c:pt>
                <c:pt idx="624">
                  <c:v>23543.941428571427</c:v>
                </c:pt>
                <c:pt idx="625">
                  <c:v>23543.941428571427</c:v>
                </c:pt>
                <c:pt idx="626">
                  <c:v>23543.941428571427</c:v>
                </c:pt>
                <c:pt idx="627">
                  <c:v>23223.941428571427</c:v>
                </c:pt>
                <c:pt idx="628">
                  <c:v>22666.561428571425</c:v>
                </c:pt>
                <c:pt idx="629">
                  <c:v>22506.561428571425</c:v>
                </c:pt>
                <c:pt idx="630">
                  <c:v>22345.511428571426</c:v>
                </c:pt>
                <c:pt idx="631">
                  <c:v>22345.511428571426</c:v>
                </c:pt>
                <c:pt idx="632">
                  <c:v>22345.511428571426</c:v>
                </c:pt>
                <c:pt idx="633">
                  <c:v>22342.361428571425</c:v>
                </c:pt>
                <c:pt idx="634">
                  <c:v>21842.361428571425</c:v>
                </c:pt>
                <c:pt idx="635">
                  <c:v>21833.961428571427</c:v>
                </c:pt>
                <c:pt idx="636">
                  <c:v>22104.241428571426</c:v>
                </c:pt>
                <c:pt idx="637">
                  <c:v>22422.141428571427</c:v>
                </c:pt>
                <c:pt idx="638">
                  <c:v>22422.141428571427</c:v>
                </c:pt>
                <c:pt idx="639">
                  <c:v>22422.141428571427</c:v>
                </c:pt>
                <c:pt idx="640">
                  <c:v>19501.60142857143</c:v>
                </c:pt>
                <c:pt idx="641">
                  <c:v>19501.60142857143</c:v>
                </c:pt>
                <c:pt idx="642">
                  <c:v>19546.121428571427</c:v>
                </c:pt>
                <c:pt idx="643">
                  <c:v>19576.891428571427</c:v>
                </c:pt>
                <c:pt idx="644">
                  <c:v>19544.341428571428</c:v>
                </c:pt>
                <c:pt idx="645">
                  <c:v>19544.341428571428</c:v>
                </c:pt>
                <c:pt idx="646">
                  <c:v>19544.341428571428</c:v>
                </c:pt>
                <c:pt idx="647">
                  <c:v>19544.341428571428</c:v>
                </c:pt>
                <c:pt idx="648">
                  <c:v>19783.541428571429</c:v>
                </c:pt>
                <c:pt idx="649">
                  <c:v>19839.141428571427</c:v>
                </c:pt>
                <c:pt idx="650">
                  <c:v>17868.791428571429</c:v>
                </c:pt>
                <c:pt idx="651">
                  <c:v>17854.091428571428</c:v>
                </c:pt>
                <c:pt idx="652">
                  <c:v>17854.091428571428</c:v>
                </c:pt>
                <c:pt idx="653">
                  <c:v>17854.091428571428</c:v>
                </c:pt>
                <c:pt idx="654">
                  <c:v>17903.441428571427</c:v>
                </c:pt>
                <c:pt idx="655">
                  <c:v>17990.041428571429</c:v>
                </c:pt>
                <c:pt idx="656">
                  <c:v>17993.191428571427</c:v>
                </c:pt>
                <c:pt idx="657">
                  <c:v>17169.621428571427</c:v>
                </c:pt>
                <c:pt idx="658">
                  <c:v>16127.201428571429</c:v>
                </c:pt>
                <c:pt idx="659">
                  <c:v>16127.201428571429</c:v>
                </c:pt>
                <c:pt idx="660">
                  <c:v>16127.201428571429</c:v>
                </c:pt>
                <c:pt idx="661">
                  <c:v>14569.501428571428</c:v>
                </c:pt>
                <c:pt idx="662">
                  <c:v>14556.901428571429</c:v>
                </c:pt>
                <c:pt idx="663">
                  <c:v>14556.901428571429</c:v>
                </c:pt>
                <c:pt idx="664">
                  <c:v>14556.901428571429</c:v>
                </c:pt>
                <c:pt idx="665">
                  <c:v>14556.901428571429</c:v>
                </c:pt>
                <c:pt idx="666">
                  <c:v>14556.901428571429</c:v>
                </c:pt>
                <c:pt idx="667">
                  <c:v>14556.901428571429</c:v>
                </c:pt>
                <c:pt idx="668">
                  <c:v>14556.901428571429</c:v>
                </c:pt>
                <c:pt idx="669">
                  <c:v>13555.85142857143</c:v>
                </c:pt>
                <c:pt idx="670">
                  <c:v>13568.451428571429</c:v>
                </c:pt>
                <c:pt idx="671">
                  <c:v>13179.501428571428</c:v>
                </c:pt>
                <c:pt idx="672">
                  <c:v>13182.94142857143</c:v>
                </c:pt>
                <c:pt idx="673">
                  <c:v>13182.94142857143</c:v>
                </c:pt>
                <c:pt idx="674">
                  <c:v>13182.94142857143</c:v>
                </c:pt>
                <c:pt idx="675">
                  <c:v>13160.681428571428</c:v>
                </c:pt>
                <c:pt idx="676">
                  <c:v>13160.681428571428</c:v>
                </c:pt>
                <c:pt idx="677">
                  <c:v>11160.681428571428</c:v>
                </c:pt>
                <c:pt idx="678">
                  <c:v>11108.881428571429</c:v>
                </c:pt>
                <c:pt idx="679">
                  <c:v>11276.331428571426</c:v>
                </c:pt>
                <c:pt idx="680">
                  <c:v>11276.331428571426</c:v>
                </c:pt>
                <c:pt idx="681">
                  <c:v>11276.331428571426</c:v>
                </c:pt>
                <c:pt idx="682">
                  <c:v>11265.731428571427</c:v>
                </c:pt>
                <c:pt idx="683">
                  <c:v>10743.471428571429</c:v>
                </c:pt>
                <c:pt idx="684">
                  <c:v>10237.17142857143</c:v>
                </c:pt>
                <c:pt idx="685">
                  <c:v>10590.151428571429</c:v>
                </c:pt>
                <c:pt idx="686">
                  <c:v>10784.301428571427</c:v>
                </c:pt>
                <c:pt idx="687">
                  <c:v>10784.301428571427</c:v>
                </c:pt>
                <c:pt idx="688">
                  <c:v>10784.301428571427</c:v>
                </c:pt>
                <c:pt idx="689">
                  <c:v>10828.821428571428</c:v>
                </c:pt>
                <c:pt idx="690">
                  <c:v>10828.821428571428</c:v>
                </c:pt>
                <c:pt idx="691">
                  <c:v>10134.841428571428</c:v>
                </c:pt>
                <c:pt idx="692">
                  <c:v>10002.341428571428</c:v>
                </c:pt>
                <c:pt idx="693">
                  <c:v>10002.341428571428</c:v>
                </c:pt>
                <c:pt idx="694">
                  <c:v>10002.341428571428</c:v>
                </c:pt>
                <c:pt idx="695">
                  <c:v>10002.341428571428</c:v>
                </c:pt>
                <c:pt idx="696">
                  <c:v>10004.441428571427</c:v>
                </c:pt>
                <c:pt idx="697">
                  <c:v>9980.9214285714297</c:v>
                </c:pt>
                <c:pt idx="698">
                  <c:v>10066.781428571427</c:v>
                </c:pt>
                <c:pt idx="699">
                  <c:v>9640.5814285714296</c:v>
                </c:pt>
                <c:pt idx="700">
                  <c:v>9630.0814285714296</c:v>
                </c:pt>
                <c:pt idx="701">
                  <c:v>9630.0814285714296</c:v>
                </c:pt>
                <c:pt idx="702">
                  <c:v>9630.0814285714296</c:v>
                </c:pt>
                <c:pt idx="703">
                  <c:v>9630.0814285714296</c:v>
                </c:pt>
                <c:pt idx="704">
                  <c:v>9582.8814285714288</c:v>
                </c:pt>
                <c:pt idx="705">
                  <c:v>9582.8814285714288</c:v>
                </c:pt>
                <c:pt idx="706">
                  <c:v>8522.0314285714303</c:v>
                </c:pt>
                <c:pt idx="707">
                  <c:v>8522.0314285714303</c:v>
                </c:pt>
                <c:pt idx="708">
                  <c:v>8522.0314285714303</c:v>
                </c:pt>
                <c:pt idx="709">
                  <c:v>8522.0314285714303</c:v>
                </c:pt>
                <c:pt idx="710">
                  <c:v>8522.0314285714303</c:v>
                </c:pt>
                <c:pt idx="711">
                  <c:v>8486.8814285714288</c:v>
                </c:pt>
                <c:pt idx="712">
                  <c:v>8485.8314285714296</c:v>
                </c:pt>
                <c:pt idx="713">
                  <c:v>8485.8314285714296</c:v>
                </c:pt>
                <c:pt idx="714">
                  <c:v>8482.6814285714281</c:v>
                </c:pt>
                <c:pt idx="715">
                  <c:v>8482.6814285714281</c:v>
                </c:pt>
                <c:pt idx="716">
                  <c:v>8482.6814285714281</c:v>
                </c:pt>
                <c:pt idx="717">
                  <c:v>8482.6814285714281</c:v>
                </c:pt>
                <c:pt idx="718">
                  <c:v>8482.6814285714281</c:v>
                </c:pt>
                <c:pt idx="719">
                  <c:v>8009.1414285714282</c:v>
                </c:pt>
                <c:pt idx="720">
                  <c:v>8053.6614285714286</c:v>
                </c:pt>
                <c:pt idx="721">
                  <c:v>8087.261428571429</c:v>
                </c:pt>
                <c:pt idx="722">
                  <c:v>8087.261428571429</c:v>
                </c:pt>
                <c:pt idx="723">
                  <c:v>8087.261428571429</c:v>
                </c:pt>
                <c:pt idx="724">
                  <c:v>8134.9614285714279</c:v>
                </c:pt>
                <c:pt idx="725">
                  <c:v>8134.9614285714279</c:v>
                </c:pt>
                <c:pt idx="726">
                  <c:v>7679.5614285714282</c:v>
                </c:pt>
                <c:pt idx="727">
                  <c:v>8075.9714285714281</c:v>
                </c:pt>
                <c:pt idx="728">
                  <c:v>8150.4714285714281</c:v>
                </c:pt>
                <c:pt idx="729">
                  <c:v>8150.4714285714281</c:v>
                </c:pt>
                <c:pt idx="730">
                  <c:v>8150.4714285714281</c:v>
                </c:pt>
                <c:pt idx="731">
                  <c:v>8189.5314285714294</c:v>
                </c:pt>
                <c:pt idx="732">
                  <c:v>8189.5314285714294</c:v>
                </c:pt>
                <c:pt idx="733">
                  <c:v>8193.7314285714274</c:v>
                </c:pt>
                <c:pt idx="734">
                  <c:v>8434.7114285714306</c:v>
                </c:pt>
                <c:pt idx="735">
                  <c:v>7934.7114285714297</c:v>
                </c:pt>
                <c:pt idx="736">
                  <c:v>7934.7114285714297</c:v>
                </c:pt>
                <c:pt idx="737">
                  <c:v>7934.7114285714297</c:v>
                </c:pt>
                <c:pt idx="738">
                  <c:v>7839.6214285714277</c:v>
                </c:pt>
                <c:pt idx="739">
                  <c:v>7696.5214285714274</c:v>
                </c:pt>
                <c:pt idx="740">
                  <c:v>7696.5214285714274</c:v>
                </c:pt>
                <c:pt idx="741">
                  <c:v>7696.5214285714274</c:v>
                </c:pt>
                <c:pt idx="742">
                  <c:v>7696.5214285714274</c:v>
                </c:pt>
                <c:pt idx="743">
                  <c:v>7696.5214285714274</c:v>
                </c:pt>
                <c:pt idx="744">
                  <c:v>7696.5214285714274</c:v>
                </c:pt>
                <c:pt idx="745">
                  <c:v>7696.5214285714274</c:v>
                </c:pt>
                <c:pt idx="746">
                  <c:v>7696.5214285714274</c:v>
                </c:pt>
                <c:pt idx="747">
                  <c:v>7696.5214285714274</c:v>
                </c:pt>
                <c:pt idx="748">
                  <c:v>7696.5214285714274</c:v>
                </c:pt>
                <c:pt idx="749">
                  <c:v>7696.5214285714274</c:v>
                </c:pt>
                <c:pt idx="750">
                  <c:v>7696.5214285714274</c:v>
                </c:pt>
                <c:pt idx="751">
                  <c:v>7696.5214285714274</c:v>
                </c:pt>
                <c:pt idx="752">
                  <c:v>7696.5214285714274</c:v>
                </c:pt>
                <c:pt idx="753">
                  <c:v>7792.5214285714274</c:v>
                </c:pt>
                <c:pt idx="754">
                  <c:v>7792.5214285714274</c:v>
                </c:pt>
                <c:pt idx="755">
                  <c:v>7508.4414285714274</c:v>
                </c:pt>
                <c:pt idx="756">
                  <c:v>7508.4414285714274</c:v>
                </c:pt>
                <c:pt idx="757">
                  <c:v>7508.4414285714274</c:v>
                </c:pt>
                <c:pt idx="758">
                  <c:v>7508.4414285714274</c:v>
                </c:pt>
                <c:pt idx="759">
                  <c:v>7508.4414285714274</c:v>
                </c:pt>
                <c:pt idx="760">
                  <c:v>7506.3414285714289</c:v>
                </c:pt>
                <c:pt idx="761">
                  <c:v>7506.3414285714289</c:v>
                </c:pt>
                <c:pt idx="762">
                  <c:v>7697.1414285714282</c:v>
                </c:pt>
                <c:pt idx="763">
                  <c:v>7702.3914285714282</c:v>
                </c:pt>
                <c:pt idx="764">
                  <c:v>7702.3914285714282</c:v>
                </c:pt>
                <c:pt idx="765">
                  <c:v>7702.3914285714282</c:v>
                </c:pt>
                <c:pt idx="766">
                  <c:v>7702.3914285714282</c:v>
                </c:pt>
                <c:pt idx="767">
                  <c:v>7702.3914285714282</c:v>
                </c:pt>
                <c:pt idx="768">
                  <c:v>7723.5914285714289</c:v>
                </c:pt>
                <c:pt idx="769">
                  <c:v>7909.0914285714289</c:v>
                </c:pt>
                <c:pt idx="770">
                  <c:v>7901.7414285714285</c:v>
                </c:pt>
                <c:pt idx="771">
                  <c:v>7901.7414285714285</c:v>
                </c:pt>
                <c:pt idx="772">
                  <c:v>7901.7414285714285</c:v>
                </c:pt>
                <c:pt idx="773">
                  <c:v>7901.7414285714285</c:v>
                </c:pt>
                <c:pt idx="774">
                  <c:v>7894.3914285714282</c:v>
                </c:pt>
                <c:pt idx="775">
                  <c:v>7458.3914285714282</c:v>
                </c:pt>
                <c:pt idx="776">
                  <c:v>7270.7714285714292</c:v>
                </c:pt>
                <c:pt idx="777">
                  <c:v>6758.1714285714288</c:v>
                </c:pt>
                <c:pt idx="778">
                  <c:v>6713.6514285714284</c:v>
                </c:pt>
                <c:pt idx="779">
                  <c:v>6535.5714285714284</c:v>
                </c:pt>
                <c:pt idx="780">
                  <c:v>6537.6714285714288</c:v>
                </c:pt>
                <c:pt idx="781">
                  <c:v>6539.7714285714292</c:v>
                </c:pt>
                <c:pt idx="782">
                  <c:v>6539.7714285714292</c:v>
                </c:pt>
                <c:pt idx="783">
                  <c:v>5935.8914285714282</c:v>
                </c:pt>
                <c:pt idx="784">
                  <c:v>5999.8914285714282</c:v>
                </c:pt>
                <c:pt idx="785">
                  <c:v>5999.8914285714282</c:v>
                </c:pt>
                <c:pt idx="786">
                  <c:v>5999.8914285714282</c:v>
                </c:pt>
                <c:pt idx="787">
                  <c:v>5999.8914285714282</c:v>
                </c:pt>
                <c:pt idx="788">
                  <c:v>5999.8914285714282</c:v>
                </c:pt>
                <c:pt idx="789">
                  <c:v>5998.8414285714271</c:v>
                </c:pt>
                <c:pt idx="790">
                  <c:v>6117.3914285714282</c:v>
                </c:pt>
                <c:pt idx="791">
                  <c:v>6203.9414285714274</c:v>
                </c:pt>
                <c:pt idx="792">
                  <c:v>6203.9414285714274</c:v>
                </c:pt>
                <c:pt idx="793">
                  <c:v>5703.9414285714274</c:v>
                </c:pt>
                <c:pt idx="794">
                  <c:v>5703.9414285714274</c:v>
                </c:pt>
                <c:pt idx="795">
                  <c:v>5711.2914285714278</c:v>
                </c:pt>
                <c:pt idx="796">
                  <c:v>5771.6414285714282</c:v>
                </c:pt>
                <c:pt idx="797">
                  <c:v>5697.4414285714292</c:v>
                </c:pt>
                <c:pt idx="798">
                  <c:v>5690.0914285714289</c:v>
                </c:pt>
                <c:pt idx="799">
                  <c:v>5690.0914285714289</c:v>
                </c:pt>
                <c:pt idx="800">
                  <c:v>5690.0914285714289</c:v>
                </c:pt>
                <c:pt idx="801">
                  <c:v>5694.2914285714296</c:v>
                </c:pt>
                <c:pt idx="802">
                  <c:v>5694.2914285714296</c:v>
                </c:pt>
                <c:pt idx="803">
                  <c:v>5194.2914285714296</c:v>
                </c:pt>
                <c:pt idx="804">
                  <c:v>5266.2514285714269</c:v>
                </c:pt>
                <c:pt idx="805">
                  <c:v>5266.2514285714269</c:v>
                </c:pt>
                <c:pt idx="806">
                  <c:v>5266.2514285714269</c:v>
                </c:pt>
                <c:pt idx="807">
                  <c:v>5266.2514285714269</c:v>
                </c:pt>
                <c:pt idx="808">
                  <c:v>5173.6014285714273</c:v>
                </c:pt>
                <c:pt idx="809">
                  <c:v>4673.6014285714273</c:v>
                </c:pt>
                <c:pt idx="810">
                  <c:v>4641.6014285714273</c:v>
                </c:pt>
                <c:pt idx="811">
                  <c:v>4641.6014285714273</c:v>
                </c:pt>
                <c:pt idx="812">
                  <c:v>4144.7514285714278</c:v>
                </c:pt>
                <c:pt idx="813">
                  <c:v>4144.7514285714278</c:v>
                </c:pt>
                <c:pt idx="814">
                  <c:v>4144.7514285714278</c:v>
                </c:pt>
                <c:pt idx="815">
                  <c:v>4144.7514285714278</c:v>
                </c:pt>
                <c:pt idx="816">
                  <c:v>4144.7514285714278</c:v>
                </c:pt>
                <c:pt idx="817">
                  <c:v>3415.9014285714275</c:v>
                </c:pt>
                <c:pt idx="818">
                  <c:v>3410.6514285714275</c:v>
                </c:pt>
                <c:pt idx="819">
                  <c:v>3371.301428571428</c:v>
                </c:pt>
                <c:pt idx="820">
                  <c:v>3371.301428571428</c:v>
                </c:pt>
                <c:pt idx="821">
                  <c:v>3386.2114285714279</c:v>
                </c:pt>
                <c:pt idx="822">
                  <c:v>3386.2114285714279</c:v>
                </c:pt>
                <c:pt idx="823">
                  <c:v>3322.2114285714279</c:v>
                </c:pt>
                <c:pt idx="824">
                  <c:v>3322.2114285714279</c:v>
                </c:pt>
                <c:pt idx="825">
                  <c:v>3344.4714285714281</c:v>
                </c:pt>
                <c:pt idx="826">
                  <c:v>3312.4714285714281</c:v>
                </c:pt>
                <c:pt idx="827">
                  <c:v>3312.4714285714281</c:v>
                </c:pt>
                <c:pt idx="828">
                  <c:v>3312.4714285714281</c:v>
                </c:pt>
                <c:pt idx="829">
                  <c:v>3312.4714285714281</c:v>
                </c:pt>
                <c:pt idx="830">
                  <c:v>2612.4714285714281</c:v>
                </c:pt>
                <c:pt idx="831">
                  <c:v>2612.4714285714281</c:v>
                </c:pt>
                <c:pt idx="832">
                  <c:v>2617.4714285714281</c:v>
                </c:pt>
                <c:pt idx="833">
                  <c:v>2417.4714285714281</c:v>
                </c:pt>
                <c:pt idx="834">
                  <c:v>2417.4714285714281</c:v>
                </c:pt>
                <c:pt idx="835">
                  <c:v>2417.4714285714281</c:v>
                </c:pt>
                <c:pt idx="836">
                  <c:v>2417.4714285714281</c:v>
                </c:pt>
                <c:pt idx="837">
                  <c:v>2267.4714285714281</c:v>
                </c:pt>
                <c:pt idx="838">
                  <c:v>2267.4714285714281</c:v>
                </c:pt>
                <c:pt idx="839">
                  <c:v>2108.5314285714285</c:v>
                </c:pt>
                <c:pt idx="840">
                  <c:v>2108.5314285714285</c:v>
                </c:pt>
                <c:pt idx="841">
                  <c:v>2108.5314285714285</c:v>
                </c:pt>
                <c:pt idx="842">
                  <c:v>2108.5314285714285</c:v>
                </c:pt>
                <c:pt idx="843">
                  <c:v>2058.5314285714285</c:v>
                </c:pt>
                <c:pt idx="844">
                  <c:v>1958.5314285714285</c:v>
                </c:pt>
                <c:pt idx="845">
                  <c:v>1958.5314285714285</c:v>
                </c:pt>
                <c:pt idx="846">
                  <c:v>2496.511428571428</c:v>
                </c:pt>
                <c:pt idx="847">
                  <c:v>2496.511428571428</c:v>
                </c:pt>
                <c:pt idx="848">
                  <c:v>2496.511428571428</c:v>
                </c:pt>
                <c:pt idx="849">
                  <c:v>2528.511428571428</c:v>
                </c:pt>
                <c:pt idx="850">
                  <c:v>2528.511428571428</c:v>
                </c:pt>
                <c:pt idx="851">
                  <c:v>2528.511428571428</c:v>
                </c:pt>
                <c:pt idx="852">
                  <c:v>2528.511428571428</c:v>
                </c:pt>
                <c:pt idx="853">
                  <c:v>2703.4114285714286</c:v>
                </c:pt>
                <c:pt idx="854">
                  <c:v>2767.4114285714286</c:v>
                </c:pt>
                <c:pt idx="855">
                  <c:v>2767.4114285714286</c:v>
                </c:pt>
                <c:pt idx="856">
                  <c:v>2767.4114285714286</c:v>
                </c:pt>
                <c:pt idx="857">
                  <c:v>2767.4114285714286</c:v>
                </c:pt>
                <c:pt idx="858">
                  <c:v>2767.4114285714286</c:v>
                </c:pt>
                <c:pt idx="859">
                  <c:v>2767.4114285714286</c:v>
                </c:pt>
                <c:pt idx="860">
                  <c:v>2800.2714285714283</c:v>
                </c:pt>
                <c:pt idx="861">
                  <c:v>3064.2714285714283</c:v>
                </c:pt>
                <c:pt idx="862">
                  <c:v>3064.2714285714283</c:v>
                </c:pt>
                <c:pt idx="863">
                  <c:v>3064.2714285714283</c:v>
                </c:pt>
                <c:pt idx="864">
                  <c:v>461.97142857142808</c:v>
                </c:pt>
                <c:pt idx="865">
                  <c:v>461.97142857142808</c:v>
                </c:pt>
                <c:pt idx="866">
                  <c:v>525.97142857142808</c:v>
                </c:pt>
                <c:pt idx="867">
                  <c:v>721.01142857142804</c:v>
                </c:pt>
                <c:pt idx="868">
                  <c:v>721.01142857142804</c:v>
                </c:pt>
                <c:pt idx="869">
                  <c:v>721.01142857142804</c:v>
                </c:pt>
                <c:pt idx="870">
                  <c:v>721.01142857142804</c:v>
                </c:pt>
                <c:pt idx="871">
                  <c:v>721.01142857142804</c:v>
                </c:pt>
                <c:pt idx="872">
                  <c:v>721.01142857142804</c:v>
                </c:pt>
                <c:pt idx="873">
                  <c:v>721.01142857142804</c:v>
                </c:pt>
                <c:pt idx="874">
                  <c:v>721.01142857142804</c:v>
                </c:pt>
                <c:pt idx="875">
                  <c:v>721.01142857142804</c:v>
                </c:pt>
                <c:pt idx="876">
                  <c:v>721.01142857142804</c:v>
                </c:pt>
                <c:pt idx="877">
                  <c:v>721.01142857142804</c:v>
                </c:pt>
                <c:pt idx="878">
                  <c:v>721.01142857142804</c:v>
                </c:pt>
                <c:pt idx="879">
                  <c:v>721.01142857142804</c:v>
                </c:pt>
                <c:pt idx="880">
                  <c:v>616.07142857142844</c:v>
                </c:pt>
                <c:pt idx="881">
                  <c:v>816.07142857142844</c:v>
                </c:pt>
                <c:pt idx="882">
                  <c:v>816.07142857142844</c:v>
                </c:pt>
                <c:pt idx="883">
                  <c:v>816.07142857142844</c:v>
                </c:pt>
                <c:pt idx="884">
                  <c:v>816.07142857142844</c:v>
                </c:pt>
                <c:pt idx="885">
                  <c:v>816.07142857142844</c:v>
                </c:pt>
                <c:pt idx="886">
                  <c:v>816.07142857142844</c:v>
                </c:pt>
                <c:pt idx="887">
                  <c:v>916.07142857142844</c:v>
                </c:pt>
                <c:pt idx="888">
                  <c:v>1254.0714285714284</c:v>
                </c:pt>
                <c:pt idx="889">
                  <c:v>1359.0714285714284</c:v>
                </c:pt>
                <c:pt idx="890">
                  <c:v>1359.0714285714284</c:v>
                </c:pt>
                <c:pt idx="891">
                  <c:v>1359.0714285714284</c:v>
                </c:pt>
                <c:pt idx="892">
                  <c:v>1559.0714285714284</c:v>
                </c:pt>
                <c:pt idx="893">
                  <c:v>1559.0714285714284</c:v>
                </c:pt>
                <c:pt idx="894">
                  <c:v>1559.0714285714284</c:v>
                </c:pt>
                <c:pt idx="895">
                  <c:v>1726.551428571428</c:v>
                </c:pt>
                <c:pt idx="896">
                  <c:v>1726.551428571428</c:v>
                </c:pt>
                <c:pt idx="897">
                  <c:v>1758.551428571428</c:v>
                </c:pt>
                <c:pt idx="898">
                  <c:v>1758.551428571428</c:v>
                </c:pt>
                <c:pt idx="899">
                  <c:v>1790.551428571428</c:v>
                </c:pt>
                <c:pt idx="900">
                  <c:v>1790.551428571428</c:v>
                </c:pt>
                <c:pt idx="901">
                  <c:v>1790.551428571428</c:v>
                </c:pt>
                <c:pt idx="902">
                  <c:v>1986.6514285714284</c:v>
                </c:pt>
                <c:pt idx="903">
                  <c:v>2086.6514285714284</c:v>
                </c:pt>
                <c:pt idx="904">
                  <c:v>2086.6514285714284</c:v>
                </c:pt>
                <c:pt idx="905">
                  <c:v>2086.6514285714284</c:v>
                </c:pt>
                <c:pt idx="906">
                  <c:v>2236.6514285714284</c:v>
                </c:pt>
                <c:pt idx="907">
                  <c:v>2236.6514285714284</c:v>
                </c:pt>
                <c:pt idx="908">
                  <c:v>2236.6514285714284</c:v>
                </c:pt>
                <c:pt idx="909">
                  <c:v>2303.4314285714281</c:v>
                </c:pt>
                <c:pt idx="910">
                  <c:v>2303.4314285714281</c:v>
                </c:pt>
                <c:pt idx="911">
                  <c:v>2303.4314285714281</c:v>
                </c:pt>
                <c:pt idx="912">
                  <c:v>2303.4314285714281</c:v>
                </c:pt>
                <c:pt idx="913">
                  <c:v>2303.4314285714281</c:v>
                </c:pt>
                <c:pt idx="914">
                  <c:v>2303.4314285714281</c:v>
                </c:pt>
                <c:pt idx="915">
                  <c:v>2303.4314285714281</c:v>
                </c:pt>
                <c:pt idx="916">
                  <c:v>2253.4314285714281</c:v>
                </c:pt>
                <c:pt idx="917">
                  <c:v>2253.4314285714281</c:v>
                </c:pt>
                <c:pt idx="918">
                  <c:v>2253.4314285714281</c:v>
                </c:pt>
                <c:pt idx="919">
                  <c:v>2253.4314285714281</c:v>
                </c:pt>
                <c:pt idx="920">
                  <c:v>2253.4314285714281</c:v>
                </c:pt>
                <c:pt idx="921">
                  <c:v>2253.4314285714281</c:v>
                </c:pt>
                <c:pt idx="922">
                  <c:v>2183.4714285714281</c:v>
                </c:pt>
                <c:pt idx="923">
                  <c:v>2183.4714285714281</c:v>
                </c:pt>
                <c:pt idx="924">
                  <c:v>2183.4714285714281</c:v>
                </c:pt>
                <c:pt idx="925">
                  <c:v>2183.4714285714281</c:v>
                </c:pt>
                <c:pt idx="926">
                  <c:v>2183.4714285714281</c:v>
                </c:pt>
                <c:pt idx="927">
                  <c:v>2133.4714285714281</c:v>
                </c:pt>
                <c:pt idx="928">
                  <c:v>2133.4714285714281</c:v>
                </c:pt>
                <c:pt idx="929">
                  <c:v>2083.4714285714281</c:v>
                </c:pt>
                <c:pt idx="930">
                  <c:v>1645.8514285714282</c:v>
                </c:pt>
                <c:pt idx="931">
                  <c:v>1645.8514285714282</c:v>
                </c:pt>
                <c:pt idx="932">
                  <c:v>1645.8514285714282</c:v>
                </c:pt>
                <c:pt idx="933">
                  <c:v>1645.8514285714282</c:v>
                </c:pt>
                <c:pt idx="934">
                  <c:v>1645.8514285714282</c:v>
                </c:pt>
                <c:pt idx="935">
                  <c:v>1645.8514285714282</c:v>
                </c:pt>
                <c:pt idx="936">
                  <c:v>1695.8514285714282</c:v>
                </c:pt>
                <c:pt idx="937">
                  <c:v>1646.2114285714288</c:v>
                </c:pt>
                <c:pt idx="938">
                  <c:v>1746.2114285714288</c:v>
                </c:pt>
                <c:pt idx="939">
                  <c:v>1746.2114285714288</c:v>
                </c:pt>
                <c:pt idx="940">
                  <c:v>1746.2114285714288</c:v>
                </c:pt>
                <c:pt idx="941">
                  <c:v>1746.2114285714288</c:v>
                </c:pt>
                <c:pt idx="942">
                  <c:v>1746.2114285714288</c:v>
                </c:pt>
                <c:pt idx="943">
                  <c:v>1896.2114285714288</c:v>
                </c:pt>
                <c:pt idx="944">
                  <c:v>2096.2114285714288</c:v>
                </c:pt>
                <c:pt idx="945">
                  <c:v>2096.2114285714288</c:v>
                </c:pt>
                <c:pt idx="946">
                  <c:v>2096.2114285714288</c:v>
                </c:pt>
                <c:pt idx="947">
                  <c:v>2096.2114285714288</c:v>
                </c:pt>
                <c:pt idx="948">
                  <c:v>2096.2114285714288</c:v>
                </c:pt>
                <c:pt idx="949">
                  <c:v>2224.2114285714288</c:v>
                </c:pt>
                <c:pt idx="950">
                  <c:v>2172.9714285714281</c:v>
                </c:pt>
                <c:pt idx="951">
                  <c:v>2230.4514285714286</c:v>
                </c:pt>
                <c:pt idx="952">
                  <c:v>2230.4514285714286</c:v>
                </c:pt>
                <c:pt idx="953">
                  <c:v>2230.4514285714286</c:v>
                </c:pt>
                <c:pt idx="954">
                  <c:v>2230.4514285714286</c:v>
                </c:pt>
                <c:pt idx="955">
                  <c:v>2230.4514285714286</c:v>
                </c:pt>
                <c:pt idx="956">
                  <c:v>2230.4514285714286</c:v>
                </c:pt>
                <c:pt idx="957">
                  <c:v>2294.4514285714286</c:v>
                </c:pt>
                <c:pt idx="958">
                  <c:v>2444.9714285714281</c:v>
                </c:pt>
                <c:pt idx="959">
                  <c:v>2444.9714285714281</c:v>
                </c:pt>
                <c:pt idx="960">
                  <c:v>2444.9714285714281</c:v>
                </c:pt>
                <c:pt idx="961">
                  <c:v>2444.9714285714281</c:v>
                </c:pt>
                <c:pt idx="962">
                  <c:v>2444.9714285714281</c:v>
                </c:pt>
                <c:pt idx="963">
                  <c:v>2444.9714285714281</c:v>
                </c:pt>
                <c:pt idx="964">
                  <c:v>2444.9714285714281</c:v>
                </c:pt>
                <c:pt idx="965">
                  <c:v>2377.3314285714287</c:v>
                </c:pt>
                <c:pt idx="966">
                  <c:v>2177.3314285714287</c:v>
                </c:pt>
                <c:pt idx="967">
                  <c:v>2177.3314285714287</c:v>
                </c:pt>
                <c:pt idx="968">
                  <c:v>2177.3314285714287</c:v>
                </c:pt>
                <c:pt idx="969">
                  <c:v>2113.3314285714287</c:v>
                </c:pt>
                <c:pt idx="970">
                  <c:v>2113.3314285714287</c:v>
                </c:pt>
                <c:pt idx="971">
                  <c:v>2113.3314285714287</c:v>
                </c:pt>
                <c:pt idx="972">
                  <c:v>1880.8314285714287</c:v>
                </c:pt>
                <c:pt idx="973">
                  <c:v>1680.8314285714287</c:v>
                </c:pt>
                <c:pt idx="974">
                  <c:v>1680.8314285714287</c:v>
                </c:pt>
                <c:pt idx="975">
                  <c:v>1680.8314285714287</c:v>
                </c:pt>
                <c:pt idx="976">
                  <c:v>1680.8314285714287</c:v>
                </c:pt>
                <c:pt idx="977">
                  <c:v>1680.8314285714287</c:v>
                </c:pt>
                <c:pt idx="978">
                  <c:v>1680.8314285714287</c:v>
                </c:pt>
                <c:pt idx="979">
                  <c:v>1725.3514285714282</c:v>
                </c:pt>
                <c:pt idx="980">
                  <c:v>1725.3514285714282</c:v>
                </c:pt>
                <c:pt idx="981">
                  <c:v>1725.3514285714282</c:v>
                </c:pt>
                <c:pt idx="982">
                  <c:v>1725.3514285714282</c:v>
                </c:pt>
                <c:pt idx="983">
                  <c:v>1625.3514285714282</c:v>
                </c:pt>
                <c:pt idx="984">
                  <c:v>1372.8514285714282</c:v>
                </c:pt>
                <c:pt idx="985">
                  <c:v>1158.8514285714282</c:v>
                </c:pt>
                <c:pt idx="986">
                  <c:v>981.97142857142808</c:v>
                </c:pt>
                <c:pt idx="987">
                  <c:v>717.97142857142808</c:v>
                </c:pt>
                <c:pt idx="988">
                  <c:v>717.97142857142808</c:v>
                </c:pt>
                <c:pt idx="989">
                  <c:v>717.97142857142808</c:v>
                </c:pt>
                <c:pt idx="990">
                  <c:v>653.97142857142808</c:v>
                </c:pt>
                <c:pt idx="991">
                  <c:v>653.97142857142808</c:v>
                </c:pt>
                <c:pt idx="992">
                  <c:v>589.97142857142808</c:v>
                </c:pt>
                <c:pt idx="993">
                  <c:v>438.85142857142819</c:v>
                </c:pt>
                <c:pt idx="994">
                  <c:v>342.85142857142819</c:v>
                </c:pt>
                <c:pt idx="995">
                  <c:v>342.85142857142819</c:v>
                </c:pt>
                <c:pt idx="996">
                  <c:v>342.85142857142819</c:v>
                </c:pt>
                <c:pt idx="997">
                  <c:v>342.85142857142819</c:v>
                </c:pt>
                <c:pt idx="998">
                  <c:v>278.85142857142819</c:v>
                </c:pt>
                <c:pt idx="999">
                  <c:v>246.85142857142819</c:v>
                </c:pt>
                <c:pt idx="1000">
                  <c:v>380.41142857142859</c:v>
                </c:pt>
                <c:pt idx="1001">
                  <c:v>220.41142857142859</c:v>
                </c:pt>
                <c:pt idx="1002">
                  <c:v>220.41142857142859</c:v>
                </c:pt>
                <c:pt idx="1003">
                  <c:v>220.41142857142859</c:v>
                </c:pt>
                <c:pt idx="1004">
                  <c:v>220.41142857142859</c:v>
                </c:pt>
                <c:pt idx="1005">
                  <c:v>188.41142857142859</c:v>
                </c:pt>
                <c:pt idx="1006">
                  <c:v>188.41142857142859</c:v>
                </c:pt>
                <c:pt idx="1007">
                  <c:v>160.45142857142855</c:v>
                </c:pt>
                <c:pt idx="1008">
                  <c:v>105.45142857142855</c:v>
                </c:pt>
                <c:pt idx="1009">
                  <c:v>105.45142857142855</c:v>
                </c:pt>
                <c:pt idx="1010">
                  <c:v>105.45142857142855</c:v>
                </c:pt>
                <c:pt idx="1011">
                  <c:v>105.45142857142855</c:v>
                </c:pt>
                <c:pt idx="1012">
                  <c:v>191.45142857142855</c:v>
                </c:pt>
                <c:pt idx="1013">
                  <c:v>441.45142857142855</c:v>
                </c:pt>
                <c:pt idx="1014">
                  <c:v>217.39142857142815</c:v>
                </c:pt>
                <c:pt idx="1015">
                  <c:v>217.39142857142815</c:v>
                </c:pt>
                <c:pt idx="1016">
                  <c:v>217.39142857142815</c:v>
                </c:pt>
                <c:pt idx="1017">
                  <c:v>217.39142857142815</c:v>
                </c:pt>
                <c:pt idx="1018">
                  <c:v>217.39142857142815</c:v>
                </c:pt>
                <c:pt idx="1019">
                  <c:v>185.39142857142815</c:v>
                </c:pt>
                <c:pt idx="1020">
                  <c:v>116.2914285714287</c:v>
                </c:pt>
                <c:pt idx="1021">
                  <c:v>50.571428571428442</c:v>
                </c:pt>
                <c:pt idx="1022">
                  <c:v>-949.42857142857156</c:v>
                </c:pt>
                <c:pt idx="1023">
                  <c:v>-949.42857142857156</c:v>
                </c:pt>
                <c:pt idx="1024">
                  <c:v>-949.42857142857156</c:v>
                </c:pt>
                <c:pt idx="1025">
                  <c:v>-949.42857142857156</c:v>
                </c:pt>
                <c:pt idx="1026">
                  <c:v>-906.62857142857138</c:v>
                </c:pt>
                <c:pt idx="1027">
                  <c:v>-856.62857142857138</c:v>
                </c:pt>
                <c:pt idx="1028">
                  <c:v>-856.62857142857138</c:v>
                </c:pt>
                <c:pt idx="1029">
                  <c:v>-856.62857142857138</c:v>
                </c:pt>
                <c:pt idx="1030">
                  <c:v>-856.62857142857138</c:v>
                </c:pt>
                <c:pt idx="1031">
                  <c:v>-856.62857142857138</c:v>
                </c:pt>
                <c:pt idx="1032">
                  <c:v>-856.62857142857138</c:v>
                </c:pt>
                <c:pt idx="1033">
                  <c:v>-683.12857142857138</c:v>
                </c:pt>
                <c:pt idx="1034">
                  <c:v>-433.12857142857138</c:v>
                </c:pt>
                <c:pt idx="1035">
                  <c:v>-103.62857142857138</c:v>
                </c:pt>
                <c:pt idx="1036">
                  <c:v>-103.62857142857138</c:v>
                </c:pt>
                <c:pt idx="1037">
                  <c:v>-39.628571428571377</c:v>
                </c:pt>
                <c:pt idx="1038">
                  <c:v>-39.628571428571377</c:v>
                </c:pt>
                <c:pt idx="1039">
                  <c:v>-39.628571428571377</c:v>
                </c:pt>
                <c:pt idx="1040">
                  <c:v>60.371428571428623</c:v>
                </c:pt>
                <c:pt idx="1041">
                  <c:v>271.37142857142862</c:v>
                </c:pt>
                <c:pt idx="1042">
                  <c:v>699.37142857142862</c:v>
                </c:pt>
                <c:pt idx="1043">
                  <c:v>977.37142857142862</c:v>
                </c:pt>
                <c:pt idx="1044">
                  <c:v>977.37142857142862</c:v>
                </c:pt>
                <c:pt idx="1045">
                  <c:v>1977.3714285714286</c:v>
                </c:pt>
                <c:pt idx="1046">
                  <c:v>1977.3714285714286</c:v>
                </c:pt>
                <c:pt idx="1047">
                  <c:v>2077.3714285714286</c:v>
                </c:pt>
                <c:pt idx="1048">
                  <c:v>2077.3714285714286</c:v>
                </c:pt>
                <c:pt idx="1049">
                  <c:v>2045.5714285714284</c:v>
                </c:pt>
                <c:pt idx="1050">
                  <c:v>2045.5714285714284</c:v>
                </c:pt>
                <c:pt idx="1051">
                  <c:v>2045.5714285714284</c:v>
                </c:pt>
                <c:pt idx="1052">
                  <c:v>2045.5714285714284</c:v>
                </c:pt>
                <c:pt idx="1053">
                  <c:v>1895.5714285714284</c:v>
                </c:pt>
                <c:pt idx="1054">
                  <c:v>1668.011428571428</c:v>
                </c:pt>
                <c:pt idx="1055">
                  <c:v>1646.1114285714284</c:v>
                </c:pt>
                <c:pt idx="1056">
                  <c:v>1646.1114285714284</c:v>
                </c:pt>
                <c:pt idx="1057">
                  <c:v>1646.1114285714284</c:v>
                </c:pt>
                <c:pt idx="1058">
                  <c:v>1646.1114285714284</c:v>
                </c:pt>
                <c:pt idx="1059">
                  <c:v>1646.1114285714284</c:v>
                </c:pt>
                <c:pt idx="1060">
                  <c:v>1646.1114285714284</c:v>
                </c:pt>
                <c:pt idx="1061">
                  <c:v>1446.1114285714284</c:v>
                </c:pt>
                <c:pt idx="1062">
                  <c:v>1446.1114285714284</c:v>
                </c:pt>
                <c:pt idx="1063">
                  <c:v>1088.9714285714281</c:v>
                </c:pt>
                <c:pt idx="1064">
                  <c:v>856.97142857142808</c:v>
                </c:pt>
                <c:pt idx="1065">
                  <c:v>856.97142857142808</c:v>
                </c:pt>
                <c:pt idx="1066">
                  <c:v>856.97142857142808</c:v>
                </c:pt>
                <c:pt idx="1067">
                  <c:v>606.97142857142808</c:v>
                </c:pt>
                <c:pt idx="1068">
                  <c:v>606.97142857142808</c:v>
                </c:pt>
                <c:pt idx="1069">
                  <c:v>574.97142857142808</c:v>
                </c:pt>
                <c:pt idx="1070">
                  <c:v>574.97142857142808</c:v>
                </c:pt>
                <c:pt idx="1071">
                  <c:v>390.57142857142844</c:v>
                </c:pt>
                <c:pt idx="1072">
                  <c:v>390.57142857142844</c:v>
                </c:pt>
                <c:pt idx="1073">
                  <c:v>390.57142857142844</c:v>
                </c:pt>
                <c:pt idx="1074">
                  <c:v>390.57142857142844</c:v>
                </c:pt>
                <c:pt idx="1075">
                  <c:v>390.57142857142844</c:v>
                </c:pt>
                <c:pt idx="1076">
                  <c:v>390.57142857142844</c:v>
                </c:pt>
                <c:pt idx="1077">
                  <c:v>188.57142857142844</c:v>
                </c:pt>
                <c:pt idx="1078">
                  <c:v>188.57142857142844</c:v>
                </c:pt>
                <c:pt idx="1079">
                  <c:v>188.57142857142844</c:v>
                </c:pt>
                <c:pt idx="1080">
                  <c:v>188.57142857142844</c:v>
                </c:pt>
                <c:pt idx="1081">
                  <c:v>188.57142857142844</c:v>
                </c:pt>
                <c:pt idx="1082">
                  <c:v>188.57142857142844</c:v>
                </c:pt>
                <c:pt idx="1083">
                  <c:v>88.571428571428442</c:v>
                </c:pt>
                <c:pt idx="1084">
                  <c:v>-75.428571428571558</c:v>
                </c:pt>
                <c:pt idx="1085">
                  <c:v>-1075.4285714285716</c:v>
                </c:pt>
                <c:pt idx="1086">
                  <c:v>-1075.4285714285716</c:v>
                </c:pt>
                <c:pt idx="1087">
                  <c:v>-1075.4285714285716</c:v>
                </c:pt>
                <c:pt idx="1088">
                  <c:v>-1075.4285714285716</c:v>
                </c:pt>
                <c:pt idx="1089">
                  <c:v>-1075.4285714285716</c:v>
                </c:pt>
                <c:pt idx="1090">
                  <c:v>-1075.4285714285716</c:v>
                </c:pt>
                <c:pt idx="1091">
                  <c:v>-1075.4285714285716</c:v>
                </c:pt>
                <c:pt idx="1092">
                  <c:v>-651.42857142857156</c:v>
                </c:pt>
                <c:pt idx="1093">
                  <c:v>-651.42857142857156</c:v>
                </c:pt>
                <c:pt idx="1094">
                  <c:v>-651.42857142857156</c:v>
                </c:pt>
                <c:pt idx="1095">
                  <c:v>-651.42857142857156</c:v>
                </c:pt>
                <c:pt idx="1096">
                  <c:v>-587.42857142857156</c:v>
                </c:pt>
                <c:pt idx="1097">
                  <c:v>-587.42857142857156</c:v>
                </c:pt>
                <c:pt idx="1098">
                  <c:v>-449.42857142857156</c:v>
                </c:pt>
                <c:pt idx="1099">
                  <c:v>-385.42857142857156</c:v>
                </c:pt>
                <c:pt idx="1100">
                  <c:v>-385.42857142857156</c:v>
                </c:pt>
                <c:pt idx="1101">
                  <c:v>-385.42857142857156</c:v>
                </c:pt>
                <c:pt idx="1102">
                  <c:v>-385.42857142857156</c:v>
                </c:pt>
                <c:pt idx="1103">
                  <c:v>-353.42857142857156</c:v>
                </c:pt>
                <c:pt idx="1104">
                  <c:v>-353.42857142857156</c:v>
                </c:pt>
                <c:pt idx="1105">
                  <c:v>-353.42857142857156</c:v>
                </c:pt>
                <c:pt idx="1106">
                  <c:v>-353.42857142857156</c:v>
                </c:pt>
                <c:pt idx="1107">
                  <c:v>-353.42857142857156</c:v>
                </c:pt>
                <c:pt idx="1108">
                  <c:v>-353.42857142857156</c:v>
                </c:pt>
                <c:pt idx="1109">
                  <c:v>-353.42857142857156</c:v>
                </c:pt>
                <c:pt idx="1110">
                  <c:v>-353.42857142857156</c:v>
                </c:pt>
                <c:pt idx="1111">
                  <c:v>-353.42857142857156</c:v>
                </c:pt>
                <c:pt idx="1112">
                  <c:v>-363.42857142857156</c:v>
                </c:pt>
                <c:pt idx="1113">
                  <c:v>-363.42857142857156</c:v>
                </c:pt>
                <c:pt idx="1114">
                  <c:v>-363.42857142857156</c:v>
                </c:pt>
                <c:pt idx="1115">
                  <c:v>-363.42857142857156</c:v>
                </c:pt>
                <c:pt idx="1116">
                  <c:v>-363.42857142857156</c:v>
                </c:pt>
                <c:pt idx="1117">
                  <c:v>-363.42857142857156</c:v>
                </c:pt>
                <c:pt idx="1118">
                  <c:v>-363.42857142857156</c:v>
                </c:pt>
                <c:pt idx="1119">
                  <c:v>-363.42857142857156</c:v>
                </c:pt>
                <c:pt idx="1120">
                  <c:v>-363.42857142857156</c:v>
                </c:pt>
                <c:pt idx="1121">
                  <c:v>-363.42857142857156</c:v>
                </c:pt>
                <c:pt idx="1122">
                  <c:v>-363.42857142857156</c:v>
                </c:pt>
                <c:pt idx="1123">
                  <c:v>-363.42857142857156</c:v>
                </c:pt>
                <c:pt idx="1124">
                  <c:v>-363.42857142857156</c:v>
                </c:pt>
                <c:pt idx="1125">
                  <c:v>-363.42857142857156</c:v>
                </c:pt>
                <c:pt idx="1126">
                  <c:v>-363.42857142857156</c:v>
                </c:pt>
                <c:pt idx="1127">
                  <c:v>-363.42857142857156</c:v>
                </c:pt>
                <c:pt idx="1128">
                  <c:v>-363.42857142857156</c:v>
                </c:pt>
                <c:pt idx="1129">
                  <c:v>-363.42857142857156</c:v>
                </c:pt>
                <c:pt idx="1130">
                  <c:v>-363.42857142857156</c:v>
                </c:pt>
                <c:pt idx="1131">
                  <c:v>-363.42857142857156</c:v>
                </c:pt>
                <c:pt idx="1132">
                  <c:v>-363.42857142857156</c:v>
                </c:pt>
                <c:pt idx="1133">
                  <c:v>-416.42857142857156</c:v>
                </c:pt>
                <c:pt idx="1134">
                  <c:v>-416.42857142857156</c:v>
                </c:pt>
                <c:pt idx="1135">
                  <c:v>-416.42857142857156</c:v>
                </c:pt>
                <c:pt idx="1136">
                  <c:v>-416.42857142857156</c:v>
                </c:pt>
                <c:pt idx="1137">
                  <c:v>-416.42857142857156</c:v>
                </c:pt>
                <c:pt idx="1138">
                  <c:v>-416.42857142857156</c:v>
                </c:pt>
                <c:pt idx="1139">
                  <c:v>-366.42857142857156</c:v>
                </c:pt>
                <c:pt idx="1140">
                  <c:v>-419.42857142857156</c:v>
                </c:pt>
                <c:pt idx="1141">
                  <c:v>-319.42857142857156</c:v>
                </c:pt>
                <c:pt idx="1142">
                  <c:v>-319.42857142857156</c:v>
                </c:pt>
                <c:pt idx="1143">
                  <c:v>-319.42857142857156</c:v>
                </c:pt>
                <c:pt idx="1144">
                  <c:v>-319.42857142857156</c:v>
                </c:pt>
                <c:pt idx="1145">
                  <c:v>-351.42857142857156</c:v>
                </c:pt>
                <c:pt idx="1146">
                  <c:v>-351.42857142857156</c:v>
                </c:pt>
                <c:pt idx="1147">
                  <c:v>-489.42857142857156</c:v>
                </c:pt>
                <c:pt idx="1148">
                  <c:v>-489.42857142857156</c:v>
                </c:pt>
                <c:pt idx="1149">
                  <c:v>-489.42857142857156</c:v>
                </c:pt>
                <c:pt idx="1150">
                  <c:v>-489.42857142857156</c:v>
                </c:pt>
                <c:pt idx="1151">
                  <c:v>-489.42857142857156</c:v>
                </c:pt>
                <c:pt idx="1152">
                  <c:v>978.57142857142844</c:v>
                </c:pt>
                <c:pt idx="1153">
                  <c:v>914.57142857142844</c:v>
                </c:pt>
                <c:pt idx="1154">
                  <c:v>638.57142857142844</c:v>
                </c:pt>
                <c:pt idx="1155">
                  <c:v>574.57142857142844</c:v>
                </c:pt>
                <c:pt idx="1156">
                  <c:v>574.57142857142844</c:v>
                </c:pt>
                <c:pt idx="1157">
                  <c:v>574.57142857142844</c:v>
                </c:pt>
                <c:pt idx="1158">
                  <c:v>574.57142857142844</c:v>
                </c:pt>
                <c:pt idx="1159">
                  <c:v>574.57142857142844</c:v>
                </c:pt>
                <c:pt idx="1160">
                  <c:v>510.57142857142844</c:v>
                </c:pt>
                <c:pt idx="1161">
                  <c:v>457.57142857142844</c:v>
                </c:pt>
                <c:pt idx="1162">
                  <c:v>361.57142857142844</c:v>
                </c:pt>
                <c:pt idx="1163">
                  <c:v>361.57142857142844</c:v>
                </c:pt>
                <c:pt idx="1164">
                  <c:v>361.57142857142844</c:v>
                </c:pt>
                <c:pt idx="1165">
                  <c:v>361.57142857142844</c:v>
                </c:pt>
                <c:pt idx="1166">
                  <c:v>361.57142857142844</c:v>
                </c:pt>
                <c:pt idx="1167">
                  <c:v>311.57142857142844</c:v>
                </c:pt>
                <c:pt idx="1168">
                  <c:v>203.57142857142844</c:v>
                </c:pt>
                <c:pt idx="1169">
                  <c:v>2703.5714285714284</c:v>
                </c:pt>
                <c:pt idx="1170">
                  <c:v>2703.5714285714284</c:v>
                </c:pt>
                <c:pt idx="1171">
                  <c:v>2703.5714285714284</c:v>
                </c:pt>
                <c:pt idx="1172">
                  <c:v>2671.5714285714284</c:v>
                </c:pt>
                <c:pt idx="1173">
                  <c:v>2671.5714285714284</c:v>
                </c:pt>
                <c:pt idx="1174">
                  <c:v>2639.5714285714284</c:v>
                </c:pt>
                <c:pt idx="1175">
                  <c:v>2745.5714285714284</c:v>
                </c:pt>
                <c:pt idx="1176">
                  <c:v>2745.5714285714284</c:v>
                </c:pt>
                <c:pt idx="1177">
                  <c:v>2745.5714285714284</c:v>
                </c:pt>
                <c:pt idx="1178">
                  <c:v>2745.5714285714284</c:v>
                </c:pt>
                <c:pt idx="1179">
                  <c:v>2745.5714285714284</c:v>
                </c:pt>
                <c:pt idx="1180">
                  <c:v>2845.5714285714284</c:v>
                </c:pt>
                <c:pt idx="1181">
                  <c:v>2845.5714285714284</c:v>
                </c:pt>
                <c:pt idx="1182">
                  <c:v>2913.5714285714284</c:v>
                </c:pt>
                <c:pt idx="1183">
                  <c:v>2913.5714285714284</c:v>
                </c:pt>
                <c:pt idx="1184">
                  <c:v>2913.5714285714284</c:v>
                </c:pt>
                <c:pt idx="1185">
                  <c:v>2913.5714285714284</c:v>
                </c:pt>
                <c:pt idx="1186">
                  <c:v>2913.5714285714284</c:v>
                </c:pt>
                <c:pt idx="1187">
                  <c:v>2913.5714285714284</c:v>
                </c:pt>
                <c:pt idx="1188">
                  <c:v>2813.5714285714284</c:v>
                </c:pt>
                <c:pt idx="1189">
                  <c:v>2813.5714285714284</c:v>
                </c:pt>
                <c:pt idx="1190">
                  <c:v>2813.5714285714284</c:v>
                </c:pt>
                <c:pt idx="1191">
                  <c:v>2813.5714285714284</c:v>
                </c:pt>
                <c:pt idx="1192">
                  <c:v>2813.5714285714284</c:v>
                </c:pt>
                <c:pt idx="1193">
                  <c:v>2613.5714285714284</c:v>
                </c:pt>
                <c:pt idx="1194">
                  <c:v>2613.5714285714284</c:v>
                </c:pt>
                <c:pt idx="1195">
                  <c:v>2613.5714285714284</c:v>
                </c:pt>
                <c:pt idx="1196">
                  <c:v>2666.5714285714284</c:v>
                </c:pt>
                <c:pt idx="1197">
                  <c:v>2466.5714285714284</c:v>
                </c:pt>
                <c:pt idx="1198">
                  <c:v>2466.5714285714284</c:v>
                </c:pt>
                <c:pt idx="1199">
                  <c:v>2466.5714285714284</c:v>
                </c:pt>
                <c:pt idx="1200">
                  <c:v>2466.5714285714284</c:v>
                </c:pt>
                <c:pt idx="1201">
                  <c:v>2466.5714285714284</c:v>
                </c:pt>
                <c:pt idx="1202">
                  <c:v>2516.5714285714284</c:v>
                </c:pt>
                <c:pt idx="1203">
                  <c:v>2669.5714285714284</c:v>
                </c:pt>
                <c:pt idx="1204">
                  <c:v>2669.5714285714284</c:v>
                </c:pt>
                <c:pt idx="1205">
                  <c:v>2669.5714285714284</c:v>
                </c:pt>
                <c:pt idx="1206">
                  <c:v>2669.5714285714284</c:v>
                </c:pt>
                <c:pt idx="1207">
                  <c:v>2669.5714285714284</c:v>
                </c:pt>
                <c:pt idx="1208">
                  <c:v>2669.5714285714284</c:v>
                </c:pt>
                <c:pt idx="1209">
                  <c:v>2669.5714285714284</c:v>
                </c:pt>
                <c:pt idx="1210">
                  <c:v>2775.5714285714284</c:v>
                </c:pt>
                <c:pt idx="1211">
                  <c:v>2775.5714285714284</c:v>
                </c:pt>
                <c:pt idx="1212">
                  <c:v>2775.5714285714284</c:v>
                </c:pt>
                <c:pt idx="1213">
                  <c:v>2775.5714285714284</c:v>
                </c:pt>
                <c:pt idx="1214">
                  <c:v>2775.5714285714284</c:v>
                </c:pt>
                <c:pt idx="1215">
                  <c:v>2775.5714285714284</c:v>
                </c:pt>
                <c:pt idx="1216">
                  <c:v>2775.5714285714284</c:v>
                </c:pt>
                <c:pt idx="1217">
                  <c:v>2776.5714285714284</c:v>
                </c:pt>
                <c:pt idx="1218">
                  <c:v>2776.5714285714284</c:v>
                </c:pt>
                <c:pt idx="1219">
                  <c:v>2776.5714285714284</c:v>
                </c:pt>
                <c:pt idx="1220">
                  <c:v>2776.5714285714284</c:v>
                </c:pt>
                <c:pt idx="1221">
                  <c:v>2776.5714285714284</c:v>
                </c:pt>
                <c:pt idx="1222">
                  <c:v>2776.5714285714284</c:v>
                </c:pt>
                <c:pt idx="1223">
                  <c:v>2776.5714285714284</c:v>
                </c:pt>
                <c:pt idx="1224">
                  <c:v>2932.5714285714284</c:v>
                </c:pt>
                <c:pt idx="1225">
                  <c:v>2932.5714285714284</c:v>
                </c:pt>
                <c:pt idx="1226">
                  <c:v>2932.5714285714284</c:v>
                </c:pt>
                <c:pt idx="1227">
                  <c:v>3032.5714285714284</c:v>
                </c:pt>
                <c:pt idx="1228">
                  <c:v>3082.5714285714284</c:v>
                </c:pt>
                <c:pt idx="1229">
                  <c:v>3182.5714285714284</c:v>
                </c:pt>
                <c:pt idx="1230">
                  <c:v>3332.5714285714284</c:v>
                </c:pt>
                <c:pt idx="1231">
                  <c:v>3527.5714285714284</c:v>
                </c:pt>
                <c:pt idx="1232">
                  <c:v>3527.5714285714284</c:v>
                </c:pt>
                <c:pt idx="1233">
                  <c:v>3527.5714285714284</c:v>
                </c:pt>
                <c:pt idx="1234">
                  <c:v>3627.5714285714284</c:v>
                </c:pt>
                <c:pt idx="1235">
                  <c:v>3695.5714285714284</c:v>
                </c:pt>
                <c:pt idx="1236">
                  <c:v>3695.5714285714284</c:v>
                </c:pt>
                <c:pt idx="1237">
                  <c:v>3406.0714285714284</c:v>
                </c:pt>
                <c:pt idx="1238">
                  <c:v>3406.0714285714284</c:v>
                </c:pt>
                <c:pt idx="1239">
                  <c:v>3406.0714285714284</c:v>
                </c:pt>
                <c:pt idx="1240">
                  <c:v>3406.0714285714284</c:v>
                </c:pt>
                <c:pt idx="1241">
                  <c:v>3406.0714285714284</c:v>
                </c:pt>
                <c:pt idx="1242">
                  <c:v>3406.0714285714284</c:v>
                </c:pt>
                <c:pt idx="1243">
                  <c:v>3406.0714285714284</c:v>
                </c:pt>
                <c:pt idx="1244">
                  <c:v>3406.0714285714284</c:v>
                </c:pt>
                <c:pt idx="1245">
                  <c:v>3406.0714285714284</c:v>
                </c:pt>
                <c:pt idx="1246">
                  <c:v>3406.0714285714284</c:v>
                </c:pt>
                <c:pt idx="1247">
                  <c:v>3406.0714285714284</c:v>
                </c:pt>
                <c:pt idx="1248">
                  <c:v>3406.0714285714284</c:v>
                </c:pt>
                <c:pt idx="1249">
                  <c:v>3406.0714285714284</c:v>
                </c:pt>
                <c:pt idx="1250">
                  <c:v>3506.0714285714284</c:v>
                </c:pt>
                <c:pt idx="1251">
                  <c:v>3506.0714285714284</c:v>
                </c:pt>
                <c:pt idx="1252">
                  <c:v>3447.0714285714284</c:v>
                </c:pt>
                <c:pt idx="1253">
                  <c:v>3511.0714285714284</c:v>
                </c:pt>
                <c:pt idx="1254">
                  <c:v>3511.0714285714284</c:v>
                </c:pt>
                <c:pt idx="1255">
                  <c:v>3711.0714285714284</c:v>
                </c:pt>
                <c:pt idx="1256">
                  <c:v>3711.0714285714284</c:v>
                </c:pt>
                <c:pt idx="1257">
                  <c:v>3711.0714285714284</c:v>
                </c:pt>
                <c:pt idx="1258">
                  <c:v>3764.0714285714284</c:v>
                </c:pt>
                <c:pt idx="1259">
                  <c:v>3869.0714285714284</c:v>
                </c:pt>
                <c:pt idx="1260">
                  <c:v>3944.2714285714292</c:v>
                </c:pt>
                <c:pt idx="1261">
                  <c:v>3944.2714285714292</c:v>
                </c:pt>
                <c:pt idx="1262">
                  <c:v>3944.2714285714292</c:v>
                </c:pt>
                <c:pt idx="1263">
                  <c:v>3944.2714285714292</c:v>
                </c:pt>
                <c:pt idx="1264">
                  <c:v>3764.0714285714284</c:v>
                </c:pt>
                <c:pt idx="1265">
                  <c:v>3764.0714285714284</c:v>
                </c:pt>
                <c:pt idx="1266">
                  <c:v>3892.0714285714284</c:v>
                </c:pt>
                <c:pt idx="1267">
                  <c:v>4401.8714285714277</c:v>
                </c:pt>
                <c:pt idx="1268">
                  <c:v>4401.8714285714277</c:v>
                </c:pt>
                <c:pt idx="1269">
                  <c:v>4401.8714285714277</c:v>
                </c:pt>
                <c:pt idx="1270">
                  <c:v>4423.0714285714284</c:v>
                </c:pt>
                <c:pt idx="1271">
                  <c:v>4603.5714285714284</c:v>
                </c:pt>
                <c:pt idx="1272">
                  <c:v>4603.5714285714284</c:v>
                </c:pt>
                <c:pt idx="1273">
                  <c:v>4763.5714285714284</c:v>
                </c:pt>
                <c:pt idx="1274">
                  <c:v>4763.5714285714284</c:v>
                </c:pt>
                <c:pt idx="1275">
                  <c:v>4763.5714285714284</c:v>
                </c:pt>
                <c:pt idx="1276">
                  <c:v>4891.5714285714284</c:v>
                </c:pt>
                <c:pt idx="1277">
                  <c:v>4965.7714285714292</c:v>
                </c:pt>
                <c:pt idx="1278">
                  <c:v>5061.7714285714292</c:v>
                </c:pt>
                <c:pt idx="1279">
                  <c:v>5072.3714285714277</c:v>
                </c:pt>
                <c:pt idx="1280">
                  <c:v>5306.3714285714277</c:v>
                </c:pt>
                <c:pt idx="1281">
                  <c:v>5709.7714285714292</c:v>
                </c:pt>
                <c:pt idx="1282">
                  <c:v>5709.7714285714292</c:v>
                </c:pt>
                <c:pt idx="1283">
                  <c:v>5809.7714285714292</c:v>
                </c:pt>
                <c:pt idx="1284">
                  <c:v>5840.511428571429</c:v>
                </c:pt>
                <c:pt idx="1285">
                  <c:v>5840.511428571429</c:v>
                </c:pt>
                <c:pt idx="1286">
                  <c:v>5904.511428571429</c:v>
                </c:pt>
                <c:pt idx="1287">
                  <c:v>5904.511428571429</c:v>
                </c:pt>
                <c:pt idx="1288">
                  <c:v>5640.5714285714284</c:v>
                </c:pt>
                <c:pt idx="1289">
                  <c:v>5640.5714285714284</c:v>
                </c:pt>
                <c:pt idx="1290">
                  <c:v>5608.5714285714284</c:v>
                </c:pt>
                <c:pt idx="1291">
                  <c:v>5608.5714285714284</c:v>
                </c:pt>
                <c:pt idx="1292">
                  <c:v>7108.5714285714284</c:v>
                </c:pt>
                <c:pt idx="1293">
                  <c:v>7044.5714285714284</c:v>
                </c:pt>
                <c:pt idx="1294">
                  <c:v>7012.5714285714284</c:v>
                </c:pt>
                <c:pt idx="1295">
                  <c:v>7054.5714285714284</c:v>
                </c:pt>
                <c:pt idx="1296">
                  <c:v>7054.5714285714284</c:v>
                </c:pt>
                <c:pt idx="1297">
                  <c:v>7054.5714285714284</c:v>
                </c:pt>
                <c:pt idx="1298">
                  <c:v>6740.0714285714284</c:v>
                </c:pt>
                <c:pt idx="1299">
                  <c:v>6580.0714285714284</c:v>
                </c:pt>
                <c:pt idx="1300">
                  <c:v>6580.0714285714284</c:v>
                </c:pt>
                <c:pt idx="1301">
                  <c:v>6207.0714285714284</c:v>
                </c:pt>
                <c:pt idx="1302">
                  <c:v>6365.011428571429</c:v>
                </c:pt>
                <c:pt idx="1303">
                  <c:v>6365.011428571429</c:v>
                </c:pt>
                <c:pt idx="1304">
                  <c:v>6365.011428571429</c:v>
                </c:pt>
                <c:pt idx="1305">
                  <c:v>6365.011428571429</c:v>
                </c:pt>
                <c:pt idx="1306">
                  <c:v>5725.011428571429</c:v>
                </c:pt>
                <c:pt idx="1307">
                  <c:v>3225.011428571429</c:v>
                </c:pt>
                <c:pt idx="1308">
                  <c:v>3056.4714285714281</c:v>
                </c:pt>
                <c:pt idx="1309">
                  <c:v>2747.0714285714284</c:v>
                </c:pt>
                <c:pt idx="1310">
                  <c:v>2747.0714285714284</c:v>
                </c:pt>
                <c:pt idx="1311">
                  <c:v>2747.0714285714284</c:v>
                </c:pt>
                <c:pt idx="1312">
                  <c:v>2853.0714285714284</c:v>
                </c:pt>
                <c:pt idx="1313">
                  <c:v>2480.0714285714284</c:v>
                </c:pt>
                <c:pt idx="1314">
                  <c:v>2054.0714285714284</c:v>
                </c:pt>
                <c:pt idx="1315">
                  <c:v>1203.0714285714284</c:v>
                </c:pt>
                <c:pt idx="1316">
                  <c:v>1044.0714285714284</c:v>
                </c:pt>
                <c:pt idx="1317">
                  <c:v>1044.0714285714284</c:v>
                </c:pt>
                <c:pt idx="1318">
                  <c:v>1044.0714285714284</c:v>
                </c:pt>
                <c:pt idx="1319">
                  <c:v>1044.0714285714284</c:v>
                </c:pt>
                <c:pt idx="1320">
                  <c:v>1044.0714285714284</c:v>
                </c:pt>
                <c:pt idx="1321">
                  <c:v>1364.0714285714284</c:v>
                </c:pt>
                <c:pt idx="1322">
                  <c:v>1832.4714285714281</c:v>
                </c:pt>
                <c:pt idx="1323">
                  <c:v>2152.4714285714281</c:v>
                </c:pt>
                <c:pt idx="1324">
                  <c:v>2152.4714285714281</c:v>
                </c:pt>
                <c:pt idx="1325">
                  <c:v>2252.4714285714281</c:v>
                </c:pt>
                <c:pt idx="1326">
                  <c:v>2593.6714285714288</c:v>
                </c:pt>
                <c:pt idx="1327">
                  <c:v>3013.6714285714288</c:v>
                </c:pt>
                <c:pt idx="1328">
                  <c:v>3621.6714285714288</c:v>
                </c:pt>
                <c:pt idx="1329">
                  <c:v>4357.4714285714281</c:v>
                </c:pt>
                <c:pt idx="1330">
                  <c:v>4452.8714285714277</c:v>
                </c:pt>
                <c:pt idx="1331">
                  <c:v>4452.8714285714277</c:v>
                </c:pt>
                <c:pt idx="1332">
                  <c:v>4452.8714285714277</c:v>
                </c:pt>
                <c:pt idx="1333">
                  <c:v>4452.8714285714277</c:v>
                </c:pt>
                <c:pt idx="1334">
                  <c:v>4452.8714285714277</c:v>
                </c:pt>
                <c:pt idx="1335">
                  <c:v>4495.0714285714284</c:v>
                </c:pt>
                <c:pt idx="1336">
                  <c:v>4516.2714285714292</c:v>
                </c:pt>
                <c:pt idx="1337">
                  <c:v>4452.2714285714292</c:v>
                </c:pt>
                <c:pt idx="1338">
                  <c:v>4452.2714285714292</c:v>
                </c:pt>
                <c:pt idx="1339">
                  <c:v>4452.2714285714292</c:v>
                </c:pt>
                <c:pt idx="1340">
                  <c:v>4399.2714285714292</c:v>
                </c:pt>
                <c:pt idx="1341">
                  <c:v>4399.2714285714292</c:v>
                </c:pt>
                <c:pt idx="1342">
                  <c:v>4299.2714285714292</c:v>
                </c:pt>
                <c:pt idx="1343">
                  <c:v>4277.6714285714288</c:v>
                </c:pt>
                <c:pt idx="1344">
                  <c:v>4330.6714285714288</c:v>
                </c:pt>
                <c:pt idx="1345">
                  <c:v>4330.6714285714288</c:v>
                </c:pt>
                <c:pt idx="1346">
                  <c:v>4330.6714285714288</c:v>
                </c:pt>
                <c:pt idx="1347">
                  <c:v>4330.6714285714288</c:v>
                </c:pt>
                <c:pt idx="1348">
                  <c:v>4330.6714285714288</c:v>
                </c:pt>
                <c:pt idx="1349">
                  <c:v>4341.0714285714284</c:v>
                </c:pt>
                <c:pt idx="1350">
                  <c:v>4394.0714285714284</c:v>
                </c:pt>
                <c:pt idx="1351">
                  <c:v>4394.0714285714284</c:v>
                </c:pt>
                <c:pt idx="1352">
                  <c:v>4394.0714285714284</c:v>
                </c:pt>
                <c:pt idx="1353">
                  <c:v>4394.0714285714284</c:v>
                </c:pt>
                <c:pt idx="1354">
                  <c:v>4288.0714285714284</c:v>
                </c:pt>
                <c:pt idx="1355">
                  <c:v>4139.2714285714292</c:v>
                </c:pt>
                <c:pt idx="1356">
                  <c:v>4039.2714285714292</c:v>
                </c:pt>
                <c:pt idx="1357">
                  <c:v>4039.2714285714292</c:v>
                </c:pt>
                <c:pt idx="1358">
                  <c:v>3795.0714285714284</c:v>
                </c:pt>
                <c:pt idx="1359">
                  <c:v>3795.0714285714284</c:v>
                </c:pt>
                <c:pt idx="1360">
                  <c:v>3795.0714285714284</c:v>
                </c:pt>
                <c:pt idx="1361">
                  <c:v>3795.0714285714284</c:v>
                </c:pt>
                <c:pt idx="1362">
                  <c:v>3816.2714285714292</c:v>
                </c:pt>
                <c:pt idx="1363">
                  <c:v>3922.2714285714292</c:v>
                </c:pt>
                <c:pt idx="1364">
                  <c:v>3858.0714285714284</c:v>
                </c:pt>
                <c:pt idx="1365">
                  <c:v>4070.0714285714284</c:v>
                </c:pt>
                <c:pt idx="1366">
                  <c:v>4070.0714285714284</c:v>
                </c:pt>
                <c:pt idx="1367">
                  <c:v>4070.0714285714284</c:v>
                </c:pt>
                <c:pt idx="1368">
                  <c:v>4070.0714285714284</c:v>
                </c:pt>
                <c:pt idx="1369">
                  <c:v>4070.0714285714284</c:v>
                </c:pt>
                <c:pt idx="1370">
                  <c:v>3985.2714285714292</c:v>
                </c:pt>
                <c:pt idx="1371">
                  <c:v>3911.0714285714284</c:v>
                </c:pt>
                <c:pt idx="1372">
                  <c:v>3932.2714285714292</c:v>
                </c:pt>
                <c:pt idx="1373">
                  <c:v>3932.2714285714292</c:v>
                </c:pt>
                <c:pt idx="1374">
                  <c:v>3932.2714285714292</c:v>
                </c:pt>
                <c:pt idx="1375">
                  <c:v>3932.2714285714292</c:v>
                </c:pt>
                <c:pt idx="1376">
                  <c:v>3964.0714285714284</c:v>
                </c:pt>
                <c:pt idx="1377">
                  <c:v>3911.0714285714284</c:v>
                </c:pt>
                <c:pt idx="1378">
                  <c:v>4007.0714285714284</c:v>
                </c:pt>
                <c:pt idx="1379">
                  <c:v>4272.0714285714284</c:v>
                </c:pt>
                <c:pt idx="1380">
                  <c:v>4272.0714285714284</c:v>
                </c:pt>
                <c:pt idx="1381">
                  <c:v>4272.0714285714284</c:v>
                </c:pt>
                <c:pt idx="1382">
                  <c:v>4325.0714285714284</c:v>
                </c:pt>
                <c:pt idx="1383">
                  <c:v>4225.0714285714284</c:v>
                </c:pt>
                <c:pt idx="1384">
                  <c:v>4522.0714285714284</c:v>
                </c:pt>
                <c:pt idx="1385">
                  <c:v>4319.0714285714284</c:v>
                </c:pt>
                <c:pt idx="1386">
                  <c:v>4372.0714285714284</c:v>
                </c:pt>
                <c:pt idx="1387">
                  <c:v>4372.0714285714284</c:v>
                </c:pt>
                <c:pt idx="1388">
                  <c:v>4372.0714285714284</c:v>
                </c:pt>
                <c:pt idx="1389">
                  <c:v>4372.0714285714284</c:v>
                </c:pt>
                <c:pt idx="1390">
                  <c:v>3948.0714285714284</c:v>
                </c:pt>
                <c:pt idx="1391">
                  <c:v>3563.2714285714292</c:v>
                </c:pt>
                <c:pt idx="1392">
                  <c:v>3627.2714285714292</c:v>
                </c:pt>
                <c:pt idx="1393">
                  <c:v>3712.0714285714284</c:v>
                </c:pt>
                <c:pt idx="1394">
                  <c:v>4266.2714285714292</c:v>
                </c:pt>
                <c:pt idx="1395">
                  <c:v>4266.2714285714292</c:v>
                </c:pt>
                <c:pt idx="1396">
                  <c:v>4266.2714285714292</c:v>
                </c:pt>
                <c:pt idx="1397">
                  <c:v>4266.2714285714292</c:v>
                </c:pt>
                <c:pt idx="1398">
                  <c:v>4266.2714285714292</c:v>
                </c:pt>
                <c:pt idx="1399">
                  <c:v>4266.2714285714292</c:v>
                </c:pt>
                <c:pt idx="1400">
                  <c:v>4404.0714285714284</c:v>
                </c:pt>
                <c:pt idx="1401">
                  <c:v>4404.0714285714284</c:v>
                </c:pt>
                <c:pt idx="1402">
                  <c:v>4404.0714285714284</c:v>
                </c:pt>
                <c:pt idx="1403">
                  <c:v>4404.0714285714284</c:v>
                </c:pt>
                <c:pt idx="1404">
                  <c:v>4304.0714285714284</c:v>
                </c:pt>
                <c:pt idx="1405">
                  <c:v>4272.2714285714292</c:v>
                </c:pt>
                <c:pt idx="1406">
                  <c:v>4272.2714285714292</c:v>
                </c:pt>
                <c:pt idx="1407">
                  <c:v>4272.2714285714292</c:v>
                </c:pt>
                <c:pt idx="1408">
                  <c:v>4272.2714285714292</c:v>
                </c:pt>
                <c:pt idx="1409">
                  <c:v>4272.2714285714292</c:v>
                </c:pt>
                <c:pt idx="1410">
                  <c:v>4346.7714285714292</c:v>
                </c:pt>
                <c:pt idx="1411">
                  <c:v>4378.5714285714284</c:v>
                </c:pt>
                <c:pt idx="1412">
                  <c:v>4272.5714285714284</c:v>
                </c:pt>
                <c:pt idx="1413">
                  <c:v>4060.5714285714284</c:v>
                </c:pt>
                <c:pt idx="1414">
                  <c:v>4352.5714285714284</c:v>
                </c:pt>
                <c:pt idx="1415">
                  <c:v>4352.5714285714284</c:v>
                </c:pt>
                <c:pt idx="1416">
                  <c:v>4352.5714285714284</c:v>
                </c:pt>
                <c:pt idx="1417">
                  <c:v>4426.7714285714292</c:v>
                </c:pt>
                <c:pt idx="1418">
                  <c:v>4511.5714285714284</c:v>
                </c:pt>
                <c:pt idx="1419">
                  <c:v>4564.5714285714284</c:v>
                </c:pt>
                <c:pt idx="1420">
                  <c:v>4765.7714285714292</c:v>
                </c:pt>
                <c:pt idx="1421">
                  <c:v>4903.5714285714284</c:v>
                </c:pt>
                <c:pt idx="1422">
                  <c:v>4903.5714285714284</c:v>
                </c:pt>
                <c:pt idx="1423">
                  <c:v>4903.5714285714284</c:v>
                </c:pt>
                <c:pt idx="1424">
                  <c:v>4871.5714285714284</c:v>
                </c:pt>
                <c:pt idx="1425">
                  <c:v>4871.5714285714284</c:v>
                </c:pt>
                <c:pt idx="1426">
                  <c:v>4818.5714285714284</c:v>
                </c:pt>
                <c:pt idx="1427">
                  <c:v>4616.7714285714292</c:v>
                </c:pt>
                <c:pt idx="1428">
                  <c:v>4595.5714285714284</c:v>
                </c:pt>
                <c:pt idx="1429">
                  <c:v>4595.5714285714284</c:v>
                </c:pt>
                <c:pt idx="1430">
                  <c:v>4595.5714285714284</c:v>
                </c:pt>
                <c:pt idx="1431">
                  <c:v>4722.7714285714292</c:v>
                </c:pt>
                <c:pt idx="1432">
                  <c:v>4775.7714285714292</c:v>
                </c:pt>
                <c:pt idx="1433">
                  <c:v>4775.7714285714292</c:v>
                </c:pt>
                <c:pt idx="1434">
                  <c:v>4859.5714285714284</c:v>
                </c:pt>
                <c:pt idx="1435">
                  <c:v>5151.9714285714281</c:v>
                </c:pt>
                <c:pt idx="1436">
                  <c:v>5151.9714285714281</c:v>
                </c:pt>
                <c:pt idx="1437">
                  <c:v>5151.9714285714281</c:v>
                </c:pt>
                <c:pt idx="1438">
                  <c:v>5151.9714285714281</c:v>
                </c:pt>
                <c:pt idx="1439">
                  <c:v>5151.9714285714281</c:v>
                </c:pt>
                <c:pt idx="1440">
                  <c:v>5151.9714285714281</c:v>
                </c:pt>
                <c:pt idx="1441">
                  <c:v>5151.9714285714281</c:v>
                </c:pt>
                <c:pt idx="1442">
                  <c:v>5151.9714285714281</c:v>
                </c:pt>
                <c:pt idx="1443">
                  <c:v>5151.9714285714281</c:v>
                </c:pt>
                <c:pt idx="1444">
                  <c:v>5151.9714285714281</c:v>
                </c:pt>
                <c:pt idx="1445">
                  <c:v>5130.7714285714292</c:v>
                </c:pt>
                <c:pt idx="1446">
                  <c:v>5077.7714285714292</c:v>
                </c:pt>
                <c:pt idx="1447">
                  <c:v>5130.2714285714292</c:v>
                </c:pt>
                <c:pt idx="1448">
                  <c:v>4897.0714285714284</c:v>
                </c:pt>
                <c:pt idx="1449">
                  <c:v>4897.0714285714284</c:v>
                </c:pt>
                <c:pt idx="1450">
                  <c:v>4897.0714285714284</c:v>
                </c:pt>
                <c:pt idx="1451">
                  <c:v>4897.0714285714284</c:v>
                </c:pt>
                <c:pt idx="1452">
                  <c:v>4791.0714285714284</c:v>
                </c:pt>
                <c:pt idx="1453">
                  <c:v>4864.5714285714284</c:v>
                </c:pt>
                <c:pt idx="1454">
                  <c:v>5076.5714285714284</c:v>
                </c:pt>
                <c:pt idx="1455">
                  <c:v>5076.5714285714284</c:v>
                </c:pt>
                <c:pt idx="1456">
                  <c:v>5076.5714285714284</c:v>
                </c:pt>
                <c:pt idx="1457">
                  <c:v>5076.5714285714284</c:v>
                </c:pt>
                <c:pt idx="1458">
                  <c:v>5076.5714285714284</c:v>
                </c:pt>
                <c:pt idx="1459">
                  <c:v>5076.5714285714284</c:v>
                </c:pt>
                <c:pt idx="1460">
                  <c:v>5576.5714285714284</c:v>
                </c:pt>
                <c:pt idx="1461">
                  <c:v>5682.5714285714284</c:v>
                </c:pt>
                <c:pt idx="1462">
                  <c:v>5877.9714285714281</c:v>
                </c:pt>
                <c:pt idx="1463">
                  <c:v>5909.4714285714281</c:v>
                </c:pt>
                <c:pt idx="1464">
                  <c:v>5909.4714285714281</c:v>
                </c:pt>
                <c:pt idx="1465">
                  <c:v>6009.4714285714281</c:v>
                </c:pt>
                <c:pt idx="1466">
                  <c:v>6209.4714285714281</c:v>
                </c:pt>
                <c:pt idx="1467">
                  <c:v>6509.4714285714281</c:v>
                </c:pt>
                <c:pt idx="1468">
                  <c:v>6673.4714285714281</c:v>
                </c:pt>
                <c:pt idx="1469">
                  <c:v>7094.4714285714281</c:v>
                </c:pt>
                <c:pt idx="1470">
                  <c:v>7094.4714285714281</c:v>
                </c:pt>
                <c:pt idx="1471">
                  <c:v>7094.4714285714281</c:v>
                </c:pt>
                <c:pt idx="1472">
                  <c:v>7094.4714285714281</c:v>
                </c:pt>
                <c:pt idx="1473">
                  <c:v>7094.4714285714281</c:v>
                </c:pt>
                <c:pt idx="1474">
                  <c:v>7158.4714285714281</c:v>
                </c:pt>
                <c:pt idx="1475">
                  <c:v>7158.4714285714281</c:v>
                </c:pt>
                <c:pt idx="1476">
                  <c:v>7116.0714285714284</c:v>
                </c:pt>
                <c:pt idx="1477">
                  <c:v>7116.0714285714284</c:v>
                </c:pt>
                <c:pt idx="1478">
                  <c:v>7116.0714285714284</c:v>
                </c:pt>
                <c:pt idx="1479">
                  <c:v>7116.0714285714284</c:v>
                </c:pt>
                <c:pt idx="1480">
                  <c:v>7116.0714285714284</c:v>
                </c:pt>
                <c:pt idx="1481">
                  <c:v>7116.0714285714284</c:v>
                </c:pt>
                <c:pt idx="1482">
                  <c:v>7116.0714285714284</c:v>
                </c:pt>
                <c:pt idx="1483">
                  <c:v>7116.0714285714284</c:v>
                </c:pt>
                <c:pt idx="1484">
                  <c:v>7116.0714285714284</c:v>
                </c:pt>
                <c:pt idx="1485">
                  <c:v>7116.0714285714284</c:v>
                </c:pt>
                <c:pt idx="1486">
                  <c:v>7116.0714285714284</c:v>
                </c:pt>
                <c:pt idx="1487">
                  <c:v>7116.0714285714284</c:v>
                </c:pt>
                <c:pt idx="1488">
                  <c:v>7116.0714285714284</c:v>
                </c:pt>
                <c:pt idx="1489">
                  <c:v>7116.0714285714284</c:v>
                </c:pt>
                <c:pt idx="1490">
                  <c:v>7116.0714285714284</c:v>
                </c:pt>
                <c:pt idx="1491">
                  <c:v>7116.0714285714284</c:v>
                </c:pt>
                <c:pt idx="1492">
                  <c:v>7116.0714285714284</c:v>
                </c:pt>
                <c:pt idx="1493">
                  <c:v>7116.0714285714284</c:v>
                </c:pt>
                <c:pt idx="1494">
                  <c:v>7116.0714285714284</c:v>
                </c:pt>
                <c:pt idx="1495">
                  <c:v>7116.0714285714284</c:v>
                </c:pt>
                <c:pt idx="1496">
                  <c:v>7148.0714285714284</c:v>
                </c:pt>
                <c:pt idx="1497">
                  <c:v>7180.0714285714284</c:v>
                </c:pt>
                <c:pt idx="1498">
                  <c:v>7159.0714285714284</c:v>
                </c:pt>
                <c:pt idx="1499">
                  <c:v>7159.0714285714284</c:v>
                </c:pt>
                <c:pt idx="1500">
                  <c:v>7159.0714285714284</c:v>
                </c:pt>
                <c:pt idx="1501">
                  <c:v>7159.0714285714284</c:v>
                </c:pt>
                <c:pt idx="1502">
                  <c:v>7159.0714285714284</c:v>
                </c:pt>
                <c:pt idx="1503">
                  <c:v>7201.4714285714281</c:v>
                </c:pt>
                <c:pt idx="1504">
                  <c:v>7601.4714285714281</c:v>
                </c:pt>
                <c:pt idx="1505">
                  <c:v>7453.0714285714284</c:v>
                </c:pt>
                <c:pt idx="1506">
                  <c:v>7453.0714285714284</c:v>
                </c:pt>
                <c:pt idx="1507">
                  <c:v>7353.0714285714284</c:v>
                </c:pt>
                <c:pt idx="1508">
                  <c:v>7200.0714285714284</c:v>
                </c:pt>
                <c:pt idx="1509">
                  <c:v>7053.0714285714284</c:v>
                </c:pt>
                <c:pt idx="1510">
                  <c:v>7805.5714285714284</c:v>
                </c:pt>
                <c:pt idx="1511">
                  <c:v>7705.5714285714284</c:v>
                </c:pt>
                <c:pt idx="1512">
                  <c:v>7705.5714285714284</c:v>
                </c:pt>
                <c:pt idx="1513">
                  <c:v>7705.5714285714284</c:v>
                </c:pt>
                <c:pt idx="1514">
                  <c:v>7605.5714285714284</c:v>
                </c:pt>
                <c:pt idx="1515">
                  <c:v>7305.5714285714284</c:v>
                </c:pt>
                <c:pt idx="1516">
                  <c:v>7285.9714285714281</c:v>
                </c:pt>
                <c:pt idx="1517">
                  <c:v>7180.9714285714281</c:v>
                </c:pt>
                <c:pt idx="1518">
                  <c:v>7180.9714285714281</c:v>
                </c:pt>
                <c:pt idx="1519">
                  <c:v>7180.9714285714281</c:v>
                </c:pt>
                <c:pt idx="1520">
                  <c:v>7180.9714285714281</c:v>
                </c:pt>
                <c:pt idx="1521">
                  <c:v>7180.9714285714281</c:v>
                </c:pt>
                <c:pt idx="1522">
                  <c:v>7180.9714285714281</c:v>
                </c:pt>
                <c:pt idx="1523">
                  <c:v>7180.9714285714281</c:v>
                </c:pt>
                <c:pt idx="1524">
                  <c:v>7180.9714285714281</c:v>
                </c:pt>
                <c:pt idx="1525">
                  <c:v>7180.9714285714281</c:v>
                </c:pt>
                <c:pt idx="1526">
                  <c:v>7116.9714285714281</c:v>
                </c:pt>
                <c:pt idx="1527">
                  <c:v>7116.9714285714281</c:v>
                </c:pt>
                <c:pt idx="1528">
                  <c:v>7116.9714285714281</c:v>
                </c:pt>
                <c:pt idx="1529">
                  <c:v>7116.9714285714281</c:v>
                </c:pt>
                <c:pt idx="1530">
                  <c:v>7116.9714285714281</c:v>
                </c:pt>
                <c:pt idx="1531">
                  <c:v>7052.9714285714281</c:v>
                </c:pt>
                <c:pt idx="1532">
                  <c:v>7052.9714285714281</c:v>
                </c:pt>
                <c:pt idx="1533">
                  <c:v>8000.4714285714281</c:v>
                </c:pt>
                <c:pt idx="1534">
                  <c:v>8000.4714285714281</c:v>
                </c:pt>
                <c:pt idx="1535">
                  <c:v>8000.4714285714281</c:v>
                </c:pt>
                <c:pt idx="1536">
                  <c:v>8000.4714285714281</c:v>
                </c:pt>
                <c:pt idx="1537">
                  <c:v>8000.4714285714281</c:v>
                </c:pt>
                <c:pt idx="1538">
                  <c:v>7989.9714285714281</c:v>
                </c:pt>
                <c:pt idx="1539">
                  <c:v>7893.9714285714281</c:v>
                </c:pt>
                <c:pt idx="1540">
                  <c:v>7694.4714285714281</c:v>
                </c:pt>
                <c:pt idx="1541">
                  <c:v>7694.4714285714281</c:v>
                </c:pt>
                <c:pt idx="1542">
                  <c:v>7872.9714285714281</c:v>
                </c:pt>
                <c:pt idx="1543">
                  <c:v>7694.4714285714281</c:v>
                </c:pt>
                <c:pt idx="1544">
                  <c:v>7694.4714285714281</c:v>
                </c:pt>
                <c:pt idx="1545">
                  <c:v>7694.4714285714281</c:v>
                </c:pt>
                <c:pt idx="1546">
                  <c:v>7694.4714285714281</c:v>
                </c:pt>
                <c:pt idx="1547">
                  <c:v>7630.4714285714281</c:v>
                </c:pt>
                <c:pt idx="1548">
                  <c:v>7630.4714285714281</c:v>
                </c:pt>
                <c:pt idx="1549">
                  <c:v>7630.4714285714281</c:v>
                </c:pt>
                <c:pt idx="1550">
                  <c:v>7330.4714285714281</c:v>
                </c:pt>
                <c:pt idx="1551">
                  <c:v>7330.4714285714281</c:v>
                </c:pt>
                <c:pt idx="1552">
                  <c:v>7130.4714285714281</c:v>
                </c:pt>
                <c:pt idx="1553">
                  <c:v>7130.4714285714281</c:v>
                </c:pt>
                <c:pt idx="1554">
                  <c:v>7130.4714285714281</c:v>
                </c:pt>
                <c:pt idx="1555">
                  <c:v>7130.4714285714281</c:v>
                </c:pt>
                <c:pt idx="1556">
                  <c:v>7130.4714285714281</c:v>
                </c:pt>
                <c:pt idx="1557">
                  <c:v>7130.4714285714281</c:v>
                </c:pt>
                <c:pt idx="1558">
                  <c:v>6872.9714285714281</c:v>
                </c:pt>
                <c:pt idx="1559">
                  <c:v>6672.9714285714281</c:v>
                </c:pt>
                <c:pt idx="1560">
                  <c:v>7240.9714285714281</c:v>
                </c:pt>
                <c:pt idx="1561">
                  <c:v>7240.9714285714281</c:v>
                </c:pt>
                <c:pt idx="1562">
                  <c:v>7240.9714285714281</c:v>
                </c:pt>
                <c:pt idx="1563">
                  <c:v>7240.9714285714281</c:v>
                </c:pt>
                <c:pt idx="1564">
                  <c:v>7240.9714285714281</c:v>
                </c:pt>
                <c:pt idx="1565">
                  <c:v>7208.9714285714281</c:v>
                </c:pt>
                <c:pt idx="1566">
                  <c:v>7208.9714285714281</c:v>
                </c:pt>
                <c:pt idx="1567">
                  <c:v>7208.9714285714281</c:v>
                </c:pt>
                <c:pt idx="1568">
                  <c:v>7208.9714285714281</c:v>
                </c:pt>
                <c:pt idx="1569">
                  <c:v>7208.9714285714281</c:v>
                </c:pt>
                <c:pt idx="1570">
                  <c:v>7208.9714285714281</c:v>
                </c:pt>
                <c:pt idx="1571">
                  <c:v>6498.7714285714292</c:v>
                </c:pt>
                <c:pt idx="1572">
                  <c:v>6798.7714285714292</c:v>
                </c:pt>
                <c:pt idx="1573">
                  <c:v>6798.7714285714292</c:v>
                </c:pt>
                <c:pt idx="1574">
                  <c:v>6830.7714285714292</c:v>
                </c:pt>
                <c:pt idx="1575">
                  <c:v>6830.7714285714292</c:v>
                </c:pt>
                <c:pt idx="1576">
                  <c:v>6830.7714285714292</c:v>
                </c:pt>
                <c:pt idx="1577">
                  <c:v>6830.7714285714292</c:v>
                </c:pt>
                <c:pt idx="1578">
                  <c:v>6830.7714285714292</c:v>
                </c:pt>
                <c:pt idx="1579">
                  <c:v>6830.7714285714292</c:v>
                </c:pt>
                <c:pt idx="1580">
                  <c:v>6936.7714285714292</c:v>
                </c:pt>
                <c:pt idx="1581">
                  <c:v>7136.7714285714292</c:v>
                </c:pt>
                <c:pt idx="1582">
                  <c:v>6932.7714285714292</c:v>
                </c:pt>
                <c:pt idx="1583">
                  <c:v>6932.7714285714292</c:v>
                </c:pt>
                <c:pt idx="1584">
                  <c:v>6932.7714285714292</c:v>
                </c:pt>
                <c:pt idx="1585">
                  <c:v>6932.7714285714292</c:v>
                </c:pt>
                <c:pt idx="1586">
                  <c:v>6932.7714285714292</c:v>
                </c:pt>
                <c:pt idx="1587">
                  <c:v>6964.7714285714292</c:v>
                </c:pt>
                <c:pt idx="1588">
                  <c:v>6964.7714285714292</c:v>
                </c:pt>
                <c:pt idx="1589">
                  <c:v>7102.5714285714284</c:v>
                </c:pt>
                <c:pt idx="1590">
                  <c:v>7102.5714285714284</c:v>
                </c:pt>
                <c:pt idx="1591">
                  <c:v>7102.5714285714284</c:v>
                </c:pt>
                <c:pt idx="1592">
                  <c:v>6902.5714285714284</c:v>
                </c:pt>
                <c:pt idx="1593">
                  <c:v>6902.5714285714284</c:v>
                </c:pt>
                <c:pt idx="1594">
                  <c:v>6802.5714285714284</c:v>
                </c:pt>
                <c:pt idx="1595">
                  <c:v>6702.5714285714284</c:v>
                </c:pt>
                <c:pt idx="1596">
                  <c:v>6702.5714285714284</c:v>
                </c:pt>
                <c:pt idx="1597">
                  <c:v>6702.5714285714284</c:v>
                </c:pt>
                <c:pt idx="1598">
                  <c:v>6702.5714285714284</c:v>
                </c:pt>
                <c:pt idx="1599">
                  <c:v>6702.5714285714284</c:v>
                </c:pt>
                <c:pt idx="1600">
                  <c:v>6808.7714285714292</c:v>
                </c:pt>
                <c:pt idx="1601">
                  <c:v>6408.7714285714292</c:v>
                </c:pt>
                <c:pt idx="1602">
                  <c:v>6440.5714285714284</c:v>
                </c:pt>
                <c:pt idx="1603">
                  <c:v>6546.5714285714284</c:v>
                </c:pt>
                <c:pt idx="1604">
                  <c:v>6546.5714285714284</c:v>
                </c:pt>
                <c:pt idx="1605">
                  <c:v>6546.5714285714284</c:v>
                </c:pt>
                <c:pt idx="1606">
                  <c:v>6546.5714285714284</c:v>
                </c:pt>
                <c:pt idx="1607">
                  <c:v>6546.5714285714284</c:v>
                </c:pt>
                <c:pt idx="1608">
                  <c:v>6546.5714285714284</c:v>
                </c:pt>
                <c:pt idx="1609">
                  <c:v>6546.5714285714284</c:v>
                </c:pt>
                <c:pt idx="1610">
                  <c:v>6546.5714285714284</c:v>
                </c:pt>
                <c:pt idx="1611">
                  <c:v>6546.5714285714284</c:v>
                </c:pt>
                <c:pt idx="1612">
                  <c:v>6546.5714285714284</c:v>
                </c:pt>
                <c:pt idx="1613">
                  <c:v>6705.5714285714284</c:v>
                </c:pt>
                <c:pt idx="1614">
                  <c:v>6505.5714285714284</c:v>
                </c:pt>
                <c:pt idx="1615">
                  <c:v>6674.511428571429</c:v>
                </c:pt>
                <c:pt idx="1616">
                  <c:v>6674.511428571429</c:v>
                </c:pt>
                <c:pt idx="1617">
                  <c:v>6674.511428571429</c:v>
                </c:pt>
                <c:pt idx="1618">
                  <c:v>6674.511428571429</c:v>
                </c:pt>
                <c:pt idx="1619">
                  <c:v>6674.511428571429</c:v>
                </c:pt>
                <c:pt idx="1620">
                  <c:v>6779.511428571429</c:v>
                </c:pt>
                <c:pt idx="1621">
                  <c:v>6779.511428571429</c:v>
                </c:pt>
                <c:pt idx="1622">
                  <c:v>6907.511428571429</c:v>
                </c:pt>
                <c:pt idx="1623">
                  <c:v>6907.511428571429</c:v>
                </c:pt>
                <c:pt idx="1624">
                  <c:v>6971.511428571429</c:v>
                </c:pt>
                <c:pt idx="1625">
                  <c:v>6971.511428571429</c:v>
                </c:pt>
                <c:pt idx="1626">
                  <c:v>7071.511428571429</c:v>
                </c:pt>
                <c:pt idx="1627">
                  <c:v>7071.511428571429</c:v>
                </c:pt>
                <c:pt idx="1628">
                  <c:v>7071.511428571429</c:v>
                </c:pt>
                <c:pt idx="1629">
                  <c:v>6903.511428571429</c:v>
                </c:pt>
                <c:pt idx="1630">
                  <c:v>6835.511428571429</c:v>
                </c:pt>
                <c:pt idx="1631">
                  <c:v>6899.511428571429</c:v>
                </c:pt>
                <c:pt idx="1632">
                  <c:v>6899.511428571429</c:v>
                </c:pt>
                <c:pt idx="1633">
                  <c:v>6899.511428571429</c:v>
                </c:pt>
                <c:pt idx="1634">
                  <c:v>6899.511428571429</c:v>
                </c:pt>
                <c:pt idx="1635">
                  <c:v>6899.511428571429</c:v>
                </c:pt>
                <c:pt idx="1636">
                  <c:v>6899.511428571429</c:v>
                </c:pt>
                <c:pt idx="1637">
                  <c:v>6799.511428571429</c:v>
                </c:pt>
                <c:pt idx="1638">
                  <c:v>6763.511428571429</c:v>
                </c:pt>
                <c:pt idx="1639">
                  <c:v>6763.511428571429</c:v>
                </c:pt>
                <c:pt idx="1640">
                  <c:v>6763.511428571429</c:v>
                </c:pt>
                <c:pt idx="1641">
                  <c:v>6763.511428571429</c:v>
                </c:pt>
                <c:pt idx="1642">
                  <c:v>6763.511428571429</c:v>
                </c:pt>
                <c:pt idx="1643">
                  <c:v>6795.511428571429</c:v>
                </c:pt>
                <c:pt idx="1644">
                  <c:v>6795.511428571429</c:v>
                </c:pt>
                <c:pt idx="1645">
                  <c:v>6795.511428571429</c:v>
                </c:pt>
                <c:pt idx="1646">
                  <c:v>6795.511428571429</c:v>
                </c:pt>
                <c:pt idx="1647">
                  <c:v>6795.511428571429</c:v>
                </c:pt>
                <c:pt idx="1648">
                  <c:v>6795.511428571429</c:v>
                </c:pt>
                <c:pt idx="1649">
                  <c:v>6795.511428571429</c:v>
                </c:pt>
                <c:pt idx="1650">
                  <c:v>6795.511428571429</c:v>
                </c:pt>
                <c:pt idx="1651">
                  <c:v>6663.511428571429</c:v>
                </c:pt>
                <c:pt idx="1652">
                  <c:v>6631.511428571429</c:v>
                </c:pt>
                <c:pt idx="1653">
                  <c:v>6631.511428571429</c:v>
                </c:pt>
                <c:pt idx="1654">
                  <c:v>6631.511428571429</c:v>
                </c:pt>
                <c:pt idx="1655">
                  <c:v>6631.511428571429</c:v>
                </c:pt>
                <c:pt idx="1656">
                  <c:v>6631.511428571429</c:v>
                </c:pt>
                <c:pt idx="1657">
                  <c:v>6631.511428571429</c:v>
                </c:pt>
                <c:pt idx="1658">
                  <c:v>6599.511428571429</c:v>
                </c:pt>
                <c:pt idx="1659">
                  <c:v>6599.511428571429</c:v>
                </c:pt>
                <c:pt idx="1660">
                  <c:v>6599.511428571429</c:v>
                </c:pt>
                <c:pt idx="1661">
                  <c:v>6499.511428571429</c:v>
                </c:pt>
                <c:pt idx="1662">
                  <c:v>6399.511428571429</c:v>
                </c:pt>
                <c:pt idx="1663">
                  <c:v>6399.511428571429</c:v>
                </c:pt>
                <c:pt idx="1664">
                  <c:v>6399.511428571429</c:v>
                </c:pt>
                <c:pt idx="1665">
                  <c:v>6399.511428571429</c:v>
                </c:pt>
                <c:pt idx="1666">
                  <c:v>6335.511428571429</c:v>
                </c:pt>
                <c:pt idx="1667">
                  <c:v>6335.511428571429</c:v>
                </c:pt>
                <c:pt idx="1668">
                  <c:v>6335.511428571429</c:v>
                </c:pt>
                <c:pt idx="1669">
                  <c:v>6435.511428571429</c:v>
                </c:pt>
                <c:pt idx="1670">
                  <c:v>6435.511428571429</c:v>
                </c:pt>
                <c:pt idx="1671">
                  <c:v>6403.511428571429</c:v>
                </c:pt>
                <c:pt idx="1672">
                  <c:v>6382.511428571429</c:v>
                </c:pt>
                <c:pt idx="1673">
                  <c:v>6382.511428571429</c:v>
                </c:pt>
                <c:pt idx="1674">
                  <c:v>6382.511428571429</c:v>
                </c:pt>
                <c:pt idx="1675">
                  <c:v>6282.511428571429</c:v>
                </c:pt>
                <c:pt idx="1676">
                  <c:v>6282.511428571429</c:v>
                </c:pt>
                <c:pt idx="1677">
                  <c:v>6282.511428571429</c:v>
                </c:pt>
                <c:pt idx="1678">
                  <c:v>6482.511428571429</c:v>
                </c:pt>
                <c:pt idx="1679">
                  <c:v>6550.511428571429</c:v>
                </c:pt>
                <c:pt idx="1680">
                  <c:v>6550.511428571429</c:v>
                </c:pt>
                <c:pt idx="1681">
                  <c:v>6550.511428571429</c:v>
                </c:pt>
                <c:pt idx="1682">
                  <c:v>6550.511428571429</c:v>
                </c:pt>
                <c:pt idx="1683">
                  <c:v>6650.511428571429</c:v>
                </c:pt>
                <c:pt idx="1684">
                  <c:v>6650.511428571429</c:v>
                </c:pt>
                <c:pt idx="1685">
                  <c:v>6650.511428571429</c:v>
                </c:pt>
                <c:pt idx="1686">
                  <c:v>6650.511428571429</c:v>
                </c:pt>
                <c:pt idx="1687">
                  <c:v>6650.511428571429</c:v>
                </c:pt>
                <c:pt idx="1688">
                  <c:v>6650.511428571429</c:v>
                </c:pt>
                <c:pt idx="1689">
                  <c:v>6650.511428571429</c:v>
                </c:pt>
                <c:pt idx="1690">
                  <c:v>6650.511428571429</c:v>
                </c:pt>
                <c:pt idx="1691">
                  <c:v>6650.511428571429</c:v>
                </c:pt>
                <c:pt idx="1692">
                  <c:v>6650.511428571429</c:v>
                </c:pt>
                <c:pt idx="1693">
                  <c:v>6750.511428571429</c:v>
                </c:pt>
                <c:pt idx="1694">
                  <c:v>6750.511428571429</c:v>
                </c:pt>
                <c:pt idx="1695">
                  <c:v>6750.511428571429</c:v>
                </c:pt>
                <c:pt idx="1696">
                  <c:v>6750.511428571429</c:v>
                </c:pt>
                <c:pt idx="1697">
                  <c:v>6750.511428571429</c:v>
                </c:pt>
                <c:pt idx="1698">
                  <c:v>6950.511428571429</c:v>
                </c:pt>
                <c:pt idx="1699">
                  <c:v>6950.511428571429</c:v>
                </c:pt>
                <c:pt idx="1700">
                  <c:v>6950.511428571429</c:v>
                </c:pt>
                <c:pt idx="1701">
                  <c:v>6950.511428571429</c:v>
                </c:pt>
                <c:pt idx="1702">
                  <c:v>6950.511428571429</c:v>
                </c:pt>
                <c:pt idx="1703">
                  <c:v>6950.511428571429</c:v>
                </c:pt>
                <c:pt idx="1704">
                  <c:v>6950.511428571429</c:v>
                </c:pt>
                <c:pt idx="1705">
                  <c:v>6950.511428571429</c:v>
                </c:pt>
                <c:pt idx="1706">
                  <c:v>6950.511428571429</c:v>
                </c:pt>
                <c:pt idx="1707">
                  <c:v>6950.511428571429</c:v>
                </c:pt>
                <c:pt idx="1708">
                  <c:v>6950.511428571429</c:v>
                </c:pt>
                <c:pt idx="1709">
                  <c:v>6950.511428571429</c:v>
                </c:pt>
                <c:pt idx="1710">
                  <c:v>6950.511428571429</c:v>
                </c:pt>
                <c:pt idx="1711">
                  <c:v>6950.511428571429</c:v>
                </c:pt>
                <c:pt idx="1712">
                  <c:v>6950.511428571429</c:v>
                </c:pt>
                <c:pt idx="1713">
                  <c:v>6950.511428571429</c:v>
                </c:pt>
                <c:pt idx="1714">
                  <c:v>6950.511428571429</c:v>
                </c:pt>
                <c:pt idx="1715">
                  <c:v>6950.511428571429</c:v>
                </c:pt>
                <c:pt idx="1716">
                  <c:v>6950.511428571429</c:v>
                </c:pt>
                <c:pt idx="1717">
                  <c:v>6950.511428571429</c:v>
                </c:pt>
                <c:pt idx="1718">
                  <c:v>6950.511428571429</c:v>
                </c:pt>
                <c:pt idx="1719">
                  <c:v>6950.511428571429</c:v>
                </c:pt>
                <c:pt idx="1720">
                  <c:v>6750.511428571429</c:v>
                </c:pt>
                <c:pt idx="1721">
                  <c:v>6350.511428571429</c:v>
                </c:pt>
                <c:pt idx="1722">
                  <c:v>6350.511428571429</c:v>
                </c:pt>
                <c:pt idx="1723">
                  <c:v>6350.511428571429</c:v>
                </c:pt>
                <c:pt idx="1724">
                  <c:v>6350.511428571429</c:v>
                </c:pt>
                <c:pt idx="1725">
                  <c:v>6350.511428571429</c:v>
                </c:pt>
                <c:pt idx="1726">
                  <c:v>6350.511428571429</c:v>
                </c:pt>
                <c:pt idx="1727">
                  <c:v>6350.511428571429</c:v>
                </c:pt>
                <c:pt idx="1728">
                  <c:v>6350.511428571429</c:v>
                </c:pt>
                <c:pt idx="1729">
                  <c:v>6350.511428571429</c:v>
                </c:pt>
                <c:pt idx="1730">
                  <c:v>6350.511428571429</c:v>
                </c:pt>
                <c:pt idx="1731">
                  <c:v>6350.511428571429</c:v>
                </c:pt>
                <c:pt idx="1732">
                  <c:v>6371.511428571429</c:v>
                </c:pt>
                <c:pt idx="1733">
                  <c:v>6371.511428571429</c:v>
                </c:pt>
                <c:pt idx="1734">
                  <c:v>6371.511428571429</c:v>
                </c:pt>
                <c:pt idx="1735">
                  <c:v>6371.511428571429</c:v>
                </c:pt>
                <c:pt idx="1736">
                  <c:v>6307.511428571429</c:v>
                </c:pt>
                <c:pt idx="1737">
                  <c:v>6307.511428571429</c:v>
                </c:pt>
                <c:pt idx="1738">
                  <c:v>6307.511428571429</c:v>
                </c:pt>
                <c:pt idx="1739">
                  <c:v>5797.9714285714281</c:v>
                </c:pt>
                <c:pt idx="1740">
                  <c:v>5197.9714285714281</c:v>
                </c:pt>
                <c:pt idx="1741">
                  <c:v>5197.9714285714281</c:v>
                </c:pt>
                <c:pt idx="1742">
                  <c:v>4807.511428571429</c:v>
                </c:pt>
                <c:pt idx="1743">
                  <c:v>4807.511428571429</c:v>
                </c:pt>
                <c:pt idx="1744">
                  <c:v>4807.511428571429</c:v>
                </c:pt>
                <c:pt idx="1745">
                  <c:v>4807.511428571429</c:v>
                </c:pt>
                <c:pt idx="1746">
                  <c:v>3107.511428571429</c:v>
                </c:pt>
                <c:pt idx="1747">
                  <c:v>2843.5714285714284</c:v>
                </c:pt>
                <c:pt idx="1748">
                  <c:v>2864.5714285714284</c:v>
                </c:pt>
                <c:pt idx="1749">
                  <c:v>2917.5714285714284</c:v>
                </c:pt>
                <c:pt idx="1750">
                  <c:v>2917.5714285714284</c:v>
                </c:pt>
                <c:pt idx="1751">
                  <c:v>2917.5714285714284</c:v>
                </c:pt>
                <c:pt idx="1752">
                  <c:v>2917.5714285714284</c:v>
                </c:pt>
                <c:pt idx="1753">
                  <c:v>3023.5714285714284</c:v>
                </c:pt>
                <c:pt idx="1754">
                  <c:v>3023.5714285714284</c:v>
                </c:pt>
                <c:pt idx="1755">
                  <c:v>3075.511428571429</c:v>
                </c:pt>
                <c:pt idx="1756">
                  <c:v>2585.5714285714284</c:v>
                </c:pt>
                <c:pt idx="1757">
                  <c:v>2491.5714285714284</c:v>
                </c:pt>
                <c:pt idx="1758">
                  <c:v>2491.5714285714284</c:v>
                </c:pt>
                <c:pt idx="1759">
                  <c:v>2491.5714285714284</c:v>
                </c:pt>
                <c:pt idx="1760">
                  <c:v>2091.5714285714284</c:v>
                </c:pt>
                <c:pt idx="1761">
                  <c:v>2091.5714285714284</c:v>
                </c:pt>
                <c:pt idx="1762">
                  <c:v>1959.5714285714284</c:v>
                </c:pt>
                <c:pt idx="1763">
                  <c:v>1959.5714285714284</c:v>
                </c:pt>
                <c:pt idx="1764">
                  <c:v>1959.5714285714284</c:v>
                </c:pt>
                <c:pt idx="1765">
                  <c:v>2059.5714285714284</c:v>
                </c:pt>
                <c:pt idx="1766">
                  <c:v>2259.5714285714284</c:v>
                </c:pt>
                <c:pt idx="1767">
                  <c:v>2459.5714285714284</c:v>
                </c:pt>
                <c:pt idx="1768">
                  <c:v>2496.6714285714288</c:v>
                </c:pt>
                <c:pt idx="1769">
                  <c:v>2485.6714285714288</c:v>
                </c:pt>
                <c:pt idx="1770">
                  <c:v>2485.6714285714288</c:v>
                </c:pt>
                <c:pt idx="1771">
                  <c:v>2485.6714285714288</c:v>
                </c:pt>
                <c:pt idx="1772">
                  <c:v>2485.6714285714288</c:v>
                </c:pt>
                <c:pt idx="1773">
                  <c:v>2485.6714285714288</c:v>
                </c:pt>
                <c:pt idx="1774">
                  <c:v>2622.1714285714288</c:v>
                </c:pt>
                <c:pt idx="1775">
                  <c:v>2622.1714285714288</c:v>
                </c:pt>
                <c:pt idx="1776">
                  <c:v>2622.1714285714288</c:v>
                </c:pt>
                <c:pt idx="1777">
                  <c:v>2880.6714285714288</c:v>
                </c:pt>
                <c:pt idx="1778">
                  <c:v>2952.6714285714288</c:v>
                </c:pt>
                <c:pt idx="1779">
                  <c:v>2952.6714285714288</c:v>
                </c:pt>
                <c:pt idx="1780">
                  <c:v>2952.6714285714288</c:v>
                </c:pt>
                <c:pt idx="1781">
                  <c:v>3078.6714285714288</c:v>
                </c:pt>
                <c:pt idx="1782">
                  <c:v>3078.6714285714288</c:v>
                </c:pt>
                <c:pt idx="1783">
                  <c:v>3578.6714285714288</c:v>
                </c:pt>
                <c:pt idx="1784">
                  <c:v>3678.6714285714288</c:v>
                </c:pt>
                <c:pt idx="1785">
                  <c:v>3646.6714285714288</c:v>
                </c:pt>
                <c:pt idx="1786">
                  <c:v>3646.6714285714288</c:v>
                </c:pt>
                <c:pt idx="1787">
                  <c:v>3646.6714285714288</c:v>
                </c:pt>
                <c:pt idx="1788">
                  <c:v>3646.6714285714288</c:v>
                </c:pt>
                <c:pt idx="1789">
                  <c:v>3546.6714285714288</c:v>
                </c:pt>
                <c:pt idx="1790">
                  <c:v>3346.6714285714288</c:v>
                </c:pt>
                <c:pt idx="1791">
                  <c:v>3250.6714285714288</c:v>
                </c:pt>
                <c:pt idx="1792">
                  <c:v>3250.6714285714288</c:v>
                </c:pt>
                <c:pt idx="1793">
                  <c:v>3250.6714285714288</c:v>
                </c:pt>
                <c:pt idx="1794">
                  <c:v>3250.6714285714288</c:v>
                </c:pt>
                <c:pt idx="1795">
                  <c:v>3250.6714285714288</c:v>
                </c:pt>
                <c:pt idx="1796">
                  <c:v>3218.6714285714288</c:v>
                </c:pt>
                <c:pt idx="1797">
                  <c:v>3318.6714285714288</c:v>
                </c:pt>
                <c:pt idx="1798">
                  <c:v>3318.6714285714288</c:v>
                </c:pt>
                <c:pt idx="1799">
                  <c:v>3254.6714285714288</c:v>
                </c:pt>
                <c:pt idx="1800">
                  <c:v>3254.6714285714288</c:v>
                </c:pt>
                <c:pt idx="1801">
                  <c:v>3254.6714285714288</c:v>
                </c:pt>
                <c:pt idx="1802">
                  <c:v>3254.6714285714288</c:v>
                </c:pt>
                <c:pt idx="1803">
                  <c:v>3254.6714285714288</c:v>
                </c:pt>
                <c:pt idx="1804">
                  <c:v>3390.6714285714288</c:v>
                </c:pt>
                <c:pt idx="1805">
                  <c:v>3390.6714285714288</c:v>
                </c:pt>
                <c:pt idx="1806">
                  <c:v>3390.6714285714288</c:v>
                </c:pt>
                <c:pt idx="1807">
                  <c:v>3390.6714285714288</c:v>
                </c:pt>
                <c:pt idx="1808">
                  <c:v>3390.6714285714288</c:v>
                </c:pt>
                <c:pt idx="1809">
                  <c:v>3390.6714285714288</c:v>
                </c:pt>
                <c:pt idx="1810">
                  <c:v>3390.6714285714288</c:v>
                </c:pt>
                <c:pt idx="1811">
                  <c:v>3358.6714285714288</c:v>
                </c:pt>
                <c:pt idx="1812">
                  <c:v>3358.6714285714288</c:v>
                </c:pt>
                <c:pt idx="1813">
                  <c:v>3858.6714285714288</c:v>
                </c:pt>
                <c:pt idx="1814">
                  <c:v>3858.6714285714288</c:v>
                </c:pt>
                <c:pt idx="1815">
                  <c:v>3858.6714285714288</c:v>
                </c:pt>
                <c:pt idx="1816">
                  <c:v>3690.6714285714288</c:v>
                </c:pt>
                <c:pt idx="1817">
                  <c:v>3690.6714285714288</c:v>
                </c:pt>
                <c:pt idx="1818">
                  <c:v>3490.6714285714288</c:v>
                </c:pt>
                <c:pt idx="1819">
                  <c:v>3554.6714285714288</c:v>
                </c:pt>
                <c:pt idx="1820">
                  <c:v>3404.6714285714288</c:v>
                </c:pt>
                <c:pt idx="1821">
                  <c:v>3404.6714285714288</c:v>
                </c:pt>
                <c:pt idx="1822">
                  <c:v>3468.6714285714288</c:v>
                </c:pt>
                <c:pt idx="1823">
                  <c:v>3468.6714285714288</c:v>
                </c:pt>
                <c:pt idx="1824">
                  <c:v>3418.6714285714288</c:v>
                </c:pt>
                <c:pt idx="1825">
                  <c:v>3418.6714285714288</c:v>
                </c:pt>
                <c:pt idx="1826">
                  <c:v>3582.6714285714288</c:v>
                </c:pt>
                <c:pt idx="1827">
                  <c:v>3382.6714285714288</c:v>
                </c:pt>
                <c:pt idx="1828">
                  <c:v>3382.6714285714288</c:v>
                </c:pt>
                <c:pt idx="1829">
                  <c:v>3382.6714285714288</c:v>
                </c:pt>
                <c:pt idx="1830">
                  <c:v>3382.6714285714288</c:v>
                </c:pt>
                <c:pt idx="1831">
                  <c:v>3382.6714285714288</c:v>
                </c:pt>
                <c:pt idx="1832">
                  <c:v>3382.6714285714288</c:v>
                </c:pt>
                <c:pt idx="1833">
                  <c:v>3382.6714285714288</c:v>
                </c:pt>
                <c:pt idx="1834">
                  <c:v>3382.6714285714288</c:v>
                </c:pt>
                <c:pt idx="1835">
                  <c:v>3382.6714285714288</c:v>
                </c:pt>
                <c:pt idx="1836">
                  <c:v>3382.6714285714288</c:v>
                </c:pt>
                <c:pt idx="1837">
                  <c:v>3382.6714285714288</c:v>
                </c:pt>
                <c:pt idx="1838">
                  <c:v>3382.6714285714288</c:v>
                </c:pt>
                <c:pt idx="1839">
                  <c:v>3382.6714285714288</c:v>
                </c:pt>
                <c:pt idx="1840">
                  <c:v>3382.6714285714288</c:v>
                </c:pt>
                <c:pt idx="1841">
                  <c:v>3382.6714285714288</c:v>
                </c:pt>
                <c:pt idx="1842">
                  <c:v>3382.6714285714288</c:v>
                </c:pt>
                <c:pt idx="1843">
                  <c:v>3382.6714285714288</c:v>
                </c:pt>
                <c:pt idx="1844">
                  <c:v>3382.6714285714288</c:v>
                </c:pt>
                <c:pt idx="1845">
                  <c:v>3382.6714285714288</c:v>
                </c:pt>
                <c:pt idx="1846">
                  <c:v>3482.6714285714288</c:v>
                </c:pt>
                <c:pt idx="1847">
                  <c:v>3482.6714285714288</c:v>
                </c:pt>
                <c:pt idx="1848">
                  <c:v>3514.6714285714288</c:v>
                </c:pt>
                <c:pt idx="1849">
                  <c:v>3514.6714285714288</c:v>
                </c:pt>
                <c:pt idx="1850">
                  <c:v>3614.6714285714288</c:v>
                </c:pt>
                <c:pt idx="1851">
                  <c:v>3593.6714285714288</c:v>
                </c:pt>
                <c:pt idx="1852">
                  <c:v>3793.6714285714288</c:v>
                </c:pt>
                <c:pt idx="1853">
                  <c:v>3804.6714285714288</c:v>
                </c:pt>
                <c:pt idx="1854">
                  <c:v>3804.6714285714288</c:v>
                </c:pt>
                <c:pt idx="1855">
                  <c:v>3804.6714285714288</c:v>
                </c:pt>
                <c:pt idx="1856">
                  <c:v>3804.6714285714288</c:v>
                </c:pt>
                <c:pt idx="1857">
                  <c:v>3804.6714285714288</c:v>
                </c:pt>
                <c:pt idx="1858">
                  <c:v>4704.6714285714288</c:v>
                </c:pt>
                <c:pt idx="1859">
                  <c:v>4704.6714285714288</c:v>
                </c:pt>
                <c:pt idx="1860">
                  <c:v>4704.6714285714288</c:v>
                </c:pt>
                <c:pt idx="1861">
                  <c:v>4552.1714285714288</c:v>
                </c:pt>
                <c:pt idx="1862">
                  <c:v>4552.1714285714288</c:v>
                </c:pt>
                <c:pt idx="1863">
                  <c:v>4552.1714285714288</c:v>
                </c:pt>
                <c:pt idx="1864">
                  <c:v>4552.1714285714288</c:v>
                </c:pt>
                <c:pt idx="1865">
                  <c:v>4394.6714285714288</c:v>
                </c:pt>
                <c:pt idx="1866">
                  <c:v>4194.6714285714288</c:v>
                </c:pt>
                <c:pt idx="1867">
                  <c:v>4194.6714285714288</c:v>
                </c:pt>
                <c:pt idx="1868">
                  <c:v>4098.6714285714288</c:v>
                </c:pt>
                <c:pt idx="1869">
                  <c:v>4098.6714285714288</c:v>
                </c:pt>
                <c:pt idx="1870">
                  <c:v>4098.6714285714288</c:v>
                </c:pt>
                <c:pt idx="1871">
                  <c:v>4098.6714285714288</c:v>
                </c:pt>
                <c:pt idx="1872">
                  <c:v>5098.6714285714288</c:v>
                </c:pt>
                <c:pt idx="1873">
                  <c:v>4998.6714285714288</c:v>
                </c:pt>
                <c:pt idx="1874">
                  <c:v>4998.6714285714288</c:v>
                </c:pt>
                <c:pt idx="1875">
                  <c:v>4902.6714285714288</c:v>
                </c:pt>
                <c:pt idx="1876">
                  <c:v>4902.6714285714288</c:v>
                </c:pt>
                <c:pt idx="1877">
                  <c:v>4902.6714285714288</c:v>
                </c:pt>
                <c:pt idx="1878">
                  <c:v>4802.6714285714288</c:v>
                </c:pt>
                <c:pt idx="1879">
                  <c:v>4670.6714285714288</c:v>
                </c:pt>
                <c:pt idx="1880">
                  <c:v>4670.6714285714288</c:v>
                </c:pt>
                <c:pt idx="1881">
                  <c:v>4606.6714285714288</c:v>
                </c:pt>
                <c:pt idx="1882">
                  <c:v>5106.6714285714288</c:v>
                </c:pt>
                <c:pt idx="1883">
                  <c:v>5106.6714285714288</c:v>
                </c:pt>
                <c:pt idx="1884">
                  <c:v>5106.6714285714288</c:v>
                </c:pt>
                <c:pt idx="1885">
                  <c:v>5106.6714285714288</c:v>
                </c:pt>
                <c:pt idx="1886">
                  <c:v>5106.6714285714288</c:v>
                </c:pt>
                <c:pt idx="1887">
                  <c:v>5106.6714285714288</c:v>
                </c:pt>
                <c:pt idx="1888">
                  <c:v>5042.6714285714288</c:v>
                </c:pt>
                <c:pt idx="1889">
                  <c:v>4878.6714285714288</c:v>
                </c:pt>
                <c:pt idx="1890">
                  <c:v>5278.6714285714288</c:v>
                </c:pt>
                <c:pt idx="1891">
                  <c:v>5278.6714285714288</c:v>
                </c:pt>
                <c:pt idx="1892">
                  <c:v>5178.6714285714288</c:v>
                </c:pt>
                <c:pt idx="1893">
                  <c:v>5278.6714285714288</c:v>
                </c:pt>
                <c:pt idx="1894">
                  <c:v>5278.6714285714288</c:v>
                </c:pt>
                <c:pt idx="1895">
                  <c:v>5278.6714285714288</c:v>
                </c:pt>
                <c:pt idx="1896">
                  <c:v>5150.6714285714288</c:v>
                </c:pt>
                <c:pt idx="1897">
                  <c:v>5150.6714285714288</c:v>
                </c:pt>
                <c:pt idx="1898">
                  <c:v>5150.6714285714288</c:v>
                </c:pt>
                <c:pt idx="1899">
                  <c:v>5150.6714285714288</c:v>
                </c:pt>
                <c:pt idx="1900">
                  <c:v>5150.6714285714288</c:v>
                </c:pt>
                <c:pt idx="1901">
                  <c:v>5150.6714285714288</c:v>
                </c:pt>
                <c:pt idx="1902">
                  <c:v>5118.6714285714288</c:v>
                </c:pt>
                <c:pt idx="1903">
                  <c:v>5618.6714285714288</c:v>
                </c:pt>
                <c:pt idx="1904">
                  <c:v>5618.6714285714288</c:v>
                </c:pt>
                <c:pt idx="1905">
                  <c:v>5618.6714285714288</c:v>
                </c:pt>
                <c:pt idx="1906">
                  <c:v>5618.6714285714288</c:v>
                </c:pt>
                <c:pt idx="1907">
                  <c:v>5618.6714285714288</c:v>
                </c:pt>
                <c:pt idx="1908">
                  <c:v>5618.6714285714288</c:v>
                </c:pt>
                <c:pt idx="1909">
                  <c:v>5723.6714285714288</c:v>
                </c:pt>
                <c:pt idx="1910">
                  <c:v>6823.6714285714288</c:v>
                </c:pt>
                <c:pt idx="1911">
                  <c:v>6823.6714285714288</c:v>
                </c:pt>
                <c:pt idx="1912">
                  <c:v>6823.6714285714288</c:v>
                </c:pt>
                <c:pt idx="1913">
                  <c:v>6923.6714285714288</c:v>
                </c:pt>
                <c:pt idx="1914">
                  <c:v>7023.6714285714288</c:v>
                </c:pt>
                <c:pt idx="1915">
                  <c:v>7023.6714285714288</c:v>
                </c:pt>
                <c:pt idx="1916">
                  <c:v>7228.6714285714288</c:v>
                </c:pt>
                <c:pt idx="1917">
                  <c:v>7328.6714285714288</c:v>
                </c:pt>
                <c:pt idx="1918">
                  <c:v>7328.6714285714288</c:v>
                </c:pt>
                <c:pt idx="1919">
                  <c:v>7328.6714285714288</c:v>
                </c:pt>
                <c:pt idx="1920">
                  <c:v>7528.6714285714288</c:v>
                </c:pt>
                <c:pt idx="1921">
                  <c:v>7528.6714285714288</c:v>
                </c:pt>
                <c:pt idx="1922">
                  <c:v>7681.1714285714288</c:v>
                </c:pt>
                <c:pt idx="1923">
                  <c:v>7909.1714285714288</c:v>
                </c:pt>
                <c:pt idx="1924">
                  <c:v>7909.1714285714288</c:v>
                </c:pt>
                <c:pt idx="1925">
                  <c:v>7909.1714285714288</c:v>
                </c:pt>
                <c:pt idx="1926">
                  <c:v>7909.1714285714288</c:v>
                </c:pt>
                <c:pt idx="1927">
                  <c:v>8009.1714285714288</c:v>
                </c:pt>
                <c:pt idx="1928">
                  <c:v>8009.1714285714288</c:v>
                </c:pt>
                <c:pt idx="1929">
                  <c:v>8061.6714285714288</c:v>
                </c:pt>
                <c:pt idx="1930">
                  <c:v>8061.6714285714288</c:v>
                </c:pt>
                <c:pt idx="1931">
                  <c:v>8214.1714285714297</c:v>
                </c:pt>
                <c:pt idx="1932">
                  <c:v>8214.1714285714297</c:v>
                </c:pt>
                <c:pt idx="1933">
                  <c:v>8214.1714285714297</c:v>
                </c:pt>
                <c:pt idx="1934">
                  <c:v>8214.1714285714297</c:v>
                </c:pt>
                <c:pt idx="1935">
                  <c:v>8219.471428571429</c:v>
                </c:pt>
                <c:pt idx="1936">
                  <c:v>8219.471428571429</c:v>
                </c:pt>
                <c:pt idx="1937">
                  <c:v>8219.471428571429</c:v>
                </c:pt>
                <c:pt idx="1938">
                  <c:v>8219.471428571429</c:v>
                </c:pt>
                <c:pt idx="1939">
                  <c:v>8219.471428571429</c:v>
                </c:pt>
                <c:pt idx="1940">
                  <c:v>8219.471428571429</c:v>
                </c:pt>
                <c:pt idx="1941">
                  <c:v>8219.471428571429</c:v>
                </c:pt>
                <c:pt idx="1942">
                  <c:v>8483.471428571429</c:v>
                </c:pt>
                <c:pt idx="1943">
                  <c:v>8683.471428571429</c:v>
                </c:pt>
                <c:pt idx="1944">
                  <c:v>8883.471428571429</c:v>
                </c:pt>
                <c:pt idx="1945">
                  <c:v>8883.471428571429</c:v>
                </c:pt>
                <c:pt idx="1946">
                  <c:v>8883.471428571429</c:v>
                </c:pt>
                <c:pt idx="1947">
                  <c:v>8883.471428571429</c:v>
                </c:pt>
                <c:pt idx="1948">
                  <c:v>8983.471428571429</c:v>
                </c:pt>
                <c:pt idx="1949">
                  <c:v>8983.471428571429</c:v>
                </c:pt>
                <c:pt idx="1950">
                  <c:v>9014.971428571429</c:v>
                </c:pt>
                <c:pt idx="1951">
                  <c:v>8978.971428571429</c:v>
                </c:pt>
                <c:pt idx="1952">
                  <c:v>8978.971428571429</c:v>
                </c:pt>
                <c:pt idx="1953">
                  <c:v>6978.9714285714281</c:v>
                </c:pt>
                <c:pt idx="1954">
                  <c:v>6978.9714285714281</c:v>
                </c:pt>
                <c:pt idx="1955">
                  <c:v>6978.9714285714281</c:v>
                </c:pt>
                <c:pt idx="1956">
                  <c:v>6978.9714285714281</c:v>
                </c:pt>
                <c:pt idx="1957">
                  <c:v>6978.9714285714281</c:v>
                </c:pt>
                <c:pt idx="1958">
                  <c:v>6478.9714285714281</c:v>
                </c:pt>
                <c:pt idx="1959">
                  <c:v>6478.9714285714281</c:v>
                </c:pt>
                <c:pt idx="1960">
                  <c:v>6114.9714285714281</c:v>
                </c:pt>
                <c:pt idx="1961">
                  <c:v>6114.9714285714281</c:v>
                </c:pt>
                <c:pt idx="1962">
                  <c:v>6114.9714285714281</c:v>
                </c:pt>
                <c:pt idx="1963">
                  <c:v>6114.9714285714281</c:v>
                </c:pt>
                <c:pt idx="1964">
                  <c:v>6114.9714285714281</c:v>
                </c:pt>
                <c:pt idx="1965">
                  <c:v>5414.9714285714281</c:v>
                </c:pt>
                <c:pt idx="1966">
                  <c:v>5414.9714285714281</c:v>
                </c:pt>
                <c:pt idx="1967">
                  <c:v>5414.9714285714281</c:v>
                </c:pt>
                <c:pt idx="1968">
                  <c:v>5414.9714285714281</c:v>
                </c:pt>
                <c:pt idx="1969">
                  <c:v>5414.9714285714281</c:v>
                </c:pt>
                <c:pt idx="1970">
                  <c:v>5414.9714285714281</c:v>
                </c:pt>
                <c:pt idx="1971">
                  <c:v>5414.9714285714281</c:v>
                </c:pt>
                <c:pt idx="1972">
                  <c:v>5414.9714285714281</c:v>
                </c:pt>
                <c:pt idx="1973">
                  <c:v>5414.9714285714281</c:v>
                </c:pt>
                <c:pt idx="1974">
                  <c:v>5414.9714285714281</c:v>
                </c:pt>
                <c:pt idx="1975">
                  <c:v>5414.9714285714281</c:v>
                </c:pt>
                <c:pt idx="1976">
                  <c:v>5414.9714285714281</c:v>
                </c:pt>
                <c:pt idx="1977">
                  <c:v>5413.9114285714286</c:v>
                </c:pt>
                <c:pt idx="1978">
                  <c:v>5412.8514285714291</c:v>
                </c:pt>
                <c:pt idx="1979">
                  <c:v>5379.7914285714278</c:v>
                </c:pt>
                <c:pt idx="1980">
                  <c:v>5379.7914285714278</c:v>
                </c:pt>
                <c:pt idx="1981">
                  <c:v>5378.7314285714283</c:v>
                </c:pt>
                <c:pt idx="1982">
                  <c:v>5378.7314285714283</c:v>
                </c:pt>
                <c:pt idx="1983">
                  <c:v>5378.7314285714283</c:v>
                </c:pt>
                <c:pt idx="1984">
                  <c:v>5378.7314285714283</c:v>
                </c:pt>
                <c:pt idx="1985">
                  <c:v>4878.7314285714283</c:v>
                </c:pt>
                <c:pt idx="1986">
                  <c:v>4878.7314285714283</c:v>
                </c:pt>
                <c:pt idx="1987">
                  <c:v>4578.7314285714283</c:v>
                </c:pt>
                <c:pt idx="1988">
                  <c:v>4599.7314285714283</c:v>
                </c:pt>
                <c:pt idx="1989">
                  <c:v>4599.7314285714283</c:v>
                </c:pt>
                <c:pt idx="1990">
                  <c:v>4695.7314285714283</c:v>
                </c:pt>
                <c:pt idx="1991">
                  <c:v>4695.7314285714283</c:v>
                </c:pt>
                <c:pt idx="1992">
                  <c:v>4695.7314285714283</c:v>
                </c:pt>
                <c:pt idx="1993">
                  <c:v>4727.7314285714283</c:v>
                </c:pt>
                <c:pt idx="1994">
                  <c:v>4727.7314285714283</c:v>
                </c:pt>
                <c:pt idx="1995">
                  <c:v>4627.7314285714283</c:v>
                </c:pt>
                <c:pt idx="1996">
                  <c:v>4627.7314285714283</c:v>
                </c:pt>
                <c:pt idx="1997">
                  <c:v>4723.7314285714283</c:v>
                </c:pt>
                <c:pt idx="1998">
                  <c:v>4123.7314285714283</c:v>
                </c:pt>
                <c:pt idx="1999">
                  <c:v>4123.7314285714283</c:v>
                </c:pt>
                <c:pt idx="2000">
                  <c:v>4123.7314285714283</c:v>
                </c:pt>
                <c:pt idx="2001">
                  <c:v>4197.2314285714283</c:v>
                </c:pt>
                <c:pt idx="2002">
                  <c:v>4085.2314285714283</c:v>
                </c:pt>
                <c:pt idx="2003">
                  <c:v>4085.2314285714283</c:v>
                </c:pt>
                <c:pt idx="2004">
                  <c:v>4085.2314285714283</c:v>
                </c:pt>
                <c:pt idx="2005">
                  <c:v>4085.2314285714283</c:v>
                </c:pt>
                <c:pt idx="2006">
                  <c:v>4016.7314285714283</c:v>
                </c:pt>
                <c:pt idx="2007">
                  <c:v>4016.7314285714283</c:v>
                </c:pt>
                <c:pt idx="2008">
                  <c:v>4048.7314285714283</c:v>
                </c:pt>
                <c:pt idx="2009">
                  <c:v>4048.7314285714283</c:v>
                </c:pt>
                <c:pt idx="2010">
                  <c:v>4048.7314285714283</c:v>
                </c:pt>
                <c:pt idx="2011">
                  <c:v>4048.7314285714283</c:v>
                </c:pt>
                <c:pt idx="2012">
                  <c:v>4048.7314285714283</c:v>
                </c:pt>
                <c:pt idx="2013">
                  <c:v>4048.7314285714283</c:v>
                </c:pt>
                <c:pt idx="2014">
                  <c:v>3548.7314285714283</c:v>
                </c:pt>
                <c:pt idx="2015">
                  <c:v>3580.7314285714283</c:v>
                </c:pt>
                <c:pt idx="2016">
                  <c:v>3644.7314285714283</c:v>
                </c:pt>
                <c:pt idx="2017">
                  <c:v>3644.7314285714283</c:v>
                </c:pt>
                <c:pt idx="2018">
                  <c:v>3644.7314285714283</c:v>
                </c:pt>
                <c:pt idx="2019">
                  <c:v>3644.7314285714283</c:v>
                </c:pt>
                <c:pt idx="2020">
                  <c:v>3144.7314285714283</c:v>
                </c:pt>
                <c:pt idx="2021">
                  <c:v>3144.7314285714283</c:v>
                </c:pt>
                <c:pt idx="2022">
                  <c:v>3144.7314285714283</c:v>
                </c:pt>
                <c:pt idx="2023">
                  <c:v>2144.7314285714283</c:v>
                </c:pt>
                <c:pt idx="2024">
                  <c:v>2144.7314285714283</c:v>
                </c:pt>
                <c:pt idx="2025">
                  <c:v>2344.7314285714283</c:v>
                </c:pt>
                <c:pt idx="2026">
                  <c:v>2440.7314285714283</c:v>
                </c:pt>
                <c:pt idx="2027">
                  <c:v>2440.7314285714283</c:v>
                </c:pt>
                <c:pt idx="2028">
                  <c:v>2440.7314285714283</c:v>
                </c:pt>
                <c:pt idx="2029">
                  <c:v>2241.7914285714287</c:v>
                </c:pt>
                <c:pt idx="2030">
                  <c:v>2241.7914285714287</c:v>
                </c:pt>
                <c:pt idx="2031">
                  <c:v>2241.7914285714287</c:v>
                </c:pt>
                <c:pt idx="2032">
                  <c:v>2241.7914285714287</c:v>
                </c:pt>
                <c:pt idx="2033">
                  <c:v>2241.7914285714287</c:v>
                </c:pt>
                <c:pt idx="2034">
                  <c:v>1941.7914285714287</c:v>
                </c:pt>
                <c:pt idx="2035">
                  <c:v>2109.7914285714287</c:v>
                </c:pt>
                <c:pt idx="2036">
                  <c:v>2209.7914285714287</c:v>
                </c:pt>
                <c:pt idx="2037">
                  <c:v>2209.7914285714287</c:v>
                </c:pt>
                <c:pt idx="2038">
                  <c:v>2209.7914285714287</c:v>
                </c:pt>
                <c:pt idx="2039">
                  <c:v>2209.7914285714287</c:v>
                </c:pt>
                <c:pt idx="2040">
                  <c:v>2209.7914285714287</c:v>
                </c:pt>
                <c:pt idx="2041">
                  <c:v>1909.7914285714287</c:v>
                </c:pt>
                <c:pt idx="2042">
                  <c:v>1909.7914285714287</c:v>
                </c:pt>
                <c:pt idx="2043">
                  <c:v>1908.7314285714283</c:v>
                </c:pt>
                <c:pt idx="2044">
                  <c:v>1507.6714285714288</c:v>
                </c:pt>
                <c:pt idx="2045">
                  <c:v>1507.6714285714288</c:v>
                </c:pt>
                <c:pt idx="2046">
                  <c:v>1607.6714285714288</c:v>
                </c:pt>
                <c:pt idx="2047">
                  <c:v>1607.6714285714288</c:v>
                </c:pt>
                <c:pt idx="2048">
                  <c:v>1607.6714285714288</c:v>
                </c:pt>
                <c:pt idx="2049">
                  <c:v>1639.6714285714288</c:v>
                </c:pt>
                <c:pt idx="2050">
                  <c:v>903.67142857142881</c:v>
                </c:pt>
                <c:pt idx="2051">
                  <c:v>903.67142857142881</c:v>
                </c:pt>
                <c:pt idx="2052">
                  <c:v>903.67142857142881</c:v>
                </c:pt>
                <c:pt idx="2053">
                  <c:v>903.67142857142881</c:v>
                </c:pt>
                <c:pt idx="2054">
                  <c:v>903.67142857142881</c:v>
                </c:pt>
                <c:pt idx="2055">
                  <c:v>103.67142857142881</c:v>
                </c:pt>
                <c:pt idx="2056">
                  <c:v>103.67142857142881</c:v>
                </c:pt>
                <c:pt idx="2057">
                  <c:v>103.67142857142881</c:v>
                </c:pt>
                <c:pt idx="2058">
                  <c:v>263.67142857142881</c:v>
                </c:pt>
                <c:pt idx="2059">
                  <c:v>263.67142857142881</c:v>
                </c:pt>
                <c:pt idx="2060">
                  <c:v>263.67142857142881</c:v>
                </c:pt>
                <c:pt idx="2061">
                  <c:v>263.67142857142881</c:v>
                </c:pt>
                <c:pt idx="2062">
                  <c:v>263.67142857142881</c:v>
                </c:pt>
                <c:pt idx="2063">
                  <c:v>263.67142857142881</c:v>
                </c:pt>
                <c:pt idx="2064">
                  <c:v>327.67142857142881</c:v>
                </c:pt>
                <c:pt idx="2065">
                  <c:v>359.67142857142881</c:v>
                </c:pt>
                <c:pt idx="2066">
                  <c:v>359.67142857142881</c:v>
                </c:pt>
                <c:pt idx="2067">
                  <c:v>359.67142857142881</c:v>
                </c:pt>
                <c:pt idx="2068">
                  <c:v>359.67142857142881</c:v>
                </c:pt>
                <c:pt idx="2069">
                  <c:v>359.67142857142881</c:v>
                </c:pt>
                <c:pt idx="2070">
                  <c:v>423.67142857142881</c:v>
                </c:pt>
                <c:pt idx="2071">
                  <c:v>423.67142857142881</c:v>
                </c:pt>
                <c:pt idx="2072">
                  <c:v>487.67142857142881</c:v>
                </c:pt>
                <c:pt idx="2073">
                  <c:v>487.67142857142881</c:v>
                </c:pt>
                <c:pt idx="2074">
                  <c:v>487.67142857142881</c:v>
                </c:pt>
                <c:pt idx="2075">
                  <c:v>487.67142857142881</c:v>
                </c:pt>
                <c:pt idx="2076">
                  <c:v>487.67142857142881</c:v>
                </c:pt>
                <c:pt idx="2077">
                  <c:v>587.67142857142881</c:v>
                </c:pt>
                <c:pt idx="2078">
                  <c:v>651.67142857142881</c:v>
                </c:pt>
                <c:pt idx="2079">
                  <c:v>651.67142857142881</c:v>
                </c:pt>
                <c:pt idx="2080">
                  <c:v>651.67142857142881</c:v>
                </c:pt>
                <c:pt idx="2081">
                  <c:v>651.67142857142881</c:v>
                </c:pt>
                <c:pt idx="2082">
                  <c:v>551.67142857142881</c:v>
                </c:pt>
                <c:pt idx="2083">
                  <c:v>1051.6714285714288</c:v>
                </c:pt>
                <c:pt idx="2084">
                  <c:v>887.67142857142881</c:v>
                </c:pt>
                <c:pt idx="2085">
                  <c:v>687.67142857142881</c:v>
                </c:pt>
                <c:pt idx="2086">
                  <c:v>687.67142857142881</c:v>
                </c:pt>
                <c:pt idx="2087">
                  <c:v>687.67142857142881</c:v>
                </c:pt>
                <c:pt idx="2088">
                  <c:v>687.67142857142881</c:v>
                </c:pt>
                <c:pt idx="2089">
                  <c:v>687.67142857142881</c:v>
                </c:pt>
                <c:pt idx="2090">
                  <c:v>587.67142857142881</c:v>
                </c:pt>
                <c:pt idx="2091">
                  <c:v>787.67142857142881</c:v>
                </c:pt>
                <c:pt idx="2092">
                  <c:v>723.67142857142881</c:v>
                </c:pt>
                <c:pt idx="2093">
                  <c:v>723.67142857142881</c:v>
                </c:pt>
                <c:pt idx="2094">
                  <c:v>723.67142857142881</c:v>
                </c:pt>
                <c:pt idx="2095">
                  <c:v>723.67142857142881</c:v>
                </c:pt>
                <c:pt idx="2096">
                  <c:v>1333.5714285714284</c:v>
                </c:pt>
                <c:pt idx="2097">
                  <c:v>1333.5714285714284</c:v>
                </c:pt>
                <c:pt idx="2098">
                  <c:v>1386.5714285714284</c:v>
                </c:pt>
                <c:pt idx="2099">
                  <c:v>1386.5714285714284</c:v>
                </c:pt>
                <c:pt idx="2100">
                  <c:v>1386.5714285714284</c:v>
                </c:pt>
                <c:pt idx="2101">
                  <c:v>1386.5714285714284</c:v>
                </c:pt>
                <c:pt idx="2102">
                  <c:v>1327.6714285714288</c:v>
                </c:pt>
                <c:pt idx="2103">
                  <c:v>1327.6714285714288</c:v>
                </c:pt>
                <c:pt idx="2104">
                  <c:v>10800</c:v>
                </c:pt>
                <c:pt idx="2105">
                  <c:v>10800</c:v>
                </c:pt>
                <c:pt idx="2106">
                  <c:v>10840</c:v>
                </c:pt>
                <c:pt idx="2107">
                  <c:v>10850</c:v>
                </c:pt>
                <c:pt idx="2108">
                  <c:v>10850</c:v>
                </c:pt>
                <c:pt idx="2109">
                  <c:v>10850</c:v>
                </c:pt>
                <c:pt idx="2110">
                  <c:v>11150</c:v>
                </c:pt>
                <c:pt idx="2111">
                  <c:v>11150</c:v>
                </c:pt>
                <c:pt idx="2112">
                  <c:v>11150</c:v>
                </c:pt>
                <c:pt idx="2113">
                  <c:v>11150</c:v>
                </c:pt>
                <c:pt idx="2114">
                  <c:v>11150</c:v>
                </c:pt>
                <c:pt idx="2115">
                  <c:v>11150</c:v>
                </c:pt>
                <c:pt idx="2116">
                  <c:v>11150</c:v>
                </c:pt>
                <c:pt idx="2117">
                  <c:v>11150</c:v>
                </c:pt>
                <c:pt idx="2118">
                  <c:v>11150</c:v>
                </c:pt>
                <c:pt idx="2119">
                  <c:v>11400</c:v>
                </c:pt>
                <c:pt idx="2120">
                  <c:v>11400</c:v>
                </c:pt>
                <c:pt idx="2121">
                  <c:v>11200</c:v>
                </c:pt>
                <c:pt idx="2122">
                  <c:v>11200</c:v>
                </c:pt>
                <c:pt idx="2123">
                  <c:v>11200</c:v>
                </c:pt>
                <c:pt idx="2124">
                  <c:v>11400</c:v>
                </c:pt>
                <c:pt idx="2125">
                  <c:v>11400</c:v>
                </c:pt>
                <c:pt idx="2126">
                  <c:v>11400</c:v>
                </c:pt>
                <c:pt idx="2127">
                  <c:v>11400</c:v>
                </c:pt>
                <c:pt idx="2128">
                  <c:v>11400</c:v>
                </c:pt>
                <c:pt idx="2129">
                  <c:v>11400</c:v>
                </c:pt>
                <c:pt idx="2130">
                  <c:v>11400</c:v>
                </c:pt>
                <c:pt idx="2131">
                  <c:v>11400</c:v>
                </c:pt>
                <c:pt idx="2132">
                  <c:v>11400</c:v>
                </c:pt>
                <c:pt idx="2133">
                  <c:v>11400</c:v>
                </c:pt>
                <c:pt idx="2134">
                  <c:v>11400</c:v>
                </c:pt>
                <c:pt idx="2135">
                  <c:v>11100</c:v>
                </c:pt>
                <c:pt idx="2136">
                  <c:v>11100</c:v>
                </c:pt>
                <c:pt idx="2137">
                  <c:v>10900</c:v>
                </c:pt>
                <c:pt idx="2138">
                  <c:v>10900</c:v>
                </c:pt>
                <c:pt idx="2139">
                  <c:v>10900</c:v>
                </c:pt>
                <c:pt idx="2140">
                  <c:v>10900</c:v>
                </c:pt>
                <c:pt idx="2141">
                  <c:v>10900</c:v>
                </c:pt>
                <c:pt idx="2142">
                  <c:v>10900</c:v>
                </c:pt>
                <c:pt idx="2143">
                  <c:v>10900</c:v>
                </c:pt>
                <c:pt idx="2144">
                  <c:v>10900</c:v>
                </c:pt>
                <c:pt idx="2145">
                  <c:v>10900</c:v>
                </c:pt>
                <c:pt idx="2146">
                  <c:v>10900</c:v>
                </c:pt>
                <c:pt idx="2147">
                  <c:v>10900</c:v>
                </c:pt>
                <c:pt idx="2148">
                  <c:v>10900</c:v>
                </c:pt>
                <c:pt idx="2149">
                  <c:v>11700</c:v>
                </c:pt>
                <c:pt idx="2150">
                  <c:v>11700</c:v>
                </c:pt>
                <c:pt idx="2151">
                  <c:v>11700</c:v>
                </c:pt>
                <c:pt idx="2152">
                  <c:v>11700</c:v>
                </c:pt>
                <c:pt idx="2153">
                  <c:v>11700</c:v>
                </c:pt>
                <c:pt idx="2154">
                  <c:v>11700</c:v>
                </c:pt>
                <c:pt idx="2155">
                  <c:v>11700</c:v>
                </c:pt>
                <c:pt idx="2156">
                  <c:v>11700</c:v>
                </c:pt>
                <c:pt idx="2157">
                  <c:v>11700</c:v>
                </c:pt>
                <c:pt idx="2158">
                  <c:v>11500</c:v>
                </c:pt>
                <c:pt idx="2159">
                  <c:v>11300</c:v>
                </c:pt>
                <c:pt idx="2160">
                  <c:v>11100</c:v>
                </c:pt>
                <c:pt idx="2161">
                  <c:v>11300</c:v>
                </c:pt>
                <c:pt idx="2162">
                  <c:v>11300</c:v>
                </c:pt>
                <c:pt idx="2163">
                  <c:v>11300</c:v>
                </c:pt>
                <c:pt idx="2164">
                  <c:v>11300</c:v>
                </c:pt>
                <c:pt idx="2165">
                  <c:v>11100</c:v>
                </c:pt>
                <c:pt idx="2166">
                  <c:v>11100</c:v>
                </c:pt>
                <c:pt idx="2167">
                  <c:v>11100</c:v>
                </c:pt>
                <c:pt idx="2168">
                  <c:v>11100</c:v>
                </c:pt>
                <c:pt idx="2169">
                  <c:v>11000</c:v>
                </c:pt>
                <c:pt idx="2170">
                  <c:v>11400</c:v>
                </c:pt>
                <c:pt idx="2171">
                  <c:v>11400</c:v>
                </c:pt>
                <c:pt idx="2172">
                  <c:v>11200</c:v>
                </c:pt>
                <c:pt idx="2173">
                  <c:v>11000</c:v>
                </c:pt>
                <c:pt idx="2174">
                  <c:v>11000</c:v>
                </c:pt>
                <c:pt idx="2175">
                  <c:v>11000</c:v>
                </c:pt>
                <c:pt idx="2176">
                  <c:v>11100</c:v>
                </c:pt>
                <c:pt idx="2177">
                  <c:v>11650</c:v>
                </c:pt>
                <c:pt idx="2178">
                  <c:v>11650</c:v>
                </c:pt>
                <c:pt idx="2179">
                  <c:v>11650</c:v>
                </c:pt>
                <c:pt idx="2180">
                  <c:v>11650</c:v>
                </c:pt>
                <c:pt idx="2181">
                  <c:v>11650</c:v>
                </c:pt>
                <c:pt idx="2182">
                  <c:v>11650</c:v>
                </c:pt>
                <c:pt idx="2183">
                  <c:v>11650</c:v>
                </c:pt>
                <c:pt idx="2184">
                  <c:v>11700</c:v>
                </c:pt>
                <c:pt idx="2185">
                  <c:v>11700</c:v>
                </c:pt>
                <c:pt idx="2186">
                  <c:v>11700</c:v>
                </c:pt>
                <c:pt idx="2187">
                  <c:v>11700</c:v>
                </c:pt>
                <c:pt idx="2188">
                  <c:v>11800</c:v>
                </c:pt>
                <c:pt idx="2189">
                  <c:v>12200</c:v>
                </c:pt>
                <c:pt idx="2190">
                  <c:v>12200</c:v>
                </c:pt>
                <c:pt idx="2191">
                  <c:v>12300</c:v>
                </c:pt>
                <c:pt idx="2192">
                  <c:v>12300</c:v>
                </c:pt>
                <c:pt idx="2193">
                  <c:v>12300</c:v>
                </c:pt>
                <c:pt idx="2194">
                  <c:v>12300</c:v>
                </c:pt>
                <c:pt idx="2195">
                  <c:v>12550</c:v>
                </c:pt>
                <c:pt idx="2196">
                  <c:v>12550</c:v>
                </c:pt>
                <c:pt idx="2197">
                  <c:v>12550</c:v>
                </c:pt>
                <c:pt idx="2198">
                  <c:v>12550</c:v>
                </c:pt>
                <c:pt idx="2199">
                  <c:v>12550</c:v>
                </c:pt>
                <c:pt idx="2200">
                  <c:v>12550</c:v>
                </c:pt>
                <c:pt idx="2201">
                  <c:v>13050</c:v>
                </c:pt>
                <c:pt idx="2202">
                  <c:v>13050</c:v>
                </c:pt>
                <c:pt idx="2203">
                  <c:v>13050</c:v>
                </c:pt>
                <c:pt idx="2204">
                  <c:v>13050</c:v>
                </c:pt>
                <c:pt idx="2205">
                  <c:v>13050</c:v>
                </c:pt>
                <c:pt idx="2206">
                  <c:v>13050</c:v>
                </c:pt>
                <c:pt idx="2207">
                  <c:v>13050</c:v>
                </c:pt>
                <c:pt idx="2208">
                  <c:v>13050</c:v>
                </c:pt>
                <c:pt idx="2209">
                  <c:v>13950</c:v>
                </c:pt>
                <c:pt idx="2210">
                  <c:v>14650</c:v>
                </c:pt>
                <c:pt idx="2211">
                  <c:v>15150</c:v>
                </c:pt>
                <c:pt idx="2212">
                  <c:v>15400</c:v>
                </c:pt>
                <c:pt idx="2213">
                  <c:v>15600</c:v>
                </c:pt>
                <c:pt idx="2214">
                  <c:v>15600</c:v>
                </c:pt>
                <c:pt idx="2215">
                  <c:v>15600</c:v>
                </c:pt>
                <c:pt idx="2216">
                  <c:v>15600</c:v>
                </c:pt>
                <c:pt idx="2217">
                  <c:v>15600</c:v>
                </c:pt>
                <c:pt idx="2218">
                  <c:v>15600</c:v>
                </c:pt>
                <c:pt idx="2219">
                  <c:v>15600</c:v>
                </c:pt>
                <c:pt idx="2220">
                  <c:v>15600</c:v>
                </c:pt>
                <c:pt idx="2221">
                  <c:v>15600</c:v>
                </c:pt>
                <c:pt idx="2222">
                  <c:v>15600</c:v>
                </c:pt>
                <c:pt idx="2223">
                  <c:v>15600</c:v>
                </c:pt>
                <c:pt idx="2224">
                  <c:v>15600</c:v>
                </c:pt>
                <c:pt idx="2225">
                  <c:v>15600</c:v>
                </c:pt>
                <c:pt idx="2226">
                  <c:v>15600</c:v>
                </c:pt>
                <c:pt idx="2227">
                  <c:v>15600</c:v>
                </c:pt>
                <c:pt idx="2228">
                  <c:v>15600</c:v>
                </c:pt>
                <c:pt idx="2229">
                  <c:v>15600</c:v>
                </c:pt>
                <c:pt idx="2230">
                  <c:v>15600</c:v>
                </c:pt>
                <c:pt idx="2231">
                  <c:v>15600</c:v>
                </c:pt>
                <c:pt idx="2232">
                  <c:v>15600</c:v>
                </c:pt>
                <c:pt idx="2233">
                  <c:v>15400</c:v>
                </c:pt>
                <c:pt idx="2234">
                  <c:v>15400</c:v>
                </c:pt>
                <c:pt idx="2235">
                  <c:v>15400</c:v>
                </c:pt>
                <c:pt idx="2236">
                  <c:v>15500</c:v>
                </c:pt>
                <c:pt idx="2237">
                  <c:v>15500</c:v>
                </c:pt>
                <c:pt idx="2238">
                  <c:v>15600</c:v>
                </c:pt>
                <c:pt idx="2239">
                  <c:v>15600</c:v>
                </c:pt>
                <c:pt idx="2240">
                  <c:v>15600</c:v>
                </c:pt>
                <c:pt idx="2241">
                  <c:v>15600</c:v>
                </c:pt>
                <c:pt idx="2242">
                  <c:v>15600</c:v>
                </c:pt>
                <c:pt idx="2243">
                  <c:v>15600</c:v>
                </c:pt>
                <c:pt idx="2244">
                  <c:v>15600</c:v>
                </c:pt>
                <c:pt idx="2245">
                  <c:v>15600</c:v>
                </c:pt>
                <c:pt idx="2246">
                  <c:v>15600</c:v>
                </c:pt>
                <c:pt idx="2247">
                  <c:v>15600</c:v>
                </c:pt>
                <c:pt idx="2248">
                  <c:v>15600</c:v>
                </c:pt>
                <c:pt idx="2249">
                  <c:v>15700</c:v>
                </c:pt>
                <c:pt idx="2250">
                  <c:v>15700</c:v>
                </c:pt>
                <c:pt idx="2251">
                  <c:v>15700</c:v>
                </c:pt>
                <c:pt idx="2252">
                  <c:v>15700</c:v>
                </c:pt>
                <c:pt idx="2253">
                  <c:v>15700</c:v>
                </c:pt>
                <c:pt idx="2254">
                  <c:v>15700</c:v>
                </c:pt>
                <c:pt idx="2255">
                  <c:v>15700</c:v>
                </c:pt>
                <c:pt idx="2256">
                  <c:v>15700</c:v>
                </c:pt>
                <c:pt idx="2257">
                  <c:v>15700</c:v>
                </c:pt>
                <c:pt idx="2258">
                  <c:v>15700</c:v>
                </c:pt>
                <c:pt idx="2259">
                  <c:v>15700</c:v>
                </c:pt>
                <c:pt idx="2260">
                  <c:v>15700</c:v>
                </c:pt>
                <c:pt idx="2261">
                  <c:v>15700</c:v>
                </c:pt>
                <c:pt idx="2262">
                  <c:v>15700</c:v>
                </c:pt>
                <c:pt idx="2263">
                  <c:v>15700</c:v>
                </c:pt>
                <c:pt idx="2264">
                  <c:v>15700</c:v>
                </c:pt>
                <c:pt idx="2265">
                  <c:v>14700</c:v>
                </c:pt>
                <c:pt idx="2266">
                  <c:v>14700</c:v>
                </c:pt>
                <c:pt idx="2267">
                  <c:v>14700</c:v>
                </c:pt>
                <c:pt idx="2268">
                  <c:v>14700</c:v>
                </c:pt>
                <c:pt idx="2269">
                  <c:v>14700</c:v>
                </c:pt>
                <c:pt idx="2270">
                  <c:v>14700</c:v>
                </c:pt>
                <c:pt idx="2271">
                  <c:v>14700</c:v>
                </c:pt>
                <c:pt idx="2272">
                  <c:v>14700</c:v>
                </c:pt>
                <c:pt idx="2273">
                  <c:v>14700</c:v>
                </c:pt>
                <c:pt idx="2274">
                  <c:v>14700</c:v>
                </c:pt>
                <c:pt idx="2275">
                  <c:v>14700</c:v>
                </c:pt>
                <c:pt idx="2276">
                  <c:v>14700</c:v>
                </c:pt>
                <c:pt idx="2277">
                  <c:v>14700</c:v>
                </c:pt>
                <c:pt idx="2278">
                  <c:v>14700</c:v>
                </c:pt>
                <c:pt idx="2279">
                  <c:v>14700</c:v>
                </c:pt>
                <c:pt idx="2280">
                  <c:v>15000</c:v>
                </c:pt>
                <c:pt idx="2281">
                  <c:v>14200</c:v>
                </c:pt>
                <c:pt idx="2282">
                  <c:v>13500</c:v>
                </c:pt>
                <c:pt idx="2283">
                  <c:v>13500</c:v>
                </c:pt>
                <c:pt idx="2284">
                  <c:v>13500</c:v>
                </c:pt>
                <c:pt idx="2285">
                  <c:v>13500</c:v>
                </c:pt>
                <c:pt idx="2286">
                  <c:v>13500</c:v>
                </c:pt>
                <c:pt idx="2287">
                  <c:v>13200</c:v>
                </c:pt>
                <c:pt idx="2288">
                  <c:v>13200</c:v>
                </c:pt>
                <c:pt idx="2289">
                  <c:v>12500</c:v>
                </c:pt>
                <c:pt idx="2290">
                  <c:v>12500</c:v>
                </c:pt>
                <c:pt idx="2291">
                  <c:v>12500</c:v>
                </c:pt>
                <c:pt idx="2292">
                  <c:v>12500</c:v>
                </c:pt>
                <c:pt idx="2293">
                  <c:v>12000</c:v>
                </c:pt>
                <c:pt idx="2294">
                  <c:v>12000</c:v>
                </c:pt>
                <c:pt idx="2295">
                  <c:v>12000</c:v>
                </c:pt>
                <c:pt idx="2296">
                  <c:v>11500</c:v>
                </c:pt>
                <c:pt idx="2297">
                  <c:v>11500</c:v>
                </c:pt>
                <c:pt idx="2298">
                  <c:v>11500</c:v>
                </c:pt>
                <c:pt idx="2299">
                  <c:v>11500</c:v>
                </c:pt>
                <c:pt idx="2300">
                  <c:v>11500</c:v>
                </c:pt>
                <c:pt idx="2301">
                  <c:v>11500</c:v>
                </c:pt>
                <c:pt idx="2302">
                  <c:v>11500</c:v>
                </c:pt>
                <c:pt idx="2303">
                  <c:v>11500</c:v>
                </c:pt>
                <c:pt idx="2304">
                  <c:v>11500</c:v>
                </c:pt>
                <c:pt idx="2305">
                  <c:v>11500</c:v>
                </c:pt>
                <c:pt idx="2306">
                  <c:v>11500</c:v>
                </c:pt>
                <c:pt idx="2307">
                  <c:v>11500</c:v>
                </c:pt>
                <c:pt idx="2308">
                  <c:v>11500</c:v>
                </c:pt>
                <c:pt idx="2309">
                  <c:v>11500</c:v>
                </c:pt>
                <c:pt idx="2310">
                  <c:v>11500</c:v>
                </c:pt>
                <c:pt idx="2311">
                  <c:v>11500</c:v>
                </c:pt>
                <c:pt idx="2312">
                  <c:v>11500</c:v>
                </c:pt>
                <c:pt idx="2313">
                  <c:v>11500</c:v>
                </c:pt>
                <c:pt idx="2314">
                  <c:v>11000</c:v>
                </c:pt>
                <c:pt idx="2315">
                  <c:v>11000</c:v>
                </c:pt>
                <c:pt idx="2316">
                  <c:v>10600</c:v>
                </c:pt>
                <c:pt idx="2317">
                  <c:v>10300</c:v>
                </c:pt>
                <c:pt idx="2318">
                  <c:v>10300</c:v>
                </c:pt>
                <c:pt idx="2319">
                  <c:v>10300</c:v>
                </c:pt>
                <c:pt idx="2320">
                  <c:v>10300</c:v>
                </c:pt>
                <c:pt idx="2321">
                  <c:v>10300</c:v>
                </c:pt>
                <c:pt idx="2322">
                  <c:v>10300</c:v>
                </c:pt>
                <c:pt idx="2323">
                  <c:v>10300</c:v>
                </c:pt>
                <c:pt idx="2324">
                  <c:v>10300</c:v>
                </c:pt>
                <c:pt idx="2325">
                  <c:v>10300</c:v>
                </c:pt>
                <c:pt idx="2326">
                  <c:v>10300</c:v>
                </c:pt>
                <c:pt idx="2327">
                  <c:v>10300</c:v>
                </c:pt>
                <c:pt idx="2328">
                  <c:v>10300</c:v>
                </c:pt>
                <c:pt idx="2329">
                  <c:v>10300</c:v>
                </c:pt>
                <c:pt idx="2330">
                  <c:v>9800</c:v>
                </c:pt>
                <c:pt idx="2331">
                  <c:v>9800</c:v>
                </c:pt>
                <c:pt idx="2332">
                  <c:v>9800</c:v>
                </c:pt>
                <c:pt idx="2333">
                  <c:v>9800</c:v>
                </c:pt>
                <c:pt idx="2334">
                  <c:v>9800</c:v>
                </c:pt>
                <c:pt idx="2335">
                  <c:v>9800</c:v>
                </c:pt>
                <c:pt idx="2336">
                  <c:v>9800</c:v>
                </c:pt>
                <c:pt idx="2337">
                  <c:v>9800</c:v>
                </c:pt>
                <c:pt idx="2338">
                  <c:v>9800</c:v>
                </c:pt>
                <c:pt idx="2339">
                  <c:v>9800</c:v>
                </c:pt>
                <c:pt idx="2340">
                  <c:v>9600</c:v>
                </c:pt>
                <c:pt idx="2341">
                  <c:v>9300</c:v>
                </c:pt>
                <c:pt idx="2342">
                  <c:v>9300</c:v>
                </c:pt>
                <c:pt idx="2343">
                  <c:v>9300</c:v>
                </c:pt>
                <c:pt idx="2344">
                  <c:v>9300</c:v>
                </c:pt>
                <c:pt idx="2345">
                  <c:v>9300</c:v>
                </c:pt>
                <c:pt idx="2346">
                  <c:v>9300</c:v>
                </c:pt>
                <c:pt idx="2347">
                  <c:v>9300</c:v>
                </c:pt>
                <c:pt idx="2348">
                  <c:v>9300</c:v>
                </c:pt>
                <c:pt idx="2349">
                  <c:v>9300</c:v>
                </c:pt>
                <c:pt idx="2350">
                  <c:v>9300</c:v>
                </c:pt>
                <c:pt idx="2351">
                  <c:v>9300</c:v>
                </c:pt>
                <c:pt idx="2352">
                  <c:v>8800</c:v>
                </c:pt>
                <c:pt idx="2353">
                  <c:v>8800</c:v>
                </c:pt>
                <c:pt idx="2354">
                  <c:v>8800</c:v>
                </c:pt>
                <c:pt idx="2355">
                  <c:v>8800</c:v>
                </c:pt>
                <c:pt idx="2356">
                  <c:v>8800</c:v>
                </c:pt>
                <c:pt idx="2357">
                  <c:v>8800</c:v>
                </c:pt>
                <c:pt idx="2358">
                  <c:v>8800</c:v>
                </c:pt>
                <c:pt idx="2359">
                  <c:v>9300</c:v>
                </c:pt>
                <c:pt idx="2360">
                  <c:v>9300</c:v>
                </c:pt>
                <c:pt idx="2361">
                  <c:v>9300</c:v>
                </c:pt>
                <c:pt idx="2362">
                  <c:v>8800</c:v>
                </c:pt>
                <c:pt idx="2363">
                  <c:v>8800</c:v>
                </c:pt>
                <c:pt idx="2364">
                  <c:v>8800</c:v>
                </c:pt>
                <c:pt idx="2365">
                  <c:v>8400</c:v>
                </c:pt>
                <c:pt idx="2366">
                  <c:v>8400</c:v>
                </c:pt>
                <c:pt idx="2367">
                  <c:v>8400</c:v>
                </c:pt>
                <c:pt idx="2368">
                  <c:v>8400</c:v>
                </c:pt>
                <c:pt idx="2369">
                  <c:v>8400</c:v>
                </c:pt>
                <c:pt idx="2370">
                  <c:v>8400</c:v>
                </c:pt>
                <c:pt idx="2371">
                  <c:v>8200</c:v>
                </c:pt>
                <c:pt idx="2372">
                  <c:v>8200</c:v>
                </c:pt>
                <c:pt idx="2373">
                  <c:v>8100</c:v>
                </c:pt>
                <c:pt idx="2374">
                  <c:v>8100</c:v>
                </c:pt>
                <c:pt idx="2375">
                  <c:v>8100</c:v>
                </c:pt>
                <c:pt idx="2376">
                  <c:v>8100</c:v>
                </c:pt>
                <c:pt idx="2377">
                  <c:v>8100</c:v>
                </c:pt>
                <c:pt idx="2378">
                  <c:v>8100</c:v>
                </c:pt>
                <c:pt idx="2379">
                  <c:v>8100</c:v>
                </c:pt>
                <c:pt idx="2380">
                  <c:v>8100</c:v>
                </c:pt>
                <c:pt idx="2381">
                  <c:v>8100</c:v>
                </c:pt>
                <c:pt idx="2382">
                  <c:v>8100</c:v>
                </c:pt>
                <c:pt idx="2383">
                  <c:v>8100</c:v>
                </c:pt>
                <c:pt idx="2384">
                  <c:v>8100</c:v>
                </c:pt>
                <c:pt idx="2385">
                  <c:v>8100</c:v>
                </c:pt>
                <c:pt idx="2386">
                  <c:v>8100</c:v>
                </c:pt>
                <c:pt idx="2387">
                  <c:v>8100</c:v>
                </c:pt>
                <c:pt idx="2388">
                  <c:v>8100</c:v>
                </c:pt>
                <c:pt idx="2389">
                  <c:v>8100</c:v>
                </c:pt>
                <c:pt idx="2390">
                  <c:v>8100</c:v>
                </c:pt>
                <c:pt idx="2391">
                  <c:v>8100</c:v>
                </c:pt>
                <c:pt idx="2392">
                  <c:v>8100</c:v>
                </c:pt>
                <c:pt idx="2393">
                  <c:v>8100</c:v>
                </c:pt>
                <c:pt idx="2394">
                  <c:v>8100</c:v>
                </c:pt>
                <c:pt idx="2395">
                  <c:v>8100</c:v>
                </c:pt>
                <c:pt idx="2396">
                  <c:v>8100</c:v>
                </c:pt>
                <c:pt idx="2397">
                  <c:v>8100</c:v>
                </c:pt>
                <c:pt idx="2398">
                  <c:v>8100</c:v>
                </c:pt>
                <c:pt idx="2399">
                  <c:v>8100</c:v>
                </c:pt>
                <c:pt idx="2400">
                  <c:v>8100</c:v>
                </c:pt>
                <c:pt idx="2401">
                  <c:v>8100</c:v>
                </c:pt>
                <c:pt idx="2402">
                  <c:v>8100</c:v>
                </c:pt>
                <c:pt idx="2403">
                  <c:v>8100</c:v>
                </c:pt>
                <c:pt idx="2404">
                  <c:v>8100</c:v>
                </c:pt>
                <c:pt idx="2405">
                  <c:v>8100</c:v>
                </c:pt>
                <c:pt idx="2406">
                  <c:v>8100</c:v>
                </c:pt>
                <c:pt idx="2407">
                  <c:v>8100</c:v>
                </c:pt>
                <c:pt idx="2408">
                  <c:v>8100</c:v>
                </c:pt>
                <c:pt idx="2409">
                  <c:v>8100</c:v>
                </c:pt>
                <c:pt idx="2410">
                  <c:v>8100</c:v>
                </c:pt>
                <c:pt idx="2411">
                  <c:v>8100</c:v>
                </c:pt>
                <c:pt idx="2412">
                  <c:v>8100</c:v>
                </c:pt>
                <c:pt idx="2413">
                  <c:v>8100</c:v>
                </c:pt>
                <c:pt idx="2414">
                  <c:v>8100</c:v>
                </c:pt>
                <c:pt idx="2415">
                  <c:v>8100</c:v>
                </c:pt>
                <c:pt idx="2416">
                  <c:v>8100</c:v>
                </c:pt>
                <c:pt idx="2417">
                  <c:v>8100</c:v>
                </c:pt>
                <c:pt idx="2418">
                  <c:v>8200</c:v>
                </c:pt>
                <c:pt idx="2419">
                  <c:v>8200</c:v>
                </c:pt>
                <c:pt idx="2420">
                  <c:v>8300</c:v>
                </c:pt>
                <c:pt idx="2421">
                  <c:v>8400</c:v>
                </c:pt>
                <c:pt idx="2422">
                  <c:v>8400</c:v>
                </c:pt>
                <c:pt idx="2423">
                  <c:v>8400</c:v>
                </c:pt>
                <c:pt idx="2424">
                  <c:v>8400</c:v>
                </c:pt>
                <c:pt idx="2425">
                  <c:v>8400</c:v>
                </c:pt>
                <c:pt idx="2426">
                  <c:v>8400</c:v>
                </c:pt>
                <c:pt idx="2427">
                  <c:v>8400</c:v>
                </c:pt>
                <c:pt idx="2428">
                  <c:v>8400</c:v>
                </c:pt>
                <c:pt idx="2429">
                  <c:v>8400</c:v>
                </c:pt>
                <c:pt idx="2430">
                  <c:v>8400</c:v>
                </c:pt>
                <c:pt idx="2431">
                  <c:v>8400</c:v>
                </c:pt>
                <c:pt idx="2432">
                  <c:v>8400</c:v>
                </c:pt>
                <c:pt idx="2433">
                  <c:v>8400</c:v>
                </c:pt>
                <c:pt idx="2434">
                  <c:v>8400</c:v>
                </c:pt>
                <c:pt idx="2435">
                  <c:v>8400</c:v>
                </c:pt>
                <c:pt idx="2436">
                  <c:v>8400</c:v>
                </c:pt>
                <c:pt idx="2437">
                  <c:v>8400</c:v>
                </c:pt>
                <c:pt idx="2438">
                  <c:v>8400</c:v>
                </c:pt>
                <c:pt idx="2439">
                  <c:v>8400</c:v>
                </c:pt>
                <c:pt idx="2440">
                  <c:v>8400</c:v>
                </c:pt>
                <c:pt idx="2441">
                  <c:v>8400</c:v>
                </c:pt>
                <c:pt idx="2442">
                  <c:v>8400</c:v>
                </c:pt>
                <c:pt idx="2443">
                  <c:v>8400</c:v>
                </c:pt>
                <c:pt idx="2444">
                  <c:v>8400</c:v>
                </c:pt>
                <c:pt idx="2445">
                  <c:v>8400</c:v>
                </c:pt>
                <c:pt idx="2446">
                  <c:v>8400</c:v>
                </c:pt>
                <c:pt idx="2447">
                  <c:v>8400</c:v>
                </c:pt>
                <c:pt idx="2448">
                  <c:v>8400</c:v>
                </c:pt>
                <c:pt idx="2449">
                  <c:v>8400</c:v>
                </c:pt>
                <c:pt idx="2450">
                  <c:v>8400</c:v>
                </c:pt>
                <c:pt idx="2451">
                  <c:v>8400</c:v>
                </c:pt>
                <c:pt idx="2452">
                  <c:v>8400</c:v>
                </c:pt>
                <c:pt idx="2453">
                  <c:v>8400</c:v>
                </c:pt>
                <c:pt idx="2454">
                  <c:v>8400</c:v>
                </c:pt>
                <c:pt idx="2455">
                  <c:v>8400</c:v>
                </c:pt>
                <c:pt idx="2456">
                  <c:v>8400</c:v>
                </c:pt>
                <c:pt idx="2457">
                  <c:v>8400</c:v>
                </c:pt>
                <c:pt idx="2458">
                  <c:v>8400</c:v>
                </c:pt>
                <c:pt idx="2459">
                  <c:v>8400</c:v>
                </c:pt>
                <c:pt idx="2460">
                  <c:v>8400</c:v>
                </c:pt>
                <c:pt idx="2461">
                  <c:v>8400</c:v>
                </c:pt>
                <c:pt idx="2462">
                  <c:v>8400</c:v>
                </c:pt>
                <c:pt idx="2463">
                  <c:v>8400</c:v>
                </c:pt>
                <c:pt idx="2464">
                  <c:v>8300</c:v>
                </c:pt>
                <c:pt idx="2465">
                  <c:v>8300</c:v>
                </c:pt>
                <c:pt idx="2466">
                  <c:v>8300</c:v>
                </c:pt>
                <c:pt idx="2467">
                  <c:v>8300</c:v>
                </c:pt>
                <c:pt idx="2468">
                  <c:v>8300</c:v>
                </c:pt>
                <c:pt idx="2469">
                  <c:v>8300</c:v>
                </c:pt>
                <c:pt idx="2470">
                  <c:v>8300</c:v>
                </c:pt>
                <c:pt idx="2471">
                  <c:v>8300</c:v>
                </c:pt>
                <c:pt idx="2472">
                  <c:v>8300</c:v>
                </c:pt>
                <c:pt idx="2473">
                  <c:v>8300</c:v>
                </c:pt>
                <c:pt idx="2474">
                  <c:v>8300</c:v>
                </c:pt>
                <c:pt idx="2475">
                  <c:v>8300</c:v>
                </c:pt>
                <c:pt idx="2476">
                  <c:v>8300</c:v>
                </c:pt>
                <c:pt idx="2477">
                  <c:v>8300</c:v>
                </c:pt>
                <c:pt idx="2478">
                  <c:v>8300</c:v>
                </c:pt>
                <c:pt idx="2479">
                  <c:v>8300</c:v>
                </c:pt>
                <c:pt idx="2480">
                  <c:v>8300</c:v>
                </c:pt>
                <c:pt idx="2481">
                  <c:v>8300</c:v>
                </c:pt>
                <c:pt idx="2482">
                  <c:v>8300</c:v>
                </c:pt>
                <c:pt idx="2483">
                  <c:v>8100</c:v>
                </c:pt>
                <c:pt idx="2484">
                  <c:v>8100</c:v>
                </c:pt>
                <c:pt idx="2485">
                  <c:v>8100</c:v>
                </c:pt>
                <c:pt idx="2486">
                  <c:v>8100</c:v>
                </c:pt>
                <c:pt idx="2487">
                  <c:v>8100</c:v>
                </c:pt>
                <c:pt idx="2488">
                  <c:v>8100</c:v>
                </c:pt>
                <c:pt idx="2489">
                  <c:v>8100</c:v>
                </c:pt>
                <c:pt idx="2490">
                  <c:v>8100</c:v>
                </c:pt>
                <c:pt idx="2491">
                  <c:v>8100</c:v>
                </c:pt>
                <c:pt idx="2492">
                  <c:v>8100</c:v>
                </c:pt>
                <c:pt idx="2493">
                  <c:v>8100</c:v>
                </c:pt>
                <c:pt idx="2494">
                  <c:v>8100</c:v>
                </c:pt>
                <c:pt idx="2495">
                  <c:v>8100</c:v>
                </c:pt>
                <c:pt idx="2496">
                  <c:v>8100</c:v>
                </c:pt>
                <c:pt idx="2497">
                  <c:v>8000</c:v>
                </c:pt>
                <c:pt idx="2498">
                  <c:v>7800</c:v>
                </c:pt>
                <c:pt idx="2499">
                  <c:v>7800</c:v>
                </c:pt>
                <c:pt idx="2500">
                  <c:v>7800</c:v>
                </c:pt>
                <c:pt idx="2501">
                  <c:v>7600</c:v>
                </c:pt>
                <c:pt idx="2502">
                  <c:v>7600</c:v>
                </c:pt>
                <c:pt idx="2503">
                  <c:v>7500</c:v>
                </c:pt>
                <c:pt idx="2504">
                  <c:v>7300</c:v>
                </c:pt>
                <c:pt idx="2505">
                  <c:v>7300</c:v>
                </c:pt>
                <c:pt idx="2506">
                  <c:v>7300</c:v>
                </c:pt>
                <c:pt idx="2507">
                  <c:v>7300</c:v>
                </c:pt>
                <c:pt idx="2508">
                  <c:v>7300</c:v>
                </c:pt>
                <c:pt idx="2509">
                  <c:v>7300</c:v>
                </c:pt>
                <c:pt idx="2510">
                  <c:v>7300</c:v>
                </c:pt>
                <c:pt idx="2511">
                  <c:v>7300</c:v>
                </c:pt>
                <c:pt idx="2512">
                  <c:v>7300</c:v>
                </c:pt>
                <c:pt idx="2513">
                  <c:v>7300</c:v>
                </c:pt>
                <c:pt idx="2514">
                  <c:v>7300</c:v>
                </c:pt>
                <c:pt idx="2515">
                  <c:v>7300</c:v>
                </c:pt>
                <c:pt idx="2516">
                  <c:v>7300</c:v>
                </c:pt>
                <c:pt idx="2517">
                  <c:v>7300</c:v>
                </c:pt>
                <c:pt idx="2518">
                  <c:v>7300</c:v>
                </c:pt>
                <c:pt idx="2519">
                  <c:v>7300</c:v>
                </c:pt>
                <c:pt idx="2520">
                  <c:v>7300</c:v>
                </c:pt>
                <c:pt idx="2521">
                  <c:v>7300</c:v>
                </c:pt>
                <c:pt idx="2522">
                  <c:v>7500</c:v>
                </c:pt>
                <c:pt idx="2523">
                  <c:v>7900</c:v>
                </c:pt>
                <c:pt idx="2524">
                  <c:v>7900</c:v>
                </c:pt>
                <c:pt idx="2525">
                  <c:v>7900</c:v>
                </c:pt>
                <c:pt idx="2526">
                  <c:v>7900</c:v>
                </c:pt>
                <c:pt idx="2527">
                  <c:v>7900</c:v>
                </c:pt>
                <c:pt idx="2528">
                  <c:v>7900</c:v>
                </c:pt>
                <c:pt idx="2529">
                  <c:v>7900</c:v>
                </c:pt>
                <c:pt idx="2530">
                  <c:v>8300</c:v>
                </c:pt>
                <c:pt idx="2531">
                  <c:v>8300</c:v>
                </c:pt>
                <c:pt idx="2532">
                  <c:v>8300</c:v>
                </c:pt>
                <c:pt idx="2533">
                  <c:v>8300</c:v>
                </c:pt>
                <c:pt idx="2534">
                  <c:v>8300</c:v>
                </c:pt>
                <c:pt idx="2535">
                  <c:v>8300</c:v>
                </c:pt>
                <c:pt idx="2536">
                  <c:v>8300</c:v>
                </c:pt>
                <c:pt idx="2537">
                  <c:v>8300</c:v>
                </c:pt>
                <c:pt idx="2538">
                  <c:v>8400</c:v>
                </c:pt>
                <c:pt idx="2539">
                  <c:v>8400</c:v>
                </c:pt>
                <c:pt idx="2540">
                  <c:v>8500</c:v>
                </c:pt>
                <c:pt idx="2541">
                  <c:v>8500</c:v>
                </c:pt>
                <c:pt idx="2542">
                  <c:v>8500</c:v>
                </c:pt>
                <c:pt idx="2543">
                  <c:v>8500</c:v>
                </c:pt>
                <c:pt idx="2544">
                  <c:v>8700</c:v>
                </c:pt>
                <c:pt idx="2545">
                  <c:v>8900</c:v>
                </c:pt>
                <c:pt idx="2546">
                  <c:v>9000</c:v>
                </c:pt>
                <c:pt idx="2547">
                  <c:v>9100</c:v>
                </c:pt>
                <c:pt idx="2548">
                  <c:v>9100</c:v>
                </c:pt>
                <c:pt idx="2549">
                  <c:v>9100</c:v>
                </c:pt>
                <c:pt idx="2550">
                  <c:v>9300</c:v>
                </c:pt>
                <c:pt idx="2551">
                  <c:v>9400</c:v>
                </c:pt>
                <c:pt idx="2552">
                  <c:v>9400</c:v>
                </c:pt>
                <c:pt idx="2553">
                  <c:v>9500</c:v>
                </c:pt>
                <c:pt idx="2554">
                  <c:v>9600</c:v>
                </c:pt>
                <c:pt idx="2555">
                  <c:v>9600</c:v>
                </c:pt>
                <c:pt idx="2556">
                  <c:v>9600</c:v>
                </c:pt>
                <c:pt idx="2557">
                  <c:v>9600</c:v>
                </c:pt>
                <c:pt idx="2558">
                  <c:v>9600</c:v>
                </c:pt>
                <c:pt idx="2559">
                  <c:v>9700</c:v>
                </c:pt>
                <c:pt idx="2560">
                  <c:v>9800</c:v>
                </c:pt>
                <c:pt idx="2561">
                  <c:v>9800</c:v>
                </c:pt>
                <c:pt idx="2562">
                  <c:v>9750</c:v>
                </c:pt>
                <c:pt idx="2563">
                  <c:v>9750</c:v>
                </c:pt>
                <c:pt idx="2564">
                  <c:v>9850</c:v>
                </c:pt>
                <c:pt idx="2565">
                  <c:v>9850</c:v>
                </c:pt>
                <c:pt idx="2566">
                  <c:v>9850</c:v>
                </c:pt>
                <c:pt idx="2567">
                  <c:v>9950</c:v>
                </c:pt>
                <c:pt idx="2568">
                  <c:v>9950</c:v>
                </c:pt>
                <c:pt idx="2569">
                  <c:v>9950</c:v>
                </c:pt>
                <c:pt idx="2570">
                  <c:v>9950</c:v>
                </c:pt>
                <c:pt idx="2571">
                  <c:v>9950</c:v>
                </c:pt>
                <c:pt idx="2572">
                  <c:v>9950</c:v>
                </c:pt>
                <c:pt idx="2573">
                  <c:v>9950</c:v>
                </c:pt>
                <c:pt idx="2574">
                  <c:v>9950</c:v>
                </c:pt>
                <c:pt idx="2575">
                  <c:v>9950</c:v>
                </c:pt>
                <c:pt idx="2576">
                  <c:v>9950</c:v>
                </c:pt>
                <c:pt idx="2577">
                  <c:v>9950</c:v>
                </c:pt>
                <c:pt idx="2578">
                  <c:v>9950</c:v>
                </c:pt>
                <c:pt idx="2579">
                  <c:v>9950</c:v>
                </c:pt>
                <c:pt idx="2580">
                  <c:v>9950</c:v>
                </c:pt>
                <c:pt idx="2581">
                  <c:v>9950</c:v>
                </c:pt>
                <c:pt idx="2582">
                  <c:v>9850</c:v>
                </c:pt>
                <c:pt idx="2583">
                  <c:v>9850</c:v>
                </c:pt>
                <c:pt idx="2584">
                  <c:v>9850</c:v>
                </c:pt>
                <c:pt idx="2585">
                  <c:v>9850</c:v>
                </c:pt>
                <c:pt idx="2586">
                  <c:v>9850</c:v>
                </c:pt>
                <c:pt idx="2587">
                  <c:v>9850</c:v>
                </c:pt>
                <c:pt idx="2588">
                  <c:v>9850</c:v>
                </c:pt>
                <c:pt idx="2589">
                  <c:v>9850</c:v>
                </c:pt>
                <c:pt idx="2590">
                  <c:v>9850</c:v>
                </c:pt>
                <c:pt idx="2591">
                  <c:v>9850</c:v>
                </c:pt>
                <c:pt idx="2592">
                  <c:v>9950</c:v>
                </c:pt>
                <c:pt idx="2593">
                  <c:v>9950</c:v>
                </c:pt>
                <c:pt idx="2594">
                  <c:v>9950</c:v>
                </c:pt>
                <c:pt idx="2595">
                  <c:v>9950</c:v>
                </c:pt>
                <c:pt idx="2596">
                  <c:v>9750</c:v>
                </c:pt>
                <c:pt idx="2597">
                  <c:v>9750</c:v>
                </c:pt>
                <c:pt idx="2598">
                  <c:v>9750</c:v>
                </c:pt>
                <c:pt idx="2599">
                  <c:v>9750</c:v>
                </c:pt>
                <c:pt idx="2600">
                  <c:v>9750</c:v>
                </c:pt>
                <c:pt idx="2601">
                  <c:v>9750</c:v>
                </c:pt>
                <c:pt idx="2602">
                  <c:v>9750</c:v>
                </c:pt>
                <c:pt idx="2603">
                  <c:v>9750</c:v>
                </c:pt>
                <c:pt idx="2604">
                  <c:v>9750</c:v>
                </c:pt>
                <c:pt idx="2605">
                  <c:v>9750</c:v>
                </c:pt>
                <c:pt idx="2606">
                  <c:v>9750</c:v>
                </c:pt>
                <c:pt idx="2607">
                  <c:v>9750</c:v>
                </c:pt>
                <c:pt idx="2608">
                  <c:v>9750</c:v>
                </c:pt>
                <c:pt idx="2609">
                  <c:v>9750</c:v>
                </c:pt>
                <c:pt idx="2610">
                  <c:v>9750</c:v>
                </c:pt>
                <c:pt idx="2611">
                  <c:v>9750</c:v>
                </c:pt>
                <c:pt idx="2612">
                  <c:v>9750</c:v>
                </c:pt>
                <c:pt idx="2613">
                  <c:v>9750</c:v>
                </c:pt>
                <c:pt idx="2614">
                  <c:v>9800</c:v>
                </c:pt>
                <c:pt idx="2615">
                  <c:v>9800</c:v>
                </c:pt>
                <c:pt idx="2616">
                  <c:v>9800</c:v>
                </c:pt>
                <c:pt idx="2617">
                  <c:v>9800</c:v>
                </c:pt>
                <c:pt idx="2618">
                  <c:v>9800</c:v>
                </c:pt>
                <c:pt idx="2619">
                  <c:v>9800</c:v>
                </c:pt>
                <c:pt idx="2620">
                  <c:v>9800</c:v>
                </c:pt>
                <c:pt idx="2621">
                  <c:v>9800</c:v>
                </c:pt>
                <c:pt idx="2622">
                  <c:v>9800</c:v>
                </c:pt>
                <c:pt idx="2623">
                  <c:v>9800</c:v>
                </c:pt>
                <c:pt idx="2624">
                  <c:v>9600</c:v>
                </c:pt>
                <c:pt idx="2625">
                  <c:v>9700</c:v>
                </c:pt>
                <c:pt idx="2626">
                  <c:v>9700</c:v>
                </c:pt>
                <c:pt idx="2627">
                  <c:v>9500</c:v>
                </c:pt>
                <c:pt idx="2628">
                  <c:v>9500</c:v>
                </c:pt>
                <c:pt idx="2629">
                  <c:v>9500</c:v>
                </c:pt>
                <c:pt idx="2630">
                  <c:v>9500</c:v>
                </c:pt>
                <c:pt idx="2631">
                  <c:v>9500</c:v>
                </c:pt>
                <c:pt idx="2632">
                  <c:v>9700</c:v>
                </c:pt>
                <c:pt idx="2633">
                  <c:v>9700</c:v>
                </c:pt>
                <c:pt idx="2634">
                  <c:v>9700</c:v>
                </c:pt>
                <c:pt idx="2635">
                  <c:v>9900</c:v>
                </c:pt>
                <c:pt idx="2636">
                  <c:v>9900</c:v>
                </c:pt>
                <c:pt idx="2637">
                  <c:v>9900</c:v>
                </c:pt>
                <c:pt idx="2638">
                  <c:v>9900</c:v>
                </c:pt>
                <c:pt idx="2639">
                  <c:v>9900</c:v>
                </c:pt>
                <c:pt idx="2640">
                  <c:v>9900</c:v>
                </c:pt>
                <c:pt idx="2641">
                  <c:v>9900</c:v>
                </c:pt>
                <c:pt idx="2642">
                  <c:v>9900</c:v>
                </c:pt>
                <c:pt idx="2643">
                  <c:v>9900</c:v>
                </c:pt>
                <c:pt idx="2644">
                  <c:v>10100</c:v>
                </c:pt>
                <c:pt idx="2645">
                  <c:v>10100</c:v>
                </c:pt>
                <c:pt idx="2646">
                  <c:v>10100</c:v>
                </c:pt>
                <c:pt idx="2647">
                  <c:v>10100</c:v>
                </c:pt>
                <c:pt idx="2648">
                  <c:v>10100</c:v>
                </c:pt>
                <c:pt idx="2649">
                  <c:v>10100</c:v>
                </c:pt>
                <c:pt idx="2650">
                  <c:v>10100</c:v>
                </c:pt>
                <c:pt idx="2651">
                  <c:v>10100</c:v>
                </c:pt>
                <c:pt idx="2652">
                  <c:v>10100</c:v>
                </c:pt>
                <c:pt idx="2653">
                  <c:v>10100</c:v>
                </c:pt>
                <c:pt idx="2654">
                  <c:v>10100</c:v>
                </c:pt>
                <c:pt idx="2655">
                  <c:v>10100</c:v>
                </c:pt>
                <c:pt idx="2656">
                  <c:v>10100</c:v>
                </c:pt>
                <c:pt idx="2657">
                  <c:v>10300</c:v>
                </c:pt>
                <c:pt idx="2658">
                  <c:v>10300</c:v>
                </c:pt>
                <c:pt idx="2659">
                  <c:v>10300</c:v>
                </c:pt>
                <c:pt idx="2660">
                  <c:v>10300</c:v>
                </c:pt>
                <c:pt idx="2661">
                  <c:v>10300</c:v>
                </c:pt>
                <c:pt idx="2662">
                  <c:v>10300</c:v>
                </c:pt>
                <c:pt idx="2663">
                  <c:v>10300</c:v>
                </c:pt>
                <c:pt idx="2664">
                  <c:v>10300</c:v>
                </c:pt>
                <c:pt idx="2665">
                  <c:v>10300</c:v>
                </c:pt>
                <c:pt idx="2666">
                  <c:v>10400</c:v>
                </c:pt>
                <c:pt idx="2667">
                  <c:v>10500</c:v>
                </c:pt>
                <c:pt idx="2668">
                  <c:v>10500</c:v>
                </c:pt>
                <c:pt idx="2669">
                  <c:v>10500</c:v>
                </c:pt>
                <c:pt idx="2670">
                  <c:v>10500</c:v>
                </c:pt>
                <c:pt idx="2671">
                  <c:v>10500</c:v>
                </c:pt>
                <c:pt idx="2672">
                  <c:v>10500</c:v>
                </c:pt>
                <c:pt idx="2673">
                  <c:v>10500</c:v>
                </c:pt>
                <c:pt idx="2674">
                  <c:v>10500</c:v>
                </c:pt>
                <c:pt idx="2675">
                  <c:v>10500</c:v>
                </c:pt>
                <c:pt idx="2676">
                  <c:v>10500</c:v>
                </c:pt>
                <c:pt idx="2677">
                  <c:v>10500</c:v>
                </c:pt>
                <c:pt idx="2678">
                  <c:v>10500</c:v>
                </c:pt>
                <c:pt idx="2679">
                  <c:v>10500</c:v>
                </c:pt>
                <c:pt idx="2680">
                  <c:v>10500</c:v>
                </c:pt>
                <c:pt idx="2681">
                  <c:v>10500</c:v>
                </c:pt>
                <c:pt idx="2682">
                  <c:v>10500</c:v>
                </c:pt>
                <c:pt idx="2683">
                  <c:v>10500</c:v>
                </c:pt>
                <c:pt idx="2684">
                  <c:v>10500</c:v>
                </c:pt>
                <c:pt idx="2685">
                  <c:v>10500</c:v>
                </c:pt>
                <c:pt idx="2686">
                  <c:v>10600</c:v>
                </c:pt>
                <c:pt idx="2687">
                  <c:v>10600</c:v>
                </c:pt>
                <c:pt idx="2688">
                  <c:v>10600</c:v>
                </c:pt>
                <c:pt idx="2689">
                  <c:v>10600</c:v>
                </c:pt>
                <c:pt idx="2690">
                  <c:v>10700</c:v>
                </c:pt>
                <c:pt idx="2691">
                  <c:v>10800</c:v>
                </c:pt>
                <c:pt idx="2692">
                  <c:v>11000</c:v>
                </c:pt>
                <c:pt idx="2693">
                  <c:v>11200</c:v>
                </c:pt>
                <c:pt idx="2694">
                  <c:v>11300</c:v>
                </c:pt>
                <c:pt idx="2695">
                  <c:v>11300</c:v>
                </c:pt>
                <c:pt idx="2696">
                  <c:v>11300</c:v>
                </c:pt>
                <c:pt idx="2697">
                  <c:v>11300</c:v>
                </c:pt>
                <c:pt idx="2698">
                  <c:v>11300</c:v>
                </c:pt>
                <c:pt idx="2699">
                  <c:v>11200</c:v>
                </c:pt>
                <c:pt idx="2700">
                  <c:v>11200</c:v>
                </c:pt>
                <c:pt idx="2701">
                  <c:v>11200</c:v>
                </c:pt>
                <c:pt idx="2702">
                  <c:v>11200</c:v>
                </c:pt>
                <c:pt idx="2703">
                  <c:v>11200</c:v>
                </c:pt>
                <c:pt idx="2704">
                  <c:v>11200</c:v>
                </c:pt>
                <c:pt idx="2705">
                  <c:v>11200</c:v>
                </c:pt>
                <c:pt idx="2706">
                  <c:v>11200</c:v>
                </c:pt>
                <c:pt idx="2707">
                  <c:v>11200</c:v>
                </c:pt>
                <c:pt idx="2708">
                  <c:v>11200</c:v>
                </c:pt>
                <c:pt idx="2709">
                  <c:v>11000</c:v>
                </c:pt>
                <c:pt idx="2710">
                  <c:v>11000</c:v>
                </c:pt>
                <c:pt idx="2711">
                  <c:v>11000</c:v>
                </c:pt>
                <c:pt idx="2712">
                  <c:v>11000</c:v>
                </c:pt>
                <c:pt idx="2713">
                  <c:v>10800</c:v>
                </c:pt>
                <c:pt idx="2714">
                  <c:v>10800</c:v>
                </c:pt>
                <c:pt idx="2715">
                  <c:v>10800</c:v>
                </c:pt>
                <c:pt idx="2716">
                  <c:v>10800</c:v>
                </c:pt>
                <c:pt idx="2717">
                  <c:v>10800</c:v>
                </c:pt>
                <c:pt idx="2718">
                  <c:v>10800</c:v>
                </c:pt>
                <c:pt idx="2719">
                  <c:v>10800</c:v>
                </c:pt>
                <c:pt idx="2720">
                  <c:v>10800</c:v>
                </c:pt>
                <c:pt idx="2721">
                  <c:v>10800</c:v>
                </c:pt>
                <c:pt idx="2722">
                  <c:v>10800</c:v>
                </c:pt>
                <c:pt idx="2723">
                  <c:v>10800</c:v>
                </c:pt>
                <c:pt idx="2724">
                  <c:v>10800</c:v>
                </c:pt>
                <c:pt idx="2725">
                  <c:v>10800</c:v>
                </c:pt>
                <c:pt idx="2726">
                  <c:v>10800</c:v>
                </c:pt>
                <c:pt idx="2727">
                  <c:v>10800</c:v>
                </c:pt>
                <c:pt idx="2728">
                  <c:v>10800</c:v>
                </c:pt>
                <c:pt idx="2729">
                  <c:v>10800</c:v>
                </c:pt>
                <c:pt idx="2730">
                  <c:v>10800</c:v>
                </c:pt>
                <c:pt idx="2731">
                  <c:v>10800</c:v>
                </c:pt>
                <c:pt idx="2732">
                  <c:v>10800</c:v>
                </c:pt>
                <c:pt idx="2733">
                  <c:v>10800</c:v>
                </c:pt>
                <c:pt idx="2734">
                  <c:v>10800</c:v>
                </c:pt>
                <c:pt idx="2735">
                  <c:v>10800</c:v>
                </c:pt>
                <c:pt idx="2736">
                  <c:v>10800</c:v>
                </c:pt>
                <c:pt idx="2737">
                  <c:v>10800</c:v>
                </c:pt>
                <c:pt idx="2738">
                  <c:v>10800</c:v>
                </c:pt>
                <c:pt idx="2739">
                  <c:v>11000</c:v>
                </c:pt>
                <c:pt idx="2740">
                  <c:v>11200</c:v>
                </c:pt>
                <c:pt idx="2741">
                  <c:v>11200</c:v>
                </c:pt>
                <c:pt idx="2742">
                  <c:v>11200</c:v>
                </c:pt>
                <c:pt idx="2743">
                  <c:v>11200</c:v>
                </c:pt>
                <c:pt idx="2744">
                  <c:v>11200</c:v>
                </c:pt>
                <c:pt idx="2745">
                  <c:v>11200</c:v>
                </c:pt>
                <c:pt idx="2746">
                  <c:v>11200</c:v>
                </c:pt>
                <c:pt idx="2747">
                  <c:v>11200</c:v>
                </c:pt>
                <c:pt idx="2748">
                  <c:v>11300</c:v>
                </c:pt>
                <c:pt idx="2749">
                  <c:v>11300</c:v>
                </c:pt>
                <c:pt idx="2750">
                  <c:v>11300</c:v>
                </c:pt>
                <c:pt idx="2751">
                  <c:v>11300</c:v>
                </c:pt>
                <c:pt idx="2752">
                  <c:v>11300</c:v>
                </c:pt>
                <c:pt idx="2753">
                  <c:v>11300</c:v>
                </c:pt>
                <c:pt idx="2754">
                  <c:v>11300</c:v>
                </c:pt>
                <c:pt idx="2755">
                  <c:v>11200</c:v>
                </c:pt>
                <c:pt idx="2756">
                  <c:v>11000</c:v>
                </c:pt>
                <c:pt idx="2757">
                  <c:v>10800</c:v>
                </c:pt>
                <c:pt idx="2758">
                  <c:v>10800</c:v>
                </c:pt>
                <c:pt idx="2759">
                  <c:v>10800</c:v>
                </c:pt>
                <c:pt idx="2760">
                  <c:v>10500</c:v>
                </c:pt>
                <c:pt idx="2761">
                  <c:v>10300</c:v>
                </c:pt>
                <c:pt idx="2762">
                  <c:v>10300</c:v>
                </c:pt>
                <c:pt idx="2763">
                  <c:v>10300</c:v>
                </c:pt>
                <c:pt idx="2764">
                  <c:v>10300</c:v>
                </c:pt>
                <c:pt idx="2765">
                  <c:v>10300</c:v>
                </c:pt>
                <c:pt idx="2766">
                  <c:v>10300</c:v>
                </c:pt>
                <c:pt idx="2767">
                  <c:v>10300</c:v>
                </c:pt>
                <c:pt idx="2768">
                  <c:v>10300</c:v>
                </c:pt>
                <c:pt idx="2769">
                  <c:v>10300</c:v>
                </c:pt>
                <c:pt idx="2770">
                  <c:v>10300</c:v>
                </c:pt>
                <c:pt idx="2771">
                  <c:v>10300</c:v>
                </c:pt>
                <c:pt idx="2772">
                  <c:v>10500</c:v>
                </c:pt>
                <c:pt idx="2773">
                  <c:v>10500</c:v>
                </c:pt>
                <c:pt idx="2774">
                  <c:v>10500</c:v>
                </c:pt>
                <c:pt idx="2775">
                  <c:v>10500</c:v>
                </c:pt>
                <c:pt idx="2776">
                  <c:v>10500</c:v>
                </c:pt>
                <c:pt idx="2777">
                  <c:v>10200</c:v>
                </c:pt>
                <c:pt idx="2778">
                  <c:v>10100</c:v>
                </c:pt>
                <c:pt idx="2779">
                  <c:v>10600</c:v>
                </c:pt>
                <c:pt idx="2780">
                  <c:v>10600</c:v>
                </c:pt>
                <c:pt idx="2781">
                  <c:v>10600</c:v>
                </c:pt>
                <c:pt idx="2782">
                  <c:v>10400</c:v>
                </c:pt>
                <c:pt idx="2783">
                  <c:v>10400</c:v>
                </c:pt>
                <c:pt idx="2784">
                  <c:v>10400</c:v>
                </c:pt>
                <c:pt idx="2785">
                  <c:v>10500</c:v>
                </c:pt>
                <c:pt idx="2786">
                  <c:v>10500</c:v>
                </c:pt>
                <c:pt idx="2787">
                  <c:v>10500</c:v>
                </c:pt>
                <c:pt idx="2788">
                  <c:v>10500</c:v>
                </c:pt>
                <c:pt idx="2789">
                  <c:v>10500</c:v>
                </c:pt>
                <c:pt idx="2790">
                  <c:v>10500</c:v>
                </c:pt>
                <c:pt idx="2791">
                  <c:v>10500</c:v>
                </c:pt>
                <c:pt idx="2792">
                  <c:v>10400</c:v>
                </c:pt>
                <c:pt idx="2793">
                  <c:v>10500</c:v>
                </c:pt>
                <c:pt idx="2794">
                  <c:v>10500</c:v>
                </c:pt>
                <c:pt idx="2795">
                  <c:v>10500</c:v>
                </c:pt>
                <c:pt idx="2796">
                  <c:v>10500</c:v>
                </c:pt>
                <c:pt idx="2797">
                  <c:v>10600</c:v>
                </c:pt>
                <c:pt idx="2798">
                  <c:v>10600</c:v>
                </c:pt>
                <c:pt idx="2799">
                  <c:v>10800</c:v>
                </c:pt>
                <c:pt idx="2800">
                  <c:v>10800</c:v>
                </c:pt>
                <c:pt idx="2801">
                  <c:v>10800</c:v>
                </c:pt>
                <c:pt idx="2802">
                  <c:v>10800</c:v>
                </c:pt>
                <c:pt idx="2803">
                  <c:v>10800</c:v>
                </c:pt>
                <c:pt idx="2804">
                  <c:v>11000</c:v>
                </c:pt>
                <c:pt idx="2805">
                  <c:v>11100</c:v>
                </c:pt>
                <c:pt idx="2806">
                  <c:v>11100</c:v>
                </c:pt>
                <c:pt idx="2807">
                  <c:v>11100</c:v>
                </c:pt>
                <c:pt idx="2808">
                  <c:v>11100</c:v>
                </c:pt>
                <c:pt idx="2809">
                  <c:v>11100</c:v>
                </c:pt>
                <c:pt idx="2810">
                  <c:v>11100</c:v>
                </c:pt>
                <c:pt idx="2811">
                  <c:v>11100</c:v>
                </c:pt>
                <c:pt idx="2812">
                  <c:v>11200</c:v>
                </c:pt>
                <c:pt idx="2813">
                  <c:v>11200</c:v>
                </c:pt>
                <c:pt idx="2814">
                  <c:v>11200</c:v>
                </c:pt>
                <c:pt idx="2815">
                  <c:v>11200</c:v>
                </c:pt>
                <c:pt idx="2816">
                  <c:v>10900</c:v>
                </c:pt>
                <c:pt idx="2817">
                  <c:v>10700</c:v>
                </c:pt>
                <c:pt idx="2818">
                  <c:v>10700</c:v>
                </c:pt>
                <c:pt idx="2819">
                  <c:v>10800</c:v>
                </c:pt>
                <c:pt idx="2820">
                  <c:v>10800</c:v>
                </c:pt>
                <c:pt idx="2821">
                  <c:v>10800</c:v>
                </c:pt>
                <c:pt idx="2822">
                  <c:v>10800</c:v>
                </c:pt>
                <c:pt idx="2823">
                  <c:v>10800</c:v>
                </c:pt>
                <c:pt idx="2824">
                  <c:v>10600</c:v>
                </c:pt>
                <c:pt idx="2825">
                  <c:v>10600</c:v>
                </c:pt>
                <c:pt idx="2826">
                  <c:v>10600</c:v>
                </c:pt>
                <c:pt idx="2827">
                  <c:v>10600</c:v>
                </c:pt>
                <c:pt idx="2828">
                  <c:v>10600</c:v>
                </c:pt>
                <c:pt idx="2829">
                  <c:v>10600</c:v>
                </c:pt>
                <c:pt idx="2830">
                  <c:v>10600</c:v>
                </c:pt>
                <c:pt idx="2831">
                  <c:v>10500</c:v>
                </c:pt>
                <c:pt idx="2832">
                  <c:v>10200</c:v>
                </c:pt>
                <c:pt idx="2833">
                  <c:v>9800</c:v>
                </c:pt>
                <c:pt idx="2834">
                  <c:v>9600</c:v>
                </c:pt>
                <c:pt idx="2835">
                  <c:v>9600</c:v>
                </c:pt>
                <c:pt idx="2836">
                  <c:v>9600</c:v>
                </c:pt>
                <c:pt idx="2837">
                  <c:v>9300</c:v>
                </c:pt>
                <c:pt idx="2838">
                  <c:v>9000</c:v>
                </c:pt>
                <c:pt idx="2839">
                  <c:v>9100</c:v>
                </c:pt>
                <c:pt idx="2840">
                  <c:v>9100</c:v>
                </c:pt>
                <c:pt idx="2841">
                  <c:v>9100</c:v>
                </c:pt>
                <c:pt idx="2842">
                  <c:v>9100</c:v>
                </c:pt>
                <c:pt idx="2843">
                  <c:v>9100</c:v>
                </c:pt>
                <c:pt idx="2844">
                  <c:v>9100</c:v>
                </c:pt>
                <c:pt idx="2845">
                  <c:v>9100</c:v>
                </c:pt>
                <c:pt idx="2846">
                  <c:v>9100</c:v>
                </c:pt>
                <c:pt idx="2847">
                  <c:v>9100</c:v>
                </c:pt>
                <c:pt idx="2848">
                  <c:v>9200</c:v>
                </c:pt>
                <c:pt idx="2849">
                  <c:v>9200</c:v>
                </c:pt>
                <c:pt idx="2850">
                  <c:v>9200</c:v>
                </c:pt>
                <c:pt idx="2851">
                  <c:v>9200</c:v>
                </c:pt>
                <c:pt idx="2852">
                  <c:v>9200</c:v>
                </c:pt>
                <c:pt idx="2853">
                  <c:v>9200</c:v>
                </c:pt>
                <c:pt idx="2854">
                  <c:v>9200</c:v>
                </c:pt>
                <c:pt idx="2855">
                  <c:v>9200</c:v>
                </c:pt>
                <c:pt idx="2856">
                  <c:v>9200</c:v>
                </c:pt>
                <c:pt idx="2857">
                  <c:v>9200</c:v>
                </c:pt>
                <c:pt idx="2858">
                  <c:v>9200</c:v>
                </c:pt>
                <c:pt idx="2859">
                  <c:v>9200</c:v>
                </c:pt>
                <c:pt idx="2860">
                  <c:v>9300</c:v>
                </c:pt>
                <c:pt idx="2861">
                  <c:v>9400</c:v>
                </c:pt>
                <c:pt idx="2862">
                  <c:v>9400</c:v>
                </c:pt>
                <c:pt idx="2863">
                  <c:v>9500</c:v>
                </c:pt>
                <c:pt idx="2864">
                  <c:v>9500</c:v>
                </c:pt>
                <c:pt idx="2865">
                  <c:v>9500</c:v>
                </c:pt>
                <c:pt idx="2866">
                  <c:v>9300</c:v>
                </c:pt>
                <c:pt idx="2867">
                  <c:v>9500</c:v>
                </c:pt>
                <c:pt idx="2868">
                  <c:v>10000</c:v>
                </c:pt>
                <c:pt idx="2869">
                  <c:v>10000</c:v>
                </c:pt>
                <c:pt idx="2870">
                  <c:v>10000</c:v>
                </c:pt>
                <c:pt idx="2871">
                  <c:v>10000</c:v>
                </c:pt>
                <c:pt idx="2872">
                  <c:v>10000</c:v>
                </c:pt>
                <c:pt idx="2873">
                  <c:v>10000</c:v>
                </c:pt>
                <c:pt idx="2874">
                  <c:v>10000</c:v>
                </c:pt>
                <c:pt idx="2875">
                  <c:v>10000</c:v>
                </c:pt>
                <c:pt idx="2876">
                  <c:v>10200</c:v>
                </c:pt>
                <c:pt idx="2877">
                  <c:v>10200</c:v>
                </c:pt>
                <c:pt idx="2878">
                  <c:v>10200</c:v>
                </c:pt>
                <c:pt idx="2879">
                  <c:v>10200</c:v>
                </c:pt>
                <c:pt idx="2880">
                  <c:v>10200</c:v>
                </c:pt>
                <c:pt idx="2881">
                  <c:v>10200</c:v>
                </c:pt>
                <c:pt idx="2882">
                  <c:v>10500</c:v>
                </c:pt>
                <c:pt idx="2883">
                  <c:v>10200</c:v>
                </c:pt>
                <c:pt idx="2884">
                  <c:v>10200</c:v>
                </c:pt>
                <c:pt idx="2885">
                  <c:v>10200</c:v>
                </c:pt>
                <c:pt idx="2886">
                  <c:v>10400</c:v>
                </c:pt>
                <c:pt idx="2887">
                  <c:v>10700</c:v>
                </c:pt>
                <c:pt idx="2888">
                  <c:v>11000</c:v>
                </c:pt>
                <c:pt idx="2889">
                  <c:v>11000</c:v>
                </c:pt>
                <c:pt idx="2890">
                  <c:v>11000</c:v>
                </c:pt>
                <c:pt idx="2891">
                  <c:v>11000</c:v>
                </c:pt>
                <c:pt idx="2892">
                  <c:v>11000</c:v>
                </c:pt>
                <c:pt idx="2893">
                  <c:v>11000</c:v>
                </c:pt>
                <c:pt idx="2894">
                  <c:v>11000</c:v>
                </c:pt>
                <c:pt idx="2895">
                  <c:v>11000</c:v>
                </c:pt>
                <c:pt idx="2896">
                  <c:v>11000</c:v>
                </c:pt>
                <c:pt idx="2897">
                  <c:v>11000</c:v>
                </c:pt>
                <c:pt idx="2898">
                  <c:v>11000</c:v>
                </c:pt>
                <c:pt idx="2899">
                  <c:v>11000</c:v>
                </c:pt>
                <c:pt idx="2900">
                  <c:v>11000</c:v>
                </c:pt>
                <c:pt idx="2901">
                  <c:v>11000</c:v>
                </c:pt>
                <c:pt idx="2902">
                  <c:v>11000</c:v>
                </c:pt>
                <c:pt idx="2903">
                  <c:v>11000</c:v>
                </c:pt>
                <c:pt idx="2904">
                  <c:v>11000</c:v>
                </c:pt>
                <c:pt idx="2905">
                  <c:v>11000</c:v>
                </c:pt>
                <c:pt idx="2906">
                  <c:v>11000</c:v>
                </c:pt>
                <c:pt idx="2907">
                  <c:v>11000</c:v>
                </c:pt>
                <c:pt idx="2908">
                  <c:v>11000</c:v>
                </c:pt>
                <c:pt idx="2909">
                  <c:v>11000</c:v>
                </c:pt>
                <c:pt idx="2910">
                  <c:v>11500</c:v>
                </c:pt>
                <c:pt idx="2911">
                  <c:v>12000</c:v>
                </c:pt>
                <c:pt idx="2912">
                  <c:v>12000</c:v>
                </c:pt>
                <c:pt idx="2913">
                  <c:v>12000</c:v>
                </c:pt>
                <c:pt idx="2914">
                  <c:v>12500</c:v>
                </c:pt>
                <c:pt idx="2915">
                  <c:v>12500</c:v>
                </c:pt>
                <c:pt idx="2916">
                  <c:v>12500</c:v>
                </c:pt>
                <c:pt idx="2917">
                  <c:v>12700</c:v>
                </c:pt>
                <c:pt idx="2918">
                  <c:v>12700</c:v>
                </c:pt>
                <c:pt idx="2919">
                  <c:v>12700</c:v>
                </c:pt>
                <c:pt idx="2920">
                  <c:v>12700</c:v>
                </c:pt>
                <c:pt idx="2921">
                  <c:v>12700</c:v>
                </c:pt>
                <c:pt idx="2922">
                  <c:v>12700</c:v>
                </c:pt>
                <c:pt idx="2923">
                  <c:v>12700</c:v>
                </c:pt>
                <c:pt idx="2924">
                  <c:v>12700</c:v>
                </c:pt>
                <c:pt idx="2925">
                  <c:v>12700</c:v>
                </c:pt>
                <c:pt idx="2926">
                  <c:v>12700</c:v>
                </c:pt>
                <c:pt idx="2927">
                  <c:v>12700</c:v>
                </c:pt>
                <c:pt idx="2928">
                  <c:v>12700</c:v>
                </c:pt>
                <c:pt idx="2929">
                  <c:v>12700</c:v>
                </c:pt>
                <c:pt idx="2930">
                  <c:v>12700</c:v>
                </c:pt>
                <c:pt idx="2931">
                  <c:v>12700</c:v>
                </c:pt>
                <c:pt idx="2932">
                  <c:v>12700</c:v>
                </c:pt>
                <c:pt idx="2933">
                  <c:v>12700</c:v>
                </c:pt>
                <c:pt idx="2934">
                  <c:v>12700</c:v>
                </c:pt>
                <c:pt idx="2935">
                  <c:v>12700</c:v>
                </c:pt>
                <c:pt idx="2936">
                  <c:v>12700</c:v>
                </c:pt>
                <c:pt idx="2937">
                  <c:v>12700</c:v>
                </c:pt>
                <c:pt idx="2938">
                  <c:v>12700</c:v>
                </c:pt>
                <c:pt idx="2939">
                  <c:v>12700</c:v>
                </c:pt>
                <c:pt idx="2940">
                  <c:v>12700</c:v>
                </c:pt>
                <c:pt idx="2941">
                  <c:v>12700</c:v>
                </c:pt>
                <c:pt idx="2942">
                  <c:v>12700</c:v>
                </c:pt>
                <c:pt idx="2943">
                  <c:v>12700</c:v>
                </c:pt>
                <c:pt idx="2944">
                  <c:v>12800</c:v>
                </c:pt>
                <c:pt idx="2945">
                  <c:v>13000</c:v>
                </c:pt>
                <c:pt idx="2946">
                  <c:v>13100</c:v>
                </c:pt>
                <c:pt idx="2947">
                  <c:v>13100</c:v>
                </c:pt>
                <c:pt idx="2948">
                  <c:v>13100</c:v>
                </c:pt>
                <c:pt idx="2949">
                  <c:v>13200</c:v>
                </c:pt>
                <c:pt idx="2950">
                  <c:v>13200</c:v>
                </c:pt>
                <c:pt idx="2951">
                  <c:v>13200</c:v>
                </c:pt>
                <c:pt idx="2952">
                  <c:v>13400</c:v>
                </c:pt>
                <c:pt idx="2953">
                  <c:v>13700</c:v>
                </c:pt>
                <c:pt idx="2954">
                  <c:v>14200</c:v>
                </c:pt>
                <c:pt idx="2955">
                  <c:v>14200</c:v>
                </c:pt>
                <c:pt idx="2956">
                  <c:v>14000</c:v>
                </c:pt>
                <c:pt idx="2957">
                  <c:v>14000</c:v>
                </c:pt>
                <c:pt idx="2958">
                  <c:v>14000</c:v>
                </c:pt>
                <c:pt idx="2959">
                  <c:v>14000</c:v>
                </c:pt>
                <c:pt idx="2960">
                  <c:v>13800</c:v>
                </c:pt>
                <c:pt idx="2961">
                  <c:v>13800</c:v>
                </c:pt>
                <c:pt idx="2962">
                  <c:v>13800</c:v>
                </c:pt>
                <c:pt idx="2963">
                  <c:v>13800</c:v>
                </c:pt>
                <c:pt idx="2964">
                  <c:v>13800</c:v>
                </c:pt>
                <c:pt idx="2965">
                  <c:v>14000</c:v>
                </c:pt>
                <c:pt idx="2966">
                  <c:v>13900</c:v>
                </c:pt>
                <c:pt idx="2967">
                  <c:v>13900</c:v>
                </c:pt>
                <c:pt idx="2968">
                  <c:v>13900</c:v>
                </c:pt>
                <c:pt idx="2969">
                  <c:v>13900</c:v>
                </c:pt>
                <c:pt idx="2970">
                  <c:v>13900</c:v>
                </c:pt>
                <c:pt idx="2971">
                  <c:v>13900</c:v>
                </c:pt>
                <c:pt idx="2972">
                  <c:v>13900</c:v>
                </c:pt>
                <c:pt idx="2973">
                  <c:v>13900</c:v>
                </c:pt>
                <c:pt idx="2974">
                  <c:v>14100</c:v>
                </c:pt>
                <c:pt idx="2975">
                  <c:v>14100</c:v>
                </c:pt>
                <c:pt idx="2976">
                  <c:v>14100</c:v>
                </c:pt>
                <c:pt idx="2977">
                  <c:v>14100</c:v>
                </c:pt>
                <c:pt idx="2978">
                  <c:v>14100</c:v>
                </c:pt>
                <c:pt idx="2979">
                  <c:v>14100</c:v>
                </c:pt>
                <c:pt idx="2980">
                  <c:v>14100</c:v>
                </c:pt>
                <c:pt idx="2981">
                  <c:v>14150</c:v>
                </c:pt>
                <c:pt idx="2982">
                  <c:v>13950</c:v>
                </c:pt>
                <c:pt idx="2983">
                  <c:v>13950</c:v>
                </c:pt>
                <c:pt idx="2984">
                  <c:v>13950</c:v>
                </c:pt>
                <c:pt idx="2985">
                  <c:v>13550</c:v>
                </c:pt>
                <c:pt idx="2986">
                  <c:v>13350</c:v>
                </c:pt>
                <c:pt idx="2987">
                  <c:v>13350</c:v>
                </c:pt>
                <c:pt idx="2988">
                  <c:v>13350</c:v>
                </c:pt>
                <c:pt idx="2989">
                  <c:v>13250</c:v>
                </c:pt>
                <c:pt idx="2990">
                  <c:v>13250</c:v>
                </c:pt>
                <c:pt idx="2991">
                  <c:v>13250</c:v>
                </c:pt>
                <c:pt idx="2992">
                  <c:v>12550</c:v>
                </c:pt>
                <c:pt idx="2993">
                  <c:v>12550</c:v>
                </c:pt>
                <c:pt idx="2994">
                  <c:v>12550</c:v>
                </c:pt>
                <c:pt idx="2995">
                  <c:v>13050</c:v>
                </c:pt>
                <c:pt idx="2996">
                  <c:v>13050</c:v>
                </c:pt>
                <c:pt idx="2997">
                  <c:v>13050</c:v>
                </c:pt>
                <c:pt idx="2998">
                  <c:v>13050</c:v>
                </c:pt>
                <c:pt idx="2999">
                  <c:v>13050</c:v>
                </c:pt>
                <c:pt idx="3000">
                  <c:v>13050</c:v>
                </c:pt>
                <c:pt idx="3001">
                  <c:v>13050</c:v>
                </c:pt>
                <c:pt idx="3002">
                  <c:v>13050</c:v>
                </c:pt>
                <c:pt idx="3003">
                  <c:v>13050</c:v>
                </c:pt>
                <c:pt idx="3004">
                  <c:v>13050</c:v>
                </c:pt>
                <c:pt idx="3005">
                  <c:v>13050</c:v>
                </c:pt>
                <c:pt idx="3006">
                  <c:v>13050</c:v>
                </c:pt>
                <c:pt idx="3007">
                  <c:v>13400</c:v>
                </c:pt>
                <c:pt idx="3008">
                  <c:v>13400</c:v>
                </c:pt>
                <c:pt idx="3009">
                  <c:v>13400</c:v>
                </c:pt>
                <c:pt idx="3010">
                  <c:v>13500</c:v>
                </c:pt>
                <c:pt idx="3011">
                  <c:v>13500</c:v>
                </c:pt>
                <c:pt idx="3012">
                  <c:v>13500</c:v>
                </c:pt>
                <c:pt idx="3013">
                  <c:v>13500</c:v>
                </c:pt>
                <c:pt idx="3014">
                  <c:v>13500</c:v>
                </c:pt>
                <c:pt idx="3015">
                  <c:v>13500</c:v>
                </c:pt>
                <c:pt idx="3016">
                  <c:v>13500</c:v>
                </c:pt>
                <c:pt idx="3017">
                  <c:v>13500</c:v>
                </c:pt>
                <c:pt idx="3018">
                  <c:v>13500</c:v>
                </c:pt>
                <c:pt idx="3019">
                  <c:v>13500</c:v>
                </c:pt>
                <c:pt idx="3020">
                  <c:v>13500</c:v>
                </c:pt>
                <c:pt idx="3021">
                  <c:v>13500</c:v>
                </c:pt>
                <c:pt idx="3022">
                  <c:v>13500</c:v>
                </c:pt>
                <c:pt idx="3023">
                  <c:v>13700</c:v>
                </c:pt>
                <c:pt idx="3024">
                  <c:v>13900</c:v>
                </c:pt>
                <c:pt idx="3025">
                  <c:v>13900</c:v>
                </c:pt>
                <c:pt idx="3026">
                  <c:v>13900</c:v>
                </c:pt>
                <c:pt idx="3027">
                  <c:v>14400</c:v>
                </c:pt>
                <c:pt idx="3028">
                  <c:v>14900</c:v>
                </c:pt>
                <c:pt idx="3029">
                  <c:v>14900</c:v>
                </c:pt>
                <c:pt idx="3030">
                  <c:v>14900</c:v>
                </c:pt>
                <c:pt idx="3031">
                  <c:v>14900</c:v>
                </c:pt>
                <c:pt idx="3032">
                  <c:v>14900</c:v>
                </c:pt>
                <c:pt idx="3033">
                  <c:v>14900</c:v>
                </c:pt>
                <c:pt idx="3034">
                  <c:v>15900</c:v>
                </c:pt>
                <c:pt idx="3035">
                  <c:v>15900</c:v>
                </c:pt>
                <c:pt idx="3036">
                  <c:v>15900</c:v>
                </c:pt>
                <c:pt idx="3037">
                  <c:v>15900</c:v>
                </c:pt>
                <c:pt idx="3038">
                  <c:v>15900</c:v>
                </c:pt>
                <c:pt idx="3039">
                  <c:v>15900</c:v>
                </c:pt>
                <c:pt idx="3040">
                  <c:v>15900</c:v>
                </c:pt>
                <c:pt idx="3041">
                  <c:v>15900</c:v>
                </c:pt>
                <c:pt idx="3042">
                  <c:v>15900</c:v>
                </c:pt>
                <c:pt idx="3043">
                  <c:v>15900</c:v>
                </c:pt>
                <c:pt idx="3044">
                  <c:v>15900</c:v>
                </c:pt>
                <c:pt idx="3045">
                  <c:v>16000</c:v>
                </c:pt>
                <c:pt idx="3046">
                  <c:v>16000</c:v>
                </c:pt>
                <c:pt idx="3047">
                  <c:v>16000</c:v>
                </c:pt>
                <c:pt idx="3048">
                  <c:v>15800</c:v>
                </c:pt>
                <c:pt idx="3049">
                  <c:v>16300</c:v>
                </c:pt>
                <c:pt idx="3050">
                  <c:v>16300</c:v>
                </c:pt>
                <c:pt idx="3051">
                  <c:v>16300</c:v>
                </c:pt>
                <c:pt idx="3052">
                  <c:v>16300</c:v>
                </c:pt>
                <c:pt idx="3053">
                  <c:v>16300</c:v>
                </c:pt>
                <c:pt idx="3054">
                  <c:v>16300</c:v>
                </c:pt>
                <c:pt idx="3055">
                  <c:v>16300</c:v>
                </c:pt>
                <c:pt idx="3056">
                  <c:v>16800</c:v>
                </c:pt>
                <c:pt idx="3057">
                  <c:v>16800</c:v>
                </c:pt>
                <c:pt idx="3058">
                  <c:v>16800</c:v>
                </c:pt>
                <c:pt idx="3059">
                  <c:v>17200</c:v>
                </c:pt>
                <c:pt idx="3060">
                  <c:v>17200</c:v>
                </c:pt>
                <c:pt idx="3061">
                  <c:v>17000</c:v>
                </c:pt>
                <c:pt idx="3062">
                  <c:v>17000</c:v>
                </c:pt>
                <c:pt idx="3063">
                  <c:v>17000</c:v>
                </c:pt>
                <c:pt idx="3064">
                  <c:v>17000</c:v>
                </c:pt>
                <c:pt idx="3065">
                  <c:v>17000</c:v>
                </c:pt>
                <c:pt idx="3066">
                  <c:v>17000</c:v>
                </c:pt>
                <c:pt idx="3067">
                  <c:v>17000</c:v>
                </c:pt>
                <c:pt idx="3068">
                  <c:v>17000</c:v>
                </c:pt>
                <c:pt idx="3069">
                  <c:v>17000</c:v>
                </c:pt>
                <c:pt idx="3070">
                  <c:v>17000</c:v>
                </c:pt>
                <c:pt idx="3071">
                  <c:v>17000</c:v>
                </c:pt>
                <c:pt idx="3072">
                  <c:v>17000</c:v>
                </c:pt>
                <c:pt idx="3073">
                  <c:v>17000</c:v>
                </c:pt>
                <c:pt idx="3074">
                  <c:v>17000</c:v>
                </c:pt>
                <c:pt idx="3075">
                  <c:v>17000</c:v>
                </c:pt>
                <c:pt idx="3076">
                  <c:v>17000</c:v>
                </c:pt>
                <c:pt idx="3077">
                  <c:v>17000</c:v>
                </c:pt>
                <c:pt idx="3078">
                  <c:v>15750</c:v>
                </c:pt>
                <c:pt idx="3079">
                  <c:v>15750</c:v>
                </c:pt>
                <c:pt idx="3080">
                  <c:v>17200</c:v>
                </c:pt>
                <c:pt idx="3081">
                  <c:v>17200</c:v>
                </c:pt>
                <c:pt idx="3082">
                  <c:v>17200</c:v>
                </c:pt>
                <c:pt idx="3083">
                  <c:v>17100</c:v>
                </c:pt>
                <c:pt idx="3084">
                  <c:v>17100</c:v>
                </c:pt>
                <c:pt idx="3085">
                  <c:v>17100</c:v>
                </c:pt>
                <c:pt idx="3086">
                  <c:v>17100</c:v>
                </c:pt>
                <c:pt idx="3087">
                  <c:v>17000</c:v>
                </c:pt>
                <c:pt idx="3088">
                  <c:v>17000</c:v>
                </c:pt>
                <c:pt idx="3089">
                  <c:v>17000</c:v>
                </c:pt>
                <c:pt idx="3090">
                  <c:v>16900</c:v>
                </c:pt>
                <c:pt idx="3091">
                  <c:v>16900</c:v>
                </c:pt>
                <c:pt idx="3092">
                  <c:v>16900</c:v>
                </c:pt>
                <c:pt idx="3093">
                  <c:v>16900</c:v>
                </c:pt>
                <c:pt idx="3094">
                  <c:v>16900</c:v>
                </c:pt>
                <c:pt idx="3095">
                  <c:v>16900</c:v>
                </c:pt>
                <c:pt idx="3096">
                  <c:v>16900</c:v>
                </c:pt>
                <c:pt idx="3097">
                  <c:v>17000</c:v>
                </c:pt>
                <c:pt idx="3098">
                  <c:v>17000</c:v>
                </c:pt>
                <c:pt idx="3099">
                  <c:v>17300</c:v>
                </c:pt>
                <c:pt idx="3100">
                  <c:v>17500</c:v>
                </c:pt>
                <c:pt idx="3101">
                  <c:v>17500</c:v>
                </c:pt>
                <c:pt idx="3102">
                  <c:v>17500</c:v>
                </c:pt>
                <c:pt idx="3103">
                  <c:v>17500</c:v>
                </c:pt>
                <c:pt idx="3104">
                  <c:v>17500</c:v>
                </c:pt>
                <c:pt idx="3105">
                  <c:v>17500</c:v>
                </c:pt>
                <c:pt idx="3106">
                  <c:v>17400</c:v>
                </c:pt>
                <c:pt idx="3107">
                  <c:v>17400</c:v>
                </c:pt>
                <c:pt idx="3108">
                  <c:v>17300</c:v>
                </c:pt>
                <c:pt idx="3109">
                  <c:v>17300</c:v>
                </c:pt>
                <c:pt idx="3110">
                  <c:v>17300</c:v>
                </c:pt>
                <c:pt idx="3111">
                  <c:v>17300</c:v>
                </c:pt>
                <c:pt idx="3112">
                  <c:v>17100</c:v>
                </c:pt>
                <c:pt idx="3113">
                  <c:v>17100</c:v>
                </c:pt>
                <c:pt idx="3114">
                  <c:v>17100</c:v>
                </c:pt>
                <c:pt idx="3115">
                  <c:v>17100</c:v>
                </c:pt>
                <c:pt idx="3116">
                  <c:v>17100</c:v>
                </c:pt>
                <c:pt idx="3117">
                  <c:v>17100</c:v>
                </c:pt>
                <c:pt idx="3118">
                  <c:v>17100</c:v>
                </c:pt>
                <c:pt idx="3119">
                  <c:v>17100</c:v>
                </c:pt>
                <c:pt idx="3120">
                  <c:v>17100</c:v>
                </c:pt>
                <c:pt idx="3121">
                  <c:v>17000</c:v>
                </c:pt>
                <c:pt idx="3122">
                  <c:v>17000</c:v>
                </c:pt>
                <c:pt idx="3123">
                  <c:v>17000</c:v>
                </c:pt>
                <c:pt idx="3124">
                  <c:v>17000</c:v>
                </c:pt>
                <c:pt idx="3125">
                  <c:v>16800</c:v>
                </c:pt>
                <c:pt idx="3126">
                  <c:v>16500</c:v>
                </c:pt>
                <c:pt idx="3127">
                  <c:v>16500</c:v>
                </c:pt>
                <c:pt idx="3128">
                  <c:v>16500</c:v>
                </c:pt>
                <c:pt idx="3129">
                  <c:v>16300</c:v>
                </c:pt>
                <c:pt idx="3130">
                  <c:v>16300</c:v>
                </c:pt>
                <c:pt idx="3131">
                  <c:v>16300</c:v>
                </c:pt>
                <c:pt idx="3132">
                  <c:v>16300</c:v>
                </c:pt>
                <c:pt idx="3133">
                  <c:v>16600</c:v>
                </c:pt>
                <c:pt idx="3134">
                  <c:v>16600</c:v>
                </c:pt>
                <c:pt idx="3135">
                  <c:v>16600</c:v>
                </c:pt>
                <c:pt idx="3136">
                  <c:v>16500</c:v>
                </c:pt>
                <c:pt idx="3137">
                  <c:v>16500</c:v>
                </c:pt>
                <c:pt idx="3138">
                  <c:v>16500</c:v>
                </c:pt>
                <c:pt idx="3139">
                  <c:v>16300</c:v>
                </c:pt>
                <c:pt idx="3140">
                  <c:v>16300</c:v>
                </c:pt>
                <c:pt idx="3141">
                  <c:v>16300</c:v>
                </c:pt>
                <c:pt idx="3142">
                  <c:v>15800</c:v>
                </c:pt>
                <c:pt idx="3143">
                  <c:v>15800</c:v>
                </c:pt>
                <c:pt idx="3144">
                  <c:v>15800</c:v>
                </c:pt>
                <c:pt idx="3145">
                  <c:v>15800</c:v>
                </c:pt>
                <c:pt idx="3146">
                  <c:v>15800</c:v>
                </c:pt>
                <c:pt idx="3147">
                  <c:v>15800</c:v>
                </c:pt>
                <c:pt idx="3148">
                  <c:v>15800</c:v>
                </c:pt>
                <c:pt idx="3149">
                  <c:v>15600</c:v>
                </c:pt>
                <c:pt idx="3150">
                  <c:v>15600</c:v>
                </c:pt>
                <c:pt idx="3151">
                  <c:v>15600</c:v>
                </c:pt>
                <c:pt idx="3152">
                  <c:v>15600</c:v>
                </c:pt>
                <c:pt idx="3153">
                  <c:v>15600</c:v>
                </c:pt>
                <c:pt idx="3154">
                  <c:v>15600</c:v>
                </c:pt>
                <c:pt idx="3155">
                  <c:v>15600</c:v>
                </c:pt>
                <c:pt idx="3156">
                  <c:v>15600</c:v>
                </c:pt>
                <c:pt idx="3157">
                  <c:v>15600</c:v>
                </c:pt>
                <c:pt idx="3158">
                  <c:v>15600</c:v>
                </c:pt>
                <c:pt idx="3159">
                  <c:v>15600</c:v>
                </c:pt>
                <c:pt idx="3160">
                  <c:v>15600</c:v>
                </c:pt>
                <c:pt idx="3161">
                  <c:v>15700</c:v>
                </c:pt>
                <c:pt idx="3162">
                  <c:v>15700</c:v>
                </c:pt>
                <c:pt idx="3163">
                  <c:v>15700</c:v>
                </c:pt>
                <c:pt idx="3164">
                  <c:v>15700</c:v>
                </c:pt>
                <c:pt idx="3165">
                  <c:v>15700</c:v>
                </c:pt>
                <c:pt idx="3166">
                  <c:v>15700</c:v>
                </c:pt>
                <c:pt idx="3167">
                  <c:v>15700</c:v>
                </c:pt>
                <c:pt idx="3168">
                  <c:v>15700</c:v>
                </c:pt>
                <c:pt idx="3169">
                  <c:v>15500</c:v>
                </c:pt>
                <c:pt idx="3170">
                  <c:v>15800</c:v>
                </c:pt>
                <c:pt idx="3171">
                  <c:v>15800</c:v>
                </c:pt>
                <c:pt idx="3172">
                  <c:v>15800</c:v>
                </c:pt>
                <c:pt idx="3173">
                  <c:v>15800</c:v>
                </c:pt>
                <c:pt idx="3174">
                  <c:v>15800</c:v>
                </c:pt>
                <c:pt idx="3175">
                  <c:v>16000</c:v>
                </c:pt>
                <c:pt idx="3176">
                  <c:v>16300</c:v>
                </c:pt>
                <c:pt idx="3177">
                  <c:v>16300</c:v>
                </c:pt>
                <c:pt idx="3178">
                  <c:v>16300</c:v>
                </c:pt>
                <c:pt idx="3179">
                  <c:v>16300</c:v>
                </c:pt>
                <c:pt idx="3180">
                  <c:v>16300</c:v>
                </c:pt>
                <c:pt idx="3181">
                  <c:v>16300</c:v>
                </c:pt>
                <c:pt idx="3182">
                  <c:v>16500</c:v>
                </c:pt>
                <c:pt idx="3183">
                  <c:v>17000</c:v>
                </c:pt>
                <c:pt idx="3184">
                  <c:v>17300</c:v>
                </c:pt>
                <c:pt idx="3185">
                  <c:v>17500</c:v>
                </c:pt>
                <c:pt idx="3186">
                  <c:v>17500</c:v>
                </c:pt>
                <c:pt idx="3187">
                  <c:v>17500</c:v>
                </c:pt>
                <c:pt idx="3188">
                  <c:v>17800</c:v>
                </c:pt>
                <c:pt idx="3189">
                  <c:v>18000</c:v>
                </c:pt>
                <c:pt idx="3190">
                  <c:v>18200</c:v>
                </c:pt>
                <c:pt idx="3191">
                  <c:v>18500</c:v>
                </c:pt>
                <c:pt idx="3192">
                  <c:v>18500</c:v>
                </c:pt>
                <c:pt idx="3193">
                  <c:v>18500</c:v>
                </c:pt>
                <c:pt idx="3194">
                  <c:v>18500</c:v>
                </c:pt>
                <c:pt idx="3195">
                  <c:v>18500</c:v>
                </c:pt>
                <c:pt idx="3196">
                  <c:v>18500</c:v>
                </c:pt>
                <c:pt idx="3197">
                  <c:v>18500</c:v>
                </c:pt>
                <c:pt idx="3198">
                  <c:v>19000</c:v>
                </c:pt>
                <c:pt idx="3199">
                  <c:v>19000</c:v>
                </c:pt>
                <c:pt idx="3200">
                  <c:v>19000</c:v>
                </c:pt>
                <c:pt idx="3201">
                  <c:v>19000</c:v>
                </c:pt>
                <c:pt idx="3202">
                  <c:v>19000</c:v>
                </c:pt>
                <c:pt idx="3203">
                  <c:v>19500</c:v>
                </c:pt>
                <c:pt idx="3204">
                  <c:v>19500</c:v>
                </c:pt>
                <c:pt idx="3205">
                  <c:v>19800</c:v>
                </c:pt>
                <c:pt idx="3206">
                  <c:v>20000</c:v>
                </c:pt>
                <c:pt idx="3207">
                  <c:v>20000</c:v>
                </c:pt>
                <c:pt idx="3208">
                  <c:v>20000</c:v>
                </c:pt>
                <c:pt idx="3209">
                  <c:v>21000</c:v>
                </c:pt>
                <c:pt idx="3210">
                  <c:v>21500</c:v>
                </c:pt>
                <c:pt idx="3211">
                  <c:v>21500</c:v>
                </c:pt>
                <c:pt idx="3212">
                  <c:v>21500</c:v>
                </c:pt>
                <c:pt idx="3213">
                  <c:v>21500</c:v>
                </c:pt>
                <c:pt idx="3214">
                  <c:v>21500</c:v>
                </c:pt>
                <c:pt idx="3215">
                  <c:v>21500</c:v>
                </c:pt>
                <c:pt idx="3216">
                  <c:v>21500</c:v>
                </c:pt>
                <c:pt idx="3217">
                  <c:v>21500</c:v>
                </c:pt>
                <c:pt idx="3218">
                  <c:v>21500</c:v>
                </c:pt>
                <c:pt idx="3219">
                  <c:v>21500</c:v>
                </c:pt>
                <c:pt idx="3220">
                  <c:v>21900</c:v>
                </c:pt>
                <c:pt idx="3221">
                  <c:v>22300</c:v>
                </c:pt>
                <c:pt idx="3222">
                  <c:v>22300</c:v>
                </c:pt>
                <c:pt idx="3223">
                  <c:v>22300</c:v>
                </c:pt>
                <c:pt idx="3224">
                  <c:v>22300</c:v>
                </c:pt>
                <c:pt idx="3225">
                  <c:v>22300</c:v>
                </c:pt>
                <c:pt idx="3226">
                  <c:v>22500</c:v>
                </c:pt>
                <c:pt idx="3227">
                  <c:v>22500</c:v>
                </c:pt>
                <c:pt idx="3228">
                  <c:v>22500</c:v>
                </c:pt>
                <c:pt idx="3229">
                  <c:v>22500</c:v>
                </c:pt>
                <c:pt idx="3230">
                  <c:v>22500</c:v>
                </c:pt>
                <c:pt idx="3231">
                  <c:v>23300</c:v>
                </c:pt>
                <c:pt idx="3232">
                  <c:v>23600</c:v>
                </c:pt>
                <c:pt idx="3233">
                  <c:v>23600</c:v>
                </c:pt>
                <c:pt idx="3234">
                  <c:v>23600</c:v>
                </c:pt>
                <c:pt idx="3235">
                  <c:v>23600</c:v>
                </c:pt>
                <c:pt idx="3236">
                  <c:v>23600</c:v>
                </c:pt>
                <c:pt idx="3237">
                  <c:v>23700</c:v>
                </c:pt>
                <c:pt idx="3238">
                  <c:v>23700</c:v>
                </c:pt>
                <c:pt idx="3239">
                  <c:v>23800</c:v>
                </c:pt>
                <c:pt idx="3240">
                  <c:v>23800</c:v>
                </c:pt>
                <c:pt idx="3241">
                  <c:v>23800</c:v>
                </c:pt>
                <c:pt idx="3242">
                  <c:v>23800</c:v>
                </c:pt>
                <c:pt idx="3243">
                  <c:v>23800</c:v>
                </c:pt>
                <c:pt idx="3244">
                  <c:v>24100</c:v>
                </c:pt>
                <c:pt idx="3245">
                  <c:v>23900</c:v>
                </c:pt>
                <c:pt idx="3246">
                  <c:v>23800</c:v>
                </c:pt>
                <c:pt idx="3247">
                  <c:v>23800</c:v>
                </c:pt>
                <c:pt idx="3248">
                  <c:v>23800</c:v>
                </c:pt>
                <c:pt idx="3249">
                  <c:v>23800</c:v>
                </c:pt>
                <c:pt idx="3250">
                  <c:v>23800</c:v>
                </c:pt>
                <c:pt idx="3251">
                  <c:v>23800</c:v>
                </c:pt>
                <c:pt idx="3252">
                  <c:v>23800</c:v>
                </c:pt>
                <c:pt idx="3253">
                  <c:v>23800</c:v>
                </c:pt>
                <c:pt idx="3254">
                  <c:v>23800</c:v>
                </c:pt>
                <c:pt idx="3255">
                  <c:v>23900</c:v>
                </c:pt>
                <c:pt idx="3256">
                  <c:v>23900</c:v>
                </c:pt>
                <c:pt idx="3257">
                  <c:v>23900</c:v>
                </c:pt>
                <c:pt idx="3258">
                  <c:v>23700</c:v>
                </c:pt>
                <c:pt idx="3259">
                  <c:v>23700</c:v>
                </c:pt>
                <c:pt idx="3260">
                  <c:v>23700</c:v>
                </c:pt>
                <c:pt idx="3261">
                  <c:v>23700</c:v>
                </c:pt>
                <c:pt idx="3262">
                  <c:v>23700</c:v>
                </c:pt>
                <c:pt idx="3263">
                  <c:v>23700</c:v>
                </c:pt>
                <c:pt idx="3264">
                  <c:v>23700</c:v>
                </c:pt>
                <c:pt idx="3265">
                  <c:v>23700</c:v>
                </c:pt>
                <c:pt idx="3266">
                  <c:v>23700</c:v>
                </c:pt>
                <c:pt idx="3267">
                  <c:v>23400</c:v>
                </c:pt>
                <c:pt idx="3268">
                  <c:v>23400</c:v>
                </c:pt>
                <c:pt idx="3269">
                  <c:v>23300</c:v>
                </c:pt>
                <c:pt idx="3270">
                  <c:v>23300</c:v>
                </c:pt>
                <c:pt idx="3271">
                  <c:v>23300</c:v>
                </c:pt>
                <c:pt idx="3272">
                  <c:v>23100</c:v>
                </c:pt>
                <c:pt idx="3273">
                  <c:v>22900</c:v>
                </c:pt>
                <c:pt idx="3274">
                  <c:v>22900</c:v>
                </c:pt>
                <c:pt idx="3275">
                  <c:v>22600</c:v>
                </c:pt>
                <c:pt idx="3276">
                  <c:v>22600</c:v>
                </c:pt>
                <c:pt idx="3277">
                  <c:v>22600</c:v>
                </c:pt>
                <c:pt idx="3278">
                  <c:v>22600</c:v>
                </c:pt>
                <c:pt idx="3279">
                  <c:v>22300</c:v>
                </c:pt>
                <c:pt idx="3280">
                  <c:v>21800</c:v>
                </c:pt>
                <c:pt idx="3281">
                  <c:v>21800</c:v>
                </c:pt>
                <c:pt idx="3282">
                  <c:v>21700</c:v>
                </c:pt>
                <c:pt idx="3283">
                  <c:v>21600</c:v>
                </c:pt>
                <c:pt idx="3284">
                  <c:v>21600</c:v>
                </c:pt>
                <c:pt idx="3285">
                  <c:v>21600</c:v>
                </c:pt>
                <c:pt idx="3286">
                  <c:v>21600</c:v>
                </c:pt>
                <c:pt idx="3287">
                  <c:v>21600</c:v>
                </c:pt>
                <c:pt idx="3288">
                  <c:v>21600</c:v>
                </c:pt>
                <c:pt idx="3289">
                  <c:v>21600</c:v>
                </c:pt>
                <c:pt idx="3290">
                  <c:v>21400</c:v>
                </c:pt>
                <c:pt idx="3291">
                  <c:v>21400</c:v>
                </c:pt>
                <c:pt idx="3292">
                  <c:v>21400</c:v>
                </c:pt>
                <c:pt idx="3293">
                  <c:v>21200</c:v>
                </c:pt>
                <c:pt idx="3294">
                  <c:v>21200</c:v>
                </c:pt>
                <c:pt idx="3295">
                  <c:v>21200</c:v>
                </c:pt>
                <c:pt idx="3296">
                  <c:v>20700</c:v>
                </c:pt>
                <c:pt idx="3297">
                  <c:v>20700</c:v>
                </c:pt>
                <c:pt idx="3298">
                  <c:v>20700</c:v>
                </c:pt>
                <c:pt idx="3299">
                  <c:v>20700</c:v>
                </c:pt>
                <c:pt idx="3300">
                  <c:v>20700</c:v>
                </c:pt>
                <c:pt idx="3301">
                  <c:v>20700</c:v>
                </c:pt>
                <c:pt idx="3302">
                  <c:v>20700</c:v>
                </c:pt>
                <c:pt idx="3303">
                  <c:v>20600</c:v>
                </c:pt>
                <c:pt idx="3304">
                  <c:v>20600</c:v>
                </c:pt>
                <c:pt idx="3305">
                  <c:v>20600</c:v>
                </c:pt>
                <c:pt idx="3306">
                  <c:v>20600</c:v>
                </c:pt>
                <c:pt idx="3307">
                  <c:v>20600</c:v>
                </c:pt>
                <c:pt idx="3308">
                  <c:v>20600</c:v>
                </c:pt>
                <c:pt idx="3309">
                  <c:v>20600</c:v>
                </c:pt>
                <c:pt idx="3310">
                  <c:v>20600</c:v>
                </c:pt>
                <c:pt idx="3311">
                  <c:v>20600</c:v>
                </c:pt>
                <c:pt idx="3312">
                  <c:v>20600</c:v>
                </c:pt>
                <c:pt idx="3313">
                  <c:v>20600</c:v>
                </c:pt>
                <c:pt idx="3314">
                  <c:v>20600</c:v>
                </c:pt>
                <c:pt idx="3315">
                  <c:v>20600</c:v>
                </c:pt>
                <c:pt idx="3316">
                  <c:v>20600</c:v>
                </c:pt>
                <c:pt idx="3317">
                  <c:v>20600</c:v>
                </c:pt>
                <c:pt idx="3318">
                  <c:v>20600</c:v>
                </c:pt>
                <c:pt idx="3319">
                  <c:v>20400</c:v>
                </c:pt>
                <c:pt idx="3320">
                  <c:v>20400</c:v>
                </c:pt>
                <c:pt idx="3321">
                  <c:v>20400</c:v>
                </c:pt>
                <c:pt idx="3322">
                  <c:v>20200</c:v>
                </c:pt>
                <c:pt idx="3323">
                  <c:v>20100</c:v>
                </c:pt>
                <c:pt idx="3324">
                  <c:v>20100</c:v>
                </c:pt>
                <c:pt idx="3325">
                  <c:v>20400</c:v>
                </c:pt>
                <c:pt idx="3326">
                  <c:v>20400</c:v>
                </c:pt>
                <c:pt idx="3327">
                  <c:v>20400</c:v>
                </c:pt>
                <c:pt idx="3328">
                  <c:v>20400</c:v>
                </c:pt>
                <c:pt idx="3329">
                  <c:v>20400</c:v>
                </c:pt>
                <c:pt idx="3330">
                  <c:v>20400</c:v>
                </c:pt>
                <c:pt idx="3331">
                  <c:v>20500</c:v>
                </c:pt>
                <c:pt idx="3332">
                  <c:v>20700</c:v>
                </c:pt>
                <c:pt idx="3333">
                  <c:v>20700</c:v>
                </c:pt>
                <c:pt idx="3334">
                  <c:v>20700</c:v>
                </c:pt>
                <c:pt idx="3335">
                  <c:v>20900</c:v>
                </c:pt>
                <c:pt idx="3336">
                  <c:v>20900</c:v>
                </c:pt>
                <c:pt idx="3337">
                  <c:v>20900</c:v>
                </c:pt>
                <c:pt idx="3338">
                  <c:v>20900</c:v>
                </c:pt>
                <c:pt idx="3339">
                  <c:v>20900</c:v>
                </c:pt>
                <c:pt idx="3340">
                  <c:v>20900</c:v>
                </c:pt>
                <c:pt idx="3341">
                  <c:v>20900</c:v>
                </c:pt>
                <c:pt idx="3342">
                  <c:v>20900</c:v>
                </c:pt>
                <c:pt idx="3343">
                  <c:v>20900</c:v>
                </c:pt>
                <c:pt idx="3344">
                  <c:v>20900</c:v>
                </c:pt>
                <c:pt idx="3345">
                  <c:v>20900</c:v>
                </c:pt>
                <c:pt idx="3346">
                  <c:v>21200</c:v>
                </c:pt>
                <c:pt idx="3347">
                  <c:v>21200</c:v>
                </c:pt>
                <c:pt idx="3348">
                  <c:v>21200</c:v>
                </c:pt>
                <c:pt idx="3349">
                  <c:v>20900</c:v>
                </c:pt>
                <c:pt idx="3350">
                  <c:v>21200</c:v>
                </c:pt>
                <c:pt idx="3351">
                  <c:v>21300</c:v>
                </c:pt>
                <c:pt idx="3352">
                  <c:v>21200</c:v>
                </c:pt>
                <c:pt idx="3353">
                  <c:v>21200</c:v>
                </c:pt>
                <c:pt idx="3354">
                  <c:v>21200</c:v>
                </c:pt>
                <c:pt idx="3355">
                  <c:v>21200</c:v>
                </c:pt>
                <c:pt idx="3356">
                  <c:v>21100</c:v>
                </c:pt>
                <c:pt idx="3357">
                  <c:v>21100</c:v>
                </c:pt>
                <c:pt idx="3358">
                  <c:v>21100</c:v>
                </c:pt>
                <c:pt idx="3359">
                  <c:v>21100</c:v>
                </c:pt>
                <c:pt idx="3360">
                  <c:v>20900</c:v>
                </c:pt>
                <c:pt idx="3361">
                  <c:v>20900</c:v>
                </c:pt>
                <c:pt idx="3362">
                  <c:v>20900</c:v>
                </c:pt>
                <c:pt idx="3363">
                  <c:v>21100</c:v>
                </c:pt>
                <c:pt idx="3364">
                  <c:v>21000</c:v>
                </c:pt>
                <c:pt idx="3365">
                  <c:v>20800</c:v>
                </c:pt>
                <c:pt idx="3366">
                  <c:v>21200</c:v>
                </c:pt>
                <c:pt idx="3367">
                  <c:v>21200</c:v>
                </c:pt>
                <c:pt idx="3368">
                  <c:v>21200</c:v>
                </c:pt>
                <c:pt idx="3369">
                  <c:v>21200</c:v>
                </c:pt>
                <c:pt idx="3370">
                  <c:v>21700</c:v>
                </c:pt>
                <c:pt idx="3371">
                  <c:v>21700</c:v>
                </c:pt>
                <c:pt idx="3372">
                  <c:v>21700</c:v>
                </c:pt>
                <c:pt idx="3373">
                  <c:v>22000</c:v>
                </c:pt>
                <c:pt idx="3374">
                  <c:v>22200</c:v>
                </c:pt>
                <c:pt idx="3375">
                  <c:v>22200</c:v>
                </c:pt>
                <c:pt idx="3376">
                  <c:v>22200</c:v>
                </c:pt>
                <c:pt idx="3377">
                  <c:v>22300</c:v>
                </c:pt>
                <c:pt idx="3378">
                  <c:v>22300</c:v>
                </c:pt>
                <c:pt idx="3379">
                  <c:v>22800</c:v>
                </c:pt>
                <c:pt idx="3380">
                  <c:v>22800</c:v>
                </c:pt>
                <c:pt idx="3381">
                  <c:v>23300</c:v>
                </c:pt>
                <c:pt idx="3382">
                  <c:v>23300</c:v>
                </c:pt>
                <c:pt idx="3383">
                  <c:v>23300</c:v>
                </c:pt>
                <c:pt idx="3384">
                  <c:v>23600</c:v>
                </c:pt>
                <c:pt idx="3385">
                  <c:v>23600</c:v>
                </c:pt>
                <c:pt idx="3386">
                  <c:v>23600</c:v>
                </c:pt>
                <c:pt idx="3387">
                  <c:v>23800</c:v>
                </c:pt>
                <c:pt idx="3388">
                  <c:v>24300</c:v>
                </c:pt>
                <c:pt idx="3389">
                  <c:v>24300</c:v>
                </c:pt>
                <c:pt idx="3390">
                  <c:v>24300</c:v>
                </c:pt>
                <c:pt idx="3391">
                  <c:v>24300</c:v>
                </c:pt>
                <c:pt idx="3392">
                  <c:v>25100</c:v>
                </c:pt>
                <c:pt idx="3393">
                  <c:v>25100</c:v>
                </c:pt>
                <c:pt idx="3394">
                  <c:v>25100</c:v>
                </c:pt>
                <c:pt idx="3395">
                  <c:v>24900</c:v>
                </c:pt>
                <c:pt idx="3396">
                  <c:v>24900</c:v>
                </c:pt>
                <c:pt idx="3397">
                  <c:v>24900</c:v>
                </c:pt>
                <c:pt idx="3398">
                  <c:v>24900</c:v>
                </c:pt>
                <c:pt idx="3399">
                  <c:v>25900</c:v>
                </c:pt>
                <c:pt idx="3400">
                  <c:v>26700</c:v>
                </c:pt>
                <c:pt idx="3401">
                  <c:v>26700</c:v>
                </c:pt>
                <c:pt idx="3402">
                  <c:v>26900</c:v>
                </c:pt>
                <c:pt idx="3403">
                  <c:v>26900</c:v>
                </c:pt>
                <c:pt idx="3404">
                  <c:v>26900</c:v>
                </c:pt>
                <c:pt idx="3405">
                  <c:v>26900</c:v>
                </c:pt>
                <c:pt idx="3406">
                  <c:v>26900</c:v>
                </c:pt>
                <c:pt idx="3407">
                  <c:v>26900</c:v>
                </c:pt>
                <c:pt idx="3408">
                  <c:v>26900</c:v>
                </c:pt>
                <c:pt idx="3409">
                  <c:v>26400</c:v>
                </c:pt>
                <c:pt idx="3410">
                  <c:v>26400</c:v>
                </c:pt>
                <c:pt idx="3411">
                  <c:v>26400</c:v>
                </c:pt>
                <c:pt idx="3412">
                  <c:v>27200</c:v>
                </c:pt>
                <c:pt idx="3413">
                  <c:v>27700</c:v>
                </c:pt>
                <c:pt idx="3414">
                  <c:v>27700</c:v>
                </c:pt>
                <c:pt idx="3415">
                  <c:v>28700</c:v>
                </c:pt>
                <c:pt idx="3416">
                  <c:v>29400</c:v>
                </c:pt>
                <c:pt idx="3417">
                  <c:v>29400</c:v>
                </c:pt>
                <c:pt idx="3418">
                  <c:v>29400</c:v>
                </c:pt>
                <c:pt idx="3419">
                  <c:v>29400</c:v>
                </c:pt>
                <c:pt idx="3420">
                  <c:v>29500</c:v>
                </c:pt>
                <c:pt idx="3421">
                  <c:v>29500</c:v>
                </c:pt>
                <c:pt idx="3422">
                  <c:v>29500</c:v>
                </c:pt>
                <c:pt idx="3423">
                  <c:v>29600</c:v>
                </c:pt>
                <c:pt idx="3424">
                  <c:v>29600</c:v>
                </c:pt>
                <c:pt idx="3425">
                  <c:v>29700</c:v>
                </c:pt>
                <c:pt idx="3426">
                  <c:v>29900</c:v>
                </c:pt>
                <c:pt idx="3427">
                  <c:v>30300</c:v>
                </c:pt>
                <c:pt idx="3428">
                  <c:v>30300</c:v>
                </c:pt>
                <c:pt idx="3429">
                  <c:v>30600</c:v>
                </c:pt>
                <c:pt idx="3430">
                  <c:v>30600</c:v>
                </c:pt>
                <c:pt idx="3431">
                  <c:v>30600</c:v>
                </c:pt>
                <c:pt idx="3432">
                  <c:v>30600</c:v>
                </c:pt>
                <c:pt idx="3433">
                  <c:v>30600</c:v>
                </c:pt>
                <c:pt idx="3434">
                  <c:v>30600</c:v>
                </c:pt>
                <c:pt idx="3435">
                  <c:v>30600</c:v>
                </c:pt>
                <c:pt idx="3436">
                  <c:v>30600</c:v>
                </c:pt>
                <c:pt idx="3437">
                  <c:v>30800</c:v>
                </c:pt>
                <c:pt idx="3438">
                  <c:v>31800</c:v>
                </c:pt>
                <c:pt idx="3439">
                  <c:v>31800</c:v>
                </c:pt>
                <c:pt idx="3440">
                  <c:v>31800</c:v>
                </c:pt>
                <c:pt idx="3441">
                  <c:v>31800</c:v>
                </c:pt>
                <c:pt idx="3442">
                  <c:v>31800</c:v>
                </c:pt>
                <c:pt idx="3443">
                  <c:v>32100</c:v>
                </c:pt>
                <c:pt idx="3444">
                  <c:v>32100</c:v>
                </c:pt>
                <c:pt idx="3445">
                  <c:v>32100</c:v>
                </c:pt>
                <c:pt idx="3446">
                  <c:v>32100</c:v>
                </c:pt>
                <c:pt idx="3447">
                  <c:v>32100</c:v>
                </c:pt>
                <c:pt idx="3448">
                  <c:v>32100</c:v>
                </c:pt>
                <c:pt idx="3449">
                  <c:v>32100</c:v>
                </c:pt>
                <c:pt idx="3450">
                  <c:v>32400</c:v>
                </c:pt>
                <c:pt idx="3451">
                  <c:v>32400</c:v>
                </c:pt>
                <c:pt idx="3452">
                  <c:v>32400</c:v>
                </c:pt>
                <c:pt idx="3453">
                  <c:v>32400</c:v>
                </c:pt>
                <c:pt idx="3454">
                  <c:v>32400</c:v>
                </c:pt>
                <c:pt idx="3455">
                  <c:v>32100</c:v>
                </c:pt>
                <c:pt idx="3456">
                  <c:v>32100</c:v>
                </c:pt>
                <c:pt idx="3457">
                  <c:v>32100</c:v>
                </c:pt>
                <c:pt idx="3458">
                  <c:v>32100</c:v>
                </c:pt>
                <c:pt idx="3459">
                  <c:v>32100</c:v>
                </c:pt>
                <c:pt idx="3460">
                  <c:v>32100</c:v>
                </c:pt>
                <c:pt idx="3461">
                  <c:v>32200</c:v>
                </c:pt>
                <c:pt idx="3462">
                  <c:v>31900</c:v>
                </c:pt>
                <c:pt idx="3463">
                  <c:v>31400</c:v>
                </c:pt>
                <c:pt idx="3464">
                  <c:v>31000</c:v>
                </c:pt>
                <c:pt idx="3465">
                  <c:v>31000</c:v>
                </c:pt>
                <c:pt idx="3466">
                  <c:v>31000</c:v>
                </c:pt>
                <c:pt idx="3467">
                  <c:v>31000</c:v>
                </c:pt>
                <c:pt idx="3468">
                  <c:v>31000</c:v>
                </c:pt>
                <c:pt idx="3469">
                  <c:v>30300</c:v>
                </c:pt>
                <c:pt idx="3470">
                  <c:v>30300</c:v>
                </c:pt>
                <c:pt idx="3471">
                  <c:v>30300</c:v>
                </c:pt>
                <c:pt idx="3472">
                  <c:v>30300</c:v>
                </c:pt>
                <c:pt idx="3473">
                  <c:v>30300</c:v>
                </c:pt>
                <c:pt idx="3474">
                  <c:v>30300</c:v>
                </c:pt>
                <c:pt idx="3475">
                  <c:v>30000</c:v>
                </c:pt>
                <c:pt idx="3476">
                  <c:v>29600</c:v>
                </c:pt>
                <c:pt idx="3477">
                  <c:v>29700</c:v>
                </c:pt>
                <c:pt idx="3478">
                  <c:v>29900</c:v>
                </c:pt>
                <c:pt idx="3479">
                  <c:v>29900</c:v>
                </c:pt>
                <c:pt idx="3480">
                  <c:v>29900</c:v>
                </c:pt>
                <c:pt idx="3481">
                  <c:v>29900</c:v>
                </c:pt>
                <c:pt idx="3482">
                  <c:v>29900</c:v>
                </c:pt>
                <c:pt idx="3483">
                  <c:v>29600</c:v>
                </c:pt>
                <c:pt idx="3484">
                  <c:v>29600</c:v>
                </c:pt>
                <c:pt idx="3485">
                  <c:v>29600</c:v>
                </c:pt>
                <c:pt idx="3486">
                  <c:v>29400</c:v>
                </c:pt>
                <c:pt idx="3487">
                  <c:v>29400</c:v>
                </c:pt>
                <c:pt idx="3488">
                  <c:v>29400</c:v>
                </c:pt>
                <c:pt idx="3489">
                  <c:v>29400</c:v>
                </c:pt>
                <c:pt idx="3490">
                  <c:v>29400</c:v>
                </c:pt>
                <c:pt idx="3491">
                  <c:v>29400</c:v>
                </c:pt>
                <c:pt idx="3492">
                  <c:v>28900</c:v>
                </c:pt>
                <c:pt idx="3493">
                  <c:v>28700</c:v>
                </c:pt>
                <c:pt idx="3494">
                  <c:v>28700</c:v>
                </c:pt>
                <c:pt idx="3495">
                  <c:v>28700</c:v>
                </c:pt>
                <c:pt idx="3496">
                  <c:v>28500</c:v>
                </c:pt>
                <c:pt idx="3497">
                  <c:v>28300</c:v>
                </c:pt>
                <c:pt idx="3498">
                  <c:v>27900</c:v>
                </c:pt>
                <c:pt idx="3499">
                  <c:v>27700</c:v>
                </c:pt>
                <c:pt idx="3500">
                  <c:v>27400</c:v>
                </c:pt>
                <c:pt idx="3501">
                  <c:v>27400</c:v>
                </c:pt>
                <c:pt idx="3502">
                  <c:v>27400</c:v>
                </c:pt>
                <c:pt idx="3503">
                  <c:v>27100</c:v>
                </c:pt>
                <c:pt idx="3504">
                  <c:v>26700</c:v>
                </c:pt>
                <c:pt idx="3505">
                  <c:v>26700</c:v>
                </c:pt>
                <c:pt idx="3506">
                  <c:v>26600</c:v>
                </c:pt>
                <c:pt idx="3507">
                  <c:v>26600</c:v>
                </c:pt>
                <c:pt idx="3508">
                  <c:v>26600</c:v>
                </c:pt>
                <c:pt idx="3509">
                  <c:v>26600</c:v>
                </c:pt>
                <c:pt idx="3510">
                  <c:v>26600</c:v>
                </c:pt>
                <c:pt idx="3511">
                  <c:v>26600</c:v>
                </c:pt>
                <c:pt idx="3512">
                  <c:v>26400</c:v>
                </c:pt>
                <c:pt idx="3513">
                  <c:v>26400</c:v>
                </c:pt>
                <c:pt idx="3514">
                  <c:v>26400</c:v>
                </c:pt>
                <c:pt idx="3515">
                  <c:v>26400</c:v>
                </c:pt>
                <c:pt idx="3516">
                  <c:v>26400</c:v>
                </c:pt>
                <c:pt idx="3517">
                  <c:v>26100</c:v>
                </c:pt>
                <c:pt idx="3518">
                  <c:v>26100</c:v>
                </c:pt>
                <c:pt idx="3519">
                  <c:v>26100</c:v>
                </c:pt>
                <c:pt idx="3520">
                  <c:v>26000</c:v>
                </c:pt>
                <c:pt idx="3521">
                  <c:v>25900</c:v>
                </c:pt>
                <c:pt idx="3522">
                  <c:v>25900</c:v>
                </c:pt>
                <c:pt idx="3523">
                  <c:v>25900</c:v>
                </c:pt>
                <c:pt idx="3524">
                  <c:v>25800</c:v>
                </c:pt>
                <c:pt idx="3525">
                  <c:v>25600</c:v>
                </c:pt>
                <c:pt idx="3526">
                  <c:v>25100</c:v>
                </c:pt>
                <c:pt idx="3527">
                  <c:v>25100</c:v>
                </c:pt>
                <c:pt idx="3528">
                  <c:v>24900</c:v>
                </c:pt>
                <c:pt idx="3529">
                  <c:v>24900</c:v>
                </c:pt>
                <c:pt idx="3530">
                  <c:v>24900</c:v>
                </c:pt>
                <c:pt idx="3531">
                  <c:v>24800</c:v>
                </c:pt>
                <c:pt idx="3532">
                  <c:v>24800</c:v>
                </c:pt>
                <c:pt idx="3533">
                  <c:v>25000</c:v>
                </c:pt>
                <c:pt idx="3534">
                  <c:v>25000</c:v>
                </c:pt>
                <c:pt idx="3535">
                  <c:v>25000</c:v>
                </c:pt>
                <c:pt idx="3536">
                  <c:v>25000</c:v>
                </c:pt>
                <c:pt idx="3537">
                  <c:v>25000</c:v>
                </c:pt>
                <c:pt idx="3538">
                  <c:v>25000</c:v>
                </c:pt>
                <c:pt idx="3539">
                  <c:v>24800</c:v>
                </c:pt>
                <c:pt idx="3540">
                  <c:v>24800</c:v>
                </c:pt>
                <c:pt idx="3541">
                  <c:v>25100</c:v>
                </c:pt>
                <c:pt idx="3542">
                  <c:v>25100</c:v>
                </c:pt>
                <c:pt idx="3543">
                  <c:v>25100</c:v>
                </c:pt>
                <c:pt idx="3544">
                  <c:v>25100</c:v>
                </c:pt>
                <c:pt idx="3545">
                  <c:v>25300</c:v>
                </c:pt>
                <c:pt idx="3546">
                  <c:v>25200</c:v>
                </c:pt>
                <c:pt idx="3547">
                  <c:v>25200</c:v>
                </c:pt>
                <c:pt idx="3548">
                  <c:v>25200</c:v>
                </c:pt>
                <c:pt idx="3549">
                  <c:v>25200</c:v>
                </c:pt>
                <c:pt idx="3550">
                  <c:v>25200</c:v>
                </c:pt>
                <c:pt idx="3551">
                  <c:v>25300</c:v>
                </c:pt>
                <c:pt idx="3552">
                  <c:v>25300</c:v>
                </c:pt>
                <c:pt idx="3553">
                  <c:v>25500</c:v>
                </c:pt>
                <c:pt idx="3554">
                  <c:v>25400</c:v>
                </c:pt>
                <c:pt idx="3555">
                  <c:v>25400</c:v>
                </c:pt>
                <c:pt idx="3556">
                  <c:v>25400</c:v>
                </c:pt>
                <c:pt idx="3557">
                  <c:v>25400</c:v>
                </c:pt>
                <c:pt idx="3558">
                  <c:v>25400</c:v>
                </c:pt>
                <c:pt idx="3559">
                  <c:v>25400</c:v>
                </c:pt>
                <c:pt idx="3560">
                  <c:v>25300</c:v>
                </c:pt>
                <c:pt idx="3561">
                  <c:v>25200</c:v>
                </c:pt>
                <c:pt idx="3562">
                  <c:v>25200</c:v>
                </c:pt>
                <c:pt idx="3563">
                  <c:v>25200</c:v>
                </c:pt>
                <c:pt idx="3564">
                  <c:v>25200</c:v>
                </c:pt>
                <c:pt idx="3565">
                  <c:v>25200</c:v>
                </c:pt>
                <c:pt idx="3566">
                  <c:v>25200</c:v>
                </c:pt>
                <c:pt idx="3567">
                  <c:v>25300</c:v>
                </c:pt>
                <c:pt idx="3568">
                  <c:v>25300</c:v>
                </c:pt>
                <c:pt idx="3569">
                  <c:v>25300</c:v>
                </c:pt>
                <c:pt idx="3570">
                  <c:v>25300</c:v>
                </c:pt>
                <c:pt idx="3571">
                  <c:v>25300</c:v>
                </c:pt>
                <c:pt idx="3572">
                  <c:v>25300</c:v>
                </c:pt>
                <c:pt idx="3573">
                  <c:v>25300</c:v>
                </c:pt>
                <c:pt idx="3574">
                  <c:v>25400</c:v>
                </c:pt>
                <c:pt idx="3575">
                  <c:v>25400</c:v>
                </c:pt>
                <c:pt idx="3576">
                  <c:v>25500</c:v>
                </c:pt>
                <c:pt idx="3577">
                  <c:v>25600</c:v>
                </c:pt>
                <c:pt idx="3578">
                  <c:v>25600</c:v>
                </c:pt>
                <c:pt idx="3579">
                  <c:v>25600</c:v>
                </c:pt>
                <c:pt idx="3580">
                  <c:v>26100</c:v>
                </c:pt>
                <c:pt idx="3581">
                  <c:v>26100</c:v>
                </c:pt>
                <c:pt idx="3582">
                  <c:v>26100</c:v>
                </c:pt>
                <c:pt idx="3583">
                  <c:v>26100</c:v>
                </c:pt>
                <c:pt idx="3584">
                  <c:v>26100</c:v>
                </c:pt>
                <c:pt idx="3585">
                  <c:v>26100</c:v>
                </c:pt>
                <c:pt idx="3586">
                  <c:v>26100</c:v>
                </c:pt>
                <c:pt idx="3587">
                  <c:v>25900</c:v>
                </c:pt>
                <c:pt idx="3588">
                  <c:v>25900</c:v>
                </c:pt>
                <c:pt idx="3589">
                  <c:v>25900</c:v>
                </c:pt>
                <c:pt idx="3590">
                  <c:v>25900</c:v>
                </c:pt>
                <c:pt idx="3591">
                  <c:v>25900</c:v>
                </c:pt>
                <c:pt idx="3592">
                  <c:v>25900</c:v>
                </c:pt>
                <c:pt idx="3593">
                  <c:v>25900</c:v>
                </c:pt>
                <c:pt idx="3594">
                  <c:v>25900</c:v>
                </c:pt>
                <c:pt idx="3595">
                  <c:v>25900</c:v>
                </c:pt>
                <c:pt idx="3596">
                  <c:v>25900</c:v>
                </c:pt>
                <c:pt idx="3597">
                  <c:v>25600</c:v>
                </c:pt>
                <c:pt idx="3598">
                  <c:v>25600</c:v>
                </c:pt>
                <c:pt idx="3599">
                  <c:v>25600</c:v>
                </c:pt>
                <c:pt idx="3600">
                  <c:v>25600</c:v>
                </c:pt>
                <c:pt idx="3601">
                  <c:v>25600</c:v>
                </c:pt>
                <c:pt idx="3602">
                  <c:v>24600</c:v>
                </c:pt>
                <c:pt idx="3603">
                  <c:v>24600</c:v>
                </c:pt>
                <c:pt idx="3604">
                  <c:v>24500</c:v>
                </c:pt>
                <c:pt idx="3605">
                  <c:v>24300</c:v>
                </c:pt>
                <c:pt idx="3606">
                  <c:v>24300</c:v>
                </c:pt>
                <c:pt idx="3607">
                  <c:v>24300</c:v>
                </c:pt>
                <c:pt idx="3608">
                  <c:v>23200</c:v>
                </c:pt>
                <c:pt idx="3609">
                  <c:v>22500</c:v>
                </c:pt>
                <c:pt idx="3610">
                  <c:v>22500</c:v>
                </c:pt>
                <c:pt idx="3611">
                  <c:v>21600</c:v>
                </c:pt>
                <c:pt idx="3612">
                  <c:v>21600</c:v>
                </c:pt>
                <c:pt idx="3613">
                  <c:v>21400</c:v>
                </c:pt>
                <c:pt idx="3614">
                  <c:v>21400</c:v>
                </c:pt>
                <c:pt idx="3615">
                  <c:v>21400</c:v>
                </c:pt>
                <c:pt idx="3616">
                  <c:v>21400</c:v>
                </c:pt>
                <c:pt idx="3617">
                  <c:v>21300</c:v>
                </c:pt>
                <c:pt idx="3618">
                  <c:v>21200</c:v>
                </c:pt>
                <c:pt idx="3619">
                  <c:v>21100</c:v>
                </c:pt>
                <c:pt idx="3620">
                  <c:v>21100</c:v>
                </c:pt>
                <c:pt idx="3621">
                  <c:v>21100</c:v>
                </c:pt>
                <c:pt idx="3622">
                  <c:v>21000</c:v>
                </c:pt>
                <c:pt idx="3623">
                  <c:v>20900</c:v>
                </c:pt>
                <c:pt idx="3624">
                  <c:v>20900</c:v>
                </c:pt>
                <c:pt idx="3625">
                  <c:v>20600</c:v>
                </c:pt>
                <c:pt idx="3626">
                  <c:v>20500</c:v>
                </c:pt>
                <c:pt idx="3627">
                  <c:v>20500</c:v>
                </c:pt>
                <c:pt idx="3628">
                  <c:v>20500</c:v>
                </c:pt>
                <c:pt idx="3629">
                  <c:v>20500</c:v>
                </c:pt>
                <c:pt idx="3630">
                  <c:v>20400</c:v>
                </c:pt>
                <c:pt idx="3631">
                  <c:v>20400</c:v>
                </c:pt>
                <c:pt idx="3632">
                  <c:v>20100</c:v>
                </c:pt>
                <c:pt idx="3633">
                  <c:v>19500</c:v>
                </c:pt>
                <c:pt idx="3634">
                  <c:v>19500</c:v>
                </c:pt>
                <c:pt idx="3635">
                  <c:v>19500</c:v>
                </c:pt>
                <c:pt idx="3636">
                  <c:v>19500</c:v>
                </c:pt>
                <c:pt idx="3637">
                  <c:v>18300</c:v>
                </c:pt>
                <c:pt idx="3638">
                  <c:v>18300</c:v>
                </c:pt>
                <c:pt idx="3639">
                  <c:v>18500</c:v>
                </c:pt>
                <c:pt idx="3640">
                  <c:v>18500</c:v>
                </c:pt>
                <c:pt idx="3641">
                  <c:v>18500</c:v>
                </c:pt>
                <c:pt idx="3642">
                  <c:v>18500</c:v>
                </c:pt>
                <c:pt idx="3643">
                  <c:v>18500</c:v>
                </c:pt>
                <c:pt idx="3644">
                  <c:v>18300</c:v>
                </c:pt>
                <c:pt idx="3645">
                  <c:v>18300</c:v>
                </c:pt>
                <c:pt idx="3646">
                  <c:v>18300</c:v>
                </c:pt>
                <c:pt idx="3647">
                  <c:v>18400</c:v>
                </c:pt>
                <c:pt idx="3648">
                  <c:v>18400</c:v>
                </c:pt>
                <c:pt idx="3649">
                  <c:v>18400</c:v>
                </c:pt>
                <c:pt idx="3650">
                  <c:v>18500</c:v>
                </c:pt>
                <c:pt idx="3651">
                  <c:v>18500</c:v>
                </c:pt>
                <c:pt idx="3652">
                  <c:v>18500</c:v>
                </c:pt>
                <c:pt idx="3653">
                  <c:v>18500</c:v>
                </c:pt>
                <c:pt idx="3654">
                  <c:v>18600</c:v>
                </c:pt>
                <c:pt idx="3655">
                  <c:v>18600</c:v>
                </c:pt>
                <c:pt idx="3656">
                  <c:v>18600</c:v>
                </c:pt>
                <c:pt idx="3657">
                  <c:v>18900</c:v>
                </c:pt>
                <c:pt idx="3658">
                  <c:v>19200</c:v>
                </c:pt>
                <c:pt idx="3659">
                  <c:v>19300</c:v>
                </c:pt>
                <c:pt idx="3660">
                  <c:v>19600</c:v>
                </c:pt>
                <c:pt idx="3661">
                  <c:v>19600</c:v>
                </c:pt>
                <c:pt idx="3662">
                  <c:v>19700</c:v>
                </c:pt>
                <c:pt idx="3663">
                  <c:v>19700</c:v>
                </c:pt>
                <c:pt idx="3664">
                  <c:v>19700</c:v>
                </c:pt>
                <c:pt idx="3665">
                  <c:v>19700</c:v>
                </c:pt>
                <c:pt idx="3666">
                  <c:v>19700</c:v>
                </c:pt>
                <c:pt idx="3667">
                  <c:v>19700</c:v>
                </c:pt>
                <c:pt idx="3668">
                  <c:v>19700</c:v>
                </c:pt>
                <c:pt idx="3669">
                  <c:v>19700</c:v>
                </c:pt>
                <c:pt idx="3670">
                  <c:v>19700</c:v>
                </c:pt>
                <c:pt idx="3671">
                  <c:v>19700</c:v>
                </c:pt>
                <c:pt idx="3672">
                  <c:v>19700</c:v>
                </c:pt>
                <c:pt idx="3673">
                  <c:v>19700</c:v>
                </c:pt>
                <c:pt idx="3674">
                  <c:v>19700</c:v>
                </c:pt>
                <c:pt idx="3675">
                  <c:v>19700</c:v>
                </c:pt>
                <c:pt idx="3676">
                  <c:v>19700</c:v>
                </c:pt>
                <c:pt idx="3677">
                  <c:v>19700</c:v>
                </c:pt>
                <c:pt idx="3678">
                  <c:v>20100</c:v>
                </c:pt>
                <c:pt idx="3679">
                  <c:v>20200</c:v>
                </c:pt>
                <c:pt idx="3680">
                  <c:v>20200</c:v>
                </c:pt>
                <c:pt idx="3681">
                  <c:v>20300</c:v>
                </c:pt>
                <c:pt idx="3682">
                  <c:v>20300</c:v>
                </c:pt>
                <c:pt idx="3683">
                  <c:v>20300</c:v>
                </c:pt>
                <c:pt idx="3684">
                  <c:v>20300</c:v>
                </c:pt>
                <c:pt idx="3685">
                  <c:v>20500</c:v>
                </c:pt>
                <c:pt idx="3686">
                  <c:v>20800</c:v>
                </c:pt>
                <c:pt idx="3687">
                  <c:v>20800</c:v>
                </c:pt>
                <c:pt idx="3688">
                  <c:v>20900</c:v>
                </c:pt>
                <c:pt idx="3689">
                  <c:v>20900</c:v>
                </c:pt>
                <c:pt idx="3690">
                  <c:v>20900</c:v>
                </c:pt>
                <c:pt idx="3691">
                  <c:v>20900</c:v>
                </c:pt>
                <c:pt idx="3692">
                  <c:v>21000</c:v>
                </c:pt>
                <c:pt idx="3693">
                  <c:v>21400</c:v>
                </c:pt>
                <c:pt idx="3694">
                  <c:v>21400</c:v>
                </c:pt>
                <c:pt idx="3695">
                  <c:v>21500</c:v>
                </c:pt>
                <c:pt idx="3696">
                  <c:v>21500</c:v>
                </c:pt>
                <c:pt idx="3697">
                  <c:v>21500</c:v>
                </c:pt>
                <c:pt idx="3698">
                  <c:v>21500</c:v>
                </c:pt>
                <c:pt idx="3699">
                  <c:v>21600</c:v>
                </c:pt>
                <c:pt idx="3700">
                  <c:v>22200</c:v>
                </c:pt>
                <c:pt idx="3701">
                  <c:v>22300</c:v>
                </c:pt>
                <c:pt idx="3702">
                  <c:v>22200</c:v>
                </c:pt>
                <c:pt idx="3703">
                  <c:v>22200</c:v>
                </c:pt>
                <c:pt idx="3704">
                  <c:v>22200</c:v>
                </c:pt>
                <c:pt idx="3705">
                  <c:v>22200</c:v>
                </c:pt>
                <c:pt idx="3706">
                  <c:v>22000</c:v>
                </c:pt>
                <c:pt idx="3707">
                  <c:v>22000</c:v>
                </c:pt>
                <c:pt idx="3708">
                  <c:v>22000</c:v>
                </c:pt>
                <c:pt idx="3709">
                  <c:v>22000</c:v>
                </c:pt>
                <c:pt idx="3710">
                  <c:v>22000</c:v>
                </c:pt>
                <c:pt idx="3711">
                  <c:v>22000</c:v>
                </c:pt>
                <c:pt idx="3712">
                  <c:v>21800</c:v>
                </c:pt>
                <c:pt idx="3713">
                  <c:v>21800</c:v>
                </c:pt>
                <c:pt idx="3714">
                  <c:v>21700</c:v>
                </c:pt>
                <c:pt idx="3715">
                  <c:v>21700</c:v>
                </c:pt>
                <c:pt idx="3716">
                  <c:v>21700</c:v>
                </c:pt>
                <c:pt idx="3717">
                  <c:v>21800</c:v>
                </c:pt>
                <c:pt idx="3718">
                  <c:v>21800</c:v>
                </c:pt>
                <c:pt idx="3719">
                  <c:v>21800</c:v>
                </c:pt>
                <c:pt idx="3720">
                  <c:v>21800</c:v>
                </c:pt>
                <c:pt idx="3721">
                  <c:v>21800</c:v>
                </c:pt>
                <c:pt idx="3722">
                  <c:v>21800</c:v>
                </c:pt>
                <c:pt idx="3723">
                  <c:v>22000</c:v>
                </c:pt>
                <c:pt idx="3724">
                  <c:v>21800</c:v>
                </c:pt>
                <c:pt idx="3725">
                  <c:v>21800</c:v>
                </c:pt>
                <c:pt idx="3726">
                  <c:v>21800</c:v>
                </c:pt>
                <c:pt idx="3727">
                  <c:v>22300</c:v>
                </c:pt>
                <c:pt idx="3728">
                  <c:v>22200</c:v>
                </c:pt>
                <c:pt idx="3729">
                  <c:v>22200</c:v>
                </c:pt>
                <c:pt idx="3730">
                  <c:v>22200</c:v>
                </c:pt>
                <c:pt idx="3731">
                  <c:v>22200</c:v>
                </c:pt>
                <c:pt idx="3732">
                  <c:v>22200</c:v>
                </c:pt>
                <c:pt idx="3733">
                  <c:v>22200</c:v>
                </c:pt>
                <c:pt idx="3734">
                  <c:v>22100</c:v>
                </c:pt>
                <c:pt idx="3735">
                  <c:v>21900</c:v>
                </c:pt>
                <c:pt idx="3736">
                  <c:v>21700</c:v>
                </c:pt>
                <c:pt idx="3737">
                  <c:v>21600</c:v>
                </c:pt>
                <c:pt idx="3738">
                  <c:v>21600</c:v>
                </c:pt>
                <c:pt idx="3739">
                  <c:v>21600</c:v>
                </c:pt>
                <c:pt idx="3740">
                  <c:v>21600</c:v>
                </c:pt>
                <c:pt idx="3741">
                  <c:v>21600</c:v>
                </c:pt>
                <c:pt idx="3742">
                  <c:v>21600</c:v>
                </c:pt>
                <c:pt idx="3743">
                  <c:v>21500</c:v>
                </c:pt>
                <c:pt idx="3744">
                  <c:v>21400</c:v>
                </c:pt>
                <c:pt idx="3745">
                  <c:v>21300</c:v>
                </c:pt>
                <c:pt idx="3746">
                  <c:v>21300</c:v>
                </c:pt>
                <c:pt idx="3747">
                  <c:v>21300</c:v>
                </c:pt>
                <c:pt idx="3748">
                  <c:v>21300</c:v>
                </c:pt>
                <c:pt idx="3749">
                  <c:v>21300</c:v>
                </c:pt>
                <c:pt idx="3750">
                  <c:v>21300</c:v>
                </c:pt>
                <c:pt idx="3751">
                  <c:v>21400</c:v>
                </c:pt>
                <c:pt idx="3752">
                  <c:v>21400</c:v>
                </c:pt>
                <c:pt idx="3753">
                  <c:v>21400</c:v>
                </c:pt>
                <c:pt idx="3754">
                  <c:v>21400</c:v>
                </c:pt>
                <c:pt idx="3755">
                  <c:v>21400</c:v>
                </c:pt>
                <c:pt idx="3756">
                  <c:v>21200</c:v>
                </c:pt>
                <c:pt idx="3757">
                  <c:v>21000</c:v>
                </c:pt>
                <c:pt idx="3758">
                  <c:v>21000</c:v>
                </c:pt>
                <c:pt idx="3759">
                  <c:v>21000</c:v>
                </c:pt>
                <c:pt idx="3760">
                  <c:v>21000</c:v>
                </c:pt>
                <c:pt idx="3761">
                  <c:v>21000</c:v>
                </c:pt>
                <c:pt idx="3762">
                  <c:v>20900</c:v>
                </c:pt>
                <c:pt idx="3763">
                  <c:v>20900</c:v>
                </c:pt>
                <c:pt idx="3764">
                  <c:v>20900</c:v>
                </c:pt>
                <c:pt idx="3765">
                  <c:v>20900</c:v>
                </c:pt>
                <c:pt idx="3766">
                  <c:v>21000</c:v>
                </c:pt>
                <c:pt idx="3767">
                  <c:v>21000</c:v>
                </c:pt>
                <c:pt idx="3768">
                  <c:v>21000</c:v>
                </c:pt>
                <c:pt idx="3769">
                  <c:v>21000</c:v>
                </c:pt>
                <c:pt idx="3770">
                  <c:v>21000</c:v>
                </c:pt>
                <c:pt idx="3771">
                  <c:v>21000</c:v>
                </c:pt>
                <c:pt idx="3772">
                  <c:v>21000</c:v>
                </c:pt>
                <c:pt idx="3773">
                  <c:v>21000</c:v>
                </c:pt>
                <c:pt idx="3774">
                  <c:v>21000</c:v>
                </c:pt>
                <c:pt idx="3775">
                  <c:v>21000</c:v>
                </c:pt>
                <c:pt idx="3776">
                  <c:v>21000</c:v>
                </c:pt>
                <c:pt idx="3777">
                  <c:v>21000</c:v>
                </c:pt>
                <c:pt idx="3778">
                  <c:v>21000</c:v>
                </c:pt>
                <c:pt idx="3779">
                  <c:v>21000</c:v>
                </c:pt>
                <c:pt idx="3780">
                  <c:v>21000</c:v>
                </c:pt>
                <c:pt idx="3781">
                  <c:v>21000</c:v>
                </c:pt>
                <c:pt idx="3782">
                  <c:v>21000</c:v>
                </c:pt>
                <c:pt idx="3783">
                  <c:v>21000</c:v>
                </c:pt>
                <c:pt idx="3784">
                  <c:v>21000</c:v>
                </c:pt>
                <c:pt idx="3785">
                  <c:v>21000</c:v>
                </c:pt>
                <c:pt idx="3786">
                  <c:v>21000</c:v>
                </c:pt>
                <c:pt idx="3787">
                  <c:v>21000</c:v>
                </c:pt>
                <c:pt idx="3788">
                  <c:v>21000</c:v>
                </c:pt>
                <c:pt idx="3789">
                  <c:v>21000</c:v>
                </c:pt>
                <c:pt idx="3790">
                  <c:v>21000</c:v>
                </c:pt>
                <c:pt idx="3791">
                  <c:v>21000</c:v>
                </c:pt>
                <c:pt idx="3792">
                  <c:v>21000</c:v>
                </c:pt>
                <c:pt idx="3793">
                  <c:v>21000</c:v>
                </c:pt>
                <c:pt idx="3794">
                  <c:v>21000</c:v>
                </c:pt>
                <c:pt idx="3795">
                  <c:v>21000</c:v>
                </c:pt>
                <c:pt idx="3796">
                  <c:v>21000</c:v>
                </c:pt>
                <c:pt idx="3797">
                  <c:v>21000</c:v>
                </c:pt>
                <c:pt idx="3798">
                  <c:v>21000</c:v>
                </c:pt>
                <c:pt idx="3799">
                  <c:v>21000</c:v>
                </c:pt>
                <c:pt idx="3800">
                  <c:v>21000</c:v>
                </c:pt>
                <c:pt idx="3801">
                  <c:v>21000</c:v>
                </c:pt>
                <c:pt idx="3802">
                  <c:v>21000</c:v>
                </c:pt>
                <c:pt idx="3803">
                  <c:v>21000</c:v>
                </c:pt>
                <c:pt idx="3804">
                  <c:v>21000</c:v>
                </c:pt>
                <c:pt idx="3805">
                  <c:v>21000</c:v>
                </c:pt>
                <c:pt idx="3806">
                  <c:v>20600</c:v>
                </c:pt>
                <c:pt idx="3807">
                  <c:v>20600</c:v>
                </c:pt>
                <c:pt idx="3808">
                  <c:v>20600</c:v>
                </c:pt>
                <c:pt idx="3809">
                  <c:v>20600</c:v>
                </c:pt>
                <c:pt idx="3810">
                  <c:v>20600</c:v>
                </c:pt>
                <c:pt idx="3811">
                  <c:v>20400</c:v>
                </c:pt>
                <c:pt idx="3812">
                  <c:v>19900</c:v>
                </c:pt>
                <c:pt idx="3813">
                  <c:v>19600</c:v>
                </c:pt>
                <c:pt idx="3814">
                  <c:v>19300</c:v>
                </c:pt>
                <c:pt idx="3815">
                  <c:v>18600</c:v>
                </c:pt>
                <c:pt idx="3816">
                  <c:v>18600</c:v>
                </c:pt>
                <c:pt idx="3817">
                  <c:v>18600</c:v>
                </c:pt>
                <c:pt idx="3818">
                  <c:v>18700</c:v>
                </c:pt>
                <c:pt idx="3819">
                  <c:v>18200</c:v>
                </c:pt>
                <c:pt idx="3820">
                  <c:v>18200</c:v>
                </c:pt>
                <c:pt idx="3821">
                  <c:v>17700</c:v>
                </c:pt>
                <c:pt idx="3822">
                  <c:v>17200</c:v>
                </c:pt>
                <c:pt idx="3823">
                  <c:v>17200</c:v>
                </c:pt>
                <c:pt idx="3824">
                  <c:v>17200</c:v>
                </c:pt>
                <c:pt idx="3825">
                  <c:v>16400</c:v>
                </c:pt>
                <c:pt idx="3826">
                  <c:v>16300</c:v>
                </c:pt>
                <c:pt idx="3827">
                  <c:v>16400</c:v>
                </c:pt>
                <c:pt idx="3828">
                  <c:v>16500</c:v>
                </c:pt>
                <c:pt idx="3829">
                  <c:v>16000</c:v>
                </c:pt>
                <c:pt idx="3830">
                  <c:v>16000</c:v>
                </c:pt>
                <c:pt idx="3831">
                  <c:v>16000</c:v>
                </c:pt>
                <c:pt idx="3832">
                  <c:v>15800</c:v>
                </c:pt>
                <c:pt idx="3833">
                  <c:v>16000</c:v>
                </c:pt>
                <c:pt idx="3834">
                  <c:v>15900</c:v>
                </c:pt>
                <c:pt idx="3835">
                  <c:v>15900</c:v>
                </c:pt>
                <c:pt idx="3836">
                  <c:v>15700</c:v>
                </c:pt>
                <c:pt idx="3837">
                  <c:v>15700</c:v>
                </c:pt>
                <c:pt idx="3838">
                  <c:v>15700</c:v>
                </c:pt>
                <c:pt idx="3839">
                  <c:v>15500</c:v>
                </c:pt>
                <c:pt idx="3840">
                  <c:v>15300</c:v>
                </c:pt>
                <c:pt idx="3841">
                  <c:v>15300</c:v>
                </c:pt>
                <c:pt idx="3842">
                  <c:v>15500</c:v>
                </c:pt>
                <c:pt idx="3843">
                  <c:v>16000</c:v>
                </c:pt>
                <c:pt idx="3844">
                  <c:v>16000</c:v>
                </c:pt>
                <c:pt idx="3845">
                  <c:v>16000</c:v>
                </c:pt>
                <c:pt idx="3846">
                  <c:v>16500</c:v>
                </c:pt>
                <c:pt idx="3847">
                  <c:v>16500</c:v>
                </c:pt>
                <c:pt idx="3848">
                  <c:v>16500</c:v>
                </c:pt>
                <c:pt idx="3849">
                  <c:v>16000</c:v>
                </c:pt>
                <c:pt idx="3850">
                  <c:v>16300</c:v>
                </c:pt>
                <c:pt idx="3851">
                  <c:v>16300</c:v>
                </c:pt>
                <c:pt idx="3852">
                  <c:v>16300</c:v>
                </c:pt>
                <c:pt idx="3853">
                  <c:v>16900</c:v>
                </c:pt>
                <c:pt idx="3854">
                  <c:v>17400</c:v>
                </c:pt>
                <c:pt idx="3855">
                  <c:v>17500</c:v>
                </c:pt>
                <c:pt idx="3856">
                  <c:v>16800</c:v>
                </c:pt>
                <c:pt idx="3857">
                  <c:v>15600</c:v>
                </c:pt>
                <c:pt idx="3858">
                  <c:v>15600</c:v>
                </c:pt>
                <c:pt idx="3859">
                  <c:v>15600</c:v>
                </c:pt>
                <c:pt idx="3860">
                  <c:v>15100</c:v>
                </c:pt>
                <c:pt idx="3861">
                  <c:v>15100</c:v>
                </c:pt>
                <c:pt idx="3862">
                  <c:v>14600</c:v>
                </c:pt>
                <c:pt idx="3863">
                  <c:v>14500</c:v>
                </c:pt>
                <c:pt idx="3864">
                  <c:v>14600</c:v>
                </c:pt>
                <c:pt idx="3865">
                  <c:v>14600</c:v>
                </c:pt>
                <c:pt idx="3866">
                  <c:v>14600</c:v>
                </c:pt>
                <c:pt idx="3867">
                  <c:v>14600</c:v>
                </c:pt>
                <c:pt idx="3868">
                  <c:v>14600</c:v>
                </c:pt>
                <c:pt idx="3869">
                  <c:v>14800</c:v>
                </c:pt>
                <c:pt idx="3870">
                  <c:v>14800</c:v>
                </c:pt>
                <c:pt idx="3871">
                  <c:v>14600</c:v>
                </c:pt>
                <c:pt idx="3872">
                  <c:v>14600</c:v>
                </c:pt>
                <c:pt idx="3873">
                  <c:v>14600</c:v>
                </c:pt>
                <c:pt idx="3874">
                  <c:v>15100</c:v>
                </c:pt>
                <c:pt idx="3875">
                  <c:v>15400</c:v>
                </c:pt>
                <c:pt idx="3876">
                  <c:v>15950</c:v>
                </c:pt>
                <c:pt idx="3877">
                  <c:v>16100</c:v>
                </c:pt>
                <c:pt idx="3878">
                  <c:v>16100</c:v>
                </c:pt>
                <c:pt idx="3879">
                  <c:v>16100</c:v>
                </c:pt>
                <c:pt idx="3880">
                  <c:v>16100</c:v>
                </c:pt>
                <c:pt idx="3881">
                  <c:v>15900</c:v>
                </c:pt>
                <c:pt idx="3882">
                  <c:v>15900</c:v>
                </c:pt>
                <c:pt idx="3883">
                  <c:v>15900</c:v>
                </c:pt>
                <c:pt idx="3884">
                  <c:v>15500</c:v>
                </c:pt>
                <c:pt idx="3885">
                  <c:v>15600</c:v>
                </c:pt>
                <c:pt idx="3886">
                  <c:v>15600</c:v>
                </c:pt>
                <c:pt idx="3887">
                  <c:v>15600</c:v>
                </c:pt>
                <c:pt idx="3888">
                  <c:v>15650</c:v>
                </c:pt>
                <c:pt idx="3889">
                  <c:v>15700</c:v>
                </c:pt>
                <c:pt idx="3890">
                  <c:v>15500</c:v>
                </c:pt>
                <c:pt idx="3891">
                  <c:v>15500</c:v>
                </c:pt>
                <c:pt idx="3892">
                  <c:v>15500</c:v>
                </c:pt>
                <c:pt idx="3893">
                  <c:v>15500</c:v>
                </c:pt>
                <c:pt idx="3894">
                  <c:v>15500</c:v>
                </c:pt>
                <c:pt idx="3895">
                  <c:v>15500</c:v>
                </c:pt>
                <c:pt idx="3896">
                  <c:v>15400</c:v>
                </c:pt>
                <c:pt idx="3897">
                  <c:v>15500</c:v>
                </c:pt>
                <c:pt idx="3898">
                  <c:v>15500</c:v>
                </c:pt>
                <c:pt idx="3899">
                  <c:v>15400</c:v>
                </c:pt>
                <c:pt idx="3900">
                  <c:v>15400</c:v>
                </c:pt>
                <c:pt idx="3901">
                  <c:v>15400</c:v>
                </c:pt>
                <c:pt idx="3902">
                  <c:v>15400</c:v>
                </c:pt>
                <c:pt idx="3903">
                  <c:v>15300</c:v>
                </c:pt>
                <c:pt idx="3904">
                  <c:v>15000</c:v>
                </c:pt>
                <c:pt idx="3905">
                  <c:v>14800</c:v>
                </c:pt>
                <c:pt idx="3906">
                  <c:v>14600</c:v>
                </c:pt>
                <c:pt idx="3907">
                  <c:v>14600</c:v>
                </c:pt>
                <c:pt idx="3908">
                  <c:v>14600</c:v>
                </c:pt>
                <c:pt idx="3909">
                  <c:v>14500</c:v>
                </c:pt>
                <c:pt idx="3910">
                  <c:v>14500</c:v>
                </c:pt>
                <c:pt idx="3911">
                  <c:v>14500</c:v>
                </c:pt>
                <c:pt idx="3912">
                  <c:v>14400</c:v>
                </c:pt>
                <c:pt idx="3913">
                  <c:v>14300</c:v>
                </c:pt>
                <c:pt idx="3914">
                  <c:v>14300</c:v>
                </c:pt>
                <c:pt idx="3915">
                  <c:v>14300</c:v>
                </c:pt>
                <c:pt idx="3916">
                  <c:v>14200</c:v>
                </c:pt>
                <c:pt idx="3917">
                  <c:v>14200</c:v>
                </c:pt>
                <c:pt idx="3918">
                  <c:v>14200</c:v>
                </c:pt>
                <c:pt idx="3919">
                  <c:v>14200</c:v>
                </c:pt>
                <c:pt idx="3920">
                  <c:v>14200</c:v>
                </c:pt>
                <c:pt idx="3921">
                  <c:v>14200</c:v>
                </c:pt>
                <c:pt idx="3922">
                  <c:v>14200</c:v>
                </c:pt>
                <c:pt idx="3923">
                  <c:v>14000</c:v>
                </c:pt>
                <c:pt idx="3924">
                  <c:v>14000</c:v>
                </c:pt>
                <c:pt idx="3925">
                  <c:v>13900</c:v>
                </c:pt>
                <c:pt idx="3926">
                  <c:v>13900</c:v>
                </c:pt>
                <c:pt idx="3927">
                  <c:v>13900</c:v>
                </c:pt>
                <c:pt idx="3928">
                  <c:v>13900</c:v>
                </c:pt>
                <c:pt idx="3929">
                  <c:v>13900</c:v>
                </c:pt>
                <c:pt idx="3930">
                  <c:v>13800</c:v>
                </c:pt>
                <c:pt idx="3931">
                  <c:v>13800</c:v>
                </c:pt>
                <c:pt idx="3932">
                  <c:v>13700</c:v>
                </c:pt>
                <c:pt idx="3933">
                  <c:v>14000</c:v>
                </c:pt>
                <c:pt idx="3934">
                  <c:v>14200</c:v>
                </c:pt>
                <c:pt idx="3935">
                  <c:v>14200</c:v>
                </c:pt>
                <c:pt idx="3936">
                  <c:v>14200</c:v>
                </c:pt>
                <c:pt idx="3937">
                  <c:v>14100</c:v>
                </c:pt>
                <c:pt idx="3938">
                  <c:v>14000</c:v>
                </c:pt>
                <c:pt idx="3939">
                  <c:v>13900</c:v>
                </c:pt>
                <c:pt idx="3940">
                  <c:v>13900</c:v>
                </c:pt>
                <c:pt idx="3941">
                  <c:v>13800</c:v>
                </c:pt>
                <c:pt idx="3942">
                  <c:v>13800</c:v>
                </c:pt>
                <c:pt idx="3943">
                  <c:v>13800</c:v>
                </c:pt>
                <c:pt idx="3944">
                  <c:v>13800</c:v>
                </c:pt>
                <c:pt idx="3945">
                  <c:v>13900</c:v>
                </c:pt>
                <c:pt idx="3946">
                  <c:v>13700</c:v>
                </c:pt>
                <c:pt idx="3947">
                  <c:v>13700</c:v>
                </c:pt>
                <c:pt idx="3948">
                  <c:v>13400</c:v>
                </c:pt>
                <c:pt idx="3949">
                  <c:v>13400</c:v>
                </c:pt>
                <c:pt idx="3950">
                  <c:v>13400</c:v>
                </c:pt>
                <c:pt idx="3951">
                  <c:v>13400</c:v>
                </c:pt>
                <c:pt idx="3952">
                  <c:v>13400</c:v>
                </c:pt>
                <c:pt idx="3953">
                  <c:v>13400</c:v>
                </c:pt>
                <c:pt idx="3954">
                  <c:v>13400</c:v>
                </c:pt>
                <c:pt idx="3955">
                  <c:v>13400</c:v>
                </c:pt>
                <c:pt idx="3956">
                  <c:v>13400</c:v>
                </c:pt>
                <c:pt idx="3957">
                  <c:v>13400</c:v>
                </c:pt>
                <c:pt idx="3958">
                  <c:v>13400</c:v>
                </c:pt>
                <c:pt idx="3959">
                  <c:v>13400</c:v>
                </c:pt>
                <c:pt idx="3960">
                  <c:v>13400</c:v>
                </c:pt>
                <c:pt idx="3961">
                  <c:v>13700</c:v>
                </c:pt>
                <c:pt idx="3962">
                  <c:v>13700</c:v>
                </c:pt>
                <c:pt idx="3963">
                  <c:v>13700</c:v>
                </c:pt>
                <c:pt idx="3964">
                  <c:v>13700</c:v>
                </c:pt>
                <c:pt idx="3965">
                  <c:v>13700</c:v>
                </c:pt>
                <c:pt idx="3966">
                  <c:v>13700</c:v>
                </c:pt>
                <c:pt idx="3967">
                  <c:v>13700</c:v>
                </c:pt>
                <c:pt idx="3968">
                  <c:v>13700</c:v>
                </c:pt>
                <c:pt idx="3969">
                  <c:v>13650</c:v>
                </c:pt>
                <c:pt idx="3970">
                  <c:v>13650</c:v>
                </c:pt>
                <c:pt idx="3971">
                  <c:v>13650</c:v>
                </c:pt>
                <c:pt idx="3972">
                  <c:v>13650</c:v>
                </c:pt>
                <c:pt idx="3973">
                  <c:v>13700</c:v>
                </c:pt>
                <c:pt idx="3974">
                  <c:v>13700</c:v>
                </c:pt>
                <c:pt idx="3975">
                  <c:v>13600</c:v>
                </c:pt>
                <c:pt idx="3976">
                  <c:v>14100</c:v>
                </c:pt>
                <c:pt idx="3977">
                  <c:v>14100</c:v>
                </c:pt>
                <c:pt idx="3978">
                  <c:v>14100</c:v>
                </c:pt>
                <c:pt idx="3979">
                  <c:v>14100</c:v>
                </c:pt>
                <c:pt idx="3980">
                  <c:v>13900</c:v>
                </c:pt>
                <c:pt idx="3981">
                  <c:v>13900</c:v>
                </c:pt>
                <c:pt idx="3982">
                  <c:v>13900</c:v>
                </c:pt>
                <c:pt idx="3983">
                  <c:v>13900</c:v>
                </c:pt>
                <c:pt idx="3984">
                  <c:v>13900</c:v>
                </c:pt>
                <c:pt idx="3985">
                  <c:v>13900</c:v>
                </c:pt>
                <c:pt idx="3986">
                  <c:v>14300</c:v>
                </c:pt>
                <c:pt idx="3987">
                  <c:v>14300</c:v>
                </c:pt>
                <c:pt idx="3988">
                  <c:v>14300</c:v>
                </c:pt>
                <c:pt idx="3989">
                  <c:v>14300</c:v>
                </c:pt>
                <c:pt idx="3990">
                  <c:v>14300</c:v>
                </c:pt>
                <c:pt idx="3991">
                  <c:v>14300</c:v>
                </c:pt>
                <c:pt idx="3992">
                  <c:v>14300</c:v>
                </c:pt>
                <c:pt idx="3993">
                  <c:v>14300</c:v>
                </c:pt>
                <c:pt idx="3994">
                  <c:v>14300</c:v>
                </c:pt>
                <c:pt idx="3995">
                  <c:v>14300</c:v>
                </c:pt>
                <c:pt idx="3996">
                  <c:v>13800</c:v>
                </c:pt>
                <c:pt idx="3997">
                  <c:v>14000</c:v>
                </c:pt>
                <c:pt idx="3998">
                  <c:v>14000</c:v>
                </c:pt>
                <c:pt idx="3999">
                  <c:v>14000</c:v>
                </c:pt>
                <c:pt idx="4000">
                  <c:v>13800</c:v>
                </c:pt>
                <c:pt idx="4001">
                  <c:v>13800</c:v>
                </c:pt>
                <c:pt idx="4002">
                  <c:v>13700</c:v>
                </c:pt>
                <c:pt idx="4003">
                  <c:v>13500</c:v>
                </c:pt>
                <c:pt idx="4004">
                  <c:v>13400</c:v>
                </c:pt>
                <c:pt idx="4005">
                  <c:v>13400</c:v>
                </c:pt>
                <c:pt idx="4006">
                  <c:v>13400</c:v>
                </c:pt>
                <c:pt idx="4007">
                  <c:v>13400</c:v>
                </c:pt>
                <c:pt idx="4008">
                  <c:v>13400</c:v>
                </c:pt>
                <c:pt idx="4009">
                  <c:v>13400</c:v>
                </c:pt>
                <c:pt idx="4010">
                  <c:v>13700</c:v>
                </c:pt>
                <c:pt idx="4011">
                  <c:v>13700</c:v>
                </c:pt>
                <c:pt idx="4012">
                  <c:v>13700</c:v>
                </c:pt>
                <c:pt idx="4013">
                  <c:v>13700</c:v>
                </c:pt>
                <c:pt idx="4014">
                  <c:v>13700</c:v>
                </c:pt>
                <c:pt idx="4015">
                  <c:v>13400</c:v>
                </c:pt>
                <c:pt idx="4016">
                  <c:v>13400</c:v>
                </c:pt>
                <c:pt idx="4017">
                  <c:v>13400</c:v>
                </c:pt>
                <c:pt idx="4018">
                  <c:v>13400</c:v>
                </c:pt>
                <c:pt idx="4019">
                  <c:v>13400</c:v>
                </c:pt>
                <c:pt idx="4020">
                  <c:v>13400</c:v>
                </c:pt>
                <c:pt idx="4021">
                  <c:v>13400</c:v>
                </c:pt>
                <c:pt idx="4022">
                  <c:v>13400</c:v>
                </c:pt>
                <c:pt idx="4023">
                  <c:v>13400</c:v>
                </c:pt>
                <c:pt idx="4024">
                  <c:v>13400</c:v>
                </c:pt>
                <c:pt idx="4025">
                  <c:v>13400</c:v>
                </c:pt>
                <c:pt idx="4026">
                  <c:v>13400</c:v>
                </c:pt>
                <c:pt idx="4027">
                  <c:v>13400</c:v>
                </c:pt>
                <c:pt idx="4028">
                  <c:v>13400</c:v>
                </c:pt>
                <c:pt idx="4029">
                  <c:v>13400</c:v>
                </c:pt>
                <c:pt idx="4030">
                  <c:v>13400</c:v>
                </c:pt>
                <c:pt idx="4031">
                  <c:v>13400</c:v>
                </c:pt>
                <c:pt idx="4032">
                  <c:v>13150</c:v>
                </c:pt>
                <c:pt idx="4033">
                  <c:v>13150</c:v>
                </c:pt>
                <c:pt idx="4034">
                  <c:v>13150</c:v>
                </c:pt>
                <c:pt idx="4035">
                  <c:v>13150</c:v>
                </c:pt>
                <c:pt idx="4036">
                  <c:v>13150</c:v>
                </c:pt>
                <c:pt idx="4037">
                  <c:v>13150</c:v>
                </c:pt>
                <c:pt idx="4038">
                  <c:v>13150</c:v>
                </c:pt>
                <c:pt idx="4039">
                  <c:v>12850</c:v>
                </c:pt>
                <c:pt idx="4040">
                  <c:v>12850</c:v>
                </c:pt>
                <c:pt idx="4041">
                  <c:v>12850</c:v>
                </c:pt>
                <c:pt idx="4042">
                  <c:v>12850</c:v>
                </c:pt>
                <c:pt idx="4043">
                  <c:v>12850</c:v>
                </c:pt>
                <c:pt idx="4044">
                  <c:v>12850</c:v>
                </c:pt>
                <c:pt idx="4045">
                  <c:v>12900</c:v>
                </c:pt>
                <c:pt idx="4046">
                  <c:v>13100</c:v>
                </c:pt>
                <c:pt idx="4047">
                  <c:v>13100</c:v>
                </c:pt>
                <c:pt idx="4048">
                  <c:v>13100</c:v>
                </c:pt>
                <c:pt idx="4049">
                  <c:v>13100</c:v>
                </c:pt>
                <c:pt idx="4050">
                  <c:v>13100</c:v>
                </c:pt>
                <c:pt idx="4051">
                  <c:v>13100</c:v>
                </c:pt>
                <c:pt idx="4052">
                  <c:v>13100</c:v>
                </c:pt>
                <c:pt idx="4053">
                  <c:v>13100</c:v>
                </c:pt>
                <c:pt idx="4054">
                  <c:v>13100</c:v>
                </c:pt>
                <c:pt idx="4055">
                  <c:v>13100</c:v>
                </c:pt>
                <c:pt idx="4056">
                  <c:v>13100</c:v>
                </c:pt>
                <c:pt idx="4057">
                  <c:v>13100</c:v>
                </c:pt>
                <c:pt idx="4058">
                  <c:v>13100</c:v>
                </c:pt>
                <c:pt idx="4059">
                  <c:v>13100</c:v>
                </c:pt>
                <c:pt idx="4060">
                  <c:v>13100</c:v>
                </c:pt>
                <c:pt idx="4061">
                  <c:v>13100</c:v>
                </c:pt>
                <c:pt idx="4062">
                  <c:v>13100</c:v>
                </c:pt>
                <c:pt idx="4063">
                  <c:v>13100</c:v>
                </c:pt>
                <c:pt idx="4064">
                  <c:v>13100</c:v>
                </c:pt>
                <c:pt idx="4065">
                  <c:v>13100</c:v>
                </c:pt>
                <c:pt idx="4066">
                  <c:v>13100</c:v>
                </c:pt>
                <c:pt idx="4067">
                  <c:v>13500</c:v>
                </c:pt>
                <c:pt idx="4068">
                  <c:v>13500</c:v>
                </c:pt>
                <c:pt idx="4069">
                  <c:v>13500</c:v>
                </c:pt>
                <c:pt idx="4070">
                  <c:v>13500</c:v>
                </c:pt>
                <c:pt idx="4071">
                  <c:v>13500</c:v>
                </c:pt>
                <c:pt idx="4072">
                  <c:v>13500</c:v>
                </c:pt>
                <c:pt idx="4073">
                  <c:v>13500</c:v>
                </c:pt>
                <c:pt idx="4074">
                  <c:v>13500</c:v>
                </c:pt>
                <c:pt idx="4075">
                  <c:v>13500</c:v>
                </c:pt>
                <c:pt idx="4076">
                  <c:v>13500</c:v>
                </c:pt>
                <c:pt idx="4077">
                  <c:v>13500</c:v>
                </c:pt>
                <c:pt idx="4078">
                  <c:v>13500</c:v>
                </c:pt>
                <c:pt idx="4079">
                  <c:v>13500</c:v>
                </c:pt>
                <c:pt idx="4080">
                  <c:v>13500</c:v>
                </c:pt>
                <c:pt idx="4081">
                  <c:v>13600</c:v>
                </c:pt>
                <c:pt idx="4082">
                  <c:v>13600</c:v>
                </c:pt>
                <c:pt idx="4083">
                  <c:v>13600</c:v>
                </c:pt>
                <c:pt idx="4084">
                  <c:v>13600</c:v>
                </c:pt>
                <c:pt idx="4085">
                  <c:v>13600</c:v>
                </c:pt>
                <c:pt idx="4086">
                  <c:v>13600</c:v>
                </c:pt>
                <c:pt idx="4087">
                  <c:v>13600</c:v>
                </c:pt>
                <c:pt idx="4088">
                  <c:v>13600</c:v>
                </c:pt>
                <c:pt idx="4089">
                  <c:v>13600</c:v>
                </c:pt>
                <c:pt idx="4090">
                  <c:v>13600</c:v>
                </c:pt>
                <c:pt idx="4091">
                  <c:v>13600</c:v>
                </c:pt>
                <c:pt idx="4092">
                  <c:v>13600</c:v>
                </c:pt>
                <c:pt idx="4093">
                  <c:v>13600</c:v>
                </c:pt>
                <c:pt idx="4094">
                  <c:v>13600</c:v>
                </c:pt>
                <c:pt idx="4095">
                  <c:v>13600</c:v>
                </c:pt>
                <c:pt idx="4096">
                  <c:v>13600</c:v>
                </c:pt>
                <c:pt idx="4097">
                  <c:v>13600</c:v>
                </c:pt>
                <c:pt idx="4098">
                  <c:v>13600</c:v>
                </c:pt>
                <c:pt idx="4099">
                  <c:v>13600</c:v>
                </c:pt>
                <c:pt idx="4100">
                  <c:v>13600</c:v>
                </c:pt>
                <c:pt idx="4101">
                  <c:v>13600</c:v>
                </c:pt>
                <c:pt idx="4102">
                  <c:v>13500</c:v>
                </c:pt>
                <c:pt idx="4103">
                  <c:v>13500</c:v>
                </c:pt>
                <c:pt idx="4104">
                  <c:v>13500</c:v>
                </c:pt>
                <c:pt idx="4105">
                  <c:v>13500</c:v>
                </c:pt>
                <c:pt idx="4106">
                  <c:v>13500</c:v>
                </c:pt>
                <c:pt idx="4107">
                  <c:v>13500</c:v>
                </c:pt>
                <c:pt idx="4108">
                  <c:v>13000</c:v>
                </c:pt>
                <c:pt idx="4109">
                  <c:v>12800</c:v>
                </c:pt>
                <c:pt idx="4110">
                  <c:v>12800</c:v>
                </c:pt>
                <c:pt idx="4111">
                  <c:v>12800</c:v>
                </c:pt>
                <c:pt idx="4112">
                  <c:v>12800</c:v>
                </c:pt>
                <c:pt idx="4113">
                  <c:v>12800</c:v>
                </c:pt>
                <c:pt idx="4114">
                  <c:v>13200</c:v>
                </c:pt>
                <c:pt idx="4115">
                  <c:v>13200</c:v>
                </c:pt>
                <c:pt idx="4116">
                  <c:v>13260</c:v>
                </c:pt>
                <c:pt idx="4117">
                  <c:v>13260</c:v>
                </c:pt>
                <c:pt idx="4118">
                  <c:v>13260</c:v>
                </c:pt>
                <c:pt idx="4119">
                  <c:v>13460</c:v>
                </c:pt>
                <c:pt idx="4120">
                  <c:v>13460</c:v>
                </c:pt>
                <c:pt idx="4121">
                  <c:v>13460</c:v>
                </c:pt>
                <c:pt idx="4122">
                  <c:v>13460</c:v>
                </c:pt>
                <c:pt idx="4123">
                  <c:v>13460</c:v>
                </c:pt>
                <c:pt idx="4124">
                  <c:v>13460</c:v>
                </c:pt>
                <c:pt idx="4125">
                  <c:v>13460</c:v>
                </c:pt>
                <c:pt idx="4126">
                  <c:v>13460</c:v>
                </c:pt>
                <c:pt idx="4127">
                  <c:v>13460</c:v>
                </c:pt>
                <c:pt idx="4128">
                  <c:v>13720</c:v>
                </c:pt>
                <c:pt idx="4129">
                  <c:v>13720</c:v>
                </c:pt>
                <c:pt idx="4130">
                  <c:v>13720</c:v>
                </c:pt>
                <c:pt idx="4131">
                  <c:v>13720</c:v>
                </c:pt>
                <c:pt idx="4132">
                  <c:v>13720</c:v>
                </c:pt>
                <c:pt idx="4133">
                  <c:v>13720</c:v>
                </c:pt>
                <c:pt idx="4134">
                  <c:v>13720</c:v>
                </c:pt>
                <c:pt idx="4135">
                  <c:v>14220</c:v>
                </c:pt>
                <c:pt idx="4136">
                  <c:v>14220</c:v>
                </c:pt>
                <c:pt idx="4137">
                  <c:v>14300</c:v>
                </c:pt>
                <c:pt idx="4138">
                  <c:v>14300</c:v>
                </c:pt>
                <c:pt idx="4139">
                  <c:v>14300</c:v>
                </c:pt>
                <c:pt idx="4140">
                  <c:v>14300</c:v>
                </c:pt>
                <c:pt idx="4141">
                  <c:v>14300</c:v>
                </c:pt>
                <c:pt idx="4142">
                  <c:v>14300</c:v>
                </c:pt>
                <c:pt idx="4143">
                  <c:v>14300</c:v>
                </c:pt>
                <c:pt idx="4144">
                  <c:v>14300</c:v>
                </c:pt>
                <c:pt idx="4145">
                  <c:v>14300</c:v>
                </c:pt>
                <c:pt idx="4146">
                  <c:v>14300</c:v>
                </c:pt>
                <c:pt idx="4147">
                  <c:v>14300</c:v>
                </c:pt>
                <c:pt idx="4148">
                  <c:v>14300</c:v>
                </c:pt>
                <c:pt idx="4149">
                  <c:v>14260</c:v>
                </c:pt>
                <c:pt idx="4150">
                  <c:v>14360</c:v>
                </c:pt>
                <c:pt idx="4151">
                  <c:v>14260</c:v>
                </c:pt>
                <c:pt idx="4152">
                  <c:v>14260</c:v>
                </c:pt>
                <c:pt idx="4153">
                  <c:v>14260</c:v>
                </c:pt>
                <c:pt idx="4154">
                  <c:v>14260</c:v>
                </c:pt>
                <c:pt idx="4155">
                  <c:v>14260</c:v>
                </c:pt>
                <c:pt idx="4156">
                  <c:v>14260</c:v>
                </c:pt>
                <c:pt idx="4157">
                  <c:v>13460</c:v>
                </c:pt>
                <c:pt idx="4158">
                  <c:v>13460</c:v>
                </c:pt>
                <c:pt idx="4159">
                  <c:v>13020</c:v>
                </c:pt>
                <c:pt idx="4160">
                  <c:v>12920</c:v>
                </c:pt>
                <c:pt idx="4161">
                  <c:v>12920</c:v>
                </c:pt>
                <c:pt idx="4162">
                  <c:v>12920</c:v>
                </c:pt>
                <c:pt idx="4163">
                  <c:v>12920</c:v>
                </c:pt>
                <c:pt idx="4164">
                  <c:v>12920</c:v>
                </c:pt>
                <c:pt idx="4165">
                  <c:v>12920</c:v>
                </c:pt>
                <c:pt idx="4166">
                  <c:v>12920</c:v>
                </c:pt>
                <c:pt idx="4167">
                  <c:v>12920</c:v>
                </c:pt>
                <c:pt idx="4168">
                  <c:v>12920</c:v>
                </c:pt>
                <c:pt idx="4169">
                  <c:v>12920</c:v>
                </c:pt>
                <c:pt idx="4170">
                  <c:v>12920</c:v>
                </c:pt>
                <c:pt idx="4171">
                  <c:v>12820</c:v>
                </c:pt>
                <c:pt idx="4172">
                  <c:v>12820</c:v>
                </c:pt>
                <c:pt idx="4173">
                  <c:v>12820</c:v>
                </c:pt>
                <c:pt idx="4174">
                  <c:v>12820</c:v>
                </c:pt>
                <c:pt idx="4175">
                  <c:v>12520</c:v>
                </c:pt>
                <c:pt idx="4176">
                  <c:v>12020</c:v>
                </c:pt>
                <c:pt idx="4177">
                  <c:v>12020</c:v>
                </c:pt>
                <c:pt idx="4178">
                  <c:v>12020</c:v>
                </c:pt>
                <c:pt idx="4179">
                  <c:v>11300</c:v>
                </c:pt>
                <c:pt idx="4180">
                  <c:v>11300</c:v>
                </c:pt>
                <c:pt idx="4181">
                  <c:v>11300</c:v>
                </c:pt>
                <c:pt idx="4182">
                  <c:v>11300</c:v>
                </c:pt>
                <c:pt idx="4183">
                  <c:v>11300</c:v>
                </c:pt>
                <c:pt idx="4184">
                  <c:v>11300</c:v>
                </c:pt>
                <c:pt idx="4185">
                  <c:v>11300</c:v>
                </c:pt>
                <c:pt idx="4186">
                  <c:v>11300</c:v>
                </c:pt>
                <c:pt idx="4187">
                  <c:v>11300</c:v>
                </c:pt>
                <c:pt idx="4188">
                  <c:v>11300</c:v>
                </c:pt>
                <c:pt idx="4189">
                  <c:v>11100</c:v>
                </c:pt>
                <c:pt idx="4190">
                  <c:v>11100</c:v>
                </c:pt>
                <c:pt idx="4191">
                  <c:v>11000</c:v>
                </c:pt>
                <c:pt idx="4192">
                  <c:v>10900</c:v>
                </c:pt>
                <c:pt idx="4193">
                  <c:v>11320</c:v>
                </c:pt>
                <c:pt idx="4194">
                  <c:v>11320</c:v>
                </c:pt>
                <c:pt idx="4195">
                  <c:v>11320</c:v>
                </c:pt>
                <c:pt idx="4196">
                  <c:v>11320</c:v>
                </c:pt>
                <c:pt idx="4197">
                  <c:v>11320</c:v>
                </c:pt>
                <c:pt idx="4198">
                  <c:v>11220</c:v>
                </c:pt>
                <c:pt idx="4199">
                  <c:v>11020</c:v>
                </c:pt>
                <c:pt idx="4200">
                  <c:v>10920</c:v>
                </c:pt>
                <c:pt idx="4201">
                  <c:v>10920</c:v>
                </c:pt>
                <c:pt idx="4202">
                  <c:v>10920</c:v>
                </c:pt>
                <c:pt idx="4203">
                  <c:v>10920</c:v>
                </c:pt>
                <c:pt idx="4204">
                  <c:v>10720</c:v>
                </c:pt>
                <c:pt idx="4205">
                  <c:v>10220</c:v>
                </c:pt>
                <c:pt idx="4206">
                  <c:v>10220</c:v>
                </c:pt>
                <c:pt idx="4207">
                  <c:v>9720</c:v>
                </c:pt>
                <c:pt idx="4208">
                  <c:v>9720</c:v>
                </c:pt>
                <c:pt idx="4209">
                  <c:v>9720</c:v>
                </c:pt>
                <c:pt idx="4210">
                  <c:v>9720</c:v>
                </c:pt>
                <c:pt idx="4211">
                  <c:v>9720</c:v>
                </c:pt>
                <c:pt idx="4212">
                  <c:v>9720</c:v>
                </c:pt>
                <c:pt idx="4213">
                  <c:v>9720</c:v>
                </c:pt>
                <c:pt idx="4214">
                  <c:v>9720</c:v>
                </c:pt>
                <c:pt idx="4215">
                  <c:v>9720</c:v>
                </c:pt>
                <c:pt idx="4216">
                  <c:v>9720</c:v>
                </c:pt>
                <c:pt idx="4217">
                  <c:v>9720</c:v>
                </c:pt>
                <c:pt idx="4218">
                  <c:v>9720</c:v>
                </c:pt>
                <c:pt idx="4219">
                  <c:v>9720</c:v>
                </c:pt>
                <c:pt idx="4220">
                  <c:v>9720</c:v>
                </c:pt>
                <c:pt idx="4221">
                  <c:v>10220</c:v>
                </c:pt>
                <c:pt idx="4222">
                  <c:v>10220</c:v>
                </c:pt>
                <c:pt idx="4223">
                  <c:v>10220</c:v>
                </c:pt>
                <c:pt idx="4224">
                  <c:v>10220</c:v>
                </c:pt>
                <c:pt idx="4225">
                  <c:v>10220</c:v>
                </c:pt>
                <c:pt idx="4226">
                  <c:v>10060</c:v>
                </c:pt>
                <c:pt idx="4227">
                  <c:v>10060</c:v>
                </c:pt>
                <c:pt idx="4228">
                  <c:v>10060</c:v>
                </c:pt>
                <c:pt idx="4229">
                  <c:v>10060</c:v>
                </c:pt>
                <c:pt idx="4230">
                  <c:v>10060</c:v>
                </c:pt>
                <c:pt idx="4231">
                  <c:v>10060</c:v>
                </c:pt>
                <c:pt idx="4232">
                  <c:v>10560</c:v>
                </c:pt>
                <c:pt idx="4233">
                  <c:v>10560</c:v>
                </c:pt>
                <c:pt idx="4234">
                  <c:v>10560</c:v>
                </c:pt>
                <c:pt idx="4235">
                  <c:v>10560</c:v>
                </c:pt>
                <c:pt idx="4236">
                  <c:v>10560</c:v>
                </c:pt>
                <c:pt idx="4237">
                  <c:v>10560</c:v>
                </c:pt>
                <c:pt idx="4238">
                  <c:v>10560</c:v>
                </c:pt>
                <c:pt idx="4239">
                  <c:v>10560</c:v>
                </c:pt>
                <c:pt idx="4240">
                  <c:v>10560</c:v>
                </c:pt>
                <c:pt idx="4241">
                  <c:v>10560</c:v>
                </c:pt>
                <c:pt idx="4242">
                  <c:v>10560</c:v>
                </c:pt>
                <c:pt idx="4243">
                  <c:v>10560</c:v>
                </c:pt>
                <c:pt idx="4244">
                  <c:v>10560</c:v>
                </c:pt>
                <c:pt idx="4245">
                  <c:v>10560</c:v>
                </c:pt>
                <c:pt idx="4246">
                  <c:v>10560</c:v>
                </c:pt>
                <c:pt idx="4247">
                  <c:v>10560</c:v>
                </c:pt>
                <c:pt idx="4248">
                  <c:v>10560</c:v>
                </c:pt>
                <c:pt idx="4249">
                  <c:v>10720</c:v>
                </c:pt>
                <c:pt idx="4250">
                  <c:v>10720</c:v>
                </c:pt>
                <c:pt idx="4251">
                  <c:v>10720</c:v>
                </c:pt>
                <c:pt idx="4252">
                  <c:v>10720</c:v>
                </c:pt>
                <c:pt idx="4253">
                  <c:v>10720</c:v>
                </c:pt>
                <c:pt idx="4254">
                  <c:v>10720</c:v>
                </c:pt>
                <c:pt idx="4255">
                  <c:v>10720</c:v>
                </c:pt>
                <c:pt idx="4256">
                  <c:v>10720</c:v>
                </c:pt>
                <c:pt idx="4257">
                  <c:v>10720</c:v>
                </c:pt>
                <c:pt idx="4258">
                  <c:v>10720</c:v>
                </c:pt>
                <c:pt idx="4259">
                  <c:v>10720</c:v>
                </c:pt>
                <c:pt idx="4260">
                  <c:v>10720</c:v>
                </c:pt>
                <c:pt idx="4261">
                  <c:v>10720</c:v>
                </c:pt>
                <c:pt idx="4262">
                  <c:v>10720</c:v>
                </c:pt>
                <c:pt idx="4263">
                  <c:v>10720</c:v>
                </c:pt>
                <c:pt idx="4264">
                  <c:v>10720</c:v>
                </c:pt>
                <c:pt idx="4265">
                  <c:v>10720</c:v>
                </c:pt>
                <c:pt idx="4266">
                  <c:v>10720</c:v>
                </c:pt>
                <c:pt idx="4267">
                  <c:v>10720</c:v>
                </c:pt>
                <c:pt idx="4268">
                  <c:v>10260</c:v>
                </c:pt>
                <c:pt idx="4269">
                  <c:v>10260</c:v>
                </c:pt>
                <c:pt idx="4270">
                  <c:v>10260</c:v>
                </c:pt>
                <c:pt idx="4271">
                  <c:v>10260</c:v>
                </c:pt>
                <c:pt idx="4272">
                  <c:v>10260</c:v>
                </c:pt>
                <c:pt idx="4273">
                  <c:v>10260</c:v>
                </c:pt>
                <c:pt idx="4274">
                  <c:v>10260</c:v>
                </c:pt>
                <c:pt idx="4275">
                  <c:v>10260</c:v>
                </c:pt>
                <c:pt idx="4276">
                  <c:v>10260</c:v>
                </c:pt>
                <c:pt idx="4277">
                  <c:v>10260</c:v>
                </c:pt>
                <c:pt idx="4278">
                  <c:v>10260</c:v>
                </c:pt>
                <c:pt idx="4279">
                  <c:v>10260</c:v>
                </c:pt>
                <c:pt idx="4280">
                  <c:v>10260</c:v>
                </c:pt>
                <c:pt idx="4281">
                  <c:v>10260</c:v>
                </c:pt>
                <c:pt idx="4282">
                  <c:v>10520</c:v>
                </c:pt>
                <c:pt idx="4283">
                  <c:v>10520</c:v>
                </c:pt>
                <c:pt idx="4284">
                  <c:v>10520</c:v>
                </c:pt>
                <c:pt idx="4285">
                  <c:v>10520</c:v>
                </c:pt>
                <c:pt idx="4286">
                  <c:v>10520</c:v>
                </c:pt>
                <c:pt idx="4287">
                  <c:v>10520</c:v>
                </c:pt>
                <c:pt idx="4288">
                  <c:v>10520</c:v>
                </c:pt>
                <c:pt idx="4289">
                  <c:v>10520</c:v>
                </c:pt>
                <c:pt idx="4290">
                  <c:v>10520</c:v>
                </c:pt>
                <c:pt idx="4291">
                  <c:v>11020</c:v>
                </c:pt>
                <c:pt idx="4292">
                  <c:v>11020</c:v>
                </c:pt>
                <c:pt idx="4293">
                  <c:v>11020</c:v>
                </c:pt>
                <c:pt idx="4294">
                  <c:v>11020</c:v>
                </c:pt>
                <c:pt idx="4295">
                  <c:v>11020</c:v>
                </c:pt>
                <c:pt idx="4296">
                  <c:v>11020</c:v>
                </c:pt>
                <c:pt idx="4297">
                  <c:v>11020</c:v>
                </c:pt>
                <c:pt idx="4298">
                  <c:v>11320</c:v>
                </c:pt>
                <c:pt idx="4299">
                  <c:v>11320</c:v>
                </c:pt>
                <c:pt idx="4300">
                  <c:v>11320</c:v>
                </c:pt>
                <c:pt idx="4301">
                  <c:v>11320</c:v>
                </c:pt>
                <c:pt idx="4302">
                  <c:v>11320</c:v>
                </c:pt>
                <c:pt idx="4303">
                  <c:v>11320</c:v>
                </c:pt>
                <c:pt idx="4304">
                  <c:v>11320</c:v>
                </c:pt>
                <c:pt idx="4305">
                  <c:v>11820</c:v>
                </c:pt>
                <c:pt idx="4306">
                  <c:v>11820</c:v>
                </c:pt>
                <c:pt idx="4307">
                  <c:v>11820</c:v>
                </c:pt>
                <c:pt idx="4308">
                  <c:v>11820</c:v>
                </c:pt>
                <c:pt idx="4309">
                  <c:v>11820</c:v>
                </c:pt>
                <c:pt idx="4310">
                  <c:v>11820</c:v>
                </c:pt>
                <c:pt idx="4311">
                  <c:v>12820</c:v>
                </c:pt>
                <c:pt idx="4312">
                  <c:v>12660</c:v>
                </c:pt>
                <c:pt idx="4313">
                  <c:v>12660</c:v>
                </c:pt>
                <c:pt idx="4314">
                  <c:v>12660</c:v>
                </c:pt>
                <c:pt idx="4315">
                  <c:v>12660</c:v>
                </c:pt>
                <c:pt idx="4316">
                  <c:v>12660</c:v>
                </c:pt>
                <c:pt idx="4317">
                  <c:v>12660</c:v>
                </c:pt>
                <c:pt idx="4318">
                  <c:v>12660</c:v>
                </c:pt>
                <c:pt idx="4319">
                  <c:v>12660</c:v>
                </c:pt>
                <c:pt idx="4320">
                  <c:v>12660</c:v>
                </c:pt>
                <c:pt idx="4321">
                  <c:v>12660</c:v>
                </c:pt>
                <c:pt idx="4322">
                  <c:v>12660</c:v>
                </c:pt>
                <c:pt idx="4323">
                  <c:v>12660</c:v>
                </c:pt>
                <c:pt idx="4324">
                  <c:v>12660</c:v>
                </c:pt>
                <c:pt idx="4325">
                  <c:v>12660</c:v>
                </c:pt>
                <c:pt idx="4326">
                  <c:v>12660</c:v>
                </c:pt>
                <c:pt idx="4327">
                  <c:v>12660</c:v>
                </c:pt>
                <c:pt idx="4328">
                  <c:v>12660</c:v>
                </c:pt>
                <c:pt idx="4329">
                  <c:v>13660</c:v>
                </c:pt>
                <c:pt idx="4330">
                  <c:v>13660</c:v>
                </c:pt>
                <c:pt idx="4331">
                  <c:v>13660</c:v>
                </c:pt>
                <c:pt idx="4332">
                  <c:v>13660</c:v>
                </c:pt>
                <c:pt idx="4333">
                  <c:v>13660</c:v>
                </c:pt>
                <c:pt idx="4334">
                  <c:v>13660</c:v>
                </c:pt>
                <c:pt idx="4335">
                  <c:v>13660</c:v>
                </c:pt>
                <c:pt idx="4336">
                  <c:v>13660</c:v>
                </c:pt>
                <c:pt idx="4337">
                  <c:v>13660</c:v>
                </c:pt>
                <c:pt idx="4338">
                  <c:v>13660</c:v>
                </c:pt>
                <c:pt idx="4339">
                  <c:v>13660</c:v>
                </c:pt>
                <c:pt idx="4340">
                  <c:v>13660</c:v>
                </c:pt>
                <c:pt idx="4341">
                  <c:v>13660</c:v>
                </c:pt>
                <c:pt idx="4342">
                  <c:v>13660</c:v>
                </c:pt>
                <c:pt idx="4343">
                  <c:v>13660</c:v>
                </c:pt>
                <c:pt idx="4344">
                  <c:v>13660</c:v>
                </c:pt>
                <c:pt idx="4345">
                  <c:v>13660</c:v>
                </c:pt>
                <c:pt idx="4346">
                  <c:v>13660</c:v>
                </c:pt>
                <c:pt idx="4347">
                  <c:v>13660</c:v>
                </c:pt>
                <c:pt idx="4348">
                  <c:v>13660</c:v>
                </c:pt>
                <c:pt idx="4349">
                  <c:v>13660</c:v>
                </c:pt>
                <c:pt idx="4350">
                  <c:v>13660</c:v>
                </c:pt>
                <c:pt idx="4351">
                  <c:v>13660</c:v>
                </c:pt>
                <c:pt idx="4352">
                  <c:v>13660</c:v>
                </c:pt>
                <c:pt idx="4353">
                  <c:v>13560</c:v>
                </c:pt>
                <c:pt idx="4354">
                  <c:v>13560</c:v>
                </c:pt>
                <c:pt idx="4355">
                  <c:v>13560</c:v>
                </c:pt>
                <c:pt idx="4356">
                  <c:v>13560</c:v>
                </c:pt>
                <c:pt idx="4357">
                  <c:v>13560</c:v>
                </c:pt>
                <c:pt idx="4358">
                  <c:v>13560</c:v>
                </c:pt>
                <c:pt idx="4359">
                  <c:v>13560</c:v>
                </c:pt>
                <c:pt idx="4360">
                  <c:v>13560</c:v>
                </c:pt>
                <c:pt idx="4361">
                  <c:v>13560</c:v>
                </c:pt>
                <c:pt idx="4362">
                  <c:v>13560</c:v>
                </c:pt>
                <c:pt idx="4363">
                  <c:v>13560</c:v>
                </c:pt>
                <c:pt idx="4364">
                  <c:v>13060</c:v>
                </c:pt>
                <c:pt idx="4365">
                  <c:v>12560</c:v>
                </c:pt>
                <c:pt idx="4366">
                  <c:v>12560</c:v>
                </c:pt>
                <c:pt idx="4367">
                  <c:v>12560</c:v>
                </c:pt>
                <c:pt idx="4368">
                  <c:v>12560</c:v>
                </c:pt>
                <c:pt idx="4369">
                  <c:v>12560</c:v>
                </c:pt>
                <c:pt idx="4370">
                  <c:v>12560</c:v>
                </c:pt>
                <c:pt idx="4371">
                  <c:v>12560</c:v>
                </c:pt>
                <c:pt idx="4372">
                  <c:v>12560</c:v>
                </c:pt>
                <c:pt idx="4373">
                  <c:v>12560</c:v>
                </c:pt>
                <c:pt idx="4374">
                  <c:v>12560</c:v>
                </c:pt>
                <c:pt idx="4375">
                  <c:v>12560</c:v>
                </c:pt>
                <c:pt idx="4376">
                  <c:v>12560</c:v>
                </c:pt>
                <c:pt idx="4377">
                  <c:v>12560</c:v>
                </c:pt>
                <c:pt idx="4378">
                  <c:v>12560</c:v>
                </c:pt>
                <c:pt idx="4379">
                  <c:v>12560</c:v>
                </c:pt>
                <c:pt idx="4380">
                  <c:v>12560</c:v>
                </c:pt>
                <c:pt idx="4381">
                  <c:v>12560</c:v>
                </c:pt>
                <c:pt idx="4382">
                  <c:v>12660</c:v>
                </c:pt>
                <c:pt idx="4383">
                  <c:v>12660</c:v>
                </c:pt>
                <c:pt idx="4384">
                  <c:v>12660</c:v>
                </c:pt>
                <c:pt idx="4385">
                  <c:v>12660</c:v>
                </c:pt>
                <c:pt idx="4386">
                  <c:v>12660</c:v>
                </c:pt>
                <c:pt idx="4387">
                  <c:v>12660</c:v>
                </c:pt>
                <c:pt idx="4388">
                  <c:v>12660</c:v>
                </c:pt>
                <c:pt idx="4389">
                  <c:v>12660</c:v>
                </c:pt>
                <c:pt idx="4390">
                  <c:v>12660</c:v>
                </c:pt>
                <c:pt idx="4391">
                  <c:v>12660</c:v>
                </c:pt>
                <c:pt idx="4392">
                  <c:v>12660</c:v>
                </c:pt>
                <c:pt idx="4393">
                  <c:v>12660</c:v>
                </c:pt>
                <c:pt idx="4394">
                  <c:v>12660</c:v>
                </c:pt>
                <c:pt idx="4395">
                  <c:v>12860</c:v>
                </c:pt>
                <c:pt idx="4396">
                  <c:v>12860</c:v>
                </c:pt>
                <c:pt idx="4397">
                  <c:v>12860</c:v>
                </c:pt>
                <c:pt idx="4398">
                  <c:v>12860</c:v>
                </c:pt>
                <c:pt idx="4399">
                  <c:v>12860</c:v>
                </c:pt>
                <c:pt idx="4400">
                  <c:v>12860</c:v>
                </c:pt>
                <c:pt idx="4401">
                  <c:v>12860</c:v>
                </c:pt>
                <c:pt idx="4402">
                  <c:v>12860</c:v>
                </c:pt>
                <c:pt idx="4403">
                  <c:v>12860</c:v>
                </c:pt>
                <c:pt idx="4404">
                  <c:v>12860</c:v>
                </c:pt>
                <c:pt idx="4405">
                  <c:v>12860</c:v>
                </c:pt>
                <c:pt idx="4406">
                  <c:v>12860</c:v>
                </c:pt>
                <c:pt idx="4407">
                  <c:v>12860</c:v>
                </c:pt>
                <c:pt idx="4408">
                  <c:v>12860</c:v>
                </c:pt>
                <c:pt idx="4409">
                  <c:v>12860</c:v>
                </c:pt>
                <c:pt idx="4410">
                  <c:v>12860</c:v>
                </c:pt>
                <c:pt idx="4411">
                  <c:v>12860</c:v>
                </c:pt>
                <c:pt idx="4412">
                  <c:v>12860</c:v>
                </c:pt>
                <c:pt idx="4413">
                  <c:v>12860</c:v>
                </c:pt>
                <c:pt idx="4414">
                  <c:v>12860</c:v>
                </c:pt>
                <c:pt idx="4415">
                  <c:v>12700</c:v>
                </c:pt>
                <c:pt idx="4416">
                  <c:v>12700</c:v>
                </c:pt>
                <c:pt idx="4417">
                  <c:v>12700</c:v>
                </c:pt>
                <c:pt idx="4418">
                  <c:v>12700</c:v>
                </c:pt>
                <c:pt idx="4419">
                  <c:v>12700</c:v>
                </c:pt>
                <c:pt idx="4420">
                  <c:v>13200</c:v>
                </c:pt>
                <c:pt idx="4421">
                  <c:v>13200</c:v>
                </c:pt>
                <c:pt idx="4422">
                  <c:v>13360</c:v>
                </c:pt>
                <c:pt idx="4423">
                  <c:v>13360</c:v>
                </c:pt>
                <c:pt idx="4424">
                  <c:v>13360</c:v>
                </c:pt>
                <c:pt idx="4425">
                  <c:v>13360</c:v>
                </c:pt>
                <c:pt idx="4426">
                  <c:v>13360</c:v>
                </c:pt>
                <c:pt idx="4427">
                  <c:v>13360</c:v>
                </c:pt>
                <c:pt idx="4428">
                  <c:v>13360</c:v>
                </c:pt>
                <c:pt idx="4429">
                  <c:v>13360</c:v>
                </c:pt>
                <c:pt idx="4430">
                  <c:v>13360</c:v>
                </c:pt>
                <c:pt idx="4431">
                  <c:v>13360</c:v>
                </c:pt>
                <c:pt idx="4432">
                  <c:v>13360</c:v>
                </c:pt>
                <c:pt idx="4433">
                  <c:v>13360</c:v>
                </c:pt>
                <c:pt idx="4434">
                  <c:v>13360</c:v>
                </c:pt>
                <c:pt idx="4435">
                  <c:v>13360</c:v>
                </c:pt>
                <c:pt idx="4436">
                  <c:v>13400</c:v>
                </c:pt>
                <c:pt idx="4437">
                  <c:v>13400</c:v>
                </c:pt>
                <c:pt idx="4438">
                  <c:v>13400</c:v>
                </c:pt>
                <c:pt idx="4439">
                  <c:v>13400</c:v>
                </c:pt>
                <c:pt idx="4440">
                  <c:v>13400</c:v>
                </c:pt>
                <c:pt idx="4441">
                  <c:v>13400</c:v>
                </c:pt>
                <c:pt idx="4442">
                  <c:v>13400</c:v>
                </c:pt>
                <c:pt idx="4443">
                  <c:v>13400</c:v>
                </c:pt>
                <c:pt idx="4444">
                  <c:v>13400</c:v>
                </c:pt>
                <c:pt idx="4445">
                  <c:v>13400</c:v>
                </c:pt>
                <c:pt idx="4446">
                  <c:v>13400</c:v>
                </c:pt>
                <c:pt idx="4447">
                  <c:v>13400</c:v>
                </c:pt>
                <c:pt idx="4448">
                  <c:v>13400</c:v>
                </c:pt>
                <c:pt idx="4449">
                  <c:v>13400</c:v>
                </c:pt>
                <c:pt idx="4450">
                  <c:v>13400</c:v>
                </c:pt>
                <c:pt idx="4451">
                  <c:v>13260</c:v>
                </c:pt>
                <c:pt idx="4452">
                  <c:v>13260</c:v>
                </c:pt>
                <c:pt idx="4453">
                  <c:v>13260</c:v>
                </c:pt>
                <c:pt idx="4454">
                  <c:v>13260</c:v>
                </c:pt>
                <c:pt idx="4455">
                  <c:v>13260</c:v>
                </c:pt>
                <c:pt idx="4456">
                  <c:v>13260</c:v>
                </c:pt>
                <c:pt idx="4457">
                  <c:v>13260</c:v>
                </c:pt>
                <c:pt idx="4458">
                  <c:v>13260</c:v>
                </c:pt>
                <c:pt idx="4459">
                  <c:v>13260</c:v>
                </c:pt>
                <c:pt idx="4460">
                  <c:v>13260</c:v>
                </c:pt>
                <c:pt idx="4461">
                  <c:v>13260</c:v>
                </c:pt>
                <c:pt idx="4462">
                  <c:v>13260</c:v>
                </c:pt>
                <c:pt idx="4463">
                  <c:v>13260</c:v>
                </c:pt>
                <c:pt idx="4464">
                  <c:v>13260</c:v>
                </c:pt>
                <c:pt idx="4465">
                  <c:v>13360</c:v>
                </c:pt>
                <c:pt idx="4466">
                  <c:v>13360</c:v>
                </c:pt>
                <c:pt idx="4467">
                  <c:v>13360</c:v>
                </c:pt>
                <c:pt idx="4468">
                  <c:v>13360</c:v>
                </c:pt>
                <c:pt idx="4469">
                  <c:v>13360</c:v>
                </c:pt>
                <c:pt idx="4470">
                  <c:v>13360</c:v>
                </c:pt>
                <c:pt idx="4471">
                  <c:v>13360</c:v>
                </c:pt>
                <c:pt idx="4472">
                  <c:v>13480</c:v>
                </c:pt>
                <c:pt idx="4473">
                  <c:v>13480</c:v>
                </c:pt>
                <c:pt idx="4474">
                  <c:v>13480</c:v>
                </c:pt>
                <c:pt idx="4475">
                  <c:v>13480</c:v>
                </c:pt>
                <c:pt idx="4476">
                  <c:v>13480</c:v>
                </c:pt>
                <c:pt idx="4477">
                  <c:v>13480</c:v>
                </c:pt>
                <c:pt idx="4478">
                  <c:v>13480</c:v>
                </c:pt>
                <c:pt idx="4479">
                  <c:v>10460</c:v>
                </c:pt>
                <c:pt idx="4480">
                  <c:v>10460</c:v>
                </c:pt>
                <c:pt idx="4481">
                  <c:v>10460</c:v>
                </c:pt>
                <c:pt idx="4482">
                  <c:v>10460</c:v>
                </c:pt>
                <c:pt idx="4483">
                  <c:v>10460</c:v>
                </c:pt>
                <c:pt idx="4484">
                  <c:v>10460</c:v>
                </c:pt>
                <c:pt idx="4485">
                  <c:v>9960</c:v>
                </c:pt>
                <c:pt idx="4486">
                  <c:v>9960</c:v>
                </c:pt>
                <c:pt idx="4487">
                  <c:v>9160</c:v>
                </c:pt>
                <c:pt idx="4488">
                  <c:v>9160</c:v>
                </c:pt>
                <c:pt idx="4489">
                  <c:v>9160</c:v>
                </c:pt>
                <c:pt idx="4490">
                  <c:v>9160</c:v>
                </c:pt>
                <c:pt idx="4491">
                  <c:v>9160</c:v>
                </c:pt>
                <c:pt idx="4492">
                  <c:v>9160</c:v>
                </c:pt>
                <c:pt idx="4493">
                  <c:v>9260</c:v>
                </c:pt>
                <c:pt idx="4494">
                  <c:v>9260</c:v>
                </c:pt>
                <c:pt idx="4495">
                  <c:v>9260</c:v>
                </c:pt>
                <c:pt idx="4496">
                  <c:v>9260</c:v>
                </c:pt>
                <c:pt idx="4497">
                  <c:v>9060</c:v>
                </c:pt>
                <c:pt idx="4498">
                  <c:v>9060</c:v>
                </c:pt>
                <c:pt idx="4499">
                  <c:v>9060</c:v>
                </c:pt>
                <c:pt idx="4500">
                  <c:v>9060</c:v>
                </c:pt>
                <c:pt idx="4501">
                  <c:v>8860</c:v>
                </c:pt>
                <c:pt idx="4502">
                  <c:v>8860</c:v>
                </c:pt>
                <c:pt idx="4503">
                  <c:v>8860</c:v>
                </c:pt>
                <c:pt idx="4504">
                  <c:v>8860</c:v>
                </c:pt>
                <c:pt idx="4505">
                  <c:v>8860</c:v>
                </c:pt>
                <c:pt idx="4506">
                  <c:v>8860</c:v>
                </c:pt>
                <c:pt idx="4507">
                  <c:v>8860</c:v>
                </c:pt>
                <c:pt idx="4508">
                  <c:v>8900</c:v>
                </c:pt>
                <c:pt idx="4509">
                  <c:v>8900</c:v>
                </c:pt>
                <c:pt idx="4510">
                  <c:v>8900</c:v>
                </c:pt>
                <c:pt idx="4511">
                  <c:v>8900</c:v>
                </c:pt>
                <c:pt idx="4512">
                  <c:v>8900</c:v>
                </c:pt>
                <c:pt idx="4513">
                  <c:v>8900</c:v>
                </c:pt>
                <c:pt idx="4514">
                  <c:v>8900</c:v>
                </c:pt>
                <c:pt idx="4515">
                  <c:v>8840</c:v>
                </c:pt>
                <c:pt idx="4516">
                  <c:v>8840</c:v>
                </c:pt>
                <c:pt idx="4517">
                  <c:v>8840</c:v>
                </c:pt>
                <c:pt idx="4518">
                  <c:v>8840</c:v>
                </c:pt>
                <c:pt idx="4519">
                  <c:v>8840</c:v>
                </c:pt>
                <c:pt idx="4520">
                  <c:v>8840</c:v>
                </c:pt>
                <c:pt idx="4521">
                  <c:v>8840</c:v>
                </c:pt>
                <c:pt idx="4522">
                  <c:v>9100</c:v>
                </c:pt>
                <c:pt idx="4523">
                  <c:v>9100</c:v>
                </c:pt>
                <c:pt idx="4524">
                  <c:v>10100</c:v>
                </c:pt>
                <c:pt idx="4525">
                  <c:v>10100</c:v>
                </c:pt>
                <c:pt idx="4526">
                  <c:v>10100</c:v>
                </c:pt>
                <c:pt idx="4527">
                  <c:v>10100</c:v>
                </c:pt>
                <c:pt idx="4528">
                  <c:v>10100</c:v>
                </c:pt>
                <c:pt idx="4529">
                  <c:v>10100</c:v>
                </c:pt>
                <c:pt idx="4530">
                  <c:v>10100</c:v>
                </c:pt>
                <c:pt idx="4531">
                  <c:v>10100</c:v>
                </c:pt>
                <c:pt idx="4532">
                  <c:v>10100</c:v>
                </c:pt>
                <c:pt idx="4533">
                  <c:v>10100</c:v>
                </c:pt>
                <c:pt idx="4534">
                  <c:v>10100</c:v>
                </c:pt>
                <c:pt idx="4535">
                  <c:v>10100</c:v>
                </c:pt>
                <c:pt idx="4536">
                  <c:v>9960</c:v>
                </c:pt>
                <c:pt idx="4537">
                  <c:v>9960</c:v>
                </c:pt>
                <c:pt idx="4538">
                  <c:v>9960</c:v>
                </c:pt>
                <c:pt idx="4539">
                  <c:v>9960</c:v>
                </c:pt>
                <c:pt idx="4540">
                  <c:v>9960</c:v>
                </c:pt>
                <c:pt idx="4541">
                  <c:v>9960</c:v>
                </c:pt>
                <c:pt idx="4542">
                  <c:v>9960</c:v>
                </c:pt>
                <c:pt idx="4543">
                  <c:v>9740</c:v>
                </c:pt>
                <c:pt idx="4544">
                  <c:v>9740</c:v>
                </c:pt>
                <c:pt idx="4545">
                  <c:v>9740</c:v>
                </c:pt>
                <c:pt idx="4546">
                  <c:v>9740</c:v>
                </c:pt>
                <c:pt idx="4547">
                  <c:v>9740</c:v>
                </c:pt>
                <c:pt idx="4548">
                  <c:v>9740</c:v>
                </c:pt>
                <c:pt idx="4549">
                  <c:v>9740</c:v>
                </c:pt>
                <c:pt idx="4550">
                  <c:v>9880</c:v>
                </c:pt>
                <c:pt idx="4551">
                  <c:v>9880</c:v>
                </c:pt>
                <c:pt idx="4552">
                  <c:v>9880</c:v>
                </c:pt>
                <c:pt idx="4553">
                  <c:v>9880</c:v>
                </c:pt>
                <c:pt idx="4554">
                  <c:v>9880</c:v>
                </c:pt>
                <c:pt idx="4555">
                  <c:v>9880</c:v>
                </c:pt>
                <c:pt idx="4556">
                  <c:v>9880</c:v>
                </c:pt>
                <c:pt idx="4557">
                  <c:v>9920</c:v>
                </c:pt>
                <c:pt idx="4558">
                  <c:v>9920</c:v>
                </c:pt>
                <c:pt idx="4559">
                  <c:v>9920</c:v>
                </c:pt>
                <c:pt idx="4560">
                  <c:v>9920</c:v>
                </c:pt>
                <c:pt idx="4561">
                  <c:v>9920</c:v>
                </c:pt>
                <c:pt idx="4562">
                  <c:v>9920</c:v>
                </c:pt>
                <c:pt idx="4563">
                  <c:v>9920</c:v>
                </c:pt>
                <c:pt idx="4564">
                  <c:v>10020</c:v>
                </c:pt>
                <c:pt idx="4565">
                  <c:v>10020</c:v>
                </c:pt>
                <c:pt idx="4566">
                  <c:v>10020</c:v>
                </c:pt>
                <c:pt idx="4567">
                  <c:v>10020</c:v>
                </c:pt>
                <c:pt idx="4568">
                  <c:v>10020</c:v>
                </c:pt>
                <c:pt idx="4569">
                  <c:v>10020</c:v>
                </c:pt>
                <c:pt idx="4570">
                  <c:v>10020</c:v>
                </c:pt>
                <c:pt idx="4571">
                  <c:v>10020</c:v>
                </c:pt>
                <c:pt idx="4572">
                  <c:v>10020</c:v>
                </c:pt>
                <c:pt idx="4573">
                  <c:v>10020</c:v>
                </c:pt>
                <c:pt idx="4574">
                  <c:v>10020</c:v>
                </c:pt>
                <c:pt idx="4575">
                  <c:v>10020</c:v>
                </c:pt>
                <c:pt idx="4576">
                  <c:v>10020</c:v>
                </c:pt>
                <c:pt idx="4577">
                  <c:v>10020</c:v>
                </c:pt>
                <c:pt idx="4578">
                  <c:v>10240</c:v>
                </c:pt>
                <c:pt idx="4579">
                  <c:v>10240</c:v>
                </c:pt>
                <c:pt idx="4580">
                  <c:v>10240</c:v>
                </c:pt>
                <c:pt idx="4581">
                  <c:v>10240</c:v>
                </c:pt>
                <c:pt idx="4582">
                  <c:v>10240</c:v>
                </c:pt>
                <c:pt idx="4583">
                  <c:v>10740</c:v>
                </c:pt>
                <c:pt idx="4584">
                  <c:v>10740</c:v>
                </c:pt>
                <c:pt idx="4585">
                  <c:v>10900</c:v>
                </c:pt>
                <c:pt idx="4586">
                  <c:v>10900</c:v>
                </c:pt>
                <c:pt idx="4587">
                  <c:v>10900</c:v>
                </c:pt>
                <c:pt idx="4588">
                  <c:v>10900</c:v>
                </c:pt>
                <c:pt idx="4589">
                  <c:v>10900</c:v>
                </c:pt>
                <c:pt idx="4590">
                  <c:v>10900</c:v>
                </c:pt>
                <c:pt idx="4591">
                  <c:v>10900</c:v>
                </c:pt>
                <c:pt idx="4592">
                  <c:v>10500</c:v>
                </c:pt>
                <c:pt idx="4593">
                  <c:v>10500</c:v>
                </c:pt>
                <c:pt idx="4594">
                  <c:v>10500</c:v>
                </c:pt>
                <c:pt idx="4595">
                  <c:v>10500</c:v>
                </c:pt>
                <c:pt idx="4596">
                  <c:v>10500</c:v>
                </c:pt>
                <c:pt idx="4597">
                  <c:v>10500</c:v>
                </c:pt>
                <c:pt idx="4598">
                  <c:v>10500</c:v>
                </c:pt>
                <c:pt idx="4599">
                  <c:v>10300</c:v>
                </c:pt>
                <c:pt idx="4600">
                  <c:v>10300</c:v>
                </c:pt>
                <c:pt idx="4601">
                  <c:v>10300</c:v>
                </c:pt>
                <c:pt idx="4602">
                  <c:v>10300</c:v>
                </c:pt>
                <c:pt idx="4603">
                  <c:v>10300</c:v>
                </c:pt>
                <c:pt idx="4604">
                  <c:v>10300</c:v>
                </c:pt>
                <c:pt idx="4605">
                  <c:v>10300</c:v>
                </c:pt>
                <c:pt idx="4606">
                  <c:v>10720</c:v>
                </c:pt>
                <c:pt idx="4607">
                  <c:v>10720</c:v>
                </c:pt>
                <c:pt idx="4608">
                  <c:v>10720</c:v>
                </c:pt>
                <c:pt idx="4609">
                  <c:v>10720</c:v>
                </c:pt>
                <c:pt idx="4610">
                  <c:v>10720</c:v>
                </c:pt>
                <c:pt idx="4611">
                  <c:v>10720</c:v>
                </c:pt>
                <c:pt idx="4612">
                  <c:v>10720</c:v>
                </c:pt>
                <c:pt idx="4613">
                  <c:v>10800</c:v>
                </c:pt>
                <c:pt idx="4614">
                  <c:v>10800</c:v>
                </c:pt>
                <c:pt idx="4615">
                  <c:v>10800</c:v>
                </c:pt>
                <c:pt idx="4616">
                  <c:v>10800</c:v>
                </c:pt>
                <c:pt idx="4617">
                  <c:v>10800</c:v>
                </c:pt>
                <c:pt idx="4618">
                  <c:v>10800</c:v>
                </c:pt>
                <c:pt idx="4619">
                  <c:v>10800</c:v>
                </c:pt>
                <c:pt idx="4620">
                  <c:v>10800</c:v>
                </c:pt>
                <c:pt idx="4621">
                  <c:v>10800</c:v>
                </c:pt>
                <c:pt idx="4622">
                  <c:v>10800</c:v>
                </c:pt>
                <c:pt idx="4623">
                  <c:v>10800</c:v>
                </c:pt>
                <c:pt idx="4624">
                  <c:v>8300</c:v>
                </c:pt>
                <c:pt idx="4625">
                  <c:v>8300</c:v>
                </c:pt>
                <c:pt idx="4626">
                  <c:v>8300</c:v>
                </c:pt>
                <c:pt idx="4627">
                  <c:v>8100</c:v>
                </c:pt>
                <c:pt idx="4628">
                  <c:v>8100</c:v>
                </c:pt>
                <c:pt idx="4629">
                  <c:v>8100</c:v>
                </c:pt>
                <c:pt idx="4630">
                  <c:v>8100</c:v>
                </c:pt>
                <c:pt idx="4631">
                  <c:v>8100</c:v>
                </c:pt>
                <c:pt idx="4632">
                  <c:v>8600</c:v>
                </c:pt>
                <c:pt idx="4633">
                  <c:v>8600</c:v>
                </c:pt>
                <c:pt idx="4634">
                  <c:v>8780</c:v>
                </c:pt>
                <c:pt idx="4635">
                  <c:v>8780</c:v>
                </c:pt>
                <c:pt idx="4636">
                  <c:v>8780</c:v>
                </c:pt>
                <c:pt idx="4637">
                  <c:v>8780</c:v>
                </c:pt>
                <c:pt idx="4638">
                  <c:v>8780</c:v>
                </c:pt>
                <c:pt idx="4639">
                  <c:v>8780</c:v>
                </c:pt>
                <c:pt idx="4640">
                  <c:v>8780</c:v>
                </c:pt>
                <c:pt idx="4641">
                  <c:v>8780</c:v>
                </c:pt>
                <c:pt idx="4642">
                  <c:v>8780</c:v>
                </c:pt>
                <c:pt idx="4643">
                  <c:v>8780</c:v>
                </c:pt>
                <c:pt idx="4644">
                  <c:v>8780</c:v>
                </c:pt>
                <c:pt idx="4645">
                  <c:v>8780</c:v>
                </c:pt>
                <c:pt idx="4646">
                  <c:v>8780</c:v>
                </c:pt>
                <c:pt idx="4647">
                  <c:v>8780</c:v>
                </c:pt>
                <c:pt idx="4648">
                  <c:v>8800</c:v>
                </c:pt>
                <c:pt idx="4649">
                  <c:v>8800</c:v>
                </c:pt>
                <c:pt idx="4650">
                  <c:v>8800</c:v>
                </c:pt>
                <c:pt idx="4651">
                  <c:v>8800</c:v>
                </c:pt>
                <c:pt idx="4652">
                  <c:v>8800</c:v>
                </c:pt>
                <c:pt idx="4653">
                  <c:v>8800</c:v>
                </c:pt>
                <c:pt idx="4654">
                  <c:v>9280</c:v>
                </c:pt>
                <c:pt idx="4655">
                  <c:v>9280</c:v>
                </c:pt>
                <c:pt idx="4656">
                  <c:v>9280</c:v>
                </c:pt>
                <c:pt idx="4657">
                  <c:v>9280</c:v>
                </c:pt>
                <c:pt idx="4658">
                  <c:v>9280</c:v>
                </c:pt>
                <c:pt idx="4659">
                  <c:v>9280</c:v>
                </c:pt>
                <c:pt idx="4660">
                  <c:v>9280</c:v>
                </c:pt>
                <c:pt idx="4661">
                  <c:v>9280</c:v>
                </c:pt>
                <c:pt idx="4662">
                  <c:v>9600</c:v>
                </c:pt>
                <c:pt idx="4663">
                  <c:v>9600</c:v>
                </c:pt>
                <c:pt idx="4664">
                  <c:v>9600</c:v>
                </c:pt>
                <c:pt idx="4665">
                  <c:v>9600</c:v>
                </c:pt>
                <c:pt idx="4666">
                  <c:v>9600</c:v>
                </c:pt>
                <c:pt idx="4667">
                  <c:v>9600</c:v>
                </c:pt>
                <c:pt idx="4668">
                  <c:v>9600</c:v>
                </c:pt>
                <c:pt idx="4669">
                  <c:v>9400</c:v>
                </c:pt>
                <c:pt idx="4670">
                  <c:v>9400</c:v>
                </c:pt>
                <c:pt idx="4671">
                  <c:v>9400</c:v>
                </c:pt>
                <c:pt idx="4672">
                  <c:v>9400</c:v>
                </c:pt>
                <c:pt idx="4673">
                  <c:v>9400</c:v>
                </c:pt>
                <c:pt idx="4674">
                  <c:v>9400</c:v>
                </c:pt>
                <c:pt idx="4675">
                  <c:v>9400</c:v>
                </c:pt>
                <c:pt idx="4676">
                  <c:v>9860</c:v>
                </c:pt>
                <c:pt idx="4677">
                  <c:v>9860</c:v>
                </c:pt>
                <c:pt idx="4678">
                  <c:v>9860</c:v>
                </c:pt>
                <c:pt idx="4679">
                  <c:v>9860</c:v>
                </c:pt>
                <c:pt idx="4680">
                  <c:v>9160</c:v>
                </c:pt>
                <c:pt idx="4681">
                  <c:v>9160</c:v>
                </c:pt>
                <c:pt idx="4682">
                  <c:v>9160</c:v>
                </c:pt>
                <c:pt idx="4683">
                  <c:v>9160</c:v>
                </c:pt>
                <c:pt idx="4684">
                  <c:v>9160</c:v>
                </c:pt>
                <c:pt idx="4685">
                  <c:v>9160</c:v>
                </c:pt>
                <c:pt idx="4686">
                  <c:v>9160</c:v>
                </c:pt>
                <c:pt idx="4687">
                  <c:v>9160</c:v>
                </c:pt>
                <c:pt idx="4688">
                  <c:v>9160</c:v>
                </c:pt>
                <c:pt idx="4689">
                  <c:v>8560</c:v>
                </c:pt>
                <c:pt idx="4690">
                  <c:v>8560</c:v>
                </c:pt>
                <c:pt idx="4691">
                  <c:v>8560</c:v>
                </c:pt>
                <c:pt idx="4692">
                  <c:v>8560</c:v>
                </c:pt>
                <c:pt idx="4693">
                  <c:v>6560</c:v>
                </c:pt>
                <c:pt idx="4694">
                  <c:v>6560</c:v>
                </c:pt>
                <c:pt idx="4695">
                  <c:v>6560</c:v>
                </c:pt>
                <c:pt idx="4696">
                  <c:v>6560</c:v>
                </c:pt>
                <c:pt idx="4697">
                  <c:v>6560</c:v>
                </c:pt>
                <c:pt idx="4698">
                  <c:v>6560</c:v>
                </c:pt>
                <c:pt idx="4699">
                  <c:v>6560</c:v>
                </c:pt>
                <c:pt idx="4700">
                  <c:v>6560</c:v>
                </c:pt>
                <c:pt idx="4701">
                  <c:v>8560</c:v>
                </c:pt>
                <c:pt idx="4702">
                  <c:v>8560</c:v>
                </c:pt>
                <c:pt idx="4703">
                  <c:v>8860</c:v>
                </c:pt>
                <c:pt idx="4704">
                  <c:v>9020</c:v>
                </c:pt>
                <c:pt idx="4705">
                  <c:v>9020</c:v>
                </c:pt>
                <c:pt idx="4706">
                  <c:v>9020</c:v>
                </c:pt>
                <c:pt idx="4707">
                  <c:v>9020</c:v>
                </c:pt>
                <c:pt idx="4708">
                  <c:v>9020</c:v>
                </c:pt>
                <c:pt idx="4709">
                  <c:v>9520</c:v>
                </c:pt>
                <c:pt idx="4710">
                  <c:v>9520</c:v>
                </c:pt>
                <c:pt idx="4711">
                  <c:v>9520</c:v>
                </c:pt>
                <c:pt idx="4712">
                  <c:v>9520</c:v>
                </c:pt>
                <c:pt idx="4713">
                  <c:v>9520</c:v>
                </c:pt>
                <c:pt idx="4714">
                  <c:v>9520</c:v>
                </c:pt>
                <c:pt idx="4715">
                  <c:v>14020</c:v>
                </c:pt>
                <c:pt idx="4716">
                  <c:v>13860</c:v>
                </c:pt>
                <c:pt idx="4717">
                  <c:v>13860</c:v>
                </c:pt>
                <c:pt idx="4718">
                  <c:v>13860</c:v>
                </c:pt>
                <c:pt idx="4719">
                  <c:v>13860</c:v>
                </c:pt>
                <c:pt idx="4720">
                  <c:v>13860</c:v>
                </c:pt>
                <c:pt idx="4721">
                  <c:v>13860</c:v>
                </c:pt>
                <c:pt idx="4722">
                  <c:v>13860</c:v>
                </c:pt>
                <c:pt idx="4723">
                  <c:v>13880</c:v>
                </c:pt>
                <c:pt idx="4724">
                  <c:v>13880</c:v>
                </c:pt>
                <c:pt idx="4725">
                  <c:v>13880</c:v>
                </c:pt>
                <c:pt idx="4726">
                  <c:v>13880</c:v>
                </c:pt>
                <c:pt idx="4727">
                  <c:v>13880</c:v>
                </c:pt>
                <c:pt idx="4728">
                  <c:v>13880</c:v>
                </c:pt>
                <c:pt idx="4729">
                  <c:v>13880</c:v>
                </c:pt>
                <c:pt idx="4730">
                  <c:v>13880</c:v>
                </c:pt>
                <c:pt idx="4731">
                  <c:v>13880</c:v>
                </c:pt>
                <c:pt idx="4732">
                  <c:v>14460</c:v>
                </c:pt>
                <c:pt idx="4733">
                  <c:v>14460</c:v>
                </c:pt>
                <c:pt idx="4734">
                  <c:v>14460</c:v>
                </c:pt>
                <c:pt idx="4735">
                  <c:v>14460</c:v>
                </c:pt>
                <c:pt idx="4736">
                  <c:v>14460</c:v>
                </c:pt>
                <c:pt idx="4737">
                  <c:v>14460</c:v>
                </c:pt>
                <c:pt idx="4738">
                  <c:v>14460</c:v>
                </c:pt>
                <c:pt idx="4739">
                  <c:v>14460</c:v>
                </c:pt>
                <c:pt idx="4740">
                  <c:v>14460</c:v>
                </c:pt>
                <c:pt idx="4741">
                  <c:v>14460</c:v>
                </c:pt>
                <c:pt idx="4742">
                  <c:v>14460</c:v>
                </c:pt>
                <c:pt idx="4743">
                  <c:v>14460</c:v>
                </c:pt>
                <c:pt idx="4744">
                  <c:v>14260</c:v>
                </c:pt>
                <c:pt idx="4745">
                  <c:v>14260</c:v>
                </c:pt>
                <c:pt idx="4746">
                  <c:v>14260</c:v>
                </c:pt>
                <c:pt idx="4747">
                  <c:v>14260</c:v>
                </c:pt>
                <c:pt idx="4748">
                  <c:v>14260</c:v>
                </c:pt>
                <c:pt idx="4749">
                  <c:v>14260</c:v>
                </c:pt>
                <c:pt idx="4750">
                  <c:v>14260</c:v>
                </c:pt>
                <c:pt idx="4751">
                  <c:v>14260</c:v>
                </c:pt>
                <c:pt idx="4752">
                  <c:v>14260</c:v>
                </c:pt>
                <c:pt idx="4753">
                  <c:v>14260</c:v>
                </c:pt>
                <c:pt idx="4754">
                  <c:v>14260</c:v>
                </c:pt>
                <c:pt idx="4755">
                  <c:v>14260</c:v>
                </c:pt>
                <c:pt idx="4756">
                  <c:v>14260</c:v>
                </c:pt>
                <c:pt idx="4757">
                  <c:v>14260</c:v>
                </c:pt>
                <c:pt idx="4758">
                  <c:v>14260</c:v>
                </c:pt>
                <c:pt idx="4759">
                  <c:v>14260</c:v>
                </c:pt>
                <c:pt idx="4760">
                  <c:v>14260</c:v>
                </c:pt>
                <c:pt idx="4761">
                  <c:v>14260</c:v>
                </c:pt>
                <c:pt idx="4762">
                  <c:v>14260</c:v>
                </c:pt>
                <c:pt idx="4763">
                  <c:v>14460</c:v>
                </c:pt>
                <c:pt idx="4764">
                  <c:v>14460</c:v>
                </c:pt>
                <c:pt idx="4765">
                  <c:v>14460</c:v>
                </c:pt>
                <c:pt idx="4766">
                  <c:v>14460</c:v>
                </c:pt>
                <c:pt idx="4767">
                  <c:v>14460</c:v>
                </c:pt>
                <c:pt idx="4768">
                  <c:v>14460</c:v>
                </c:pt>
                <c:pt idx="4769">
                  <c:v>14460</c:v>
                </c:pt>
                <c:pt idx="4770">
                  <c:v>14460</c:v>
                </c:pt>
                <c:pt idx="4771">
                  <c:v>14460</c:v>
                </c:pt>
                <c:pt idx="4772">
                  <c:v>14460</c:v>
                </c:pt>
                <c:pt idx="4773">
                  <c:v>14460</c:v>
                </c:pt>
                <c:pt idx="4774">
                  <c:v>14700</c:v>
                </c:pt>
                <c:pt idx="4775">
                  <c:v>14700</c:v>
                </c:pt>
                <c:pt idx="4776">
                  <c:v>14700</c:v>
                </c:pt>
                <c:pt idx="4777">
                  <c:v>14700</c:v>
                </c:pt>
                <c:pt idx="4778">
                  <c:v>14700</c:v>
                </c:pt>
                <c:pt idx="4779">
                  <c:v>14700</c:v>
                </c:pt>
                <c:pt idx="4780">
                  <c:v>14700</c:v>
                </c:pt>
                <c:pt idx="4781">
                  <c:v>14700</c:v>
                </c:pt>
                <c:pt idx="4782">
                  <c:v>14700</c:v>
                </c:pt>
                <c:pt idx="4783">
                  <c:v>14700</c:v>
                </c:pt>
                <c:pt idx="4784">
                  <c:v>14700</c:v>
                </c:pt>
                <c:pt idx="4785">
                  <c:v>14700</c:v>
                </c:pt>
                <c:pt idx="4786">
                  <c:v>14700</c:v>
                </c:pt>
                <c:pt idx="4787">
                  <c:v>14700</c:v>
                </c:pt>
                <c:pt idx="4788">
                  <c:v>14700</c:v>
                </c:pt>
                <c:pt idx="4789">
                  <c:v>14700</c:v>
                </c:pt>
                <c:pt idx="4790">
                  <c:v>14700</c:v>
                </c:pt>
                <c:pt idx="4791">
                  <c:v>14700</c:v>
                </c:pt>
                <c:pt idx="4792">
                  <c:v>14700</c:v>
                </c:pt>
                <c:pt idx="4793">
                  <c:v>14800</c:v>
                </c:pt>
                <c:pt idx="4794">
                  <c:v>14800</c:v>
                </c:pt>
                <c:pt idx="4795">
                  <c:v>14800</c:v>
                </c:pt>
                <c:pt idx="4796">
                  <c:v>14800</c:v>
                </c:pt>
                <c:pt idx="4797">
                  <c:v>14800</c:v>
                </c:pt>
                <c:pt idx="4798">
                  <c:v>14800</c:v>
                </c:pt>
                <c:pt idx="4799">
                  <c:v>14800</c:v>
                </c:pt>
                <c:pt idx="4800">
                  <c:v>15000</c:v>
                </c:pt>
                <c:pt idx="4801">
                  <c:v>14500</c:v>
                </c:pt>
                <c:pt idx="4802">
                  <c:v>14500</c:v>
                </c:pt>
                <c:pt idx="4803">
                  <c:v>14500</c:v>
                </c:pt>
                <c:pt idx="4804">
                  <c:v>14500</c:v>
                </c:pt>
                <c:pt idx="4805">
                  <c:v>14500</c:v>
                </c:pt>
                <c:pt idx="4806">
                  <c:v>14500</c:v>
                </c:pt>
                <c:pt idx="4807">
                  <c:v>14500</c:v>
                </c:pt>
                <c:pt idx="4808">
                  <c:v>14500</c:v>
                </c:pt>
                <c:pt idx="4809">
                  <c:v>14500</c:v>
                </c:pt>
                <c:pt idx="4810">
                  <c:v>14500</c:v>
                </c:pt>
                <c:pt idx="4811">
                  <c:v>14500</c:v>
                </c:pt>
                <c:pt idx="4812">
                  <c:v>14500</c:v>
                </c:pt>
                <c:pt idx="4813">
                  <c:v>14500</c:v>
                </c:pt>
                <c:pt idx="4814">
                  <c:v>13000</c:v>
                </c:pt>
                <c:pt idx="4815">
                  <c:v>13100</c:v>
                </c:pt>
                <c:pt idx="4816">
                  <c:v>13100</c:v>
                </c:pt>
                <c:pt idx="4817">
                  <c:v>13100</c:v>
                </c:pt>
                <c:pt idx="4818">
                  <c:v>13100</c:v>
                </c:pt>
                <c:pt idx="4819">
                  <c:v>12500</c:v>
                </c:pt>
                <c:pt idx="4820">
                  <c:v>12500</c:v>
                </c:pt>
                <c:pt idx="4821">
                  <c:v>12500</c:v>
                </c:pt>
                <c:pt idx="4822">
                  <c:v>12500</c:v>
                </c:pt>
                <c:pt idx="4823">
                  <c:v>12500</c:v>
                </c:pt>
                <c:pt idx="4824">
                  <c:v>12500</c:v>
                </c:pt>
                <c:pt idx="4825">
                  <c:v>12500</c:v>
                </c:pt>
                <c:pt idx="4826">
                  <c:v>12500</c:v>
                </c:pt>
                <c:pt idx="4827">
                  <c:v>11500</c:v>
                </c:pt>
                <c:pt idx="4828">
                  <c:v>11500</c:v>
                </c:pt>
                <c:pt idx="4829">
                  <c:v>11500</c:v>
                </c:pt>
                <c:pt idx="4830">
                  <c:v>10000</c:v>
                </c:pt>
                <c:pt idx="4831">
                  <c:v>10000</c:v>
                </c:pt>
                <c:pt idx="4832">
                  <c:v>10000</c:v>
                </c:pt>
                <c:pt idx="4833">
                  <c:v>10000</c:v>
                </c:pt>
                <c:pt idx="4834">
                  <c:v>10000</c:v>
                </c:pt>
                <c:pt idx="4835">
                  <c:v>10000</c:v>
                </c:pt>
                <c:pt idx="4836">
                  <c:v>10000</c:v>
                </c:pt>
                <c:pt idx="4837">
                  <c:v>10000</c:v>
                </c:pt>
                <c:pt idx="4838">
                  <c:v>10000</c:v>
                </c:pt>
                <c:pt idx="4839">
                  <c:v>10000</c:v>
                </c:pt>
                <c:pt idx="4840">
                  <c:v>11100</c:v>
                </c:pt>
                <c:pt idx="4841">
                  <c:v>11100</c:v>
                </c:pt>
                <c:pt idx="4842">
                  <c:v>11100</c:v>
                </c:pt>
                <c:pt idx="4843">
                  <c:v>11100</c:v>
                </c:pt>
                <c:pt idx="4844">
                  <c:v>10000</c:v>
                </c:pt>
                <c:pt idx="4845">
                  <c:v>10000</c:v>
                </c:pt>
                <c:pt idx="4846">
                  <c:v>10000</c:v>
                </c:pt>
                <c:pt idx="4847">
                  <c:v>11200</c:v>
                </c:pt>
                <c:pt idx="4848">
                  <c:v>11200</c:v>
                </c:pt>
                <c:pt idx="4849">
                  <c:v>11200</c:v>
                </c:pt>
                <c:pt idx="4850">
                  <c:v>11200</c:v>
                </c:pt>
                <c:pt idx="4851">
                  <c:v>10000</c:v>
                </c:pt>
                <c:pt idx="4852">
                  <c:v>10000</c:v>
                </c:pt>
                <c:pt idx="4853">
                  <c:v>11200</c:v>
                </c:pt>
                <c:pt idx="4854">
                  <c:v>11200</c:v>
                </c:pt>
                <c:pt idx="4855">
                  <c:v>11200</c:v>
                </c:pt>
                <c:pt idx="4856">
                  <c:v>11200</c:v>
                </c:pt>
                <c:pt idx="4857">
                  <c:v>11200</c:v>
                </c:pt>
                <c:pt idx="4858">
                  <c:v>10000</c:v>
                </c:pt>
                <c:pt idx="4859">
                  <c:v>10000</c:v>
                </c:pt>
                <c:pt idx="4860">
                  <c:v>11000</c:v>
                </c:pt>
                <c:pt idx="4861">
                  <c:v>11000</c:v>
                </c:pt>
                <c:pt idx="4862">
                  <c:v>11000</c:v>
                </c:pt>
                <c:pt idx="4863">
                  <c:v>11000</c:v>
                </c:pt>
                <c:pt idx="4864">
                  <c:v>11000</c:v>
                </c:pt>
                <c:pt idx="4865">
                  <c:v>11000</c:v>
                </c:pt>
                <c:pt idx="4866">
                  <c:v>11000</c:v>
                </c:pt>
                <c:pt idx="4867">
                  <c:v>11000</c:v>
                </c:pt>
                <c:pt idx="4868">
                  <c:v>11500</c:v>
                </c:pt>
                <c:pt idx="4869">
                  <c:v>11500</c:v>
                </c:pt>
                <c:pt idx="4870">
                  <c:v>11500</c:v>
                </c:pt>
                <c:pt idx="4871">
                  <c:v>11500</c:v>
                </c:pt>
                <c:pt idx="4872">
                  <c:v>11500</c:v>
                </c:pt>
                <c:pt idx="4873">
                  <c:v>11500</c:v>
                </c:pt>
                <c:pt idx="4874">
                  <c:v>11500</c:v>
                </c:pt>
                <c:pt idx="4875">
                  <c:v>12000</c:v>
                </c:pt>
                <c:pt idx="4876">
                  <c:v>12000</c:v>
                </c:pt>
                <c:pt idx="4877">
                  <c:v>12000</c:v>
                </c:pt>
                <c:pt idx="4878">
                  <c:v>12000</c:v>
                </c:pt>
                <c:pt idx="4879">
                  <c:v>12000</c:v>
                </c:pt>
                <c:pt idx="4880">
                  <c:v>12000</c:v>
                </c:pt>
                <c:pt idx="4881">
                  <c:v>12000</c:v>
                </c:pt>
                <c:pt idx="4882">
                  <c:v>12000</c:v>
                </c:pt>
                <c:pt idx="4883">
                  <c:v>12000</c:v>
                </c:pt>
                <c:pt idx="4884">
                  <c:v>11500</c:v>
                </c:pt>
                <c:pt idx="4885">
                  <c:v>11500</c:v>
                </c:pt>
                <c:pt idx="4886">
                  <c:v>11500</c:v>
                </c:pt>
                <c:pt idx="4887">
                  <c:v>11500</c:v>
                </c:pt>
                <c:pt idx="4888">
                  <c:v>11500</c:v>
                </c:pt>
                <c:pt idx="4889">
                  <c:v>11500</c:v>
                </c:pt>
                <c:pt idx="4890">
                  <c:v>11500</c:v>
                </c:pt>
                <c:pt idx="4891">
                  <c:v>11500</c:v>
                </c:pt>
                <c:pt idx="4892">
                  <c:v>11500</c:v>
                </c:pt>
                <c:pt idx="4893">
                  <c:v>11500</c:v>
                </c:pt>
                <c:pt idx="4894">
                  <c:v>11500</c:v>
                </c:pt>
                <c:pt idx="4895">
                  <c:v>11500</c:v>
                </c:pt>
                <c:pt idx="4896">
                  <c:v>11500</c:v>
                </c:pt>
                <c:pt idx="4897">
                  <c:v>11500</c:v>
                </c:pt>
                <c:pt idx="4898">
                  <c:v>11500</c:v>
                </c:pt>
                <c:pt idx="4899">
                  <c:v>11500</c:v>
                </c:pt>
                <c:pt idx="4900">
                  <c:v>11500</c:v>
                </c:pt>
                <c:pt idx="4901">
                  <c:v>11500</c:v>
                </c:pt>
                <c:pt idx="4902">
                  <c:v>11500</c:v>
                </c:pt>
                <c:pt idx="4903">
                  <c:v>11500</c:v>
                </c:pt>
                <c:pt idx="4904">
                  <c:v>11500</c:v>
                </c:pt>
                <c:pt idx="4905">
                  <c:v>11500</c:v>
                </c:pt>
                <c:pt idx="4906">
                  <c:v>11500</c:v>
                </c:pt>
                <c:pt idx="4907">
                  <c:v>11500</c:v>
                </c:pt>
                <c:pt idx="4908">
                  <c:v>11500</c:v>
                </c:pt>
                <c:pt idx="4909">
                  <c:v>11500</c:v>
                </c:pt>
                <c:pt idx="4910">
                  <c:v>11800</c:v>
                </c:pt>
                <c:pt idx="4911">
                  <c:v>11800</c:v>
                </c:pt>
                <c:pt idx="4912">
                  <c:v>11800</c:v>
                </c:pt>
                <c:pt idx="4913">
                  <c:v>11800</c:v>
                </c:pt>
                <c:pt idx="4914">
                  <c:v>11800</c:v>
                </c:pt>
                <c:pt idx="4915">
                  <c:v>11800</c:v>
                </c:pt>
                <c:pt idx="4916">
                  <c:v>11800</c:v>
                </c:pt>
                <c:pt idx="4917">
                  <c:v>11800</c:v>
                </c:pt>
                <c:pt idx="4918">
                  <c:v>11800</c:v>
                </c:pt>
                <c:pt idx="4919">
                  <c:v>11800</c:v>
                </c:pt>
                <c:pt idx="4920">
                  <c:v>11800</c:v>
                </c:pt>
                <c:pt idx="4921">
                  <c:v>11800</c:v>
                </c:pt>
                <c:pt idx="4922">
                  <c:v>11800</c:v>
                </c:pt>
                <c:pt idx="4923">
                  <c:v>11800</c:v>
                </c:pt>
                <c:pt idx="4924">
                  <c:v>11800</c:v>
                </c:pt>
                <c:pt idx="4925">
                  <c:v>11800</c:v>
                </c:pt>
                <c:pt idx="4926">
                  <c:v>11800</c:v>
                </c:pt>
                <c:pt idx="4927">
                  <c:v>11800</c:v>
                </c:pt>
                <c:pt idx="4928">
                  <c:v>11800</c:v>
                </c:pt>
                <c:pt idx="4929">
                  <c:v>11800</c:v>
                </c:pt>
                <c:pt idx="4930">
                  <c:v>11800</c:v>
                </c:pt>
                <c:pt idx="4931">
                  <c:v>11800</c:v>
                </c:pt>
                <c:pt idx="4932">
                  <c:v>11800</c:v>
                </c:pt>
                <c:pt idx="4933">
                  <c:v>11800</c:v>
                </c:pt>
                <c:pt idx="4934">
                  <c:v>11800</c:v>
                </c:pt>
                <c:pt idx="4935">
                  <c:v>11800</c:v>
                </c:pt>
                <c:pt idx="4936">
                  <c:v>11800</c:v>
                </c:pt>
                <c:pt idx="4937">
                  <c:v>11800</c:v>
                </c:pt>
                <c:pt idx="4938">
                  <c:v>10800</c:v>
                </c:pt>
                <c:pt idx="4939">
                  <c:v>10800</c:v>
                </c:pt>
                <c:pt idx="4940">
                  <c:v>10500</c:v>
                </c:pt>
                <c:pt idx="4941">
                  <c:v>10500</c:v>
                </c:pt>
                <c:pt idx="4942">
                  <c:v>10500</c:v>
                </c:pt>
                <c:pt idx="4943">
                  <c:v>10500</c:v>
                </c:pt>
                <c:pt idx="4944">
                  <c:v>10500</c:v>
                </c:pt>
                <c:pt idx="4945">
                  <c:v>10500</c:v>
                </c:pt>
                <c:pt idx="4946">
                  <c:v>10500</c:v>
                </c:pt>
                <c:pt idx="4947">
                  <c:v>10500</c:v>
                </c:pt>
                <c:pt idx="4948">
                  <c:v>10500</c:v>
                </c:pt>
                <c:pt idx="4949">
                  <c:v>10500</c:v>
                </c:pt>
                <c:pt idx="4950">
                  <c:v>10500</c:v>
                </c:pt>
                <c:pt idx="4951">
                  <c:v>10500</c:v>
                </c:pt>
                <c:pt idx="4952">
                  <c:v>10500</c:v>
                </c:pt>
                <c:pt idx="4953">
                  <c:v>10500</c:v>
                </c:pt>
                <c:pt idx="4954">
                  <c:v>10500</c:v>
                </c:pt>
                <c:pt idx="4955">
                  <c:v>10500</c:v>
                </c:pt>
                <c:pt idx="4956">
                  <c:v>10200</c:v>
                </c:pt>
                <c:pt idx="4957">
                  <c:v>10200</c:v>
                </c:pt>
                <c:pt idx="4958">
                  <c:v>10200</c:v>
                </c:pt>
                <c:pt idx="4959">
                  <c:v>10200</c:v>
                </c:pt>
                <c:pt idx="4960">
                  <c:v>10200</c:v>
                </c:pt>
                <c:pt idx="4961">
                  <c:v>10200</c:v>
                </c:pt>
                <c:pt idx="4962">
                  <c:v>10200</c:v>
                </c:pt>
                <c:pt idx="4963">
                  <c:v>10200</c:v>
                </c:pt>
                <c:pt idx="4964">
                  <c:v>10200</c:v>
                </c:pt>
                <c:pt idx="4965">
                  <c:v>10200</c:v>
                </c:pt>
                <c:pt idx="4966">
                  <c:v>10200</c:v>
                </c:pt>
                <c:pt idx="4967">
                  <c:v>10200</c:v>
                </c:pt>
                <c:pt idx="4968">
                  <c:v>10200</c:v>
                </c:pt>
                <c:pt idx="4969">
                  <c:v>10200</c:v>
                </c:pt>
                <c:pt idx="4970">
                  <c:v>10200</c:v>
                </c:pt>
                <c:pt idx="4971">
                  <c:v>10200</c:v>
                </c:pt>
                <c:pt idx="4972">
                  <c:v>10200</c:v>
                </c:pt>
                <c:pt idx="4973">
                  <c:v>10200</c:v>
                </c:pt>
                <c:pt idx="4974">
                  <c:v>10200</c:v>
                </c:pt>
                <c:pt idx="4975">
                  <c:v>10200</c:v>
                </c:pt>
                <c:pt idx="4976">
                  <c:v>10200</c:v>
                </c:pt>
                <c:pt idx="4977">
                  <c:v>10500</c:v>
                </c:pt>
                <c:pt idx="4978">
                  <c:v>10500</c:v>
                </c:pt>
                <c:pt idx="4979">
                  <c:v>10500</c:v>
                </c:pt>
                <c:pt idx="4980">
                  <c:v>10500</c:v>
                </c:pt>
                <c:pt idx="4981">
                  <c:v>10500</c:v>
                </c:pt>
                <c:pt idx="4982">
                  <c:v>10500</c:v>
                </c:pt>
                <c:pt idx="4983">
                  <c:v>10500</c:v>
                </c:pt>
                <c:pt idx="4984">
                  <c:v>10500</c:v>
                </c:pt>
                <c:pt idx="4985">
                  <c:v>10500</c:v>
                </c:pt>
                <c:pt idx="4986">
                  <c:v>10500</c:v>
                </c:pt>
                <c:pt idx="4987">
                  <c:v>10500</c:v>
                </c:pt>
                <c:pt idx="4988">
                  <c:v>10500</c:v>
                </c:pt>
                <c:pt idx="4989">
                  <c:v>10500</c:v>
                </c:pt>
                <c:pt idx="4990">
                  <c:v>10500</c:v>
                </c:pt>
                <c:pt idx="4991">
                  <c:v>10500</c:v>
                </c:pt>
                <c:pt idx="4992">
                  <c:v>10500</c:v>
                </c:pt>
                <c:pt idx="4993">
                  <c:v>10500</c:v>
                </c:pt>
                <c:pt idx="4994">
                  <c:v>10500</c:v>
                </c:pt>
                <c:pt idx="4995">
                  <c:v>10500</c:v>
                </c:pt>
                <c:pt idx="4996">
                  <c:v>10000</c:v>
                </c:pt>
                <c:pt idx="4997">
                  <c:v>10500</c:v>
                </c:pt>
                <c:pt idx="4998">
                  <c:v>10500</c:v>
                </c:pt>
                <c:pt idx="4999">
                  <c:v>10500</c:v>
                </c:pt>
                <c:pt idx="5000">
                  <c:v>10500</c:v>
                </c:pt>
                <c:pt idx="5001">
                  <c:v>10500</c:v>
                </c:pt>
                <c:pt idx="5002">
                  <c:v>10000</c:v>
                </c:pt>
                <c:pt idx="5003">
                  <c:v>10000</c:v>
                </c:pt>
                <c:pt idx="5004">
                  <c:v>10000</c:v>
                </c:pt>
                <c:pt idx="5005">
                  <c:v>10000</c:v>
                </c:pt>
                <c:pt idx="5006">
                  <c:v>10000</c:v>
                </c:pt>
                <c:pt idx="5007">
                  <c:v>10000</c:v>
                </c:pt>
                <c:pt idx="5008">
                  <c:v>10000</c:v>
                </c:pt>
                <c:pt idx="5009">
                  <c:v>10000</c:v>
                </c:pt>
                <c:pt idx="5010">
                  <c:v>10000</c:v>
                </c:pt>
                <c:pt idx="5011">
                  <c:v>10000</c:v>
                </c:pt>
                <c:pt idx="5012">
                  <c:v>11000</c:v>
                </c:pt>
                <c:pt idx="5013">
                  <c:v>11000</c:v>
                </c:pt>
                <c:pt idx="5014">
                  <c:v>10500</c:v>
                </c:pt>
                <c:pt idx="5015">
                  <c:v>10800</c:v>
                </c:pt>
                <c:pt idx="5016">
                  <c:v>11000</c:v>
                </c:pt>
                <c:pt idx="5017">
                  <c:v>11000</c:v>
                </c:pt>
                <c:pt idx="5018">
                  <c:v>11000</c:v>
                </c:pt>
                <c:pt idx="5019">
                  <c:v>9800</c:v>
                </c:pt>
                <c:pt idx="5020">
                  <c:v>9800</c:v>
                </c:pt>
                <c:pt idx="5021">
                  <c:v>9800</c:v>
                </c:pt>
                <c:pt idx="5022">
                  <c:v>11300</c:v>
                </c:pt>
                <c:pt idx="5023">
                  <c:v>12000</c:v>
                </c:pt>
                <c:pt idx="5024">
                  <c:v>12000</c:v>
                </c:pt>
                <c:pt idx="5025">
                  <c:v>12000</c:v>
                </c:pt>
                <c:pt idx="5026">
                  <c:v>11700</c:v>
                </c:pt>
                <c:pt idx="5027">
                  <c:v>11700</c:v>
                </c:pt>
                <c:pt idx="5028">
                  <c:v>11700</c:v>
                </c:pt>
                <c:pt idx="5029">
                  <c:v>11700</c:v>
                </c:pt>
                <c:pt idx="5030">
                  <c:v>11700</c:v>
                </c:pt>
                <c:pt idx="5031">
                  <c:v>11700</c:v>
                </c:pt>
                <c:pt idx="5032">
                  <c:v>11700</c:v>
                </c:pt>
                <c:pt idx="5033">
                  <c:v>11700</c:v>
                </c:pt>
                <c:pt idx="5034">
                  <c:v>11700</c:v>
                </c:pt>
                <c:pt idx="5035">
                  <c:v>11700</c:v>
                </c:pt>
                <c:pt idx="5036">
                  <c:v>11700</c:v>
                </c:pt>
                <c:pt idx="5037">
                  <c:v>11700</c:v>
                </c:pt>
                <c:pt idx="5038">
                  <c:v>11700</c:v>
                </c:pt>
                <c:pt idx="5039">
                  <c:v>11700</c:v>
                </c:pt>
                <c:pt idx="5040">
                  <c:v>12000</c:v>
                </c:pt>
                <c:pt idx="5041">
                  <c:v>12000</c:v>
                </c:pt>
                <c:pt idx="5042">
                  <c:v>12000</c:v>
                </c:pt>
                <c:pt idx="5043">
                  <c:v>14500</c:v>
                </c:pt>
                <c:pt idx="5044">
                  <c:v>14500</c:v>
                </c:pt>
                <c:pt idx="5045">
                  <c:v>14500</c:v>
                </c:pt>
                <c:pt idx="5046">
                  <c:v>14500</c:v>
                </c:pt>
                <c:pt idx="5047">
                  <c:v>14500</c:v>
                </c:pt>
                <c:pt idx="5048">
                  <c:v>14500</c:v>
                </c:pt>
                <c:pt idx="5049">
                  <c:v>14500</c:v>
                </c:pt>
                <c:pt idx="5050">
                  <c:v>14500</c:v>
                </c:pt>
                <c:pt idx="5051">
                  <c:v>14500</c:v>
                </c:pt>
                <c:pt idx="5052">
                  <c:v>15000</c:v>
                </c:pt>
                <c:pt idx="5053">
                  <c:v>15000</c:v>
                </c:pt>
                <c:pt idx="5054">
                  <c:v>15000</c:v>
                </c:pt>
                <c:pt idx="5055">
                  <c:v>15000</c:v>
                </c:pt>
                <c:pt idx="5056">
                  <c:v>15000</c:v>
                </c:pt>
                <c:pt idx="5057">
                  <c:v>15000</c:v>
                </c:pt>
                <c:pt idx="5058">
                  <c:v>15000</c:v>
                </c:pt>
                <c:pt idx="5059">
                  <c:v>15000</c:v>
                </c:pt>
                <c:pt idx="5060">
                  <c:v>15000</c:v>
                </c:pt>
                <c:pt idx="5061">
                  <c:v>15000</c:v>
                </c:pt>
                <c:pt idx="5062">
                  <c:v>15000</c:v>
                </c:pt>
                <c:pt idx="5063">
                  <c:v>15000</c:v>
                </c:pt>
                <c:pt idx="5064">
                  <c:v>15000</c:v>
                </c:pt>
                <c:pt idx="5065">
                  <c:v>15000</c:v>
                </c:pt>
                <c:pt idx="5066">
                  <c:v>15000</c:v>
                </c:pt>
                <c:pt idx="5067">
                  <c:v>15000</c:v>
                </c:pt>
                <c:pt idx="5068">
                  <c:v>15000</c:v>
                </c:pt>
                <c:pt idx="5069">
                  <c:v>15000</c:v>
                </c:pt>
                <c:pt idx="5070">
                  <c:v>15000</c:v>
                </c:pt>
                <c:pt idx="5071">
                  <c:v>14500</c:v>
                </c:pt>
                <c:pt idx="5072">
                  <c:v>14200</c:v>
                </c:pt>
                <c:pt idx="5073">
                  <c:v>15000</c:v>
                </c:pt>
                <c:pt idx="5074">
                  <c:v>16500</c:v>
                </c:pt>
                <c:pt idx="5075">
                  <c:v>16500</c:v>
                </c:pt>
                <c:pt idx="5076">
                  <c:v>16500</c:v>
                </c:pt>
                <c:pt idx="5077">
                  <c:v>16500</c:v>
                </c:pt>
                <c:pt idx="5078">
                  <c:v>16500</c:v>
                </c:pt>
                <c:pt idx="5079">
                  <c:v>16500</c:v>
                </c:pt>
                <c:pt idx="5080">
                  <c:v>18000</c:v>
                </c:pt>
                <c:pt idx="5081">
                  <c:v>18500</c:v>
                </c:pt>
                <c:pt idx="5082">
                  <c:v>19500</c:v>
                </c:pt>
                <c:pt idx="5083">
                  <c:v>19500</c:v>
                </c:pt>
                <c:pt idx="5084">
                  <c:v>19500</c:v>
                </c:pt>
                <c:pt idx="5085">
                  <c:v>19500</c:v>
                </c:pt>
                <c:pt idx="5086">
                  <c:v>19500</c:v>
                </c:pt>
                <c:pt idx="5087">
                  <c:v>19500</c:v>
                </c:pt>
                <c:pt idx="5088">
                  <c:v>18500</c:v>
                </c:pt>
                <c:pt idx="5089">
                  <c:v>18500</c:v>
                </c:pt>
                <c:pt idx="5090">
                  <c:v>18500</c:v>
                </c:pt>
                <c:pt idx="5091">
                  <c:v>18500</c:v>
                </c:pt>
                <c:pt idx="5092">
                  <c:v>18400</c:v>
                </c:pt>
                <c:pt idx="5093">
                  <c:v>19400</c:v>
                </c:pt>
                <c:pt idx="5094">
                  <c:v>19400</c:v>
                </c:pt>
                <c:pt idx="5095">
                  <c:v>19400</c:v>
                </c:pt>
                <c:pt idx="5096">
                  <c:v>19400</c:v>
                </c:pt>
                <c:pt idx="5097">
                  <c:v>19400</c:v>
                </c:pt>
                <c:pt idx="5098">
                  <c:v>19400</c:v>
                </c:pt>
                <c:pt idx="5099">
                  <c:v>18400</c:v>
                </c:pt>
                <c:pt idx="5100">
                  <c:v>18400</c:v>
                </c:pt>
                <c:pt idx="5101">
                  <c:v>18400</c:v>
                </c:pt>
                <c:pt idx="5102">
                  <c:v>18400</c:v>
                </c:pt>
                <c:pt idx="5103">
                  <c:v>18400</c:v>
                </c:pt>
                <c:pt idx="5104">
                  <c:v>18400</c:v>
                </c:pt>
                <c:pt idx="5105">
                  <c:v>18400</c:v>
                </c:pt>
                <c:pt idx="5106">
                  <c:v>18400</c:v>
                </c:pt>
                <c:pt idx="5107">
                  <c:v>18400</c:v>
                </c:pt>
                <c:pt idx="5108">
                  <c:v>17900</c:v>
                </c:pt>
                <c:pt idx="5109">
                  <c:v>17900</c:v>
                </c:pt>
                <c:pt idx="5110">
                  <c:v>16900</c:v>
                </c:pt>
                <c:pt idx="5111">
                  <c:v>16900</c:v>
                </c:pt>
                <c:pt idx="5112">
                  <c:v>16200</c:v>
                </c:pt>
                <c:pt idx="5113">
                  <c:v>16200</c:v>
                </c:pt>
                <c:pt idx="5114">
                  <c:v>15200</c:v>
                </c:pt>
                <c:pt idx="5115">
                  <c:v>15200</c:v>
                </c:pt>
                <c:pt idx="5116">
                  <c:v>15200</c:v>
                </c:pt>
                <c:pt idx="5117">
                  <c:v>14900</c:v>
                </c:pt>
                <c:pt idx="5118">
                  <c:v>14900</c:v>
                </c:pt>
                <c:pt idx="5119">
                  <c:v>14500</c:v>
                </c:pt>
                <c:pt idx="5120">
                  <c:v>13500</c:v>
                </c:pt>
                <c:pt idx="5121">
                  <c:v>13500</c:v>
                </c:pt>
                <c:pt idx="5122">
                  <c:v>13500</c:v>
                </c:pt>
                <c:pt idx="5123">
                  <c:v>13500</c:v>
                </c:pt>
                <c:pt idx="5124">
                  <c:v>13900</c:v>
                </c:pt>
                <c:pt idx="5125">
                  <c:v>13900</c:v>
                </c:pt>
                <c:pt idx="5126">
                  <c:v>13200</c:v>
                </c:pt>
                <c:pt idx="5127">
                  <c:v>12700</c:v>
                </c:pt>
                <c:pt idx="5128">
                  <c:v>12700</c:v>
                </c:pt>
                <c:pt idx="5129">
                  <c:v>12700</c:v>
                </c:pt>
                <c:pt idx="5130">
                  <c:v>12700</c:v>
                </c:pt>
                <c:pt idx="5131">
                  <c:v>13400</c:v>
                </c:pt>
                <c:pt idx="5132">
                  <c:v>13400</c:v>
                </c:pt>
                <c:pt idx="5133">
                  <c:v>12500</c:v>
                </c:pt>
                <c:pt idx="5134">
                  <c:v>12500</c:v>
                </c:pt>
                <c:pt idx="5135">
                  <c:v>12500</c:v>
                </c:pt>
                <c:pt idx="5136">
                  <c:v>12500</c:v>
                </c:pt>
                <c:pt idx="5137">
                  <c:v>11000</c:v>
                </c:pt>
                <c:pt idx="5138">
                  <c:v>11400</c:v>
                </c:pt>
                <c:pt idx="5139">
                  <c:v>11400</c:v>
                </c:pt>
                <c:pt idx="5140">
                  <c:v>11400</c:v>
                </c:pt>
                <c:pt idx="5141">
                  <c:v>11400</c:v>
                </c:pt>
                <c:pt idx="5142">
                  <c:v>11400</c:v>
                </c:pt>
                <c:pt idx="5143">
                  <c:v>11400</c:v>
                </c:pt>
                <c:pt idx="5144">
                  <c:v>11400</c:v>
                </c:pt>
                <c:pt idx="5145">
                  <c:v>11400</c:v>
                </c:pt>
                <c:pt idx="5146">
                  <c:v>11400</c:v>
                </c:pt>
                <c:pt idx="5147">
                  <c:v>11400</c:v>
                </c:pt>
                <c:pt idx="5148">
                  <c:v>11400</c:v>
                </c:pt>
                <c:pt idx="5149">
                  <c:v>11400</c:v>
                </c:pt>
                <c:pt idx="5150">
                  <c:v>11400</c:v>
                </c:pt>
                <c:pt idx="5151">
                  <c:v>11400</c:v>
                </c:pt>
                <c:pt idx="5152">
                  <c:v>11400</c:v>
                </c:pt>
                <c:pt idx="5153">
                  <c:v>11400</c:v>
                </c:pt>
                <c:pt idx="5154">
                  <c:v>11400</c:v>
                </c:pt>
                <c:pt idx="5155">
                  <c:v>11400</c:v>
                </c:pt>
                <c:pt idx="5156">
                  <c:v>11400</c:v>
                </c:pt>
                <c:pt idx="5157">
                  <c:v>11400</c:v>
                </c:pt>
                <c:pt idx="5158">
                  <c:v>11400</c:v>
                </c:pt>
                <c:pt idx="5159">
                  <c:v>11400</c:v>
                </c:pt>
                <c:pt idx="5160">
                  <c:v>11400</c:v>
                </c:pt>
                <c:pt idx="5161">
                  <c:v>11400</c:v>
                </c:pt>
                <c:pt idx="5162">
                  <c:v>10000</c:v>
                </c:pt>
                <c:pt idx="5163">
                  <c:v>10000</c:v>
                </c:pt>
                <c:pt idx="5164">
                  <c:v>10000</c:v>
                </c:pt>
                <c:pt idx="5165">
                  <c:v>10000</c:v>
                </c:pt>
                <c:pt idx="5166">
                  <c:v>10500</c:v>
                </c:pt>
                <c:pt idx="5167">
                  <c:v>10500</c:v>
                </c:pt>
                <c:pt idx="5168">
                  <c:v>10500</c:v>
                </c:pt>
                <c:pt idx="5169">
                  <c:v>10500</c:v>
                </c:pt>
                <c:pt idx="5170">
                  <c:v>10500</c:v>
                </c:pt>
                <c:pt idx="5171">
                  <c:v>10500</c:v>
                </c:pt>
                <c:pt idx="5172">
                  <c:v>10500</c:v>
                </c:pt>
                <c:pt idx="5173">
                  <c:v>11500</c:v>
                </c:pt>
                <c:pt idx="5174">
                  <c:v>11500</c:v>
                </c:pt>
                <c:pt idx="5175">
                  <c:v>11500</c:v>
                </c:pt>
                <c:pt idx="5176">
                  <c:v>11000</c:v>
                </c:pt>
                <c:pt idx="5177">
                  <c:v>11000</c:v>
                </c:pt>
                <c:pt idx="5178">
                  <c:v>11000</c:v>
                </c:pt>
                <c:pt idx="5179">
                  <c:v>11000</c:v>
                </c:pt>
                <c:pt idx="5180">
                  <c:v>11000</c:v>
                </c:pt>
                <c:pt idx="5181">
                  <c:v>11000</c:v>
                </c:pt>
                <c:pt idx="5182">
                  <c:v>11000</c:v>
                </c:pt>
                <c:pt idx="5183">
                  <c:v>11000</c:v>
                </c:pt>
                <c:pt idx="5184">
                  <c:v>11500</c:v>
                </c:pt>
                <c:pt idx="5185">
                  <c:v>11500</c:v>
                </c:pt>
                <c:pt idx="5186">
                  <c:v>11500</c:v>
                </c:pt>
                <c:pt idx="5187">
                  <c:v>11500</c:v>
                </c:pt>
                <c:pt idx="5188">
                  <c:v>11500</c:v>
                </c:pt>
                <c:pt idx="5189">
                  <c:v>11500</c:v>
                </c:pt>
                <c:pt idx="5190">
                  <c:v>9500</c:v>
                </c:pt>
                <c:pt idx="5191">
                  <c:v>10000</c:v>
                </c:pt>
                <c:pt idx="5192">
                  <c:v>10000</c:v>
                </c:pt>
                <c:pt idx="5193">
                  <c:v>10000</c:v>
                </c:pt>
                <c:pt idx="5194">
                  <c:v>10000</c:v>
                </c:pt>
                <c:pt idx="5195">
                  <c:v>10000</c:v>
                </c:pt>
                <c:pt idx="5196">
                  <c:v>10000</c:v>
                </c:pt>
                <c:pt idx="5197">
                  <c:v>10000</c:v>
                </c:pt>
                <c:pt idx="5198">
                  <c:v>10000</c:v>
                </c:pt>
                <c:pt idx="5199">
                  <c:v>10000</c:v>
                </c:pt>
                <c:pt idx="5200">
                  <c:v>10000</c:v>
                </c:pt>
                <c:pt idx="5201">
                  <c:v>10000</c:v>
                </c:pt>
                <c:pt idx="5202">
                  <c:v>10000</c:v>
                </c:pt>
                <c:pt idx="5203">
                  <c:v>10000</c:v>
                </c:pt>
                <c:pt idx="5204">
                  <c:v>10000</c:v>
                </c:pt>
                <c:pt idx="5205">
                  <c:v>10000</c:v>
                </c:pt>
                <c:pt idx="5206">
                  <c:v>10000</c:v>
                </c:pt>
                <c:pt idx="5207">
                  <c:v>10000</c:v>
                </c:pt>
                <c:pt idx="5208">
                  <c:v>10000</c:v>
                </c:pt>
                <c:pt idx="5209">
                  <c:v>10000</c:v>
                </c:pt>
                <c:pt idx="5210">
                  <c:v>10000</c:v>
                </c:pt>
                <c:pt idx="5211">
                  <c:v>11000</c:v>
                </c:pt>
                <c:pt idx="5212">
                  <c:v>12000</c:v>
                </c:pt>
                <c:pt idx="5213">
                  <c:v>12000</c:v>
                </c:pt>
                <c:pt idx="5214">
                  <c:v>12000</c:v>
                </c:pt>
                <c:pt idx="5215">
                  <c:v>12000</c:v>
                </c:pt>
                <c:pt idx="5216">
                  <c:v>12000</c:v>
                </c:pt>
                <c:pt idx="5217">
                  <c:v>12000</c:v>
                </c:pt>
                <c:pt idx="5218">
                  <c:v>10500</c:v>
                </c:pt>
                <c:pt idx="5219">
                  <c:v>10500</c:v>
                </c:pt>
                <c:pt idx="5220">
                  <c:v>10500</c:v>
                </c:pt>
                <c:pt idx="5221">
                  <c:v>10000</c:v>
                </c:pt>
                <c:pt idx="5222">
                  <c:v>10000</c:v>
                </c:pt>
                <c:pt idx="5223">
                  <c:v>10000</c:v>
                </c:pt>
                <c:pt idx="5224">
                  <c:v>10000</c:v>
                </c:pt>
                <c:pt idx="5225">
                  <c:v>10000</c:v>
                </c:pt>
                <c:pt idx="5226">
                  <c:v>11000</c:v>
                </c:pt>
                <c:pt idx="5227">
                  <c:v>11000</c:v>
                </c:pt>
                <c:pt idx="5228">
                  <c:v>11000</c:v>
                </c:pt>
                <c:pt idx="5229">
                  <c:v>11000</c:v>
                </c:pt>
                <c:pt idx="5230">
                  <c:v>11000</c:v>
                </c:pt>
                <c:pt idx="5231">
                  <c:v>11000</c:v>
                </c:pt>
                <c:pt idx="5232">
                  <c:v>14000</c:v>
                </c:pt>
                <c:pt idx="5233">
                  <c:v>14000</c:v>
                </c:pt>
                <c:pt idx="5234">
                  <c:v>14000</c:v>
                </c:pt>
                <c:pt idx="5235">
                  <c:v>15000</c:v>
                </c:pt>
                <c:pt idx="5236">
                  <c:v>15000</c:v>
                </c:pt>
                <c:pt idx="5237">
                  <c:v>15000</c:v>
                </c:pt>
                <c:pt idx="5238">
                  <c:v>15000</c:v>
                </c:pt>
                <c:pt idx="5239">
                  <c:v>13000</c:v>
                </c:pt>
                <c:pt idx="5240">
                  <c:v>13000</c:v>
                </c:pt>
                <c:pt idx="5241">
                  <c:v>16000</c:v>
                </c:pt>
                <c:pt idx="5242">
                  <c:v>16000</c:v>
                </c:pt>
                <c:pt idx="5243">
                  <c:v>16000</c:v>
                </c:pt>
                <c:pt idx="5244">
                  <c:v>16000</c:v>
                </c:pt>
                <c:pt idx="5245">
                  <c:v>16000</c:v>
                </c:pt>
                <c:pt idx="5246">
                  <c:v>16000</c:v>
                </c:pt>
                <c:pt idx="5247">
                  <c:v>16000</c:v>
                </c:pt>
                <c:pt idx="5248">
                  <c:v>16000</c:v>
                </c:pt>
                <c:pt idx="5249">
                  <c:v>16000</c:v>
                </c:pt>
                <c:pt idx="5250">
                  <c:v>14000</c:v>
                </c:pt>
                <c:pt idx="5251">
                  <c:v>14000</c:v>
                </c:pt>
                <c:pt idx="5252">
                  <c:v>14000</c:v>
                </c:pt>
                <c:pt idx="5253">
                  <c:v>14000</c:v>
                </c:pt>
                <c:pt idx="5254">
                  <c:v>14000</c:v>
                </c:pt>
                <c:pt idx="5255">
                  <c:v>14000</c:v>
                </c:pt>
                <c:pt idx="5256">
                  <c:v>14000</c:v>
                </c:pt>
                <c:pt idx="5257">
                  <c:v>12000</c:v>
                </c:pt>
                <c:pt idx="5258">
                  <c:v>12000</c:v>
                </c:pt>
                <c:pt idx="5259">
                  <c:v>12000</c:v>
                </c:pt>
                <c:pt idx="5260">
                  <c:v>12000</c:v>
                </c:pt>
                <c:pt idx="5261">
                  <c:v>12000</c:v>
                </c:pt>
                <c:pt idx="5262">
                  <c:v>12000</c:v>
                </c:pt>
                <c:pt idx="5263">
                  <c:v>12000</c:v>
                </c:pt>
                <c:pt idx="5264">
                  <c:v>12000</c:v>
                </c:pt>
                <c:pt idx="5265">
                  <c:v>12000</c:v>
                </c:pt>
                <c:pt idx="5266">
                  <c:v>12000</c:v>
                </c:pt>
                <c:pt idx="5267">
                  <c:v>10500</c:v>
                </c:pt>
                <c:pt idx="5268">
                  <c:v>9500</c:v>
                </c:pt>
                <c:pt idx="5269">
                  <c:v>9500</c:v>
                </c:pt>
                <c:pt idx="5270">
                  <c:v>9500</c:v>
                </c:pt>
                <c:pt idx="5271">
                  <c:v>20000</c:v>
                </c:pt>
                <c:pt idx="5272">
                  <c:v>20000</c:v>
                </c:pt>
                <c:pt idx="5273">
                  <c:v>20000</c:v>
                </c:pt>
                <c:pt idx="5274">
                  <c:v>20000</c:v>
                </c:pt>
                <c:pt idx="5275">
                  <c:v>18500</c:v>
                </c:pt>
                <c:pt idx="5276">
                  <c:v>18500</c:v>
                </c:pt>
                <c:pt idx="5277">
                  <c:v>18500</c:v>
                </c:pt>
                <c:pt idx="5278">
                  <c:v>18500</c:v>
                </c:pt>
                <c:pt idx="5279">
                  <c:v>18500</c:v>
                </c:pt>
                <c:pt idx="5280">
                  <c:v>18500</c:v>
                </c:pt>
                <c:pt idx="5281">
                  <c:v>18000</c:v>
                </c:pt>
                <c:pt idx="5282">
                  <c:v>18000</c:v>
                </c:pt>
                <c:pt idx="5283">
                  <c:v>18000</c:v>
                </c:pt>
                <c:pt idx="5284">
                  <c:v>18000</c:v>
                </c:pt>
                <c:pt idx="5285">
                  <c:v>25000</c:v>
                </c:pt>
                <c:pt idx="5286">
                  <c:v>25000</c:v>
                </c:pt>
                <c:pt idx="5287">
                  <c:v>25000</c:v>
                </c:pt>
                <c:pt idx="5288">
                  <c:v>28000</c:v>
                </c:pt>
                <c:pt idx="5289">
                  <c:v>33000</c:v>
                </c:pt>
                <c:pt idx="5290">
                  <c:v>33000</c:v>
                </c:pt>
                <c:pt idx="5291">
                  <c:v>33000</c:v>
                </c:pt>
                <c:pt idx="5292">
                  <c:v>28500</c:v>
                </c:pt>
                <c:pt idx="5293">
                  <c:v>28500</c:v>
                </c:pt>
                <c:pt idx="5294">
                  <c:v>28500</c:v>
                </c:pt>
                <c:pt idx="5295">
                  <c:v>28500</c:v>
                </c:pt>
                <c:pt idx="5296">
                  <c:v>28500</c:v>
                </c:pt>
                <c:pt idx="5297">
                  <c:v>28000</c:v>
                </c:pt>
                <c:pt idx="5298">
                  <c:v>33000</c:v>
                </c:pt>
                <c:pt idx="5299">
                  <c:v>33000</c:v>
                </c:pt>
                <c:pt idx="5300">
                  <c:v>33000</c:v>
                </c:pt>
                <c:pt idx="5301">
                  <c:v>33000</c:v>
                </c:pt>
                <c:pt idx="5302">
                  <c:v>33000</c:v>
                </c:pt>
                <c:pt idx="5303">
                  <c:v>33000</c:v>
                </c:pt>
                <c:pt idx="5304">
                  <c:v>30000</c:v>
                </c:pt>
                <c:pt idx="5305">
                  <c:v>30000</c:v>
                </c:pt>
                <c:pt idx="5306">
                  <c:v>40000</c:v>
                </c:pt>
                <c:pt idx="5307">
                  <c:v>40000</c:v>
                </c:pt>
                <c:pt idx="5308">
                  <c:v>40000</c:v>
                </c:pt>
                <c:pt idx="5309">
                  <c:v>40000</c:v>
                </c:pt>
                <c:pt idx="5310">
                  <c:v>40000</c:v>
                </c:pt>
                <c:pt idx="5311">
                  <c:v>40000</c:v>
                </c:pt>
                <c:pt idx="5312">
                  <c:v>40000</c:v>
                </c:pt>
                <c:pt idx="5313">
                  <c:v>40000</c:v>
                </c:pt>
                <c:pt idx="5314">
                  <c:v>40000</c:v>
                </c:pt>
                <c:pt idx="5315">
                  <c:v>40000</c:v>
                </c:pt>
                <c:pt idx="5316">
                  <c:v>40000</c:v>
                </c:pt>
                <c:pt idx="5317">
                  <c:v>40000</c:v>
                </c:pt>
                <c:pt idx="5318">
                  <c:v>40000</c:v>
                </c:pt>
                <c:pt idx="5319">
                  <c:v>39500</c:v>
                </c:pt>
                <c:pt idx="5320">
                  <c:v>39500</c:v>
                </c:pt>
                <c:pt idx="5321">
                  <c:v>39500</c:v>
                </c:pt>
                <c:pt idx="5322">
                  <c:v>39500</c:v>
                </c:pt>
                <c:pt idx="5323">
                  <c:v>44500</c:v>
                </c:pt>
                <c:pt idx="5324">
                  <c:v>44500</c:v>
                </c:pt>
                <c:pt idx="5325">
                  <c:v>44500</c:v>
                </c:pt>
                <c:pt idx="5326">
                  <c:v>44500</c:v>
                </c:pt>
                <c:pt idx="5327">
                  <c:v>44500</c:v>
                </c:pt>
                <c:pt idx="5328">
                  <c:v>44500</c:v>
                </c:pt>
                <c:pt idx="5329">
                  <c:v>44500</c:v>
                </c:pt>
                <c:pt idx="5330">
                  <c:v>44500</c:v>
                </c:pt>
                <c:pt idx="5331">
                  <c:v>47400</c:v>
                </c:pt>
                <c:pt idx="5332">
                  <c:v>47400</c:v>
                </c:pt>
                <c:pt idx="5333">
                  <c:v>47400</c:v>
                </c:pt>
                <c:pt idx="5334">
                  <c:v>47400</c:v>
                </c:pt>
                <c:pt idx="5335">
                  <c:v>47400</c:v>
                </c:pt>
                <c:pt idx="5336">
                  <c:v>47400</c:v>
                </c:pt>
                <c:pt idx="5337">
                  <c:v>47400</c:v>
                </c:pt>
                <c:pt idx="5338">
                  <c:v>47400</c:v>
                </c:pt>
                <c:pt idx="5339">
                  <c:v>44400</c:v>
                </c:pt>
                <c:pt idx="5340">
                  <c:v>44400</c:v>
                </c:pt>
                <c:pt idx="5341">
                  <c:v>47400</c:v>
                </c:pt>
                <c:pt idx="5342">
                  <c:v>47400</c:v>
                </c:pt>
                <c:pt idx="5343">
                  <c:v>47400</c:v>
                </c:pt>
                <c:pt idx="5344">
                  <c:v>47400</c:v>
                </c:pt>
                <c:pt idx="5345">
                  <c:v>47400</c:v>
                </c:pt>
                <c:pt idx="5346">
                  <c:v>52900</c:v>
                </c:pt>
                <c:pt idx="5347">
                  <c:v>52900</c:v>
                </c:pt>
                <c:pt idx="5348">
                  <c:v>52900</c:v>
                </c:pt>
                <c:pt idx="5349">
                  <c:v>52900</c:v>
                </c:pt>
                <c:pt idx="5350">
                  <c:v>52900</c:v>
                </c:pt>
                <c:pt idx="5351">
                  <c:v>52900</c:v>
                </c:pt>
                <c:pt idx="5352">
                  <c:v>52900</c:v>
                </c:pt>
                <c:pt idx="5353">
                  <c:v>52900</c:v>
                </c:pt>
                <c:pt idx="5354">
                  <c:v>54240</c:v>
                </c:pt>
                <c:pt idx="5355">
                  <c:v>54240</c:v>
                </c:pt>
                <c:pt idx="5356">
                  <c:v>54240</c:v>
                </c:pt>
                <c:pt idx="5357">
                  <c:v>54240</c:v>
                </c:pt>
                <c:pt idx="5358">
                  <c:v>54240</c:v>
                </c:pt>
                <c:pt idx="5359">
                  <c:v>54300</c:v>
                </c:pt>
                <c:pt idx="5360">
                  <c:v>54300</c:v>
                </c:pt>
                <c:pt idx="5361">
                  <c:v>54500</c:v>
                </c:pt>
                <c:pt idx="5362">
                  <c:v>54500</c:v>
                </c:pt>
                <c:pt idx="5363">
                  <c:v>54500</c:v>
                </c:pt>
                <c:pt idx="5364">
                  <c:v>54500</c:v>
                </c:pt>
                <c:pt idx="5365">
                  <c:v>54500</c:v>
                </c:pt>
                <c:pt idx="5366">
                  <c:v>54500</c:v>
                </c:pt>
                <c:pt idx="5367">
                  <c:v>55700</c:v>
                </c:pt>
                <c:pt idx="5368">
                  <c:v>55700</c:v>
                </c:pt>
                <c:pt idx="5369">
                  <c:v>55700</c:v>
                </c:pt>
                <c:pt idx="5370">
                  <c:v>55700</c:v>
                </c:pt>
                <c:pt idx="5371">
                  <c:v>55700</c:v>
                </c:pt>
                <c:pt idx="5372">
                  <c:v>58700</c:v>
                </c:pt>
                <c:pt idx="5373">
                  <c:v>59700</c:v>
                </c:pt>
                <c:pt idx="5374">
                  <c:v>60500</c:v>
                </c:pt>
                <c:pt idx="5375">
                  <c:v>60500</c:v>
                </c:pt>
                <c:pt idx="5376">
                  <c:v>60500</c:v>
                </c:pt>
                <c:pt idx="5377">
                  <c:v>60500</c:v>
                </c:pt>
                <c:pt idx="5378">
                  <c:v>60500</c:v>
                </c:pt>
                <c:pt idx="5379">
                  <c:v>59500</c:v>
                </c:pt>
                <c:pt idx="5380">
                  <c:v>58700</c:v>
                </c:pt>
                <c:pt idx="5381">
                  <c:v>58500</c:v>
                </c:pt>
                <c:pt idx="5382">
                  <c:v>58500</c:v>
                </c:pt>
                <c:pt idx="5383">
                  <c:v>58920</c:v>
                </c:pt>
                <c:pt idx="5384">
                  <c:v>58920</c:v>
                </c:pt>
                <c:pt idx="5385">
                  <c:v>58920</c:v>
                </c:pt>
                <c:pt idx="5386">
                  <c:v>58920</c:v>
                </c:pt>
                <c:pt idx="5387">
                  <c:v>59000</c:v>
                </c:pt>
                <c:pt idx="5388">
                  <c:v>59000</c:v>
                </c:pt>
                <c:pt idx="5389">
                  <c:v>59000</c:v>
                </c:pt>
                <c:pt idx="5390">
                  <c:v>59000</c:v>
                </c:pt>
                <c:pt idx="5391">
                  <c:v>59000</c:v>
                </c:pt>
                <c:pt idx="5392">
                  <c:v>59000</c:v>
                </c:pt>
                <c:pt idx="5393">
                  <c:v>59000</c:v>
                </c:pt>
                <c:pt idx="5394">
                  <c:v>59000</c:v>
                </c:pt>
                <c:pt idx="5395">
                  <c:v>58500</c:v>
                </c:pt>
                <c:pt idx="5396">
                  <c:v>58500</c:v>
                </c:pt>
                <c:pt idx="5397">
                  <c:v>58500</c:v>
                </c:pt>
                <c:pt idx="5398">
                  <c:v>58500</c:v>
                </c:pt>
                <c:pt idx="5399">
                  <c:v>58500</c:v>
                </c:pt>
                <c:pt idx="5400">
                  <c:v>58500</c:v>
                </c:pt>
                <c:pt idx="5401">
                  <c:v>58500</c:v>
                </c:pt>
                <c:pt idx="5402">
                  <c:v>59300</c:v>
                </c:pt>
                <c:pt idx="5403">
                  <c:v>59300</c:v>
                </c:pt>
                <c:pt idx="5404">
                  <c:v>59300</c:v>
                </c:pt>
                <c:pt idx="5405">
                  <c:v>59300</c:v>
                </c:pt>
                <c:pt idx="5406">
                  <c:v>59300</c:v>
                </c:pt>
                <c:pt idx="5407">
                  <c:v>59300</c:v>
                </c:pt>
                <c:pt idx="5408">
                  <c:v>59300</c:v>
                </c:pt>
                <c:pt idx="5409">
                  <c:v>59300</c:v>
                </c:pt>
                <c:pt idx="5410">
                  <c:v>59300</c:v>
                </c:pt>
                <c:pt idx="5411">
                  <c:v>57000</c:v>
                </c:pt>
                <c:pt idx="5412">
                  <c:v>57300</c:v>
                </c:pt>
                <c:pt idx="5413">
                  <c:v>57300</c:v>
                </c:pt>
                <c:pt idx="5414">
                  <c:v>57300</c:v>
                </c:pt>
                <c:pt idx="5415">
                  <c:v>57300</c:v>
                </c:pt>
                <c:pt idx="5416">
                  <c:v>57300</c:v>
                </c:pt>
                <c:pt idx="5417">
                  <c:v>57300</c:v>
                </c:pt>
                <c:pt idx="5418">
                  <c:v>57500</c:v>
                </c:pt>
                <c:pt idx="5419">
                  <c:v>57500</c:v>
                </c:pt>
                <c:pt idx="5420">
                  <c:v>57500</c:v>
                </c:pt>
                <c:pt idx="5421">
                  <c:v>57500</c:v>
                </c:pt>
                <c:pt idx="5422">
                  <c:v>57500</c:v>
                </c:pt>
                <c:pt idx="5423">
                  <c:v>57500</c:v>
                </c:pt>
                <c:pt idx="5424">
                  <c:v>62500</c:v>
                </c:pt>
                <c:pt idx="5425">
                  <c:v>62500</c:v>
                </c:pt>
                <c:pt idx="5426">
                  <c:v>62500</c:v>
                </c:pt>
                <c:pt idx="5427">
                  <c:v>62500</c:v>
                </c:pt>
                <c:pt idx="5428">
                  <c:v>62500</c:v>
                </c:pt>
                <c:pt idx="5429">
                  <c:v>62500</c:v>
                </c:pt>
                <c:pt idx="5430">
                  <c:v>60170</c:v>
                </c:pt>
                <c:pt idx="5431">
                  <c:v>60170</c:v>
                </c:pt>
                <c:pt idx="5432">
                  <c:v>60170</c:v>
                </c:pt>
                <c:pt idx="5433">
                  <c:v>60170</c:v>
                </c:pt>
                <c:pt idx="5434">
                  <c:v>60170</c:v>
                </c:pt>
                <c:pt idx="5435">
                  <c:v>60170</c:v>
                </c:pt>
                <c:pt idx="5436">
                  <c:v>65170</c:v>
                </c:pt>
                <c:pt idx="5437">
                  <c:v>65170</c:v>
                </c:pt>
                <c:pt idx="5438">
                  <c:v>65170</c:v>
                </c:pt>
                <c:pt idx="5439">
                  <c:v>66000</c:v>
                </c:pt>
                <c:pt idx="5440">
                  <c:v>66000</c:v>
                </c:pt>
                <c:pt idx="5441">
                  <c:v>66000</c:v>
                </c:pt>
                <c:pt idx="5442">
                  <c:v>66000</c:v>
                </c:pt>
                <c:pt idx="5443">
                  <c:v>66000</c:v>
                </c:pt>
                <c:pt idx="5444">
                  <c:v>66000</c:v>
                </c:pt>
                <c:pt idx="5445">
                  <c:v>66000</c:v>
                </c:pt>
                <c:pt idx="5446">
                  <c:v>66000</c:v>
                </c:pt>
                <c:pt idx="5447">
                  <c:v>66000</c:v>
                </c:pt>
                <c:pt idx="5448">
                  <c:v>66000</c:v>
                </c:pt>
                <c:pt idx="5449">
                  <c:v>66000</c:v>
                </c:pt>
                <c:pt idx="5450">
                  <c:v>66000</c:v>
                </c:pt>
                <c:pt idx="5451">
                  <c:v>66000</c:v>
                </c:pt>
                <c:pt idx="5452">
                  <c:v>66000</c:v>
                </c:pt>
                <c:pt idx="5453">
                  <c:v>61000</c:v>
                </c:pt>
                <c:pt idx="5454">
                  <c:v>61000</c:v>
                </c:pt>
                <c:pt idx="5455">
                  <c:v>61000</c:v>
                </c:pt>
                <c:pt idx="5456">
                  <c:v>61000</c:v>
                </c:pt>
                <c:pt idx="5457">
                  <c:v>61700</c:v>
                </c:pt>
                <c:pt idx="5458">
                  <c:v>58700</c:v>
                </c:pt>
                <c:pt idx="5459">
                  <c:v>58700</c:v>
                </c:pt>
                <c:pt idx="5460">
                  <c:v>58700</c:v>
                </c:pt>
                <c:pt idx="5461">
                  <c:v>58700</c:v>
                </c:pt>
                <c:pt idx="5462">
                  <c:v>58700</c:v>
                </c:pt>
                <c:pt idx="5463">
                  <c:v>54700</c:v>
                </c:pt>
                <c:pt idx="5464">
                  <c:v>55800</c:v>
                </c:pt>
                <c:pt idx="5465">
                  <c:v>55800</c:v>
                </c:pt>
                <c:pt idx="5466">
                  <c:v>55800</c:v>
                </c:pt>
                <c:pt idx="5467">
                  <c:v>57800</c:v>
                </c:pt>
                <c:pt idx="5468">
                  <c:v>57800</c:v>
                </c:pt>
                <c:pt idx="5469">
                  <c:v>57800</c:v>
                </c:pt>
                <c:pt idx="5470">
                  <c:v>57800</c:v>
                </c:pt>
                <c:pt idx="5471">
                  <c:v>58000</c:v>
                </c:pt>
                <c:pt idx="5472">
                  <c:v>58000</c:v>
                </c:pt>
                <c:pt idx="5473">
                  <c:v>58000</c:v>
                </c:pt>
                <c:pt idx="5474">
                  <c:v>58000</c:v>
                </c:pt>
                <c:pt idx="5475">
                  <c:v>58000</c:v>
                </c:pt>
                <c:pt idx="5476">
                  <c:v>58000</c:v>
                </c:pt>
                <c:pt idx="5477">
                  <c:v>58000</c:v>
                </c:pt>
                <c:pt idx="5478">
                  <c:v>57180</c:v>
                </c:pt>
                <c:pt idx="5479">
                  <c:v>57180</c:v>
                </c:pt>
                <c:pt idx="5480">
                  <c:v>57180</c:v>
                </c:pt>
                <c:pt idx="5481">
                  <c:v>55180</c:v>
                </c:pt>
                <c:pt idx="5482">
                  <c:v>55180</c:v>
                </c:pt>
                <c:pt idx="5483">
                  <c:v>55180</c:v>
                </c:pt>
                <c:pt idx="5484">
                  <c:v>52250</c:v>
                </c:pt>
                <c:pt idx="5485">
                  <c:v>52250</c:v>
                </c:pt>
                <c:pt idx="5486">
                  <c:v>52250</c:v>
                </c:pt>
                <c:pt idx="5487">
                  <c:v>52250</c:v>
                </c:pt>
                <c:pt idx="5488">
                  <c:v>55250</c:v>
                </c:pt>
                <c:pt idx="5489">
                  <c:v>55250</c:v>
                </c:pt>
                <c:pt idx="5490">
                  <c:v>55250</c:v>
                </c:pt>
                <c:pt idx="5491">
                  <c:v>50250</c:v>
                </c:pt>
                <c:pt idx="5492">
                  <c:v>50250</c:v>
                </c:pt>
                <c:pt idx="5493">
                  <c:v>49250</c:v>
                </c:pt>
                <c:pt idx="5494">
                  <c:v>49250</c:v>
                </c:pt>
                <c:pt idx="5495">
                  <c:v>49250</c:v>
                </c:pt>
                <c:pt idx="5496">
                  <c:v>49250</c:v>
                </c:pt>
                <c:pt idx="5497">
                  <c:v>49250</c:v>
                </c:pt>
                <c:pt idx="5498">
                  <c:v>49250</c:v>
                </c:pt>
                <c:pt idx="5499">
                  <c:v>49250</c:v>
                </c:pt>
                <c:pt idx="5500">
                  <c:v>49250</c:v>
                </c:pt>
                <c:pt idx="5501">
                  <c:v>49250</c:v>
                </c:pt>
                <c:pt idx="5502">
                  <c:v>49250</c:v>
                </c:pt>
                <c:pt idx="5503">
                  <c:v>49250</c:v>
                </c:pt>
                <c:pt idx="5504">
                  <c:v>49250</c:v>
                </c:pt>
                <c:pt idx="5505">
                  <c:v>49250</c:v>
                </c:pt>
                <c:pt idx="5506">
                  <c:v>49700</c:v>
                </c:pt>
                <c:pt idx="5507">
                  <c:v>49700</c:v>
                </c:pt>
                <c:pt idx="5508">
                  <c:v>47700</c:v>
                </c:pt>
                <c:pt idx="5509">
                  <c:v>47700</c:v>
                </c:pt>
                <c:pt idx="5510">
                  <c:v>47700</c:v>
                </c:pt>
                <c:pt idx="5511">
                  <c:v>47700</c:v>
                </c:pt>
                <c:pt idx="5512">
                  <c:v>47700</c:v>
                </c:pt>
                <c:pt idx="5513">
                  <c:v>48000</c:v>
                </c:pt>
                <c:pt idx="5514">
                  <c:v>48000</c:v>
                </c:pt>
                <c:pt idx="5515">
                  <c:v>48000</c:v>
                </c:pt>
                <c:pt idx="5516">
                  <c:v>46000</c:v>
                </c:pt>
                <c:pt idx="5517">
                  <c:v>46000</c:v>
                </c:pt>
                <c:pt idx="5518">
                  <c:v>46000</c:v>
                </c:pt>
                <c:pt idx="5519">
                  <c:v>45400</c:v>
                </c:pt>
                <c:pt idx="5520">
                  <c:v>45400</c:v>
                </c:pt>
                <c:pt idx="5521">
                  <c:v>45400</c:v>
                </c:pt>
                <c:pt idx="5522">
                  <c:v>45400</c:v>
                </c:pt>
                <c:pt idx="5523">
                  <c:v>45400</c:v>
                </c:pt>
                <c:pt idx="5524">
                  <c:v>45400</c:v>
                </c:pt>
                <c:pt idx="5525">
                  <c:v>45400</c:v>
                </c:pt>
                <c:pt idx="5526">
                  <c:v>45400</c:v>
                </c:pt>
                <c:pt idx="5527">
                  <c:v>46000</c:v>
                </c:pt>
                <c:pt idx="5528">
                  <c:v>45000</c:v>
                </c:pt>
                <c:pt idx="5529">
                  <c:v>45000</c:v>
                </c:pt>
                <c:pt idx="5530">
                  <c:v>40000</c:v>
                </c:pt>
                <c:pt idx="5531">
                  <c:v>40000</c:v>
                </c:pt>
                <c:pt idx="5532">
                  <c:v>40000</c:v>
                </c:pt>
                <c:pt idx="5533">
                  <c:v>36000</c:v>
                </c:pt>
                <c:pt idx="5534">
                  <c:v>36000</c:v>
                </c:pt>
                <c:pt idx="5535">
                  <c:v>36000</c:v>
                </c:pt>
                <c:pt idx="5536">
                  <c:v>36000</c:v>
                </c:pt>
                <c:pt idx="5537">
                  <c:v>36000</c:v>
                </c:pt>
                <c:pt idx="5538">
                  <c:v>36000</c:v>
                </c:pt>
                <c:pt idx="5539">
                  <c:v>36000</c:v>
                </c:pt>
                <c:pt idx="5540">
                  <c:v>33000</c:v>
                </c:pt>
                <c:pt idx="5541">
                  <c:v>33000</c:v>
                </c:pt>
                <c:pt idx="5542">
                  <c:v>33000</c:v>
                </c:pt>
                <c:pt idx="5543">
                  <c:v>32500</c:v>
                </c:pt>
                <c:pt idx="5544">
                  <c:v>32500</c:v>
                </c:pt>
                <c:pt idx="5545">
                  <c:v>32500</c:v>
                </c:pt>
                <c:pt idx="5546">
                  <c:v>32500</c:v>
                </c:pt>
                <c:pt idx="5547">
                  <c:v>32500</c:v>
                </c:pt>
                <c:pt idx="5548">
                  <c:v>32500</c:v>
                </c:pt>
                <c:pt idx="5549">
                  <c:v>32500</c:v>
                </c:pt>
                <c:pt idx="5550">
                  <c:v>32500</c:v>
                </c:pt>
                <c:pt idx="5551">
                  <c:v>32500</c:v>
                </c:pt>
                <c:pt idx="5552">
                  <c:v>32500</c:v>
                </c:pt>
                <c:pt idx="5553">
                  <c:v>32500</c:v>
                </c:pt>
                <c:pt idx="5554">
                  <c:v>32500</c:v>
                </c:pt>
                <c:pt idx="5555">
                  <c:v>32500</c:v>
                </c:pt>
                <c:pt idx="5556">
                  <c:v>33000</c:v>
                </c:pt>
                <c:pt idx="5557">
                  <c:v>33000</c:v>
                </c:pt>
                <c:pt idx="5558">
                  <c:v>25000</c:v>
                </c:pt>
                <c:pt idx="5559">
                  <c:v>25000</c:v>
                </c:pt>
                <c:pt idx="5560">
                  <c:v>25000</c:v>
                </c:pt>
                <c:pt idx="5561">
                  <c:v>26100</c:v>
                </c:pt>
                <c:pt idx="5562">
                  <c:v>26100</c:v>
                </c:pt>
                <c:pt idx="5563">
                  <c:v>26100</c:v>
                </c:pt>
                <c:pt idx="5564">
                  <c:v>26100</c:v>
                </c:pt>
                <c:pt idx="5565">
                  <c:v>24100</c:v>
                </c:pt>
                <c:pt idx="5566">
                  <c:v>24100</c:v>
                </c:pt>
                <c:pt idx="5567">
                  <c:v>24100</c:v>
                </c:pt>
                <c:pt idx="5568">
                  <c:v>24100</c:v>
                </c:pt>
                <c:pt idx="5569">
                  <c:v>24100</c:v>
                </c:pt>
                <c:pt idx="5570">
                  <c:v>24100</c:v>
                </c:pt>
                <c:pt idx="5571">
                  <c:v>24100</c:v>
                </c:pt>
                <c:pt idx="5572">
                  <c:v>24100</c:v>
                </c:pt>
                <c:pt idx="5573">
                  <c:v>24100</c:v>
                </c:pt>
                <c:pt idx="5574">
                  <c:v>24100</c:v>
                </c:pt>
                <c:pt idx="5575">
                  <c:v>24100</c:v>
                </c:pt>
                <c:pt idx="5576">
                  <c:v>25500</c:v>
                </c:pt>
                <c:pt idx="5577">
                  <c:v>25500</c:v>
                </c:pt>
                <c:pt idx="5578">
                  <c:v>25500</c:v>
                </c:pt>
                <c:pt idx="5579">
                  <c:v>25500</c:v>
                </c:pt>
                <c:pt idx="5580">
                  <c:v>25500</c:v>
                </c:pt>
                <c:pt idx="5581">
                  <c:v>25500</c:v>
                </c:pt>
                <c:pt idx="5582">
                  <c:v>27000</c:v>
                </c:pt>
                <c:pt idx="5583">
                  <c:v>27000</c:v>
                </c:pt>
                <c:pt idx="5584">
                  <c:v>27000</c:v>
                </c:pt>
                <c:pt idx="5585">
                  <c:v>27000</c:v>
                </c:pt>
                <c:pt idx="5586">
                  <c:v>27000</c:v>
                </c:pt>
                <c:pt idx="5587">
                  <c:v>27000</c:v>
                </c:pt>
                <c:pt idx="5588">
                  <c:v>27000</c:v>
                </c:pt>
                <c:pt idx="5589">
                  <c:v>28000</c:v>
                </c:pt>
                <c:pt idx="5590">
                  <c:v>28000</c:v>
                </c:pt>
                <c:pt idx="5591">
                  <c:v>21500</c:v>
                </c:pt>
                <c:pt idx="5592">
                  <c:v>21500</c:v>
                </c:pt>
                <c:pt idx="5593">
                  <c:v>21500</c:v>
                </c:pt>
                <c:pt idx="5594">
                  <c:v>21500</c:v>
                </c:pt>
                <c:pt idx="5595">
                  <c:v>21500</c:v>
                </c:pt>
                <c:pt idx="5596">
                  <c:v>26000</c:v>
                </c:pt>
                <c:pt idx="5597">
                  <c:v>26000</c:v>
                </c:pt>
                <c:pt idx="5598">
                  <c:v>26000</c:v>
                </c:pt>
                <c:pt idx="5599">
                  <c:v>26000</c:v>
                </c:pt>
                <c:pt idx="5600">
                  <c:v>26000</c:v>
                </c:pt>
                <c:pt idx="5601">
                  <c:v>26000</c:v>
                </c:pt>
                <c:pt idx="5602">
                  <c:v>26000</c:v>
                </c:pt>
                <c:pt idx="5603">
                  <c:v>26000</c:v>
                </c:pt>
                <c:pt idx="5604">
                  <c:v>25000</c:v>
                </c:pt>
                <c:pt idx="5605">
                  <c:v>25000</c:v>
                </c:pt>
                <c:pt idx="5606">
                  <c:v>25000</c:v>
                </c:pt>
                <c:pt idx="5607">
                  <c:v>25000</c:v>
                </c:pt>
                <c:pt idx="5608">
                  <c:v>25000</c:v>
                </c:pt>
                <c:pt idx="5609">
                  <c:v>25000</c:v>
                </c:pt>
                <c:pt idx="5610">
                  <c:v>26000</c:v>
                </c:pt>
                <c:pt idx="5611">
                  <c:v>26000</c:v>
                </c:pt>
                <c:pt idx="5612">
                  <c:v>26000</c:v>
                </c:pt>
                <c:pt idx="5613">
                  <c:v>26000</c:v>
                </c:pt>
                <c:pt idx="5614">
                  <c:v>20000</c:v>
                </c:pt>
                <c:pt idx="5615">
                  <c:v>20000</c:v>
                </c:pt>
                <c:pt idx="5616">
                  <c:v>20000</c:v>
                </c:pt>
                <c:pt idx="5617">
                  <c:v>20000</c:v>
                </c:pt>
                <c:pt idx="5618">
                  <c:v>20000</c:v>
                </c:pt>
                <c:pt idx="5619">
                  <c:v>20000</c:v>
                </c:pt>
                <c:pt idx="5620">
                  <c:v>20000</c:v>
                </c:pt>
                <c:pt idx="5621">
                  <c:v>20000</c:v>
                </c:pt>
                <c:pt idx="5622">
                  <c:v>20000</c:v>
                </c:pt>
                <c:pt idx="5623">
                  <c:v>20000</c:v>
                </c:pt>
                <c:pt idx="5624">
                  <c:v>20000</c:v>
                </c:pt>
                <c:pt idx="5625">
                  <c:v>20000</c:v>
                </c:pt>
                <c:pt idx="5626">
                  <c:v>20000</c:v>
                </c:pt>
                <c:pt idx="5627">
                  <c:v>20000</c:v>
                </c:pt>
                <c:pt idx="5628">
                  <c:v>20000</c:v>
                </c:pt>
                <c:pt idx="5629">
                  <c:v>20000</c:v>
                </c:pt>
                <c:pt idx="5630">
                  <c:v>20000</c:v>
                </c:pt>
                <c:pt idx="5631">
                  <c:v>20000</c:v>
                </c:pt>
                <c:pt idx="5632">
                  <c:v>19500</c:v>
                </c:pt>
                <c:pt idx="5633">
                  <c:v>19500</c:v>
                </c:pt>
                <c:pt idx="5634">
                  <c:v>20900</c:v>
                </c:pt>
                <c:pt idx="5635">
                  <c:v>20900</c:v>
                </c:pt>
                <c:pt idx="5636">
                  <c:v>20900</c:v>
                </c:pt>
                <c:pt idx="5637">
                  <c:v>20900</c:v>
                </c:pt>
                <c:pt idx="5638">
                  <c:v>19500</c:v>
                </c:pt>
                <c:pt idx="5639">
                  <c:v>19500</c:v>
                </c:pt>
                <c:pt idx="5640">
                  <c:v>19500</c:v>
                </c:pt>
                <c:pt idx="5641">
                  <c:v>20900</c:v>
                </c:pt>
                <c:pt idx="5642">
                  <c:v>21000</c:v>
                </c:pt>
                <c:pt idx="5643">
                  <c:v>21000</c:v>
                </c:pt>
                <c:pt idx="5644">
                  <c:v>20900</c:v>
                </c:pt>
                <c:pt idx="5645">
                  <c:v>20900</c:v>
                </c:pt>
                <c:pt idx="5646">
                  <c:v>21000</c:v>
                </c:pt>
                <c:pt idx="5647">
                  <c:v>21000</c:v>
                </c:pt>
                <c:pt idx="5648">
                  <c:v>21000</c:v>
                </c:pt>
                <c:pt idx="5649">
                  <c:v>14340</c:v>
                </c:pt>
                <c:pt idx="5650">
                  <c:v>14340</c:v>
                </c:pt>
                <c:pt idx="5651">
                  <c:v>14340</c:v>
                </c:pt>
                <c:pt idx="5652">
                  <c:v>14340</c:v>
                </c:pt>
                <c:pt idx="5653">
                  <c:v>14340</c:v>
                </c:pt>
                <c:pt idx="5654">
                  <c:v>14400</c:v>
                </c:pt>
                <c:pt idx="5655">
                  <c:v>14400</c:v>
                </c:pt>
                <c:pt idx="5656">
                  <c:v>15000</c:v>
                </c:pt>
                <c:pt idx="5657">
                  <c:v>15000</c:v>
                </c:pt>
                <c:pt idx="5658">
                  <c:v>15000</c:v>
                </c:pt>
                <c:pt idx="5659">
                  <c:v>19500</c:v>
                </c:pt>
                <c:pt idx="5660">
                  <c:v>19500</c:v>
                </c:pt>
                <c:pt idx="5661">
                  <c:v>19500</c:v>
                </c:pt>
                <c:pt idx="5662">
                  <c:v>19500</c:v>
                </c:pt>
                <c:pt idx="5663">
                  <c:v>17900</c:v>
                </c:pt>
                <c:pt idx="5664">
                  <c:v>17900</c:v>
                </c:pt>
                <c:pt idx="5665">
                  <c:v>17900</c:v>
                </c:pt>
                <c:pt idx="5666">
                  <c:v>17900</c:v>
                </c:pt>
                <c:pt idx="5667">
                  <c:v>17900</c:v>
                </c:pt>
                <c:pt idx="5668">
                  <c:v>17900</c:v>
                </c:pt>
                <c:pt idx="5669">
                  <c:v>17900</c:v>
                </c:pt>
                <c:pt idx="5670">
                  <c:v>17900</c:v>
                </c:pt>
                <c:pt idx="5671">
                  <c:v>17900</c:v>
                </c:pt>
                <c:pt idx="5672">
                  <c:v>17900</c:v>
                </c:pt>
                <c:pt idx="5673">
                  <c:v>17900</c:v>
                </c:pt>
                <c:pt idx="5674">
                  <c:v>17900</c:v>
                </c:pt>
                <c:pt idx="5675">
                  <c:v>19500</c:v>
                </c:pt>
                <c:pt idx="5676">
                  <c:v>19500</c:v>
                </c:pt>
                <c:pt idx="5677">
                  <c:v>19500</c:v>
                </c:pt>
                <c:pt idx="5678">
                  <c:v>19500</c:v>
                </c:pt>
                <c:pt idx="5679">
                  <c:v>19500</c:v>
                </c:pt>
                <c:pt idx="5680">
                  <c:v>19500</c:v>
                </c:pt>
                <c:pt idx="5681">
                  <c:v>19500</c:v>
                </c:pt>
                <c:pt idx="5682">
                  <c:v>19500</c:v>
                </c:pt>
                <c:pt idx="5683">
                  <c:v>19500</c:v>
                </c:pt>
                <c:pt idx="5684">
                  <c:v>19000</c:v>
                </c:pt>
                <c:pt idx="5685">
                  <c:v>19000</c:v>
                </c:pt>
                <c:pt idx="5686">
                  <c:v>19000</c:v>
                </c:pt>
                <c:pt idx="5687">
                  <c:v>19500</c:v>
                </c:pt>
                <c:pt idx="5688">
                  <c:v>19000</c:v>
                </c:pt>
                <c:pt idx="5689">
                  <c:v>19000</c:v>
                </c:pt>
                <c:pt idx="5690">
                  <c:v>19000</c:v>
                </c:pt>
                <c:pt idx="5691">
                  <c:v>19000</c:v>
                </c:pt>
                <c:pt idx="5692">
                  <c:v>19000</c:v>
                </c:pt>
                <c:pt idx="5693">
                  <c:v>19000</c:v>
                </c:pt>
                <c:pt idx="5694">
                  <c:v>19000</c:v>
                </c:pt>
                <c:pt idx="5695">
                  <c:v>19000</c:v>
                </c:pt>
                <c:pt idx="5696">
                  <c:v>19000</c:v>
                </c:pt>
                <c:pt idx="5697">
                  <c:v>19000</c:v>
                </c:pt>
                <c:pt idx="5698">
                  <c:v>19000</c:v>
                </c:pt>
                <c:pt idx="5699">
                  <c:v>19000</c:v>
                </c:pt>
                <c:pt idx="5700">
                  <c:v>19000</c:v>
                </c:pt>
                <c:pt idx="5701">
                  <c:v>19000</c:v>
                </c:pt>
                <c:pt idx="5702">
                  <c:v>19400</c:v>
                </c:pt>
                <c:pt idx="5703">
                  <c:v>19400</c:v>
                </c:pt>
                <c:pt idx="5704">
                  <c:v>19400</c:v>
                </c:pt>
                <c:pt idx="5705">
                  <c:v>10400</c:v>
                </c:pt>
                <c:pt idx="5706">
                  <c:v>10400</c:v>
                </c:pt>
                <c:pt idx="5707">
                  <c:v>10400</c:v>
                </c:pt>
                <c:pt idx="5708">
                  <c:v>10400</c:v>
                </c:pt>
                <c:pt idx="5709">
                  <c:v>10400</c:v>
                </c:pt>
                <c:pt idx="5710">
                  <c:v>10400</c:v>
                </c:pt>
                <c:pt idx="5711">
                  <c:v>10400</c:v>
                </c:pt>
                <c:pt idx="5712">
                  <c:v>10400</c:v>
                </c:pt>
                <c:pt idx="5713">
                  <c:v>10400</c:v>
                </c:pt>
                <c:pt idx="5714">
                  <c:v>10400</c:v>
                </c:pt>
                <c:pt idx="5715">
                  <c:v>10400</c:v>
                </c:pt>
                <c:pt idx="5716">
                  <c:v>10400</c:v>
                </c:pt>
                <c:pt idx="5717">
                  <c:v>10400</c:v>
                </c:pt>
                <c:pt idx="5718">
                  <c:v>10400</c:v>
                </c:pt>
                <c:pt idx="5719">
                  <c:v>10400</c:v>
                </c:pt>
                <c:pt idx="5720">
                  <c:v>10400</c:v>
                </c:pt>
                <c:pt idx="5721">
                  <c:v>10400</c:v>
                </c:pt>
                <c:pt idx="5722">
                  <c:v>10400</c:v>
                </c:pt>
                <c:pt idx="5723">
                  <c:v>10400</c:v>
                </c:pt>
                <c:pt idx="5724">
                  <c:v>10200</c:v>
                </c:pt>
                <c:pt idx="5725">
                  <c:v>10200</c:v>
                </c:pt>
                <c:pt idx="5726">
                  <c:v>10200</c:v>
                </c:pt>
                <c:pt idx="5727">
                  <c:v>10200</c:v>
                </c:pt>
                <c:pt idx="5728">
                  <c:v>10200</c:v>
                </c:pt>
                <c:pt idx="5729">
                  <c:v>10500</c:v>
                </c:pt>
                <c:pt idx="5730">
                  <c:v>10500</c:v>
                </c:pt>
                <c:pt idx="5731">
                  <c:v>10500</c:v>
                </c:pt>
                <c:pt idx="5732">
                  <c:v>10500</c:v>
                </c:pt>
                <c:pt idx="5733">
                  <c:v>10500</c:v>
                </c:pt>
                <c:pt idx="5734">
                  <c:v>10500</c:v>
                </c:pt>
                <c:pt idx="5735">
                  <c:v>10500</c:v>
                </c:pt>
                <c:pt idx="5736">
                  <c:v>10500</c:v>
                </c:pt>
                <c:pt idx="5737">
                  <c:v>10500</c:v>
                </c:pt>
                <c:pt idx="5738">
                  <c:v>10500</c:v>
                </c:pt>
                <c:pt idx="5739">
                  <c:v>10500</c:v>
                </c:pt>
                <c:pt idx="5740">
                  <c:v>10500</c:v>
                </c:pt>
                <c:pt idx="5741">
                  <c:v>10500</c:v>
                </c:pt>
                <c:pt idx="5742">
                  <c:v>10500</c:v>
                </c:pt>
                <c:pt idx="5743">
                  <c:v>10100</c:v>
                </c:pt>
                <c:pt idx="5744">
                  <c:v>10100</c:v>
                </c:pt>
                <c:pt idx="5745">
                  <c:v>10100</c:v>
                </c:pt>
                <c:pt idx="5746">
                  <c:v>10100</c:v>
                </c:pt>
                <c:pt idx="5747">
                  <c:v>10100</c:v>
                </c:pt>
                <c:pt idx="5748">
                  <c:v>10100</c:v>
                </c:pt>
                <c:pt idx="5749">
                  <c:v>10100</c:v>
                </c:pt>
                <c:pt idx="5750">
                  <c:v>10100</c:v>
                </c:pt>
                <c:pt idx="5751">
                  <c:v>10200</c:v>
                </c:pt>
                <c:pt idx="5752">
                  <c:v>10200</c:v>
                </c:pt>
                <c:pt idx="5753">
                  <c:v>10200</c:v>
                </c:pt>
                <c:pt idx="5754">
                  <c:v>10200</c:v>
                </c:pt>
                <c:pt idx="5755">
                  <c:v>10200</c:v>
                </c:pt>
                <c:pt idx="5756">
                  <c:v>10200</c:v>
                </c:pt>
                <c:pt idx="5757">
                  <c:v>10150</c:v>
                </c:pt>
                <c:pt idx="5758">
                  <c:v>10200</c:v>
                </c:pt>
                <c:pt idx="5759">
                  <c:v>10200</c:v>
                </c:pt>
                <c:pt idx="5760">
                  <c:v>10200</c:v>
                </c:pt>
                <c:pt idx="5761">
                  <c:v>10200</c:v>
                </c:pt>
                <c:pt idx="5762">
                  <c:v>10200</c:v>
                </c:pt>
                <c:pt idx="5763">
                  <c:v>10200</c:v>
                </c:pt>
                <c:pt idx="5764">
                  <c:v>10200</c:v>
                </c:pt>
                <c:pt idx="5765">
                  <c:v>10200</c:v>
                </c:pt>
                <c:pt idx="5766">
                  <c:v>10200</c:v>
                </c:pt>
                <c:pt idx="5767">
                  <c:v>10200</c:v>
                </c:pt>
                <c:pt idx="5768">
                  <c:v>10200</c:v>
                </c:pt>
                <c:pt idx="5769">
                  <c:v>10200</c:v>
                </c:pt>
                <c:pt idx="5770">
                  <c:v>10200</c:v>
                </c:pt>
                <c:pt idx="5771">
                  <c:v>10200</c:v>
                </c:pt>
                <c:pt idx="5772">
                  <c:v>10200</c:v>
                </c:pt>
                <c:pt idx="5773">
                  <c:v>10200</c:v>
                </c:pt>
                <c:pt idx="5774">
                  <c:v>10200</c:v>
                </c:pt>
                <c:pt idx="5775">
                  <c:v>10200</c:v>
                </c:pt>
                <c:pt idx="5776">
                  <c:v>10200</c:v>
                </c:pt>
                <c:pt idx="5777">
                  <c:v>10200</c:v>
                </c:pt>
                <c:pt idx="5778">
                  <c:v>10200</c:v>
                </c:pt>
                <c:pt idx="5779">
                  <c:v>10200</c:v>
                </c:pt>
                <c:pt idx="5780">
                  <c:v>10200</c:v>
                </c:pt>
                <c:pt idx="5781">
                  <c:v>10200</c:v>
                </c:pt>
                <c:pt idx="5782">
                  <c:v>10200</c:v>
                </c:pt>
                <c:pt idx="5783">
                  <c:v>10200</c:v>
                </c:pt>
                <c:pt idx="5784">
                  <c:v>10200</c:v>
                </c:pt>
                <c:pt idx="5785">
                  <c:v>10200</c:v>
                </c:pt>
                <c:pt idx="5786">
                  <c:v>10200</c:v>
                </c:pt>
                <c:pt idx="5787">
                  <c:v>10500</c:v>
                </c:pt>
                <c:pt idx="5788">
                  <c:v>10500</c:v>
                </c:pt>
                <c:pt idx="5789">
                  <c:v>10500</c:v>
                </c:pt>
                <c:pt idx="5790">
                  <c:v>10500</c:v>
                </c:pt>
                <c:pt idx="5791">
                  <c:v>10500</c:v>
                </c:pt>
                <c:pt idx="5792">
                  <c:v>10400</c:v>
                </c:pt>
                <c:pt idx="5793">
                  <c:v>10500</c:v>
                </c:pt>
                <c:pt idx="5794">
                  <c:v>10500</c:v>
                </c:pt>
                <c:pt idx="5795">
                  <c:v>10500</c:v>
                </c:pt>
                <c:pt idx="5796">
                  <c:v>10500</c:v>
                </c:pt>
                <c:pt idx="5797">
                  <c:v>10500</c:v>
                </c:pt>
                <c:pt idx="5798">
                  <c:v>10500</c:v>
                </c:pt>
                <c:pt idx="5799">
                  <c:v>10400</c:v>
                </c:pt>
                <c:pt idx="5800">
                  <c:v>10400</c:v>
                </c:pt>
                <c:pt idx="5801">
                  <c:v>10400</c:v>
                </c:pt>
                <c:pt idx="5802">
                  <c:v>10400</c:v>
                </c:pt>
                <c:pt idx="5803">
                  <c:v>10600</c:v>
                </c:pt>
                <c:pt idx="5804">
                  <c:v>10600</c:v>
                </c:pt>
                <c:pt idx="5805">
                  <c:v>10600</c:v>
                </c:pt>
                <c:pt idx="5806">
                  <c:v>10600</c:v>
                </c:pt>
                <c:pt idx="5807">
                  <c:v>10600</c:v>
                </c:pt>
                <c:pt idx="5808">
                  <c:v>10600</c:v>
                </c:pt>
                <c:pt idx="5809">
                  <c:v>10600</c:v>
                </c:pt>
                <c:pt idx="5810">
                  <c:v>10600</c:v>
                </c:pt>
                <c:pt idx="5811">
                  <c:v>10600</c:v>
                </c:pt>
                <c:pt idx="5812">
                  <c:v>10600</c:v>
                </c:pt>
                <c:pt idx="5813">
                  <c:v>10600</c:v>
                </c:pt>
                <c:pt idx="5814">
                  <c:v>10600</c:v>
                </c:pt>
                <c:pt idx="5815">
                  <c:v>10600</c:v>
                </c:pt>
                <c:pt idx="5816">
                  <c:v>10600</c:v>
                </c:pt>
                <c:pt idx="5817">
                  <c:v>10600</c:v>
                </c:pt>
                <c:pt idx="5818">
                  <c:v>10600</c:v>
                </c:pt>
                <c:pt idx="5819">
                  <c:v>10600</c:v>
                </c:pt>
                <c:pt idx="5820">
                  <c:v>11200</c:v>
                </c:pt>
                <c:pt idx="5821">
                  <c:v>11200</c:v>
                </c:pt>
                <c:pt idx="5822">
                  <c:v>11200</c:v>
                </c:pt>
                <c:pt idx="5823">
                  <c:v>11200</c:v>
                </c:pt>
                <c:pt idx="5824">
                  <c:v>11200</c:v>
                </c:pt>
                <c:pt idx="5825">
                  <c:v>11200</c:v>
                </c:pt>
                <c:pt idx="5826">
                  <c:v>11200</c:v>
                </c:pt>
                <c:pt idx="5827">
                  <c:v>11200</c:v>
                </c:pt>
                <c:pt idx="5828">
                  <c:v>10550</c:v>
                </c:pt>
                <c:pt idx="5829">
                  <c:v>10550</c:v>
                </c:pt>
                <c:pt idx="5830">
                  <c:v>10550</c:v>
                </c:pt>
                <c:pt idx="5831">
                  <c:v>10550</c:v>
                </c:pt>
                <c:pt idx="5832">
                  <c:v>10550</c:v>
                </c:pt>
                <c:pt idx="5833">
                  <c:v>10550</c:v>
                </c:pt>
                <c:pt idx="5834">
                  <c:v>10550</c:v>
                </c:pt>
                <c:pt idx="5835">
                  <c:v>10500</c:v>
                </c:pt>
                <c:pt idx="5836">
                  <c:v>10500</c:v>
                </c:pt>
                <c:pt idx="5837">
                  <c:v>10500</c:v>
                </c:pt>
                <c:pt idx="5838">
                  <c:v>10500</c:v>
                </c:pt>
                <c:pt idx="5839">
                  <c:v>10500</c:v>
                </c:pt>
                <c:pt idx="5840">
                  <c:v>10500</c:v>
                </c:pt>
                <c:pt idx="5841">
                  <c:v>10500</c:v>
                </c:pt>
                <c:pt idx="5842">
                  <c:v>10500</c:v>
                </c:pt>
                <c:pt idx="5843">
                  <c:v>10500</c:v>
                </c:pt>
                <c:pt idx="5844">
                  <c:v>10500</c:v>
                </c:pt>
                <c:pt idx="5845">
                  <c:v>10500</c:v>
                </c:pt>
                <c:pt idx="5846">
                  <c:v>10500</c:v>
                </c:pt>
                <c:pt idx="5847">
                  <c:v>10500</c:v>
                </c:pt>
                <c:pt idx="5848">
                  <c:v>10500</c:v>
                </c:pt>
                <c:pt idx="5849">
                  <c:v>10500</c:v>
                </c:pt>
                <c:pt idx="5850">
                  <c:v>10500</c:v>
                </c:pt>
                <c:pt idx="5851">
                  <c:v>10500</c:v>
                </c:pt>
                <c:pt idx="5852">
                  <c:v>10500</c:v>
                </c:pt>
                <c:pt idx="5853">
                  <c:v>10500</c:v>
                </c:pt>
                <c:pt idx="5854">
                  <c:v>10500</c:v>
                </c:pt>
                <c:pt idx="5855">
                  <c:v>10500</c:v>
                </c:pt>
                <c:pt idx="5856">
                  <c:v>10500</c:v>
                </c:pt>
                <c:pt idx="5857">
                  <c:v>10150</c:v>
                </c:pt>
                <c:pt idx="5858">
                  <c:v>10150</c:v>
                </c:pt>
                <c:pt idx="5859">
                  <c:v>10150</c:v>
                </c:pt>
                <c:pt idx="5860">
                  <c:v>10150</c:v>
                </c:pt>
                <c:pt idx="5861">
                  <c:v>10150</c:v>
                </c:pt>
                <c:pt idx="5862">
                  <c:v>10150</c:v>
                </c:pt>
                <c:pt idx="5863">
                  <c:v>10150</c:v>
                </c:pt>
                <c:pt idx="5864">
                  <c:v>10200</c:v>
                </c:pt>
                <c:pt idx="5865">
                  <c:v>10200</c:v>
                </c:pt>
                <c:pt idx="5866">
                  <c:v>10200</c:v>
                </c:pt>
                <c:pt idx="5867">
                  <c:v>10200</c:v>
                </c:pt>
                <c:pt idx="5868">
                  <c:v>10200</c:v>
                </c:pt>
                <c:pt idx="5869">
                  <c:v>10200</c:v>
                </c:pt>
                <c:pt idx="5870">
                  <c:v>10240</c:v>
                </c:pt>
                <c:pt idx="5871">
                  <c:v>10240</c:v>
                </c:pt>
                <c:pt idx="5872">
                  <c:v>10240</c:v>
                </c:pt>
                <c:pt idx="5873">
                  <c:v>10240</c:v>
                </c:pt>
                <c:pt idx="5874">
                  <c:v>10240</c:v>
                </c:pt>
                <c:pt idx="5875">
                  <c:v>10240</c:v>
                </c:pt>
                <c:pt idx="5876">
                  <c:v>10240</c:v>
                </c:pt>
                <c:pt idx="5877">
                  <c:v>10400</c:v>
                </c:pt>
                <c:pt idx="5878">
                  <c:v>10400</c:v>
                </c:pt>
                <c:pt idx="5879">
                  <c:v>10400</c:v>
                </c:pt>
                <c:pt idx="5880">
                  <c:v>10400</c:v>
                </c:pt>
                <c:pt idx="5881">
                  <c:v>10400</c:v>
                </c:pt>
                <c:pt idx="5882">
                  <c:v>10400</c:v>
                </c:pt>
                <c:pt idx="5883">
                  <c:v>10400</c:v>
                </c:pt>
                <c:pt idx="5884">
                  <c:v>10550</c:v>
                </c:pt>
              </c:numCache>
            </c:numRef>
          </c:val>
          <c:extLst xmlns:c16r2="http://schemas.microsoft.com/office/drawing/2015/06/chart">
            <c:ext xmlns:c16="http://schemas.microsoft.com/office/drawing/2014/chart" uri="{C3380CC4-5D6E-409C-BE32-E72D297353CC}">
              <c16:uniqueId val="{00000000-8B23-4446-8AC6-895E7F706785}"/>
            </c:ext>
          </c:extLst>
        </c:ser>
        <c:dLbls>
          <c:showLegendKey val="0"/>
          <c:showVal val="0"/>
          <c:showCatName val="0"/>
          <c:showSerName val="0"/>
          <c:showPercent val="0"/>
          <c:showBubbleSize val="0"/>
        </c:dLbls>
        <c:axId val="868022960"/>
        <c:axId val="868019152"/>
      </c:areaChart>
      <c:lineChart>
        <c:grouping val="standard"/>
        <c:varyColors val="0"/>
        <c:ser>
          <c:idx val="0"/>
          <c:order val="0"/>
          <c:tx>
            <c:strRef>
              <c:f>Sheet1!$B$1</c:f>
              <c:strCache>
                <c:ptCount val="1"/>
                <c:pt idx="0">
                  <c:v>草甘膦（元/吨）</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Sheet1!$A$2:$A$6268</c:f>
              <c:numCache>
                <c:formatCode>m/d/yyyy</c:formatCode>
                <c:ptCount val="6267"/>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44689</c:v>
                </c:pt>
                <c:pt idx="295">
                  <c:v>44688</c:v>
                </c:pt>
                <c:pt idx="296">
                  <c:v>44687</c:v>
                </c:pt>
                <c:pt idx="297">
                  <c:v>44686</c:v>
                </c:pt>
                <c:pt idx="298">
                  <c:v>44685</c:v>
                </c:pt>
                <c:pt idx="299">
                  <c:v>44684</c:v>
                </c:pt>
                <c:pt idx="300">
                  <c:v>44683</c:v>
                </c:pt>
                <c:pt idx="301">
                  <c:v>44682</c:v>
                </c:pt>
                <c:pt idx="302">
                  <c:v>44681</c:v>
                </c:pt>
                <c:pt idx="303">
                  <c:v>44680</c:v>
                </c:pt>
                <c:pt idx="304">
                  <c:v>44679</c:v>
                </c:pt>
                <c:pt idx="305">
                  <c:v>44678</c:v>
                </c:pt>
                <c:pt idx="306">
                  <c:v>44677</c:v>
                </c:pt>
                <c:pt idx="307">
                  <c:v>44676</c:v>
                </c:pt>
                <c:pt idx="308">
                  <c:v>44675</c:v>
                </c:pt>
                <c:pt idx="309">
                  <c:v>44674</c:v>
                </c:pt>
                <c:pt idx="310">
                  <c:v>44673</c:v>
                </c:pt>
                <c:pt idx="311">
                  <c:v>44672</c:v>
                </c:pt>
                <c:pt idx="312">
                  <c:v>44671</c:v>
                </c:pt>
                <c:pt idx="313">
                  <c:v>44670</c:v>
                </c:pt>
                <c:pt idx="314">
                  <c:v>44669</c:v>
                </c:pt>
                <c:pt idx="315">
                  <c:v>44668</c:v>
                </c:pt>
                <c:pt idx="316">
                  <c:v>44667</c:v>
                </c:pt>
                <c:pt idx="317">
                  <c:v>44666</c:v>
                </c:pt>
                <c:pt idx="318">
                  <c:v>44665</c:v>
                </c:pt>
                <c:pt idx="319">
                  <c:v>44664</c:v>
                </c:pt>
                <c:pt idx="320">
                  <c:v>44663</c:v>
                </c:pt>
                <c:pt idx="321">
                  <c:v>44662</c:v>
                </c:pt>
                <c:pt idx="322">
                  <c:v>44661</c:v>
                </c:pt>
                <c:pt idx="323">
                  <c:v>44660</c:v>
                </c:pt>
                <c:pt idx="324">
                  <c:v>44659</c:v>
                </c:pt>
                <c:pt idx="325">
                  <c:v>44658</c:v>
                </c:pt>
                <c:pt idx="326">
                  <c:v>44657</c:v>
                </c:pt>
                <c:pt idx="327">
                  <c:v>44656</c:v>
                </c:pt>
                <c:pt idx="328">
                  <c:v>44655</c:v>
                </c:pt>
                <c:pt idx="329">
                  <c:v>44654</c:v>
                </c:pt>
                <c:pt idx="330">
                  <c:v>44653</c:v>
                </c:pt>
                <c:pt idx="331">
                  <c:v>44652</c:v>
                </c:pt>
                <c:pt idx="332">
                  <c:v>44651</c:v>
                </c:pt>
                <c:pt idx="333">
                  <c:v>44650</c:v>
                </c:pt>
                <c:pt idx="334">
                  <c:v>44649</c:v>
                </c:pt>
                <c:pt idx="335">
                  <c:v>44648</c:v>
                </c:pt>
                <c:pt idx="336">
                  <c:v>44647</c:v>
                </c:pt>
                <c:pt idx="337">
                  <c:v>44646</c:v>
                </c:pt>
                <c:pt idx="338">
                  <c:v>44645</c:v>
                </c:pt>
                <c:pt idx="339">
                  <c:v>44644</c:v>
                </c:pt>
                <c:pt idx="340">
                  <c:v>44643</c:v>
                </c:pt>
                <c:pt idx="341">
                  <c:v>44642</c:v>
                </c:pt>
                <c:pt idx="342">
                  <c:v>44641</c:v>
                </c:pt>
                <c:pt idx="343">
                  <c:v>44640</c:v>
                </c:pt>
                <c:pt idx="344">
                  <c:v>44639</c:v>
                </c:pt>
                <c:pt idx="345">
                  <c:v>44638</c:v>
                </c:pt>
                <c:pt idx="346">
                  <c:v>44637</c:v>
                </c:pt>
                <c:pt idx="347">
                  <c:v>44636</c:v>
                </c:pt>
                <c:pt idx="348">
                  <c:v>44635</c:v>
                </c:pt>
                <c:pt idx="349">
                  <c:v>44634</c:v>
                </c:pt>
                <c:pt idx="350">
                  <c:v>44633</c:v>
                </c:pt>
                <c:pt idx="351">
                  <c:v>44632</c:v>
                </c:pt>
                <c:pt idx="352">
                  <c:v>44631</c:v>
                </c:pt>
                <c:pt idx="353">
                  <c:v>44630</c:v>
                </c:pt>
                <c:pt idx="354">
                  <c:v>44629</c:v>
                </c:pt>
                <c:pt idx="355">
                  <c:v>44628</c:v>
                </c:pt>
                <c:pt idx="356">
                  <c:v>44627</c:v>
                </c:pt>
                <c:pt idx="357">
                  <c:v>44626</c:v>
                </c:pt>
                <c:pt idx="358">
                  <c:v>44625</c:v>
                </c:pt>
                <c:pt idx="359">
                  <c:v>44624</c:v>
                </c:pt>
                <c:pt idx="360">
                  <c:v>44623</c:v>
                </c:pt>
                <c:pt idx="361">
                  <c:v>44622</c:v>
                </c:pt>
                <c:pt idx="362">
                  <c:v>44621</c:v>
                </c:pt>
                <c:pt idx="363">
                  <c:v>44620</c:v>
                </c:pt>
                <c:pt idx="364">
                  <c:v>44619</c:v>
                </c:pt>
                <c:pt idx="365">
                  <c:v>44618</c:v>
                </c:pt>
                <c:pt idx="366">
                  <c:v>44617</c:v>
                </c:pt>
                <c:pt idx="367">
                  <c:v>44616</c:v>
                </c:pt>
                <c:pt idx="368">
                  <c:v>44615</c:v>
                </c:pt>
                <c:pt idx="369">
                  <c:v>44614</c:v>
                </c:pt>
                <c:pt idx="370">
                  <c:v>44613</c:v>
                </c:pt>
                <c:pt idx="371">
                  <c:v>44612</c:v>
                </c:pt>
                <c:pt idx="372">
                  <c:v>44611</c:v>
                </c:pt>
                <c:pt idx="373">
                  <c:v>44610</c:v>
                </c:pt>
                <c:pt idx="374">
                  <c:v>44609</c:v>
                </c:pt>
                <c:pt idx="375">
                  <c:v>44608</c:v>
                </c:pt>
                <c:pt idx="376">
                  <c:v>44607</c:v>
                </c:pt>
                <c:pt idx="377">
                  <c:v>44606</c:v>
                </c:pt>
                <c:pt idx="378">
                  <c:v>44605</c:v>
                </c:pt>
                <c:pt idx="379">
                  <c:v>44604</c:v>
                </c:pt>
                <c:pt idx="380">
                  <c:v>44603</c:v>
                </c:pt>
                <c:pt idx="381">
                  <c:v>44602</c:v>
                </c:pt>
                <c:pt idx="382">
                  <c:v>44601</c:v>
                </c:pt>
                <c:pt idx="383">
                  <c:v>44600</c:v>
                </c:pt>
                <c:pt idx="384">
                  <c:v>44599</c:v>
                </c:pt>
                <c:pt idx="385">
                  <c:v>44598</c:v>
                </c:pt>
                <c:pt idx="386">
                  <c:v>44597</c:v>
                </c:pt>
                <c:pt idx="387">
                  <c:v>44596</c:v>
                </c:pt>
                <c:pt idx="388">
                  <c:v>44595</c:v>
                </c:pt>
                <c:pt idx="389">
                  <c:v>44594</c:v>
                </c:pt>
                <c:pt idx="390">
                  <c:v>44593</c:v>
                </c:pt>
                <c:pt idx="391">
                  <c:v>44592</c:v>
                </c:pt>
                <c:pt idx="392">
                  <c:v>44591</c:v>
                </c:pt>
                <c:pt idx="393">
                  <c:v>44590</c:v>
                </c:pt>
                <c:pt idx="394">
                  <c:v>44589</c:v>
                </c:pt>
                <c:pt idx="395">
                  <c:v>44588</c:v>
                </c:pt>
                <c:pt idx="396">
                  <c:v>44587</c:v>
                </c:pt>
                <c:pt idx="397">
                  <c:v>44586</c:v>
                </c:pt>
                <c:pt idx="398">
                  <c:v>44585</c:v>
                </c:pt>
                <c:pt idx="399">
                  <c:v>44584</c:v>
                </c:pt>
                <c:pt idx="400">
                  <c:v>44583</c:v>
                </c:pt>
                <c:pt idx="401">
                  <c:v>44582</c:v>
                </c:pt>
                <c:pt idx="402">
                  <c:v>44581</c:v>
                </c:pt>
                <c:pt idx="403">
                  <c:v>44580</c:v>
                </c:pt>
                <c:pt idx="404">
                  <c:v>44579</c:v>
                </c:pt>
                <c:pt idx="405">
                  <c:v>44578</c:v>
                </c:pt>
                <c:pt idx="406">
                  <c:v>44577</c:v>
                </c:pt>
                <c:pt idx="407">
                  <c:v>44576</c:v>
                </c:pt>
                <c:pt idx="408">
                  <c:v>44575</c:v>
                </c:pt>
                <c:pt idx="409">
                  <c:v>44574</c:v>
                </c:pt>
                <c:pt idx="410">
                  <c:v>44573</c:v>
                </c:pt>
                <c:pt idx="411">
                  <c:v>44572</c:v>
                </c:pt>
                <c:pt idx="412">
                  <c:v>44571</c:v>
                </c:pt>
                <c:pt idx="413">
                  <c:v>44570</c:v>
                </c:pt>
                <c:pt idx="414">
                  <c:v>44569</c:v>
                </c:pt>
                <c:pt idx="415">
                  <c:v>44568</c:v>
                </c:pt>
                <c:pt idx="416">
                  <c:v>44567</c:v>
                </c:pt>
                <c:pt idx="417">
                  <c:v>44566</c:v>
                </c:pt>
                <c:pt idx="418">
                  <c:v>44565</c:v>
                </c:pt>
                <c:pt idx="419">
                  <c:v>44564</c:v>
                </c:pt>
                <c:pt idx="420">
                  <c:v>44563</c:v>
                </c:pt>
                <c:pt idx="421">
                  <c:v>44562</c:v>
                </c:pt>
                <c:pt idx="422">
                  <c:v>44561</c:v>
                </c:pt>
                <c:pt idx="423">
                  <c:v>44560</c:v>
                </c:pt>
                <c:pt idx="424">
                  <c:v>44559</c:v>
                </c:pt>
                <c:pt idx="425">
                  <c:v>44558</c:v>
                </c:pt>
                <c:pt idx="426">
                  <c:v>44557</c:v>
                </c:pt>
                <c:pt idx="427">
                  <c:v>44556</c:v>
                </c:pt>
                <c:pt idx="428">
                  <c:v>44555</c:v>
                </c:pt>
                <c:pt idx="429">
                  <c:v>44554</c:v>
                </c:pt>
                <c:pt idx="430">
                  <c:v>44553</c:v>
                </c:pt>
                <c:pt idx="431">
                  <c:v>44552</c:v>
                </c:pt>
                <c:pt idx="432">
                  <c:v>44551</c:v>
                </c:pt>
                <c:pt idx="433">
                  <c:v>44550</c:v>
                </c:pt>
                <c:pt idx="434">
                  <c:v>44549</c:v>
                </c:pt>
                <c:pt idx="435">
                  <c:v>44548</c:v>
                </c:pt>
                <c:pt idx="436">
                  <c:v>44547</c:v>
                </c:pt>
                <c:pt idx="437">
                  <c:v>44546</c:v>
                </c:pt>
                <c:pt idx="438">
                  <c:v>44545</c:v>
                </c:pt>
                <c:pt idx="439">
                  <c:v>44544</c:v>
                </c:pt>
                <c:pt idx="440">
                  <c:v>44543</c:v>
                </c:pt>
                <c:pt idx="441">
                  <c:v>44542</c:v>
                </c:pt>
                <c:pt idx="442">
                  <c:v>44541</c:v>
                </c:pt>
                <c:pt idx="443">
                  <c:v>44540</c:v>
                </c:pt>
                <c:pt idx="444">
                  <c:v>44539</c:v>
                </c:pt>
                <c:pt idx="445">
                  <c:v>44538</c:v>
                </c:pt>
                <c:pt idx="446">
                  <c:v>44537</c:v>
                </c:pt>
                <c:pt idx="447">
                  <c:v>44536</c:v>
                </c:pt>
                <c:pt idx="448">
                  <c:v>44535</c:v>
                </c:pt>
                <c:pt idx="449">
                  <c:v>44534</c:v>
                </c:pt>
                <c:pt idx="450">
                  <c:v>44533</c:v>
                </c:pt>
                <c:pt idx="451">
                  <c:v>44532</c:v>
                </c:pt>
                <c:pt idx="452">
                  <c:v>44531</c:v>
                </c:pt>
                <c:pt idx="453">
                  <c:v>44530</c:v>
                </c:pt>
                <c:pt idx="454">
                  <c:v>44529</c:v>
                </c:pt>
                <c:pt idx="455">
                  <c:v>44528</c:v>
                </c:pt>
                <c:pt idx="456">
                  <c:v>44527</c:v>
                </c:pt>
                <c:pt idx="457">
                  <c:v>44526</c:v>
                </c:pt>
                <c:pt idx="458">
                  <c:v>44525</c:v>
                </c:pt>
                <c:pt idx="459">
                  <c:v>44524</c:v>
                </c:pt>
                <c:pt idx="460">
                  <c:v>44523</c:v>
                </c:pt>
                <c:pt idx="461">
                  <c:v>44522</c:v>
                </c:pt>
                <c:pt idx="462">
                  <c:v>44521</c:v>
                </c:pt>
                <c:pt idx="463">
                  <c:v>44520</c:v>
                </c:pt>
                <c:pt idx="464">
                  <c:v>44519</c:v>
                </c:pt>
                <c:pt idx="465">
                  <c:v>44518</c:v>
                </c:pt>
                <c:pt idx="466">
                  <c:v>44517</c:v>
                </c:pt>
                <c:pt idx="467">
                  <c:v>44516</c:v>
                </c:pt>
                <c:pt idx="468">
                  <c:v>44515</c:v>
                </c:pt>
                <c:pt idx="469">
                  <c:v>44514</c:v>
                </c:pt>
                <c:pt idx="470">
                  <c:v>44513</c:v>
                </c:pt>
                <c:pt idx="471">
                  <c:v>44512</c:v>
                </c:pt>
                <c:pt idx="472">
                  <c:v>44511</c:v>
                </c:pt>
                <c:pt idx="473">
                  <c:v>44510</c:v>
                </c:pt>
                <c:pt idx="474">
                  <c:v>44509</c:v>
                </c:pt>
                <c:pt idx="475">
                  <c:v>44508</c:v>
                </c:pt>
                <c:pt idx="476">
                  <c:v>44507</c:v>
                </c:pt>
                <c:pt idx="477">
                  <c:v>44506</c:v>
                </c:pt>
                <c:pt idx="478">
                  <c:v>44505</c:v>
                </c:pt>
                <c:pt idx="479">
                  <c:v>44504</c:v>
                </c:pt>
                <c:pt idx="480">
                  <c:v>44503</c:v>
                </c:pt>
                <c:pt idx="481">
                  <c:v>44502</c:v>
                </c:pt>
                <c:pt idx="482">
                  <c:v>44501</c:v>
                </c:pt>
                <c:pt idx="483">
                  <c:v>44500</c:v>
                </c:pt>
                <c:pt idx="484">
                  <c:v>44499</c:v>
                </c:pt>
                <c:pt idx="485">
                  <c:v>44498</c:v>
                </c:pt>
                <c:pt idx="486">
                  <c:v>44497</c:v>
                </c:pt>
                <c:pt idx="487">
                  <c:v>44496</c:v>
                </c:pt>
                <c:pt idx="488">
                  <c:v>44495</c:v>
                </c:pt>
                <c:pt idx="489">
                  <c:v>44494</c:v>
                </c:pt>
                <c:pt idx="490">
                  <c:v>44493</c:v>
                </c:pt>
                <c:pt idx="491">
                  <c:v>44492</c:v>
                </c:pt>
                <c:pt idx="492">
                  <c:v>44491</c:v>
                </c:pt>
                <c:pt idx="493">
                  <c:v>44490</c:v>
                </c:pt>
                <c:pt idx="494">
                  <c:v>44489</c:v>
                </c:pt>
                <c:pt idx="495">
                  <c:v>44488</c:v>
                </c:pt>
                <c:pt idx="496">
                  <c:v>44487</c:v>
                </c:pt>
                <c:pt idx="497">
                  <c:v>44486</c:v>
                </c:pt>
                <c:pt idx="498">
                  <c:v>44485</c:v>
                </c:pt>
                <c:pt idx="499">
                  <c:v>44484</c:v>
                </c:pt>
                <c:pt idx="500">
                  <c:v>44483</c:v>
                </c:pt>
                <c:pt idx="501">
                  <c:v>44482</c:v>
                </c:pt>
                <c:pt idx="502">
                  <c:v>44481</c:v>
                </c:pt>
                <c:pt idx="503">
                  <c:v>44480</c:v>
                </c:pt>
                <c:pt idx="504">
                  <c:v>44479</c:v>
                </c:pt>
                <c:pt idx="505">
                  <c:v>44478</c:v>
                </c:pt>
                <c:pt idx="506">
                  <c:v>44477</c:v>
                </c:pt>
                <c:pt idx="507">
                  <c:v>44476</c:v>
                </c:pt>
                <c:pt idx="508">
                  <c:v>44475</c:v>
                </c:pt>
                <c:pt idx="509">
                  <c:v>44474</c:v>
                </c:pt>
                <c:pt idx="510">
                  <c:v>44473</c:v>
                </c:pt>
                <c:pt idx="511">
                  <c:v>44472</c:v>
                </c:pt>
                <c:pt idx="512">
                  <c:v>44471</c:v>
                </c:pt>
                <c:pt idx="513">
                  <c:v>44470</c:v>
                </c:pt>
                <c:pt idx="514">
                  <c:v>44469</c:v>
                </c:pt>
                <c:pt idx="515">
                  <c:v>44468</c:v>
                </c:pt>
                <c:pt idx="516">
                  <c:v>44467</c:v>
                </c:pt>
                <c:pt idx="517">
                  <c:v>44466</c:v>
                </c:pt>
                <c:pt idx="518">
                  <c:v>44465</c:v>
                </c:pt>
                <c:pt idx="519">
                  <c:v>44464</c:v>
                </c:pt>
                <c:pt idx="520">
                  <c:v>44463</c:v>
                </c:pt>
                <c:pt idx="521">
                  <c:v>44462</c:v>
                </c:pt>
                <c:pt idx="522">
                  <c:v>44461</c:v>
                </c:pt>
                <c:pt idx="523">
                  <c:v>44460</c:v>
                </c:pt>
                <c:pt idx="524">
                  <c:v>44459</c:v>
                </c:pt>
                <c:pt idx="525">
                  <c:v>44458</c:v>
                </c:pt>
                <c:pt idx="526">
                  <c:v>44457</c:v>
                </c:pt>
                <c:pt idx="527">
                  <c:v>44456</c:v>
                </c:pt>
                <c:pt idx="528">
                  <c:v>44455</c:v>
                </c:pt>
                <c:pt idx="529">
                  <c:v>44454</c:v>
                </c:pt>
                <c:pt idx="530">
                  <c:v>44453</c:v>
                </c:pt>
                <c:pt idx="531">
                  <c:v>44452</c:v>
                </c:pt>
                <c:pt idx="532">
                  <c:v>44451</c:v>
                </c:pt>
                <c:pt idx="533">
                  <c:v>44450</c:v>
                </c:pt>
                <c:pt idx="534">
                  <c:v>44449</c:v>
                </c:pt>
                <c:pt idx="535">
                  <c:v>44448</c:v>
                </c:pt>
                <c:pt idx="536">
                  <c:v>44447</c:v>
                </c:pt>
                <c:pt idx="537">
                  <c:v>44446</c:v>
                </c:pt>
                <c:pt idx="538">
                  <c:v>44445</c:v>
                </c:pt>
                <c:pt idx="539">
                  <c:v>44444</c:v>
                </c:pt>
                <c:pt idx="540">
                  <c:v>44443</c:v>
                </c:pt>
                <c:pt idx="541">
                  <c:v>44442</c:v>
                </c:pt>
                <c:pt idx="542">
                  <c:v>44441</c:v>
                </c:pt>
                <c:pt idx="543">
                  <c:v>44440</c:v>
                </c:pt>
                <c:pt idx="544">
                  <c:v>44439</c:v>
                </c:pt>
                <c:pt idx="545">
                  <c:v>44438</c:v>
                </c:pt>
                <c:pt idx="546">
                  <c:v>44437</c:v>
                </c:pt>
                <c:pt idx="547">
                  <c:v>44436</c:v>
                </c:pt>
                <c:pt idx="548">
                  <c:v>44435</c:v>
                </c:pt>
                <c:pt idx="549">
                  <c:v>44434</c:v>
                </c:pt>
                <c:pt idx="550">
                  <c:v>44433</c:v>
                </c:pt>
                <c:pt idx="551">
                  <c:v>44432</c:v>
                </c:pt>
                <c:pt idx="552">
                  <c:v>44431</c:v>
                </c:pt>
                <c:pt idx="553">
                  <c:v>44430</c:v>
                </c:pt>
                <c:pt idx="554">
                  <c:v>44429</c:v>
                </c:pt>
                <c:pt idx="555">
                  <c:v>44428</c:v>
                </c:pt>
                <c:pt idx="556">
                  <c:v>44427</c:v>
                </c:pt>
                <c:pt idx="557">
                  <c:v>44426</c:v>
                </c:pt>
                <c:pt idx="558">
                  <c:v>44425</c:v>
                </c:pt>
                <c:pt idx="559">
                  <c:v>44424</c:v>
                </c:pt>
                <c:pt idx="560">
                  <c:v>44423</c:v>
                </c:pt>
                <c:pt idx="561">
                  <c:v>44422</c:v>
                </c:pt>
                <c:pt idx="562">
                  <c:v>44421</c:v>
                </c:pt>
                <c:pt idx="563">
                  <c:v>44420</c:v>
                </c:pt>
                <c:pt idx="564">
                  <c:v>44419</c:v>
                </c:pt>
                <c:pt idx="565">
                  <c:v>44418</c:v>
                </c:pt>
                <c:pt idx="566">
                  <c:v>44417</c:v>
                </c:pt>
                <c:pt idx="567">
                  <c:v>44416</c:v>
                </c:pt>
                <c:pt idx="568">
                  <c:v>44415</c:v>
                </c:pt>
                <c:pt idx="569">
                  <c:v>44414</c:v>
                </c:pt>
                <c:pt idx="570">
                  <c:v>44413</c:v>
                </c:pt>
                <c:pt idx="571">
                  <c:v>44412</c:v>
                </c:pt>
                <c:pt idx="572">
                  <c:v>44411</c:v>
                </c:pt>
                <c:pt idx="573">
                  <c:v>44410</c:v>
                </c:pt>
                <c:pt idx="574">
                  <c:v>44409</c:v>
                </c:pt>
                <c:pt idx="575">
                  <c:v>44408</c:v>
                </c:pt>
                <c:pt idx="576">
                  <c:v>44407</c:v>
                </c:pt>
                <c:pt idx="577">
                  <c:v>44406</c:v>
                </c:pt>
                <c:pt idx="578">
                  <c:v>44405</c:v>
                </c:pt>
                <c:pt idx="579">
                  <c:v>44404</c:v>
                </c:pt>
                <c:pt idx="580">
                  <c:v>44403</c:v>
                </c:pt>
                <c:pt idx="581">
                  <c:v>44402</c:v>
                </c:pt>
                <c:pt idx="582">
                  <c:v>44401</c:v>
                </c:pt>
                <c:pt idx="583">
                  <c:v>44400</c:v>
                </c:pt>
                <c:pt idx="584">
                  <c:v>44399</c:v>
                </c:pt>
                <c:pt idx="585">
                  <c:v>44398</c:v>
                </c:pt>
                <c:pt idx="586">
                  <c:v>44397</c:v>
                </c:pt>
                <c:pt idx="587">
                  <c:v>44396</c:v>
                </c:pt>
                <c:pt idx="588">
                  <c:v>44395</c:v>
                </c:pt>
                <c:pt idx="589">
                  <c:v>44394</c:v>
                </c:pt>
                <c:pt idx="590">
                  <c:v>44393</c:v>
                </c:pt>
                <c:pt idx="591">
                  <c:v>44392</c:v>
                </c:pt>
                <c:pt idx="592">
                  <c:v>44391</c:v>
                </c:pt>
                <c:pt idx="593">
                  <c:v>44390</c:v>
                </c:pt>
                <c:pt idx="594">
                  <c:v>44389</c:v>
                </c:pt>
                <c:pt idx="595">
                  <c:v>44388</c:v>
                </c:pt>
                <c:pt idx="596">
                  <c:v>44387</c:v>
                </c:pt>
                <c:pt idx="597">
                  <c:v>44386</c:v>
                </c:pt>
                <c:pt idx="598">
                  <c:v>44385</c:v>
                </c:pt>
                <c:pt idx="599">
                  <c:v>44384</c:v>
                </c:pt>
                <c:pt idx="600">
                  <c:v>44383</c:v>
                </c:pt>
                <c:pt idx="601">
                  <c:v>44382</c:v>
                </c:pt>
                <c:pt idx="602">
                  <c:v>44381</c:v>
                </c:pt>
                <c:pt idx="603">
                  <c:v>44380</c:v>
                </c:pt>
                <c:pt idx="604">
                  <c:v>44379</c:v>
                </c:pt>
                <c:pt idx="605">
                  <c:v>44378</c:v>
                </c:pt>
                <c:pt idx="606">
                  <c:v>44377</c:v>
                </c:pt>
                <c:pt idx="607">
                  <c:v>44376</c:v>
                </c:pt>
                <c:pt idx="608">
                  <c:v>44375</c:v>
                </c:pt>
                <c:pt idx="609">
                  <c:v>44374</c:v>
                </c:pt>
                <c:pt idx="610">
                  <c:v>44373</c:v>
                </c:pt>
                <c:pt idx="611">
                  <c:v>44372</c:v>
                </c:pt>
                <c:pt idx="612">
                  <c:v>44371</c:v>
                </c:pt>
                <c:pt idx="613">
                  <c:v>44370</c:v>
                </c:pt>
                <c:pt idx="614">
                  <c:v>44369</c:v>
                </c:pt>
                <c:pt idx="615">
                  <c:v>44368</c:v>
                </c:pt>
                <c:pt idx="616">
                  <c:v>44367</c:v>
                </c:pt>
                <c:pt idx="617">
                  <c:v>44366</c:v>
                </c:pt>
                <c:pt idx="618">
                  <c:v>44365</c:v>
                </c:pt>
                <c:pt idx="619">
                  <c:v>44364</c:v>
                </c:pt>
                <c:pt idx="620">
                  <c:v>44363</c:v>
                </c:pt>
                <c:pt idx="621">
                  <c:v>44362</c:v>
                </c:pt>
                <c:pt idx="622">
                  <c:v>44361</c:v>
                </c:pt>
                <c:pt idx="623">
                  <c:v>44360</c:v>
                </c:pt>
                <c:pt idx="624">
                  <c:v>44359</c:v>
                </c:pt>
                <c:pt idx="625">
                  <c:v>44358</c:v>
                </c:pt>
                <c:pt idx="626">
                  <c:v>44357</c:v>
                </c:pt>
                <c:pt idx="627">
                  <c:v>44356</c:v>
                </c:pt>
                <c:pt idx="628">
                  <c:v>44355</c:v>
                </c:pt>
                <c:pt idx="629">
                  <c:v>44354</c:v>
                </c:pt>
                <c:pt idx="630">
                  <c:v>44353</c:v>
                </c:pt>
                <c:pt idx="631">
                  <c:v>44352</c:v>
                </c:pt>
                <c:pt idx="632">
                  <c:v>44351</c:v>
                </c:pt>
                <c:pt idx="633">
                  <c:v>44350</c:v>
                </c:pt>
                <c:pt idx="634">
                  <c:v>44349</c:v>
                </c:pt>
                <c:pt idx="635">
                  <c:v>44348</c:v>
                </c:pt>
                <c:pt idx="636">
                  <c:v>44347</c:v>
                </c:pt>
                <c:pt idx="637">
                  <c:v>44346</c:v>
                </c:pt>
                <c:pt idx="638">
                  <c:v>44345</c:v>
                </c:pt>
                <c:pt idx="639">
                  <c:v>44344</c:v>
                </c:pt>
                <c:pt idx="640">
                  <c:v>44343</c:v>
                </c:pt>
                <c:pt idx="641">
                  <c:v>44342</c:v>
                </c:pt>
                <c:pt idx="642">
                  <c:v>44341</c:v>
                </c:pt>
                <c:pt idx="643">
                  <c:v>44340</c:v>
                </c:pt>
                <c:pt idx="644">
                  <c:v>44339</c:v>
                </c:pt>
                <c:pt idx="645">
                  <c:v>44338</c:v>
                </c:pt>
                <c:pt idx="646">
                  <c:v>44337</c:v>
                </c:pt>
                <c:pt idx="647">
                  <c:v>44336</c:v>
                </c:pt>
                <c:pt idx="648">
                  <c:v>44335</c:v>
                </c:pt>
                <c:pt idx="649">
                  <c:v>44334</c:v>
                </c:pt>
                <c:pt idx="650">
                  <c:v>44333</c:v>
                </c:pt>
                <c:pt idx="651">
                  <c:v>44332</c:v>
                </c:pt>
                <c:pt idx="652">
                  <c:v>44331</c:v>
                </c:pt>
                <c:pt idx="653">
                  <c:v>44330</c:v>
                </c:pt>
                <c:pt idx="654">
                  <c:v>44329</c:v>
                </c:pt>
                <c:pt idx="655">
                  <c:v>44328</c:v>
                </c:pt>
                <c:pt idx="656">
                  <c:v>44327</c:v>
                </c:pt>
                <c:pt idx="657">
                  <c:v>44326</c:v>
                </c:pt>
                <c:pt idx="658">
                  <c:v>44325</c:v>
                </c:pt>
                <c:pt idx="659">
                  <c:v>44324</c:v>
                </c:pt>
                <c:pt idx="660">
                  <c:v>44323</c:v>
                </c:pt>
                <c:pt idx="661">
                  <c:v>44322</c:v>
                </c:pt>
                <c:pt idx="662">
                  <c:v>44321</c:v>
                </c:pt>
                <c:pt idx="663">
                  <c:v>44320</c:v>
                </c:pt>
                <c:pt idx="664">
                  <c:v>44319</c:v>
                </c:pt>
                <c:pt idx="665">
                  <c:v>44318</c:v>
                </c:pt>
                <c:pt idx="666">
                  <c:v>44317</c:v>
                </c:pt>
                <c:pt idx="667">
                  <c:v>44316</c:v>
                </c:pt>
                <c:pt idx="668">
                  <c:v>44315</c:v>
                </c:pt>
                <c:pt idx="669">
                  <c:v>44314</c:v>
                </c:pt>
                <c:pt idx="670">
                  <c:v>44313</c:v>
                </c:pt>
                <c:pt idx="671">
                  <c:v>44312</c:v>
                </c:pt>
                <c:pt idx="672">
                  <c:v>44311</c:v>
                </c:pt>
                <c:pt idx="673">
                  <c:v>44310</c:v>
                </c:pt>
                <c:pt idx="674">
                  <c:v>44309</c:v>
                </c:pt>
                <c:pt idx="675">
                  <c:v>44308</c:v>
                </c:pt>
                <c:pt idx="676">
                  <c:v>44307</c:v>
                </c:pt>
                <c:pt idx="677">
                  <c:v>44306</c:v>
                </c:pt>
                <c:pt idx="678">
                  <c:v>44305</c:v>
                </c:pt>
                <c:pt idx="679">
                  <c:v>44304</c:v>
                </c:pt>
                <c:pt idx="680">
                  <c:v>44303</c:v>
                </c:pt>
                <c:pt idx="681">
                  <c:v>44302</c:v>
                </c:pt>
                <c:pt idx="682">
                  <c:v>44301</c:v>
                </c:pt>
                <c:pt idx="683">
                  <c:v>44300</c:v>
                </c:pt>
                <c:pt idx="684">
                  <c:v>44299</c:v>
                </c:pt>
                <c:pt idx="685">
                  <c:v>44298</c:v>
                </c:pt>
                <c:pt idx="686">
                  <c:v>44297</c:v>
                </c:pt>
                <c:pt idx="687">
                  <c:v>44296</c:v>
                </c:pt>
                <c:pt idx="688">
                  <c:v>44295</c:v>
                </c:pt>
                <c:pt idx="689">
                  <c:v>44294</c:v>
                </c:pt>
                <c:pt idx="690">
                  <c:v>44293</c:v>
                </c:pt>
                <c:pt idx="691">
                  <c:v>44292</c:v>
                </c:pt>
                <c:pt idx="692">
                  <c:v>44291</c:v>
                </c:pt>
                <c:pt idx="693">
                  <c:v>44290</c:v>
                </c:pt>
                <c:pt idx="694">
                  <c:v>44289</c:v>
                </c:pt>
                <c:pt idx="695">
                  <c:v>44288</c:v>
                </c:pt>
                <c:pt idx="696">
                  <c:v>44287</c:v>
                </c:pt>
                <c:pt idx="697">
                  <c:v>44286</c:v>
                </c:pt>
                <c:pt idx="698">
                  <c:v>44285</c:v>
                </c:pt>
                <c:pt idx="699">
                  <c:v>44284</c:v>
                </c:pt>
                <c:pt idx="700">
                  <c:v>44283</c:v>
                </c:pt>
                <c:pt idx="701">
                  <c:v>44282</c:v>
                </c:pt>
                <c:pt idx="702">
                  <c:v>44281</c:v>
                </c:pt>
                <c:pt idx="703">
                  <c:v>44280</c:v>
                </c:pt>
                <c:pt idx="704">
                  <c:v>44279</c:v>
                </c:pt>
                <c:pt idx="705">
                  <c:v>44278</c:v>
                </c:pt>
                <c:pt idx="706">
                  <c:v>44277</c:v>
                </c:pt>
                <c:pt idx="707">
                  <c:v>44276</c:v>
                </c:pt>
                <c:pt idx="708">
                  <c:v>44275</c:v>
                </c:pt>
                <c:pt idx="709">
                  <c:v>44274</c:v>
                </c:pt>
                <c:pt idx="710">
                  <c:v>44273</c:v>
                </c:pt>
                <c:pt idx="711">
                  <c:v>44272</c:v>
                </c:pt>
                <c:pt idx="712">
                  <c:v>44271</c:v>
                </c:pt>
                <c:pt idx="713">
                  <c:v>44270</c:v>
                </c:pt>
                <c:pt idx="714">
                  <c:v>44269</c:v>
                </c:pt>
                <c:pt idx="715">
                  <c:v>44268</c:v>
                </c:pt>
                <c:pt idx="716">
                  <c:v>44267</c:v>
                </c:pt>
                <c:pt idx="717">
                  <c:v>44266</c:v>
                </c:pt>
                <c:pt idx="718">
                  <c:v>44265</c:v>
                </c:pt>
                <c:pt idx="719">
                  <c:v>44264</c:v>
                </c:pt>
                <c:pt idx="720">
                  <c:v>44263</c:v>
                </c:pt>
                <c:pt idx="721">
                  <c:v>44262</c:v>
                </c:pt>
                <c:pt idx="722">
                  <c:v>44261</c:v>
                </c:pt>
                <c:pt idx="723">
                  <c:v>44260</c:v>
                </c:pt>
                <c:pt idx="724">
                  <c:v>44259</c:v>
                </c:pt>
                <c:pt idx="725">
                  <c:v>44258</c:v>
                </c:pt>
                <c:pt idx="726">
                  <c:v>44257</c:v>
                </c:pt>
                <c:pt idx="727">
                  <c:v>44256</c:v>
                </c:pt>
                <c:pt idx="728">
                  <c:v>44255</c:v>
                </c:pt>
                <c:pt idx="729">
                  <c:v>44254</c:v>
                </c:pt>
                <c:pt idx="730">
                  <c:v>44253</c:v>
                </c:pt>
                <c:pt idx="731">
                  <c:v>44252</c:v>
                </c:pt>
                <c:pt idx="732">
                  <c:v>44251</c:v>
                </c:pt>
                <c:pt idx="733">
                  <c:v>44250</c:v>
                </c:pt>
                <c:pt idx="734">
                  <c:v>44249</c:v>
                </c:pt>
                <c:pt idx="735">
                  <c:v>44248</c:v>
                </c:pt>
                <c:pt idx="736">
                  <c:v>44247</c:v>
                </c:pt>
                <c:pt idx="737">
                  <c:v>44246</c:v>
                </c:pt>
                <c:pt idx="738">
                  <c:v>44245</c:v>
                </c:pt>
                <c:pt idx="739">
                  <c:v>44244</c:v>
                </c:pt>
                <c:pt idx="740">
                  <c:v>44243</c:v>
                </c:pt>
                <c:pt idx="741">
                  <c:v>44242</c:v>
                </c:pt>
                <c:pt idx="742">
                  <c:v>44241</c:v>
                </c:pt>
                <c:pt idx="743">
                  <c:v>44240</c:v>
                </c:pt>
                <c:pt idx="744">
                  <c:v>44239</c:v>
                </c:pt>
                <c:pt idx="745">
                  <c:v>44238</c:v>
                </c:pt>
                <c:pt idx="746">
                  <c:v>44237</c:v>
                </c:pt>
                <c:pt idx="747">
                  <c:v>44236</c:v>
                </c:pt>
                <c:pt idx="748">
                  <c:v>44235</c:v>
                </c:pt>
                <c:pt idx="749">
                  <c:v>44234</c:v>
                </c:pt>
                <c:pt idx="750">
                  <c:v>44233</c:v>
                </c:pt>
                <c:pt idx="751">
                  <c:v>44232</c:v>
                </c:pt>
                <c:pt idx="752">
                  <c:v>44231</c:v>
                </c:pt>
                <c:pt idx="753">
                  <c:v>44230</c:v>
                </c:pt>
                <c:pt idx="754">
                  <c:v>44229</c:v>
                </c:pt>
                <c:pt idx="755">
                  <c:v>44228</c:v>
                </c:pt>
                <c:pt idx="756">
                  <c:v>44227</c:v>
                </c:pt>
                <c:pt idx="757">
                  <c:v>44226</c:v>
                </c:pt>
                <c:pt idx="758">
                  <c:v>44225</c:v>
                </c:pt>
                <c:pt idx="759">
                  <c:v>44224</c:v>
                </c:pt>
                <c:pt idx="760">
                  <c:v>44223</c:v>
                </c:pt>
                <c:pt idx="761">
                  <c:v>44222</c:v>
                </c:pt>
                <c:pt idx="762">
                  <c:v>44221</c:v>
                </c:pt>
                <c:pt idx="763">
                  <c:v>44220</c:v>
                </c:pt>
                <c:pt idx="764">
                  <c:v>44219</c:v>
                </c:pt>
                <c:pt idx="765">
                  <c:v>44218</c:v>
                </c:pt>
                <c:pt idx="766">
                  <c:v>44217</c:v>
                </c:pt>
                <c:pt idx="767">
                  <c:v>44216</c:v>
                </c:pt>
                <c:pt idx="768">
                  <c:v>44215</c:v>
                </c:pt>
                <c:pt idx="769">
                  <c:v>44214</c:v>
                </c:pt>
                <c:pt idx="770">
                  <c:v>44213</c:v>
                </c:pt>
                <c:pt idx="771">
                  <c:v>44212</c:v>
                </c:pt>
                <c:pt idx="772">
                  <c:v>44211</c:v>
                </c:pt>
                <c:pt idx="773">
                  <c:v>44210</c:v>
                </c:pt>
                <c:pt idx="774">
                  <c:v>44209</c:v>
                </c:pt>
                <c:pt idx="775">
                  <c:v>44208</c:v>
                </c:pt>
                <c:pt idx="776">
                  <c:v>44207</c:v>
                </c:pt>
                <c:pt idx="777">
                  <c:v>44206</c:v>
                </c:pt>
                <c:pt idx="778">
                  <c:v>44205</c:v>
                </c:pt>
                <c:pt idx="779">
                  <c:v>44204</c:v>
                </c:pt>
                <c:pt idx="780">
                  <c:v>44203</c:v>
                </c:pt>
                <c:pt idx="781">
                  <c:v>44202</c:v>
                </c:pt>
                <c:pt idx="782">
                  <c:v>44201</c:v>
                </c:pt>
                <c:pt idx="783">
                  <c:v>44200</c:v>
                </c:pt>
                <c:pt idx="784">
                  <c:v>44199</c:v>
                </c:pt>
                <c:pt idx="785">
                  <c:v>44198</c:v>
                </c:pt>
                <c:pt idx="786">
                  <c:v>44197</c:v>
                </c:pt>
                <c:pt idx="787">
                  <c:v>44196</c:v>
                </c:pt>
                <c:pt idx="788">
                  <c:v>44195</c:v>
                </c:pt>
                <c:pt idx="789">
                  <c:v>44194</c:v>
                </c:pt>
                <c:pt idx="790">
                  <c:v>44193</c:v>
                </c:pt>
                <c:pt idx="791">
                  <c:v>44192</c:v>
                </c:pt>
                <c:pt idx="792">
                  <c:v>44191</c:v>
                </c:pt>
                <c:pt idx="793">
                  <c:v>44190</c:v>
                </c:pt>
                <c:pt idx="794">
                  <c:v>44189</c:v>
                </c:pt>
                <c:pt idx="795">
                  <c:v>44188</c:v>
                </c:pt>
                <c:pt idx="796">
                  <c:v>44187</c:v>
                </c:pt>
                <c:pt idx="797">
                  <c:v>44186</c:v>
                </c:pt>
                <c:pt idx="798">
                  <c:v>44185</c:v>
                </c:pt>
                <c:pt idx="799">
                  <c:v>44184</c:v>
                </c:pt>
                <c:pt idx="800">
                  <c:v>44183</c:v>
                </c:pt>
                <c:pt idx="801">
                  <c:v>44182</c:v>
                </c:pt>
                <c:pt idx="802">
                  <c:v>44181</c:v>
                </c:pt>
                <c:pt idx="803">
                  <c:v>44180</c:v>
                </c:pt>
                <c:pt idx="804">
                  <c:v>44179</c:v>
                </c:pt>
                <c:pt idx="805">
                  <c:v>44178</c:v>
                </c:pt>
                <c:pt idx="806">
                  <c:v>44177</c:v>
                </c:pt>
                <c:pt idx="807">
                  <c:v>44176</c:v>
                </c:pt>
                <c:pt idx="808">
                  <c:v>44175</c:v>
                </c:pt>
                <c:pt idx="809">
                  <c:v>44174</c:v>
                </c:pt>
                <c:pt idx="810">
                  <c:v>44173</c:v>
                </c:pt>
                <c:pt idx="811">
                  <c:v>44172</c:v>
                </c:pt>
                <c:pt idx="812">
                  <c:v>44171</c:v>
                </c:pt>
                <c:pt idx="813">
                  <c:v>44170</c:v>
                </c:pt>
                <c:pt idx="814">
                  <c:v>44169</c:v>
                </c:pt>
                <c:pt idx="815">
                  <c:v>44168</c:v>
                </c:pt>
                <c:pt idx="816">
                  <c:v>44167</c:v>
                </c:pt>
                <c:pt idx="817">
                  <c:v>44166</c:v>
                </c:pt>
                <c:pt idx="818">
                  <c:v>44165</c:v>
                </c:pt>
                <c:pt idx="819">
                  <c:v>44164</c:v>
                </c:pt>
                <c:pt idx="820">
                  <c:v>44163</c:v>
                </c:pt>
                <c:pt idx="821">
                  <c:v>44162</c:v>
                </c:pt>
                <c:pt idx="822">
                  <c:v>44161</c:v>
                </c:pt>
                <c:pt idx="823">
                  <c:v>44160</c:v>
                </c:pt>
                <c:pt idx="824">
                  <c:v>44159</c:v>
                </c:pt>
                <c:pt idx="825">
                  <c:v>44158</c:v>
                </c:pt>
                <c:pt idx="826">
                  <c:v>44157</c:v>
                </c:pt>
                <c:pt idx="827">
                  <c:v>44156</c:v>
                </c:pt>
                <c:pt idx="828">
                  <c:v>44155</c:v>
                </c:pt>
                <c:pt idx="829">
                  <c:v>44154</c:v>
                </c:pt>
                <c:pt idx="830">
                  <c:v>44153</c:v>
                </c:pt>
                <c:pt idx="831">
                  <c:v>44152</c:v>
                </c:pt>
                <c:pt idx="832">
                  <c:v>44151</c:v>
                </c:pt>
                <c:pt idx="833">
                  <c:v>44150</c:v>
                </c:pt>
                <c:pt idx="834">
                  <c:v>44149</c:v>
                </c:pt>
                <c:pt idx="835">
                  <c:v>44148</c:v>
                </c:pt>
                <c:pt idx="836">
                  <c:v>44147</c:v>
                </c:pt>
                <c:pt idx="837">
                  <c:v>44146</c:v>
                </c:pt>
                <c:pt idx="838">
                  <c:v>44145</c:v>
                </c:pt>
                <c:pt idx="839">
                  <c:v>44144</c:v>
                </c:pt>
                <c:pt idx="840">
                  <c:v>44143</c:v>
                </c:pt>
                <c:pt idx="841">
                  <c:v>44142</c:v>
                </c:pt>
                <c:pt idx="842">
                  <c:v>44141</c:v>
                </c:pt>
                <c:pt idx="843">
                  <c:v>44140</c:v>
                </c:pt>
                <c:pt idx="844">
                  <c:v>44139</c:v>
                </c:pt>
                <c:pt idx="845">
                  <c:v>44138</c:v>
                </c:pt>
                <c:pt idx="846">
                  <c:v>44137</c:v>
                </c:pt>
                <c:pt idx="847">
                  <c:v>44136</c:v>
                </c:pt>
                <c:pt idx="848">
                  <c:v>44135</c:v>
                </c:pt>
                <c:pt idx="849">
                  <c:v>44134</c:v>
                </c:pt>
                <c:pt idx="850">
                  <c:v>44133</c:v>
                </c:pt>
                <c:pt idx="851">
                  <c:v>44132</c:v>
                </c:pt>
                <c:pt idx="852">
                  <c:v>44131</c:v>
                </c:pt>
                <c:pt idx="853">
                  <c:v>44130</c:v>
                </c:pt>
                <c:pt idx="854">
                  <c:v>44129</c:v>
                </c:pt>
                <c:pt idx="855">
                  <c:v>44128</c:v>
                </c:pt>
                <c:pt idx="856">
                  <c:v>44127</c:v>
                </c:pt>
                <c:pt idx="857">
                  <c:v>44126</c:v>
                </c:pt>
                <c:pt idx="858">
                  <c:v>44125</c:v>
                </c:pt>
                <c:pt idx="859">
                  <c:v>44124</c:v>
                </c:pt>
                <c:pt idx="860">
                  <c:v>44123</c:v>
                </c:pt>
                <c:pt idx="861">
                  <c:v>44122</c:v>
                </c:pt>
                <c:pt idx="862">
                  <c:v>44121</c:v>
                </c:pt>
                <c:pt idx="863">
                  <c:v>44120</c:v>
                </c:pt>
                <c:pt idx="864">
                  <c:v>44119</c:v>
                </c:pt>
                <c:pt idx="865">
                  <c:v>44118</c:v>
                </c:pt>
                <c:pt idx="866">
                  <c:v>44117</c:v>
                </c:pt>
                <c:pt idx="867">
                  <c:v>44116</c:v>
                </c:pt>
                <c:pt idx="868">
                  <c:v>44115</c:v>
                </c:pt>
                <c:pt idx="869">
                  <c:v>44114</c:v>
                </c:pt>
                <c:pt idx="870">
                  <c:v>44113</c:v>
                </c:pt>
                <c:pt idx="871">
                  <c:v>44112</c:v>
                </c:pt>
                <c:pt idx="872">
                  <c:v>44111</c:v>
                </c:pt>
                <c:pt idx="873">
                  <c:v>44110</c:v>
                </c:pt>
                <c:pt idx="874">
                  <c:v>44109</c:v>
                </c:pt>
                <c:pt idx="875">
                  <c:v>44108</c:v>
                </c:pt>
                <c:pt idx="876">
                  <c:v>44107</c:v>
                </c:pt>
                <c:pt idx="877">
                  <c:v>44106</c:v>
                </c:pt>
                <c:pt idx="878">
                  <c:v>44105</c:v>
                </c:pt>
                <c:pt idx="879">
                  <c:v>44104</c:v>
                </c:pt>
                <c:pt idx="880">
                  <c:v>44103</c:v>
                </c:pt>
                <c:pt idx="881">
                  <c:v>44102</c:v>
                </c:pt>
                <c:pt idx="882">
                  <c:v>44101</c:v>
                </c:pt>
                <c:pt idx="883">
                  <c:v>44100</c:v>
                </c:pt>
                <c:pt idx="884">
                  <c:v>44099</c:v>
                </c:pt>
                <c:pt idx="885">
                  <c:v>44098</c:v>
                </c:pt>
                <c:pt idx="886">
                  <c:v>44097</c:v>
                </c:pt>
                <c:pt idx="887">
                  <c:v>44096</c:v>
                </c:pt>
                <c:pt idx="888">
                  <c:v>44095</c:v>
                </c:pt>
                <c:pt idx="889">
                  <c:v>44094</c:v>
                </c:pt>
                <c:pt idx="890">
                  <c:v>44093</c:v>
                </c:pt>
                <c:pt idx="891">
                  <c:v>44092</c:v>
                </c:pt>
                <c:pt idx="892">
                  <c:v>44091</c:v>
                </c:pt>
                <c:pt idx="893">
                  <c:v>44090</c:v>
                </c:pt>
                <c:pt idx="894">
                  <c:v>44089</c:v>
                </c:pt>
                <c:pt idx="895">
                  <c:v>44088</c:v>
                </c:pt>
                <c:pt idx="896">
                  <c:v>44087</c:v>
                </c:pt>
                <c:pt idx="897">
                  <c:v>44086</c:v>
                </c:pt>
                <c:pt idx="898">
                  <c:v>44085</c:v>
                </c:pt>
                <c:pt idx="899">
                  <c:v>44084</c:v>
                </c:pt>
                <c:pt idx="900">
                  <c:v>44083</c:v>
                </c:pt>
                <c:pt idx="901">
                  <c:v>44082</c:v>
                </c:pt>
                <c:pt idx="902">
                  <c:v>44081</c:v>
                </c:pt>
                <c:pt idx="903">
                  <c:v>44080</c:v>
                </c:pt>
                <c:pt idx="904">
                  <c:v>44079</c:v>
                </c:pt>
                <c:pt idx="905">
                  <c:v>44078</c:v>
                </c:pt>
                <c:pt idx="906">
                  <c:v>44077</c:v>
                </c:pt>
                <c:pt idx="907">
                  <c:v>44076</c:v>
                </c:pt>
                <c:pt idx="908">
                  <c:v>44075</c:v>
                </c:pt>
                <c:pt idx="909">
                  <c:v>44074</c:v>
                </c:pt>
                <c:pt idx="910">
                  <c:v>44073</c:v>
                </c:pt>
                <c:pt idx="911">
                  <c:v>44072</c:v>
                </c:pt>
                <c:pt idx="912">
                  <c:v>44071</c:v>
                </c:pt>
                <c:pt idx="913">
                  <c:v>44070</c:v>
                </c:pt>
                <c:pt idx="914">
                  <c:v>44069</c:v>
                </c:pt>
                <c:pt idx="915">
                  <c:v>44068</c:v>
                </c:pt>
                <c:pt idx="916">
                  <c:v>44067</c:v>
                </c:pt>
                <c:pt idx="917">
                  <c:v>44066</c:v>
                </c:pt>
                <c:pt idx="918">
                  <c:v>44065</c:v>
                </c:pt>
                <c:pt idx="919">
                  <c:v>44064</c:v>
                </c:pt>
                <c:pt idx="920">
                  <c:v>44063</c:v>
                </c:pt>
                <c:pt idx="921">
                  <c:v>44062</c:v>
                </c:pt>
                <c:pt idx="922">
                  <c:v>44061</c:v>
                </c:pt>
                <c:pt idx="923">
                  <c:v>44060</c:v>
                </c:pt>
                <c:pt idx="924">
                  <c:v>44059</c:v>
                </c:pt>
                <c:pt idx="925">
                  <c:v>44058</c:v>
                </c:pt>
                <c:pt idx="926">
                  <c:v>44057</c:v>
                </c:pt>
                <c:pt idx="927">
                  <c:v>44056</c:v>
                </c:pt>
                <c:pt idx="928">
                  <c:v>44055</c:v>
                </c:pt>
                <c:pt idx="929">
                  <c:v>44054</c:v>
                </c:pt>
                <c:pt idx="930">
                  <c:v>44053</c:v>
                </c:pt>
                <c:pt idx="931">
                  <c:v>44052</c:v>
                </c:pt>
                <c:pt idx="932">
                  <c:v>44051</c:v>
                </c:pt>
                <c:pt idx="933">
                  <c:v>44050</c:v>
                </c:pt>
                <c:pt idx="934">
                  <c:v>44049</c:v>
                </c:pt>
                <c:pt idx="935">
                  <c:v>44048</c:v>
                </c:pt>
                <c:pt idx="936">
                  <c:v>44047</c:v>
                </c:pt>
                <c:pt idx="937">
                  <c:v>44046</c:v>
                </c:pt>
                <c:pt idx="938">
                  <c:v>44045</c:v>
                </c:pt>
                <c:pt idx="939">
                  <c:v>44044</c:v>
                </c:pt>
                <c:pt idx="940">
                  <c:v>44043</c:v>
                </c:pt>
                <c:pt idx="941">
                  <c:v>44042</c:v>
                </c:pt>
                <c:pt idx="942">
                  <c:v>44041</c:v>
                </c:pt>
                <c:pt idx="943">
                  <c:v>44040</c:v>
                </c:pt>
                <c:pt idx="944">
                  <c:v>44039</c:v>
                </c:pt>
                <c:pt idx="945">
                  <c:v>44038</c:v>
                </c:pt>
                <c:pt idx="946">
                  <c:v>44037</c:v>
                </c:pt>
                <c:pt idx="947">
                  <c:v>44036</c:v>
                </c:pt>
                <c:pt idx="948">
                  <c:v>44035</c:v>
                </c:pt>
                <c:pt idx="949">
                  <c:v>44034</c:v>
                </c:pt>
                <c:pt idx="950">
                  <c:v>44033</c:v>
                </c:pt>
                <c:pt idx="951">
                  <c:v>44032</c:v>
                </c:pt>
                <c:pt idx="952">
                  <c:v>44031</c:v>
                </c:pt>
                <c:pt idx="953">
                  <c:v>44030</c:v>
                </c:pt>
                <c:pt idx="954">
                  <c:v>44029</c:v>
                </c:pt>
                <c:pt idx="955">
                  <c:v>44028</c:v>
                </c:pt>
                <c:pt idx="956">
                  <c:v>44027</c:v>
                </c:pt>
                <c:pt idx="957">
                  <c:v>44026</c:v>
                </c:pt>
                <c:pt idx="958">
                  <c:v>44025</c:v>
                </c:pt>
                <c:pt idx="959">
                  <c:v>44024</c:v>
                </c:pt>
                <c:pt idx="960">
                  <c:v>44023</c:v>
                </c:pt>
                <c:pt idx="961">
                  <c:v>44022</c:v>
                </c:pt>
                <c:pt idx="962">
                  <c:v>44021</c:v>
                </c:pt>
                <c:pt idx="963">
                  <c:v>44020</c:v>
                </c:pt>
                <c:pt idx="964">
                  <c:v>44019</c:v>
                </c:pt>
                <c:pt idx="965">
                  <c:v>44018</c:v>
                </c:pt>
                <c:pt idx="966">
                  <c:v>44017</c:v>
                </c:pt>
                <c:pt idx="967">
                  <c:v>44016</c:v>
                </c:pt>
                <c:pt idx="968">
                  <c:v>44015</c:v>
                </c:pt>
                <c:pt idx="969">
                  <c:v>44014</c:v>
                </c:pt>
                <c:pt idx="970">
                  <c:v>44013</c:v>
                </c:pt>
                <c:pt idx="971">
                  <c:v>44012</c:v>
                </c:pt>
                <c:pt idx="972">
                  <c:v>44011</c:v>
                </c:pt>
                <c:pt idx="973">
                  <c:v>44010</c:v>
                </c:pt>
                <c:pt idx="974">
                  <c:v>44009</c:v>
                </c:pt>
                <c:pt idx="975">
                  <c:v>44008</c:v>
                </c:pt>
                <c:pt idx="976">
                  <c:v>44007</c:v>
                </c:pt>
                <c:pt idx="977">
                  <c:v>44006</c:v>
                </c:pt>
                <c:pt idx="978">
                  <c:v>44005</c:v>
                </c:pt>
                <c:pt idx="979">
                  <c:v>44004</c:v>
                </c:pt>
                <c:pt idx="980">
                  <c:v>44003</c:v>
                </c:pt>
                <c:pt idx="981">
                  <c:v>44002</c:v>
                </c:pt>
                <c:pt idx="982">
                  <c:v>44001</c:v>
                </c:pt>
                <c:pt idx="983">
                  <c:v>44000</c:v>
                </c:pt>
                <c:pt idx="984">
                  <c:v>43999</c:v>
                </c:pt>
                <c:pt idx="985">
                  <c:v>43998</c:v>
                </c:pt>
                <c:pt idx="986">
                  <c:v>43997</c:v>
                </c:pt>
                <c:pt idx="987">
                  <c:v>43996</c:v>
                </c:pt>
                <c:pt idx="988">
                  <c:v>43995</c:v>
                </c:pt>
                <c:pt idx="989">
                  <c:v>43994</c:v>
                </c:pt>
                <c:pt idx="990">
                  <c:v>43993</c:v>
                </c:pt>
                <c:pt idx="991">
                  <c:v>43992</c:v>
                </c:pt>
                <c:pt idx="992">
                  <c:v>43991</c:v>
                </c:pt>
                <c:pt idx="993">
                  <c:v>43990</c:v>
                </c:pt>
                <c:pt idx="994">
                  <c:v>43989</c:v>
                </c:pt>
                <c:pt idx="995">
                  <c:v>43988</c:v>
                </c:pt>
                <c:pt idx="996">
                  <c:v>43987</c:v>
                </c:pt>
                <c:pt idx="997">
                  <c:v>43986</c:v>
                </c:pt>
                <c:pt idx="998">
                  <c:v>43985</c:v>
                </c:pt>
                <c:pt idx="999">
                  <c:v>43984</c:v>
                </c:pt>
                <c:pt idx="1000">
                  <c:v>43983</c:v>
                </c:pt>
                <c:pt idx="1001">
                  <c:v>43982</c:v>
                </c:pt>
                <c:pt idx="1002">
                  <c:v>43981</c:v>
                </c:pt>
                <c:pt idx="1003">
                  <c:v>43980</c:v>
                </c:pt>
                <c:pt idx="1004">
                  <c:v>43979</c:v>
                </c:pt>
                <c:pt idx="1005">
                  <c:v>43978</c:v>
                </c:pt>
                <c:pt idx="1006">
                  <c:v>43977</c:v>
                </c:pt>
                <c:pt idx="1007">
                  <c:v>43976</c:v>
                </c:pt>
                <c:pt idx="1008">
                  <c:v>43975</c:v>
                </c:pt>
                <c:pt idx="1009">
                  <c:v>43974</c:v>
                </c:pt>
                <c:pt idx="1010">
                  <c:v>43973</c:v>
                </c:pt>
                <c:pt idx="1011">
                  <c:v>43972</c:v>
                </c:pt>
                <c:pt idx="1012">
                  <c:v>43971</c:v>
                </c:pt>
                <c:pt idx="1013">
                  <c:v>43970</c:v>
                </c:pt>
                <c:pt idx="1014">
                  <c:v>43969</c:v>
                </c:pt>
                <c:pt idx="1015">
                  <c:v>43968</c:v>
                </c:pt>
                <c:pt idx="1016">
                  <c:v>43967</c:v>
                </c:pt>
                <c:pt idx="1017">
                  <c:v>43966</c:v>
                </c:pt>
                <c:pt idx="1018">
                  <c:v>43965</c:v>
                </c:pt>
                <c:pt idx="1019">
                  <c:v>43964</c:v>
                </c:pt>
                <c:pt idx="1020">
                  <c:v>43963</c:v>
                </c:pt>
                <c:pt idx="1021">
                  <c:v>43962</c:v>
                </c:pt>
                <c:pt idx="1022">
                  <c:v>43961</c:v>
                </c:pt>
                <c:pt idx="1023">
                  <c:v>43960</c:v>
                </c:pt>
                <c:pt idx="1024">
                  <c:v>43959</c:v>
                </c:pt>
                <c:pt idx="1025">
                  <c:v>43958</c:v>
                </c:pt>
                <c:pt idx="1026">
                  <c:v>43957</c:v>
                </c:pt>
                <c:pt idx="1027">
                  <c:v>43956</c:v>
                </c:pt>
                <c:pt idx="1028">
                  <c:v>43955</c:v>
                </c:pt>
                <c:pt idx="1029">
                  <c:v>43954</c:v>
                </c:pt>
                <c:pt idx="1030">
                  <c:v>43953</c:v>
                </c:pt>
                <c:pt idx="1031">
                  <c:v>43952</c:v>
                </c:pt>
                <c:pt idx="1032">
                  <c:v>43951</c:v>
                </c:pt>
                <c:pt idx="1033">
                  <c:v>43950</c:v>
                </c:pt>
                <c:pt idx="1034">
                  <c:v>43949</c:v>
                </c:pt>
                <c:pt idx="1035">
                  <c:v>43948</c:v>
                </c:pt>
                <c:pt idx="1036">
                  <c:v>43947</c:v>
                </c:pt>
                <c:pt idx="1037">
                  <c:v>43946</c:v>
                </c:pt>
                <c:pt idx="1038">
                  <c:v>43945</c:v>
                </c:pt>
                <c:pt idx="1039">
                  <c:v>43944</c:v>
                </c:pt>
                <c:pt idx="1040">
                  <c:v>43943</c:v>
                </c:pt>
                <c:pt idx="1041">
                  <c:v>43942</c:v>
                </c:pt>
                <c:pt idx="1042">
                  <c:v>43941</c:v>
                </c:pt>
                <c:pt idx="1043">
                  <c:v>43940</c:v>
                </c:pt>
                <c:pt idx="1044">
                  <c:v>43939</c:v>
                </c:pt>
                <c:pt idx="1045">
                  <c:v>43938</c:v>
                </c:pt>
                <c:pt idx="1046">
                  <c:v>43937</c:v>
                </c:pt>
                <c:pt idx="1047">
                  <c:v>43936</c:v>
                </c:pt>
                <c:pt idx="1048">
                  <c:v>43935</c:v>
                </c:pt>
                <c:pt idx="1049">
                  <c:v>43934</c:v>
                </c:pt>
                <c:pt idx="1050">
                  <c:v>43933</c:v>
                </c:pt>
                <c:pt idx="1051">
                  <c:v>43932</c:v>
                </c:pt>
                <c:pt idx="1052">
                  <c:v>43931</c:v>
                </c:pt>
                <c:pt idx="1053">
                  <c:v>43930</c:v>
                </c:pt>
                <c:pt idx="1054">
                  <c:v>43929</c:v>
                </c:pt>
                <c:pt idx="1055">
                  <c:v>43928</c:v>
                </c:pt>
                <c:pt idx="1056">
                  <c:v>43927</c:v>
                </c:pt>
                <c:pt idx="1057">
                  <c:v>43926</c:v>
                </c:pt>
                <c:pt idx="1058">
                  <c:v>43925</c:v>
                </c:pt>
                <c:pt idx="1059">
                  <c:v>43924</c:v>
                </c:pt>
                <c:pt idx="1060">
                  <c:v>43923</c:v>
                </c:pt>
                <c:pt idx="1061">
                  <c:v>43922</c:v>
                </c:pt>
                <c:pt idx="1062">
                  <c:v>43921</c:v>
                </c:pt>
                <c:pt idx="1063">
                  <c:v>43920</c:v>
                </c:pt>
                <c:pt idx="1064">
                  <c:v>43919</c:v>
                </c:pt>
                <c:pt idx="1065">
                  <c:v>43918</c:v>
                </c:pt>
                <c:pt idx="1066">
                  <c:v>43917</c:v>
                </c:pt>
                <c:pt idx="1067">
                  <c:v>43916</c:v>
                </c:pt>
                <c:pt idx="1068">
                  <c:v>43915</c:v>
                </c:pt>
                <c:pt idx="1069">
                  <c:v>43914</c:v>
                </c:pt>
                <c:pt idx="1070">
                  <c:v>43913</c:v>
                </c:pt>
                <c:pt idx="1071">
                  <c:v>43912</c:v>
                </c:pt>
                <c:pt idx="1072">
                  <c:v>43911</c:v>
                </c:pt>
                <c:pt idx="1073">
                  <c:v>43910</c:v>
                </c:pt>
                <c:pt idx="1074">
                  <c:v>43909</c:v>
                </c:pt>
                <c:pt idx="1075">
                  <c:v>43908</c:v>
                </c:pt>
                <c:pt idx="1076">
                  <c:v>43907</c:v>
                </c:pt>
                <c:pt idx="1077">
                  <c:v>43906</c:v>
                </c:pt>
                <c:pt idx="1078">
                  <c:v>43905</c:v>
                </c:pt>
                <c:pt idx="1079">
                  <c:v>43904</c:v>
                </c:pt>
                <c:pt idx="1080">
                  <c:v>43903</c:v>
                </c:pt>
                <c:pt idx="1081">
                  <c:v>43902</c:v>
                </c:pt>
                <c:pt idx="1082">
                  <c:v>43901</c:v>
                </c:pt>
                <c:pt idx="1083">
                  <c:v>43900</c:v>
                </c:pt>
                <c:pt idx="1084">
                  <c:v>43899</c:v>
                </c:pt>
                <c:pt idx="1085">
                  <c:v>43898</c:v>
                </c:pt>
                <c:pt idx="1086">
                  <c:v>43897</c:v>
                </c:pt>
                <c:pt idx="1087">
                  <c:v>43896</c:v>
                </c:pt>
                <c:pt idx="1088">
                  <c:v>43895</c:v>
                </c:pt>
                <c:pt idx="1089">
                  <c:v>43894</c:v>
                </c:pt>
                <c:pt idx="1090">
                  <c:v>43893</c:v>
                </c:pt>
                <c:pt idx="1091">
                  <c:v>43892</c:v>
                </c:pt>
                <c:pt idx="1092">
                  <c:v>43891</c:v>
                </c:pt>
                <c:pt idx="1093">
                  <c:v>43890</c:v>
                </c:pt>
                <c:pt idx="1094">
                  <c:v>43889</c:v>
                </c:pt>
                <c:pt idx="1095">
                  <c:v>43888</c:v>
                </c:pt>
                <c:pt idx="1096">
                  <c:v>43887</c:v>
                </c:pt>
                <c:pt idx="1097">
                  <c:v>43886</c:v>
                </c:pt>
                <c:pt idx="1098">
                  <c:v>43885</c:v>
                </c:pt>
                <c:pt idx="1099">
                  <c:v>43884</c:v>
                </c:pt>
                <c:pt idx="1100">
                  <c:v>43883</c:v>
                </c:pt>
                <c:pt idx="1101">
                  <c:v>43882</c:v>
                </c:pt>
                <c:pt idx="1102">
                  <c:v>43881</c:v>
                </c:pt>
                <c:pt idx="1103">
                  <c:v>43880</c:v>
                </c:pt>
                <c:pt idx="1104">
                  <c:v>43879</c:v>
                </c:pt>
                <c:pt idx="1105">
                  <c:v>43878</c:v>
                </c:pt>
                <c:pt idx="1106">
                  <c:v>43877</c:v>
                </c:pt>
                <c:pt idx="1107">
                  <c:v>43876</c:v>
                </c:pt>
                <c:pt idx="1108">
                  <c:v>43875</c:v>
                </c:pt>
                <c:pt idx="1109">
                  <c:v>43874</c:v>
                </c:pt>
                <c:pt idx="1110">
                  <c:v>43873</c:v>
                </c:pt>
                <c:pt idx="1111">
                  <c:v>43872</c:v>
                </c:pt>
                <c:pt idx="1112">
                  <c:v>43871</c:v>
                </c:pt>
                <c:pt idx="1113">
                  <c:v>43870</c:v>
                </c:pt>
                <c:pt idx="1114">
                  <c:v>43869</c:v>
                </c:pt>
                <c:pt idx="1115">
                  <c:v>43868</c:v>
                </c:pt>
                <c:pt idx="1116">
                  <c:v>43867</c:v>
                </c:pt>
                <c:pt idx="1117">
                  <c:v>43866</c:v>
                </c:pt>
                <c:pt idx="1118">
                  <c:v>43865</c:v>
                </c:pt>
                <c:pt idx="1119">
                  <c:v>43864</c:v>
                </c:pt>
                <c:pt idx="1120">
                  <c:v>43863</c:v>
                </c:pt>
                <c:pt idx="1121">
                  <c:v>43862</c:v>
                </c:pt>
                <c:pt idx="1122">
                  <c:v>43861</c:v>
                </c:pt>
                <c:pt idx="1123">
                  <c:v>43860</c:v>
                </c:pt>
                <c:pt idx="1124">
                  <c:v>43859</c:v>
                </c:pt>
                <c:pt idx="1125">
                  <c:v>43858</c:v>
                </c:pt>
                <c:pt idx="1126">
                  <c:v>43857</c:v>
                </c:pt>
                <c:pt idx="1127">
                  <c:v>43856</c:v>
                </c:pt>
                <c:pt idx="1128">
                  <c:v>43855</c:v>
                </c:pt>
                <c:pt idx="1129">
                  <c:v>43854</c:v>
                </c:pt>
                <c:pt idx="1130">
                  <c:v>43853</c:v>
                </c:pt>
                <c:pt idx="1131">
                  <c:v>43852</c:v>
                </c:pt>
                <c:pt idx="1132">
                  <c:v>43851</c:v>
                </c:pt>
                <c:pt idx="1133">
                  <c:v>43850</c:v>
                </c:pt>
                <c:pt idx="1134">
                  <c:v>43849</c:v>
                </c:pt>
                <c:pt idx="1135">
                  <c:v>43848</c:v>
                </c:pt>
                <c:pt idx="1136">
                  <c:v>43847</c:v>
                </c:pt>
                <c:pt idx="1137">
                  <c:v>43846</c:v>
                </c:pt>
                <c:pt idx="1138">
                  <c:v>43845</c:v>
                </c:pt>
                <c:pt idx="1139">
                  <c:v>43844</c:v>
                </c:pt>
                <c:pt idx="1140">
                  <c:v>43843</c:v>
                </c:pt>
                <c:pt idx="1141">
                  <c:v>43842</c:v>
                </c:pt>
                <c:pt idx="1142">
                  <c:v>43841</c:v>
                </c:pt>
                <c:pt idx="1143">
                  <c:v>43840</c:v>
                </c:pt>
                <c:pt idx="1144">
                  <c:v>43839</c:v>
                </c:pt>
                <c:pt idx="1145">
                  <c:v>43838</c:v>
                </c:pt>
                <c:pt idx="1146">
                  <c:v>43837</c:v>
                </c:pt>
                <c:pt idx="1147">
                  <c:v>43836</c:v>
                </c:pt>
                <c:pt idx="1148">
                  <c:v>43835</c:v>
                </c:pt>
                <c:pt idx="1149">
                  <c:v>43834</c:v>
                </c:pt>
                <c:pt idx="1150">
                  <c:v>43833</c:v>
                </c:pt>
                <c:pt idx="1151">
                  <c:v>43832</c:v>
                </c:pt>
                <c:pt idx="1152">
                  <c:v>43831</c:v>
                </c:pt>
                <c:pt idx="1153">
                  <c:v>43830</c:v>
                </c:pt>
                <c:pt idx="1154">
                  <c:v>43829</c:v>
                </c:pt>
                <c:pt idx="1155">
                  <c:v>43828</c:v>
                </c:pt>
                <c:pt idx="1156">
                  <c:v>43827</c:v>
                </c:pt>
                <c:pt idx="1157">
                  <c:v>43826</c:v>
                </c:pt>
                <c:pt idx="1158">
                  <c:v>43825</c:v>
                </c:pt>
                <c:pt idx="1159">
                  <c:v>43824</c:v>
                </c:pt>
                <c:pt idx="1160">
                  <c:v>43823</c:v>
                </c:pt>
                <c:pt idx="1161">
                  <c:v>43822</c:v>
                </c:pt>
                <c:pt idx="1162">
                  <c:v>43821</c:v>
                </c:pt>
                <c:pt idx="1163">
                  <c:v>43820</c:v>
                </c:pt>
                <c:pt idx="1164">
                  <c:v>43819</c:v>
                </c:pt>
                <c:pt idx="1165">
                  <c:v>43818</c:v>
                </c:pt>
                <c:pt idx="1166">
                  <c:v>43817</c:v>
                </c:pt>
                <c:pt idx="1167">
                  <c:v>43816</c:v>
                </c:pt>
                <c:pt idx="1168">
                  <c:v>43815</c:v>
                </c:pt>
                <c:pt idx="1169">
                  <c:v>43814</c:v>
                </c:pt>
                <c:pt idx="1170">
                  <c:v>43813</c:v>
                </c:pt>
                <c:pt idx="1171">
                  <c:v>43812</c:v>
                </c:pt>
                <c:pt idx="1172">
                  <c:v>43811</c:v>
                </c:pt>
                <c:pt idx="1173">
                  <c:v>43810</c:v>
                </c:pt>
                <c:pt idx="1174">
                  <c:v>43809</c:v>
                </c:pt>
                <c:pt idx="1175">
                  <c:v>43808</c:v>
                </c:pt>
                <c:pt idx="1176">
                  <c:v>43807</c:v>
                </c:pt>
                <c:pt idx="1177">
                  <c:v>43806</c:v>
                </c:pt>
                <c:pt idx="1178">
                  <c:v>43805</c:v>
                </c:pt>
                <c:pt idx="1179">
                  <c:v>43804</c:v>
                </c:pt>
                <c:pt idx="1180">
                  <c:v>43803</c:v>
                </c:pt>
                <c:pt idx="1181">
                  <c:v>43802</c:v>
                </c:pt>
                <c:pt idx="1182">
                  <c:v>43801</c:v>
                </c:pt>
                <c:pt idx="1183">
                  <c:v>43800</c:v>
                </c:pt>
                <c:pt idx="1184">
                  <c:v>43799</c:v>
                </c:pt>
                <c:pt idx="1185">
                  <c:v>43798</c:v>
                </c:pt>
                <c:pt idx="1186">
                  <c:v>43797</c:v>
                </c:pt>
                <c:pt idx="1187">
                  <c:v>43796</c:v>
                </c:pt>
                <c:pt idx="1188">
                  <c:v>43795</c:v>
                </c:pt>
                <c:pt idx="1189">
                  <c:v>43794</c:v>
                </c:pt>
                <c:pt idx="1190">
                  <c:v>43793</c:v>
                </c:pt>
                <c:pt idx="1191">
                  <c:v>43792</c:v>
                </c:pt>
                <c:pt idx="1192">
                  <c:v>43791</c:v>
                </c:pt>
                <c:pt idx="1193">
                  <c:v>43790</c:v>
                </c:pt>
                <c:pt idx="1194">
                  <c:v>43789</c:v>
                </c:pt>
                <c:pt idx="1195">
                  <c:v>43788</c:v>
                </c:pt>
                <c:pt idx="1196">
                  <c:v>43787</c:v>
                </c:pt>
                <c:pt idx="1197">
                  <c:v>43786</c:v>
                </c:pt>
                <c:pt idx="1198">
                  <c:v>43785</c:v>
                </c:pt>
                <c:pt idx="1199">
                  <c:v>43784</c:v>
                </c:pt>
                <c:pt idx="1200">
                  <c:v>43783</c:v>
                </c:pt>
                <c:pt idx="1201">
                  <c:v>43782</c:v>
                </c:pt>
                <c:pt idx="1202">
                  <c:v>43781</c:v>
                </c:pt>
                <c:pt idx="1203">
                  <c:v>43780</c:v>
                </c:pt>
                <c:pt idx="1204">
                  <c:v>43779</c:v>
                </c:pt>
                <c:pt idx="1205">
                  <c:v>43778</c:v>
                </c:pt>
                <c:pt idx="1206">
                  <c:v>43777</c:v>
                </c:pt>
                <c:pt idx="1207">
                  <c:v>43776</c:v>
                </c:pt>
                <c:pt idx="1208">
                  <c:v>43775</c:v>
                </c:pt>
                <c:pt idx="1209">
                  <c:v>43774</c:v>
                </c:pt>
                <c:pt idx="1210">
                  <c:v>43773</c:v>
                </c:pt>
                <c:pt idx="1211">
                  <c:v>43772</c:v>
                </c:pt>
                <c:pt idx="1212">
                  <c:v>43771</c:v>
                </c:pt>
                <c:pt idx="1213">
                  <c:v>43770</c:v>
                </c:pt>
                <c:pt idx="1214">
                  <c:v>43769</c:v>
                </c:pt>
                <c:pt idx="1215">
                  <c:v>43768</c:v>
                </c:pt>
                <c:pt idx="1216">
                  <c:v>43767</c:v>
                </c:pt>
                <c:pt idx="1217">
                  <c:v>43766</c:v>
                </c:pt>
                <c:pt idx="1218">
                  <c:v>43765</c:v>
                </c:pt>
                <c:pt idx="1219">
                  <c:v>43764</c:v>
                </c:pt>
                <c:pt idx="1220">
                  <c:v>43763</c:v>
                </c:pt>
                <c:pt idx="1221">
                  <c:v>43762</c:v>
                </c:pt>
                <c:pt idx="1222">
                  <c:v>43761</c:v>
                </c:pt>
                <c:pt idx="1223">
                  <c:v>43760</c:v>
                </c:pt>
                <c:pt idx="1224">
                  <c:v>43759</c:v>
                </c:pt>
                <c:pt idx="1225">
                  <c:v>43758</c:v>
                </c:pt>
                <c:pt idx="1226">
                  <c:v>43757</c:v>
                </c:pt>
                <c:pt idx="1227">
                  <c:v>43756</c:v>
                </c:pt>
                <c:pt idx="1228">
                  <c:v>43755</c:v>
                </c:pt>
                <c:pt idx="1229">
                  <c:v>43754</c:v>
                </c:pt>
                <c:pt idx="1230">
                  <c:v>43753</c:v>
                </c:pt>
                <c:pt idx="1231">
                  <c:v>43752</c:v>
                </c:pt>
                <c:pt idx="1232">
                  <c:v>43751</c:v>
                </c:pt>
                <c:pt idx="1233">
                  <c:v>43750</c:v>
                </c:pt>
                <c:pt idx="1234">
                  <c:v>43749</c:v>
                </c:pt>
                <c:pt idx="1235">
                  <c:v>43748</c:v>
                </c:pt>
                <c:pt idx="1236">
                  <c:v>43747</c:v>
                </c:pt>
                <c:pt idx="1237">
                  <c:v>43746</c:v>
                </c:pt>
                <c:pt idx="1238">
                  <c:v>43745</c:v>
                </c:pt>
                <c:pt idx="1239">
                  <c:v>43744</c:v>
                </c:pt>
                <c:pt idx="1240">
                  <c:v>43743</c:v>
                </c:pt>
                <c:pt idx="1241">
                  <c:v>43742</c:v>
                </c:pt>
                <c:pt idx="1242">
                  <c:v>43741</c:v>
                </c:pt>
                <c:pt idx="1243">
                  <c:v>43740</c:v>
                </c:pt>
                <c:pt idx="1244">
                  <c:v>43739</c:v>
                </c:pt>
                <c:pt idx="1245">
                  <c:v>43738</c:v>
                </c:pt>
                <c:pt idx="1246">
                  <c:v>43737</c:v>
                </c:pt>
                <c:pt idx="1247">
                  <c:v>43736</c:v>
                </c:pt>
                <c:pt idx="1248">
                  <c:v>43735</c:v>
                </c:pt>
                <c:pt idx="1249">
                  <c:v>43734</c:v>
                </c:pt>
                <c:pt idx="1250">
                  <c:v>43733</c:v>
                </c:pt>
                <c:pt idx="1251">
                  <c:v>43732</c:v>
                </c:pt>
                <c:pt idx="1252">
                  <c:v>43731</c:v>
                </c:pt>
                <c:pt idx="1253">
                  <c:v>43730</c:v>
                </c:pt>
                <c:pt idx="1254">
                  <c:v>43729</c:v>
                </c:pt>
                <c:pt idx="1255">
                  <c:v>43728</c:v>
                </c:pt>
                <c:pt idx="1256">
                  <c:v>43727</c:v>
                </c:pt>
                <c:pt idx="1257">
                  <c:v>43726</c:v>
                </c:pt>
                <c:pt idx="1258">
                  <c:v>43725</c:v>
                </c:pt>
                <c:pt idx="1259">
                  <c:v>43724</c:v>
                </c:pt>
                <c:pt idx="1260">
                  <c:v>43723</c:v>
                </c:pt>
                <c:pt idx="1261">
                  <c:v>43722</c:v>
                </c:pt>
                <c:pt idx="1262">
                  <c:v>43721</c:v>
                </c:pt>
                <c:pt idx="1263">
                  <c:v>43720</c:v>
                </c:pt>
                <c:pt idx="1264">
                  <c:v>43719</c:v>
                </c:pt>
                <c:pt idx="1265">
                  <c:v>43718</c:v>
                </c:pt>
                <c:pt idx="1266">
                  <c:v>43717</c:v>
                </c:pt>
                <c:pt idx="1267">
                  <c:v>43716</c:v>
                </c:pt>
                <c:pt idx="1268">
                  <c:v>43715</c:v>
                </c:pt>
                <c:pt idx="1269">
                  <c:v>43714</c:v>
                </c:pt>
                <c:pt idx="1270">
                  <c:v>43713</c:v>
                </c:pt>
                <c:pt idx="1271">
                  <c:v>43712</c:v>
                </c:pt>
                <c:pt idx="1272">
                  <c:v>43711</c:v>
                </c:pt>
                <c:pt idx="1273">
                  <c:v>43710</c:v>
                </c:pt>
                <c:pt idx="1274">
                  <c:v>43709</c:v>
                </c:pt>
                <c:pt idx="1275">
                  <c:v>43708</c:v>
                </c:pt>
                <c:pt idx="1276">
                  <c:v>43707</c:v>
                </c:pt>
                <c:pt idx="1277">
                  <c:v>43706</c:v>
                </c:pt>
                <c:pt idx="1278">
                  <c:v>43705</c:v>
                </c:pt>
                <c:pt idx="1279">
                  <c:v>43704</c:v>
                </c:pt>
                <c:pt idx="1280">
                  <c:v>43703</c:v>
                </c:pt>
                <c:pt idx="1281">
                  <c:v>43702</c:v>
                </c:pt>
                <c:pt idx="1282">
                  <c:v>43701</c:v>
                </c:pt>
                <c:pt idx="1283">
                  <c:v>43700</c:v>
                </c:pt>
                <c:pt idx="1284">
                  <c:v>43699</c:v>
                </c:pt>
                <c:pt idx="1285">
                  <c:v>43698</c:v>
                </c:pt>
                <c:pt idx="1286">
                  <c:v>43697</c:v>
                </c:pt>
                <c:pt idx="1287">
                  <c:v>43696</c:v>
                </c:pt>
                <c:pt idx="1288">
                  <c:v>43695</c:v>
                </c:pt>
                <c:pt idx="1289">
                  <c:v>43694</c:v>
                </c:pt>
                <c:pt idx="1290">
                  <c:v>43693</c:v>
                </c:pt>
                <c:pt idx="1291">
                  <c:v>43692</c:v>
                </c:pt>
                <c:pt idx="1292">
                  <c:v>43691</c:v>
                </c:pt>
                <c:pt idx="1293">
                  <c:v>43690</c:v>
                </c:pt>
                <c:pt idx="1294">
                  <c:v>43689</c:v>
                </c:pt>
                <c:pt idx="1295">
                  <c:v>43688</c:v>
                </c:pt>
                <c:pt idx="1296">
                  <c:v>43687</c:v>
                </c:pt>
                <c:pt idx="1297">
                  <c:v>43686</c:v>
                </c:pt>
                <c:pt idx="1298">
                  <c:v>43685</c:v>
                </c:pt>
                <c:pt idx="1299">
                  <c:v>43684</c:v>
                </c:pt>
                <c:pt idx="1300">
                  <c:v>43683</c:v>
                </c:pt>
                <c:pt idx="1301">
                  <c:v>43682</c:v>
                </c:pt>
                <c:pt idx="1302">
                  <c:v>43681</c:v>
                </c:pt>
                <c:pt idx="1303">
                  <c:v>43680</c:v>
                </c:pt>
                <c:pt idx="1304">
                  <c:v>43679</c:v>
                </c:pt>
                <c:pt idx="1305">
                  <c:v>43678</c:v>
                </c:pt>
                <c:pt idx="1306">
                  <c:v>43677</c:v>
                </c:pt>
                <c:pt idx="1307">
                  <c:v>43676</c:v>
                </c:pt>
                <c:pt idx="1308">
                  <c:v>43675</c:v>
                </c:pt>
                <c:pt idx="1309">
                  <c:v>43674</c:v>
                </c:pt>
                <c:pt idx="1310">
                  <c:v>43673</c:v>
                </c:pt>
                <c:pt idx="1311">
                  <c:v>43672</c:v>
                </c:pt>
                <c:pt idx="1312">
                  <c:v>43671</c:v>
                </c:pt>
                <c:pt idx="1313">
                  <c:v>43670</c:v>
                </c:pt>
                <c:pt idx="1314">
                  <c:v>43669</c:v>
                </c:pt>
                <c:pt idx="1315">
                  <c:v>43668</c:v>
                </c:pt>
                <c:pt idx="1316">
                  <c:v>43667</c:v>
                </c:pt>
                <c:pt idx="1317">
                  <c:v>43666</c:v>
                </c:pt>
                <c:pt idx="1318">
                  <c:v>43665</c:v>
                </c:pt>
                <c:pt idx="1319">
                  <c:v>43664</c:v>
                </c:pt>
                <c:pt idx="1320">
                  <c:v>43663</c:v>
                </c:pt>
                <c:pt idx="1321">
                  <c:v>43662</c:v>
                </c:pt>
                <c:pt idx="1322">
                  <c:v>43661</c:v>
                </c:pt>
                <c:pt idx="1323">
                  <c:v>43660</c:v>
                </c:pt>
                <c:pt idx="1324">
                  <c:v>43659</c:v>
                </c:pt>
                <c:pt idx="1325">
                  <c:v>43658</c:v>
                </c:pt>
                <c:pt idx="1326">
                  <c:v>43657</c:v>
                </c:pt>
                <c:pt idx="1327">
                  <c:v>43656</c:v>
                </c:pt>
                <c:pt idx="1328">
                  <c:v>43655</c:v>
                </c:pt>
                <c:pt idx="1329">
                  <c:v>43654</c:v>
                </c:pt>
                <c:pt idx="1330">
                  <c:v>43653</c:v>
                </c:pt>
                <c:pt idx="1331">
                  <c:v>43652</c:v>
                </c:pt>
                <c:pt idx="1332">
                  <c:v>43651</c:v>
                </c:pt>
                <c:pt idx="1333">
                  <c:v>43650</c:v>
                </c:pt>
                <c:pt idx="1334">
                  <c:v>43649</c:v>
                </c:pt>
                <c:pt idx="1335">
                  <c:v>43648</c:v>
                </c:pt>
                <c:pt idx="1336">
                  <c:v>43647</c:v>
                </c:pt>
                <c:pt idx="1337">
                  <c:v>43646</c:v>
                </c:pt>
                <c:pt idx="1338">
                  <c:v>43645</c:v>
                </c:pt>
                <c:pt idx="1339">
                  <c:v>43644</c:v>
                </c:pt>
                <c:pt idx="1340">
                  <c:v>43643</c:v>
                </c:pt>
                <c:pt idx="1341">
                  <c:v>43642</c:v>
                </c:pt>
                <c:pt idx="1342">
                  <c:v>43641</c:v>
                </c:pt>
                <c:pt idx="1343">
                  <c:v>43640</c:v>
                </c:pt>
                <c:pt idx="1344">
                  <c:v>43639</c:v>
                </c:pt>
                <c:pt idx="1345">
                  <c:v>43638</c:v>
                </c:pt>
                <c:pt idx="1346">
                  <c:v>43637</c:v>
                </c:pt>
                <c:pt idx="1347">
                  <c:v>43636</c:v>
                </c:pt>
                <c:pt idx="1348">
                  <c:v>43635</c:v>
                </c:pt>
                <c:pt idx="1349">
                  <c:v>43634</c:v>
                </c:pt>
                <c:pt idx="1350">
                  <c:v>43633</c:v>
                </c:pt>
                <c:pt idx="1351">
                  <c:v>43632</c:v>
                </c:pt>
                <c:pt idx="1352">
                  <c:v>43631</c:v>
                </c:pt>
                <c:pt idx="1353">
                  <c:v>43630</c:v>
                </c:pt>
                <c:pt idx="1354">
                  <c:v>43629</c:v>
                </c:pt>
                <c:pt idx="1355">
                  <c:v>43628</c:v>
                </c:pt>
                <c:pt idx="1356">
                  <c:v>43627</c:v>
                </c:pt>
                <c:pt idx="1357">
                  <c:v>43626</c:v>
                </c:pt>
                <c:pt idx="1358">
                  <c:v>43625</c:v>
                </c:pt>
                <c:pt idx="1359">
                  <c:v>43624</c:v>
                </c:pt>
                <c:pt idx="1360">
                  <c:v>43623</c:v>
                </c:pt>
                <c:pt idx="1361">
                  <c:v>43622</c:v>
                </c:pt>
                <c:pt idx="1362">
                  <c:v>43621</c:v>
                </c:pt>
                <c:pt idx="1363">
                  <c:v>43620</c:v>
                </c:pt>
                <c:pt idx="1364">
                  <c:v>43619</c:v>
                </c:pt>
                <c:pt idx="1365">
                  <c:v>43618</c:v>
                </c:pt>
                <c:pt idx="1366">
                  <c:v>43617</c:v>
                </c:pt>
                <c:pt idx="1367">
                  <c:v>43616</c:v>
                </c:pt>
                <c:pt idx="1368">
                  <c:v>43615</c:v>
                </c:pt>
                <c:pt idx="1369">
                  <c:v>43614</c:v>
                </c:pt>
                <c:pt idx="1370">
                  <c:v>43613</c:v>
                </c:pt>
                <c:pt idx="1371">
                  <c:v>43612</c:v>
                </c:pt>
                <c:pt idx="1372">
                  <c:v>43611</c:v>
                </c:pt>
                <c:pt idx="1373">
                  <c:v>43610</c:v>
                </c:pt>
                <c:pt idx="1374">
                  <c:v>43609</c:v>
                </c:pt>
                <c:pt idx="1375">
                  <c:v>43608</c:v>
                </c:pt>
                <c:pt idx="1376">
                  <c:v>43607</c:v>
                </c:pt>
                <c:pt idx="1377">
                  <c:v>43606</c:v>
                </c:pt>
                <c:pt idx="1378">
                  <c:v>43605</c:v>
                </c:pt>
                <c:pt idx="1379">
                  <c:v>43604</c:v>
                </c:pt>
                <c:pt idx="1380">
                  <c:v>43603</c:v>
                </c:pt>
                <c:pt idx="1381">
                  <c:v>43602</c:v>
                </c:pt>
                <c:pt idx="1382">
                  <c:v>43601</c:v>
                </c:pt>
                <c:pt idx="1383">
                  <c:v>43600</c:v>
                </c:pt>
                <c:pt idx="1384">
                  <c:v>43599</c:v>
                </c:pt>
                <c:pt idx="1385">
                  <c:v>43598</c:v>
                </c:pt>
                <c:pt idx="1386">
                  <c:v>43597</c:v>
                </c:pt>
                <c:pt idx="1387">
                  <c:v>43596</c:v>
                </c:pt>
                <c:pt idx="1388">
                  <c:v>43595</c:v>
                </c:pt>
                <c:pt idx="1389">
                  <c:v>43594</c:v>
                </c:pt>
                <c:pt idx="1390">
                  <c:v>43593</c:v>
                </c:pt>
                <c:pt idx="1391">
                  <c:v>43592</c:v>
                </c:pt>
                <c:pt idx="1392">
                  <c:v>43591</c:v>
                </c:pt>
                <c:pt idx="1393">
                  <c:v>43590</c:v>
                </c:pt>
                <c:pt idx="1394">
                  <c:v>43589</c:v>
                </c:pt>
                <c:pt idx="1395">
                  <c:v>43588</c:v>
                </c:pt>
                <c:pt idx="1396">
                  <c:v>43587</c:v>
                </c:pt>
                <c:pt idx="1397">
                  <c:v>43586</c:v>
                </c:pt>
                <c:pt idx="1398">
                  <c:v>43585</c:v>
                </c:pt>
                <c:pt idx="1399">
                  <c:v>43584</c:v>
                </c:pt>
                <c:pt idx="1400">
                  <c:v>43583</c:v>
                </c:pt>
                <c:pt idx="1401">
                  <c:v>43582</c:v>
                </c:pt>
                <c:pt idx="1402">
                  <c:v>43581</c:v>
                </c:pt>
                <c:pt idx="1403">
                  <c:v>43580</c:v>
                </c:pt>
                <c:pt idx="1404">
                  <c:v>43579</c:v>
                </c:pt>
                <c:pt idx="1405">
                  <c:v>43578</c:v>
                </c:pt>
                <c:pt idx="1406">
                  <c:v>43577</c:v>
                </c:pt>
                <c:pt idx="1407">
                  <c:v>43576</c:v>
                </c:pt>
                <c:pt idx="1408">
                  <c:v>43575</c:v>
                </c:pt>
                <c:pt idx="1409">
                  <c:v>43574</c:v>
                </c:pt>
                <c:pt idx="1410">
                  <c:v>43573</c:v>
                </c:pt>
                <c:pt idx="1411">
                  <c:v>43572</c:v>
                </c:pt>
                <c:pt idx="1412">
                  <c:v>43571</c:v>
                </c:pt>
                <c:pt idx="1413">
                  <c:v>43570</c:v>
                </c:pt>
                <c:pt idx="1414">
                  <c:v>43569</c:v>
                </c:pt>
                <c:pt idx="1415">
                  <c:v>43568</c:v>
                </c:pt>
                <c:pt idx="1416">
                  <c:v>43567</c:v>
                </c:pt>
                <c:pt idx="1417">
                  <c:v>43566</c:v>
                </c:pt>
                <c:pt idx="1418">
                  <c:v>43565</c:v>
                </c:pt>
                <c:pt idx="1419">
                  <c:v>43564</c:v>
                </c:pt>
                <c:pt idx="1420">
                  <c:v>43563</c:v>
                </c:pt>
                <c:pt idx="1421">
                  <c:v>43562</c:v>
                </c:pt>
                <c:pt idx="1422">
                  <c:v>43561</c:v>
                </c:pt>
                <c:pt idx="1423">
                  <c:v>43560</c:v>
                </c:pt>
                <c:pt idx="1424">
                  <c:v>43559</c:v>
                </c:pt>
                <c:pt idx="1425">
                  <c:v>43558</c:v>
                </c:pt>
                <c:pt idx="1426">
                  <c:v>43557</c:v>
                </c:pt>
                <c:pt idx="1427">
                  <c:v>43556</c:v>
                </c:pt>
                <c:pt idx="1428">
                  <c:v>43555</c:v>
                </c:pt>
                <c:pt idx="1429">
                  <c:v>43554</c:v>
                </c:pt>
                <c:pt idx="1430">
                  <c:v>43553</c:v>
                </c:pt>
                <c:pt idx="1431">
                  <c:v>43552</c:v>
                </c:pt>
                <c:pt idx="1432">
                  <c:v>43551</c:v>
                </c:pt>
                <c:pt idx="1433">
                  <c:v>43550</c:v>
                </c:pt>
                <c:pt idx="1434">
                  <c:v>43549</c:v>
                </c:pt>
                <c:pt idx="1435">
                  <c:v>43548</c:v>
                </c:pt>
                <c:pt idx="1436">
                  <c:v>43547</c:v>
                </c:pt>
                <c:pt idx="1437">
                  <c:v>43546</c:v>
                </c:pt>
                <c:pt idx="1438">
                  <c:v>43545</c:v>
                </c:pt>
                <c:pt idx="1439">
                  <c:v>43544</c:v>
                </c:pt>
                <c:pt idx="1440">
                  <c:v>43543</c:v>
                </c:pt>
                <c:pt idx="1441">
                  <c:v>43542</c:v>
                </c:pt>
                <c:pt idx="1442">
                  <c:v>43541</c:v>
                </c:pt>
                <c:pt idx="1443">
                  <c:v>43540</c:v>
                </c:pt>
                <c:pt idx="1444">
                  <c:v>43539</c:v>
                </c:pt>
                <c:pt idx="1445">
                  <c:v>43538</c:v>
                </c:pt>
                <c:pt idx="1446">
                  <c:v>43537</c:v>
                </c:pt>
                <c:pt idx="1447">
                  <c:v>43536</c:v>
                </c:pt>
                <c:pt idx="1448">
                  <c:v>43535</c:v>
                </c:pt>
                <c:pt idx="1449">
                  <c:v>43534</c:v>
                </c:pt>
                <c:pt idx="1450">
                  <c:v>43533</c:v>
                </c:pt>
                <c:pt idx="1451">
                  <c:v>43532</c:v>
                </c:pt>
                <c:pt idx="1452">
                  <c:v>43531</c:v>
                </c:pt>
                <c:pt idx="1453">
                  <c:v>43530</c:v>
                </c:pt>
                <c:pt idx="1454">
                  <c:v>43529</c:v>
                </c:pt>
                <c:pt idx="1455">
                  <c:v>43528</c:v>
                </c:pt>
                <c:pt idx="1456">
                  <c:v>43527</c:v>
                </c:pt>
                <c:pt idx="1457">
                  <c:v>43526</c:v>
                </c:pt>
                <c:pt idx="1458">
                  <c:v>43525</c:v>
                </c:pt>
                <c:pt idx="1459">
                  <c:v>43524</c:v>
                </c:pt>
                <c:pt idx="1460">
                  <c:v>43523</c:v>
                </c:pt>
                <c:pt idx="1461">
                  <c:v>43522</c:v>
                </c:pt>
                <c:pt idx="1462">
                  <c:v>43521</c:v>
                </c:pt>
                <c:pt idx="1463">
                  <c:v>43520</c:v>
                </c:pt>
                <c:pt idx="1464">
                  <c:v>43519</c:v>
                </c:pt>
                <c:pt idx="1465">
                  <c:v>43518</c:v>
                </c:pt>
                <c:pt idx="1466">
                  <c:v>43517</c:v>
                </c:pt>
                <c:pt idx="1467">
                  <c:v>43516</c:v>
                </c:pt>
                <c:pt idx="1468">
                  <c:v>43515</c:v>
                </c:pt>
                <c:pt idx="1469">
                  <c:v>43514</c:v>
                </c:pt>
                <c:pt idx="1470">
                  <c:v>43513</c:v>
                </c:pt>
                <c:pt idx="1471">
                  <c:v>43512</c:v>
                </c:pt>
                <c:pt idx="1472">
                  <c:v>43511</c:v>
                </c:pt>
                <c:pt idx="1473">
                  <c:v>43510</c:v>
                </c:pt>
                <c:pt idx="1474">
                  <c:v>43509</c:v>
                </c:pt>
                <c:pt idx="1475">
                  <c:v>43508</c:v>
                </c:pt>
                <c:pt idx="1476">
                  <c:v>43507</c:v>
                </c:pt>
                <c:pt idx="1477">
                  <c:v>43506</c:v>
                </c:pt>
                <c:pt idx="1478">
                  <c:v>43505</c:v>
                </c:pt>
                <c:pt idx="1479">
                  <c:v>43504</c:v>
                </c:pt>
                <c:pt idx="1480">
                  <c:v>43503</c:v>
                </c:pt>
                <c:pt idx="1481">
                  <c:v>43502</c:v>
                </c:pt>
                <c:pt idx="1482">
                  <c:v>43501</c:v>
                </c:pt>
                <c:pt idx="1483">
                  <c:v>43500</c:v>
                </c:pt>
                <c:pt idx="1484">
                  <c:v>43499</c:v>
                </c:pt>
                <c:pt idx="1485">
                  <c:v>43498</c:v>
                </c:pt>
                <c:pt idx="1486">
                  <c:v>43497</c:v>
                </c:pt>
                <c:pt idx="1487">
                  <c:v>43496</c:v>
                </c:pt>
                <c:pt idx="1488">
                  <c:v>43495</c:v>
                </c:pt>
                <c:pt idx="1489">
                  <c:v>43494</c:v>
                </c:pt>
                <c:pt idx="1490">
                  <c:v>43493</c:v>
                </c:pt>
                <c:pt idx="1491">
                  <c:v>43492</c:v>
                </c:pt>
                <c:pt idx="1492">
                  <c:v>43491</c:v>
                </c:pt>
                <c:pt idx="1493">
                  <c:v>43490</c:v>
                </c:pt>
                <c:pt idx="1494">
                  <c:v>43489</c:v>
                </c:pt>
                <c:pt idx="1495">
                  <c:v>43488</c:v>
                </c:pt>
                <c:pt idx="1496">
                  <c:v>43487</c:v>
                </c:pt>
                <c:pt idx="1497">
                  <c:v>43486</c:v>
                </c:pt>
                <c:pt idx="1498">
                  <c:v>43485</c:v>
                </c:pt>
                <c:pt idx="1499">
                  <c:v>43484</c:v>
                </c:pt>
                <c:pt idx="1500">
                  <c:v>43483</c:v>
                </c:pt>
                <c:pt idx="1501">
                  <c:v>43482</c:v>
                </c:pt>
                <c:pt idx="1502">
                  <c:v>43481</c:v>
                </c:pt>
                <c:pt idx="1503">
                  <c:v>43480</c:v>
                </c:pt>
                <c:pt idx="1504">
                  <c:v>43479</c:v>
                </c:pt>
                <c:pt idx="1505">
                  <c:v>43478</c:v>
                </c:pt>
                <c:pt idx="1506">
                  <c:v>43477</c:v>
                </c:pt>
                <c:pt idx="1507">
                  <c:v>43476</c:v>
                </c:pt>
                <c:pt idx="1508">
                  <c:v>43475</c:v>
                </c:pt>
                <c:pt idx="1509">
                  <c:v>43474</c:v>
                </c:pt>
                <c:pt idx="1510">
                  <c:v>43473</c:v>
                </c:pt>
                <c:pt idx="1511">
                  <c:v>43472</c:v>
                </c:pt>
                <c:pt idx="1512">
                  <c:v>43471</c:v>
                </c:pt>
                <c:pt idx="1513">
                  <c:v>43470</c:v>
                </c:pt>
                <c:pt idx="1514">
                  <c:v>43469</c:v>
                </c:pt>
                <c:pt idx="1515">
                  <c:v>43468</c:v>
                </c:pt>
                <c:pt idx="1516">
                  <c:v>43467</c:v>
                </c:pt>
                <c:pt idx="1517">
                  <c:v>43466</c:v>
                </c:pt>
                <c:pt idx="1518">
                  <c:v>43465</c:v>
                </c:pt>
                <c:pt idx="1519">
                  <c:v>43464</c:v>
                </c:pt>
                <c:pt idx="1520">
                  <c:v>43463</c:v>
                </c:pt>
                <c:pt idx="1521">
                  <c:v>43462</c:v>
                </c:pt>
                <c:pt idx="1522">
                  <c:v>43461</c:v>
                </c:pt>
                <c:pt idx="1523">
                  <c:v>43460</c:v>
                </c:pt>
                <c:pt idx="1524">
                  <c:v>43459</c:v>
                </c:pt>
                <c:pt idx="1525">
                  <c:v>43458</c:v>
                </c:pt>
                <c:pt idx="1526">
                  <c:v>43457</c:v>
                </c:pt>
                <c:pt idx="1527">
                  <c:v>43456</c:v>
                </c:pt>
                <c:pt idx="1528">
                  <c:v>43455</c:v>
                </c:pt>
                <c:pt idx="1529">
                  <c:v>43454</c:v>
                </c:pt>
                <c:pt idx="1530">
                  <c:v>43453</c:v>
                </c:pt>
                <c:pt idx="1531">
                  <c:v>43452</c:v>
                </c:pt>
                <c:pt idx="1532">
                  <c:v>43451</c:v>
                </c:pt>
                <c:pt idx="1533">
                  <c:v>43450</c:v>
                </c:pt>
                <c:pt idx="1534">
                  <c:v>43449</c:v>
                </c:pt>
                <c:pt idx="1535">
                  <c:v>43448</c:v>
                </c:pt>
                <c:pt idx="1536">
                  <c:v>43447</c:v>
                </c:pt>
                <c:pt idx="1537">
                  <c:v>43446</c:v>
                </c:pt>
                <c:pt idx="1538">
                  <c:v>43445</c:v>
                </c:pt>
                <c:pt idx="1539">
                  <c:v>43444</c:v>
                </c:pt>
                <c:pt idx="1540">
                  <c:v>43443</c:v>
                </c:pt>
                <c:pt idx="1541">
                  <c:v>43442</c:v>
                </c:pt>
                <c:pt idx="1542">
                  <c:v>43441</c:v>
                </c:pt>
                <c:pt idx="1543">
                  <c:v>43440</c:v>
                </c:pt>
                <c:pt idx="1544">
                  <c:v>43439</c:v>
                </c:pt>
                <c:pt idx="1545">
                  <c:v>43438</c:v>
                </c:pt>
                <c:pt idx="1546">
                  <c:v>43437</c:v>
                </c:pt>
                <c:pt idx="1547">
                  <c:v>43436</c:v>
                </c:pt>
                <c:pt idx="1548">
                  <c:v>43435</c:v>
                </c:pt>
                <c:pt idx="1549">
                  <c:v>43434</c:v>
                </c:pt>
                <c:pt idx="1550">
                  <c:v>43433</c:v>
                </c:pt>
                <c:pt idx="1551">
                  <c:v>43432</c:v>
                </c:pt>
                <c:pt idx="1552">
                  <c:v>43431</c:v>
                </c:pt>
                <c:pt idx="1553">
                  <c:v>43430</c:v>
                </c:pt>
                <c:pt idx="1554">
                  <c:v>43429</c:v>
                </c:pt>
                <c:pt idx="1555">
                  <c:v>43428</c:v>
                </c:pt>
                <c:pt idx="1556">
                  <c:v>43427</c:v>
                </c:pt>
                <c:pt idx="1557">
                  <c:v>43426</c:v>
                </c:pt>
                <c:pt idx="1558">
                  <c:v>43425</c:v>
                </c:pt>
                <c:pt idx="1559">
                  <c:v>43424</c:v>
                </c:pt>
                <c:pt idx="1560">
                  <c:v>43423</c:v>
                </c:pt>
                <c:pt idx="1561">
                  <c:v>43422</c:v>
                </c:pt>
                <c:pt idx="1562">
                  <c:v>43421</c:v>
                </c:pt>
                <c:pt idx="1563">
                  <c:v>43420</c:v>
                </c:pt>
                <c:pt idx="1564">
                  <c:v>43419</c:v>
                </c:pt>
                <c:pt idx="1565">
                  <c:v>43418</c:v>
                </c:pt>
                <c:pt idx="1566">
                  <c:v>43417</c:v>
                </c:pt>
                <c:pt idx="1567">
                  <c:v>43416</c:v>
                </c:pt>
                <c:pt idx="1568">
                  <c:v>43415</c:v>
                </c:pt>
                <c:pt idx="1569">
                  <c:v>43414</c:v>
                </c:pt>
                <c:pt idx="1570">
                  <c:v>43413</c:v>
                </c:pt>
                <c:pt idx="1571">
                  <c:v>43412</c:v>
                </c:pt>
                <c:pt idx="1572">
                  <c:v>43411</c:v>
                </c:pt>
                <c:pt idx="1573">
                  <c:v>43410</c:v>
                </c:pt>
                <c:pt idx="1574">
                  <c:v>43409</c:v>
                </c:pt>
                <c:pt idx="1575">
                  <c:v>43408</c:v>
                </c:pt>
                <c:pt idx="1576">
                  <c:v>43407</c:v>
                </c:pt>
                <c:pt idx="1577">
                  <c:v>43406</c:v>
                </c:pt>
                <c:pt idx="1578">
                  <c:v>43405</c:v>
                </c:pt>
                <c:pt idx="1579">
                  <c:v>43404</c:v>
                </c:pt>
                <c:pt idx="1580">
                  <c:v>43403</c:v>
                </c:pt>
                <c:pt idx="1581">
                  <c:v>43402</c:v>
                </c:pt>
                <c:pt idx="1582">
                  <c:v>43401</c:v>
                </c:pt>
                <c:pt idx="1583">
                  <c:v>43400</c:v>
                </c:pt>
                <c:pt idx="1584">
                  <c:v>43399</c:v>
                </c:pt>
                <c:pt idx="1585">
                  <c:v>43398</c:v>
                </c:pt>
                <c:pt idx="1586">
                  <c:v>43397</c:v>
                </c:pt>
                <c:pt idx="1587">
                  <c:v>43396</c:v>
                </c:pt>
                <c:pt idx="1588">
                  <c:v>43395</c:v>
                </c:pt>
                <c:pt idx="1589">
                  <c:v>43394</c:v>
                </c:pt>
                <c:pt idx="1590">
                  <c:v>43393</c:v>
                </c:pt>
                <c:pt idx="1591">
                  <c:v>43392</c:v>
                </c:pt>
                <c:pt idx="1592">
                  <c:v>43391</c:v>
                </c:pt>
                <c:pt idx="1593">
                  <c:v>43390</c:v>
                </c:pt>
                <c:pt idx="1594">
                  <c:v>43389</c:v>
                </c:pt>
                <c:pt idx="1595">
                  <c:v>43388</c:v>
                </c:pt>
                <c:pt idx="1596">
                  <c:v>43387</c:v>
                </c:pt>
                <c:pt idx="1597">
                  <c:v>43386</c:v>
                </c:pt>
                <c:pt idx="1598">
                  <c:v>43385</c:v>
                </c:pt>
                <c:pt idx="1599">
                  <c:v>43384</c:v>
                </c:pt>
                <c:pt idx="1600">
                  <c:v>43383</c:v>
                </c:pt>
                <c:pt idx="1601">
                  <c:v>43382</c:v>
                </c:pt>
                <c:pt idx="1602">
                  <c:v>43381</c:v>
                </c:pt>
                <c:pt idx="1603">
                  <c:v>43380</c:v>
                </c:pt>
                <c:pt idx="1604">
                  <c:v>43379</c:v>
                </c:pt>
                <c:pt idx="1605">
                  <c:v>43378</c:v>
                </c:pt>
                <c:pt idx="1606">
                  <c:v>43377</c:v>
                </c:pt>
                <c:pt idx="1607">
                  <c:v>43376</c:v>
                </c:pt>
                <c:pt idx="1608">
                  <c:v>43375</c:v>
                </c:pt>
                <c:pt idx="1609">
                  <c:v>43374</c:v>
                </c:pt>
                <c:pt idx="1610">
                  <c:v>43373</c:v>
                </c:pt>
                <c:pt idx="1611">
                  <c:v>43372</c:v>
                </c:pt>
                <c:pt idx="1612">
                  <c:v>43371</c:v>
                </c:pt>
                <c:pt idx="1613">
                  <c:v>43370</c:v>
                </c:pt>
                <c:pt idx="1614">
                  <c:v>43369</c:v>
                </c:pt>
                <c:pt idx="1615">
                  <c:v>43368</c:v>
                </c:pt>
                <c:pt idx="1616">
                  <c:v>43367</c:v>
                </c:pt>
                <c:pt idx="1617">
                  <c:v>43366</c:v>
                </c:pt>
                <c:pt idx="1618">
                  <c:v>43365</c:v>
                </c:pt>
                <c:pt idx="1619">
                  <c:v>43364</c:v>
                </c:pt>
                <c:pt idx="1620">
                  <c:v>43363</c:v>
                </c:pt>
                <c:pt idx="1621">
                  <c:v>43362</c:v>
                </c:pt>
                <c:pt idx="1622">
                  <c:v>43361</c:v>
                </c:pt>
                <c:pt idx="1623">
                  <c:v>43360</c:v>
                </c:pt>
                <c:pt idx="1624">
                  <c:v>43359</c:v>
                </c:pt>
                <c:pt idx="1625">
                  <c:v>43358</c:v>
                </c:pt>
                <c:pt idx="1626">
                  <c:v>43357</c:v>
                </c:pt>
                <c:pt idx="1627">
                  <c:v>43356</c:v>
                </c:pt>
                <c:pt idx="1628">
                  <c:v>43355</c:v>
                </c:pt>
                <c:pt idx="1629">
                  <c:v>43354</c:v>
                </c:pt>
                <c:pt idx="1630">
                  <c:v>43353</c:v>
                </c:pt>
                <c:pt idx="1631">
                  <c:v>43352</c:v>
                </c:pt>
                <c:pt idx="1632">
                  <c:v>43351</c:v>
                </c:pt>
                <c:pt idx="1633">
                  <c:v>43350</c:v>
                </c:pt>
                <c:pt idx="1634">
                  <c:v>43349</c:v>
                </c:pt>
                <c:pt idx="1635">
                  <c:v>43348</c:v>
                </c:pt>
                <c:pt idx="1636">
                  <c:v>43347</c:v>
                </c:pt>
                <c:pt idx="1637">
                  <c:v>43346</c:v>
                </c:pt>
                <c:pt idx="1638">
                  <c:v>43345</c:v>
                </c:pt>
                <c:pt idx="1639">
                  <c:v>43344</c:v>
                </c:pt>
                <c:pt idx="1640">
                  <c:v>43343</c:v>
                </c:pt>
                <c:pt idx="1641">
                  <c:v>43342</c:v>
                </c:pt>
                <c:pt idx="1642">
                  <c:v>43341</c:v>
                </c:pt>
                <c:pt idx="1643">
                  <c:v>43340</c:v>
                </c:pt>
                <c:pt idx="1644">
                  <c:v>43339</c:v>
                </c:pt>
                <c:pt idx="1645">
                  <c:v>43338</c:v>
                </c:pt>
                <c:pt idx="1646">
                  <c:v>43337</c:v>
                </c:pt>
                <c:pt idx="1647">
                  <c:v>43336</c:v>
                </c:pt>
                <c:pt idx="1648">
                  <c:v>43335</c:v>
                </c:pt>
                <c:pt idx="1649">
                  <c:v>43334</c:v>
                </c:pt>
                <c:pt idx="1650">
                  <c:v>43333</c:v>
                </c:pt>
                <c:pt idx="1651">
                  <c:v>43332</c:v>
                </c:pt>
                <c:pt idx="1652">
                  <c:v>43331</c:v>
                </c:pt>
                <c:pt idx="1653">
                  <c:v>43330</c:v>
                </c:pt>
                <c:pt idx="1654">
                  <c:v>43329</c:v>
                </c:pt>
                <c:pt idx="1655">
                  <c:v>43328</c:v>
                </c:pt>
                <c:pt idx="1656">
                  <c:v>43327</c:v>
                </c:pt>
                <c:pt idx="1657">
                  <c:v>43326</c:v>
                </c:pt>
                <c:pt idx="1658">
                  <c:v>43325</c:v>
                </c:pt>
                <c:pt idx="1659">
                  <c:v>43324</c:v>
                </c:pt>
                <c:pt idx="1660">
                  <c:v>43323</c:v>
                </c:pt>
                <c:pt idx="1661">
                  <c:v>43322</c:v>
                </c:pt>
                <c:pt idx="1662">
                  <c:v>43321</c:v>
                </c:pt>
                <c:pt idx="1663">
                  <c:v>43320</c:v>
                </c:pt>
                <c:pt idx="1664">
                  <c:v>43319</c:v>
                </c:pt>
                <c:pt idx="1665">
                  <c:v>43318</c:v>
                </c:pt>
                <c:pt idx="1666">
                  <c:v>43317</c:v>
                </c:pt>
                <c:pt idx="1667">
                  <c:v>43316</c:v>
                </c:pt>
                <c:pt idx="1668">
                  <c:v>43315</c:v>
                </c:pt>
                <c:pt idx="1669">
                  <c:v>43314</c:v>
                </c:pt>
                <c:pt idx="1670">
                  <c:v>43313</c:v>
                </c:pt>
                <c:pt idx="1671">
                  <c:v>43312</c:v>
                </c:pt>
                <c:pt idx="1672">
                  <c:v>43311</c:v>
                </c:pt>
                <c:pt idx="1673">
                  <c:v>43310</c:v>
                </c:pt>
                <c:pt idx="1674">
                  <c:v>43309</c:v>
                </c:pt>
                <c:pt idx="1675">
                  <c:v>43308</c:v>
                </c:pt>
                <c:pt idx="1676">
                  <c:v>43307</c:v>
                </c:pt>
                <c:pt idx="1677">
                  <c:v>43306</c:v>
                </c:pt>
                <c:pt idx="1678">
                  <c:v>43305</c:v>
                </c:pt>
                <c:pt idx="1679">
                  <c:v>43304</c:v>
                </c:pt>
                <c:pt idx="1680">
                  <c:v>43303</c:v>
                </c:pt>
                <c:pt idx="1681">
                  <c:v>43302</c:v>
                </c:pt>
                <c:pt idx="1682">
                  <c:v>43301</c:v>
                </c:pt>
                <c:pt idx="1683">
                  <c:v>43300</c:v>
                </c:pt>
                <c:pt idx="1684">
                  <c:v>43299</c:v>
                </c:pt>
                <c:pt idx="1685">
                  <c:v>43298</c:v>
                </c:pt>
                <c:pt idx="1686">
                  <c:v>43297</c:v>
                </c:pt>
                <c:pt idx="1687">
                  <c:v>43296</c:v>
                </c:pt>
                <c:pt idx="1688">
                  <c:v>43295</c:v>
                </c:pt>
                <c:pt idx="1689">
                  <c:v>43294</c:v>
                </c:pt>
                <c:pt idx="1690">
                  <c:v>43293</c:v>
                </c:pt>
                <c:pt idx="1691">
                  <c:v>43292</c:v>
                </c:pt>
                <c:pt idx="1692">
                  <c:v>43291</c:v>
                </c:pt>
                <c:pt idx="1693">
                  <c:v>43290</c:v>
                </c:pt>
                <c:pt idx="1694">
                  <c:v>43289</c:v>
                </c:pt>
                <c:pt idx="1695">
                  <c:v>43288</c:v>
                </c:pt>
                <c:pt idx="1696">
                  <c:v>43287</c:v>
                </c:pt>
                <c:pt idx="1697">
                  <c:v>43286</c:v>
                </c:pt>
                <c:pt idx="1698">
                  <c:v>43285</c:v>
                </c:pt>
                <c:pt idx="1699">
                  <c:v>43284</c:v>
                </c:pt>
                <c:pt idx="1700">
                  <c:v>43283</c:v>
                </c:pt>
                <c:pt idx="1701">
                  <c:v>43282</c:v>
                </c:pt>
                <c:pt idx="1702">
                  <c:v>43281</c:v>
                </c:pt>
                <c:pt idx="1703">
                  <c:v>43280</c:v>
                </c:pt>
                <c:pt idx="1704">
                  <c:v>43279</c:v>
                </c:pt>
                <c:pt idx="1705">
                  <c:v>43278</c:v>
                </c:pt>
                <c:pt idx="1706">
                  <c:v>43277</c:v>
                </c:pt>
                <c:pt idx="1707">
                  <c:v>43276</c:v>
                </c:pt>
                <c:pt idx="1708">
                  <c:v>43275</c:v>
                </c:pt>
                <c:pt idx="1709">
                  <c:v>43274</c:v>
                </c:pt>
                <c:pt idx="1710">
                  <c:v>43273</c:v>
                </c:pt>
                <c:pt idx="1711">
                  <c:v>43272</c:v>
                </c:pt>
                <c:pt idx="1712">
                  <c:v>43271</c:v>
                </c:pt>
                <c:pt idx="1713">
                  <c:v>43270</c:v>
                </c:pt>
                <c:pt idx="1714">
                  <c:v>43269</c:v>
                </c:pt>
                <c:pt idx="1715">
                  <c:v>43268</c:v>
                </c:pt>
                <c:pt idx="1716">
                  <c:v>43267</c:v>
                </c:pt>
                <c:pt idx="1717">
                  <c:v>43266</c:v>
                </c:pt>
                <c:pt idx="1718">
                  <c:v>43265</c:v>
                </c:pt>
                <c:pt idx="1719">
                  <c:v>43264</c:v>
                </c:pt>
                <c:pt idx="1720">
                  <c:v>43263</c:v>
                </c:pt>
                <c:pt idx="1721">
                  <c:v>43262</c:v>
                </c:pt>
                <c:pt idx="1722">
                  <c:v>43261</c:v>
                </c:pt>
                <c:pt idx="1723">
                  <c:v>43260</c:v>
                </c:pt>
                <c:pt idx="1724">
                  <c:v>43259</c:v>
                </c:pt>
                <c:pt idx="1725">
                  <c:v>43258</c:v>
                </c:pt>
                <c:pt idx="1726">
                  <c:v>43257</c:v>
                </c:pt>
                <c:pt idx="1727">
                  <c:v>43256</c:v>
                </c:pt>
                <c:pt idx="1728">
                  <c:v>43255</c:v>
                </c:pt>
                <c:pt idx="1729">
                  <c:v>43254</c:v>
                </c:pt>
                <c:pt idx="1730">
                  <c:v>43253</c:v>
                </c:pt>
                <c:pt idx="1731">
                  <c:v>43252</c:v>
                </c:pt>
                <c:pt idx="1732">
                  <c:v>43251</c:v>
                </c:pt>
                <c:pt idx="1733">
                  <c:v>43250</c:v>
                </c:pt>
                <c:pt idx="1734">
                  <c:v>43249</c:v>
                </c:pt>
                <c:pt idx="1735">
                  <c:v>43248</c:v>
                </c:pt>
                <c:pt idx="1736">
                  <c:v>43247</c:v>
                </c:pt>
                <c:pt idx="1737">
                  <c:v>43246</c:v>
                </c:pt>
                <c:pt idx="1738">
                  <c:v>43245</c:v>
                </c:pt>
                <c:pt idx="1739">
                  <c:v>43244</c:v>
                </c:pt>
                <c:pt idx="1740">
                  <c:v>43243</c:v>
                </c:pt>
                <c:pt idx="1741">
                  <c:v>43242</c:v>
                </c:pt>
                <c:pt idx="1742">
                  <c:v>43241</c:v>
                </c:pt>
                <c:pt idx="1743">
                  <c:v>43240</c:v>
                </c:pt>
                <c:pt idx="1744">
                  <c:v>43239</c:v>
                </c:pt>
                <c:pt idx="1745">
                  <c:v>43238</c:v>
                </c:pt>
                <c:pt idx="1746">
                  <c:v>43237</c:v>
                </c:pt>
                <c:pt idx="1747">
                  <c:v>43236</c:v>
                </c:pt>
                <c:pt idx="1748">
                  <c:v>43235</c:v>
                </c:pt>
                <c:pt idx="1749">
                  <c:v>43234</c:v>
                </c:pt>
                <c:pt idx="1750">
                  <c:v>43233</c:v>
                </c:pt>
                <c:pt idx="1751">
                  <c:v>43232</c:v>
                </c:pt>
                <c:pt idx="1752">
                  <c:v>43231</c:v>
                </c:pt>
                <c:pt idx="1753">
                  <c:v>43230</c:v>
                </c:pt>
                <c:pt idx="1754">
                  <c:v>43229</c:v>
                </c:pt>
                <c:pt idx="1755">
                  <c:v>43228</c:v>
                </c:pt>
                <c:pt idx="1756">
                  <c:v>43227</c:v>
                </c:pt>
                <c:pt idx="1757">
                  <c:v>43226</c:v>
                </c:pt>
                <c:pt idx="1758">
                  <c:v>43225</c:v>
                </c:pt>
                <c:pt idx="1759">
                  <c:v>43224</c:v>
                </c:pt>
                <c:pt idx="1760">
                  <c:v>43223</c:v>
                </c:pt>
                <c:pt idx="1761">
                  <c:v>43222</c:v>
                </c:pt>
                <c:pt idx="1762">
                  <c:v>43221</c:v>
                </c:pt>
                <c:pt idx="1763">
                  <c:v>43220</c:v>
                </c:pt>
                <c:pt idx="1764">
                  <c:v>43219</c:v>
                </c:pt>
                <c:pt idx="1765">
                  <c:v>43218</c:v>
                </c:pt>
                <c:pt idx="1766">
                  <c:v>43217</c:v>
                </c:pt>
                <c:pt idx="1767">
                  <c:v>43216</c:v>
                </c:pt>
                <c:pt idx="1768">
                  <c:v>43215</c:v>
                </c:pt>
                <c:pt idx="1769">
                  <c:v>43214</c:v>
                </c:pt>
                <c:pt idx="1770">
                  <c:v>43213</c:v>
                </c:pt>
                <c:pt idx="1771">
                  <c:v>43212</c:v>
                </c:pt>
                <c:pt idx="1772">
                  <c:v>43211</c:v>
                </c:pt>
                <c:pt idx="1773">
                  <c:v>43210</c:v>
                </c:pt>
                <c:pt idx="1774">
                  <c:v>43209</c:v>
                </c:pt>
                <c:pt idx="1775">
                  <c:v>43208</c:v>
                </c:pt>
                <c:pt idx="1776">
                  <c:v>43207</c:v>
                </c:pt>
                <c:pt idx="1777">
                  <c:v>43206</c:v>
                </c:pt>
                <c:pt idx="1778">
                  <c:v>43205</c:v>
                </c:pt>
                <c:pt idx="1779">
                  <c:v>43204</c:v>
                </c:pt>
                <c:pt idx="1780">
                  <c:v>43203</c:v>
                </c:pt>
                <c:pt idx="1781">
                  <c:v>43202</c:v>
                </c:pt>
                <c:pt idx="1782">
                  <c:v>43201</c:v>
                </c:pt>
                <c:pt idx="1783">
                  <c:v>43200</c:v>
                </c:pt>
                <c:pt idx="1784">
                  <c:v>43199</c:v>
                </c:pt>
                <c:pt idx="1785">
                  <c:v>43198</c:v>
                </c:pt>
                <c:pt idx="1786">
                  <c:v>43197</c:v>
                </c:pt>
                <c:pt idx="1787">
                  <c:v>43196</c:v>
                </c:pt>
                <c:pt idx="1788">
                  <c:v>43195</c:v>
                </c:pt>
                <c:pt idx="1789">
                  <c:v>43194</c:v>
                </c:pt>
                <c:pt idx="1790">
                  <c:v>43193</c:v>
                </c:pt>
                <c:pt idx="1791">
                  <c:v>43192</c:v>
                </c:pt>
                <c:pt idx="1792">
                  <c:v>43191</c:v>
                </c:pt>
                <c:pt idx="1793">
                  <c:v>43190</c:v>
                </c:pt>
                <c:pt idx="1794">
                  <c:v>43189</c:v>
                </c:pt>
                <c:pt idx="1795">
                  <c:v>43188</c:v>
                </c:pt>
                <c:pt idx="1796">
                  <c:v>43187</c:v>
                </c:pt>
                <c:pt idx="1797">
                  <c:v>43186</c:v>
                </c:pt>
                <c:pt idx="1798">
                  <c:v>43185</c:v>
                </c:pt>
                <c:pt idx="1799">
                  <c:v>43184</c:v>
                </c:pt>
                <c:pt idx="1800">
                  <c:v>43183</c:v>
                </c:pt>
                <c:pt idx="1801">
                  <c:v>43182</c:v>
                </c:pt>
                <c:pt idx="1802">
                  <c:v>43181</c:v>
                </c:pt>
                <c:pt idx="1803">
                  <c:v>43180</c:v>
                </c:pt>
                <c:pt idx="1804">
                  <c:v>43179</c:v>
                </c:pt>
                <c:pt idx="1805">
                  <c:v>43178</c:v>
                </c:pt>
                <c:pt idx="1806">
                  <c:v>43177</c:v>
                </c:pt>
                <c:pt idx="1807">
                  <c:v>43176</c:v>
                </c:pt>
                <c:pt idx="1808">
                  <c:v>43175</c:v>
                </c:pt>
                <c:pt idx="1809">
                  <c:v>43174</c:v>
                </c:pt>
                <c:pt idx="1810">
                  <c:v>43173</c:v>
                </c:pt>
                <c:pt idx="1811">
                  <c:v>43172</c:v>
                </c:pt>
                <c:pt idx="1812">
                  <c:v>43171</c:v>
                </c:pt>
                <c:pt idx="1813">
                  <c:v>43170</c:v>
                </c:pt>
                <c:pt idx="1814">
                  <c:v>43169</c:v>
                </c:pt>
                <c:pt idx="1815">
                  <c:v>43168</c:v>
                </c:pt>
                <c:pt idx="1816">
                  <c:v>43167</c:v>
                </c:pt>
                <c:pt idx="1817">
                  <c:v>43166</c:v>
                </c:pt>
                <c:pt idx="1818">
                  <c:v>43165</c:v>
                </c:pt>
                <c:pt idx="1819">
                  <c:v>43164</c:v>
                </c:pt>
                <c:pt idx="1820">
                  <c:v>43163</c:v>
                </c:pt>
                <c:pt idx="1821">
                  <c:v>43162</c:v>
                </c:pt>
                <c:pt idx="1822">
                  <c:v>43161</c:v>
                </c:pt>
                <c:pt idx="1823">
                  <c:v>43160</c:v>
                </c:pt>
                <c:pt idx="1824">
                  <c:v>43159</c:v>
                </c:pt>
                <c:pt idx="1825">
                  <c:v>43158</c:v>
                </c:pt>
                <c:pt idx="1826">
                  <c:v>43157</c:v>
                </c:pt>
                <c:pt idx="1827">
                  <c:v>43156</c:v>
                </c:pt>
                <c:pt idx="1828">
                  <c:v>43155</c:v>
                </c:pt>
                <c:pt idx="1829">
                  <c:v>43154</c:v>
                </c:pt>
                <c:pt idx="1830">
                  <c:v>43153</c:v>
                </c:pt>
                <c:pt idx="1831">
                  <c:v>43152</c:v>
                </c:pt>
                <c:pt idx="1832">
                  <c:v>43151</c:v>
                </c:pt>
                <c:pt idx="1833">
                  <c:v>43150</c:v>
                </c:pt>
                <c:pt idx="1834">
                  <c:v>43149</c:v>
                </c:pt>
                <c:pt idx="1835">
                  <c:v>43148</c:v>
                </c:pt>
                <c:pt idx="1836">
                  <c:v>43147</c:v>
                </c:pt>
                <c:pt idx="1837">
                  <c:v>43146</c:v>
                </c:pt>
                <c:pt idx="1838">
                  <c:v>43145</c:v>
                </c:pt>
                <c:pt idx="1839">
                  <c:v>43144</c:v>
                </c:pt>
                <c:pt idx="1840">
                  <c:v>43143</c:v>
                </c:pt>
                <c:pt idx="1841">
                  <c:v>43142</c:v>
                </c:pt>
                <c:pt idx="1842">
                  <c:v>43141</c:v>
                </c:pt>
                <c:pt idx="1843">
                  <c:v>43140</c:v>
                </c:pt>
                <c:pt idx="1844">
                  <c:v>43139</c:v>
                </c:pt>
                <c:pt idx="1845">
                  <c:v>43138</c:v>
                </c:pt>
                <c:pt idx="1846">
                  <c:v>43137</c:v>
                </c:pt>
                <c:pt idx="1847">
                  <c:v>43136</c:v>
                </c:pt>
                <c:pt idx="1848">
                  <c:v>43135</c:v>
                </c:pt>
                <c:pt idx="1849">
                  <c:v>43134</c:v>
                </c:pt>
                <c:pt idx="1850">
                  <c:v>43133</c:v>
                </c:pt>
                <c:pt idx="1851">
                  <c:v>43132</c:v>
                </c:pt>
                <c:pt idx="1852">
                  <c:v>43131</c:v>
                </c:pt>
                <c:pt idx="1853">
                  <c:v>43130</c:v>
                </c:pt>
                <c:pt idx="1854">
                  <c:v>43129</c:v>
                </c:pt>
                <c:pt idx="1855">
                  <c:v>43128</c:v>
                </c:pt>
                <c:pt idx="1856">
                  <c:v>43127</c:v>
                </c:pt>
                <c:pt idx="1857">
                  <c:v>43126</c:v>
                </c:pt>
                <c:pt idx="1858">
                  <c:v>43125</c:v>
                </c:pt>
                <c:pt idx="1859">
                  <c:v>43124</c:v>
                </c:pt>
                <c:pt idx="1860">
                  <c:v>43123</c:v>
                </c:pt>
                <c:pt idx="1861">
                  <c:v>43122</c:v>
                </c:pt>
                <c:pt idx="1862">
                  <c:v>43121</c:v>
                </c:pt>
                <c:pt idx="1863">
                  <c:v>43120</c:v>
                </c:pt>
                <c:pt idx="1864">
                  <c:v>43119</c:v>
                </c:pt>
                <c:pt idx="1865">
                  <c:v>43118</c:v>
                </c:pt>
                <c:pt idx="1866">
                  <c:v>43117</c:v>
                </c:pt>
                <c:pt idx="1867">
                  <c:v>43116</c:v>
                </c:pt>
                <c:pt idx="1868">
                  <c:v>43115</c:v>
                </c:pt>
                <c:pt idx="1869">
                  <c:v>43114</c:v>
                </c:pt>
                <c:pt idx="1870">
                  <c:v>43113</c:v>
                </c:pt>
                <c:pt idx="1871">
                  <c:v>43112</c:v>
                </c:pt>
                <c:pt idx="1872">
                  <c:v>43111</c:v>
                </c:pt>
                <c:pt idx="1873">
                  <c:v>43110</c:v>
                </c:pt>
                <c:pt idx="1874">
                  <c:v>43109</c:v>
                </c:pt>
                <c:pt idx="1875">
                  <c:v>43108</c:v>
                </c:pt>
                <c:pt idx="1876">
                  <c:v>43107</c:v>
                </c:pt>
                <c:pt idx="1877">
                  <c:v>43106</c:v>
                </c:pt>
                <c:pt idx="1878">
                  <c:v>43105</c:v>
                </c:pt>
                <c:pt idx="1879">
                  <c:v>43104</c:v>
                </c:pt>
                <c:pt idx="1880">
                  <c:v>43103</c:v>
                </c:pt>
                <c:pt idx="1881">
                  <c:v>43102</c:v>
                </c:pt>
                <c:pt idx="1882">
                  <c:v>43101</c:v>
                </c:pt>
                <c:pt idx="1883">
                  <c:v>43100</c:v>
                </c:pt>
                <c:pt idx="1884">
                  <c:v>43099</c:v>
                </c:pt>
                <c:pt idx="1885">
                  <c:v>43098</c:v>
                </c:pt>
                <c:pt idx="1886">
                  <c:v>43097</c:v>
                </c:pt>
                <c:pt idx="1887">
                  <c:v>43096</c:v>
                </c:pt>
                <c:pt idx="1888">
                  <c:v>43095</c:v>
                </c:pt>
                <c:pt idx="1889">
                  <c:v>43094</c:v>
                </c:pt>
                <c:pt idx="1890">
                  <c:v>43093</c:v>
                </c:pt>
                <c:pt idx="1891">
                  <c:v>43092</c:v>
                </c:pt>
                <c:pt idx="1892">
                  <c:v>43091</c:v>
                </c:pt>
                <c:pt idx="1893">
                  <c:v>43090</c:v>
                </c:pt>
                <c:pt idx="1894">
                  <c:v>43089</c:v>
                </c:pt>
                <c:pt idx="1895">
                  <c:v>43088</c:v>
                </c:pt>
                <c:pt idx="1896">
                  <c:v>43087</c:v>
                </c:pt>
                <c:pt idx="1897">
                  <c:v>43086</c:v>
                </c:pt>
                <c:pt idx="1898">
                  <c:v>43085</c:v>
                </c:pt>
                <c:pt idx="1899">
                  <c:v>43084</c:v>
                </c:pt>
                <c:pt idx="1900">
                  <c:v>43083</c:v>
                </c:pt>
                <c:pt idx="1901">
                  <c:v>43082</c:v>
                </c:pt>
                <c:pt idx="1902">
                  <c:v>43081</c:v>
                </c:pt>
                <c:pt idx="1903">
                  <c:v>43080</c:v>
                </c:pt>
                <c:pt idx="1904">
                  <c:v>43079</c:v>
                </c:pt>
                <c:pt idx="1905">
                  <c:v>43078</c:v>
                </c:pt>
                <c:pt idx="1906">
                  <c:v>43077</c:v>
                </c:pt>
                <c:pt idx="1907">
                  <c:v>43076</c:v>
                </c:pt>
                <c:pt idx="1908">
                  <c:v>43075</c:v>
                </c:pt>
                <c:pt idx="1909">
                  <c:v>43074</c:v>
                </c:pt>
                <c:pt idx="1910">
                  <c:v>43073</c:v>
                </c:pt>
                <c:pt idx="1911">
                  <c:v>43072</c:v>
                </c:pt>
                <c:pt idx="1912">
                  <c:v>43071</c:v>
                </c:pt>
                <c:pt idx="1913">
                  <c:v>43070</c:v>
                </c:pt>
                <c:pt idx="1914">
                  <c:v>43069</c:v>
                </c:pt>
                <c:pt idx="1915">
                  <c:v>43068</c:v>
                </c:pt>
                <c:pt idx="1916">
                  <c:v>43067</c:v>
                </c:pt>
                <c:pt idx="1917">
                  <c:v>43066</c:v>
                </c:pt>
                <c:pt idx="1918">
                  <c:v>43065</c:v>
                </c:pt>
                <c:pt idx="1919">
                  <c:v>43064</c:v>
                </c:pt>
                <c:pt idx="1920">
                  <c:v>43063</c:v>
                </c:pt>
                <c:pt idx="1921">
                  <c:v>43062</c:v>
                </c:pt>
                <c:pt idx="1922">
                  <c:v>43061</c:v>
                </c:pt>
                <c:pt idx="1923">
                  <c:v>43060</c:v>
                </c:pt>
                <c:pt idx="1924">
                  <c:v>43059</c:v>
                </c:pt>
                <c:pt idx="1925">
                  <c:v>43058</c:v>
                </c:pt>
                <c:pt idx="1926">
                  <c:v>43057</c:v>
                </c:pt>
                <c:pt idx="1927">
                  <c:v>43056</c:v>
                </c:pt>
                <c:pt idx="1928">
                  <c:v>43055</c:v>
                </c:pt>
                <c:pt idx="1929">
                  <c:v>43054</c:v>
                </c:pt>
                <c:pt idx="1930">
                  <c:v>43053</c:v>
                </c:pt>
                <c:pt idx="1931">
                  <c:v>43052</c:v>
                </c:pt>
                <c:pt idx="1932">
                  <c:v>43051</c:v>
                </c:pt>
                <c:pt idx="1933">
                  <c:v>43050</c:v>
                </c:pt>
                <c:pt idx="1934">
                  <c:v>43049</c:v>
                </c:pt>
                <c:pt idx="1935">
                  <c:v>43048</c:v>
                </c:pt>
                <c:pt idx="1936">
                  <c:v>43047</c:v>
                </c:pt>
                <c:pt idx="1937">
                  <c:v>43046</c:v>
                </c:pt>
                <c:pt idx="1938">
                  <c:v>43045</c:v>
                </c:pt>
                <c:pt idx="1939">
                  <c:v>43044</c:v>
                </c:pt>
                <c:pt idx="1940">
                  <c:v>43043</c:v>
                </c:pt>
                <c:pt idx="1941">
                  <c:v>43042</c:v>
                </c:pt>
                <c:pt idx="1942">
                  <c:v>43041</c:v>
                </c:pt>
                <c:pt idx="1943">
                  <c:v>43040</c:v>
                </c:pt>
                <c:pt idx="1944">
                  <c:v>43039</c:v>
                </c:pt>
                <c:pt idx="1945">
                  <c:v>43038</c:v>
                </c:pt>
                <c:pt idx="1946">
                  <c:v>43037</c:v>
                </c:pt>
                <c:pt idx="1947">
                  <c:v>43036</c:v>
                </c:pt>
                <c:pt idx="1948">
                  <c:v>43035</c:v>
                </c:pt>
                <c:pt idx="1949">
                  <c:v>43034</c:v>
                </c:pt>
                <c:pt idx="1950">
                  <c:v>43033</c:v>
                </c:pt>
                <c:pt idx="1951">
                  <c:v>43032</c:v>
                </c:pt>
                <c:pt idx="1952">
                  <c:v>43031</c:v>
                </c:pt>
                <c:pt idx="1953">
                  <c:v>43030</c:v>
                </c:pt>
                <c:pt idx="1954">
                  <c:v>43029</c:v>
                </c:pt>
                <c:pt idx="1955">
                  <c:v>43028</c:v>
                </c:pt>
                <c:pt idx="1956">
                  <c:v>43027</c:v>
                </c:pt>
                <c:pt idx="1957">
                  <c:v>43026</c:v>
                </c:pt>
                <c:pt idx="1958">
                  <c:v>43025</c:v>
                </c:pt>
                <c:pt idx="1959">
                  <c:v>43024</c:v>
                </c:pt>
                <c:pt idx="1960">
                  <c:v>43023</c:v>
                </c:pt>
                <c:pt idx="1961">
                  <c:v>43022</c:v>
                </c:pt>
                <c:pt idx="1962">
                  <c:v>43021</c:v>
                </c:pt>
                <c:pt idx="1963">
                  <c:v>43020</c:v>
                </c:pt>
                <c:pt idx="1964">
                  <c:v>43019</c:v>
                </c:pt>
                <c:pt idx="1965">
                  <c:v>43018</c:v>
                </c:pt>
                <c:pt idx="1966">
                  <c:v>43017</c:v>
                </c:pt>
                <c:pt idx="1967">
                  <c:v>43016</c:v>
                </c:pt>
                <c:pt idx="1968">
                  <c:v>43015</c:v>
                </c:pt>
                <c:pt idx="1969">
                  <c:v>43014</c:v>
                </c:pt>
                <c:pt idx="1970">
                  <c:v>43013</c:v>
                </c:pt>
                <c:pt idx="1971">
                  <c:v>43012</c:v>
                </c:pt>
                <c:pt idx="1972">
                  <c:v>43011</c:v>
                </c:pt>
                <c:pt idx="1973">
                  <c:v>43010</c:v>
                </c:pt>
                <c:pt idx="1974">
                  <c:v>43009</c:v>
                </c:pt>
                <c:pt idx="1975">
                  <c:v>43008</c:v>
                </c:pt>
                <c:pt idx="1976">
                  <c:v>43007</c:v>
                </c:pt>
                <c:pt idx="1977">
                  <c:v>43006</c:v>
                </c:pt>
                <c:pt idx="1978">
                  <c:v>43005</c:v>
                </c:pt>
                <c:pt idx="1979">
                  <c:v>43004</c:v>
                </c:pt>
                <c:pt idx="1980">
                  <c:v>43003</c:v>
                </c:pt>
                <c:pt idx="1981">
                  <c:v>43002</c:v>
                </c:pt>
                <c:pt idx="1982">
                  <c:v>43001</c:v>
                </c:pt>
                <c:pt idx="1983">
                  <c:v>43000</c:v>
                </c:pt>
                <c:pt idx="1984">
                  <c:v>42999</c:v>
                </c:pt>
                <c:pt idx="1985">
                  <c:v>42998</c:v>
                </c:pt>
                <c:pt idx="1986">
                  <c:v>42997</c:v>
                </c:pt>
                <c:pt idx="1987">
                  <c:v>42996</c:v>
                </c:pt>
                <c:pt idx="1988">
                  <c:v>42995</c:v>
                </c:pt>
                <c:pt idx="1989">
                  <c:v>42994</c:v>
                </c:pt>
                <c:pt idx="1990">
                  <c:v>42993</c:v>
                </c:pt>
                <c:pt idx="1991">
                  <c:v>42992</c:v>
                </c:pt>
                <c:pt idx="1992">
                  <c:v>42991</c:v>
                </c:pt>
                <c:pt idx="1993">
                  <c:v>42990</c:v>
                </c:pt>
                <c:pt idx="1994">
                  <c:v>42989</c:v>
                </c:pt>
                <c:pt idx="1995">
                  <c:v>42988</c:v>
                </c:pt>
                <c:pt idx="1996">
                  <c:v>42987</c:v>
                </c:pt>
                <c:pt idx="1997">
                  <c:v>42986</c:v>
                </c:pt>
                <c:pt idx="1998">
                  <c:v>42985</c:v>
                </c:pt>
                <c:pt idx="1999">
                  <c:v>42984</c:v>
                </c:pt>
                <c:pt idx="2000">
                  <c:v>42983</c:v>
                </c:pt>
                <c:pt idx="2001">
                  <c:v>42982</c:v>
                </c:pt>
                <c:pt idx="2002">
                  <c:v>42981</c:v>
                </c:pt>
                <c:pt idx="2003">
                  <c:v>42980</c:v>
                </c:pt>
                <c:pt idx="2004">
                  <c:v>42979</c:v>
                </c:pt>
                <c:pt idx="2005">
                  <c:v>42978</c:v>
                </c:pt>
                <c:pt idx="2006">
                  <c:v>42977</c:v>
                </c:pt>
                <c:pt idx="2007">
                  <c:v>42976</c:v>
                </c:pt>
                <c:pt idx="2008">
                  <c:v>42975</c:v>
                </c:pt>
                <c:pt idx="2009">
                  <c:v>42974</c:v>
                </c:pt>
                <c:pt idx="2010">
                  <c:v>42973</c:v>
                </c:pt>
                <c:pt idx="2011">
                  <c:v>42972</c:v>
                </c:pt>
                <c:pt idx="2012">
                  <c:v>42971</c:v>
                </c:pt>
                <c:pt idx="2013">
                  <c:v>42970</c:v>
                </c:pt>
                <c:pt idx="2014">
                  <c:v>42969</c:v>
                </c:pt>
                <c:pt idx="2015">
                  <c:v>42968</c:v>
                </c:pt>
                <c:pt idx="2016">
                  <c:v>42967</c:v>
                </c:pt>
                <c:pt idx="2017">
                  <c:v>42966</c:v>
                </c:pt>
                <c:pt idx="2018">
                  <c:v>42965</c:v>
                </c:pt>
                <c:pt idx="2019">
                  <c:v>42964</c:v>
                </c:pt>
                <c:pt idx="2020">
                  <c:v>42963</c:v>
                </c:pt>
                <c:pt idx="2021">
                  <c:v>42962</c:v>
                </c:pt>
                <c:pt idx="2022">
                  <c:v>42961</c:v>
                </c:pt>
                <c:pt idx="2023">
                  <c:v>42960</c:v>
                </c:pt>
                <c:pt idx="2024">
                  <c:v>42959</c:v>
                </c:pt>
                <c:pt idx="2025">
                  <c:v>42958</c:v>
                </c:pt>
                <c:pt idx="2026">
                  <c:v>42957</c:v>
                </c:pt>
                <c:pt idx="2027">
                  <c:v>42956</c:v>
                </c:pt>
                <c:pt idx="2028">
                  <c:v>42955</c:v>
                </c:pt>
                <c:pt idx="2029">
                  <c:v>42954</c:v>
                </c:pt>
                <c:pt idx="2030">
                  <c:v>42953</c:v>
                </c:pt>
                <c:pt idx="2031">
                  <c:v>42952</c:v>
                </c:pt>
                <c:pt idx="2032">
                  <c:v>42951</c:v>
                </c:pt>
                <c:pt idx="2033">
                  <c:v>42950</c:v>
                </c:pt>
                <c:pt idx="2034">
                  <c:v>42949</c:v>
                </c:pt>
                <c:pt idx="2035">
                  <c:v>42948</c:v>
                </c:pt>
                <c:pt idx="2036">
                  <c:v>42947</c:v>
                </c:pt>
                <c:pt idx="2037">
                  <c:v>42946</c:v>
                </c:pt>
                <c:pt idx="2038">
                  <c:v>42945</c:v>
                </c:pt>
                <c:pt idx="2039">
                  <c:v>42944</c:v>
                </c:pt>
                <c:pt idx="2040">
                  <c:v>42943</c:v>
                </c:pt>
                <c:pt idx="2041">
                  <c:v>42942</c:v>
                </c:pt>
                <c:pt idx="2042">
                  <c:v>42941</c:v>
                </c:pt>
                <c:pt idx="2043">
                  <c:v>42940</c:v>
                </c:pt>
                <c:pt idx="2044">
                  <c:v>42939</c:v>
                </c:pt>
                <c:pt idx="2045">
                  <c:v>42938</c:v>
                </c:pt>
                <c:pt idx="2046">
                  <c:v>42937</c:v>
                </c:pt>
                <c:pt idx="2047">
                  <c:v>42936</c:v>
                </c:pt>
                <c:pt idx="2048">
                  <c:v>42935</c:v>
                </c:pt>
                <c:pt idx="2049">
                  <c:v>42934</c:v>
                </c:pt>
                <c:pt idx="2050">
                  <c:v>42933</c:v>
                </c:pt>
                <c:pt idx="2051">
                  <c:v>42932</c:v>
                </c:pt>
                <c:pt idx="2052">
                  <c:v>42931</c:v>
                </c:pt>
                <c:pt idx="2053">
                  <c:v>42930</c:v>
                </c:pt>
                <c:pt idx="2054">
                  <c:v>42929</c:v>
                </c:pt>
                <c:pt idx="2055">
                  <c:v>42928</c:v>
                </c:pt>
                <c:pt idx="2056">
                  <c:v>42927</c:v>
                </c:pt>
                <c:pt idx="2057">
                  <c:v>42926</c:v>
                </c:pt>
                <c:pt idx="2058">
                  <c:v>42925</c:v>
                </c:pt>
                <c:pt idx="2059">
                  <c:v>42924</c:v>
                </c:pt>
                <c:pt idx="2060">
                  <c:v>42923</c:v>
                </c:pt>
                <c:pt idx="2061">
                  <c:v>42922</c:v>
                </c:pt>
                <c:pt idx="2062">
                  <c:v>42921</c:v>
                </c:pt>
                <c:pt idx="2063">
                  <c:v>42920</c:v>
                </c:pt>
                <c:pt idx="2064">
                  <c:v>42919</c:v>
                </c:pt>
                <c:pt idx="2065">
                  <c:v>42918</c:v>
                </c:pt>
                <c:pt idx="2066">
                  <c:v>42917</c:v>
                </c:pt>
                <c:pt idx="2067">
                  <c:v>42916</c:v>
                </c:pt>
                <c:pt idx="2068">
                  <c:v>42915</c:v>
                </c:pt>
                <c:pt idx="2069">
                  <c:v>42914</c:v>
                </c:pt>
                <c:pt idx="2070">
                  <c:v>42913</c:v>
                </c:pt>
                <c:pt idx="2071">
                  <c:v>42912</c:v>
                </c:pt>
                <c:pt idx="2072">
                  <c:v>42911</c:v>
                </c:pt>
                <c:pt idx="2073">
                  <c:v>42910</c:v>
                </c:pt>
                <c:pt idx="2074">
                  <c:v>42909</c:v>
                </c:pt>
                <c:pt idx="2075">
                  <c:v>42908</c:v>
                </c:pt>
                <c:pt idx="2076">
                  <c:v>42907</c:v>
                </c:pt>
                <c:pt idx="2077">
                  <c:v>42906</c:v>
                </c:pt>
                <c:pt idx="2078">
                  <c:v>42905</c:v>
                </c:pt>
                <c:pt idx="2079">
                  <c:v>42904</c:v>
                </c:pt>
                <c:pt idx="2080">
                  <c:v>42903</c:v>
                </c:pt>
                <c:pt idx="2081">
                  <c:v>42902</c:v>
                </c:pt>
                <c:pt idx="2082">
                  <c:v>42901</c:v>
                </c:pt>
                <c:pt idx="2083">
                  <c:v>42900</c:v>
                </c:pt>
                <c:pt idx="2084">
                  <c:v>42899</c:v>
                </c:pt>
                <c:pt idx="2085">
                  <c:v>42898</c:v>
                </c:pt>
                <c:pt idx="2086">
                  <c:v>42897</c:v>
                </c:pt>
                <c:pt idx="2087">
                  <c:v>42896</c:v>
                </c:pt>
                <c:pt idx="2088">
                  <c:v>42895</c:v>
                </c:pt>
                <c:pt idx="2089">
                  <c:v>42894</c:v>
                </c:pt>
                <c:pt idx="2090">
                  <c:v>42893</c:v>
                </c:pt>
                <c:pt idx="2091">
                  <c:v>42892</c:v>
                </c:pt>
                <c:pt idx="2092">
                  <c:v>42891</c:v>
                </c:pt>
                <c:pt idx="2093">
                  <c:v>42890</c:v>
                </c:pt>
                <c:pt idx="2094">
                  <c:v>42889</c:v>
                </c:pt>
                <c:pt idx="2095">
                  <c:v>42888</c:v>
                </c:pt>
                <c:pt idx="2096">
                  <c:v>42887</c:v>
                </c:pt>
                <c:pt idx="2097">
                  <c:v>42886</c:v>
                </c:pt>
                <c:pt idx="2098">
                  <c:v>42885</c:v>
                </c:pt>
                <c:pt idx="2099">
                  <c:v>42884</c:v>
                </c:pt>
                <c:pt idx="2100">
                  <c:v>42883</c:v>
                </c:pt>
                <c:pt idx="2101">
                  <c:v>42882</c:v>
                </c:pt>
                <c:pt idx="2102">
                  <c:v>42881</c:v>
                </c:pt>
                <c:pt idx="2103">
                  <c:v>42880</c:v>
                </c:pt>
                <c:pt idx="2104">
                  <c:v>42879</c:v>
                </c:pt>
                <c:pt idx="2105">
                  <c:v>42878</c:v>
                </c:pt>
                <c:pt idx="2106">
                  <c:v>42877</c:v>
                </c:pt>
                <c:pt idx="2107">
                  <c:v>42876</c:v>
                </c:pt>
                <c:pt idx="2108">
                  <c:v>42875</c:v>
                </c:pt>
                <c:pt idx="2109">
                  <c:v>42874</c:v>
                </c:pt>
                <c:pt idx="2110">
                  <c:v>42873</c:v>
                </c:pt>
                <c:pt idx="2111">
                  <c:v>42872</c:v>
                </c:pt>
                <c:pt idx="2112">
                  <c:v>42871</c:v>
                </c:pt>
                <c:pt idx="2113">
                  <c:v>42870</c:v>
                </c:pt>
                <c:pt idx="2114">
                  <c:v>42869</c:v>
                </c:pt>
                <c:pt idx="2115">
                  <c:v>42868</c:v>
                </c:pt>
                <c:pt idx="2116">
                  <c:v>42867</c:v>
                </c:pt>
                <c:pt idx="2117">
                  <c:v>42866</c:v>
                </c:pt>
                <c:pt idx="2118">
                  <c:v>42865</c:v>
                </c:pt>
                <c:pt idx="2119">
                  <c:v>42864</c:v>
                </c:pt>
                <c:pt idx="2120">
                  <c:v>42863</c:v>
                </c:pt>
                <c:pt idx="2121">
                  <c:v>42862</c:v>
                </c:pt>
                <c:pt idx="2122">
                  <c:v>42861</c:v>
                </c:pt>
                <c:pt idx="2123">
                  <c:v>42860</c:v>
                </c:pt>
                <c:pt idx="2124">
                  <c:v>42859</c:v>
                </c:pt>
                <c:pt idx="2125">
                  <c:v>42858</c:v>
                </c:pt>
                <c:pt idx="2126">
                  <c:v>42857</c:v>
                </c:pt>
                <c:pt idx="2127">
                  <c:v>42856</c:v>
                </c:pt>
                <c:pt idx="2128">
                  <c:v>42855</c:v>
                </c:pt>
                <c:pt idx="2129">
                  <c:v>42854</c:v>
                </c:pt>
                <c:pt idx="2130">
                  <c:v>42853</c:v>
                </c:pt>
                <c:pt idx="2131">
                  <c:v>42852</c:v>
                </c:pt>
                <c:pt idx="2132">
                  <c:v>42851</c:v>
                </c:pt>
                <c:pt idx="2133">
                  <c:v>42850</c:v>
                </c:pt>
                <c:pt idx="2134">
                  <c:v>42849</c:v>
                </c:pt>
                <c:pt idx="2135">
                  <c:v>42848</c:v>
                </c:pt>
                <c:pt idx="2136">
                  <c:v>42847</c:v>
                </c:pt>
                <c:pt idx="2137">
                  <c:v>42846</c:v>
                </c:pt>
                <c:pt idx="2138">
                  <c:v>42845</c:v>
                </c:pt>
                <c:pt idx="2139">
                  <c:v>42844</c:v>
                </c:pt>
                <c:pt idx="2140">
                  <c:v>42843</c:v>
                </c:pt>
                <c:pt idx="2141">
                  <c:v>42842</c:v>
                </c:pt>
                <c:pt idx="2142">
                  <c:v>42841</c:v>
                </c:pt>
                <c:pt idx="2143">
                  <c:v>42840</c:v>
                </c:pt>
                <c:pt idx="2144">
                  <c:v>42839</c:v>
                </c:pt>
                <c:pt idx="2145">
                  <c:v>42838</c:v>
                </c:pt>
                <c:pt idx="2146">
                  <c:v>42837</c:v>
                </c:pt>
                <c:pt idx="2147">
                  <c:v>42836</c:v>
                </c:pt>
                <c:pt idx="2148">
                  <c:v>42835</c:v>
                </c:pt>
                <c:pt idx="2149">
                  <c:v>42834</c:v>
                </c:pt>
                <c:pt idx="2150">
                  <c:v>42833</c:v>
                </c:pt>
                <c:pt idx="2151">
                  <c:v>42832</c:v>
                </c:pt>
                <c:pt idx="2152">
                  <c:v>42831</c:v>
                </c:pt>
                <c:pt idx="2153">
                  <c:v>42830</c:v>
                </c:pt>
                <c:pt idx="2154">
                  <c:v>42829</c:v>
                </c:pt>
                <c:pt idx="2155">
                  <c:v>42828</c:v>
                </c:pt>
                <c:pt idx="2156">
                  <c:v>42827</c:v>
                </c:pt>
                <c:pt idx="2157">
                  <c:v>42826</c:v>
                </c:pt>
                <c:pt idx="2158">
                  <c:v>42825</c:v>
                </c:pt>
                <c:pt idx="2159">
                  <c:v>42824</c:v>
                </c:pt>
                <c:pt idx="2160">
                  <c:v>42823</c:v>
                </c:pt>
                <c:pt idx="2161">
                  <c:v>42822</c:v>
                </c:pt>
                <c:pt idx="2162">
                  <c:v>42821</c:v>
                </c:pt>
                <c:pt idx="2163">
                  <c:v>42820</c:v>
                </c:pt>
                <c:pt idx="2164">
                  <c:v>42819</c:v>
                </c:pt>
                <c:pt idx="2165">
                  <c:v>42818</c:v>
                </c:pt>
                <c:pt idx="2166">
                  <c:v>42817</c:v>
                </c:pt>
                <c:pt idx="2167">
                  <c:v>42816</c:v>
                </c:pt>
                <c:pt idx="2168">
                  <c:v>42815</c:v>
                </c:pt>
                <c:pt idx="2169">
                  <c:v>42814</c:v>
                </c:pt>
                <c:pt idx="2170">
                  <c:v>42813</c:v>
                </c:pt>
                <c:pt idx="2171">
                  <c:v>42812</c:v>
                </c:pt>
                <c:pt idx="2172">
                  <c:v>42811</c:v>
                </c:pt>
                <c:pt idx="2173">
                  <c:v>42810</c:v>
                </c:pt>
                <c:pt idx="2174">
                  <c:v>42809</c:v>
                </c:pt>
                <c:pt idx="2175">
                  <c:v>42808</c:v>
                </c:pt>
                <c:pt idx="2176">
                  <c:v>42807</c:v>
                </c:pt>
                <c:pt idx="2177">
                  <c:v>42806</c:v>
                </c:pt>
                <c:pt idx="2178">
                  <c:v>42805</c:v>
                </c:pt>
                <c:pt idx="2179">
                  <c:v>42804</c:v>
                </c:pt>
                <c:pt idx="2180">
                  <c:v>42803</c:v>
                </c:pt>
                <c:pt idx="2181">
                  <c:v>42802</c:v>
                </c:pt>
                <c:pt idx="2182">
                  <c:v>42801</c:v>
                </c:pt>
                <c:pt idx="2183">
                  <c:v>42800</c:v>
                </c:pt>
                <c:pt idx="2184">
                  <c:v>42799</c:v>
                </c:pt>
                <c:pt idx="2185">
                  <c:v>42798</c:v>
                </c:pt>
                <c:pt idx="2186">
                  <c:v>42797</c:v>
                </c:pt>
                <c:pt idx="2187">
                  <c:v>42796</c:v>
                </c:pt>
                <c:pt idx="2188">
                  <c:v>42795</c:v>
                </c:pt>
                <c:pt idx="2189">
                  <c:v>42794</c:v>
                </c:pt>
                <c:pt idx="2190">
                  <c:v>42793</c:v>
                </c:pt>
                <c:pt idx="2191">
                  <c:v>42792</c:v>
                </c:pt>
                <c:pt idx="2192">
                  <c:v>42791</c:v>
                </c:pt>
                <c:pt idx="2193">
                  <c:v>42790</c:v>
                </c:pt>
                <c:pt idx="2194">
                  <c:v>42789</c:v>
                </c:pt>
                <c:pt idx="2195">
                  <c:v>42788</c:v>
                </c:pt>
                <c:pt idx="2196">
                  <c:v>42787</c:v>
                </c:pt>
                <c:pt idx="2197">
                  <c:v>42786</c:v>
                </c:pt>
                <c:pt idx="2198">
                  <c:v>42785</c:v>
                </c:pt>
                <c:pt idx="2199">
                  <c:v>42784</c:v>
                </c:pt>
                <c:pt idx="2200">
                  <c:v>42783</c:v>
                </c:pt>
                <c:pt idx="2201">
                  <c:v>42782</c:v>
                </c:pt>
                <c:pt idx="2202">
                  <c:v>42781</c:v>
                </c:pt>
                <c:pt idx="2203">
                  <c:v>42780</c:v>
                </c:pt>
                <c:pt idx="2204">
                  <c:v>42779</c:v>
                </c:pt>
                <c:pt idx="2205">
                  <c:v>42778</c:v>
                </c:pt>
                <c:pt idx="2206">
                  <c:v>42777</c:v>
                </c:pt>
                <c:pt idx="2207">
                  <c:v>42776</c:v>
                </c:pt>
                <c:pt idx="2208">
                  <c:v>42775</c:v>
                </c:pt>
                <c:pt idx="2209">
                  <c:v>42774</c:v>
                </c:pt>
                <c:pt idx="2210">
                  <c:v>42773</c:v>
                </c:pt>
                <c:pt idx="2211">
                  <c:v>42772</c:v>
                </c:pt>
                <c:pt idx="2212">
                  <c:v>42771</c:v>
                </c:pt>
                <c:pt idx="2213">
                  <c:v>42770</c:v>
                </c:pt>
                <c:pt idx="2214">
                  <c:v>42769</c:v>
                </c:pt>
                <c:pt idx="2215">
                  <c:v>42768</c:v>
                </c:pt>
                <c:pt idx="2216">
                  <c:v>42767</c:v>
                </c:pt>
                <c:pt idx="2217">
                  <c:v>42766</c:v>
                </c:pt>
                <c:pt idx="2218">
                  <c:v>42765</c:v>
                </c:pt>
                <c:pt idx="2219">
                  <c:v>42764</c:v>
                </c:pt>
                <c:pt idx="2220">
                  <c:v>42763</c:v>
                </c:pt>
                <c:pt idx="2221">
                  <c:v>42762</c:v>
                </c:pt>
                <c:pt idx="2222">
                  <c:v>42761</c:v>
                </c:pt>
                <c:pt idx="2223">
                  <c:v>42760</c:v>
                </c:pt>
                <c:pt idx="2224">
                  <c:v>42759</c:v>
                </c:pt>
                <c:pt idx="2225">
                  <c:v>42758</c:v>
                </c:pt>
                <c:pt idx="2226">
                  <c:v>42757</c:v>
                </c:pt>
                <c:pt idx="2227">
                  <c:v>42756</c:v>
                </c:pt>
                <c:pt idx="2228">
                  <c:v>42755</c:v>
                </c:pt>
                <c:pt idx="2229">
                  <c:v>42754</c:v>
                </c:pt>
                <c:pt idx="2230">
                  <c:v>42753</c:v>
                </c:pt>
                <c:pt idx="2231">
                  <c:v>42752</c:v>
                </c:pt>
                <c:pt idx="2232">
                  <c:v>42751</c:v>
                </c:pt>
                <c:pt idx="2233">
                  <c:v>42750</c:v>
                </c:pt>
                <c:pt idx="2234">
                  <c:v>42749</c:v>
                </c:pt>
                <c:pt idx="2235">
                  <c:v>42748</c:v>
                </c:pt>
                <c:pt idx="2236">
                  <c:v>42747</c:v>
                </c:pt>
                <c:pt idx="2237">
                  <c:v>42746</c:v>
                </c:pt>
                <c:pt idx="2238">
                  <c:v>42745</c:v>
                </c:pt>
                <c:pt idx="2239">
                  <c:v>42744</c:v>
                </c:pt>
                <c:pt idx="2240">
                  <c:v>42743</c:v>
                </c:pt>
                <c:pt idx="2241">
                  <c:v>42742</c:v>
                </c:pt>
                <c:pt idx="2242">
                  <c:v>42741</c:v>
                </c:pt>
                <c:pt idx="2243">
                  <c:v>42740</c:v>
                </c:pt>
                <c:pt idx="2244">
                  <c:v>42739</c:v>
                </c:pt>
                <c:pt idx="2245">
                  <c:v>42738</c:v>
                </c:pt>
                <c:pt idx="2246">
                  <c:v>42737</c:v>
                </c:pt>
                <c:pt idx="2247">
                  <c:v>42736</c:v>
                </c:pt>
                <c:pt idx="2248">
                  <c:v>42735</c:v>
                </c:pt>
                <c:pt idx="2249">
                  <c:v>42734</c:v>
                </c:pt>
                <c:pt idx="2250">
                  <c:v>42733</c:v>
                </c:pt>
                <c:pt idx="2251">
                  <c:v>42732</c:v>
                </c:pt>
                <c:pt idx="2252">
                  <c:v>42731</c:v>
                </c:pt>
                <c:pt idx="2253">
                  <c:v>42730</c:v>
                </c:pt>
                <c:pt idx="2254">
                  <c:v>42729</c:v>
                </c:pt>
                <c:pt idx="2255">
                  <c:v>42728</c:v>
                </c:pt>
                <c:pt idx="2256">
                  <c:v>42727</c:v>
                </c:pt>
                <c:pt idx="2257">
                  <c:v>42726</c:v>
                </c:pt>
                <c:pt idx="2258">
                  <c:v>42725</c:v>
                </c:pt>
                <c:pt idx="2259">
                  <c:v>42724</c:v>
                </c:pt>
                <c:pt idx="2260">
                  <c:v>42723</c:v>
                </c:pt>
                <c:pt idx="2261">
                  <c:v>42722</c:v>
                </c:pt>
                <c:pt idx="2262">
                  <c:v>42721</c:v>
                </c:pt>
                <c:pt idx="2263">
                  <c:v>42720</c:v>
                </c:pt>
                <c:pt idx="2264">
                  <c:v>42719</c:v>
                </c:pt>
                <c:pt idx="2265">
                  <c:v>42718</c:v>
                </c:pt>
                <c:pt idx="2266">
                  <c:v>42717</c:v>
                </c:pt>
                <c:pt idx="2267">
                  <c:v>42716</c:v>
                </c:pt>
                <c:pt idx="2268">
                  <c:v>42715</c:v>
                </c:pt>
                <c:pt idx="2269">
                  <c:v>42714</c:v>
                </c:pt>
                <c:pt idx="2270">
                  <c:v>42713</c:v>
                </c:pt>
                <c:pt idx="2271">
                  <c:v>42712</c:v>
                </c:pt>
                <c:pt idx="2272">
                  <c:v>42711</c:v>
                </c:pt>
                <c:pt idx="2273">
                  <c:v>42710</c:v>
                </c:pt>
                <c:pt idx="2274">
                  <c:v>42709</c:v>
                </c:pt>
                <c:pt idx="2275">
                  <c:v>42708</c:v>
                </c:pt>
                <c:pt idx="2276">
                  <c:v>42707</c:v>
                </c:pt>
                <c:pt idx="2277">
                  <c:v>42706</c:v>
                </c:pt>
                <c:pt idx="2278">
                  <c:v>42705</c:v>
                </c:pt>
                <c:pt idx="2279">
                  <c:v>42704</c:v>
                </c:pt>
                <c:pt idx="2280">
                  <c:v>42703</c:v>
                </c:pt>
                <c:pt idx="2281">
                  <c:v>42702</c:v>
                </c:pt>
                <c:pt idx="2282">
                  <c:v>42701</c:v>
                </c:pt>
                <c:pt idx="2283">
                  <c:v>42700</c:v>
                </c:pt>
                <c:pt idx="2284">
                  <c:v>42699</c:v>
                </c:pt>
                <c:pt idx="2285">
                  <c:v>42698</c:v>
                </c:pt>
                <c:pt idx="2286">
                  <c:v>42697</c:v>
                </c:pt>
                <c:pt idx="2287">
                  <c:v>42696</c:v>
                </c:pt>
                <c:pt idx="2288">
                  <c:v>42695</c:v>
                </c:pt>
                <c:pt idx="2289">
                  <c:v>42694</c:v>
                </c:pt>
                <c:pt idx="2290">
                  <c:v>42693</c:v>
                </c:pt>
                <c:pt idx="2291">
                  <c:v>42692</c:v>
                </c:pt>
                <c:pt idx="2292">
                  <c:v>42691</c:v>
                </c:pt>
                <c:pt idx="2293">
                  <c:v>42690</c:v>
                </c:pt>
                <c:pt idx="2294">
                  <c:v>42689</c:v>
                </c:pt>
                <c:pt idx="2295">
                  <c:v>42688</c:v>
                </c:pt>
                <c:pt idx="2296">
                  <c:v>42687</c:v>
                </c:pt>
                <c:pt idx="2297">
                  <c:v>42686</c:v>
                </c:pt>
                <c:pt idx="2298">
                  <c:v>42685</c:v>
                </c:pt>
                <c:pt idx="2299">
                  <c:v>42684</c:v>
                </c:pt>
                <c:pt idx="2300">
                  <c:v>42683</c:v>
                </c:pt>
                <c:pt idx="2301">
                  <c:v>42682</c:v>
                </c:pt>
                <c:pt idx="2302">
                  <c:v>42681</c:v>
                </c:pt>
                <c:pt idx="2303">
                  <c:v>42680</c:v>
                </c:pt>
                <c:pt idx="2304">
                  <c:v>42679</c:v>
                </c:pt>
                <c:pt idx="2305">
                  <c:v>42678</c:v>
                </c:pt>
                <c:pt idx="2306">
                  <c:v>42677</c:v>
                </c:pt>
                <c:pt idx="2307">
                  <c:v>42676</c:v>
                </c:pt>
                <c:pt idx="2308">
                  <c:v>42675</c:v>
                </c:pt>
                <c:pt idx="2309">
                  <c:v>42674</c:v>
                </c:pt>
                <c:pt idx="2310">
                  <c:v>42673</c:v>
                </c:pt>
                <c:pt idx="2311">
                  <c:v>42672</c:v>
                </c:pt>
                <c:pt idx="2312">
                  <c:v>42671</c:v>
                </c:pt>
                <c:pt idx="2313">
                  <c:v>42670</c:v>
                </c:pt>
                <c:pt idx="2314">
                  <c:v>42669</c:v>
                </c:pt>
                <c:pt idx="2315">
                  <c:v>42668</c:v>
                </c:pt>
                <c:pt idx="2316">
                  <c:v>42667</c:v>
                </c:pt>
                <c:pt idx="2317">
                  <c:v>42666</c:v>
                </c:pt>
                <c:pt idx="2318">
                  <c:v>42665</c:v>
                </c:pt>
                <c:pt idx="2319">
                  <c:v>42664</c:v>
                </c:pt>
                <c:pt idx="2320">
                  <c:v>42663</c:v>
                </c:pt>
                <c:pt idx="2321">
                  <c:v>42662</c:v>
                </c:pt>
                <c:pt idx="2322">
                  <c:v>42661</c:v>
                </c:pt>
                <c:pt idx="2323">
                  <c:v>42660</c:v>
                </c:pt>
                <c:pt idx="2324">
                  <c:v>42659</c:v>
                </c:pt>
                <c:pt idx="2325">
                  <c:v>42658</c:v>
                </c:pt>
                <c:pt idx="2326">
                  <c:v>42657</c:v>
                </c:pt>
                <c:pt idx="2327">
                  <c:v>42656</c:v>
                </c:pt>
                <c:pt idx="2328">
                  <c:v>42655</c:v>
                </c:pt>
                <c:pt idx="2329">
                  <c:v>42654</c:v>
                </c:pt>
                <c:pt idx="2330">
                  <c:v>42653</c:v>
                </c:pt>
                <c:pt idx="2331">
                  <c:v>42652</c:v>
                </c:pt>
                <c:pt idx="2332">
                  <c:v>42651</c:v>
                </c:pt>
                <c:pt idx="2333">
                  <c:v>42650</c:v>
                </c:pt>
                <c:pt idx="2334">
                  <c:v>42649</c:v>
                </c:pt>
                <c:pt idx="2335">
                  <c:v>42648</c:v>
                </c:pt>
                <c:pt idx="2336">
                  <c:v>42647</c:v>
                </c:pt>
                <c:pt idx="2337">
                  <c:v>42646</c:v>
                </c:pt>
                <c:pt idx="2338">
                  <c:v>42645</c:v>
                </c:pt>
                <c:pt idx="2339">
                  <c:v>42644</c:v>
                </c:pt>
                <c:pt idx="2340">
                  <c:v>42643</c:v>
                </c:pt>
                <c:pt idx="2341">
                  <c:v>42642</c:v>
                </c:pt>
                <c:pt idx="2342">
                  <c:v>42641</c:v>
                </c:pt>
                <c:pt idx="2343">
                  <c:v>42640</c:v>
                </c:pt>
                <c:pt idx="2344">
                  <c:v>42639</c:v>
                </c:pt>
                <c:pt idx="2345">
                  <c:v>42638</c:v>
                </c:pt>
                <c:pt idx="2346">
                  <c:v>42637</c:v>
                </c:pt>
                <c:pt idx="2347">
                  <c:v>42636</c:v>
                </c:pt>
                <c:pt idx="2348">
                  <c:v>42635</c:v>
                </c:pt>
                <c:pt idx="2349">
                  <c:v>42634</c:v>
                </c:pt>
                <c:pt idx="2350">
                  <c:v>42633</c:v>
                </c:pt>
                <c:pt idx="2351">
                  <c:v>42632</c:v>
                </c:pt>
                <c:pt idx="2352">
                  <c:v>42631</c:v>
                </c:pt>
                <c:pt idx="2353">
                  <c:v>42630</c:v>
                </c:pt>
                <c:pt idx="2354">
                  <c:v>42629</c:v>
                </c:pt>
                <c:pt idx="2355">
                  <c:v>42628</c:v>
                </c:pt>
                <c:pt idx="2356">
                  <c:v>42627</c:v>
                </c:pt>
                <c:pt idx="2357">
                  <c:v>42626</c:v>
                </c:pt>
                <c:pt idx="2358">
                  <c:v>42625</c:v>
                </c:pt>
                <c:pt idx="2359">
                  <c:v>42624</c:v>
                </c:pt>
                <c:pt idx="2360">
                  <c:v>42623</c:v>
                </c:pt>
                <c:pt idx="2361">
                  <c:v>42622</c:v>
                </c:pt>
                <c:pt idx="2362">
                  <c:v>42621</c:v>
                </c:pt>
                <c:pt idx="2363">
                  <c:v>42620</c:v>
                </c:pt>
                <c:pt idx="2364">
                  <c:v>42619</c:v>
                </c:pt>
                <c:pt idx="2365">
                  <c:v>42618</c:v>
                </c:pt>
                <c:pt idx="2366">
                  <c:v>42617</c:v>
                </c:pt>
                <c:pt idx="2367">
                  <c:v>42616</c:v>
                </c:pt>
                <c:pt idx="2368">
                  <c:v>42615</c:v>
                </c:pt>
                <c:pt idx="2369">
                  <c:v>42614</c:v>
                </c:pt>
                <c:pt idx="2370">
                  <c:v>42613</c:v>
                </c:pt>
                <c:pt idx="2371">
                  <c:v>42612</c:v>
                </c:pt>
                <c:pt idx="2372">
                  <c:v>42611</c:v>
                </c:pt>
                <c:pt idx="2373">
                  <c:v>42610</c:v>
                </c:pt>
                <c:pt idx="2374">
                  <c:v>42609</c:v>
                </c:pt>
                <c:pt idx="2375">
                  <c:v>42608</c:v>
                </c:pt>
                <c:pt idx="2376">
                  <c:v>42607</c:v>
                </c:pt>
                <c:pt idx="2377">
                  <c:v>42606</c:v>
                </c:pt>
                <c:pt idx="2378">
                  <c:v>42605</c:v>
                </c:pt>
                <c:pt idx="2379">
                  <c:v>42604</c:v>
                </c:pt>
                <c:pt idx="2380">
                  <c:v>42603</c:v>
                </c:pt>
                <c:pt idx="2381">
                  <c:v>42602</c:v>
                </c:pt>
                <c:pt idx="2382">
                  <c:v>42601</c:v>
                </c:pt>
                <c:pt idx="2383">
                  <c:v>42600</c:v>
                </c:pt>
                <c:pt idx="2384">
                  <c:v>42599</c:v>
                </c:pt>
                <c:pt idx="2385">
                  <c:v>42598</c:v>
                </c:pt>
                <c:pt idx="2386">
                  <c:v>42597</c:v>
                </c:pt>
                <c:pt idx="2387">
                  <c:v>42596</c:v>
                </c:pt>
                <c:pt idx="2388">
                  <c:v>42595</c:v>
                </c:pt>
                <c:pt idx="2389">
                  <c:v>42594</c:v>
                </c:pt>
                <c:pt idx="2390">
                  <c:v>42593</c:v>
                </c:pt>
                <c:pt idx="2391">
                  <c:v>42592</c:v>
                </c:pt>
                <c:pt idx="2392">
                  <c:v>42591</c:v>
                </c:pt>
                <c:pt idx="2393">
                  <c:v>42590</c:v>
                </c:pt>
                <c:pt idx="2394">
                  <c:v>42589</c:v>
                </c:pt>
                <c:pt idx="2395">
                  <c:v>42588</c:v>
                </c:pt>
                <c:pt idx="2396">
                  <c:v>42587</c:v>
                </c:pt>
                <c:pt idx="2397">
                  <c:v>42586</c:v>
                </c:pt>
                <c:pt idx="2398">
                  <c:v>42585</c:v>
                </c:pt>
                <c:pt idx="2399">
                  <c:v>42584</c:v>
                </c:pt>
                <c:pt idx="2400">
                  <c:v>42583</c:v>
                </c:pt>
                <c:pt idx="2401">
                  <c:v>42582</c:v>
                </c:pt>
                <c:pt idx="2402">
                  <c:v>42581</c:v>
                </c:pt>
                <c:pt idx="2403">
                  <c:v>42580</c:v>
                </c:pt>
                <c:pt idx="2404">
                  <c:v>42579</c:v>
                </c:pt>
                <c:pt idx="2405">
                  <c:v>42578</c:v>
                </c:pt>
                <c:pt idx="2406">
                  <c:v>42577</c:v>
                </c:pt>
                <c:pt idx="2407">
                  <c:v>42576</c:v>
                </c:pt>
                <c:pt idx="2408">
                  <c:v>42575</c:v>
                </c:pt>
                <c:pt idx="2409">
                  <c:v>42574</c:v>
                </c:pt>
                <c:pt idx="2410">
                  <c:v>42573</c:v>
                </c:pt>
                <c:pt idx="2411">
                  <c:v>42572</c:v>
                </c:pt>
                <c:pt idx="2412">
                  <c:v>42571</c:v>
                </c:pt>
                <c:pt idx="2413">
                  <c:v>42570</c:v>
                </c:pt>
                <c:pt idx="2414">
                  <c:v>42569</c:v>
                </c:pt>
                <c:pt idx="2415">
                  <c:v>42568</c:v>
                </c:pt>
                <c:pt idx="2416">
                  <c:v>42567</c:v>
                </c:pt>
                <c:pt idx="2417">
                  <c:v>42566</c:v>
                </c:pt>
                <c:pt idx="2418">
                  <c:v>42565</c:v>
                </c:pt>
                <c:pt idx="2419">
                  <c:v>42564</c:v>
                </c:pt>
                <c:pt idx="2420">
                  <c:v>42563</c:v>
                </c:pt>
                <c:pt idx="2421">
                  <c:v>42562</c:v>
                </c:pt>
                <c:pt idx="2422">
                  <c:v>42561</c:v>
                </c:pt>
                <c:pt idx="2423">
                  <c:v>42560</c:v>
                </c:pt>
                <c:pt idx="2424">
                  <c:v>42559</c:v>
                </c:pt>
                <c:pt idx="2425">
                  <c:v>42558</c:v>
                </c:pt>
                <c:pt idx="2426">
                  <c:v>42557</c:v>
                </c:pt>
                <c:pt idx="2427">
                  <c:v>42556</c:v>
                </c:pt>
                <c:pt idx="2428">
                  <c:v>42555</c:v>
                </c:pt>
                <c:pt idx="2429">
                  <c:v>42554</c:v>
                </c:pt>
                <c:pt idx="2430">
                  <c:v>42553</c:v>
                </c:pt>
                <c:pt idx="2431">
                  <c:v>42552</c:v>
                </c:pt>
                <c:pt idx="2432">
                  <c:v>42551</c:v>
                </c:pt>
                <c:pt idx="2433">
                  <c:v>42550</c:v>
                </c:pt>
                <c:pt idx="2434">
                  <c:v>42549</c:v>
                </c:pt>
                <c:pt idx="2435">
                  <c:v>42548</c:v>
                </c:pt>
                <c:pt idx="2436">
                  <c:v>42547</c:v>
                </c:pt>
                <c:pt idx="2437">
                  <c:v>42546</c:v>
                </c:pt>
                <c:pt idx="2438">
                  <c:v>42545</c:v>
                </c:pt>
                <c:pt idx="2439">
                  <c:v>42544</c:v>
                </c:pt>
                <c:pt idx="2440">
                  <c:v>42543</c:v>
                </c:pt>
                <c:pt idx="2441">
                  <c:v>42542</c:v>
                </c:pt>
                <c:pt idx="2442">
                  <c:v>42541</c:v>
                </c:pt>
                <c:pt idx="2443">
                  <c:v>42540</c:v>
                </c:pt>
                <c:pt idx="2444">
                  <c:v>42539</c:v>
                </c:pt>
                <c:pt idx="2445">
                  <c:v>42538</c:v>
                </c:pt>
                <c:pt idx="2446">
                  <c:v>42537</c:v>
                </c:pt>
                <c:pt idx="2447">
                  <c:v>42536</c:v>
                </c:pt>
                <c:pt idx="2448">
                  <c:v>42535</c:v>
                </c:pt>
                <c:pt idx="2449">
                  <c:v>42534</c:v>
                </c:pt>
                <c:pt idx="2450">
                  <c:v>42533</c:v>
                </c:pt>
                <c:pt idx="2451">
                  <c:v>42532</c:v>
                </c:pt>
                <c:pt idx="2452">
                  <c:v>42531</c:v>
                </c:pt>
                <c:pt idx="2453">
                  <c:v>42530</c:v>
                </c:pt>
                <c:pt idx="2454">
                  <c:v>42529</c:v>
                </c:pt>
                <c:pt idx="2455">
                  <c:v>42528</c:v>
                </c:pt>
                <c:pt idx="2456">
                  <c:v>42527</c:v>
                </c:pt>
                <c:pt idx="2457">
                  <c:v>42526</c:v>
                </c:pt>
                <c:pt idx="2458">
                  <c:v>42525</c:v>
                </c:pt>
                <c:pt idx="2459">
                  <c:v>42524</c:v>
                </c:pt>
                <c:pt idx="2460">
                  <c:v>42523</c:v>
                </c:pt>
                <c:pt idx="2461">
                  <c:v>42522</c:v>
                </c:pt>
                <c:pt idx="2462">
                  <c:v>42521</c:v>
                </c:pt>
                <c:pt idx="2463">
                  <c:v>42520</c:v>
                </c:pt>
                <c:pt idx="2464">
                  <c:v>42519</c:v>
                </c:pt>
                <c:pt idx="2465">
                  <c:v>42518</c:v>
                </c:pt>
                <c:pt idx="2466">
                  <c:v>42517</c:v>
                </c:pt>
                <c:pt idx="2467">
                  <c:v>42516</c:v>
                </c:pt>
                <c:pt idx="2468">
                  <c:v>42515</c:v>
                </c:pt>
                <c:pt idx="2469">
                  <c:v>42514</c:v>
                </c:pt>
                <c:pt idx="2470">
                  <c:v>42513</c:v>
                </c:pt>
                <c:pt idx="2471">
                  <c:v>42512</c:v>
                </c:pt>
                <c:pt idx="2472">
                  <c:v>42511</c:v>
                </c:pt>
                <c:pt idx="2473">
                  <c:v>42510</c:v>
                </c:pt>
                <c:pt idx="2474">
                  <c:v>42509</c:v>
                </c:pt>
                <c:pt idx="2475">
                  <c:v>42508</c:v>
                </c:pt>
                <c:pt idx="2476">
                  <c:v>42507</c:v>
                </c:pt>
                <c:pt idx="2477">
                  <c:v>42506</c:v>
                </c:pt>
                <c:pt idx="2478">
                  <c:v>42505</c:v>
                </c:pt>
                <c:pt idx="2479">
                  <c:v>42504</c:v>
                </c:pt>
                <c:pt idx="2480">
                  <c:v>42503</c:v>
                </c:pt>
                <c:pt idx="2481">
                  <c:v>42502</c:v>
                </c:pt>
                <c:pt idx="2482">
                  <c:v>42501</c:v>
                </c:pt>
                <c:pt idx="2483">
                  <c:v>42500</c:v>
                </c:pt>
                <c:pt idx="2484">
                  <c:v>42499</c:v>
                </c:pt>
                <c:pt idx="2485">
                  <c:v>42498</c:v>
                </c:pt>
                <c:pt idx="2486">
                  <c:v>42497</c:v>
                </c:pt>
                <c:pt idx="2487">
                  <c:v>42496</c:v>
                </c:pt>
                <c:pt idx="2488">
                  <c:v>42495</c:v>
                </c:pt>
                <c:pt idx="2489">
                  <c:v>42494</c:v>
                </c:pt>
                <c:pt idx="2490">
                  <c:v>42493</c:v>
                </c:pt>
                <c:pt idx="2491">
                  <c:v>42492</c:v>
                </c:pt>
                <c:pt idx="2492">
                  <c:v>42491</c:v>
                </c:pt>
                <c:pt idx="2493">
                  <c:v>42490</c:v>
                </c:pt>
                <c:pt idx="2494">
                  <c:v>42489</c:v>
                </c:pt>
                <c:pt idx="2495">
                  <c:v>42488</c:v>
                </c:pt>
                <c:pt idx="2496">
                  <c:v>42487</c:v>
                </c:pt>
                <c:pt idx="2497">
                  <c:v>42486</c:v>
                </c:pt>
                <c:pt idx="2498">
                  <c:v>42485</c:v>
                </c:pt>
                <c:pt idx="2499">
                  <c:v>42484</c:v>
                </c:pt>
                <c:pt idx="2500">
                  <c:v>42483</c:v>
                </c:pt>
                <c:pt idx="2501">
                  <c:v>42482</c:v>
                </c:pt>
                <c:pt idx="2502">
                  <c:v>42481</c:v>
                </c:pt>
                <c:pt idx="2503">
                  <c:v>42480</c:v>
                </c:pt>
                <c:pt idx="2504">
                  <c:v>42479</c:v>
                </c:pt>
                <c:pt idx="2505">
                  <c:v>42478</c:v>
                </c:pt>
                <c:pt idx="2506">
                  <c:v>42477</c:v>
                </c:pt>
                <c:pt idx="2507">
                  <c:v>42476</c:v>
                </c:pt>
                <c:pt idx="2508">
                  <c:v>42475</c:v>
                </c:pt>
                <c:pt idx="2509">
                  <c:v>42474</c:v>
                </c:pt>
                <c:pt idx="2510">
                  <c:v>42473</c:v>
                </c:pt>
                <c:pt idx="2511">
                  <c:v>42472</c:v>
                </c:pt>
                <c:pt idx="2512">
                  <c:v>42471</c:v>
                </c:pt>
                <c:pt idx="2513">
                  <c:v>42470</c:v>
                </c:pt>
                <c:pt idx="2514">
                  <c:v>42469</c:v>
                </c:pt>
                <c:pt idx="2515">
                  <c:v>42468</c:v>
                </c:pt>
                <c:pt idx="2516">
                  <c:v>42467</c:v>
                </c:pt>
                <c:pt idx="2517">
                  <c:v>42466</c:v>
                </c:pt>
                <c:pt idx="2518">
                  <c:v>42465</c:v>
                </c:pt>
                <c:pt idx="2519">
                  <c:v>42464</c:v>
                </c:pt>
                <c:pt idx="2520">
                  <c:v>42463</c:v>
                </c:pt>
                <c:pt idx="2521">
                  <c:v>42462</c:v>
                </c:pt>
                <c:pt idx="2522">
                  <c:v>42461</c:v>
                </c:pt>
                <c:pt idx="2523">
                  <c:v>42460</c:v>
                </c:pt>
                <c:pt idx="2524">
                  <c:v>42459</c:v>
                </c:pt>
                <c:pt idx="2525">
                  <c:v>42458</c:v>
                </c:pt>
                <c:pt idx="2526">
                  <c:v>42457</c:v>
                </c:pt>
                <c:pt idx="2527">
                  <c:v>42456</c:v>
                </c:pt>
                <c:pt idx="2528">
                  <c:v>42455</c:v>
                </c:pt>
                <c:pt idx="2529">
                  <c:v>42454</c:v>
                </c:pt>
                <c:pt idx="2530">
                  <c:v>42453</c:v>
                </c:pt>
                <c:pt idx="2531">
                  <c:v>42452</c:v>
                </c:pt>
                <c:pt idx="2532">
                  <c:v>42451</c:v>
                </c:pt>
                <c:pt idx="2533">
                  <c:v>42450</c:v>
                </c:pt>
                <c:pt idx="2534">
                  <c:v>42449</c:v>
                </c:pt>
                <c:pt idx="2535">
                  <c:v>42448</c:v>
                </c:pt>
                <c:pt idx="2536">
                  <c:v>42447</c:v>
                </c:pt>
                <c:pt idx="2537">
                  <c:v>42446</c:v>
                </c:pt>
                <c:pt idx="2538">
                  <c:v>42445</c:v>
                </c:pt>
                <c:pt idx="2539">
                  <c:v>42444</c:v>
                </c:pt>
                <c:pt idx="2540">
                  <c:v>42443</c:v>
                </c:pt>
                <c:pt idx="2541">
                  <c:v>42442</c:v>
                </c:pt>
                <c:pt idx="2542">
                  <c:v>42441</c:v>
                </c:pt>
                <c:pt idx="2543">
                  <c:v>42440</c:v>
                </c:pt>
                <c:pt idx="2544">
                  <c:v>42439</c:v>
                </c:pt>
                <c:pt idx="2545">
                  <c:v>42438</c:v>
                </c:pt>
                <c:pt idx="2546">
                  <c:v>42437</c:v>
                </c:pt>
                <c:pt idx="2547">
                  <c:v>42436</c:v>
                </c:pt>
                <c:pt idx="2548">
                  <c:v>42435</c:v>
                </c:pt>
                <c:pt idx="2549">
                  <c:v>42434</c:v>
                </c:pt>
                <c:pt idx="2550">
                  <c:v>42433</c:v>
                </c:pt>
                <c:pt idx="2551">
                  <c:v>42432</c:v>
                </c:pt>
                <c:pt idx="2552">
                  <c:v>42431</c:v>
                </c:pt>
                <c:pt idx="2553">
                  <c:v>42430</c:v>
                </c:pt>
                <c:pt idx="2554">
                  <c:v>42429</c:v>
                </c:pt>
                <c:pt idx="2555">
                  <c:v>42428</c:v>
                </c:pt>
                <c:pt idx="2556">
                  <c:v>42427</c:v>
                </c:pt>
                <c:pt idx="2557">
                  <c:v>42426</c:v>
                </c:pt>
                <c:pt idx="2558">
                  <c:v>42425</c:v>
                </c:pt>
                <c:pt idx="2559">
                  <c:v>42424</c:v>
                </c:pt>
                <c:pt idx="2560">
                  <c:v>42423</c:v>
                </c:pt>
                <c:pt idx="2561">
                  <c:v>42422</c:v>
                </c:pt>
                <c:pt idx="2562">
                  <c:v>42421</c:v>
                </c:pt>
                <c:pt idx="2563">
                  <c:v>42420</c:v>
                </c:pt>
                <c:pt idx="2564">
                  <c:v>42419</c:v>
                </c:pt>
                <c:pt idx="2565">
                  <c:v>42418</c:v>
                </c:pt>
                <c:pt idx="2566">
                  <c:v>42417</c:v>
                </c:pt>
                <c:pt idx="2567">
                  <c:v>42416</c:v>
                </c:pt>
                <c:pt idx="2568">
                  <c:v>42415</c:v>
                </c:pt>
                <c:pt idx="2569">
                  <c:v>42414</c:v>
                </c:pt>
                <c:pt idx="2570">
                  <c:v>42413</c:v>
                </c:pt>
                <c:pt idx="2571">
                  <c:v>42412</c:v>
                </c:pt>
                <c:pt idx="2572">
                  <c:v>42411</c:v>
                </c:pt>
                <c:pt idx="2573">
                  <c:v>42410</c:v>
                </c:pt>
                <c:pt idx="2574">
                  <c:v>42409</c:v>
                </c:pt>
                <c:pt idx="2575">
                  <c:v>42408</c:v>
                </c:pt>
                <c:pt idx="2576">
                  <c:v>42407</c:v>
                </c:pt>
                <c:pt idx="2577">
                  <c:v>42406</c:v>
                </c:pt>
                <c:pt idx="2578">
                  <c:v>42405</c:v>
                </c:pt>
                <c:pt idx="2579">
                  <c:v>42404</c:v>
                </c:pt>
                <c:pt idx="2580">
                  <c:v>42403</c:v>
                </c:pt>
                <c:pt idx="2581">
                  <c:v>42402</c:v>
                </c:pt>
                <c:pt idx="2582">
                  <c:v>42401</c:v>
                </c:pt>
                <c:pt idx="2583">
                  <c:v>42400</c:v>
                </c:pt>
                <c:pt idx="2584">
                  <c:v>42399</c:v>
                </c:pt>
                <c:pt idx="2585">
                  <c:v>42398</c:v>
                </c:pt>
                <c:pt idx="2586">
                  <c:v>42397</c:v>
                </c:pt>
                <c:pt idx="2587">
                  <c:v>42396</c:v>
                </c:pt>
                <c:pt idx="2588">
                  <c:v>42395</c:v>
                </c:pt>
                <c:pt idx="2589">
                  <c:v>42394</c:v>
                </c:pt>
                <c:pt idx="2590">
                  <c:v>42393</c:v>
                </c:pt>
                <c:pt idx="2591">
                  <c:v>42392</c:v>
                </c:pt>
                <c:pt idx="2592">
                  <c:v>42391</c:v>
                </c:pt>
                <c:pt idx="2593">
                  <c:v>42390</c:v>
                </c:pt>
                <c:pt idx="2594">
                  <c:v>42389</c:v>
                </c:pt>
                <c:pt idx="2595">
                  <c:v>42388</c:v>
                </c:pt>
                <c:pt idx="2596">
                  <c:v>42387</c:v>
                </c:pt>
                <c:pt idx="2597">
                  <c:v>42386</c:v>
                </c:pt>
                <c:pt idx="2598">
                  <c:v>42385</c:v>
                </c:pt>
                <c:pt idx="2599">
                  <c:v>42384</c:v>
                </c:pt>
                <c:pt idx="2600">
                  <c:v>42383</c:v>
                </c:pt>
                <c:pt idx="2601">
                  <c:v>42382</c:v>
                </c:pt>
                <c:pt idx="2602">
                  <c:v>42381</c:v>
                </c:pt>
                <c:pt idx="2603">
                  <c:v>42380</c:v>
                </c:pt>
                <c:pt idx="2604">
                  <c:v>42379</c:v>
                </c:pt>
                <c:pt idx="2605">
                  <c:v>42378</c:v>
                </c:pt>
                <c:pt idx="2606">
                  <c:v>42377</c:v>
                </c:pt>
                <c:pt idx="2607">
                  <c:v>42376</c:v>
                </c:pt>
                <c:pt idx="2608">
                  <c:v>42375</c:v>
                </c:pt>
                <c:pt idx="2609">
                  <c:v>42374</c:v>
                </c:pt>
                <c:pt idx="2610">
                  <c:v>42373</c:v>
                </c:pt>
                <c:pt idx="2611">
                  <c:v>42372</c:v>
                </c:pt>
                <c:pt idx="2612">
                  <c:v>42371</c:v>
                </c:pt>
                <c:pt idx="2613">
                  <c:v>42370</c:v>
                </c:pt>
                <c:pt idx="2614">
                  <c:v>42369</c:v>
                </c:pt>
                <c:pt idx="2615">
                  <c:v>42368</c:v>
                </c:pt>
                <c:pt idx="2616">
                  <c:v>42367</c:v>
                </c:pt>
                <c:pt idx="2617">
                  <c:v>42366</c:v>
                </c:pt>
                <c:pt idx="2618">
                  <c:v>42365</c:v>
                </c:pt>
                <c:pt idx="2619">
                  <c:v>42364</c:v>
                </c:pt>
                <c:pt idx="2620">
                  <c:v>42363</c:v>
                </c:pt>
                <c:pt idx="2621">
                  <c:v>42362</c:v>
                </c:pt>
                <c:pt idx="2622">
                  <c:v>42361</c:v>
                </c:pt>
                <c:pt idx="2623">
                  <c:v>42360</c:v>
                </c:pt>
                <c:pt idx="2624">
                  <c:v>42359</c:v>
                </c:pt>
                <c:pt idx="2625">
                  <c:v>42358</c:v>
                </c:pt>
                <c:pt idx="2626">
                  <c:v>42357</c:v>
                </c:pt>
                <c:pt idx="2627">
                  <c:v>42356</c:v>
                </c:pt>
                <c:pt idx="2628">
                  <c:v>42355</c:v>
                </c:pt>
                <c:pt idx="2629">
                  <c:v>42354</c:v>
                </c:pt>
                <c:pt idx="2630">
                  <c:v>42353</c:v>
                </c:pt>
                <c:pt idx="2631">
                  <c:v>42352</c:v>
                </c:pt>
                <c:pt idx="2632">
                  <c:v>42351</c:v>
                </c:pt>
                <c:pt idx="2633">
                  <c:v>42350</c:v>
                </c:pt>
                <c:pt idx="2634">
                  <c:v>42349</c:v>
                </c:pt>
                <c:pt idx="2635">
                  <c:v>42348</c:v>
                </c:pt>
                <c:pt idx="2636">
                  <c:v>42347</c:v>
                </c:pt>
                <c:pt idx="2637">
                  <c:v>42346</c:v>
                </c:pt>
                <c:pt idx="2638">
                  <c:v>42345</c:v>
                </c:pt>
                <c:pt idx="2639">
                  <c:v>42344</c:v>
                </c:pt>
                <c:pt idx="2640">
                  <c:v>42343</c:v>
                </c:pt>
                <c:pt idx="2641">
                  <c:v>42342</c:v>
                </c:pt>
                <c:pt idx="2642">
                  <c:v>42341</c:v>
                </c:pt>
                <c:pt idx="2643">
                  <c:v>42340</c:v>
                </c:pt>
                <c:pt idx="2644">
                  <c:v>42339</c:v>
                </c:pt>
                <c:pt idx="2645">
                  <c:v>42338</c:v>
                </c:pt>
                <c:pt idx="2646">
                  <c:v>42337</c:v>
                </c:pt>
                <c:pt idx="2647">
                  <c:v>42336</c:v>
                </c:pt>
                <c:pt idx="2648">
                  <c:v>42335</c:v>
                </c:pt>
                <c:pt idx="2649">
                  <c:v>42334</c:v>
                </c:pt>
                <c:pt idx="2650">
                  <c:v>42333</c:v>
                </c:pt>
                <c:pt idx="2651">
                  <c:v>42332</c:v>
                </c:pt>
                <c:pt idx="2652">
                  <c:v>42331</c:v>
                </c:pt>
                <c:pt idx="2653">
                  <c:v>42330</c:v>
                </c:pt>
                <c:pt idx="2654">
                  <c:v>42329</c:v>
                </c:pt>
                <c:pt idx="2655">
                  <c:v>42328</c:v>
                </c:pt>
                <c:pt idx="2656">
                  <c:v>42327</c:v>
                </c:pt>
                <c:pt idx="2657">
                  <c:v>42326</c:v>
                </c:pt>
                <c:pt idx="2658">
                  <c:v>42325</c:v>
                </c:pt>
                <c:pt idx="2659">
                  <c:v>42324</c:v>
                </c:pt>
                <c:pt idx="2660">
                  <c:v>42323</c:v>
                </c:pt>
                <c:pt idx="2661">
                  <c:v>42322</c:v>
                </c:pt>
                <c:pt idx="2662">
                  <c:v>42321</c:v>
                </c:pt>
                <c:pt idx="2663">
                  <c:v>42320</c:v>
                </c:pt>
                <c:pt idx="2664">
                  <c:v>42319</c:v>
                </c:pt>
                <c:pt idx="2665">
                  <c:v>42318</c:v>
                </c:pt>
                <c:pt idx="2666">
                  <c:v>42317</c:v>
                </c:pt>
                <c:pt idx="2667">
                  <c:v>42316</c:v>
                </c:pt>
                <c:pt idx="2668">
                  <c:v>42315</c:v>
                </c:pt>
                <c:pt idx="2669">
                  <c:v>42314</c:v>
                </c:pt>
                <c:pt idx="2670">
                  <c:v>42313</c:v>
                </c:pt>
                <c:pt idx="2671">
                  <c:v>42312</c:v>
                </c:pt>
                <c:pt idx="2672">
                  <c:v>42311</c:v>
                </c:pt>
                <c:pt idx="2673">
                  <c:v>42310</c:v>
                </c:pt>
                <c:pt idx="2674">
                  <c:v>42309</c:v>
                </c:pt>
                <c:pt idx="2675">
                  <c:v>42308</c:v>
                </c:pt>
                <c:pt idx="2676">
                  <c:v>42307</c:v>
                </c:pt>
                <c:pt idx="2677">
                  <c:v>42306</c:v>
                </c:pt>
                <c:pt idx="2678">
                  <c:v>42305</c:v>
                </c:pt>
                <c:pt idx="2679">
                  <c:v>42304</c:v>
                </c:pt>
                <c:pt idx="2680">
                  <c:v>42303</c:v>
                </c:pt>
                <c:pt idx="2681">
                  <c:v>42302</c:v>
                </c:pt>
                <c:pt idx="2682">
                  <c:v>42301</c:v>
                </c:pt>
                <c:pt idx="2683">
                  <c:v>42300</c:v>
                </c:pt>
                <c:pt idx="2684">
                  <c:v>42299</c:v>
                </c:pt>
                <c:pt idx="2685">
                  <c:v>42298</c:v>
                </c:pt>
                <c:pt idx="2686">
                  <c:v>42297</c:v>
                </c:pt>
                <c:pt idx="2687">
                  <c:v>42296</c:v>
                </c:pt>
                <c:pt idx="2688">
                  <c:v>42295</c:v>
                </c:pt>
                <c:pt idx="2689">
                  <c:v>42294</c:v>
                </c:pt>
                <c:pt idx="2690">
                  <c:v>42293</c:v>
                </c:pt>
                <c:pt idx="2691">
                  <c:v>42292</c:v>
                </c:pt>
                <c:pt idx="2692">
                  <c:v>42291</c:v>
                </c:pt>
                <c:pt idx="2693">
                  <c:v>42290</c:v>
                </c:pt>
                <c:pt idx="2694">
                  <c:v>42289</c:v>
                </c:pt>
                <c:pt idx="2695">
                  <c:v>42288</c:v>
                </c:pt>
                <c:pt idx="2696">
                  <c:v>42287</c:v>
                </c:pt>
                <c:pt idx="2697">
                  <c:v>42286</c:v>
                </c:pt>
                <c:pt idx="2698">
                  <c:v>42285</c:v>
                </c:pt>
                <c:pt idx="2699">
                  <c:v>42284</c:v>
                </c:pt>
                <c:pt idx="2700">
                  <c:v>42283</c:v>
                </c:pt>
                <c:pt idx="2701">
                  <c:v>42282</c:v>
                </c:pt>
                <c:pt idx="2702">
                  <c:v>42281</c:v>
                </c:pt>
                <c:pt idx="2703">
                  <c:v>42280</c:v>
                </c:pt>
                <c:pt idx="2704">
                  <c:v>42279</c:v>
                </c:pt>
                <c:pt idx="2705">
                  <c:v>42278</c:v>
                </c:pt>
                <c:pt idx="2706">
                  <c:v>42277</c:v>
                </c:pt>
                <c:pt idx="2707">
                  <c:v>42276</c:v>
                </c:pt>
                <c:pt idx="2708">
                  <c:v>42275</c:v>
                </c:pt>
                <c:pt idx="2709">
                  <c:v>42274</c:v>
                </c:pt>
                <c:pt idx="2710">
                  <c:v>42273</c:v>
                </c:pt>
                <c:pt idx="2711">
                  <c:v>42272</c:v>
                </c:pt>
                <c:pt idx="2712">
                  <c:v>42271</c:v>
                </c:pt>
                <c:pt idx="2713">
                  <c:v>42270</c:v>
                </c:pt>
                <c:pt idx="2714">
                  <c:v>42269</c:v>
                </c:pt>
                <c:pt idx="2715">
                  <c:v>42268</c:v>
                </c:pt>
                <c:pt idx="2716">
                  <c:v>42267</c:v>
                </c:pt>
                <c:pt idx="2717">
                  <c:v>42266</c:v>
                </c:pt>
                <c:pt idx="2718">
                  <c:v>42265</c:v>
                </c:pt>
                <c:pt idx="2719">
                  <c:v>42264</c:v>
                </c:pt>
                <c:pt idx="2720">
                  <c:v>42263</c:v>
                </c:pt>
                <c:pt idx="2721">
                  <c:v>42262</c:v>
                </c:pt>
                <c:pt idx="2722">
                  <c:v>42261</c:v>
                </c:pt>
                <c:pt idx="2723">
                  <c:v>42260</c:v>
                </c:pt>
                <c:pt idx="2724">
                  <c:v>42259</c:v>
                </c:pt>
                <c:pt idx="2725">
                  <c:v>42258</c:v>
                </c:pt>
                <c:pt idx="2726">
                  <c:v>42257</c:v>
                </c:pt>
                <c:pt idx="2727">
                  <c:v>42256</c:v>
                </c:pt>
                <c:pt idx="2728">
                  <c:v>42255</c:v>
                </c:pt>
                <c:pt idx="2729">
                  <c:v>42254</c:v>
                </c:pt>
                <c:pt idx="2730">
                  <c:v>42253</c:v>
                </c:pt>
                <c:pt idx="2731">
                  <c:v>42252</c:v>
                </c:pt>
                <c:pt idx="2732">
                  <c:v>42251</c:v>
                </c:pt>
                <c:pt idx="2733">
                  <c:v>42250</c:v>
                </c:pt>
                <c:pt idx="2734">
                  <c:v>42249</c:v>
                </c:pt>
                <c:pt idx="2735">
                  <c:v>42248</c:v>
                </c:pt>
                <c:pt idx="2736">
                  <c:v>42247</c:v>
                </c:pt>
                <c:pt idx="2737">
                  <c:v>42246</c:v>
                </c:pt>
                <c:pt idx="2738">
                  <c:v>42245</c:v>
                </c:pt>
                <c:pt idx="2739">
                  <c:v>42244</c:v>
                </c:pt>
                <c:pt idx="2740">
                  <c:v>42243</c:v>
                </c:pt>
                <c:pt idx="2741">
                  <c:v>42242</c:v>
                </c:pt>
                <c:pt idx="2742">
                  <c:v>42241</c:v>
                </c:pt>
                <c:pt idx="2743">
                  <c:v>42240</c:v>
                </c:pt>
                <c:pt idx="2744">
                  <c:v>42239</c:v>
                </c:pt>
                <c:pt idx="2745">
                  <c:v>42238</c:v>
                </c:pt>
                <c:pt idx="2746">
                  <c:v>42237</c:v>
                </c:pt>
                <c:pt idx="2747">
                  <c:v>42236</c:v>
                </c:pt>
                <c:pt idx="2748">
                  <c:v>42235</c:v>
                </c:pt>
                <c:pt idx="2749">
                  <c:v>42234</c:v>
                </c:pt>
                <c:pt idx="2750">
                  <c:v>42233</c:v>
                </c:pt>
                <c:pt idx="2751">
                  <c:v>42232</c:v>
                </c:pt>
                <c:pt idx="2752">
                  <c:v>42231</c:v>
                </c:pt>
                <c:pt idx="2753">
                  <c:v>42230</c:v>
                </c:pt>
                <c:pt idx="2754">
                  <c:v>42229</c:v>
                </c:pt>
                <c:pt idx="2755">
                  <c:v>42228</c:v>
                </c:pt>
                <c:pt idx="2756">
                  <c:v>42227</c:v>
                </c:pt>
                <c:pt idx="2757">
                  <c:v>42226</c:v>
                </c:pt>
                <c:pt idx="2758">
                  <c:v>42225</c:v>
                </c:pt>
                <c:pt idx="2759">
                  <c:v>42224</c:v>
                </c:pt>
                <c:pt idx="2760">
                  <c:v>42223</c:v>
                </c:pt>
                <c:pt idx="2761">
                  <c:v>42222</c:v>
                </c:pt>
                <c:pt idx="2762">
                  <c:v>42221</c:v>
                </c:pt>
                <c:pt idx="2763">
                  <c:v>42220</c:v>
                </c:pt>
                <c:pt idx="2764">
                  <c:v>42219</c:v>
                </c:pt>
                <c:pt idx="2765">
                  <c:v>42218</c:v>
                </c:pt>
                <c:pt idx="2766">
                  <c:v>42217</c:v>
                </c:pt>
                <c:pt idx="2767">
                  <c:v>42216</c:v>
                </c:pt>
                <c:pt idx="2768">
                  <c:v>42215</c:v>
                </c:pt>
                <c:pt idx="2769">
                  <c:v>42214</c:v>
                </c:pt>
                <c:pt idx="2770">
                  <c:v>42213</c:v>
                </c:pt>
                <c:pt idx="2771">
                  <c:v>42212</c:v>
                </c:pt>
                <c:pt idx="2772">
                  <c:v>42211</c:v>
                </c:pt>
                <c:pt idx="2773">
                  <c:v>42210</c:v>
                </c:pt>
                <c:pt idx="2774">
                  <c:v>42209</c:v>
                </c:pt>
                <c:pt idx="2775">
                  <c:v>42208</c:v>
                </c:pt>
                <c:pt idx="2776">
                  <c:v>42207</c:v>
                </c:pt>
                <c:pt idx="2777">
                  <c:v>42206</c:v>
                </c:pt>
                <c:pt idx="2778">
                  <c:v>42205</c:v>
                </c:pt>
                <c:pt idx="2779">
                  <c:v>42204</c:v>
                </c:pt>
                <c:pt idx="2780">
                  <c:v>42203</c:v>
                </c:pt>
                <c:pt idx="2781">
                  <c:v>42202</c:v>
                </c:pt>
                <c:pt idx="2782">
                  <c:v>42201</c:v>
                </c:pt>
                <c:pt idx="2783">
                  <c:v>42200</c:v>
                </c:pt>
                <c:pt idx="2784">
                  <c:v>42199</c:v>
                </c:pt>
                <c:pt idx="2785">
                  <c:v>42198</c:v>
                </c:pt>
                <c:pt idx="2786">
                  <c:v>42197</c:v>
                </c:pt>
                <c:pt idx="2787">
                  <c:v>42196</c:v>
                </c:pt>
                <c:pt idx="2788">
                  <c:v>42195</c:v>
                </c:pt>
                <c:pt idx="2789">
                  <c:v>42194</c:v>
                </c:pt>
                <c:pt idx="2790">
                  <c:v>42193</c:v>
                </c:pt>
                <c:pt idx="2791">
                  <c:v>42192</c:v>
                </c:pt>
                <c:pt idx="2792">
                  <c:v>42191</c:v>
                </c:pt>
                <c:pt idx="2793">
                  <c:v>42190</c:v>
                </c:pt>
                <c:pt idx="2794">
                  <c:v>42189</c:v>
                </c:pt>
                <c:pt idx="2795">
                  <c:v>42188</c:v>
                </c:pt>
                <c:pt idx="2796">
                  <c:v>42187</c:v>
                </c:pt>
                <c:pt idx="2797">
                  <c:v>42186</c:v>
                </c:pt>
                <c:pt idx="2798">
                  <c:v>42185</c:v>
                </c:pt>
                <c:pt idx="2799">
                  <c:v>42184</c:v>
                </c:pt>
                <c:pt idx="2800">
                  <c:v>42183</c:v>
                </c:pt>
                <c:pt idx="2801">
                  <c:v>42182</c:v>
                </c:pt>
                <c:pt idx="2802">
                  <c:v>42181</c:v>
                </c:pt>
                <c:pt idx="2803">
                  <c:v>42180</c:v>
                </c:pt>
                <c:pt idx="2804">
                  <c:v>42179</c:v>
                </c:pt>
                <c:pt idx="2805">
                  <c:v>42178</c:v>
                </c:pt>
                <c:pt idx="2806">
                  <c:v>42177</c:v>
                </c:pt>
                <c:pt idx="2807">
                  <c:v>42176</c:v>
                </c:pt>
                <c:pt idx="2808">
                  <c:v>42175</c:v>
                </c:pt>
                <c:pt idx="2809">
                  <c:v>42174</c:v>
                </c:pt>
                <c:pt idx="2810">
                  <c:v>42173</c:v>
                </c:pt>
                <c:pt idx="2811">
                  <c:v>42172</c:v>
                </c:pt>
                <c:pt idx="2812">
                  <c:v>42171</c:v>
                </c:pt>
                <c:pt idx="2813">
                  <c:v>42170</c:v>
                </c:pt>
                <c:pt idx="2814">
                  <c:v>42169</c:v>
                </c:pt>
                <c:pt idx="2815">
                  <c:v>42168</c:v>
                </c:pt>
                <c:pt idx="2816">
                  <c:v>42167</c:v>
                </c:pt>
                <c:pt idx="2817">
                  <c:v>42166</c:v>
                </c:pt>
                <c:pt idx="2818">
                  <c:v>42165</c:v>
                </c:pt>
                <c:pt idx="2819">
                  <c:v>42164</c:v>
                </c:pt>
                <c:pt idx="2820">
                  <c:v>42163</c:v>
                </c:pt>
                <c:pt idx="2821">
                  <c:v>42162</c:v>
                </c:pt>
                <c:pt idx="2822">
                  <c:v>42161</c:v>
                </c:pt>
                <c:pt idx="2823">
                  <c:v>42160</c:v>
                </c:pt>
                <c:pt idx="2824">
                  <c:v>42159</c:v>
                </c:pt>
                <c:pt idx="2825">
                  <c:v>42158</c:v>
                </c:pt>
                <c:pt idx="2826">
                  <c:v>42157</c:v>
                </c:pt>
                <c:pt idx="2827">
                  <c:v>42156</c:v>
                </c:pt>
                <c:pt idx="2828">
                  <c:v>42155</c:v>
                </c:pt>
                <c:pt idx="2829">
                  <c:v>42154</c:v>
                </c:pt>
                <c:pt idx="2830">
                  <c:v>42153</c:v>
                </c:pt>
                <c:pt idx="2831">
                  <c:v>42152</c:v>
                </c:pt>
                <c:pt idx="2832">
                  <c:v>42151</c:v>
                </c:pt>
                <c:pt idx="2833">
                  <c:v>42150</c:v>
                </c:pt>
                <c:pt idx="2834">
                  <c:v>42149</c:v>
                </c:pt>
                <c:pt idx="2835">
                  <c:v>42148</c:v>
                </c:pt>
                <c:pt idx="2836">
                  <c:v>42147</c:v>
                </c:pt>
                <c:pt idx="2837">
                  <c:v>42146</c:v>
                </c:pt>
                <c:pt idx="2838">
                  <c:v>42145</c:v>
                </c:pt>
                <c:pt idx="2839">
                  <c:v>42144</c:v>
                </c:pt>
                <c:pt idx="2840">
                  <c:v>42143</c:v>
                </c:pt>
                <c:pt idx="2841">
                  <c:v>42142</c:v>
                </c:pt>
                <c:pt idx="2842">
                  <c:v>42141</c:v>
                </c:pt>
                <c:pt idx="2843">
                  <c:v>42140</c:v>
                </c:pt>
                <c:pt idx="2844">
                  <c:v>42139</c:v>
                </c:pt>
                <c:pt idx="2845">
                  <c:v>42138</c:v>
                </c:pt>
                <c:pt idx="2846">
                  <c:v>42137</c:v>
                </c:pt>
                <c:pt idx="2847">
                  <c:v>42136</c:v>
                </c:pt>
                <c:pt idx="2848">
                  <c:v>42135</c:v>
                </c:pt>
                <c:pt idx="2849">
                  <c:v>42134</c:v>
                </c:pt>
                <c:pt idx="2850">
                  <c:v>42133</c:v>
                </c:pt>
                <c:pt idx="2851">
                  <c:v>42132</c:v>
                </c:pt>
                <c:pt idx="2852">
                  <c:v>42131</c:v>
                </c:pt>
                <c:pt idx="2853">
                  <c:v>42130</c:v>
                </c:pt>
                <c:pt idx="2854">
                  <c:v>42129</c:v>
                </c:pt>
                <c:pt idx="2855">
                  <c:v>42128</c:v>
                </c:pt>
                <c:pt idx="2856">
                  <c:v>42127</c:v>
                </c:pt>
                <c:pt idx="2857">
                  <c:v>42126</c:v>
                </c:pt>
                <c:pt idx="2858">
                  <c:v>42125</c:v>
                </c:pt>
                <c:pt idx="2859">
                  <c:v>42124</c:v>
                </c:pt>
                <c:pt idx="2860">
                  <c:v>42123</c:v>
                </c:pt>
                <c:pt idx="2861">
                  <c:v>42122</c:v>
                </c:pt>
                <c:pt idx="2862">
                  <c:v>42121</c:v>
                </c:pt>
                <c:pt idx="2863">
                  <c:v>42120</c:v>
                </c:pt>
                <c:pt idx="2864">
                  <c:v>42119</c:v>
                </c:pt>
                <c:pt idx="2865">
                  <c:v>42118</c:v>
                </c:pt>
                <c:pt idx="2866">
                  <c:v>42117</c:v>
                </c:pt>
                <c:pt idx="2867">
                  <c:v>42116</c:v>
                </c:pt>
                <c:pt idx="2868">
                  <c:v>42115</c:v>
                </c:pt>
                <c:pt idx="2869">
                  <c:v>42114</c:v>
                </c:pt>
                <c:pt idx="2870">
                  <c:v>42113</c:v>
                </c:pt>
                <c:pt idx="2871">
                  <c:v>42112</c:v>
                </c:pt>
                <c:pt idx="2872">
                  <c:v>42111</c:v>
                </c:pt>
                <c:pt idx="2873">
                  <c:v>42110</c:v>
                </c:pt>
                <c:pt idx="2874">
                  <c:v>42109</c:v>
                </c:pt>
                <c:pt idx="2875">
                  <c:v>42108</c:v>
                </c:pt>
                <c:pt idx="2876">
                  <c:v>42107</c:v>
                </c:pt>
                <c:pt idx="2877">
                  <c:v>42106</c:v>
                </c:pt>
                <c:pt idx="2878">
                  <c:v>42105</c:v>
                </c:pt>
                <c:pt idx="2879">
                  <c:v>42104</c:v>
                </c:pt>
                <c:pt idx="2880">
                  <c:v>42103</c:v>
                </c:pt>
                <c:pt idx="2881">
                  <c:v>42102</c:v>
                </c:pt>
                <c:pt idx="2882">
                  <c:v>42101</c:v>
                </c:pt>
                <c:pt idx="2883">
                  <c:v>42100</c:v>
                </c:pt>
                <c:pt idx="2884">
                  <c:v>42099</c:v>
                </c:pt>
                <c:pt idx="2885">
                  <c:v>42098</c:v>
                </c:pt>
                <c:pt idx="2886">
                  <c:v>42097</c:v>
                </c:pt>
                <c:pt idx="2887">
                  <c:v>42096</c:v>
                </c:pt>
                <c:pt idx="2888">
                  <c:v>42095</c:v>
                </c:pt>
                <c:pt idx="2889">
                  <c:v>42094</c:v>
                </c:pt>
                <c:pt idx="2890">
                  <c:v>42093</c:v>
                </c:pt>
                <c:pt idx="2891">
                  <c:v>42092</c:v>
                </c:pt>
                <c:pt idx="2892">
                  <c:v>42091</c:v>
                </c:pt>
                <c:pt idx="2893">
                  <c:v>42090</c:v>
                </c:pt>
                <c:pt idx="2894">
                  <c:v>42089</c:v>
                </c:pt>
                <c:pt idx="2895">
                  <c:v>42088</c:v>
                </c:pt>
                <c:pt idx="2896">
                  <c:v>42087</c:v>
                </c:pt>
                <c:pt idx="2897">
                  <c:v>42086</c:v>
                </c:pt>
                <c:pt idx="2898">
                  <c:v>42085</c:v>
                </c:pt>
                <c:pt idx="2899">
                  <c:v>42084</c:v>
                </c:pt>
                <c:pt idx="2900">
                  <c:v>42083</c:v>
                </c:pt>
                <c:pt idx="2901">
                  <c:v>42082</c:v>
                </c:pt>
                <c:pt idx="2902">
                  <c:v>42081</c:v>
                </c:pt>
                <c:pt idx="2903">
                  <c:v>42080</c:v>
                </c:pt>
                <c:pt idx="2904">
                  <c:v>42079</c:v>
                </c:pt>
                <c:pt idx="2905">
                  <c:v>42078</c:v>
                </c:pt>
                <c:pt idx="2906">
                  <c:v>42077</c:v>
                </c:pt>
                <c:pt idx="2907">
                  <c:v>42076</c:v>
                </c:pt>
                <c:pt idx="2908">
                  <c:v>42075</c:v>
                </c:pt>
                <c:pt idx="2909">
                  <c:v>42074</c:v>
                </c:pt>
                <c:pt idx="2910">
                  <c:v>42073</c:v>
                </c:pt>
                <c:pt idx="2911">
                  <c:v>42072</c:v>
                </c:pt>
                <c:pt idx="2912">
                  <c:v>42071</c:v>
                </c:pt>
                <c:pt idx="2913">
                  <c:v>42070</c:v>
                </c:pt>
                <c:pt idx="2914">
                  <c:v>42069</c:v>
                </c:pt>
                <c:pt idx="2915">
                  <c:v>42068</c:v>
                </c:pt>
                <c:pt idx="2916">
                  <c:v>42067</c:v>
                </c:pt>
                <c:pt idx="2917">
                  <c:v>42066</c:v>
                </c:pt>
                <c:pt idx="2918">
                  <c:v>42065</c:v>
                </c:pt>
                <c:pt idx="2919">
                  <c:v>42064</c:v>
                </c:pt>
                <c:pt idx="2920">
                  <c:v>42063</c:v>
                </c:pt>
                <c:pt idx="2921">
                  <c:v>42062</c:v>
                </c:pt>
                <c:pt idx="2922">
                  <c:v>42061</c:v>
                </c:pt>
                <c:pt idx="2923">
                  <c:v>42060</c:v>
                </c:pt>
                <c:pt idx="2924">
                  <c:v>42059</c:v>
                </c:pt>
                <c:pt idx="2925">
                  <c:v>42058</c:v>
                </c:pt>
                <c:pt idx="2926">
                  <c:v>42057</c:v>
                </c:pt>
                <c:pt idx="2927">
                  <c:v>42056</c:v>
                </c:pt>
                <c:pt idx="2928">
                  <c:v>42055</c:v>
                </c:pt>
                <c:pt idx="2929">
                  <c:v>42054</c:v>
                </c:pt>
                <c:pt idx="2930">
                  <c:v>42053</c:v>
                </c:pt>
                <c:pt idx="2931">
                  <c:v>42052</c:v>
                </c:pt>
                <c:pt idx="2932">
                  <c:v>42051</c:v>
                </c:pt>
                <c:pt idx="2933">
                  <c:v>42050</c:v>
                </c:pt>
                <c:pt idx="2934">
                  <c:v>42049</c:v>
                </c:pt>
                <c:pt idx="2935">
                  <c:v>42048</c:v>
                </c:pt>
                <c:pt idx="2936">
                  <c:v>42047</c:v>
                </c:pt>
                <c:pt idx="2937">
                  <c:v>42046</c:v>
                </c:pt>
                <c:pt idx="2938">
                  <c:v>42045</c:v>
                </c:pt>
                <c:pt idx="2939">
                  <c:v>42044</c:v>
                </c:pt>
                <c:pt idx="2940">
                  <c:v>42043</c:v>
                </c:pt>
                <c:pt idx="2941">
                  <c:v>42042</c:v>
                </c:pt>
                <c:pt idx="2942">
                  <c:v>42041</c:v>
                </c:pt>
                <c:pt idx="2943">
                  <c:v>42040</c:v>
                </c:pt>
                <c:pt idx="2944">
                  <c:v>42039</c:v>
                </c:pt>
                <c:pt idx="2945">
                  <c:v>42038</c:v>
                </c:pt>
                <c:pt idx="2946">
                  <c:v>42037</c:v>
                </c:pt>
                <c:pt idx="2947">
                  <c:v>42036</c:v>
                </c:pt>
                <c:pt idx="2948">
                  <c:v>42035</c:v>
                </c:pt>
                <c:pt idx="2949">
                  <c:v>42034</c:v>
                </c:pt>
                <c:pt idx="2950">
                  <c:v>42033</c:v>
                </c:pt>
                <c:pt idx="2951">
                  <c:v>42032</c:v>
                </c:pt>
                <c:pt idx="2952">
                  <c:v>42031</c:v>
                </c:pt>
                <c:pt idx="2953">
                  <c:v>42030</c:v>
                </c:pt>
                <c:pt idx="2954">
                  <c:v>42029</c:v>
                </c:pt>
                <c:pt idx="2955">
                  <c:v>42028</c:v>
                </c:pt>
                <c:pt idx="2956">
                  <c:v>42027</c:v>
                </c:pt>
                <c:pt idx="2957">
                  <c:v>42026</c:v>
                </c:pt>
                <c:pt idx="2958">
                  <c:v>42025</c:v>
                </c:pt>
                <c:pt idx="2959">
                  <c:v>42024</c:v>
                </c:pt>
                <c:pt idx="2960">
                  <c:v>42023</c:v>
                </c:pt>
                <c:pt idx="2961">
                  <c:v>42022</c:v>
                </c:pt>
                <c:pt idx="2962">
                  <c:v>42021</c:v>
                </c:pt>
                <c:pt idx="2963">
                  <c:v>42020</c:v>
                </c:pt>
                <c:pt idx="2964">
                  <c:v>42019</c:v>
                </c:pt>
                <c:pt idx="2965">
                  <c:v>42018</c:v>
                </c:pt>
                <c:pt idx="2966">
                  <c:v>42017</c:v>
                </c:pt>
                <c:pt idx="2967">
                  <c:v>42016</c:v>
                </c:pt>
                <c:pt idx="2968">
                  <c:v>42015</c:v>
                </c:pt>
                <c:pt idx="2969">
                  <c:v>42014</c:v>
                </c:pt>
                <c:pt idx="2970">
                  <c:v>42013</c:v>
                </c:pt>
                <c:pt idx="2971">
                  <c:v>42012</c:v>
                </c:pt>
                <c:pt idx="2972">
                  <c:v>42011</c:v>
                </c:pt>
                <c:pt idx="2973">
                  <c:v>42010</c:v>
                </c:pt>
                <c:pt idx="2974">
                  <c:v>42009</c:v>
                </c:pt>
                <c:pt idx="2975">
                  <c:v>42008</c:v>
                </c:pt>
                <c:pt idx="2976">
                  <c:v>42007</c:v>
                </c:pt>
                <c:pt idx="2977">
                  <c:v>42006</c:v>
                </c:pt>
                <c:pt idx="2978">
                  <c:v>42005</c:v>
                </c:pt>
                <c:pt idx="2979">
                  <c:v>42004</c:v>
                </c:pt>
                <c:pt idx="2980">
                  <c:v>42003</c:v>
                </c:pt>
                <c:pt idx="2981">
                  <c:v>42002</c:v>
                </c:pt>
                <c:pt idx="2982">
                  <c:v>42001</c:v>
                </c:pt>
                <c:pt idx="2983">
                  <c:v>42000</c:v>
                </c:pt>
                <c:pt idx="2984">
                  <c:v>41999</c:v>
                </c:pt>
                <c:pt idx="2985">
                  <c:v>41998</c:v>
                </c:pt>
                <c:pt idx="2986">
                  <c:v>41997</c:v>
                </c:pt>
                <c:pt idx="2987">
                  <c:v>41996</c:v>
                </c:pt>
                <c:pt idx="2988">
                  <c:v>41995</c:v>
                </c:pt>
                <c:pt idx="2989">
                  <c:v>41994</c:v>
                </c:pt>
                <c:pt idx="2990">
                  <c:v>41993</c:v>
                </c:pt>
                <c:pt idx="2991">
                  <c:v>41992</c:v>
                </c:pt>
                <c:pt idx="2992">
                  <c:v>41991</c:v>
                </c:pt>
                <c:pt idx="2993">
                  <c:v>41990</c:v>
                </c:pt>
                <c:pt idx="2994">
                  <c:v>41989</c:v>
                </c:pt>
                <c:pt idx="2995">
                  <c:v>41988</c:v>
                </c:pt>
                <c:pt idx="2996">
                  <c:v>41987</c:v>
                </c:pt>
                <c:pt idx="2997">
                  <c:v>41986</c:v>
                </c:pt>
                <c:pt idx="2998">
                  <c:v>41985</c:v>
                </c:pt>
                <c:pt idx="2999">
                  <c:v>41984</c:v>
                </c:pt>
                <c:pt idx="3000">
                  <c:v>41983</c:v>
                </c:pt>
                <c:pt idx="3001">
                  <c:v>41982</c:v>
                </c:pt>
                <c:pt idx="3002">
                  <c:v>41981</c:v>
                </c:pt>
                <c:pt idx="3003">
                  <c:v>41980</c:v>
                </c:pt>
                <c:pt idx="3004">
                  <c:v>41979</c:v>
                </c:pt>
                <c:pt idx="3005">
                  <c:v>41978</c:v>
                </c:pt>
                <c:pt idx="3006">
                  <c:v>41977</c:v>
                </c:pt>
                <c:pt idx="3007">
                  <c:v>41976</c:v>
                </c:pt>
                <c:pt idx="3008">
                  <c:v>41975</c:v>
                </c:pt>
                <c:pt idx="3009">
                  <c:v>41974</c:v>
                </c:pt>
                <c:pt idx="3010">
                  <c:v>41973</c:v>
                </c:pt>
                <c:pt idx="3011">
                  <c:v>41972</c:v>
                </c:pt>
                <c:pt idx="3012">
                  <c:v>41971</c:v>
                </c:pt>
                <c:pt idx="3013">
                  <c:v>41970</c:v>
                </c:pt>
                <c:pt idx="3014">
                  <c:v>41969</c:v>
                </c:pt>
                <c:pt idx="3015">
                  <c:v>41968</c:v>
                </c:pt>
                <c:pt idx="3016">
                  <c:v>41967</c:v>
                </c:pt>
                <c:pt idx="3017">
                  <c:v>41966</c:v>
                </c:pt>
                <c:pt idx="3018">
                  <c:v>41965</c:v>
                </c:pt>
                <c:pt idx="3019">
                  <c:v>41964</c:v>
                </c:pt>
                <c:pt idx="3020">
                  <c:v>41963</c:v>
                </c:pt>
                <c:pt idx="3021">
                  <c:v>41962</c:v>
                </c:pt>
                <c:pt idx="3022">
                  <c:v>41961</c:v>
                </c:pt>
                <c:pt idx="3023">
                  <c:v>41960</c:v>
                </c:pt>
                <c:pt idx="3024">
                  <c:v>41959</c:v>
                </c:pt>
                <c:pt idx="3025">
                  <c:v>41958</c:v>
                </c:pt>
                <c:pt idx="3026">
                  <c:v>41957</c:v>
                </c:pt>
                <c:pt idx="3027">
                  <c:v>41956</c:v>
                </c:pt>
                <c:pt idx="3028">
                  <c:v>41955</c:v>
                </c:pt>
                <c:pt idx="3029">
                  <c:v>41954</c:v>
                </c:pt>
                <c:pt idx="3030">
                  <c:v>41953</c:v>
                </c:pt>
                <c:pt idx="3031">
                  <c:v>41952</c:v>
                </c:pt>
                <c:pt idx="3032">
                  <c:v>41951</c:v>
                </c:pt>
                <c:pt idx="3033">
                  <c:v>41950</c:v>
                </c:pt>
                <c:pt idx="3034">
                  <c:v>41949</c:v>
                </c:pt>
                <c:pt idx="3035">
                  <c:v>41948</c:v>
                </c:pt>
                <c:pt idx="3036">
                  <c:v>41947</c:v>
                </c:pt>
                <c:pt idx="3037">
                  <c:v>41946</c:v>
                </c:pt>
                <c:pt idx="3038">
                  <c:v>41945</c:v>
                </c:pt>
                <c:pt idx="3039">
                  <c:v>41944</c:v>
                </c:pt>
                <c:pt idx="3040">
                  <c:v>41943</c:v>
                </c:pt>
                <c:pt idx="3041">
                  <c:v>41942</c:v>
                </c:pt>
                <c:pt idx="3042">
                  <c:v>41941</c:v>
                </c:pt>
                <c:pt idx="3043">
                  <c:v>41940</c:v>
                </c:pt>
                <c:pt idx="3044">
                  <c:v>41939</c:v>
                </c:pt>
                <c:pt idx="3045">
                  <c:v>41938</c:v>
                </c:pt>
                <c:pt idx="3046">
                  <c:v>41937</c:v>
                </c:pt>
                <c:pt idx="3047">
                  <c:v>41936</c:v>
                </c:pt>
                <c:pt idx="3048">
                  <c:v>41935</c:v>
                </c:pt>
                <c:pt idx="3049">
                  <c:v>41934</c:v>
                </c:pt>
                <c:pt idx="3050">
                  <c:v>41933</c:v>
                </c:pt>
                <c:pt idx="3051">
                  <c:v>41932</c:v>
                </c:pt>
                <c:pt idx="3052">
                  <c:v>41931</c:v>
                </c:pt>
                <c:pt idx="3053">
                  <c:v>41930</c:v>
                </c:pt>
                <c:pt idx="3054">
                  <c:v>41929</c:v>
                </c:pt>
                <c:pt idx="3055">
                  <c:v>41928</c:v>
                </c:pt>
                <c:pt idx="3056">
                  <c:v>41927</c:v>
                </c:pt>
                <c:pt idx="3057">
                  <c:v>41926</c:v>
                </c:pt>
                <c:pt idx="3058">
                  <c:v>41925</c:v>
                </c:pt>
                <c:pt idx="3059">
                  <c:v>41924</c:v>
                </c:pt>
                <c:pt idx="3060">
                  <c:v>41923</c:v>
                </c:pt>
                <c:pt idx="3061">
                  <c:v>41922</c:v>
                </c:pt>
                <c:pt idx="3062">
                  <c:v>41921</c:v>
                </c:pt>
                <c:pt idx="3063">
                  <c:v>41920</c:v>
                </c:pt>
                <c:pt idx="3064">
                  <c:v>41919</c:v>
                </c:pt>
                <c:pt idx="3065">
                  <c:v>41918</c:v>
                </c:pt>
                <c:pt idx="3066">
                  <c:v>41917</c:v>
                </c:pt>
                <c:pt idx="3067">
                  <c:v>41916</c:v>
                </c:pt>
                <c:pt idx="3068">
                  <c:v>41915</c:v>
                </c:pt>
                <c:pt idx="3069">
                  <c:v>41914</c:v>
                </c:pt>
                <c:pt idx="3070">
                  <c:v>41913</c:v>
                </c:pt>
                <c:pt idx="3071">
                  <c:v>41912</c:v>
                </c:pt>
                <c:pt idx="3072">
                  <c:v>41911</c:v>
                </c:pt>
                <c:pt idx="3073">
                  <c:v>41910</c:v>
                </c:pt>
                <c:pt idx="3074">
                  <c:v>41909</c:v>
                </c:pt>
                <c:pt idx="3075">
                  <c:v>41908</c:v>
                </c:pt>
                <c:pt idx="3076">
                  <c:v>41907</c:v>
                </c:pt>
                <c:pt idx="3077">
                  <c:v>41906</c:v>
                </c:pt>
                <c:pt idx="3078">
                  <c:v>41905</c:v>
                </c:pt>
                <c:pt idx="3079">
                  <c:v>41904</c:v>
                </c:pt>
                <c:pt idx="3080">
                  <c:v>41903</c:v>
                </c:pt>
                <c:pt idx="3081">
                  <c:v>41902</c:v>
                </c:pt>
                <c:pt idx="3082">
                  <c:v>41901</c:v>
                </c:pt>
                <c:pt idx="3083">
                  <c:v>41900</c:v>
                </c:pt>
                <c:pt idx="3084">
                  <c:v>41899</c:v>
                </c:pt>
                <c:pt idx="3085">
                  <c:v>41898</c:v>
                </c:pt>
                <c:pt idx="3086">
                  <c:v>41897</c:v>
                </c:pt>
                <c:pt idx="3087">
                  <c:v>41896</c:v>
                </c:pt>
                <c:pt idx="3088">
                  <c:v>41895</c:v>
                </c:pt>
                <c:pt idx="3089">
                  <c:v>41894</c:v>
                </c:pt>
                <c:pt idx="3090">
                  <c:v>41893</c:v>
                </c:pt>
                <c:pt idx="3091">
                  <c:v>41892</c:v>
                </c:pt>
                <c:pt idx="3092">
                  <c:v>41891</c:v>
                </c:pt>
                <c:pt idx="3093">
                  <c:v>41890</c:v>
                </c:pt>
                <c:pt idx="3094">
                  <c:v>41889</c:v>
                </c:pt>
                <c:pt idx="3095">
                  <c:v>41888</c:v>
                </c:pt>
                <c:pt idx="3096">
                  <c:v>41887</c:v>
                </c:pt>
                <c:pt idx="3097">
                  <c:v>41886</c:v>
                </c:pt>
                <c:pt idx="3098">
                  <c:v>41885</c:v>
                </c:pt>
                <c:pt idx="3099">
                  <c:v>41884</c:v>
                </c:pt>
                <c:pt idx="3100">
                  <c:v>41883</c:v>
                </c:pt>
                <c:pt idx="3101">
                  <c:v>41882</c:v>
                </c:pt>
                <c:pt idx="3102">
                  <c:v>41881</c:v>
                </c:pt>
                <c:pt idx="3103">
                  <c:v>41880</c:v>
                </c:pt>
                <c:pt idx="3104">
                  <c:v>41879</c:v>
                </c:pt>
                <c:pt idx="3105">
                  <c:v>41878</c:v>
                </c:pt>
                <c:pt idx="3106">
                  <c:v>41877</c:v>
                </c:pt>
                <c:pt idx="3107">
                  <c:v>41876</c:v>
                </c:pt>
                <c:pt idx="3108">
                  <c:v>41875</c:v>
                </c:pt>
                <c:pt idx="3109">
                  <c:v>41874</c:v>
                </c:pt>
                <c:pt idx="3110">
                  <c:v>41873</c:v>
                </c:pt>
                <c:pt idx="3111">
                  <c:v>41872</c:v>
                </c:pt>
                <c:pt idx="3112">
                  <c:v>41871</c:v>
                </c:pt>
                <c:pt idx="3113">
                  <c:v>41870</c:v>
                </c:pt>
                <c:pt idx="3114">
                  <c:v>41869</c:v>
                </c:pt>
                <c:pt idx="3115">
                  <c:v>41868</c:v>
                </c:pt>
                <c:pt idx="3116">
                  <c:v>41867</c:v>
                </c:pt>
                <c:pt idx="3117">
                  <c:v>41866</c:v>
                </c:pt>
                <c:pt idx="3118">
                  <c:v>41865</c:v>
                </c:pt>
                <c:pt idx="3119">
                  <c:v>41864</c:v>
                </c:pt>
                <c:pt idx="3120">
                  <c:v>41863</c:v>
                </c:pt>
                <c:pt idx="3121">
                  <c:v>41862</c:v>
                </c:pt>
                <c:pt idx="3122">
                  <c:v>41861</c:v>
                </c:pt>
                <c:pt idx="3123">
                  <c:v>41860</c:v>
                </c:pt>
                <c:pt idx="3124">
                  <c:v>41859</c:v>
                </c:pt>
                <c:pt idx="3125">
                  <c:v>41858</c:v>
                </c:pt>
                <c:pt idx="3126">
                  <c:v>41857</c:v>
                </c:pt>
                <c:pt idx="3127">
                  <c:v>41856</c:v>
                </c:pt>
                <c:pt idx="3128">
                  <c:v>41855</c:v>
                </c:pt>
                <c:pt idx="3129">
                  <c:v>41854</c:v>
                </c:pt>
                <c:pt idx="3130">
                  <c:v>41853</c:v>
                </c:pt>
                <c:pt idx="3131">
                  <c:v>41852</c:v>
                </c:pt>
                <c:pt idx="3132">
                  <c:v>41851</c:v>
                </c:pt>
                <c:pt idx="3133">
                  <c:v>41850</c:v>
                </c:pt>
                <c:pt idx="3134">
                  <c:v>41849</c:v>
                </c:pt>
                <c:pt idx="3135">
                  <c:v>41848</c:v>
                </c:pt>
                <c:pt idx="3136">
                  <c:v>41847</c:v>
                </c:pt>
                <c:pt idx="3137">
                  <c:v>41846</c:v>
                </c:pt>
                <c:pt idx="3138">
                  <c:v>41845</c:v>
                </c:pt>
                <c:pt idx="3139">
                  <c:v>41844</c:v>
                </c:pt>
                <c:pt idx="3140">
                  <c:v>41843</c:v>
                </c:pt>
                <c:pt idx="3141">
                  <c:v>41842</c:v>
                </c:pt>
                <c:pt idx="3142">
                  <c:v>41841</c:v>
                </c:pt>
                <c:pt idx="3143">
                  <c:v>41840</c:v>
                </c:pt>
                <c:pt idx="3144">
                  <c:v>41839</c:v>
                </c:pt>
                <c:pt idx="3145">
                  <c:v>41838</c:v>
                </c:pt>
                <c:pt idx="3146">
                  <c:v>41837</c:v>
                </c:pt>
                <c:pt idx="3147">
                  <c:v>41836</c:v>
                </c:pt>
                <c:pt idx="3148">
                  <c:v>41835</c:v>
                </c:pt>
                <c:pt idx="3149">
                  <c:v>41834</c:v>
                </c:pt>
                <c:pt idx="3150">
                  <c:v>41833</c:v>
                </c:pt>
                <c:pt idx="3151">
                  <c:v>41832</c:v>
                </c:pt>
                <c:pt idx="3152">
                  <c:v>41831</c:v>
                </c:pt>
                <c:pt idx="3153">
                  <c:v>41830</c:v>
                </c:pt>
                <c:pt idx="3154">
                  <c:v>41829</c:v>
                </c:pt>
                <c:pt idx="3155">
                  <c:v>41828</c:v>
                </c:pt>
                <c:pt idx="3156">
                  <c:v>41827</c:v>
                </c:pt>
                <c:pt idx="3157">
                  <c:v>41826</c:v>
                </c:pt>
                <c:pt idx="3158">
                  <c:v>41825</c:v>
                </c:pt>
                <c:pt idx="3159">
                  <c:v>41824</c:v>
                </c:pt>
                <c:pt idx="3160">
                  <c:v>41823</c:v>
                </c:pt>
                <c:pt idx="3161">
                  <c:v>41822</c:v>
                </c:pt>
                <c:pt idx="3162">
                  <c:v>41821</c:v>
                </c:pt>
                <c:pt idx="3163">
                  <c:v>41820</c:v>
                </c:pt>
                <c:pt idx="3164">
                  <c:v>41819</c:v>
                </c:pt>
                <c:pt idx="3165">
                  <c:v>41818</c:v>
                </c:pt>
                <c:pt idx="3166">
                  <c:v>41817</c:v>
                </c:pt>
                <c:pt idx="3167">
                  <c:v>41816</c:v>
                </c:pt>
                <c:pt idx="3168">
                  <c:v>41815</c:v>
                </c:pt>
                <c:pt idx="3169">
                  <c:v>41814</c:v>
                </c:pt>
                <c:pt idx="3170">
                  <c:v>41813</c:v>
                </c:pt>
                <c:pt idx="3171">
                  <c:v>41812</c:v>
                </c:pt>
                <c:pt idx="3172">
                  <c:v>41811</c:v>
                </c:pt>
                <c:pt idx="3173">
                  <c:v>41810</c:v>
                </c:pt>
                <c:pt idx="3174">
                  <c:v>41809</c:v>
                </c:pt>
                <c:pt idx="3175">
                  <c:v>41808</c:v>
                </c:pt>
                <c:pt idx="3176">
                  <c:v>41807</c:v>
                </c:pt>
                <c:pt idx="3177">
                  <c:v>41806</c:v>
                </c:pt>
                <c:pt idx="3178">
                  <c:v>41805</c:v>
                </c:pt>
                <c:pt idx="3179">
                  <c:v>41804</c:v>
                </c:pt>
                <c:pt idx="3180">
                  <c:v>41803</c:v>
                </c:pt>
                <c:pt idx="3181">
                  <c:v>41802</c:v>
                </c:pt>
                <c:pt idx="3182">
                  <c:v>41801</c:v>
                </c:pt>
                <c:pt idx="3183">
                  <c:v>41800</c:v>
                </c:pt>
                <c:pt idx="3184">
                  <c:v>41799</c:v>
                </c:pt>
                <c:pt idx="3185">
                  <c:v>41798</c:v>
                </c:pt>
                <c:pt idx="3186">
                  <c:v>41797</c:v>
                </c:pt>
                <c:pt idx="3187">
                  <c:v>41796</c:v>
                </c:pt>
                <c:pt idx="3188">
                  <c:v>41795</c:v>
                </c:pt>
                <c:pt idx="3189">
                  <c:v>41794</c:v>
                </c:pt>
                <c:pt idx="3190">
                  <c:v>41793</c:v>
                </c:pt>
                <c:pt idx="3191">
                  <c:v>41792</c:v>
                </c:pt>
                <c:pt idx="3192">
                  <c:v>41791</c:v>
                </c:pt>
                <c:pt idx="3193">
                  <c:v>41790</c:v>
                </c:pt>
                <c:pt idx="3194">
                  <c:v>41789</c:v>
                </c:pt>
                <c:pt idx="3195">
                  <c:v>41788</c:v>
                </c:pt>
                <c:pt idx="3196">
                  <c:v>41787</c:v>
                </c:pt>
                <c:pt idx="3197">
                  <c:v>41786</c:v>
                </c:pt>
                <c:pt idx="3198">
                  <c:v>41785</c:v>
                </c:pt>
                <c:pt idx="3199">
                  <c:v>41784</c:v>
                </c:pt>
                <c:pt idx="3200">
                  <c:v>41783</c:v>
                </c:pt>
                <c:pt idx="3201">
                  <c:v>41782</c:v>
                </c:pt>
                <c:pt idx="3202">
                  <c:v>41781</c:v>
                </c:pt>
                <c:pt idx="3203">
                  <c:v>41780</c:v>
                </c:pt>
                <c:pt idx="3204">
                  <c:v>41779</c:v>
                </c:pt>
                <c:pt idx="3205">
                  <c:v>41778</c:v>
                </c:pt>
                <c:pt idx="3206">
                  <c:v>41777</c:v>
                </c:pt>
                <c:pt idx="3207">
                  <c:v>41776</c:v>
                </c:pt>
                <c:pt idx="3208">
                  <c:v>41775</c:v>
                </c:pt>
                <c:pt idx="3209">
                  <c:v>41774</c:v>
                </c:pt>
                <c:pt idx="3210">
                  <c:v>41773</c:v>
                </c:pt>
                <c:pt idx="3211">
                  <c:v>41772</c:v>
                </c:pt>
                <c:pt idx="3212">
                  <c:v>41771</c:v>
                </c:pt>
                <c:pt idx="3213">
                  <c:v>41770</c:v>
                </c:pt>
                <c:pt idx="3214">
                  <c:v>41769</c:v>
                </c:pt>
                <c:pt idx="3215">
                  <c:v>41768</c:v>
                </c:pt>
                <c:pt idx="3216">
                  <c:v>41767</c:v>
                </c:pt>
                <c:pt idx="3217">
                  <c:v>41766</c:v>
                </c:pt>
                <c:pt idx="3218">
                  <c:v>41765</c:v>
                </c:pt>
                <c:pt idx="3219">
                  <c:v>41764</c:v>
                </c:pt>
                <c:pt idx="3220">
                  <c:v>41763</c:v>
                </c:pt>
                <c:pt idx="3221">
                  <c:v>41762</c:v>
                </c:pt>
                <c:pt idx="3222">
                  <c:v>41761</c:v>
                </c:pt>
                <c:pt idx="3223">
                  <c:v>41760</c:v>
                </c:pt>
                <c:pt idx="3224">
                  <c:v>41759</c:v>
                </c:pt>
                <c:pt idx="3225">
                  <c:v>41758</c:v>
                </c:pt>
                <c:pt idx="3226">
                  <c:v>41757</c:v>
                </c:pt>
                <c:pt idx="3227">
                  <c:v>41756</c:v>
                </c:pt>
                <c:pt idx="3228">
                  <c:v>41755</c:v>
                </c:pt>
                <c:pt idx="3229">
                  <c:v>41754</c:v>
                </c:pt>
                <c:pt idx="3230">
                  <c:v>41753</c:v>
                </c:pt>
                <c:pt idx="3231">
                  <c:v>41752</c:v>
                </c:pt>
                <c:pt idx="3232">
                  <c:v>41751</c:v>
                </c:pt>
                <c:pt idx="3233">
                  <c:v>41750</c:v>
                </c:pt>
                <c:pt idx="3234">
                  <c:v>41749</c:v>
                </c:pt>
                <c:pt idx="3235">
                  <c:v>41748</c:v>
                </c:pt>
                <c:pt idx="3236">
                  <c:v>41747</c:v>
                </c:pt>
                <c:pt idx="3237">
                  <c:v>41746</c:v>
                </c:pt>
                <c:pt idx="3238">
                  <c:v>41745</c:v>
                </c:pt>
                <c:pt idx="3239">
                  <c:v>41744</c:v>
                </c:pt>
                <c:pt idx="3240">
                  <c:v>41743</c:v>
                </c:pt>
                <c:pt idx="3241">
                  <c:v>41742</c:v>
                </c:pt>
                <c:pt idx="3242">
                  <c:v>41741</c:v>
                </c:pt>
                <c:pt idx="3243">
                  <c:v>41740</c:v>
                </c:pt>
                <c:pt idx="3244">
                  <c:v>41739</c:v>
                </c:pt>
                <c:pt idx="3245">
                  <c:v>41738</c:v>
                </c:pt>
                <c:pt idx="3246">
                  <c:v>41737</c:v>
                </c:pt>
                <c:pt idx="3247">
                  <c:v>41736</c:v>
                </c:pt>
                <c:pt idx="3248">
                  <c:v>41735</c:v>
                </c:pt>
                <c:pt idx="3249">
                  <c:v>41734</c:v>
                </c:pt>
                <c:pt idx="3250">
                  <c:v>41733</c:v>
                </c:pt>
                <c:pt idx="3251">
                  <c:v>41732</c:v>
                </c:pt>
                <c:pt idx="3252">
                  <c:v>41731</c:v>
                </c:pt>
                <c:pt idx="3253">
                  <c:v>41730</c:v>
                </c:pt>
                <c:pt idx="3254">
                  <c:v>41729</c:v>
                </c:pt>
                <c:pt idx="3255">
                  <c:v>41728</c:v>
                </c:pt>
                <c:pt idx="3256">
                  <c:v>41727</c:v>
                </c:pt>
                <c:pt idx="3257">
                  <c:v>41726</c:v>
                </c:pt>
                <c:pt idx="3258">
                  <c:v>41725</c:v>
                </c:pt>
                <c:pt idx="3259">
                  <c:v>41724</c:v>
                </c:pt>
                <c:pt idx="3260">
                  <c:v>41723</c:v>
                </c:pt>
                <c:pt idx="3261">
                  <c:v>41722</c:v>
                </c:pt>
                <c:pt idx="3262">
                  <c:v>41721</c:v>
                </c:pt>
                <c:pt idx="3263">
                  <c:v>41720</c:v>
                </c:pt>
                <c:pt idx="3264">
                  <c:v>41719</c:v>
                </c:pt>
                <c:pt idx="3265">
                  <c:v>41718</c:v>
                </c:pt>
                <c:pt idx="3266">
                  <c:v>41717</c:v>
                </c:pt>
                <c:pt idx="3267">
                  <c:v>41716</c:v>
                </c:pt>
                <c:pt idx="3268">
                  <c:v>41715</c:v>
                </c:pt>
                <c:pt idx="3269">
                  <c:v>41714</c:v>
                </c:pt>
                <c:pt idx="3270">
                  <c:v>41713</c:v>
                </c:pt>
                <c:pt idx="3271">
                  <c:v>41712</c:v>
                </c:pt>
                <c:pt idx="3272">
                  <c:v>41711</c:v>
                </c:pt>
                <c:pt idx="3273">
                  <c:v>41710</c:v>
                </c:pt>
                <c:pt idx="3274">
                  <c:v>41709</c:v>
                </c:pt>
                <c:pt idx="3275">
                  <c:v>41708</c:v>
                </c:pt>
                <c:pt idx="3276">
                  <c:v>41707</c:v>
                </c:pt>
                <c:pt idx="3277">
                  <c:v>41706</c:v>
                </c:pt>
                <c:pt idx="3278">
                  <c:v>41705</c:v>
                </c:pt>
                <c:pt idx="3279">
                  <c:v>41704</c:v>
                </c:pt>
                <c:pt idx="3280">
                  <c:v>41703</c:v>
                </c:pt>
                <c:pt idx="3281">
                  <c:v>41702</c:v>
                </c:pt>
                <c:pt idx="3282">
                  <c:v>41701</c:v>
                </c:pt>
                <c:pt idx="3283">
                  <c:v>41700</c:v>
                </c:pt>
                <c:pt idx="3284">
                  <c:v>41699</c:v>
                </c:pt>
                <c:pt idx="3285">
                  <c:v>41698</c:v>
                </c:pt>
                <c:pt idx="3286">
                  <c:v>41697</c:v>
                </c:pt>
                <c:pt idx="3287">
                  <c:v>41696</c:v>
                </c:pt>
                <c:pt idx="3288">
                  <c:v>41695</c:v>
                </c:pt>
                <c:pt idx="3289">
                  <c:v>41694</c:v>
                </c:pt>
                <c:pt idx="3290">
                  <c:v>41693</c:v>
                </c:pt>
                <c:pt idx="3291">
                  <c:v>41692</c:v>
                </c:pt>
                <c:pt idx="3292">
                  <c:v>41691</c:v>
                </c:pt>
                <c:pt idx="3293">
                  <c:v>41690</c:v>
                </c:pt>
                <c:pt idx="3294">
                  <c:v>41689</c:v>
                </c:pt>
                <c:pt idx="3295">
                  <c:v>41688</c:v>
                </c:pt>
                <c:pt idx="3296">
                  <c:v>41687</c:v>
                </c:pt>
                <c:pt idx="3297">
                  <c:v>41686</c:v>
                </c:pt>
                <c:pt idx="3298">
                  <c:v>41685</c:v>
                </c:pt>
                <c:pt idx="3299">
                  <c:v>41684</c:v>
                </c:pt>
                <c:pt idx="3300">
                  <c:v>41683</c:v>
                </c:pt>
                <c:pt idx="3301">
                  <c:v>41682</c:v>
                </c:pt>
                <c:pt idx="3302">
                  <c:v>41681</c:v>
                </c:pt>
                <c:pt idx="3303">
                  <c:v>41680</c:v>
                </c:pt>
                <c:pt idx="3304">
                  <c:v>41679</c:v>
                </c:pt>
                <c:pt idx="3305">
                  <c:v>41678</c:v>
                </c:pt>
                <c:pt idx="3306">
                  <c:v>41677</c:v>
                </c:pt>
                <c:pt idx="3307">
                  <c:v>41676</c:v>
                </c:pt>
                <c:pt idx="3308">
                  <c:v>41675</c:v>
                </c:pt>
                <c:pt idx="3309">
                  <c:v>41674</c:v>
                </c:pt>
                <c:pt idx="3310">
                  <c:v>41673</c:v>
                </c:pt>
                <c:pt idx="3311">
                  <c:v>41672</c:v>
                </c:pt>
                <c:pt idx="3312">
                  <c:v>41671</c:v>
                </c:pt>
                <c:pt idx="3313">
                  <c:v>41670</c:v>
                </c:pt>
                <c:pt idx="3314">
                  <c:v>41669</c:v>
                </c:pt>
                <c:pt idx="3315">
                  <c:v>41668</c:v>
                </c:pt>
                <c:pt idx="3316">
                  <c:v>41667</c:v>
                </c:pt>
                <c:pt idx="3317">
                  <c:v>41666</c:v>
                </c:pt>
                <c:pt idx="3318">
                  <c:v>41665</c:v>
                </c:pt>
                <c:pt idx="3319">
                  <c:v>41664</c:v>
                </c:pt>
                <c:pt idx="3320">
                  <c:v>41663</c:v>
                </c:pt>
                <c:pt idx="3321">
                  <c:v>41662</c:v>
                </c:pt>
                <c:pt idx="3322">
                  <c:v>41661</c:v>
                </c:pt>
                <c:pt idx="3323">
                  <c:v>41660</c:v>
                </c:pt>
                <c:pt idx="3324">
                  <c:v>41659</c:v>
                </c:pt>
                <c:pt idx="3325">
                  <c:v>41658</c:v>
                </c:pt>
                <c:pt idx="3326">
                  <c:v>41657</c:v>
                </c:pt>
                <c:pt idx="3327">
                  <c:v>41656</c:v>
                </c:pt>
                <c:pt idx="3328">
                  <c:v>41655</c:v>
                </c:pt>
                <c:pt idx="3329">
                  <c:v>41654</c:v>
                </c:pt>
                <c:pt idx="3330">
                  <c:v>41653</c:v>
                </c:pt>
                <c:pt idx="3331">
                  <c:v>41652</c:v>
                </c:pt>
                <c:pt idx="3332">
                  <c:v>41651</c:v>
                </c:pt>
                <c:pt idx="3333">
                  <c:v>41650</c:v>
                </c:pt>
                <c:pt idx="3334">
                  <c:v>41649</c:v>
                </c:pt>
                <c:pt idx="3335">
                  <c:v>41648</c:v>
                </c:pt>
                <c:pt idx="3336">
                  <c:v>41647</c:v>
                </c:pt>
                <c:pt idx="3337">
                  <c:v>41646</c:v>
                </c:pt>
                <c:pt idx="3338">
                  <c:v>41645</c:v>
                </c:pt>
                <c:pt idx="3339">
                  <c:v>41644</c:v>
                </c:pt>
                <c:pt idx="3340">
                  <c:v>41643</c:v>
                </c:pt>
                <c:pt idx="3341">
                  <c:v>41642</c:v>
                </c:pt>
                <c:pt idx="3342">
                  <c:v>41641</c:v>
                </c:pt>
                <c:pt idx="3343">
                  <c:v>41640</c:v>
                </c:pt>
                <c:pt idx="3344">
                  <c:v>41639</c:v>
                </c:pt>
                <c:pt idx="3345">
                  <c:v>41638</c:v>
                </c:pt>
                <c:pt idx="3346">
                  <c:v>41637</c:v>
                </c:pt>
                <c:pt idx="3347">
                  <c:v>41636</c:v>
                </c:pt>
                <c:pt idx="3348">
                  <c:v>41635</c:v>
                </c:pt>
                <c:pt idx="3349">
                  <c:v>41634</c:v>
                </c:pt>
                <c:pt idx="3350">
                  <c:v>41633</c:v>
                </c:pt>
                <c:pt idx="3351">
                  <c:v>41632</c:v>
                </c:pt>
                <c:pt idx="3352">
                  <c:v>41631</c:v>
                </c:pt>
                <c:pt idx="3353">
                  <c:v>41630</c:v>
                </c:pt>
                <c:pt idx="3354">
                  <c:v>41629</c:v>
                </c:pt>
                <c:pt idx="3355">
                  <c:v>41628</c:v>
                </c:pt>
                <c:pt idx="3356">
                  <c:v>41627</c:v>
                </c:pt>
                <c:pt idx="3357">
                  <c:v>41626</c:v>
                </c:pt>
                <c:pt idx="3358">
                  <c:v>41625</c:v>
                </c:pt>
                <c:pt idx="3359">
                  <c:v>41624</c:v>
                </c:pt>
                <c:pt idx="3360">
                  <c:v>41623</c:v>
                </c:pt>
                <c:pt idx="3361">
                  <c:v>41622</c:v>
                </c:pt>
                <c:pt idx="3362">
                  <c:v>41621</c:v>
                </c:pt>
                <c:pt idx="3363">
                  <c:v>41620</c:v>
                </c:pt>
                <c:pt idx="3364">
                  <c:v>41619</c:v>
                </c:pt>
                <c:pt idx="3365">
                  <c:v>41618</c:v>
                </c:pt>
                <c:pt idx="3366">
                  <c:v>41617</c:v>
                </c:pt>
                <c:pt idx="3367">
                  <c:v>41616</c:v>
                </c:pt>
                <c:pt idx="3368">
                  <c:v>41615</c:v>
                </c:pt>
                <c:pt idx="3369">
                  <c:v>41614</c:v>
                </c:pt>
                <c:pt idx="3370">
                  <c:v>41613</c:v>
                </c:pt>
                <c:pt idx="3371">
                  <c:v>41612</c:v>
                </c:pt>
                <c:pt idx="3372">
                  <c:v>41611</c:v>
                </c:pt>
                <c:pt idx="3373">
                  <c:v>41610</c:v>
                </c:pt>
                <c:pt idx="3374">
                  <c:v>41609</c:v>
                </c:pt>
                <c:pt idx="3375">
                  <c:v>41608</c:v>
                </c:pt>
                <c:pt idx="3376">
                  <c:v>41607</c:v>
                </c:pt>
                <c:pt idx="3377">
                  <c:v>41606</c:v>
                </c:pt>
                <c:pt idx="3378">
                  <c:v>41605</c:v>
                </c:pt>
                <c:pt idx="3379">
                  <c:v>41604</c:v>
                </c:pt>
                <c:pt idx="3380">
                  <c:v>41603</c:v>
                </c:pt>
                <c:pt idx="3381">
                  <c:v>41602</c:v>
                </c:pt>
                <c:pt idx="3382">
                  <c:v>41601</c:v>
                </c:pt>
                <c:pt idx="3383">
                  <c:v>41600</c:v>
                </c:pt>
                <c:pt idx="3384">
                  <c:v>41599</c:v>
                </c:pt>
                <c:pt idx="3385">
                  <c:v>41598</c:v>
                </c:pt>
                <c:pt idx="3386">
                  <c:v>41597</c:v>
                </c:pt>
                <c:pt idx="3387">
                  <c:v>41596</c:v>
                </c:pt>
                <c:pt idx="3388">
                  <c:v>41595</c:v>
                </c:pt>
                <c:pt idx="3389">
                  <c:v>41594</c:v>
                </c:pt>
                <c:pt idx="3390">
                  <c:v>41593</c:v>
                </c:pt>
                <c:pt idx="3391">
                  <c:v>41592</c:v>
                </c:pt>
                <c:pt idx="3392">
                  <c:v>41591</c:v>
                </c:pt>
                <c:pt idx="3393">
                  <c:v>41590</c:v>
                </c:pt>
                <c:pt idx="3394">
                  <c:v>41589</c:v>
                </c:pt>
                <c:pt idx="3395">
                  <c:v>41588</c:v>
                </c:pt>
                <c:pt idx="3396">
                  <c:v>41587</c:v>
                </c:pt>
                <c:pt idx="3397">
                  <c:v>41586</c:v>
                </c:pt>
                <c:pt idx="3398">
                  <c:v>41585</c:v>
                </c:pt>
                <c:pt idx="3399">
                  <c:v>41584</c:v>
                </c:pt>
                <c:pt idx="3400">
                  <c:v>41583</c:v>
                </c:pt>
                <c:pt idx="3401">
                  <c:v>41582</c:v>
                </c:pt>
                <c:pt idx="3402">
                  <c:v>41581</c:v>
                </c:pt>
                <c:pt idx="3403">
                  <c:v>41580</c:v>
                </c:pt>
                <c:pt idx="3404">
                  <c:v>41579</c:v>
                </c:pt>
                <c:pt idx="3405">
                  <c:v>41578</c:v>
                </c:pt>
                <c:pt idx="3406">
                  <c:v>41577</c:v>
                </c:pt>
                <c:pt idx="3407">
                  <c:v>41576</c:v>
                </c:pt>
                <c:pt idx="3408">
                  <c:v>41575</c:v>
                </c:pt>
                <c:pt idx="3409">
                  <c:v>41574</c:v>
                </c:pt>
                <c:pt idx="3410">
                  <c:v>41573</c:v>
                </c:pt>
                <c:pt idx="3411">
                  <c:v>41572</c:v>
                </c:pt>
                <c:pt idx="3412">
                  <c:v>41571</c:v>
                </c:pt>
                <c:pt idx="3413">
                  <c:v>41570</c:v>
                </c:pt>
                <c:pt idx="3414">
                  <c:v>41569</c:v>
                </c:pt>
                <c:pt idx="3415">
                  <c:v>41568</c:v>
                </c:pt>
                <c:pt idx="3416">
                  <c:v>41567</c:v>
                </c:pt>
                <c:pt idx="3417">
                  <c:v>41566</c:v>
                </c:pt>
                <c:pt idx="3418">
                  <c:v>41565</c:v>
                </c:pt>
                <c:pt idx="3419">
                  <c:v>41564</c:v>
                </c:pt>
                <c:pt idx="3420">
                  <c:v>41563</c:v>
                </c:pt>
                <c:pt idx="3421">
                  <c:v>41562</c:v>
                </c:pt>
                <c:pt idx="3422">
                  <c:v>41561</c:v>
                </c:pt>
                <c:pt idx="3423">
                  <c:v>41560</c:v>
                </c:pt>
                <c:pt idx="3424">
                  <c:v>41559</c:v>
                </c:pt>
                <c:pt idx="3425">
                  <c:v>41558</c:v>
                </c:pt>
                <c:pt idx="3426">
                  <c:v>41557</c:v>
                </c:pt>
                <c:pt idx="3427">
                  <c:v>41556</c:v>
                </c:pt>
                <c:pt idx="3428">
                  <c:v>41555</c:v>
                </c:pt>
                <c:pt idx="3429">
                  <c:v>41554</c:v>
                </c:pt>
                <c:pt idx="3430">
                  <c:v>41553</c:v>
                </c:pt>
                <c:pt idx="3431">
                  <c:v>41552</c:v>
                </c:pt>
                <c:pt idx="3432">
                  <c:v>41551</c:v>
                </c:pt>
                <c:pt idx="3433">
                  <c:v>41550</c:v>
                </c:pt>
                <c:pt idx="3434">
                  <c:v>41549</c:v>
                </c:pt>
                <c:pt idx="3435">
                  <c:v>41548</c:v>
                </c:pt>
                <c:pt idx="3436">
                  <c:v>41547</c:v>
                </c:pt>
                <c:pt idx="3437">
                  <c:v>41546</c:v>
                </c:pt>
                <c:pt idx="3438">
                  <c:v>41545</c:v>
                </c:pt>
                <c:pt idx="3439">
                  <c:v>41544</c:v>
                </c:pt>
                <c:pt idx="3440">
                  <c:v>41543</c:v>
                </c:pt>
                <c:pt idx="3441">
                  <c:v>41542</c:v>
                </c:pt>
                <c:pt idx="3442">
                  <c:v>41541</c:v>
                </c:pt>
                <c:pt idx="3443">
                  <c:v>41540</c:v>
                </c:pt>
                <c:pt idx="3444">
                  <c:v>41539</c:v>
                </c:pt>
                <c:pt idx="3445">
                  <c:v>41538</c:v>
                </c:pt>
                <c:pt idx="3446">
                  <c:v>41537</c:v>
                </c:pt>
                <c:pt idx="3447">
                  <c:v>41536</c:v>
                </c:pt>
                <c:pt idx="3448">
                  <c:v>41535</c:v>
                </c:pt>
                <c:pt idx="3449">
                  <c:v>41534</c:v>
                </c:pt>
                <c:pt idx="3450">
                  <c:v>41533</c:v>
                </c:pt>
                <c:pt idx="3451">
                  <c:v>41532</c:v>
                </c:pt>
                <c:pt idx="3452">
                  <c:v>41531</c:v>
                </c:pt>
                <c:pt idx="3453">
                  <c:v>41530</c:v>
                </c:pt>
                <c:pt idx="3454">
                  <c:v>41529</c:v>
                </c:pt>
                <c:pt idx="3455">
                  <c:v>41528</c:v>
                </c:pt>
                <c:pt idx="3456">
                  <c:v>41527</c:v>
                </c:pt>
                <c:pt idx="3457">
                  <c:v>41526</c:v>
                </c:pt>
                <c:pt idx="3458">
                  <c:v>41525</c:v>
                </c:pt>
                <c:pt idx="3459">
                  <c:v>41524</c:v>
                </c:pt>
                <c:pt idx="3460">
                  <c:v>41523</c:v>
                </c:pt>
                <c:pt idx="3461">
                  <c:v>41522</c:v>
                </c:pt>
                <c:pt idx="3462">
                  <c:v>41521</c:v>
                </c:pt>
                <c:pt idx="3463">
                  <c:v>41520</c:v>
                </c:pt>
                <c:pt idx="3464">
                  <c:v>41519</c:v>
                </c:pt>
                <c:pt idx="3465">
                  <c:v>41518</c:v>
                </c:pt>
                <c:pt idx="3466">
                  <c:v>41517</c:v>
                </c:pt>
                <c:pt idx="3467">
                  <c:v>41516</c:v>
                </c:pt>
                <c:pt idx="3468">
                  <c:v>41515</c:v>
                </c:pt>
                <c:pt idx="3469">
                  <c:v>41514</c:v>
                </c:pt>
                <c:pt idx="3470">
                  <c:v>41513</c:v>
                </c:pt>
                <c:pt idx="3471">
                  <c:v>41512</c:v>
                </c:pt>
                <c:pt idx="3472">
                  <c:v>41511</c:v>
                </c:pt>
                <c:pt idx="3473">
                  <c:v>41510</c:v>
                </c:pt>
                <c:pt idx="3474">
                  <c:v>41509</c:v>
                </c:pt>
                <c:pt idx="3475">
                  <c:v>41508</c:v>
                </c:pt>
                <c:pt idx="3476">
                  <c:v>41507</c:v>
                </c:pt>
                <c:pt idx="3477">
                  <c:v>41506</c:v>
                </c:pt>
                <c:pt idx="3478">
                  <c:v>41505</c:v>
                </c:pt>
                <c:pt idx="3479">
                  <c:v>41504</c:v>
                </c:pt>
                <c:pt idx="3480">
                  <c:v>41503</c:v>
                </c:pt>
                <c:pt idx="3481">
                  <c:v>41502</c:v>
                </c:pt>
                <c:pt idx="3482">
                  <c:v>41501</c:v>
                </c:pt>
                <c:pt idx="3483">
                  <c:v>41500</c:v>
                </c:pt>
                <c:pt idx="3484">
                  <c:v>41499</c:v>
                </c:pt>
                <c:pt idx="3485">
                  <c:v>41498</c:v>
                </c:pt>
                <c:pt idx="3486">
                  <c:v>41497</c:v>
                </c:pt>
                <c:pt idx="3487">
                  <c:v>41496</c:v>
                </c:pt>
                <c:pt idx="3488">
                  <c:v>41495</c:v>
                </c:pt>
                <c:pt idx="3489">
                  <c:v>41494</c:v>
                </c:pt>
                <c:pt idx="3490">
                  <c:v>41493</c:v>
                </c:pt>
                <c:pt idx="3491">
                  <c:v>41492</c:v>
                </c:pt>
                <c:pt idx="3492">
                  <c:v>41491</c:v>
                </c:pt>
                <c:pt idx="3493">
                  <c:v>41490</c:v>
                </c:pt>
                <c:pt idx="3494">
                  <c:v>41489</c:v>
                </c:pt>
                <c:pt idx="3495">
                  <c:v>41488</c:v>
                </c:pt>
                <c:pt idx="3496">
                  <c:v>41487</c:v>
                </c:pt>
                <c:pt idx="3497">
                  <c:v>41486</c:v>
                </c:pt>
                <c:pt idx="3498">
                  <c:v>41485</c:v>
                </c:pt>
                <c:pt idx="3499">
                  <c:v>41484</c:v>
                </c:pt>
                <c:pt idx="3500">
                  <c:v>41483</c:v>
                </c:pt>
                <c:pt idx="3501">
                  <c:v>41482</c:v>
                </c:pt>
                <c:pt idx="3502">
                  <c:v>41481</c:v>
                </c:pt>
                <c:pt idx="3503">
                  <c:v>41480</c:v>
                </c:pt>
                <c:pt idx="3504">
                  <c:v>41479</c:v>
                </c:pt>
                <c:pt idx="3505">
                  <c:v>41478</c:v>
                </c:pt>
                <c:pt idx="3506">
                  <c:v>41477</c:v>
                </c:pt>
                <c:pt idx="3507">
                  <c:v>41476</c:v>
                </c:pt>
                <c:pt idx="3508">
                  <c:v>41475</c:v>
                </c:pt>
                <c:pt idx="3509">
                  <c:v>41474</c:v>
                </c:pt>
                <c:pt idx="3510">
                  <c:v>41473</c:v>
                </c:pt>
                <c:pt idx="3511">
                  <c:v>41472</c:v>
                </c:pt>
                <c:pt idx="3512">
                  <c:v>41471</c:v>
                </c:pt>
                <c:pt idx="3513">
                  <c:v>41470</c:v>
                </c:pt>
                <c:pt idx="3514">
                  <c:v>41469</c:v>
                </c:pt>
                <c:pt idx="3515">
                  <c:v>41468</c:v>
                </c:pt>
                <c:pt idx="3516">
                  <c:v>41467</c:v>
                </c:pt>
                <c:pt idx="3517">
                  <c:v>41466</c:v>
                </c:pt>
                <c:pt idx="3518">
                  <c:v>41465</c:v>
                </c:pt>
                <c:pt idx="3519">
                  <c:v>41464</c:v>
                </c:pt>
                <c:pt idx="3520">
                  <c:v>41463</c:v>
                </c:pt>
                <c:pt idx="3521">
                  <c:v>41462</c:v>
                </c:pt>
                <c:pt idx="3522">
                  <c:v>41461</c:v>
                </c:pt>
                <c:pt idx="3523">
                  <c:v>41460</c:v>
                </c:pt>
                <c:pt idx="3524">
                  <c:v>41459</c:v>
                </c:pt>
                <c:pt idx="3525">
                  <c:v>41458</c:v>
                </c:pt>
                <c:pt idx="3526">
                  <c:v>41457</c:v>
                </c:pt>
                <c:pt idx="3527">
                  <c:v>41456</c:v>
                </c:pt>
                <c:pt idx="3528">
                  <c:v>41455</c:v>
                </c:pt>
                <c:pt idx="3529">
                  <c:v>41454</c:v>
                </c:pt>
                <c:pt idx="3530">
                  <c:v>41453</c:v>
                </c:pt>
                <c:pt idx="3531">
                  <c:v>41452</c:v>
                </c:pt>
                <c:pt idx="3532">
                  <c:v>41451</c:v>
                </c:pt>
                <c:pt idx="3533">
                  <c:v>41450</c:v>
                </c:pt>
                <c:pt idx="3534">
                  <c:v>41449</c:v>
                </c:pt>
                <c:pt idx="3535">
                  <c:v>41448</c:v>
                </c:pt>
                <c:pt idx="3536">
                  <c:v>41447</c:v>
                </c:pt>
                <c:pt idx="3537">
                  <c:v>41446</c:v>
                </c:pt>
                <c:pt idx="3538">
                  <c:v>41445</c:v>
                </c:pt>
                <c:pt idx="3539">
                  <c:v>41444</c:v>
                </c:pt>
                <c:pt idx="3540">
                  <c:v>41443</c:v>
                </c:pt>
                <c:pt idx="3541">
                  <c:v>41442</c:v>
                </c:pt>
                <c:pt idx="3542">
                  <c:v>41441</c:v>
                </c:pt>
                <c:pt idx="3543">
                  <c:v>41440</c:v>
                </c:pt>
                <c:pt idx="3544">
                  <c:v>41439</c:v>
                </c:pt>
                <c:pt idx="3545">
                  <c:v>41438</c:v>
                </c:pt>
                <c:pt idx="3546">
                  <c:v>41437</c:v>
                </c:pt>
                <c:pt idx="3547">
                  <c:v>41436</c:v>
                </c:pt>
                <c:pt idx="3548">
                  <c:v>41435</c:v>
                </c:pt>
                <c:pt idx="3549">
                  <c:v>41434</c:v>
                </c:pt>
                <c:pt idx="3550">
                  <c:v>41433</c:v>
                </c:pt>
                <c:pt idx="3551">
                  <c:v>41432</c:v>
                </c:pt>
                <c:pt idx="3552">
                  <c:v>41431</c:v>
                </c:pt>
                <c:pt idx="3553">
                  <c:v>41430</c:v>
                </c:pt>
                <c:pt idx="3554">
                  <c:v>41429</c:v>
                </c:pt>
                <c:pt idx="3555">
                  <c:v>41428</c:v>
                </c:pt>
                <c:pt idx="3556">
                  <c:v>41427</c:v>
                </c:pt>
                <c:pt idx="3557">
                  <c:v>41426</c:v>
                </c:pt>
                <c:pt idx="3558">
                  <c:v>41425</c:v>
                </c:pt>
                <c:pt idx="3559">
                  <c:v>41424</c:v>
                </c:pt>
                <c:pt idx="3560">
                  <c:v>41423</c:v>
                </c:pt>
                <c:pt idx="3561">
                  <c:v>41422</c:v>
                </c:pt>
                <c:pt idx="3562">
                  <c:v>41421</c:v>
                </c:pt>
                <c:pt idx="3563">
                  <c:v>41420</c:v>
                </c:pt>
                <c:pt idx="3564">
                  <c:v>41419</c:v>
                </c:pt>
                <c:pt idx="3565">
                  <c:v>41418</c:v>
                </c:pt>
                <c:pt idx="3566">
                  <c:v>41417</c:v>
                </c:pt>
                <c:pt idx="3567">
                  <c:v>41416</c:v>
                </c:pt>
                <c:pt idx="3568">
                  <c:v>41415</c:v>
                </c:pt>
                <c:pt idx="3569">
                  <c:v>41414</c:v>
                </c:pt>
                <c:pt idx="3570">
                  <c:v>41413</c:v>
                </c:pt>
                <c:pt idx="3571">
                  <c:v>41412</c:v>
                </c:pt>
                <c:pt idx="3572">
                  <c:v>41411</c:v>
                </c:pt>
                <c:pt idx="3573">
                  <c:v>41410</c:v>
                </c:pt>
                <c:pt idx="3574">
                  <c:v>41409</c:v>
                </c:pt>
                <c:pt idx="3575">
                  <c:v>41408</c:v>
                </c:pt>
                <c:pt idx="3576">
                  <c:v>41407</c:v>
                </c:pt>
                <c:pt idx="3577">
                  <c:v>41406</c:v>
                </c:pt>
                <c:pt idx="3578">
                  <c:v>41405</c:v>
                </c:pt>
                <c:pt idx="3579">
                  <c:v>41404</c:v>
                </c:pt>
                <c:pt idx="3580">
                  <c:v>41403</c:v>
                </c:pt>
                <c:pt idx="3581">
                  <c:v>41402</c:v>
                </c:pt>
                <c:pt idx="3582">
                  <c:v>41401</c:v>
                </c:pt>
                <c:pt idx="3583">
                  <c:v>41400</c:v>
                </c:pt>
                <c:pt idx="3584">
                  <c:v>41399</c:v>
                </c:pt>
                <c:pt idx="3585">
                  <c:v>41398</c:v>
                </c:pt>
                <c:pt idx="3586">
                  <c:v>41397</c:v>
                </c:pt>
                <c:pt idx="3587">
                  <c:v>41396</c:v>
                </c:pt>
                <c:pt idx="3588">
                  <c:v>41395</c:v>
                </c:pt>
                <c:pt idx="3589">
                  <c:v>41394</c:v>
                </c:pt>
                <c:pt idx="3590">
                  <c:v>41393</c:v>
                </c:pt>
                <c:pt idx="3591">
                  <c:v>41392</c:v>
                </c:pt>
                <c:pt idx="3592">
                  <c:v>41391</c:v>
                </c:pt>
                <c:pt idx="3593">
                  <c:v>41390</c:v>
                </c:pt>
                <c:pt idx="3594">
                  <c:v>41389</c:v>
                </c:pt>
                <c:pt idx="3595">
                  <c:v>41388</c:v>
                </c:pt>
                <c:pt idx="3596">
                  <c:v>41387</c:v>
                </c:pt>
                <c:pt idx="3597">
                  <c:v>41386</c:v>
                </c:pt>
                <c:pt idx="3598">
                  <c:v>41385</c:v>
                </c:pt>
                <c:pt idx="3599">
                  <c:v>41384</c:v>
                </c:pt>
                <c:pt idx="3600">
                  <c:v>41383</c:v>
                </c:pt>
                <c:pt idx="3601">
                  <c:v>41382</c:v>
                </c:pt>
                <c:pt idx="3602">
                  <c:v>41381</c:v>
                </c:pt>
                <c:pt idx="3603">
                  <c:v>41380</c:v>
                </c:pt>
                <c:pt idx="3604">
                  <c:v>41379</c:v>
                </c:pt>
                <c:pt idx="3605">
                  <c:v>41378</c:v>
                </c:pt>
                <c:pt idx="3606">
                  <c:v>41377</c:v>
                </c:pt>
                <c:pt idx="3607">
                  <c:v>41376</c:v>
                </c:pt>
                <c:pt idx="3608">
                  <c:v>41375</c:v>
                </c:pt>
                <c:pt idx="3609">
                  <c:v>41374</c:v>
                </c:pt>
                <c:pt idx="3610">
                  <c:v>41373</c:v>
                </c:pt>
                <c:pt idx="3611">
                  <c:v>41372</c:v>
                </c:pt>
                <c:pt idx="3612">
                  <c:v>41371</c:v>
                </c:pt>
                <c:pt idx="3613">
                  <c:v>41370</c:v>
                </c:pt>
                <c:pt idx="3614">
                  <c:v>41369</c:v>
                </c:pt>
                <c:pt idx="3615">
                  <c:v>41368</c:v>
                </c:pt>
                <c:pt idx="3616">
                  <c:v>41367</c:v>
                </c:pt>
                <c:pt idx="3617">
                  <c:v>41366</c:v>
                </c:pt>
                <c:pt idx="3618">
                  <c:v>41365</c:v>
                </c:pt>
                <c:pt idx="3619">
                  <c:v>41364</c:v>
                </c:pt>
                <c:pt idx="3620">
                  <c:v>41363</c:v>
                </c:pt>
                <c:pt idx="3621">
                  <c:v>41362</c:v>
                </c:pt>
                <c:pt idx="3622">
                  <c:v>41361</c:v>
                </c:pt>
                <c:pt idx="3623">
                  <c:v>41360</c:v>
                </c:pt>
                <c:pt idx="3624">
                  <c:v>41359</c:v>
                </c:pt>
                <c:pt idx="3625">
                  <c:v>41358</c:v>
                </c:pt>
                <c:pt idx="3626">
                  <c:v>41357</c:v>
                </c:pt>
                <c:pt idx="3627">
                  <c:v>41356</c:v>
                </c:pt>
                <c:pt idx="3628">
                  <c:v>41355</c:v>
                </c:pt>
                <c:pt idx="3629">
                  <c:v>41354</c:v>
                </c:pt>
                <c:pt idx="3630">
                  <c:v>41353</c:v>
                </c:pt>
                <c:pt idx="3631">
                  <c:v>41352</c:v>
                </c:pt>
                <c:pt idx="3632">
                  <c:v>41351</c:v>
                </c:pt>
                <c:pt idx="3633">
                  <c:v>41350</c:v>
                </c:pt>
                <c:pt idx="3634">
                  <c:v>41349</c:v>
                </c:pt>
                <c:pt idx="3635">
                  <c:v>41348</c:v>
                </c:pt>
                <c:pt idx="3636">
                  <c:v>41347</c:v>
                </c:pt>
                <c:pt idx="3637">
                  <c:v>41346</c:v>
                </c:pt>
                <c:pt idx="3638">
                  <c:v>41345</c:v>
                </c:pt>
                <c:pt idx="3639">
                  <c:v>41344</c:v>
                </c:pt>
                <c:pt idx="3640">
                  <c:v>41343</c:v>
                </c:pt>
                <c:pt idx="3641">
                  <c:v>41342</c:v>
                </c:pt>
                <c:pt idx="3642">
                  <c:v>41341</c:v>
                </c:pt>
                <c:pt idx="3643">
                  <c:v>41340</c:v>
                </c:pt>
                <c:pt idx="3644">
                  <c:v>41339</c:v>
                </c:pt>
                <c:pt idx="3645">
                  <c:v>41338</c:v>
                </c:pt>
                <c:pt idx="3646">
                  <c:v>41337</c:v>
                </c:pt>
                <c:pt idx="3647">
                  <c:v>41336</c:v>
                </c:pt>
                <c:pt idx="3648">
                  <c:v>41335</c:v>
                </c:pt>
                <c:pt idx="3649">
                  <c:v>41334</c:v>
                </c:pt>
                <c:pt idx="3650">
                  <c:v>41333</c:v>
                </c:pt>
                <c:pt idx="3651">
                  <c:v>41332</c:v>
                </c:pt>
                <c:pt idx="3652">
                  <c:v>41331</c:v>
                </c:pt>
                <c:pt idx="3653">
                  <c:v>41330</c:v>
                </c:pt>
                <c:pt idx="3654">
                  <c:v>41329</c:v>
                </c:pt>
                <c:pt idx="3655">
                  <c:v>41328</c:v>
                </c:pt>
                <c:pt idx="3656">
                  <c:v>41327</c:v>
                </c:pt>
                <c:pt idx="3657">
                  <c:v>41326</c:v>
                </c:pt>
                <c:pt idx="3658">
                  <c:v>41325</c:v>
                </c:pt>
                <c:pt idx="3659">
                  <c:v>41324</c:v>
                </c:pt>
                <c:pt idx="3660">
                  <c:v>41323</c:v>
                </c:pt>
                <c:pt idx="3661">
                  <c:v>41322</c:v>
                </c:pt>
                <c:pt idx="3662">
                  <c:v>41321</c:v>
                </c:pt>
                <c:pt idx="3663">
                  <c:v>41320</c:v>
                </c:pt>
                <c:pt idx="3664">
                  <c:v>41319</c:v>
                </c:pt>
                <c:pt idx="3665">
                  <c:v>41318</c:v>
                </c:pt>
                <c:pt idx="3666">
                  <c:v>41317</c:v>
                </c:pt>
                <c:pt idx="3667">
                  <c:v>41316</c:v>
                </c:pt>
                <c:pt idx="3668">
                  <c:v>41315</c:v>
                </c:pt>
                <c:pt idx="3669">
                  <c:v>41314</c:v>
                </c:pt>
                <c:pt idx="3670">
                  <c:v>41313</c:v>
                </c:pt>
                <c:pt idx="3671">
                  <c:v>41312</c:v>
                </c:pt>
                <c:pt idx="3672">
                  <c:v>41311</c:v>
                </c:pt>
                <c:pt idx="3673">
                  <c:v>41310</c:v>
                </c:pt>
                <c:pt idx="3674">
                  <c:v>41309</c:v>
                </c:pt>
                <c:pt idx="3675">
                  <c:v>41308</c:v>
                </c:pt>
                <c:pt idx="3676">
                  <c:v>41307</c:v>
                </c:pt>
                <c:pt idx="3677">
                  <c:v>41306</c:v>
                </c:pt>
                <c:pt idx="3678">
                  <c:v>41305</c:v>
                </c:pt>
                <c:pt idx="3679">
                  <c:v>41304</c:v>
                </c:pt>
                <c:pt idx="3680">
                  <c:v>41303</c:v>
                </c:pt>
                <c:pt idx="3681">
                  <c:v>41302</c:v>
                </c:pt>
                <c:pt idx="3682">
                  <c:v>41301</c:v>
                </c:pt>
                <c:pt idx="3683">
                  <c:v>41300</c:v>
                </c:pt>
                <c:pt idx="3684">
                  <c:v>41299</c:v>
                </c:pt>
                <c:pt idx="3685">
                  <c:v>41298</c:v>
                </c:pt>
                <c:pt idx="3686">
                  <c:v>41297</c:v>
                </c:pt>
                <c:pt idx="3687">
                  <c:v>41296</c:v>
                </c:pt>
                <c:pt idx="3688">
                  <c:v>41295</c:v>
                </c:pt>
                <c:pt idx="3689">
                  <c:v>41294</c:v>
                </c:pt>
                <c:pt idx="3690">
                  <c:v>41293</c:v>
                </c:pt>
                <c:pt idx="3691">
                  <c:v>41292</c:v>
                </c:pt>
                <c:pt idx="3692">
                  <c:v>41291</c:v>
                </c:pt>
                <c:pt idx="3693">
                  <c:v>41290</c:v>
                </c:pt>
                <c:pt idx="3694">
                  <c:v>41289</c:v>
                </c:pt>
                <c:pt idx="3695">
                  <c:v>41288</c:v>
                </c:pt>
                <c:pt idx="3696">
                  <c:v>41287</c:v>
                </c:pt>
                <c:pt idx="3697">
                  <c:v>41286</c:v>
                </c:pt>
                <c:pt idx="3698">
                  <c:v>41285</c:v>
                </c:pt>
                <c:pt idx="3699">
                  <c:v>41284</c:v>
                </c:pt>
                <c:pt idx="3700">
                  <c:v>41283</c:v>
                </c:pt>
                <c:pt idx="3701">
                  <c:v>41282</c:v>
                </c:pt>
                <c:pt idx="3702">
                  <c:v>41281</c:v>
                </c:pt>
                <c:pt idx="3703">
                  <c:v>41280</c:v>
                </c:pt>
                <c:pt idx="3704">
                  <c:v>41279</c:v>
                </c:pt>
                <c:pt idx="3705">
                  <c:v>41278</c:v>
                </c:pt>
                <c:pt idx="3706">
                  <c:v>41277</c:v>
                </c:pt>
                <c:pt idx="3707">
                  <c:v>41276</c:v>
                </c:pt>
                <c:pt idx="3708">
                  <c:v>41275</c:v>
                </c:pt>
                <c:pt idx="3709">
                  <c:v>41274</c:v>
                </c:pt>
                <c:pt idx="3710">
                  <c:v>41273</c:v>
                </c:pt>
                <c:pt idx="3711">
                  <c:v>41272</c:v>
                </c:pt>
                <c:pt idx="3712">
                  <c:v>41271</c:v>
                </c:pt>
                <c:pt idx="3713">
                  <c:v>41270</c:v>
                </c:pt>
                <c:pt idx="3714">
                  <c:v>41269</c:v>
                </c:pt>
                <c:pt idx="3715">
                  <c:v>41268</c:v>
                </c:pt>
                <c:pt idx="3716">
                  <c:v>41267</c:v>
                </c:pt>
                <c:pt idx="3717">
                  <c:v>41266</c:v>
                </c:pt>
                <c:pt idx="3718">
                  <c:v>41265</c:v>
                </c:pt>
                <c:pt idx="3719">
                  <c:v>41264</c:v>
                </c:pt>
                <c:pt idx="3720">
                  <c:v>41263</c:v>
                </c:pt>
                <c:pt idx="3721">
                  <c:v>41262</c:v>
                </c:pt>
                <c:pt idx="3722">
                  <c:v>41261</c:v>
                </c:pt>
                <c:pt idx="3723">
                  <c:v>41260</c:v>
                </c:pt>
                <c:pt idx="3724">
                  <c:v>41259</c:v>
                </c:pt>
                <c:pt idx="3725">
                  <c:v>41258</c:v>
                </c:pt>
                <c:pt idx="3726">
                  <c:v>41257</c:v>
                </c:pt>
                <c:pt idx="3727">
                  <c:v>41256</c:v>
                </c:pt>
                <c:pt idx="3728">
                  <c:v>41255</c:v>
                </c:pt>
                <c:pt idx="3729">
                  <c:v>41254</c:v>
                </c:pt>
                <c:pt idx="3730">
                  <c:v>41253</c:v>
                </c:pt>
                <c:pt idx="3731">
                  <c:v>41252</c:v>
                </c:pt>
                <c:pt idx="3732">
                  <c:v>41251</c:v>
                </c:pt>
                <c:pt idx="3733">
                  <c:v>41250</c:v>
                </c:pt>
                <c:pt idx="3734">
                  <c:v>41249</c:v>
                </c:pt>
                <c:pt idx="3735">
                  <c:v>41248</c:v>
                </c:pt>
                <c:pt idx="3736">
                  <c:v>41247</c:v>
                </c:pt>
                <c:pt idx="3737">
                  <c:v>41246</c:v>
                </c:pt>
                <c:pt idx="3738">
                  <c:v>41245</c:v>
                </c:pt>
                <c:pt idx="3739">
                  <c:v>41244</c:v>
                </c:pt>
                <c:pt idx="3740">
                  <c:v>41243</c:v>
                </c:pt>
                <c:pt idx="3741">
                  <c:v>41242</c:v>
                </c:pt>
                <c:pt idx="3742">
                  <c:v>41241</c:v>
                </c:pt>
                <c:pt idx="3743">
                  <c:v>41240</c:v>
                </c:pt>
                <c:pt idx="3744">
                  <c:v>41239</c:v>
                </c:pt>
                <c:pt idx="3745">
                  <c:v>41238</c:v>
                </c:pt>
                <c:pt idx="3746">
                  <c:v>41237</c:v>
                </c:pt>
                <c:pt idx="3747">
                  <c:v>41236</c:v>
                </c:pt>
                <c:pt idx="3748">
                  <c:v>41235</c:v>
                </c:pt>
                <c:pt idx="3749">
                  <c:v>41234</c:v>
                </c:pt>
                <c:pt idx="3750">
                  <c:v>41233</c:v>
                </c:pt>
                <c:pt idx="3751">
                  <c:v>41232</c:v>
                </c:pt>
                <c:pt idx="3752">
                  <c:v>41231</c:v>
                </c:pt>
                <c:pt idx="3753">
                  <c:v>41230</c:v>
                </c:pt>
                <c:pt idx="3754">
                  <c:v>41229</c:v>
                </c:pt>
                <c:pt idx="3755">
                  <c:v>41228</c:v>
                </c:pt>
                <c:pt idx="3756">
                  <c:v>41227</c:v>
                </c:pt>
                <c:pt idx="3757">
                  <c:v>41226</c:v>
                </c:pt>
                <c:pt idx="3758">
                  <c:v>41225</c:v>
                </c:pt>
                <c:pt idx="3759">
                  <c:v>41224</c:v>
                </c:pt>
                <c:pt idx="3760">
                  <c:v>41223</c:v>
                </c:pt>
                <c:pt idx="3761">
                  <c:v>41222</c:v>
                </c:pt>
                <c:pt idx="3762">
                  <c:v>41221</c:v>
                </c:pt>
                <c:pt idx="3763">
                  <c:v>41220</c:v>
                </c:pt>
                <c:pt idx="3764">
                  <c:v>41219</c:v>
                </c:pt>
                <c:pt idx="3765">
                  <c:v>41218</c:v>
                </c:pt>
                <c:pt idx="3766">
                  <c:v>41217</c:v>
                </c:pt>
                <c:pt idx="3767">
                  <c:v>41216</c:v>
                </c:pt>
                <c:pt idx="3768">
                  <c:v>41215</c:v>
                </c:pt>
                <c:pt idx="3769">
                  <c:v>41214</c:v>
                </c:pt>
                <c:pt idx="3770">
                  <c:v>41213</c:v>
                </c:pt>
                <c:pt idx="3771">
                  <c:v>41212</c:v>
                </c:pt>
                <c:pt idx="3772">
                  <c:v>41211</c:v>
                </c:pt>
                <c:pt idx="3773">
                  <c:v>41210</c:v>
                </c:pt>
                <c:pt idx="3774">
                  <c:v>41209</c:v>
                </c:pt>
                <c:pt idx="3775">
                  <c:v>41208</c:v>
                </c:pt>
                <c:pt idx="3776">
                  <c:v>41207</c:v>
                </c:pt>
                <c:pt idx="3777">
                  <c:v>41206</c:v>
                </c:pt>
                <c:pt idx="3778">
                  <c:v>41205</c:v>
                </c:pt>
                <c:pt idx="3779">
                  <c:v>41204</c:v>
                </c:pt>
                <c:pt idx="3780">
                  <c:v>41203</c:v>
                </c:pt>
                <c:pt idx="3781">
                  <c:v>41202</c:v>
                </c:pt>
                <c:pt idx="3782">
                  <c:v>41201</c:v>
                </c:pt>
                <c:pt idx="3783">
                  <c:v>41200</c:v>
                </c:pt>
                <c:pt idx="3784">
                  <c:v>41199</c:v>
                </c:pt>
                <c:pt idx="3785">
                  <c:v>41198</c:v>
                </c:pt>
                <c:pt idx="3786">
                  <c:v>41197</c:v>
                </c:pt>
                <c:pt idx="3787">
                  <c:v>41196</c:v>
                </c:pt>
                <c:pt idx="3788">
                  <c:v>41195</c:v>
                </c:pt>
                <c:pt idx="3789">
                  <c:v>41194</c:v>
                </c:pt>
                <c:pt idx="3790">
                  <c:v>41193</c:v>
                </c:pt>
                <c:pt idx="3791">
                  <c:v>41192</c:v>
                </c:pt>
                <c:pt idx="3792">
                  <c:v>41191</c:v>
                </c:pt>
                <c:pt idx="3793">
                  <c:v>41190</c:v>
                </c:pt>
                <c:pt idx="3794">
                  <c:v>41189</c:v>
                </c:pt>
                <c:pt idx="3795">
                  <c:v>41188</c:v>
                </c:pt>
                <c:pt idx="3796">
                  <c:v>41187</c:v>
                </c:pt>
                <c:pt idx="3797">
                  <c:v>41186</c:v>
                </c:pt>
                <c:pt idx="3798">
                  <c:v>41185</c:v>
                </c:pt>
                <c:pt idx="3799">
                  <c:v>41184</c:v>
                </c:pt>
                <c:pt idx="3800">
                  <c:v>41183</c:v>
                </c:pt>
                <c:pt idx="3801">
                  <c:v>41182</c:v>
                </c:pt>
                <c:pt idx="3802">
                  <c:v>41181</c:v>
                </c:pt>
                <c:pt idx="3803">
                  <c:v>41180</c:v>
                </c:pt>
                <c:pt idx="3804">
                  <c:v>41179</c:v>
                </c:pt>
                <c:pt idx="3805">
                  <c:v>41178</c:v>
                </c:pt>
                <c:pt idx="3806">
                  <c:v>41177</c:v>
                </c:pt>
                <c:pt idx="3807">
                  <c:v>41176</c:v>
                </c:pt>
                <c:pt idx="3808">
                  <c:v>41175</c:v>
                </c:pt>
                <c:pt idx="3809">
                  <c:v>41174</c:v>
                </c:pt>
                <c:pt idx="3810">
                  <c:v>41173</c:v>
                </c:pt>
                <c:pt idx="3811">
                  <c:v>41172</c:v>
                </c:pt>
                <c:pt idx="3812">
                  <c:v>41171</c:v>
                </c:pt>
                <c:pt idx="3813">
                  <c:v>41170</c:v>
                </c:pt>
                <c:pt idx="3814">
                  <c:v>41169</c:v>
                </c:pt>
                <c:pt idx="3815">
                  <c:v>41168</c:v>
                </c:pt>
                <c:pt idx="3816">
                  <c:v>41167</c:v>
                </c:pt>
                <c:pt idx="3817">
                  <c:v>41166</c:v>
                </c:pt>
                <c:pt idx="3818">
                  <c:v>41165</c:v>
                </c:pt>
                <c:pt idx="3819">
                  <c:v>41164</c:v>
                </c:pt>
                <c:pt idx="3820">
                  <c:v>41163</c:v>
                </c:pt>
                <c:pt idx="3821">
                  <c:v>41162</c:v>
                </c:pt>
                <c:pt idx="3822">
                  <c:v>41161</c:v>
                </c:pt>
                <c:pt idx="3823">
                  <c:v>41160</c:v>
                </c:pt>
                <c:pt idx="3824">
                  <c:v>41159</c:v>
                </c:pt>
                <c:pt idx="3825">
                  <c:v>41158</c:v>
                </c:pt>
                <c:pt idx="3826">
                  <c:v>41157</c:v>
                </c:pt>
                <c:pt idx="3827">
                  <c:v>41156</c:v>
                </c:pt>
                <c:pt idx="3828">
                  <c:v>41155</c:v>
                </c:pt>
                <c:pt idx="3829">
                  <c:v>41154</c:v>
                </c:pt>
                <c:pt idx="3830">
                  <c:v>41153</c:v>
                </c:pt>
                <c:pt idx="3831">
                  <c:v>41152</c:v>
                </c:pt>
                <c:pt idx="3832">
                  <c:v>41151</c:v>
                </c:pt>
                <c:pt idx="3833">
                  <c:v>41150</c:v>
                </c:pt>
                <c:pt idx="3834">
                  <c:v>41149</c:v>
                </c:pt>
                <c:pt idx="3835">
                  <c:v>41148</c:v>
                </c:pt>
                <c:pt idx="3836">
                  <c:v>41147</c:v>
                </c:pt>
                <c:pt idx="3837">
                  <c:v>41146</c:v>
                </c:pt>
                <c:pt idx="3838">
                  <c:v>41145</c:v>
                </c:pt>
                <c:pt idx="3839">
                  <c:v>41144</c:v>
                </c:pt>
                <c:pt idx="3840">
                  <c:v>41143</c:v>
                </c:pt>
                <c:pt idx="3841">
                  <c:v>41142</c:v>
                </c:pt>
                <c:pt idx="3842">
                  <c:v>41141</c:v>
                </c:pt>
                <c:pt idx="3843">
                  <c:v>41140</c:v>
                </c:pt>
                <c:pt idx="3844">
                  <c:v>41139</c:v>
                </c:pt>
                <c:pt idx="3845">
                  <c:v>41138</c:v>
                </c:pt>
                <c:pt idx="3846">
                  <c:v>41137</c:v>
                </c:pt>
                <c:pt idx="3847">
                  <c:v>41136</c:v>
                </c:pt>
                <c:pt idx="3848">
                  <c:v>41135</c:v>
                </c:pt>
                <c:pt idx="3849">
                  <c:v>41134</c:v>
                </c:pt>
                <c:pt idx="3850">
                  <c:v>41133</c:v>
                </c:pt>
                <c:pt idx="3851">
                  <c:v>41132</c:v>
                </c:pt>
                <c:pt idx="3852">
                  <c:v>41131</c:v>
                </c:pt>
                <c:pt idx="3853">
                  <c:v>41130</c:v>
                </c:pt>
                <c:pt idx="3854">
                  <c:v>41129</c:v>
                </c:pt>
                <c:pt idx="3855">
                  <c:v>41128</c:v>
                </c:pt>
                <c:pt idx="3856">
                  <c:v>41127</c:v>
                </c:pt>
                <c:pt idx="3857">
                  <c:v>41126</c:v>
                </c:pt>
                <c:pt idx="3858">
                  <c:v>41125</c:v>
                </c:pt>
                <c:pt idx="3859">
                  <c:v>41124</c:v>
                </c:pt>
                <c:pt idx="3860">
                  <c:v>41123</c:v>
                </c:pt>
                <c:pt idx="3861">
                  <c:v>41122</c:v>
                </c:pt>
                <c:pt idx="3862">
                  <c:v>41121</c:v>
                </c:pt>
                <c:pt idx="3863">
                  <c:v>41120</c:v>
                </c:pt>
                <c:pt idx="3864">
                  <c:v>41119</c:v>
                </c:pt>
                <c:pt idx="3865">
                  <c:v>41118</c:v>
                </c:pt>
                <c:pt idx="3866">
                  <c:v>41117</c:v>
                </c:pt>
                <c:pt idx="3867">
                  <c:v>41116</c:v>
                </c:pt>
                <c:pt idx="3868">
                  <c:v>41115</c:v>
                </c:pt>
                <c:pt idx="3869">
                  <c:v>41114</c:v>
                </c:pt>
                <c:pt idx="3870">
                  <c:v>41113</c:v>
                </c:pt>
                <c:pt idx="3871">
                  <c:v>41112</c:v>
                </c:pt>
                <c:pt idx="3872">
                  <c:v>41111</c:v>
                </c:pt>
                <c:pt idx="3873">
                  <c:v>41110</c:v>
                </c:pt>
                <c:pt idx="3874">
                  <c:v>41109</c:v>
                </c:pt>
                <c:pt idx="3875">
                  <c:v>41108</c:v>
                </c:pt>
                <c:pt idx="3876">
                  <c:v>41107</c:v>
                </c:pt>
                <c:pt idx="3877">
                  <c:v>41106</c:v>
                </c:pt>
                <c:pt idx="3878">
                  <c:v>41105</c:v>
                </c:pt>
                <c:pt idx="3879">
                  <c:v>41104</c:v>
                </c:pt>
                <c:pt idx="3880">
                  <c:v>41103</c:v>
                </c:pt>
                <c:pt idx="3881">
                  <c:v>41102</c:v>
                </c:pt>
                <c:pt idx="3882">
                  <c:v>41101</c:v>
                </c:pt>
                <c:pt idx="3883">
                  <c:v>41100</c:v>
                </c:pt>
                <c:pt idx="3884">
                  <c:v>41099</c:v>
                </c:pt>
                <c:pt idx="3885">
                  <c:v>41098</c:v>
                </c:pt>
                <c:pt idx="3886">
                  <c:v>41097</c:v>
                </c:pt>
                <c:pt idx="3887">
                  <c:v>41096</c:v>
                </c:pt>
                <c:pt idx="3888">
                  <c:v>41095</c:v>
                </c:pt>
                <c:pt idx="3889">
                  <c:v>41094</c:v>
                </c:pt>
                <c:pt idx="3890">
                  <c:v>41093</c:v>
                </c:pt>
                <c:pt idx="3891">
                  <c:v>41092</c:v>
                </c:pt>
                <c:pt idx="3892">
                  <c:v>41091</c:v>
                </c:pt>
                <c:pt idx="3893">
                  <c:v>41090</c:v>
                </c:pt>
                <c:pt idx="3894">
                  <c:v>41089</c:v>
                </c:pt>
                <c:pt idx="3895">
                  <c:v>41088</c:v>
                </c:pt>
                <c:pt idx="3896">
                  <c:v>41087</c:v>
                </c:pt>
                <c:pt idx="3897">
                  <c:v>41086</c:v>
                </c:pt>
                <c:pt idx="3898">
                  <c:v>41085</c:v>
                </c:pt>
                <c:pt idx="3899">
                  <c:v>41084</c:v>
                </c:pt>
                <c:pt idx="3900">
                  <c:v>41083</c:v>
                </c:pt>
                <c:pt idx="3901">
                  <c:v>41082</c:v>
                </c:pt>
                <c:pt idx="3902">
                  <c:v>41081</c:v>
                </c:pt>
                <c:pt idx="3903">
                  <c:v>41080</c:v>
                </c:pt>
                <c:pt idx="3904">
                  <c:v>41079</c:v>
                </c:pt>
                <c:pt idx="3905">
                  <c:v>41078</c:v>
                </c:pt>
                <c:pt idx="3906">
                  <c:v>41077</c:v>
                </c:pt>
                <c:pt idx="3907">
                  <c:v>41076</c:v>
                </c:pt>
                <c:pt idx="3908">
                  <c:v>41075</c:v>
                </c:pt>
                <c:pt idx="3909">
                  <c:v>41074</c:v>
                </c:pt>
                <c:pt idx="3910">
                  <c:v>41073</c:v>
                </c:pt>
                <c:pt idx="3911">
                  <c:v>41072</c:v>
                </c:pt>
                <c:pt idx="3912">
                  <c:v>41071</c:v>
                </c:pt>
                <c:pt idx="3913">
                  <c:v>41070</c:v>
                </c:pt>
                <c:pt idx="3914">
                  <c:v>41069</c:v>
                </c:pt>
                <c:pt idx="3915">
                  <c:v>41068</c:v>
                </c:pt>
                <c:pt idx="3916">
                  <c:v>41067</c:v>
                </c:pt>
                <c:pt idx="3917">
                  <c:v>41066</c:v>
                </c:pt>
                <c:pt idx="3918">
                  <c:v>41065</c:v>
                </c:pt>
                <c:pt idx="3919">
                  <c:v>41064</c:v>
                </c:pt>
                <c:pt idx="3920">
                  <c:v>41063</c:v>
                </c:pt>
                <c:pt idx="3921">
                  <c:v>41062</c:v>
                </c:pt>
                <c:pt idx="3922">
                  <c:v>41061</c:v>
                </c:pt>
                <c:pt idx="3923">
                  <c:v>41060</c:v>
                </c:pt>
                <c:pt idx="3924">
                  <c:v>41059</c:v>
                </c:pt>
                <c:pt idx="3925">
                  <c:v>41058</c:v>
                </c:pt>
                <c:pt idx="3926">
                  <c:v>41057</c:v>
                </c:pt>
                <c:pt idx="3927">
                  <c:v>41056</c:v>
                </c:pt>
                <c:pt idx="3928">
                  <c:v>41055</c:v>
                </c:pt>
                <c:pt idx="3929">
                  <c:v>41054</c:v>
                </c:pt>
                <c:pt idx="3930">
                  <c:v>41053</c:v>
                </c:pt>
                <c:pt idx="3931">
                  <c:v>41052</c:v>
                </c:pt>
                <c:pt idx="3932">
                  <c:v>41051</c:v>
                </c:pt>
                <c:pt idx="3933">
                  <c:v>41050</c:v>
                </c:pt>
                <c:pt idx="3934">
                  <c:v>41049</c:v>
                </c:pt>
                <c:pt idx="3935">
                  <c:v>41048</c:v>
                </c:pt>
                <c:pt idx="3936">
                  <c:v>41047</c:v>
                </c:pt>
                <c:pt idx="3937">
                  <c:v>41046</c:v>
                </c:pt>
                <c:pt idx="3938">
                  <c:v>41045</c:v>
                </c:pt>
                <c:pt idx="3939">
                  <c:v>41044</c:v>
                </c:pt>
                <c:pt idx="3940">
                  <c:v>41043</c:v>
                </c:pt>
                <c:pt idx="3941">
                  <c:v>41042</c:v>
                </c:pt>
                <c:pt idx="3942">
                  <c:v>41041</c:v>
                </c:pt>
                <c:pt idx="3943">
                  <c:v>41040</c:v>
                </c:pt>
                <c:pt idx="3944">
                  <c:v>41039</c:v>
                </c:pt>
                <c:pt idx="3945">
                  <c:v>41038</c:v>
                </c:pt>
                <c:pt idx="3946">
                  <c:v>41037</c:v>
                </c:pt>
                <c:pt idx="3947">
                  <c:v>41036</c:v>
                </c:pt>
                <c:pt idx="3948">
                  <c:v>41035</c:v>
                </c:pt>
                <c:pt idx="3949">
                  <c:v>41034</c:v>
                </c:pt>
                <c:pt idx="3950">
                  <c:v>41033</c:v>
                </c:pt>
                <c:pt idx="3951">
                  <c:v>41032</c:v>
                </c:pt>
                <c:pt idx="3952">
                  <c:v>41031</c:v>
                </c:pt>
                <c:pt idx="3953">
                  <c:v>41030</c:v>
                </c:pt>
                <c:pt idx="3954">
                  <c:v>41029</c:v>
                </c:pt>
                <c:pt idx="3955">
                  <c:v>41028</c:v>
                </c:pt>
                <c:pt idx="3956">
                  <c:v>41027</c:v>
                </c:pt>
                <c:pt idx="3957">
                  <c:v>41026</c:v>
                </c:pt>
                <c:pt idx="3958">
                  <c:v>41025</c:v>
                </c:pt>
                <c:pt idx="3959">
                  <c:v>41024</c:v>
                </c:pt>
                <c:pt idx="3960">
                  <c:v>41023</c:v>
                </c:pt>
                <c:pt idx="3961">
                  <c:v>41022</c:v>
                </c:pt>
                <c:pt idx="3962">
                  <c:v>41021</c:v>
                </c:pt>
                <c:pt idx="3963">
                  <c:v>41020</c:v>
                </c:pt>
                <c:pt idx="3964">
                  <c:v>41019</c:v>
                </c:pt>
                <c:pt idx="3965">
                  <c:v>41018</c:v>
                </c:pt>
                <c:pt idx="3966">
                  <c:v>41017</c:v>
                </c:pt>
                <c:pt idx="3967">
                  <c:v>41016</c:v>
                </c:pt>
                <c:pt idx="3968">
                  <c:v>41015</c:v>
                </c:pt>
                <c:pt idx="3969">
                  <c:v>41014</c:v>
                </c:pt>
                <c:pt idx="3970">
                  <c:v>41013</c:v>
                </c:pt>
                <c:pt idx="3971">
                  <c:v>41012</c:v>
                </c:pt>
                <c:pt idx="3972">
                  <c:v>41011</c:v>
                </c:pt>
                <c:pt idx="3973">
                  <c:v>41010</c:v>
                </c:pt>
                <c:pt idx="3974">
                  <c:v>41009</c:v>
                </c:pt>
                <c:pt idx="3975">
                  <c:v>41008</c:v>
                </c:pt>
                <c:pt idx="3976">
                  <c:v>41007</c:v>
                </c:pt>
                <c:pt idx="3977">
                  <c:v>41006</c:v>
                </c:pt>
                <c:pt idx="3978">
                  <c:v>41005</c:v>
                </c:pt>
                <c:pt idx="3979">
                  <c:v>41004</c:v>
                </c:pt>
                <c:pt idx="3980">
                  <c:v>41003</c:v>
                </c:pt>
                <c:pt idx="3981">
                  <c:v>41002</c:v>
                </c:pt>
                <c:pt idx="3982">
                  <c:v>41001</c:v>
                </c:pt>
                <c:pt idx="3983">
                  <c:v>41000</c:v>
                </c:pt>
                <c:pt idx="3984">
                  <c:v>40999</c:v>
                </c:pt>
                <c:pt idx="3985">
                  <c:v>40998</c:v>
                </c:pt>
                <c:pt idx="3986">
                  <c:v>40997</c:v>
                </c:pt>
                <c:pt idx="3987">
                  <c:v>40996</c:v>
                </c:pt>
                <c:pt idx="3988">
                  <c:v>40995</c:v>
                </c:pt>
                <c:pt idx="3989">
                  <c:v>40994</c:v>
                </c:pt>
                <c:pt idx="3990">
                  <c:v>40993</c:v>
                </c:pt>
                <c:pt idx="3991">
                  <c:v>40992</c:v>
                </c:pt>
                <c:pt idx="3992">
                  <c:v>40991</c:v>
                </c:pt>
                <c:pt idx="3993">
                  <c:v>40990</c:v>
                </c:pt>
                <c:pt idx="3994">
                  <c:v>40989</c:v>
                </c:pt>
                <c:pt idx="3995">
                  <c:v>40988</c:v>
                </c:pt>
                <c:pt idx="3996">
                  <c:v>40987</c:v>
                </c:pt>
                <c:pt idx="3997">
                  <c:v>40986</c:v>
                </c:pt>
                <c:pt idx="3998">
                  <c:v>40985</c:v>
                </c:pt>
                <c:pt idx="3999">
                  <c:v>40984</c:v>
                </c:pt>
                <c:pt idx="4000">
                  <c:v>40983</c:v>
                </c:pt>
                <c:pt idx="4001">
                  <c:v>40982</c:v>
                </c:pt>
                <c:pt idx="4002">
                  <c:v>40981</c:v>
                </c:pt>
                <c:pt idx="4003">
                  <c:v>40980</c:v>
                </c:pt>
                <c:pt idx="4004">
                  <c:v>40979</c:v>
                </c:pt>
                <c:pt idx="4005">
                  <c:v>40978</c:v>
                </c:pt>
                <c:pt idx="4006">
                  <c:v>40977</c:v>
                </c:pt>
                <c:pt idx="4007">
                  <c:v>40976</c:v>
                </c:pt>
                <c:pt idx="4008">
                  <c:v>40975</c:v>
                </c:pt>
                <c:pt idx="4009">
                  <c:v>40974</c:v>
                </c:pt>
                <c:pt idx="4010">
                  <c:v>40973</c:v>
                </c:pt>
                <c:pt idx="4011">
                  <c:v>40972</c:v>
                </c:pt>
                <c:pt idx="4012">
                  <c:v>40971</c:v>
                </c:pt>
                <c:pt idx="4013">
                  <c:v>40970</c:v>
                </c:pt>
                <c:pt idx="4014">
                  <c:v>40969</c:v>
                </c:pt>
                <c:pt idx="4015">
                  <c:v>40968</c:v>
                </c:pt>
                <c:pt idx="4016">
                  <c:v>40967</c:v>
                </c:pt>
                <c:pt idx="4017">
                  <c:v>40966</c:v>
                </c:pt>
                <c:pt idx="4018">
                  <c:v>40965</c:v>
                </c:pt>
                <c:pt idx="4019">
                  <c:v>40964</c:v>
                </c:pt>
                <c:pt idx="4020">
                  <c:v>40963</c:v>
                </c:pt>
                <c:pt idx="4021">
                  <c:v>40962</c:v>
                </c:pt>
                <c:pt idx="4022">
                  <c:v>40961</c:v>
                </c:pt>
                <c:pt idx="4023">
                  <c:v>40960</c:v>
                </c:pt>
                <c:pt idx="4024">
                  <c:v>40959</c:v>
                </c:pt>
                <c:pt idx="4025">
                  <c:v>40958</c:v>
                </c:pt>
                <c:pt idx="4026">
                  <c:v>40957</c:v>
                </c:pt>
                <c:pt idx="4027">
                  <c:v>40956</c:v>
                </c:pt>
                <c:pt idx="4028">
                  <c:v>40955</c:v>
                </c:pt>
                <c:pt idx="4029">
                  <c:v>40954</c:v>
                </c:pt>
                <c:pt idx="4030">
                  <c:v>40953</c:v>
                </c:pt>
                <c:pt idx="4031">
                  <c:v>40952</c:v>
                </c:pt>
                <c:pt idx="4032">
                  <c:v>40951</c:v>
                </c:pt>
                <c:pt idx="4033">
                  <c:v>40950</c:v>
                </c:pt>
                <c:pt idx="4034">
                  <c:v>40949</c:v>
                </c:pt>
                <c:pt idx="4035">
                  <c:v>40948</c:v>
                </c:pt>
                <c:pt idx="4036">
                  <c:v>40947</c:v>
                </c:pt>
                <c:pt idx="4037">
                  <c:v>40946</c:v>
                </c:pt>
                <c:pt idx="4038">
                  <c:v>40945</c:v>
                </c:pt>
                <c:pt idx="4039">
                  <c:v>40944</c:v>
                </c:pt>
                <c:pt idx="4040">
                  <c:v>40943</c:v>
                </c:pt>
                <c:pt idx="4041">
                  <c:v>40942</c:v>
                </c:pt>
                <c:pt idx="4042">
                  <c:v>40941</c:v>
                </c:pt>
                <c:pt idx="4043">
                  <c:v>40940</c:v>
                </c:pt>
                <c:pt idx="4044">
                  <c:v>40939</c:v>
                </c:pt>
                <c:pt idx="4045">
                  <c:v>40938</c:v>
                </c:pt>
                <c:pt idx="4046">
                  <c:v>40937</c:v>
                </c:pt>
                <c:pt idx="4047">
                  <c:v>40936</c:v>
                </c:pt>
                <c:pt idx="4048">
                  <c:v>40935</c:v>
                </c:pt>
                <c:pt idx="4049">
                  <c:v>40934</c:v>
                </c:pt>
                <c:pt idx="4050">
                  <c:v>40933</c:v>
                </c:pt>
                <c:pt idx="4051">
                  <c:v>40932</c:v>
                </c:pt>
                <c:pt idx="4052">
                  <c:v>40931</c:v>
                </c:pt>
                <c:pt idx="4053">
                  <c:v>40930</c:v>
                </c:pt>
                <c:pt idx="4054">
                  <c:v>40929</c:v>
                </c:pt>
                <c:pt idx="4055">
                  <c:v>40928</c:v>
                </c:pt>
                <c:pt idx="4056">
                  <c:v>40927</c:v>
                </c:pt>
                <c:pt idx="4057">
                  <c:v>40926</c:v>
                </c:pt>
                <c:pt idx="4058">
                  <c:v>40925</c:v>
                </c:pt>
                <c:pt idx="4059">
                  <c:v>40924</c:v>
                </c:pt>
                <c:pt idx="4060">
                  <c:v>40923</c:v>
                </c:pt>
                <c:pt idx="4061">
                  <c:v>40922</c:v>
                </c:pt>
                <c:pt idx="4062">
                  <c:v>40921</c:v>
                </c:pt>
                <c:pt idx="4063">
                  <c:v>40920</c:v>
                </c:pt>
                <c:pt idx="4064">
                  <c:v>40919</c:v>
                </c:pt>
                <c:pt idx="4065">
                  <c:v>40918</c:v>
                </c:pt>
                <c:pt idx="4066">
                  <c:v>40917</c:v>
                </c:pt>
                <c:pt idx="4067">
                  <c:v>40916</c:v>
                </c:pt>
                <c:pt idx="4068">
                  <c:v>40915</c:v>
                </c:pt>
                <c:pt idx="4069">
                  <c:v>40914</c:v>
                </c:pt>
                <c:pt idx="4070">
                  <c:v>40913</c:v>
                </c:pt>
                <c:pt idx="4071">
                  <c:v>40912</c:v>
                </c:pt>
                <c:pt idx="4072">
                  <c:v>40911</c:v>
                </c:pt>
                <c:pt idx="4073">
                  <c:v>40910</c:v>
                </c:pt>
                <c:pt idx="4074">
                  <c:v>40909</c:v>
                </c:pt>
                <c:pt idx="4075">
                  <c:v>40908</c:v>
                </c:pt>
                <c:pt idx="4076">
                  <c:v>40907</c:v>
                </c:pt>
                <c:pt idx="4077">
                  <c:v>40906</c:v>
                </c:pt>
                <c:pt idx="4078">
                  <c:v>40905</c:v>
                </c:pt>
                <c:pt idx="4079">
                  <c:v>40904</c:v>
                </c:pt>
                <c:pt idx="4080">
                  <c:v>40903</c:v>
                </c:pt>
                <c:pt idx="4081">
                  <c:v>40902</c:v>
                </c:pt>
                <c:pt idx="4082">
                  <c:v>40901</c:v>
                </c:pt>
                <c:pt idx="4083">
                  <c:v>40900</c:v>
                </c:pt>
                <c:pt idx="4084">
                  <c:v>40899</c:v>
                </c:pt>
                <c:pt idx="4085">
                  <c:v>40898</c:v>
                </c:pt>
                <c:pt idx="4086">
                  <c:v>40897</c:v>
                </c:pt>
                <c:pt idx="4087">
                  <c:v>40896</c:v>
                </c:pt>
                <c:pt idx="4088">
                  <c:v>40895</c:v>
                </c:pt>
                <c:pt idx="4089">
                  <c:v>40894</c:v>
                </c:pt>
                <c:pt idx="4090">
                  <c:v>40893</c:v>
                </c:pt>
                <c:pt idx="4091">
                  <c:v>40892</c:v>
                </c:pt>
                <c:pt idx="4092">
                  <c:v>40891</c:v>
                </c:pt>
                <c:pt idx="4093">
                  <c:v>40890</c:v>
                </c:pt>
                <c:pt idx="4094">
                  <c:v>40889</c:v>
                </c:pt>
                <c:pt idx="4095">
                  <c:v>40888</c:v>
                </c:pt>
                <c:pt idx="4096">
                  <c:v>40887</c:v>
                </c:pt>
                <c:pt idx="4097">
                  <c:v>40886</c:v>
                </c:pt>
                <c:pt idx="4098">
                  <c:v>40885</c:v>
                </c:pt>
                <c:pt idx="4099">
                  <c:v>40884</c:v>
                </c:pt>
                <c:pt idx="4100">
                  <c:v>40883</c:v>
                </c:pt>
                <c:pt idx="4101">
                  <c:v>40882</c:v>
                </c:pt>
                <c:pt idx="4102">
                  <c:v>40881</c:v>
                </c:pt>
                <c:pt idx="4103">
                  <c:v>40880</c:v>
                </c:pt>
                <c:pt idx="4104">
                  <c:v>40879</c:v>
                </c:pt>
                <c:pt idx="4105">
                  <c:v>40878</c:v>
                </c:pt>
                <c:pt idx="4106">
                  <c:v>40877</c:v>
                </c:pt>
                <c:pt idx="4107">
                  <c:v>40876</c:v>
                </c:pt>
                <c:pt idx="4108">
                  <c:v>40875</c:v>
                </c:pt>
                <c:pt idx="4109">
                  <c:v>40874</c:v>
                </c:pt>
                <c:pt idx="4110">
                  <c:v>40873</c:v>
                </c:pt>
                <c:pt idx="4111">
                  <c:v>40872</c:v>
                </c:pt>
                <c:pt idx="4112">
                  <c:v>40871</c:v>
                </c:pt>
                <c:pt idx="4113">
                  <c:v>40870</c:v>
                </c:pt>
                <c:pt idx="4114">
                  <c:v>40869</c:v>
                </c:pt>
                <c:pt idx="4115">
                  <c:v>40868</c:v>
                </c:pt>
                <c:pt idx="4116">
                  <c:v>40867</c:v>
                </c:pt>
                <c:pt idx="4117">
                  <c:v>40866</c:v>
                </c:pt>
                <c:pt idx="4118">
                  <c:v>40865</c:v>
                </c:pt>
                <c:pt idx="4119">
                  <c:v>40864</c:v>
                </c:pt>
                <c:pt idx="4120">
                  <c:v>40863</c:v>
                </c:pt>
                <c:pt idx="4121">
                  <c:v>40862</c:v>
                </c:pt>
                <c:pt idx="4122">
                  <c:v>40861</c:v>
                </c:pt>
                <c:pt idx="4123">
                  <c:v>40860</c:v>
                </c:pt>
                <c:pt idx="4124">
                  <c:v>40859</c:v>
                </c:pt>
                <c:pt idx="4125">
                  <c:v>40858</c:v>
                </c:pt>
                <c:pt idx="4126">
                  <c:v>40857</c:v>
                </c:pt>
                <c:pt idx="4127">
                  <c:v>40856</c:v>
                </c:pt>
                <c:pt idx="4128">
                  <c:v>40855</c:v>
                </c:pt>
                <c:pt idx="4129">
                  <c:v>40854</c:v>
                </c:pt>
                <c:pt idx="4130">
                  <c:v>40853</c:v>
                </c:pt>
                <c:pt idx="4131">
                  <c:v>40852</c:v>
                </c:pt>
                <c:pt idx="4132">
                  <c:v>40851</c:v>
                </c:pt>
                <c:pt idx="4133">
                  <c:v>40850</c:v>
                </c:pt>
                <c:pt idx="4134">
                  <c:v>40849</c:v>
                </c:pt>
                <c:pt idx="4135">
                  <c:v>40848</c:v>
                </c:pt>
                <c:pt idx="4136">
                  <c:v>40847</c:v>
                </c:pt>
                <c:pt idx="4137">
                  <c:v>40846</c:v>
                </c:pt>
                <c:pt idx="4138">
                  <c:v>40845</c:v>
                </c:pt>
                <c:pt idx="4139">
                  <c:v>40844</c:v>
                </c:pt>
                <c:pt idx="4140">
                  <c:v>40843</c:v>
                </c:pt>
                <c:pt idx="4141">
                  <c:v>40842</c:v>
                </c:pt>
                <c:pt idx="4142">
                  <c:v>40841</c:v>
                </c:pt>
                <c:pt idx="4143">
                  <c:v>40840</c:v>
                </c:pt>
                <c:pt idx="4144">
                  <c:v>40839</c:v>
                </c:pt>
                <c:pt idx="4145">
                  <c:v>40838</c:v>
                </c:pt>
                <c:pt idx="4146">
                  <c:v>40837</c:v>
                </c:pt>
                <c:pt idx="4147">
                  <c:v>40836</c:v>
                </c:pt>
                <c:pt idx="4148">
                  <c:v>40835</c:v>
                </c:pt>
                <c:pt idx="4149">
                  <c:v>40834</c:v>
                </c:pt>
                <c:pt idx="4150">
                  <c:v>40833</c:v>
                </c:pt>
                <c:pt idx="4151">
                  <c:v>40832</c:v>
                </c:pt>
                <c:pt idx="4152">
                  <c:v>40831</c:v>
                </c:pt>
                <c:pt idx="4153">
                  <c:v>40830</c:v>
                </c:pt>
                <c:pt idx="4154">
                  <c:v>40829</c:v>
                </c:pt>
                <c:pt idx="4155">
                  <c:v>40828</c:v>
                </c:pt>
                <c:pt idx="4156">
                  <c:v>40827</c:v>
                </c:pt>
                <c:pt idx="4157">
                  <c:v>40826</c:v>
                </c:pt>
                <c:pt idx="4158">
                  <c:v>40825</c:v>
                </c:pt>
                <c:pt idx="4159">
                  <c:v>40824</c:v>
                </c:pt>
                <c:pt idx="4160">
                  <c:v>40823</c:v>
                </c:pt>
                <c:pt idx="4161">
                  <c:v>40822</c:v>
                </c:pt>
                <c:pt idx="4162">
                  <c:v>40821</c:v>
                </c:pt>
                <c:pt idx="4163">
                  <c:v>40820</c:v>
                </c:pt>
                <c:pt idx="4164">
                  <c:v>40819</c:v>
                </c:pt>
                <c:pt idx="4165">
                  <c:v>40818</c:v>
                </c:pt>
                <c:pt idx="4166">
                  <c:v>40817</c:v>
                </c:pt>
                <c:pt idx="4167">
                  <c:v>40816</c:v>
                </c:pt>
                <c:pt idx="4168">
                  <c:v>40815</c:v>
                </c:pt>
                <c:pt idx="4169">
                  <c:v>40814</c:v>
                </c:pt>
                <c:pt idx="4170">
                  <c:v>40813</c:v>
                </c:pt>
                <c:pt idx="4171">
                  <c:v>40812</c:v>
                </c:pt>
                <c:pt idx="4172">
                  <c:v>40811</c:v>
                </c:pt>
                <c:pt idx="4173">
                  <c:v>40810</c:v>
                </c:pt>
                <c:pt idx="4174">
                  <c:v>40809</c:v>
                </c:pt>
                <c:pt idx="4175">
                  <c:v>40808</c:v>
                </c:pt>
                <c:pt idx="4176">
                  <c:v>40807</c:v>
                </c:pt>
                <c:pt idx="4177">
                  <c:v>40806</c:v>
                </c:pt>
                <c:pt idx="4178">
                  <c:v>40805</c:v>
                </c:pt>
                <c:pt idx="4179">
                  <c:v>40804</c:v>
                </c:pt>
                <c:pt idx="4180">
                  <c:v>40803</c:v>
                </c:pt>
                <c:pt idx="4181">
                  <c:v>40802</c:v>
                </c:pt>
                <c:pt idx="4182">
                  <c:v>40801</c:v>
                </c:pt>
                <c:pt idx="4183">
                  <c:v>40800</c:v>
                </c:pt>
                <c:pt idx="4184">
                  <c:v>40799</c:v>
                </c:pt>
                <c:pt idx="4185">
                  <c:v>40798</c:v>
                </c:pt>
                <c:pt idx="4186">
                  <c:v>40797</c:v>
                </c:pt>
                <c:pt idx="4187">
                  <c:v>40796</c:v>
                </c:pt>
                <c:pt idx="4188">
                  <c:v>40795</c:v>
                </c:pt>
                <c:pt idx="4189">
                  <c:v>40794</c:v>
                </c:pt>
                <c:pt idx="4190">
                  <c:v>40793</c:v>
                </c:pt>
                <c:pt idx="4191">
                  <c:v>40792</c:v>
                </c:pt>
                <c:pt idx="4192">
                  <c:v>40791</c:v>
                </c:pt>
                <c:pt idx="4193">
                  <c:v>40790</c:v>
                </c:pt>
                <c:pt idx="4194">
                  <c:v>40789</c:v>
                </c:pt>
                <c:pt idx="4195">
                  <c:v>40788</c:v>
                </c:pt>
                <c:pt idx="4196">
                  <c:v>40787</c:v>
                </c:pt>
                <c:pt idx="4197">
                  <c:v>40786</c:v>
                </c:pt>
                <c:pt idx="4198">
                  <c:v>40785</c:v>
                </c:pt>
                <c:pt idx="4199">
                  <c:v>40784</c:v>
                </c:pt>
                <c:pt idx="4200">
                  <c:v>40783</c:v>
                </c:pt>
                <c:pt idx="4201">
                  <c:v>40782</c:v>
                </c:pt>
                <c:pt idx="4202">
                  <c:v>40781</c:v>
                </c:pt>
                <c:pt idx="4203">
                  <c:v>40780</c:v>
                </c:pt>
                <c:pt idx="4204">
                  <c:v>40779</c:v>
                </c:pt>
                <c:pt idx="4205">
                  <c:v>40778</c:v>
                </c:pt>
                <c:pt idx="4206">
                  <c:v>40777</c:v>
                </c:pt>
                <c:pt idx="4207">
                  <c:v>40776</c:v>
                </c:pt>
                <c:pt idx="4208">
                  <c:v>40775</c:v>
                </c:pt>
                <c:pt idx="4209">
                  <c:v>40774</c:v>
                </c:pt>
                <c:pt idx="4210">
                  <c:v>40773</c:v>
                </c:pt>
                <c:pt idx="4211">
                  <c:v>40772</c:v>
                </c:pt>
                <c:pt idx="4212">
                  <c:v>40771</c:v>
                </c:pt>
                <c:pt idx="4213">
                  <c:v>40770</c:v>
                </c:pt>
                <c:pt idx="4214">
                  <c:v>40769</c:v>
                </c:pt>
                <c:pt idx="4215">
                  <c:v>40768</c:v>
                </c:pt>
                <c:pt idx="4216">
                  <c:v>40767</c:v>
                </c:pt>
                <c:pt idx="4217">
                  <c:v>40766</c:v>
                </c:pt>
                <c:pt idx="4218">
                  <c:v>40765</c:v>
                </c:pt>
                <c:pt idx="4219">
                  <c:v>40764</c:v>
                </c:pt>
                <c:pt idx="4220">
                  <c:v>40763</c:v>
                </c:pt>
                <c:pt idx="4221">
                  <c:v>40762</c:v>
                </c:pt>
                <c:pt idx="4222">
                  <c:v>40761</c:v>
                </c:pt>
                <c:pt idx="4223">
                  <c:v>40760</c:v>
                </c:pt>
                <c:pt idx="4224">
                  <c:v>40759</c:v>
                </c:pt>
                <c:pt idx="4225">
                  <c:v>40758</c:v>
                </c:pt>
                <c:pt idx="4226">
                  <c:v>40757</c:v>
                </c:pt>
                <c:pt idx="4227">
                  <c:v>40756</c:v>
                </c:pt>
                <c:pt idx="4228">
                  <c:v>40755</c:v>
                </c:pt>
                <c:pt idx="4229">
                  <c:v>40754</c:v>
                </c:pt>
                <c:pt idx="4230">
                  <c:v>40753</c:v>
                </c:pt>
                <c:pt idx="4231">
                  <c:v>40752</c:v>
                </c:pt>
                <c:pt idx="4232">
                  <c:v>40751</c:v>
                </c:pt>
                <c:pt idx="4233">
                  <c:v>40750</c:v>
                </c:pt>
                <c:pt idx="4234">
                  <c:v>40749</c:v>
                </c:pt>
                <c:pt idx="4235">
                  <c:v>40748</c:v>
                </c:pt>
                <c:pt idx="4236">
                  <c:v>40747</c:v>
                </c:pt>
                <c:pt idx="4237">
                  <c:v>40746</c:v>
                </c:pt>
                <c:pt idx="4238">
                  <c:v>40745</c:v>
                </c:pt>
                <c:pt idx="4239">
                  <c:v>40744</c:v>
                </c:pt>
                <c:pt idx="4240">
                  <c:v>40743</c:v>
                </c:pt>
                <c:pt idx="4241">
                  <c:v>40742</c:v>
                </c:pt>
                <c:pt idx="4242">
                  <c:v>40741</c:v>
                </c:pt>
                <c:pt idx="4243">
                  <c:v>40740</c:v>
                </c:pt>
                <c:pt idx="4244">
                  <c:v>40739</c:v>
                </c:pt>
                <c:pt idx="4245">
                  <c:v>40738</c:v>
                </c:pt>
                <c:pt idx="4246">
                  <c:v>40737</c:v>
                </c:pt>
                <c:pt idx="4247">
                  <c:v>40736</c:v>
                </c:pt>
                <c:pt idx="4248">
                  <c:v>40735</c:v>
                </c:pt>
                <c:pt idx="4249">
                  <c:v>40734</c:v>
                </c:pt>
                <c:pt idx="4250">
                  <c:v>40733</c:v>
                </c:pt>
                <c:pt idx="4251">
                  <c:v>40732</c:v>
                </c:pt>
                <c:pt idx="4252">
                  <c:v>40731</c:v>
                </c:pt>
                <c:pt idx="4253">
                  <c:v>40730</c:v>
                </c:pt>
                <c:pt idx="4254">
                  <c:v>40729</c:v>
                </c:pt>
                <c:pt idx="4255">
                  <c:v>40728</c:v>
                </c:pt>
                <c:pt idx="4256">
                  <c:v>40727</c:v>
                </c:pt>
                <c:pt idx="4257">
                  <c:v>40726</c:v>
                </c:pt>
                <c:pt idx="4258">
                  <c:v>40725</c:v>
                </c:pt>
                <c:pt idx="4259">
                  <c:v>40724</c:v>
                </c:pt>
                <c:pt idx="4260">
                  <c:v>40723</c:v>
                </c:pt>
                <c:pt idx="4261">
                  <c:v>40722</c:v>
                </c:pt>
                <c:pt idx="4262">
                  <c:v>40721</c:v>
                </c:pt>
                <c:pt idx="4263">
                  <c:v>40720</c:v>
                </c:pt>
                <c:pt idx="4264">
                  <c:v>40719</c:v>
                </c:pt>
                <c:pt idx="4265">
                  <c:v>40718</c:v>
                </c:pt>
                <c:pt idx="4266">
                  <c:v>40717</c:v>
                </c:pt>
                <c:pt idx="4267">
                  <c:v>40716</c:v>
                </c:pt>
                <c:pt idx="4268">
                  <c:v>40715</c:v>
                </c:pt>
                <c:pt idx="4269">
                  <c:v>40714</c:v>
                </c:pt>
                <c:pt idx="4270">
                  <c:v>40713</c:v>
                </c:pt>
                <c:pt idx="4271">
                  <c:v>40712</c:v>
                </c:pt>
                <c:pt idx="4272">
                  <c:v>40711</c:v>
                </c:pt>
                <c:pt idx="4273">
                  <c:v>40710</c:v>
                </c:pt>
                <c:pt idx="4274">
                  <c:v>40709</c:v>
                </c:pt>
                <c:pt idx="4275">
                  <c:v>40708</c:v>
                </c:pt>
                <c:pt idx="4276">
                  <c:v>40707</c:v>
                </c:pt>
                <c:pt idx="4277">
                  <c:v>40706</c:v>
                </c:pt>
                <c:pt idx="4278">
                  <c:v>40705</c:v>
                </c:pt>
                <c:pt idx="4279">
                  <c:v>40704</c:v>
                </c:pt>
                <c:pt idx="4280">
                  <c:v>40703</c:v>
                </c:pt>
                <c:pt idx="4281">
                  <c:v>40702</c:v>
                </c:pt>
                <c:pt idx="4282">
                  <c:v>40701</c:v>
                </c:pt>
                <c:pt idx="4283">
                  <c:v>40700</c:v>
                </c:pt>
                <c:pt idx="4284">
                  <c:v>40699</c:v>
                </c:pt>
                <c:pt idx="4285">
                  <c:v>40698</c:v>
                </c:pt>
                <c:pt idx="4286">
                  <c:v>40697</c:v>
                </c:pt>
                <c:pt idx="4287">
                  <c:v>40696</c:v>
                </c:pt>
                <c:pt idx="4288">
                  <c:v>40695</c:v>
                </c:pt>
                <c:pt idx="4289">
                  <c:v>40694</c:v>
                </c:pt>
                <c:pt idx="4290">
                  <c:v>40693</c:v>
                </c:pt>
                <c:pt idx="4291">
                  <c:v>40692</c:v>
                </c:pt>
                <c:pt idx="4292">
                  <c:v>40691</c:v>
                </c:pt>
                <c:pt idx="4293">
                  <c:v>40690</c:v>
                </c:pt>
                <c:pt idx="4294">
                  <c:v>40689</c:v>
                </c:pt>
                <c:pt idx="4295">
                  <c:v>40688</c:v>
                </c:pt>
                <c:pt idx="4296">
                  <c:v>40687</c:v>
                </c:pt>
                <c:pt idx="4297">
                  <c:v>40686</c:v>
                </c:pt>
                <c:pt idx="4298">
                  <c:v>40685</c:v>
                </c:pt>
                <c:pt idx="4299">
                  <c:v>40684</c:v>
                </c:pt>
                <c:pt idx="4300">
                  <c:v>40683</c:v>
                </c:pt>
                <c:pt idx="4301">
                  <c:v>40682</c:v>
                </c:pt>
                <c:pt idx="4302">
                  <c:v>40681</c:v>
                </c:pt>
                <c:pt idx="4303">
                  <c:v>40680</c:v>
                </c:pt>
                <c:pt idx="4304">
                  <c:v>40679</c:v>
                </c:pt>
                <c:pt idx="4305">
                  <c:v>40678</c:v>
                </c:pt>
                <c:pt idx="4306">
                  <c:v>40677</c:v>
                </c:pt>
                <c:pt idx="4307">
                  <c:v>40676</c:v>
                </c:pt>
                <c:pt idx="4308">
                  <c:v>40675</c:v>
                </c:pt>
                <c:pt idx="4309">
                  <c:v>40674</c:v>
                </c:pt>
                <c:pt idx="4310">
                  <c:v>40673</c:v>
                </c:pt>
                <c:pt idx="4311">
                  <c:v>40672</c:v>
                </c:pt>
                <c:pt idx="4312">
                  <c:v>40671</c:v>
                </c:pt>
                <c:pt idx="4313">
                  <c:v>40670</c:v>
                </c:pt>
                <c:pt idx="4314">
                  <c:v>40669</c:v>
                </c:pt>
                <c:pt idx="4315">
                  <c:v>40668</c:v>
                </c:pt>
                <c:pt idx="4316">
                  <c:v>40667</c:v>
                </c:pt>
                <c:pt idx="4317">
                  <c:v>40666</c:v>
                </c:pt>
                <c:pt idx="4318">
                  <c:v>40665</c:v>
                </c:pt>
                <c:pt idx="4319">
                  <c:v>40664</c:v>
                </c:pt>
                <c:pt idx="4320">
                  <c:v>40663</c:v>
                </c:pt>
                <c:pt idx="4321">
                  <c:v>40662</c:v>
                </c:pt>
                <c:pt idx="4322">
                  <c:v>40661</c:v>
                </c:pt>
                <c:pt idx="4323">
                  <c:v>40660</c:v>
                </c:pt>
                <c:pt idx="4324">
                  <c:v>40659</c:v>
                </c:pt>
                <c:pt idx="4325">
                  <c:v>40658</c:v>
                </c:pt>
                <c:pt idx="4326">
                  <c:v>40657</c:v>
                </c:pt>
                <c:pt idx="4327">
                  <c:v>40656</c:v>
                </c:pt>
                <c:pt idx="4328">
                  <c:v>40655</c:v>
                </c:pt>
                <c:pt idx="4329">
                  <c:v>40654</c:v>
                </c:pt>
                <c:pt idx="4330">
                  <c:v>40653</c:v>
                </c:pt>
                <c:pt idx="4331">
                  <c:v>40652</c:v>
                </c:pt>
                <c:pt idx="4332">
                  <c:v>40651</c:v>
                </c:pt>
                <c:pt idx="4333">
                  <c:v>40650</c:v>
                </c:pt>
                <c:pt idx="4334">
                  <c:v>40649</c:v>
                </c:pt>
                <c:pt idx="4335">
                  <c:v>40648</c:v>
                </c:pt>
                <c:pt idx="4336">
                  <c:v>40647</c:v>
                </c:pt>
                <c:pt idx="4337">
                  <c:v>40646</c:v>
                </c:pt>
                <c:pt idx="4338">
                  <c:v>40645</c:v>
                </c:pt>
                <c:pt idx="4339">
                  <c:v>40644</c:v>
                </c:pt>
                <c:pt idx="4340">
                  <c:v>40643</c:v>
                </c:pt>
                <c:pt idx="4341">
                  <c:v>40642</c:v>
                </c:pt>
                <c:pt idx="4342">
                  <c:v>40641</c:v>
                </c:pt>
                <c:pt idx="4343">
                  <c:v>40640</c:v>
                </c:pt>
                <c:pt idx="4344">
                  <c:v>40639</c:v>
                </c:pt>
                <c:pt idx="4345">
                  <c:v>40638</c:v>
                </c:pt>
                <c:pt idx="4346">
                  <c:v>40637</c:v>
                </c:pt>
                <c:pt idx="4347">
                  <c:v>40636</c:v>
                </c:pt>
                <c:pt idx="4348">
                  <c:v>40635</c:v>
                </c:pt>
                <c:pt idx="4349">
                  <c:v>40634</c:v>
                </c:pt>
                <c:pt idx="4350">
                  <c:v>40633</c:v>
                </c:pt>
                <c:pt idx="4351">
                  <c:v>40632</c:v>
                </c:pt>
                <c:pt idx="4352">
                  <c:v>40631</c:v>
                </c:pt>
                <c:pt idx="4353">
                  <c:v>40630</c:v>
                </c:pt>
                <c:pt idx="4354">
                  <c:v>40629</c:v>
                </c:pt>
                <c:pt idx="4355">
                  <c:v>40628</c:v>
                </c:pt>
                <c:pt idx="4356">
                  <c:v>40627</c:v>
                </c:pt>
                <c:pt idx="4357">
                  <c:v>40626</c:v>
                </c:pt>
                <c:pt idx="4358">
                  <c:v>40625</c:v>
                </c:pt>
                <c:pt idx="4359">
                  <c:v>40624</c:v>
                </c:pt>
                <c:pt idx="4360">
                  <c:v>40623</c:v>
                </c:pt>
                <c:pt idx="4361">
                  <c:v>40622</c:v>
                </c:pt>
                <c:pt idx="4362">
                  <c:v>40621</c:v>
                </c:pt>
                <c:pt idx="4363">
                  <c:v>40620</c:v>
                </c:pt>
                <c:pt idx="4364">
                  <c:v>40619</c:v>
                </c:pt>
                <c:pt idx="4365">
                  <c:v>40618</c:v>
                </c:pt>
                <c:pt idx="4366">
                  <c:v>40617</c:v>
                </c:pt>
                <c:pt idx="4367">
                  <c:v>40616</c:v>
                </c:pt>
                <c:pt idx="4368">
                  <c:v>40615</c:v>
                </c:pt>
                <c:pt idx="4369">
                  <c:v>40614</c:v>
                </c:pt>
                <c:pt idx="4370">
                  <c:v>40613</c:v>
                </c:pt>
                <c:pt idx="4371">
                  <c:v>40612</c:v>
                </c:pt>
                <c:pt idx="4372">
                  <c:v>40611</c:v>
                </c:pt>
                <c:pt idx="4373">
                  <c:v>40610</c:v>
                </c:pt>
                <c:pt idx="4374">
                  <c:v>40609</c:v>
                </c:pt>
                <c:pt idx="4375">
                  <c:v>40608</c:v>
                </c:pt>
                <c:pt idx="4376">
                  <c:v>40607</c:v>
                </c:pt>
                <c:pt idx="4377">
                  <c:v>40606</c:v>
                </c:pt>
                <c:pt idx="4378">
                  <c:v>40605</c:v>
                </c:pt>
                <c:pt idx="4379">
                  <c:v>40604</c:v>
                </c:pt>
                <c:pt idx="4380">
                  <c:v>40603</c:v>
                </c:pt>
                <c:pt idx="4381">
                  <c:v>40602</c:v>
                </c:pt>
                <c:pt idx="4382">
                  <c:v>40601</c:v>
                </c:pt>
                <c:pt idx="4383">
                  <c:v>40600</c:v>
                </c:pt>
                <c:pt idx="4384">
                  <c:v>40599</c:v>
                </c:pt>
                <c:pt idx="4385">
                  <c:v>40598</c:v>
                </c:pt>
                <c:pt idx="4386">
                  <c:v>40597</c:v>
                </c:pt>
                <c:pt idx="4387">
                  <c:v>40596</c:v>
                </c:pt>
                <c:pt idx="4388">
                  <c:v>40595</c:v>
                </c:pt>
                <c:pt idx="4389">
                  <c:v>40594</c:v>
                </c:pt>
                <c:pt idx="4390">
                  <c:v>40593</c:v>
                </c:pt>
                <c:pt idx="4391">
                  <c:v>40592</c:v>
                </c:pt>
                <c:pt idx="4392">
                  <c:v>40591</c:v>
                </c:pt>
                <c:pt idx="4393">
                  <c:v>40590</c:v>
                </c:pt>
                <c:pt idx="4394">
                  <c:v>40589</c:v>
                </c:pt>
                <c:pt idx="4395">
                  <c:v>40588</c:v>
                </c:pt>
                <c:pt idx="4396">
                  <c:v>40587</c:v>
                </c:pt>
                <c:pt idx="4397">
                  <c:v>40586</c:v>
                </c:pt>
                <c:pt idx="4398">
                  <c:v>40585</c:v>
                </c:pt>
                <c:pt idx="4399">
                  <c:v>40584</c:v>
                </c:pt>
                <c:pt idx="4400">
                  <c:v>40583</c:v>
                </c:pt>
                <c:pt idx="4401">
                  <c:v>40582</c:v>
                </c:pt>
                <c:pt idx="4402">
                  <c:v>40581</c:v>
                </c:pt>
                <c:pt idx="4403">
                  <c:v>40580</c:v>
                </c:pt>
                <c:pt idx="4404">
                  <c:v>40579</c:v>
                </c:pt>
                <c:pt idx="4405">
                  <c:v>40578</c:v>
                </c:pt>
                <c:pt idx="4406">
                  <c:v>40577</c:v>
                </c:pt>
                <c:pt idx="4407">
                  <c:v>40576</c:v>
                </c:pt>
                <c:pt idx="4408">
                  <c:v>40575</c:v>
                </c:pt>
                <c:pt idx="4409">
                  <c:v>40574</c:v>
                </c:pt>
                <c:pt idx="4410">
                  <c:v>40573</c:v>
                </c:pt>
                <c:pt idx="4411">
                  <c:v>40572</c:v>
                </c:pt>
                <c:pt idx="4412">
                  <c:v>40571</c:v>
                </c:pt>
                <c:pt idx="4413">
                  <c:v>40570</c:v>
                </c:pt>
                <c:pt idx="4414">
                  <c:v>40569</c:v>
                </c:pt>
                <c:pt idx="4415">
                  <c:v>40568</c:v>
                </c:pt>
                <c:pt idx="4416">
                  <c:v>40567</c:v>
                </c:pt>
                <c:pt idx="4417">
                  <c:v>40566</c:v>
                </c:pt>
                <c:pt idx="4418">
                  <c:v>40565</c:v>
                </c:pt>
                <c:pt idx="4419">
                  <c:v>40564</c:v>
                </c:pt>
                <c:pt idx="4420">
                  <c:v>40563</c:v>
                </c:pt>
                <c:pt idx="4421">
                  <c:v>40562</c:v>
                </c:pt>
                <c:pt idx="4422">
                  <c:v>40561</c:v>
                </c:pt>
                <c:pt idx="4423">
                  <c:v>40560</c:v>
                </c:pt>
                <c:pt idx="4424">
                  <c:v>40559</c:v>
                </c:pt>
                <c:pt idx="4425">
                  <c:v>40558</c:v>
                </c:pt>
                <c:pt idx="4426">
                  <c:v>40557</c:v>
                </c:pt>
                <c:pt idx="4427">
                  <c:v>40556</c:v>
                </c:pt>
                <c:pt idx="4428">
                  <c:v>40555</c:v>
                </c:pt>
                <c:pt idx="4429">
                  <c:v>40554</c:v>
                </c:pt>
                <c:pt idx="4430">
                  <c:v>40553</c:v>
                </c:pt>
                <c:pt idx="4431">
                  <c:v>40552</c:v>
                </c:pt>
                <c:pt idx="4432">
                  <c:v>40551</c:v>
                </c:pt>
                <c:pt idx="4433">
                  <c:v>40550</c:v>
                </c:pt>
                <c:pt idx="4434">
                  <c:v>40549</c:v>
                </c:pt>
                <c:pt idx="4435">
                  <c:v>40548</c:v>
                </c:pt>
                <c:pt idx="4436">
                  <c:v>40547</c:v>
                </c:pt>
                <c:pt idx="4437">
                  <c:v>40546</c:v>
                </c:pt>
                <c:pt idx="4438">
                  <c:v>40545</c:v>
                </c:pt>
                <c:pt idx="4439">
                  <c:v>40544</c:v>
                </c:pt>
                <c:pt idx="4440">
                  <c:v>40543</c:v>
                </c:pt>
                <c:pt idx="4441">
                  <c:v>40542</c:v>
                </c:pt>
                <c:pt idx="4442">
                  <c:v>40541</c:v>
                </c:pt>
                <c:pt idx="4443">
                  <c:v>40540</c:v>
                </c:pt>
                <c:pt idx="4444">
                  <c:v>40539</c:v>
                </c:pt>
                <c:pt idx="4445">
                  <c:v>40538</c:v>
                </c:pt>
                <c:pt idx="4446">
                  <c:v>40537</c:v>
                </c:pt>
                <c:pt idx="4447">
                  <c:v>40536</c:v>
                </c:pt>
                <c:pt idx="4448">
                  <c:v>40535</c:v>
                </c:pt>
                <c:pt idx="4449">
                  <c:v>40534</c:v>
                </c:pt>
                <c:pt idx="4450">
                  <c:v>40533</c:v>
                </c:pt>
                <c:pt idx="4451">
                  <c:v>40532</c:v>
                </c:pt>
                <c:pt idx="4452">
                  <c:v>40531</c:v>
                </c:pt>
                <c:pt idx="4453">
                  <c:v>40530</c:v>
                </c:pt>
                <c:pt idx="4454">
                  <c:v>40529</c:v>
                </c:pt>
                <c:pt idx="4455">
                  <c:v>40528</c:v>
                </c:pt>
                <c:pt idx="4456">
                  <c:v>40527</c:v>
                </c:pt>
                <c:pt idx="4457">
                  <c:v>40526</c:v>
                </c:pt>
                <c:pt idx="4458">
                  <c:v>40525</c:v>
                </c:pt>
                <c:pt idx="4459">
                  <c:v>40524</c:v>
                </c:pt>
                <c:pt idx="4460">
                  <c:v>40523</c:v>
                </c:pt>
                <c:pt idx="4461">
                  <c:v>40522</c:v>
                </c:pt>
                <c:pt idx="4462">
                  <c:v>40521</c:v>
                </c:pt>
                <c:pt idx="4463">
                  <c:v>40520</c:v>
                </c:pt>
                <c:pt idx="4464">
                  <c:v>40519</c:v>
                </c:pt>
                <c:pt idx="4465">
                  <c:v>40518</c:v>
                </c:pt>
                <c:pt idx="4466">
                  <c:v>40517</c:v>
                </c:pt>
                <c:pt idx="4467">
                  <c:v>40516</c:v>
                </c:pt>
                <c:pt idx="4468">
                  <c:v>40515</c:v>
                </c:pt>
                <c:pt idx="4469">
                  <c:v>40514</c:v>
                </c:pt>
                <c:pt idx="4470">
                  <c:v>40513</c:v>
                </c:pt>
                <c:pt idx="4471">
                  <c:v>40512</c:v>
                </c:pt>
                <c:pt idx="4472">
                  <c:v>40511</c:v>
                </c:pt>
                <c:pt idx="4473">
                  <c:v>40510</c:v>
                </c:pt>
                <c:pt idx="4474">
                  <c:v>40509</c:v>
                </c:pt>
                <c:pt idx="4475">
                  <c:v>40508</c:v>
                </c:pt>
                <c:pt idx="4476">
                  <c:v>40507</c:v>
                </c:pt>
                <c:pt idx="4477">
                  <c:v>40506</c:v>
                </c:pt>
                <c:pt idx="4478">
                  <c:v>40505</c:v>
                </c:pt>
                <c:pt idx="4479">
                  <c:v>40504</c:v>
                </c:pt>
                <c:pt idx="4480">
                  <c:v>40503</c:v>
                </c:pt>
                <c:pt idx="4481">
                  <c:v>40502</c:v>
                </c:pt>
                <c:pt idx="4482">
                  <c:v>40501</c:v>
                </c:pt>
                <c:pt idx="4483">
                  <c:v>40500</c:v>
                </c:pt>
                <c:pt idx="4484">
                  <c:v>40499</c:v>
                </c:pt>
                <c:pt idx="4485">
                  <c:v>40498</c:v>
                </c:pt>
                <c:pt idx="4486">
                  <c:v>40497</c:v>
                </c:pt>
                <c:pt idx="4487">
                  <c:v>40496</c:v>
                </c:pt>
                <c:pt idx="4488">
                  <c:v>40495</c:v>
                </c:pt>
                <c:pt idx="4489">
                  <c:v>40494</c:v>
                </c:pt>
                <c:pt idx="4490">
                  <c:v>40493</c:v>
                </c:pt>
                <c:pt idx="4491">
                  <c:v>40492</c:v>
                </c:pt>
                <c:pt idx="4492">
                  <c:v>40491</c:v>
                </c:pt>
                <c:pt idx="4493">
                  <c:v>40490</c:v>
                </c:pt>
                <c:pt idx="4494">
                  <c:v>40489</c:v>
                </c:pt>
                <c:pt idx="4495">
                  <c:v>40488</c:v>
                </c:pt>
                <c:pt idx="4496">
                  <c:v>40487</c:v>
                </c:pt>
                <c:pt idx="4497">
                  <c:v>40486</c:v>
                </c:pt>
                <c:pt idx="4498">
                  <c:v>40485</c:v>
                </c:pt>
                <c:pt idx="4499">
                  <c:v>40484</c:v>
                </c:pt>
                <c:pt idx="4500">
                  <c:v>40483</c:v>
                </c:pt>
                <c:pt idx="4501">
                  <c:v>40482</c:v>
                </c:pt>
                <c:pt idx="4502">
                  <c:v>40481</c:v>
                </c:pt>
                <c:pt idx="4503">
                  <c:v>40480</c:v>
                </c:pt>
                <c:pt idx="4504">
                  <c:v>40479</c:v>
                </c:pt>
                <c:pt idx="4505">
                  <c:v>40478</c:v>
                </c:pt>
                <c:pt idx="4506">
                  <c:v>40477</c:v>
                </c:pt>
                <c:pt idx="4507">
                  <c:v>40476</c:v>
                </c:pt>
                <c:pt idx="4508">
                  <c:v>40475</c:v>
                </c:pt>
                <c:pt idx="4509">
                  <c:v>40474</c:v>
                </c:pt>
                <c:pt idx="4510">
                  <c:v>40473</c:v>
                </c:pt>
                <c:pt idx="4511">
                  <c:v>40472</c:v>
                </c:pt>
                <c:pt idx="4512">
                  <c:v>40471</c:v>
                </c:pt>
                <c:pt idx="4513">
                  <c:v>40470</c:v>
                </c:pt>
                <c:pt idx="4514">
                  <c:v>40469</c:v>
                </c:pt>
                <c:pt idx="4515">
                  <c:v>40468</c:v>
                </c:pt>
                <c:pt idx="4516">
                  <c:v>40467</c:v>
                </c:pt>
                <c:pt idx="4517">
                  <c:v>40466</c:v>
                </c:pt>
                <c:pt idx="4518">
                  <c:v>40465</c:v>
                </c:pt>
                <c:pt idx="4519">
                  <c:v>40464</c:v>
                </c:pt>
                <c:pt idx="4520">
                  <c:v>40463</c:v>
                </c:pt>
                <c:pt idx="4521">
                  <c:v>40462</c:v>
                </c:pt>
                <c:pt idx="4522">
                  <c:v>40461</c:v>
                </c:pt>
                <c:pt idx="4523">
                  <c:v>40460</c:v>
                </c:pt>
                <c:pt idx="4524">
                  <c:v>40459</c:v>
                </c:pt>
                <c:pt idx="4525">
                  <c:v>40458</c:v>
                </c:pt>
                <c:pt idx="4526">
                  <c:v>40457</c:v>
                </c:pt>
                <c:pt idx="4527">
                  <c:v>40456</c:v>
                </c:pt>
                <c:pt idx="4528">
                  <c:v>40455</c:v>
                </c:pt>
                <c:pt idx="4529">
                  <c:v>40454</c:v>
                </c:pt>
                <c:pt idx="4530">
                  <c:v>40453</c:v>
                </c:pt>
                <c:pt idx="4531">
                  <c:v>40452</c:v>
                </c:pt>
                <c:pt idx="4532">
                  <c:v>40451</c:v>
                </c:pt>
                <c:pt idx="4533">
                  <c:v>40450</c:v>
                </c:pt>
                <c:pt idx="4534">
                  <c:v>40449</c:v>
                </c:pt>
                <c:pt idx="4535">
                  <c:v>40448</c:v>
                </c:pt>
                <c:pt idx="4536">
                  <c:v>40447</c:v>
                </c:pt>
                <c:pt idx="4537">
                  <c:v>40446</c:v>
                </c:pt>
                <c:pt idx="4538">
                  <c:v>40445</c:v>
                </c:pt>
                <c:pt idx="4539">
                  <c:v>40444</c:v>
                </c:pt>
                <c:pt idx="4540">
                  <c:v>40443</c:v>
                </c:pt>
                <c:pt idx="4541">
                  <c:v>40442</c:v>
                </c:pt>
                <c:pt idx="4542">
                  <c:v>40441</c:v>
                </c:pt>
                <c:pt idx="4543">
                  <c:v>40440</c:v>
                </c:pt>
                <c:pt idx="4544">
                  <c:v>40439</c:v>
                </c:pt>
                <c:pt idx="4545">
                  <c:v>40438</c:v>
                </c:pt>
                <c:pt idx="4546">
                  <c:v>40437</c:v>
                </c:pt>
                <c:pt idx="4547">
                  <c:v>40436</c:v>
                </c:pt>
                <c:pt idx="4548">
                  <c:v>40435</c:v>
                </c:pt>
                <c:pt idx="4549">
                  <c:v>40434</c:v>
                </c:pt>
                <c:pt idx="4550">
                  <c:v>40433</c:v>
                </c:pt>
                <c:pt idx="4551">
                  <c:v>40432</c:v>
                </c:pt>
                <c:pt idx="4552">
                  <c:v>40431</c:v>
                </c:pt>
                <c:pt idx="4553">
                  <c:v>40430</c:v>
                </c:pt>
                <c:pt idx="4554">
                  <c:v>40429</c:v>
                </c:pt>
                <c:pt idx="4555">
                  <c:v>40428</c:v>
                </c:pt>
                <c:pt idx="4556">
                  <c:v>40427</c:v>
                </c:pt>
                <c:pt idx="4557">
                  <c:v>40426</c:v>
                </c:pt>
                <c:pt idx="4558">
                  <c:v>40425</c:v>
                </c:pt>
                <c:pt idx="4559">
                  <c:v>40424</c:v>
                </c:pt>
                <c:pt idx="4560">
                  <c:v>40423</c:v>
                </c:pt>
                <c:pt idx="4561">
                  <c:v>40422</c:v>
                </c:pt>
                <c:pt idx="4562">
                  <c:v>40421</c:v>
                </c:pt>
                <c:pt idx="4563">
                  <c:v>40420</c:v>
                </c:pt>
                <c:pt idx="4564">
                  <c:v>40419</c:v>
                </c:pt>
                <c:pt idx="4565">
                  <c:v>40418</c:v>
                </c:pt>
                <c:pt idx="4566">
                  <c:v>40417</c:v>
                </c:pt>
                <c:pt idx="4567">
                  <c:v>40416</c:v>
                </c:pt>
                <c:pt idx="4568">
                  <c:v>40415</c:v>
                </c:pt>
                <c:pt idx="4569">
                  <c:v>40414</c:v>
                </c:pt>
                <c:pt idx="4570">
                  <c:v>40413</c:v>
                </c:pt>
                <c:pt idx="4571">
                  <c:v>40412</c:v>
                </c:pt>
                <c:pt idx="4572">
                  <c:v>40411</c:v>
                </c:pt>
                <c:pt idx="4573">
                  <c:v>40410</c:v>
                </c:pt>
                <c:pt idx="4574">
                  <c:v>40409</c:v>
                </c:pt>
                <c:pt idx="4575">
                  <c:v>40408</c:v>
                </c:pt>
                <c:pt idx="4576">
                  <c:v>40407</c:v>
                </c:pt>
                <c:pt idx="4577">
                  <c:v>40406</c:v>
                </c:pt>
                <c:pt idx="4578">
                  <c:v>40405</c:v>
                </c:pt>
                <c:pt idx="4579">
                  <c:v>40404</c:v>
                </c:pt>
                <c:pt idx="4580">
                  <c:v>40403</c:v>
                </c:pt>
                <c:pt idx="4581">
                  <c:v>40402</c:v>
                </c:pt>
                <c:pt idx="4582">
                  <c:v>40401</c:v>
                </c:pt>
                <c:pt idx="4583">
                  <c:v>40400</c:v>
                </c:pt>
                <c:pt idx="4584">
                  <c:v>40399</c:v>
                </c:pt>
                <c:pt idx="4585">
                  <c:v>40398</c:v>
                </c:pt>
                <c:pt idx="4586">
                  <c:v>40397</c:v>
                </c:pt>
                <c:pt idx="4587">
                  <c:v>40396</c:v>
                </c:pt>
                <c:pt idx="4588">
                  <c:v>40395</c:v>
                </c:pt>
                <c:pt idx="4589">
                  <c:v>40394</c:v>
                </c:pt>
                <c:pt idx="4590">
                  <c:v>40393</c:v>
                </c:pt>
                <c:pt idx="4591">
                  <c:v>40392</c:v>
                </c:pt>
                <c:pt idx="4592">
                  <c:v>40391</c:v>
                </c:pt>
                <c:pt idx="4593">
                  <c:v>40390</c:v>
                </c:pt>
                <c:pt idx="4594">
                  <c:v>40389</c:v>
                </c:pt>
                <c:pt idx="4595">
                  <c:v>40388</c:v>
                </c:pt>
                <c:pt idx="4596">
                  <c:v>40387</c:v>
                </c:pt>
                <c:pt idx="4597">
                  <c:v>40386</c:v>
                </c:pt>
                <c:pt idx="4598">
                  <c:v>40385</c:v>
                </c:pt>
                <c:pt idx="4599">
                  <c:v>40384</c:v>
                </c:pt>
                <c:pt idx="4600">
                  <c:v>40383</c:v>
                </c:pt>
                <c:pt idx="4601">
                  <c:v>40382</c:v>
                </c:pt>
                <c:pt idx="4602">
                  <c:v>40381</c:v>
                </c:pt>
                <c:pt idx="4603">
                  <c:v>40380</c:v>
                </c:pt>
                <c:pt idx="4604">
                  <c:v>40379</c:v>
                </c:pt>
                <c:pt idx="4605">
                  <c:v>40378</c:v>
                </c:pt>
                <c:pt idx="4606">
                  <c:v>40377</c:v>
                </c:pt>
                <c:pt idx="4607">
                  <c:v>40376</c:v>
                </c:pt>
                <c:pt idx="4608">
                  <c:v>40375</c:v>
                </c:pt>
                <c:pt idx="4609">
                  <c:v>40374</c:v>
                </c:pt>
                <c:pt idx="4610">
                  <c:v>40373</c:v>
                </c:pt>
                <c:pt idx="4611">
                  <c:v>40372</c:v>
                </c:pt>
                <c:pt idx="4612">
                  <c:v>40371</c:v>
                </c:pt>
                <c:pt idx="4613">
                  <c:v>40370</c:v>
                </c:pt>
                <c:pt idx="4614">
                  <c:v>40369</c:v>
                </c:pt>
                <c:pt idx="4615">
                  <c:v>40368</c:v>
                </c:pt>
                <c:pt idx="4616">
                  <c:v>40367</c:v>
                </c:pt>
                <c:pt idx="4617">
                  <c:v>40366</c:v>
                </c:pt>
                <c:pt idx="4618">
                  <c:v>40365</c:v>
                </c:pt>
                <c:pt idx="4619">
                  <c:v>40364</c:v>
                </c:pt>
                <c:pt idx="4620">
                  <c:v>40363</c:v>
                </c:pt>
                <c:pt idx="4621">
                  <c:v>40362</c:v>
                </c:pt>
                <c:pt idx="4622">
                  <c:v>40361</c:v>
                </c:pt>
                <c:pt idx="4623">
                  <c:v>40360</c:v>
                </c:pt>
                <c:pt idx="4624">
                  <c:v>40359</c:v>
                </c:pt>
                <c:pt idx="4625">
                  <c:v>40358</c:v>
                </c:pt>
                <c:pt idx="4626">
                  <c:v>40357</c:v>
                </c:pt>
                <c:pt idx="4627">
                  <c:v>40356</c:v>
                </c:pt>
                <c:pt idx="4628">
                  <c:v>40355</c:v>
                </c:pt>
                <c:pt idx="4629">
                  <c:v>40354</c:v>
                </c:pt>
                <c:pt idx="4630">
                  <c:v>40353</c:v>
                </c:pt>
                <c:pt idx="4631">
                  <c:v>40352</c:v>
                </c:pt>
                <c:pt idx="4632">
                  <c:v>40351</c:v>
                </c:pt>
                <c:pt idx="4633">
                  <c:v>40350</c:v>
                </c:pt>
                <c:pt idx="4634">
                  <c:v>40349</c:v>
                </c:pt>
                <c:pt idx="4635">
                  <c:v>40348</c:v>
                </c:pt>
                <c:pt idx="4636">
                  <c:v>40347</c:v>
                </c:pt>
                <c:pt idx="4637">
                  <c:v>40346</c:v>
                </c:pt>
                <c:pt idx="4638">
                  <c:v>40345</c:v>
                </c:pt>
                <c:pt idx="4639">
                  <c:v>40344</c:v>
                </c:pt>
                <c:pt idx="4640">
                  <c:v>40343</c:v>
                </c:pt>
                <c:pt idx="4641">
                  <c:v>40342</c:v>
                </c:pt>
                <c:pt idx="4642">
                  <c:v>40341</c:v>
                </c:pt>
                <c:pt idx="4643">
                  <c:v>40340</c:v>
                </c:pt>
                <c:pt idx="4644">
                  <c:v>40339</c:v>
                </c:pt>
                <c:pt idx="4645">
                  <c:v>40338</c:v>
                </c:pt>
                <c:pt idx="4646">
                  <c:v>40337</c:v>
                </c:pt>
                <c:pt idx="4647">
                  <c:v>40336</c:v>
                </c:pt>
                <c:pt idx="4648">
                  <c:v>40335</c:v>
                </c:pt>
                <c:pt idx="4649">
                  <c:v>40334</c:v>
                </c:pt>
                <c:pt idx="4650">
                  <c:v>40333</c:v>
                </c:pt>
                <c:pt idx="4651">
                  <c:v>40332</c:v>
                </c:pt>
                <c:pt idx="4652">
                  <c:v>40331</c:v>
                </c:pt>
                <c:pt idx="4653">
                  <c:v>40330</c:v>
                </c:pt>
                <c:pt idx="4654">
                  <c:v>40329</c:v>
                </c:pt>
                <c:pt idx="4655">
                  <c:v>40328</c:v>
                </c:pt>
                <c:pt idx="4656">
                  <c:v>40327</c:v>
                </c:pt>
                <c:pt idx="4657">
                  <c:v>40326</c:v>
                </c:pt>
                <c:pt idx="4658">
                  <c:v>40325</c:v>
                </c:pt>
                <c:pt idx="4659">
                  <c:v>40324</c:v>
                </c:pt>
                <c:pt idx="4660">
                  <c:v>40323</c:v>
                </c:pt>
                <c:pt idx="4661">
                  <c:v>40322</c:v>
                </c:pt>
                <c:pt idx="4662">
                  <c:v>40321</c:v>
                </c:pt>
                <c:pt idx="4663">
                  <c:v>40320</c:v>
                </c:pt>
                <c:pt idx="4664">
                  <c:v>40319</c:v>
                </c:pt>
                <c:pt idx="4665">
                  <c:v>40318</c:v>
                </c:pt>
                <c:pt idx="4666">
                  <c:v>40317</c:v>
                </c:pt>
                <c:pt idx="4667">
                  <c:v>40316</c:v>
                </c:pt>
                <c:pt idx="4668">
                  <c:v>40315</c:v>
                </c:pt>
                <c:pt idx="4669">
                  <c:v>40314</c:v>
                </c:pt>
                <c:pt idx="4670">
                  <c:v>40313</c:v>
                </c:pt>
                <c:pt idx="4671">
                  <c:v>40312</c:v>
                </c:pt>
                <c:pt idx="4672">
                  <c:v>40311</c:v>
                </c:pt>
                <c:pt idx="4673">
                  <c:v>40310</c:v>
                </c:pt>
                <c:pt idx="4674">
                  <c:v>40309</c:v>
                </c:pt>
                <c:pt idx="4675">
                  <c:v>40308</c:v>
                </c:pt>
                <c:pt idx="4676">
                  <c:v>40307</c:v>
                </c:pt>
                <c:pt idx="4677">
                  <c:v>40306</c:v>
                </c:pt>
                <c:pt idx="4678">
                  <c:v>40305</c:v>
                </c:pt>
                <c:pt idx="4679">
                  <c:v>40304</c:v>
                </c:pt>
                <c:pt idx="4680">
                  <c:v>40303</c:v>
                </c:pt>
                <c:pt idx="4681">
                  <c:v>40302</c:v>
                </c:pt>
                <c:pt idx="4682">
                  <c:v>40301</c:v>
                </c:pt>
                <c:pt idx="4683">
                  <c:v>40300</c:v>
                </c:pt>
                <c:pt idx="4684">
                  <c:v>40299</c:v>
                </c:pt>
                <c:pt idx="4685">
                  <c:v>40298</c:v>
                </c:pt>
                <c:pt idx="4686">
                  <c:v>40297</c:v>
                </c:pt>
                <c:pt idx="4687">
                  <c:v>40296</c:v>
                </c:pt>
                <c:pt idx="4688">
                  <c:v>40295</c:v>
                </c:pt>
                <c:pt idx="4689">
                  <c:v>40294</c:v>
                </c:pt>
                <c:pt idx="4690">
                  <c:v>40293</c:v>
                </c:pt>
                <c:pt idx="4691">
                  <c:v>40292</c:v>
                </c:pt>
                <c:pt idx="4692">
                  <c:v>40291</c:v>
                </c:pt>
                <c:pt idx="4693">
                  <c:v>40290</c:v>
                </c:pt>
                <c:pt idx="4694">
                  <c:v>40289</c:v>
                </c:pt>
                <c:pt idx="4695">
                  <c:v>40288</c:v>
                </c:pt>
                <c:pt idx="4696">
                  <c:v>40287</c:v>
                </c:pt>
                <c:pt idx="4697">
                  <c:v>40286</c:v>
                </c:pt>
                <c:pt idx="4698">
                  <c:v>40285</c:v>
                </c:pt>
                <c:pt idx="4699">
                  <c:v>40284</c:v>
                </c:pt>
                <c:pt idx="4700">
                  <c:v>40283</c:v>
                </c:pt>
                <c:pt idx="4701">
                  <c:v>40282</c:v>
                </c:pt>
                <c:pt idx="4702">
                  <c:v>40281</c:v>
                </c:pt>
                <c:pt idx="4703">
                  <c:v>40280</c:v>
                </c:pt>
                <c:pt idx="4704">
                  <c:v>40279</c:v>
                </c:pt>
                <c:pt idx="4705">
                  <c:v>40278</c:v>
                </c:pt>
                <c:pt idx="4706">
                  <c:v>40277</c:v>
                </c:pt>
                <c:pt idx="4707">
                  <c:v>40276</c:v>
                </c:pt>
                <c:pt idx="4708">
                  <c:v>40275</c:v>
                </c:pt>
                <c:pt idx="4709">
                  <c:v>40274</c:v>
                </c:pt>
                <c:pt idx="4710">
                  <c:v>40273</c:v>
                </c:pt>
                <c:pt idx="4711">
                  <c:v>40272</c:v>
                </c:pt>
                <c:pt idx="4712">
                  <c:v>40271</c:v>
                </c:pt>
                <c:pt idx="4713">
                  <c:v>40270</c:v>
                </c:pt>
                <c:pt idx="4714">
                  <c:v>40269</c:v>
                </c:pt>
                <c:pt idx="4715">
                  <c:v>40268</c:v>
                </c:pt>
                <c:pt idx="4716">
                  <c:v>40267</c:v>
                </c:pt>
                <c:pt idx="4717">
                  <c:v>40266</c:v>
                </c:pt>
                <c:pt idx="4718">
                  <c:v>40265</c:v>
                </c:pt>
                <c:pt idx="4719">
                  <c:v>40264</c:v>
                </c:pt>
                <c:pt idx="4720">
                  <c:v>40263</c:v>
                </c:pt>
                <c:pt idx="4721">
                  <c:v>40262</c:v>
                </c:pt>
                <c:pt idx="4722">
                  <c:v>40261</c:v>
                </c:pt>
                <c:pt idx="4723">
                  <c:v>40260</c:v>
                </c:pt>
                <c:pt idx="4724">
                  <c:v>40259</c:v>
                </c:pt>
                <c:pt idx="4725">
                  <c:v>40258</c:v>
                </c:pt>
                <c:pt idx="4726">
                  <c:v>40257</c:v>
                </c:pt>
                <c:pt idx="4727">
                  <c:v>40256</c:v>
                </c:pt>
                <c:pt idx="4728">
                  <c:v>40255</c:v>
                </c:pt>
                <c:pt idx="4729">
                  <c:v>40254</c:v>
                </c:pt>
                <c:pt idx="4730">
                  <c:v>40253</c:v>
                </c:pt>
                <c:pt idx="4731">
                  <c:v>40252</c:v>
                </c:pt>
                <c:pt idx="4732">
                  <c:v>40251</c:v>
                </c:pt>
                <c:pt idx="4733">
                  <c:v>40250</c:v>
                </c:pt>
                <c:pt idx="4734">
                  <c:v>40249</c:v>
                </c:pt>
                <c:pt idx="4735">
                  <c:v>40248</c:v>
                </c:pt>
                <c:pt idx="4736">
                  <c:v>40247</c:v>
                </c:pt>
                <c:pt idx="4737">
                  <c:v>40246</c:v>
                </c:pt>
                <c:pt idx="4738">
                  <c:v>40245</c:v>
                </c:pt>
                <c:pt idx="4739">
                  <c:v>40244</c:v>
                </c:pt>
                <c:pt idx="4740">
                  <c:v>40243</c:v>
                </c:pt>
                <c:pt idx="4741">
                  <c:v>40242</c:v>
                </c:pt>
                <c:pt idx="4742">
                  <c:v>40241</c:v>
                </c:pt>
                <c:pt idx="4743">
                  <c:v>40240</c:v>
                </c:pt>
                <c:pt idx="4744">
                  <c:v>40239</c:v>
                </c:pt>
                <c:pt idx="4745">
                  <c:v>40238</c:v>
                </c:pt>
                <c:pt idx="4746">
                  <c:v>40237</c:v>
                </c:pt>
                <c:pt idx="4747">
                  <c:v>40236</c:v>
                </c:pt>
                <c:pt idx="4748">
                  <c:v>40235</c:v>
                </c:pt>
                <c:pt idx="4749">
                  <c:v>40234</c:v>
                </c:pt>
                <c:pt idx="4750">
                  <c:v>40233</c:v>
                </c:pt>
                <c:pt idx="4751">
                  <c:v>40232</c:v>
                </c:pt>
                <c:pt idx="4752">
                  <c:v>40231</c:v>
                </c:pt>
                <c:pt idx="4753">
                  <c:v>40230</c:v>
                </c:pt>
                <c:pt idx="4754">
                  <c:v>40229</c:v>
                </c:pt>
                <c:pt idx="4755">
                  <c:v>40228</c:v>
                </c:pt>
                <c:pt idx="4756">
                  <c:v>40227</c:v>
                </c:pt>
                <c:pt idx="4757">
                  <c:v>40226</c:v>
                </c:pt>
                <c:pt idx="4758">
                  <c:v>40225</c:v>
                </c:pt>
                <c:pt idx="4759">
                  <c:v>40224</c:v>
                </c:pt>
                <c:pt idx="4760">
                  <c:v>40223</c:v>
                </c:pt>
                <c:pt idx="4761">
                  <c:v>40222</c:v>
                </c:pt>
                <c:pt idx="4762">
                  <c:v>40221</c:v>
                </c:pt>
                <c:pt idx="4763">
                  <c:v>40220</c:v>
                </c:pt>
                <c:pt idx="4764">
                  <c:v>40219</c:v>
                </c:pt>
                <c:pt idx="4765">
                  <c:v>40218</c:v>
                </c:pt>
                <c:pt idx="4766">
                  <c:v>40217</c:v>
                </c:pt>
                <c:pt idx="4767">
                  <c:v>40216</c:v>
                </c:pt>
                <c:pt idx="4768">
                  <c:v>40215</c:v>
                </c:pt>
                <c:pt idx="4769">
                  <c:v>40214</c:v>
                </c:pt>
                <c:pt idx="4770">
                  <c:v>40213</c:v>
                </c:pt>
                <c:pt idx="4771">
                  <c:v>40212</c:v>
                </c:pt>
                <c:pt idx="4772">
                  <c:v>40211</c:v>
                </c:pt>
                <c:pt idx="4773">
                  <c:v>40210</c:v>
                </c:pt>
                <c:pt idx="4774">
                  <c:v>40209</c:v>
                </c:pt>
                <c:pt idx="4775">
                  <c:v>40208</c:v>
                </c:pt>
                <c:pt idx="4776">
                  <c:v>40207</c:v>
                </c:pt>
                <c:pt idx="4777">
                  <c:v>40206</c:v>
                </c:pt>
                <c:pt idx="4778">
                  <c:v>40205</c:v>
                </c:pt>
                <c:pt idx="4779">
                  <c:v>40204</c:v>
                </c:pt>
                <c:pt idx="4780">
                  <c:v>40203</c:v>
                </c:pt>
                <c:pt idx="4781">
                  <c:v>40202</c:v>
                </c:pt>
                <c:pt idx="4782">
                  <c:v>40201</c:v>
                </c:pt>
                <c:pt idx="4783">
                  <c:v>40200</c:v>
                </c:pt>
                <c:pt idx="4784">
                  <c:v>40199</c:v>
                </c:pt>
                <c:pt idx="4785">
                  <c:v>40198</c:v>
                </c:pt>
                <c:pt idx="4786">
                  <c:v>40197</c:v>
                </c:pt>
                <c:pt idx="4787">
                  <c:v>40196</c:v>
                </c:pt>
                <c:pt idx="4788">
                  <c:v>40195</c:v>
                </c:pt>
                <c:pt idx="4789">
                  <c:v>40194</c:v>
                </c:pt>
                <c:pt idx="4790">
                  <c:v>40193</c:v>
                </c:pt>
                <c:pt idx="4791">
                  <c:v>40192</c:v>
                </c:pt>
                <c:pt idx="4792">
                  <c:v>40191</c:v>
                </c:pt>
                <c:pt idx="4793">
                  <c:v>40190</c:v>
                </c:pt>
                <c:pt idx="4794">
                  <c:v>40189</c:v>
                </c:pt>
                <c:pt idx="4795">
                  <c:v>40188</c:v>
                </c:pt>
                <c:pt idx="4796">
                  <c:v>40187</c:v>
                </c:pt>
                <c:pt idx="4797">
                  <c:v>40186</c:v>
                </c:pt>
                <c:pt idx="4798">
                  <c:v>40185</c:v>
                </c:pt>
                <c:pt idx="4799">
                  <c:v>40184</c:v>
                </c:pt>
                <c:pt idx="4800">
                  <c:v>40183</c:v>
                </c:pt>
                <c:pt idx="4801">
                  <c:v>40182</c:v>
                </c:pt>
                <c:pt idx="4802">
                  <c:v>40181</c:v>
                </c:pt>
                <c:pt idx="4803">
                  <c:v>40180</c:v>
                </c:pt>
                <c:pt idx="4804">
                  <c:v>40179</c:v>
                </c:pt>
                <c:pt idx="4805">
                  <c:v>40178</c:v>
                </c:pt>
                <c:pt idx="4806">
                  <c:v>40177</c:v>
                </c:pt>
                <c:pt idx="4807">
                  <c:v>40176</c:v>
                </c:pt>
                <c:pt idx="4808">
                  <c:v>40175</c:v>
                </c:pt>
                <c:pt idx="4809">
                  <c:v>40174</c:v>
                </c:pt>
                <c:pt idx="4810">
                  <c:v>40173</c:v>
                </c:pt>
                <c:pt idx="4811">
                  <c:v>40172</c:v>
                </c:pt>
                <c:pt idx="4812">
                  <c:v>40171</c:v>
                </c:pt>
                <c:pt idx="4813">
                  <c:v>40170</c:v>
                </c:pt>
                <c:pt idx="4814">
                  <c:v>40169</c:v>
                </c:pt>
                <c:pt idx="4815">
                  <c:v>40168</c:v>
                </c:pt>
                <c:pt idx="4816">
                  <c:v>40167</c:v>
                </c:pt>
                <c:pt idx="4817">
                  <c:v>40166</c:v>
                </c:pt>
                <c:pt idx="4818">
                  <c:v>40165</c:v>
                </c:pt>
                <c:pt idx="4819">
                  <c:v>40164</c:v>
                </c:pt>
                <c:pt idx="4820">
                  <c:v>40163</c:v>
                </c:pt>
                <c:pt idx="4821">
                  <c:v>40162</c:v>
                </c:pt>
                <c:pt idx="4822">
                  <c:v>40161</c:v>
                </c:pt>
                <c:pt idx="4823">
                  <c:v>40160</c:v>
                </c:pt>
                <c:pt idx="4824">
                  <c:v>40159</c:v>
                </c:pt>
                <c:pt idx="4825">
                  <c:v>40158</c:v>
                </c:pt>
                <c:pt idx="4826">
                  <c:v>40157</c:v>
                </c:pt>
                <c:pt idx="4827">
                  <c:v>40156</c:v>
                </c:pt>
                <c:pt idx="4828">
                  <c:v>40155</c:v>
                </c:pt>
                <c:pt idx="4829">
                  <c:v>40154</c:v>
                </c:pt>
                <c:pt idx="4830">
                  <c:v>40153</c:v>
                </c:pt>
                <c:pt idx="4831">
                  <c:v>40152</c:v>
                </c:pt>
                <c:pt idx="4832">
                  <c:v>40151</c:v>
                </c:pt>
                <c:pt idx="4833">
                  <c:v>40150</c:v>
                </c:pt>
                <c:pt idx="4834">
                  <c:v>40149</c:v>
                </c:pt>
                <c:pt idx="4835">
                  <c:v>40148</c:v>
                </c:pt>
                <c:pt idx="4836">
                  <c:v>40147</c:v>
                </c:pt>
                <c:pt idx="4837">
                  <c:v>40146</c:v>
                </c:pt>
                <c:pt idx="4838">
                  <c:v>40145</c:v>
                </c:pt>
                <c:pt idx="4839">
                  <c:v>40144</c:v>
                </c:pt>
                <c:pt idx="4840">
                  <c:v>40143</c:v>
                </c:pt>
                <c:pt idx="4841">
                  <c:v>40142</c:v>
                </c:pt>
                <c:pt idx="4842">
                  <c:v>40141</c:v>
                </c:pt>
                <c:pt idx="4843">
                  <c:v>40140</c:v>
                </c:pt>
                <c:pt idx="4844">
                  <c:v>40139</c:v>
                </c:pt>
                <c:pt idx="4845">
                  <c:v>40138</c:v>
                </c:pt>
                <c:pt idx="4846">
                  <c:v>40137</c:v>
                </c:pt>
                <c:pt idx="4847">
                  <c:v>40136</c:v>
                </c:pt>
                <c:pt idx="4848">
                  <c:v>40135</c:v>
                </c:pt>
                <c:pt idx="4849">
                  <c:v>40134</c:v>
                </c:pt>
                <c:pt idx="4850">
                  <c:v>40133</c:v>
                </c:pt>
                <c:pt idx="4851">
                  <c:v>40132</c:v>
                </c:pt>
                <c:pt idx="4852">
                  <c:v>40131</c:v>
                </c:pt>
                <c:pt idx="4853">
                  <c:v>40130</c:v>
                </c:pt>
                <c:pt idx="4854">
                  <c:v>40129</c:v>
                </c:pt>
                <c:pt idx="4855">
                  <c:v>40128</c:v>
                </c:pt>
                <c:pt idx="4856">
                  <c:v>40127</c:v>
                </c:pt>
                <c:pt idx="4857">
                  <c:v>40126</c:v>
                </c:pt>
                <c:pt idx="4858">
                  <c:v>40125</c:v>
                </c:pt>
                <c:pt idx="4859">
                  <c:v>40124</c:v>
                </c:pt>
                <c:pt idx="4860">
                  <c:v>40123</c:v>
                </c:pt>
                <c:pt idx="4861">
                  <c:v>40122</c:v>
                </c:pt>
                <c:pt idx="4862">
                  <c:v>40121</c:v>
                </c:pt>
                <c:pt idx="4863">
                  <c:v>40120</c:v>
                </c:pt>
                <c:pt idx="4864">
                  <c:v>40119</c:v>
                </c:pt>
                <c:pt idx="4865">
                  <c:v>40118</c:v>
                </c:pt>
                <c:pt idx="4866">
                  <c:v>40117</c:v>
                </c:pt>
                <c:pt idx="4867">
                  <c:v>40116</c:v>
                </c:pt>
                <c:pt idx="4868">
                  <c:v>40115</c:v>
                </c:pt>
                <c:pt idx="4869">
                  <c:v>40114</c:v>
                </c:pt>
                <c:pt idx="4870">
                  <c:v>40113</c:v>
                </c:pt>
                <c:pt idx="4871">
                  <c:v>40112</c:v>
                </c:pt>
                <c:pt idx="4872">
                  <c:v>40111</c:v>
                </c:pt>
                <c:pt idx="4873">
                  <c:v>40110</c:v>
                </c:pt>
                <c:pt idx="4874">
                  <c:v>40109</c:v>
                </c:pt>
                <c:pt idx="4875">
                  <c:v>40108</c:v>
                </c:pt>
                <c:pt idx="4876">
                  <c:v>40107</c:v>
                </c:pt>
                <c:pt idx="4877">
                  <c:v>40106</c:v>
                </c:pt>
                <c:pt idx="4878">
                  <c:v>40105</c:v>
                </c:pt>
                <c:pt idx="4879">
                  <c:v>40104</c:v>
                </c:pt>
                <c:pt idx="4880">
                  <c:v>40103</c:v>
                </c:pt>
                <c:pt idx="4881">
                  <c:v>40102</c:v>
                </c:pt>
                <c:pt idx="4882">
                  <c:v>40101</c:v>
                </c:pt>
                <c:pt idx="4883">
                  <c:v>40100</c:v>
                </c:pt>
                <c:pt idx="4884">
                  <c:v>40099</c:v>
                </c:pt>
                <c:pt idx="4885">
                  <c:v>40098</c:v>
                </c:pt>
                <c:pt idx="4886">
                  <c:v>40097</c:v>
                </c:pt>
                <c:pt idx="4887">
                  <c:v>40096</c:v>
                </c:pt>
                <c:pt idx="4888">
                  <c:v>40095</c:v>
                </c:pt>
                <c:pt idx="4889">
                  <c:v>40094</c:v>
                </c:pt>
                <c:pt idx="4890">
                  <c:v>40093</c:v>
                </c:pt>
                <c:pt idx="4891">
                  <c:v>40092</c:v>
                </c:pt>
                <c:pt idx="4892">
                  <c:v>40091</c:v>
                </c:pt>
                <c:pt idx="4893">
                  <c:v>40090</c:v>
                </c:pt>
                <c:pt idx="4894">
                  <c:v>40089</c:v>
                </c:pt>
                <c:pt idx="4895">
                  <c:v>40088</c:v>
                </c:pt>
                <c:pt idx="4896">
                  <c:v>40087</c:v>
                </c:pt>
                <c:pt idx="4897">
                  <c:v>40086</c:v>
                </c:pt>
                <c:pt idx="4898">
                  <c:v>40085</c:v>
                </c:pt>
                <c:pt idx="4899">
                  <c:v>40084</c:v>
                </c:pt>
                <c:pt idx="4900">
                  <c:v>40083</c:v>
                </c:pt>
                <c:pt idx="4901">
                  <c:v>40082</c:v>
                </c:pt>
                <c:pt idx="4902">
                  <c:v>40081</c:v>
                </c:pt>
                <c:pt idx="4903">
                  <c:v>40080</c:v>
                </c:pt>
                <c:pt idx="4904">
                  <c:v>40079</c:v>
                </c:pt>
                <c:pt idx="4905">
                  <c:v>40078</c:v>
                </c:pt>
                <c:pt idx="4906">
                  <c:v>40077</c:v>
                </c:pt>
                <c:pt idx="4907">
                  <c:v>40076</c:v>
                </c:pt>
                <c:pt idx="4908">
                  <c:v>40075</c:v>
                </c:pt>
                <c:pt idx="4909">
                  <c:v>40074</c:v>
                </c:pt>
                <c:pt idx="4910">
                  <c:v>40073</c:v>
                </c:pt>
                <c:pt idx="4911">
                  <c:v>40072</c:v>
                </c:pt>
                <c:pt idx="4912">
                  <c:v>40071</c:v>
                </c:pt>
                <c:pt idx="4913">
                  <c:v>40070</c:v>
                </c:pt>
                <c:pt idx="4914">
                  <c:v>40069</c:v>
                </c:pt>
                <c:pt idx="4915">
                  <c:v>40068</c:v>
                </c:pt>
                <c:pt idx="4916">
                  <c:v>40067</c:v>
                </c:pt>
                <c:pt idx="4917">
                  <c:v>40066</c:v>
                </c:pt>
                <c:pt idx="4918">
                  <c:v>40065</c:v>
                </c:pt>
                <c:pt idx="4919">
                  <c:v>40064</c:v>
                </c:pt>
                <c:pt idx="4920">
                  <c:v>40063</c:v>
                </c:pt>
                <c:pt idx="4921">
                  <c:v>40062</c:v>
                </c:pt>
                <c:pt idx="4922">
                  <c:v>40061</c:v>
                </c:pt>
                <c:pt idx="4923">
                  <c:v>40060</c:v>
                </c:pt>
                <c:pt idx="4924">
                  <c:v>40059</c:v>
                </c:pt>
                <c:pt idx="4925">
                  <c:v>40058</c:v>
                </c:pt>
                <c:pt idx="4926">
                  <c:v>40057</c:v>
                </c:pt>
                <c:pt idx="4927">
                  <c:v>40056</c:v>
                </c:pt>
                <c:pt idx="4928">
                  <c:v>40055</c:v>
                </c:pt>
                <c:pt idx="4929">
                  <c:v>40054</c:v>
                </c:pt>
                <c:pt idx="4930">
                  <c:v>40053</c:v>
                </c:pt>
                <c:pt idx="4931">
                  <c:v>40052</c:v>
                </c:pt>
                <c:pt idx="4932">
                  <c:v>40051</c:v>
                </c:pt>
                <c:pt idx="4933">
                  <c:v>40050</c:v>
                </c:pt>
                <c:pt idx="4934">
                  <c:v>40049</c:v>
                </c:pt>
                <c:pt idx="4935">
                  <c:v>40048</c:v>
                </c:pt>
                <c:pt idx="4936">
                  <c:v>40047</c:v>
                </c:pt>
                <c:pt idx="4937">
                  <c:v>40046</c:v>
                </c:pt>
                <c:pt idx="4938">
                  <c:v>40045</c:v>
                </c:pt>
                <c:pt idx="4939">
                  <c:v>40044</c:v>
                </c:pt>
                <c:pt idx="4940">
                  <c:v>40043</c:v>
                </c:pt>
                <c:pt idx="4941">
                  <c:v>40042</c:v>
                </c:pt>
                <c:pt idx="4942">
                  <c:v>40041</c:v>
                </c:pt>
                <c:pt idx="4943">
                  <c:v>40040</c:v>
                </c:pt>
                <c:pt idx="4944">
                  <c:v>40039</c:v>
                </c:pt>
                <c:pt idx="4945">
                  <c:v>40038</c:v>
                </c:pt>
                <c:pt idx="4946">
                  <c:v>40037</c:v>
                </c:pt>
                <c:pt idx="4947">
                  <c:v>40036</c:v>
                </c:pt>
                <c:pt idx="4948">
                  <c:v>40035</c:v>
                </c:pt>
                <c:pt idx="4949">
                  <c:v>40034</c:v>
                </c:pt>
                <c:pt idx="4950">
                  <c:v>40033</c:v>
                </c:pt>
                <c:pt idx="4951">
                  <c:v>40032</c:v>
                </c:pt>
                <c:pt idx="4952">
                  <c:v>40031</c:v>
                </c:pt>
                <c:pt idx="4953">
                  <c:v>40030</c:v>
                </c:pt>
                <c:pt idx="4954">
                  <c:v>40029</c:v>
                </c:pt>
                <c:pt idx="4955">
                  <c:v>40028</c:v>
                </c:pt>
                <c:pt idx="4956">
                  <c:v>40027</c:v>
                </c:pt>
                <c:pt idx="4957">
                  <c:v>40026</c:v>
                </c:pt>
                <c:pt idx="4958">
                  <c:v>40025</c:v>
                </c:pt>
                <c:pt idx="4959">
                  <c:v>40024</c:v>
                </c:pt>
                <c:pt idx="4960">
                  <c:v>40023</c:v>
                </c:pt>
                <c:pt idx="4961">
                  <c:v>40022</c:v>
                </c:pt>
                <c:pt idx="4962">
                  <c:v>40021</c:v>
                </c:pt>
                <c:pt idx="4963">
                  <c:v>40020</c:v>
                </c:pt>
                <c:pt idx="4964">
                  <c:v>40019</c:v>
                </c:pt>
                <c:pt idx="4965">
                  <c:v>40018</c:v>
                </c:pt>
                <c:pt idx="4966">
                  <c:v>40017</c:v>
                </c:pt>
                <c:pt idx="4967">
                  <c:v>40016</c:v>
                </c:pt>
                <c:pt idx="4968">
                  <c:v>40015</c:v>
                </c:pt>
                <c:pt idx="4969">
                  <c:v>40014</c:v>
                </c:pt>
                <c:pt idx="4970">
                  <c:v>40013</c:v>
                </c:pt>
                <c:pt idx="4971">
                  <c:v>40012</c:v>
                </c:pt>
                <c:pt idx="4972">
                  <c:v>40011</c:v>
                </c:pt>
                <c:pt idx="4973">
                  <c:v>40010</c:v>
                </c:pt>
                <c:pt idx="4974">
                  <c:v>40009</c:v>
                </c:pt>
                <c:pt idx="4975">
                  <c:v>40008</c:v>
                </c:pt>
                <c:pt idx="4976">
                  <c:v>40007</c:v>
                </c:pt>
                <c:pt idx="4977">
                  <c:v>40006</c:v>
                </c:pt>
                <c:pt idx="4978">
                  <c:v>40005</c:v>
                </c:pt>
                <c:pt idx="4979">
                  <c:v>40004</c:v>
                </c:pt>
                <c:pt idx="4980">
                  <c:v>40003</c:v>
                </c:pt>
                <c:pt idx="4981">
                  <c:v>40002</c:v>
                </c:pt>
                <c:pt idx="4982">
                  <c:v>40001</c:v>
                </c:pt>
                <c:pt idx="4983">
                  <c:v>40000</c:v>
                </c:pt>
                <c:pt idx="4984">
                  <c:v>39999</c:v>
                </c:pt>
                <c:pt idx="4985">
                  <c:v>39998</c:v>
                </c:pt>
                <c:pt idx="4986">
                  <c:v>39997</c:v>
                </c:pt>
                <c:pt idx="4987">
                  <c:v>39996</c:v>
                </c:pt>
                <c:pt idx="4988">
                  <c:v>39995</c:v>
                </c:pt>
                <c:pt idx="4989">
                  <c:v>39994</c:v>
                </c:pt>
                <c:pt idx="4990">
                  <c:v>39993</c:v>
                </c:pt>
                <c:pt idx="4991">
                  <c:v>39992</c:v>
                </c:pt>
                <c:pt idx="4992">
                  <c:v>39991</c:v>
                </c:pt>
                <c:pt idx="4993">
                  <c:v>39990</c:v>
                </c:pt>
                <c:pt idx="4994">
                  <c:v>39989</c:v>
                </c:pt>
                <c:pt idx="4995">
                  <c:v>39988</c:v>
                </c:pt>
                <c:pt idx="4996">
                  <c:v>39987</c:v>
                </c:pt>
                <c:pt idx="4997">
                  <c:v>39986</c:v>
                </c:pt>
                <c:pt idx="4998">
                  <c:v>39985</c:v>
                </c:pt>
                <c:pt idx="4999">
                  <c:v>39984</c:v>
                </c:pt>
                <c:pt idx="5000">
                  <c:v>39983</c:v>
                </c:pt>
                <c:pt idx="5001">
                  <c:v>39982</c:v>
                </c:pt>
                <c:pt idx="5002">
                  <c:v>39981</c:v>
                </c:pt>
                <c:pt idx="5003">
                  <c:v>39980</c:v>
                </c:pt>
                <c:pt idx="5004">
                  <c:v>39979</c:v>
                </c:pt>
                <c:pt idx="5005">
                  <c:v>39978</c:v>
                </c:pt>
                <c:pt idx="5006">
                  <c:v>39977</c:v>
                </c:pt>
                <c:pt idx="5007">
                  <c:v>39976</c:v>
                </c:pt>
                <c:pt idx="5008">
                  <c:v>39975</c:v>
                </c:pt>
                <c:pt idx="5009">
                  <c:v>39974</c:v>
                </c:pt>
                <c:pt idx="5010">
                  <c:v>39973</c:v>
                </c:pt>
                <c:pt idx="5011">
                  <c:v>39972</c:v>
                </c:pt>
                <c:pt idx="5012">
                  <c:v>39971</c:v>
                </c:pt>
                <c:pt idx="5013">
                  <c:v>39970</c:v>
                </c:pt>
                <c:pt idx="5014">
                  <c:v>39969</c:v>
                </c:pt>
                <c:pt idx="5015">
                  <c:v>39968</c:v>
                </c:pt>
                <c:pt idx="5016">
                  <c:v>39967</c:v>
                </c:pt>
                <c:pt idx="5017">
                  <c:v>39966</c:v>
                </c:pt>
                <c:pt idx="5018">
                  <c:v>39965</c:v>
                </c:pt>
                <c:pt idx="5019">
                  <c:v>39964</c:v>
                </c:pt>
                <c:pt idx="5020">
                  <c:v>39963</c:v>
                </c:pt>
                <c:pt idx="5021">
                  <c:v>39962</c:v>
                </c:pt>
                <c:pt idx="5022">
                  <c:v>39961</c:v>
                </c:pt>
                <c:pt idx="5023">
                  <c:v>39960</c:v>
                </c:pt>
                <c:pt idx="5024">
                  <c:v>39959</c:v>
                </c:pt>
                <c:pt idx="5025">
                  <c:v>39958</c:v>
                </c:pt>
                <c:pt idx="5026">
                  <c:v>39957</c:v>
                </c:pt>
                <c:pt idx="5027">
                  <c:v>39956</c:v>
                </c:pt>
                <c:pt idx="5028">
                  <c:v>39955</c:v>
                </c:pt>
                <c:pt idx="5029">
                  <c:v>39954</c:v>
                </c:pt>
                <c:pt idx="5030">
                  <c:v>39953</c:v>
                </c:pt>
                <c:pt idx="5031">
                  <c:v>39952</c:v>
                </c:pt>
                <c:pt idx="5032">
                  <c:v>39951</c:v>
                </c:pt>
                <c:pt idx="5033">
                  <c:v>39950</c:v>
                </c:pt>
                <c:pt idx="5034">
                  <c:v>39949</c:v>
                </c:pt>
                <c:pt idx="5035">
                  <c:v>39948</c:v>
                </c:pt>
                <c:pt idx="5036">
                  <c:v>39947</c:v>
                </c:pt>
                <c:pt idx="5037">
                  <c:v>39946</c:v>
                </c:pt>
                <c:pt idx="5038">
                  <c:v>39945</c:v>
                </c:pt>
                <c:pt idx="5039">
                  <c:v>39944</c:v>
                </c:pt>
                <c:pt idx="5040">
                  <c:v>39943</c:v>
                </c:pt>
                <c:pt idx="5041">
                  <c:v>39942</c:v>
                </c:pt>
                <c:pt idx="5042">
                  <c:v>39941</c:v>
                </c:pt>
                <c:pt idx="5043">
                  <c:v>39940</c:v>
                </c:pt>
                <c:pt idx="5044">
                  <c:v>39939</c:v>
                </c:pt>
                <c:pt idx="5045">
                  <c:v>39938</c:v>
                </c:pt>
                <c:pt idx="5046">
                  <c:v>39937</c:v>
                </c:pt>
                <c:pt idx="5047">
                  <c:v>39936</c:v>
                </c:pt>
                <c:pt idx="5048">
                  <c:v>39935</c:v>
                </c:pt>
                <c:pt idx="5049">
                  <c:v>39934</c:v>
                </c:pt>
                <c:pt idx="5050">
                  <c:v>39933</c:v>
                </c:pt>
                <c:pt idx="5051">
                  <c:v>39932</c:v>
                </c:pt>
                <c:pt idx="5052">
                  <c:v>39931</c:v>
                </c:pt>
                <c:pt idx="5053">
                  <c:v>39930</c:v>
                </c:pt>
                <c:pt idx="5054">
                  <c:v>39929</c:v>
                </c:pt>
                <c:pt idx="5055">
                  <c:v>39928</c:v>
                </c:pt>
                <c:pt idx="5056">
                  <c:v>39927</c:v>
                </c:pt>
                <c:pt idx="5057">
                  <c:v>39926</c:v>
                </c:pt>
                <c:pt idx="5058">
                  <c:v>39925</c:v>
                </c:pt>
                <c:pt idx="5059">
                  <c:v>39924</c:v>
                </c:pt>
                <c:pt idx="5060">
                  <c:v>39923</c:v>
                </c:pt>
                <c:pt idx="5061">
                  <c:v>39922</c:v>
                </c:pt>
                <c:pt idx="5062">
                  <c:v>39921</c:v>
                </c:pt>
                <c:pt idx="5063">
                  <c:v>39920</c:v>
                </c:pt>
                <c:pt idx="5064">
                  <c:v>39919</c:v>
                </c:pt>
                <c:pt idx="5065">
                  <c:v>39918</c:v>
                </c:pt>
                <c:pt idx="5066">
                  <c:v>39917</c:v>
                </c:pt>
                <c:pt idx="5067">
                  <c:v>39916</c:v>
                </c:pt>
                <c:pt idx="5068">
                  <c:v>39915</c:v>
                </c:pt>
                <c:pt idx="5069">
                  <c:v>39914</c:v>
                </c:pt>
                <c:pt idx="5070">
                  <c:v>39913</c:v>
                </c:pt>
                <c:pt idx="5071">
                  <c:v>39912</c:v>
                </c:pt>
                <c:pt idx="5072">
                  <c:v>39911</c:v>
                </c:pt>
                <c:pt idx="5073">
                  <c:v>39910</c:v>
                </c:pt>
                <c:pt idx="5074">
                  <c:v>39909</c:v>
                </c:pt>
                <c:pt idx="5075">
                  <c:v>39908</c:v>
                </c:pt>
                <c:pt idx="5076">
                  <c:v>39907</c:v>
                </c:pt>
                <c:pt idx="5077">
                  <c:v>39906</c:v>
                </c:pt>
                <c:pt idx="5078">
                  <c:v>39905</c:v>
                </c:pt>
                <c:pt idx="5079">
                  <c:v>39904</c:v>
                </c:pt>
                <c:pt idx="5080">
                  <c:v>39903</c:v>
                </c:pt>
                <c:pt idx="5081">
                  <c:v>39902</c:v>
                </c:pt>
                <c:pt idx="5082">
                  <c:v>39901</c:v>
                </c:pt>
                <c:pt idx="5083">
                  <c:v>39900</c:v>
                </c:pt>
                <c:pt idx="5084">
                  <c:v>39899</c:v>
                </c:pt>
                <c:pt idx="5085">
                  <c:v>39898</c:v>
                </c:pt>
                <c:pt idx="5086">
                  <c:v>39897</c:v>
                </c:pt>
                <c:pt idx="5087">
                  <c:v>39896</c:v>
                </c:pt>
                <c:pt idx="5088">
                  <c:v>39895</c:v>
                </c:pt>
                <c:pt idx="5089">
                  <c:v>39894</c:v>
                </c:pt>
                <c:pt idx="5090">
                  <c:v>39893</c:v>
                </c:pt>
                <c:pt idx="5091">
                  <c:v>39892</c:v>
                </c:pt>
                <c:pt idx="5092">
                  <c:v>39891</c:v>
                </c:pt>
                <c:pt idx="5093">
                  <c:v>39890</c:v>
                </c:pt>
                <c:pt idx="5094">
                  <c:v>39889</c:v>
                </c:pt>
                <c:pt idx="5095">
                  <c:v>39888</c:v>
                </c:pt>
                <c:pt idx="5096">
                  <c:v>39887</c:v>
                </c:pt>
                <c:pt idx="5097">
                  <c:v>39886</c:v>
                </c:pt>
                <c:pt idx="5098">
                  <c:v>39885</c:v>
                </c:pt>
                <c:pt idx="5099">
                  <c:v>39884</c:v>
                </c:pt>
                <c:pt idx="5100">
                  <c:v>39883</c:v>
                </c:pt>
                <c:pt idx="5101">
                  <c:v>39882</c:v>
                </c:pt>
                <c:pt idx="5102">
                  <c:v>39881</c:v>
                </c:pt>
                <c:pt idx="5103">
                  <c:v>39880</c:v>
                </c:pt>
                <c:pt idx="5104">
                  <c:v>39879</c:v>
                </c:pt>
                <c:pt idx="5105">
                  <c:v>39878</c:v>
                </c:pt>
                <c:pt idx="5106">
                  <c:v>39877</c:v>
                </c:pt>
                <c:pt idx="5107">
                  <c:v>39876</c:v>
                </c:pt>
                <c:pt idx="5108">
                  <c:v>39875</c:v>
                </c:pt>
                <c:pt idx="5109">
                  <c:v>39874</c:v>
                </c:pt>
                <c:pt idx="5110">
                  <c:v>39873</c:v>
                </c:pt>
                <c:pt idx="5111">
                  <c:v>39872</c:v>
                </c:pt>
                <c:pt idx="5112">
                  <c:v>39871</c:v>
                </c:pt>
                <c:pt idx="5113">
                  <c:v>39870</c:v>
                </c:pt>
                <c:pt idx="5114">
                  <c:v>39869</c:v>
                </c:pt>
                <c:pt idx="5115">
                  <c:v>39868</c:v>
                </c:pt>
                <c:pt idx="5116">
                  <c:v>39867</c:v>
                </c:pt>
                <c:pt idx="5117">
                  <c:v>39866</c:v>
                </c:pt>
                <c:pt idx="5118">
                  <c:v>39865</c:v>
                </c:pt>
                <c:pt idx="5119">
                  <c:v>39864</c:v>
                </c:pt>
                <c:pt idx="5120">
                  <c:v>39863</c:v>
                </c:pt>
                <c:pt idx="5121">
                  <c:v>39862</c:v>
                </c:pt>
                <c:pt idx="5122">
                  <c:v>39861</c:v>
                </c:pt>
                <c:pt idx="5123">
                  <c:v>39860</c:v>
                </c:pt>
                <c:pt idx="5124">
                  <c:v>39859</c:v>
                </c:pt>
                <c:pt idx="5125">
                  <c:v>39858</c:v>
                </c:pt>
                <c:pt idx="5126">
                  <c:v>39857</c:v>
                </c:pt>
                <c:pt idx="5127">
                  <c:v>39856</c:v>
                </c:pt>
                <c:pt idx="5128">
                  <c:v>39855</c:v>
                </c:pt>
                <c:pt idx="5129">
                  <c:v>39854</c:v>
                </c:pt>
                <c:pt idx="5130">
                  <c:v>39853</c:v>
                </c:pt>
                <c:pt idx="5131">
                  <c:v>39852</c:v>
                </c:pt>
                <c:pt idx="5132">
                  <c:v>39851</c:v>
                </c:pt>
                <c:pt idx="5133">
                  <c:v>39850</c:v>
                </c:pt>
                <c:pt idx="5134">
                  <c:v>39849</c:v>
                </c:pt>
                <c:pt idx="5135">
                  <c:v>39848</c:v>
                </c:pt>
                <c:pt idx="5136">
                  <c:v>39847</c:v>
                </c:pt>
                <c:pt idx="5137">
                  <c:v>39846</c:v>
                </c:pt>
                <c:pt idx="5138">
                  <c:v>39845</c:v>
                </c:pt>
                <c:pt idx="5139">
                  <c:v>39844</c:v>
                </c:pt>
                <c:pt idx="5140">
                  <c:v>39843</c:v>
                </c:pt>
                <c:pt idx="5141">
                  <c:v>39842</c:v>
                </c:pt>
                <c:pt idx="5142">
                  <c:v>39841</c:v>
                </c:pt>
                <c:pt idx="5143">
                  <c:v>39840</c:v>
                </c:pt>
                <c:pt idx="5144">
                  <c:v>39839</c:v>
                </c:pt>
                <c:pt idx="5145">
                  <c:v>39838</c:v>
                </c:pt>
                <c:pt idx="5146">
                  <c:v>39837</c:v>
                </c:pt>
                <c:pt idx="5147">
                  <c:v>39836</c:v>
                </c:pt>
                <c:pt idx="5148">
                  <c:v>39835</c:v>
                </c:pt>
                <c:pt idx="5149">
                  <c:v>39834</c:v>
                </c:pt>
                <c:pt idx="5150">
                  <c:v>39833</c:v>
                </c:pt>
                <c:pt idx="5151">
                  <c:v>39832</c:v>
                </c:pt>
                <c:pt idx="5152">
                  <c:v>39831</c:v>
                </c:pt>
                <c:pt idx="5153">
                  <c:v>39830</c:v>
                </c:pt>
                <c:pt idx="5154">
                  <c:v>39829</c:v>
                </c:pt>
                <c:pt idx="5155">
                  <c:v>39828</c:v>
                </c:pt>
                <c:pt idx="5156">
                  <c:v>39827</c:v>
                </c:pt>
                <c:pt idx="5157">
                  <c:v>39826</c:v>
                </c:pt>
                <c:pt idx="5158">
                  <c:v>39825</c:v>
                </c:pt>
                <c:pt idx="5159">
                  <c:v>39824</c:v>
                </c:pt>
                <c:pt idx="5160">
                  <c:v>39823</c:v>
                </c:pt>
                <c:pt idx="5161">
                  <c:v>39822</c:v>
                </c:pt>
                <c:pt idx="5162">
                  <c:v>39821</c:v>
                </c:pt>
                <c:pt idx="5163">
                  <c:v>39820</c:v>
                </c:pt>
                <c:pt idx="5164">
                  <c:v>39819</c:v>
                </c:pt>
                <c:pt idx="5165">
                  <c:v>39818</c:v>
                </c:pt>
                <c:pt idx="5166">
                  <c:v>39817</c:v>
                </c:pt>
                <c:pt idx="5167">
                  <c:v>39816</c:v>
                </c:pt>
                <c:pt idx="5168">
                  <c:v>39815</c:v>
                </c:pt>
                <c:pt idx="5169">
                  <c:v>39814</c:v>
                </c:pt>
                <c:pt idx="5170">
                  <c:v>39813</c:v>
                </c:pt>
                <c:pt idx="5171">
                  <c:v>39812</c:v>
                </c:pt>
                <c:pt idx="5172">
                  <c:v>39811</c:v>
                </c:pt>
                <c:pt idx="5173">
                  <c:v>39810</c:v>
                </c:pt>
                <c:pt idx="5174">
                  <c:v>39809</c:v>
                </c:pt>
                <c:pt idx="5175">
                  <c:v>39808</c:v>
                </c:pt>
                <c:pt idx="5176">
                  <c:v>39807</c:v>
                </c:pt>
                <c:pt idx="5177">
                  <c:v>39806</c:v>
                </c:pt>
                <c:pt idx="5178">
                  <c:v>39805</c:v>
                </c:pt>
                <c:pt idx="5179">
                  <c:v>39804</c:v>
                </c:pt>
                <c:pt idx="5180">
                  <c:v>39803</c:v>
                </c:pt>
                <c:pt idx="5181">
                  <c:v>39802</c:v>
                </c:pt>
                <c:pt idx="5182">
                  <c:v>39801</c:v>
                </c:pt>
                <c:pt idx="5183">
                  <c:v>39800</c:v>
                </c:pt>
                <c:pt idx="5184">
                  <c:v>39799</c:v>
                </c:pt>
                <c:pt idx="5185">
                  <c:v>39798</c:v>
                </c:pt>
                <c:pt idx="5186">
                  <c:v>39797</c:v>
                </c:pt>
                <c:pt idx="5187">
                  <c:v>39796</c:v>
                </c:pt>
                <c:pt idx="5188">
                  <c:v>39795</c:v>
                </c:pt>
                <c:pt idx="5189">
                  <c:v>39794</c:v>
                </c:pt>
                <c:pt idx="5190">
                  <c:v>39793</c:v>
                </c:pt>
                <c:pt idx="5191">
                  <c:v>39792</c:v>
                </c:pt>
                <c:pt idx="5192">
                  <c:v>39791</c:v>
                </c:pt>
                <c:pt idx="5193">
                  <c:v>39790</c:v>
                </c:pt>
                <c:pt idx="5194">
                  <c:v>39789</c:v>
                </c:pt>
                <c:pt idx="5195">
                  <c:v>39788</c:v>
                </c:pt>
                <c:pt idx="5196">
                  <c:v>39787</c:v>
                </c:pt>
                <c:pt idx="5197">
                  <c:v>39786</c:v>
                </c:pt>
                <c:pt idx="5198">
                  <c:v>39785</c:v>
                </c:pt>
                <c:pt idx="5199">
                  <c:v>39784</c:v>
                </c:pt>
                <c:pt idx="5200">
                  <c:v>39783</c:v>
                </c:pt>
                <c:pt idx="5201">
                  <c:v>39782</c:v>
                </c:pt>
                <c:pt idx="5202">
                  <c:v>39781</c:v>
                </c:pt>
                <c:pt idx="5203">
                  <c:v>39780</c:v>
                </c:pt>
                <c:pt idx="5204">
                  <c:v>39779</c:v>
                </c:pt>
                <c:pt idx="5205">
                  <c:v>39778</c:v>
                </c:pt>
                <c:pt idx="5206">
                  <c:v>39777</c:v>
                </c:pt>
                <c:pt idx="5207">
                  <c:v>39776</c:v>
                </c:pt>
                <c:pt idx="5208">
                  <c:v>39775</c:v>
                </c:pt>
                <c:pt idx="5209">
                  <c:v>39774</c:v>
                </c:pt>
                <c:pt idx="5210">
                  <c:v>39773</c:v>
                </c:pt>
                <c:pt idx="5211">
                  <c:v>39772</c:v>
                </c:pt>
                <c:pt idx="5212">
                  <c:v>39771</c:v>
                </c:pt>
                <c:pt idx="5213">
                  <c:v>39770</c:v>
                </c:pt>
                <c:pt idx="5214">
                  <c:v>39769</c:v>
                </c:pt>
                <c:pt idx="5215">
                  <c:v>39768</c:v>
                </c:pt>
                <c:pt idx="5216">
                  <c:v>39767</c:v>
                </c:pt>
                <c:pt idx="5217">
                  <c:v>39766</c:v>
                </c:pt>
                <c:pt idx="5218">
                  <c:v>39765</c:v>
                </c:pt>
                <c:pt idx="5219">
                  <c:v>39764</c:v>
                </c:pt>
                <c:pt idx="5220">
                  <c:v>39763</c:v>
                </c:pt>
                <c:pt idx="5221">
                  <c:v>39762</c:v>
                </c:pt>
                <c:pt idx="5222">
                  <c:v>39761</c:v>
                </c:pt>
                <c:pt idx="5223">
                  <c:v>39760</c:v>
                </c:pt>
                <c:pt idx="5224">
                  <c:v>39759</c:v>
                </c:pt>
                <c:pt idx="5225">
                  <c:v>39758</c:v>
                </c:pt>
                <c:pt idx="5226">
                  <c:v>39757</c:v>
                </c:pt>
                <c:pt idx="5227">
                  <c:v>39756</c:v>
                </c:pt>
                <c:pt idx="5228">
                  <c:v>39755</c:v>
                </c:pt>
                <c:pt idx="5229">
                  <c:v>39754</c:v>
                </c:pt>
                <c:pt idx="5230">
                  <c:v>39753</c:v>
                </c:pt>
                <c:pt idx="5231">
                  <c:v>39752</c:v>
                </c:pt>
                <c:pt idx="5232">
                  <c:v>39751</c:v>
                </c:pt>
                <c:pt idx="5233">
                  <c:v>39750</c:v>
                </c:pt>
                <c:pt idx="5234">
                  <c:v>39749</c:v>
                </c:pt>
                <c:pt idx="5235">
                  <c:v>39748</c:v>
                </c:pt>
                <c:pt idx="5236">
                  <c:v>39747</c:v>
                </c:pt>
                <c:pt idx="5237">
                  <c:v>39746</c:v>
                </c:pt>
                <c:pt idx="5238">
                  <c:v>39745</c:v>
                </c:pt>
                <c:pt idx="5239">
                  <c:v>39744</c:v>
                </c:pt>
                <c:pt idx="5240">
                  <c:v>39743</c:v>
                </c:pt>
                <c:pt idx="5241">
                  <c:v>39742</c:v>
                </c:pt>
                <c:pt idx="5242">
                  <c:v>39741</c:v>
                </c:pt>
                <c:pt idx="5243">
                  <c:v>39740</c:v>
                </c:pt>
                <c:pt idx="5244">
                  <c:v>39739</c:v>
                </c:pt>
                <c:pt idx="5245">
                  <c:v>39738</c:v>
                </c:pt>
                <c:pt idx="5246">
                  <c:v>39737</c:v>
                </c:pt>
                <c:pt idx="5247">
                  <c:v>39736</c:v>
                </c:pt>
                <c:pt idx="5248">
                  <c:v>39735</c:v>
                </c:pt>
                <c:pt idx="5249">
                  <c:v>39734</c:v>
                </c:pt>
                <c:pt idx="5250">
                  <c:v>39733</c:v>
                </c:pt>
                <c:pt idx="5251">
                  <c:v>39732</c:v>
                </c:pt>
                <c:pt idx="5252">
                  <c:v>39731</c:v>
                </c:pt>
                <c:pt idx="5253">
                  <c:v>39730</c:v>
                </c:pt>
                <c:pt idx="5254">
                  <c:v>39729</c:v>
                </c:pt>
                <c:pt idx="5255">
                  <c:v>39728</c:v>
                </c:pt>
                <c:pt idx="5256">
                  <c:v>39727</c:v>
                </c:pt>
                <c:pt idx="5257">
                  <c:v>39726</c:v>
                </c:pt>
                <c:pt idx="5258">
                  <c:v>39725</c:v>
                </c:pt>
                <c:pt idx="5259">
                  <c:v>39724</c:v>
                </c:pt>
                <c:pt idx="5260">
                  <c:v>39723</c:v>
                </c:pt>
                <c:pt idx="5261">
                  <c:v>39722</c:v>
                </c:pt>
                <c:pt idx="5262">
                  <c:v>39721</c:v>
                </c:pt>
                <c:pt idx="5263">
                  <c:v>39720</c:v>
                </c:pt>
                <c:pt idx="5264">
                  <c:v>39719</c:v>
                </c:pt>
                <c:pt idx="5265">
                  <c:v>39718</c:v>
                </c:pt>
                <c:pt idx="5266">
                  <c:v>39717</c:v>
                </c:pt>
                <c:pt idx="5267">
                  <c:v>39716</c:v>
                </c:pt>
                <c:pt idx="5268">
                  <c:v>39715</c:v>
                </c:pt>
                <c:pt idx="5269">
                  <c:v>39714</c:v>
                </c:pt>
                <c:pt idx="5270">
                  <c:v>39713</c:v>
                </c:pt>
                <c:pt idx="5271">
                  <c:v>39712</c:v>
                </c:pt>
                <c:pt idx="5272">
                  <c:v>39711</c:v>
                </c:pt>
                <c:pt idx="5273">
                  <c:v>39710</c:v>
                </c:pt>
                <c:pt idx="5274">
                  <c:v>39709</c:v>
                </c:pt>
                <c:pt idx="5275">
                  <c:v>39708</c:v>
                </c:pt>
                <c:pt idx="5276">
                  <c:v>39707</c:v>
                </c:pt>
                <c:pt idx="5277">
                  <c:v>39706</c:v>
                </c:pt>
                <c:pt idx="5278">
                  <c:v>39705</c:v>
                </c:pt>
                <c:pt idx="5279">
                  <c:v>39704</c:v>
                </c:pt>
                <c:pt idx="5280">
                  <c:v>39703</c:v>
                </c:pt>
                <c:pt idx="5281">
                  <c:v>39702</c:v>
                </c:pt>
                <c:pt idx="5282">
                  <c:v>39701</c:v>
                </c:pt>
                <c:pt idx="5283">
                  <c:v>39700</c:v>
                </c:pt>
                <c:pt idx="5284">
                  <c:v>39699</c:v>
                </c:pt>
                <c:pt idx="5285">
                  <c:v>39698</c:v>
                </c:pt>
                <c:pt idx="5286">
                  <c:v>39697</c:v>
                </c:pt>
                <c:pt idx="5287">
                  <c:v>39696</c:v>
                </c:pt>
                <c:pt idx="5288">
                  <c:v>39695</c:v>
                </c:pt>
                <c:pt idx="5289">
                  <c:v>39694</c:v>
                </c:pt>
                <c:pt idx="5290">
                  <c:v>39693</c:v>
                </c:pt>
                <c:pt idx="5291">
                  <c:v>39692</c:v>
                </c:pt>
                <c:pt idx="5292">
                  <c:v>39691</c:v>
                </c:pt>
                <c:pt idx="5293">
                  <c:v>39690</c:v>
                </c:pt>
                <c:pt idx="5294">
                  <c:v>39689</c:v>
                </c:pt>
                <c:pt idx="5295">
                  <c:v>39688</c:v>
                </c:pt>
                <c:pt idx="5296">
                  <c:v>39687</c:v>
                </c:pt>
                <c:pt idx="5297">
                  <c:v>39686</c:v>
                </c:pt>
                <c:pt idx="5298">
                  <c:v>39685</c:v>
                </c:pt>
                <c:pt idx="5299">
                  <c:v>39684</c:v>
                </c:pt>
                <c:pt idx="5300">
                  <c:v>39683</c:v>
                </c:pt>
                <c:pt idx="5301">
                  <c:v>39682</c:v>
                </c:pt>
                <c:pt idx="5302">
                  <c:v>39681</c:v>
                </c:pt>
                <c:pt idx="5303">
                  <c:v>39680</c:v>
                </c:pt>
                <c:pt idx="5304">
                  <c:v>39679</c:v>
                </c:pt>
                <c:pt idx="5305">
                  <c:v>39678</c:v>
                </c:pt>
                <c:pt idx="5306">
                  <c:v>39677</c:v>
                </c:pt>
                <c:pt idx="5307">
                  <c:v>39676</c:v>
                </c:pt>
                <c:pt idx="5308">
                  <c:v>39675</c:v>
                </c:pt>
                <c:pt idx="5309">
                  <c:v>39674</c:v>
                </c:pt>
                <c:pt idx="5310">
                  <c:v>39673</c:v>
                </c:pt>
                <c:pt idx="5311">
                  <c:v>39672</c:v>
                </c:pt>
                <c:pt idx="5312">
                  <c:v>39671</c:v>
                </c:pt>
                <c:pt idx="5313">
                  <c:v>39670</c:v>
                </c:pt>
                <c:pt idx="5314">
                  <c:v>39669</c:v>
                </c:pt>
                <c:pt idx="5315">
                  <c:v>39668</c:v>
                </c:pt>
                <c:pt idx="5316">
                  <c:v>39667</c:v>
                </c:pt>
                <c:pt idx="5317">
                  <c:v>39666</c:v>
                </c:pt>
                <c:pt idx="5318">
                  <c:v>39665</c:v>
                </c:pt>
                <c:pt idx="5319">
                  <c:v>39664</c:v>
                </c:pt>
                <c:pt idx="5320">
                  <c:v>39663</c:v>
                </c:pt>
                <c:pt idx="5321">
                  <c:v>39662</c:v>
                </c:pt>
                <c:pt idx="5322">
                  <c:v>39661</c:v>
                </c:pt>
                <c:pt idx="5323">
                  <c:v>39660</c:v>
                </c:pt>
                <c:pt idx="5324">
                  <c:v>39659</c:v>
                </c:pt>
                <c:pt idx="5325">
                  <c:v>39658</c:v>
                </c:pt>
                <c:pt idx="5326">
                  <c:v>39657</c:v>
                </c:pt>
                <c:pt idx="5327">
                  <c:v>39656</c:v>
                </c:pt>
                <c:pt idx="5328">
                  <c:v>39655</c:v>
                </c:pt>
                <c:pt idx="5329">
                  <c:v>39654</c:v>
                </c:pt>
                <c:pt idx="5330">
                  <c:v>39653</c:v>
                </c:pt>
                <c:pt idx="5331">
                  <c:v>39652</c:v>
                </c:pt>
                <c:pt idx="5332">
                  <c:v>39651</c:v>
                </c:pt>
                <c:pt idx="5333">
                  <c:v>39650</c:v>
                </c:pt>
                <c:pt idx="5334">
                  <c:v>39649</c:v>
                </c:pt>
                <c:pt idx="5335">
                  <c:v>39648</c:v>
                </c:pt>
                <c:pt idx="5336">
                  <c:v>39647</c:v>
                </c:pt>
                <c:pt idx="5337">
                  <c:v>39646</c:v>
                </c:pt>
                <c:pt idx="5338">
                  <c:v>39645</c:v>
                </c:pt>
                <c:pt idx="5339">
                  <c:v>39644</c:v>
                </c:pt>
                <c:pt idx="5340">
                  <c:v>39643</c:v>
                </c:pt>
                <c:pt idx="5341">
                  <c:v>39642</c:v>
                </c:pt>
                <c:pt idx="5342">
                  <c:v>39641</c:v>
                </c:pt>
                <c:pt idx="5343">
                  <c:v>39640</c:v>
                </c:pt>
                <c:pt idx="5344">
                  <c:v>39639</c:v>
                </c:pt>
                <c:pt idx="5345">
                  <c:v>39638</c:v>
                </c:pt>
                <c:pt idx="5346">
                  <c:v>39637</c:v>
                </c:pt>
                <c:pt idx="5347">
                  <c:v>39636</c:v>
                </c:pt>
                <c:pt idx="5348">
                  <c:v>39635</c:v>
                </c:pt>
                <c:pt idx="5349">
                  <c:v>39634</c:v>
                </c:pt>
                <c:pt idx="5350">
                  <c:v>39633</c:v>
                </c:pt>
                <c:pt idx="5351">
                  <c:v>39632</c:v>
                </c:pt>
                <c:pt idx="5352">
                  <c:v>39631</c:v>
                </c:pt>
                <c:pt idx="5353">
                  <c:v>39630</c:v>
                </c:pt>
                <c:pt idx="5354">
                  <c:v>39629</c:v>
                </c:pt>
                <c:pt idx="5355">
                  <c:v>39628</c:v>
                </c:pt>
                <c:pt idx="5356">
                  <c:v>39627</c:v>
                </c:pt>
                <c:pt idx="5357">
                  <c:v>39626</c:v>
                </c:pt>
                <c:pt idx="5358">
                  <c:v>39625</c:v>
                </c:pt>
                <c:pt idx="5359">
                  <c:v>39624</c:v>
                </c:pt>
                <c:pt idx="5360">
                  <c:v>39623</c:v>
                </c:pt>
                <c:pt idx="5361">
                  <c:v>39622</c:v>
                </c:pt>
                <c:pt idx="5362">
                  <c:v>39621</c:v>
                </c:pt>
                <c:pt idx="5363">
                  <c:v>39620</c:v>
                </c:pt>
                <c:pt idx="5364">
                  <c:v>39619</c:v>
                </c:pt>
                <c:pt idx="5365">
                  <c:v>39618</c:v>
                </c:pt>
                <c:pt idx="5366">
                  <c:v>39617</c:v>
                </c:pt>
                <c:pt idx="5367">
                  <c:v>39616</c:v>
                </c:pt>
                <c:pt idx="5368">
                  <c:v>39615</c:v>
                </c:pt>
                <c:pt idx="5369">
                  <c:v>39614</c:v>
                </c:pt>
                <c:pt idx="5370">
                  <c:v>39613</c:v>
                </c:pt>
                <c:pt idx="5371">
                  <c:v>39612</c:v>
                </c:pt>
                <c:pt idx="5372">
                  <c:v>39611</c:v>
                </c:pt>
                <c:pt idx="5373">
                  <c:v>39610</c:v>
                </c:pt>
                <c:pt idx="5374">
                  <c:v>39609</c:v>
                </c:pt>
                <c:pt idx="5375">
                  <c:v>39608</c:v>
                </c:pt>
                <c:pt idx="5376">
                  <c:v>39607</c:v>
                </c:pt>
                <c:pt idx="5377">
                  <c:v>39606</c:v>
                </c:pt>
                <c:pt idx="5378">
                  <c:v>39605</c:v>
                </c:pt>
                <c:pt idx="5379">
                  <c:v>39604</c:v>
                </c:pt>
                <c:pt idx="5380">
                  <c:v>39603</c:v>
                </c:pt>
                <c:pt idx="5381">
                  <c:v>39602</c:v>
                </c:pt>
                <c:pt idx="5382">
                  <c:v>39601</c:v>
                </c:pt>
                <c:pt idx="5383">
                  <c:v>39600</c:v>
                </c:pt>
                <c:pt idx="5384">
                  <c:v>39599</c:v>
                </c:pt>
                <c:pt idx="5385">
                  <c:v>39598</c:v>
                </c:pt>
                <c:pt idx="5386">
                  <c:v>39597</c:v>
                </c:pt>
                <c:pt idx="5387">
                  <c:v>39596</c:v>
                </c:pt>
                <c:pt idx="5388">
                  <c:v>39595</c:v>
                </c:pt>
                <c:pt idx="5389">
                  <c:v>39594</c:v>
                </c:pt>
                <c:pt idx="5390">
                  <c:v>39593</c:v>
                </c:pt>
                <c:pt idx="5391">
                  <c:v>39592</c:v>
                </c:pt>
                <c:pt idx="5392">
                  <c:v>39591</c:v>
                </c:pt>
                <c:pt idx="5393">
                  <c:v>39590</c:v>
                </c:pt>
                <c:pt idx="5394">
                  <c:v>39589</c:v>
                </c:pt>
                <c:pt idx="5395">
                  <c:v>39588</c:v>
                </c:pt>
                <c:pt idx="5396">
                  <c:v>39587</c:v>
                </c:pt>
                <c:pt idx="5397">
                  <c:v>39586</c:v>
                </c:pt>
                <c:pt idx="5398">
                  <c:v>39585</c:v>
                </c:pt>
                <c:pt idx="5399">
                  <c:v>39584</c:v>
                </c:pt>
                <c:pt idx="5400">
                  <c:v>39583</c:v>
                </c:pt>
                <c:pt idx="5401">
                  <c:v>39582</c:v>
                </c:pt>
                <c:pt idx="5402">
                  <c:v>39581</c:v>
                </c:pt>
                <c:pt idx="5403">
                  <c:v>39580</c:v>
                </c:pt>
                <c:pt idx="5404">
                  <c:v>39579</c:v>
                </c:pt>
                <c:pt idx="5405">
                  <c:v>39578</c:v>
                </c:pt>
                <c:pt idx="5406">
                  <c:v>39577</c:v>
                </c:pt>
                <c:pt idx="5407">
                  <c:v>39576</c:v>
                </c:pt>
                <c:pt idx="5408">
                  <c:v>39575</c:v>
                </c:pt>
                <c:pt idx="5409">
                  <c:v>39574</c:v>
                </c:pt>
                <c:pt idx="5410">
                  <c:v>39573</c:v>
                </c:pt>
                <c:pt idx="5411">
                  <c:v>39572</c:v>
                </c:pt>
                <c:pt idx="5412">
                  <c:v>39571</c:v>
                </c:pt>
                <c:pt idx="5413">
                  <c:v>39570</c:v>
                </c:pt>
                <c:pt idx="5414">
                  <c:v>39569</c:v>
                </c:pt>
                <c:pt idx="5415">
                  <c:v>39568</c:v>
                </c:pt>
                <c:pt idx="5416">
                  <c:v>39567</c:v>
                </c:pt>
                <c:pt idx="5417">
                  <c:v>39566</c:v>
                </c:pt>
                <c:pt idx="5418">
                  <c:v>39565</c:v>
                </c:pt>
                <c:pt idx="5419">
                  <c:v>39564</c:v>
                </c:pt>
                <c:pt idx="5420">
                  <c:v>39563</c:v>
                </c:pt>
                <c:pt idx="5421">
                  <c:v>39562</c:v>
                </c:pt>
                <c:pt idx="5422">
                  <c:v>39561</c:v>
                </c:pt>
                <c:pt idx="5423">
                  <c:v>39560</c:v>
                </c:pt>
                <c:pt idx="5424">
                  <c:v>39559</c:v>
                </c:pt>
                <c:pt idx="5425">
                  <c:v>39558</c:v>
                </c:pt>
                <c:pt idx="5426">
                  <c:v>39557</c:v>
                </c:pt>
                <c:pt idx="5427">
                  <c:v>39556</c:v>
                </c:pt>
                <c:pt idx="5428">
                  <c:v>39555</c:v>
                </c:pt>
                <c:pt idx="5429">
                  <c:v>39554</c:v>
                </c:pt>
                <c:pt idx="5430">
                  <c:v>39553</c:v>
                </c:pt>
                <c:pt idx="5431">
                  <c:v>39552</c:v>
                </c:pt>
                <c:pt idx="5432">
                  <c:v>39551</c:v>
                </c:pt>
                <c:pt idx="5433">
                  <c:v>39550</c:v>
                </c:pt>
                <c:pt idx="5434">
                  <c:v>39549</c:v>
                </c:pt>
                <c:pt idx="5435">
                  <c:v>39548</c:v>
                </c:pt>
                <c:pt idx="5436">
                  <c:v>39547</c:v>
                </c:pt>
                <c:pt idx="5437">
                  <c:v>39546</c:v>
                </c:pt>
                <c:pt idx="5438">
                  <c:v>39545</c:v>
                </c:pt>
                <c:pt idx="5439">
                  <c:v>39544</c:v>
                </c:pt>
                <c:pt idx="5440">
                  <c:v>39543</c:v>
                </c:pt>
                <c:pt idx="5441">
                  <c:v>39542</c:v>
                </c:pt>
                <c:pt idx="5442">
                  <c:v>39541</c:v>
                </c:pt>
                <c:pt idx="5443">
                  <c:v>39540</c:v>
                </c:pt>
                <c:pt idx="5444">
                  <c:v>39539</c:v>
                </c:pt>
                <c:pt idx="5445">
                  <c:v>39538</c:v>
                </c:pt>
                <c:pt idx="5446">
                  <c:v>39537</c:v>
                </c:pt>
                <c:pt idx="5447">
                  <c:v>39536</c:v>
                </c:pt>
                <c:pt idx="5448">
                  <c:v>39535</c:v>
                </c:pt>
                <c:pt idx="5449">
                  <c:v>39534</c:v>
                </c:pt>
                <c:pt idx="5450">
                  <c:v>39533</c:v>
                </c:pt>
                <c:pt idx="5451">
                  <c:v>39532</c:v>
                </c:pt>
                <c:pt idx="5452">
                  <c:v>39531</c:v>
                </c:pt>
                <c:pt idx="5453">
                  <c:v>39530</c:v>
                </c:pt>
                <c:pt idx="5454">
                  <c:v>39529</c:v>
                </c:pt>
                <c:pt idx="5455">
                  <c:v>39528</c:v>
                </c:pt>
                <c:pt idx="5456">
                  <c:v>39527</c:v>
                </c:pt>
                <c:pt idx="5457">
                  <c:v>39526</c:v>
                </c:pt>
                <c:pt idx="5458">
                  <c:v>39525</c:v>
                </c:pt>
                <c:pt idx="5459">
                  <c:v>39524</c:v>
                </c:pt>
                <c:pt idx="5460">
                  <c:v>39523</c:v>
                </c:pt>
                <c:pt idx="5461">
                  <c:v>39522</c:v>
                </c:pt>
                <c:pt idx="5462">
                  <c:v>39521</c:v>
                </c:pt>
                <c:pt idx="5463">
                  <c:v>39520</c:v>
                </c:pt>
                <c:pt idx="5464">
                  <c:v>39519</c:v>
                </c:pt>
                <c:pt idx="5465">
                  <c:v>39518</c:v>
                </c:pt>
                <c:pt idx="5466">
                  <c:v>39517</c:v>
                </c:pt>
                <c:pt idx="5467">
                  <c:v>39516</c:v>
                </c:pt>
                <c:pt idx="5468">
                  <c:v>39515</c:v>
                </c:pt>
                <c:pt idx="5469">
                  <c:v>39514</c:v>
                </c:pt>
                <c:pt idx="5470">
                  <c:v>39513</c:v>
                </c:pt>
                <c:pt idx="5471">
                  <c:v>39512</c:v>
                </c:pt>
                <c:pt idx="5472">
                  <c:v>39511</c:v>
                </c:pt>
                <c:pt idx="5473">
                  <c:v>39510</c:v>
                </c:pt>
                <c:pt idx="5474">
                  <c:v>39509</c:v>
                </c:pt>
                <c:pt idx="5475">
                  <c:v>39508</c:v>
                </c:pt>
                <c:pt idx="5476">
                  <c:v>39507</c:v>
                </c:pt>
                <c:pt idx="5477">
                  <c:v>39506</c:v>
                </c:pt>
                <c:pt idx="5478">
                  <c:v>39505</c:v>
                </c:pt>
                <c:pt idx="5479">
                  <c:v>39504</c:v>
                </c:pt>
                <c:pt idx="5480">
                  <c:v>39503</c:v>
                </c:pt>
                <c:pt idx="5481">
                  <c:v>39502</c:v>
                </c:pt>
                <c:pt idx="5482">
                  <c:v>39501</c:v>
                </c:pt>
                <c:pt idx="5483">
                  <c:v>39500</c:v>
                </c:pt>
                <c:pt idx="5484">
                  <c:v>39499</c:v>
                </c:pt>
                <c:pt idx="5485">
                  <c:v>39498</c:v>
                </c:pt>
                <c:pt idx="5486">
                  <c:v>39497</c:v>
                </c:pt>
                <c:pt idx="5487">
                  <c:v>39496</c:v>
                </c:pt>
                <c:pt idx="5488">
                  <c:v>39495</c:v>
                </c:pt>
                <c:pt idx="5489">
                  <c:v>39494</c:v>
                </c:pt>
                <c:pt idx="5490">
                  <c:v>39493</c:v>
                </c:pt>
                <c:pt idx="5491">
                  <c:v>39492</c:v>
                </c:pt>
                <c:pt idx="5492">
                  <c:v>39491</c:v>
                </c:pt>
                <c:pt idx="5493">
                  <c:v>39490</c:v>
                </c:pt>
                <c:pt idx="5494">
                  <c:v>39489</c:v>
                </c:pt>
                <c:pt idx="5495">
                  <c:v>39488</c:v>
                </c:pt>
                <c:pt idx="5496">
                  <c:v>39487</c:v>
                </c:pt>
                <c:pt idx="5497">
                  <c:v>39486</c:v>
                </c:pt>
                <c:pt idx="5498">
                  <c:v>39485</c:v>
                </c:pt>
                <c:pt idx="5499">
                  <c:v>39484</c:v>
                </c:pt>
                <c:pt idx="5500">
                  <c:v>39483</c:v>
                </c:pt>
                <c:pt idx="5501">
                  <c:v>39482</c:v>
                </c:pt>
                <c:pt idx="5502">
                  <c:v>39481</c:v>
                </c:pt>
                <c:pt idx="5503">
                  <c:v>39480</c:v>
                </c:pt>
                <c:pt idx="5504">
                  <c:v>39479</c:v>
                </c:pt>
                <c:pt idx="5505">
                  <c:v>39478</c:v>
                </c:pt>
                <c:pt idx="5506">
                  <c:v>39477</c:v>
                </c:pt>
                <c:pt idx="5507">
                  <c:v>39476</c:v>
                </c:pt>
                <c:pt idx="5508">
                  <c:v>39475</c:v>
                </c:pt>
                <c:pt idx="5509">
                  <c:v>39474</c:v>
                </c:pt>
                <c:pt idx="5510">
                  <c:v>39473</c:v>
                </c:pt>
                <c:pt idx="5511">
                  <c:v>39472</c:v>
                </c:pt>
                <c:pt idx="5512">
                  <c:v>39471</c:v>
                </c:pt>
                <c:pt idx="5513">
                  <c:v>39470</c:v>
                </c:pt>
                <c:pt idx="5514">
                  <c:v>39469</c:v>
                </c:pt>
                <c:pt idx="5515">
                  <c:v>39468</c:v>
                </c:pt>
                <c:pt idx="5516">
                  <c:v>39467</c:v>
                </c:pt>
                <c:pt idx="5517">
                  <c:v>39466</c:v>
                </c:pt>
                <c:pt idx="5518">
                  <c:v>39465</c:v>
                </c:pt>
                <c:pt idx="5519">
                  <c:v>39464</c:v>
                </c:pt>
                <c:pt idx="5520">
                  <c:v>39463</c:v>
                </c:pt>
                <c:pt idx="5521">
                  <c:v>39462</c:v>
                </c:pt>
                <c:pt idx="5522">
                  <c:v>39461</c:v>
                </c:pt>
                <c:pt idx="5523">
                  <c:v>39460</c:v>
                </c:pt>
                <c:pt idx="5524">
                  <c:v>39459</c:v>
                </c:pt>
                <c:pt idx="5525">
                  <c:v>39458</c:v>
                </c:pt>
                <c:pt idx="5526">
                  <c:v>39457</c:v>
                </c:pt>
                <c:pt idx="5527">
                  <c:v>39456</c:v>
                </c:pt>
                <c:pt idx="5528">
                  <c:v>39455</c:v>
                </c:pt>
                <c:pt idx="5529">
                  <c:v>39454</c:v>
                </c:pt>
                <c:pt idx="5530">
                  <c:v>39453</c:v>
                </c:pt>
                <c:pt idx="5531">
                  <c:v>39452</c:v>
                </c:pt>
                <c:pt idx="5532">
                  <c:v>39451</c:v>
                </c:pt>
                <c:pt idx="5533">
                  <c:v>39450</c:v>
                </c:pt>
                <c:pt idx="5534">
                  <c:v>39449</c:v>
                </c:pt>
                <c:pt idx="5535">
                  <c:v>39448</c:v>
                </c:pt>
                <c:pt idx="5536">
                  <c:v>39447</c:v>
                </c:pt>
                <c:pt idx="5537">
                  <c:v>39446</c:v>
                </c:pt>
                <c:pt idx="5538">
                  <c:v>39445</c:v>
                </c:pt>
                <c:pt idx="5539">
                  <c:v>39444</c:v>
                </c:pt>
                <c:pt idx="5540">
                  <c:v>39443</c:v>
                </c:pt>
                <c:pt idx="5541">
                  <c:v>39442</c:v>
                </c:pt>
                <c:pt idx="5542">
                  <c:v>39441</c:v>
                </c:pt>
                <c:pt idx="5543">
                  <c:v>39440</c:v>
                </c:pt>
                <c:pt idx="5544">
                  <c:v>39439</c:v>
                </c:pt>
                <c:pt idx="5545">
                  <c:v>39438</c:v>
                </c:pt>
                <c:pt idx="5546">
                  <c:v>39437</c:v>
                </c:pt>
                <c:pt idx="5547">
                  <c:v>39436</c:v>
                </c:pt>
                <c:pt idx="5548">
                  <c:v>39435</c:v>
                </c:pt>
                <c:pt idx="5549">
                  <c:v>39434</c:v>
                </c:pt>
                <c:pt idx="5550">
                  <c:v>39433</c:v>
                </c:pt>
                <c:pt idx="5551">
                  <c:v>39432</c:v>
                </c:pt>
                <c:pt idx="5552">
                  <c:v>39431</c:v>
                </c:pt>
                <c:pt idx="5553">
                  <c:v>39430</c:v>
                </c:pt>
                <c:pt idx="5554">
                  <c:v>39429</c:v>
                </c:pt>
                <c:pt idx="5555">
                  <c:v>39428</c:v>
                </c:pt>
                <c:pt idx="5556">
                  <c:v>39427</c:v>
                </c:pt>
                <c:pt idx="5557">
                  <c:v>39426</c:v>
                </c:pt>
                <c:pt idx="5558">
                  <c:v>39425</c:v>
                </c:pt>
                <c:pt idx="5559">
                  <c:v>39424</c:v>
                </c:pt>
                <c:pt idx="5560">
                  <c:v>39423</c:v>
                </c:pt>
                <c:pt idx="5561">
                  <c:v>39422</c:v>
                </c:pt>
                <c:pt idx="5562">
                  <c:v>39421</c:v>
                </c:pt>
                <c:pt idx="5563">
                  <c:v>39420</c:v>
                </c:pt>
                <c:pt idx="5564">
                  <c:v>39419</c:v>
                </c:pt>
                <c:pt idx="5565">
                  <c:v>39418</c:v>
                </c:pt>
                <c:pt idx="5566">
                  <c:v>39417</c:v>
                </c:pt>
                <c:pt idx="5567">
                  <c:v>39416</c:v>
                </c:pt>
                <c:pt idx="5568">
                  <c:v>39415</c:v>
                </c:pt>
                <c:pt idx="5569">
                  <c:v>39414</c:v>
                </c:pt>
                <c:pt idx="5570">
                  <c:v>39413</c:v>
                </c:pt>
                <c:pt idx="5571">
                  <c:v>39412</c:v>
                </c:pt>
                <c:pt idx="5572">
                  <c:v>39411</c:v>
                </c:pt>
                <c:pt idx="5573">
                  <c:v>39410</c:v>
                </c:pt>
                <c:pt idx="5574">
                  <c:v>39409</c:v>
                </c:pt>
                <c:pt idx="5575">
                  <c:v>39408</c:v>
                </c:pt>
                <c:pt idx="5576">
                  <c:v>39407</c:v>
                </c:pt>
                <c:pt idx="5577">
                  <c:v>39406</c:v>
                </c:pt>
                <c:pt idx="5578">
                  <c:v>39405</c:v>
                </c:pt>
                <c:pt idx="5579">
                  <c:v>39404</c:v>
                </c:pt>
                <c:pt idx="5580">
                  <c:v>39403</c:v>
                </c:pt>
                <c:pt idx="5581">
                  <c:v>39402</c:v>
                </c:pt>
                <c:pt idx="5582">
                  <c:v>39401</c:v>
                </c:pt>
                <c:pt idx="5583">
                  <c:v>39400</c:v>
                </c:pt>
                <c:pt idx="5584">
                  <c:v>39399</c:v>
                </c:pt>
                <c:pt idx="5585">
                  <c:v>39398</c:v>
                </c:pt>
                <c:pt idx="5586">
                  <c:v>39397</c:v>
                </c:pt>
                <c:pt idx="5587">
                  <c:v>39396</c:v>
                </c:pt>
                <c:pt idx="5588">
                  <c:v>39395</c:v>
                </c:pt>
                <c:pt idx="5589">
                  <c:v>39394</c:v>
                </c:pt>
                <c:pt idx="5590">
                  <c:v>39393</c:v>
                </c:pt>
                <c:pt idx="5591">
                  <c:v>39392</c:v>
                </c:pt>
                <c:pt idx="5592">
                  <c:v>39391</c:v>
                </c:pt>
                <c:pt idx="5593">
                  <c:v>39390</c:v>
                </c:pt>
                <c:pt idx="5594">
                  <c:v>39389</c:v>
                </c:pt>
                <c:pt idx="5595">
                  <c:v>39388</c:v>
                </c:pt>
                <c:pt idx="5596">
                  <c:v>39387</c:v>
                </c:pt>
                <c:pt idx="5597">
                  <c:v>39386</c:v>
                </c:pt>
                <c:pt idx="5598">
                  <c:v>39385</c:v>
                </c:pt>
                <c:pt idx="5599">
                  <c:v>39384</c:v>
                </c:pt>
                <c:pt idx="5600">
                  <c:v>39383</c:v>
                </c:pt>
                <c:pt idx="5601">
                  <c:v>39382</c:v>
                </c:pt>
                <c:pt idx="5602">
                  <c:v>39381</c:v>
                </c:pt>
                <c:pt idx="5603">
                  <c:v>39380</c:v>
                </c:pt>
                <c:pt idx="5604">
                  <c:v>39379</c:v>
                </c:pt>
                <c:pt idx="5605">
                  <c:v>39378</c:v>
                </c:pt>
                <c:pt idx="5606">
                  <c:v>39377</c:v>
                </c:pt>
                <c:pt idx="5607">
                  <c:v>39376</c:v>
                </c:pt>
                <c:pt idx="5608">
                  <c:v>39375</c:v>
                </c:pt>
                <c:pt idx="5609">
                  <c:v>39374</c:v>
                </c:pt>
                <c:pt idx="5610">
                  <c:v>39373</c:v>
                </c:pt>
                <c:pt idx="5611">
                  <c:v>39372</c:v>
                </c:pt>
                <c:pt idx="5612">
                  <c:v>39371</c:v>
                </c:pt>
                <c:pt idx="5613">
                  <c:v>39370</c:v>
                </c:pt>
                <c:pt idx="5614">
                  <c:v>39369</c:v>
                </c:pt>
                <c:pt idx="5615">
                  <c:v>39368</c:v>
                </c:pt>
                <c:pt idx="5616">
                  <c:v>39367</c:v>
                </c:pt>
                <c:pt idx="5617">
                  <c:v>39366</c:v>
                </c:pt>
                <c:pt idx="5618">
                  <c:v>39365</c:v>
                </c:pt>
                <c:pt idx="5619">
                  <c:v>39364</c:v>
                </c:pt>
                <c:pt idx="5620">
                  <c:v>39363</c:v>
                </c:pt>
                <c:pt idx="5621">
                  <c:v>39362</c:v>
                </c:pt>
                <c:pt idx="5622">
                  <c:v>39361</c:v>
                </c:pt>
                <c:pt idx="5623">
                  <c:v>39360</c:v>
                </c:pt>
                <c:pt idx="5624">
                  <c:v>39359</c:v>
                </c:pt>
                <c:pt idx="5625">
                  <c:v>39358</c:v>
                </c:pt>
                <c:pt idx="5626">
                  <c:v>39357</c:v>
                </c:pt>
                <c:pt idx="5627">
                  <c:v>39356</c:v>
                </c:pt>
                <c:pt idx="5628">
                  <c:v>39355</c:v>
                </c:pt>
                <c:pt idx="5629">
                  <c:v>39354</c:v>
                </c:pt>
                <c:pt idx="5630">
                  <c:v>39353</c:v>
                </c:pt>
                <c:pt idx="5631">
                  <c:v>39352</c:v>
                </c:pt>
                <c:pt idx="5632">
                  <c:v>39351</c:v>
                </c:pt>
                <c:pt idx="5633">
                  <c:v>39350</c:v>
                </c:pt>
                <c:pt idx="5634">
                  <c:v>39349</c:v>
                </c:pt>
                <c:pt idx="5635">
                  <c:v>39348</c:v>
                </c:pt>
                <c:pt idx="5636">
                  <c:v>39347</c:v>
                </c:pt>
                <c:pt idx="5637">
                  <c:v>39346</c:v>
                </c:pt>
                <c:pt idx="5638">
                  <c:v>39345</c:v>
                </c:pt>
                <c:pt idx="5639">
                  <c:v>39344</c:v>
                </c:pt>
                <c:pt idx="5640">
                  <c:v>39343</c:v>
                </c:pt>
                <c:pt idx="5641">
                  <c:v>39342</c:v>
                </c:pt>
                <c:pt idx="5642">
                  <c:v>39341</c:v>
                </c:pt>
                <c:pt idx="5643">
                  <c:v>39340</c:v>
                </c:pt>
                <c:pt idx="5644">
                  <c:v>39339</c:v>
                </c:pt>
                <c:pt idx="5645">
                  <c:v>39338</c:v>
                </c:pt>
                <c:pt idx="5646">
                  <c:v>39337</c:v>
                </c:pt>
                <c:pt idx="5647">
                  <c:v>39336</c:v>
                </c:pt>
                <c:pt idx="5648">
                  <c:v>39335</c:v>
                </c:pt>
                <c:pt idx="5649">
                  <c:v>39334</c:v>
                </c:pt>
                <c:pt idx="5650">
                  <c:v>39333</c:v>
                </c:pt>
                <c:pt idx="5651">
                  <c:v>39332</c:v>
                </c:pt>
                <c:pt idx="5652">
                  <c:v>39331</c:v>
                </c:pt>
                <c:pt idx="5653">
                  <c:v>39330</c:v>
                </c:pt>
                <c:pt idx="5654">
                  <c:v>39329</c:v>
                </c:pt>
                <c:pt idx="5655">
                  <c:v>39328</c:v>
                </c:pt>
                <c:pt idx="5656">
                  <c:v>39327</c:v>
                </c:pt>
                <c:pt idx="5657">
                  <c:v>39326</c:v>
                </c:pt>
                <c:pt idx="5658">
                  <c:v>39325</c:v>
                </c:pt>
                <c:pt idx="5659">
                  <c:v>39324</c:v>
                </c:pt>
                <c:pt idx="5660">
                  <c:v>39323</c:v>
                </c:pt>
                <c:pt idx="5661">
                  <c:v>39322</c:v>
                </c:pt>
                <c:pt idx="5662">
                  <c:v>39321</c:v>
                </c:pt>
                <c:pt idx="5663">
                  <c:v>39320</c:v>
                </c:pt>
                <c:pt idx="5664">
                  <c:v>39319</c:v>
                </c:pt>
                <c:pt idx="5665">
                  <c:v>39318</c:v>
                </c:pt>
                <c:pt idx="5666">
                  <c:v>39317</c:v>
                </c:pt>
                <c:pt idx="5667">
                  <c:v>39316</c:v>
                </c:pt>
                <c:pt idx="5668">
                  <c:v>39315</c:v>
                </c:pt>
                <c:pt idx="5669">
                  <c:v>39314</c:v>
                </c:pt>
                <c:pt idx="5670">
                  <c:v>39313</c:v>
                </c:pt>
                <c:pt idx="5671">
                  <c:v>39312</c:v>
                </c:pt>
                <c:pt idx="5672">
                  <c:v>39311</c:v>
                </c:pt>
                <c:pt idx="5673">
                  <c:v>39310</c:v>
                </c:pt>
                <c:pt idx="5674">
                  <c:v>39309</c:v>
                </c:pt>
                <c:pt idx="5675">
                  <c:v>39308</c:v>
                </c:pt>
                <c:pt idx="5676">
                  <c:v>39307</c:v>
                </c:pt>
                <c:pt idx="5677">
                  <c:v>39306</c:v>
                </c:pt>
                <c:pt idx="5678">
                  <c:v>39305</c:v>
                </c:pt>
                <c:pt idx="5679">
                  <c:v>39304</c:v>
                </c:pt>
                <c:pt idx="5680">
                  <c:v>39303</c:v>
                </c:pt>
                <c:pt idx="5681">
                  <c:v>39302</c:v>
                </c:pt>
                <c:pt idx="5682">
                  <c:v>39301</c:v>
                </c:pt>
                <c:pt idx="5683">
                  <c:v>39300</c:v>
                </c:pt>
                <c:pt idx="5684">
                  <c:v>39299</c:v>
                </c:pt>
                <c:pt idx="5685">
                  <c:v>39298</c:v>
                </c:pt>
                <c:pt idx="5686">
                  <c:v>39297</c:v>
                </c:pt>
                <c:pt idx="5687">
                  <c:v>39296</c:v>
                </c:pt>
                <c:pt idx="5688">
                  <c:v>39295</c:v>
                </c:pt>
                <c:pt idx="5689">
                  <c:v>39294</c:v>
                </c:pt>
                <c:pt idx="5690">
                  <c:v>39293</c:v>
                </c:pt>
                <c:pt idx="5691">
                  <c:v>39292</c:v>
                </c:pt>
                <c:pt idx="5692">
                  <c:v>39291</c:v>
                </c:pt>
                <c:pt idx="5693">
                  <c:v>39290</c:v>
                </c:pt>
                <c:pt idx="5694">
                  <c:v>39289</c:v>
                </c:pt>
                <c:pt idx="5695">
                  <c:v>39288</c:v>
                </c:pt>
                <c:pt idx="5696">
                  <c:v>39287</c:v>
                </c:pt>
                <c:pt idx="5697">
                  <c:v>39286</c:v>
                </c:pt>
                <c:pt idx="5698">
                  <c:v>39285</c:v>
                </c:pt>
                <c:pt idx="5699">
                  <c:v>39284</c:v>
                </c:pt>
                <c:pt idx="5700">
                  <c:v>39283</c:v>
                </c:pt>
                <c:pt idx="5701">
                  <c:v>39282</c:v>
                </c:pt>
                <c:pt idx="5702">
                  <c:v>39281</c:v>
                </c:pt>
                <c:pt idx="5703">
                  <c:v>39280</c:v>
                </c:pt>
                <c:pt idx="5704">
                  <c:v>39279</c:v>
                </c:pt>
                <c:pt idx="5705">
                  <c:v>39278</c:v>
                </c:pt>
                <c:pt idx="5706">
                  <c:v>39277</c:v>
                </c:pt>
                <c:pt idx="5707">
                  <c:v>39276</c:v>
                </c:pt>
                <c:pt idx="5708">
                  <c:v>39275</c:v>
                </c:pt>
                <c:pt idx="5709">
                  <c:v>39274</c:v>
                </c:pt>
                <c:pt idx="5710">
                  <c:v>39273</c:v>
                </c:pt>
                <c:pt idx="5711">
                  <c:v>39272</c:v>
                </c:pt>
                <c:pt idx="5712">
                  <c:v>39271</c:v>
                </c:pt>
                <c:pt idx="5713">
                  <c:v>39270</c:v>
                </c:pt>
                <c:pt idx="5714">
                  <c:v>39269</c:v>
                </c:pt>
                <c:pt idx="5715">
                  <c:v>39268</c:v>
                </c:pt>
                <c:pt idx="5716">
                  <c:v>39267</c:v>
                </c:pt>
                <c:pt idx="5717">
                  <c:v>39266</c:v>
                </c:pt>
                <c:pt idx="5718">
                  <c:v>39265</c:v>
                </c:pt>
                <c:pt idx="5719">
                  <c:v>39264</c:v>
                </c:pt>
                <c:pt idx="5720">
                  <c:v>39263</c:v>
                </c:pt>
                <c:pt idx="5721">
                  <c:v>39262</c:v>
                </c:pt>
                <c:pt idx="5722">
                  <c:v>39261</c:v>
                </c:pt>
                <c:pt idx="5723">
                  <c:v>39260</c:v>
                </c:pt>
                <c:pt idx="5724">
                  <c:v>39259</c:v>
                </c:pt>
                <c:pt idx="5725">
                  <c:v>39258</c:v>
                </c:pt>
                <c:pt idx="5726">
                  <c:v>39257</c:v>
                </c:pt>
                <c:pt idx="5727">
                  <c:v>39256</c:v>
                </c:pt>
                <c:pt idx="5728">
                  <c:v>39255</c:v>
                </c:pt>
                <c:pt idx="5729">
                  <c:v>39254</c:v>
                </c:pt>
                <c:pt idx="5730">
                  <c:v>39253</c:v>
                </c:pt>
                <c:pt idx="5731">
                  <c:v>39252</c:v>
                </c:pt>
                <c:pt idx="5732">
                  <c:v>39251</c:v>
                </c:pt>
                <c:pt idx="5733">
                  <c:v>39250</c:v>
                </c:pt>
                <c:pt idx="5734">
                  <c:v>39249</c:v>
                </c:pt>
                <c:pt idx="5735">
                  <c:v>39248</c:v>
                </c:pt>
                <c:pt idx="5736">
                  <c:v>39247</c:v>
                </c:pt>
                <c:pt idx="5737">
                  <c:v>39246</c:v>
                </c:pt>
                <c:pt idx="5738">
                  <c:v>39245</c:v>
                </c:pt>
                <c:pt idx="5739">
                  <c:v>39244</c:v>
                </c:pt>
                <c:pt idx="5740">
                  <c:v>39243</c:v>
                </c:pt>
                <c:pt idx="5741">
                  <c:v>39242</c:v>
                </c:pt>
                <c:pt idx="5742">
                  <c:v>39241</c:v>
                </c:pt>
                <c:pt idx="5743">
                  <c:v>39240</c:v>
                </c:pt>
                <c:pt idx="5744">
                  <c:v>39239</c:v>
                </c:pt>
                <c:pt idx="5745">
                  <c:v>39238</c:v>
                </c:pt>
                <c:pt idx="5746">
                  <c:v>39237</c:v>
                </c:pt>
                <c:pt idx="5747">
                  <c:v>39236</c:v>
                </c:pt>
                <c:pt idx="5748">
                  <c:v>39235</c:v>
                </c:pt>
                <c:pt idx="5749">
                  <c:v>39234</c:v>
                </c:pt>
                <c:pt idx="5750">
                  <c:v>39233</c:v>
                </c:pt>
                <c:pt idx="5751">
                  <c:v>39232</c:v>
                </c:pt>
                <c:pt idx="5752">
                  <c:v>39231</c:v>
                </c:pt>
                <c:pt idx="5753">
                  <c:v>39230</c:v>
                </c:pt>
                <c:pt idx="5754">
                  <c:v>39229</c:v>
                </c:pt>
                <c:pt idx="5755">
                  <c:v>39228</c:v>
                </c:pt>
                <c:pt idx="5756">
                  <c:v>39227</c:v>
                </c:pt>
                <c:pt idx="5757">
                  <c:v>39226</c:v>
                </c:pt>
                <c:pt idx="5758">
                  <c:v>39225</c:v>
                </c:pt>
                <c:pt idx="5759">
                  <c:v>39224</c:v>
                </c:pt>
                <c:pt idx="5760">
                  <c:v>39223</c:v>
                </c:pt>
                <c:pt idx="5761">
                  <c:v>39222</c:v>
                </c:pt>
                <c:pt idx="5762">
                  <c:v>39221</c:v>
                </c:pt>
                <c:pt idx="5763">
                  <c:v>39220</c:v>
                </c:pt>
                <c:pt idx="5764">
                  <c:v>39219</c:v>
                </c:pt>
                <c:pt idx="5765">
                  <c:v>39218</c:v>
                </c:pt>
                <c:pt idx="5766">
                  <c:v>39217</c:v>
                </c:pt>
                <c:pt idx="5767">
                  <c:v>39216</c:v>
                </c:pt>
                <c:pt idx="5768">
                  <c:v>39215</c:v>
                </c:pt>
                <c:pt idx="5769">
                  <c:v>39214</c:v>
                </c:pt>
                <c:pt idx="5770">
                  <c:v>39213</c:v>
                </c:pt>
                <c:pt idx="5771">
                  <c:v>39212</c:v>
                </c:pt>
                <c:pt idx="5772">
                  <c:v>39211</c:v>
                </c:pt>
                <c:pt idx="5773">
                  <c:v>39210</c:v>
                </c:pt>
                <c:pt idx="5774">
                  <c:v>39209</c:v>
                </c:pt>
                <c:pt idx="5775">
                  <c:v>39208</c:v>
                </c:pt>
                <c:pt idx="5776">
                  <c:v>39207</c:v>
                </c:pt>
                <c:pt idx="5777">
                  <c:v>39206</c:v>
                </c:pt>
                <c:pt idx="5778">
                  <c:v>39205</c:v>
                </c:pt>
                <c:pt idx="5779">
                  <c:v>39204</c:v>
                </c:pt>
                <c:pt idx="5780">
                  <c:v>39203</c:v>
                </c:pt>
                <c:pt idx="5781">
                  <c:v>39202</c:v>
                </c:pt>
                <c:pt idx="5782">
                  <c:v>39201</c:v>
                </c:pt>
                <c:pt idx="5783">
                  <c:v>39200</c:v>
                </c:pt>
                <c:pt idx="5784">
                  <c:v>39199</c:v>
                </c:pt>
                <c:pt idx="5785">
                  <c:v>39198</c:v>
                </c:pt>
                <c:pt idx="5786">
                  <c:v>39197</c:v>
                </c:pt>
                <c:pt idx="5787">
                  <c:v>39196</c:v>
                </c:pt>
                <c:pt idx="5788">
                  <c:v>39195</c:v>
                </c:pt>
                <c:pt idx="5789">
                  <c:v>39194</c:v>
                </c:pt>
                <c:pt idx="5790">
                  <c:v>39193</c:v>
                </c:pt>
                <c:pt idx="5791">
                  <c:v>39192</c:v>
                </c:pt>
                <c:pt idx="5792">
                  <c:v>39191</c:v>
                </c:pt>
                <c:pt idx="5793">
                  <c:v>39190</c:v>
                </c:pt>
                <c:pt idx="5794">
                  <c:v>39189</c:v>
                </c:pt>
                <c:pt idx="5795">
                  <c:v>39188</c:v>
                </c:pt>
                <c:pt idx="5796">
                  <c:v>39187</c:v>
                </c:pt>
                <c:pt idx="5797">
                  <c:v>39186</c:v>
                </c:pt>
                <c:pt idx="5798">
                  <c:v>39185</c:v>
                </c:pt>
                <c:pt idx="5799">
                  <c:v>39184</c:v>
                </c:pt>
                <c:pt idx="5800">
                  <c:v>39183</c:v>
                </c:pt>
                <c:pt idx="5801">
                  <c:v>39182</c:v>
                </c:pt>
                <c:pt idx="5802">
                  <c:v>39181</c:v>
                </c:pt>
                <c:pt idx="5803">
                  <c:v>39180</c:v>
                </c:pt>
                <c:pt idx="5804">
                  <c:v>39179</c:v>
                </c:pt>
                <c:pt idx="5805">
                  <c:v>39178</c:v>
                </c:pt>
                <c:pt idx="5806">
                  <c:v>39177</c:v>
                </c:pt>
                <c:pt idx="5807">
                  <c:v>39176</c:v>
                </c:pt>
                <c:pt idx="5808">
                  <c:v>39175</c:v>
                </c:pt>
                <c:pt idx="5809">
                  <c:v>39174</c:v>
                </c:pt>
                <c:pt idx="5810">
                  <c:v>39173</c:v>
                </c:pt>
                <c:pt idx="5811">
                  <c:v>39172</c:v>
                </c:pt>
                <c:pt idx="5812">
                  <c:v>39171</c:v>
                </c:pt>
                <c:pt idx="5813">
                  <c:v>39170</c:v>
                </c:pt>
                <c:pt idx="5814">
                  <c:v>39169</c:v>
                </c:pt>
                <c:pt idx="5815">
                  <c:v>39168</c:v>
                </c:pt>
                <c:pt idx="5816">
                  <c:v>39167</c:v>
                </c:pt>
                <c:pt idx="5817">
                  <c:v>39166</c:v>
                </c:pt>
                <c:pt idx="5818">
                  <c:v>39165</c:v>
                </c:pt>
                <c:pt idx="5819">
                  <c:v>39164</c:v>
                </c:pt>
                <c:pt idx="5820">
                  <c:v>39163</c:v>
                </c:pt>
                <c:pt idx="5821">
                  <c:v>39162</c:v>
                </c:pt>
                <c:pt idx="5822">
                  <c:v>39161</c:v>
                </c:pt>
                <c:pt idx="5823">
                  <c:v>39160</c:v>
                </c:pt>
                <c:pt idx="5824">
                  <c:v>39159</c:v>
                </c:pt>
                <c:pt idx="5825">
                  <c:v>39158</c:v>
                </c:pt>
                <c:pt idx="5826">
                  <c:v>39157</c:v>
                </c:pt>
                <c:pt idx="5827">
                  <c:v>39156</c:v>
                </c:pt>
                <c:pt idx="5828">
                  <c:v>39155</c:v>
                </c:pt>
                <c:pt idx="5829">
                  <c:v>39154</c:v>
                </c:pt>
                <c:pt idx="5830">
                  <c:v>39153</c:v>
                </c:pt>
                <c:pt idx="5831">
                  <c:v>39152</c:v>
                </c:pt>
                <c:pt idx="5832">
                  <c:v>39151</c:v>
                </c:pt>
                <c:pt idx="5833">
                  <c:v>39150</c:v>
                </c:pt>
                <c:pt idx="5834">
                  <c:v>39149</c:v>
                </c:pt>
                <c:pt idx="5835">
                  <c:v>39148</c:v>
                </c:pt>
                <c:pt idx="5836">
                  <c:v>39147</c:v>
                </c:pt>
                <c:pt idx="5837">
                  <c:v>39146</c:v>
                </c:pt>
                <c:pt idx="5838">
                  <c:v>39145</c:v>
                </c:pt>
                <c:pt idx="5839">
                  <c:v>39144</c:v>
                </c:pt>
                <c:pt idx="5840">
                  <c:v>39143</c:v>
                </c:pt>
                <c:pt idx="5841">
                  <c:v>39142</c:v>
                </c:pt>
                <c:pt idx="5842">
                  <c:v>39141</c:v>
                </c:pt>
                <c:pt idx="5843">
                  <c:v>39140</c:v>
                </c:pt>
                <c:pt idx="5844">
                  <c:v>39139</c:v>
                </c:pt>
                <c:pt idx="5845">
                  <c:v>39138</c:v>
                </c:pt>
                <c:pt idx="5846">
                  <c:v>39137</c:v>
                </c:pt>
                <c:pt idx="5847">
                  <c:v>39136</c:v>
                </c:pt>
                <c:pt idx="5848">
                  <c:v>39135</c:v>
                </c:pt>
                <c:pt idx="5849">
                  <c:v>39134</c:v>
                </c:pt>
                <c:pt idx="5850">
                  <c:v>39133</c:v>
                </c:pt>
                <c:pt idx="5851">
                  <c:v>39132</c:v>
                </c:pt>
                <c:pt idx="5852">
                  <c:v>39131</c:v>
                </c:pt>
                <c:pt idx="5853">
                  <c:v>39130</c:v>
                </c:pt>
                <c:pt idx="5854">
                  <c:v>39129</c:v>
                </c:pt>
                <c:pt idx="5855">
                  <c:v>39128</c:v>
                </c:pt>
                <c:pt idx="5856">
                  <c:v>39127</c:v>
                </c:pt>
                <c:pt idx="5857">
                  <c:v>39126</c:v>
                </c:pt>
                <c:pt idx="5858">
                  <c:v>39125</c:v>
                </c:pt>
                <c:pt idx="5859">
                  <c:v>39124</c:v>
                </c:pt>
                <c:pt idx="5860">
                  <c:v>39123</c:v>
                </c:pt>
                <c:pt idx="5861">
                  <c:v>39122</c:v>
                </c:pt>
                <c:pt idx="5862">
                  <c:v>39121</c:v>
                </c:pt>
                <c:pt idx="5863">
                  <c:v>39120</c:v>
                </c:pt>
                <c:pt idx="5864">
                  <c:v>39119</c:v>
                </c:pt>
                <c:pt idx="5865">
                  <c:v>39118</c:v>
                </c:pt>
                <c:pt idx="5866">
                  <c:v>39117</c:v>
                </c:pt>
                <c:pt idx="5867">
                  <c:v>39116</c:v>
                </c:pt>
                <c:pt idx="5868">
                  <c:v>39115</c:v>
                </c:pt>
                <c:pt idx="5869">
                  <c:v>39114</c:v>
                </c:pt>
                <c:pt idx="5870">
                  <c:v>39113</c:v>
                </c:pt>
                <c:pt idx="5871">
                  <c:v>39112</c:v>
                </c:pt>
                <c:pt idx="5872">
                  <c:v>39111</c:v>
                </c:pt>
                <c:pt idx="5873">
                  <c:v>39110</c:v>
                </c:pt>
                <c:pt idx="5874">
                  <c:v>39109</c:v>
                </c:pt>
                <c:pt idx="5875">
                  <c:v>39108</c:v>
                </c:pt>
                <c:pt idx="5876">
                  <c:v>39107</c:v>
                </c:pt>
                <c:pt idx="5877">
                  <c:v>39106</c:v>
                </c:pt>
                <c:pt idx="5878">
                  <c:v>39105</c:v>
                </c:pt>
                <c:pt idx="5879">
                  <c:v>39104</c:v>
                </c:pt>
                <c:pt idx="5880">
                  <c:v>39103</c:v>
                </c:pt>
                <c:pt idx="5881">
                  <c:v>39102</c:v>
                </c:pt>
                <c:pt idx="5882">
                  <c:v>39101</c:v>
                </c:pt>
                <c:pt idx="5883">
                  <c:v>39100</c:v>
                </c:pt>
                <c:pt idx="5884">
                  <c:v>39099</c:v>
                </c:pt>
                <c:pt idx="5885">
                  <c:v>39098</c:v>
                </c:pt>
                <c:pt idx="5886">
                  <c:v>39097</c:v>
                </c:pt>
                <c:pt idx="5887">
                  <c:v>39096</c:v>
                </c:pt>
                <c:pt idx="5888">
                  <c:v>39095</c:v>
                </c:pt>
                <c:pt idx="5889">
                  <c:v>39094</c:v>
                </c:pt>
                <c:pt idx="5890">
                  <c:v>39093</c:v>
                </c:pt>
                <c:pt idx="5891">
                  <c:v>39092</c:v>
                </c:pt>
                <c:pt idx="5892">
                  <c:v>39091</c:v>
                </c:pt>
                <c:pt idx="5893">
                  <c:v>39090</c:v>
                </c:pt>
                <c:pt idx="5894">
                  <c:v>39089</c:v>
                </c:pt>
                <c:pt idx="5895">
                  <c:v>39088</c:v>
                </c:pt>
                <c:pt idx="5896">
                  <c:v>39087</c:v>
                </c:pt>
                <c:pt idx="5897">
                  <c:v>39086</c:v>
                </c:pt>
                <c:pt idx="5898">
                  <c:v>39085</c:v>
                </c:pt>
                <c:pt idx="5899">
                  <c:v>39084</c:v>
                </c:pt>
                <c:pt idx="5900">
                  <c:v>39083</c:v>
                </c:pt>
                <c:pt idx="5901">
                  <c:v>39082</c:v>
                </c:pt>
                <c:pt idx="5902">
                  <c:v>39081</c:v>
                </c:pt>
                <c:pt idx="5903">
                  <c:v>39080</c:v>
                </c:pt>
                <c:pt idx="5904">
                  <c:v>39079</c:v>
                </c:pt>
                <c:pt idx="5905">
                  <c:v>39078</c:v>
                </c:pt>
                <c:pt idx="5906">
                  <c:v>39077</c:v>
                </c:pt>
                <c:pt idx="5907">
                  <c:v>39076</c:v>
                </c:pt>
                <c:pt idx="5908">
                  <c:v>39075</c:v>
                </c:pt>
                <c:pt idx="5909">
                  <c:v>39074</c:v>
                </c:pt>
                <c:pt idx="5910">
                  <c:v>39073</c:v>
                </c:pt>
                <c:pt idx="5911">
                  <c:v>39072</c:v>
                </c:pt>
                <c:pt idx="5912">
                  <c:v>39071</c:v>
                </c:pt>
                <c:pt idx="5913">
                  <c:v>39070</c:v>
                </c:pt>
                <c:pt idx="5914">
                  <c:v>39069</c:v>
                </c:pt>
                <c:pt idx="5915">
                  <c:v>39068</c:v>
                </c:pt>
                <c:pt idx="5916">
                  <c:v>39067</c:v>
                </c:pt>
                <c:pt idx="5917">
                  <c:v>39066</c:v>
                </c:pt>
                <c:pt idx="5918">
                  <c:v>39065</c:v>
                </c:pt>
                <c:pt idx="5919">
                  <c:v>39064</c:v>
                </c:pt>
                <c:pt idx="5920">
                  <c:v>39063</c:v>
                </c:pt>
                <c:pt idx="5921">
                  <c:v>39062</c:v>
                </c:pt>
                <c:pt idx="5922">
                  <c:v>39061</c:v>
                </c:pt>
                <c:pt idx="5923">
                  <c:v>39060</c:v>
                </c:pt>
                <c:pt idx="5924">
                  <c:v>39059</c:v>
                </c:pt>
                <c:pt idx="5925">
                  <c:v>39058</c:v>
                </c:pt>
                <c:pt idx="5926">
                  <c:v>39057</c:v>
                </c:pt>
                <c:pt idx="5927">
                  <c:v>39056</c:v>
                </c:pt>
                <c:pt idx="5928">
                  <c:v>39055</c:v>
                </c:pt>
                <c:pt idx="5929">
                  <c:v>39054</c:v>
                </c:pt>
                <c:pt idx="5930">
                  <c:v>39053</c:v>
                </c:pt>
                <c:pt idx="5931">
                  <c:v>39052</c:v>
                </c:pt>
                <c:pt idx="5932">
                  <c:v>39051</c:v>
                </c:pt>
                <c:pt idx="5933">
                  <c:v>39050</c:v>
                </c:pt>
                <c:pt idx="5934">
                  <c:v>39049</c:v>
                </c:pt>
                <c:pt idx="5935">
                  <c:v>39048</c:v>
                </c:pt>
                <c:pt idx="5936">
                  <c:v>39047</c:v>
                </c:pt>
                <c:pt idx="5937">
                  <c:v>39046</c:v>
                </c:pt>
                <c:pt idx="5938">
                  <c:v>39045</c:v>
                </c:pt>
                <c:pt idx="5939">
                  <c:v>39044</c:v>
                </c:pt>
                <c:pt idx="5940">
                  <c:v>39043</c:v>
                </c:pt>
                <c:pt idx="5941">
                  <c:v>39042</c:v>
                </c:pt>
                <c:pt idx="5942">
                  <c:v>39041</c:v>
                </c:pt>
                <c:pt idx="5943">
                  <c:v>39040</c:v>
                </c:pt>
                <c:pt idx="5944">
                  <c:v>39039</c:v>
                </c:pt>
                <c:pt idx="5945">
                  <c:v>39038</c:v>
                </c:pt>
                <c:pt idx="5946">
                  <c:v>39037</c:v>
                </c:pt>
                <c:pt idx="5947">
                  <c:v>39036</c:v>
                </c:pt>
                <c:pt idx="5948">
                  <c:v>39035</c:v>
                </c:pt>
                <c:pt idx="5949">
                  <c:v>39034</c:v>
                </c:pt>
                <c:pt idx="5950">
                  <c:v>39033</c:v>
                </c:pt>
                <c:pt idx="5951">
                  <c:v>39032</c:v>
                </c:pt>
                <c:pt idx="5952">
                  <c:v>39031</c:v>
                </c:pt>
                <c:pt idx="5953">
                  <c:v>39030</c:v>
                </c:pt>
                <c:pt idx="5954">
                  <c:v>39029</c:v>
                </c:pt>
                <c:pt idx="5955">
                  <c:v>39028</c:v>
                </c:pt>
                <c:pt idx="5956">
                  <c:v>39027</c:v>
                </c:pt>
                <c:pt idx="5957">
                  <c:v>39026</c:v>
                </c:pt>
                <c:pt idx="5958">
                  <c:v>39025</c:v>
                </c:pt>
                <c:pt idx="5959">
                  <c:v>39024</c:v>
                </c:pt>
                <c:pt idx="5960">
                  <c:v>39023</c:v>
                </c:pt>
                <c:pt idx="5961">
                  <c:v>39022</c:v>
                </c:pt>
                <c:pt idx="5962">
                  <c:v>39021</c:v>
                </c:pt>
                <c:pt idx="5963">
                  <c:v>39020</c:v>
                </c:pt>
                <c:pt idx="5964">
                  <c:v>39019</c:v>
                </c:pt>
                <c:pt idx="5965">
                  <c:v>39018</c:v>
                </c:pt>
                <c:pt idx="5966">
                  <c:v>39017</c:v>
                </c:pt>
                <c:pt idx="5967">
                  <c:v>39016</c:v>
                </c:pt>
                <c:pt idx="5968">
                  <c:v>39015</c:v>
                </c:pt>
                <c:pt idx="5969">
                  <c:v>39014</c:v>
                </c:pt>
                <c:pt idx="5970">
                  <c:v>39013</c:v>
                </c:pt>
                <c:pt idx="5971">
                  <c:v>39012</c:v>
                </c:pt>
                <c:pt idx="5972">
                  <c:v>39011</c:v>
                </c:pt>
                <c:pt idx="5973">
                  <c:v>39010</c:v>
                </c:pt>
                <c:pt idx="5974">
                  <c:v>39009</c:v>
                </c:pt>
                <c:pt idx="5975">
                  <c:v>39008</c:v>
                </c:pt>
                <c:pt idx="5976">
                  <c:v>39007</c:v>
                </c:pt>
                <c:pt idx="5977">
                  <c:v>39006</c:v>
                </c:pt>
                <c:pt idx="5978">
                  <c:v>39005</c:v>
                </c:pt>
                <c:pt idx="5979">
                  <c:v>39004</c:v>
                </c:pt>
                <c:pt idx="5980">
                  <c:v>39003</c:v>
                </c:pt>
                <c:pt idx="5981">
                  <c:v>39002</c:v>
                </c:pt>
                <c:pt idx="5982">
                  <c:v>39001</c:v>
                </c:pt>
                <c:pt idx="5983">
                  <c:v>39000</c:v>
                </c:pt>
                <c:pt idx="5984">
                  <c:v>38999</c:v>
                </c:pt>
                <c:pt idx="5985">
                  <c:v>38998</c:v>
                </c:pt>
                <c:pt idx="5986">
                  <c:v>38997</c:v>
                </c:pt>
                <c:pt idx="5987">
                  <c:v>38996</c:v>
                </c:pt>
                <c:pt idx="5988">
                  <c:v>38995</c:v>
                </c:pt>
                <c:pt idx="5989">
                  <c:v>38994</c:v>
                </c:pt>
                <c:pt idx="5990">
                  <c:v>38993</c:v>
                </c:pt>
                <c:pt idx="5991">
                  <c:v>38992</c:v>
                </c:pt>
                <c:pt idx="5992">
                  <c:v>38991</c:v>
                </c:pt>
                <c:pt idx="5993">
                  <c:v>38990</c:v>
                </c:pt>
                <c:pt idx="5994">
                  <c:v>38989</c:v>
                </c:pt>
                <c:pt idx="5995">
                  <c:v>38988</c:v>
                </c:pt>
                <c:pt idx="5996">
                  <c:v>38987</c:v>
                </c:pt>
                <c:pt idx="5997">
                  <c:v>38986</c:v>
                </c:pt>
                <c:pt idx="5998">
                  <c:v>38985</c:v>
                </c:pt>
                <c:pt idx="5999">
                  <c:v>38984</c:v>
                </c:pt>
                <c:pt idx="6000">
                  <c:v>38983</c:v>
                </c:pt>
                <c:pt idx="6001">
                  <c:v>38982</c:v>
                </c:pt>
                <c:pt idx="6002">
                  <c:v>38981</c:v>
                </c:pt>
                <c:pt idx="6003">
                  <c:v>38980</c:v>
                </c:pt>
                <c:pt idx="6004">
                  <c:v>38979</c:v>
                </c:pt>
                <c:pt idx="6005">
                  <c:v>38978</c:v>
                </c:pt>
                <c:pt idx="6006">
                  <c:v>38977</c:v>
                </c:pt>
                <c:pt idx="6007">
                  <c:v>38976</c:v>
                </c:pt>
                <c:pt idx="6008">
                  <c:v>38975</c:v>
                </c:pt>
                <c:pt idx="6009">
                  <c:v>38974</c:v>
                </c:pt>
                <c:pt idx="6010">
                  <c:v>38973</c:v>
                </c:pt>
                <c:pt idx="6011">
                  <c:v>38972</c:v>
                </c:pt>
                <c:pt idx="6012">
                  <c:v>38971</c:v>
                </c:pt>
                <c:pt idx="6013">
                  <c:v>38970</c:v>
                </c:pt>
                <c:pt idx="6014">
                  <c:v>38969</c:v>
                </c:pt>
                <c:pt idx="6015">
                  <c:v>38968</c:v>
                </c:pt>
                <c:pt idx="6016">
                  <c:v>38967</c:v>
                </c:pt>
                <c:pt idx="6017">
                  <c:v>38966</c:v>
                </c:pt>
                <c:pt idx="6018">
                  <c:v>38965</c:v>
                </c:pt>
                <c:pt idx="6019">
                  <c:v>38964</c:v>
                </c:pt>
                <c:pt idx="6020">
                  <c:v>38963</c:v>
                </c:pt>
                <c:pt idx="6021">
                  <c:v>38962</c:v>
                </c:pt>
                <c:pt idx="6022">
                  <c:v>38961</c:v>
                </c:pt>
                <c:pt idx="6023">
                  <c:v>38960</c:v>
                </c:pt>
                <c:pt idx="6024">
                  <c:v>38959</c:v>
                </c:pt>
                <c:pt idx="6025">
                  <c:v>38958</c:v>
                </c:pt>
                <c:pt idx="6026">
                  <c:v>38957</c:v>
                </c:pt>
                <c:pt idx="6027">
                  <c:v>38956</c:v>
                </c:pt>
                <c:pt idx="6028">
                  <c:v>38955</c:v>
                </c:pt>
                <c:pt idx="6029">
                  <c:v>38954</c:v>
                </c:pt>
                <c:pt idx="6030">
                  <c:v>38953</c:v>
                </c:pt>
                <c:pt idx="6031">
                  <c:v>38952</c:v>
                </c:pt>
                <c:pt idx="6032">
                  <c:v>38951</c:v>
                </c:pt>
                <c:pt idx="6033">
                  <c:v>38950</c:v>
                </c:pt>
                <c:pt idx="6034">
                  <c:v>38949</c:v>
                </c:pt>
                <c:pt idx="6035">
                  <c:v>38948</c:v>
                </c:pt>
                <c:pt idx="6036">
                  <c:v>38947</c:v>
                </c:pt>
                <c:pt idx="6037">
                  <c:v>38946</c:v>
                </c:pt>
                <c:pt idx="6038">
                  <c:v>38945</c:v>
                </c:pt>
                <c:pt idx="6039">
                  <c:v>38944</c:v>
                </c:pt>
                <c:pt idx="6040">
                  <c:v>38943</c:v>
                </c:pt>
                <c:pt idx="6041">
                  <c:v>38942</c:v>
                </c:pt>
                <c:pt idx="6042">
                  <c:v>38941</c:v>
                </c:pt>
                <c:pt idx="6043">
                  <c:v>38940</c:v>
                </c:pt>
                <c:pt idx="6044">
                  <c:v>38939</c:v>
                </c:pt>
                <c:pt idx="6045">
                  <c:v>38938</c:v>
                </c:pt>
                <c:pt idx="6046">
                  <c:v>38937</c:v>
                </c:pt>
                <c:pt idx="6047">
                  <c:v>38936</c:v>
                </c:pt>
                <c:pt idx="6048">
                  <c:v>38935</c:v>
                </c:pt>
                <c:pt idx="6049">
                  <c:v>38934</c:v>
                </c:pt>
                <c:pt idx="6050">
                  <c:v>38933</c:v>
                </c:pt>
                <c:pt idx="6051">
                  <c:v>38932</c:v>
                </c:pt>
                <c:pt idx="6052">
                  <c:v>38931</c:v>
                </c:pt>
                <c:pt idx="6053">
                  <c:v>38930</c:v>
                </c:pt>
                <c:pt idx="6054">
                  <c:v>38929</c:v>
                </c:pt>
                <c:pt idx="6055">
                  <c:v>38928</c:v>
                </c:pt>
                <c:pt idx="6056">
                  <c:v>38927</c:v>
                </c:pt>
                <c:pt idx="6057">
                  <c:v>38926</c:v>
                </c:pt>
                <c:pt idx="6058">
                  <c:v>38925</c:v>
                </c:pt>
                <c:pt idx="6059">
                  <c:v>38924</c:v>
                </c:pt>
                <c:pt idx="6060">
                  <c:v>38923</c:v>
                </c:pt>
                <c:pt idx="6061">
                  <c:v>38922</c:v>
                </c:pt>
                <c:pt idx="6062">
                  <c:v>38921</c:v>
                </c:pt>
                <c:pt idx="6063">
                  <c:v>38920</c:v>
                </c:pt>
                <c:pt idx="6064">
                  <c:v>38919</c:v>
                </c:pt>
                <c:pt idx="6065">
                  <c:v>38918</c:v>
                </c:pt>
                <c:pt idx="6066">
                  <c:v>38917</c:v>
                </c:pt>
                <c:pt idx="6067">
                  <c:v>38916</c:v>
                </c:pt>
                <c:pt idx="6068">
                  <c:v>38915</c:v>
                </c:pt>
                <c:pt idx="6069">
                  <c:v>38914</c:v>
                </c:pt>
                <c:pt idx="6070">
                  <c:v>38913</c:v>
                </c:pt>
                <c:pt idx="6071">
                  <c:v>38912</c:v>
                </c:pt>
                <c:pt idx="6072">
                  <c:v>38911</c:v>
                </c:pt>
                <c:pt idx="6073">
                  <c:v>38910</c:v>
                </c:pt>
                <c:pt idx="6074">
                  <c:v>38909</c:v>
                </c:pt>
                <c:pt idx="6075">
                  <c:v>38908</c:v>
                </c:pt>
                <c:pt idx="6076">
                  <c:v>38907</c:v>
                </c:pt>
                <c:pt idx="6077">
                  <c:v>38906</c:v>
                </c:pt>
                <c:pt idx="6078">
                  <c:v>38905</c:v>
                </c:pt>
                <c:pt idx="6079">
                  <c:v>38904</c:v>
                </c:pt>
                <c:pt idx="6080">
                  <c:v>38903</c:v>
                </c:pt>
                <c:pt idx="6081">
                  <c:v>38902</c:v>
                </c:pt>
                <c:pt idx="6082">
                  <c:v>38901</c:v>
                </c:pt>
                <c:pt idx="6083">
                  <c:v>38900</c:v>
                </c:pt>
                <c:pt idx="6084">
                  <c:v>38899</c:v>
                </c:pt>
                <c:pt idx="6085">
                  <c:v>38898</c:v>
                </c:pt>
                <c:pt idx="6086">
                  <c:v>38897</c:v>
                </c:pt>
                <c:pt idx="6087">
                  <c:v>38896</c:v>
                </c:pt>
                <c:pt idx="6088">
                  <c:v>38895</c:v>
                </c:pt>
                <c:pt idx="6089">
                  <c:v>38894</c:v>
                </c:pt>
                <c:pt idx="6090">
                  <c:v>38893</c:v>
                </c:pt>
                <c:pt idx="6091">
                  <c:v>38892</c:v>
                </c:pt>
                <c:pt idx="6092">
                  <c:v>38891</c:v>
                </c:pt>
                <c:pt idx="6093">
                  <c:v>38890</c:v>
                </c:pt>
                <c:pt idx="6094">
                  <c:v>38889</c:v>
                </c:pt>
                <c:pt idx="6095">
                  <c:v>38888</c:v>
                </c:pt>
                <c:pt idx="6096">
                  <c:v>38887</c:v>
                </c:pt>
                <c:pt idx="6097">
                  <c:v>38886</c:v>
                </c:pt>
                <c:pt idx="6098">
                  <c:v>38885</c:v>
                </c:pt>
                <c:pt idx="6099">
                  <c:v>38884</c:v>
                </c:pt>
                <c:pt idx="6100">
                  <c:v>38883</c:v>
                </c:pt>
                <c:pt idx="6101">
                  <c:v>38882</c:v>
                </c:pt>
                <c:pt idx="6102">
                  <c:v>38881</c:v>
                </c:pt>
                <c:pt idx="6103">
                  <c:v>38880</c:v>
                </c:pt>
                <c:pt idx="6104">
                  <c:v>38879</c:v>
                </c:pt>
                <c:pt idx="6105">
                  <c:v>38878</c:v>
                </c:pt>
                <c:pt idx="6106">
                  <c:v>38877</c:v>
                </c:pt>
                <c:pt idx="6107">
                  <c:v>38876</c:v>
                </c:pt>
                <c:pt idx="6108">
                  <c:v>38875</c:v>
                </c:pt>
                <c:pt idx="6109">
                  <c:v>38874</c:v>
                </c:pt>
                <c:pt idx="6110">
                  <c:v>38873</c:v>
                </c:pt>
                <c:pt idx="6111">
                  <c:v>38872</c:v>
                </c:pt>
                <c:pt idx="6112">
                  <c:v>38871</c:v>
                </c:pt>
                <c:pt idx="6113">
                  <c:v>38870</c:v>
                </c:pt>
                <c:pt idx="6114">
                  <c:v>38869</c:v>
                </c:pt>
                <c:pt idx="6115">
                  <c:v>38868</c:v>
                </c:pt>
                <c:pt idx="6116">
                  <c:v>38867</c:v>
                </c:pt>
                <c:pt idx="6117">
                  <c:v>38866</c:v>
                </c:pt>
                <c:pt idx="6118">
                  <c:v>38865</c:v>
                </c:pt>
                <c:pt idx="6119">
                  <c:v>38864</c:v>
                </c:pt>
                <c:pt idx="6120">
                  <c:v>38863</c:v>
                </c:pt>
                <c:pt idx="6121">
                  <c:v>38862</c:v>
                </c:pt>
                <c:pt idx="6122">
                  <c:v>38861</c:v>
                </c:pt>
                <c:pt idx="6123">
                  <c:v>38860</c:v>
                </c:pt>
                <c:pt idx="6124">
                  <c:v>38859</c:v>
                </c:pt>
                <c:pt idx="6125">
                  <c:v>38858</c:v>
                </c:pt>
                <c:pt idx="6126">
                  <c:v>38857</c:v>
                </c:pt>
                <c:pt idx="6127">
                  <c:v>38856</c:v>
                </c:pt>
                <c:pt idx="6128">
                  <c:v>38855</c:v>
                </c:pt>
                <c:pt idx="6129">
                  <c:v>38854</c:v>
                </c:pt>
                <c:pt idx="6130">
                  <c:v>38853</c:v>
                </c:pt>
                <c:pt idx="6131">
                  <c:v>38852</c:v>
                </c:pt>
                <c:pt idx="6132">
                  <c:v>38851</c:v>
                </c:pt>
                <c:pt idx="6133">
                  <c:v>38850</c:v>
                </c:pt>
                <c:pt idx="6134">
                  <c:v>38849</c:v>
                </c:pt>
                <c:pt idx="6135">
                  <c:v>38848</c:v>
                </c:pt>
                <c:pt idx="6136">
                  <c:v>38847</c:v>
                </c:pt>
                <c:pt idx="6137">
                  <c:v>38846</c:v>
                </c:pt>
                <c:pt idx="6138">
                  <c:v>38845</c:v>
                </c:pt>
                <c:pt idx="6139">
                  <c:v>38844</c:v>
                </c:pt>
                <c:pt idx="6140">
                  <c:v>38843</c:v>
                </c:pt>
                <c:pt idx="6141">
                  <c:v>38842</c:v>
                </c:pt>
                <c:pt idx="6142">
                  <c:v>38841</c:v>
                </c:pt>
                <c:pt idx="6143">
                  <c:v>38840</c:v>
                </c:pt>
                <c:pt idx="6144">
                  <c:v>38839</c:v>
                </c:pt>
                <c:pt idx="6145">
                  <c:v>38838</c:v>
                </c:pt>
                <c:pt idx="6146">
                  <c:v>38837</c:v>
                </c:pt>
                <c:pt idx="6147">
                  <c:v>38836</c:v>
                </c:pt>
                <c:pt idx="6148">
                  <c:v>38835</c:v>
                </c:pt>
                <c:pt idx="6149">
                  <c:v>38834</c:v>
                </c:pt>
                <c:pt idx="6150">
                  <c:v>38833</c:v>
                </c:pt>
                <c:pt idx="6151">
                  <c:v>38832</c:v>
                </c:pt>
                <c:pt idx="6152">
                  <c:v>38831</c:v>
                </c:pt>
                <c:pt idx="6153">
                  <c:v>38830</c:v>
                </c:pt>
                <c:pt idx="6154">
                  <c:v>38829</c:v>
                </c:pt>
                <c:pt idx="6155">
                  <c:v>38828</c:v>
                </c:pt>
                <c:pt idx="6156">
                  <c:v>38827</c:v>
                </c:pt>
                <c:pt idx="6157">
                  <c:v>38826</c:v>
                </c:pt>
                <c:pt idx="6158">
                  <c:v>38825</c:v>
                </c:pt>
                <c:pt idx="6159">
                  <c:v>38824</c:v>
                </c:pt>
                <c:pt idx="6160">
                  <c:v>38823</c:v>
                </c:pt>
                <c:pt idx="6161">
                  <c:v>38822</c:v>
                </c:pt>
                <c:pt idx="6162">
                  <c:v>38821</c:v>
                </c:pt>
                <c:pt idx="6163">
                  <c:v>38820</c:v>
                </c:pt>
                <c:pt idx="6164">
                  <c:v>38819</c:v>
                </c:pt>
                <c:pt idx="6165">
                  <c:v>38818</c:v>
                </c:pt>
                <c:pt idx="6166">
                  <c:v>38817</c:v>
                </c:pt>
                <c:pt idx="6167">
                  <c:v>38816</c:v>
                </c:pt>
                <c:pt idx="6168">
                  <c:v>38815</c:v>
                </c:pt>
                <c:pt idx="6169">
                  <c:v>38814</c:v>
                </c:pt>
                <c:pt idx="6170">
                  <c:v>38813</c:v>
                </c:pt>
                <c:pt idx="6171">
                  <c:v>38812</c:v>
                </c:pt>
                <c:pt idx="6172">
                  <c:v>38811</c:v>
                </c:pt>
                <c:pt idx="6173">
                  <c:v>38810</c:v>
                </c:pt>
                <c:pt idx="6174">
                  <c:v>38809</c:v>
                </c:pt>
                <c:pt idx="6175">
                  <c:v>38808</c:v>
                </c:pt>
                <c:pt idx="6176">
                  <c:v>38807</c:v>
                </c:pt>
                <c:pt idx="6177">
                  <c:v>38806</c:v>
                </c:pt>
                <c:pt idx="6178">
                  <c:v>38805</c:v>
                </c:pt>
                <c:pt idx="6179">
                  <c:v>38804</c:v>
                </c:pt>
                <c:pt idx="6180">
                  <c:v>38803</c:v>
                </c:pt>
                <c:pt idx="6181">
                  <c:v>38802</c:v>
                </c:pt>
                <c:pt idx="6182">
                  <c:v>38801</c:v>
                </c:pt>
                <c:pt idx="6183">
                  <c:v>38800</c:v>
                </c:pt>
                <c:pt idx="6184">
                  <c:v>38799</c:v>
                </c:pt>
                <c:pt idx="6185">
                  <c:v>38798</c:v>
                </c:pt>
                <c:pt idx="6186">
                  <c:v>38797</c:v>
                </c:pt>
                <c:pt idx="6187">
                  <c:v>38796</c:v>
                </c:pt>
                <c:pt idx="6188">
                  <c:v>38795</c:v>
                </c:pt>
                <c:pt idx="6189">
                  <c:v>38794</c:v>
                </c:pt>
                <c:pt idx="6190">
                  <c:v>38793</c:v>
                </c:pt>
                <c:pt idx="6191">
                  <c:v>38792</c:v>
                </c:pt>
                <c:pt idx="6192">
                  <c:v>38791</c:v>
                </c:pt>
                <c:pt idx="6193">
                  <c:v>38790</c:v>
                </c:pt>
                <c:pt idx="6194">
                  <c:v>38789</c:v>
                </c:pt>
                <c:pt idx="6195">
                  <c:v>38788</c:v>
                </c:pt>
                <c:pt idx="6196">
                  <c:v>38787</c:v>
                </c:pt>
                <c:pt idx="6197">
                  <c:v>38786</c:v>
                </c:pt>
                <c:pt idx="6198">
                  <c:v>38785</c:v>
                </c:pt>
                <c:pt idx="6199">
                  <c:v>38784</c:v>
                </c:pt>
                <c:pt idx="6200">
                  <c:v>38783</c:v>
                </c:pt>
                <c:pt idx="6201">
                  <c:v>38782</c:v>
                </c:pt>
                <c:pt idx="6202">
                  <c:v>38781</c:v>
                </c:pt>
                <c:pt idx="6203">
                  <c:v>38780</c:v>
                </c:pt>
                <c:pt idx="6204">
                  <c:v>38779</c:v>
                </c:pt>
                <c:pt idx="6205">
                  <c:v>38778</c:v>
                </c:pt>
                <c:pt idx="6206">
                  <c:v>38777</c:v>
                </c:pt>
                <c:pt idx="6207">
                  <c:v>38776</c:v>
                </c:pt>
                <c:pt idx="6208">
                  <c:v>38775</c:v>
                </c:pt>
                <c:pt idx="6209">
                  <c:v>38774</c:v>
                </c:pt>
                <c:pt idx="6210">
                  <c:v>38773</c:v>
                </c:pt>
                <c:pt idx="6211">
                  <c:v>38772</c:v>
                </c:pt>
                <c:pt idx="6212">
                  <c:v>38771</c:v>
                </c:pt>
                <c:pt idx="6213">
                  <c:v>38770</c:v>
                </c:pt>
                <c:pt idx="6214">
                  <c:v>38769</c:v>
                </c:pt>
                <c:pt idx="6215">
                  <c:v>38768</c:v>
                </c:pt>
                <c:pt idx="6216">
                  <c:v>38767</c:v>
                </c:pt>
                <c:pt idx="6217">
                  <c:v>38766</c:v>
                </c:pt>
                <c:pt idx="6218">
                  <c:v>38765</c:v>
                </c:pt>
                <c:pt idx="6219">
                  <c:v>38764</c:v>
                </c:pt>
                <c:pt idx="6220">
                  <c:v>38763</c:v>
                </c:pt>
                <c:pt idx="6221">
                  <c:v>38762</c:v>
                </c:pt>
                <c:pt idx="6222">
                  <c:v>38761</c:v>
                </c:pt>
                <c:pt idx="6223">
                  <c:v>38760</c:v>
                </c:pt>
                <c:pt idx="6224">
                  <c:v>38759</c:v>
                </c:pt>
                <c:pt idx="6225">
                  <c:v>38758</c:v>
                </c:pt>
                <c:pt idx="6226">
                  <c:v>38757</c:v>
                </c:pt>
                <c:pt idx="6227">
                  <c:v>38756</c:v>
                </c:pt>
                <c:pt idx="6228">
                  <c:v>38755</c:v>
                </c:pt>
                <c:pt idx="6229">
                  <c:v>38754</c:v>
                </c:pt>
                <c:pt idx="6230">
                  <c:v>38753</c:v>
                </c:pt>
                <c:pt idx="6231">
                  <c:v>38752</c:v>
                </c:pt>
                <c:pt idx="6232">
                  <c:v>38751</c:v>
                </c:pt>
                <c:pt idx="6233">
                  <c:v>38750</c:v>
                </c:pt>
                <c:pt idx="6234">
                  <c:v>38749</c:v>
                </c:pt>
                <c:pt idx="6235">
                  <c:v>38748</c:v>
                </c:pt>
                <c:pt idx="6236">
                  <c:v>38747</c:v>
                </c:pt>
                <c:pt idx="6237">
                  <c:v>38746</c:v>
                </c:pt>
                <c:pt idx="6238">
                  <c:v>38745</c:v>
                </c:pt>
                <c:pt idx="6239">
                  <c:v>38744</c:v>
                </c:pt>
                <c:pt idx="6240">
                  <c:v>38743</c:v>
                </c:pt>
                <c:pt idx="6241">
                  <c:v>38742</c:v>
                </c:pt>
                <c:pt idx="6242">
                  <c:v>38741</c:v>
                </c:pt>
                <c:pt idx="6243">
                  <c:v>38740</c:v>
                </c:pt>
                <c:pt idx="6244">
                  <c:v>38739</c:v>
                </c:pt>
                <c:pt idx="6245">
                  <c:v>38738</c:v>
                </c:pt>
                <c:pt idx="6246">
                  <c:v>38737</c:v>
                </c:pt>
                <c:pt idx="6247">
                  <c:v>38736</c:v>
                </c:pt>
                <c:pt idx="6248">
                  <c:v>38735</c:v>
                </c:pt>
                <c:pt idx="6249">
                  <c:v>38734</c:v>
                </c:pt>
                <c:pt idx="6250">
                  <c:v>38733</c:v>
                </c:pt>
                <c:pt idx="6251">
                  <c:v>38732</c:v>
                </c:pt>
                <c:pt idx="6252">
                  <c:v>38731</c:v>
                </c:pt>
                <c:pt idx="6253">
                  <c:v>38730</c:v>
                </c:pt>
                <c:pt idx="6254">
                  <c:v>38729</c:v>
                </c:pt>
                <c:pt idx="6255">
                  <c:v>38728</c:v>
                </c:pt>
                <c:pt idx="6256">
                  <c:v>38727</c:v>
                </c:pt>
                <c:pt idx="6257">
                  <c:v>38726</c:v>
                </c:pt>
                <c:pt idx="6258">
                  <c:v>38725</c:v>
                </c:pt>
                <c:pt idx="6259">
                  <c:v>38724</c:v>
                </c:pt>
                <c:pt idx="6260">
                  <c:v>38723</c:v>
                </c:pt>
                <c:pt idx="6261">
                  <c:v>38722</c:v>
                </c:pt>
                <c:pt idx="6262">
                  <c:v>38721</c:v>
                </c:pt>
                <c:pt idx="6263">
                  <c:v>38720</c:v>
                </c:pt>
                <c:pt idx="6264">
                  <c:v>38719</c:v>
                </c:pt>
                <c:pt idx="6265">
                  <c:v>38718</c:v>
                </c:pt>
              </c:numCache>
            </c:numRef>
          </c:cat>
          <c:val>
            <c:numRef>
              <c:f>Sheet1!$B$2:$B$6268</c:f>
              <c:numCache>
                <c:formatCode>0_);[Red]\(0\)</c:formatCode>
                <c:ptCount val="6267"/>
                <c:pt idx="0">
                  <c:v>42000</c:v>
                </c:pt>
                <c:pt idx="1">
                  <c:v>42000</c:v>
                </c:pt>
                <c:pt idx="2">
                  <c:v>42000</c:v>
                </c:pt>
                <c:pt idx="3">
                  <c:v>42000</c:v>
                </c:pt>
                <c:pt idx="4">
                  <c:v>42000</c:v>
                </c:pt>
                <c:pt idx="5">
                  <c:v>42000</c:v>
                </c:pt>
                <c:pt idx="6">
                  <c:v>43500</c:v>
                </c:pt>
                <c:pt idx="7">
                  <c:v>43500</c:v>
                </c:pt>
                <c:pt idx="8">
                  <c:v>43500</c:v>
                </c:pt>
                <c:pt idx="9">
                  <c:v>43500</c:v>
                </c:pt>
                <c:pt idx="10">
                  <c:v>43500</c:v>
                </c:pt>
                <c:pt idx="11">
                  <c:v>44000</c:v>
                </c:pt>
                <c:pt idx="12">
                  <c:v>44000</c:v>
                </c:pt>
                <c:pt idx="13">
                  <c:v>45000</c:v>
                </c:pt>
                <c:pt idx="14">
                  <c:v>45000</c:v>
                </c:pt>
                <c:pt idx="15">
                  <c:v>45000</c:v>
                </c:pt>
                <c:pt idx="16">
                  <c:v>45000</c:v>
                </c:pt>
                <c:pt idx="17">
                  <c:v>45000</c:v>
                </c:pt>
                <c:pt idx="18">
                  <c:v>45300</c:v>
                </c:pt>
                <c:pt idx="19">
                  <c:v>46000</c:v>
                </c:pt>
                <c:pt idx="20">
                  <c:v>46000</c:v>
                </c:pt>
                <c:pt idx="21">
                  <c:v>48500</c:v>
                </c:pt>
                <c:pt idx="22">
                  <c:v>48500</c:v>
                </c:pt>
                <c:pt idx="23">
                  <c:v>48500</c:v>
                </c:pt>
                <c:pt idx="24">
                  <c:v>48500</c:v>
                </c:pt>
                <c:pt idx="25">
                  <c:v>48500</c:v>
                </c:pt>
                <c:pt idx="26">
                  <c:v>48500</c:v>
                </c:pt>
                <c:pt idx="27">
                  <c:v>48500</c:v>
                </c:pt>
                <c:pt idx="28">
                  <c:v>48500</c:v>
                </c:pt>
                <c:pt idx="29">
                  <c:v>48500</c:v>
                </c:pt>
                <c:pt idx="30">
                  <c:v>48500</c:v>
                </c:pt>
                <c:pt idx="31">
                  <c:v>48500</c:v>
                </c:pt>
                <c:pt idx="32">
                  <c:v>48500</c:v>
                </c:pt>
                <c:pt idx="33">
                  <c:v>48500</c:v>
                </c:pt>
                <c:pt idx="34">
                  <c:v>48500</c:v>
                </c:pt>
                <c:pt idx="35">
                  <c:v>48500</c:v>
                </c:pt>
                <c:pt idx="36">
                  <c:v>48500</c:v>
                </c:pt>
                <c:pt idx="37">
                  <c:v>48500</c:v>
                </c:pt>
                <c:pt idx="38">
                  <c:v>48500</c:v>
                </c:pt>
                <c:pt idx="39">
                  <c:v>48500</c:v>
                </c:pt>
                <c:pt idx="40">
                  <c:v>48500</c:v>
                </c:pt>
                <c:pt idx="41">
                  <c:v>48500</c:v>
                </c:pt>
                <c:pt idx="42">
                  <c:v>48500</c:v>
                </c:pt>
                <c:pt idx="43">
                  <c:v>48500</c:v>
                </c:pt>
                <c:pt idx="44">
                  <c:v>48500</c:v>
                </c:pt>
                <c:pt idx="45">
                  <c:v>48500</c:v>
                </c:pt>
                <c:pt idx="46">
                  <c:v>48500</c:v>
                </c:pt>
                <c:pt idx="47">
                  <c:v>48500</c:v>
                </c:pt>
                <c:pt idx="48">
                  <c:v>48500</c:v>
                </c:pt>
                <c:pt idx="49">
                  <c:v>48500</c:v>
                </c:pt>
                <c:pt idx="50">
                  <c:v>48500</c:v>
                </c:pt>
                <c:pt idx="51">
                  <c:v>48500</c:v>
                </c:pt>
                <c:pt idx="52">
                  <c:v>48500</c:v>
                </c:pt>
                <c:pt idx="53">
                  <c:v>48500</c:v>
                </c:pt>
                <c:pt idx="54">
                  <c:v>48500</c:v>
                </c:pt>
                <c:pt idx="55">
                  <c:v>48500</c:v>
                </c:pt>
                <c:pt idx="56">
                  <c:v>48500</c:v>
                </c:pt>
                <c:pt idx="57">
                  <c:v>48500</c:v>
                </c:pt>
                <c:pt idx="58">
                  <c:v>48500</c:v>
                </c:pt>
                <c:pt idx="59">
                  <c:v>48500</c:v>
                </c:pt>
                <c:pt idx="60">
                  <c:v>48500</c:v>
                </c:pt>
                <c:pt idx="61">
                  <c:v>48500</c:v>
                </c:pt>
                <c:pt idx="62">
                  <c:v>48500</c:v>
                </c:pt>
                <c:pt idx="63">
                  <c:v>48500</c:v>
                </c:pt>
                <c:pt idx="64">
                  <c:v>48500</c:v>
                </c:pt>
                <c:pt idx="65">
                  <c:v>49200</c:v>
                </c:pt>
                <c:pt idx="66">
                  <c:v>49500</c:v>
                </c:pt>
                <c:pt idx="67">
                  <c:v>49500</c:v>
                </c:pt>
                <c:pt idx="68">
                  <c:v>49500</c:v>
                </c:pt>
                <c:pt idx="69">
                  <c:v>49500</c:v>
                </c:pt>
                <c:pt idx="70">
                  <c:v>49500</c:v>
                </c:pt>
                <c:pt idx="71">
                  <c:v>49500</c:v>
                </c:pt>
                <c:pt idx="72">
                  <c:v>49500</c:v>
                </c:pt>
                <c:pt idx="73">
                  <c:v>49500</c:v>
                </c:pt>
                <c:pt idx="74">
                  <c:v>49500</c:v>
                </c:pt>
                <c:pt idx="75">
                  <c:v>49500</c:v>
                </c:pt>
                <c:pt idx="76">
                  <c:v>49500</c:v>
                </c:pt>
                <c:pt idx="77">
                  <c:v>50300</c:v>
                </c:pt>
                <c:pt idx="78">
                  <c:v>50300</c:v>
                </c:pt>
                <c:pt idx="79">
                  <c:v>50300</c:v>
                </c:pt>
                <c:pt idx="80">
                  <c:v>50300</c:v>
                </c:pt>
                <c:pt idx="81">
                  <c:v>50300</c:v>
                </c:pt>
                <c:pt idx="82">
                  <c:v>50300</c:v>
                </c:pt>
                <c:pt idx="83">
                  <c:v>50300</c:v>
                </c:pt>
                <c:pt idx="84">
                  <c:v>50300</c:v>
                </c:pt>
                <c:pt idx="85">
                  <c:v>50300</c:v>
                </c:pt>
                <c:pt idx="86">
                  <c:v>50300</c:v>
                </c:pt>
                <c:pt idx="87">
                  <c:v>50300</c:v>
                </c:pt>
                <c:pt idx="88">
                  <c:v>50300</c:v>
                </c:pt>
                <c:pt idx="89">
                  <c:v>50300</c:v>
                </c:pt>
                <c:pt idx="90">
                  <c:v>50300</c:v>
                </c:pt>
                <c:pt idx="91">
                  <c:v>50300</c:v>
                </c:pt>
                <c:pt idx="92">
                  <c:v>50300</c:v>
                </c:pt>
                <c:pt idx="93">
                  <c:v>50300</c:v>
                </c:pt>
                <c:pt idx="94">
                  <c:v>50300</c:v>
                </c:pt>
                <c:pt idx="95">
                  <c:v>50300</c:v>
                </c:pt>
                <c:pt idx="96">
                  <c:v>50300</c:v>
                </c:pt>
                <c:pt idx="97">
                  <c:v>50300</c:v>
                </c:pt>
                <c:pt idx="98">
                  <c:v>51000</c:v>
                </c:pt>
                <c:pt idx="99">
                  <c:v>51000</c:v>
                </c:pt>
                <c:pt idx="100">
                  <c:v>51000</c:v>
                </c:pt>
                <c:pt idx="101">
                  <c:v>51000</c:v>
                </c:pt>
                <c:pt idx="102">
                  <c:v>51000</c:v>
                </c:pt>
                <c:pt idx="103">
                  <c:v>51000</c:v>
                </c:pt>
                <c:pt idx="104">
                  <c:v>51000</c:v>
                </c:pt>
                <c:pt idx="105">
                  <c:v>51000</c:v>
                </c:pt>
                <c:pt idx="106">
                  <c:v>51000</c:v>
                </c:pt>
                <c:pt idx="107">
                  <c:v>51000</c:v>
                </c:pt>
                <c:pt idx="108">
                  <c:v>51000</c:v>
                </c:pt>
                <c:pt idx="109">
                  <c:v>51000</c:v>
                </c:pt>
                <c:pt idx="110">
                  <c:v>51000</c:v>
                </c:pt>
                <c:pt idx="111">
                  <c:v>51000</c:v>
                </c:pt>
                <c:pt idx="112">
                  <c:v>52000</c:v>
                </c:pt>
                <c:pt idx="113">
                  <c:v>52000</c:v>
                </c:pt>
                <c:pt idx="114">
                  <c:v>52000</c:v>
                </c:pt>
                <c:pt idx="115">
                  <c:v>52500</c:v>
                </c:pt>
                <c:pt idx="116">
                  <c:v>52500</c:v>
                </c:pt>
                <c:pt idx="117">
                  <c:v>53000</c:v>
                </c:pt>
                <c:pt idx="118">
                  <c:v>53500</c:v>
                </c:pt>
                <c:pt idx="119">
                  <c:v>54300</c:v>
                </c:pt>
                <c:pt idx="120">
                  <c:v>54300</c:v>
                </c:pt>
                <c:pt idx="121">
                  <c:v>54300</c:v>
                </c:pt>
                <c:pt idx="122">
                  <c:v>54300</c:v>
                </c:pt>
                <c:pt idx="123">
                  <c:v>54300</c:v>
                </c:pt>
                <c:pt idx="124">
                  <c:v>54300</c:v>
                </c:pt>
                <c:pt idx="125">
                  <c:v>55000</c:v>
                </c:pt>
                <c:pt idx="126">
                  <c:v>56500</c:v>
                </c:pt>
                <c:pt idx="127">
                  <c:v>56500</c:v>
                </c:pt>
                <c:pt idx="128">
                  <c:v>56500</c:v>
                </c:pt>
                <c:pt idx="129">
                  <c:v>56500</c:v>
                </c:pt>
                <c:pt idx="130">
                  <c:v>56500</c:v>
                </c:pt>
                <c:pt idx="131">
                  <c:v>56500</c:v>
                </c:pt>
                <c:pt idx="132">
                  <c:v>57000</c:v>
                </c:pt>
                <c:pt idx="133">
                  <c:v>57000</c:v>
                </c:pt>
                <c:pt idx="134">
                  <c:v>57000</c:v>
                </c:pt>
                <c:pt idx="135">
                  <c:v>57000</c:v>
                </c:pt>
                <c:pt idx="136">
                  <c:v>57000</c:v>
                </c:pt>
                <c:pt idx="137">
                  <c:v>57000</c:v>
                </c:pt>
                <c:pt idx="138">
                  <c:v>57000</c:v>
                </c:pt>
                <c:pt idx="139">
                  <c:v>57000</c:v>
                </c:pt>
                <c:pt idx="140">
                  <c:v>58500</c:v>
                </c:pt>
                <c:pt idx="141">
                  <c:v>58500</c:v>
                </c:pt>
                <c:pt idx="142">
                  <c:v>58500</c:v>
                </c:pt>
                <c:pt idx="143">
                  <c:v>58500</c:v>
                </c:pt>
                <c:pt idx="144">
                  <c:v>58500</c:v>
                </c:pt>
                <c:pt idx="145">
                  <c:v>58500</c:v>
                </c:pt>
                <c:pt idx="146">
                  <c:v>58500</c:v>
                </c:pt>
                <c:pt idx="147">
                  <c:v>58500</c:v>
                </c:pt>
                <c:pt idx="148">
                  <c:v>58500</c:v>
                </c:pt>
                <c:pt idx="149">
                  <c:v>58500</c:v>
                </c:pt>
                <c:pt idx="150">
                  <c:v>58500</c:v>
                </c:pt>
                <c:pt idx="151">
                  <c:v>58500</c:v>
                </c:pt>
                <c:pt idx="152">
                  <c:v>58500</c:v>
                </c:pt>
                <c:pt idx="153">
                  <c:v>58500</c:v>
                </c:pt>
                <c:pt idx="154">
                  <c:v>58500</c:v>
                </c:pt>
                <c:pt idx="155">
                  <c:v>58500</c:v>
                </c:pt>
                <c:pt idx="156">
                  <c:v>58500</c:v>
                </c:pt>
                <c:pt idx="157">
                  <c:v>58500</c:v>
                </c:pt>
                <c:pt idx="158">
                  <c:v>58500</c:v>
                </c:pt>
                <c:pt idx="159">
                  <c:v>58500</c:v>
                </c:pt>
                <c:pt idx="160">
                  <c:v>58500</c:v>
                </c:pt>
                <c:pt idx="161">
                  <c:v>58500</c:v>
                </c:pt>
                <c:pt idx="162">
                  <c:v>58500</c:v>
                </c:pt>
                <c:pt idx="163">
                  <c:v>58500</c:v>
                </c:pt>
                <c:pt idx="164">
                  <c:v>58500</c:v>
                </c:pt>
                <c:pt idx="165">
                  <c:v>58500</c:v>
                </c:pt>
                <c:pt idx="166">
                  <c:v>58500</c:v>
                </c:pt>
                <c:pt idx="167">
                  <c:v>58500</c:v>
                </c:pt>
                <c:pt idx="168">
                  <c:v>58500</c:v>
                </c:pt>
                <c:pt idx="169">
                  <c:v>58500</c:v>
                </c:pt>
                <c:pt idx="170">
                  <c:v>58500</c:v>
                </c:pt>
                <c:pt idx="171">
                  <c:v>58500</c:v>
                </c:pt>
                <c:pt idx="172">
                  <c:v>58500</c:v>
                </c:pt>
                <c:pt idx="173">
                  <c:v>58500</c:v>
                </c:pt>
                <c:pt idx="174">
                  <c:v>58500</c:v>
                </c:pt>
                <c:pt idx="175">
                  <c:v>58500</c:v>
                </c:pt>
                <c:pt idx="176">
                  <c:v>58500</c:v>
                </c:pt>
                <c:pt idx="177">
                  <c:v>58500</c:v>
                </c:pt>
                <c:pt idx="178">
                  <c:v>58500</c:v>
                </c:pt>
                <c:pt idx="179">
                  <c:v>58500</c:v>
                </c:pt>
                <c:pt idx="180">
                  <c:v>59000</c:v>
                </c:pt>
                <c:pt idx="181">
                  <c:v>59000</c:v>
                </c:pt>
                <c:pt idx="182">
                  <c:v>59300</c:v>
                </c:pt>
                <c:pt idx="183">
                  <c:v>59300</c:v>
                </c:pt>
                <c:pt idx="184">
                  <c:v>59300</c:v>
                </c:pt>
                <c:pt idx="185">
                  <c:v>59300</c:v>
                </c:pt>
                <c:pt idx="186">
                  <c:v>60000</c:v>
                </c:pt>
                <c:pt idx="187">
                  <c:v>60000</c:v>
                </c:pt>
                <c:pt idx="188">
                  <c:v>60000</c:v>
                </c:pt>
                <c:pt idx="189">
                  <c:v>60500</c:v>
                </c:pt>
                <c:pt idx="190">
                  <c:v>60500</c:v>
                </c:pt>
                <c:pt idx="191">
                  <c:v>60500</c:v>
                </c:pt>
                <c:pt idx="192">
                  <c:v>60500</c:v>
                </c:pt>
                <c:pt idx="193">
                  <c:v>60500</c:v>
                </c:pt>
                <c:pt idx="194">
                  <c:v>61500</c:v>
                </c:pt>
                <c:pt idx="195">
                  <c:v>61500</c:v>
                </c:pt>
                <c:pt idx="196">
                  <c:v>61500</c:v>
                </c:pt>
                <c:pt idx="197">
                  <c:v>61500</c:v>
                </c:pt>
                <c:pt idx="198">
                  <c:v>61500</c:v>
                </c:pt>
                <c:pt idx="199">
                  <c:v>62000</c:v>
                </c:pt>
                <c:pt idx="200">
                  <c:v>62000</c:v>
                </c:pt>
                <c:pt idx="201">
                  <c:v>62300</c:v>
                </c:pt>
                <c:pt idx="202">
                  <c:v>62300</c:v>
                </c:pt>
                <c:pt idx="203">
                  <c:v>62300</c:v>
                </c:pt>
                <c:pt idx="204">
                  <c:v>62300</c:v>
                </c:pt>
                <c:pt idx="205">
                  <c:v>62300</c:v>
                </c:pt>
                <c:pt idx="206">
                  <c:v>62300</c:v>
                </c:pt>
                <c:pt idx="207">
                  <c:v>62300</c:v>
                </c:pt>
                <c:pt idx="208">
                  <c:v>62300</c:v>
                </c:pt>
                <c:pt idx="209">
                  <c:v>62300</c:v>
                </c:pt>
                <c:pt idx="210">
                  <c:v>62300</c:v>
                </c:pt>
                <c:pt idx="211">
                  <c:v>62300</c:v>
                </c:pt>
                <c:pt idx="212">
                  <c:v>62300</c:v>
                </c:pt>
                <c:pt idx="213">
                  <c:v>63000</c:v>
                </c:pt>
                <c:pt idx="214">
                  <c:v>63000</c:v>
                </c:pt>
                <c:pt idx="215">
                  <c:v>63000</c:v>
                </c:pt>
                <c:pt idx="216">
                  <c:v>63000</c:v>
                </c:pt>
                <c:pt idx="217">
                  <c:v>63000</c:v>
                </c:pt>
                <c:pt idx="218">
                  <c:v>63000</c:v>
                </c:pt>
                <c:pt idx="219">
                  <c:v>63000</c:v>
                </c:pt>
                <c:pt idx="220">
                  <c:v>63000</c:v>
                </c:pt>
                <c:pt idx="221">
                  <c:v>63000</c:v>
                </c:pt>
                <c:pt idx="222">
                  <c:v>63000</c:v>
                </c:pt>
                <c:pt idx="223">
                  <c:v>63000</c:v>
                </c:pt>
                <c:pt idx="224">
                  <c:v>63000</c:v>
                </c:pt>
                <c:pt idx="225">
                  <c:v>63000</c:v>
                </c:pt>
                <c:pt idx="226">
                  <c:v>63000</c:v>
                </c:pt>
                <c:pt idx="227">
                  <c:v>63000</c:v>
                </c:pt>
                <c:pt idx="228">
                  <c:v>63000</c:v>
                </c:pt>
                <c:pt idx="229">
                  <c:v>63500</c:v>
                </c:pt>
                <c:pt idx="230">
                  <c:v>63500</c:v>
                </c:pt>
                <c:pt idx="231">
                  <c:v>63500</c:v>
                </c:pt>
                <c:pt idx="232">
                  <c:v>63500</c:v>
                </c:pt>
                <c:pt idx="233">
                  <c:v>63500</c:v>
                </c:pt>
                <c:pt idx="234">
                  <c:v>63500</c:v>
                </c:pt>
                <c:pt idx="235">
                  <c:v>63500</c:v>
                </c:pt>
                <c:pt idx="236">
                  <c:v>64000</c:v>
                </c:pt>
                <c:pt idx="237">
                  <c:v>64000</c:v>
                </c:pt>
                <c:pt idx="238">
                  <c:v>64000</c:v>
                </c:pt>
                <c:pt idx="239">
                  <c:v>64000</c:v>
                </c:pt>
                <c:pt idx="240">
                  <c:v>64000</c:v>
                </c:pt>
                <c:pt idx="241">
                  <c:v>64000</c:v>
                </c:pt>
                <c:pt idx="242">
                  <c:v>64000</c:v>
                </c:pt>
                <c:pt idx="243">
                  <c:v>64000</c:v>
                </c:pt>
                <c:pt idx="244">
                  <c:v>64000</c:v>
                </c:pt>
                <c:pt idx="245">
                  <c:v>64000</c:v>
                </c:pt>
                <c:pt idx="246">
                  <c:v>64000</c:v>
                </c:pt>
                <c:pt idx="247">
                  <c:v>64000</c:v>
                </c:pt>
                <c:pt idx="248">
                  <c:v>64000</c:v>
                </c:pt>
                <c:pt idx="249">
                  <c:v>64500</c:v>
                </c:pt>
                <c:pt idx="250">
                  <c:v>64500</c:v>
                </c:pt>
                <c:pt idx="251">
                  <c:v>64500</c:v>
                </c:pt>
                <c:pt idx="252">
                  <c:v>64500</c:v>
                </c:pt>
                <c:pt idx="253">
                  <c:v>64500</c:v>
                </c:pt>
                <c:pt idx="254">
                  <c:v>64500</c:v>
                </c:pt>
                <c:pt idx="255">
                  <c:v>64500</c:v>
                </c:pt>
                <c:pt idx="256">
                  <c:v>64500</c:v>
                </c:pt>
                <c:pt idx="257">
                  <c:v>64500</c:v>
                </c:pt>
                <c:pt idx="258">
                  <c:v>64500</c:v>
                </c:pt>
                <c:pt idx="259">
                  <c:v>64500</c:v>
                </c:pt>
                <c:pt idx="260">
                  <c:v>64500</c:v>
                </c:pt>
                <c:pt idx="261">
                  <c:v>64500</c:v>
                </c:pt>
                <c:pt idx="262">
                  <c:v>64500</c:v>
                </c:pt>
                <c:pt idx="263">
                  <c:v>65000</c:v>
                </c:pt>
                <c:pt idx="264">
                  <c:v>65000</c:v>
                </c:pt>
                <c:pt idx="265">
                  <c:v>65000</c:v>
                </c:pt>
                <c:pt idx="266">
                  <c:v>65000</c:v>
                </c:pt>
                <c:pt idx="267">
                  <c:v>65000</c:v>
                </c:pt>
                <c:pt idx="268">
                  <c:v>65000</c:v>
                </c:pt>
                <c:pt idx="269">
                  <c:v>65000</c:v>
                </c:pt>
                <c:pt idx="270">
                  <c:v>65000</c:v>
                </c:pt>
                <c:pt idx="271">
                  <c:v>65000</c:v>
                </c:pt>
                <c:pt idx="272">
                  <c:v>65000</c:v>
                </c:pt>
                <c:pt idx="273">
                  <c:v>65000</c:v>
                </c:pt>
                <c:pt idx="274">
                  <c:v>65000</c:v>
                </c:pt>
                <c:pt idx="275">
                  <c:v>65000</c:v>
                </c:pt>
                <c:pt idx="276">
                  <c:v>65000</c:v>
                </c:pt>
                <c:pt idx="277">
                  <c:v>65000</c:v>
                </c:pt>
                <c:pt idx="278">
                  <c:v>65000</c:v>
                </c:pt>
                <c:pt idx="279">
                  <c:v>65000</c:v>
                </c:pt>
                <c:pt idx="280">
                  <c:v>65000</c:v>
                </c:pt>
                <c:pt idx="281">
                  <c:v>65000</c:v>
                </c:pt>
                <c:pt idx="282">
                  <c:v>65000</c:v>
                </c:pt>
                <c:pt idx="283">
                  <c:v>65000</c:v>
                </c:pt>
                <c:pt idx="284">
                  <c:v>65000</c:v>
                </c:pt>
                <c:pt idx="285">
                  <c:v>65000</c:v>
                </c:pt>
                <c:pt idx="286">
                  <c:v>64500</c:v>
                </c:pt>
                <c:pt idx="287">
                  <c:v>64500</c:v>
                </c:pt>
                <c:pt idx="288">
                  <c:v>64500</c:v>
                </c:pt>
                <c:pt idx="289">
                  <c:v>64500</c:v>
                </c:pt>
                <c:pt idx="290">
                  <c:v>64500</c:v>
                </c:pt>
                <c:pt idx="291">
                  <c:v>64500</c:v>
                </c:pt>
                <c:pt idx="292">
                  <c:v>64500</c:v>
                </c:pt>
                <c:pt idx="293">
                  <c:v>64500</c:v>
                </c:pt>
                <c:pt idx="294">
                  <c:v>64500</c:v>
                </c:pt>
                <c:pt idx="295">
                  <c:v>64500</c:v>
                </c:pt>
                <c:pt idx="296">
                  <c:v>64500</c:v>
                </c:pt>
                <c:pt idx="297">
                  <c:v>64500</c:v>
                </c:pt>
                <c:pt idx="298">
                  <c:v>64500</c:v>
                </c:pt>
                <c:pt idx="299">
                  <c:v>64500</c:v>
                </c:pt>
                <c:pt idx="300">
                  <c:v>64500</c:v>
                </c:pt>
                <c:pt idx="301">
                  <c:v>64500</c:v>
                </c:pt>
                <c:pt idx="302">
                  <c:v>64500</c:v>
                </c:pt>
                <c:pt idx="303">
                  <c:v>64500</c:v>
                </c:pt>
                <c:pt idx="304">
                  <c:v>64500</c:v>
                </c:pt>
                <c:pt idx="305">
                  <c:v>64000</c:v>
                </c:pt>
                <c:pt idx="306">
                  <c:v>63000</c:v>
                </c:pt>
                <c:pt idx="307">
                  <c:v>63000</c:v>
                </c:pt>
                <c:pt idx="308">
                  <c:v>63000</c:v>
                </c:pt>
                <c:pt idx="309">
                  <c:v>63000</c:v>
                </c:pt>
                <c:pt idx="310">
                  <c:v>63000</c:v>
                </c:pt>
                <c:pt idx="311">
                  <c:v>63000</c:v>
                </c:pt>
                <c:pt idx="312">
                  <c:v>63000</c:v>
                </c:pt>
                <c:pt idx="313">
                  <c:v>63000</c:v>
                </c:pt>
                <c:pt idx="314">
                  <c:v>62500</c:v>
                </c:pt>
                <c:pt idx="315">
                  <c:v>62500</c:v>
                </c:pt>
                <c:pt idx="316">
                  <c:v>62500</c:v>
                </c:pt>
                <c:pt idx="317">
                  <c:v>62500</c:v>
                </c:pt>
                <c:pt idx="318">
                  <c:v>62500</c:v>
                </c:pt>
                <c:pt idx="319">
                  <c:v>62500</c:v>
                </c:pt>
                <c:pt idx="320">
                  <c:v>62500</c:v>
                </c:pt>
                <c:pt idx="321">
                  <c:v>62500</c:v>
                </c:pt>
                <c:pt idx="322">
                  <c:v>62500</c:v>
                </c:pt>
                <c:pt idx="323">
                  <c:v>62500</c:v>
                </c:pt>
                <c:pt idx="324">
                  <c:v>62500</c:v>
                </c:pt>
                <c:pt idx="325">
                  <c:v>62500</c:v>
                </c:pt>
                <c:pt idx="326">
                  <c:v>62500</c:v>
                </c:pt>
                <c:pt idx="327">
                  <c:v>62500</c:v>
                </c:pt>
                <c:pt idx="328">
                  <c:v>62500</c:v>
                </c:pt>
                <c:pt idx="329">
                  <c:v>62500</c:v>
                </c:pt>
                <c:pt idx="330">
                  <c:v>62500</c:v>
                </c:pt>
                <c:pt idx="331">
                  <c:v>62500</c:v>
                </c:pt>
                <c:pt idx="332">
                  <c:v>64000</c:v>
                </c:pt>
                <c:pt idx="333">
                  <c:v>64000</c:v>
                </c:pt>
                <c:pt idx="334">
                  <c:v>64000</c:v>
                </c:pt>
                <c:pt idx="335">
                  <c:v>64000</c:v>
                </c:pt>
                <c:pt idx="336">
                  <c:v>64000</c:v>
                </c:pt>
                <c:pt idx="337">
                  <c:v>64000</c:v>
                </c:pt>
                <c:pt idx="338">
                  <c:v>64000</c:v>
                </c:pt>
                <c:pt idx="339">
                  <c:v>64000</c:v>
                </c:pt>
                <c:pt idx="340">
                  <c:v>64000</c:v>
                </c:pt>
                <c:pt idx="341">
                  <c:v>64000</c:v>
                </c:pt>
                <c:pt idx="342">
                  <c:v>64000</c:v>
                </c:pt>
                <c:pt idx="343">
                  <c:v>64000</c:v>
                </c:pt>
                <c:pt idx="344">
                  <c:v>64000</c:v>
                </c:pt>
                <c:pt idx="345">
                  <c:v>64000</c:v>
                </c:pt>
                <c:pt idx="346">
                  <c:v>64000</c:v>
                </c:pt>
                <c:pt idx="347">
                  <c:v>68000</c:v>
                </c:pt>
                <c:pt idx="348">
                  <c:v>68000</c:v>
                </c:pt>
                <c:pt idx="349">
                  <c:v>70000</c:v>
                </c:pt>
                <c:pt idx="350">
                  <c:v>70000</c:v>
                </c:pt>
                <c:pt idx="351">
                  <c:v>70000</c:v>
                </c:pt>
                <c:pt idx="352">
                  <c:v>70000</c:v>
                </c:pt>
                <c:pt idx="353">
                  <c:v>70000</c:v>
                </c:pt>
                <c:pt idx="354">
                  <c:v>70000</c:v>
                </c:pt>
                <c:pt idx="355">
                  <c:v>70000</c:v>
                </c:pt>
                <c:pt idx="356">
                  <c:v>73000</c:v>
                </c:pt>
                <c:pt idx="357">
                  <c:v>73000</c:v>
                </c:pt>
                <c:pt idx="358">
                  <c:v>73000</c:v>
                </c:pt>
                <c:pt idx="359">
                  <c:v>73000</c:v>
                </c:pt>
                <c:pt idx="360">
                  <c:v>73000</c:v>
                </c:pt>
                <c:pt idx="361">
                  <c:v>73000</c:v>
                </c:pt>
                <c:pt idx="362">
                  <c:v>73000</c:v>
                </c:pt>
                <c:pt idx="363">
                  <c:v>76000</c:v>
                </c:pt>
                <c:pt idx="364">
                  <c:v>76000</c:v>
                </c:pt>
                <c:pt idx="365">
                  <c:v>76000</c:v>
                </c:pt>
                <c:pt idx="366">
                  <c:v>76000</c:v>
                </c:pt>
                <c:pt idx="367">
                  <c:v>76000</c:v>
                </c:pt>
                <c:pt idx="368">
                  <c:v>76000</c:v>
                </c:pt>
                <c:pt idx="369">
                  <c:v>76000</c:v>
                </c:pt>
                <c:pt idx="370">
                  <c:v>76000</c:v>
                </c:pt>
                <c:pt idx="371">
                  <c:v>76000</c:v>
                </c:pt>
                <c:pt idx="372">
                  <c:v>76000</c:v>
                </c:pt>
                <c:pt idx="373">
                  <c:v>76000</c:v>
                </c:pt>
                <c:pt idx="374">
                  <c:v>76000</c:v>
                </c:pt>
                <c:pt idx="375">
                  <c:v>76000</c:v>
                </c:pt>
                <c:pt idx="376">
                  <c:v>76000</c:v>
                </c:pt>
                <c:pt idx="377">
                  <c:v>76000</c:v>
                </c:pt>
                <c:pt idx="378">
                  <c:v>76000</c:v>
                </c:pt>
                <c:pt idx="379">
                  <c:v>76000</c:v>
                </c:pt>
                <c:pt idx="380">
                  <c:v>76000</c:v>
                </c:pt>
                <c:pt idx="381">
                  <c:v>76000</c:v>
                </c:pt>
                <c:pt idx="382">
                  <c:v>76000</c:v>
                </c:pt>
                <c:pt idx="383">
                  <c:v>76000</c:v>
                </c:pt>
                <c:pt idx="384">
                  <c:v>76000</c:v>
                </c:pt>
                <c:pt idx="385">
                  <c:v>76000</c:v>
                </c:pt>
                <c:pt idx="386">
                  <c:v>76000</c:v>
                </c:pt>
                <c:pt idx="387">
                  <c:v>76000</c:v>
                </c:pt>
                <c:pt idx="388">
                  <c:v>76000</c:v>
                </c:pt>
                <c:pt idx="389">
                  <c:v>76000</c:v>
                </c:pt>
                <c:pt idx="390">
                  <c:v>76000</c:v>
                </c:pt>
                <c:pt idx="391">
                  <c:v>76000</c:v>
                </c:pt>
                <c:pt idx="392">
                  <c:v>76000</c:v>
                </c:pt>
                <c:pt idx="393">
                  <c:v>76000</c:v>
                </c:pt>
                <c:pt idx="394">
                  <c:v>76000</c:v>
                </c:pt>
                <c:pt idx="395">
                  <c:v>76000</c:v>
                </c:pt>
                <c:pt idx="396">
                  <c:v>76000</c:v>
                </c:pt>
                <c:pt idx="397">
                  <c:v>76000</c:v>
                </c:pt>
                <c:pt idx="398">
                  <c:v>76000</c:v>
                </c:pt>
                <c:pt idx="399">
                  <c:v>76000</c:v>
                </c:pt>
                <c:pt idx="400">
                  <c:v>76000</c:v>
                </c:pt>
                <c:pt idx="401">
                  <c:v>76000</c:v>
                </c:pt>
                <c:pt idx="402">
                  <c:v>76000</c:v>
                </c:pt>
                <c:pt idx="403">
                  <c:v>77500</c:v>
                </c:pt>
                <c:pt idx="404">
                  <c:v>77500</c:v>
                </c:pt>
                <c:pt idx="405">
                  <c:v>77500</c:v>
                </c:pt>
                <c:pt idx="406">
                  <c:v>77500</c:v>
                </c:pt>
                <c:pt idx="407">
                  <c:v>77500</c:v>
                </c:pt>
                <c:pt idx="408">
                  <c:v>77500</c:v>
                </c:pt>
                <c:pt idx="409">
                  <c:v>80500</c:v>
                </c:pt>
                <c:pt idx="410">
                  <c:v>80500</c:v>
                </c:pt>
                <c:pt idx="411">
                  <c:v>80500</c:v>
                </c:pt>
                <c:pt idx="412">
                  <c:v>80500</c:v>
                </c:pt>
                <c:pt idx="413">
                  <c:v>80500</c:v>
                </c:pt>
                <c:pt idx="414">
                  <c:v>80500</c:v>
                </c:pt>
                <c:pt idx="415">
                  <c:v>80500</c:v>
                </c:pt>
                <c:pt idx="416">
                  <c:v>80500</c:v>
                </c:pt>
                <c:pt idx="417">
                  <c:v>80500</c:v>
                </c:pt>
                <c:pt idx="418">
                  <c:v>80500</c:v>
                </c:pt>
                <c:pt idx="419">
                  <c:v>80500</c:v>
                </c:pt>
                <c:pt idx="420">
                  <c:v>80500</c:v>
                </c:pt>
                <c:pt idx="421">
                  <c:v>80500</c:v>
                </c:pt>
                <c:pt idx="422">
                  <c:v>80500</c:v>
                </c:pt>
                <c:pt idx="423">
                  <c:v>80500</c:v>
                </c:pt>
                <c:pt idx="424">
                  <c:v>80500</c:v>
                </c:pt>
                <c:pt idx="425">
                  <c:v>80500</c:v>
                </c:pt>
                <c:pt idx="426">
                  <c:v>80500</c:v>
                </c:pt>
                <c:pt idx="427">
                  <c:v>80500</c:v>
                </c:pt>
                <c:pt idx="428">
                  <c:v>80500</c:v>
                </c:pt>
                <c:pt idx="429">
                  <c:v>80500</c:v>
                </c:pt>
                <c:pt idx="430">
                  <c:v>80500</c:v>
                </c:pt>
                <c:pt idx="431">
                  <c:v>80500</c:v>
                </c:pt>
                <c:pt idx="432">
                  <c:v>80500</c:v>
                </c:pt>
                <c:pt idx="433">
                  <c:v>80500</c:v>
                </c:pt>
                <c:pt idx="434">
                  <c:v>80500</c:v>
                </c:pt>
                <c:pt idx="435">
                  <c:v>80500</c:v>
                </c:pt>
                <c:pt idx="436">
                  <c:v>80500</c:v>
                </c:pt>
                <c:pt idx="437">
                  <c:v>80500</c:v>
                </c:pt>
                <c:pt idx="438">
                  <c:v>80500</c:v>
                </c:pt>
                <c:pt idx="439">
                  <c:v>80500</c:v>
                </c:pt>
                <c:pt idx="440">
                  <c:v>80500</c:v>
                </c:pt>
                <c:pt idx="441">
                  <c:v>80500</c:v>
                </c:pt>
                <c:pt idx="442">
                  <c:v>80500</c:v>
                </c:pt>
                <c:pt idx="443">
                  <c:v>80500</c:v>
                </c:pt>
                <c:pt idx="444">
                  <c:v>80500</c:v>
                </c:pt>
                <c:pt idx="445">
                  <c:v>80500</c:v>
                </c:pt>
                <c:pt idx="446">
                  <c:v>80500</c:v>
                </c:pt>
                <c:pt idx="447">
                  <c:v>80500</c:v>
                </c:pt>
                <c:pt idx="448">
                  <c:v>80500</c:v>
                </c:pt>
                <c:pt idx="449">
                  <c:v>80500</c:v>
                </c:pt>
                <c:pt idx="450">
                  <c:v>80500</c:v>
                </c:pt>
                <c:pt idx="451">
                  <c:v>80500</c:v>
                </c:pt>
                <c:pt idx="452">
                  <c:v>80500</c:v>
                </c:pt>
                <c:pt idx="453">
                  <c:v>80500</c:v>
                </c:pt>
                <c:pt idx="454">
                  <c:v>80500</c:v>
                </c:pt>
                <c:pt idx="455">
                  <c:v>80500</c:v>
                </c:pt>
                <c:pt idx="456">
                  <c:v>80500</c:v>
                </c:pt>
                <c:pt idx="457">
                  <c:v>80500</c:v>
                </c:pt>
                <c:pt idx="458">
                  <c:v>80500</c:v>
                </c:pt>
                <c:pt idx="459">
                  <c:v>80500</c:v>
                </c:pt>
                <c:pt idx="460">
                  <c:v>80500</c:v>
                </c:pt>
                <c:pt idx="461">
                  <c:v>80500</c:v>
                </c:pt>
                <c:pt idx="462">
                  <c:v>80500</c:v>
                </c:pt>
                <c:pt idx="463">
                  <c:v>80500</c:v>
                </c:pt>
                <c:pt idx="464">
                  <c:v>80500</c:v>
                </c:pt>
                <c:pt idx="465">
                  <c:v>80500</c:v>
                </c:pt>
                <c:pt idx="466">
                  <c:v>80500</c:v>
                </c:pt>
                <c:pt idx="467">
                  <c:v>80500</c:v>
                </c:pt>
                <c:pt idx="468">
                  <c:v>80500</c:v>
                </c:pt>
                <c:pt idx="469">
                  <c:v>80500</c:v>
                </c:pt>
                <c:pt idx="470">
                  <c:v>80500</c:v>
                </c:pt>
                <c:pt idx="471">
                  <c:v>80500</c:v>
                </c:pt>
                <c:pt idx="472">
                  <c:v>80500</c:v>
                </c:pt>
                <c:pt idx="473">
                  <c:v>80500</c:v>
                </c:pt>
                <c:pt idx="474">
                  <c:v>80500</c:v>
                </c:pt>
                <c:pt idx="475">
                  <c:v>80500</c:v>
                </c:pt>
                <c:pt idx="476">
                  <c:v>80500</c:v>
                </c:pt>
                <c:pt idx="477">
                  <c:v>80500</c:v>
                </c:pt>
                <c:pt idx="478">
                  <c:v>80500</c:v>
                </c:pt>
                <c:pt idx="479">
                  <c:v>80500</c:v>
                </c:pt>
                <c:pt idx="480">
                  <c:v>80500</c:v>
                </c:pt>
                <c:pt idx="481">
                  <c:v>80500</c:v>
                </c:pt>
                <c:pt idx="482">
                  <c:v>80500</c:v>
                </c:pt>
                <c:pt idx="483">
                  <c:v>80500</c:v>
                </c:pt>
                <c:pt idx="484">
                  <c:v>80500</c:v>
                </c:pt>
                <c:pt idx="485">
                  <c:v>80500</c:v>
                </c:pt>
                <c:pt idx="486">
                  <c:v>80500</c:v>
                </c:pt>
                <c:pt idx="487">
                  <c:v>80500</c:v>
                </c:pt>
                <c:pt idx="488">
                  <c:v>80500</c:v>
                </c:pt>
                <c:pt idx="489">
                  <c:v>80500</c:v>
                </c:pt>
                <c:pt idx="490">
                  <c:v>80500</c:v>
                </c:pt>
                <c:pt idx="491">
                  <c:v>80500</c:v>
                </c:pt>
                <c:pt idx="492">
                  <c:v>80500</c:v>
                </c:pt>
                <c:pt idx="493">
                  <c:v>80500</c:v>
                </c:pt>
                <c:pt idx="494">
                  <c:v>80500</c:v>
                </c:pt>
                <c:pt idx="495">
                  <c:v>80500</c:v>
                </c:pt>
                <c:pt idx="496">
                  <c:v>78500</c:v>
                </c:pt>
                <c:pt idx="497">
                  <c:v>78500</c:v>
                </c:pt>
                <c:pt idx="498">
                  <c:v>78500</c:v>
                </c:pt>
                <c:pt idx="499">
                  <c:v>78500</c:v>
                </c:pt>
                <c:pt idx="500">
                  <c:v>78500</c:v>
                </c:pt>
                <c:pt idx="501">
                  <c:v>78500</c:v>
                </c:pt>
                <c:pt idx="502">
                  <c:v>75000</c:v>
                </c:pt>
                <c:pt idx="503">
                  <c:v>75000</c:v>
                </c:pt>
                <c:pt idx="504">
                  <c:v>75000</c:v>
                </c:pt>
                <c:pt idx="505">
                  <c:v>75000</c:v>
                </c:pt>
                <c:pt idx="506">
                  <c:v>75000</c:v>
                </c:pt>
                <c:pt idx="507">
                  <c:v>66000</c:v>
                </c:pt>
                <c:pt idx="508">
                  <c:v>66000</c:v>
                </c:pt>
                <c:pt idx="509">
                  <c:v>66000</c:v>
                </c:pt>
                <c:pt idx="510">
                  <c:v>66000</c:v>
                </c:pt>
                <c:pt idx="511">
                  <c:v>66000</c:v>
                </c:pt>
                <c:pt idx="512">
                  <c:v>66000</c:v>
                </c:pt>
                <c:pt idx="513">
                  <c:v>66000</c:v>
                </c:pt>
                <c:pt idx="514">
                  <c:v>66000</c:v>
                </c:pt>
                <c:pt idx="515">
                  <c:v>66000</c:v>
                </c:pt>
                <c:pt idx="516">
                  <c:v>66000</c:v>
                </c:pt>
                <c:pt idx="517">
                  <c:v>66000</c:v>
                </c:pt>
                <c:pt idx="518">
                  <c:v>66000</c:v>
                </c:pt>
                <c:pt idx="519">
                  <c:v>60000</c:v>
                </c:pt>
                <c:pt idx="520">
                  <c:v>60000</c:v>
                </c:pt>
                <c:pt idx="521">
                  <c:v>60000</c:v>
                </c:pt>
                <c:pt idx="522">
                  <c:v>60000</c:v>
                </c:pt>
                <c:pt idx="523">
                  <c:v>60000</c:v>
                </c:pt>
                <c:pt idx="524">
                  <c:v>60000</c:v>
                </c:pt>
                <c:pt idx="525">
                  <c:v>56000</c:v>
                </c:pt>
                <c:pt idx="526">
                  <c:v>56000</c:v>
                </c:pt>
                <c:pt idx="527">
                  <c:v>56000</c:v>
                </c:pt>
                <c:pt idx="528">
                  <c:v>56000</c:v>
                </c:pt>
                <c:pt idx="529">
                  <c:v>56000</c:v>
                </c:pt>
                <c:pt idx="530">
                  <c:v>56000</c:v>
                </c:pt>
                <c:pt idx="531">
                  <c:v>52500</c:v>
                </c:pt>
                <c:pt idx="532">
                  <c:v>52500</c:v>
                </c:pt>
                <c:pt idx="533">
                  <c:v>52500</c:v>
                </c:pt>
                <c:pt idx="534">
                  <c:v>52500</c:v>
                </c:pt>
                <c:pt idx="535">
                  <c:v>52500</c:v>
                </c:pt>
                <c:pt idx="536">
                  <c:v>52500</c:v>
                </c:pt>
                <c:pt idx="537">
                  <c:v>52500</c:v>
                </c:pt>
                <c:pt idx="538">
                  <c:v>52500</c:v>
                </c:pt>
                <c:pt idx="539">
                  <c:v>52000</c:v>
                </c:pt>
                <c:pt idx="540">
                  <c:v>52000</c:v>
                </c:pt>
                <c:pt idx="541">
                  <c:v>52000</c:v>
                </c:pt>
                <c:pt idx="542">
                  <c:v>51500</c:v>
                </c:pt>
                <c:pt idx="543">
                  <c:v>51500</c:v>
                </c:pt>
                <c:pt idx="544">
                  <c:v>51000</c:v>
                </c:pt>
                <c:pt idx="545">
                  <c:v>51000</c:v>
                </c:pt>
                <c:pt idx="546">
                  <c:v>51000</c:v>
                </c:pt>
                <c:pt idx="547">
                  <c:v>51000</c:v>
                </c:pt>
                <c:pt idx="548">
                  <c:v>51000</c:v>
                </c:pt>
                <c:pt idx="549">
                  <c:v>51000</c:v>
                </c:pt>
                <c:pt idx="550">
                  <c:v>50500</c:v>
                </c:pt>
                <c:pt idx="551">
                  <c:v>50500</c:v>
                </c:pt>
                <c:pt idx="552">
                  <c:v>50500</c:v>
                </c:pt>
                <c:pt idx="553">
                  <c:v>50500</c:v>
                </c:pt>
                <c:pt idx="554">
                  <c:v>50500</c:v>
                </c:pt>
                <c:pt idx="555">
                  <c:v>50500</c:v>
                </c:pt>
                <c:pt idx="556">
                  <c:v>50500</c:v>
                </c:pt>
                <c:pt idx="557">
                  <c:v>50500</c:v>
                </c:pt>
                <c:pt idx="558">
                  <c:v>50500</c:v>
                </c:pt>
                <c:pt idx="559">
                  <c:v>50500</c:v>
                </c:pt>
                <c:pt idx="560">
                  <c:v>50500</c:v>
                </c:pt>
                <c:pt idx="561">
                  <c:v>50500</c:v>
                </c:pt>
                <c:pt idx="562">
                  <c:v>50500</c:v>
                </c:pt>
                <c:pt idx="563">
                  <c:v>50500</c:v>
                </c:pt>
                <c:pt idx="564">
                  <c:v>50500</c:v>
                </c:pt>
                <c:pt idx="565">
                  <c:v>50500</c:v>
                </c:pt>
                <c:pt idx="566">
                  <c:v>50500</c:v>
                </c:pt>
                <c:pt idx="567">
                  <c:v>50500</c:v>
                </c:pt>
                <c:pt idx="568">
                  <c:v>50500</c:v>
                </c:pt>
                <c:pt idx="569">
                  <c:v>50500</c:v>
                </c:pt>
                <c:pt idx="570">
                  <c:v>50500</c:v>
                </c:pt>
                <c:pt idx="571">
                  <c:v>50500</c:v>
                </c:pt>
                <c:pt idx="572">
                  <c:v>50500</c:v>
                </c:pt>
                <c:pt idx="573">
                  <c:v>50000</c:v>
                </c:pt>
                <c:pt idx="574">
                  <c:v>50000</c:v>
                </c:pt>
                <c:pt idx="575">
                  <c:v>50000</c:v>
                </c:pt>
                <c:pt idx="576">
                  <c:v>50000</c:v>
                </c:pt>
                <c:pt idx="577">
                  <c:v>50000</c:v>
                </c:pt>
                <c:pt idx="578">
                  <c:v>50000</c:v>
                </c:pt>
                <c:pt idx="579">
                  <c:v>50000</c:v>
                </c:pt>
                <c:pt idx="580">
                  <c:v>50000</c:v>
                </c:pt>
                <c:pt idx="581">
                  <c:v>50000</c:v>
                </c:pt>
                <c:pt idx="582">
                  <c:v>50000</c:v>
                </c:pt>
                <c:pt idx="583">
                  <c:v>50000</c:v>
                </c:pt>
                <c:pt idx="584">
                  <c:v>50000</c:v>
                </c:pt>
                <c:pt idx="585">
                  <c:v>50000</c:v>
                </c:pt>
                <c:pt idx="586">
                  <c:v>50000</c:v>
                </c:pt>
                <c:pt idx="587">
                  <c:v>50000</c:v>
                </c:pt>
                <c:pt idx="588">
                  <c:v>50000</c:v>
                </c:pt>
                <c:pt idx="589">
                  <c:v>50000</c:v>
                </c:pt>
                <c:pt idx="590">
                  <c:v>50000</c:v>
                </c:pt>
                <c:pt idx="591">
                  <c:v>50000</c:v>
                </c:pt>
                <c:pt idx="592">
                  <c:v>50000</c:v>
                </c:pt>
                <c:pt idx="593">
                  <c:v>50000</c:v>
                </c:pt>
                <c:pt idx="594">
                  <c:v>50000</c:v>
                </c:pt>
                <c:pt idx="595">
                  <c:v>50000</c:v>
                </c:pt>
                <c:pt idx="596">
                  <c:v>50000</c:v>
                </c:pt>
                <c:pt idx="597">
                  <c:v>50000</c:v>
                </c:pt>
                <c:pt idx="598">
                  <c:v>50000</c:v>
                </c:pt>
                <c:pt idx="599">
                  <c:v>50000</c:v>
                </c:pt>
                <c:pt idx="600">
                  <c:v>50000</c:v>
                </c:pt>
                <c:pt idx="601">
                  <c:v>50000</c:v>
                </c:pt>
                <c:pt idx="602">
                  <c:v>50000</c:v>
                </c:pt>
                <c:pt idx="603">
                  <c:v>50000</c:v>
                </c:pt>
                <c:pt idx="604">
                  <c:v>50000</c:v>
                </c:pt>
                <c:pt idx="605">
                  <c:v>50000</c:v>
                </c:pt>
                <c:pt idx="606">
                  <c:v>50000</c:v>
                </c:pt>
                <c:pt idx="607">
                  <c:v>50000</c:v>
                </c:pt>
                <c:pt idx="608">
                  <c:v>49000</c:v>
                </c:pt>
                <c:pt idx="609">
                  <c:v>49000</c:v>
                </c:pt>
                <c:pt idx="610">
                  <c:v>49000</c:v>
                </c:pt>
                <c:pt idx="611">
                  <c:v>49000</c:v>
                </c:pt>
                <c:pt idx="612">
                  <c:v>47000</c:v>
                </c:pt>
                <c:pt idx="613">
                  <c:v>47000</c:v>
                </c:pt>
                <c:pt idx="614">
                  <c:v>47000</c:v>
                </c:pt>
                <c:pt idx="615">
                  <c:v>47000</c:v>
                </c:pt>
                <c:pt idx="616">
                  <c:v>47000</c:v>
                </c:pt>
                <c:pt idx="617">
                  <c:v>47000</c:v>
                </c:pt>
                <c:pt idx="618">
                  <c:v>47000</c:v>
                </c:pt>
                <c:pt idx="619">
                  <c:v>47000</c:v>
                </c:pt>
                <c:pt idx="620">
                  <c:v>47000</c:v>
                </c:pt>
                <c:pt idx="621">
                  <c:v>46500</c:v>
                </c:pt>
                <c:pt idx="622">
                  <c:v>46500</c:v>
                </c:pt>
                <c:pt idx="623">
                  <c:v>46500</c:v>
                </c:pt>
                <c:pt idx="624">
                  <c:v>46500</c:v>
                </c:pt>
                <c:pt idx="625">
                  <c:v>46500</c:v>
                </c:pt>
                <c:pt idx="626">
                  <c:v>46500</c:v>
                </c:pt>
                <c:pt idx="627">
                  <c:v>46500</c:v>
                </c:pt>
                <c:pt idx="628">
                  <c:v>46500</c:v>
                </c:pt>
                <c:pt idx="629">
                  <c:v>46500</c:v>
                </c:pt>
                <c:pt idx="630">
                  <c:v>46500</c:v>
                </c:pt>
                <c:pt idx="631">
                  <c:v>46500</c:v>
                </c:pt>
                <c:pt idx="632">
                  <c:v>46500</c:v>
                </c:pt>
                <c:pt idx="633">
                  <c:v>46500</c:v>
                </c:pt>
                <c:pt idx="634">
                  <c:v>46000</c:v>
                </c:pt>
                <c:pt idx="635">
                  <c:v>46000</c:v>
                </c:pt>
                <c:pt idx="636">
                  <c:v>46000</c:v>
                </c:pt>
                <c:pt idx="637">
                  <c:v>46000</c:v>
                </c:pt>
                <c:pt idx="638">
                  <c:v>46000</c:v>
                </c:pt>
                <c:pt idx="639">
                  <c:v>46000</c:v>
                </c:pt>
                <c:pt idx="640">
                  <c:v>41500</c:v>
                </c:pt>
                <c:pt idx="641">
                  <c:v>41500</c:v>
                </c:pt>
                <c:pt idx="642">
                  <c:v>41500</c:v>
                </c:pt>
                <c:pt idx="643">
                  <c:v>41500</c:v>
                </c:pt>
                <c:pt idx="644">
                  <c:v>41500</c:v>
                </c:pt>
                <c:pt idx="645">
                  <c:v>41500</c:v>
                </c:pt>
                <c:pt idx="646">
                  <c:v>41500</c:v>
                </c:pt>
                <c:pt idx="647">
                  <c:v>41500</c:v>
                </c:pt>
                <c:pt idx="648">
                  <c:v>41500</c:v>
                </c:pt>
                <c:pt idx="649">
                  <c:v>41500</c:v>
                </c:pt>
                <c:pt idx="650">
                  <c:v>39500</c:v>
                </c:pt>
                <c:pt idx="651">
                  <c:v>39500</c:v>
                </c:pt>
                <c:pt idx="652">
                  <c:v>39500</c:v>
                </c:pt>
                <c:pt idx="653">
                  <c:v>39500</c:v>
                </c:pt>
                <c:pt idx="654">
                  <c:v>39500</c:v>
                </c:pt>
                <c:pt idx="655">
                  <c:v>39500</c:v>
                </c:pt>
                <c:pt idx="656">
                  <c:v>39500</c:v>
                </c:pt>
                <c:pt idx="657">
                  <c:v>39000</c:v>
                </c:pt>
                <c:pt idx="658">
                  <c:v>38000</c:v>
                </c:pt>
                <c:pt idx="659">
                  <c:v>38000</c:v>
                </c:pt>
                <c:pt idx="660">
                  <c:v>38000</c:v>
                </c:pt>
                <c:pt idx="661">
                  <c:v>36500</c:v>
                </c:pt>
                <c:pt idx="662">
                  <c:v>36500</c:v>
                </c:pt>
                <c:pt idx="663">
                  <c:v>36500</c:v>
                </c:pt>
                <c:pt idx="664">
                  <c:v>36500</c:v>
                </c:pt>
                <c:pt idx="665">
                  <c:v>36500</c:v>
                </c:pt>
                <c:pt idx="666">
                  <c:v>36500</c:v>
                </c:pt>
                <c:pt idx="667">
                  <c:v>36500</c:v>
                </c:pt>
                <c:pt idx="668">
                  <c:v>36500</c:v>
                </c:pt>
                <c:pt idx="669">
                  <c:v>35500</c:v>
                </c:pt>
                <c:pt idx="670">
                  <c:v>35500</c:v>
                </c:pt>
                <c:pt idx="671">
                  <c:v>35500</c:v>
                </c:pt>
                <c:pt idx="672">
                  <c:v>35500</c:v>
                </c:pt>
                <c:pt idx="673">
                  <c:v>35500</c:v>
                </c:pt>
                <c:pt idx="674">
                  <c:v>35500</c:v>
                </c:pt>
                <c:pt idx="675">
                  <c:v>35500</c:v>
                </c:pt>
                <c:pt idx="676">
                  <c:v>35500</c:v>
                </c:pt>
                <c:pt idx="677">
                  <c:v>33500</c:v>
                </c:pt>
                <c:pt idx="678">
                  <c:v>33500</c:v>
                </c:pt>
                <c:pt idx="679">
                  <c:v>33500</c:v>
                </c:pt>
                <c:pt idx="680">
                  <c:v>33500</c:v>
                </c:pt>
                <c:pt idx="681">
                  <c:v>33500</c:v>
                </c:pt>
                <c:pt idx="682">
                  <c:v>33500</c:v>
                </c:pt>
                <c:pt idx="683">
                  <c:v>33000</c:v>
                </c:pt>
                <c:pt idx="684">
                  <c:v>32500</c:v>
                </c:pt>
                <c:pt idx="685">
                  <c:v>32500</c:v>
                </c:pt>
                <c:pt idx="686">
                  <c:v>32500</c:v>
                </c:pt>
                <c:pt idx="687">
                  <c:v>32500</c:v>
                </c:pt>
                <c:pt idx="688">
                  <c:v>32500</c:v>
                </c:pt>
                <c:pt idx="689">
                  <c:v>32500</c:v>
                </c:pt>
                <c:pt idx="690">
                  <c:v>32500</c:v>
                </c:pt>
                <c:pt idx="691">
                  <c:v>32000</c:v>
                </c:pt>
                <c:pt idx="692">
                  <c:v>32000</c:v>
                </c:pt>
                <c:pt idx="693">
                  <c:v>32000</c:v>
                </c:pt>
                <c:pt idx="694">
                  <c:v>32000</c:v>
                </c:pt>
                <c:pt idx="695">
                  <c:v>32000</c:v>
                </c:pt>
                <c:pt idx="696">
                  <c:v>32000</c:v>
                </c:pt>
                <c:pt idx="697">
                  <c:v>32000</c:v>
                </c:pt>
                <c:pt idx="698">
                  <c:v>32000</c:v>
                </c:pt>
                <c:pt idx="699">
                  <c:v>31500</c:v>
                </c:pt>
                <c:pt idx="700">
                  <c:v>31500</c:v>
                </c:pt>
                <c:pt idx="701">
                  <c:v>31500</c:v>
                </c:pt>
                <c:pt idx="702">
                  <c:v>31500</c:v>
                </c:pt>
                <c:pt idx="703">
                  <c:v>31500</c:v>
                </c:pt>
                <c:pt idx="704">
                  <c:v>31500</c:v>
                </c:pt>
                <c:pt idx="705">
                  <c:v>31500</c:v>
                </c:pt>
                <c:pt idx="706">
                  <c:v>30500</c:v>
                </c:pt>
                <c:pt idx="707">
                  <c:v>30500</c:v>
                </c:pt>
                <c:pt idx="708">
                  <c:v>30500</c:v>
                </c:pt>
                <c:pt idx="709">
                  <c:v>30500</c:v>
                </c:pt>
                <c:pt idx="710">
                  <c:v>30500</c:v>
                </c:pt>
                <c:pt idx="711">
                  <c:v>30500</c:v>
                </c:pt>
                <c:pt idx="712">
                  <c:v>30500</c:v>
                </c:pt>
                <c:pt idx="713">
                  <c:v>30500</c:v>
                </c:pt>
                <c:pt idx="714">
                  <c:v>30500</c:v>
                </c:pt>
                <c:pt idx="715">
                  <c:v>30500</c:v>
                </c:pt>
                <c:pt idx="716">
                  <c:v>30500</c:v>
                </c:pt>
                <c:pt idx="717">
                  <c:v>30500</c:v>
                </c:pt>
                <c:pt idx="718">
                  <c:v>30500</c:v>
                </c:pt>
                <c:pt idx="719">
                  <c:v>30000</c:v>
                </c:pt>
                <c:pt idx="720">
                  <c:v>30000</c:v>
                </c:pt>
                <c:pt idx="721">
                  <c:v>30000</c:v>
                </c:pt>
                <c:pt idx="722">
                  <c:v>30000</c:v>
                </c:pt>
                <c:pt idx="723">
                  <c:v>30000</c:v>
                </c:pt>
                <c:pt idx="724">
                  <c:v>30000</c:v>
                </c:pt>
                <c:pt idx="725">
                  <c:v>30000</c:v>
                </c:pt>
                <c:pt idx="726">
                  <c:v>29500</c:v>
                </c:pt>
                <c:pt idx="727">
                  <c:v>29500</c:v>
                </c:pt>
                <c:pt idx="728">
                  <c:v>29500</c:v>
                </c:pt>
                <c:pt idx="729">
                  <c:v>29500</c:v>
                </c:pt>
                <c:pt idx="730">
                  <c:v>29500</c:v>
                </c:pt>
                <c:pt idx="731">
                  <c:v>29500</c:v>
                </c:pt>
                <c:pt idx="732">
                  <c:v>29500</c:v>
                </c:pt>
                <c:pt idx="733">
                  <c:v>29500</c:v>
                </c:pt>
                <c:pt idx="734">
                  <c:v>29500</c:v>
                </c:pt>
                <c:pt idx="735">
                  <c:v>29000</c:v>
                </c:pt>
                <c:pt idx="736">
                  <c:v>29000</c:v>
                </c:pt>
                <c:pt idx="737">
                  <c:v>29000</c:v>
                </c:pt>
                <c:pt idx="738">
                  <c:v>29000</c:v>
                </c:pt>
                <c:pt idx="739">
                  <c:v>29000</c:v>
                </c:pt>
                <c:pt idx="740">
                  <c:v>29000</c:v>
                </c:pt>
                <c:pt idx="741">
                  <c:v>29000</c:v>
                </c:pt>
                <c:pt idx="742">
                  <c:v>29000</c:v>
                </c:pt>
                <c:pt idx="743">
                  <c:v>29000</c:v>
                </c:pt>
                <c:pt idx="744">
                  <c:v>29000</c:v>
                </c:pt>
                <c:pt idx="745">
                  <c:v>29000</c:v>
                </c:pt>
                <c:pt idx="746">
                  <c:v>29000</c:v>
                </c:pt>
                <c:pt idx="747">
                  <c:v>29000</c:v>
                </c:pt>
                <c:pt idx="748">
                  <c:v>29000</c:v>
                </c:pt>
                <c:pt idx="749">
                  <c:v>29000</c:v>
                </c:pt>
                <c:pt idx="750">
                  <c:v>29000</c:v>
                </c:pt>
                <c:pt idx="751">
                  <c:v>29000</c:v>
                </c:pt>
                <c:pt idx="752">
                  <c:v>29000</c:v>
                </c:pt>
                <c:pt idx="753">
                  <c:v>29000</c:v>
                </c:pt>
                <c:pt idx="754">
                  <c:v>29000</c:v>
                </c:pt>
                <c:pt idx="755">
                  <c:v>29000</c:v>
                </c:pt>
                <c:pt idx="756">
                  <c:v>29000</c:v>
                </c:pt>
                <c:pt idx="757">
                  <c:v>29000</c:v>
                </c:pt>
                <c:pt idx="758">
                  <c:v>29000</c:v>
                </c:pt>
                <c:pt idx="759">
                  <c:v>29000</c:v>
                </c:pt>
                <c:pt idx="760">
                  <c:v>29000</c:v>
                </c:pt>
                <c:pt idx="761">
                  <c:v>29000</c:v>
                </c:pt>
                <c:pt idx="762">
                  <c:v>29000</c:v>
                </c:pt>
                <c:pt idx="763">
                  <c:v>29000</c:v>
                </c:pt>
                <c:pt idx="764">
                  <c:v>29000</c:v>
                </c:pt>
                <c:pt idx="765">
                  <c:v>29000</c:v>
                </c:pt>
                <c:pt idx="766">
                  <c:v>29000</c:v>
                </c:pt>
                <c:pt idx="767">
                  <c:v>29000</c:v>
                </c:pt>
                <c:pt idx="768">
                  <c:v>29000</c:v>
                </c:pt>
                <c:pt idx="769">
                  <c:v>29000</c:v>
                </c:pt>
                <c:pt idx="770">
                  <c:v>29000</c:v>
                </c:pt>
                <c:pt idx="771">
                  <c:v>29000</c:v>
                </c:pt>
                <c:pt idx="772">
                  <c:v>29000</c:v>
                </c:pt>
                <c:pt idx="773">
                  <c:v>29000</c:v>
                </c:pt>
                <c:pt idx="774">
                  <c:v>29000</c:v>
                </c:pt>
                <c:pt idx="775">
                  <c:v>28500</c:v>
                </c:pt>
                <c:pt idx="776">
                  <c:v>28500</c:v>
                </c:pt>
                <c:pt idx="777">
                  <c:v>28000</c:v>
                </c:pt>
                <c:pt idx="778">
                  <c:v>28000</c:v>
                </c:pt>
                <c:pt idx="779">
                  <c:v>28000</c:v>
                </c:pt>
                <c:pt idx="780">
                  <c:v>28000</c:v>
                </c:pt>
                <c:pt idx="781">
                  <c:v>28000</c:v>
                </c:pt>
                <c:pt idx="782">
                  <c:v>28000</c:v>
                </c:pt>
                <c:pt idx="783">
                  <c:v>27500</c:v>
                </c:pt>
                <c:pt idx="784">
                  <c:v>27500</c:v>
                </c:pt>
                <c:pt idx="785">
                  <c:v>27500</c:v>
                </c:pt>
                <c:pt idx="786">
                  <c:v>27500</c:v>
                </c:pt>
                <c:pt idx="787">
                  <c:v>27500</c:v>
                </c:pt>
                <c:pt idx="788">
                  <c:v>27500</c:v>
                </c:pt>
                <c:pt idx="789">
                  <c:v>27500</c:v>
                </c:pt>
                <c:pt idx="790">
                  <c:v>27500</c:v>
                </c:pt>
                <c:pt idx="791">
                  <c:v>27500</c:v>
                </c:pt>
                <c:pt idx="792">
                  <c:v>27500</c:v>
                </c:pt>
                <c:pt idx="793">
                  <c:v>27000</c:v>
                </c:pt>
                <c:pt idx="794">
                  <c:v>27000</c:v>
                </c:pt>
                <c:pt idx="795">
                  <c:v>27000</c:v>
                </c:pt>
                <c:pt idx="796">
                  <c:v>27000</c:v>
                </c:pt>
                <c:pt idx="797">
                  <c:v>27000</c:v>
                </c:pt>
                <c:pt idx="798">
                  <c:v>27000</c:v>
                </c:pt>
                <c:pt idx="799">
                  <c:v>27000</c:v>
                </c:pt>
                <c:pt idx="800">
                  <c:v>27000</c:v>
                </c:pt>
                <c:pt idx="801">
                  <c:v>27000</c:v>
                </c:pt>
                <c:pt idx="802">
                  <c:v>27000</c:v>
                </c:pt>
                <c:pt idx="803">
                  <c:v>26500</c:v>
                </c:pt>
                <c:pt idx="804">
                  <c:v>26500</c:v>
                </c:pt>
                <c:pt idx="805">
                  <c:v>26500</c:v>
                </c:pt>
                <c:pt idx="806">
                  <c:v>26500</c:v>
                </c:pt>
                <c:pt idx="807">
                  <c:v>26500</c:v>
                </c:pt>
                <c:pt idx="808">
                  <c:v>26500</c:v>
                </c:pt>
                <c:pt idx="809">
                  <c:v>26000</c:v>
                </c:pt>
                <c:pt idx="810">
                  <c:v>26000</c:v>
                </c:pt>
                <c:pt idx="811">
                  <c:v>26000</c:v>
                </c:pt>
                <c:pt idx="812">
                  <c:v>25500</c:v>
                </c:pt>
                <c:pt idx="813">
                  <c:v>25500</c:v>
                </c:pt>
                <c:pt idx="814">
                  <c:v>25500</c:v>
                </c:pt>
                <c:pt idx="815">
                  <c:v>25500</c:v>
                </c:pt>
                <c:pt idx="816">
                  <c:v>25500</c:v>
                </c:pt>
                <c:pt idx="817">
                  <c:v>25000</c:v>
                </c:pt>
                <c:pt idx="818">
                  <c:v>25000</c:v>
                </c:pt>
                <c:pt idx="819">
                  <c:v>25000</c:v>
                </c:pt>
                <c:pt idx="820">
                  <c:v>25000</c:v>
                </c:pt>
                <c:pt idx="821">
                  <c:v>25000</c:v>
                </c:pt>
                <c:pt idx="822">
                  <c:v>25000</c:v>
                </c:pt>
                <c:pt idx="823">
                  <c:v>25000</c:v>
                </c:pt>
                <c:pt idx="824">
                  <c:v>25000</c:v>
                </c:pt>
                <c:pt idx="825">
                  <c:v>25000</c:v>
                </c:pt>
                <c:pt idx="826">
                  <c:v>25000</c:v>
                </c:pt>
                <c:pt idx="827">
                  <c:v>25000</c:v>
                </c:pt>
                <c:pt idx="828">
                  <c:v>25000</c:v>
                </c:pt>
                <c:pt idx="829">
                  <c:v>25000</c:v>
                </c:pt>
                <c:pt idx="830">
                  <c:v>24500</c:v>
                </c:pt>
                <c:pt idx="831">
                  <c:v>24500</c:v>
                </c:pt>
                <c:pt idx="832">
                  <c:v>24500</c:v>
                </c:pt>
                <c:pt idx="833">
                  <c:v>24500</c:v>
                </c:pt>
                <c:pt idx="834">
                  <c:v>24500</c:v>
                </c:pt>
                <c:pt idx="835">
                  <c:v>24500</c:v>
                </c:pt>
                <c:pt idx="836">
                  <c:v>24500</c:v>
                </c:pt>
                <c:pt idx="837">
                  <c:v>24500</c:v>
                </c:pt>
                <c:pt idx="838">
                  <c:v>24500</c:v>
                </c:pt>
                <c:pt idx="839">
                  <c:v>24500</c:v>
                </c:pt>
                <c:pt idx="840">
                  <c:v>24500</c:v>
                </c:pt>
                <c:pt idx="841">
                  <c:v>24500</c:v>
                </c:pt>
                <c:pt idx="842">
                  <c:v>24500</c:v>
                </c:pt>
                <c:pt idx="843">
                  <c:v>24500</c:v>
                </c:pt>
                <c:pt idx="844">
                  <c:v>24500</c:v>
                </c:pt>
                <c:pt idx="845">
                  <c:v>24500</c:v>
                </c:pt>
                <c:pt idx="846">
                  <c:v>24500</c:v>
                </c:pt>
                <c:pt idx="847">
                  <c:v>24500</c:v>
                </c:pt>
                <c:pt idx="848">
                  <c:v>24500</c:v>
                </c:pt>
                <c:pt idx="849">
                  <c:v>24500</c:v>
                </c:pt>
                <c:pt idx="850">
                  <c:v>24500</c:v>
                </c:pt>
                <c:pt idx="851">
                  <c:v>24500</c:v>
                </c:pt>
                <c:pt idx="852">
                  <c:v>24500</c:v>
                </c:pt>
                <c:pt idx="853">
                  <c:v>24500</c:v>
                </c:pt>
                <c:pt idx="854">
                  <c:v>24500</c:v>
                </c:pt>
                <c:pt idx="855">
                  <c:v>24500</c:v>
                </c:pt>
                <c:pt idx="856">
                  <c:v>24500</c:v>
                </c:pt>
                <c:pt idx="857">
                  <c:v>24500</c:v>
                </c:pt>
                <c:pt idx="858">
                  <c:v>24500</c:v>
                </c:pt>
                <c:pt idx="859">
                  <c:v>24500</c:v>
                </c:pt>
                <c:pt idx="860">
                  <c:v>24500</c:v>
                </c:pt>
                <c:pt idx="861">
                  <c:v>24500</c:v>
                </c:pt>
                <c:pt idx="862">
                  <c:v>24500</c:v>
                </c:pt>
                <c:pt idx="863">
                  <c:v>24500</c:v>
                </c:pt>
                <c:pt idx="864">
                  <c:v>21850</c:v>
                </c:pt>
                <c:pt idx="865">
                  <c:v>21850</c:v>
                </c:pt>
                <c:pt idx="866">
                  <c:v>21850</c:v>
                </c:pt>
                <c:pt idx="867">
                  <c:v>21850</c:v>
                </c:pt>
                <c:pt idx="868">
                  <c:v>21850</c:v>
                </c:pt>
                <c:pt idx="869">
                  <c:v>21850</c:v>
                </c:pt>
                <c:pt idx="870">
                  <c:v>21850</c:v>
                </c:pt>
                <c:pt idx="871">
                  <c:v>21850</c:v>
                </c:pt>
                <c:pt idx="872">
                  <c:v>21850</c:v>
                </c:pt>
                <c:pt idx="873">
                  <c:v>21850</c:v>
                </c:pt>
                <c:pt idx="874">
                  <c:v>21850</c:v>
                </c:pt>
                <c:pt idx="875">
                  <c:v>21850</c:v>
                </c:pt>
                <c:pt idx="876">
                  <c:v>21850</c:v>
                </c:pt>
                <c:pt idx="877">
                  <c:v>21850</c:v>
                </c:pt>
                <c:pt idx="878">
                  <c:v>21850</c:v>
                </c:pt>
                <c:pt idx="879">
                  <c:v>21850</c:v>
                </c:pt>
                <c:pt idx="880">
                  <c:v>21850</c:v>
                </c:pt>
                <c:pt idx="881">
                  <c:v>21850</c:v>
                </c:pt>
                <c:pt idx="882">
                  <c:v>21850</c:v>
                </c:pt>
                <c:pt idx="883">
                  <c:v>21850</c:v>
                </c:pt>
                <c:pt idx="884">
                  <c:v>21850</c:v>
                </c:pt>
                <c:pt idx="885">
                  <c:v>21850</c:v>
                </c:pt>
                <c:pt idx="886">
                  <c:v>21850</c:v>
                </c:pt>
                <c:pt idx="887">
                  <c:v>21850</c:v>
                </c:pt>
                <c:pt idx="888">
                  <c:v>21850</c:v>
                </c:pt>
                <c:pt idx="889">
                  <c:v>21850</c:v>
                </c:pt>
                <c:pt idx="890">
                  <c:v>21850</c:v>
                </c:pt>
                <c:pt idx="891">
                  <c:v>21850</c:v>
                </c:pt>
                <c:pt idx="892">
                  <c:v>21850</c:v>
                </c:pt>
                <c:pt idx="893">
                  <c:v>21850</c:v>
                </c:pt>
                <c:pt idx="894">
                  <c:v>21850</c:v>
                </c:pt>
                <c:pt idx="895">
                  <c:v>21850</c:v>
                </c:pt>
                <c:pt idx="896">
                  <c:v>21850</c:v>
                </c:pt>
                <c:pt idx="897">
                  <c:v>21850</c:v>
                </c:pt>
                <c:pt idx="898">
                  <c:v>21850</c:v>
                </c:pt>
                <c:pt idx="899">
                  <c:v>21850</c:v>
                </c:pt>
                <c:pt idx="900">
                  <c:v>21850</c:v>
                </c:pt>
                <c:pt idx="901">
                  <c:v>21850</c:v>
                </c:pt>
                <c:pt idx="902">
                  <c:v>21850</c:v>
                </c:pt>
                <c:pt idx="903">
                  <c:v>21850</c:v>
                </c:pt>
                <c:pt idx="904">
                  <c:v>21850</c:v>
                </c:pt>
                <c:pt idx="905">
                  <c:v>21850</c:v>
                </c:pt>
                <c:pt idx="906">
                  <c:v>21850</c:v>
                </c:pt>
                <c:pt idx="907">
                  <c:v>21850</c:v>
                </c:pt>
                <c:pt idx="908">
                  <c:v>21850</c:v>
                </c:pt>
                <c:pt idx="909">
                  <c:v>21850</c:v>
                </c:pt>
                <c:pt idx="910">
                  <c:v>21850</c:v>
                </c:pt>
                <c:pt idx="911">
                  <c:v>21850</c:v>
                </c:pt>
                <c:pt idx="912">
                  <c:v>21850</c:v>
                </c:pt>
                <c:pt idx="913">
                  <c:v>21850</c:v>
                </c:pt>
                <c:pt idx="914">
                  <c:v>21850</c:v>
                </c:pt>
                <c:pt idx="915">
                  <c:v>21850</c:v>
                </c:pt>
                <c:pt idx="916">
                  <c:v>21850</c:v>
                </c:pt>
                <c:pt idx="917">
                  <c:v>21850</c:v>
                </c:pt>
                <c:pt idx="918">
                  <c:v>21850</c:v>
                </c:pt>
                <c:pt idx="919">
                  <c:v>21850</c:v>
                </c:pt>
                <c:pt idx="920">
                  <c:v>21850</c:v>
                </c:pt>
                <c:pt idx="921">
                  <c:v>21850</c:v>
                </c:pt>
                <c:pt idx="922">
                  <c:v>21850</c:v>
                </c:pt>
                <c:pt idx="923">
                  <c:v>21850</c:v>
                </c:pt>
                <c:pt idx="924">
                  <c:v>21850</c:v>
                </c:pt>
                <c:pt idx="925">
                  <c:v>21850</c:v>
                </c:pt>
                <c:pt idx="926">
                  <c:v>21850</c:v>
                </c:pt>
                <c:pt idx="927">
                  <c:v>21850</c:v>
                </c:pt>
                <c:pt idx="928">
                  <c:v>21850</c:v>
                </c:pt>
                <c:pt idx="929">
                  <c:v>21850</c:v>
                </c:pt>
                <c:pt idx="930">
                  <c:v>21750</c:v>
                </c:pt>
                <c:pt idx="931">
                  <c:v>21750</c:v>
                </c:pt>
                <c:pt idx="932">
                  <c:v>21750</c:v>
                </c:pt>
                <c:pt idx="933">
                  <c:v>21750</c:v>
                </c:pt>
                <c:pt idx="934">
                  <c:v>21750</c:v>
                </c:pt>
                <c:pt idx="935">
                  <c:v>21750</c:v>
                </c:pt>
                <c:pt idx="936">
                  <c:v>21750</c:v>
                </c:pt>
                <c:pt idx="937">
                  <c:v>21750</c:v>
                </c:pt>
                <c:pt idx="938">
                  <c:v>21750</c:v>
                </c:pt>
                <c:pt idx="939">
                  <c:v>21750</c:v>
                </c:pt>
                <c:pt idx="940">
                  <c:v>21750</c:v>
                </c:pt>
                <c:pt idx="941">
                  <c:v>21750</c:v>
                </c:pt>
                <c:pt idx="942">
                  <c:v>21750</c:v>
                </c:pt>
                <c:pt idx="943">
                  <c:v>21750</c:v>
                </c:pt>
                <c:pt idx="944">
                  <c:v>21750</c:v>
                </c:pt>
                <c:pt idx="945">
                  <c:v>21750</c:v>
                </c:pt>
                <c:pt idx="946">
                  <c:v>21750</c:v>
                </c:pt>
                <c:pt idx="947">
                  <c:v>21750</c:v>
                </c:pt>
                <c:pt idx="948">
                  <c:v>21750</c:v>
                </c:pt>
                <c:pt idx="949">
                  <c:v>21750</c:v>
                </c:pt>
                <c:pt idx="950">
                  <c:v>21750</c:v>
                </c:pt>
                <c:pt idx="951">
                  <c:v>21750</c:v>
                </c:pt>
                <c:pt idx="952">
                  <c:v>21750</c:v>
                </c:pt>
                <c:pt idx="953">
                  <c:v>21750</c:v>
                </c:pt>
                <c:pt idx="954">
                  <c:v>21750</c:v>
                </c:pt>
                <c:pt idx="955">
                  <c:v>21750</c:v>
                </c:pt>
                <c:pt idx="956">
                  <c:v>21750</c:v>
                </c:pt>
                <c:pt idx="957">
                  <c:v>21750</c:v>
                </c:pt>
                <c:pt idx="958">
                  <c:v>21750</c:v>
                </c:pt>
                <c:pt idx="959">
                  <c:v>21750</c:v>
                </c:pt>
                <c:pt idx="960">
                  <c:v>21750</c:v>
                </c:pt>
                <c:pt idx="961">
                  <c:v>21750</c:v>
                </c:pt>
                <c:pt idx="962">
                  <c:v>21750</c:v>
                </c:pt>
                <c:pt idx="963">
                  <c:v>21750</c:v>
                </c:pt>
                <c:pt idx="964">
                  <c:v>21750</c:v>
                </c:pt>
                <c:pt idx="965">
                  <c:v>21750</c:v>
                </c:pt>
                <c:pt idx="966">
                  <c:v>21750</c:v>
                </c:pt>
                <c:pt idx="967">
                  <c:v>21750</c:v>
                </c:pt>
                <c:pt idx="968">
                  <c:v>21750</c:v>
                </c:pt>
                <c:pt idx="969">
                  <c:v>21750</c:v>
                </c:pt>
                <c:pt idx="970">
                  <c:v>21750</c:v>
                </c:pt>
                <c:pt idx="971">
                  <c:v>21750</c:v>
                </c:pt>
                <c:pt idx="972">
                  <c:v>21750</c:v>
                </c:pt>
                <c:pt idx="973">
                  <c:v>21750</c:v>
                </c:pt>
                <c:pt idx="974">
                  <c:v>21750</c:v>
                </c:pt>
                <c:pt idx="975">
                  <c:v>21750</c:v>
                </c:pt>
                <c:pt idx="976">
                  <c:v>21750</c:v>
                </c:pt>
                <c:pt idx="977">
                  <c:v>21750</c:v>
                </c:pt>
                <c:pt idx="978">
                  <c:v>21750</c:v>
                </c:pt>
                <c:pt idx="979">
                  <c:v>21750</c:v>
                </c:pt>
                <c:pt idx="980">
                  <c:v>21750</c:v>
                </c:pt>
                <c:pt idx="981">
                  <c:v>21750</c:v>
                </c:pt>
                <c:pt idx="982">
                  <c:v>21750</c:v>
                </c:pt>
                <c:pt idx="983">
                  <c:v>21750</c:v>
                </c:pt>
                <c:pt idx="984">
                  <c:v>21750</c:v>
                </c:pt>
                <c:pt idx="985">
                  <c:v>21750</c:v>
                </c:pt>
                <c:pt idx="986">
                  <c:v>21750</c:v>
                </c:pt>
                <c:pt idx="987">
                  <c:v>21750</c:v>
                </c:pt>
                <c:pt idx="988">
                  <c:v>21750</c:v>
                </c:pt>
                <c:pt idx="989">
                  <c:v>21750</c:v>
                </c:pt>
                <c:pt idx="990">
                  <c:v>21750</c:v>
                </c:pt>
                <c:pt idx="991">
                  <c:v>21750</c:v>
                </c:pt>
                <c:pt idx="992">
                  <c:v>21750</c:v>
                </c:pt>
                <c:pt idx="993">
                  <c:v>21750</c:v>
                </c:pt>
                <c:pt idx="994">
                  <c:v>21750</c:v>
                </c:pt>
                <c:pt idx="995">
                  <c:v>21750</c:v>
                </c:pt>
                <c:pt idx="996">
                  <c:v>21750</c:v>
                </c:pt>
                <c:pt idx="997">
                  <c:v>21750</c:v>
                </c:pt>
                <c:pt idx="998">
                  <c:v>21750</c:v>
                </c:pt>
                <c:pt idx="999">
                  <c:v>21750</c:v>
                </c:pt>
                <c:pt idx="1000">
                  <c:v>21750</c:v>
                </c:pt>
                <c:pt idx="1001">
                  <c:v>21750</c:v>
                </c:pt>
                <c:pt idx="1002">
                  <c:v>21750</c:v>
                </c:pt>
                <c:pt idx="1003">
                  <c:v>21750</c:v>
                </c:pt>
                <c:pt idx="1004">
                  <c:v>21750</c:v>
                </c:pt>
                <c:pt idx="1005">
                  <c:v>21750</c:v>
                </c:pt>
                <c:pt idx="1006">
                  <c:v>21750</c:v>
                </c:pt>
                <c:pt idx="1007">
                  <c:v>21750</c:v>
                </c:pt>
                <c:pt idx="1008">
                  <c:v>21750</c:v>
                </c:pt>
                <c:pt idx="1009">
                  <c:v>21750</c:v>
                </c:pt>
                <c:pt idx="1010">
                  <c:v>21750</c:v>
                </c:pt>
                <c:pt idx="1011">
                  <c:v>21750</c:v>
                </c:pt>
                <c:pt idx="1012">
                  <c:v>21750</c:v>
                </c:pt>
                <c:pt idx="1013">
                  <c:v>22000</c:v>
                </c:pt>
                <c:pt idx="1014">
                  <c:v>22000</c:v>
                </c:pt>
                <c:pt idx="1015">
                  <c:v>22000</c:v>
                </c:pt>
                <c:pt idx="1016">
                  <c:v>22000</c:v>
                </c:pt>
                <c:pt idx="1017">
                  <c:v>22000</c:v>
                </c:pt>
                <c:pt idx="1018">
                  <c:v>22000</c:v>
                </c:pt>
                <c:pt idx="1019">
                  <c:v>22000</c:v>
                </c:pt>
                <c:pt idx="1020">
                  <c:v>22000</c:v>
                </c:pt>
                <c:pt idx="1021">
                  <c:v>22000</c:v>
                </c:pt>
                <c:pt idx="1022">
                  <c:v>21000</c:v>
                </c:pt>
                <c:pt idx="1023">
                  <c:v>21000</c:v>
                </c:pt>
                <c:pt idx="1024">
                  <c:v>21000</c:v>
                </c:pt>
                <c:pt idx="1025">
                  <c:v>21000</c:v>
                </c:pt>
                <c:pt idx="1026">
                  <c:v>21000</c:v>
                </c:pt>
                <c:pt idx="1027">
                  <c:v>21000</c:v>
                </c:pt>
                <c:pt idx="1028">
                  <c:v>21000</c:v>
                </c:pt>
                <c:pt idx="1029">
                  <c:v>21000</c:v>
                </c:pt>
                <c:pt idx="1030">
                  <c:v>21000</c:v>
                </c:pt>
                <c:pt idx="1031">
                  <c:v>21000</c:v>
                </c:pt>
                <c:pt idx="1032">
                  <c:v>21000</c:v>
                </c:pt>
                <c:pt idx="1033">
                  <c:v>21000</c:v>
                </c:pt>
                <c:pt idx="1034">
                  <c:v>21000</c:v>
                </c:pt>
                <c:pt idx="1035">
                  <c:v>21000</c:v>
                </c:pt>
                <c:pt idx="1036">
                  <c:v>21000</c:v>
                </c:pt>
                <c:pt idx="1037">
                  <c:v>21000</c:v>
                </c:pt>
                <c:pt idx="1038">
                  <c:v>21000</c:v>
                </c:pt>
                <c:pt idx="1039">
                  <c:v>21000</c:v>
                </c:pt>
                <c:pt idx="1040">
                  <c:v>21000</c:v>
                </c:pt>
                <c:pt idx="1041">
                  <c:v>21000</c:v>
                </c:pt>
                <c:pt idx="1042">
                  <c:v>21000</c:v>
                </c:pt>
                <c:pt idx="1043">
                  <c:v>21000</c:v>
                </c:pt>
                <c:pt idx="1044">
                  <c:v>21000</c:v>
                </c:pt>
                <c:pt idx="1045">
                  <c:v>22000</c:v>
                </c:pt>
                <c:pt idx="1046">
                  <c:v>22000</c:v>
                </c:pt>
                <c:pt idx="1047">
                  <c:v>22000</c:v>
                </c:pt>
                <c:pt idx="1048">
                  <c:v>22000</c:v>
                </c:pt>
                <c:pt idx="1049">
                  <c:v>22000</c:v>
                </c:pt>
                <c:pt idx="1050">
                  <c:v>22000</c:v>
                </c:pt>
                <c:pt idx="1051">
                  <c:v>22000</c:v>
                </c:pt>
                <c:pt idx="1052">
                  <c:v>22000</c:v>
                </c:pt>
                <c:pt idx="1053">
                  <c:v>22000</c:v>
                </c:pt>
                <c:pt idx="1054">
                  <c:v>22000</c:v>
                </c:pt>
                <c:pt idx="1055">
                  <c:v>22000</c:v>
                </c:pt>
                <c:pt idx="1056">
                  <c:v>22000</c:v>
                </c:pt>
                <c:pt idx="1057">
                  <c:v>22000</c:v>
                </c:pt>
                <c:pt idx="1058">
                  <c:v>22000</c:v>
                </c:pt>
                <c:pt idx="1059">
                  <c:v>22000</c:v>
                </c:pt>
                <c:pt idx="1060">
                  <c:v>22000</c:v>
                </c:pt>
                <c:pt idx="1061">
                  <c:v>22000</c:v>
                </c:pt>
                <c:pt idx="1062">
                  <c:v>22000</c:v>
                </c:pt>
                <c:pt idx="1063">
                  <c:v>22000</c:v>
                </c:pt>
                <c:pt idx="1064">
                  <c:v>22000</c:v>
                </c:pt>
                <c:pt idx="1065">
                  <c:v>22000</c:v>
                </c:pt>
                <c:pt idx="1066">
                  <c:v>22000</c:v>
                </c:pt>
                <c:pt idx="1067">
                  <c:v>22000</c:v>
                </c:pt>
                <c:pt idx="1068">
                  <c:v>22000</c:v>
                </c:pt>
                <c:pt idx="1069">
                  <c:v>22000</c:v>
                </c:pt>
                <c:pt idx="1070">
                  <c:v>22000</c:v>
                </c:pt>
                <c:pt idx="1071">
                  <c:v>22000</c:v>
                </c:pt>
                <c:pt idx="1072">
                  <c:v>22000</c:v>
                </c:pt>
                <c:pt idx="1073">
                  <c:v>22000</c:v>
                </c:pt>
                <c:pt idx="1074">
                  <c:v>22000</c:v>
                </c:pt>
                <c:pt idx="1075">
                  <c:v>22000</c:v>
                </c:pt>
                <c:pt idx="1076">
                  <c:v>22000</c:v>
                </c:pt>
                <c:pt idx="1077">
                  <c:v>22000</c:v>
                </c:pt>
                <c:pt idx="1078">
                  <c:v>22000</c:v>
                </c:pt>
                <c:pt idx="1079">
                  <c:v>22000</c:v>
                </c:pt>
                <c:pt idx="1080">
                  <c:v>22000</c:v>
                </c:pt>
                <c:pt idx="1081">
                  <c:v>22000</c:v>
                </c:pt>
                <c:pt idx="1082">
                  <c:v>22000</c:v>
                </c:pt>
                <c:pt idx="1083">
                  <c:v>22000</c:v>
                </c:pt>
                <c:pt idx="1084">
                  <c:v>22000</c:v>
                </c:pt>
                <c:pt idx="1085">
                  <c:v>21000</c:v>
                </c:pt>
                <c:pt idx="1086">
                  <c:v>21000</c:v>
                </c:pt>
                <c:pt idx="1087">
                  <c:v>21000</c:v>
                </c:pt>
                <c:pt idx="1088">
                  <c:v>21000</c:v>
                </c:pt>
                <c:pt idx="1089">
                  <c:v>21000</c:v>
                </c:pt>
                <c:pt idx="1090">
                  <c:v>21000</c:v>
                </c:pt>
                <c:pt idx="1091">
                  <c:v>21000</c:v>
                </c:pt>
                <c:pt idx="1092">
                  <c:v>21000</c:v>
                </c:pt>
                <c:pt idx="1093">
                  <c:v>21000</c:v>
                </c:pt>
                <c:pt idx="1094">
                  <c:v>21000</c:v>
                </c:pt>
                <c:pt idx="1095">
                  <c:v>21000</c:v>
                </c:pt>
                <c:pt idx="1096">
                  <c:v>21000</c:v>
                </c:pt>
                <c:pt idx="1097">
                  <c:v>21000</c:v>
                </c:pt>
                <c:pt idx="1098">
                  <c:v>21000</c:v>
                </c:pt>
                <c:pt idx="1099">
                  <c:v>21000</c:v>
                </c:pt>
                <c:pt idx="1100">
                  <c:v>21000</c:v>
                </c:pt>
                <c:pt idx="1101">
                  <c:v>21000</c:v>
                </c:pt>
                <c:pt idx="1102">
                  <c:v>21000</c:v>
                </c:pt>
                <c:pt idx="1103">
                  <c:v>21000</c:v>
                </c:pt>
                <c:pt idx="1104">
                  <c:v>21000</c:v>
                </c:pt>
                <c:pt idx="1105">
                  <c:v>21000</c:v>
                </c:pt>
                <c:pt idx="1106">
                  <c:v>21000</c:v>
                </c:pt>
                <c:pt idx="1107">
                  <c:v>21000</c:v>
                </c:pt>
                <c:pt idx="1108">
                  <c:v>21000</c:v>
                </c:pt>
                <c:pt idx="1109">
                  <c:v>21000</c:v>
                </c:pt>
                <c:pt idx="1110">
                  <c:v>21000</c:v>
                </c:pt>
                <c:pt idx="1111">
                  <c:v>21000</c:v>
                </c:pt>
                <c:pt idx="1112">
                  <c:v>21000</c:v>
                </c:pt>
                <c:pt idx="1113">
                  <c:v>21000</c:v>
                </c:pt>
                <c:pt idx="1114">
                  <c:v>21000</c:v>
                </c:pt>
                <c:pt idx="1115">
                  <c:v>21000</c:v>
                </c:pt>
                <c:pt idx="1116">
                  <c:v>21000</c:v>
                </c:pt>
                <c:pt idx="1117">
                  <c:v>21000</c:v>
                </c:pt>
                <c:pt idx="1118">
                  <c:v>21000</c:v>
                </c:pt>
                <c:pt idx="1119">
                  <c:v>21000</c:v>
                </c:pt>
                <c:pt idx="1120">
                  <c:v>21000</c:v>
                </c:pt>
                <c:pt idx="1121">
                  <c:v>21000</c:v>
                </c:pt>
                <c:pt idx="1122">
                  <c:v>21000</c:v>
                </c:pt>
                <c:pt idx="1123">
                  <c:v>21000</c:v>
                </c:pt>
                <c:pt idx="1124">
                  <c:v>21000</c:v>
                </c:pt>
                <c:pt idx="1125">
                  <c:v>21000</c:v>
                </c:pt>
                <c:pt idx="1126">
                  <c:v>21000</c:v>
                </c:pt>
                <c:pt idx="1127">
                  <c:v>21000</c:v>
                </c:pt>
                <c:pt idx="1128">
                  <c:v>21000</c:v>
                </c:pt>
                <c:pt idx="1129">
                  <c:v>21000</c:v>
                </c:pt>
                <c:pt idx="1130">
                  <c:v>21000</c:v>
                </c:pt>
                <c:pt idx="1131">
                  <c:v>21000</c:v>
                </c:pt>
                <c:pt idx="1132">
                  <c:v>21000</c:v>
                </c:pt>
                <c:pt idx="1133">
                  <c:v>21000</c:v>
                </c:pt>
                <c:pt idx="1134">
                  <c:v>21000</c:v>
                </c:pt>
                <c:pt idx="1135">
                  <c:v>21000</c:v>
                </c:pt>
                <c:pt idx="1136">
                  <c:v>21000</c:v>
                </c:pt>
                <c:pt idx="1137">
                  <c:v>21000</c:v>
                </c:pt>
                <c:pt idx="1138">
                  <c:v>21000</c:v>
                </c:pt>
                <c:pt idx="1139">
                  <c:v>21000</c:v>
                </c:pt>
                <c:pt idx="1140">
                  <c:v>21000</c:v>
                </c:pt>
                <c:pt idx="1141">
                  <c:v>21000</c:v>
                </c:pt>
                <c:pt idx="1142">
                  <c:v>21000</c:v>
                </c:pt>
                <c:pt idx="1143">
                  <c:v>21000</c:v>
                </c:pt>
                <c:pt idx="1144">
                  <c:v>21000</c:v>
                </c:pt>
                <c:pt idx="1145">
                  <c:v>21000</c:v>
                </c:pt>
                <c:pt idx="1146">
                  <c:v>21000</c:v>
                </c:pt>
                <c:pt idx="1147">
                  <c:v>21000</c:v>
                </c:pt>
                <c:pt idx="1148">
                  <c:v>21000</c:v>
                </c:pt>
                <c:pt idx="1149">
                  <c:v>21000</c:v>
                </c:pt>
                <c:pt idx="1150">
                  <c:v>21000</c:v>
                </c:pt>
                <c:pt idx="1151">
                  <c:v>21000</c:v>
                </c:pt>
                <c:pt idx="1152">
                  <c:v>22500</c:v>
                </c:pt>
                <c:pt idx="1153">
                  <c:v>22500</c:v>
                </c:pt>
                <c:pt idx="1154">
                  <c:v>22500</c:v>
                </c:pt>
                <c:pt idx="1155">
                  <c:v>22500</c:v>
                </c:pt>
                <c:pt idx="1156">
                  <c:v>22500</c:v>
                </c:pt>
                <c:pt idx="1157">
                  <c:v>22500</c:v>
                </c:pt>
                <c:pt idx="1158">
                  <c:v>22500</c:v>
                </c:pt>
                <c:pt idx="1159">
                  <c:v>22500</c:v>
                </c:pt>
                <c:pt idx="1160">
                  <c:v>22500</c:v>
                </c:pt>
                <c:pt idx="1161">
                  <c:v>22500</c:v>
                </c:pt>
                <c:pt idx="1162">
                  <c:v>22500</c:v>
                </c:pt>
                <c:pt idx="1163">
                  <c:v>22500</c:v>
                </c:pt>
                <c:pt idx="1164">
                  <c:v>22500</c:v>
                </c:pt>
                <c:pt idx="1165">
                  <c:v>22500</c:v>
                </c:pt>
                <c:pt idx="1166">
                  <c:v>22500</c:v>
                </c:pt>
                <c:pt idx="1167">
                  <c:v>22500</c:v>
                </c:pt>
                <c:pt idx="1168">
                  <c:v>22500</c:v>
                </c:pt>
                <c:pt idx="1169">
                  <c:v>25000</c:v>
                </c:pt>
                <c:pt idx="1170">
                  <c:v>25000</c:v>
                </c:pt>
                <c:pt idx="1171">
                  <c:v>25000</c:v>
                </c:pt>
                <c:pt idx="1172">
                  <c:v>25000</c:v>
                </c:pt>
                <c:pt idx="1173">
                  <c:v>25000</c:v>
                </c:pt>
                <c:pt idx="1174">
                  <c:v>25000</c:v>
                </c:pt>
                <c:pt idx="1175">
                  <c:v>25000</c:v>
                </c:pt>
                <c:pt idx="1176">
                  <c:v>25000</c:v>
                </c:pt>
                <c:pt idx="1177">
                  <c:v>25000</c:v>
                </c:pt>
                <c:pt idx="1178">
                  <c:v>25000</c:v>
                </c:pt>
                <c:pt idx="1179">
                  <c:v>25000</c:v>
                </c:pt>
                <c:pt idx="1180">
                  <c:v>25000</c:v>
                </c:pt>
                <c:pt idx="1181">
                  <c:v>25000</c:v>
                </c:pt>
                <c:pt idx="1182">
                  <c:v>25000</c:v>
                </c:pt>
                <c:pt idx="1183">
                  <c:v>25000</c:v>
                </c:pt>
                <c:pt idx="1184">
                  <c:v>25000</c:v>
                </c:pt>
                <c:pt idx="1185">
                  <c:v>25000</c:v>
                </c:pt>
                <c:pt idx="1186">
                  <c:v>25000</c:v>
                </c:pt>
                <c:pt idx="1187">
                  <c:v>25000</c:v>
                </c:pt>
                <c:pt idx="1188">
                  <c:v>25000</c:v>
                </c:pt>
                <c:pt idx="1189">
                  <c:v>25000</c:v>
                </c:pt>
                <c:pt idx="1190">
                  <c:v>25000</c:v>
                </c:pt>
                <c:pt idx="1191">
                  <c:v>25000</c:v>
                </c:pt>
                <c:pt idx="1192">
                  <c:v>25000</c:v>
                </c:pt>
                <c:pt idx="1193">
                  <c:v>25000</c:v>
                </c:pt>
                <c:pt idx="1194">
                  <c:v>25000</c:v>
                </c:pt>
                <c:pt idx="1195">
                  <c:v>25000</c:v>
                </c:pt>
                <c:pt idx="1196">
                  <c:v>25000</c:v>
                </c:pt>
                <c:pt idx="1197">
                  <c:v>25000</c:v>
                </c:pt>
                <c:pt idx="1198">
                  <c:v>25000</c:v>
                </c:pt>
                <c:pt idx="1199">
                  <c:v>25000</c:v>
                </c:pt>
                <c:pt idx="1200">
                  <c:v>25000</c:v>
                </c:pt>
                <c:pt idx="1201">
                  <c:v>25000</c:v>
                </c:pt>
                <c:pt idx="1202">
                  <c:v>25000</c:v>
                </c:pt>
                <c:pt idx="1203">
                  <c:v>25000</c:v>
                </c:pt>
                <c:pt idx="1204">
                  <c:v>25000</c:v>
                </c:pt>
                <c:pt idx="1205">
                  <c:v>25000</c:v>
                </c:pt>
                <c:pt idx="1206">
                  <c:v>25000</c:v>
                </c:pt>
                <c:pt idx="1207">
                  <c:v>25000</c:v>
                </c:pt>
                <c:pt idx="1208">
                  <c:v>25000</c:v>
                </c:pt>
                <c:pt idx="1209">
                  <c:v>25000</c:v>
                </c:pt>
                <c:pt idx="1210">
                  <c:v>25000</c:v>
                </c:pt>
                <c:pt idx="1211">
                  <c:v>25000</c:v>
                </c:pt>
                <c:pt idx="1212">
                  <c:v>25000</c:v>
                </c:pt>
                <c:pt idx="1213">
                  <c:v>25000</c:v>
                </c:pt>
                <c:pt idx="1214">
                  <c:v>25000</c:v>
                </c:pt>
                <c:pt idx="1215">
                  <c:v>25000</c:v>
                </c:pt>
                <c:pt idx="1216">
                  <c:v>25000</c:v>
                </c:pt>
                <c:pt idx="1217">
                  <c:v>25000</c:v>
                </c:pt>
                <c:pt idx="1218">
                  <c:v>25000</c:v>
                </c:pt>
                <c:pt idx="1219">
                  <c:v>25000</c:v>
                </c:pt>
                <c:pt idx="1220">
                  <c:v>25000</c:v>
                </c:pt>
                <c:pt idx="1221">
                  <c:v>25000</c:v>
                </c:pt>
                <c:pt idx="1222">
                  <c:v>25000</c:v>
                </c:pt>
                <c:pt idx="1223">
                  <c:v>25000</c:v>
                </c:pt>
                <c:pt idx="1224">
                  <c:v>25000</c:v>
                </c:pt>
                <c:pt idx="1225">
                  <c:v>25000</c:v>
                </c:pt>
                <c:pt idx="1226">
                  <c:v>25000</c:v>
                </c:pt>
                <c:pt idx="1227">
                  <c:v>25000</c:v>
                </c:pt>
                <c:pt idx="1228">
                  <c:v>25000</c:v>
                </c:pt>
                <c:pt idx="1229">
                  <c:v>25000</c:v>
                </c:pt>
                <c:pt idx="1230">
                  <c:v>25000</c:v>
                </c:pt>
                <c:pt idx="1231">
                  <c:v>25000</c:v>
                </c:pt>
                <c:pt idx="1232">
                  <c:v>25000</c:v>
                </c:pt>
                <c:pt idx="1233">
                  <c:v>25000</c:v>
                </c:pt>
                <c:pt idx="1234">
                  <c:v>25000</c:v>
                </c:pt>
                <c:pt idx="1235">
                  <c:v>25000</c:v>
                </c:pt>
                <c:pt idx="1236">
                  <c:v>25000</c:v>
                </c:pt>
                <c:pt idx="1237">
                  <c:v>25000</c:v>
                </c:pt>
                <c:pt idx="1238">
                  <c:v>25000</c:v>
                </c:pt>
                <c:pt idx="1239">
                  <c:v>25000</c:v>
                </c:pt>
                <c:pt idx="1240">
                  <c:v>25000</c:v>
                </c:pt>
                <c:pt idx="1241">
                  <c:v>25000</c:v>
                </c:pt>
                <c:pt idx="1242">
                  <c:v>25000</c:v>
                </c:pt>
                <c:pt idx="1243">
                  <c:v>25000</c:v>
                </c:pt>
                <c:pt idx="1244">
                  <c:v>25000</c:v>
                </c:pt>
                <c:pt idx="1245">
                  <c:v>25000</c:v>
                </c:pt>
                <c:pt idx="1246">
                  <c:v>25000</c:v>
                </c:pt>
                <c:pt idx="1247">
                  <c:v>25000</c:v>
                </c:pt>
                <c:pt idx="1248">
                  <c:v>25000</c:v>
                </c:pt>
                <c:pt idx="1249">
                  <c:v>25000</c:v>
                </c:pt>
                <c:pt idx="1250">
                  <c:v>25000</c:v>
                </c:pt>
                <c:pt idx="1251">
                  <c:v>25000</c:v>
                </c:pt>
                <c:pt idx="1252">
                  <c:v>25000</c:v>
                </c:pt>
                <c:pt idx="1253">
                  <c:v>25000</c:v>
                </c:pt>
                <c:pt idx="1254">
                  <c:v>25000</c:v>
                </c:pt>
                <c:pt idx="1255">
                  <c:v>25000</c:v>
                </c:pt>
                <c:pt idx="1256">
                  <c:v>25000</c:v>
                </c:pt>
                <c:pt idx="1257">
                  <c:v>25000</c:v>
                </c:pt>
                <c:pt idx="1258">
                  <c:v>25000</c:v>
                </c:pt>
                <c:pt idx="1259">
                  <c:v>25000</c:v>
                </c:pt>
                <c:pt idx="1260">
                  <c:v>25000</c:v>
                </c:pt>
                <c:pt idx="1261">
                  <c:v>25000</c:v>
                </c:pt>
                <c:pt idx="1262">
                  <c:v>25000</c:v>
                </c:pt>
                <c:pt idx="1263">
                  <c:v>25000</c:v>
                </c:pt>
                <c:pt idx="1264">
                  <c:v>25000</c:v>
                </c:pt>
                <c:pt idx="1265">
                  <c:v>25000</c:v>
                </c:pt>
                <c:pt idx="1266">
                  <c:v>25000</c:v>
                </c:pt>
                <c:pt idx="1267">
                  <c:v>25000</c:v>
                </c:pt>
                <c:pt idx="1268">
                  <c:v>25000</c:v>
                </c:pt>
                <c:pt idx="1269">
                  <c:v>25000</c:v>
                </c:pt>
                <c:pt idx="1270">
                  <c:v>25000</c:v>
                </c:pt>
                <c:pt idx="1271">
                  <c:v>25000</c:v>
                </c:pt>
                <c:pt idx="1272">
                  <c:v>25000</c:v>
                </c:pt>
                <c:pt idx="1273">
                  <c:v>25000</c:v>
                </c:pt>
                <c:pt idx="1274">
                  <c:v>25000</c:v>
                </c:pt>
                <c:pt idx="1275">
                  <c:v>25000</c:v>
                </c:pt>
                <c:pt idx="1276">
                  <c:v>25000</c:v>
                </c:pt>
                <c:pt idx="1277">
                  <c:v>25000</c:v>
                </c:pt>
                <c:pt idx="1278">
                  <c:v>25000</c:v>
                </c:pt>
                <c:pt idx="1279">
                  <c:v>25000</c:v>
                </c:pt>
                <c:pt idx="1280">
                  <c:v>25000</c:v>
                </c:pt>
                <c:pt idx="1281">
                  <c:v>25000</c:v>
                </c:pt>
                <c:pt idx="1282">
                  <c:v>25000</c:v>
                </c:pt>
                <c:pt idx="1283">
                  <c:v>25000</c:v>
                </c:pt>
                <c:pt idx="1284">
                  <c:v>25000</c:v>
                </c:pt>
                <c:pt idx="1285">
                  <c:v>25000</c:v>
                </c:pt>
                <c:pt idx="1286">
                  <c:v>25000</c:v>
                </c:pt>
                <c:pt idx="1287">
                  <c:v>25000</c:v>
                </c:pt>
                <c:pt idx="1288">
                  <c:v>25000</c:v>
                </c:pt>
                <c:pt idx="1289">
                  <c:v>25000</c:v>
                </c:pt>
                <c:pt idx="1290">
                  <c:v>25000</c:v>
                </c:pt>
                <c:pt idx="1291">
                  <c:v>25000</c:v>
                </c:pt>
                <c:pt idx="1292">
                  <c:v>26500</c:v>
                </c:pt>
                <c:pt idx="1293">
                  <c:v>26500</c:v>
                </c:pt>
                <c:pt idx="1294">
                  <c:v>26500</c:v>
                </c:pt>
                <c:pt idx="1295">
                  <c:v>26500</c:v>
                </c:pt>
                <c:pt idx="1296">
                  <c:v>26500</c:v>
                </c:pt>
                <c:pt idx="1297">
                  <c:v>26500</c:v>
                </c:pt>
                <c:pt idx="1298">
                  <c:v>26500</c:v>
                </c:pt>
                <c:pt idx="1299">
                  <c:v>26500</c:v>
                </c:pt>
                <c:pt idx="1300">
                  <c:v>26500</c:v>
                </c:pt>
                <c:pt idx="1301">
                  <c:v>26500</c:v>
                </c:pt>
                <c:pt idx="1302">
                  <c:v>26500</c:v>
                </c:pt>
                <c:pt idx="1303">
                  <c:v>26500</c:v>
                </c:pt>
                <c:pt idx="1304">
                  <c:v>26500</c:v>
                </c:pt>
                <c:pt idx="1305">
                  <c:v>26500</c:v>
                </c:pt>
                <c:pt idx="1306">
                  <c:v>26500</c:v>
                </c:pt>
                <c:pt idx="1307">
                  <c:v>24000</c:v>
                </c:pt>
                <c:pt idx="1308">
                  <c:v>24000</c:v>
                </c:pt>
                <c:pt idx="1309">
                  <c:v>24000</c:v>
                </c:pt>
                <c:pt idx="1310">
                  <c:v>24000</c:v>
                </c:pt>
                <c:pt idx="1311">
                  <c:v>24000</c:v>
                </c:pt>
                <c:pt idx="1312">
                  <c:v>24000</c:v>
                </c:pt>
                <c:pt idx="1313">
                  <c:v>24000</c:v>
                </c:pt>
                <c:pt idx="1314">
                  <c:v>24000</c:v>
                </c:pt>
                <c:pt idx="1315">
                  <c:v>24000</c:v>
                </c:pt>
                <c:pt idx="1316">
                  <c:v>24000</c:v>
                </c:pt>
                <c:pt idx="1317">
                  <c:v>24000</c:v>
                </c:pt>
                <c:pt idx="1318">
                  <c:v>24000</c:v>
                </c:pt>
                <c:pt idx="1319">
                  <c:v>24000</c:v>
                </c:pt>
                <c:pt idx="1320">
                  <c:v>24000</c:v>
                </c:pt>
                <c:pt idx="1321">
                  <c:v>24000</c:v>
                </c:pt>
                <c:pt idx="1322">
                  <c:v>24000</c:v>
                </c:pt>
                <c:pt idx="1323">
                  <c:v>24000</c:v>
                </c:pt>
                <c:pt idx="1324">
                  <c:v>24000</c:v>
                </c:pt>
                <c:pt idx="1325">
                  <c:v>24000</c:v>
                </c:pt>
                <c:pt idx="1326">
                  <c:v>24000</c:v>
                </c:pt>
                <c:pt idx="1327">
                  <c:v>24000</c:v>
                </c:pt>
                <c:pt idx="1328">
                  <c:v>24000</c:v>
                </c:pt>
                <c:pt idx="1329">
                  <c:v>24000</c:v>
                </c:pt>
                <c:pt idx="1330">
                  <c:v>24000</c:v>
                </c:pt>
                <c:pt idx="1331">
                  <c:v>24000</c:v>
                </c:pt>
                <c:pt idx="1332">
                  <c:v>24000</c:v>
                </c:pt>
                <c:pt idx="1333">
                  <c:v>24000</c:v>
                </c:pt>
                <c:pt idx="1334">
                  <c:v>24000</c:v>
                </c:pt>
                <c:pt idx="1335">
                  <c:v>24000</c:v>
                </c:pt>
                <c:pt idx="1336">
                  <c:v>24000</c:v>
                </c:pt>
                <c:pt idx="1337">
                  <c:v>24000</c:v>
                </c:pt>
                <c:pt idx="1338">
                  <c:v>24000</c:v>
                </c:pt>
                <c:pt idx="1339">
                  <c:v>24000</c:v>
                </c:pt>
                <c:pt idx="1340">
                  <c:v>24000</c:v>
                </c:pt>
                <c:pt idx="1341">
                  <c:v>24000</c:v>
                </c:pt>
                <c:pt idx="1342">
                  <c:v>24000</c:v>
                </c:pt>
                <c:pt idx="1343">
                  <c:v>24000</c:v>
                </c:pt>
                <c:pt idx="1344">
                  <c:v>24000</c:v>
                </c:pt>
                <c:pt idx="1345">
                  <c:v>24000</c:v>
                </c:pt>
                <c:pt idx="1346">
                  <c:v>24000</c:v>
                </c:pt>
                <c:pt idx="1347">
                  <c:v>24000</c:v>
                </c:pt>
                <c:pt idx="1348">
                  <c:v>24000</c:v>
                </c:pt>
                <c:pt idx="1349">
                  <c:v>24000</c:v>
                </c:pt>
                <c:pt idx="1350">
                  <c:v>24000</c:v>
                </c:pt>
                <c:pt idx="1351">
                  <c:v>24000</c:v>
                </c:pt>
                <c:pt idx="1352">
                  <c:v>24000</c:v>
                </c:pt>
                <c:pt idx="1353">
                  <c:v>24000</c:v>
                </c:pt>
                <c:pt idx="1354">
                  <c:v>24000</c:v>
                </c:pt>
                <c:pt idx="1355">
                  <c:v>24000</c:v>
                </c:pt>
                <c:pt idx="1356">
                  <c:v>24000</c:v>
                </c:pt>
                <c:pt idx="1357">
                  <c:v>24000</c:v>
                </c:pt>
                <c:pt idx="1358">
                  <c:v>24000</c:v>
                </c:pt>
                <c:pt idx="1359">
                  <c:v>24000</c:v>
                </c:pt>
                <c:pt idx="1360">
                  <c:v>24000</c:v>
                </c:pt>
                <c:pt idx="1361">
                  <c:v>24000</c:v>
                </c:pt>
                <c:pt idx="1362">
                  <c:v>24000</c:v>
                </c:pt>
                <c:pt idx="1363">
                  <c:v>24000</c:v>
                </c:pt>
                <c:pt idx="1364">
                  <c:v>24000</c:v>
                </c:pt>
                <c:pt idx="1365">
                  <c:v>24000</c:v>
                </c:pt>
                <c:pt idx="1366">
                  <c:v>24000</c:v>
                </c:pt>
                <c:pt idx="1367">
                  <c:v>24000</c:v>
                </c:pt>
                <c:pt idx="1368">
                  <c:v>24000</c:v>
                </c:pt>
                <c:pt idx="1369">
                  <c:v>24000</c:v>
                </c:pt>
                <c:pt idx="1370">
                  <c:v>24000</c:v>
                </c:pt>
                <c:pt idx="1371">
                  <c:v>24000</c:v>
                </c:pt>
                <c:pt idx="1372">
                  <c:v>24000</c:v>
                </c:pt>
                <c:pt idx="1373">
                  <c:v>24000</c:v>
                </c:pt>
                <c:pt idx="1374">
                  <c:v>24000</c:v>
                </c:pt>
                <c:pt idx="1375">
                  <c:v>24000</c:v>
                </c:pt>
                <c:pt idx="1376">
                  <c:v>24000</c:v>
                </c:pt>
                <c:pt idx="1377">
                  <c:v>24000</c:v>
                </c:pt>
                <c:pt idx="1378">
                  <c:v>24000</c:v>
                </c:pt>
                <c:pt idx="1379">
                  <c:v>24000</c:v>
                </c:pt>
                <c:pt idx="1380">
                  <c:v>24000</c:v>
                </c:pt>
                <c:pt idx="1381">
                  <c:v>24000</c:v>
                </c:pt>
                <c:pt idx="1382">
                  <c:v>24000</c:v>
                </c:pt>
                <c:pt idx="1383">
                  <c:v>24000</c:v>
                </c:pt>
                <c:pt idx="1384">
                  <c:v>24500</c:v>
                </c:pt>
                <c:pt idx="1385">
                  <c:v>24500</c:v>
                </c:pt>
                <c:pt idx="1386">
                  <c:v>24500</c:v>
                </c:pt>
                <c:pt idx="1387">
                  <c:v>24500</c:v>
                </c:pt>
                <c:pt idx="1388">
                  <c:v>24500</c:v>
                </c:pt>
                <c:pt idx="1389">
                  <c:v>24500</c:v>
                </c:pt>
                <c:pt idx="1390">
                  <c:v>24500</c:v>
                </c:pt>
                <c:pt idx="1391">
                  <c:v>24500</c:v>
                </c:pt>
                <c:pt idx="1392">
                  <c:v>24500</c:v>
                </c:pt>
                <c:pt idx="1393">
                  <c:v>24500</c:v>
                </c:pt>
                <c:pt idx="1394">
                  <c:v>25000</c:v>
                </c:pt>
                <c:pt idx="1395">
                  <c:v>25000</c:v>
                </c:pt>
                <c:pt idx="1396">
                  <c:v>25000</c:v>
                </c:pt>
                <c:pt idx="1397">
                  <c:v>25000</c:v>
                </c:pt>
                <c:pt idx="1398">
                  <c:v>25000</c:v>
                </c:pt>
                <c:pt idx="1399">
                  <c:v>25000</c:v>
                </c:pt>
                <c:pt idx="1400">
                  <c:v>25000</c:v>
                </c:pt>
                <c:pt idx="1401">
                  <c:v>25000</c:v>
                </c:pt>
                <c:pt idx="1402">
                  <c:v>25000</c:v>
                </c:pt>
                <c:pt idx="1403">
                  <c:v>25000</c:v>
                </c:pt>
                <c:pt idx="1404">
                  <c:v>25000</c:v>
                </c:pt>
                <c:pt idx="1405">
                  <c:v>25000</c:v>
                </c:pt>
                <c:pt idx="1406">
                  <c:v>25000</c:v>
                </c:pt>
                <c:pt idx="1407">
                  <c:v>25000</c:v>
                </c:pt>
                <c:pt idx="1408">
                  <c:v>25000</c:v>
                </c:pt>
                <c:pt idx="1409">
                  <c:v>25000</c:v>
                </c:pt>
                <c:pt idx="1410">
                  <c:v>25000</c:v>
                </c:pt>
                <c:pt idx="1411">
                  <c:v>25000</c:v>
                </c:pt>
                <c:pt idx="1412">
                  <c:v>25000</c:v>
                </c:pt>
                <c:pt idx="1413">
                  <c:v>25000</c:v>
                </c:pt>
                <c:pt idx="1414">
                  <c:v>25250</c:v>
                </c:pt>
                <c:pt idx="1415">
                  <c:v>25250</c:v>
                </c:pt>
                <c:pt idx="1416">
                  <c:v>25250</c:v>
                </c:pt>
                <c:pt idx="1417">
                  <c:v>25250</c:v>
                </c:pt>
                <c:pt idx="1418">
                  <c:v>25250</c:v>
                </c:pt>
                <c:pt idx="1419">
                  <c:v>25250</c:v>
                </c:pt>
                <c:pt idx="1420">
                  <c:v>25250</c:v>
                </c:pt>
                <c:pt idx="1421">
                  <c:v>25250</c:v>
                </c:pt>
                <c:pt idx="1422">
                  <c:v>25250</c:v>
                </c:pt>
                <c:pt idx="1423">
                  <c:v>25250</c:v>
                </c:pt>
                <c:pt idx="1424">
                  <c:v>25250</c:v>
                </c:pt>
                <c:pt idx="1425">
                  <c:v>25250</c:v>
                </c:pt>
                <c:pt idx="1426">
                  <c:v>25250</c:v>
                </c:pt>
                <c:pt idx="1427">
                  <c:v>25250</c:v>
                </c:pt>
                <c:pt idx="1428">
                  <c:v>25250</c:v>
                </c:pt>
                <c:pt idx="1429">
                  <c:v>25250</c:v>
                </c:pt>
                <c:pt idx="1430">
                  <c:v>25250</c:v>
                </c:pt>
                <c:pt idx="1431">
                  <c:v>25250</c:v>
                </c:pt>
                <c:pt idx="1432">
                  <c:v>25250</c:v>
                </c:pt>
                <c:pt idx="1433">
                  <c:v>25250</c:v>
                </c:pt>
                <c:pt idx="1434">
                  <c:v>25250</c:v>
                </c:pt>
                <c:pt idx="1435">
                  <c:v>25500</c:v>
                </c:pt>
                <c:pt idx="1436">
                  <c:v>25500</c:v>
                </c:pt>
                <c:pt idx="1437">
                  <c:v>25500</c:v>
                </c:pt>
                <c:pt idx="1438">
                  <c:v>25500</c:v>
                </c:pt>
                <c:pt idx="1439">
                  <c:v>25500</c:v>
                </c:pt>
                <c:pt idx="1440">
                  <c:v>25500</c:v>
                </c:pt>
                <c:pt idx="1441">
                  <c:v>25500</c:v>
                </c:pt>
                <c:pt idx="1442">
                  <c:v>25500</c:v>
                </c:pt>
                <c:pt idx="1443">
                  <c:v>25500</c:v>
                </c:pt>
                <c:pt idx="1444">
                  <c:v>25500</c:v>
                </c:pt>
                <c:pt idx="1445">
                  <c:v>25500</c:v>
                </c:pt>
                <c:pt idx="1446">
                  <c:v>25500</c:v>
                </c:pt>
                <c:pt idx="1447">
                  <c:v>25500</c:v>
                </c:pt>
                <c:pt idx="1448">
                  <c:v>25500</c:v>
                </c:pt>
                <c:pt idx="1449">
                  <c:v>25500</c:v>
                </c:pt>
                <c:pt idx="1450">
                  <c:v>25500</c:v>
                </c:pt>
                <c:pt idx="1451">
                  <c:v>25500</c:v>
                </c:pt>
                <c:pt idx="1452">
                  <c:v>25500</c:v>
                </c:pt>
                <c:pt idx="1453">
                  <c:v>25500</c:v>
                </c:pt>
                <c:pt idx="1454">
                  <c:v>25500</c:v>
                </c:pt>
                <c:pt idx="1455">
                  <c:v>25500</c:v>
                </c:pt>
                <c:pt idx="1456">
                  <c:v>25500</c:v>
                </c:pt>
                <c:pt idx="1457">
                  <c:v>25500</c:v>
                </c:pt>
                <c:pt idx="1458">
                  <c:v>25500</c:v>
                </c:pt>
                <c:pt idx="1459">
                  <c:v>25500</c:v>
                </c:pt>
                <c:pt idx="1460">
                  <c:v>26000</c:v>
                </c:pt>
                <c:pt idx="1461">
                  <c:v>26000</c:v>
                </c:pt>
                <c:pt idx="1462">
                  <c:v>26000</c:v>
                </c:pt>
                <c:pt idx="1463">
                  <c:v>26000</c:v>
                </c:pt>
                <c:pt idx="1464">
                  <c:v>26000</c:v>
                </c:pt>
                <c:pt idx="1465">
                  <c:v>26000</c:v>
                </c:pt>
                <c:pt idx="1466">
                  <c:v>26000</c:v>
                </c:pt>
                <c:pt idx="1467">
                  <c:v>26000</c:v>
                </c:pt>
                <c:pt idx="1468">
                  <c:v>26000</c:v>
                </c:pt>
                <c:pt idx="1469">
                  <c:v>26000</c:v>
                </c:pt>
                <c:pt idx="1470">
                  <c:v>26000</c:v>
                </c:pt>
                <c:pt idx="1471">
                  <c:v>26000</c:v>
                </c:pt>
                <c:pt idx="1472">
                  <c:v>26000</c:v>
                </c:pt>
                <c:pt idx="1473">
                  <c:v>26000</c:v>
                </c:pt>
                <c:pt idx="1474">
                  <c:v>26000</c:v>
                </c:pt>
                <c:pt idx="1475">
                  <c:v>26000</c:v>
                </c:pt>
                <c:pt idx="1476">
                  <c:v>26000</c:v>
                </c:pt>
                <c:pt idx="1477">
                  <c:v>26000</c:v>
                </c:pt>
                <c:pt idx="1478">
                  <c:v>26000</c:v>
                </c:pt>
                <c:pt idx="1479">
                  <c:v>26000</c:v>
                </c:pt>
                <c:pt idx="1480">
                  <c:v>26000</c:v>
                </c:pt>
                <c:pt idx="1481">
                  <c:v>26000</c:v>
                </c:pt>
                <c:pt idx="1482">
                  <c:v>26000</c:v>
                </c:pt>
                <c:pt idx="1483">
                  <c:v>26000</c:v>
                </c:pt>
                <c:pt idx="1484">
                  <c:v>26000</c:v>
                </c:pt>
                <c:pt idx="1485">
                  <c:v>26000</c:v>
                </c:pt>
                <c:pt idx="1486">
                  <c:v>26000</c:v>
                </c:pt>
                <c:pt idx="1487">
                  <c:v>26000</c:v>
                </c:pt>
                <c:pt idx="1488">
                  <c:v>26000</c:v>
                </c:pt>
                <c:pt idx="1489">
                  <c:v>26000</c:v>
                </c:pt>
                <c:pt idx="1490">
                  <c:v>26000</c:v>
                </c:pt>
                <c:pt idx="1491">
                  <c:v>26000</c:v>
                </c:pt>
                <c:pt idx="1492">
                  <c:v>26000</c:v>
                </c:pt>
                <c:pt idx="1493">
                  <c:v>26000</c:v>
                </c:pt>
                <c:pt idx="1494">
                  <c:v>26000</c:v>
                </c:pt>
                <c:pt idx="1495">
                  <c:v>26000</c:v>
                </c:pt>
                <c:pt idx="1496">
                  <c:v>26000</c:v>
                </c:pt>
                <c:pt idx="1497">
                  <c:v>26000</c:v>
                </c:pt>
                <c:pt idx="1498">
                  <c:v>26000</c:v>
                </c:pt>
                <c:pt idx="1499">
                  <c:v>26000</c:v>
                </c:pt>
                <c:pt idx="1500">
                  <c:v>26000</c:v>
                </c:pt>
                <c:pt idx="1501">
                  <c:v>26000</c:v>
                </c:pt>
                <c:pt idx="1502">
                  <c:v>26000</c:v>
                </c:pt>
                <c:pt idx="1503">
                  <c:v>26000</c:v>
                </c:pt>
                <c:pt idx="1504">
                  <c:v>26500</c:v>
                </c:pt>
                <c:pt idx="1505">
                  <c:v>26500</c:v>
                </c:pt>
                <c:pt idx="1506">
                  <c:v>26500</c:v>
                </c:pt>
                <c:pt idx="1507">
                  <c:v>26500</c:v>
                </c:pt>
                <c:pt idx="1508">
                  <c:v>26500</c:v>
                </c:pt>
                <c:pt idx="1509">
                  <c:v>26500</c:v>
                </c:pt>
                <c:pt idx="1510">
                  <c:v>27500</c:v>
                </c:pt>
                <c:pt idx="1511">
                  <c:v>27500</c:v>
                </c:pt>
                <c:pt idx="1512">
                  <c:v>27500</c:v>
                </c:pt>
                <c:pt idx="1513">
                  <c:v>27500</c:v>
                </c:pt>
                <c:pt idx="1514">
                  <c:v>27500</c:v>
                </c:pt>
                <c:pt idx="1515">
                  <c:v>27500</c:v>
                </c:pt>
                <c:pt idx="1516">
                  <c:v>27500</c:v>
                </c:pt>
                <c:pt idx="1517">
                  <c:v>27500</c:v>
                </c:pt>
                <c:pt idx="1518">
                  <c:v>27500</c:v>
                </c:pt>
                <c:pt idx="1519">
                  <c:v>27500</c:v>
                </c:pt>
                <c:pt idx="1520">
                  <c:v>27500</c:v>
                </c:pt>
                <c:pt idx="1521">
                  <c:v>27500</c:v>
                </c:pt>
                <c:pt idx="1522">
                  <c:v>27500</c:v>
                </c:pt>
                <c:pt idx="1523">
                  <c:v>27500</c:v>
                </c:pt>
                <c:pt idx="1524">
                  <c:v>27500</c:v>
                </c:pt>
                <c:pt idx="1525">
                  <c:v>27500</c:v>
                </c:pt>
                <c:pt idx="1526">
                  <c:v>27500</c:v>
                </c:pt>
                <c:pt idx="1527">
                  <c:v>27500</c:v>
                </c:pt>
                <c:pt idx="1528">
                  <c:v>27500</c:v>
                </c:pt>
                <c:pt idx="1529">
                  <c:v>27500</c:v>
                </c:pt>
                <c:pt idx="1530">
                  <c:v>27500</c:v>
                </c:pt>
                <c:pt idx="1531">
                  <c:v>27500</c:v>
                </c:pt>
                <c:pt idx="1532">
                  <c:v>27500</c:v>
                </c:pt>
                <c:pt idx="1533">
                  <c:v>28500</c:v>
                </c:pt>
                <c:pt idx="1534">
                  <c:v>28500</c:v>
                </c:pt>
                <c:pt idx="1535">
                  <c:v>28500</c:v>
                </c:pt>
                <c:pt idx="1536">
                  <c:v>28500</c:v>
                </c:pt>
                <c:pt idx="1537">
                  <c:v>28500</c:v>
                </c:pt>
                <c:pt idx="1538">
                  <c:v>28500</c:v>
                </c:pt>
                <c:pt idx="1539">
                  <c:v>28500</c:v>
                </c:pt>
                <c:pt idx="1540">
                  <c:v>28500</c:v>
                </c:pt>
                <c:pt idx="1541">
                  <c:v>28500</c:v>
                </c:pt>
                <c:pt idx="1542">
                  <c:v>28500</c:v>
                </c:pt>
                <c:pt idx="1543">
                  <c:v>28500</c:v>
                </c:pt>
                <c:pt idx="1544">
                  <c:v>28500</c:v>
                </c:pt>
                <c:pt idx="1545">
                  <c:v>28500</c:v>
                </c:pt>
                <c:pt idx="1546">
                  <c:v>28500</c:v>
                </c:pt>
                <c:pt idx="1547">
                  <c:v>28500</c:v>
                </c:pt>
                <c:pt idx="1548">
                  <c:v>28500</c:v>
                </c:pt>
                <c:pt idx="1549">
                  <c:v>28500</c:v>
                </c:pt>
                <c:pt idx="1550">
                  <c:v>28500</c:v>
                </c:pt>
                <c:pt idx="1551">
                  <c:v>28500</c:v>
                </c:pt>
                <c:pt idx="1552">
                  <c:v>28500</c:v>
                </c:pt>
                <c:pt idx="1553">
                  <c:v>28500</c:v>
                </c:pt>
                <c:pt idx="1554">
                  <c:v>28500</c:v>
                </c:pt>
                <c:pt idx="1555">
                  <c:v>28500</c:v>
                </c:pt>
                <c:pt idx="1556">
                  <c:v>28500</c:v>
                </c:pt>
                <c:pt idx="1557">
                  <c:v>28500</c:v>
                </c:pt>
                <c:pt idx="1558">
                  <c:v>28500</c:v>
                </c:pt>
                <c:pt idx="1559">
                  <c:v>28500</c:v>
                </c:pt>
                <c:pt idx="1560">
                  <c:v>29100</c:v>
                </c:pt>
                <c:pt idx="1561">
                  <c:v>29100</c:v>
                </c:pt>
                <c:pt idx="1562">
                  <c:v>29100</c:v>
                </c:pt>
                <c:pt idx="1563">
                  <c:v>29100</c:v>
                </c:pt>
                <c:pt idx="1564">
                  <c:v>29100</c:v>
                </c:pt>
                <c:pt idx="1565">
                  <c:v>29100</c:v>
                </c:pt>
                <c:pt idx="1566">
                  <c:v>29100</c:v>
                </c:pt>
                <c:pt idx="1567">
                  <c:v>29100</c:v>
                </c:pt>
                <c:pt idx="1568">
                  <c:v>29100</c:v>
                </c:pt>
                <c:pt idx="1569">
                  <c:v>29100</c:v>
                </c:pt>
                <c:pt idx="1570">
                  <c:v>29100</c:v>
                </c:pt>
                <c:pt idx="1571">
                  <c:v>29100</c:v>
                </c:pt>
                <c:pt idx="1572">
                  <c:v>29100</c:v>
                </c:pt>
                <c:pt idx="1573">
                  <c:v>29100</c:v>
                </c:pt>
                <c:pt idx="1574">
                  <c:v>29100</c:v>
                </c:pt>
                <c:pt idx="1575">
                  <c:v>29100</c:v>
                </c:pt>
                <c:pt idx="1576">
                  <c:v>29100</c:v>
                </c:pt>
                <c:pt idx="1577">
                  <c:v>29100</c:v>
                </c:pt>
                <c:pt idx="1578">
                  <c:v>29100</c:v>
                </c:pt>
                <c:pt idx="1579">
                  <c:v>29100</c:v>
                </c:pt>
                <c:pt idx="1580">
                  <c:v>29100</c:v>
                </c:pt>
                <c:pt idx="1581">
                  <c:v>29300</c:v>
                </c:pt>
                <c:pt idx="1582">
                  <c:v>29000</c:v>
                </c:pt>
                <c:pt idx="1583">
                  <c:v>29000</c:v>
                </c:pt>
                <c:pt idx="1584">
                  <c:v>29000</c:v>
                </c:pt>
                <c:pt idx="1585">
                  <c:v>29000</c:v>
                </c:pt>
                <c:pt idx="1586">
                  <c:v>29000</c:v>
                </c:pt>
                <c:pt idx="1587">
                  <c:v>29000</c:v>
                </c:pt>
                <c:pt idx="1588">
                  <c:v>29000</c:v>
                </c:pt>
                <c:pt idx="1589">
                  <c:v>29000</c:v>
                </c:pt>
                <c:pt idx="1590">
                  <c:v>29000</c:v>
                </c:pt>
                <c:pt idx="1591">
                  <c:v>29000</c:v>
                </c:pt>
                <c:pt idx="1592">
                  <c:v>28800</c:v>
                </c:pt>
                <c:pt idx="1593">
                  <c:v>28800</c:v>
                </c:pt>
                <c:pt idx="1594">
                  <c:v>28800</c:v>
                </c:pt>
                <c:pt idx="1595">
                  <c:v>28800</c:v>
                </c:pt>
                <c:pt idx="1596">
                  <c:v>28800</c:v>
                </c:pt>
                <c:pt idx="1597">
                  <c:v>28800</c:v>
                </c:pt>
                <c:pt idx="1598">
                  <c:v>28800</c:v>
                </c:pt>
                <c:pt idx="1599">
                  <c:v>28800</c:v>
                </c:pt>
                <c:pt idx="1600">
                  <c:v>28800</c:v>
                </c:pt>
                <c:pt idx="1601">
                  <c:v>28500</c:v>
                </c:pt>
                <c:pt idx="1602">
                  <c:v>28500</c:v>
                </c:pt>
                <c:pt idx="1603">
                  <c:v>28500</c:v>
                </c:pt>
                <c:pt idx="1604">
                  <c:v>28500</c:v>
                </c:pt>
                <c:pt idx="1605">
                  <c:v>28500</c:v>
                </c:pt>
                <c:pt idx="1606">
                  <c:v>28500</c:v>
                </c:pt>
                <c:pt idx="1607">
                  <c:v>28500</c:v>
                </c:pt>
                <c:pt idx="1608">
                  <c:v>28500</c:v>
                </c:pt>
                <c:pt idx="1609">
                  <c:v>28500</c:v>
                </c:pt>
                <c:pt idx="1610">
                  <c:v>28500</c:v>
                </c:pt>
                <c:pt idx="1611">
                  <c:v>28500</c:v>
                </c:pt>
                <c:pt idx="1612">
                  <c:v>28500</c:v>
                </c:pt>
                <c:pt idx="1613">
                  <c:v>28500</c:v>
                </c:pt>
                <c:pt idx="1614">
                  <c:v>28300</c:v>
                </c:pt>
                <c:pt idx="1615">
                  <c:v>28300</c:v>
                </c:pt>
                <c:pt idx="1616">
                  <c:v>28300</c:v>
                </c:pt>
                <c:pt idx="1617">
                  <c:v>28300</c:v>
                </c:pt>
                <c:pt idx="1618">
                  <c:v>28300</c:v>
                </c:pt>
                <c:pt idx="1619">
                  <c:v>28300</c:v>
                </c:pt>
                <c:pt idx="1620">
                  <c:v>28300</c:v>
                </c:pt>
                <c:pt idx="1621">
                  <c:v>28300</c:v>
                </c:pt>
                <c:pt idx="1622">
                  <c:v>28300</c:v>
                </c:pt>
                <c:pt idx="1623">
                  <c:v>28300</c:v>
                </c:pt>
                <c:pt idx="1624">
                  <c:v>28300</c:v>
                </c:pt>
                <c:pt idx="1625">
                  <c:v>28300</c:v>
                </c:pt>
                <c:pt idx="1626">
                  <c:v>28300</c:v>
                </c:pt>
                <c:pt idx="1627">
                  <c:v>28300</c:v>
                </c:pt>
                <c:pt idx="1628">
                  <c:v>28300</c:v>
                </c:pt>
                <c:pt idx="1629">
                  <c:v>28100</c:v>
                </c:pt>
                <c:pt idx="1630">
                  <c:v>28000</c:v>
                </c:pt>
                <c:pt idx="1631">
                  <c:v>28000</c:v>
                </c:pt>
                <c:pt idx="1632">
                  <c:v>28000</c:v>
                </c:pt>
                <c:pt idx="1633">
                  <c:v>28000</c:v>
                </c:pt>
                <c:pt idx="1634">
                  <c:v>28000</c:v>
                </c:pt>
                <c:pt idx="1635">
                  <c:v>28000</c:v>
                </c:pt>
                <c:pt idx="1636">
                  <c:v>28000</c:v>
                </c:pt>
                <c:pt idx="1637">
                  <c:v>27900</c:v>
                </c:pt>
                <c:pt idx="1638">
                  <c:v>27800</c:v>
                </c:pt>
                <c:pt idx="1639">
                  <c:v>27800</c:v>
                </c:pt>
                <c:pt idx="1640">
                  <c:v>27800</c:v>
                </c:pt>
                <c:pt idx="1641">
                  <c:v>27800</c:v>
                </c:pt>
                <c:pt idx="1642">
                  <c:v>27800</c:v>
                </c:pt>
                <c:pt idx="1643">
                  <c:v>27800</c:v>
                </c:pt>
                <c:pt idx="1644">
                  <c:v>27800</c:v>
                </c:pt>
                <c:pt idx="1645">
                  <c:v>27800</c:v>
                </c:pt>
                <c:pt idx="1646">
                  <c:v>27800</c:v>
                </c:pt>
                <c:pt idx="1647">
                  <c:v>27800</c:v>
                </c:pt>
                <c:pt idx="1648">
                  <c:v>27800</c:v>
                </c:pt>
                <c:pt idx="1649">
                  <c:v>27800</c:v>
                </c:pt>
                <c:pt idx="1650">
                  <c:v>27800</c:v>
                </c:pt>
                <c:pt idx="1651">
                  <c:v>27700</c:v>
                </c:pt>
                <c:pt idx="1652">
                  <c:v>27700</c:v>
                </c:pt>
                <c:pt idx="1653">
                  <c:v>27700</c:v>
                </c:pt>
                <c:pt idx="1654">
                  <c:v>27700</c:v>
                </c:pt>
                <c:pt idx="1655">
                  <c:v>27700</c:v>
                </c:pt>
                <c:pt idx="1656">
                  <c:v>27700</c:v>
                </c:pt>
                <c:pt idx="1657">
                  <c:v>27700</c:v>
                </c:pt>
                <c:pt idx="1658">
                  <c:v>27700</c:v>
                </c:pt>
                <c:pt idx="1659">
                  <c:v>27700</c:v>
                </c:pt>
                <c:pt idx="1660">
                  <c:v>27700</c:v>
                </c:pt>
                <c:pt idx="1661">
                  <c:v>27700</c:v>
                </c:pt>
                <c:pt idx="1662">
                  <c:v>27700</c:v>
                </c:pt>
                <c:pt idx="1663">
                  <c:v>27700</c:v>
                </c:pt>
                <c:pt idx="1664">
                  <c:v>27700</c:v>
                </c:pt>
                <c:pt idx="1665">
                  <c:v>27700</c:v>
                </c:pt>
                <c:pt idx="1666">
                  <c:v>27700</c:v>
                </c:pt>
                <c:pt idx="1667">
                  <c:v>27700</c:v>
                </c:pt>
                <c:pt idx="1668">
                  <c:v>27700</c:v>
                </c:pt>
                <c:pt idx="1669">
                  <c:v>27800</c:v>
                </c:pt>
                <c:pt idx="1670">
                  <c:v>27800</c:v>
                </c:pt>
                <c:pt idx="1671">
                  <c:v>27800</c:v>
                </c:pt>
                <c:pt idx="1672">
                  <c:v>27800</c:v>
                </c:pt>
                <c:pt idx="1673">
                  <c:v>27800</c:v>
                </c:pt>
                <c:pt idx="1674">
                  <c:v>27800</c:v>
                </c:pt>
                <c:pt idx="1675">
                  <c:v>27800</c:v>
                </c:pt>
                <c:pt idx="1676">
                  <c:v>27800</c:v>
                </c:pt>
                <c:pt idx="1677">
                  <c:v>27800</c:v>
                </c:pt>
                <c:pt idx="1678">
                  <c:v>28000</c:v>
                </c:pt>
                <c:pt idx="1679">
                  <c:v>28100</c:v>
                </c:pt>
                <c:pt idx="1680">
                  <c:v>28100</c:v>
                </c:pt>
                <c:pt idx="1681">
                  <c:v>28100</c:v>
                </c:pt>
                <c:pt idx="1682">
                  <c:v>28100</c:v>
                </c:pt>
                <c:pt idx="1683">
                  <c:v>28200</c:v>
                </c:pt>
                <c:pt idx="1684">
                  <c:v>28200</c:v>
                </c:pt>
                <c:pt idx="1685">
                  <c:v>28200</c:v>
                </c:pt>
                <c:pt idx="1686">
                  <c:v>28200</c:v>
                </c:pt>
                <c:pt idx="1687">
                  <c:v>28200</c:v>
                </c:pt>
                <c:pt idx="1688">
                  <c:v>28200</c:v>
                </c:pt>
                <c:pt idx="1689">
                  <c:v>28200</c:v>
                </c:pt>
                <c:pt idx="1690">
                  <c:v>28200</c:v>
                </c:pt>
                <c:pt idx="1691">
                  <c:v>28200</c:v>
                </c:pt>
                <c:pt idx="1692">
                  <c:v>28200</c:v>
                </c:pt>
                <c:pt idx="1693">
                  <c:v>28300</c:v>
                </c:pt>
                <c:pt idx="1694">
                  <c:v>28300</c:v>
                </c:pt>
                <c:pt idx="1695">
                  <c:v>28300</c:v>
                </c:pt>
                <c:pt idx="1696">
                  <c:v>28300</c:v>
                </c:pt>
                <c:pt idx="1697">
                  <c:v>28300</c:v>
                </c:pt>
                <c:pt idx="1698">
                  <c:v>28500</c:v>
                </c:pt>
                <c:pt idx="1699">
                  <c:v>28500</c:v>
                </c:pt>
                <c:pt idx="1700">
                  <c:v>28500</c:v>
                </c:pt>
                <c:pt idx="1701">
                  <c:v>28500</c:v>
                </c:pt>
                <c:pt idx="1702">
                  <c:v>28500</c:v>
                </c:pt>
                <c:pt idx="1703">
                  <c:v>28500</c:v>
                </c:pt>
                <c:pt idx="1704">
                  <c:v>28500</c:v>
                </c:pt>
                <c:pt idx="1705">
                  <c:v>28500</c:v>
                </c:pt>
                <c:pt idx="1706">
                  <c:v>28500</c:v>
                </c:pt>
                <c:pt idx="1707">
                  <c:v>28500</c:v>
                </c:pt>
                <c:pt idx="1708">
                  <c:v>28500</c:v>
                </c:pt>
                <c:pt idx="1709">
                  <c:v>28500</c:v>
                </c:pt>
                <c:pt idx="1710">
                  <c:v>28500</c:v>
                </c:pt>
                <c:pt idx="1711">
                  <c:v>28500</c:v>
                </c:pt>
                <c:pt idx="1712">
                  <c:v>28500</c:v>
                </c:pt>
                <c:pt idx="1713">
                  <c:v>28500</c:v>
                </c:pt>
                <c:pt idx="1714">
                  <c:v>28500</c:v>
                </c:pt>
                <c:pt idx="1715">
                  <c:v>28500</c:v>
                </c:pt>
                <c:pt idx="1716">
                  <c:v>28500</c:v>
                </c:pt>
                <c:pt idx="1717">
                  <c:v>28500</c:v>
                </c:pt>
                <c:pt idx="1718">
                  <c:v>28500</c:v>
                </c:pt>
                <c:pt idx="1719">
                  <c:v>28500</c:v>
                </c:pt>
                <c:pt idx="1720">
                  <c:v>28300</c:v>
                </c:pt>
                <c:pt idx="1721">
                  <c:v>28000</c:v>
                </c:pt>
                <c:pt idx="1722">
                  <c:v>28000</c:v>
                </c:pt>
                <c:pt idx="1723">
                  <c:v>28000</c:v>
                </c:pt>
                <c:pt idx="1724">
                  <c:v>28000</c:v>
                </c:pt>
                <c:pt idx="1725">
                  <c:v>28000</c:v>
                </c:pt>
                <c:pt idx="1726">
                  <c:v>28000</c:v>
                </c:pt>
                <c:pt idx="1727">
                  <c:v>28000</c:v>
                </c:pt>
                <c:pt idx="1728">
                  <c:v>28000</c:v>
                </c:pt>
                <c:pt idx="1729">
                  <c:v>28000</c:v>
                </c:pt>
                <c:pt idx="1730">
                  <c:v>28000</c:v>
                </c:pt>
                <c:pt idx="1731">
                  <c:v>28000</c:v>
                </c:pt>
                <c:pt idx="1732">
                  <c:v>28000</c:v>
                </c:pt>
                <c:pt idx="1733">
                  <c:v>28000</c:v>
                </c:pt>
                <c:pt idx="1734">
                  <c:v>28000</c:v>
                </c:pt>
                <c:pt idx="1735">
                  <c:v>28000</c:v>
                </c:pt>
                <c:pt idx="1736">
                  <c:v>28000</c:v>
                </c:pt>
                <c:pt idx="1737">
                  <c:v>28000</c:v>
                </c:pt>
                <c:pt idx="1738">
                  <c:v>28000</c:v>
                </c:pt>
                <c:pt idx="1739">
                  <c:v>27500</c:v>
                </c:pt>
                <c:pt idx="1740">
                  <c:v>26900</c:v>
                </c:pt>
                <c:pt idx="1741">
                  <c:v>26900</c:v>
                </c:pt>
                <c:pt idx="1742">
                  <c:v>26500</c:v>
                </c:pt>
                <c:pt idx="1743">
                  <c:v>26500</c:v>
                </c:pt>
                <c:pt idx="1744">
                  <c:v>26500</c:v>
                </c:pt>
                <c:pt idx="1745">
                  <c:v>26500</c:v>
                </c:pt>
                <c:pt idx="1746">
                  <c:v>25000</c:v>
                </c:pt>
                <c:pt idx="1747">
                  <c:v>25000</c:v>
                </c:pt>
                <c:pt idx="1748">
                  <c:v>25000</c:v>
                </c:pt>
                <c:pt idx="1749">
                  <c:v>25000</c:v>
                </c:pt>
                <c:pt idx="1750">
                  <c:v>25000</c:v>
                </c:pt>
                <c:pt idx="1751">
                  <c:v>25000</c:v>
                </c:pt>
                <c:pt idx="1752">
                  <c:v>25000</c:v>
                </c:pt>
                <c:pt idx="1753">
                  <c:v>25000</c:v>
                </c:pt>
                <c:pt idx="1754">
                  <c:v>25000</c:v>
                </c:pt>
                <c:pt idx="1755">
                  <c:v>25000</c:v>
                </c:pt>
                <c:pt idx="1756">
                  <c:v>24700</c:v>
                </c:pt>
                <c:pt idx="1757">
                  <c:v>24500</c:v>
                </c:pt>
                <c:pt idx="1758">
                  <c:v>24500</c:v>
                </c:pt>
                <c:pt idx="1759">
                  <c:v>24500</c:v>
                </c:pt>
                <c:pt idx="1760">
                  <c:v>24100</c:v>
                </c:pt>
                <c:pt idx="1761">
                  <c:v>24100</c:v>
                </c:pt>
                <c:pt idx="1762">
                  <c:v>24000</c:v>
                </c:pt>
                <c:pt idx="1763">
                  <c:v>24000</c:v>
                </c:pt>
                <c:pt idx="1764">
                  <c:v>24000</c:v>
                </c:pt>
                <c:pt idx="1765">
                  <c:v>24000</c:v>
                </c:pt>
                <c:pt idx="1766">
                  <c:v>24000</c:v>
                </c:pt>
                <c:pt idx="1767">
                  <c:v>24000</c:v>
                </c:pt>
                <c:pt idx="1768">
                  <c:v>24000</c:v>
                </c:pt>
                <c:pt idx="1769">
                  <c:v>24000</c:v>
                </c:pt>
                <c:pt idx="1770">
                  <c:v>24000</c:v>
                </c:pt>
                <c:pt idx="1771">
                  <c:v>24000</c:v>
                </c:pt>
                <c:pt idx="1772">
                  <c:v>24000</c:v>
                </c:pt>
                <c:pt idx="1773">
                  <c:v>24000</c:v>
                </c:pt>
                <c:pt idx="1774">
                  <c:v>24000</c:v>
                </c:pt>
                <c:pt idx="1775">
                  <c:v>24000</c:v>
                </c:pt>
                <c:pt idx="1776">
                  <c:v>24000</c:v>
                </c:pt>
                <c:pt idx="1777">
                  <c:v>24300</c:v>
                </c:pt>
                <c:pt idx="1778">
                  <c:v>24500</c:v>
                </c:pt>
                <c:pt idx="1779">
                  <c:v>24500</c:v>
                </c:pt>
                <c:pt idx="1780">
                  <c:v>24500</c:v>
                </c:pt>
                <c:pt idx="1781">
                  <c:v>24500</c:v>
                </c:pt>
                <c:pt idx="1782">
                  <c:v>24500</c:v>
                </c:pt>
                <c:pt idx="1783">
                  <c:v>25000</c:v>
                </c:pt>
                <c:pt idx="1784">
                  <c:v>25200</c:v>
                </c:pt>
                <c:pt idx="1785">
                  <c:v>25200</c:v>
                </c:pt>
                <c:pt idx="1786">
                  <c:v>25200</c:v>
                </c:pt>
                <c:pt idx="1787">
                  <c:v>25200</c:v>
                </c:pt>
                <c:pt idx="1788">
                  <c:v>25200</c:v>
                </c:pt>
                <c:pt idx="1789">
                  <c:v>25200</c:v>
                </c:pt>
                <c:pt idx="1790">
                  <c:v>25200</c:v>
                </c:pt>
                <c:pt idx="1791">
                  <c:v>25200</c:v>
                </c:pt>
                <c:pt idx="1792">
                  <c:v>25200</c:v>
                </c:pt>
                <c:pt idx="1793">
                  <c:v>25200</c:v>
                </c:pt>
                <c:pt idx="1794">
                  <c:v>25200</c:v>
                </c:pt>
                <c:pt idx="1795">
                  <c:v>25200</c:v>
                </c:pt>
                <c:pt idx="1796">
                  <c:v>25200</c:v>
                </c:pt>
                <c:pt idx="1797">
                  <c:v>25300</c:v>
                </c:pt>
                <c:pt idx="1798">
                  <c:v>25300</c:v>
                </c:pt>
                <c:pt idx="1799">
                  <c:v>25300</c:v>
                </c:pt>
                <c:pt idx="1800">
                  <c:v>25300</c:v>
                </c:pt>
                <c:pt idx="1801">
                  <c:v>25300</c:v>
                </c:pt>
                <c:pt idx="1802">
                  <c:v>25300</c:v>
                </c:pt>
                <c:pt idx="1803">
                  <c:v>25300</c:v>
                </c:pt>
                <c:pt idx="1804">
                  <c:v>25500</c:v>
                </c:pt>
                <c:pt idx="1805">
                  <c:v>25500</c:v>
                </c:pt>
                <c:pt idx="1806">
                  <c:v>25500</c:v>
                </c:pt>
                <c:pt idx="1807">
                  <c:v>25500</c:v>
                </c:pt>
                <c:pt idx="1808">
                  <c:v>25500</c:v>
                </c:pt>
                <c:pt idx="1809">
                  <c:v>25500</c:v>
                </c:pt>
                <c:pt idx="1810">
                  <c:v>25500</c:v>
                </c:pt>
                <c:pt idx="1811">
                  <c:v>25500</c:v>
                </c:pt>
                <c:pt idx="1812">
                  <c:v>25500</c:v>
                </c:pt>
                <c:pt idx="1813">
                  <c:v>26000</c:v>
                </c:pt>
                <c:pt idx="1814">
                  <c:v>26000</c:v>
                </c:pt>
                <c:pt idx="1815">
                  <c:v>26000</c:v>
                </c:pt>
                <c:pt idx="1816">
                  <c:v>26000</c:v>
                </c:pt>
                <c:pt idx="1817">
                  <c:v>26000</c:v>
                </c:pt>
                <c:pt idx="1818">
                  <c:v>25800</c:v>
                </c:pt>
                <c:pt idx="1819">
                  <c:v>25800</c:v>
                </c:pt>
                <c:pt idx="1820">
                  <c:v>25650</c:v>
                </c:pt>
                <c:pt idx="1821">
                  <c:v>25650</c:v>
                </c:pt>
                <c:pt idx="1822">
                  <c:v>25650</c:v>
                </c:pt>
                <c:pt idx="1823">
                  <c:v>25650</c:v>
                </c:pt>
                <c:pt idx="1824">
                  <c:v>25600</c:v>
                </c:pt>
                <c:pt idx="1825">
                  <c:v>25600</c:v>
                </c:pt>
                <c:pt idx="1826">
                  <c:v>25600</c:v>
                </c:pt>
                <c:pt idx="1827">
                  <c:v>25400</c:v>
                </c:pt>
                <c:pt idx="1828">
                  <c:v>25400</c:v>
                </c:pt>
                <c:pt idx="1829">
                  <c:v>25400</c:v>
                </c:pt>
                <c:pt idx="1830">
                  <c:v>25400</c:v>
                </c:pt>
                <c:pt idx="1831">
                  <c:v>25400</c:v>
                </c:pt>
                <c:pt idx="1832">
                  <c:v>25400</c:v>
                </c:pt>
                <c:pt idx="1833">
                  <c:v>25400</c:v>
                </c:pt>
                <c:pt idx="1834">
                  <c:v>25400</c:v>
                </c:pt>
                <c:pt idx="1835">
                  <c:v>25400</c:v>
                </c:pt>
                <c:pt idx="1836">
                  <c:v>25400</c:v>
                </c:pt>
                <c:pt idx="1837">
                  <c:v>25400</c:v>
                </c:pt>
                <c:pt idx="1838">
                  <c:v>25400</c:v>
                </c:pt>
                <c:pt idx="1839">
                  <c:v>25400</c:v>
                </c:pt>
                <c:pt idx="1840">
                  <c:v>25400</c:v>
                </c:pt>
                <c:pt idx="1841">
                  <c:v>25400</c:v>
                </c:pt>
                <c:pt idx="1842">
                  <c:v>25400</c:v>
                </c:pt>
                <c:pt idx="1843">
                  <c:v>25400</c:v>
                </c:pt>
                <c:pt idx="1844">
                  <c:v>25400</c:v>
                </c:pt>
                <c:pt idx="1845">
                  <c:v>25400</c:v>
                </c:pt>
                <c:pt idx="1846">
                  <c:v>25400</c:v>
                </c:pt>
                <c:pt idx="1847">
                  <c:v>25400</c:v>
                </c:pt>
                <c:pt idx="1848">
                  <c:v>25400</c:v>
                </c:pt>
                <c:pt idx="1849">
                  <c:v>25400</c:v>
                </c:pt>
                <c:pt idx="1850">
                  <c:v>25400</c:v>
                </c:pt>
                <c:pt idx="1851">
                  <c:v>25400</c:v>
                </c:pt>
                <c:pt idx="1852">
                  <c:v>25600</c:v>
                </c:pt>
                <c:pt idx="1853">
                  <c:v>25600</c:v>
                </c:pt>
                <c:pt idx="1854">
                  <c:v>25600</c:v>
                </c:pt>
                <c:pt idx="1855">
                  <c:v>25600</c:v>
                </c:pt>
                <c:pt idx="1856">
                  <c:v>25600</c:v>
                </c:pt>
                <c:pt idx="1857">
                  <c:v>25600</c:v>
                </c:pt>
                <c:pt idx="1858">
                  <c:v>26500</c:v>
                </c:pt>
                <c:pt idx="1859">
                  <c:v>26500</c:v>
                </c:pt>
                <c:pt idx="1860">
                  <c:v>26500</c:v>
                </c:pt>
                <c:pt idx="1861">
                  <c:v>26500</c:v>
                </c:pt>
                <c:pt idx="1862">
                  <c:v>26500</c:v>
                </c:pt>
                <c:pt idx="1863">
                  <c:v>26500</c:v>
                </c:pt>
                <c:pt idx="1864">
                  <c:v>26500</c:v>
                </c:pt>
                <c:pt idx="1865">
                  <c:v>26500</c:v>
                </c:pt>
                <c:pt idx="1866">
                  <c:v>26500</c:v>
                </c:pt>
                <c:pt idx="1867">
                  <c:v>26500</c:v>
                </c:pt>
                <c:pt idx="1868">
                  <c:v>26500</c:v>
                </c:pt>
                <c:pt idx="1869">
                  <c:v>26500</c:v>
                </c:pt>
                <c:pt idx="1870">
                  <c:v>26500</c:v>
                </c:pt>
                <c:pt idx="1871">
                  <c:v>26500</c:v>
                </c:pt>
                <c:pt idx="1872">
                  <c:v>27500</c:v>
                </c:pt>
                <c:pt idx="1873">
                  <c:v>27500</c:v>
                </c:pt>
                <c:pt idx="1874">
                  <c:v>27500</c:v>
                </c:pt>
                <c:pt idx="1875">
                  <c:v>27500</c:v>
                </c:pt>
                <c:pt idx="1876">
                  <c:v>27500</c:v>
                </c:pt>
                <c:pt idx="1877">
                  <c:v>27500</c:v>
                </c:pt>
                <c:pt idx="1878">
                  <c:v>27500</c:v>
                </c:pt>
                <c:pt idx="1879">
                  <c:v>27500</c:v>
                </c:pt>
                <c:pt idx="1880">
                  <c:v>27500</c:v>
                </c:pt>
                <c:pt idx="1881">
                  <c:v>27500</c:v>
                </c:pt>
                <c:pt idx="1882">
                  <c:v>28000</c:v>
                </c:pt>
                <c:pt idx="1883">
                  <c:v>28000</c:v>
                </c:pt>
                <c:pt idx="1884">
                  <c:v>28000</c:v>
                </c:pt>
                <c:pt idx="1885">
                  <c:v>28000</c:v>
                </c:pt>
                <c:pt idx="1886">
                  <c:v>28000</c:v>
                </c:pt>
                <c:pt idx="1887">
                  <c:v>28000</c:v>
                </c:pt>
                <c:pt idx="1888">
                  <c:v>28000</c:v>
                </c:pt>
                <c:pt idx="1889">
                  <c:v>28000</c:v>
                </c:pt>
                <c:pt idx="1890">
                  <c:v>28400</c:v>
                </c:pt>
                <c:pt idx="1891">
                  <c:v>28400</c:v>
                </c:pt>
                <c:pt idx="1892">
                  <c:v>28400</c:v>
                </c:pt>
                <c:pt idx="1893">
                  <c:v>28500</c:v>
                </c:pt>
                <c:pt idx="1894">
                  <c:v>28500</c:v>
                </c:pt>
                <c:pt idx="1895">
                  <c:v>28500</c:v>
                </c:pt>
                <c:pt idx="1896">
                  <c:v>28500</c:v>
                </c:pt>
                <c:pt idx="1897">
                  <c:v>28500</c:v>
                </c:pt>
                <c:pt idx="1898">
                  <c:v>28500</c:v>
                </c:pt>
                <c:pt idx="1899">
                  <c:v>28500</c:v>
                </c:pt>
                <c:pt idx="1900">
                  <c:v>28500</c:v>
                </c:pt>
                <c:pt idx="1901">
                  <c:v>28500</c:v>
                </c:pt>
                <c:pt idx="1902">
                  <c:v>28500</c:v>
                </c:pt>
                <c:pt idx="1903">
                  <c:v>29000</c:v>
                </c:pt>
                <c:pt idx="1904">
                  <c:v>29000</c:v>
                </c:pt>
                <c:pt idx="1905">
                  <c:v>29000</c:v>
                </c:pt>
                <c:pt idx="1906">
                  <c:v>29000</c:v>
                </c:pt>
                <c:pt idx="1907">
                  <c:v>29000</c:v>
                </c:pt>
                <c:pt idx="1908">
                  <c:v>29000</c:v>
                </c:pt>
                <c:pt idx="1909">
                  <c:v>29000</c:v>
                </c:pt>
                <c:pt idx="1910">
                  <c:v>30100</c:v>
                </c:pt>
                <c:pt idx="1911">
                  <c:v>30100</c:v>
                </c:pt>
                <c:pt idx="1912">
                  <c:v>30100</c:v>
                </c:pt>
                <c:pt idx="1913">
                  <c:v>30100</c:v>
                </c:pt>
                <c:pt idx="1914">
                  <c:v>30100</c:v>
                </c:pt>
                <c:pt idx="1915">
                  <c:v>30100</c:v>
                </c:pt>
                <c:pt idx="1916">
                  <c:v>30100</c:v>
                </c:pt>
                <c:pt idx="1917">
                  <c:v>30100</c:v>
                </c:pt>
                <c:pt idx="1918">
                  <c:v>30100</c:v>
                </c:pt>
                <c:pt idx="1919">
                  <c:v>30100</c:v>
                </c:pt>
                <c:pt idx="1920">
                  <c:v>30100</c:v>
                </c:pt>
                <c:pt idx="1921">
                  <c:v>30100</c:v>
                </c:pt>
                <c:pt idx="1922">
                  <c:v>30100</c:v>
                </c:pt>
                <c:pt idx="1923">
                  <c:v>30100</c:v>
                </c:pt>
                <c:pt idx="1924">
                  <c:v>30100</c:v>
                </c:pt>
                <c:pt idx="1925">
                  <c:v>30100</c:v>
                </c:pt>
                <c:pt idx="1926">
                  <c:v>30100</c:v>
                </c:pt>
                <c:pt idx="1927">
                  <c:v>30100</c:v>
                </c:pt>
                <c:pt idx="1928">
                  <c:v>30100</c:v>
                </c:pt>
                <c:pt idx="1929">
                  <c:v>30100</c:v>
                </c:pt>
                <c:pt idx="1930">
                  <c:v>30100</c:v>
                </c:pt>
                <c:pt idx="1931">
                  <c:v>30100</c:v>
                </c:pt>
                <c:pt idx="1932">
                  <c:v>30100</c:v>
                </c:pt>
                <c:pt idx="1933">
                  <c:v>30100</c:v>
                </c:pt>
                <c:pt idx="1934">
                  <c:v>30100</c:v>
                </c:pt>
                <c:pt idx="1935">
                  <c:v>30100</c:v>
                </c:pt>
                <c:pt idx="1936">
                  <c:v>30100</c:v>
                </c:pt>
                <c:pt idx="1937">
                  <c:v>30100</c:v>
                </c:pt>
                <c:pt idx="1938">
                  <c:v>30100</c:v>
                </c:pt>
                <c:pt idx="1939">
                  <c:v>30100</c:v>
                </c:pt>
                <c:pt idx="1940">
                  <c:v>30100</c:v>
                </c:pt>
                <c:pt idx="1941">
                  <c:v>30100</c:v>
                </c:pt>
                <c:pt idx="1942">
                  <c:v>30100</c:v>
                </c:pt>
                <c:pt idx="1943">
                  <c:v>30100</c:v>
                </c:pt>
                <c:pt idx="1944">
                  <c:v>30100</c:v>
                </c:pt>
                <c:pt idx="1945">
                  <c:v>30100</c:v>
                </c:pt>
                <c:pt idx="1946">
                  <c:v>30100</c:v>
                </c:pt>
                <c:pt idx="1947">
                  <c:v>30100</c:v>
                </c:pt>
                <c:pt idx="1948">
                  <c:v>30100</c:v>
                </c:pt>
                <c:pt idx="1949">
                  <c:v>30100</c:v>
                </c:pt>
                <c:pt idx="1950">
                  <c:v>30100</c:v>
                </c:pt>
                <c:pt idx="1951">
                  <c:v>30000</c:v>
                </c:pt>
                <c:pt idx="1952">
                  <c:v>30000</c:v>
                </c:pt>
                <c:pt idx="1953">
                  <c:v>28000</c:v>
                </c:pt>
                <c:pt idx="1954">
                  <c:v>28000</c:v>
                </c:pt>
                <c:pt idx="1955">
                  <c:v>28000</c:v>
                </c:pt>
                <c:pt idx="1956">
                  <c:v>28000</c:v>
                </c:pt>
                <c:pt idx="1957">
                  <c:v>28000</c:v>
                </c:pt>
                <c:pt idx="1958">
                  <c:v>27500</c:v>
                </c:pt>
                <c:pt idx="1959">
                  <c:v>27500</c:v>
                </c:pt>
                <c:pt idx="1960">
                  <c:v>27200</c:v>
                </c:pt>
                <c:pt idx="1961">
                  <c:v>27200</c:v>
                </c:pt>
                <c:pt idx="1962">
                  <c:v>27200</c:v>
                </c:pt>
                <c:pt idx="1963">
                  <c:v>27200</c:v>
                </c:pt>
                <c:pt idx="1964">
                  <c:v>27200</c:v>
                </c:pt>
                <c:pt idx="1965">
                  <c:v>26500</c:v>
                </c:pt>
                <c:pt idx="1966">
                  <c:v>26500</c:v>
                </c:pt>
                <c:pt idx="1967">
                  <c:v>26500</c:v>
                </c:pt>
                <c:pt idx="1968">
                  <c:v>26500</c:v>
                </c:pt>
                <c:pt idx="1969">
                  <c:v>26500</c:v>
                </c:pt>
                <c:pt idx="1970">
                  <c:v>26500</c:v>
                </c:pt>
                <c:pt idx="1971">
                  <c:v>26500</c:v>
                </c:pt>
                <c:pt idx="1972">
                  <c:v>26500</c:v>
                </c:pt>
                <c:pt idx="1973">
                  <c:v>26500</c:v>
                </c:pt>
                <c:pt idx="1974">
                  <c:v>26500</c:v>
                </c:pt>
                <c:pt idx="1975">
                  <c:v>26500</c:v>
                </c:pt>
                <c:pt idx="1976">
                  <c:v>26500</c:v>
                </c:pt>
                <c:pt idx="1977">
                  <c:v>26500</c:v>
                </c:pt>
                <c:pt idx="1978">
                  <c:v>26500</c:v>
                </c:pt>
                <c:pt idx="1979">
                  <c:v>26500</c:v>
                </c:pt>
                <c:pt idx="1980">
                  <c:v>26500</c:v>
                </c:pt>
                <c:pt idx="1981">
                  <c:v>26500</c:v>
                </c:pt>
                <c:pt idx="1982">
                  <c:v>26500</c:v>
                </c:pt>
                <c:pt idx="1983">
                  <c:v>26500</c:v>
                </c:pt>
                <c:pt idx="1984">
                  <c:v>26500</c:v>
                </c:pt>
                <c:pt idx="1985">
                  <c:v>26000</c:v>
                </c:pt>
                <c:pt idx="1986">
                  <c:v>26000</c:v>
                </c:pt>
                <c:pt idx="1987">
                  <c:v>25700</c:v>
                </c:pt>
                <c:pt idx="1988">
                  <c:v>25700</c:v>
                </c:pt>
                <c:pt idx="1989">
                  <c:v>25700</c:v>
                </c:pt>
                <c:pt idx="1990">
                  <c:v>25700</c:v>
                </c:pt>
                <c:pt idx="1991">
                  <c:v>25700</c:v>
                </c:pt>
                <c:pt idx="1992">
                  <c:v>25700</c:v>
                </c:pt>
                <c:pt idx="1993">
                  <c:v>25700</c:v>
                </c:pt>
                <c:pt idx="1994">
                  <c:v>25700</c:v>
                </c:pt>
                <c:pt idx="1995">
                  <c:v>25600</c:v>
                </c:pt>
                <c:pt idx="1996">
                  <c:v>25600</c:v>
                </c:pt>
                <c:pt idx="1997">
                  <c:v>25600</c:v>
                </c:pt>
                <c:pt idx="1998">
                  <c:v>25000</c:v>
                </c:pt>
                <c:pt idx="1999">
                  <c:v>25000</c:v>
                </c:pt>
                <c:pt idx="2000">
                  <c:v>25000</c:v>
                </c:pt>
                <c:pt idx="2001">
                  <c:v>25000</c:v>
                </c:pt>
                <c:pt idx="2002">
                  <c:v>24600</c:v>
                </c:pt>
                <c:pt idx="2003">
                  <c:v>24600</c:v>
                </c:pt>
                <c:pt idx="2004">
                  <c:v>24600</c:v>
                </c:pt>
                <c:pt idx="2005">
                  <c:v>24600</c:v>
                </c:pt>
                <c:pt idx="2006">
                  <c:v>24500</c:v>
                </c:pt>
                <c:pt idx="2007">
                  <c:v>24500</c:v>
                </c:pt>
                <c:pt idx="2008">
                  <c:v>24500</c:v>
                </c:pt>
                <c:pt idx="2009">
                  <c:v>24500</c:v>
                </c:pt>
                <c:pt idx="2010">
                  <c:v>24500</c:v>
                </c:pt>
                <c:pt idx="2011">
                  <c:v>24500</c:v>
                </c:pt>
                <c:pt idx="2012">
                  <c:v>24500</c:v>
                </c:pt>
                <c:pt idx="2013">
                  <c:v>24500</c:v>
                </c:pt>
                <c:pt idx="2014">
                  <c:v>24000</c:v>
                </c:pt>
                <c:pt idx="2015">
                  <c:v>24000</c:v>
                </c:pt>
                <c:pt idx="2016">
                  <c:v>24000</c:v>
                </c:pt>
                <c:pt idx="2017">
                  <c:v>24000</c:v>
                </c:pt>
                <c:pt idx="2018">
                  <c:v>24000</c:v>
                </c:pt>
                <c:pt idx="2019">
                  <c:v>24000</c:v>
                </c:pt>
                <c:pt idx="2020">
                  <c:v>23500</c:v>
                </c:pt>
                <c:pt idx="2021">
                  <c:v>23500</c:v>
                </c:pt>
                <c:pt idx="2022">
                  <c:v>23500</c:v>
                </c:pt>
                <c:pt idx="2023">
                  <c:v>22500</c:v>
                </c:pt>
                <c:pt idx="2024">
                  <c:v>22500</c:v>
                </c:pt>
                <c:pt idx="2025">
                  <c:v>22500</c:v>
                </c:pt>
                <c:pt idx="2026">
                  <c:v>22500</c:v>
                </c:pt>
                <c:pt idx="2027">
                  <c:v>22500</c:v>
                </c:pt>
                <c:pt idx="2028">
                  <c:v>22500</c:v>
                </c:pt>
                <c:pt idx="2029">
                  <c:v>22300</c:v>
                </c:pt>
                <c:pt idx="2030">
                  <c:v>22300</c:v>
                </c:pt>
                <c:pt idx="2031">
                  <c:v>22300</c:v>
                </c:pt>
                <c:pt idx="2032">
                  <c:v>22300</c:v>
                </c:pt>
                <c:pt idx="2033">
                  <c:v>22300</c:v>
                </c:pt>
                <c:pt idx="2034">
                  <c:v>22000</c:v>
                </c:pt>
                <c:pt idx="2035">
                  <c:v>22000</c:v>
                </c:pt>
                <c:pt idx="2036">
                  <c:v>22000</c:v>
                </c:pt>
                <c:pt idx="2037">
                  <c:v>22000</c:v>
                </c:pt>
                <c:pt idx="2038">
                  <c:v>22000</c:v>
                </c:pt>
                <c:pt idx="2039">
                  <c:v>22000</c:v>
                </c:pt>
                <c:pt idx="2040">
                  <c:v>22000</c:v>
                </c:pt>
                <c:pt idx="2041">
                  <c:v>21700</c:v>
                </c:pt>
                <c:pt idx="2042">
                  <c:v>21700</c:v>
                </c:pt>
                <c:pt idx="2043">
                  <c:v>21500</c:v>
                </c:pt>
                <c:pt idx="2044">
                  <c:v>21100</c:v>
                </c:pt>
                <c:pt idx="2045">
                  <c:v>21100</c:v>
                </c:pt>
                <c:pt idx="2046">
                  <c:v>21100</c:v>
                </c:pt>
                <c:pt idx="2047">
                  <c:v>21100</c:v>
                </c:pt>
                <c:pt idx="2048">
                  <c:v>21100</c:v>
                </c:pt>
                <c:pt idx="2049">
                  <c:v>21100</c:v>
                </c:pt>
                <c:pt idx="2050">
                  <c:v>20300</c:v>
                </c:pt>
                <c:pt idx="2051">
                  <c:v>20300</c:v>
                </c:pt>
                <c:pt idx="2052">
                  <c:v>20300</c:v>
                </c:pt>
                <c:pt idx="2053">
                  <c:v>20300</c:v>
                </c:pt>
                <c:pt idx="2054">
                  <c:v>20300</c:v>
                </c:pt>
                <c:pt idx="2055">
                  <c:v>19500</c:v>
                </c:pt>
                <c:pt idx="2056">
                  <c:v>19500</c:v>
                </c:pt>
                <c:pt idx="2057">
                  <c:v>19500</c:v>
                </c:pt>
                <c:pt idx="2058">
                  <c:v>19500</c:v>
                </c:pt>
                <c:pt idx="2059">
                  <c:v>19500</c:v>
                </c:pt>
                <c:pt idx="2060">
                  <c:v>19500</c:v>
                </c:pt>
                <c:pt idx="2061">
                  <c:v>19500</c:v>
                </c:pt>
                <c:pt idx="2062">
                  <c:v>19500</c:v>
                </c:pt>
                <c:pt idx="2063">
                  <c:v>19500</c:v>
                </c:pt>
                <c:pt idx="2064">
                  <c:v>19500</c:v>
                </c:pt>
                <c:pt idx="2065">
                  <c:v>19500</c:v>
                </c:pt>
                <c:pt idx="2066">
                  <c:v>19500</c:v>
                </c:pt>
                <c:pt idx="2067">
                  <c:v>19500</c:v>
                </c:pt>
                <c:pt idx="2068">
                  <c:v>19500</c:v>
                </c:pt>
                <c:pt idx="2069">
                  <c:v>19500</c:v>
                </c:pt>
                <c:pt idx="2070">
                  <c:v>19500</c:v>
                </c:pt>
                <c:pt idx="2071">
                  <c:v>19500</c:v>
                </c:pt>
                <c:pt idx="2072">
                  <c:v>19500</c:v>
                </c:pt>
                <c:pt idx="2073">
                  <c:v>19500</c:v>
                </c:pt>
                <c:pt idx="2074">
                  <c:v>19500</c:v>
                </c:pt>
                <c:pt idx="2075">
                  <c:v>19500</c:v>
                </c:pt>
                <c:pt idx="2076">
                  <c:v>19500</c:v>
                </c:pt>
                <c:pt idx="2077">
                  <c:v>19500</c:v>
                </c:pt>
                <c:pt idx="2078">
                  <c:v>19500</c:v>
                </c:pt>
                <c:pt idx="2079">
                  <c:v>19500</c:v>
                </c:pt>
                <c:pt idx="2080">
                  <c:v>19500</c:v>
                </c:pt>
                <c:pt idx="2081">
                  <c:v>19500</c:v>
                </c:pt>
                <c:pt idx="2082">
                  <c:v>19500</c:v>
                </c:pt>
                <c:pt idx="2083">
                  <c:v>20100</c:v>
                </c:pt>
                <c:pt idx="2084">
                  <c:v>20200</c:v>
                </c:pt>
                <c:pt idx="2085">
                  <c:v>20200</c:v>
                </c:pt>
                <c:pt idx="2086">
                  <c:v>20200</c:v>
                </c:pt>
                <c:pt idx="2087">
                  <c:v>20200</c:v>
                </c:pt>
                <c:pt idx="2088">
                  <c:v>20200</c:v>
                </c:pt>
                <c:pt idx="2089">
                  <c:v>20200</c:v>
                </c:pt>
                <c:pt idx="2090">
                  <c:v>20200</c:v>
                </c:pt>
                <c:pt idx="2091">
                  <c:v>20400</c:v>
                </c:pt>
                <c:pt idx="2092">
                  <c:v>20400</c:v>
                </c:pt>
                <c:pt idx="2093">
                  <c:v>20400</c:v>
                </c:pt>
                <c:pt idx="2094">
                  <c:v>20400</c:v>
                </c:pt>
                <c:pt idx="2095">
                  <c:v>20400</c:v>
                </c:pt>
                <c:pt idx="2096">
                  <c:v>21100</c:v>
                </c:pt>
                <c:pt idx="2097">
                  <c:v>21100</c:v>
                </c:pt>
                <c:pt idx="2098">
                  <c:v>21100</c:v>
                </c:pt>
                <c:pt idx="2099">
                  <c:v>21100</c:v>
                </c:pt>
                <c:pt idx="2100">
                  <c:v>21100</c:v>
                </c:pt>
                <c:pt idx="2101">
                  <c:v>21100</c:v>
                </c:pt>
                <c:pt idx="2102">
                  <c:v>21100</c:v>
                </c:pt>
                <c:pt idx="2103">
                  <c:v>21100</c:v>
                </c:pt>
                <c:pt idx="2104">
                  <c:v>21100</c:v>
                </c:pt>
                <c:pt idx="2105">
                  <c:v>21100</c:v>
                </c:pt>
                <c:pt idx="2106">
                  <c:v>21140</c:v>
                </c:pt>
                <c:pt idx="2107">
                  <c:v>21150</c:v>
                </c:pt>
                <c:pt idx="2108">
                  <c:v>21150</c:v>
                </c:pt>
                <c:pt idx="2109">
                  <c:v>21150</c:v>
                </c:pt>
                <c:pt idx="2110">
                  <c:v>21450</c:v>
                </c:pt>
                <c:pt idx="2111">
                  <c:v>21450</c:v>
                </c:pt>
                <c:pt idx="2112">
                  <c:v>21450</c:v>
                </c:pt>
                <c:pt idx="2113">
                  <c:v>21450</c:v>
                </c:pt>
                <c:pt idx="2114">
                  <c:v>21450</c:v>
                </c:pt>
                <c:pt idx="2115">
                  <c:v>21450</c:v>
                </c:pt>
                <c:pt idx="2116">
                  <c:v>21450</c:v>
                </c:pt>
                <c:pt idx="2117">
                  <c:v>21450</c:v>
                </c:pt>
                <c:pt idx="2118">
                  <c:v>21450</c:v>
                </c:pt>
                <c:pt idx="2119">
                  <c:v>21700</c:v>
                </c:pt>
                <c:pt idx="2120">
                  <c:v>21700</c:v>
                </c:pt>
                <c:pt idx="2121">
                  <c:v>21500</c:v>
                </c:pt>
                <c:pt idx="2122">
                  <c:v>21500</c:v>
                </c:pt>
                <c:pt idx="2123">
                  <c:v>21500</c:v>
                </c:pt>
                <c:pt idx="2124">
                  <c:v>21700</c:v>
                </c:pt>
                <c:pt idx="2125">
                  <c:v>21700</c:v>
                </c:pt>
                <c:pt idx="2126">
                  <c:v>21700</c:v>
                </c:pt>
                <c:pt idx="2127">
                  <c:v>21700</c:v>
                </c:pt>
                <c:pt idx="2128">
                  <c:v>21700</c:v>
                </c:pt>
                <c:pt idx="2129">
                  <c:v>21700</c:v>
                </c:pt>
                <c:pt idx="2130">
                  <c:v>21700</c:v>
                </c:pt>
                <c:pt idx="2131">
                  <c:v>21700</c:v>
                </c:pt>
                <c:pt idx="2132">
                  <c:v>21700</c:v>
                </c:pt>
                <c:pt idx="2133">
                  <c:v>21700</c:v>
                </c:pt>
                <c:pt idx="2134">
                  <c:v>21700</c:v>
                </c:pt>
                <c:pt idx="2135">
                  <c:v>21400</c:v>
                </c:pt>
                <c:pt idx="2136">
                  <c:v>21400</c:v>
                </c:pt>
                <c:pt idx="2137">
                  <c:v>21400</c:v>
                </c:pt>
                <c:pt idx="2138">
                  <c:v>21400</c:v>
                </c:pt>
                <c:pt idx="2139">
                  <c:v>21400</c:v>
                </c:pt>
                <c:pt idx="2140">
                  <c:v>21400</c:v>
                </c:pt>
                <c:pt idx="2141">
                  <c:v>21400</c:v>
                </c:pt>
                <c:pt idx="2142">
                  <c:v>21400</c:v>
                </c:pt>
                <c:pt idx="2143">
                  <c:v>21400</c:v>
                </c:pt>
                <c:pt idx="2144">
                  <c:v>21400</c:v>
                </c:pt>
                <c:pt idx="2145">
                  <c:v>21400</c:v>
                </c:pt>
                <c:pt idx="2146">
                  <c:v>21400</c:v>
                </c:pt>
                <c:pt idx="2147">
                  <c:v>21400</c:v>
                </c:pt>
                <c:pt idx="2148">
                  <c:v>21400</c:v>
                </c:pt>
                <c:pt idx="2149">
                  <c:v>22200</c:v>
                </c:pt>
                <c:pt idx="2150">
                  <c:v>22200</c:v>
                </c:pt>
                <c:pt idx="2151">
                  <c:v>22200</c:v>
                </c:pt>
                <c:pt idx="2152">
                  <c:v>22200</c:v>
                </c:pt>
                <c:pt idx="2153">
                  <c:v>22200</c:v>
                </c:pt>
                <c:pt idx="2154">
                  <c:v>22200</c:v>
                </c:pt>
                <c:pt idx="2155">
                  <c:v>22200</c:v>
                </c:pt>
                <c:pt idx="2156">
                  <c:v>22200</c:v>
                </c:pt>
                <c:pt idx="2157">
                  <c:v>22200</c:v>
                </c:pt>
                <c:pt idx="2158">
                  <c:v>22200</c:v>
                </c:pt>
                <c:pt idx="2159">
                  <c:v>22200</c:v>
                </c:pt>
                <c:pt idx="2160">
                  <c:v>22200</c:v>
                </c:pt>
                <c:pt idx="2161">
                  <c:v>22600</c:v>
                </c:pt>
                <c:pt idx="2162">
                  <c:v>22600</c:v>
                </c:pt>
                <c:pt idx="2163">
                  <c:v>22600</c:v>
                </c:pt>
                <c:pt idx="2164">
                  <c:v>22600</c:v>
                </c:pt>
                <c:pt idx="2165">
                  <c:v>22600</c:v>
                </c:pt>
                <c:pt idx="2166">
                  <c:v>22600</c:v>
                </c:pt>
                <c:pt idx="2167">
                  <c:v>22600</c:v>
                </c:pt>
                <c:pt idx="2168">
                  <c:v>22600</c:v>
                </c:pt>
                <c:pt idx="2169">
                  <c:v>22600</c:v>
                </c:pt>
                <c:pt idx="2170">
                  <c:v>23000</c:v>
                </c:pt>
                <c:pt idx="2171">
                  <c:v>23000</c:v>
                </c:pt>
                <c:pt idx="2172">
                  <c:v>23000</c:v>
                </c:pt>
                <c:pt idx="2173">
                  <c:v>23000</c:v>
                </c:pt>
                <c:pt idx="2174">
                  <c:v>23000</c:v>
                </c:pt>
                <c:pt idx="2175">
                  <c:v>23000</c:v>
                </c:pt>
                <c:pt idx="2176">
                  <c:v>23100</c:v>
                </c:pt>
                <c:pt idx="2177">
                  <c:v>23650</c:v>
                </c:pt>
                <c:pt idx="2178">
                  <c:v>23650</c:v>
                </c:pt>
                <c:pt idx="2179">
                  <c:v>23650</c:v>
                </c:pt>
                <c:pt idx="2180">
                  <c:v>23650</c:v>
                </c:pt>
                <c:pt idx="2181">
                  <c:v>23650</c:v>
                </c:pt>
                <c:pt idx="2182">
                  <c:v>23650</c:v>
                </c:pt>
                <c:pt idx="2183">
                  <c:v>23650</c:v>
                </c:pt>
                <c:pt idx="2184">
                  <c:v>23700</c:v>
                </c:pt>
                <c:pt idx="2185">
                  <c:v>23700</c:v>
                </c:pt>
                <c:pt idx="2186">
                  <c:v>23700</c:v>
                </c:pt>
                <c:pt idx="2187">
                  <c:v>23700</c:v>
                </c:pt>
                <c:pt idx="2188">
                  <c:v>23800</c:v>
                </c:pt>
                <c:pt idx="2189">
                  <c:v>24200</c:v>
                </c:pt>
                <c:pt idx="2190">
                  <c:v>24200</c:v>
                </c:pt>
                <c:pt idx="2191">
                  <c:v>24300</c:v>
                </c:pt>
                <c:pt idx="2192">
                  <c:v>24300</c:v>
                </c:pt>
                <c:pt idx="2193">
                  <c:v>24300</c:v>
                </c:pt>
                <c:pt idx="2194">
                  <c:v>24300</c:v>
                </c:pt>
                <c:pt idx="2195">
                  <c:v>24550</c:v>
                </c:pt>
                <c:pt idx="2196">
                  <c:v>24550</c:v>
                </c:pt>
                <c:pt idx="2197">
                  <c:v>24550</c:v>
                </c:pt>
                <c:pt idx="2198">
                  <c:v>24550</c:v>
                </c:pt>
                <c:pt idx="2199">
                  <c:v>24550</c:v>
                </c:pt>
                <c:pt idx="2200">
                  <c:v>24550</c:v>
                </c:pt>
                <c:pt idx="2201">
                  <c:v>24550</c:v>
                </c:pt>
                <c:pt idx="2202">
                  <c:v>24550</c:v>
                </c:pt>
                <c:pt idx="2203">
                  <c:v>24550</c:v>
                </c:pt>
                <c:pt idx="2204">
                  <c:v>24550</c:v>
                </c:pt>
                <c:pt idx="2205">
                  <c:v>24550</c:v>
                </c:pt>
                <c:pt idx="2206">
                  <c:v>24550</c:v>
                </c:pt>
                <c:pt idx="2207">
                  <c:v>24550</c:v>
                </c:pt>
                <c:pt idx="2208">
                  <c:v>24550</c:v>
                </c:pt>
                <c:pt idx="2209">
                  <c:v>24950</c:v>
                </c:pt>
                <c:pt idx="2210">
                  <c:v>24950</c:v>
                </c:pt>
                <c:pt idx="2211">
                  <c:v>24950</c:v>
                </c:pt>
                <c:pt idx="2212">
                  <c:v>25200</c:v>
                </c:pt>
                <c:pt idx="2213">
                  <c:v>25200</c:v>
                </c:pt>
                <c:pt idx="2214">
                  <c:v>25200</c:v>
                </c:pt>
                <c:pt idx="2215">
                  <c:v>25200</c:v>
                </c:pt>
                <c:pt idx="2216">
                  <c:v>25200</c:v>
                </c:pt>
                <c:pt idx="2217">
                  <c:v>25200</c:v>
                </c:pt>
                <c:pt idx="2218">
                  <c:v>25200</c:v>
                </c:pt>
                <c:pt idx="2219">
                  <c:v>25200</c:v>
                </c:pt>
                <c:pt idx="2220">
                  <c:v>25200</c:v>
                </c:pt>
                <c:pt idx="2221">
                  <c:v>25200</c:v>
                </c:pt>
                <c:pt idx="2222">
                  <c:v>25200</c:v>
                </c:pt>
                <c:pt idx="2223">
                  <c:v>25200</c:v>
                </c:pt>
                <c:pt idx="2224">
                  <c:v>25200</c:v>
                </c:pt>
                <c:pt idx="2225">
                  <c:v>25200</c:v>
                </c:pt>
                <c:pt idx="2226">
                  <c:v>25200</c:v>
                </c:pt>
                <c:pt idx="2227">
                  <c:v>25200</c:v>
                </c:pt>
                <c:pt idx="2228">
                  <c:v>25200</c:v>
                </c:pt>
                <c:pt idx="2229">
                  <c:v>25200</c:v>
                </c:pt>
                <c:pt idx="2230">
                  <c:v>25200</c:v>
                </c:pt>
                <c:pt idx="2231">
                  <c:v>25200</c:v>
                </c:pt>
                <c:pt idx="2232">
                  <c:v>25200</c:v>
                </c:pt>
                <c:pt idx="2233">
                  <c:v>25000</c:v>
                </c:pt>
                <c:pt idx="2234">
                  <c:v>25000</c:v>
                </c:pt>
                <c:pt idx="2235">
                  <c:v>25000</c:v>
                </c:pt>
                <c:pt idx="2236">
                  <c:v>25000</c:v>
                </c:pt>
                <c:pt idx="2237">
                  <c:v>25000</c:v>
                </c:pt>
                <c:pt idx="2238">
                  <c:v>25000</c:v>
                </c:pt>
                <c:pt idx="2239">
                  <c:v>25000</c:v>
                </c:pt>
                <c:pt idx="2240">
                  <c:v>25000</c:v>
                </c:pt>
                <c:pt idx="2241">
                  <c:v>25000</c:v>
                </c:pt>
                <c:pt idx="2242">
                  <c:v>25000</c:v>
                </c:pt>
                <c:pt idx="2243">
                  <c:v>25000</c:v>
                </c:pt>
                <c:pt idx="2244">
                  <c:v>25000</c:v>
                </c:pt>
                <c:pt idx="2245">
                  <c:v>25000</c:v>
                </c:pt>
                <c:pt idx="2246">
                  <c:v>25000</c:v>
                </c:pt>
                <c:pt idx="2247">
                  <c:v>25000</c:v>
                </c:pt>
                <c:pt idx="2248">
                  <c:v>25000</c:v>
                </c:pt>
                <c:pt idx="2249">
                  <c:v>25000</c:v>
                </c:pt>
                <c:pt idx="2250">
                  <c:v>25000</c:v>
                </c:pt>
                <c:pt idx="2251">
                  <c:v>25000</c:v>
                </c:pt>
                <c:pt idx="2252">
                  <c:v>25000</c:v>
                </c:pt>
                <c:pt idx="2253">
                  <c:v>25000</c:v>
                </c:pt>
                <c:pt idx="2254">
                  <c:v>25000</c:v>
                </c:pt>
                <c:pt idx="2255">
                  <c:v>25000</c:v>
                </c:pt>
                <c:pt idx="2256">
                  <c:v>25000</c:v>
                </c:pt>
                <c:pt idx="2257">
                  <c:v>25000</c:v>
                </c:pt>
                <c:pt idx="2258">
                  <c:v>25000</c:v>
                </c:pt>
                <c:pt idx="2259">
                  <c:v>25000</c:v>
                </c:pt>
                <c:pt idx="2260">
                  <c:v>25000</c:v>
                </c:pt>
                <c:pt idx="2261">
                  <c:v>25000</c:v>
                </c:pt>
                <c:pt idx="2262">
                  <c:v>25000</c:v>
                </c:pt>
                <c:pt idx="2263">
                  <c:v>25000</c:v>
                </c:pt>
                <c:pt idx="2264">
                  <c:v>25000</c:v>
                </c:pt>
                <c:pt idx="2265">
                  <c:v>24000</c:v>
                </c:pt>
                <c:pt idx="2266">
                  <c:v>24000</c:v>
                </c:pt>
                <c:pt idx="2267">
                  <c:v>24000</c:v>
                </c:pt>
                <c:pt idx="2268">
                  <c:v>24000</c:v>
                </c:pt>
                <c:pt idx="2269">
                  <c:v>24000</c:v>
                </c:pt>
                <c:pt idx="2270">
                  <c:v>24000</c:v>
                </c:pt>
                <c:pt idx="2271">
                  <c:v>24000</c:v>
                </c:pt>
                <c:pt idx="2272">
                  <c:v>24000</c:v>
                </c:pt>
                <c:pt idx="2273">
                  <c:v>24000</c:v>
                </c:pt>
                <c:pt idx="2274">
                  <c:v>24000</c:v>
                </c:pt>
                <c:pt idx="2275">
                  <c:v>24000</c:v>
                </c:pt>
                <c:pt idx="2276">
                  <c:v>24000</c:v>
                </c:pt>
                <c:pt idx="2277">
                  <c:v>24000</c:v>
                </c:pt>
                <c:pt idx="2278">
                  <c:v>24000</c:v>
                </c:pt>
                <c:pt idx="2279">
                  <c:v>24000</c:v>
                </c:pt>
                <c:pt idx="2280">
                  <c:v>24000</c:v>
                </c:pt>
                <c:pt idx="2281">
                  <c:v>23200</c:v>
                </c:pt>
                <c:pt idx="2282">
                  <c:v>22500</c:v>
                </c:pt>
                <c:pt idx="2283">
                  <c:v>22500</c:v>
                </c:pt>
                <c:pt idx="2284">
                  <c:v>22500</c:v>
                </c:pt>
                <c:pt idx="2285">
                  <c:v>22500</c:v>
                </c:pt>
                <c:pt idx="2286">
                  <c:v>22500</c:v>
                </c:pt>
                <c:pt idx="2287">
                  <c:v>22200</c:v>
                </c:pt>
                <c:pt idx="2288">
                  <c:v>22200</c:v>
                </c:pt>
                <c:pt idx="2289">
                  <c:v>21500</c:v>
                </c:pt>
                <c:pt idx="2290">
                  <c:v>21500</c:v>
                </c:pt>
                <c:pt idx="2291">
                  <c:v>21500</c:v>
                </c:pt>
                <c:pt idx="2292">
                  <c:v>21500</c:v>
                </c:pt>
                <c:pt idx="2293">
                  <c:v>21000</c:v>
                </c:pt>
                <c:pt idx="2294">
                  <c:v>21000</c:v>
                </c:pt>
                <c:pt idx="2295">
                  <c:v>21000</c:v>
                </c:pt>
                <c:pt idx="2296">
                  <c:v>20500</c:v>
                </c:pt>
                <c:pt idx="2297">
                  <c:v>20500</c:v>
                </c:pt>
                <c:pt idx="2298">
                  <c:v>20500</c:v>
                </c:pt>
                <c:pt idx="2299">
                  <c:v>20500</c:v>
                </c:pt>
                <c:pt idx="2300">
                  <c:v>20500</c:v>
                </c:pt>
                <c:pt idx="2301">
                  <c:v>20500</c:v>
                </c:pt>
                <c:pt idx="2302">
                  <c:v>20500</c:v>
                </c:pt>
                <c:pt idx="2303">
                  <c:v>20500</c:v>
                </c:pt>
                <c:pt idx="2304">
                  <c:v>20500</c:v>
                </c:pt>
                <c:pt idx="2305">
                  <c:v>20500</c:v>
                </c:pt>
                <c:pt idx="2306">
                  <c:v>20500</c:v>
                </c:pt>
                <c:pt idx="2307">
                  <c:v>20500</c:v>
                </c:pt>
                <c:pt idx="2308">
                  <c:v>20500</c:v>
                </c:pt>
                <c:pt idx="2309">
                  <c:v>20500</c:v>
                </c:pt>
                <c:pt idx="2310">
                  <c:v>20500</c:v>
                </c:pt>
                <c:pt idx="2311">
                  <c:v>20500</c:v>
                </c:pt>
                <c:pt idx="2312">
                  <c:v>20500</c:v>
                </c:pt>
                <c:pt idx="2313">
                  <c:v>20500</c:v>
                </c:pt>
                <c:pt idx="2314">
                  <c:v>20000</c:v>
                </c:pt>
                <c:pt idx="2315">
                  <c:v>20000</c:v>
                </c:pt>
                <c:pt idx="2316">
                  <c:v>19600</c:v>
                </c:pt>
                <c:pt idx="2317">
                  <c:v>19300</c:v>
                </c:pt>
                <c:pt idx="2318">
                  <c:v>19300</c:v>
                </c:pt>
                <c:pt idx="2319">
                  <c:v>19300</c:v>
                </c:pt>
                <c:pt idx="2320">
                  <c:v>19300</c:v>
                </c:pt>
                <c:pt idx="2321">
                  <c:v>19300</c:v>
                </c:pt>
                <c:pt idx="2322">
                  <c:v>19300</c:v>
                </c:pt>
                <c:pt idx="2323">
                  <c:v>19300</c:v>
                </c:pt>
                <c:pt idx="2324">
                  <c:v>19300</c:v>
                </c:pt>
                <c:pt idx="2325">
                  <c:v>19300</c:v>
                </c:pt>
                <c:pt idx="2326">
                  <c:v>19300</c:v>
                </c:pt>
                <c:pt idx="2327">
                  <c:v>19300</c:v>
                </c:pt>
                <c:pt idx="2328">
                  <c:v>19300</c:v>
                </c:pt>
                <c:pt idx="2329">
                  <c:v>19300</c:v>
                </c:pt>
                <c:pt idx="2330">
                  <c:v>18800</c:v>
                </c:pt>
                <c:pt idx="2331">
                  <c:v>18800</c:v>
                </c:pt>
                <c:pt idx="2332">
                  <c:v>18800</c:v>
                </c:pt>
                <c:pt idx="2333">
                  <c:v>18800</c:v>
                </c:pt>
                <c:pt idx="2334">
                  <c:v>18800</c:v>
                </c:pt>
                <c:pt idx="2335">
                  <c:v>18800</c:v>
                </c:pt>
                <c:pt idx="2336">
                  <c:v>18800</c:v>
                </c:pt>
                <c:pt idx="2337">
                  <c:v>18800</c:v>
                </c:pt>
                <c:pt idx="2338">
                  <c:v>18800</c:v>
                </c:pt>
                <c:pt idx="2339">
                  <c:v>18800</c:v>
                </c:pt>
                <c:pt idx="2340">
                  <c:v>18800</c:v>
                </c:pt>
                <c:pt idx="2341">
                  <c:v>18500</c:v>
                </c:pt>
                <c:pt idx="2342">
                  <c:v>18500</c:v>
                </c:pt>
                <c:pt idx="2343">
                  <c:v>18500</c:v>
                </c:pt>
                <c:pt idx="2344">
                  <c:v>18500</c:v>
                </c:pt>
                <c:pt idx="2345">
                  <c:v>18500</c:v>
                </c:pt>
                <c:pt idx="2346">
                  <c:v>18500</c:v>
                </c:pt>
                <c:pt idx="2347">
                  <c:v>18500</c:v>
                </c:pt>
                <c:pt idx="2348">
                  <c:v>18500</c:v>
                </c:pt>
                <c:pt idx="2349">
                  <c:v>18500</c:v>
                </c:pt>
                <c:pt idx="2350">
                  <c:v>18500</c:v>
                </c:pt>
                <c:pt idx="2351">
                  <c:v>18500</c:v>
                </c:pt>
                <c:pt idx="2352">
                  <c:v>18000</c:v>
                </c:pt>
                <c:pt idx="2353">
                  <c:v>18000</c:v>
                </c:pt>
                <c:pt idx="2354">
                  <c:v>18000</c:v>
                </c:pt>
                <c:pt idx="2355">
                  <c:v>18000</c:v>
                </c:pt>
                <c:pt idx="2356">
                  <c:v>18000</c:v>
                </c:pt>
                <c:pt idx="2357">
                  <c:v>18000</c:v>
                </c:pt>
                <c:pt idx="2358">
                  <c:v>18000</c:v>
                </c:pt>
                <c:pt idx="2359">
                  <c:v>18500</c:v>
                </c:pt>
                <c:pt idx="2360">
                  <c:v>18500</c:v>
                </c:pt>
                <c:pt idx="2361">
                  <c:v>18500</c:v>
                </c:pt>
                <c:pt idx="2362">
                  <c:v>18000</c:v>
                </c:pt>
                <c:pt idx="2363">
                  <c:v>18000</c:v>
                </c:pt>
                <c:pt idx="2364">
                  <c:v>18000</c:v>
                </c:pt>
                <c:pt idx="2365">
                  <c:v>17600</c:v>
                </c:pt>
                <c:pt idx="2366">
                  <c:v>17600</c:v>
                </c:pt>
                <c:pt idx="2367">
                  <c:v>17600</c:v>
                </c:pt>
                <c:pt idx="2368">
                  <c:v>17600</c:v>
                </c:pt>
                <c:pt idx="2369">
                  <c:v>17600</c:v>
                </c:pt>
                <c:pt idx="2370">
                  <c:v>17600</c:v>
                </c:pt>
                <c:pt idx="2371">
                  <c:v>17400</c:v>
                </c:pt>
                <c:pt idx="2372">
                  <c:v>17400</c:v>
                </c:pt>
                <c:pt idx="2373">
                  <c:v>17300</c:v>
                </c:pt>
                <c:pt idx="2374">
                  <c:v>17300</c:v>
                </c:pt>
                <c:pt idx="2375">
                  <c:v>17300</c:v>
                </c:pt>
                <c:pt idx="2376">
                  <c:v>17300</c:v>
                </c:pt>
                <c:pt idx="2377">
                  <c:v>17300</c:v>
                </c:pt>
                <c:pt idx="2378">
                  <c:v>17300</c:v>
                </c:pt>
                <c:pt idx="2379">
                  <c:v>17300</c:v>
                </c:pt>
                <c:pt idx="2380">
                  <c:v>17300</c:v>
                </c:pt>
                <c:pt idx="2381">
                  <c:v>17300</c:v>
                </c:pt>
                <c:pt idx="2382">
                  <c:v>17300</c:v>
                </c:pt>
                <c:pt idx="2383">
                  <c:v>17300</c:v>
                </c:pt>
                <c:pt idx="2384">
                  <c:v>17300</c:v>
                </c:pt>
                <c:pt idx="2385">
                  <c:v>17300</c:v>
                </c:pt>
                <c:pt idx="2386">
                  <c:v>17300</c:v>
                </c:pt>
                <c:pt idx="2387">
                  <c:v>17300</c:v>
                </c:pt>
                <c:pt idx="2388">
                  <c:v>17300</c:v>
                </c:pt>
                <c:pt idx="2389">
                  <c:v>17300</c:v>
                </c:pt>
                <c:pt idx="2390">
                  <c:v>17300</c:v>
                </c:pt>
                <c:pt idx="2391">
                  <c:v>17300</c:v>
                </c:pt>
                <c:pt idx="2392">
                  <c:v>17300</c:v>
                </c:pt>
                <c:pt idx="2393">
                  <c:v>17300</c:v>
                </c:pt>
                <c:pt idx="2394">
                  <c:v>17300</c:v>
                </c:pt>
                <c:pt idx="2395">
                  <c:v>17300</c:v>
                </c:pt>
                <c:pt idx="2396">
                  <c:v>17300</c:v>
                </c:pt>
                <c:pt idx="2397">
                  <c:v>17300</c:v>
                </c:pt>
                <c:pt idx="2398">
                  <c:v>17300</c:v>
                </c:pt>
                <c:pt idx="2399">
                  <c:v>17300</c:v>
                </c:pt>
                <c:pt idx="2400">
                  <c:v>17300</c:v>
                </c:pt>
                <c:pt idx="2401">
                  <c:v>17300</c:v>
                </c:pt>
                <c:pt idx="2402">
                  <c:v>17300</c:v>
                </c:pt>
                <c:pt idx="2403">
                  <c:v>17300</c:v>
                </c:pt>
                <c:pt idx="2404">
                  <c:v>17300</c:v>
                </c:pt>
                <c:pt idx="2405">
                  <c:v>17300</c:v>
                </c:pt>
                <c:pt idx="2406">
                  <c:v>17300</c:v>
                </c:pt>
                <c:pt idx="2407">
                  <c:v>17300</c:v>
                </c:pt>
                <c:pt idx="2408">
                  <c:v>17300</c:v>
                </c:pt>
                <c:pt idx="2409">
                  <c:v>17300</c:v>
                </c:pt>
                <c:pt idx="2410">
                  <c:v>17300</c:v>
                </c:pt>
                <c:pt idx="2411">
                  <c:v>17300</c:v>
                </c:pt>
                <c:pt idx="2412">
                  <c:v>17300</c:v>
                </c:pt>
                <c:pt idx="2413">
                  <c:v>17300</c:v>
                </c:pt>
                <c:pt idx="2414">
                  <c:v>17300</c:v>
                </c:pt>
                <c:pt idx="2415">
                  <c:v>17300</c:v>
                </c:pt>
                <c:pt idx="2416">
                  <c:v>17300</c:v>
                </c:pt>
                <c:pt idx="2417">
                  <c:v>17300</c:v>
                </c:pt>
                <c:pt idx="2418">
                  <c:v>17400</c:v>
                </c:pt>
                <c:pt idx="2419">
                  <c:v>17400</c:v>
                </c:pt>
                <c:pt idx="2420">
                  <c:v>17400</c:v>
                </c:pt>
                <c:pt idx="2421">
                  <c:v>17400</c:v>
                </c:pt>
                <c:pt idx="2422">
                  <c:v>17400</c:v>
                </c:pt>
                <c:pt idx="2423">
                  <c:v>17400</c:v>
                </c:pt>
                <c:pt idx="2424">
                  <c:v>17400</c:v>
                </c:pt>
                <c:pt idx="2425">
                  <c:v>17400</c:v>
                </c:pt>
                <c:pt idx="2426">
                  <c:v>17400</c:v>
                </c:pt>
                <c:pt idx="2427">
                  <c:v>17400</c:v>
                </c:pt>
                <c:pt idx="2428">
                  <c:v>17400</c:v>
                </c:pt>
                <c:pt idx="2429">
                  <c:v>17400</c:v>
                </c:pt>
                <c:pt idx="2430">
                  <c:v>17400</c:v>
                </c:pt>
                <c:pt idx="2431">
                  <c:v>17400</c:v>
                </c:pt>
                <c:pt idx="2432">
                  <c:v>17400</c:v>
                </c:pt>
                <c:pt idx="2433">
                  <c:v>17400</c:v>
                </c:pt>
                <c:pt idx="2434">
                  <c:v>17400</c:v>
                </c:pt>
                <c:pt idx="2435">
                  <c:v>17400</c:v>
                </c:pt>
                <c:pt idx="2436">
                  <c:v>17400</c:v>
                </c:pt>
                <c:pt idx="2437">
                  <c:v>17400</c:v>
                </c:pt>
                <c:pt idx="2438">
                  <c:v>17400</c:v>
                </c:pt>
                <c:pt idx="2439">
                  <c:v>17400</c:v>
                </c:pt>
                <c:pt idx="2440">
                  <c:v>17400</c:v>
                </c:pt>
                <c:pt idx="2441">
                  <c:v>17400</c:v>
                </c:pt>
                <c:pt idx="2442">
                  <c:v>17400</c:v>
                </c:pt>
                <c:pt idx="2443">
                  <c:v>17400</c:v>
                </c:pt>
                <c:pt idx="2444">
                  <c:v>17400</c:v>
                </c:pt>
                <c:pt idx="2445">
                  <c:v>17400</c:v>
                </c:pt>
                <c:pt idx="2446">
                  <c:v>17400</c:v>
                </c:pt>
                <c:pt idx="2447">
                  <c:v>17400</c:v>
                </c:pt>
                <c:pt idx="2448">
                  <c:v>17400</c:v>
                </c:pt>
                <c:pt idx="2449">
                  <c:v>17400</c:v>
                </c:pt>
                <c:pt idx="2450">
                  <c:v>17400</c:v>
                </c:pt>
                <c:pt idx="2451">
                  <c:v>17400</c:v>
                </c:pt>
                <c:pt idx="2452">
                  <c:v>17400</c:v>
                </c:pt>
                <c:pt idx="2453">
                  <c:v>17400</c:v>
                </c:pt>
                <c:pt idx="2454">
                  <c:v>17400</c:v>
                </c:pt>
                <c:pt idx="2455">
                  <c:v>17400</c:v>
                </c:pt>
                <c:pt idx="2456">
                  <c:v>17400</c:v>
                </c:pt>
                <c:pt idx="2457">
                  <c:v>17400</c:v>
                </c:pt>
                <c:pt idx="2458">
                  <c:v>17400</c:v>
                </c:pt>
                <c:pt idx="2459">
                  <c:v>17400</c:v>
                </c:pt>
                <c:pt idx="2460">
                  <c:v>17400</c:v>
                </c:pt>
                <c:pt idx="2461">
                  <c:v>17400</c:v>
                </c:pt>
                <c:pt idx="2462">
                  <c:v>17400</c:v>
                </c:pt>
                <c:pt idx="2463">
                  <c:v>17400</c:v>
                </c:pt>
                <c:pt idx="2464">
                  <c:v>17300</c:v>
                </c:pt>
                <c:pt idx="2465">
                  <c:v>17300</c:v>
                </c:pt>
                <c:pt idx="2466">
                  <c:v>17300</c:v>
                </c:pt>
                <c:pt idx="2467">
                  <c:v>17300</c:v>
                </c:pt>
                <c:pt idx="2468">
                  <c:v>17300</c:v>
                </c:pt>
                <c:pt idx="2469">
                  <c:v>17300</c:v>
                </c:pt>
                <c:pt idx="2470">
                  <c:v>17300</c:v>
                </c:pt>
                <c:pt idx="2471">
                  <c:v>17300</c:v>
                </c:pt>
                <c:pt idx="2472">
                  <c:v>17300</c:v>
                </c:pt>
                <c:pt idx="2473">
                  <c:v>17300</c:v>
                </c:pt>
                <c:pt idx="2474">
                  <c:v>17300</c:v>
                </c:pt>
                <c:pt idx="2475">
                  <c:v>17300</c:v>
                </c:pt>
                <c:pt idx="2476">
                  <c:v>17300</c:v>
                </c:pt>
                <c:pt idx="2477">
                  <c:v>17300</c:v>
                </c:pt>
                <c:pt idx="2478">
                  <c:v>17300</c:v>
                </c:pt>
                <c:pt idx="2479">
                  <c:v>17300</c:v>
                </c:pt>
                <c:pt idx="2480">
                  <c:v>17300</c:v>
                </c:pt>
                <c:pt idx="2481">
                  <c:v>17300</c:v>
                </c:pt>
                <c:pt idx="2482">
                  <c:v>17300</c:v>
                </c:pt>
                <c:pt idx="2483">
                  <c:v>17300</c:v>
                </c:pt>
                <c:pt idx="2484">
                  <c:v>17300</c:v>
                </c:pt>
                <c:pt idx="2485">
                  <c:v>17300</c:v>
                </c:pt>
                <c:pt idx="2486">
                  <c:v>17300</c:v>
                </c:pt>
                <c:pt idx="2487">
                  <c:v>17300</c:v>
                </c:pt>
                <c:pt idx="2488">
                  <c:v>17300</c:v>
                </c:pt>
                <c:pt idx="2489">
                  <c:v>17300</c:v>
                </c:pt>
                <c:pt idx="2490">
                  <c:v>17300</c:v>
                </c:pt>
                <c:pt idx="2491">
                  <c:v>17300</c:v>
                </c:pt>
                <c:pt idx="2492">
                  <c:v>17300</c:v>
                </c:pt>
                <c:pt idx="2493">
                  <c:v>17300</c:v>
                </c:pt>
                <c:pt idx="2494">
                  <c:v>17300</c:v>
                </c:pt>
                <c:pt idx="2495">
                  <c:v>17300</c:v>
                </c:pt>
                <c:pt idx="2496">
                  <c:v>17300</c:v>
                </c:pt>
                <c:pt idx="2497">
                  <c:v>17300</c:v>
                </c:pt>
                <c:pt idx="2498">
                  <c:v>17300</c:v>
                </c:pt>
                <c:pt idx="2499">
                  <c:v>17300</c:v>
                </c:pt>
                <c:pt idx="2500">
                  <c:v>17300</c:v>
                </c:pt>
                <c:pt idx="2501">
                  <c:v>17300</c:v>
                </c:pt>
                <c:pt idx="2502">
                  <c:v>17300</c:v>
                </c:pt>
                <c:pt idx="2503">
                  <c:v>17300</c:v>
                </c:pt>
                <c:pt idx="2504">
                  <c:v>17300</c:v>
                </c:pt>
                <c:pt idx="2505">
                  <c:v>17300</c:v>
                </c:pt>
                <c:pt idx="2506">
                  <c:v>17300</c:v>
                </c:pt>
                <c:pt idx="2507">
                  <c:v>17300</c:v>
                </c:pt>
                <c:pt idx="2508">
                  <c:v>17300</c:v>
                </c:pt>
                <c:pt idx="2509">
                  <c:v>17300</c:v>
                </c:pt>
                <c:pt idx="2510">
                  <c:v>17300</c:v>
                </c:pt>
                <c:pt idx="2511">
                  <c:v>17300</c:v>
                </c:pt>
                <c:pt idx="2512">
                  <c:v>17300</c:v>
                </c:pt>
                <c:pt idx="2513">
                  <c:v>17300</c:v>
                </c:pt>
                <c:pt idx="2514">
                  <c:v>17300</c:v>
                </c:pt>
                <c:pt idx="2515">
                  <c:v>17300</c:v>
                </c:pt>
                <c:pt idx="2516">
                  <c:v>17300</c:v>
                </c:pt>
                <c:pt idx="2517">
                  <c:v>17300</c:v>
                </c:pt>
                <c:pt idx="2518">
                  <c:v>17300</c:v>
                </c:pt>
                <c:pt idx="2519">
                  <c:v>17300</c:v>
                </c:pt>
                <c:pt idx="2520">
                  <c:v>17300</c:v>
                </c:pt>
                <c:pt idx="2521">
                  <c:v>17300</c:v>
                </c:pt>
                <c:pt idx="2522">
                  <c:v>17300</c:v>
                </c:pt>
                <c:pt idx="2523">
                  <c:v>17500</c:v>
                </c:pt>
                <c:pt idx="2524">
                  <c:v>17500</c:v>
                </c:pt>
                <c:pt idx="2525">
                  <c:v>17500</c:v>
                </c:pt>
                <c:pt idx="2526">
                  <c:v>17500</c:v>
                </c:pt>
                <c:pt idx="2527">
                  <c:v>17500</c:v>
                </c:pt>
                <c:pt idx="2528">
                  <c:v>17500</c:v>
                </c:pt>
                <c:pt idx="2529">
                  <c:v>17500</c:v>
                </c:pt>
                <c:pt idx="2530">
                  <c:v>17900</c:v>
                </c:pt>
                <c:pt idx="2531">
                  <c:v>17900</c:v>
                </c:pt>
                <c:pt idx="2532">
                  <c:v>17900</c:v>
                </c:pt>
                <c:pt idx="2533">
                  <c:v>17900</c:v>
                </c:pt>
                <c:pt idx="2534">
                  <c:v>17900</c:v>
                </c:pt>
                <c:pt idx="2535">
                  <c:v>17900</c:v>
                </c:pt>
                <c:pt idx="2536">
                  <c:v>17900</c:v>
                </c:pt>
                <c:pt idx="2537">
                  <c:v>17900</c:v>
                </c:pt>
                <c:pt idx="2538">
                  <c:v>17900</c:v>
                </c:pt>
                <c:pt idx="2539">
                  <c:v>17900</c:v>
                </c:pt>
                <c:pt idx="2540">
                  <c:v>17900</c:v>
                </c:pt>
                <c:pt idx="2541">
                  <c:v>17900</c:v>
                </c:pt>
                <c:pt idx="2542">
                  <c:v>17900</c:v>
                </c:pt>
                <c:pt idx="2543">
                  <c:v>17900</c:v>
                </c:pt>
                <c:pt idx="2544">
                  <c:v>17900</c:v>
                </c:pt>
                <c:pt idx="2545">
                  <c:v>17900</c:v>
                </c:pt>
                <c:pt idx="2546">
                  <c:v>17900</c:v>
                </c:pt>
                <c:pt idx="2547">
                  <c:v>17900</c:v>
                </c:pt>
                <c:pt idx="2548">
                  <c:v>17900</c:v>
                </c:pt>
                <c:pt idx="2549">
                  <c:v>17900</c:v>
                </c:pt>
                <c:pt idx="2550">
                  <c:v>17900</c:v>
                </c:pt>
                <c:pt idx="2551">
                  <c:v>17900</c:v>
                </c:pt>
                <c:pt idx="2552">
                  <c:v>17900</c:v>
                </c:pt>
                <c:pt idx="2553">
                  <c:v>17900</c:v>
                </c:pt>
                <c:pt idx="2554">
                  <c:v>17900</c:v>
                </c:pt>
                <c:pt idx="2555">
                  <c:v>17900</c:v>
                </c:pt>
                <c:pt idx="2556">
                  <c:v>17900</c:v>
                </c:pt>
                <c:pt idx="2557">
                  <c:v>17900</c:v>
                </c:pt>
                <c:pt idx="2558">
                  <c:v>17900</c:v>
                </c:pt>
                <c:pt idx="2559">
                  <c:v>17900</c:v>
                </c:pt>
                <c:pt idx="2560">
                  <c:v>17900</c:v>
                </c:pt>
                <c:pt idx="2561">
                  <c:v>17900</c:v>
                </c:pt>
                <c:pt idx="2562">
                  <c:v>17850</c:v>
                </c:pt>
                <c:pt idx="2563">
                  <c:v>17850</c:v>
                </c:pt>
                <c:pt idx="2564">
                  <c:v>17850</c:v>
                </c:pt>
                <c:pt idx="2565">
                  <c:v>17850</c:v>
                </c:pt>
                <c:pt idx="2566">
                  <c:v>17850</c:v>
                </c:pt>
                <c:pt idx="2567">
                  <c:v>17850</c:v>
                </c:pt>
                <c:pt idx="2568">
                  <c:v>17850</c:v>
                </c:pt>
                <c:pt idx="2569">
                  <c:v>17850</c:v>
                </c:pt>
                <c:pt idx="2570">
                  <c:v>17850</c:v>
                </c:pt>
                <c:pt idx="2571">
                  <c:v>17850</c:v>
                </c:pt>
                <c:pt idx="2572">
                  <c:v>17850</c:v>
                </c:pt>
                <c:pt idx="2573">
                  <c:v>17850</c:v>
                </c:pt>
                <c:pt idx="2574">
                  <c:v>17850</c:v>
                </c:pt>
                <c:pt idx="2575">
                  <c:v>17850</c:v>
                </c:pt>
                <c:pt idx="2576">
                  <c:v>17850</c:v>
                </c:pt>
                <c:pt idx="2577">
                  <c:v>17850</c:v>
                </c:pt>
                <c:pt idx="2578">
                  <c:v>17850</c:v>
                </c:pt>
                <c:pt idx="2579">
                  <c:v>17850</c:v>
                </c:pt>
                <c:pt idx="2580">
                  <c:v>17850</c:v>
                </c:pt>
                <c:pt idx="2581">
                  <c:v>17850</c:v>
                </c:pt>
                <c:pt idx="2582">
                  <c:v>17850</c:v>
                </c:pt>
                <c:pt idx="2583">
                  <c:v>17850</c:v>
                </c:pt>
                <c:pt idx="2584">
                  <c:v>17850</c:v>
                </c:pt>
                <c:pt idx="2585">
                  <c:v>17850</c:v>
                </c:pt>
                <c:pt idx="2586">
                  <c:v>17850</c:v>
                </c:pt>
                <c:pt idx="2587">
                  <c:v>17850</c:v>
                </c:pt>
                <c:pt idx="2588">
                  <c:v>17850</c:v>
                </c:pt>
                <c:pt idx="2589">
                  <c:v>17850</c:v>
                </c:pt>
                <c:pt idx="2590">
                  <c:v>17850</c:v>
                </c:pt>
                <c:pt idx="2591">
                  <c:v>17850</c:v>
                </c:pt>
                <c:pt idx="2592">
                  <c:v>17850</c:v>
                </c:pt>
                <c:pt idx="2593">
                  <c:v>17850</c:v>
                </c:pt>
                <c:pt idx="2594">
                  <c:v>17850</c:v>
                </c:pt>
                <c:pt idx="2595">
                  <c:v>17850</c:v>
                </c:pt>
                <c:pt idx="2596">
                  <c:v>17850</c:v>
                </c:pt>
                <c:pt idx="2597">
                  <c:v>17850</c:v>
                </c:pt>
                <c:pt idx="2598">
                  <c:v>17850</c:v>
                </c:pt>
                <c:pt idx="2599">
                  <c:v>17850</c:v>
                </c:pt>
                <c:pt idx="2600">
                  <c:v>17850</c:v>
                </c:pt>
                <c:pt idx="2601">
                  <c:v>17850</c:v>
                </c:pt>
                <c:pt idx="2602">
                  <c:v>17850</c:v>
                </c:pt>
                <c:pt idx="2603">
                  <c:v>17850</c:v>
                </c:pt>
                <c:pt idx="2604">
                  <c:v>17850</c:v>
                </c:pt>
                <c:pt idx="2605">
                  <c:v>17850</c:v>
                </c:pt>
                <c:pt idx="2606">
                  <c:v>17850</c:v>
                </c:pt>
                <c:pt idx="2607">
                  <c:v>17850</c:v>
                </c:pt>
                <c:pt idx="2608">
                  <c:v>17850</c:v>
                </c:pt>
                <c:pt idx="2609">
                  <c:v>17850</c:v>
                </c:pt>
                <c:pt idx="2610">
                  <c:v>17850</c:v>
                </c:pt>
                <c:pt idx="2611">
                  <c:v>17850</c:v>
                </c:pt>
                <c:pt idx="2612">
                  <c:v>17850</c:v>
                </c:pt>
                <c:pt idx="2613">
                  <c:v>17850</c:v>
                </c:pt>
                <c:pt idx="2614">
                  <c:v>18100</c:v>
                </c:pt>
                <c:pt idx="2615">
                  <c:v>18100</c:v>
                </c:pt>
                <c:pt idx="2616">
                  <c:v>18100</c:v>
                </c:pt>
                <c:pt idx="2617">
                  <c:v>18100</c:v>
                </c:pt>
                <c:pt idx="2618">
                  <c:v>18100</c:v>
                </c:pt>
                <c:pt idx="2619">
                  <c:v>18100</c:v>
                </c:pt>
                <c:pt idx="2620">
                  <c:v>18100</c:v>
                </c:pt>
                <c:pt idx="2621">
                  <c:v>18100</c:v>
                </c:pt>
                <c:pt idx="2622">
                  <c:v>18100</c:v>
                </c:pt>
                <c:pt idx="2623">
                  <c:v>18200</c:v>
                </c:pt>
                <c:pt idx="2624">
                  <c:v>18200</c:v>
                </c:pt>
                <c:pt idx="2625">
                  <c:v>18300</c:v>
                </c:pt>
                <c:pt idx="2626">
                  <c:v>18300</c:v>
                </c:pt>
                <c:pt idx="2627">
                  <c:v>18300</c:v>
                </c:pt>
                <c:pt idx="2628">
                  <c:v>18300</c:v>
                </c:pt>
                <c:pt idx="2629">
                  <c:v>18300</c:v>
                </c:pt>
                <c:pt idx="2630">
                  <c:v>18300</c:v>
                </c:pt>
                <c:pt idx="2631">
                  <c:v>18300</c:v>
                </c:pt>
                <c:pt idx="2632">
                  <c:v>18500</c:v>
                </c:pt>
                <c:pt idx="2633">
                  <c:v>18500</c:v>
                </c:pt>
                <c:pt idx="2634">
                  <c:v>18500</c:v>
                </c:pt>
                <c:pt idx="2635">
                  <c:v>18700</c:v>
                </c:pt>
                <c:pt idx="2636">
                  <c:v>18700</c:v>
                </c:pt>
                <c:pt idx="2637">
                  <c:v>18700</c:v>
                </c:pt>
                <c:pt idx="2638">
                  <c:v>18700</c:v>
                </c:pt>
                <c:pt idx="2639">
                  <c:v>18700</c:v>
                </c:pt>
                <c:pt idx="2640">
                  <c:v>18700</c:v>
                </c:pt>
                <c:pt idx="2641">
                  <c:v>18700</c:v>
                </c:pt>
                <c:pt idx="2642">
                  <c:v>18700</c:v>
                </c:pt>
                <c:pt idx="2643">
                  <c:v>18700</c:v>
                </c:pt>
                <c:pt idx="2644">
                  <c:v>18900</c:v>
                </c:pt>
                <c:pt idx="2645">
                  <c:v>18900</c:v>
                </c:pt>
                <c:pt idx="2646">
                  <c:v>18900</c:v>
                </c:pt>
                <c:pt idx="2647">
                  <c:v>18900</c:v>
                </c:pt>
                <c:pt idx="2648">
                  <c:v>18900</c:v>
                </c:pt>
                <c:pt idx="2649">
                  <c:v>18900</c:v>
                </c:pt>
                <c:pt idx="2650">
                  <c:v>18900</c:v>
                </c:pt>
                <c:pt idx="2651">
                  <c:v>18900</c:v>
                </c:pt>
                <c:pt idx="2652">
                  <c:v>18900</c:v>
                </c:pt>
                <c:pt idx="2653">
                  <c:v>18900</c:v>
                </c:pt>
                <c:pt idx="2654">
                  <c:v>18900</c:v>
                </c:pt>
                <c:pt idx="2655">
                  <c:v>18900</c:v>
                </c:pt>
                <c:pt idx="2656">
                  <c:v>18900</c:v>
                </c:pt>
                <c:pt idx="2657">
                  <c:v>19100</c:v>
                </c:pt>
                <c:pt idx="2658">
                  <c:v>19100</c:v>
                </c:pt>
                <c:pt idx="2659">
                  <c:v>19100</c:v>
                </c:pt>
                <c:pt idx="2660">
                  <c:v>19100</c:v>
                </c:pt>
                <c:pt idx="2661">
                  <c:v>19100</c:v>
                </c:pt>
                <c:pt idx="2662">
                  <c:v>19100</c:v>
                </c:pt>
                <c:pt idx="2663">
                  <c:v>19100</c:v>
                </c:pt>
                <c:pt idx="2664">
                  <c:v>19100</c:v>
                </c:pt>
                <c:pt idx="2665">
                  <c:v>19100</c:v>
                </c:pt>
                <c:pt idx="2666">
                  <c:v>19200</c:v>
                </c:pt>
                <c:pt idx="2667">
                  <c:v>19300</c:v>
                </c:pt>
                <c:pt idx="2668">
                  <c:v>19300</c:v>
                </c:pt>
                <c:pt idx="2669">
                  <c:v>19300</c:v>
                </c:pt>
                <c:pt idx="2670">
                  <c:v>19300</c:v>
                </c:pt>
                <c:pt idx="2671">
                  <c:v>19300</c:v>
                </c:pt>
                <c:pt idx="2672">
                  <c:v>19300</c:v>
                </c:pt>
                <c:pt idx="2673">
                  <c:v>19300</c:v>
                </c:pt>
                <c:pt idx="2674">
                  <c:v>19300</c:v>
                </c:pt>
                <c:pt idx="2675">
                  <c:v>19300</c:v>
                </c:pt>
                <c:pt idx="2676">
                  <c:v>19300</c:v>
                </c:pt>
                <c:pt idx="2677">
                  <c:v>19300</c:v>
                </c:pt>
                <c:pt idx="2678">
                  <c:v>19300</c:v>
                </c:pt>
                <c:pt idx="2679">
                  <c:v>19300</c:v>
                </c:pt>
                <c:pt idx="2680">
                  <c:v>19300</c:v>
                </c:pt>
                <c:pt idx="2681">
                  <c:v>19300</c:v>
                </c:pt>
                <c:pt idx="2682">
                  <c:v>19300</c:v>
                </c:pt>
                <c:pt idx="2683">
                  <c:v>19300</c:v>
                </c:pt>
                <c:pt idx="2684">
                  <c:v>19300</c:v>
                </c:pt>
                <c:pt idx="2685">
                  <c:v>19300</c:v>
                </c:pt>
                <c:pt idx="2686">
                  <c:v>19300</c:v>
                </c:pt>
                <c:pt idx="2687">
                  <c:v>19300</c:v>
                </c:pt>
                <c:pt idx="2688">
                  <c:v>19300</c:v>
                </c:pt>
                <c:pt idx="2689">
                  <c:v>19300</c:v>
                </c:pt>
                <c:pt idx="2690">
                  <c:v>19300</c:v>
                </c:pt>
                <c:pt idx="2691">
                  <c:v>19300</c:v>
                </c:pt>
                <c:pt idx="2692">
                  <c:v>19300</c:v>
                </c:pt>
                <c:pt idx="2693">
                  <c:v>19300</c:v>
                </c:pt>
                <c:pt idx="2694">
                  <c:v>19300</c:v>
                </c:pt>
                <c:pt idx="2695">
                  <c:v>19300</c:v>
                </c:pt>
                <c:pt idx="2696">
                  <c:v>19300</c:v>
                </c:pt>
                <c:pt idx="2697">
                  <c:v>19300</c:v>
                </c:pt>
                <c:pt idx="2698">
                  <c:v>19300</c:v>
                </c:pt>
                <c:pt idx="2699">
                  <c:v>19200</c:v>
                </c:pt>
                <c:pt idx="2700">
                  <c:v>19200</c:v>
                </c:pt>
                <c:pt idx="2701">
                  <c:v>19200</c:v>
                </c:pt>
                <c:pt idx="2702">
                  <c:v>19200</c:v>
                </c:pt>
                <c:pt idx="2703">
                  <c:v>19200</c:v>
                </c:pt>
                <c:pt idx="2704">
                  <c:v>19200</c:v>
                </c:pt>
                <c:pt idx="2705">
                  <c:v>19200</c:v>
                </c:pt>
                <c:pt idx="2706">
                  <c:v>19200</c:v>
                </c:pt>
                <c:pt idx="2707">
                  <c:v>19200</c:v>
                </c:pt>
                <c:pt idx="2708">
                  <c:v>19200</c:v>
                </c:pt>
                <c:pt idx="2709">
                  <c:v>19000</c:v>
                </c:pt>
                <c:pt idx="2710">
                  <c:v>19000</c:v>
                </c:pt>
                <c:pt idx="2711">
                  <c:v>19000</c:v>
                </c:pt>
                <c:pt idx="2712">
                  <c:v>19000</c:v>
                </c:pt>
                <c:pt idx="2713">
                  <c:v>18800</c:v>
                </c:pt>
                <c:pt idx="2714">
                  <c:v>18800</c:v>
                </c:pt>
                <c:pt idx="2715">
                  <c:v>18800</c:v>
                </c:pt>
                <c:pt idx="2716">
                  <c:v>18800</c:v>
                </c:pt>
                <c:pt idx="2717">
                  <c:v>18800</c:v>
                </c:pt>
                <c:pt idx="2718">
                  <c:v>18800</c:v>
                </c:pt>
                <c:pt idx="2719">
                  <c:v>18800</c:v>
                </c:pt>
                <c:pt idx="2720">
                  <c:v>18800</c:v>
                </c:pt>
                <c:pt idx="2721">
                  <c:v>18800</c:v>
                </c:pt>
                <c:pt idx="2722">
                  <c:v>18800</c:v>
                </c:pt>
                <c:pt idx="2723">
                  <c:v>18800</c:v>
                </c:pt>
                <c:pt idx="2724">
                  <c:v>18800</c:v>
                </c:pt>
                <c:pt idx="2725">
                  <c:v>18800</c:v>
                </c:pt>
                <c:pt idx="2726">
                  <c:v>18800</c:v>
                </c:pt>
                <c:pt idx="2727">
                  <c:v>18800</c:v>
                </c:pt>
                <c:pt idx="2728">
                  <c:v>18800</c:v>
                </c:pt>
                <c:pt idx="2729">
                  <c:v>18800</c:v>
                </c:pt>
                <c:pt idx="2730">
                  <c:v>18800</c:v>
                </c:pt>
                <c:pt idx="2731">
                  <c:v>18800</c:v>
                </c:pt>
                <c:pt idx="2732">
                  <c:v>18800</c:v>
                </c:pt>
                <c:pt idx="2733">
                  <c:v>18800</c:v>
                </c:pt>
                <c:pt idx="2734">
                  <c:v>18800</c:v>
                </c:pt>
                <c:pt idx="2735">
                  <c:v>18800</c:v>
                </c:pt>
                <c:pt idx="2736">
                  <c:v>18800</c:v>
                </c:pt>
                <c:pt idx="2737">
                  <c:v>18800</c:v>
                </c:pt>
                <c:pt idx="2738">
                  <c:v>18800</c:v>
                </c:pt>
                <c:pt idx="2739">
                  <c:v>18800</c:v>
                </c:pt>
                <c:pt idx="2740">
                  <c:v>18800</c:v>
                </c:pt>
                <c:pt idx="2741">
                  <c:v>18800</c:v>
                </c:pt>
                <c:pt idx="2742">
                  <c:v>18800</c:v>
                </c:pt>
                <c:pt idx="2743">
                  <c:v>18800</c:v>
                </c:pt>
                <c:pt idx="2744">
                  <c:v>18800</c:v>
                </c:pt>
                <c:pt idx="2745">
                  <c:v>18800</c:v>
                </c:pt>
                <c:pt idx="2746">
                  <c:v>18800</c:v>
                </c:pt>
                <c:pt idx="2747">
                  <c:v>18800</c:v>
                </c:pt>
                <c:pt idx="2748">
                  <c:v>18800</c:v>
                </c:pt>
                <c:pt idx="2749">
                  <c:v>18800</c:v>
                </c:pt>
                <c:pt idx="2750">
                  <c:v>18800</c:v>
                </c:pt>
                <c:pt idx="2751">
                  <c:v>18800</c:v>
                </c:pt>
                <c:pt idx="2752">
                  <c:v>18800</c:v>
                </c:pt>
                <c:pt idx="2753">
                  <c:v>18800</c:v>
                </c:pt>
                <c:pt idx="2754">
                  <c:v>18800</c:v>
                </c:pt>
                <c:pt idx="2755">
                  <c:v>18800</c:v>
                </c:pt>
                <c:pt idx="2756">
                  <c:v>18800</c:v>
                </c:pt>
                <c:pt idx="2757">
                  <c:v>18800</c:v>
                </c:pt>
                <c:pt idx="2758">
                  <c:v>18800</c:v>
                </c:pt>
                <c:pt idx="2759">
                  <c:v>18800</c:v>
                </c:pt>
                <c:pt idx="2760">
                  <c:v>18800</c:v>
                </c:pt>
                <c:pt idx="2761">
                  <c:v>18800</c:v>
                </c:pt>
                <c:pt idx="2762">
                  <c:v>18800</c:v>
                </c:pt>
                <c:pt idx="2763">
                  <c:v>18800</c:v>
                </c:pt>
                <c:pt idx="2764">
                  <c:v>18800</c:v>
                </c:pt>
                <c:pt idx="2765">
                  <c:v>18800</c:v>
                </c:pt>
                <c:pt idx="2766">
                  <c:v>18800</c:v>
                </c:pt>
                <c:pt idx="2767">
                  <c:v>18800</c:v>
                </c:pt>
                <c:pt idx="2768">
                  <c:v>18800</c:v>
                </c:pt>
                <c:pt idx="2769">
                  <c:v>18800</c:v>
                </c:pt>
                <c:pt idx="2770">
                  <c:v>18800</c:v>
                </c:pt>
                <c:pt idx="2771">
                  <c:v>18800</c:v>
                </c:pt>
                <c:pt idx="2772">
                  <c:v>19000</c:v>
                </c:pt>
                <c:pt idx="2773">
                  <c:v>19000</c:v>
                </c:pt>
                <c:pt idx="2774">
                  <c:v>19000</c:v>
                </c:pt>
                <c:pt idx="2775">
                  <c:v>19000</c:v>
                </c:pt>
                <c:pt idx="2776">
                  <c:v>19000</c:v>
                </c:pt>
                <c:pt idx="2777">
                  <c:v>19000</c:v>
                </c:pt>
                <c:pt idx="2778">
                  <c:v>19200</c:v>
                </c:pt>
                <c:pt idx="2779">
                  <c:v>19700</c:v>
                </c:pt>
                <c:pt idx="2780">
                  <c:v>19700</c:v>
                </c:pt>
                <c:pt idx="2781">
                  <c:v>19700</c:v>
                </c:pt>
                <c:pt idx="2782">
                  <c:v>19700</c:v>
                </c:pt>
                <c:pt idx="2783">
                  <c:v>19700</c:v>
                </c:pt>
                <c:pt idx="2784">
                  <c:v>19700</c:v>
                </c:pt>
                <c:pt idx="2785">
                  <c:v>19800</c:v>
                </c:pt>
                <c:pt idx="2786">
                  <c:v>19800</c:v>
                </c:pt>
                <c:pt idx="2787">
                  <c:v>19800</c:v>
                </c:pt>
                <c:pt idx="2788">
                  <c:v>19800</c:v>
                </c:pt>
                <c:pt idx="2789">
                  <c:v>19800</c:v>
                </c:pt>
                <c:pt idx="2790">
                  <c:v>19800</c:v>
                </c:pt>
                <c:pt idx="2791">
                  <c:v>19800</c:v>
                </c:pt>
                <c:pt idx="2792">
                  <c:v>19900</c:v>
                </c:pt>
                <c:pt idx="2793">
                  <c:v>20000</c:v>
                </c:pt>
                <c:pt idx="2794">
                  <c:v>20000</c:v>
                </c:pt>
                <c:pt idx="2795">
                  <c:v>20000</c:v>
                </c:pt>
                <c:pt idx="2796">
                  <c:v>20000</c:v>
                </c:pt>
                <c:pt idx="2797">
                  <c:v>20100</c:v>
                </c:pt>
                <c:pt idx="2798">
                  <c:v>20100</c:v>
                </c:pt>
                <c:pt idx="2799">
                  <c:v>20300</c:v>
                </c:pt>
                <c:pt idx="2800">
                  <c:v>20300</c:v>
                </c:pt>
                <c:pt idx="2801">
                  <c:v>20300</c:v>
                </c:pt>
                <c:pt idx="2802">
                  <c:v>20300</c:v>
                </c:pt>
                <c:pt idx="2803">
                  <c:v>20300</c:v>
                </c:pt>
                <c:pt idx="2804">
                  <c:v>20500</c:v>
                </c:pt>
                <c:pt idx="2805">
                  <c:v>20600</c:v>
                </c:pt>
                <c:pt idx="2806">
                  <c:v>20600</c:v>
                </c:pt>
                <c:pt idx="2807">
                  <c:v>20600</c:v>
                </c:pt>
                <c:pt idx="2808">
                  <c:v>20600</c:v>
                </c:pt>
                <c:pt idx="2809">
                  <c:v>20600</c:v>
                </c:pt>
                <c:pt idx="2810">
                  <c:v>20600</c:v>
                </c:pt>
                <c:pt idx="2811">
                  <c:v>20600</c:v>
                </c:pt>
                <c:pt idx="2812">
                  <c:v>20700</c:v>
                </c:pt>
                <c:pt idx="2813">
                  <c:v>20700</c:v>
                </c:pt>
                <c:pt idx="2814">
                  <c:v>20700</c:v>
                </c:pt>
                <c:pt idx="2815">
                  <c:v>20700</c:v>
                </c:pt>
                <c:pt idx="2816">
                  <c:v>20700</c:v>
                </c:pt>
                <c:pt idx="2817">
                  <c:v>20700</c:v>
                </c:pt>
                <c:pt idx="2818">
                  <c:v>20700</c:v>
                </c:pt>
                <c:pt idx="2819">
                  <c:v>20800</c:v>
                </c:pt>
                <c:pt idx="2820">
                  <c:v>20800</c:v>
                </c:pt>
                <c:pt idx="2821">
                  <c:v>20800</c:v>
                </c:pt>
                <c:pt idx="2822">
                  <c:v>20800</c:v>
                </c:pt>
                <c:pt idx="2823">
                  <c:v>20800</c:v>
                </c:pt>
                <c:pt idx="2824">
                  <c:v>20800</c:v>
                </c:pt>
                <c:pt idx="2825">
                  <c:v>20800</c:v>
                </c:pt>
                <c:pt idx="2826">
                  <c:v>20800</c:v>
                </c:pt>
                <c:pt idx="2827">
                  <c:v>20800</c:v>
                </c:pt>
                <c:pt idx="2828">
                  <c:v>20800</c:v>
                </c:pt>
                <c:pt idx="2829">
                  <c:v>20800</c:v>
                </c:pt>
                <c:pt idx="2830">
                  <c:v>20800</c:v>
                </c:pt>
                <c:pt idx="2831">
                  <c:v>20800</c:v>
                </c:pt>
                <c:pt idx="2832">
                  <c:v>20800</c:v>
                </c:pt>
                <c:pt idx="2833">
                  <c:v>20800</c:v>
                </c:pt>
                <c:pt idx="2834">
                  <c:v>20800</c:v>
                </c:pt>
                <c:pt idx="2835">
                  <c:v>20800</c:v>
                </c:pt>
                <c:pt idx="2836">
                  <c:v>20800</c:v>
                </c:pt>
                <c:pt idx="2837">
                  <c:v>20800</c:v>
                </c:pt>
                <c:pt idx="2838">
                  <c:v>20800</c:v>
                </c:pt>
                <c:pt idx="2839">
                  <c:v>20900</c:v>
                </c:pt>
                <c:pt idx="2840">
                  <c:v>20900</c:v>
                </c:pt>
                <c:pt idx="2841">
                  <c:v>20900</c:v>
                </c:pt>
                <c:pt idx="2842">
                  <c:v>20900</c:v>
                </c:pt>
                <c:pt idx="2843">
                  <c:v>20900</c:v>
                </c:pt>
                <c:pt idx="2844">
                  <c:v>20900</c:v>
                </c:pt>
                <c:pt idx="2845">
                  <c:v>20900</c:v>
                </c:pt>
                <c:pt idx="2846">
                  <c:v>20900</c:v>
                </c:pt>
                <c:pt idx="2847">
                  <c:v>20900</c:v>
                </c:pt>
                <c:pt idx="2848">
                  <c:v>21000</c:v>
                </c:pt>
                <c:pt idx="2849">
                  <c:v>21000</c:v>
                </c:pt>
                <c:pt idx="2850">
                  <c:v>21000</c:v>
                </c:pt>
                <c:pt idx="2851">
                  <c:v>21000</c:v>
                </c:pt>
                <c:pt idx="2852">
                  <c:v>21000</c:v>
                </c:pt>
                <c:pt idx="2853">
                  <c:v>21000</c:v>
                </c:pt>
                <c:pt idx="2854">
                  <c:v>21000</c:v>
                </c:pt>
                <c:pt idx="2855">
                  <c:v>21000</c:v>
                </c:pt>
                <c:pt idx="2856">
                  <c:v>21000</c:v>
                </c:pt>
                <c:pt idx="2857">
                  <c:v>21000</c:v>
                </c:pt>
                <c:pt idx="2858">
                  <c:v>21000</c:v>
                </c:pt>
                <c:pt idx="2859">
                  <c:v>21000</c:v>
                </c:pt>
                <c:pt idx="2860">
                  <c:v>21100</c:v>
                </c:pt>
                <c:pt idx="2861">
                  <c:v>21200</c:v>
                </c:pt>
                <c:pt idx="2862">
                  <c:v>21200</c:v>
                </c:pt>
                <c:pt idx="2863">
                  <c:v>21300</c:v>
                </c:pt>
                <c:pt idx="2864">
                  <c:v>21300</c:v>
                </c:pt>
                <c:pt idx="2865">
                  <c:v>21300</c:v>
                </c:pt>
                <c:pt idx="2866">
                  <c:v>21000</c:v>
                </c:pt>
                <c:pt idx="2867">
                  <c:v>21000</c:v>
                </c:pt>
                <c:pt idx="2868">
                  <c:v>21000</c:v>
                </c:pt>
                <c:pt idx="2869">
                  <c:v>21000</c:v>
                </c:pt>
                <c:pt idx="2870">
                  <c:v>21000</c:v>
                </c:pt>
                <c:pt idx="2871">
                  <c:v>21000</c:v>
                </c:pt>
                <c:pt idx="2872">
                  <c:v>21000</c:v>
                </c:pt>
                <c:pt idx="2873">
                  <c:v>21000</c:v>
                </c:pt>
                <c:pt idx="2874">
                  <c:v>21000</c:v>
                </c:pt>
                <c:pt idx="2875">
                  <c:v>21000</c:v>
                </c:pt>
                <c:pt idx="2876">
                  <c:v>21000</c:v>
                </c:pt>
                <c:pt idx="2877">
                  <c:v>21000</c:v>
                </c:pt>
                <c:pt idx="2878">
                  <c:v>21000</c:v>
                </c:pt>
                <c:pt idx="2879">
                  <c:v>21000</c:v>
                </c:pt>
                <c:pt idx="2880">
                  <c:v>21000</c:v>
                </c:pt>
                <c:pt idx="2881">
                  <c:v>21000</c:v>
                </c:pt>
                <c:pt idx="2882">
                  <c:v>21300</c:v>
                </c:pt>
                <c:pt idx="2883">
                  <c:v>21000</c:v>
                </c:pt>
                <c:pt idx="2884">
                  <c:v>21000</c:v>
                </c:pt>
                <c:pt idx="2885">
                  <c:v>21000</c:v>
                </c:pt>
                <c:pt idx="2886">
                  <c:v>21000</c:v>
                </c:pt>
                <c:pt idx="2887">
                  <c:v>21000</c:v>
                </c:pt>
                <c:pt idx="2888">
                  <c:v>21000</c:v>
                </c:pt>
                <c:pt idx="2889">
                  <c:v>21000</c:v>
                </c:pt>
                <c:pt idx="2890">
                  <c:v>21000</c:v>
                </c:pt>
                <c:pt idx="2891">
                  <c:v>21000</c:v>
                </c:pt>
                <c:pt idx="2892">
                  <c:v>21000</c:v>
                </c:pt>
                <c:pt idx="2893">
                  <c:v>21000</c:v>
                </c:pt>
                <c:pt idx="2894">
                  <c:v>21000</c:v>
                </c:pt>
                <c:pt idx="2895">
                  <c:v>21000</c:v>
                </c:pt>
                <c:pt idx="2896">
                  <c:v>21000</c:v>
                </c:pt>
                <c:pt idx="2897">
                  <c:v>21000</c:v>
                </c:pt>
                <c:pt idx="2898">
                  <c:v>21000</c:v>
                </c:pt>
                <c:pt idx="2899">
                  <c:v>21000</c:v>
                </c:pt>
                <c:pt idx="2900">
                  <c:v>21000</c:v>
                </c:pt>
                <c:pt idx="2901">
                  <c:v>21000</c:v>
                </c:pt>
                <c:pt idx="2902">
                  <c:v>21000</c:v>
                </c:pt>
                <c:pt idx="2903">
                  <c:v>21000</c:v>
                </c:pt>
                <c:pt idx="2904">
                  <c:v>21000</c:v>
                </c:pt>
                <c:pt idx="2905">
                  <c:v>21000</c:v>
                </c:pt>
                <c:pt idx="2906">
                  <c:v>21000</c:v>
                </c:pt>
                <c:pt idx="2907">
                  <c:v>21000</c:v>
                </c:pt>
                <c:pt idx="2908">
                  <c:v>21000</c:v>
                </c:pt>
                <c:pt idx="2909">
                  <c:v>21000</c:v>
                </c:pt>
                <c:pt idx="2910">
                  <c:v>21000</c:v>
                </c:pt>
                <c:pt idx="2911">
                  <c:v>21000</c:v>
                </c:pt>
                <c:pt idx="2912">
                  <c:v>21000</c:v>
                </c:pt>
                <c:pt idx="2913">
                  <c:v>21000</c:v>
                </c:pt>
                <c:pt idx="2914">
                  <c:v>21000</c:v>
                </c:pt>
                <c:pt idx="2915">
                  <c:v>21000</c:v>
                </c:pt>
                <c:pt idx="2916">
                  <c:v>21000</c:v>
                </c:pt>
                <c:pt idx="2917">
                  <c:v>21200</c:v>
                </c:pt>
                <c:pt idx="2918">
                  <c:v>21200</c:v>
                </c:pt>
                <c:pt idx="2919">
                  <c:v>21200</c:v>
                </c:pt>
                <c:pt idx="2920">
                  <c:v>21200</c:v>
                </c:pt>
                <c:pt idx="2921">
                  <c:v>21200</c:v>
                </c:pt>
                <c:pt idx="2922">
                  <c:v>21200</c:v>
                </c:pt>
                <c:pt idx="2923">
                  <c:v>21200</c:v>
                </c:pt>
                <c:pt idx="2924">
                  <c:v>21200</c:v>
                </c:pt>
                <c:pt idx="2925">
                  <c:v>21200</c:v>
                </c:pt>
                <c:pt idx="2926">
                  <c:v>21200</c:v>
                </c:pt>
                <c:pt idx="2927">
                  <c:v>21200</c:v>
                </c:pt>
                <c:pt idx="2928">
                  <c:v>21200</c:v>
                </c:pt>
                <c:pt idx="2929">
                  <c:v>21200</c:v>
                </c:pt>
                <c:pt idx="2930">
                  <c:v>21200</c:v>
                </c:pt>
                <c:pt idx="2931">
                  <c:v>21200</c:v>
                </c:pt>
                <c:pt idx="2932">
                  <c:v>21200</c:v>
                </c:pt>
                <c:pt idx="2933">
                  <c:v>21200</c:v>
                </c:pt>
                <c:pt idx="2934">
                  <c:v>21200</c:v>
                </c:pt>
                <c:pt idx="2935">
                  <c:v>21200</c:v>
                </c:pt>
                <c:pt idx="2936">
                  <c:v>21200</c:v>
                </c:pt>
                <c:pt idx="2937">
                  <c:v>21200</c:v>
                </c:pt>
                <c:pt idx="2938">
                  <c:v>21200</c:v>
                </c:pt>
                <c:pt idx="2939">
                  <c:v>21200</c:v>
                </c:pt>
                <c:pt idx="2940">
                  <c:v>21200</c:v>
                </c:pt>
                <c:pt idx="2941">
                  <c:v>21200</c:v>
                </c:pt>
                <c:pt idx="2942">
                  <c:v>21200</c:v>
                </c:pt>
                <c:pt idx="2943">
                  <c:v>21200</c:v>
                </c:pt>
                <c:pt idx="2944">
                  <c:v>21300</c:v>
                </c:pt>
                <c:pt idx="2945">
                  <c:v>21500</c:v>
                </c:pt>
                <c:pt idx="2946">
                  <c:v>21500</c:v>
                </c:pt>
                <c:pt idx="2947">
                  <c:v>21500</c:v>
                </c:pt>
                <c:pt idx="2948">
                  <c:v>21500</c:v>
                </c:pt>
                <c:pt idx="2949">
                  <c:v>21500</c:v>
                </c:pt>
                <c:pt idx="2950">
                  <c:v>21500</c:v>
                </c:pt>
                <c:pt idx="2951">
                  <c:v>21500</c:v>
                </c:pt>
                <c:pt idx="2952">
                  <c:v>21700</c:v>
                </c:pt>
                <c:pt idx="2953">
                  <c:v>22000</c:v>
                </c:pt>
                <c:pt idx="2954">
                  <c:v>22500</c:v>
                </c:pt>
                <c:pt idx="2955">
                  <c:v>22500</c:v>
                </c:pt>
                <c:pt idx="2956">
                  <c:v>22500</c:v>
                </c:pt>
                <c:pt idx="2957">
                  <c:v>22500</c:v>
                </c:pt>
                <c:pt idx="2958">
                  <c:v>22500</c:v>
                </c:pt>
                <c:pt idx="2959">
                  <c:v>22500</c:v>
                </c:pt>
                <c:pt idx="2960">
                  <c:v>22500</c:v>
                </c:pt>
                <c:pt idx="2961">
                  <c:v>22500</c:v>
                </c:pt>
                <c:pt idx="2962">
                  <c:v>22500</c:v>
                </c:pt>
                <c:pt idx="2963">
                  <c:v>22500</c:v>
                </c:pt>
                <c:pt idx="2964">
                  <c:v>22500</c:v>
                </c:pt>
                <c:pt idx="2965">
                  <c:v>22900</c:v>
                </c:pt>
                <c:pt idx="2966">
                  <c:v>23000</c:v>
                </c:pt>
                <c:pt idx="2967">
                  <c:v>23000</c:v>
                </c:pt>
                <c:pt idx="2968">
                  <c:v>23000</c:v>
                </c:pt>
                <c:pt idx="2969">
                  <c:v>23000</c:v>
                </c:pt>
                <c:pt idx="2970">
                  <c:v>23000</c:v>
                </c:pt>
                <c:pt idx="2971">
                  <c:v>23000</c:v>
                </c:pt>
                <c:pt idx="2972">
                  <c:v>23000</c:v>
                </c:pt>
                <c:pt idx="2973">
                  <c:v>23000</c:v>
                </c:pt>
                <c:pt idx="2974">
                  <c:v>23200</c:v>
                </c:pt>
                <c:pt idx="2975">
                  <c:v>23200</c:v>
                </c:pt>
                <c:pt idx="2976">
                  <c:v>23200</c:v>
                </c:pt>
                <c:pt idx="2977">
                  <c:v>23200</c:v>
                </c:pt>
                <c:pt idx="2978">
                  <c:v>23200</c:v>
                </c:pt>
                <c:pt idx="2979">
                  <c:v>23200</c:v>
                </c:pt>
                <c:pt idx="2980">
                  <c:v>23200</c:v>
                </c:pt>
                <c:pt idx="2981">
                  <c:v>23250</c:v>
                </c:pt>
                <c:pt idx="2982">
                  <c:v>23250</c:v>
                </c:pt>
                <c:pt idx="2983">
                  <c:v>23250</c:v>
                </c:pt>
                <c:pt idx="2984">
                  <c:v>23250</c:v>
                </c:pt>
                <c:pt idx="2985">
                  <c:v>23250</c:v>
                </c:pt>
                <c:pt idx="2986">
                  <c:v>23250</c:v>
                </c:pt>
                <c:pt idx="2987">
                  <c:v>23250</c:v>
                </c:pt>
                <c:pt idx="2988">
                  <c:v>23250</c:v>
                </c:pt>
                <c:pt idx="2989">
                  <c:v>23250</c:v>
                </c:pt>
                <c:pt idx="2990">
                  <c:v>23250</c:v>
                </c:pt>
                <c:pt idx="2991">
                  <c:v>23250</c:v>
                </c:pt>
                <c:pt idx="2992">
                  <c:v>23250</c:v>
                </c:pt>
                <c:pt idx="2993">
                  <c:v>23250</c:v>
                </c:pt>
                <c:pt idx="2994">
                  <c:v>23250</c:v>
                </c:pt>
                <c:pt idx="2995">
                  <c:v>23750</c:v>
                </c:pt>
                <c:pt idx="2996">
                  <c:v>23750</c:v>
                </c:pt>
                <c:pt idx="2997">
                  <c:v>23750</c:v>
                </c:pt>
                <c:pt idx="2998">
                  <c:v>23750</c:v>
                </c:pt>
                <c:pt idx="2999">
                  <c:v>23750</c:v>
                </c:pt>
                <c:pt idx="3000">
                  <c:v>23750</c:v>
                </c:pt>
                <c:pt idx="3001">
                  <c:v>23750</c:v>
                </c:pt>
                <c:pt idx="3002">
                  <c:v>23750</c:v>
                </c:pt>
                <c:pt idx="3003">
                  <c:v>23750</c:v>
                </c:pt>
                <c:pt idx="3004">
                  <c:v>23750</c:v>
                </c:pt>
                <c:pt idx="3005">
                  <c:v>23750</c:v>
                </c:pt>
                <c:pt idx="3006">
                  <c:v>23750</c:v>
                </c:pt>
                <c:pt idx="3007">
                  <c:v>24100</c:v>
                </c:pt>
                <c:pt idx="3008">
                  <c:v>24100</c:v>
                </c:pt>
                <c:pt idx="3009">
                  <c:v>24100</c:v>
                </c:pt>
                <c:pt idx="3010">
                  <c:v>24100</c:v>
                </c:pt>
                <c:pt idx="3011">
                  <c:v>24100</c:v>
                </c:pt>
                <c:pt idx="3012">
                  <c:v>24100</c:v>
                </c:pt>
                <c:pt idx="3013">
                  <c:v>24100</c:v>
                </c:pt>
                <c:pt idx="3014">
                  <c:v>24100</c:v>
                </c:pt>
                <c:pt idx="3015">
                  <c:v>24100</c:v>
                </c:pt>
                <c:pt idx="3016">
                  <c:v>24100</c:v>
                </c:pt>
                <c:pt idx="3017">
                  <c:v>24100</c:v>
                </c:pt>
                <c:pt idx="3018">
                  <c:v>24100</c:v>
                </c:pt>
                <c:pt idx="3019">
                  <c:v>24100</c:v>
                </c:pt>
                <c:pt idx="3020">
                  <c:v>24100</c:v>
                </c:pt>
                <c:pt idx="3021">
                  <c:v>24100</c:v>
                </c:pt>
                <c:pt idx="3022">
                  <c:v>24100</c:v>
                </c:pt>
                <c:pt idx="3023">
                  <c:v>24300</c:v>
                </c:pt>
                <c:pt idx="3024">
                  <c:v>24500</c:v>
                </c:pt>
                <c:pt idx="3025">
                  <c:v>24500</c:v>
                </c:pt>
                <c:pt idx="3026">
                  <c:v>24500</c:v>
                </c:pt>
                <c:pt idx="3027">
                  <c:v>25000</c:v>
                </c:pt>
                <c:pt idx="3028">
                  <c:v>25500</c:v>
                </c:pt>
                <c:pt idx="3029">
                  <c:v>25500</c:v>
                </c:pt>
                <c:pt idx="3030">
                  <c:v>25500</c:v>
                </c:pt>
                <c:pt idx="3031">
                  <c:v>25500</c:v>
                </c:pt>
                <c:pt idx="3032">
                  <c:v>25500</c:v>
                </c:pt>
                <c:pt idx="3033">
                  <c:v>25500</c:v>
                </c:pt>
                <c:pt idx="3034">
                  <c:v>26500</c:v>
                </c:pt>
                <c:pt idx="3035">
                  <c:v>26500</c:v>
                </c:pt>
                <c:pt idx="3036">
                  <c:v>26500</c:v>
                </c:pt>
                <c:pt idx="3037">
                  <c:v>26500</c:v>
                </c:pt>
                <c:pt idx="3038">
                  <c:v>26500</c:v>
                </c:pt>
                <c:pt idx="3039">
                  <c:v>26500</c:v>
                </c:pt>
                <c:pt idx="3040">
                  <c:v>26500</c:v>
                </c:pt>
                <c:pt idx="3041">
                  <c:v>26500</c:v>
                </c:pt>
                <c:pt idx="3042">
                  <c:v>26500</c:v>
                </c:pt>
                <c:pt idx="3043">
                  <c:v>26500</c:v>
                </c:pt>
                <c:pt idx="3044">
                  <c:v>26500</c:v>
                </c:pt>
                <c:pt idx="3045">
                  <c:v>26500</c:v>
                </c:pt>
                <c:pt idx="3046">
                  <c:v>26500</c:v>
                </c:pt>
                <c:pt idx="3047">
                  <c:v>26500</c:v>
                </c:pt>
                <c:pt idx="3048">
                  <c:v>26500</c:v>
                </c:pt>
                <c:pt idx="3049">
                  <c:v>27000</c:v>
                </c:pt>
                <c:pt idx="3050">
                  <c:v>27000</c:v>
                </c:pt>
                <c:pt idx="3051">
                  <c:v>27000</c:v>
                </c:pt>
                <c:pt idx="3052">
                  <c:v>27000</c:v>
                </c:pt>
                <c:pt idx="3053">
                  <c:v>27000</c:v>
                </c:pt>
                <c:pt idx="3054">
                  <c:v>27000</c:v>
                </c:pt>
                <c:pt idx="3055">
                  <c:v>27000</c:v>
                </c:pt>
                <c:pt idx="3056">
                  <c:v>27500</c:v>
                </c:pt>
                <c:pt idx="3057">
                  <c:v>27500</c:v>
                </c:pt>
                <c:pt idx="3058">
                  <c:v>27500</c:v>
                </c:pt>
                <c:pt idx="3059">
                  <c:v>27900</c:v>
                </c:pt>
                <c:pt idx="3060">
                  <c:v>27900</c:v>
                </c:pt>
                <c:pt idx="3061">
                  <c:v>27900</c:v>
                </c:pt>
                <c:pt idx="3062">
                  <c:v>27900</c:v>
                </c:pt>
                <c:pt idx="3063">
                  <c:v>27900</c:v>
                </c:pt>
                <c:pt idx="3064">
                  <c:v>27900</c:v>
                </c:pt>
                <c:pt idx="3065">
                  <c:v>27900</c:v>
                </c:pt>
                <c:pt idx="3066">
                  <c:v>27900</c:v>
                </c:pt>
                <c:pt idx="3067">
                  <c:v>27900</c:v>
                </c:pt>
                <c:pt idx="3068">
                  <c:v>27900</c:v>
                </c:pt>
                <c:pt idx="3069">
                  <c:v>27900</c:v>
                </c:pt>
                <c:pt idx="3070">
                  <c:v>27900</c:v>
                </c:pt>
                <c:pt idx="3071">
                  <c:v>27900</c:v>
                </c:pt>
                <c:pt idx="3072">
                  <c:v>27900</c:v>
                </c:pt>
                <c:pt idx="3073">
                  <c:v>27900</c:v>
                </c:pt>
                <c:pt idx="3074">
                  <c:v>27900</c:v>
                </c:pt>
                <c:pt idx="3075">
                  <c:v>27900</c:v>
                </c:pt>
                <c:pt idx="3076">
                  <c:v>27900</c:v>
                </c:pt>
                <c:pt idx="3077">
                  <c:v>28000</c:v>
                </c:pt>
                <c:pt idx="3078">
                  <c:v>26750</c:v>
                </c:pt>
                <c:pt idx="3079">
                  <c:v>26750</c:v>
                </c:pt>
                <c:pt idx="3080">
                  <c:v>28200</c:v>
                </c:pt>
                <c:pt idx="3081">
                  <c:v>28200</c:v>
                </c:pt>
                <c:pt idx="3082">
                  <c:v>28200</c:v>
                </c:pt>
                <c:pt idx="3083">
                  <c:v>28200</c:v>
                </c:pt>
                <c:pt idx="3084">
                  <c:v>28200</c:v>
                </c:pt>
                <c:pt idx="3085">
                  <c:v>28200</c:v>
                </c:pt>
                <c:pt idx="3086">
                  <c:v>28200</c:v>
                </c:pt>
                <c:pt idx="3087">
                  <c:v>28200</c:v>
                </c:pt>
                <c:pt idx="3088">
                  <c:v>28200</c:v>
                </c:pt>
                <c:pt idx="3089">
                  <c:v>28200</c:v>
                </c:pt>
                <c:pt idx="3090">
                  <c:v>28200</c:v>
                </c:pt>
                <c:pt idx="3091">
                  <c:v>28200</c:v>
                </c:pt>
                <c:pt idx="3092">
                  <c:v>28200</c:v>
                </c:pt>
                <c:pt idx="3093">
                  <c:v>28200</c:v>
                </c:pt>
                <c:pt idx="3094">
                  <c:v>28200</c:v>
                </c:pt>
                <c:pt idx="3095">
                  <c:v>28200</c:v>
                </c:pt>
                <c:pt idx="3096">
                  <c:v>28200</c:v>
                </c:pt>
                <c:pt idx="3097">
                  <c:v>28200</c:v>
                </c:pt>
                <c:pt idx="3098">
                  <c:v>28200</c:v>
                </c:pt>
                <c:pt idx="3099">
                  <c:v>28500</c:v>
                </c:pt>
                <c:pt idx="3100">
                  <c:v>28700</c:v>
                </c:pt>
                <c:pt idx="3101">
                  <c:v>28700</c:v>
                </c:pt>
                <c:pt idx="3102">
                  <c:v>28700</c:v>
                </c:pt>
                <c:pt idx="3103">
                  <c:v>28700</c:v>
                </c:pt>
                <c:pt idx="3104">
                  <c:v>28700</c:v>
                </c:pt>
                <c:pt idx="3105">
                  <c:v>28700</c:v>
                </c:pt>
                <c:pt idx="3106">
                  <c:v>28700</c:v>
                </c:pt>
                <c:pt idx="3107">
                  <c:v>28700</c:v>
                </c:pt>
                <c:pt idx="3108">
                  <c:v>28600</c:v>
                </c:pt>
                <c:pt idx="3109">
                  <c:v>28600</c:v>
                </c:pt>
                <c:pt idx="3110">
                  <c:v>28600</c:v>
                </c:pt>
                <c:pt idx="3111">
                  <c:v>28600</c:v>
                </c:pt>
                <c:pt idx="3112">
                  <c:v>28400</c:v>
                </c:pt>
                <c:pt idx="3113">
                  <c:v>28400</c:v>
                </c:pt>
                <c:pt idx="3114">
                  <c:v>28400</c:v>
                </c:pt>
                <c:pt idx="3115">
                  <c:v>28400</c:v>
                </c:pt>
                <c:pt idx="3116">
                  <c:v>28400</c:v>
                </c:pt>
                <c:pt idx="3117">
                  <c:v>28400</c:v>
                </c:pt>
                <c:pt idx="3118">
                  <c:v>28400</c:v>
                </c:pt>
                <c:pt idx="3119">
                  <c:v>28400</c:v>
                </c:pt>
                <c:pt idx="3120">
                  <c:v>28400</c:v>
                </c:pt>
                <c:pt idx="3121">
                  <c:v>28300</c:v>
                </c:pt>
                <c:pt idx="3122">
                  <c:v>28300</c:v>
                </c:pt>
                <c:pt idx="3123">
                  <c:v>28300</c:v>
                </c:pt>
                <c:pt idx="3124">
                  <c:v>28300</c:v>
                </c:pt>
                <c:pt idx="3125">
                  <c:v>28200</c:v>
                </c:pt>
                <c:pt idx="3126">
                  <c:v>28200</c:v>
                </c:pt>
                <c:pt idx="3127">
                  <c:v>28200</c:v>
                </c:pt>
                <c:pt idx="3128">
                  <c:v>28200</c:v>
                </c:pt>
                <c:pt idx="3129">
                  <c:v>28000</c:v>
                </c:pt>
                <c:pt idx="3130">
                  <c:v>28000</c:v>
                </c:pt>
                <c:pt idx="3131">
                  <c:v>28000</c:v>
                </c:pt>
                <c:pt idx="3132">
                  <c:v>28000</c:v>
                </c:pt>
                <c:pt idx="3133">
                  <c:v>28300</c:v>
                </c:pt>
                <c:pt idx="3134">
                  <c:v>28300</c:v>
                </c:pt>
                <c:pt idx="3135">
                  <c:v>28300</c:v>
                </c:pt>
                <c:pt idx="3136">
                  <c:v>28300</c:v>
                </c:pt>
                <c:pt idx="3137">
                  <c:v>28300</c:v>
                </c:pt>
                <c:pt idx="3138">
                  <c:v>28300</c:v>
                </c:pt>
                <c:pt idx="3139">
                  <c:v>28300</c:v>
                </c:pt>
                <c:pt idx="3140">
                  <c:v>28300</c:v>
                </c:pt>
                <c:pt idx="3141">
                  <c:v>28300</c:v>
                </c:pt>
                <c:pt idx="3142">
                  <c:v>27800</c:v>
                </c:pt>
                <c:pt idx="3143">
                  <c:v>27800</c:v>
                </c:pt>
                <c:pt idx="3144">
                  <c:v>27800</c:v>
                </c:pt>
                <c:pt idx="3145">
                  <c:v>27800</c:v>
                </c:pt>
                <c:pt idx="3146">
                  <c:v>27800</c:v>
                </c:pt>
                <c:pt idx="3147">
                  <c:v>27800</c:v>
                </c:pt>
                <c:pt idx="3148">
                  <c:v>27800</c:v>
                </c:pt>
                <c:pt idx="3149">
                  <c:v>27600</c:v>
                </c:pt>
                <c:pt idx="3150">
                  <c:v>27600</c:v>
                </c:pt>
                <c:pt idx="3151">
                  <c:v>27600</c:v>
                </c:pt>
                <c:pt idx="3152">
                  <c:v>27600</c:v>
                </c:pt>
                <c:pt idx="3153">
                  <c:v>27600</c:v>
                </c:pt>
                <c:pt idx="3154">
                  <c:v>27600</c:v>
                </c:pt>
                <c:pt idx="3155">
                  <c:v>27600</c:v>
                </c:pt>
                <c:pt idx="3156">
                  <c:v>27600</c:v>
                </c:pt>
                <c:pt idx="3157">
                  <c:v>27600</c:v>
                </c:pt>
                <c:pt idx="3158">
                  <c:v>27600</c:v>
                </c:pt>
                <c:pt idx="3159">
                  <c:v>27600</c:v>
                </c:pt>
                <c:pt idx="3160">
                  <c:v>27600</c:v>
                </c:pt>
                <c:pt idx="3161">
                  <c:v>27700</c:v>
                </c:pt>
                <c:pt idx="3162">
                  <c:v>27700</c:v>
                </c:pt>
                <c:pt idx="3163">
                  <c:v>27700</c:v>
                </c:pt>
                <c:pt idx="3164">
                  <c:v>27700</c:v>
                </c:pt>
                <c:pt idx="3165">
                  <c:v>27700</c:v>
                </c:pt>
                <c:pt idx="3166">
                  <c:v>27700</c:v>
                </c:pt>
                <c:pt idx="3167">
                  <c:v>27700</c:v>
                </c:pt>
                <c:pt idx="3168">
                  <c:v>27700</c:v>
                </c:pt>
                <c:pt idx="3169">
                  <c:v>27500</c:v>
                </c:pt>
                <c:pt idx="3170">
                  <c:v>27800</c:v>
                </c:pt>
                <c:pt idx="3171">
                  <c:v>27800</c:v>
                </c:pt>
                <c:pt idx="3172">
                  <c:v>27800</c:v>
                </c:pt>
                <c:pt idx="3173">
                  <c:v>27800</c:v>
                </c:pt>
                <c:pt idx="3174">
                  <c:v>27800</c:v>
                </c:pt>
                <c:pt idx="3175">
                  <c:v>28000</c:v>
                </c:pt>
                <c:pt idx="3176">
                  <c:v>28300</c:v>
                </c:pt>
                <c:pt idx="3177">
                  <c:v>28300</c:v>
                </c:pt>
                <c:pt idx="3178">
                  <c:v>28300</c:v>
                </c:pt>
                <c:pt idx="3179">
                  <c:v>28300</c:v>
                </c:pt>
                <c:pt idx="3180">
                  <c:v>28300</c:v>
                </c:pt>
                <c:pt idx="3181">
                  <c:v>28300</c:v>
                </c:pt>
                <c:pt idx="3182">
                  <c:v>28500</c:v>
                </c:pt>
                <c:pt idx="3183">
                  <c:v>29000</c:v>
                </c:pt>
                <c:pt idx="3184">
                  <c:v>29300</c:v>
                </c:pt>
                <c:pt idx="3185">
                  <c:v>29500</c:v>
                </c:pt>
                <c:pt idx="3186">
                  <c:v>29500</c:v>
                </c:pt>
                <c:pt idx="3187">
                  <c:v>29500</c:v>
                </c:pt>
                <c:pt idx="3188">
                  <c:v>29800</c:v>
                </c:pt>
                <c:pt idx="3189">
                  <c:v>30000</c:v>
                </c:pt>
                <c:pt idx="3190">
                  <c:v>30200</c:v>
                </c:pt>
                <c:pt idx="3191">
                  <c:v>30500</c:v>
                </c:pt>
                <c:pt idx="3192">
                  <c:v>30500</c:v>
                </c:pt>
                <c:pt idx="3193">
                  <c:v>30500</c:v>
                </c:pt>
                <c:pt idx="3194">
                  <c:v>30500</c:v>
                </c:pt>
                <c:pt idx="3195">
                  <c:v>30500</c:v>
                </c:pt>
                <c:pt idx="3196">
                  <c:v>30500</c:v>
                </c:pt>
                <c:pt idx="3197">
                  <c:v>30500</c:v>
                </c:pt>
                <c:pt idx="3198">
                  <c:v>31000</c:v>
                </c:pt>
                <c:pt idx="3199">
                  <c:v>31000</c:v>
                </c:pt>
                <c:pt idx="3200">
                  <c:v>31000</c:v>
                </c:pt>
                <c:pt idx="3201">
                  <c:v>31000</c:v>
                </c:pt>
                <c:pt idx="3202">
                  <c:v>31000</c:v>
                </c:pt>
                <c:pt idx="3203">
                  <c:v>31500</c:v>
                </c:pt>
                <c:pt idx="3204">
                  <c:v>31500</c:v>
                </c:pt>
                <c:pt idx="3205">
                  <c:v>31800</c:v>
                </c:pt>
                <c:pt idx="3206">
                  <c:v>32000</c:v>
                </c:pt>
                <c:pt idx="3207">
                  <c:v>32000</c:v>
                </c:pt>
                <c:pt idx="3208">
                  <c:v>32000</c:v>
                </c:pt>
                <c:pt idx="3209">
                  <c:v>33000</c:v>
                </c:pt>
                <c:pt idx="3210">
                  <c:v>33500</c:v>
                </c:pt>
                <c:pt idx="3211">
                  <c:v>33500</c:v>
                </c:pt>
                <c:pt idx="3212">
                  <c:v>33500</c:v>
                </c:pt>
                <c:pt idx="3213">
                  <c:v>33500</c:v>
                </c:pt>
                <c:pt idx="3214">
                  <c:v>33500</c:v>
                </c:pt>
                <c:pt idx="3215">
                  <c:v>33500</c:v>
                </c:pt>
                <c:pt idx="3216">
                  <c:v>33500</c:v>
                </c:pt>
                <c:pt idx="3217">
                  <c:v>33500</c:v>
                </c:pt>
                <c:pt idx="3218">
                  <c:v>33500</c:v>
                </c:pt>
                <c:pt idx="3219">
                  <c:v>33500</c:v>
                </c:pt>
                <c:pt idx="3220">
                  <c:v>33900</c:v>
                </c:pt>
                <c:pt idx="3221">
                  <c:v>34300</c:v>
                </c:pt>
                <c:pt idx="3222">
                  <c:v>34300</c:v>
                </c:pt>
                <c:pt idx="3223">
                  <c:v>34300</c:v>
                </c:pt>
                <c:pt idx="3224">
                  <c:v>34300</c:v>
                </c:pt>
                <c:pt idx="3225">
                  <c:v>34300</c:v>
                </c:pt>
                <c:pt idx="3226">
                  <c:v>34500</c:v>
                </c:pt>
                <c:pt idx="3227">
                  <c:v>34500</c:v>
                </c:pt>
                <c:pt idx="3228">
                  <c:v>34500</c:v>
                </c:pt>
                <c:pt idx="3229">
                  <c:v>34500</c:v>
                </c:pt>
                <c:pt idx="3230">
                  <c:v>34500</c:v>
                </c:pt>
                <c:pt idx="3231">
                  <c:v>35300</c:v>
                </c:pt>
                <c:pt idx="3232">
                  <c:v>35600</c:v>
                </c:pt>
                <c:pt idx="3233">
                  <c:v>35600</c:v>
                </c:pt>
                <c:pt idx="3234">
                  <c:v>35600</c:v>
                </c:pt>
                <c:pt idx="3235">
                  <c:v>35600</c:v>
                </c:pt>
                <c:pt idx="3236">
                  <c:v>35600</c:v>
                </c:pt>
                <c:pt idx="3237">
                  <c:v>35600</c:v>
                </c:pt>
                <c:pt idx="3238">
                  <c:v>35600</c:v>
                </c:pt>
                <c:pt idx="3239">
                  <c:v>35600</c:v>
                </c:pt>
                <c:pt idx="3240">
                  <c:v>35600</c:v>
                </c:pt>
                <c:pt idx="3241">
                  <c:v>35600</c:v>
                </c:pt>
                <c:pt idx="3242">
                  <c:v>35600</c:v>
                </c:pt>
                <c:pt idx="3243">
                  <c:v>35600</c:v>
                </c:pt>
                <c:pt idx="3244">
                  <c:v>35900</c:v>
                </c:pt>
                <c:pt idx="3245">
                  <c:v>35900</c:v>
                </c:pt>
                <c:pt idx="3246">
                  <c:v>35800</c:v>
                </c:pt>
                <c:pt idx="3247">
                  <c:v>35800</c:v>
                </c:pt>
                <c:pt idx="3248">
                  <c:v>35800</c:v>
                </c:pt>
                <c:pt idx="3249">
                  <c:v>35800</c:v>
                </c:pt>
                <c:pt idx="3250">
                  <c:v>35800</c:v>
                </c:pt>
                <c:pt idx="3251">
                  <c:v>35800</c:v>
                </c:pt>
                <c:pt idx="3252">
                  <c:v>35800</c:v>
                </c:pt>
                <c:pt idx="3253">
                  <c:v>35800</c:v>
                </c:pt>
                <c:pt idx="3254">
                  <c:v>35800</c:v>
                </c:pt>
                <c:pt idx="3255">
                  <c:v>35800</c:v>
                </c:pt>
                <c:pt idx="3256">
                  <c:v>35800</c:v>
                </c:pt>
                <c:pt idx="3257">
                  <c:v>35800</c:v>
                </c:pt>
                <c:pt idx="3258">
                  <c:v>35600</c:v>
                </c:pt>
                <c:pt idx="3259">
                  <c:v>35600</c:v>
                </c:pt>
                <c:pt idx="3260">
                  <c:v>35600</c:v>
                </c:pt>
                <c:pt idx="3261">
                  <c:v>35600</c:v>
                </c:pt>
                <c:pt idx="3262">
                  <c:v>35600</c:v>
                </c:pt>
                <c:pt idx="3263">
                  <c:v>35600</c:v>
                </c:pt>
                <c:pt idx="3264">
                  <c:v>35600</c:v>
                </c:pt>
                <c:pt idx="3265">
                  <c:v>35600</c:v>
                </c:pt>
                <c:pt idx="3266">
                  <c:v>35600</c:v>
                </c:pt>
                <c:pt idx="3267">
                  <c:v>35300</c:v>
                </c:pt>
                <c:pt idx="3268">
                  <c:v>35300</c:v>
                </c:pt>
                <c:pt idx="3269">
                  <c:v>35300</c:v>
                </c:pt>
                <c:pt idx="3270">
                  <c:v>35300</c:v>
                </c:pt>
                <c:pt idx="3271">
                  <c:v>35300</c:v>
                </c:pt>
                <c:pt idx="3272">
                  <c:v>35300</c:v>
                </c:pt>
                <c:pt idx="3273">
                  <c:v>35300</c:v>
                </c:pt>
                <c:pt idx="3274">
                  <c:v>35300</c:v>
                </c:pt>
                <c:pt idx="3275">
                  <c:v>35000</c:v>
                </c:pt>
                <c:pt idx="3276">
                  <c:v>35000</c:v>
                </c:pt>
                <c:pt idx="3277">
                  <c:v>35000</c:v>
                </c:pt>
                <c:pt idx="3278">
                  <c:v>35000</c:v>
                </c:pt>
                <c:pt idx="3279">
                  <c:v>34700</c:v>
                </c:pt>
                <c:pt idx="3280">
                  <c:v>34200</c:v>
                </c:pt>
                <c:pt idx="3281">
                  <c:v>34200</c:v>
                </c:pt>
                <c:pt idx="3282">
                  <c:v>34200</c:v>
                </c:pt>
                <c:pt idx="3283">
                  <c:v>34200</c:v>
                </c:pt>
                <c:pt idx="3284">
                  <c:v>34200</c:v>
                </c:pt>
                <c:pt idx="3285">
                  <c:v>34200</c:v>
                </c:pt>
                <c:pt idx="3286">
                  <c:v>34200</c:v>
                </c:pt>
                <c:pt idx="3287">
                  <c:v>34200</c:v>
                </c:pt>
                <c:pt idx="3288">
                  <c:v>34200</c:v>
                </c:pt>
                <c:pt idx="3289">
                  <c:v>34200</c:v>
                </c:pt>
                <c:pt idx="3290">
                  <c:v>34000</c:v>
                </c:pt>
                <c:pt idx="3291">
                  <c:v>34000</c:v>
                </c:pt>
                <c:pt idx="3292">
                  <c:v>34000</c:v>
                </c:pt>
                <c:pt idx="3293">
                  <c:v>33800</c:v>
                </c:pt>
                <c:pt idx="3294">
                  <c:v>33800</c:v>
                </c:pt>
                <c:pt idx="3295">
                  <c:v>33800</c:v>
                </c:pt>
                <c:pt idx="3296">
                  <c:v>33300</c:v>
                </c:pt>
                <c:pt idx="3297">
                  <c:v>33300</c:v>
                </c:pt>
                <c:pt idx="3298">
                  <c:v>33300</c:v>
                </c:pt>
                <c:pt idx="3299">
                  <c:v>33300</c:v>
                </c:pt>
                <c:pt idx="3300">
                  <c:v>33300</c:v>
                </c:pt>
                <c:pt idx="3301">
                  <c:v>33300</c:v>
                </c:pt>
                <c:pt idx="3302">
                  <c:v>33300</c:v>
                </c:pt>
                <c:pt idx="3303">
                  <c:v>33200</c:v>
                </c:pt>
                <c:pt idx="3304">
                  <c:v>33200</c:v>
                </c:pt>
                <c:pt idx="3305">
                  <c:v>33200</c:v>
                </c:pt>
                <c:pt idx="3306">
                  <c:v>33200</c:v>
                </c:pt>
                <c:pt idx="3307">
                  <c:v>33200</c:v>
                </c:pt>
                <c:pt idx="3308">
                  <c:v>33200</c:v>
                </c:pt>
                <c:pt idx="3309">
                  <c:v>33200</c:v>
                </c:pt>
                <c:pt idx="3310">
                  <c:v>33200</c:v>
                </c:pt>
                <c:pt idx="3311">
                  <c:v>33200</c:v>
                </c:pt>
                <c:pt idx="3312">
                  <c:v>33200</c:v>
                </c:pt>
                <c:pt idx="3313">
                  <c:v>33200</c:v>
                </c:pt>
                <c:pt idx="3314">
                  <c:v>33200</c:v>
                </c:pt>
                <c:pt idx="3315">
                  <c:v>33200</c:v>
                </c:pt>
                <c:pt idx="3316">
                  <c:v>33200</c:v>
                </c:pt>
                <c:pt idx="3317">
                  <c:v>33200</c:v>
                </c:pt>
                <c:pt idx="3318">
                  <c:v>33200</c:v>
                </c:pt>
                <c:pt idx="3319">
                  <c:v>33000</c:v>
                </c:pt>
                <c:pt idx="3320">
                  <c:v>33000</c:v>
                </c:pt>
                <c:pt idx="3321">
                  <c:v>33000</c:v>
                </c:pt>
                <c:pt idx="3322">
                  <c:v>32800</c:v>
                </c:pt>
                <c:pt idx="3323">
                  <c:v>32700</c:v>
                </c:pt>
                <c:pt idx="3324">
                  <c:v>32700</c:v>
                </c:pt>
                <c:pt idx="3325">
                  <c:v>33000</c:v>
                </c:pt>
                <c:pt idx="3326">
                  <c:v>33000</c:v>
                </c:pt>
                <c:pt idx="3327">
                  <c:v>33000</c:v>
                </c:pt>
                <c:pt idx="3328">
                  <c:v>33000</c:v>
                </c:pt>
                <c:pt idx="3329">
                  <c:v>33000</c:v>
                </c:pt>
                <c:pt idx="3330">
                  <c:v>33000</c:v>
                </c:pt>
                <c:pt idx="3331">
                  <c:v>33000</c:v>
                </c:pt>
                <c:pt idx="3332">
                  <c:v>33000</c:v>
                </c:pt>
                <c:pt idx="3333">
                  <c:v>33000</c:v>
                </c:pt>
                <c:pt idx="3334">
                  <c:v>33000</c:v>
                </c:pt>
                <c:pt idx="3335">
                  <c:v>33000</c:v>
                </c:pt>
                <c:pt idx="3336">
                  <c:v>33000</c:v>
                </c:pt>
                <c:pt idx="3337">
                  <c:v>33000</c:v>
                </c:pt>
                <c:pt idx="3338">
                  <c:v>33000</c:v>
                </c:pt>
                <c:pt idx="3339">
                  <c:v>33000</c:v>
                </c:pt>
                <c:pt idx="3340">
                  <c:v>33000</c:v>
                </c:pt>
                <c:pt idx="3341">
                  <c:v>33000</c:v>
                </c:pt>
                <c:pt idx="3342">
                  <c:v>33000</c:v>
                </c:pt>
                <c:pt idx="3343">
                  <c:v>33000</c:v>
                </c:pt>
                <c:pt idx="3344">
                  <c:v>33000</c:v>
                </c:pt>
                <c:pt idx="3345">
                  <c:v>33000</c:v>
                </c:pt>
                <c:pt idx="3346">
                  <c:v>33300</c:v>
                </c:pt>
                <c:pt idx="3347">
                  <c:v>33300</c:v>
                </c:pt>
                <c:pt idx="3348">
                  <c:v>33300</c:v>
                </c:pt>
                <c:pt idx="3349">
                  <c:v>33000</c:v>
                </c:pt>
                <c:pt idx="3350">
                  <c:v>33300</c:v>
                </c:pt>
                <c:pt idx="3351">
                  <c:v>33300</c:v>
                </c:pt>
                <c:pt idx="3352">
                  <c:v>33300</c:v>
                </c:pt>
                <c:pt idx="3353">
                  <c:v>33300</c:v>
                </c:pt>
                <c:pt idx="3354">
                  <c:v>33300</c:v>
                </c:pt>
                <c:pt idx="3355">
                  <c:v>33300</c:v>
                </c:pt>
                <c:pt idx="3356">
                  <c:v>33200</c:v>
                </c:pt>
                <c:pt idx="3357">
                  <c:v>33200</c:v>
                </c:pt>
                <c:pt idx="3358">
                  <c:v>33200</c:v>
                </c:pt>
                <c:pt idx="3359">
                  <c:v>33200</c:v>
                </c:pt>
                <c:pt idx="3360">
                  <c:v>33000</c:v>
                </c:pt>
                <c:pt idx="3361">
                  <c:v>33000</c:v>
                </c:pt>
                <c:pt idx="3362">
                  <c:v>33000</c:v>
                </c:pt>
                <c:pt idx="3363">
                  <c:v>33200</c:v>
                </c:pt>
                <c:pt idx="3364">
                  <c:v>33200</c:v>
                </c:pt>
                <c:pt idx="3365">
                  <c:v>33000</c:v>
                </c:pt>
                <c:pt idx="3366">
                  <c:v>33500</c:v>
                </c:pt>
                <c:pt idx="3367">
                  <c:v>33500</c:v>
                </c:pt>
                <c:pt idx="3368">
                  <c:v>33500</c:v>
                </c:pt>
                <c:pt idx="3369">
                  <c:v>33500</c:v>
                </c:pt>
                <c:pt idx="3370">
                  <c:v>34000</c:v>
                </c:pt>
                <c:pt idx="3371">
                  <c:v>34000</c:v>
                </c:pt>
                <c:pt idx="3372">
                  <c:v>34000</c:v>
                </c:pt>
                <c:pt idx="3373">
                  <c:v>34300</c:v>
                </c:pt>
                <c:pt idx="3374">
                  <c:v>34500</c:v>
                </c:pt>
                <c:pt idx="3375">
                  <c:v>34500</c:v>
                </c:pt>
                <c:pt idx="3376">
                  <c:v>34500</c:v>
                </c:pt>
                <c:pt idx="3377">
                  <c:v>34500</c:v>
                </c:pt>
                <c:pt idx="3378">
                  <c:v>34500</c:v>
                </c:pt>
                <c:pt idx="3379">
                  <c:v>35000</c:v>
                </c:pt>
                <c:pt idx="3380">
                  <c:v>35000</c:v>
                </c:pt>
                <c:pt idx="3381">
                  <c:v>35500</c:v>
                </c:pt>
                <c:pt idx="3382">
                  <c:v>35500</c:v>
                </c:pt>
                <c:pt idx="3383">
                  <c:v>35500</c:v>
                </c:pt>
                <c:pt idx="3384">
                  <c:v>35800</c:v>
                </c:pt>
                <c:pt idx="3385">
                  <c:v>35800</c:v>
                </c:pt>
                <c:pt idx="3386">
                  <c:v>35800</c:v>
                </c:pt>
                <c:pt idx="3387">
                  <c:v>36000</c:v>
                </c:pt>
                <c:pt idx="3388">
                  <c:v>36500</c:v>
                </c:pt>
                <c:pt idx="3389">
                  <c:v>36500</c:v>
                </c:pt>
                <c:pt idx="3390">
                  <c:v>36500</c:v>
                </c:pt>
                <c:pt idx="3391">
                  <c:v>36500</c:v>
                </c:pt>
                <c:pt idx="3392">
                  <c:v>37300</c:v>
                </c:pt>
                <c:pt idx="3393">
                  <c:v>37300</c:v>
                </c:pt>
                <c:pt idx="3394">
                  <c:v>37500</c:v>
                </c:pt>
                <c:pt idx="3395">
                  <c:v>37500</c:v>
                </c:pt>
                <c:pt idx="3396">
                  <c:v>37500</c:v>
                </c:pt>
                <c:pt idx="3397">
                  <c:v>37500</c:v>
                </c:pt>
                <c:pt idx="3398">
                  <c:v>37500</c:v>
                </c:pt>
                <c:pt idx="3399">
                  <c:v>38500</c:v>
                </c:pt>
                <c:pt idx="3400">
                  <c:v>39300</c:v>
                </c:pt>
                <c:pt idx="3401">
                  <c:v>39300</c:v>
                </c:pt>
                <c:pt idx="3402">
                  <c:v>39500</c:v>
                </c:pt>
                <c:pt idx="3403">
                  <c:v>39500</c:v>
                </c:pt>
                <c:pt idx="3404">
                  <c:v>39500</c:v>
                </c:pt>
                <c:pt idx="3405">
                  <c:v>39500</c:v>
                </c:pt>
                <c:pt idx="3406">
                  <c:v>39500</c:v>
                </c:pt>
                <c:pt idx="3407">
                  <c:v>39500</c:v>
                </c:pt>
                <c:pt idx="3408">
                  <c:v>39500</c:v>
                </c:pt>
                <c:pt idx="3409">
                  <c:v>39000</c:v>
                </c:pt>
                <c:pt idx="3410">
                  <c:v>39000</c:v>
                </c:pt>
                <c:pt idx="3411">
                  <c:v>39000</c:v>
                </c:pt>
                <c:pt idx="3412">
                  <c:v>40000</c:v>
                </c:pt>
                <c:pt idx="3413">
                  <c:v>40500</c:v>
                </c:pt>
                <c:pt idx="3414">
                  <c:v>40500</c:v>
                </c:pt>
                <c:pt idx="3415">
                  <c:v>41500</c:v>
                </c:pt>
                <c:pt idx="3416">
                  <c:v>42200</c:v>
                </c:pt>
                <c:pt idx="3417">
                  <c:v>42200</c:v>
                </c:pt>
                <c:pt idx="3418">
                  <c:v>42200</c:v>
                </c:pt>
                <c:pt idx="3419">
                  <c:v>42200</c:v>
                </c:pt>
                <c:pt idx="3420">
                  <c:v>42300</c:v>
                </c:pt>
                <c:pt idx="3421">
                  <c:v>42300</c:v>
                </c:pt>
                <c:pt idx="3422">
                  <c:v>42300</c:v>
                </c:pt>
                <c:pt idx="3423">
                  <c:v>42300</c:v>
                </c:pt>
                <c:pt idx="3424">
                  <c:v>42300</c:v>
                </c:pt>
                <c:pt idx="3425">
                  <c:v>42300</c:v>
                </c:pt>
                <c:pt idx="3426">
                  <c:v>42300</c:v>
                </c:pt>
                <c:pt idx="3427">
                  <c:v>42500</c:v>
                </c:pt>
                <c:pt idx="3428">
                  <c:v>42500</c:v>
                </c:pt>
                <c:pt idx="3429">
                  <c:v>42800</c:v>
                </c:pt>
                <c:pt idx="3430">
                  <c:v>42800</c:v>
                </c:pt>
                <c:pt idx="3431">
                  <c:v>42800</c:v>
                </c:pt>
                <c:pt idx="3432">
                  <c:v>42800</c:v>
                </c:pt>
                <c:pt idx="3433">
                  <c:v>42800</c:v>
                </c:pt>
                <c:pt idx="3434">
                  <c:v>42800</c:v>
                </c:pt>
                <c:pt idx="3435">
                  <c:v>42800</c:v>
                </c:pt>
                <c:pt idx="3436">
                  <c:v>42800</c:v>
                </c:pt>
                <c:pt idx="3437">
                  <c:v>43000</c:v>
                </c:pt>
                <c:pt idx="3438">
                  <c:v>44000</c:v>
                </c:pt>
                <c:pt idx="3439">
                  <c:v>44000</c:v>
                </c:pt>
                <c:pt idx="3440">
                  <c:v>44000</c:v>
                </c:pt>
                <c:pt idx="3441">
                  <c:v>44000</c:v>
                </c:pt>
                <c:pt idx="3442">
                  <c:v>44000</c:v>
                </c:pt>
                <c:pt idx="3443">
                  <c:v>44300</c:v>
                </c:pt>
                <c:pt idx="3444">
                  <c:v>44300</c:v>
                </c:pt>
                <c:pt idx="3445">
                  <c:v>44300</c:v>
                </c:pt>
                <c:pt idx="3446">
                  <c:v>44300</c:v>
                </c:pt>
                <c:pt idx="3447">
                  <c:v>44300</c:v>
                </c:pt>
                <c:pt idx="3448">
                  <c:v>44300</c:v>
                </c:pt>
                <c:pt idx="3449">
                  <c:v>44300</c:v>
                </c:pt>
                <c:pt idx="3450">
                  <c:v>44600</c:v>
                </c:pt>
                <c:pt idx="3451">
                  <c:v>44600</c:v>
                </c:pt>
                <c:pt idx="3452">
                  <c:v>44600</c:v>
                </c:pt>
                <c:pt idx="3453">
                  <c:v>44600</c:v>
                </c:pt>
                <c:pt idx="3454">
                  <c:v>44600</c:v>
                </c:pt>
                <c:pt idx="3455">
                  <c:v>44300</c:v>
                </c:pt>
                <c:pt idx="3456">
                  <c:v>44300</c:v>
                </c:pt>
                <c:pt idx="3457">
                  <c:v>44300</c:v>
                </c:pt>
                <c:pt idx="3458">
                  <c:v>44300</c:v>
                </c:pt>
                <c:pt idx="3459">
                  <c:v>44300</c:v>
                </c:pt>
                <c:pt idx="3460">
                  <c:v>44300</c:v>
                </c:pt>
                <c:pt idx="3461">
                  <c:v>44300</c:v>
                </c:pt>
                <c:pt idx="3462">
                  <c:v>44000</c:v>
                </c:pt>
                <c:pt idx="3463">
                  <c:v>43500</c:v>
                </c:pt>
                <c:pt idx="3464">
                  <c:v>43000</c:v>
                </c:pt>
                <c:pt idx="3465">
                  <c:v>43000</c:v>
                </c:pt>
                <c:pt idx="3466">
                  <c:v>43000</c:v>
                </c:pt>
                <c:pt idx="3467">
                  <c:v>43000</c:v>
                </c:pt>
                <c:pt idx="3468">
                  <c:v>43000</c:v>
                </c:pt>
                <c:pt idx="3469">
                  <c:v>42300</c:v>
                </c:pt>
                <c:pt idx="3470">
                  <c:v>42300</c:v>
                </c:pt>
                <c:pt idx="3471">
                  <c:v>42300</c:v>
                </c:pt>
                <c:pt idx="3472">
                  <c:v>42300</c:v>
                </c:pt>
                <c:pt idx="3473">
                  <c:v>42300</c:v>
                </c:pt>
                <c:pt idx="3474">
                  <c:v>42300</c:v>
                </c:pt>
                <c:pt idx="3475">
                  <c:v>42000</c:v>
                </c:pt>
                <c:pt idx="3476">
                  <c:v>41500</c:v>
                </c:pt>
                <c:pt idx="3477">
                  <c:v>41500</c:v>
                </c:pt>
                <c:pt idx="3478">
                  <c:v>41500</c:v>
                </c:pt>
                <c:pt idx="3479">
                  <c:v>41500</c:v>
                </c:pt>
                <c:pt idx="3480">
                  <c:v>41500</c:v>
                </c:pt>
                <c:pt idx="3481">
                  <c:v>41500</c:v>
                </c:pt>
                <c:pt idx="3482">
                  <c:v>41500</c:v>
                </c:pt>
                <c:pt idx="3483">
                  <c:v>41200</c:v>
                </c:pt>
                <c:pt idx="3484">
                  <c:v>41200</c:v>
                </c:pt>
                <c:pt idx="3485">
                  <c:v>41200</c:v>
                </c:pt>
                <c:pt idx="3486">
                  <c:v>41000</c:v>
                </c:pt>
                <c:pt idx="3487">
                  <c:v>41000</c:v>
                </c:pt>
                <c:pt idx="3488">
                  <c:v>41000</c:v>
                </c:pt>
                <c:pt idx="3489">
                  <c:v>41000</c:v>
                </c:pt>
                <c:pt idx="3490">
                  <c:v>41000</c:v>
                </c:pt>
                <c:pt idx="3491">
                  <c:v>41000</c:v>
                </c:pt>
                <c:pt idx="3492">
                  <c:v>40500</c:v>
                </c:pt>
                <c:pt idx="3493">
                  <c:v>40200</c:v>
                </c:pt>
                <c:pt idx="3494">
                  <c:v>40200</c:v>
                </c:pt>
                <c:pt idx="3495">
                  <c:v>40200</c:v>
                </c:pt>
                <c:pt idx="3496">
                  <c:v>40000</c:v>
                </c:pt>
                <c:pt idx="3497">
                  <c:v>39700</c:v>
                </c:pt>
                <c:pt idx="3498">
                  <c:v>39300</c:v>
                </c:pt>
                <c:pt idx="3499">
                  <c:v>39100</c:v>
                </c:pt>
                <c:pt idx="3500">
                  <c:v>38800</c:v>
                </c:pt>
                <c:pt idx="3501">
                  <c:v>38800</c:v>
                </c:pt>
                <c:pt idx="3502">
                  <c:v>38800</c:v>
                </c:pt>
                <c:pt idx="3503">
                  <c:v>38500</c:v>
                </c:pt>
                <c:pt idx="3504">
                  <c:v>38300</c:v>
                </c:pt>
                <c:pt idx="3505">
                  <c:v>38300</c:v>
                </c:pt>
                <c:pt idx="3506">
                  <c:v>38200</c:v>
                </c:pt>
                <c:pt idx="3507">
                  <c:v>38200</c:v>
                </c:pt>
                <c:pt idx="3508">
                  <c:v>38200</c:v>
                </c:pt>
                <c:pt idx="3509">
                  <c:v>38200</c:v>
                </c:pt>
                <c:pt idx="3510">
                  <c:v>38200</c:v>
                </c:pt>
                <c:pt idx="3511">
                  <c:v>38200</c:v>
                </c:pt>
                <c:pt idx="3512">
                  <c:v>38000</c:v>
                </c:pt>
                <c:pt idx="3513">
                  <c:v>38000</c:v>
                </c:pt>
                <c:pt idx="3514">
                  <c:v>38000</c:v>
                </c:pt>
                <c:pt idx="3515">
                  <c:v>38000</c:v>
                </c:pt>
                <c:pt idx="3516">
                  <c:v>38000</c:v>
                </c:pt>
                <c:pt idx="3517">
                  <c:v>37700</c:v>
                </c:pt>
                <c:pt idx="3518">
                  <c:v>37700</c:v>
                </c:pt>
                <c:pt idx="3519">
                  <c:v>37700</c:v>
                </c:pt>
                <c:pt idx="3520">
                  <c:v>37700</c:v>
                </c:pt>
                <c:pt idx="3521">
                  <c:v>37700</c:v>
                </c:pt>
                <c:pt idx="3522">
                  <c:v>37700</c:v>
                </c:pt>
                <c:pt idx="3523">
                  <c:v>37700</c:v>
                </c:pt>
                <c:pt idx="3524">
                  <c:v>37700</c:v>
                </c:pt>
                <c:pt idx="3525">
                  <c:v>37700</c:v>
                </c:pt>
                <c:pt idx="3526">
                  <c:v>37200</c:v>
                </c:pt>
                <c:pt idx="3527">
                  <c:v>37200</c:v>
                </c:pt>
                <c:pt idx="3528">
                  <c:v>37000</c:v>
                </c:pt>
                <c:pt idx="3529">
                  <c:v>37000</c:v>
                </c:pt>
                <c:pt idx="3530">
                  <c:v>37000</c:v>
                </c:pt>
                <c:pt idx="3531">
                  <c:v>37000</c:v>
                </c:pt>
                <c:pt idx="3532">
                  <c:v>37000</c:v>
                </c:pt>
                <c:pt idx="3533">
                  <c:v>37200</c:v>
                </c:pt>
                <c:pt idx="3534">
                  <c:v>37200</c:v>
                </c:pt>
                <c:pt idx="3535">
                  <c:v>37200</c:v>
                </c:pt>
                <c:pt idx="3536">
                  <c:v>37200</c:v>
                </c:pt>
                <c:pt idx="3537">
                  <c:v>37200</c:v>
                </c:pt>
                <c:pt idx="3538">
                  <c:v>37200</c:v>
                </c:pt>
                <c:pt idx="3539">
                  <c:v>37000</c:v>
                </c:pt>
                <c:pt idx="3540">
                  <c:v>37000</c:v>
                </c:pt>
                <c:pt idx="3541">
                  <c:v>37300</c:v>
                </c:pt>
                <c:pt idx="3542">
                  <c:v>37300</c:v>
                </c:pt>
                <c:pt idx="3543">
                  <c:v>37300</c:v>
                </c:pt>
                <c:pt idx="3544">
                  <c:v>37300</c:v>
                </c:pt>
                <c:pt idx="3545">
                  <c:v>37500</c:v>
                </c:pt>
                <c:pt idx="3546">
                  <c:v>37400</c:v>
                </c:pt>
                <c:pt idx="3547">
                  <c:v>37400</c:v>
                </c:pt>
                <c:pt idx="3548">
                  <c:v>37400</c:v>
                </c:pt>
                <c:pt idx="3549">
                  <c:v>37400</c:v>
                </c:pt>
                <c:pt idx="3550">
                  <c:v>37400</c:v>
                </c:pt>
                <c:pt idx="3551">
                  <c:v>37600</c:v>
                </c:pt>
                <c:pt idx="3552">
                  <c:v>37600</c:v>
                </c:pt>
                <c:pt idx="3553">
                  <c:v>37800</c:v>
                </c:pt>
                <c:pt idx="3554">
                  <c:v>37700</c:v>
                </c:pt>
                <c:pt idx="3555">
                  <c:v>37700</c:v>
                </c:pt>
                <c:pt idx="3556">
                  <c:v>37700</c:v>
                </c:pt>
                <c:pt idx="3557">
                  <c:v>37700</c:v>
                </c:pt>
                <c:pt idx="3558">
                  <c:v>37700</c:v>
                </c:pt>
                <c:pt idx="3559">
                  <c:v>37700</c:v>
                </c:pt>
                <c:pt idx="3560">
                  <c:v>37600</c:v>
                </c:pt>
                <c:pt idx="3561">
                  <c:v>37500</c:v>
                </c:pt>
                <c:pt idx="3562">
                  <c:v>37500</c:v>
                </c:pt>
                <c:pt idx="3563">
                  <c:v>37500</c:v>
                </c:pt>
                <c:pt idx="3564">
                  <c:v>37500</c:v>
                </c:pt>
                <c:pt idx="3565">
                  <c:v>37500</c:v>
                </c:pt>
                <c:pt idx="3566">
                  <c:v>37500</c:v>
                </c:pt>
                <c:pt idx="3567">
                  <c:v>37500</c:v>
                </c:pt>
                <c:pt idx="3568">
                  <c:v>37500</c:v>
                </c:pt>
                <c:pt idx="3569">
                  <c:v>37500</c:v>
                </c:pt>
                <c:pt idx="3570">
                  <c:v>37500</c:v>
                </c:pt>
                <c:pt idx="3571">
                  <c:v>37500</c:v>
                </c:pt>
                <c:pt idx="3572">
                  <c:v>37500</c:v>
                </c:pt>
                <c:pt idx="3573">
                  <c:v>37500</c:v>
                </c:pt>
                <c:pt idx="3574">
                  <c:v>37500</c:v>
                </c:pt>
                <c:pt idx="3575">
                  <c:v>37500</c:v>
                </c:pt>
                <c:pt idx="3576">
                  <c:v>37500</c:v>
                </c:pt>
                <c:pt idx="3577">
                  <c:v>37500</c:v>
                </c:pt>
                <c:pt idx="3578">
                  <c:v>37500</c:v>
                </c:pt>
                <c:pt idx="3579">
                  <c:v>37500</c:v>
                </c:pt>
                <c:pt idx="3580">
                  <c:v>38000</c:v>
                </c:pt>
                <c:pt idx="3581">
                  <c:v>38000</c:v>
                </c:pt>
                <c:pt idx="3582">
                  <c:v>38000</c:v>
                </c:pt>
                <c:pt idx="3583">
                  <c:v>38000</c:v>
                </c:pt>
                <c:pt idx="3584">
                  <c:v>38000</c:v>
                </c:pt>
                <c:pt idx="3585">
                  <c:v>38000</c:v>
                </c:pt>
                <c:pt idx="3586">
                  <c:v>38000</c:v>
                </c:pt>
                <c:pt idx="3587">
                  <c:v>37700</c:v>
                </c:pt>
                <c:pt idx="3588">
                  <c:v>37700</c:v>
                </c:pt>
                <c:pt idx="3589">
                  <c:v>37700</c:v>
                </c:pt>
                <c:pt idx="3590">
                  <c:v>37700</c:v>
                </c:pt>
                <c:pt idx="3591">
                  <c:v>37700</c:v>
                </c:pt>
                <c:pt idx="3592">
                  <c:v>37700</c:v>
                </c:pt>
                <c:pt idx="3593">
                  <c:v>37700</c:v>
                </c:pt>
                <c:pt idx="3594">
                  <c:v>37700</c:v>
                </c:pt>
                <c:pt idx="3595">
                  <c:v>37700</c:v>
                </c:pt>
                <c:pt idx="3596">
                  <c:v>37700</c:v>
                </c:pt>
                <c:pt idx="3597">
                  <c:v>37500</c:v>
                </c:pt>
                <c:pt idx="3598">
                  <c:v>37500</c:v>
                </c:pt>
                <c:pt idx="3599">
                  <c:v>37500</c:v>
                </c:pt>
                <c:pt idx="3600">
                  <c:v>37500</c:v>
                </c:pt>
                <c:pt idx="3601">
                  <c:v>37500</c:v>
                </c:pt>
                <c:pt idx="3602">
                  <c:v>36500</c:v>
                </c:pt>
                <c:pt idx="3603">
                  <c:v>36500</c:v>
                </c:pt>
                <c:pt idx="3604">
                  <c:v>36500</c:v>
                </c:pt>
                <c:pt idx="3605">
                  <c:v>36500</c:v>
                </c:pt>
                <c:pt idx="3606">
                  <c:v>36500</c:v>
                </c:pt>
                <c:pt idx="3607">
                  <c:v>36500</c:v>
                </c:pt>
                <c:pt idx="3608">
                  <c:v>35500</c:v>
                </c:pt>
                <c:pt idx="3609">
                  <c:v>35000</c:v>
                </c:pt>
                <c:pt idx="3610">
                  <c:v>35000</c:v>
                </c:pt>
                <c:pt idx="3611">
                  <c:v>34100</c:v>
                </c:pt>
                <c:pt idx="3612">
                  <c:v>34100</c:v>
                </c:pt>
                <c:pt idx="3613">
                  <c:v>34000</c:v>
                </c:pt>
                <c:pt idx="3614">
                  <c:v>34000</c:v>
                </c:pt>
                <c:pt idx="3615">
                  <c:v>34000</c:v>
                </c:pt>
                <c:pt idx="3616">
                  <c:v>34000</c:v>
                </c:pt>
                <c:pt idx="3617">
                  <c:v>34000</c:v>
                </c:pt>
                <c:pt idx="3618">
                  <c:v>34000</c:v>
                </c:pt>
                <c:pt idx="3619">
                  <c:v>34000</c:v>
                </c:pt>
                <c:pt idx="3620">
                  <c:v>34000</c:v>
                </c:pt>
                <c:pt idx="3621">
                  <c:v>34000</c:v>
                </c:pt>
                <c:pt idx="3622">
                  <c:v>34000</c:v>
                </c:pt>
                <c:pt idx="3623">
                  <c:v>34000</c:v>
                </c:pt>
                <c:pt idx="3624">
                  <c:v>34000</c:v>
                </c:pt>
                <c:pt idx="3625">
                  <c:v>33800</c:v>
                </c:pt>
                <c:pt idx="3626">
                  <c:v>33800</c:v>
                </c:pt>
                <c:pt idx="3627">
                  <c:v>33800</c:v>
                </c:pt>
                <c:pt idx="3628">
                  <c:v>33800</c:v>
                </c:pt>
                <c:pt idx="3629">
                  <c:v>33800</c:v>
                </c:pt>
                <c:pt idx="3630">
                  <c:v>33800</c:v>
                </c:pt>
                <c:pt idx="3631">
                  <c:v>33800</c:v>
                </c:pt>
                <c:pt idx="3632">
                  <c:v>33500</c:v>
                </c:pt>
                <c:pt idx="3633">
                  <c:v>33000</c:v>
                </c:pt>
                <c:pt idx="3634">
                  <c:v>33000</c:v>
                </c:pt>
                <c:pt idx="3635">
                  <c:v>33000</c:v>
                </c:pt>
                <c:pt idx="3636">
                  <c:v>33000</c:v>
                </c:pt>
                <c:pt idx="3637">
                  <c:v>31800</c:v>
                </c:pt>
                <c:pt idx="3638">
                  <c:v>31800</c:v>
                </c:pt>
                <c:pt idx="3639">
                  <c:v>31800</c:v>
                </c:pt>
                <c:pt idx="3640">
                  <c:v>31800</c:v>
                </c:pt>
                <c:pt idx="3641">
                  <c:v>31800</c:v>
                </c:pt>
                <c:pt idx="3642">
                  <c:v>31800</c:v>
                </c:pt>
                <c:pt idx="3643">
                  <c:v>31800</c:v>
                </c:pt>
                <c:pt idx="3644">
                  <c:v>31500</c:v>
                </c:pt>
                <c:pt idx="3645">
                  <c:v>31500</c:v>
                </c:pt>
                <c:pt idx="3646">
                  <c:v>31500</c:v>
                </c:pt>
                <c:pt idx="3647">
                  <c:v>31500</c:v>
                </c:pt>
                <c:pt idx="3648">
                  <c:v>31500</c:v>
                </c:pt>
                <c:pt idx="3649">
                  <c:v>31500</c:v>
                </c:pt>
                <c:pt idx="3650">
                  <c:v>31500</c:v>
                </c:pt>
                <c:pt idx="3651">
                  <c:v>31500</c:v>
                </c:pt>
                <c:pt idx="3652">
                  <c:v>31500</c:v>
                </c:pt>
                <c:pt idx="3653">
                  <c:v>31400</c:v>
                </c:pt>
                <c:pt idx="3654">
                  <c:v>31400</c:v>
                </c:pt>
                <c:pt idx="3655">
                  <c:v>31400</c:v>
                </c:pt>
                <c:pt idx="3656">
                  <c:v>31400</c:v>
                </c:pt>
                <c:pt idx="3657">
                  <c:v>31600</c:v>
                </c:pt>
                <c:pt idx="3658">
                  <c:v>31800</c:v>
                </c:pt>
                <c:pt idx="3659">
                  <c:v>31800</c:v>
                </c:pt>
                <c:pt idx="3660">
                  <c:v>32000</c:v>
                </c:pt>
                <c:pt idx="3661">
                  <c:v>32000</c:v>
                </c:pt>
                <c:pt idx="3662">
                  <c:v>32000</c:v>
                </c:pt>
                <c:pt idx="3663">
                  <c:v>32000</c:v>
                </c:pt>
                <c:pt idx="3664">
                  <c:v>32000</c:v>
                </c:pt>
                <c:pt idx="3665">
                  <c:v>32000</c:v>
                </c:pt>
                <c:pt idx="3666">
                  <c:v>32000</c:v>
                </c:pt>
                <c:pt idx="3667">
                  <c:v>32000</c:v>
                </c:pt>
                <c:pt idx="3668">
                  <c:v>32000</c:v>
                </c:pt>
                <c:pt idx="3669">
                  <c:v>32000</c:v>
                </c:pt>
                <c:pt idx="3670">
                  <c:v>32000</c:v>
                </c:pt>
                <c:pt idx="3671">
                  <c:v>32000</c:v>
                </c:pt>
                <c:pt idx="3672">
                  <c:v>32000</c:v>
                </c:pt>
                <c:pt idx="3673">
                  <c:v>32000</c:v>
                </c:pt>
                <c:pt idx="3674">
                  <c:v>32000</c:v>
                </c:pt>
                <c:pt idx="3675">
                  <c:v>32000</c:v>
                </c:pt>
                <c:pt idx="3676">
                  <c:v>32000</c:v>
                </c:pt>
                <c:pt idx="3677">
                  <c:v>32000</c:v>
                </c:pt>
                <c:pt idx="3678">
                  <c:v>32300</c:v>
                </c:pt>
                <c:pt idx="3679">
                  <c:v>32300</c:v>
                </c:pt>
                <c:pt idx="3680">
                  <c:v>32300</c:v>
                </c:pt>
                <c:pt idx="3681">
                  <c:v>32300</c:v>
                </c:pt>
                <c:pt idx="3682">
                  <c:v>32300</c:v>
                </c:pt>
                <c:pt idx="3683">
                  <c:v>32300</c:v>
                </c:pt>
                <c:pt idx="3684">
                  <c:v>32300</c:v>
                </c:pt>
                <c:pt idx="3685">
                  <c:v>32300</c:v>
                </c:pt>
                <c:pt idx="3686">
                  <c:v>32300</c:v>
                </c:pt>
                <c:pt idx="3687">
                  <c:v>32300</c:v>
                </c:pt>
                <c:pt idx="3688">
                  <c:v>32300</c:v>
                </c:pt>
                <c:pt idx="3689">
                  <c:v>32300</c:v>
                </c:pt>
                <c:pt idx="3690">
                  <c:v>32300</c:v>
                </c:pt>
                <c:pt idx="3691">
                  <c:v>32300</c:v>
                </c:pt>
                <c:pt idx="3692">
                  <c:v>32300</c:v>
                </c:pt>
                <c:pt idx="3693">
                  <c:v>32800</c:v>
                </c:pt>
                <c:pt idx="3694">
                  <c:v>32800</c:v>
                </c:pt>
                <c:pt idx="3695">
                  <c:v>32900</c:v>
                </c:pt>
                <c:pt idx="3696">
                  <c:v>32900</c:v>
                </c:pt>
                <c:pt idx="3697">
                  <c:v>32900</c:v>
                </c:pt>
                <c:pt idx="3698">
                  <c:v>32900</c:v>
                </c:pt>
                <c:pt idx="3699">
                  <c:v>33000</c:v>
                </c:pt>
                <c:pt idx="3700">
                  <c:v>33700</c:v>
                </c:pt>
                <c:pt idx="3701">
                  <c:v>33700</c:v>
                </c:pt>
                <c:pt idx="3702">
                  <c:v>33700</c:v>
                </c:pt>
                <c:pt idx="3703">
                  <c:v>33700</c:v>
                </c:pt>
                <c:pt idx="3704">
                  <c:v>33700</c:v>
                </c:pt>
                <c:pt idx="3705">
                  <c:v>33700</c:v>
                </c:pt>
                <c:pt idx="3706">
                  <c:v>33800</c:v>
                </c:pt>
                <c:pt idx="3707">
                  <c:v>33800</c:v>
                </c:pt>
                <c:pt idx="3708">
                  <c:v>33800</c:v>
                </c:pt>
                <c:pt idx="3709">
                  <c:v>33800</c:v>
                </c:pt>
                <c:pt idx="3710">
                  <c:v>33800</c:v>
                </c:pt>
                <c:pt idx="3711">
                  <c:v>33800</c:v>
                </c:pt>
                <c:pt idx="3712">
                  <c:v>33800</c:v>
                </c:pt>
                <c:pt idx="3713">
                  <c:v>33800</c:v>
                </c:pt>
                <c:pt idx="3714">
                  <c:v>33800</c:v>
                </c:pt>
                <c:pt idx="3715">
                  <c:v>33800</c:v>
                </c:pt>
                <c:pt idx="3716">
                  <c:v>33800</c:v>
                </c:pt>
                <c:pt idx="3717">
                  <c:v>33800</c:v>
                </c:pt>
                <c:pt idx="3718">
                  <c:v>33800</c:v>
                </c:pt>
                <c:pt idx="3719">
                  <c:v>33800</c:v>
                </c:pt>
                <c:pt idx="3720">
                  <c:v>33800</c:v>
                </c:pt>
                <c:pt idx="3721">
                  <c:v>33800</c:v>
                </c:pt>
                <c:pt idx="3722">
                  <c:v>33800</c:v>
                </c:pt>
                <c:pt idx="3723">
                  <c:v>34000</c:v>
                </c:pt>
                <c:pt idx="3724">
                  <c:v>34000</c:v>
                </c:pt>
                <c:pt idx="3725">
                  <c:v>34000</c:v>
                </c:pt>
                <c:pt idx="3726">
                  <c:v>34000</c:v>
                </c:pt>
                <c:pt idx="3727">
                  <c:v>34500</c:v>
                </c:pt>
                <c:pt idx="3728">
                  <c:v>34500</c:v>
                </c:pt>
                <c:pt idx="3729">
                  <c:v>34500</c:v>
                </c:pt>
                <c:pt idx="3730">
                  <c:v>34500</c:v>
                </c:pt>
                <c:pt idx="3731">
                  <c:v>34500</c:v>
                </c:pt>
                <c:pt idx="3732">
                  <c:v>34500</c:v>
                </c:pt>
                <c:pt idx="3733">
                  <c:v>34500</c:v>
                </c:pt>
                <c:pt idx="3734">
                  <c:v>34500</c:v>
                </c:pt>
                <c:pt idx="3735">
                  <c:v>34500</c:v>
                </c:pt>
                <c:pt idx="3736">
                  <c:v>34500</c:v>
                </c:pt>
                <c:pt idx="3737">
                  <c:v>34800</c:v>
                </c:pt>
                <c:pt idx="3738">
                  <c:v>34800</c:v>
                </c:pt>
                <c:pt idx="3739">
                  <c:v>34800</c:v>
                </c:pt>
                <c:pt idx="3740">
                  <c:v>34800</c:v>
                </c:pt>
                <c:pt idx="3741">
                  <c:v>34800</c:v>
                </c:pt>
                <c:pt idx="3742">
                  <c:v>34800</c:v>
                </c:pt>
                <c:pt idx="3743">
                  <c:v>34800</c:v>
                </c:pt>
                <c:pt idx="3744">
                  <c:v>34800</c:v>
                </c:pt>
                <c:pt idx="3745">
                  <c:v>34800</c:v>
                </c:pt>
                <c:pt idx="3746">
                  <c:v>34800</c:v>
                </c:pt>
                <c:pt idx="3747">
                  <c:v>34800</c:v>
                </c:pt>
                <c:pt idx="3748">
                  <c:v>34800</c:v>
                </c:pt>
                <c:pt idx="3749">
                  <c:v>34800</c:v>
                </c:pt>
                <c:pt idx="3750">
                  <c:v>34800</c:v>
                </c:pt>
                <c:pt idx="3751">
                  <c:v>34900</c:v>
                </c:pt>
                <c:pt idx="3752">
                  <c:v>34900</c:v>
                </c:pt>
                <c:pt idx="3753">
                  <c:v>34900</c:v>
                </c:pt>
                <c:pt idx="3754">
                  <c:v>34900</c:v>
                </c:pt>
                <c:pt idx="3755">
                  <c:v>34900</c:v>
                </c:pt>
                <c:pt idx="3756">
                  <c:v>34900</c:v>
                </c:pt>
                <c:pt idx="3757">
                  <c:v>34900</c:v>
                </c:pt>
                <c:pt idx="3758">
                  <c:v>34900</c:v>
                </c:pt>
                <c:pt idx="3759">
                  <c:v>34900</c:v>
                </c:pt>
                <c:pt idx="3760">
                  <c:v>34900</c:v>
                </c:pt>
                <c:pt idx="3761">
                  <c:v>34900</c:v>
                </c:pt>
                <c:pt idx="3762">
                  <c:v>34900</c:v>
                </c:pt>
                <c:pt idx="3763">
                  <c:v>34900</c:v>
                </c:pt>
                <c:pt idx="3764">
                  <c:v>34900</c:v>
                </c:pt>
                <c:pt idx="3765">
                  <c:v>34900</c:v>
                </c:pt>
                <c:pt idx="3766">
                  <c:v>35000</c:v>
                </c:pt>
                <c:pt idx="3767">
                  <c:v>35000</c:v>
                </c:pt>
                <c:pt idx="3768">
                  <c:v>35000</c:v>
                </c:pt>
                <c:pt idx="3769">
                  <c:v>35000</c:v>
                </c:pt>
                <c:pt idx="3770">
                  <c:v>35000</c:v>
                </c:pt>
                <c:pt idx="3771">
                  <c:v>35000</c:v>
                </c:pt>
                <c:pt idx="3772">
                  <c:v>35000</c:v>
                </c:pt>
                <c:pt idx="3773">
                  <c:v>35000</c:v>
                </c:pt>
                <c:pt idx="3774">
                  <c:v>35000</c:v>
                </c:pt>
                <c:pt idx="3775">
                  <c:v>35000</c:v>
                </c:pt>
                <c:pt idx="3776">
                  <c:v>35000</c:v>
                </c:pt>
                <c:pt idx="3777">
                  <c:v>35000</c:v>
                </c:pt>
                <c:pt idx="3778">
                  <c:v>35000</c:v>
                </c:pt>
                <c:pt idx="3779">
                  <c:v>35000</c:v>
                </c:pt>
                <c:pt idx="3780">
                  <c:v>35000</c:v>
                </c:pt>
                <c:pt idx="3781">
                  <c:v>35000</c:v>
                </c:pt>
                <c:pt idx="3782">
                  <c:v>35000</c:v>
                </c:pt>
                <c:pt idx="3783">
                  <c:v>35000</c:v>
                </c:pt>
                <c:pt idx="3784">
                  <c:v>35000</c:v>
                </c:pt>
                <c:pt idx="3785">
                  <c:v>35000</c:v>
                </c:pt>
                <c:pt idx="3786">
                  <c:v>35000</c:v>
                </c:pt>
                <c:pt idx="3787">
                  <c:v>35000</c:v>
                </c:pt>
                <c:pt idx="3788">
                  <c:v>35000</c:v>
                </c:pt>
                <c:pt idx="3789">
                  <c:v>35000</c:v>
                </c:pt>
                <c:pt idx="3790">
                  <c:v>35000</c:v>
                </c:pt>
                <c:pt idx="3791">
                  <c:v>35000</c:v>
                </c:pt>
                <c:pt idx="3792">
                  <c:v>35000</c:v>
                </c:pt>
                <c:pt idx="3793">
                  <c:v>35000</c:v>
                </c:pt>
                <c:pt idx="3794">
                  <c:v>35000</c:v>
                </c:pt>
                <c:pt idx="3795">
                  <c:v>35000</c:v>
                </c:pt>
                <c:pt idx="3796">
                  <c:v>35000</c:v>
                </c:pt>
                <c:pt idx="3797">
                  <c:v>35000</c:v>
                </c:pt>
                <c:pt idx="3798">
                  <c:v>35000</c:v>
                </c:pt>
                <c:pt idx="3799">
                  <c:v>35000</c:v>
                </c:pt>
                <c:pt idx="3800">
                  <c:v>35000</c:v>
                </c:pt>
                <c:pt idx="3801">
                  <c:v>35000</c:v>
                </c:pt>
                <c:pt idx="3802">
                  <c:v>35000</c:v>
                </c:pt>
                <c:pt idx="3803">
                  <c:v>35000</c:v>
                </c:pt>
                <c:pt idx="3804">
                  <c:v>35000</c:v>
                </c:pt>
                <c:pt idx="3805">
                  <c:v>35000</c:v>
                </c:pt>
                <c:pt idx="3806">
                  <c:v>34500</c:v>
                </c:pt>
                <c:pt idx="3807">
                  <c:v>34500</c:v>
                </c:pt>
                <c:pt idx="3808">
                  <c:v>34500</c:v>
                </c:pt>
                <c:pt idx="3809">
                  <c:v>34500</c:v>
                </c:pt>
                <c:pt idx="3810">
                  <c:v>34500</c:v>
                </c:pt>
                <c:pt idx="3811">
                  <c:v>34300</c:v>
                </c:pt>
                <c:pt idx="3812">
                  <c:v>33800</c:v>
                </c:pt>
                <c:pt idx="3813">
                  <c:v>33500</c:v>
                </c:pt>
                <c:pt idx="3814">
                  <c:v>33200</c:v>
                </c:pt>
                <c:pt idx="3815">
                  <c:v>32500</c:v>
                </c:pt>
                <c:pt idx="3816">
                  <c:v>32500</c:v>
                </c:pt>
                <c:pt idx="3817">
                  <c:v>32500</c:v>
                </c:pt>
                <c:pt idx="3818">
                  <c:v>32500</c:v>
                </c:pt>
                <c:pt idx="3819">
                  <c:v>32000</c:v>
                </c:pt>
                <c:pt idx="3820">
                  <c:v>32000</c:v>
                </c:pt>
                <c:pt idx="3821">
                  <c:v>31500</c:v>
                </c:pt>
                <c:pt idx="3822">
                  <c:v>31000</c:v>
                </c:pt>
                <c:pt idx="3823">
                  <c:v>31000</c:v>
                </c:pt>
                <c:pt idx="3824">
                  <c:v>31000</c:v>
                </c:pt>
                <c:pt idx="3825">
                  <c:v>30200</c:v>
                </c:pt>
                <c:pt idx="3826">
                  <c:v>30000</c:v>
                </c:pt>
                <c:pt idx="3827">
                  <c:v>30000</c:v>
                </c:pt>
                <c:pt idx="3828">
                  <c:v>30000</c:v>
                </c:pt>
                <c:pt idx="3829">
                  <c:v>29500</c:v>
                </c:pt>
                <c:pt idx="3830">
                  <c:v>29500</c:v>
                </c:pt>
                <c:pt idx="3831">
                  <c:v>29500</c:v>
                </c:pt>
                <c:pt idx="3832">
                  <c:v>29200</c:v>
                </c:pt>
                <c:pt idx="3833">
                  <c:v>29300</c:v>
                </c:pt>
                <c:pt idx="3834">
                  <c:v>29100</c:v>
                </c:pt>
                <c:pt idx="3835">
                  <c:v>29000</c:v>
                </c:pt>
                <c:pt idx="3836">
                  <c:v>28700</c:v>
                </c:pt>
                <c:pt idx="3837">
                  <c:v>28700</c:v>
                </c:pt>
                <c:pt idx="3838">
                  <c:v>28700</c:v>
                </c:pt>
                <c:pt idx="3839">
                  <c:v>28500</c:v>
                </c:pt>
                <c:pt idx="3840">
                  <c:v>28300</c:v>
                </c:pt>
                <c:pt idx="3841">
                  <c:v>28300</c:v>
                </c:pt>
                <c:pt idx="3842">
                  <c:v>28500</c:v>
                </c:pt>
                <c:pt idx="3843">
                  <c:v>29000</c:v>
                </c:pt>
                <c:pt idx="3844">
                  <c:v>29000</c:v>
                </c:pt>
                <c:pt idx="3845">
                  <c:v>29000</c:v>
                </c:pt>
                <c:pt idx="3846">
                  <c:v>29500</c:v>
                </c:pt>
                <c:pt idx="3847">
                  <c:v>29500</c:v>
                </c:pt>
                <c:pt idx="3848">
                  <c:v>29500</c:v>
                </c:pt>
                <c:pt idx="3849">
                  <c:v>29000</c:v>
                </c:pt>
                <c:pt idx="3850">
                  <c:v>29000</c:v>
                </c:pt>
                <c:pt idx="3851">
                  <c:v>29000</c:v>
                </c:pt>
                <c:pt idx="3852">
                  <c:v>29000</c:v>
                </c:pt>
                <c:pt idx="3853">
                  <c:v>29500</c:v>
                </c:pt>
                <c:pt idx="3854">
                  <c:v>30000</c:v>
                </c:pt>
                <c:pt idx="3855">
                  <c:v>30000</c:v>
                </c:pt>
                <c:pt idx="3856">
                  <c:v>29300</c:v>
                </c:pt>
                <c:pt idx="3857">
                  <c:v>28000</c:v>
                </c:pt>
                <c:pt idx="3858">
                  <c:v>28000</c:v>
                </c:pt>
                <c:pt idx="3859">
                  <c:v>28000</c:v>
                </c:pt>
                <c:pt idx="3860">
                  <c:v>27500</c:v>
                </c:pt>
                <c:pt idx="3861">
                  <c:v>27500</c:v>
                </c:pt>
                <c:pt idx="3862">
                  <c:v>27000</c:v>
                </c:pt>
                <c:pt idx="3863">
                  <c:v>26800</c:v>
                </c:pt>
                <c:pt idx="3864">
                  <c:v>26800</c:v>
                </c:pt>
                <c:pt idx="3865">
                  <c:v>26800</c:v>
                </c:pt>
                <c:pt idx="3866">
                  <c:v>26800</c:v>
                </c:pt>
                <c:pt idx="3867">
                  <c:v>26800</c:v>
                </c:pt>
                <c:pt idx="3868">
                  <c:v>26800</c:v>
                </c:pt>
                <c:pt idx="3869">
                  <c:v>26800</c:v>
                </c:pt>
                <c:pt idx="3870">
                  <c:v>26800</c:v>
                </c:pt>
                <c:pt idx="3871">
                  <c:v>26600</c:v>
                </c:pt>
                <c:pt idx="3872">
                  <c:v>26600</c:v>
                </c:pt>
                <c:pt idx="3873">
                  <c:v>26600</c:v>
                </c:pt>
                <c:pt idx="3874">
                  <c:v>26600</c:v>
                </c:pt>
                <c:pt idx="3875">
                  <c:v>26600</c:v>
                </c:pt>
                <c:pt idx="3876">
                  <c:v>26600</c:v>
                </c:pt>
                <c:pt idx="3877">
                  <c:v>26600</c:v>
                </c:pt>
                <c:pt idx="3878">
                  <c:v>26600</c:v>
                </c:pt>
                <c:pt idx="3879">
                  <c:v>26600</c:v>
                </c:pt>
                <c:pt idx="3880">
                  <c:v>26600</c:v>
                </c:pt>
                <c:pt idx="3881">
                  <c:v>26400</c:v>
                </c:pt>
                <c:pt idx="3882">
                  <c:v>26400</c:v>
                </c:pt>
                <c:pt idx="3883">
                  <c:v>26400</c:v>
                </c:pt>
                <c:pt idx="3884">
                  <c:v>26000</c:v>
                </c:pt>
                <c:pt idx="3885">
                  <c:v>26000</c:v>
                </c:pt>
                <c:pt idx="3886">
                  <c:v>26000</c:v>
                </c:pt>
                <c:pt idx="3887">
                  <c:v>26000</c:v>
                </c:pt>
                <c:pt idx="3888">
                  <c:v>26000</c:v>
                </c:pt>
                <c:pt idx="3889">
                  <c:v>26000</c:v>
                </c:pt>
                <c:pt idx="3890">
                  <c:v>25800</c:v>
                </c:pt>
                <c:pt idx="3891">
                  <c:v>25800</c:v>
                </c:pt>
                <c:pt idx="3892">
                  <c:v>25800</c:v>
                </c:pt>
                <c:pt idx="3893">
                  <c:v>25800</c:v>
                </c:pt>
                <c:pt idx="3894">
                  <c:v>25800</c:v>
                </c:pt>
                <c:pt idx="3895">
                  <c:v>25800</c:v>
                </c:pt>
                <c:pt idx="3896">
                  <c:v>25800</c:v>
                </c:pt>
                <c:pt idx="3897">
                  <c:v>25800</c:v>
                </c:pt>
                <c:pt idx="3898">
                  <c:v>25800</c:v>
                </c:pt>
                <c:pt idx="3899">
                  <c:v>25800</c:v>
                </c:pt>
                <c:pt idx="3900">
                  <c:v>25800</c:v>
                </c:pt>
                <c:pt idx="3901">
                  <c:v>25800</c:v>
                </c:pt>
                <c:pt idx="3902">
                  <c:v>25800</c:v>
                </c:pt>
                <c:pt idx="3903">
                  <c:v>25800</c:v>
                </c:pt>
                <c:pt idx="3904">
                  <c:v>25800</c:v>
                </c:pt>
                <c:pt idx="3905">
                  <c:v>25800</c:v>
                </c:pt>
                <c:pt idx="3906">
                  <c:v>25800</c:v>
                </c:pt>
                <c:pt idx="3907">
                  <c:v>25800</c:v>
                </c:pt>
                <c:pt idx="3908">
                  <c:v>25800</c:v>
                </c:pt>
                <c:pt idx="3909">
                  <c:v>25800</c:v>
                </c:pt>
                <c:pt idx="3910">
                  <c:v>25800</c:v>
                </c:pt>
                <c:pt idx="3911">
                  <c:v>25800</c:v>
                </c:pt>
                <c:pt idx="3912">
                  <c:v>25700</c:v>
                </c:pt>
                <c:pt idx="3913">
                  <c:v>25600</c:v>
                </c:pt>
                <c:pt idx="3914">
                  <c:v>25600</c:v>
                </c:pt>
                <c:pt idx="3915">
                  <c:v>25600</c:v>
                </c:pt>
                <c:pt idx="3916">
                  <c:v>25600</c:v>
                </c:pt>
                <c:pt idx="3917">
                  <c:v>25600</c:v>
                </c:pt>
                <c:pt idx="3918">
                  <c:v>25600</c:v>
                </c:pt>
                <c:pt idx="3919">
                  <c:v>25600</c:v>
                </c:pt>
                <c:pt idx="3920">
                  <c:v>25600</c:v>
                </c:pt>
                <c:pt idx="3921">
                  <c:v>25600</c:v>
                </c:pt>
                <c:pt idx="3922">
                  <c:v>25600</c:v>
                </c:pt>
                <c:pt idx="3923">
                  <c:v>25600</c:v>
                </c:pt>
                <c:pt idx="3924">
                  <c:v>25600</c:v>
                </c:pt>
                <c:pt idx="3925">
                  <c:v>25500</c:v>
                </c:pt>
                <c:pt idx="3926">
                  <c:v>25500</c:v>
                </c:pt>
                <c:pt idx="3927">
                  <c:v>25500</c:v>
                </c:pt>
                <c:pt idx="3928">
                  <c:v>25500</c:v>
                </c:pt>
                <c:pt idx="3929">
                  <c:v>25500</c:v>
                </c:pt>
                <c:pt idx="3930">
                  <c:v>25500</c:v>
                </c:pt>
                <c:pt idx="3931">
                  <c:v>25500</c:v>
                </c:pt>
                <c:pt idx="3932">
                  <c:v>25500</c:v>
                </c:pt>
                <c:pt idx="3933">
                  <c:v>25800</c:v>
                </c:pt>
                <c:pt idx="3934">
                  <c:v>26000</c:v>
                </c:pt>
                <c:pt idx="3935">
                  <c:v>26000</c:v>
                </c:pt>
                <c:pt idx="3936">
                  <c:v>26000</c:v>
                </c:pt>
                <c:pt idx="3937">
                  <c:v>26000</c:v>
                </c:pt>
                <c:pt idx="3938">
                  <c:v>26000</c:v>
                </c:pt>
                <c:pt idx="3939">
                  <c:v>26000</c:v>
                </c:pt>
                <c:pt idx="3940">
                  <c:v>26000</c:v>
                </c:pt>
                <c:pt idx="3941">
                  <c:v>26000</c:v>
                </c:pt>
                <c:pt idx="3942">
                  <c:v>26000</c:v>
                </c:pt>
                <c:pt idx="3943">
                  <c:v>26000</c:v>
                </c:pt>
                <c:pt idx="3944">
                  <c:v>26000</c:v>
                </c:pt>
                <c:pt idx="3945">
                  <c:v>26000</c:v>
                </c:pt>
                <c:pt idx="3946">
                  <c:v>25500</c:v>
                </c:pt>
                <c:pt idx="3947">
                  <c:v>25500</c:v>
                </c:pt>
                <c:pt idx="3948">
                  <c:v>25000</c:v>
                </c:pt>
                <c:pt idx="3949">
                  <c:v>25000</c:v>
                </c:pt>
                <c:pt idx="3950">
                  <c:v>25000</c:v>
                </c:pt>
                <c:pt idx="3951">
                  <c:v>25000</c:v>
                </c:pt>
                <c:pt idx="3952">
                  <c:v>25000</c:v>
                </c:pt>
                <c:pt idx="3953">
                  <c:v>25000</c:v>
                </c:pt>
                <c:pt idx="3954">
                  <c:v>25000</c:v>
                </c:pt>
                <c:pt idx="3955">
                  <c:v>25000</c:v>
                </c:pt>
                <c:pt idx="3956">
                  <c:v>25000</c:v>
                </c:pt>
                <c:pt idx="3957">
                  <c:v>25000</c:v>
                </c:pt>
                <c:pt idx="3958">
                  <c:v>25000</c:v>
                </c:pt>
                <c:pt idx="3959">
                  <c:v>25000</c:v>
                </c:pt>
                <c:pt idx="3960">
                  <c:v>25000</c:v>
                </c:pt>
                <c:pt idx="3961">
                  <c:v>25300</c:v>
                </c:pt>
                <c:pt idx="3962">
                  <c:v>25300</c:v>
                </c:pt>
                <c:pt idx="3963">
                  <c:v>25300</c:v>
                </c:pt>
                <c:pt idx="3964">
                  <c:v>25300</c:v>
                </c:pt>
                <c:pt idx="3965">
                  <c:v>25300</c:v>
                </c:pt>
                <c:pt idx="3966">
                  <c:v>25300</c:v>
                </c:pt>
                <c:pt idx="3967">
                  <c:v>25300</c:v>
                </c:pt>
                <c:pt idx="3968">
                  <c:v>25300</c:v>
                </c:pt>
                <c:pt idx="3969">
                  <c:v>25300</c:v>
                </c:pt>
                <c:pt idx="3970">
                  <c:v>25300</c:v>
                </c:pt>
                <c:pt idx="3971">
                  <c:v>25300</c:v>
                </c:pt>
                <c:pt idx="3972">
                  <c:v>25300</c:v>
                </c:pt>
                <c:pt idx="3973">
                  <c:v>25300</c:v>
                </c:pt>
                <c:pt idx="3974">
                  <c:v>25300</c:v>
                </c:pt>
                <c:pt idx="3975">
                  <c:v>25300</c:v>
                </c:pt>
                <c:pt idx="3976">
                  <c:v>25800</c:v>
                </c:pt>
                <c:pt idx="3977">
                  <c:v>25800</c:v>
                </c:pt>
                <c:pt idx="3978">
                  <c:v>25800</c:v>
                </c:pt>
                <c:pt idx="3979">
                  <c:v>25800</c:v>
                </c:pt>
                <c:pt idx="3980">
                  <c:v>25600</c:v>
                </c:pt>
                <c:pt idx="3981">
                  <c:v>25600</c:v>
                </c:pt>
                <c:pt idx="3982">
                  <c:v>25600</c:v>
                </c:pt>
                <c:pt idx="3983">
                  <c:v>25600</c:v>
                </c:pt>
                <c:pt idx="3984">
                  <c:v>25600</c:v>
                </c:pt>
                <c:pt idx="3985">
                  <c:v>25600</c:v>
                </c:pt>
                <c:pt idx="3986">
                  <c:v>26000</c:v>
                </c:pt>
                <c:pt idx="3987">
                  <c:v>26000</c:v>
                </c:pt>
                <c:pt idx="3988">
                  <c:v>26000</c:v>
                </c:pt>
                <c:pt idx="3989">
                  <c:v>26000</c:v>
                </c:pt>
                <c:pt idx="3990">
                  <c:v>26000</c:v>
                </c:pt>
                <c:pt idx="3991">
                  <c:v>26000</c:v>
                </c:pt>
                <c:pt idx="3992">
                  <c:v>26000</c:v>
                </c:pt>
                <c:pt idx="3993">
                  <c:v>26000</c:v>
                </c:pt>
                <c:pt idx="3994">
                  <c:v>26000</c:v>
                </c:pt>
                <c:pt idx="3995">
                  <c:v>26000</c:v>
                </c:pt>
                <c:pt idx="3996">
                  <c:v>25500</c:v>
                </c:pt>
                <c:pt idx="3997">
                  <c:v>25700</c:v>
                </c:pt>
                <c:pt idx="3998">
                  <c:v>25700</c:v>
                </c:pt>
                <c:pt idx="3999">
                  <c:v>25700</c:v>
                </c:pt>
                <c:pt idx="4000">
                  <c:v>25400</c:v>
                </c:pt>
                <c:pt idx="4001">
                  <c:v>25400</c:v>
                </c:pt>
                <c:pt idx="4002">
                  <c:v>25300</c:v>
                </c:pt>
                <c:pt idx="4003">
                  <c:v>25100</c:v>
                </c:pt>
                <c:pt idx="4004">
                  <c:v>25000</c:v>
                </c:pt>
                <c:pt idx="4005">
                  <c:v>25000</c:v>
                </c:pt>
                <c:pt idx="4006">
                  <c:v>25000</c:v>
                </c:pt>
                <c:pt idx="4007">
                  <c:v>25000</c:v>
                </c:pt>
                <c:pt idx="4008">
                  <c:v>25000</c:v>
                </c:pt>
                <c:pt idx="4009">
                  <c:v>25000</c:v>
                </c:pt>
                <c:pt idx="4010">
                  <c:v>25300</c:v>
                </c:pt>
                <c:pt idx="4011">
                  <c:v>25300</c:v>
                </c:pt>
                <c:pt idx="4012">
                  <c:v>25300</c:v>
                </c:pt>
                <c:pt idx="4013">
                  <c:v>25300</c:v>
                </c:pt>
                <c:pt idx="4014">
                  <c:v>25300</c:v>
                </c:pt>
                <c:pt idx="4015">
                  <c:v>24900</c:v>
                </c:pt>
                <c:pt idx="4016">
                  <c:v>24900</c:v>
                </c:pt>
                <c:pt idx="4017">
                  <c:v>24900</c:v>
                </c:pt>
                <c:pt idx="4018">
                  <c:v>24900</c:v>
                </c:pt>
                <c:pt idx="4019">
                  <c:v>24900</c:v>
                </c:pt>
                <c:pt idx="4020">
                  <c:v>24900</c:v>
                </c:pt>
                <c:pt idx="4021">
                  <c:v>24900</c:v>
                </c:pt>
                <c:pt idx="4022">
                  <c:v>24900</c:v>
                </c:pt>
                <c:pt idx="4023">
                  <c:v>24900</c:v>
                </c:pt>
                <c:pt idx="4024">
                  <c:v>24900</c:v>
                </c:pt>
                <c:pt idx="4025">
                  <c:v>24900</c:v>
                </c:pt>
                <c:pt idx="4026">
                  <c:v>24900</c:v>
                </c:pt>
                <c:pt idx="4027">
                  <c:v>24900</c:v>
                </c:pt>
                <c:pt idx="4028">
                  <c:v>24900</c:v>
                </c:pt>
                <c:pt idx="4029">
                  <c:v>24900</c:v>
                </c:pt>
                <c:pt idx="4030">
                  <c:v>24900</c:v>
                </c:pt>
                <c:pt idx="4031">
                  <c:v>24900</c:v>
                </c:pt>
                <c:pt idx="4032">
                  <c:v>24600</c:v>
                </c:pt>
                <c:pt idx="4033">
                  <c:v>24600</c:v>
                </c:pt>
                <c:pt idx="4034">
                  <c:v>24600</c:v>
                </c:pt>
                <c:pt idx="4035">
                  <c:v>24600</c:v>
                </c:pt>
                <c:pt idx="4036">
                  <c:v>24600</c:v>
                </c:pt>
                <c:pt idx="4037">
                  <c:v>24600</c:v>
                </c:pt>
                <c:pt idx="4038">
                  <c:v>24600</c:v>
                </c:pt>
                <c:pt idx="4039">
                  <c:v>24300</c:v>
                </c:pt>
                <c:pt idx="4040">
                  <c:v>24300</c:v>
                </c:pt>
                <c:pt idx="4041">
                  <c:v>24300</c:v>
                </c:pt>
                <c:pt idx="4042">
                  <c:v>24300</c:v>
                </c:pt>
                <c:pt idx="4043">
                  <c:v>24300</c:v>
                </c:pt>
                <c:pt idx="4044">
                  <c:v>24300</c:v>
                </c:pt>
                <c:pt idx="4045">
                  <c:v>24300</c:v>
                </c:pt>
                <c:pt idx="4046">
                  <c:v>24500</c:v>
                </c:pt>
                <c:pt idx="4047">
                  <c:v>24500</c:v>
                </c:pt>
                <c:pt idx="4048">
                  <c:v>24500</c:v>
                </c:pt>
                <c:pt idx="4049">
                  <c:v>24500</c:v>
                </c:pt>
                <c:pt idx="4050">
                  <c:v>24500</c:v>
                </c:pt>
                <c:pt idx="4051">
                  <c:v>24500</c:v>
                </c:pt>
                <c:pt idx="4052">
                  <c:v>24500</c:v>
                </c:pt>
                <c:pt idx="4053">
                  <c:v>24500</c:v>
                </c:pt>
                <c:pt idx="4054">
                  <c:v>24500</c:v>
                </c:pt>
                <c:pt idx="4055">
                  <c:v>24500</c:v>
                </c:pt>
                <c:pt idx="4056">
                  <c:v>24500</c:v>
                </c:pt>
                <c:pt idx="4057">
                  <c:v>24500</c:v>
                </c:pt>
                <c:pt idx="4058">
                  <c:v>24500</c:v>
                </c:pt>
                <c:pt idx="4059">
                  <c:v>24500</c:v>
                </c:pt>
                <c:pt idx="4060">
                  <c:v>24500</c:v>
                </c:pt>
                <c:pt idx="4061">
                  <c:v>24500</c:v>
                </c:pt>
                <c:pt idx="4062">
                  <c:v>24500</c:v>
                </c:pt>
                <c:pt idx="4063">
                  <c:v>24500</c:v>
                </c:pt>
                <c:pt idx="4064">
                  <c:v>24500</c:v>
                </c:pt>
                <c:pt idx="4065">
                  <c:v>24500</c:v>
                </c:pt>
                <c:pt idx="4066">
                  <c:v>24500</c:v>
                </c:pt>
                <c:pt idx="4067">
                  <c:v>24500</c:v>
                </c:pt>
                <c:pt idx="4068">
                  <c:v>24500</c:v>
                </c:pt>
                <c:pt idx="4069">
                  <c:v>24500</c:v>
                </c:pt>
                <c:pt idx="4070">
                  <c:v>24500</c:v>
                </c:pt>
                <c:pt idx="4071">
                  <c:v>24500</c:v>
                </c:pt>
                <c:pt idx="4072">
                  <c:v>24500</c:v>
                </c:pt>
                <c:pt idx="4073">
                  <c:v>24500</c:v>
                </c:pt>
                <c:pt idx="4074">
                  <c:v>24500</c:v>
                </c:pt>
                <c:pt idx="4075">
                  <c:v>24500</c:v>
                </c:pt>
                <c:pt idx="4076">
                  <c:v>24500</c:v>
                </c:pt>
                <c:pt idx="4077">
                  <c:v>24500</c:v>
                </c:pt>
                <c:pt idx="4078">
                  <c:v>24500</c:v>
                </c:pt>
                <c:pt idx="4079">
                  <c:v>24500</c:v>
                </c:pt>
                <c:pt idx="4080">
                  <c:v>24500</c:v>
                </c:pt>
                <c:pt idx="4081">
                  <c:v>24500</c:v>
                </c:pt>
                <c:pt idx="4082">
                  <c:v>24500</c:v>
                </c:pt>
                <c:pt idx="4083">
                  <c:v>24500</c:v>
                </c:pt>
                <c:pt idx="4084">
                  <c:v>24500</c:v>
                </c:pt>
                <c:pt idx="4085">
                  <c:v>24500</c:v>
                </c:pt>
                <c:pt idx="4086">
                  <c:v>24500</c:v>
                </c:pt>
                <c:pt idx="4087">
                  <c:v>24500</c:v>
                </c:pt>
                <c:pt idx="4088">
                  <c:v>24500</c:v>
                </c:pt>
                <c:pt idx="4089">
                  <c:v>24500</c:v>
                </c:pt>
                <c:pt idx="4090">
                  <c:v>24500</c:v>
                </c:pt>
                <c:pt idx="4091">
                  <c:v>24500</c:v>
                </c:pt>
                <c:pt idx="4092">
                  <c:v>24500</c:v>
                </c:pt>
                <c:pt idx="4093">
                  <c:v>24500</c:v>
                </c:pt>
                <c:pt idx="4094">
                  <c:v>24500</c:v>
                </c:pt>
                <c:pt idx="4095">
                  <c:v>24500</c:v>
                </c:pt>
                <c:pt idx="4096">
                  <c:v>24500</c:v>
                </c:pt>
                <c:pt idx="4097">
                  <c:v>24500</c:v>
                </c:pt>
                <c:pt idx="4098">
                  <c:v>24500</c:v>
                </c:pt>
                <c:pt idx="4099">
                  <c:v>24500</c:v>
                </c:pt>
                <c:pt idx="4100">
                  <c:v>24500</c:v>
                </c:pt>
                <c:pt idx="4101">
                  <c:v>24500</c:v>
                </c:pt>
                <c:pt idx="4102">
                  <c:v>24500</c:v>
                </c:pt>
                <c:pt idx="4103">
                  <c:v>24500</c:v>
                </c:pt>
                <c:pt idx="4104">
                  <c:v>24500</c:v>
                </c:pt>
                <c:pt idx="4105">
                  <c:v>24500</c:v>
                </c:pt>
                <c:pt idx="4106">
                  <c:v>24500</c:v>
                </c:pt>
                <c:pt idx="4107">
                  <c:v>24500</c:v>
                </c:pt>
                <c:pt idx="4108">
                  <c:v>24000</c:v>
                </c:pt>
                <c:pt idx="4109">
                  <c:v>24000</c:v>
                </c:pt>
                <c:pt idx="4110">
                  <c:v>24000</c:v>
                </c:pt>
                <c:pt idx="4111">
                  <c:v>24000</c:v>
                </c:pt>
                <c:pt idx="4112">
                  <c:v>24000</c:v>
                </c:pt>
                <c:pt idx="4113">
                  <c:v>24000</c:v>
                </c:pt>
                <c:pt idx="4114">
                  <c:v>24400</c:v>
                </c:pt>
                <c:pt idx="4115">
                  <c:v>24400</c:v>
                </c:pt>
                <c:pt idx="4116">
                  <c:v>24300</c:v>
                </c:pt>
                <c:pt idx="4117">
                  <c:v>24300</c:v>
                </c:pt>
                <c:pt idx="4118">
                  <c:v>24300</c:v>
                </c:pt>
                <c:pt idx="4119">
                  <c:v>24500</c:v>
                </c:pt>
                <c:pt idx="4120">
                  <c:v>24500</c:v>
                </c:pt>
                <c:pt idx="4121">
                  <c:v>24500</c:v>
                </c:pt>
                <c:pt idx="4122">
                  <c:v>24500</c:v>
                </c:pt>
                <c:pt idx="4123">
                  <c:v>24500</c:v>
                </c:pt>
                <c:pt idx="4124">
                  <c:v>24500</c:v>
                </c:pt>
                <c:pt idx="4125">
                  <c:v>24500</c:v>
                </c:pt>
                <c:pt idx="4126">
                  <c:v>24500</c:v>
                </c:pt>
                <c:pt idx="4127">
                  <c:v>24500</c:v>
                </c:pt>
                <c:pt idx="4128">
                  <c:v>24500</c:v>
                </c:pt>
                <c:pt idx="4129">
                  <c:v>24500</c:v>
                </c:pt>
                <c:pt idx="4130">
                  <c:v>24500</c:v>
                </c:pt>
                <c:pt idx="4131">
                  <c:v>24500</c:v>
                </c:pt>
                <c:pt idx="4132">
                  <c:v>24500</c:v>
                </c:pt>
                <c:pt idx="4133">
                  <c:v>24500</c:v>
                </c:pt>
                <c:pt idx="4134">
                  <c:v>24500</c:v>
                </c:pt>
                <c:pt idx="4135">
                  <c:v>25000</c:v>
                </c:pt>
                <c:pt idx="4136">
                  <c:v>25000</c:v>
                </c:pt>
                <c:pt idx="4137">
                  <c:v>24800</c:v>
                </c:pt>
                <c:pt idx="4138">
                  <c:v>24800</c:v>
                </c:pt>
                <c:pt idx="4139">
                  <c:v>24800</c:v>
                </c:pt>
                <c:pt idx="4140">
                  <c:v>24800</c:v>
                </c:pt>
                <c:pt idx="4141">
                  <c:v>24800</c:v>
                </c:pt>
                <c:pt idx="4142">
                  <c:v>24800</c:v>
                </c:pt>
                <c:pt idx="4143">
                  <c:v>24800</c:v>
                </c:pt>
                <c:pt idx="4144">
                  <c:v>24800</c:v>
                </c:pt>
                <c:pt idx="4145">
                  <c:v>24800</c:v>
                </c:pt>
                <c:pt idx="4146">
                  <c:v>24800</c:v>
                </c:pt>
                <c:pt idx="4147">
                  <c:v>24800</c:v>
                </c:pt>
                <c:pt idx="4148">
                  <c:v>24800</c:v>
                </c:pt>
                <c:pt idx="4149">
                  <c:v>24800</c:v>
                </c:pt>
                <c:pt idx="4150">
                  <c:v>24900</c:v>
                </c:pt>
                <c:pt idx="4151">
                  <c:v>24800</c:v>
                </c:pt>
                <c:pt idx="4152">
                  <c:v>24800</c:v>
                </c:pt>
                <c:pt idx="4153">
                  <c:v>24800</c:v>
                </c:pt>
                <c:pt idx="4154">
                  <c:v>24800</c:v>
                </c:pt>
                <c:pt idx="4155">
                  <c:v>24800</c:v>
                </c:pt>
                <c:pt idx="4156">
                  <c:v>24800</c:v>
                </c:pt>
                <c:pt idx="4157">
                  <c:v>24000</c:v>
                </c:pt>
                <c:pt idx="4158">
                  <c:v>24000</c:v>
                </c:pt>
                <c:pt idx="4159">
                  <c:v>24000</c:v>
                </c:pt>
                <c:pt idx="4160">
                  <c:v>23900</c:v>
                </c:pt>
                <c:pt idx="4161">
                  <c:v>23900</c:v>
                </c:pt>
                <c:pt idx="4162">
                  <c:v>23900</c:v>
                </c:pt>
                <c:pt idx="4163">
                  <c:v>23900</c:v>
                </c:pt>
                <c:pt idx="4164">
                  <c:v>23900</c:v>
                </c:pt>
                <c:pt idx="4165">
                  <c:v>23900</c:v>
                </c:pt>
                <c:pt idx="4166">
                  <c:v>23900</c:v>
                </c:pt>
                <c:pt idx="4167">
                  <c:v>23900</c:v>
                </c:pt>
                <c:pt idx="4168">
                  <c:v>23900</c:v>
                </c:pt>
                <c:pt idx="4169">
                  <c:v>23900</c:v>
                </c:pt>
                <c:pt idx="4170">
                  <c:v>23900</c:v>
                </c:pt>
                <c:pt idx="4171">
                  <c:v>23800</c:v>
                </c:pt>
                <c:pt idx="4172">
                  <c:v>23800</c:v>
                </c:pt>
                <c:pt idx="4173">
                  <c:v>23800</c:v>
                </c:pt>
                <c:pt idx="4174">
                  <c:v>23800</c:v>
                </c:pt>
                <c:pt idx="4175">
                  <c:v>23500</c:v>
                </c:pt>
                <c:pt idx="4176">
                  <c:v>23000</c:v>
                </c:pt>
                <c:pt idx="4177">
                  <c:v>23000</c:v>
                </c:pt>
                <c:pt idx="4178">
                  <c:v>23000</c:v>
                </c:pt>
                <c:pt idx="4179">
                  <c:v>23000</c:v>
                </c:pt>
                <c:pt idx="4180">
                  <c:v>23000</c:v>
                </c:pt>
                <c:pt idx="4181">
                  <c:v>23000</c:v>
                </c:pt>
                <c:pt idx="4182">
                  <c:v>23000</c:v>
                </c:pt>
                <c:pt idx="4183">
                  <c:v>23000</c:v>
                </c:pt>
                <c:pt idx="4184">
                  <c:v>23000</c:v>
                </c:pt>
                <c:pt idx="4185">
                  <c:v>23000</c:v>
                </c:pt>
                <c:pt idx="4186">
                  <c:v>23000</c:v>
                </c:pt>
                <c:pt idx="4187">
                  <c:v>23000</c:v>
                </c:pt>
                <c:pt idx="4188">
                  <c:v>23000</c:v>
                </c:pt>
                <c:pt idx="4189">
                  <c:v>22800</c:v>
                </c:pt>
                <c:pt idx="4190">
                  <c:v>22800</c:v>
                </c:pt>
                <c:pt idx="4191">
                  <c:v>22700</c:v>
                </c:pt>
                <c:pt idx="4192">
                  <c:v>22600</c:v>
                </c:pt>
                <c:pt idx="4193">
                  <c:v>22600</c:v>
                </c:pt>
                <c:pt idx="4194">
                  <c:v>22600</c:v>
                </c:pt>
                <c:pt idx="4195">
                  <c:v>22600</c:v>
                </c:pt>
                <c:pt idx="4196">
                  <c:v>22600</c:v>
                </c:pt>
                <c:pt idx="4197">
                  <c:v>22600</c:v>
                </c:pt>
                <c:pt idx="4198">
                  <c:v>22500</c:v>
                </c:pt>
                <c:pt idx="4199">
                  <c:v>22300</c:v>
                </c:pt>
                <c:pt idx="4200">
                  <c:v>22200</c:v>
                </c:pt>
                <c:pt idx="4201">
                  <c:v>22200</c:v>
                </c:pt>
                <c:pt idx="4202">
                  <c:v>22200</c:v>
                </c:pt>
                <c:pt idx="4203">
                  <c:v>22200</c:v>
                </c:pt>
                <c:pt idx="4204">
                  <c:v>22000</c:v>
                </c:pt>
                <c:pt idx="4205">
                  <c:v>21500</c:v>
                </c:pt>
                <c:pt idx="4206">
                  <c:v>21500</c:v>
                </c:pt>
                <c:pt idx="4207">
                  <c:v>21000</c:v>
                </c:pt>
                <c:pt idx="4208">
                  <c:v>21000</c:v>
                </c:pt>
                <c:pt idx="4209">
                  <c:v>21000</c:v>
                </c:pt>
                <c:pt idx="4210">
                  <c:v>21000</c:v>
                </c:pt>
                <c:pt idx="4211">
                  <c:v>21000</c:v>
                </c:pt>
                <c:pt idx="4212">
                  <c:v>21000</c:v>
                </c:pt>
                <c:pt idx="4213">
                  <c:v>21000</c:v>
                </c:pt>
                <c:pt idx="4214">
                  <c:v>21000</c:v>
                </c:pt>
                <c:pt idx="4215">
                  <c:v>21000</c:v>
                </c:pt>
                <c:pt idx="4216">
                  <c:v>21000</c:v>
                </c:pt>
                <c:pt idx="4217">
                  <c:v>21000</c:v>
                </c:pt>
                <c:pt idx="4218">
                  <c:v>21000</c:v>
                </c:pt>
                <c:pt idx="4219">
                  <c:v>21000</c:v>
                </c:pt>
                <c:pt idx="4220">
                  <c:v>21000</c:v>
                </c:pt>
                <c:pt idx="4221">
                  <c:v>21500</c:v>
                </c:pt>
                <c:pt idx="4222">
                  <c:v>21500</c:v>
                </c:pt>
                <c:pt idx="4223">
                  <c:v>21500</c:v>
                </c:pt>
                <c:pt idx="4224">
                  <c:v>21500</c:v>
                </c:pt>
                <c:pt idx="4225">
                  <c:v>21500</c:v>
                </c:pt>
                <c:pt idx="4226">
                  <c:v>21500</c:v>
                </c:pt>
                <c:pt idx="4227">
                  <c:v>21500</c:v>
                </c:pt>
                <c:pt idx="4228">
                  <c:v>21500</c:v>
                </c:pt>
                <c:pt idx="4229">
                  <c:v>21500</c:v>
                </c:pt>
                <c:pt idx="4230">
                  <c:v>21500</c:v>
                </c:pt>
                <c:pt idx="4231">
                  <c:v>21500</c:v>
                </c:pt>
                <c:pt idx="4232">
                  <c:v>22000</c:v>
                </c:pt>
                <c:pt idx="4233">
                  <c:v>22000</c:v>
                </c:pt>
                <c:pt idx="4234">
                  <c:v>22000</c:v>
                </c:pt>
                <c:pt idx="4235">
                  <c:v>22000</c:v>
                </c:pt>
                <c:pt idx="4236">
                  <c:v>22000</c:v>
                </c:pt>
                <c:pt idx="4237">
                  <c:v>22000</c:v>
                </c:pt>
                <c:pt idx="4238">
                  <c:v>22000</c:v>
                </c:pt>
                <c:pt idx="4239">
                  <c:v>22000</c:v>
                </c:pt>
                <c:pt idx="4240">
                  <c:v>22000</c:v>
                </c:pt>
                <c:pt idx="4241">
                  <c:v>22000</c:v>
                </c:pt>
                <c:pt idx="4242">
                  <c:v>22000</c:v>
                </c:pt>
                <c:pt idx="4243">
                  <c:v>22000</c:v>
                </c:pt>
                <c:pt idx="4244">
                  <c:v>22000</c:v>
                </c:pt>
                <c:pt idx="4245">
                  <c:v>22000</c:v>
                </c:pt>
                <c:pt idx="4246">
                  <c:v>22000</c:v>
                </c:pt>
                <c:pt idx="4247">
                  <c:v>22000</c:v>
                </c:pt>
                <c:pt idx="4248">
                  <c:v>22000</c:v>
                </c:pt>
                <c:pt idx="4249">
                  <c:v>22000</c:v>
                </c:pt>
                <c:pt idx="4250">
                  <c:v>22000</c:v>
                </c:pt>
                <c:pt idx="4251">
                  <c:v>22000</c:v>
                </c:pt>
                <c:pt idx="4252">
                  <c:v>22000</c:v>
                </c:pt>
                <c:pt idx="4253">
                  <c:v>22000</c:v>
                </c:pt>
                <c:pt idx="4254">
                  <c:v>22000</c:v>
                </c:pt>
                <c:pt idx="4255">
                  <c:v>22000</c:v>
                </c:pt>
                <c:pt idx="4256">
                  <c:v>22000</c:v>
                </c:pt>
                <c:pt idx="4257">
                  <c:v>22000</c:v>
                </c:pt>
                <c:pt idx="4258">
                  <c:v>22000</c:v>
                </c:pt>
                <c:pt idx="4259">
                  <c:v>22000</c:v>
                </c:pt>
                <c:pt idx="4260">
                  <c:v>22000</c:v>
                </c:pt>
                <c:pt idx="4261">
                  <c:v>22000</c:v>
                </c:pt>
                <c:pt idx="4262">
                  <c:v>22000</c:v>
                </c:pt>
                <c:pt idx="4263">
                  <c:v>22000</c:v>
                </c:pt>
                <c:pt idx="4264">
                  <c:v>22000</c:v>
                </c:pt>
                <c:pt idx="4265">
                  <c:v>22000</c:v>
                </c:pt>
                <c:pt idx="4266">
                  <c:v>22000</c:v>
                </c:pt>
                <c:pt idx="4267">
                  <c:v>22000</c:v>
                </c:pt>
                <c:pt idx="4268">
                  <c:v>21500</c:v>
                </c:pt>
                <c:pt idx="4269">
                  <c:v>21500</c:v>
                </c:pt>
                <c:pt idx="4270">
                  <c:v>21500</c:v>
                </c:pt>
                <c:pt idx="4271">
                  <c:v>21500</c:v>
                </c:pt>
                <c:pt idx="4272">
                  <c:v>21500</c:v>
                </c:pt>
                <c:pt idx="4273">
                  <c:v>21500</c:v>
                </c:pt>
                <c:pt idx="4274">
                  <c:v>21500</c:v>
                </c:pt>
                <c:pt idx="4275">
                  <c:v>21500</c:v>
                </c:pt>
                <c:pt idx="4276">
                  <c:v>21500</c:v>
                </c:pt>
                <c:pt idx="4277">
                  <c:v>21500</c:v>
                </c:pt>
                <c:pt idx="4278">
                  <c:v>21500</c:v>
                </c:pt>
                <c:pt idx="4279">
                  <c:v>21500</c:v>
                </c:pt>
                <c:pt idx="4280">
                  <c:v>21500</c:v>
                </c:pt>
                <c:pt idx="4281">
                  <c:v>21500</c:v>
                </c:pt>
                <c:pt idx="4282">
                  <c:v>21500</c:v>
                </c:pt>
                <c:pt idx="4283">
                  <c:v>21500</c:v>
                </c:pt>
                <c:pt idx="4284">
                  <c:v>21500</c:v>
                </c:pt>
                <c:pt idx="4285">
                  <c:v>21500</c:v>
                </c:pt>
                <c:pt idx="4286">
                  <c:v>21500</c:v>
                </c:pt>
                <c:pt idx="4287">
                  <c:v>21500</c:v>
                </c:pt>
                <c:pt idx="4288">
                  <c:v>21500</c:v>
                </c:pt>
                <c:pt idx="4289">
                  <c:v>21500</c:v>
                </c:pt>
                <c:pt idx="4290">
                  <c:v>21500</c:v>
                </c:pt>
                <c:pt idx="4291">
                  <c:v>22000</c:v>
                </c:pt>
                <c:pt idx="4292">
                  <c:v>22000</c:v>
                </c:pt>
                <c:pt idx="4293">
                  <c:v>22000</c:v>
                </c:pt>
                <c:pt idx="4294">
                  <c:v>22000</c:v>
                </c:pt>
                <c:pt idx="4295">
                  <c:v>22000</c:v>
                </c:pt>
                <c:pt idx="4296">
                  <c:v>22000</c:v>
                </c:pt>
                <c:pt idx="4297">
                  <c:v>22000</c:v>
                </c:pt>
                <c:pt idx="4298">
                  <c:v>22500</c:v>
                </c:pt>
                <c:pt idx="4299">
                  <c:v>22500</c:v>
                </c:pt>
                <c:pt idx="4300">
                  <c:v>22500</c:v>
                </c:pt>
                <c:pt idx="4301">
                  <c:v>22500</c:v>
                </c:pt>
                <c:pt idx="4302">
                  <c:v>22500</c:v>
                </c:pt>
                <c:pt idx="4303">
                  <c:v>22500</c:v>
                </c:pt>
                <c:pt idx="4304">
                  <c:v>22500</c:v>
                </c:pt>
                <c:pt idx="4305">
                  <c:v>23000</c:v>
                </c:pt>
                <c:pt idx="4306">
                  <c:v>23000</c:v>
                </c:pt>
                <c:pt idx="4307">
                  <c:v>23000</c:v>
                </c:pt>
                <c:pt idx="4308">
                  <c:v>23000</c:v>
                </c:pt>
                <c:pt idx="4309">
                  <c:v>23000</c:v>
                </c:pt>
                <c:pt idx="4310">
                  <c:v>23000</c:v>
                </c:pt>
                <c:pt idx="4311">
                  <c:v>24000</c:v>
                </c:pt>
                <c:pt idx="4312">
                  <c:v>24000</c:v>
                </c:pt>
                <c:pt idx="4313">
                  <c:v>24000</c:v>
                </c:pt>
                <c:pt idx="4314">
                  <c:v>24000</c:v>
                </c:pt>
                <c:pt idx="4315">
                  <c:v>24000</c:v>
                </c:pt>
                <c:pt idx="4316">
                  <c:v>24000</c:v>
                </c:pt>
                <c:pt idx="4317">
                  <c:v>24000</c:v>
                </c:pt>
                <c:pt idx="4318">
                  <c:v>24000</c:v>
                </c:pt>
                <c:pt idx="4319">
                  <c:v>24000</c:v>
                </c:pt>
                <c:pt idx="4320">
                  <c:v>24000</c:v>
                </c:pt>
                <c:pt idx="4321">
                  <c:v>24000</c:v>
                </c:pt>
                <c:pt idx="4322">
                  <c:v>24000</c:v>
                </c:pt>
                <c:pt idx="4323">
                  <c:v>24000</c:v>
                </c:pt>
                <c:pt idx="4324">
                  <c:v>24000</c:v>
                </c:pt>
                <c:pt idx="4325">
                  <c:v>24000</c:v>
                </c:pt>
                <c:pt idx="4326">
                  <c:v>24000</c:v>
                </c:pt>
                <c:pt idx="4327">
                  <c:v>24000</c:v>
                </c:pt>
                <c:pt idx="4328">
                  <c:v>24000</c:v>
                </c:pt>
                <c:pt idx="4329">
                  <c:v>25000</c:v>
                </c:pt>
                <c:pt idx="4330">
                  <c:v>25000</c:v>
                </c:pt>
                <c:pt idx="4331">
                  <c:v>25000</c:v>
                </c:pt>
                <c:pt idx="4332">
                  <c:v>25000</c:v>
                </c:pt>
                <c:pt idx="4333">
                  <c:v>25000</c:v>
                </c:pt>
                <c:pt idx="4334">
                  <c:v>25000</c:v>
                </c:pt>
                <c:pt idx="4335">
                  <c:v>25000</c:v>
                </c:pt>
                <c:pt idx="4336">
                  <c:v>25000</c:v>
                </c:pt>
                <c:pt idx="4337">
                  <c:v>25000</c:v>
                </c:pt>
                <c:pt idx="4338">
                  <c:v>25000</c:v>
                </c:pt>
                <c:pt idx="4339">
                  <c:v>25000</c:v>
                </c:pt>
                <c:pt idx="4340">
                  <c:v>25000</c:v>
                </c:pt>
                <c:pt idx="4341">
                  <c:v>25000</c:v>
                </c:pt>
                <c:pt idx="4342">
                  <c:v>25000</c:v>
                </c:pt>
                <c:pt idx="4343">
                  <c:v>25000</c:v>
                </c:pt>
                <c:pt idx="4344">
                  <c:v>25000</c:v>
                </c:pt>
                <c:pt idx="4345">
                  <c:v>25000</c:v>
                </c:pt>
                <c:pt idx="4346">
                  <c:v>25000</c:v>
                </c:pt>
                <c:pt idx="4347">
                  <c:v>25000</c:v>
                </c:pt>
                <c:pt idx="4348">
                  <c:v>25000</c:v>
                </c:pt>
                <c:pt idx="4349">
                  <c:v>25000</c:v>
                </c:pt>
                <c:pt idx="4350">
                  <c:v>25000</c:v>
                </c:pt>
                <c:pt idx="4351">
                  <c:v>25000</c:v>
                </c:pt>
                <c:pt idx="4352">
                  <c:v>25000</c:v>
                </c:pt>
                <c:pt idx="4353">
                  <c:v>25000</c:v>
                </c:pt>
                <c:pt idx="4354">
                  <c:v>25000</c:v>
                </c:pt>
                <c:pt idx="4355">
                  <c:v>25000</c:v>
                </c:pt>
                <c:pt idx="4356">
                  <c:v>25000</c:v>
                </c:pt>
                <c:pt idx="4357">
                  <c:v>25000</c:v>
                </c:pt>
                <c:pt idx="4358">
                  <c:v>25000</c:v>
                </c:pt>
                <c:pt idx="4359">
                  <c:v>25000</c:v>
                </c:pt>
                <c:pt idx="4360">
                  <c:v>25000</c:v>
                </c:pt>
                <c:pt idx="4361">
                  <c:v>25000</c:v>
                </c:pt>
                <c:pt idx="4362">
                  <c:v>25000</c:v>
                </c:pt>
                <c:pt idx="4363">
                  <c:v>25000</c:v>
                </c:pt>
                <c:pt idx="4364">
                  <c:v>24500</c:v>
                </c:pt>
                <c:pt idx="4365">
                  <c:v>24000</c:v>
                </c:pt>
                <c:pt idx="4366">
                  <c:v>24000</c:v>
                </c:pt>
                <c:pt idx="4367">
                  <c:v>24000</c:v>
                </c:pt>
                <c:pt idx="4368">
                  <c:v>24000</c:v>
                </c:pt>
                <c:pt idx="4369">
                  <c:v>24000</c:v>
                </c:pt>
                <c:pt idx="4370">
                  <c:v>24000</c:v>
                </c:pt>
                <c:pt idx="4371">
                  <c:v>24000</c:v>
                </c:pt>
                <c:pt idx="4372">
                  <c:v>24000</c:v>
                </c:pt>
                <c:pt idx="4373">
                  <c:v>24000</c:v>
                </c:pt>
                <c:pt idx="4374">
                  <c:v>24000</c:v>
                </c:pt>
                <c:pt idx="4375">
                  <c:v>24000</c:v>
                </c:pt>
                <c:pt idx="4376">
                  <c:v>24000</c:v>
                </c:pt>
                <c:pt idx="4377">
                  <c:v>24000</c:v>
                </c:pt>
                <c:pt idx="4378">
                  <c:v>24000</c:v>
                </c:pt>
                <c:pt idx="4379">
                  <c:v>24000</c:v>
                </c:pt>
                <c:pt idx="4380">
                  <c:v>24000</c:v>
                </c:pt>
                <c:pt idx="4381">
                  <c:v>24000</c:v>
                </c:pt>
                <c:pt idx="4382">
                  <c:v>24000</c:v>
                </c:pt>
                <c:pt idx="4383">
                  <c:v>24000</c:v>
                </c:pt>
                <c:pt idx="4384">
                  <c:v>24000</c:v>
                </c:pt>
                <c:pt idx="4385">
                  <c:v>24000</c:v>
                </c:pt>
                <c:pt idx="4386">
                  <c:v>24000</c:v>
                </c:pt>
                <c:pt idx="4387">
                  <c:v>24000</c:v>
                </c:pt>
                <c:pt idx="4388">
                  <c:v>24000</c:v>
                </c:pt>
                <c:pt idx="4389">
                  <c:v>24000</c:v>
                </c:pt>
                <c:pt idx="4390">
                  <c:v>24000</c:v>
                </c:pt>
                <c:pt idx="4391">
                  <c:v>24000</c:v>
                </c:pt>
                <c:pt idx="4392">
                  <c:v>24000</c:v>
                </c:pt>
                <c:pt idx="4393">
                  <c:v>24000</c:v>
                </c:pt>
                <c:pt idx="4394">
                  <c:v>24000</c:v>
                </c:pt>
                <c:pt idx="4395">
                  <c:v>24000</c:v>
                </c:pt>
                <c:pt idx="4396">
                  <c:v>24000</c:v>
                </c:pt>
                <c:pt idx="4397">
                  <c:v>24000</c:v>
                </c:pt>
                <c:pt idx="4398">
                  <c:v>24000</c:v>
                </c:pt>
                <c:pt idx="4399">
                  <c:v>24000</c:v>
                </c:pt>
                <c:pt idx="4400">
                  <c:v>24000</c:v>
                </c:pt>
                <c:pt idx="4401">
                  <c:v>24000</c:v>
                </c:pt>
                <c:pt idx="4402">
                  <c:v>24000</c:v>
                </c:pt>
                <c:pt idx="4403">
                  <c:v>24000</c:v>
                </c:pt>
                <c:pt idx="4404">
                  <c:v>24000</c:v>
                </c:pt>
                <c:pt idx="4405">
                  <c:v>24000</c:v>
                </c:pt>
                <c:pt idx="4406">
                  <c:v>24000</c:v>
                </c:pt>
                <c:pt idx="4407">
                  <c:v>24000</c:v>
                </c:pt>
                <c:pt idx="4408">
                  <c:v>24000</c:v>
                </c:pt>
                <c:pt idx="4409">
                  <c:v>24000</c:v>
                </c:pt>
                <c:pt idx="4410">
                  <c:v>24000</c:v>
                </c:pt>
                <c:pt idx="4411">
                  <c:v>24000</c:v>
                </c:pt>
                <c:pt idx="4412">
                  <c:v>24000</c:v>
                </c:pt>
                <c:pt idx="4413">
                  <c:v>24000</c:v>
                </c:pt>
                <c:pt idx="4414">
                  <c:v>24000</c:v>
                </c:pt>
                <c:pt idx="4415">
                  <c:v>24000</c:v>
                </c:pt>
                <c:pt idx="4416">
                  <c:v>24000</c:v>
                </c:pt>
                <c:pt idx="4417">
                  <c:v>24000</c:v>
                </c:pt>
                <c:pt idx="4418">
                  <c:v>24000</c:v>
                </c:pt>
                <c:pt idx="4419">
                  <c:v>24000</c:v>
                </c:pt>
                <c:pt idx="4420">
                  <c:v>24500</c:v>
                </c:pt>
                <c:pt idx="4421">
                  <c:v>24500</c:v>
                </c:pt>
                <c:pt idx="4422">
                  <c:v>24500</c:v>
                </c:pt>
                <c:pt idx="4423">
                  <c:v>24500</c:v>
                </c:pt>
                <c:pt idx="4424">
                  <c:v>24500</c:v>
                </c:pt>
                <c:pt idx="4425">
                  <c:v>24500</c:v>
                </c:pt>
                <c:pt idx="4426">
                  <c:v>24500</c:v>
                </c:pt>
                <c:pt idx="4427">
                  <c:v>24500</c:v>
                </c:pt>
                <c:pt idx="4428">
                  <c:v>24500</c:v>
                </c:pt>
                <c:pt idx="4429">
                  <c:v>24500</c:v>
                </c:pt>
                <c:pt idx="4430">
                  <c:v>24500</c:v>
                </c:pt>
                <c:pt idx="4431">
                  <c:v>24500</c:v>
                </c:pt>
                <c:pt idx="4432">
                  <c:v>24500</c:v>
                </c:pt>
                <c:pt idx="4433">
                  <c:v>24500</c:v>
                </c:pt>
                <c:pt idx="4434">
                  <c:v>24500</c:v>
                </c:pt>
                <c:pt idx="4435">
                  <c:v>24500</c:v>
                </c:pt>
                <c:pt idx="4436">
                  <c:v>24500</c:v>
                </c:pt>
                <c:pt idx="4437">
                  <c:v>24500</c:v>
                </c:pt>
                <c:pt idx="4438">
                  <c:v>24500</c:v>
                </c:pt>
                <c:pt idx="4439">
                  <c:v>24500</c:v>
                </c:pt>
                <c:pt idx="4440">
                  <c:v>24500</c:v>
                </c:pt>
                <c:pt idx="4441">
                  <c:v>24500</c:v>
                </c:pt>
                <c:pt idx="4442">
                  <c:v>24500</c:v>
                </c:pt>
                <c:pt idx="4443">
                  <c:v>24500</c:v>
                </c:pt>
                <c:pt idx="4444">
                  <c:v>24500</c:v>
                </c:pt>
                <c:pt idx="4445">
                  <c:v>24500</c:v>
                </c:pt>
                <c:pt idx="4446">
                  <c:v>24500</c:v>
                </c:pt>
                <c:pt idx="4447">
                  <c:v>24500</c:v>
                </c:pt>
                <c:pt idx="4448">
                  <c:v>24500</c:v>
                </c:pt>
                <c:pt idx="4449">
                  <c:v>24500</c:v>
                </c:pt>
                <c:pt idx="4450">
                  <c:v>24500</c:v>
                </c:pt>
                <c:pt idx="4451">
                  <c:v>24500</c:v>
                </c:pt>
                <c:pt idx="4452">
                  <c:v>24500</c:v>
                </c:pt>
                <c:pt idx="4453">
                  <c:v>24500</c:v>
                </c:pt>
                <c:pt idx="4454">
                  <c:v>24500</c:v>
                </c:pt>
                <c:pt idx="4455">
                  <c:v>24500</c:v>
                </c:pt>
                <c:pt idx="4456">
                  <c:v>24500</c:v>
                </c:pt>
                <c:pt idx="4457">
                  <c:v>24500</c:v>
                </c:pt>
                <c:pt idx="4458">
                  <c:v>24500</c:v>
                </c:pt>
                <c:pt idx="4459">
                  <c:v>24500</c:v>
                </c:pt>
                <c:pt idx="4460">
                  <c:v>24500</c:v>
                </c:pt>
                <c:pt idx="4461">
                  <c:v>24500</c:v>
                </c:pt>
                <c:pt idx="4462">
                  <c:v>24500</c:v>
                </c:pt>
                <c:pt idx="4463">
                  <c:v>24500</c:v>
                </c:pt>
                <c:pt idx="4464">
                  <c:v>24500</c:v>
                </c:pt>
                <c:pt idx="4465">
                  <c:v>24500</c:v>
                </c:pt>
                <c:pt idx="4466">
                  <c:v>24500</c:v>
                </c:pt>
                <c:pt idx="4467">
                  <c:v>24500</c:v>
                </c:pt>
                <c:pt idx="4468">
                  <c:v>24500</c:v>
                </c:pt>
                <c:pt idx="4469">
                  <c:v>24500</c:v>
                </c:pt>
                <c:pt idx="4470">
                  <c:v>24500</c:v>
                </c:pt>
                <c:pt idx="4471">
                  <c:v>24500</c:v>
                </c:pt>
                <c:pt idx="4472">
                  <c:v>24500</c:v>
                </c:pt>
                <c:pt idx="4473">
                  <c:v>24500</c:v>
                </c:pt>
                <c:pt idx="4474">
                  <c:v>24500</c:v>
                </c:pt>
                <c:pt idx="4475">
                  <c:v>24500</c:v>
                </c:pt>
                <c:pt idx="4476">
                  <c:v>24500</c:v>
                </c:pt>
                <c:pt idx="4477">
                  <c:v>24500</c:v>
                </c:pt>
                <c:pt idx="4478">
                  <c:v>24500</c:v>
                </c:pt>
                <c:pt idx="4479">
                  <c:v>21500</c:v>
                </c:pt>
                <c:pt idx="4480">
                  <c:v>21500</c:v>
                </c:pt>
                <c:pt idx="4481">
                  <c:v>21500</c:v>
                </c:pt>
                <c:pt idx="4482">
                  <c:v>21500</c:v>
                </c:pt>
                <c:pt idx="4483">
                  <c:v>21500</c:v>
                </c:pt>
                <c:pt idx="4484">
                  <c:v>21500</c:v>
                </c:pt>
                <c:pt idx="4485">
                  <c:v>21000</c:v>
                </c:pt>
                <c:pt idx="4486">
                  <c:v>21000</c:v>
                </c:pt>
                <c:pt idx="4487">
                  <c:v>20200</c:v>
                </c:pt>
                <c:pt idx="4488">
                  <c:v>20200</c:v>
                </c:pt>
                <c:pt idx="4489">
                  <c:v>20200</c:v>
                </c:pt>
                <c:pt idx="4490">
                  <c:v>20200</c:v>
                </c:pt>
                <c:pt idx="4491">
                  <c:v>20200</c:v>
                </c:pt>
                <c:pt idx="4492">
                  <c:v>20200</c:v>
                </c:pt>
                <c:pt idx="4493">
                  <c:v>20200</c:v>
                </c:pt>
                <c:pt idx="4494">
                  <c:v>20200</c:v>
                </c:pt>
                <c:pt idx="4495">
                  <c:v>20200</c:v>
                </c:pt>
                <c:pt idx="4496">
                  <c:v>20200</c:v>
                </c:pt>
                <c:pt idx="4497">
                  <c:v>20000</c:v>
                </c:pt>
                <c:pt idx="4498">
                  <c:v>20000</c:v>
                </c:pt>
                <c:pt idx="4499">
                  <c:v>20000</c:v>
                </c:pt>
                <c:pt idx="4500">
                  <c:v>20000</c:v>
                </c:pt>
                <c:pt idx="4501">
                  <c:v>20000</c:v>
                </c:pt>
                <c:pt idx="4502">
                  <c:v>20000</c:v>
                </c:pt>
                <c:pt idx="4503">
                  <c:v>20000</c:v>
                </c:pt>
                <c:pt idx="4504">
                  <c:v>20000</c:v>
                </c:pt>
                <c:pt idx="4505">
                  <c:v>20000</c:v>
                </c:pt>
                <c:pt idx="4506">
                  <c:v>20000</c:v>
                </c:pt>
                <c:pt idx="4507">
                  <c:v>20000</c:v>
                </c:pt>
                <c:pt idx="4508">
                  <c:v>20000</c:v>
                </c:pt>
                <c:pt idx="4509">
                  <c:v>20000</c:v>
                </c:pt>
                <c:pt idx="4510">
                  <c:v>20000</c:v>
                </c:pt>
                <c:pt idx="4511">
                  <c:v>20000</c:v>
                </c:pt>
                <c:pt idx="4512">
                  <c:v>20000</c:v>
                </c:pt>
                <c:pt idx="4513">
                  <c:v>20000</c:v>
                </c:pt>
                <c:pt idx="4514">
                  <c:v>20000</c:v>
                </c:pt>
                <c:pt idx="4515">
                  <c:v>20000</c:v>
                </c:pt>
                <c:pt idx="4516">
                  <c:v>20000</c:v>
                </c:pt>
                <c:pt idx="4517">
                  <c:v>20000</c:v>
                </c:pt>
                <c:pt idx="4518">
                  <c:v>20000</c:v>
                </c:pt>
                <c:pt idx="4519">
                  <c:v>20000</c:v>
                </c:pt>
                <c:pt idx="4520">
                  <c:v>20000</c:v>
                </c:pt>
                <c:pt idx="4521">
                  <c:v>20000</c:v>
                </c:pt>
                <c:pt idx="4522">
                  <c:v>20000</c:v>
                </c:pt>
                <c:pt idx="4523">
                  <c:v>20000</c:v>
                </c:pt>
                <c:pt idx="4524">
                  <c:v>21000</c:v>
                </c:pt>
                <c:pt idx="4525">
                  <c:v>21000</c:v>
                </c:pt>
                <c:pt idx="4526">
                  <c:v>21000</c:v>
                </c:pt>
                <c:pt idx="4527">
                  <c:v>21000</c:v>
                </c:pt>
                <c:pt idx="4528">
                  <c:v>21000</c:v>
                </c:pt>
                <c:pt idx="4529">
                  <c:v>21000</c:v>
                </c:pt>
                <c:pt idx="4530">
                  <c:v>21000</c:v>
                </c:pt>
                <c:pt idx="4531">
                  <c:v>21000</c:v>
                </c:pt>
                <c:pt idx="4532">
                  <c:v>21000</c:v>
                </c:pt>
                <c:pt idx="4533">
                  <c:v>21000</c:v>
                </c:pt>
                <c:pt idx="4534">
                  <c:v>21000</c:v>
                </c:pt>
                <c:pt idx="4535">
                  <c:v>21000</c:v>
                </c:pt>
                <c:pt idx="4536">
                  <c:v>21000</c:v>
                </c:pt>
                <c:pt idx="4537">
                  <c:v>21000</c:v>
                </c:pt>
                <c:pt idx="4538">
                  <c:v>21000</c:v>
                </c:pt>
                <c:pt idx="4539">
                  <c:v>21000</c:v>
                </c:pt>
                <c:pt idx="4540">
                  <c:v>21000</c:v>
                </c:pt>
                <c:pt idx="4541">
                  <c:v>21000</c:v>
                </c:pt>
                <c:pt idx="4542">
                  <c:v>21000</c:v>
                </c:pt>
                <c:pt idx="4543">
                  <c:v>21000</c:v>
                </c:pt>
                <c:pt idx="4544">
                  <c:v>21000</c:v>
                </c:pt>
                <c:pt idx="4545">
                  <c:v>21000</c:v>
                </c:pt>
                <c:pt idx="4546">
                  <c:v>21000</c:v>
                </c:pt>
                <c:pt idx="4547">
                  <c:v>21000</c:v>
                </c:pt>
                <c:pt idx="4548">
                  <c:v>21000</c:v>
                </c:pt>
                <c:pt idx="4549">
                  <c:v>21000</c:v>
                </c:pt>
                <c:pt idx="4550">
                  <c:v>21000</c:v>
                </c:pt>
                <c:pt idx="4551">
                  <c:v>21000</c:v>
                </c:pt>
                <c:pt idx="4552">
                  <c:v>21000</c:v>
                </c:pt>
                <c:pt idx="4553">
                  <c:v>21000</c:v>
                </c:pt>
                <c:pt idx="4554">
                  <c:v>21000</c:v>
                </c:pt>
                <c:pt idx="4555">
                  <c:v>21000</c:v>
                </c:pt>
                <c:pt idx="4556">
                  <c:v>21000</c:v>
                </c:pt>
                <c:pt idx="4557">
                  <c:v>21000</c:v>
                </c:pt>
                <c:pt idx="4558">
                  <c:v>21000</c:v>
                </c:pt>
                <c:pt idx="4559">
                  <c:v>21000</c:v>
                </c:pt>
                <c:pt idx="4560">
                  <c:v>21000</c:v>
                </c:pt>
                <c:pt idx="4561">
                  <c:v>21000</c:v>
                </c:pt>
                <c:pt idx="4562">
                  <c:v>21000</c:v>
                </c:pt>
                <c:pt idx="4563">
                  <c:v>21000</c:v>
                </c:pt>
                <c:pt idx="4564">
                  <c:v>21000</c:v>
                </c:pt>
                <c:pt idx="4565">
                  <c:v>21000</c:v>
                </c:pt>
                <c:pt idx="4566">
                  <c:v>21000</c:v>
                </c:pt>
                <c:pt idx="4567">
                  <c:v>21000</c:v>
                </c:pt>
                <c:pt idx="4568">
                  <c:v>21000</c:v>
                </c:pt>
                <c:pt idx="4569">
                  <c:v>21000</c:v>
                </c:pt>
                <c:pt idx="4570">
                  <c:v>21000</c:v>
                </c:pt>
                <c:pt idx="4571">
                  <c:v>21000</c:v>
                </c:pt>
                <c:pt idx="4572">
                  <c:v>21000</c:v>
                </c:pt>
                <c:pt idx="4573">
                  <c:v>21000</c:v>
                </c:pt>
                <c:pt idx="4574">
                  <c:v>21000</c:v>
                </c:pt>
                <c:pt idx="4575">
                  <c:v>21000</c:v>
                </c:pt>
                <c:pt idx="4576">
                  <c:v>21000</c:v>
                </c:pt>
                <c:pt idx="4577">
                  <c:v>21000</c:v>
                </c:pt>
                <c:pt idx="4578">
                  <c:v>21000</c:v>
                </c:pt>
                <c:pt idx="4579">
                  <c:v>21000</c:v>
                </c:pt>
                <c:pt idx="4580">
                  <c:v>21000</c:v>
                </c:pt>
                <c:pt idx="4581">
                  <c:v>21000</c:v>
                </c:pt>
                <c:pt idx="4582">
                  <c:v>21000</c:v>
                </c:pt>
                <c:pt idx="4583">
                  <c:v>21500</c:v>
                </c:pt>
                <c:pt idx="4584">
                  <c:v>21500</c:v>
                </c:pt>
                <c:pt idx="4585">
                  <c:v>21500</c:v>
                </c:pt>
                <c:pt idx="4586">
                  <c:v>21500</c:v>
                </c:pt>
                <c:pt idx="4587">
                  <c:v>21500</c:v>
                </c:pt>
                <c:pt idx="4588">
                  <c:v>21500</c:v>
                </c:pt>
                <c:pt idx="4589">
                  <c:v>21500</c:v>
                </c:pt>
                <c:pt idx="4590">
                  <c:v>21500</c:v>
                </c:pt>
                <c:pt idx="4591">
                  <c:v>21500</c:v>
                </c:pt>
                <c:pt idx="4592">
                  <c:v>21500</c:v>
                </c:pt>
                <c:pt idx="4593">
                  <c:v>21500</c:v>
                </c:pt>
                <c:pt idx="4594">
                  <c:v>21500</c:v>
                </c:pt>
                <c:pt idx="4595">
                  <c:v>21500</c:v>
                </c:pt>
                <c:pt idx="4596">
                  <c:v>21500</c:v>
                </c:pt>
                <c:pt idx="4597">
                  <c:v>21500</c:v>
                </c:pt>
                <c:pt idx="4598">
                  <c:v>21500</c:v>
                </c:pt>
                <c:pt idx="4599">
                  <c:v>21500</c:v>
                </c:pt>
                <c:pt idx="4600">
                  <c:v>21500</c:v>
                </c:pt>
                <c:pt idx="4601">
                  <c:v>21500</c:v>
                </c:pt>
                <c:pt idx="4602">
                  <c:v>21500</c:v>
                </c:pt>
                <c:pt idx="4603">
                  <c:v>21500</c:v>
                </c:pt>
                <c:pt idx="4604">
                  <c:v>21500</c:v>
                </c:pt>
                <c:pt idx="4605">
                  <c:v>21500</c:v>
                </c:pt>
                <c:pt idx="4606">
                  <c:v>21500</c:v>
                </c:pt>
                <c:pt idx="4607">
                  <c:v>21500</c:v>
                </c:pt>
                <c:pt idx="4608">
                  <c:v>21500</c:v>
                </c:pt>
                <c:pt idx="4609">
                  <c:v>21500</c:v>
                </c:pt>
                <c:pt idx="4610">
                  <c:v>21500</c:v>
                </c:pt>
                <c:pt idx="4611">
                  <c:v>21500</c:v>
                </c:pt>
                <c:pt idx="4612">
                  <c:v>21500</c:v>
                </c:pt>
                <c:pt idx="4613">
                  <c:v>21500</c:v>
                </c:pt>
                <c:pt idx="4614">
                  <c:v>21500</c:v>
                </c:pt>
                <c:pt idx="4615">
                  <c:v>21500</c:v>
                </c:pt>
                <c:pt idx="4616">
                  <c:v>21500</c:v>
                </c:pt>
                <c:pt idx="4617">
                  <c:v>21500</c:v>
                </c:pt>
                <c:pt idx="4618">
                  <c:v>21500</c:v>
                </c:pt>
                <c:pt idx="4619">
                  <c:v>21500</c:v>
                </c:pt>
                <c:pt idx="4620">
                  <c:v>21500</c:v>
                </c:pt>
                <c:pt idx="4621">
                  <c:v>21500</c:v>
                </c:pt>
                <c:pt idx="4622">
                  <c:v>21500</c:v>
                </c:pt>
                <c:pt idx="4623">
                  <c:v>21500</c:v>
                </c:pt>
                <c:pt idx="4624">
                  <c:v>19000</c:v>
                </c:pt>
                <c:pt idx="4625">
                  <c:v>19000</c:v>
                </c:pt>
                <c:pt idx="4626">
                  <c:v>19000</c:v>
                </c:pt>
                <c:pt idx="4627">
                  <c:v>19500</c:v>
                </c:pt>
                <c:pt idx="4628">
                  <c:v>19500</c:v>
                </c:pt>
                <c:pt idx="4629">
                  <c:v>19500</c:v>
                </c:pt>
                <c:pt idx="4630">
                  <c:v>19500</c:v>
                </c:pt>
                <c:pt idx="4631">
                  <c:v>19500</c:v>
                </c:pt>
                <c:pt idx="4632">
                  <c:v>20000</c:v>
                </c:pt>
                <c:pt idx="4633">
                  <c:v>20000</c:v>
                </c:pt>
                <c:pt idx="4634">
                  <c:v>20000</c:v>
                </c:pt>
                <c:pt idx="4635">
                  <c:v>20000</c:v>
                </c:pt>
                <c:pt idx="4636">
                  <c:v>20000</c:v>
                </c:pt>
                <c:pt idx="4637">
                  <c:v>20000</c:v>
                </c:pt>
                <c:pt idx="4638">
                  <c:v>20000</c:v>
                </c:pt>
                <c:pt idx="4639">
                  <c:v>20000</c:v>
                </c:pt>
                <c:pt idx="4640">
                  <c:v>20000</c:v>
                </c:pt>
                <c:pt idx="4641">
                  <c:v>20000</c:v>
                </c:pt>
                <c:pt idx="4642">
                  <c:v>20000</c:v>
                </c:pt>
                <c:pt idx="4643">
                  <c:v>20000</c:v>
                </c:pt>
                <c:pt idx="4644">
                  <c:v>20000</c:v>
                </c:pt>
                <c:pt idx="4645">
                  <c:v>20000</c:v>
                </c:pt>
                <c:pt idx="4646">
                  <c:v>20000</c:v>
                </c:pt>
                <c:pt idx="4647">
                  <c:v>20000</c:v>
                </c:pt>
                <c:pt idx="4648">
                  <c:v>20000</c:v>
                </c:pt>
                <c:pt idx="4649">
                  <c:v>20000</c:v>
                </c:pt>
                <c:pt idx="4650">
                  <c:v>20000</c:v>
                </c:pt>
                <c:pt idx="4651">
                  <c:v>20000</c:v>
                </c:pt>
                <c:pt idx="4652">
                  <c:v>20000</c:v>
                </c:pt>
                <c:pt idx="4653">
                  <c:v>20000</c:v>
                </c:pt>
                <c:pt idx="4654">
                  <c:v>21000</c:v>
                </c:pt>
                <c:pt idx="4655">
                  <c:v>21000</c:v>
                </c:pt>
                <c:pt idx="4656">
                  <c:v>21000</c:v>
                </c:pt>
                <c:pt idx="4657">
                  <c:v>21000</c:v>
                </c:pt>
                <c:pt idx="4658">
                  <c:v>21000</c:v>
                </c:pt>
                <c:pt idx="4659">
                  <c:v>21000</c:v>
                </c:pt>
                <c:pt idx="4660">
                  <c:v>21000</c:v>
                </c:pt>
                <c:pt idx="4661">
                  <c:v>21000</c:v>
                </c:pt>
                <c:pt idx="4662">
                  <c:v>21000</c:v>
                </c:pt>
                <c:pt idx="4663">
                  <c:v>21000</c:v>
                </c:pt>
                <c:pt idx="4664">
                  <c:v>21000</c:v>
                </c:pt>
                <c:pt idx="4665">
                  <c:v>21000</c:v>
                </c:pt>
                <c:pt idx="4666">
                  <c:v>21000</c:v>
                </c:pt>
                <c:pt idx="4667">
                  <c:v>21000</c:v>
                </c:pt>
                <c:pt idx="4668">
                  <c:v>21000</c:v>
                </c:pt>
                <c:pt idx="4669">
                  <c:v>21000</c:v>
                </c:pt>
                <c:pt idx="4670">
                  <c:v>21000</c:v>
                </c:pt>
                <c:pt idx="4671">
                  <c:v>21000</c:v>
                </c:pt>
                <c:pt idx="4672">
                  <c:v>21000</c:v>
                </c:pt>
                <c:pt idx="4673">
                  <c:v>21000</c:v>
                </c:pt>
                <c:pt idx="4674">
                  <c:v>21000</c:v>
                </c:pt>
                <c:pt idx="4675">
                  <c:v>21000</c:v>
                </c:pt>
                <c:pt idx="4676">
                  <c:v>21000</c:v>
                </c:pt>
                <c:pt idx="4677">
                  <c:v>21000</c:v>
                </c:pt>
                <c:pt idx="4678">
                  <c:v>21000</c:v>
                </c:pt>
                <c:pt idx="4679">
                  <c:v>21000</c:v>
                </c:pt>
                <c:pt idx="4680">
                  <c:v>20300</c:v>
                </c:pt>
                <c:pt idx="4681">
                  <c:v>20300</c:v>
                </c:pt>
                <c:pt idx="4682">
                  <c:v>20300</c:v>
                </c:pt>
                <c:pt idx="4683">
                  <c:v>20300</c:v>
                </c:pt>
                <c:pt idx="4684">
                  <c:v>20300</c:v>
                </c:pt>
                <c:pt idx="4685">
                  <c:v>20300</c:v>
                </c:pt>
                <c:pt idx="4686">
                  <c:v>20300</c:v>
                </c:pt>
                <c:pt idx="4687">
                  <c:v>20300</c:v>
                </c:pt>
                <c:pt idx="4688">
                  <c:v>20300</c:v>
                </c:pt>
                <c:pt idx="4689">
                  <c:v>20000</c:v>
                </c:pt>
                <c:pt idx="4690">
                  <c:v>20000</c:v>
                </c:pt>
                <c:pt idx="4691">
                  <c:v>20000</c:v>
                </c:pt>
                <c:pt idx="4692">
                  <c:v>20000</c:v>
                </c:pt>
                <c:pt idx="4693">
                  <c:v>18000</c:v>
                </c:pt>
                <c:pt idx="4694">
                  <c:v>18000</c:v>
                </c:pt>
                <c:pt idx="4695">
                  <c:v>18000</c:v>
                </c:pt>
                <c:pt idx="4696">
                  <c:v>18000</c:v>
                </c:pt>
                <c:pt idx="4697">
                  <c:v>18000</c:v>
                </c:pt>
                <c:pt idx="4698">
                  <c:v>18000</c:v>
                </c:pt>
                <c:pt idx="4699">
                  <c:v>18000</c:v>
                </c:pt>
                <c:pt idx="4700">
                  <c:v>18000</c:v>
                </c:pt>
                <c:pt idx="4701">
                  <c:v>20000</c:v>
                </c:pt>
                <c:pt idx="4702">
                  <c:v>20000</c:v>
                </c:pt>
                <c:pt idx="4703">
                  <c:v>20300</c:v>
                </c:pt>
                <c:pt idx="4704">
                  <c:v>20500</c:v>
                </c:pt>
                <c:pt idx="4705">
                  <c:v>20500</c:v>
                </c:pt>
                <c:pt idx="4706">
                  <c:v>20500</c:v>
                </c:pt>
                <c:pt idx="4707">
                  <c:v>20500</c:v>
                </c:pt>
                <c:pt idx="4708">
                  <c:v>20500</c:v>
                </c:pt>
                <c:pt idx="4709">
                  <c:v>21000</c:v>
                </c:pt>
                <c:pt idx="4710">
                  <c:v>21000</c:v>
                </c:pt>
                <c:pt idx="4711">
                  <c:v>21000</c:v>
                </c:pt>
                <c:pt idx="4712">
                  <c:v>21000</c:v>
                </c:pt>
                <c:pt idx="4713">
                  <c:v>21000</c:v>
                </c:pt>
                <c:pt idx="4714">
                  <c:v>21000</c:v>
                </c:pt>
                <c:pt idx="4715">
                  <c:v>25500</c:v>
                </c:pt>
                <c:pt idx="4716">
                  <c:v>25500</c:v>
                </c:pt>
                <c:pt idx="4717">
                  <c:v>25500</c:v>
                </c:pt>
                <c:pt idx="4718">
                  <c:v>25500</c:v>
                </c:pt>
                <c:pt idx="4719">
                  <c:v>25500</c:v>
                </c:pt>
                <c:pt idx="4720">
                  <c:v>25500</c:v>
                </c:pt>
                <c:pt idx="4721">
                  <c:v>25500</c:v>
                </c:pt>
                <c:pt idx="4722">
                  <c:v>25500</c:v>
                </c:pt>
                <c:pt idx="4723">
                  <c:v>25500</c:v>
                </c:pt>
                <c:pt idx="4724">
                  <c:v>25500</c:v>
                </c:pt>
                <c:pt idx="4725">
                  <c:v>25500</c:v>
                </c:pt>
                <c:pt idx="4726">
                  <c:v>25500</c:v>
                </c:pt>
                <c:pt idx="4727">
                  <c:v>25500</c:v>
                </c:pt>
                <c:pt idx="4728">
                  <c:v>25500</c:v>
                </c:pt>
                <c:pt idx="4729">
                  <c:v>25500</c:v>
                </c:pt>
                <c:pt idx="4730">
                  <c:v>25500</c:v>
                </c:pt>
                <c:pt idx="4731">
                  <c:v>25500</c:v>
                </c:pt>
                <c:pt idx="4732">
                  <c:v>25500</c:v>
                </c:pt>
                <c:pt idx="4733">
                  <c:v>25500</c:v>
                </c:pt>
                <c:pt idx="4734">
                  <c:v>25500</c:v>
                </c:pt>
                <c:pt idx="4735">
                  <c:v>25500</c:v>
                </c:pt>
                <c:pt idx="4736">
                  <c:v>25500</c:v>
                </c:pt>
                <c:pt idx="4737">
                  <c:v>25500</c:v>
                </c:pt>
                <c:pt idx="4738">
                  <c:v>25500</c:v>
                </c:pt>
                <c:pt idx="4739">
                  <c:v>25500</c:v>
                </c:pt>
                <c:pt idx="4740">
                  <c:v>25500</c:v>
                </c:pt>
                <c:pt idx="4741">
                  <c:v>25500</c:v>
                </c:pt>
                <c:pt idx="4742">
                  <c:v>25500</c:v>
                </c:pt>
                <c:pt idx="4743">
                  <c:v>25500</c:v>
                </c:pt>
                <c:pt idx="4744">
                  <c:v>25500</c:v>
                </c:pt>
                <c:pt idx="4745">
                  <c:v>25500</c:v>
                </c:pt>
                <c:pt idx="4746">
                  <c:v>25500</c:v>
                </c:pt>
                <c:pt idx="4747">
                  <c:v>25500</c:v>
                </c:pt>
                <c:pt idx="4748">
                  <c:v>25500</c:v>
                </c:pt>
                <c:pt idx="4749">
                  <c:v>25500</c:v>
                </c:pt>
                <c:pt idx="4750">
                  <c:v>25500</c:v>
                </c:pt>
                <c:pt idx="4751">
                  <c:v>25500</c:v>
                </c:pt>
                <c:pt idx="4752">
                  <c:v>25500</c:v>
                </c:pt>
                <c:pt idx="4753">
                  <c:v>25500</c:v>
                </c:pt>
                <c:pt idx="4754">
                  <c:v>25500</c:v>
                </c:pt>
                <c:pt idx="4755">
                  <c:v>25500</c:v>
                </c:pt>
                <c:pt idx="4756">
                  <c:v>25500</c:v>
                </c:pt>
                <c:pt idx="4757">
                  <c:v>25500</c:v>
                </c:pt>
                <c:pt idx="4758">
                  <c:v>25500</c:v>
                </c:pt>
                <c:pt idx="4759">
                  <c:v>25500</c:v>
                </c:pt>
                <c:pt idx="4760">
                  <c:v>25500</c:v>
                </c:pt>
                <c:pt idx="4761">
                  <c:v>25500</c:v>
                </c:pt>
                <c:pt idx="4762">
                  <c:v>25500</c:v>
                </c:pt>
                <c:pt idx="4763">
                  <c:v>25500</c:v>
                </c:pt>
                <c:pt idx="4764">
                  <c:v>25500</c:v>
                </c:pt>
                <c:pt idx="4765">
                  <c:v>25500</c:v>
                </c:pt>
                <c:pt idx="4766">
                  <c:v>25500</c:v>
                </c:pt>
                <c:pt idx="4767">
                  <c:v>25500</c:v>
                </c:pt>
                <c:pt idx="4768">
                  <c:v>25500</c:v>
                </c:pt>
                <c:pt idx="4769">
                  <c:v>25500</c:v>
                </c:pt>
                <c:pt idx="4770">
                  <c:v>25500</c:v>
                </c:pt>
                <c:pt idx="4771">
                  <c:v>25500</c:v>
                </c:pt>
                <c:pt idx="4772">
                  <c:v>25500</c:v>
                </c:pt>
                <c:pt idx="4773">
                  <c:v>25500</c:v>
                </c:pt>
                <c:pt idx="4774">
                  <c:v>25500</c:v>
                </c:pt>
                <c:pt idx="4775">
                  <c:v>25500</c:v>
                </c:pt>
                <c:pt idx="4776">
                  <c:v>25500</c:v>
                </c:pt>
                <c:pt idx="4777">
                  <c:v>25500</c:v>
                </c:pt>
                <c:pt idx="4778">
                  <c:v>25500</c:v>
                </c:pt>
                <c:pt idx="4779">
                  <c:v>25500</c:v>
                </c:pt>
                <c:pt idx="4780">
                  <c:v>25500</c:v>
                </c:pt>
                <c:pt idx="4781">
                  <c:v>25500</c:v>
                </c:pt>
                <c:pt idx="4782">
                  <c:v>25500</c:v>
                </c:pt>
                <c:pt idx="4783">
                  <c:v>25500</c:v>
                </c:pt>
                <c:pt idx="4784">
                  <c:v>25500</c:v>
                </c:pt>
                <c:pt idx="4785">
                  <c:v>25500</c:v>
                </c:pt>
                <c:pt idx="4786">
                  <c:v>25500</c:v>
                </c:pt>
                <c:pt idx="4787">
                  <c:v>25500</c:v>
                </c:pt>
                <c:pt idx="4788">
                  <c:v>25500</c:v>
                </c:pt>
                <c:pt idx="4789">
                  <c:v>25500</c:v>
                </c:pt>
                <c:pt idx="4790">
                  <c:v>25500</c:v>
                </c:pt>
                <c:pt idx="4791">
                  <c:v>25500</c:v>
                </c:pt>
                <c:pt idx="4792">
                  <c:v>25500</c:v>
                </c:pt>
                <c:pt idx="4793">
                  <c:v>25500</c:v>
                </c:pt>
                <c:pt idx="4794">
                  <c:v>25500</c:v>
                </c:pt>
                <c:pt idx="4795">
                  <c:v>25500</c:v>
                </c:pt>
                <c:pt idx="4796">
                  <c:v>25500</c:v>
                </c:pt>
                <c:pt idx="4797">
                  <c:v>25500</c:v>
                </c:pt>
                <c:pt idx="4798">
                  <c:v>25500</c:v>
                </c:pt>
                <c:pt idx="4799">
                  <c:v>25500</c:v>
                </c:pt>
                <c:pt idx="4800">
                  <c:v>25500</c:v>
                </c:pt>
                <c:pt idx="4801">
                  <c:v>25000</c:v>
                </c:pt>
                <c:pt idx="4802">
                  <c:v>25000</c:v>
                </c:pt>
                <c:pt idx="4803">
                  <c:v>25000</c:v>
                </c:pt>
                <c:pt idx="4804">
                  <c:v>25000</c:v>
                </c:pt>
                <c:pt idx="4805">
                  <c:v>25000</c:v>
                </c:pt>
                <c:pt idx="4806">
                  <c:v>25000</c:v>
                </c:pt>
                <c:pt idx="4807">
                  <c:v>25000</c:v>
                </c:pt>
                <c:pt idx="4808">
                  <c:v>25000</c:v>
                </c:pt>
                <c:pt idx="4809">
                  <c:v>25000</c:v>
                </c:pt>
                <c:pt idx="4810">
                  <c:v>25000</c:v>
                </c:pt>
                <c:pt idx="4811">
                  <c:v>25000</c:v>
                </c:pt>
                <c:pt idx="4812">
                  <c:v>25000</c:v>
                </c:pt>
                <c:pt idx="4813">
                  <c:v>25000</c:v>
                </c:pt>
                <c:pt idx="4814">
                  <c:v>23500</c:v>
                </c:pt>
                <c:pt idx="4815">
                  <c:v>23500</c:v>
                </c:pt>
                <c:pt idx="4816">
                  <c:v>23500</c:v>
                </c:pt>
                <c:pt idx="4817">
                  <c:v>23500</c:v>
                </c:pt>
                <c:pt idx="4818">
                  <c:v>23500</c:v>
                </c:pt>
                <c:pt idx="4819">
                  <c:v>23000</c:v>
                </c:pt>
                <c:pt idx="4820">
                  <c:v>23000</c:v>
                </c:pt>
                <c:pt idx="4821">
                  <c:v>23000</c:v>
                </c:pt>
                <c:pt idx="4822">
                  <c:v>23000</c:v>
                </c:pt>
                <c:pt idx="4823">
                  <c:v>23000</c:v>
                </c:pt>
                <c:pt idx="4824">
                  <c:v>23000</c:v>
                </c:pt>
                <c:pt idx="4825">
                  <c:v>23000</c:v>
                </c:pt>
                <c:pt idx="4826">
                  <c:v>23000</c:v>
                </c:pt>
                <c:pt idx="4827">
                  <c:v>22000</c:v>
                </c:pt>
                <c:pt idx="4828">
                  <c:v>22000</c:v>
                </c:pt>
                <c:pt idx="4829">
                  <c:v>22000</c:v>
                </c:pt>
                <c:pt idx="4830">
                  <c:v>21000</c:v>
                </c:pt>
                <c:pt idx="4831">
                  <c:v>21000</c:v>
                </c:pt>
                <c:pt idx="4832">
                  <c:v>21000</c:v>
                </c:pt>
                <c:pt idx="4833">
                  <c:v>21000</c:v>
                </c:pt>
                <c:pt idx="4834">
                  <c:v>21000</c:v>
                </c:pt>
                <c:pt idx="4835">
                  <c:v>21000</c:v>
                </c:pt>
                <c:pt idx="4836">
                  <c:v>21000</c:v>
                </c:pt>
                <c:pt idx="4837">
                  <c:v>21000</c:v>
                </c:pt>
                <c:pt idx="4838">
                  <c:v>21000</c:v>
                </c:pt>
                <c:pt idx="4839">
                  <c:v>21000</c:v>
                </c:pt>
                <c:pt idx="4840">
                  <c:v>21000</c:v>
                </c:pt>
                <c:pt idx="4841">
                  <c:v>21000</c:v>
                </c:pt>
                <c:pt idx="4842">
                  <c:v>21000</c:v>
                </c:pt>
                <c:pt idx="4843">
                  <c:v>21000</c:v>
                </c:pt>
                <c:pt idx="4844">
                  <c:v>21000</c:v>
                </c:pt>
                <c:pt idx="4845">
                  <c:v>21000</c:v>
                </c:pt>
                <c:pt idx="4846">
                  <c:v>21000</c:v>
                </c:pt>
                <c:pt idx="4847">
                  <c:v>21000</c:v>
                </c:pt>
                <c:pt idx="4848">
                  <c:v>21000</c:v>
                </c:pt>
                <c:pt idx="4849">
                  <c:v>21000</c:v>
                </c:pt>
                <c:pt idx="4850">
                  <c:v>21000</c:v>
                </c:pt>
                <c:pt idx="4851">
                  <c:v>21000</c:v>
                </c:pt>
                <c:pt idx="4852">
                  <c:v>21000</c:v>
                </c:pt>
                <c:pt idx="4853">
                  <c:v>21000</c:v>
                </c:pt>
                <c:pt idx="4854">
                  <c:v>21000</c:v>
                </c:pt>
                <c:pt idx="4855">
                  <c:v>21000</c:v>
                </c:pt>
                <c:pt idx="4856">
                  <c:v>21000</c:v>
                </c:pt>
                <c:pt idx="4857">
                  <c:v>21000</c:v>
                </c:pt>
                <c:pt idx="4858">
                  <c:v>21000</c:v>
                </c:pt>
                <c:pt idx="4859">
                  <c:v>21000</c:v>
                </c:pt>
                <c:pt idx="4860">
                  <c:v>21000</c:v>
                </c:pt>
                <c:pt idx="4861">
                  <c:v>21000</c:v>
                </c:pt>
                <c:pt idx="4862">
                  <c:v>21000</c:v>
                </c:pt>
                <c:pt idx="4863">
                  <c:v>21000</c:v>
                </c:pt>
                <c:pt idx="4864">
                  <c:v>21000</c:v>
                </c:pt>
                <c:pt idx="4865">
                  <c:v>21000</c:v>
                </c:pt>
                <c:pt idx="4866">
                  <c:v>21000</c:v>
                </c:pt>
                <c:pt idx="4867">
                  <c:v>21000</c:v>
                </c:pt>
                <c:pt idx="4868">
                  <c:v>21500</c:v>
                </c:pt>
                <c:pt idx="4869">
                  <c:v>21500</c:v>
                </c:pt>
                <c:pt idx="4870">
                  <c:v>21500</c:v>
                </c:pt>
                <c:pt idx="4871">
                  <c:v>21500</c:v>
                </c:pt>
                <c:pt idx="4872">
                  <c:v>21500</c:v>
                </c:pt>
                <c:pt idx="4873">
                  <c:v>21500</c:v>
                </c:pt>
                <c:pt idx="4874">
                  <c:v>21500</c:v>
                </c:pt>
                <c:pt idx="4875">
                  <c:v>22000</c:v>
                </c:pt>
                <c:pt idx="4876">
                  <c:v>22000</c:v>
                </c:pt>
                <c:pt idx="4877">
                  <c:v>22000</c:v>
                </c:pt>
                <c:pt idx="4878">
                  <c:v>22000</c:v>
                </c:pt>
                <c:pt idx="4879">
                  <c:v>22000</c:v>
                </c:pt>
                <c:pt idx="4880">
                  <c:v>22000</c:v>
                </c:pt>
                <c:pt idx="4881">
                  <c:v>22000</c:v>
                </c:pt>
                <c:pt idx="4882">
                  <c:v>22000</c:v>
                </c:pt>
                <c:pt idx="4883">
                  <c:v>22000</c:v>
                </c:pt>
                <c:pt idx="4884">
                  <c:v>22000</c:v>
                </c:pt>
                <c:pt idx="4885">
                  <c:v>22000</c:v>
                </c:pt>
                <c:pt idx="4886">
                  <c:v>22000</c:v>
                </c:pt>
                <c:pt idx="4887">
                  <c:v>22000</c:v>
                </c:pt>
                <c:pt idx="4888">
                  <c:v>22000</c:v>
                </c:pt>
                <c:pt idx="4889">
                  <c:v>22000</c:v>
                </c:pt>
                <c:pt idx="4890">
                  <c:v>22000</c:v>
                </c:pt>
                <c:pt idx="4891">
                  <c:v>22000</c:v>
                </c:pt>
                <c:pt idx="4892">
                  <c:v>22000</c:v>
                </c:pt>
                <c:pt idx="4893">
                  <c:v>22000</c:v>
                </c:pt>
                <c:pt idx="4894">
                  <c:v>22000</c:v>
                </c:pt>
                <c:pt idx="4895">
                  <c:v>22000</c:v>
                </c:pt>
                <c:pt idx="4896">
                  <c:v>22000</c:v>
                </c:pt>
                <c:pt idx="4897">
                  <c:v>22000</c:v>
                </c:pt>
                <c:pt idx="4898">
                  <c:v>22000</c:v>
                </c:pt>
                <c:pt idx="4899">
                  <c:v>22000</c:v>
                </c:pt>
                <c:pt idx="4900">
                  <c:v>22000</c:v>
                </c:pt>
                <c:pt idx="4901">
                  <c:v>22000</c:v>
                </c:pt>
                <c:pt idx="4902">
                  <c:v>22000</c:v>
                </c:pt>
                <c:pt idx="4903">
                  <c:v>22000</c:v>
                </c:pt>
                <c:pt idx="4904">
                  <c:v>22000</c:v>
                </c:pt>
                <c:pt idx="4905">
                  <c:v>22000</c:v>
                </c:pt>
                <c:pt idx="4906">
                  <c:v>22000</c:v>
                </c:pt>
                <c:pt idx="4907">
                  <c:v>22000</c:v>
                </c:pt>
                <c:pt idx="4908">
                  <c:v>22000</c:v>
                </c:pt>
                <c:pt idx="4909">
                  <c:v>22000</c:v>
                </c:pt>
                <c:pt idx="4910">
                  <c:v>22000</c:v>
                </c:pt>
                <c:pt idx="4911">
                  <c:v>22000</c:v>
                </c:pt>
                <c:pt idx="4912">
                  <c:v>22000</c:v>
                </c:pt>
                <c:pt idx="4913">
                  <c:v>22000</c:v>
                </c:pt>
                <c:pt idx="4914">
                  <c:v>22000</c:v>
                </c:pt>
                <c:pt idx="4915">
                  <c:v>22000</c:v>
                </c:pt>
                <c:pt idx="4916">
                  <c:v>22000</c:v>
                </c:pt>
                <c:pt idx="4917">
                  <c:v>22000</c:v>
                </c:pt>
                <c:pt idx="4918">
                  <c:v>22000</c:v>
                </c:pt>
                <c:pt idx="4919">
                  <c:v>22000</c:v>
                </c:pt>
                <c:pt idx="4920">
                  <c:v>22000</c:v>
                </c:pt>
                <c:pt idx="4921">
                  <c:v>22000</c:v>
                </c:pt>
                <c:pt idx="4922">
                  <c:v>22000</c:v>
                </c:pt>
                <c:pt idx="4923">
                  <c:v>22000</c:v>
                </c:pt>
                <c:pt idx="4924">
                  <c:v>22000</c:v>
                </c:pt>
                <c:pt idx="4925">
                  <c:v>22000</c:v>
                </c:pt>
                <c:pt idx="4926">
                  <c:v>22000</c:v>
                </c:pt>
                <c:pt idx="4927">
                  <c:v>22000</c:v>
                </c:pt>
                <c:pt idx="4928">
                  <c:v>22000</c:v>
                </c:pt>
                <c:pt idx="4929">
                  <c:v>22000</c:v>
                </c:pt>
                <c:pt idx="4930">
                  <c:v>22000</c:v>
                </c:pt>
                <c:pt idx="4931">
                  <c:v>22000</c:v>
                </c:pt>
                <c:pt idx="4932">
                  <c:v>22000</c:v>
                </c:pt>
                <c:pt idx="4933">
                  <c:v>22000</c:v>
                </c:pt>
                <c:pt idx="4934">
                  <c:v>22000</c:v>
                </c:pt>
                <c:pt idx="4935">
                  <c:v>22000</c:v>
                </c:pt>
                <c:pt idx="4936">
                  <c:v>22000</c:v>
                </c:pt>
                <c:pt idx="4937">
                  <c:v>22000</c:v>
                </c:pt>
                <c:pt idx="4938">
                  <c:v>21000</c:v>
                </c:pt>
                <c:pt idx="4939">
                  <c:v>21000</c:v>
                </c:pt>
                <c:pt idx="4940">
                  <c:v>20500</c:v>
                </c:pt>
                <c:pt idx="4941">
                  <c:v>20500</c:v>
                </c:pt>
                <c:pt idx="4942">
                  <c:v>20500</c:v>
                </c:pt>
                <c:pt idx="4943">
                  <c:v>20500</c:v>
                </c:pt>
                <c:pt idx="4944">
                  <c:v>20500</c:v>
                </c:pt>
                <c:pt idx="4945">
                  <c:v>20500</c:v>
                </c:pt>
                <c:pt idx="4946">
                  <c:v>20500</c:v>
                </c:pt>
                <c:pt idx="4947">
                  <c:v>20500</c:v>
                </c:pt>
                <c:pt idx="4948">
                  <c:v>20500</c:v>
                </c:pt>
                <c:pt idx="4949">
                  <c:v>20500</c:v>
                </c:pt>
                <c:pt idx="4950">
                  <c:v>20500</c:v>
                </c:pt>
                <c:pt idx="4951">
                  <c:v>20500</c:v>
                </c:pt>
                <c:pt idx="4952">
                  <c:v>20500</c:v>
                </c:pt>
                <c:pt idx="4953">
                  <c:v>20500</c:v>
                </c:pt>
                <c:pt idx="4954">
                  <c:v>20500</c:v>
                </c:pt>
                <c:pt idx="4955">
                  <c:v>20500</c:v>
                </c:pt>
                <c:pt idx="4956">
                  <c:v>20500</c:v>
                </c:pt>
                <c:pt idx="4957">
                  <c:v>20500</c:v>
                </c:pt>
                <c:pt idx="4958">
                  <c:v>20500</c:v>
                </c:pt>
                <c:pt idx="4959">
                  <c:v>20500</c:v>
                </c:pt>
                <c:pt idx="4960">
                  <c:v>20500</c:v>
                </c:pt>
                <c:pt idx="4961">
                  <c:v>20500</c:v>
                </c:pt>
                <c:pt idx="4962">
                  <c:v>20500</c:v>
                </c:pt>
                <c:pt idx="4963">
                  <c:v>20500</c:v>
                </c:pt>
                <c:pt idx="4964">
                  <c:v>20500</c:v>
                </c:pt>
                <c:pt idx="4965">
                  <c:v>20500</c:v>
                </c:pt>
                <c:pt idx="4966">
                  <c:v>20500</c:v>
                </c:pt>
                <c:pt idx="4967">
                  <c:v>20500</c:v>
                </c:pt>
                <c:pt idx="4968">
                  <c:v>20500</c:v>
                </c:pt>
                <c:pt idx="4969">
                  <c:v>20500</c:v>
                </c:pt>
                <c:pt idx="4970">
                  <c:v>20500</c:v>
                </c:pt>
                <c:pt idx="4971">
                  <c:v>20500</c:v>
                </c:pt>
                <c:pt idx="4972">
                  <c:v>20500</c:v>
                </c:pt>
                <c:pt idx="4973">
                  <c:v>20500</c:v>
                </c:pt>
                <c:pt idx="4974">
                  <c:v>20500</c:v>
                </c:pt>
                <c:pt idx="4975">
                  <c:v>20500</c:v>
                </c:pt>
                <c:pt idx="4976">
                  <c:v>20500</c:v>
                </c:pt>
                <c:pt idx="4977">
                  <c:v>20500</c:v>
                </c:pt>
                <c:pt idx="4978">
                  <c:v>20500</c:v>
                </c:pt>
                <c:pt idx="4979">
                  <c:v>20500</c:v>
                </c:pt>
                <c:pt idx="4980">
                  <c:v>20500</c:v>
                </c:pt>
                <c:pt idx="4981">
                  <c:v>20500</c:v>
                </c:pt>
                <c:pt idx="4982">
                  <c:v>20500</c:v>
                </c:pt>
                <c:pt idx="4983">
                  <c:v>20500</c:v>
                </c:pt>
                <c:pt idx="4984">
                  <c:v>20500</c:v>
                </c:pt>
                <c:pt idx="4985">
                  <c:v>20500</c:v>
                </c:pt>
                <c:pt idx="4986">
                  <c:v>20500</c:v>
                </c:pt>
                <c:pt idx="4987">
                  <c:v>20500</c:v>
                </c:pt>
                <c:pt idx="4988">
                  <c:v>20500</c:v>
                </c:pt>
                <c:pt idx="4989">
                  <c:v>20500</c:v>
                </c:pt>
                <c:pt idx="4990">
                  <c:v>20500</c:v>
                </c:pt>
                <c:pt idx="4991">
                  <c:v>20500</c:v>
                </c:pt>
                <c:pt idx="4992">
                  <c:v>20500</c:v>
                </c:pt>
                <c:pt idx="4993">
                  <c:v>20500</c:v>
                </c:pt>
                <c:pt idx="4994">
                  <c:v>20500</c:v>
                </c:pt>
                <c:pt idx="4995">
                  <c:v>20500</c:v>
                </c:pt>
                <c:pt idx="4996">
                  <c:v>20500</c:v>
                </c:pt>
                <c:pt idx="4997">
                  <c:v>21000</c:v>
                </c:pt>
                <c:pt idx="4998">
                  <c:v>21000</c:v>
                </c:pt>
                <c:pt idx="4999">
                  <c:v>21000</c:v>
                </c:pt>
                <c:pt idx="5000">
                  <c:v>21000</c:v>
                </c:pt>
                <c:pt idx="5001">
                  <c:v>21000</c:v>
                </c:pt>
                <c:pt idx="5002">
                  <c:v>21000</c:v>
                </c:pt>
                <c:pt idx="5003">
                  <c:v>21000</c:v>
                </c:pt>
                <c:pt idx="5004">
                  <c:v>21000</c:v>
                </c:pt>
                <c:pt idx="5005">
                  <c:v>21000</c:v>
                </c:pt>
                <c:pt idx="5006">
                  <c:v>21000</c:v>
                </c:pt>
                <c:pt idx="5007">
                  <c:v>21000</c:v>
                </c:pt>
                <c:pt idx="5008">
                  <c:v>21000</c:v>
                </c:pt>
                <c:pt idx="5009">
                  <c:v>21000</c:v>
                </c:pt>
                <c:pt idx="5010">
                  <c:v>21000</c:v>
                </c:pt>
                <c:pt idx="5011">
                  <c:v>21000</c:v>
                </c:pt>
                <c:pt idx="5012">
                  <c:v>21000</c:v>
                </c:pt>
                <c:pt idx="5013">
                  <c:v>21000</c:v>
                </c:pt>
                <c:pt idx="5014">
                  <c:v>21000</c:v>
                </c:pt>
                <c:pt idx="5015">
                  <c:v>21000</c:v>
                </c:pt>
                <c:pt idx="5016">
                  <c:v>21000</c:v>
                </c:pt>
                <c:pt idx="5017">
                  <c:v>21000</c:v>
                </c:pt>
                <c:pt idx="5018">
                  <c:v>21000</c:v>
                </c:pt>
                <c:pt idx="5019">
                  <c:v>21000</c:v>
                </c:pt>
                <c:pt idx="5020">
                  <c:v>21000</c:v>
                </c:pt>
                <c:pt idx="5021">
                  <c:v>21000</c:v>
                </c:pt>
                <c:pt idx="5022">
                  <c:v>22500</c:v>
                </c:pt>
                <c:pt idx="5023">
                  <c:v>22500</c:v>
                </c:pt>
                <c:pt idx="5024">
                  <c:v>22500</c:v>
                </c:pt>
                <c:pt idx="5025">
                  <c:v>22500</c:v>
                </c:pt>
                <c:pt idx="5026">
                  <c:v>22500</c:v>
                </c:pt>
                <c:pt idx="5027">
                  <c:v>22500</c:v>
                </c:pt>
                <c:pt idx="5028">
                  <c:v>22500</c:v>
                </c:pt>
                <c:pt idx="5029">
                  <c:v>22500</c:v>
                </c:pt>
                <c:pt idx="5030">
                  <c:v>22500</c:v>
                </c:pt>
                <c:pt idx="5031">
                  <c:v>22500</c:v>
                </c:pt>
                <c:pt idx="5032">
                  <c:v>22500</c:v>
                </c:pt>
                <c:pt idx="5033">
                  <c:v>22500</c:v>
                </c:pt>
                <c:pt idx="5034">
                  <c:v>22500</c:v>
                </c:pt>
                <c:pt idx="5035">
                  <c:v>22500</c:v>
                </c:pt>
                <c:pt idx="5036">
                  <c:v>22500</c:v>
                </c:pt>
                <c:pt idx="5037">
                  <c:v>22500</c:v>
                </c:pt>
                <c:pt idx="5038">
                  <c:v>22500</c:v>
                </c:pt>
                <c:pt idx="5039">
                  <c:v>22500</c:v>
                </c:pt>
                <c:pt idx="5040">
                  <c:v>22500</c:v>
                </c:pt>
                <c:pt idx="5041">
                  <c:v>22500</c:v>
                </c:pt>
                <c:pt idx="5042">
                  <c:v>22500</c:v>
                </c:pt>
                <c:pt idx="5043">
                  <c:v>25000</c:v>
                </c:pt>
                <c:pt idx="5044">
                  <c:v>25000</c:v>
                </c:pt>
                <c:pt idx="5045">
                  <c:v>25000</c:v>
                </c:pt>
                <c:pt idx="5046">
                  <c:v>25000</c:v>
                </c:pt>
                <c:pt idx="5047">
                  <c:v>25000</c:v>
                </c:pt>
                <c:pt idx="5048">
                  <c:v>25000</c:v>
                </c:pt>
                <c:pt idx="5049">
                  <c:v>25000</c:v>
                </c:pt>
                <c:pt idx="5050">
                  <c:v>25000</c:v>
                </c:pt>
                <c:pt idx="5051">
                  <c:v>25000</c:v>
                </c:pt>
                <c:pt idx="5052">
                  <c:v>25500</c:v>
                </c:pt>
                <c:pt idx="5053">
                  <c:v>25500</c:v>
                </c:pt>
                <c:pt idx="5054">
                  <c:v>25500</c:v>
                </c:pt>
                <c:pt idx="5055">
                  <c:v>25500</c:v>
                </c:pt>
                <c:pt idx="5056">
                  <c:v>25500</c:v>
                </c:pt>
                <c:pt idx="5057">
                  <c:v>25500</c:v>
                </c:pt>
                <c:pt idx="5058">
                  <c:v>25500</c:v>
                </c:pt>
                <c:pt idx="5059">
                  <c:v>25500</c:v>
                </c:pt>
                <c:pt idx="5060">
                  <c:v>25500</c:v>
                </c:pt>
                <c:pt idx="5061">
                  <c:v>25000</c:v>
                </c:pt>
                <c:pt idx="5062">
                  <c:v>25000</c:v>
                </c:pt>
                <c:pt idx="5063">
                  <c:v>25000</c:v>
                </c:pt>
                <c:pt idx="5064">
                  <c:v>25000</c:v>
                </c:pt>
                <c:pt idx="5065">
                  <c:v>25000</c:v>
                </c:pt>
                <c:pt idx="5066">
                  <c:v>25000</c:v>
                </c:pt>
                <c:pt idx="5067">
                  <c:v>25000</c:v>
                </c:pt>
                <c:pt idx="5068">
                  <c:v>25000</c:v>
                </c:pt>
                <c:pt idx="5069">
                  <c:v>25000</c:v>
                </c:pt>
                <c:pt idx="5070">
                  <c:v>25000</c:v>
                </c:pt>
                <c:pt idx="5071">
                  <c:v>25000</c:v>
                </c:pt>
                <c:pt idx="5072">
                  <c:v>25000</c:v>
                </c:pt>
                <c:pt idx="5073">
                  <c:v>25500</c:v>
                </c:pt>
                <c:pt idx="5074">
                  <c:v>26500</c:v>
                </c:pt>
                <c:pt idx="5075">
                  <c:v>26500</c:v>
                </c:pt>
                <c:pt idx="5076">
                  <c:v>26500</c:v>
                </c:pt>
                <c:pt idx="5077">
                  <c:v>26500</c:v>
                </c:pt>
                <c:pt idx="5078">
                  <c:v>26500</c:v>
                </c:pt>
                <c:pt idx="5079">
                  <c:v>26500</c:v>
                </c:pt>
                <c:pt idx="5080">
                  <c:v>28000</c:v>
                </c:pt>
                <c:pt idx="5081">
                  <c:v>28500</c:v>
                </c:pt>
                <c:pt idx="5082">
                  <c:v>29500</c:v>
                </c:pt>
                <c:pt idx="5083">
                  <c:v>29500</c:v>
                </c:pt>
                <c:pt idx="5084">
                  <c:v>29500</c:v>
                </c:pt>
                <c:pt idx="5085">
                  <c:v>29500</c:v>
                </c:pt>
                <c:pt idx="5086">
                  <c:v>29500</c:v>
                </c:pt>
                <c:pt idx="5087">
                  <c:v>29500</c:v>
                </c:pt>
                <c:pt idx="5088">
                  <c:v>28500</c:v>
                </c:pt>
                <c:pt idx="5089">
                  <c:v>28500</c:v>
                </c:pt>
                <c:pt idx="5090">
                  <c:v>28500</c:v>
                </c:pt>
                <c:pt idx="5091">
                  <c:v>28500</c:v>
                </c:pt>
                <c:pt idx="5092">
                  <c:v>28500</c:v>
                </c:pt>
                <c:pt idx="5093">
                  <c:v>29500</c:v>
                </c:pt>
                <c:pt idx="5094">
                  <c:v>29500</c:v>
                </c:pt>
                <c:pt idx="5095">
                  <c:v>29500</c:v>
                </c:pt>
                <c:pt idx="5096">
                  <c:v>29500</c:v>
                </c:pt>
                <c:pt idx="5097">
                  <c:v>29500</c:v>
                </c:pt>
                <c:pt idx="5098">
                  <c:v>29500</c:v>
                </c:pt>
                <c:pt idx="5099">
                  <c:v>28500</c:v>
                </c:pt>
                <c:pt idx="5100">
                  <c:v>28500</c:v>
                </c:pt>
                <c:pt idx="5101">
                  <c:v>28500</c:v>
                </c:pt>
                <c:pt idx="5102">
                  <c:v>28500</c:v>
                </c:pt>
                <c:pt idx="5103">
                  <c:v>28500</c:v>
                </c:pt>
                <c:pt idx="5104">
                  <c:v>28500</c:v>
                </c:pt>
                <c:pt idx="5105">
                  <c:v>28500</c:v>
                </c:pt>
                <c:pt idx="5106">
                  <c:v>28500</c:v>
                </c:pt>
                <c:pt idx="5107">
                  <c:v>28500</c:v>
                </c:pt>
                <c:pt idx="5108">
                  <c:v>28000</c:v>
                </c:pt>
                <c:pt idx="5109">
                  <c:v>28000</c:v>
                </c:pt>
                <c:pt idx="5110">
                  <c:v>27000</c:v>
                </c:pt>
                <c:pt idx="5111">
                  <c:v>27000</c:v>
                </c:pt>
                <c:pt idx="5112">
                  <c:v>27000</c:v>
                </c:pt>
                <c:pt idx="5113">
                  <c:v>27000</c:v>
                </c:pt>
                <c:pt idx="5114">
                  <c:v>26000</c:v>
                </c:pt>
                <c:pt idx="5115">
                  <c:v>26000</c:v>
                </c:pt>
                <c:pt idx="5116">
                  <c:v>26000</c:v>
                </c:pt>
                <c:pt idx="5117">
                  <c:v>25000</c:v>
                </c:pt>
                <c:pt idx="5118">
                  <c:v>25000</c:v>
                </c:pt>
                <c:pt idx="5119">
                  <c:v>25000</c:v>
                </c:pt>
                <c:pt idx="5120">
                  <c:v>24000</c:v>
                </c:pt>
                <c:pt idx="5121">
                  <c:v>24000</c:v>
                </c:pt>
                <c:pt idx="5122">
                  <c:v>24000</c:v>
                </c:pt>
                <c:pt idx="5123">
                  <c:v>24000</c:v>
                </c:pt>
                <c:pt idx="5124">
                  <c:v>24000</c:v>
                </c:pt>
                <c:pt idx="5125">
                  <c:v>24000</c:v>
                </c:pt>
                <c:pt idx="5126">
                  <c:v>24000</c:v>
                </c:pt>
                <c:pt idx="5127">
                  <c:v>23500</c:v>
                </c:pt>
                <c:pt idx="5128">
                  <c:v>23500</c:v>
                </c:pt>
                <c:pt idx="5129">
                  <c:v>23500</c:v>
                </c:pt>
                <c:pt idx="5130">
                  <c:v>23500</c:v>
                </c:pt>
                <c:pt idx="5131">
                  <c:v>23500</c:v>
                </c:pt>
                <c:pt idx="5132">
                  <c:v>23500</c:v>
                </c:pt>
                <c:pt idx="5133">
                  <c:v>23500</c:v>
                </c:pt>
                <c:pt idx="5134">
                  <c:v>23500</c:v>
                </c:pt>
                <c:pt idx="5135">
                  <c:v>23500</c:v>
                </c:pt>
                <c:pt idx="5136">
                  <c:v>23500</c:v>
                </c:pt>
                <c:pt idx="5137">
                  <c:v>22000</c:v>
                </c:pt>
                <c:pt idx="5138">
                  <c:v>21500</c:v>
                </c:pt>
                <c:pt idx="5139">
                  <c:v>21500</c:v>
                </c:pt>
                <c:pt idx="5140">
                  <c:v>21500</c:v>
                </c:pt>
                <c:pt idx="5141">
                  <c:v>21500</c:v>
                </c:pt>
                <c:pt idx="5142">
                  <c:v>21500</c:v>
                </c:pt>
                <c:pt idx="5143">
                  <c:v>21500</c:v>
                </c:pt>
                <c:pt idx="5144">
                  <c:v>21500</c:v>
                </c:pt>
                <c:pt idx="5145">
                  <c:v>21500</c:v>
                </c:pt>
                <c:pt idx="5146">
                  <c:v>21500</c:v>
                </c:pt>
                <c:pt idx="5147">
                  <c:v>21500</c:v>
                </c:pt>
                <c:pt idx="5148">
                  <c:v>21500</c:v>
                </c:pt>
                <c:pt idx="5149">
                  <c:v>21500</c:v>
                </c:pt>
                <c:pt idx="5150">
                  <c:v>21500</c:v>
                </c:pt>
                <c:pt idx="5151">
                  <c:v>21500</c:v>
                </c:pt>
                <c:pt idx="5152">
                  <c:v>21500</c:v>
                </c:pt>
                <c:pt idx="5153">
                  <c:v>21500</c:v>
                </c:pt>
                <c:pt idx="5154">
                  <c:v>21500</c:v>
                </c:pt>
                <c:pt idx="5155">
                  <c:v>21500</c:v>
                </c:pt>
                <c:pt idx="5156">
                  <c:v>21500</c:v>
                </c:pt>
                <c:pt idx="5157">
                  <c:v>21500</c:v>
                </c:pt>
                <c:pt idx="5158">
                  <c:v>21500</c:v>
                </c:pt>
                <c:pt idx="5159">
                  <c:v>21500</c:v>
                </c:pt>
                <c:pt idx="5160">
                  <c:v>21500</c:v>
                </c:pt>
                <c:pt idx="5161">
                  <c:v>21500</c:v>
                </c:pt>
                <c:pt idx="5162">
                  <c:v>21500</c:v>
                </c:pt>
                <c:pt idx="5163">
                  <c:v>21500</c:v>
                </c:pt>
                <c:pt idx="5164">
                  <c:v>21500</c:v>
                </c:pt>
                <c:pt idx="5165">
                  <c:v>21500</c:v>
                </c:pt>
                <c:pt idx="5166">
                  <c:v>22000</c:v>
                </c:pt>
                <c:pt idx="5167">
                  <c:v>22000</c:v>
                </c:pt>
                <c:pt idx="5168">
                  <c:v>22000</c:v>
                </c:pt>
                <c:pt idx="5169">
                  <c:v>22000</c:v>
                </c:pt>
                <c:pt idx="5170">
                  <c:v>22000</c:v>
                </c:pt>
                <c:pt idx="5171">
                  <c:v>22000</c:v>
                </c:pt>
                <c:pt idx="5172">
                  <c:v>22000</c:v>
                </c:pt>
                <c:pt idx="5173">
                  <c:v>23000</c:v>
                </c:pt>
                <c:pt idx="5174">
                  <c:v>23000</c:v>
                </c:pt>
                <c:pt idx="5175">
                  <c:v>23000</c:v>
                </c:pt>
                <c:pt idx="5176">
                  <c:v>23000</c:v>
                </c:pt>
                <c:pt idx="5177">
                  <c:v>23000</c:v>
                </c:pt>
                <c:pt idx="5178">
                  <c:v>23000</c:v>
                </c:pt>
                <c:pt idx="5179">
                  <c:v>23000</c:v>
                </c:pt>
                <c:pt idx="5180">
                  <c:v>23000</c:v>
                </c:pt>
                <c:pt idx="5181">
                  <c:v>23000</c:v>
                </c:pt>
                <c:pt idx="5182">
                  <c:v>23000</c:v>
                </c:pt>
                <c:pt idx="5183">
                  <c:v>23000</c:v>
                </c:pt>
                <c:pt idx="5184">
                  <c:v>23500</c:v>
                </c:pt>
                <c:pt idx="5185">
                  <c:v>23500</c:v>
                </c:pt>
                <c:pt idx="5186">
                  <c:v>23500</c:v>
                </c:pt>
                <c:pt idx="5187">
                  <c:v>23500</c:v>
                </c:pt>
                <c:pt idx="5188">
                  <c:v>23500</c:v>
                </c:pt>
                <c:pt idx="5189">
                  <c:v>23500</c:v>
                </c:pt>
                <c:pt idx="5190">
                  <c:v>23500</c:v>
                </c:pt>
                <c:pt idx="5191">
                  <c:v>24000</c:v>
                </c:pt>
                <c:pt idx="5192">
                  <c:v>24000</c:v>
                </c:pt>
                <c:pt idx="5193">
                  <c:v>24000</c:v>
                </c:pt>
                <c:pt idx="5194">
                  <c:v>24000</c:v>
                </c:pt>
                <c:pt idx="5195">
                  <c:v>24000</c:v>
                </c:pt>
                <c:pt idx="5196">
                  <c:v>24000</c:v>
                </c:pt>
                <c:pt idx="5197">
                  <c:v>24000</c:v>
                </c:pt>
                <c:pt idx="5198">
                  <c:v>24000</c:v>
                </c:pt>
                <c:pt idx="5199">
                  <c:v>24000</c:v>
                </c:pt>
                <c:pt idx="5200">
                  <c:v>24000</c:v>
                </c:pt>
                <c:pt idx="5201">
                  <c:v>24000</c:v>
                </c:pt>
                <c:pt idx="5202">
                  <c:v>24000</c:v>
                </c:pt>
                <c:pt idx="5203">
                  <c:v>24000</c:v>
                </c:pt>
                <c:pt idx="5204">
                  <c:v>24000</c:v>
                </c:pt>
                <c:pt idx="5205">
                  <c:v>24000</c:v>
                </c:pt>
                <c:pt idx="5206">
                  <c:v>24000</c:v>
                </c:pt>
                <c:pt idx="5207">
                  <c:v>24000</c:v>
                </c:pt>
                <c:pt idx="5208">
                  <c:v>24000</c:v>
                </c:pt>
                <c:pt idx="5209">
                  <c:v>24000</c:v>
                </c:pt>
                <c:pt idx="5210">
                  <c:v>24000</c:v>
                </c:pt>
                <c:pt idx="5211">
                  <c:v>25000</c:v>
                </c:pt>
                <c:pt idx="5212">
                  <c:v>26000</c:v>
                </c:pt>
                <c:pt idx="5213">
                  <c:v>26000</c:v>
                </c:pt>
                <c:pt idx="5214">
                  <c:v>26000</c:v>
                </c:pt>
                <c:pt idx="5215">
                  <c:v>26000</c:v>
                </c:pt>
                <c:pt idx="5216">
                  <c:v>26000</c:v>
                </c:pt>
                <c:pt idx="5217">
                  <c:v>26000</c:v>
                </c:pt>
                <c:pt idx="5218">
                  <c:v>26000</c:v>
                </c:pt>
                <c:pt idx="5219">
                  <c:v>26000</c:v>
                </c:pt>
                <c:pt idx="5220">
                  <c:v>26000</c:v>
                </c:pt>
                <c:pt idx="5221">
                  <c:v>26000</c:v>
                </c:pt>
                <c:pt idx="5222">
                  <c:v>26000</c:v>
                </c:pt>
                <c:pt idx="5223">
                  <c:v>26000</c:v>
                </c:pt>
                <c:pt idx="5224">
                  <c:v>26000</c:v>
                </c:pt>
                <c:pt idx="5225">
                  <c:v>26000</c:v>
                </c:pt>
                <c:pt idx="5226">
                  <c:v>27000</c:v>
                </c:pt>
                <c:pt idx="5227">
                  <c:v>27000</c:v>
                </c:pt>
                <c:pt idx="5228">
                  <c:v>27000</c:v>
                </c:pt>
                <c:pt idx="5229">
                  <c:v>27000</c:v>
                </c:pt>
                <c:pt idx="5230">
                  <c:v>27000</c:v>
                </c:pt>
                <c:pt idx="5231">
                  <c:v>27000</c:v>
                </c:pt>
                <c:pt idx="5232">
                  <c:v>30000</c:v>
                </c:pt>
                <c:pt idx="5233">
                  <c:v>30000</c:v>
                </c:pt>
                <c:pt idx="5234">
                  <c:v>30000</c:v>
                </c:pt>
                <c:pt idx="5235">
                  <c:v>31000</c:v>
                </c:pt>
                <c:pt idx="5236">
                  <c:v>31000</c:v>
                </c:pt>
                <c:pt idx="5237">
                  <c:v>31000</c:v>
                </c:pt>
                <c:pt idx="5238">
                  <c:v>31000</c:v>
                </c:pt>
                <c:pt idx="5239">
                  <c:v>31000</c:v>
                </c:pt>
                <c:pt idx="5240">
                  <c:v>31000</c:v>
                </c:pt>
                <c:pt idx="5241">
                  <c:v>34000</c:v>
                </c:pt>
                <c:pt idx="5242">
                  <c:v>34000</c:v>
                </c:pt>
                <c:pt idx="5243">
                  <c:v>34000</c:v>
                </c:pt>
                <c:pt idx="5244">
                  <c:v>34000</c:v>
                </c:pt>
                <c:pt idx="5245">
                  <c:v>34000</c:v>
                </c:pt>
                <c:pt idx="5246">
                  <c:v>34000</c:v>
                </c:pt>
                <c:pt idx="5247">
                  <c:v>34000</c:v>
                </c:pt>
                <c:pt idx="5248">
                  <c:v>34000</c:v>
                </c:pt>
                <c:pt idx="5249">
                  <c:v>34000</c:v>
                </c:pt>
                <c:pt idx="5250">
                  <c:v>34000</c:v>
                </c:pt>
                <c:pt idx="5251">
                  <c:v>34000</c:v>
                </c:pt>
                <c:pt idx="5252">
                  <c:v>34000</c:v>
                </c:pt>
                <c:pt idx="5253">
                  <c:v>34000</c:v>
                </c:pt>
                <c:pt idx="5254">
                  <c:v>34000</c:v>
                </c:pt>
                <c:pt idx="5255">
                  <c:v>34000</c:v>
                </c:pt>
                <c:pt idx="5256">
                  <c:v>34000</c:v>
                </c:pt>
                <c:pt idx="5257">
                  <c:v>34000</c:v>
                </c:pt>
                <c:pt idx="5258">
                  <c:v>34000</c:v>
                </c:pt>
                <c:pt idx="5259">
                  <c:v>34000</c:v>
                </c:pt>
                <c:pt idx="5260">
                  <c:v>34000</c:v>
                </c:pt>
                <c:pt idx="5261">
                  <c:v>34000</c:v>
                </c:pt>
                <c:pt idx="5262">
                  <c:v>34000</c:v>
                </c:pt>
                <c:pt idx="5263">
                  <c:v>34000</c:v>
                </c:pt>
                <c:pt idx="5264">
                  <c:v>34000</c:v>
                </c:pt>
                <c:pt idx="5265">
                  <c:v>34000</c:v>
                </c:pt>
                <c:pt idx="5266">
                  <c:v>34000</c:v>
                </c:pt>
                <c:pt idx="5267">
                  <c:v>32500</c:v>
                </c:pt>
                <c:pt idx="5268">
                  <c:v>32500</c:v>
                </c:pt>
                <c:pt idx="5269">
                  <c:v>32500</c:v>
                </c:pt>
                <c:pt idx="5270">
                  <c:v>32500</c:v>
                </c:pt>
                <c:pt idx="5271">
                  <c:v>45000</c:v>
                </c:pt>
                <c:pt idx="5272">
                  <c:v>45000</c:v>
                </c:pt>
                <c:pt idx="5273">
                  <c:v>45000</c:v>
                </c:pt>
                <c:pt idx="5274">
                  <c:v>45000</c:v>
                </c:pt>
                <c:pt idx="5275">
                  <c:v>45000</c:v>
                </c:pt>
                <c:pt idx="5276">
                  <c:v>45000</c:v>
                </c:pt>
                <c:pt idx="5277">
                  <c:v>45000</c:v>
                </c:pt>
                <c:pt idx="5278">
                  <c:v>45000</c:v>
                </c:pt>
                <c:pt idx="5279">
                  <c:v>45000</c:v>
                </c:pt>
                <c:pt idx="5280">
                  <c:v>45000</c:v>
                </c:pt>
                <c:pt idx="5281">
                  <c:v>45000</c:v>
                </c:pt>
                <c:pt idx="5282">
                  <c:v>45000</c:v>
                </c:pt>
                <c:pt idx="5283">
                  <c:v>45000</c:v>
                </c:pt>
                <c:pt idx="5284">
                  <c:v>45000</c:v>
                </c:pt>
                <c:pt idx="5285">
                  <c:v>50000</c:v>
                </c:pt>
                <c:pt idx="5286">
                  <c:v>50000</c:v>
                </c:pt>
                <c:pt idx="5287">
                  <c:v>50000</c:v>
                </c:pt>
                <c:pt idx="5288">
                  <c:v>55000</c:v>
                </c:pt>
                <c:pt idx="5289">
                  <c:v>60000</c:v>
                </c:pt>
                <c:pt idx="5290">
                  <c:v>60000</c:v>
                </c:pt>
                <c:pt idx="5291">
                  <c:v>60000</c:v>
                </c:pt>
                <c:pt idx="5292">
                  <c:v>60000</c:v>
                </c:pt>
                <c:pt idx="5293">
                  <c:v>60000</c:v>
                </c:pt>
                <c:pt idx="5294">
                  <c:v>60000</c:v>
                </c:pt>
                <c:pt idx="5295">
                  <c:v>60000</c:v>
                </c:pt>
                <c:pt idx="5296">
                  <c:v>60000</c:v>
                </c:pt>
                <c:pt idx="5297">
                  <c:v>60000</c:v>
                </c:pt>
                <c:pt idx="5298">
                  <c:v>65000</c:v>
                </c:pt>
                <c:pt idx="5299">
                  <c:v>65000</c:v>
                </c:pt>
                <c:pt idx="5300">
                  <c:v>65000</c:v>
                </c:pt>
                <c:pt idx="5301">
                  <c:v>65000</c:v>
                </c:pt>
                <c:pt idx="5302">
                  <c:v>65000</c:v>
                </c:pt>
                <c:pt idx="5303">
                  <c:v>65000</c:v>
                </c:pt>
                <c:pt idx="5304">
                  <c:v>65000</c:v>
                </c:pt>
                <c:pt idx="5305">
                  <c:v>65000</c:v>
                </c:pt>
                <c:pt idx="5306">
                  <c:v>75000</c:v>
                </c:pt>
                <c:pt idx="5307">
                  <c:v>75000</c:v>
                </c:pt>
                <c:pt idx="5308">
                  <c:v>75000</c:v>
                </c:pt>
                <c:pt idx="5309">
                  <c:v>75000</c:v>
                </c:pt>
                <c:pt idx="5310">
                  <c:v>75000</c:v>
                </c:pt>
                <c:pt idx="5311">
                  <c:v>75000</c:v>
                </c:pt>
                <c:pt idx="5312">
                  <c:v>75000</c:v>
                </c:pt>
                <c:pt idx="5313">
                  <c:v>75000</c:v>
                </c:pt>
                <c:pt idx="5314">
                  <c:v>75000</c:v>
                </c:pt>
                <c:pt idx="5315">
                  <c:v>75000</c:v>
                </c:pt>
                <c:pt idx="5316">
                  <c:v>75000</c:v>
                </c:pt>
                <c:pt idx="5317">
                  <c:v>75000</c:v>
                </c:pt>
                <c:pt idx="5318">
                  <c:v>75000</c:v>
                </c:pt>
                <c:pt idx="5319">
                  <c:v>75000</c:v>
                </c:pt>
                <c:pt idx="5320">
                  <c:v>75000</c:v>
                </c:pt>
                <c:pt idx="5321">
                  <c:v>75000</c:v>
                </c:pt>
                <c:pt idx="5322">
                  <c:v>75000</c:v>
                </c:pt>
                <c:pt idx="5323">
                  <c:v>80000</c:v>
                </c:pt>
                <c:pt idx="5324">
                  <c:v>80000</c:v>
                </c:pt>
                <c:pt idx="5325">
                  <c:v>80000</c:v>
                </c:pt>
                <c:pt idx="5326">
                  <c:v>80000</c:v>
                </c:pt>
                <c:pt idx="5327">
                  <c:v>80000</c:v>
                </c:pt>
                <c:pt idx="5328">
                  <c:v>80000</c:v>
                </c:pt>
                <c:pt idx="5329">
                  <c:v>80000</c:v>
                </c:pt>
                <c:pt idx="5330">
                  <c:v>80000</c:v>
                </c:pt>
                <c:pt idx="5331">
                  <c:v>80000</c:v>
                </c:pt>
                <c:pt idx="5332">
                  <c:v>80000</c:v>
                </c:pt>
                <c:pt idx="5333">
                  <c:v>80000</c:v>
                </c:pt>
                <c:pt idx="5334">
                  <c:v>80000</c:v>
                </c:pt>
                <c:pt idx="5335">
                  <c:v>80000</c:v>
                </c:pt>
                <c:pt idx="5336">
                  <c:v>80000</c:v>
                </c:pt>
                <c:pt idx="5337">
                  <c:v>80000</c:v>
                </c:pt>
                <c:pt idx="5338">
                  <c:v>80000</c:v>
                </c:pt>
                <c:pt idx="5339">
                  <c:v>80000</c:v>
                </c:pt>
                <c:pt idx="5340">
                  <c:v>80000</c:v>
                </c:pt>
                <c:pt idx="5341">
                  <c:v>83000</c:v>
                </c:pt>
                <c:pt idx="5342">
                  <c:v>83000</c:v>
                </c:pt>
                <c:pt idx="5343">
                  <c:v>83000</c:v>
                </c:pt>
                <c:pt idx="5344">
                  <c:v>83000</c:v>
                </c:pt>
                <c:pt idx="5345">
                  <c:v>83000</c:v>
                </c:pt>
                <c:pt idx="5346">
                  <c:v>88500</c:v>
                </c:pt>
                <c:pt idx="5347">
                  <c:v>88500</c:v>
                </c:pt>
                <c:pt idx="5348">
                  <c:v>88500</c:v>
                </c:pt>
                <c:pt idx="5349">
                  <c:v>88500</c:v>
                </c:pt>
                <c:pt idx="5350">
                  <c:v>88500</c:v>
                </c:pt>
                <c:pt idx="5351">
                  <c:v>88500</c:v>
                </c:pt>
                <c:pt idx="5352">
                  <c:v>88500</c:v>
                </c:pt>
                <c:pt idx="5353">
                  <c:v>88500</c:v>
                </c:pt>
                <c:pt idx="5354">
                  <c:v>90000</c:v>
                </c:pt>
                <c:pt idx="5355">
                  <c:v>90000</c:v>
                </c:pt>
                <c:pt idx="5356">
                  <c:v>90000</c:v>
                </c:pt>
                <c:pt idx="5357">
                  <c:v>90000</c:v>
                </c:pt>
                <c:pt idx="5358">
                  <c:v>90000</c:v>
                </c:pt>
                <c:pt idx="5359">
                  <c:v>90000</c:v>
                </c:pt>
                <c:pt idx="5360">
                  <c:v>90000</c:v>
                </c:pt>
                <c:pt idx="5361">
                  <c:v>90000</c:v>
                </c:pt>
                <c:pt idx="5362">
                  <c:v>90000</c:v>
                </c:pt>
                <c:pt idx="5363">
                  <c:v>90000</c:v>
                </c:pt>
                <c:pt idx="5364">
                  <c:v>90000</c:v>
                </c:pt>
                <c:pt idx="5365">
                  <c:v>90000</c:v>
                </c:pt>
                <c:pt idx="5366">
                  <c:v>90000</c:v>
                </c:pt>
                <c:pt idx="5367">
                  <c:v>90000</c:v>
                </c:pt>
                <c:pt idx="5368">
                  <c:v>90000</c:v>
                </c:pt>
                <c:pt idx="5369">
                  <c:v>90000</c:v>
                </c:pt>
                <c:pt idx="5370">
                  <c:v>90000</c:v>
                </c:pt>
                <c:pt idx="5371">
                  <c:v>90000</c:v>
                </c:pt>
                <c:pt idx="5372">
                  <c:v>93000</c:v>
                </c:pt>
                <c:pt idx="5373">
                  <c:v>93000</c:v>
                </c:pt>
                <c:pt idx="5374">
                  <c:v>93000</c:v>
                </c:pt>
                <c:pt idx="5375">
                  <c:v>93000</c:v>
                </c:pt>
                <c:pt idx="5376">
                  <c:v>93000</c:v>
                </c:pt>
                <c:pt idx="5377">
                  <c:v>93000</c:v>
                </c:pt>
                <c:pt idx="5378">
                  <c:v>93000</c:v>
                </c:pt>
                <c:pt idx="5379">
                  <c:v>93000</c:v>
                </c:pt>
                <c:pt idx="5380">
                  <c:v>93000</c:v>
                </c:pt>
                <c:pt idx="5381">
                  <c:v>93000</c:v>
                </c:pt>
                <c:pt idx="5382">
                  <c:v>93000</c:v>
                </c:pt>
                <c:pt idx="5383">
                  <c:v>93000</c:v>
                </c:pt>
                <c:pt idx="5384">
                  <c:v>93000</c:v>
                </c:pt>
                <c:pt idx="5385">
                  <c:v>93000</c:v>
                </c:pt>
                <c:pt idx="5386">
                  <c:v>93000</c:v>
                </c:pt>
                <c:pt idx="5387">
                  <c:v>92000</c:v>
                </c:pt>
                <c:pt idx="5388">
                  <c:v>92000</c:v>
                </c:pt>
                <c:pt idx="5389">
                  <c:v>92000</c:v>
                </c:pt>
                <c:pt idx="5390">
                  <c:v>92000</c:v>
                </c:pt>
                <c:pt idx="5391">
                  <c:v>92000</c:v>
                </c:pt>
                <c:pt idx="5392">
                  <c:v>92000</c:v>
                </c:pt>
                <c:pt idx="5393">
                  <c:v>92000</c:v>
                </c:pt>
                <c:pt idx="5394">
                  <c:v>92000</c:v>
                </c:pt>
                <c:pt idx="5395">
                  <c:v>92000</c:v>
                </c:pt>
                <c:pt idx="5396">
                  <c:v>92000</c:v>
                </c:pt>
                <c:pt idx="5397">
                  <c:v>92000</c:v>
                </c:pt>
                <c:pt idx="5398">
                  <c:v>92000</c:v>
                </c:pt>
                <c:pt idx="5399">
                  <c:v>92000</c:v>
                </c:pt>
                <c:pt idx="5400">
                  <c:v>92000</c:v>
                </c:pt>
                <c:pt idx="5401">
                  <c:v>92000</c:v>
                </c:pt>
                <c:pt idx="5402">
                  <c:v>92000</c:v>
                </c:pt>
                <c:pt idx="5403">
                  <c:v>92000</c:v>
                </c:pt>
                <c:pt idx="5404">
                  <c:v>92000</c:v>
                </c:pt>
                <c:pt idx="5405">
                  <c:v>92000</c:v>
                </c:pt>
                <c:pt idx="5406">
                  <c:v>92000</c:v>
                </c:pt>
                <c:pt idx="5407">
                  <c:v>92000</c:v>
                </c:pt>
                <c:pt idx="5408">
                  <c:v>92000</c:v>
                </c:pt>
                <c:pt idx="5409">
                  <c:v>92000</c:v>
                </c:pt>
                <c:pt idx="5410">
                  <c:v>92000</c:v>
                </c:pt>
                <c:pt idx="5411">
                  <c:v>90000</c:v>
                </c:pt>
                <c:pt idx="5412">
                  <c:v>90000</c:v>
                </c:pt>
                <c:pt idx="5413">
                  <c:v>90000</c:v>
                </c:pt>
                <c:pt idx="5414">
                  <c:v>90000</c:v>
                </c:pt>
                <c:pt idx="5415">
                  <c:v>90000</c:v>
                </c:pt>
                <c:pt idx="5416">
                  <c:v>90000</c:v>
                </c:pt>
                <c:pt idx="5417">
                  <c:v>90000</c:v>
                </c:pt>
                <c:pt idx="5418">
                  <c:v>90000</c:v>
                </c:pt>
                <c:pt idx="5419">
                  <c:v>90000</c:v>
                </c:pt>
                <c:pt idx="5420">
                  <c:v>90000</c:v>
                </c:pt>
                <c:pt idx="5421">
                  <c:v>90000</c:v>
                </c:pt>
                <c:pt idx="5422">
                  <c:v>90000</c:v>
                </c:pt>
                <c:pt idx="5423">
                  <c:v>90000</c:v>
                </c:pt>
                <c:pt idx="5424">
                  <c:v>95000</c:v>
                </c:pt>
                <c:pt idx="5425">
                  <c:v>95000</c:v>
                </c:pt>
                <c:pt idx="5426">
                  <c:v>95000</c:v>
                </c:pt>
                <c:pt idx="5427">
                  <c:v>95000</c:v>
                </c:pt>
                <c:pt idx="5428">
                  <c:v>95000</c:v>
                </c:pt>
                <c:pt idx="5429">
                  <c:v>95000</c:v>
                </c:pt>
                <c:pt idx="5430">
                  <c:v>95000</c:v>
                </c:pt>
                <c:pt idx="5431">
                  <c:v>95000</c:v>
                </c:pt>
                <c:pt idx="5432">
                  <c:v>95000</c:v>
                </c:pt>
                <c:pt idx="5433">
                  <c:v>95000</c:v>
                </c:pt>
                <c:pt idx="5434">
                  <c:v>95000</c:v>
                </c:pt>
                <c:pt idx="5435">
                  <c:v>95000</c:v>
                </c:pt>
                <c:pt idx="5436">
                  <c:v>100000</c:v>
                </c:pt>
                <c:pt idx="5437">
                  <c:v>100000</c:v>
                </c:pt>
                <c:pt idx="5438">
                  <c:v>100000</c:v>
                </c:pt>
                <c:pt idx="5439">
                  <c:v>100000</c:v>
                </c:pt>
                <c:pt idx="5440">
                  <c:v>100000</c:v>
                </c:pt>
                <c:pt idx="5441">
                  <c:v>100000</c:v>
                </c:pt>
                <c:pt idx="5442">
                  <c:v>100000</c:v>
                </c:pt>
                <c:pt idx="5443">
                  <c:v>100000</c:v>
                </c:pt>
                <c:pt idx="5444">
                  <c:v>100000</c:v>
                </c:pt>
                <c:pt idx="5445">
                  <c:v>100000</c:v>
                </c:pt>
                <c:pt idx="5446">
                  <c:v>100000</c:v>
                </c:pt>
                <c:pt idx="5447">
                  <c:v>100000</c:v>
                </c:pt>
                <c:pt idx="5448">
                  <c:v>100000</c:v>
                </c:pt>
                <c:pt idx="5449">
                  <c:v>100000</c:v>
                </c:pt>
                <c:pt idx="5450">
                  <c:v>100000</c:v>
                </c:pt>
                <c:pt idx="5451">
                  <c:v>100000</c:v>
                </c:pt>
                <c:pt idx="5452">
                  <c:v>100000</c:v>
                </c:pt>
                <c:pt idx="5453">
                  <c:v>95000</c:v>
                </c:pt>
                <c:pt idx="5454">
                  <c:v>95000</c:v>
                </c:pt>
                <c:pt idx="5455">
                  <c:v>95000</c:v>
                </c:pt>
                <c:pt idx="5456">
                  <c:v>95000</c:v>
                </c:pt>
                <c:pt idx="5457">
                  <c:v>95000</c:v>
                </c:pt>
                <c:pt idx="5458">
                  <c:v>92000</c:v>
                </c:pt>
                <c:pt idx="5459">
                  <c:v>92000</c:v>
                </c:pt>
                <c:pt idx="5460">
                  <c:v>92000</c:v>
                </c:pt>
                <c:pt idx="5461">
                  <c:v>92000</c:v>
                </c:pt>
                <c:pt idx="5462">
                  <c:v>92000</c:v>
                </c:pt>
                <c:pt idx="5463">
                  <c:v>88000</c:v>
                </c:pt>
                <c:pt idx="5464">
                  <c:v>88000</c:v>
                </c:pt>
                <c:pt idx="5465">
                  <c:v>88000</c:v>
                </c:pt>
                <c:pt idx="5466">
                  <c:v>88000</c:v>
                </c:pt>
                <c:pt idx="5467">
                  <c:v>90000</c:v>
                </c:pt>
                <c:pt idx="5468">
                  <c:v>90000</c:v>
                </c:pt>
                <c:pt idx="5469">
                  <c:v>90000</c:v>
                </c:pt>
                <c:pt idx="5470">
                  <c:v>90000</c:v>
                </c:pt>
                <c:pt idx="5471">
                  <c:v>90000</c:v>
                </c:pt>
                <c:pt idx="5472">
                  <c:v>90000</c:v>
                </c:pt>
                <c:pt idx="5473">
                  <c:v>90000</c:v>
                </c:pt>
                <c:pt idx="5474">
                  <c:v>90000</c:v>
                </c:pt>
                <c:pt idx="5475">
                  <c:v>90000</c:v>
                </c:pt>
                <c:pt idx="5476">
                  <c:v>90000</c:v>
                </c:pt>
                <c:pt idx="5477">
                  <c:v>90000</c:v>
                </c:pt>
                <c:pt idx="5478">
                  <c:v>90000</c:v>
                </c:pt>
                <c:pt idx="5479">
                  <c:v>90000</c:v>
                </c:pt>
                <c:pt idx="5480">
                  <c:v>90000</c:v>
                </c:pt>
                <c:pt idx="5481">
                  <c:v>88000</c:v>
                </c:pt>
                <c:pt idx="5482">
                  <c:v>88000</c:v>
                </c:pt>
                <c:pt idx="5483">
                  <c:v>88000</c:v>
                </c:pt>
                <c:pt idx="5484">
                  <c:v>85000</c:v>
                </c:pt>
                <c:pt idx="5485">
                  <c:v>85000</c:v>
                </c:pt>
                <c:pt idx="5486">
                  <c:v>85000</c:v>
                </c:pt>
                <c:pt idx="5487">
                  <c:v>85000</c:v>
                </c:pt>
                <c:pt idx="5488">
                  <c:v>88000</c:v>
                </c:pt>
                <c:pt idx="5489">
                  <c:v>88000</c:v>
                </c:pt>
                <c:pt idx="5490">
                  <c:v>88000</c:v>
                </c:pt>
                <c:pt idx="5491">
                  <c:v>83000</c:v>
                </c:pt>
                <c:pt idx="5492">
                  <c:v>83000</c:v>
                </c:pt>
                <c:pt idx="5493">
                  <c:v>82000</c:v>
                </c:pt>
                <c:pt idx="5494">
                  <c:v>82000</c:v>
                </c:pt>
                <c:pt idx="5495">
                  <c:v>82000</c:v>
                </c:pt>
                <c:pt idx="5496">
                  <c:v>82000</c:v>
                </c:pt>
                <c:pt idx="5497">
                  <c:v>82000</c:v>
                </c:pt>
                <c:pt idx="5498">
                  <c:v>82000</c:v>
                </c:pt>
                <c:pt idx="5499">
                  <c:v>82000</c:v>
                </c:pt>
                <c:pt idx="5500">
                  <c:v>82000</c:v>
                </c:pt>
                <c:pt idx="5501">
                  <c:v>82000</c:v>
                </c:pt>
                <c:pt idx="5502">
                  <c:v>82000</c:v>
                </c:pt>
                <c:pt idx="5503">
                  <c:v>82000</c:v>
                </c:pt>
                <c:pt idx="5504">
                  <c:v>82000</c:v>
                </c:pt>
                <c:pt idx="5505">
                  <c:v>82000</c:v>
                </c:pt>
                <c:pt idx="5506">
                  <c:v>82000</c:v>
                </c:pt>
                <c:pt idx="5507">
                  <c:v>82000</c:v>
                </c:pt>
                <c:pt idx="5508">
                  <c:v>80000</c:v>
                </c:pt>
                <c:pt idx="5509">
                  <c:v>80000</c:v>
                </c:pt>
                <c:pt idx="5510">
                  <c:v>80000</c:v>
                </c:pt>
                <c:pt idx="5511">
                  <c:v>80000</c:v>
                </c:pt>
                <c:pt idx="5512">
                  <c:v>80000</c:v>
                </c:pt>
                <c:pt idx="5513">
                  <c:v>80000</c:v>
                </c:pt>
                <c:pt idx="5514">
                  <c:v>80000</c:v>
                </c:pt>
                <c:pt idx="5515">
                  <c:v>80000</c:v>
                </c:pt>
                <c:pt idx="5516">
                  <c:v>78000</c:v>
                </c:pt>
                <c:pt idx="5517">
                  <c:v>78000</c:v>
                </c:pt>
                <c:pt idx="5518">
                  <c:v>78000</c:v>
                </c:pt>
                <c:pt idx="5519">
                  <c:v>78000</c:v>
                </c:pt>
                <c:pt idx="5520">
                  <c:v>78000</c:v>
                </c:pt>
                <c:pt idx="5521">
                  <c:v>78000</c:v>
                </c:pt>
                <c:pt idx="5522">
                  <c:v>78000</c:v>
                </c:pt>
                <c:pt idx="5523">
                  <c:v>78000</c:v>
                </c:pt>
                <c:pt idx="5524">
                  <c:v>78000</c:v>
                </c:pt>
                <c:pt idx="5525">
                  <c:v>78000</c:v>
                </c:pt>
                <c:pt idx="5526">
                  <c:v>78000</c:v>
                </c:pt>
                <c:pt idx="5527">
                  <c:v>78000</c:v>
                </c:pt>
                <c:pt idx="5528">
                  <c:v>77000</c:v>
                </c:pt>
                <c:pt idx="5529">
                  <c:v>77000</c:v>
                </c:pt>
                <c:pt idx="5530">
                  <c:v>72000</c:v>
                </c:pt>
                <c:pt idx="5531">
                  <c:v>72000</c:v>
                </c:pt>
                <c:pt idx="5532">
                  <c:v>72000</c:v>
                </c:pt>
                <c:pt idx="5533">
                  <c:v>68000</c:v>
                </c:pt>
                <c:pt idx="5534">
                  <c:v>68000</c:v>
                </c:pt>
                <c:pt idx="5535">
                  <c:v>68000</c:v>
                </c:pt>
                <c:pt idx="5536">
                  <c:v>68000</c:v>
                </c:pt>
                <c:pt idx="5537">
                  <c:v>68000</c:v>
                </c:pt>
                <c:pt idx="5538">
                  <c:v>68000</c:v>
                </c:pt>
                <c:pt idx="5539">
                  <c:v>68000</c:v>
                </c:pt>
                <c:pt idx="5540">
                  <c:v>65000</c:v>
                </c:pt>
                <c:pt idx="5541">
                  <c:v>65000</c:v>
                </c:pt>
                <c:pt idx="5542">
                  <c:v>65000</c:v>
                </c:pt>
                <c:pt idx="5543">
                  <c:v>65000</c:v>
                </c:pt>
                <c:pt idx="5544">
                  <c:v>65000</c:v>
                </c:pt>
                <c:pt idx="5545">
                  <c:v>65000</c:v>
                </c:pt>
                <c:pt idx="5546">
                  <c:v>65000</c:v>
                </c:pt>
                <c:pt idx="5547">
                  <c:v>65000</c:v>
                </c:pt>
                <c:pt idx="5548">
                  <c:v>65000</c:v>
                </c:pt>
                <c:pt idx="5549">
                  <c:v>65000</c:v>
                </c:pt>
                <c:pt idx="5550">
                  <c:v>65000</c:v>
                </c:pt>
                <c:pt idx="5551">
                  <c:v>65000</c:v>
                </c:pt>
                <c:pt idx="5552">
                  <c:v>65000</c:v>
                </c:pt>
                <c:pt idx="5553">
                  <c:v>65000</c:v>
                </c:pt>
                <c:pt idx="5554">
                  <c:v>65000</c:v>
                </c:pt>
                <c:pt idx="5555">
                  <c:v>65000</c:v>
                </c:pt>
                <c:pt idx="5556">
                  <c:v>65000</c:v>
                </c:pt>
                <c:pt idx="5557">
                  <c:v>65000</c:v>
                </c:pt>
                <c:pt idx="5558">
                  <c:v>57000</c:v>
                </c:pt>
                <c:pt idx="5559">
                  <c:v>57000</c:v>
                </c:pt>
                <c:pt idx="5560">
                  <c:v>57000</c:v>
                </c:pt>
                <c:pt idx="5561">
                  <c:v>57000</c:v>
                </c:pt>
                <c:pt idx="5562">
                  <c:v>57000</c:v>
                </c:pt>
                <c:pt idx="5563">
                  <c:v>57000</c:v>
                </c:pt>
                <c:pt idx="5564">
                  <c:v>57000</c:v>
                </c:pt>
                <c:pt idx="5565">
                  <c:v>55000</c:v>
                </c:pt>
                <c:pt idx="5566">
                  <c:v>55000</c:v>
                </c:pt>
                <c:pt idx="5567">
                  <c:v>55000</c:v>
                </c:pt>
                <c:pt idx="5568">
                  <c:v>55000</c:v>
                </c:pt>
                <c:pt idx="5569">
                  <c:v>55000</c:v>
                </c:pt>
                <c:pt idx="5570">
                  <c:v>55000</c:v>
                </c:pt>
                <c:pt idx="5571">
                  <c:v>55000</c:v>
                </c:pt>
                <c:pt idx="5572">
                  <c:v>55000</c:v>
                </c:pt>
                <c:pt idx="5573">
                  <c:v>55000</c:v>
                </c:pt>
                <c:pt idx="5574">
                  <c:v>55000</c:v>
                </c:pt>
                <c:pt idx="5575">
                  <c:v>55000</c:v>
                </c:pt>
                <c:pt idx="5576">
                  <c:v>55000</c:v>
                </c:pt>
                <c:pt idx="5577">
                  <c:v>55000</c:v>
                </c:pt>
                <c:pt idx="5578">
                  <c:v>55000</c:v>
                </c:pt>
                <c:pt idx="5579">
                  <c:v>55000</c:v>
                </c:pt>
                <c:pt idx="5580">
                  <c:v>55000</c:v>
                </c:pt>
                <c:pt idx="5581">
                  <c:v>55000</c:v>
                </c:pt>
                <c:pt idx="5582">
                  <c:v>55000</c:v>
                </c:pt>
                <c:pt idx="5583">
                  <c:v>55000</c:v>
                </c:pt>
                <c:pt idx="5584">
                  <c:v>55000</c:v>
                </c:pt>
                <c:pt idx="5585">
                  <c:v>55000</c:v>
                </c:pt>
                <c:pt idx="5586">
                  <c:v>55000</c:v>
                </c:pt>
                <c:pt idx="5587">
                  <c:v>55000</c:v>
                </c:pt>
                <c:pt idx="5588">
                  <c:v>55000</c:v>
                </c:pt>
                <c:pt idx="5589">
                  <c:v>55000</c:v>
                </c:pt>
                <c:pt idx="5590">
                  <c:v>55000</c:v>
                </c:pt>
                <c:pt idx="5591">
                  <c:v>48500</c:v>
                </c:pt>
                <c:pt idx="5592">
                  <c:v>48500</c:v>
                </c:pt>
                <c:pt idx="5593">
                  <c:v>48500</c:v>
                </c:pt>
                <c:pt idx="5594">
                  <c:v>48500</c:v>
                </c:pt>
                <c:pt idx="5595">
                  <c:v>48500</c:v>
                </c:pt>
                <c:pt idx="5596">
                  <c:v>48500</c:v>
                </c:pt>
                <c:pt idx="5597">
                  <c:v>48500</c:v>
                </c:pt>
                <c:pt idx="5598">
                  <c:v>48500</c:v>
                </c:pt>
                <c:pt idx="5599">
                  <c:v>48500</c:v>
                </c:pt>
                <c:pt idx="5600">
                  <c:v>48500</c:v>
                </c:pt>
                <c:pt idx="5601">
                  <c:v>48500</c:v>
                </c:pt>
                <c:pt idx="5602">
                  <c:v>48500</c:v>
                </c:pt>
                <c:pt idx="5603">
                  <c:v>48500</c:v>
                </c:pt>
                <c:pt idx="5604">
                  <c:v>48500</c:v>
                </c:pt>
                <c:pt idx="5605">
                  <c:v>48500</c:v>
                </c:pt>
                <c:pt idx="5606">
                  <c:v>48500</c:v>
                </c:pt>
                <c:pt idx="5607">
                  <c:v>48500</c:v>
                </c:pt>
                <c:pt idx="5608">
                  <c:v>48500</c:v>
                </c:pt>
                <c:pt idx="5609">
                  <c:v>48500</c:v>
                </c:pt>
                <c:pt idx="5610">
                  <c:v>48500</c:v>
                </c:pt>
                <c:pt idx="5611">
                  <c:v>48500</c:v>
                </c:pt>
                <c:pt idx="5612">
                  <c:v>48500</c:v>
                </c:pt>
                <c:pt idx="5613">
                  <c:v>48500</c:v>
                </c:pt>
                <c:pt idx="5614">
                  <c:v>42000</c:v>
                </c:pt>
                <c:pt idx="5615">
                  <c:v>42000</c:v>
                </c:pt>
                <c:pt idx="5616">
                  <c:v>42000</c:v>
                </c:pt>
                <c:pt idx="5617">
                  <c:v>42000</c:v>
                </c:pt>
                <c:pt idx="5618">
                  <c:v>42000</c:v>
                </c:pt>
                <c:pt idx="5619">
                  <c:v>42000</c:v>
                </c:pt>
                <c:pt idx="5620">
                  <c:v>42000</c:v>
                </c:pt>
                <c:pt idx="5621">
                  <c:v>42000</c:v>
                </c:pt>
                <c:pt idx="5622">
                  <c:v>42000</c:v>
                </c:pt>
                <c:pt idx="5623">
                  <c:v>42000</c:v>
                </c:pt>
                <c:pt idx="5624">
                  <c:v>42000</c:v>
                </c:pt>
                <c:pt idx="5625">
                  <c:v>42000</c:v>
                </c:pt>
                <c:pt idx="5626">
                  <c:v>42000</c:v>
                </c:pt>
                <c:pt idx="5627">
                  <c:v>42000</c:v>
                </c:pt>
                <c:pt idx="5628">
                  <c:v>42000</c:v>
                </c:pt>
                <c:pt idx="5629">
                  <c:v>42000</c:v>
                </c:pt>
                <c:pt idx="5630">
                  <c:v>42000</c:v>
                </c:pt>
                <c:pt idx="5631">
                  <c:v>42000</c:v>
                </c:pt>
                <c:pt idx="5632">
                  <c:v>42000</c:v>
                </c:pt>
                <c:pt idx="5633">
                  <c:v>42000</c:v>
                </c:pt>
                <c:pt idx="5634">
                  <c:v>42000</c:v>
                </c:pt>
                <c:pt idx="5635">
                  <c:v>42000</c:v>
                </c:pt>
                <c:pt idx="5636">
                  <c:v>42000</c:v>
                </c:pt>
                <c:pt idx="5637">
                  <c:v>42000</c:v>
                </c:pt>
                <c:pt idx="5638">
                  <c:v>42000</c:v>
                </c:pt>
                <c:pt idx="5639">
                  <c:v>42000</c:v>
                </c:pt>
                <c:pt idx="5640">
                  <c:v>42000</c:v>
                </c:pt>
                <c:pt idx="5641">
                  <c:v>42000</c:v>
                </c:pt>
                <c:pt idx="5642">
                  <c:v>42000</c:v>
                </c:pt>
                <c:pt idx="5643">
                  <c:v>42000</c:v>
                </c:pt>
                <c:pt idx="5644">
                  <c:v>42000</c:v>
                </c:pt>
                <c:pt idx="5645">
                  <c:v>42000</c:v>
                </c:pt>
                <c:pt idx="5646">
                  <c:v>42000</c:v>
                </c:pt>
                <c:pt idx="5647">
                  <c:v>42000</c:v>
                </c:pt>
                <c:pt idx="5648">
                  <c:v>42000</c:v>
                </c:pt>
                <c:pt idx="5649">
                  <c:v>35000</c:v>
                </c:pt>
                <c:pt idx="5650">
                  <c:v>35000</c:v>
                </c:pt>
                <c:pt idx="5651">
                  <c:v>35000</c:v>
                </c:pt>
                <c:pt idx="5652">
                  <c:v>35000</c:v>
                </c:pt>
                <c:pt idx="5653">
                  <c:v>35000</c:v>
                </c:pt>
                <c:pt idx="5654">
                  <c:v>35000</c:v>
                </c:pt>
                <c:pt idx="5655">
                  <c:v>35000</c:v>
                </c:pt>
                <c:pt idx="5656">
                  <c:v>35000</c:v>
                </c:pt>
                <c:pt idx="5657">
                  <c:v>35000</c:v>
                </c:pt>
                <c:pt idx="5658">
                  <c:v>35000</c:v>
                </c:pt>
                <c:pt idx="5659">
                  <c:v>35000</c:v>
                </c:pt>
                <c:pt idx="5660">
                  <c:v>35000</c:v>
                </c:pt>
                <c:pt idx="5661">
                  <c:v>35000</c:v>
                </c:pt>
                <c:pt idx="5662">
                  <c:v>35000</c:v>
                </c:pt>
                <c:pt idx="5663">
                  <c:v>35000</c:v>
                </c:pt>
                <c:pt idx="5664">
                  <c:v>35000</c:v>
                </c:pt>
                <c:pt idx="5665">
                  <c:v>35000</c:v>
                </c:pt>
                <c:pt idx="5666">
                  <c:v>35000</c:v>
                </c:pt>
                <c:pt idx="5667">
                  <c:v>35000</c:v>
                </c:pt>
                <c:pt idx="5668">
                  <c:v>35000</c:v>
                </c:pt>
                <c:pt idx="5669">
                  <c:v>35000</c:v>
                </c:pt>
                <c:pt idx="5670">
                  <c:v>35000</c:v>
                </c:pt>
                <c:pt idx="5671">
                  <c:v>35000</c:v>
                </c:pt>
                <c:pt idx="5672">
                  <c:v>35000</c:v>
                </c:pt>
                <c:pt idx="5673">
                  <c:v>35000</c:v>
                </c:pt>
                <c:pt idx="5674">
                  <c:v>35000</c:v>
                </c:pt>
                <c:pt idx="5675">
                  <c:v>35000</c:v>
                </c:pt>
                <c:pt idx="5676">
                  <c:v>35000</c:v>
                </c:pt>
                <c:pt idx="5677">
                  <c:v>35000</c:v>
                </c:pt>
                <c:pt idx="5678">
                  <c:v>35000</c:v>
                </c:pt>
                <c:pt idx="5679">
                  <c:v>35000</c:v>
                </c:pt>
                <c:pt idx="5680">
                  <c:v>35000</c:v>
                </c:pt>
                <c:pt idx="5681">
                  <c:v>35000</c:v>
                </c:pt>
                <c:pt idx="5682">
                  <c:v>35000</c:v>
                </c:pt>
                <c:pt idx="5683">
                  <c:v>35000</c:v>
                </c:pt>
                <c:pt idx="5684">
                  <c:v>35000</c:v>
                </c:pt>
                <c:pt idx="5685">
                  <c:v>35000</c:v>
                </c:pt>
                <c:pt idx="5686">
                  <c:v>35000</c:v>
                </c:pt>
                <c:pt idx="5687">
                  <c:v>35000</c:v>
                </c:pt>
                <c:pt idx="5688">
                  <c:v>35000</c:v>
                </c:pt>
                <c:pt idx="5689">
                  <c:v>35000</c:v>
                </c:pt>
                <c:pt idx="5690">
                  <c:v>35000</c:v>
                </c:pt>
                <c:pt idx="5691">
                  <c:v>35000</c:v>
                </c:pt>
                <c:pt idx="5692">
                  <c:v>35000</c:v>
                </c:pt>
                <c:pt idx="5693">
                  <c:v>35000</c:v>
                </c:pt>
                <c:pt idx="5694">
                  <c:v>35000</c:v>
                </c:pt>
                <c:pt idx="5695">
                  <c:v>35000</c:v>
                </c:pt>
                <c:pt idx="5696">
                  <c:v>35000</c:v>
                </c:pt>
                <c:pt idx="5697">
                  <c:v>35000</c:v>
                </c:pt>
                <c:pt idx="5698">
                  <c:v>35000</c:v>
                </c:pt>
                <c:pt idx="5699">
                  <c:v>35000</c:v>
                </c:pt>
                <c:pt idx="5700">
                  <c:v>35000</c:v>
                </c:pt>
                <c:pt idx="5701">
                  <c:v>35000</c:v>
                </c:pt>
                <c:pt idx="5702">
                  <c:v>35000</c:v>
                </c:pt>
                <c:pt idx="5703">
                  <c:v>35000</c:v>
                </c:pt>
                <c:pt idx="5704">
                  <c:v>35000</c:v>
                </c:pt>
                <c:pt idx="5705">
                  <c:v>26000</c:v>
                </c:pt>
                <c:pt idx="5706">
                  <c:v>26000</c:v>
                </c:pt>
                <c:pt idx="5707">
                  <c:v>26000</c:v>
                </c:pt>
                <c:pt idx="5708">
                  <c:v>26000</c:v>
                </c:pt>
                <c:pt idx="5709">
                  <c:v>26000</c:v>
                </c:pt>
                <c:pt idx="5710">
                  <c:v>26000</c:v>
                </c:pt>
                <c:pt idx="5711">
                  <c:v>26000</c:v>
                </c:pt>
                <c:pt idx="5712">
                  <c:v>26000</c:v>
                </c:pt>
                <c:pt idx="5713">
                  <c:v>26000</c:v>
                </c:pt>
                <c:pt idx="5714">
                  <c:v>26000</c:v>
                </c:pt>
                <c:pt idx="5715">
                  <c:v>26000</c:v>
                </c:pt>
                <c:pt idx="5716">
                  <c:v>26000</c:v>
                </c:pt>
                <c:pt idx="5717">
                  <c:v>26000</c:v>
                </c:pt>
                <c:pt idx="5718">
                  <c:v>26000</c:v>
                </c:pt>
                <c:pt idx="5719">
                  <c:v>26000</c:v>
                </c:pt>
                <c:pt idx="5720">
                  <c:v>26000</c:v>
                </c:pt>
                <c:pt idx="5721">
                  <c:v>26000</c:v>
                </c:pt>
                <c:pt idx="5722">
                  <c:v>26000</c:v>
                </c:pt>
                <c:pt idx="5723">
                  <c:v>26000</c:v>
                </c:pt>
                <c:pt idx="5724">
                  <c:v>26000</c:v>
                </c:pt>
                <c:pt idx="5725">
                  <c:v>26000</c:v>
                </c:pt>
                <c:pt idx="5726">
                  <c:v>26000</c:v>
                </c:pt>
                <c:pt idx="5727">
                  <c:v>26000</c:v>
                </c:pt>
                <c:pt idx="5728">
                  <c:v>26000</c:v>
                </c:pt>
                <c:pt idx="5729">
                  <c:v>26000</c:v>
                </c:pt>
                <c:pt idx="5730">
                  <c:v>26000</c:v>
                </c:pt>
                <c:pt idx="5731">
                  <c:v>26000</c:v>
                </c:pt>
                <c:pt idx="5732">
                  <c:v>26000</c:v>
                </c:pt>
                <c:pt idx="5733">
                  <c:v>26000</c:v>
                </c:pt>
                <c:pt idx="5734">
                  <c:v>26000</c:v>
                </c:pt>
                <c:pt idx="5735">
                  <c:v>26000</c:v>
                </c:pt>
                <c:pt idx="5736">
                  <c:v>26000</c:v>
                </c:pt>
                <c:pt idx="5737">
                  <c:v>26000</c:v>
                </c:pt>
                <c:pt idx="5738">
                  <c:v>26000</c:v>
                </c:pt>
                <c:pt idx="5739">
                  <c:v>26000</c:v>
                </c:pt>
                <c:pt idx="5740">
                  <c:v>26000</c:v>
                </c:pt>
                <c:pt idx="5741">
                  <c:v>26000</c:v>
                </c:pt>
                <c:pt idx="5742">
                  <c:v>26000</c:v>
                </c:pt>
                <c:pt idx="5743">
                  <c:v>26000</c:v>
                </c:pt>
                <c:pt idx="5744">
                  <c:v>26000</c:v>
                </c:pt>
                <c:pt idx="5745">
                  <c:v>26000</c:v>
                </c:pt>
                <c:pt idx="5746">
                  <c:v>26000</c:v>
                </c:pt>
                <c:pt idx="5747">
                  <c:v>26000</c:v>
                </c:pt>
                <c:pt idx="5748">
                  <c:v>26000</c:v>
                </c:pt>
                <c:pt idx="5749">
                  <c:v>26000</c:v>
                </c:pt>
                <c:pt idx="5750">
                  <c:v>26000</c:v>
                </c:pt>
                <c:pt idx="5751">
                  <c:v>26000</c:v>
                </c:pt>
                <c:pt idx="5752">
                  <c:v>26000</c:v>
                </c:pt>
                <c:pt idx="5753">
                  <c:v>26000</c:v>
                </c:pt>
                <c:pt idx="5754">
                  <c:v>26000</c:v>
                </c:pt>
                <c:pt idx="5755">
                  <c:v>26000</c:v>
                </c:pt>
                <c:pt idx="5756">
                  <c:v>26000</c:v>
                </c:pt>
                <c:pt idx="5757">
                  <c:v>26000</c:v>
                </c:pt>
                <c:pt idx="5758">
                  <c:v>26000</c:v>
                </c:pt>
                <c:pt idx="5759">
                  <c:v>26000</c:v>
                </c:pt>
                <c:pt idx="5760">
                  <c:v>26000</c:v>
                </c:pt>
                <c:pt idx="5761">
                  <c:v>26000</c:v>
                </c:pt>
                <c:pt idx="5762">
                  <c:v>26000</c:v>
                </c:pt>
                <c:pt idx="5763">
                  <c:v>26000</c:v>
                </c:pt>
                <c:pt idx="5764">
                  <c:v>26000</c:v>
                </c:pt>
                <c:pt idx="5765">
                  <c:v>26000</c:v>
                </c:pt>
                <c:pt idx="5766">
                  <c:v>26000</c:v>
                </c:pt>
                <c:pt idx="5767">
                  <c:v>26000</c:v>
                </c:pt>
                <c:pt idx="5768">
                  <c:v>26000</c:v>
                </c:pt>
                <c:pt idx="5769">
                  <c:v>26000</c:v>
                </c:pt>
                <c:pt idx="5770">
                  <c:v>26000</c:v>
                </c:pt>
                <c:pt idx="5771">
                  <c:v>26000</c:v>
                </c:pt>
                <c:pt idx="5772">
                  <c:v>26000</c:v>
                </c:pt>
                <c:pt idx="5773">
                  <c:v>26000</c:v>
                </c:pt>
                <c:pt idx="5774">
                  <c:v>26000</c:v>
                </c:pt>
                <c:pt idx="5775">
                  <c:v>26000</c:v>
                </c:pt>
                <c:pt idx="5776">
                  <c:v>26000</c:v>
                </c:pt>
                <c:pt idx="5777">
                  <c:v>26000</c:v>
                </c:pt>
                <c:pt idx="5778">
                  <c:v>26000</c:v>
                </c:pt>
                <c:pt idx="5779">
                  <c:v>26000</c:v>
                </c:pt>
                <c:pt idx="5780">
                  <c:v>26000</c:v>
                </c:pt>
                <c:pt idx="5781">
                  <c:v>26000</c:v>
                </c:pt>
                <c:pt idx="5782">
                  <c:v>26000</c:v>
                </c:pt>
                <c:pt idx="5783">
                  <c:v>26000</c:v>
                </c:pt>
                <c:pt idx="5784">
                  <c:v>26000</c:v>
                </c:pt>
                <c:pt idx="5785">
                  <c:v>26000</c:v>
                </c:pt>
                <c:pt idx="5786">
                  <c:v>26000</c:v>
                </c:pt>
                <c:pt idx="5787">
                  <c:v>26000</c:v>
                </c:pt>
                <c:pt idx="5788">
                  <c:v>26000</c:v>
                </c:pt>
                <c:pt idx="5789">
                  <c:v>26000</c:v>
                </c:pt>
                <c:pt idx="5790">
                  <c:v>26000</c:v>
                </c:pt>
                <c:pt idx="5791">
                  <c:v>26000</c:v>
                </c:pt>
                <c:pt idx="5792">
                  <c:v>26000</c:v>
                </c:pt>
                <c:pt idx="5793">
                  <c:v>26000</c:v>
                </c:pt>
                <c:pt idx="5794">
                  <c:v>26000</c:v>
                </c:pt>
                <c:pt idx="5795">
                  <c:v>26000</c:v>
                </c:pt>
                <c:pt idx="5796">
                  <c:v>26000</c:v>
                </c:pt>
                <c:pt idx="5797">
                  <c:v>26000</c:v>
                </c:pt>
                <c:pt idx="5798">
                  <c:v>26000</c:v>
                </c:pt>
                <c:pt idx="5799">
                  <c:v>26000</c:v>
                </c:pt>
                <c:pt idx="5800">
                  <c:v>26000</c:v>
                </c:pt>
                <c:pt idx="5801">
                  <c:v>26000</c:v>
                </c:pt>
                <c:pt idx="5802">
                  <c:v>26000</c:v>
                </c:pt>
                <c:pt idx="5803">
                  <c:v>26000</c:v>
                </c:pt>
                <c:pt idx="5804">
                  <c:v>26000</c:v>
                </c:pt>
                <c:pt idx="5805">
                  <c:v>26000</c:v>
                </c:pt>
                <c:pt idx="5806">
                  <c:v>26000</c:v>
                </c:pt>
                <c:pt idx="5807">
                  <c:v>26000</c:v>
                </c:pt>
                <c:pt idx="5808">
                  <c:v>26000</c:v>
                </c:pt>
                <c:pt idx="5809">
                  <c:v>26000</c:v>
                </c:pt>
                <c:pt idx="5810">
                  <c:v>26000</c:v>
                </c:pt>
                <c:pt idx="5811">
                  <c:v>26000</c:v>
                </c:pt>
                <c:pt idx="5812">
                  <c:v>26000</c:v>
                </c:pt>
                <c:pt idx="5813">
                  <c:v>26000</c:v>
                </c:pt>
                <c:pt idx="5814">
                  <c:v>26000</c:v>
                </c:pt>
                <c:pt idx="5815">
                  <c:v>26000</c:v>
                </c:pt>
                <c:pt idx="5816">
                  <c:v>26000</c:v>
                </c:pt>
                <c:pt idx="5817">
                  <c:v>26000</c:v>
                </c:pt>
                <c:pt idx="5818">
                  <c:v>26000</c:v>
                </c:pt>
                <c:pt idx="5819">
                  <c:v>26000</c:v>
                </c:pt>
                <c:pt idx="5820">
                  <c:v>26000</c:v>
                </c:pt>
                <c:pt idx="5821">
                  <c:v>26000</c:v>
                </c:pt>
                <c:pt idx="5822">
                  <c:v>26000</c:v>
                </c:pt>
                <c:pt idx="5823">
                  <c:v>26000</c:v>
                </c:pt>
                <c:pt idx="5824">
                  <c:v>26000</c:v>
                </c:pt>
                <c:pt idx="5825">
                  <c:v>26000</c:v>
                </c:pt>
                <c:pt idx="5826">
                  <c:v>26000</c:v>
                </c:pt>
                <c:pt idx="5827">
                  <c:v>26000</c:v>
                </c:pt>
                <c:pt idx="5828">
                  <c:v>26000</c:v>
                </c:pt>
                <c:pt idx="5829">
                  <c:v>26000</c:v>
                </c:pt>
                <c:pt idx="5830">
                  <c:v>26000</c:v>
                </c:pt>
                <c:pt idx="5831">
                  <c:v>26000</c:v>
                </c:pt>
                <c:pt idx="5832">
                  <c:v>26000</c:v>
                </c:pt>
                <c:pt idx="5833">
                  <c:v>26000</c:v>
                </c:pt>
                <c:pt idx="5834">
                  <c:v>26000</c:v>
                </c:pt>
                <c:pt idx="5835">
                  <c:v>26000</c:v>
                </c:pt>
                <c:pt idx="5836">
                  <c:v>26000</c:v>
                </c:pt>
                <c:pt idx="5837">
                  <c:v>26000</c:v>
                </c:pt>
                <c:pt idx="5838">
                  <c:v>26000</c:v>
                </c:pt>
                <c:pt idx="5839">
                  <c:v>26000</c:v>
                </c:pt>
                <c:pt idx="5840">
                  <c:v>26000</c:v>
                </c:pt>
                <c:pt idx="5841">
                  <c:v>26000</c:v>
                </c:pt>
                <c:pt idx="5842">
                  <c:v>26000</c:v>
                </c:pt>
                <c:pt idx="5843">
                  <c:v>26000</c:v>
                </c:pt>
                <c:pt idx="5844">
                  <c:v>26000</c:v>
                </c:pt>
                <c:pt idx="5845">
                  <c:v>26000</c:v>
                </c:pt>
                <c:pt idx="5846">
                  <c:v>26000</c:v>
                </c:pt>
                <c:pt idx="5847">
                  <c:v>26000</c:v>
                </c:pt>
                <c:pt idx="5848">
                  <c:v>26000</c:v>
                </c:pt>
                <c:pt idx="5849">
                  <c:v>26000</c:v>
                </c:pt>
                <c:pt idx="5850">
                  <c:v>26000</c:v>
                </c:pt>
                <c:pt idx="5851">
                  <c:v>26000</c:v>
                </c:pt>
                <c:pt idx="5852">
                  <c:v>26000</c:v>
                </c:pt>
                <c:pt idx="5853">
                  <c:v>26000</c:v>
                </c:pt>
                <c:pt idx="5854">
                  <c:v>26000</c:v>
                </c:pt>
                <c:pt idx="5855">
                  <c:v>26000</c:v>
                </c:pt>
                <c:pt idx="5856">
                  <c:v>26000</c:v>
                </c:pt>
                <c:pt idx="5857">
                  <c:v>26000</c:v>
                </c:pt>
                <c:pt idx="5858">
                  <c:v>26000</c:v>
                </c:pt>
                <c:pt idx="5859">
                  <c:v>26000</c:v>
                </c:pt>
                <c:pt idx="5860">
                  <c:v>26000</c:v>
                </c:pt>
                <c:pt idx="5861">
                  <c:v>26000</c:v>
                </c:pt>
                <c:pt idx="5862">
                  <c:v>26000</c:v>
                </c:pt>
                <c:pt idx="5863">
                  <c:v>26000</c:v>
                </c:pt>
                <c:pt idx="5864">
                  <c:v>26000</c:v>
                </c:pt>
                <c:pt idx="5865">
                  <c:v>26000</c:v>
                </c:pt>
                <c:pt idx="5866">
                  <c:v>26000</c:v>
                </c:pt>
                <c:pt idx="5867">
                  <c:v>26000</c:v>
                </c:pt>
                <c:pt idx="5868">
                  <c:v>26000</c:v>
                </c:pt>
                <c:pt idx="5869">
                  <c:v>26000</c:v>
                </c:pt>
                <c:pt idx="5870">
                  <c:v>26000</c:v>
                </c:pt>
                <c:pt idx="5871">
                  <c:v>26000</c:v>
                </c:pt>
                <c:pt idx="5872">
                  <c:v>26000</c:v>
                </c:pt>
                <c:pt idx="5873">
                  <c:v>26000</c:v>
                </c:pt>
                <c:pt idx="5874">
                  <c:v>26000</c:v>
                </c:pt>
                <c:pt idx="5875">
                  <c:v>26000</c:v>
                </c:pt>
                <c:pt idx="5876">
                  <c:v>26000</c:v>
                </c:pt>
                <c:pt idx="5877">
                  <c:v>26000</c:v>
                </c:pt>
                <c:pt idx="5878">
                  <c:v>26000</c:v>
                </c:pt>
                <c:pt idx="5879">
                  <c:v>26000</c:v>
                </c:pt>
                <c:pt idx="5880">
                  <c:v>26000</c:v>
                </c:pt>
                <c:pt idx="5881">
                  <c:v>26000</c:v>
                </c:pt>
                <c:pt idx="5882">
                  <c:v>26000</c:v>
                </c:pt>
                <c:pt idx="5883">
                  <c:v>26000</c:v>
                </c:pt>
                <c:pt idx="5884">
                  <c:v>26000</c:v>
                </c:pt>
              </c:numCache>
            </c:numRef>
          </c:val>
          <c:smooth val="1"/>
          <c:extLst xmlns:c16r2="http://schemas.microsoft.com/office/drawing/2015/06/chart">
            <c:ext xmlns:c16="http://schemas.microsoft.com/office/drawing/2014/chart" uri="{C3380CC4-5D6E-409C-BE32-E72D297353CC}">
              <c16:uniqueId val="{00000001-8B23-4446-8AC6-895E7F706785}"/>
            </c:ext>
          </c:extLst>
        </c:ser>
        <c:dLbls>
          <c:showLegendKey val="0"/>
          <c:showVal val="0"/>
          <c:showCatName val="0"/>
          <c:showSerName val="0"/>
          <c:showPercent val="0"/>
          <c:showBubbleSize val="0"/>
        </c:dLbls>
        <c:marker val="1"/>
        <c:smooth val="0"/>
        <c:axId val="868022960"/>
        <c:axId val="868019152"/>
      </c:lineChart>
      <c:dateAx>
        <c:axId val="868022960"/>
        <c:scaling>
          <c:orientation val="minMax"/>
        </c:scaling>
        <c:delete val="0"/>
        <c:axPos val="b"/>
        <c:numFmt formatCode="m/d/yyyy"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868019152"/>
        <c:crosses val="autoZero"/>
        <c:auto val="1"/>
        <c:lblOffset val="100"/>
        <c:baseTimeUnit val="days"/>
      </c:dateAx>
      <c:valAx>
        <c:axId val="86801915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86802296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pPr>
      <a:endParaRPr lang="zh-CN"/>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8047940489850828"/>
          <c:y val="2.3036722179639049E-2"/>
          <c:w val="0.53867764016935071"/>
          <c:h val="0.9486446937495645"/>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080F-4A68-A2BF-561D683DCC00}"/>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080F-4A68-A2BF-561D683DCC00}"/>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080F-4A68-A2BF-561D683DCC00}"/>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080F-4A68-A2BF-561D683DCC00}"/>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080F-4A68-A2BF-561D683DCC00}"/>
              </c:ext>
            </c:extLst>
          </c:dPt>
          <c:dPt>
            <c:idx val="5"/>
            <c:bubble3D val="0"/>
            <c:spPr>
              <a:solidFill>
                <a:srgbClr val="F2BFBF"/>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080F-4A68-A2BF-561D683DCC00}"/>
              </c:ext>
            </c:extLst>
          </c:dPt>
          <c:dPt>
            <c:idx val="6"/>
            <c:bubble3D val="0"/>
            <c:spPr>
              <a:solidFill>
                <a:srgbClr val="99BBCF"/>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D-080F-4A68-A2BF-561D683DCC00}"/>
              </c:ext>
            </c:extLst>
          </c:dPt>
          <c:dPt>
            <c:idx val="7"/>
            <c:bubble3D val="0"/>
            <c:spPr>
              <a:solidFill>
                <a:srgbClr val="FAE6E6"/>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F-080F-4A68-A2BF-561D683DCC00}"/>
              </c:ext>
            </c:extLst>
          </c:dPt>
          <c:dPt>
            <c:idx val="8"/>
            <c:bubble3D val="0"/>
            <c:spPr>
              <a:solidFill>
                <a:sysClr val="window" lastClr="FFFFFF">
                  <a:lumMod val="65000"/>
                </a:sysClr>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1-080F-4A68-A2BF-561D683DCC00}"/>
              </c:ext>
            </c:extLst>
          </c:dPt>
          <c:dLbls>
            <c:dLbl>
              <c:idx val="0"/>
              <c:delete val="1"/>
              <c:extLst xmlns:c16r2="http://schemas.microsoft.com/office/drawing/2015/06/chart">
                <c:ext xmlns:c16="http://schemas.microsoft.com/office/drawing/2014/chart" uri="{C3380CC4-5D6E-409C-BE32-E72D297353CC}">
                  <c16:uniqueId val="{00000001-080F-4A68-A2BF-561D683DCC00}"/>
                </c:ext>
                <c:ext xmlns:c15="http://schemas.microsoft.com/office/drawing/2012/chart" uri="{CE6537A1-D6FC-4f65-9D91-7224C49458BB}"/>
              </c:extLst>
            </c:dLbl>
            <c:dLbl>
              <c:idx val="1"/>
              <c:delete val="1"/>
              <c:extLst xmlns:c16r2="http://schemas.microsoft.com/office/drawing/2015/06/chart">
                <c:ext xmlns:c16="http://schemas.microsoft.com/office/drawing/2014/chart" uri="{C3380CC4-5D6E-409C-BE32-E72D297353CC}">
                  <c16:uniqueId val="{00000003-080F-4A68-A2BF-561D683DCC00}"/>
                </c:ext>
                <c:ext xmlns:c15="http://schemas.microsoft.com/office/drawing/2012/chart" uri="{CE6537A1-D6FC-4f65-9D91-7224C49458BB}"/>
              </c:extLst>
            </c:dLbl>
            <c:dLbl>
              <c:idx val="2"/>
              <c:delete val="1"/>
              <c:extLst xmlns:c16r2="http://schemas.microsoft.com/office/drawing/2015/06/chart">
                <c:ext xmlns:c16="http://schemas.microsoft.com/office/drawing/2014/chart" uri="{C3380CC4-5D6E-409C-BE32-E72D297353CC}">
                  <c16:uniqueId val="{00000005-080F-4A68-A2BF-561D683DCC00}"/>
                </c:ext>
                <c:ext xmlns:c15="http://schemas.microsoft.com/office/drawing/2012/chart" uri="{CE6537A1-D6FC-4f65-9D91-7224C49458BB}"/>
              </c:extLst>
            </c:dLbl>
            <c:dLbl>
              <c:idx val="3"/>
              <c:delete val="1"/>
              <c:extLst xmlns:c16r2="http://schemas.microsoft.com/office/drawing/2015/06/chart">
                <c:ext xmlns:c16="http://schemas.microsoft.com/office/drawing/2014/chart" uri="{C3380CC4-5D6E-409C-BE32-E72D297353CC}">
                  <c16:uniqueId val="{00000007-080F-4A68-A2BF-561D683DCC00}"/>
                </c:ext>
                <c:ext xmlns:c15="http://schemas.microsoft.com/office/drawing/2012/chart" uri="{CE6537A1-D6FC-4f65-9D91-7224C49458BB}"/>
              </c:extLst>
            </c:dLbl>
            <c:dLbl>
              <c:idx val="4"/>
              <c:delete val="1"/>
              <c:extLst xmlns:c16r2="http://schemas.microsoft.com/office/drawing/2015/06/chart">
                <c:ext xmlns:c16="http://schemas.microsoft.com/office/drawing/2014/chart" uri="{C3380CC4-5D6E-409C-BE32-E72D297353CC}">
                  <c16:uniqueId val="{00000009-080F-4A68-A2BF-561D683DCC00}"/>
                </c:ext>
                <c:ext xmlns:c15="http://schemas.microsoft.com/office/drawing/2012/chart" uri="{CE6537A1-D6FC-4f65-9D91-7224C49458BB}"/>
              </c:extLst>
            </c:dLbl>
            <c:dLbl>
              <c:idx val="5"/>
              <c:delete val="1"/>
              <c:extLst xmlns:c16r2="http://schemas.microsoft.com/office/drawing/2015/06/chart">
                <c:ext xmlns:c16="http://schemas.microsoft.com/office/drawing/2014/chart" uri="{C3380CC4-5D6E-409C-BE32-E72D297353CC}">
                  <c16:uniqueId val="{0000000B-080F-4A68-A2BF-561D683DCC00}"/>
                </c:ext>
                <c:ext xmlns:c15="http://schemas.microsoft.com/office/drawing/2012/chart" uri="{CE6537A1-D6FC-4f65-9D91-7224C49458BB}"/>
              </c:extLst>
            </c:dLbl>
            <c:dLbl>
              <c:idx val="6"/>
              <c:delete val="1"/>
              <c:extLst xmlns:c16r2="http://schemas.microsoft.com/office/drawing/2015/06/chart">
                <c:ext xmlns:c16="http://schemas.microsoft.com/office/drawing/2014/chart" uri="{C3380CC4-5D6E-409C-BE32-E72D297353CC}">
                  <c16:uniqueId val="{0000000D-080F-4A68-A2BF-561D683DCC00}"/>
                </c:ext>
                <c:ext xmlns:c15="http://schemas.microsoft.com/office/drawing/2012/chart" uri="{CE6537A1-D6FC-4f65-9D91-7224C49458BB}"/>
              </c:extLst>
            </c:dLbl>
            <c:dLbl>
              <c:idx val="8"/>
              <c:delete val="1"/>
              <c:extLst xmlns:c16r2="http://schemas.microsoft.com/office/drawing/2015/06/chart">
                <c:ext xmlns:c16="http://schemas.microsoft.com/office/drawing/2014/chart" uri="{C3380CC4-5D6E-409C-BE32-E72D297353CC}">
                  <c16:uniqueId val="{00000011-080F-4A68-A2BF-561D683DCC00}"/>
                </c:ext>
                <c:ext xmlns:c15="http://schemas.microsoft.com/office/drawing/2012/chart" uri="{CE6537A1-D6FC-4f65-9D91-7224C49458BB}"/>
              </c:extLst>
            </c:dLbl>
            <c:numFmt formatCode="0.0%" sourceLinked="0"/>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rgbClr val="FFFFFF"/>
                    </a:solidFill>
                    <a:latin typeface="Arial" panose="020B0604020202020204" pitchFamily="34" charset="0"/>
                    <a:ea typeface="华文细黑"/>
                    <a:cs typeface="Arial" panose="020B0604020202020204" pitchFamily="34" charset="0"/>
                  </a:defRPr>
                </a:pPr>
                <a:endParaRPr lang="zh-CN"/>
              </a:p>
            </c:txPr>
            <c:showLegendKey val="0"/>
            <c:showVal val="0"/>
            <c:showCatName val="0"/>
            <c:showSerName val="0"/>
            <c:showPercent val="1"/>
            <c:showBubbleSize val="0"/>
            <c:showLeaderLines val="0"/>
            <c:extLst xmlns:c16r2="http://schemas.microsoft.com/office/drawing/2015/06/chart">
              <c:ext xmlns:c15="http://schemas.microsoft.com/office/drawing/2012/chart" uri="{CE6537A1-D6FC-4f65-9D91-7224C49458BB}"/>
            </c:extLst>
          </c:dLbls>
          <c:cat>
            <c:strRef>
              <c:f>硫酸亚铁制磷酸铁锂!$M$32:$M$36</c:f>
              <c:strCache>
                <c:ptCount val="5"/>
                <c:pt idx="0">
                  <c:v>正极材料</c:v>
                </c:pt>
                <c:pt idx="1">
                  <c:v>电解液</c:v>
                </c:pt>
                <c:pt idx="2">
                  <c:v>隔膜</c:v>
                </c:pt>
                <c:pt idx="3">
                  <c:v>负极材料</c:v>
                </c:pt>
                <c:pt idx="4">
                  <c:v>其他</c:v>
                </c:pt>
              </c:strCache>
            </c:strRef>
          </c:cat>
          <c:val>
            <c:numRef>
              <c:f>硫酸亚铁制磷酸铁锂!$N$32:$N$36</c:f>
              <c:numCache>
                <c:formatCode>0%</c:formatCode>
                <c:ptCount val="5"/>
                <c:pt idx="0">
                  <c:v>0.3</c:v>
                </c:pt>
                <c:pt idx="1">
                  <c:v>0.17</c:v>
                </c:pt>
                <c:pt idx="2">
                  <c:v>0.25</c:v>
                </c:pt>
                <c:pt idx="3">
                  <c:v>0.1</c:v>
                </c:pt>
                <c:pt idx="4">
                  <c:v>0.18</c:v>
                </c:pt>
              </c:numCache>
            </c:numRef>
          </c:val>
          <c:extLst xmlns:c16r2="http://schemas.microsoft.com/office/drawing/2015/06/chart">
            <c:ext xmlns:c16="http://schemas.microsoft.com/office/drawing/2014/chart" uri="{C3380CC4-5D6E-409C-BE32-E72D297353CC}">
              <c16:uniqueId val="{00000012-080F-4A68-A2BF-561D683DCC00}"/>
            </c:ext>
          </c:extLst>
        </c:ser>
        <c:dLbls>
          <c:showLegendKey val="0"/>
          <c:showVal val="0"/>
          <c:showCatName val="0"/>
          <c:showSerName val="0"/>
          <c:showPercent val="0"/>
          <c:showBubbleSize val="0"/>
          <c:showLeaderLines val="0"/>
        </c:dLbls>
        <c:firstSliceAng val="0"/>
      </c:pieChart>
      <c:spPr>
        <a:noFill/>
        <a:ln w="25400">
          <a:noFill/>
        </a:ln>
        <a:effectLst/>
      </c:spPr>
    </c:plotArea>
    <c:legend>
      <c:legendPos val="r"/>
      <c:overlay val="0"/>
      <c:spPr>
        <a:noFill/>
        <a:ln w="25400">
          <a:noFill/>
        </a:ln>
        <a:effectLst/>
      </c:spPr>
      <c:txPr>
        <a:bodyPr rot="0" spcFirstLastPara="1" vertOverflow="ellipsis" vert="horz" wrap="square" anchor="ctr" anchorCtr="1"/>
        <a:lstStyle/>
        <a:p>
          <a:pPr>
            <a:defRPr sz="10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noFill/>
    <a:ln w="25400" cap="flat" cmpd="sng" algn="ctr">
      <a:noFill/>
      <a:round/>
    </a:ln>
    <a:effectLst/>
  </c:spPr>
  <c:txPr>
    <a:bodyPr/>
    <a:lstStyle/>
    <a:p>
      <a:pPr>
        <a:defRPr sz="700">
          <a:solidFill>
            <a:sysClr val="windowText" lastClr="000000"/>
          </a:solidFill>
          <a:latin typeface="华文细黑"/>
          <a:ea typeface="华文细黑"/>
          <a:cs typeface="华文细黑"/>
        </a:defRPr>
      </a:pPr>
      <a:endParaRPr lang="zh-CN"/>
    </a:p>
  </c:txPr>
  <c:externalData r:id="rId4">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0193519629171017E-2"/>
          <c:y val="0.17995722628226546"/>
          <c:w val="0.87265200820711308"/>
          <c:h val="0.72705589019826633"/>
        </c:manualLayout>
      </c:layout>
      <c:barChart>
        <c:barDir val="col"/>
        <c:grouping val="clustered"/>
        <c:varyColors val="0"/>
        <c:ser>
          <c:idx val="0"/>
          <c:order val="0"/>
          <c:tx>
            <c:strRef>
              <c:f>新能源汽车市场!$D$2</c:f>
              <c:strCache>
                <c:ptCount val="1"/>
                <c:pt idx="0">
                  <c:v>新能源汽车产量（万辆）</c:v>
                </c:pt>
              </c:strCache>
            </c:strRef>
          </c:tx>
          <c:spPr>
            <a:solidFill>
              <a:srgbClr val="E10000"/>
            </a:solidFill>
            <a:ln w="6350">
              <a:solidFill>
                <a:srgbClr val="FFFFFF"/>
              </a:solidFill>
              <a:prstDash val="solid"/>
            </a:ln>
          </c:spPr>
          <c:invertIfNegative val="0"/>
          <c:cat>
            <c:strRef>
              <c:f>新能源汽车市场!$C$3:$C$8</c:f>
              <c:strCache>
                <c:ptCount val="6"/>
                <c:pt idx="0">
                  <c:v>2016</c:v>
                </c:pt>
                <c:pt idx="1">
                  <c:v>2017</c:v>
                </c:pt>
                <c:pt idx="2">
                  <c:v>2018</c:v>
                </c:pt>
                <c:pt idx="3">
                  <c:v>2019</c:v>
                </c:pt>
                <c:pt idx="4">
                  <c:v>2020</c:v>
                </c:pt>
                <c:pt idx="5">
                  <c:v>2021.1-7</c:v>
                </c:pt>
              </c:strCache>
            </c:strRef>
          </c:cat>
          <c:val>
            <c:numRef>
              <c:f>新能源汽车市场!$D$3:$D$8</c:f>
              <c:numCache>
                <c:formatCode>0.0</c:formatCode>
                <c:ptCount val="6"/>
                <c:pt idx="0" formatCode="###,###,###,###,##0.00_ ">
                  <c:v>51.7</c:v>
                </c:pt>
                <c:pt idx="1">
                  <c:v>79.400000000000006</c:v>
                </c:pt>
                <c:pt idx="2">
                  <c:v>127.04810000000001</c:v>
                </c:pt>
                <c:pt idx="3">
                  <c:v>124.185</c:v>
                </c:pt>
                <c:pt idx="4">
                  <c:v>136.61369999999999</c:v>
                </c:pt>
                <c:pt idx="5" formatCode="###,###,###,##0.0">
                  <c:v>157.19999999999999</c:v>
                </c:pt>
              </c:numCache>
            </c:numRef>
          </c:val>
          <c:extLst xmlns:c16r2="http://schemas.microsoft.com/office/drawing/2015/06/chart">
            <c:ext xmlns:c16="http://schemas.microsoft.com/office/drawing/2014/chart" uri="{C3380CC4-5D6E-409C-BE32-E72D297353CC}">
              <c16:uniqueId val="{00000000-9A3E-43CC-9B64-5AEF90E020AF}"/>
            </c:ext>
          </c:extLst>
        </c:ser>
        <c:ser>
          <c:idx val="2"/>
          <c:order val="2"/>
          <c:tx>
            <c:strRef>
              <c:f>新能源汽车市场!$F$2</c:f>
              <c:strCache>
                <c:ptCount val="1"/>
                <c:pt idx="0">
                  <c:v>新能源汽车销量（万辆）</c:v>
                </c:pt>
              </c:strCache>
            </c:strRef>
          </c:tx>
          <c:spPr>
            <a:solidFill>
              <a:srgbClr val="C8C8C8"/>
            </a:solidFill>
            <a:ln w="6350">
              <a:prstDash val="solid"/>
            </a:ln>
          </c:spPr>
          <c:invertIfNegative val="0"/>
          <c:cat>
            <c:strRef>
              <c:f>新能源汽车市场!$C$3:$C$8</c:f>
              <c:strCache>
                <c:ptCount val="6"/>
                <c:pt idx="0">
                  <c:v>2016</c:v>
                </c:pt>
                <c:pt idx="1">
                  <c:v>2017</c:v>
                </c:pt>
                <c:pt idx="2">
                  <c:v>2018</c:v>
                </c:pt>
                <c:pt idx="3">
                  <c:v>2019</c:v>
                </c:pt>
                <c:pt idx="4">
                  <c:v>2020</c:v>
                </c:pt>
                <c:pt idx="5">
                  <c:v>2021.1-7</c:v>
                </c:pt>
              </c:strCache>
            </c:strRef>
          </c:cat>
          <c:val>
            <c:numRef>
              <c:f>新能源汽车市场!$F$3:$F$8</c:f>
              <c:numCache>
                <c:formatCode>0.0</c:formatCode>
                <c:ptCount val="6"/>
                <c:pt idx="0">
                  <c:v>50.7</c:v>
                </c:pt>
                <c:pt idx="1">
                  <c:v>77.7</c:v>
                </c:pt>
                <c:pt idx="2">
                  <c:v>125.6195</c:v>
                </c:pt>
                <c:pt idx="3">
                  <c:v>120.59610000000001</c:v>
                </c:pt>
                <c:pt idx="4">
                  <c:v>136.73150000000001</c:v>
                </c:pt>
                <c:pt idx="5">
                  <c:v>147.8109</c:v>
                </c:pt>
              </c:numCache>
            </c:numRef>
          </c:val>
          <c:extLst xmlns:c16r2="http://schemas.microsoft.com/office/drawing/2015/06/chart">
            <c:ext xmlns:c16="http://schemas.microsoft.com/office/drawing/2014/chart" uri="{C3380CC4-5D6E-409C-BE32-E72D297353CC}">
              <c16:uniqueId val="{00000001-9A3E-43CC-9B64-5AEF90E020AF}"/>
            </c:ext>
          </c:extLst>
        </c:ser>
        <c:dLbls>
          <c:showLegendKey val="0"/>
          <c:showVal val="0"/>
          <c:showCatName val="0"/>
          <c:showSerName val="0"/>
          <c:showPercent val="0"/>
          <c:showBubbleSize val="0"/>
        </c:dLbls>
        <c:gapWidth val="150"/>
        <c:axId val="868013712"/>
        <c:axId val="868002832"/>
      </c:barChart>
      <c:lineChart>
        <c:grouping val="standard"/>
        <c:varyColors val="0"/>
        <c:ser>
          <c:idx val="1"/>
          <c:order val="1"/>
          <c:tx>
            <c:strRef>
              <c:f>新能源汽车市场!$E$2</c:f>
              <c:strCache>
                <c:ptCount val="1"/>
                <c:pt idx="0">
                  <c:v>新能源汽车产量同比（右）</c:v>
                </c:pt>
              </c:strCache>
            </c:strRef>
          </c:tx>
          <c:spPr>
            <a:ln w="12700">
              <a:solidFill>
                <a:srgbClr val="E10000"/>
              </a:solidFill>
              <a:prstDash val="solid"/>
            </a:ln>
          </c:spPr>
          <c:marker>
            <c:symbol val="diamond"/>
            <c:size val="2"/>
            <c:spPr>
              <a:solidFill>
                <a:srgbClr val="E10000"/>
              </a:solidFill>
              <a:ln w="12700">
                <a:solidFill>
                  <a:srgbClr val="E10000"/>
                </a:solidFill>
                <a:prstDash val="solid"/>
              </a:ln>
            </c:spPr>
          </c:marker>
          <c:cat>
            <c:strRef>
              <c:f>新能源汽车市场!$C$3:$C$8</c:f>
              <c:strCache>
                <c:ptCount val="6"/>
                <c:pt idx="0">
                  <c:v>2016</c:v>
                </c:pt>
                <c:pt idx="1">
                  <c:v>2017</c:v>
                </c:pt>
                <c:pt idx="2">
                  <c:v>2018</c:v>
                </c:pt>
                <c:pt idx="3">
                  <c:v>2019</c:v>
                </c:pt>
                <c:pt idx="4">
                  <c:v>2020</c:v>
                </c:pt>
                <c:pt idx="5">
                  <c:v>2021.1-7</c:v>
                </c:pt>
              </c:strCache>
            </c:strRef>
          </c:cat>
          <c:val>
            <c:numRef>
              <c:f>新能源汽车市场!$E$3:$E$8</c:f>
              <c:numCache>
                <c:formatCode>0.0%</c:formatCode>
                <c:ptCount val="6"/>
                <c:pt idx="0">
                  <c:v>0.5184846873889406</c:v>
                </c:pt>
                <c:pt idx="1">
                  <c:v>0.53578336557059969</c:v>
                </c:pt>
                <c:pt idx="2">
                  <c:v>0.60010201511335004</c:v>
                </c:pt>
                <c:pt idx="3">
                  <c:v>-2.2535559366885449E-2</c:v>
                </c:pt>
                <c:pt idx="4">
                  <c:v>0.10008213552361389</c:v>
                </c:pt>
                <c:pt idx="5">
                  <c:v>2.1664182411473227</c:v>
                </c:pt>
              </c:numCache>
            </c:numRef>
          </c:val>
          <c:smooth val="1"/>
          <c:extLst xmlns:c16r2="http://schemas.microsoft.com/office/drawing/2015/06/chart">
            <c:ext xmlns:c16="http://schemas.microsoft.com/office/drawing/2014/chart" uri="{C3380CC4-5D6E-409C-BE32-E72D297353CC}">
              <c16:uniqueId val="{00000002-9A3E-43CC-9B64-5AEF90E020AF}"/>
            </c:ext>
          </c:extLst>
        </c:ser>
        <c:ser>
          <c:idx val="3"/>
          <c:order val="3"/>
          <c:tx>
            <c:strRef>
              <c:f>新能源汽车市场!$G$2</c:f>
              <c:strCache>
                <c:ptCount val="1"/>
                <c:pt idx="0">
                  <c:v>新能源汽车销量同比（右）</c:v>
                </c:pt>
              </c:strCache>
            </c:strRef>
          </c:tx>
          <c:spPr>
            <a:ln w="12700">
              <a:solidFill>
                <a:srgbClr val="C8C8C8"/>
              </a:solidFill>
              <a:prstDash val="solid"/>
            </a:ln>
          </c:spPr>
          <c:marker>
            <c:symbol val="diamond"/>
            <c:size val="2"/>
            <c:spPr>
              <a:solidFill>
                <a:srgbClr val="C8C8C8"/>
              </a:solidFill>
              <a:ln w="12700">
                <a:solidFill>
                  <a:srgbClr val="C8C8C8"/>
                </a:solidFill>
                <a:prstDash val="solid"/>
              </a:ln>
            </c:spPr>
          </c:marker>
          <c:cat>
            <c:strRef>
              <c:f>新能源汽车市场!$C$3:$C$8</c:f>
              <c:strCache>
                <c:ptCount val="6"/>
                <c:pt idx="0">
                  <c:v>2016</c:v>
                </c:pt>
                <c:pt idx="1">
                  <c:v>2017</c:v>
                </c:pt>
                <c:pt idx="2">
                  <c:v>2018</c:v>
                </c:pt>
                <c:pt idx="3">
                  <c:v>2019</c:v>
                </c:pt>
                <c:pt idx="4">
                  <c:v>2020</c:v>
                </c:pt>
                <c:pt idx="5">
                  <c:v>2021.1-7</c:v>
                </c:pt>
              </c:strCache>
            </c:strRef>
          </c:cat>
          <c:val>
            <c:numRef>
              <c:f>新能源汽车市场!$G$3:$G$8</c:f>
              <c:numCache>
                <c:formatCode>0.0%</c:formatCode>
                <c:ptCount val="6"/>
                <c:pt idx="0">
                  <c:v>0.53129643724402897</c:v>
                </c:pt>
                <c:pt idx="1">
                  <c:v>0.53254437869822491</c:v>
                </c:pt>
                <c:pt idx="2">
                  <c:v>0.61672458172458167</c:v>
                </c:pt>
                <c:pt idx="3">
                  <c:v>-3.9989014444413495E-2</c:v>
                </c:pt>
                <c:pt idx="4">
                  <c:v>0.13379702992053644</c:v>
                </c:pt>
                <c:pt idx="5">
                  <c:v>2.0415705528541941</c:v>
                </c:pt>
              </c:numCache>
            </c:numRef>
          </c:val>
          <c:smooth val="1"/>
          <c:extLst xmlns:c16r2="http://schemas.microsoft.com/office/drawing/2015/06/chart">
            <c:ext xmlns:c16="http://schemas.microsoft.com/office/drawing/2014/chart" uri="{C3380CC4-5D6E-409C-BE32-E72D297353CC}">
              <c16:uniqueId val="{00000003-9A3E-43CC-9B64-5AEF90E020AF}"/>
            </c:ext>
          </c:extLst>
        </c:ser>
        <c:dLbls>
          <c:showLegendKey val="0"/>
          <c:showVal val="0"/>
          <c:showCatName val="0"/>
          <c:showSerName val="0"/>
          <c:showPercent val="0"/>
          <c:showBubbleSize val="0"/>
        </c:dLbls>
        <c:marker val="1"/>
        <c:smooth val="0"/>
        <c:axId val="868018064"/>
        <c:axId val="868011536"/>
      </c:lineChart>
      <c:catAx>
        <c:axId val="868013712"/>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0" vert="horz"/>
          <a:lstStyle/>
          <a:p>
            <a:pPr>
              <a:defRPr/>
            </a:pPr>
            <a:endParaRPr lang="zh-CN"/>
          </a:p>
        </c:txPr>
        <c:crossAx val="868002832"/>
        <c:crosses val="autoZero"/>
        <c:auto val="1"/>
        <c:lblAlgn val="ctr"/>
        <c:lblOffset val="100"/>
        <c:tickLblSkip val="1"/>
        <c:noMultiLvlLbl val="0"/>
      </c:catAx>
      <c:valAx>
        <c:axId val="868002832"/>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vert="horz"/>
          <a:lstStyle/>
          <a:p>
            <a:pPr>
              <a:defRPr/>
            </a:pPr>
            <a:endParaRPr lang="zh-CN"/>
          </a:p>
        </c:txPr>
        <c:crossAx val="868013712"/>
        <c:crosses val="autoZero"/>
        <c:crossBetween val="between"/>
      </c:valAx>
      <c:valAx>
        <c:axId val="868011536"/>
        <c:scaling>
          <c:orientation val="minMax"/>
        </c:scaling>
        <c:delete val="0"/>
        <c:axPos val="r"/>
        <c:numFmt formatCode="0%" sourceLinked="0"/>
        <c:majorTickMark val="in"/>
        <c:minorTickMark val="none"/>
        <c:tickLblPos val="nextTo"/>
        <c:spPr>
          <a:noFill/>
          <a:ln w="6350">
            <a:solidFill>
              <a:srgbClr val="000000"/>
            </a:solidFill>
          </a:ln>
          <a:effectLst/>
        </c:spPr>
        <c:txPr>
          <a:bodyPr rot="-60000000" vert="horz"/>
          <a:lstStyle/>
          <a:p>
            <a:pPr>
              <a:defRPr/>
            </a:pPr>
            <a:endParaRPr lang="zh-CN"/>
          </a:p>
        </c:txPr>
        <c:crossAx val="868018064"/>
        <c:crosses val="max"/>
        <c:crossBetween val="between"/>
      </c:valAx>
      <c:catAx>
        <c:axId val="868018064"/>
        <c:scaling>
          <c:orientation val="minMax"/>
        </c:scaling>
        <c:delete val="1"/>
        <c:axPos val="b"/>
        <c:numFmt formatCode="General" sourceLinked="1"/>
        <c:majorTickMark val="none"/>
        <c:minorTickMark val="none"/>
        <c:tickLblPos val="none"/>
        <c:crossAx val="868011536"/>
        <c:crosses val="autoZero"/>
        <c:auto val="1"/>
        <c:lblAlgn val="ctr"/>
        <c:lblOffset val="100"/>
        <c:noMultiLvlLbl val="0"/>
      </c:catAx>
      <c:spPr>
        <a:noFill/>
        <a:ln w="25400">
          <a:noFill/>
        </a:ln>
        <a:effectLst/>
      </c:spPr>
    </c:plotArea>
    <c:legend>
      <c:legendPos val="t"/>
      <c:layout>
        <c:manualLayout>
          <c:xMode val="edge"/>
          <c:yMode val="edge"/>
          <c:x val="3.2886581282626406E-2"/>
          <c:y val="2.7510442041936839E-2"/>
          <c:w val="0.94990666365585008"/>
          <c:h val="0.11538469855665734"/>
        </c:manualLayout>
      </c:layout>
      <c:overlay val="1"/>
      <c:spPr>
        <a:noFill/>
        <a:ln w="25400">
          <a:noFill/>
        </a:ln>
        <a:effectLst/>
      </c:spPr>
      <c:txPr>
        <a:bodyPr rot="0" vert="horz"/>
        <a:lstStyle/>
        <a:p>
          <a:pPr>
            <a:defRPr/>
          </a:pPr>
          <a:endParaRPr lang="zh-CN"/>
        </a:p>
      </c:txPr>
    </c:legend>
    <c:plotVisOnly val="1"/>
    <c:dispBlanksAs val="gap"/>
    <c:showDLblsOverMax val="0"/>
  </c:chart>
  <c:spPr>
    <a:noFill/>
    <a:ln w="25400">
      <a:noFill/>
    </a:ln>
    <a:effectLst/>
  </c:spPr>
  <c:txPr>
    <a:bodyPr/>
    <a:lstStyle/>
    <a:p>
      <a:pPr>
        <a:defRPr sz="900">
          <a:latin typeface="微软雅黑" panose="020B0503020204020204" pitchFamily="34" charset="-122"/>
          <a:ea typeface="微软雅黑" panose="020B0503020204020204" pitchFamily="34" charset="-122"/>
          <a:cs typeface="华文细黑"/>
        </a:defRPr>
      </a:pPr>
      <a:endParaRPr lang="zh-CN"/>
    </a:p>
  </c:txPr>
  <c:externalData r:id="rId2">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01936265544989E-2"/>
          <c:y val="0.12260522037572252"/>
          <c:w val="0.91620085040234089"/>
          <c:h val="0.78986632947976876"/>
        </c:manualLayout>
      </c:layout>
      <c:barChart>
        <c:barDir val="col"/>
        <c:grouping val="stacked"/>
        <c:varyColors val="0"/>
        <c:ser>
          <c:idx val="0"/>
          <c:order val="0"/>
          <c:tx>
            <c:strRef>
              <c:f>动力电池!$B$29</c:f>
              <c:strCache>
                <c:ptCount val="1"/>
                <c:pt idx="0">
                  <c:v>三元材料</c:v>
                </c:pt>
              </c:strCache>
            </c:strRef>
          </c:tx>
          <c:spPr>
            <a:solidFill>
              <a:srgbClr val="E10000"/>
            </a:solidFill>
            <a:ln w="6350">
              <a:prstDash val="solid"/>
            </a:ln>
          </c:spPr>
          <c:invertIfNegative val="0"/>
          <c:cat>
            <c:numRef>
              <c:f>动力电池!$A$30:$A$52</c:f>
              <c:numCache>
                <c:formatCode>yyyy\-mm</c:formatCode>
                <c:ptCount val="23"/>
                <c:pt idx="0">
                  <c:v>43738</c:v>
                </c:pt>
                <c:pt idx="1">
                  <c:v>43769</c:v>
                </c:pt>
                <c:pt idx="2">
                  <c:v>43799</c:v>
                </c:pt>
                <c:pt idx="3">
                  <c:v>43830</c:v>
                </c:pt>
                <c:pt idx="4">
                  <c:v>43861</c:v>
                </c:pt>
                <c:pt idx="5">
                  <c:v>43890</c:v>
                </c:pt>
                <c:pt idx="6">
                  <c:v>43921</c:v>
                </c:pt>
                <c:pt idx="7">
                  <c:v>43951</c:v>
                </c:pt>
                <c:pt idx="8">
                  <c:v>43982</c:v>
                </c:pt>
                <c:pt idx="9">
                  <c:v>44012</c:v>
                </c:pt>
                <c:pt idx="10">
                  <c:v>44043</c:v>
                </c:pt>
                <c:pt idx="11">
                  <c:v>44074</c:v>
                </c:pt>
                <c:pt idx="12">
                  <c:v>44104</c:v>
                </c:pt>
                <c:pt idx="13">
                  <c:v>44135</c:v>
                </c:pt>
                <c:pt idx="14">
                  <c:v>44165</c:v>
                </c:pt>
                <c:pt idx="15">
                  <c:v>44196</c:v>
                </c:pt>
                <c:pt idx="16">
                  <c:v>44227</c:v>
                </c:pt>
                <c:pt idx="17">
                  <c:v>44255</c:v>
                </c:pt>
                <c:pt idx="18">
                  <c:v>44286</c:v>
                </c:pt>
                <c:pt idx="19">
                  <c:v>44316</c:v>
                </c:pt>
                <c:pt idx="20">
                  <c:v>44347</c:v>
                </c:pt>
                <c:pt idx="21">
                  <c:v>44377</c:v>
                </c:pt>
                <c:pt idx="22">
                  <c:v>44408</c:v>
                </c:pt>
              </c:numCache>
            </c:numRef>
          </c:cat>
          <c:val>
            <c:numRef>
              <c:f>动力电池!$B$30:$B$52</c:f>
              <c:numCache>
                <c:formatCode>0.00_ </c:formatCode>
                <c:ptCount val="23"/>
                <c:pt idx="0">
                  <c:v>4.7193000000000005</c:v>
                </c:pt>
                <c:pt idx="1">
                  <c:v>3.9509000000000003</c:v>
                </c:pt>
                <c:pt idx="2">
                  <c:v>5.3727</c:v>
                </c:pt>
                <c:pt idx="3">
                  <c:v>4.8265000000000002</c:v>
                </c:pt>
                <c:pt idx="4">
                  <c:v>0.36599999999999999</c:v>
                </c:pt>
                <c:pt idx="5">
                  <c:v>0.46289999999999998</c:v>
                </c:pt>
                <c:pt idx="6">
                  <c:v>3.2425999999999999</c:v>
                </c:pt>
                <c:pt idx="7">
                  <c:v>2.8623000000000003</c:v>
                </c:pt>
                <c:pt idx="8">
                  <c:v>3.0691999999999999</c:v>
                </c:pt>
                <c:pt idx="9">
                  <c:v>3.1488</c:v>
                </c:pt>
                <c:pt idx="10">
                  <c:v>3.2736999999999998</c:v>
                </c:pt>
                <c:pt idx="11">
                  <c:v>4.3685</c:v>
                </c:pt>
                <c:pt idx="12">
                  <c:v>4.7537000000000003</c:v>
                </c:pt>
                <c:pt idx="13">
                  <c:v>5.5173000000000005</c:v>
                </c:pt>
                <c:pt idx="14">
                  <c:v>7.2866</c:v>
                </c:pt>
                <c:pt idx="15">
                  <c:v>8.4958999999999989</c:v>
                </c:pt>
                <c:pt idx="16">
                  <c:v>6.8475000000000001</c:v>
                </c:pt>
                <c:pt idx="17">
                  <c:v>5.1221000000000005</c:v>
                </c:pt>
                <c:pt idx="18">
                  <c:v>5.8247999999999998</c:v>
                </c:pt>
                <c:pt idx="19">
                  <c:v>6.7051000000000007</c:v>
                </c:pt>
                <c:pt idx="20">
                  <c:v>4.9995000000000003</c:v>
                </c:pt>
                <c:pt idx="21">
                  <c:v>7.3561999999999994</c:v>
                </c:pt>
                <c:pt idx="22">
                  <c:v>7.9862000000000002</c:v>
                </c:pt>
              </c:numCache>
            </c:numRef>
          </c:val>
          <c:extLst xmlns:c16r2="http://schemas.microsoft.com/office/drawing/2015/06/chart">
            <c:ext xmlns:c16="http://schemas.microsoft.com/office/drawing/2014/chart" uri="{C3380CC4-5D6E-409C-BE32-E72D297353CC}">
              <c16:uniqueId val="{00000000-84C7-4C71-974C-BA556B0604EE}"/>
            </c:ext>
          </c:extLst>
        </c:ser>
        <c:ser>
          <c:idx val="1"/>
          <c:order val="1"/>
          <c:tx>
            <c:strRef>
              <c:f>动力电池!$C$29</c:f>
              <c:strCache>
                <c:ptCount val="1"/>
                <c:pt idx="0">
                  <c:v>磷酸铁锂</c:v>
                </c:pt>
              </c:strCache>
            </c:strRef>
          </c:tx>
          <c:spPr>
            <a:solidFill>
              <a:srgbClr val="C8C8C8"/>
            </a:solidFill>
            <a:ln w="6350">
              <a:prstDash val="solid"/>
            </a:ln>
          </c:spPr>
          <c:invertIfNegative val="0"/>
          <c:cat>
            <c:numRef>
              <c:f>动力电池!$A$30:$A$52</c:f>
              <c:numCache>
                <c:formatCode>yyyy\-mm</c:formatCode>
                <c:ptCount val="23"/>
                <c:pt idx="0">
                  <c:v>43738</c:v>
                </c:pt>
                <c:pt idx="1">
                  <c:v>43769</c:v>
                </c:pt>
                <c:pt idx="2">
                  <c:v>43799</c:v>
                </c:pt>
                <c:pt idx="3">
                  <c:v>43830</c:v>
                </c:pt>
                <c:pt idx="4">
                  <c:v>43861</c:v>
                </c:pt>
                <c:pt idx="5">
                  <c:v>43890</c:v>
                </c:pt>
                <c:pt idx="6">
                  <c:v>43921</c:v>
                </c:pt>
                <c:pt idx="7">
                  <c:v>43951</c:v>
                </c:pt>
                <c:pt idx="8">
                  <c:v>43982</c:v>
                </c:pt>
                <c:pt idx="9">
                  <c:v>44012</c:v>
                </c:pt>
                <c:pt idx="10">
                  <c:v>44043</c:v>
                </c:pt>
                <c:pt idx="11">
                  <c:v>44074</c:v>
                </c:pt>
                <c:pt idx="12">
                  <c:v>44104</c:v>
                </c:pt>
                <c:pt idx="13">
                  <c:v>44135</c:v>
                </c:pt>
                <c:pt idx="14">
                  <c:v>44165</c:v>
                </c:pt>
                <c:pt idx="15">
                  <c:v>44196</c:v>
                </c:pt>
                <c:pt idx="16">
                  <c:v>44227</c:v>
                </c:pt>
                <c:pt idx="17">
                  <c:v>44255</c:v>
                </c:pt>
                <c:pt idx="18">
                  <c:v>44286</c:v>
                </c:pt>
                <c:pt idx="19">
                  <c:v>44316</c:v>
                </c:pt>
                <c:pt idx="20">
                  <c:v>44347</c:v>
                </c:pt>
                <c:pt idx="21">
                  <c:v>44377</c:v>
                </c:pt>
                <c:pt idx="22">
                  <c:v>44408</c:v>
                </c:pt>
              </c:numCache>
            </c:numRef>
          </c:cat>
          <c:val>
            <c:numRef>
              <c:f>动力电池!$C$30:$C$52</c:f>
              <c:numCache>
                <c:formatCode>0.00_ </c:formatCode>
                <c:ptCount val="23"/>
                <c:pt idx="0">
                  <c:v>2.8639999999999999</c:v>
                </c:pt>
                <c:pt idx="1">
                  <c:v>2.6511</c:v>
                </c:pt>
                <c:pt idx="2">
                  <c:v>3.6218000000000004</c:v>
                </c:pt>
                <c:pt idx="3">
                  <c:v>1.1807000000000001</c:v>
                </c:pt>
                <c:pt idx="4">
                  <c:v>0.45539999999999997</c:v>
                </c:pt>
                <c:pt idx="5">
                  <c:v>0.43889999999999996</c:v>
                </c:pt>
                <c:pt idx="6">
                  <c:v>1.2344999999999999</c:v>
                </c:pt>
                <c:pt idx="7">
                  <c:v>1.8462000000000001</c:v>
                </c:pt>
                <c:pt idx="8">
                  <c:v>2.1004999999999998</c:v>
                </c:pt>
                <c:pt idx="9">
                  <c:v>2.1823000000000001</c:v>
                </c:pt>
                <c:pt idx="10">
                  <c:v>2.7749999999999999</c:v>
                </c:pt>
                <c:pt idx="11">
                  <c:v>3.0108000000000001</c:v>
                </c:pt>
                <c:pt idx="12">
                  <c:v>3.839</c:v>
                </c:pt>
                <c:pt idx="13">
                  <c:v>4.3226000000000004</c:v>
                </c:pt>
                <c:pt idx="14">
                  <c:v>5.4066000000000001</c:v>
                </c:pt>
                <c:pt idx="15">
                  <c:v>6.5196999999999994</c:v>
                </c:pt>
                <c:pt idx="16">
                  <c:v>5.1936999999999998</c:v>
                </c:pt>
                <c:pt idx="17">
                  <c:v>4.3206999999999995</c:v>
                </c:pt>
                <c:pt idx="18">
                  <c:v>5.4476000000000004</c:v>
                </c:pt>
                <c:pt idx="19">
                  <c:v>6.1926000000000005</c:v>
                </c:pt>
                <c:pt idx="20">
                  <c:v>8.7659000000000002</c:v>
                </c:pt>
                <c:pt idx="21">
                  <c:v>7.7773999999999992</c:v>
                </c:pt>
                <c:pt idx="22">
                  <c:v>9.3302999999999994</c:v>
                </c:pt>
              </c:numCache>
            </c:numRef>
          </c:val>
          <c:extLst xmlns:c16r2="http://schemas.microsoft.com/office/drawing/2015/06/chart">
            <c:ext xmlns:c16="http://schemas.microsoft.com/office/drawing/2014/chart" uri="{C3380CC4-5D6E-409C-BE32-E72D297353CC}">
              <c16:uniqueId val="{00000001-84C7-4C71-974C-BA556B0604EE}"/>
            </c:ext>
          </c:extLst>
        </c:ser>
        <c:ser>
          <c:idx val="2"/>
          <c:order val="2"/>
          <c:tx>
            <c:strRef>
              <c:f>动力电池!$D$29</c:f>
              <c:strCache>
                <c:ptCount val="1"/>
                <c:pt idx="0">
                  <c:v>锰酸锂</c:v>
                </c:pt>
              </c:strCache>
            </c:strRef>
          </c:tx>
          <c:spPr>
            <a:solidFill>
              <a:srgbClr val="FA6400"/>
            </a:solidFill>
            <a:ln w="6350">
              <a:prstDash val="solid"/>
            </a:ln>
          </c:spPr>
          <c:invertIfNegative val="0"/>
          <c:cat>
            <c:numRef>
              <c:f>动力电池!$A$30:$A$52</c:f>
              <c:numCache>
                <c:formatCode>yyyy\-mm</c:formatCode>
                <c:ptCount val="23"/>
                <c:pt idx="0">
                  <c:v>43738</c:v>
                </c:pt>
                <c:pt idx="1">
                  <c:v>43769</c:v>
                </c:pt>
                <c:pt idx="2">
                  <c:v>43799</c:v>
                </c:pt>
                <c:pt idx="3">
                  <c:v>43830</c:v>
                </c:pt>
                <c:pt idx="4">
                  <c:v>43861</c:v>
                </c:pt>
                <c:pt idx="5">
                  <c:v>43890</c:v>
                </c:pt>
                <c:pt idx="6">
                  <c:v>43921</c:v>
                </c:pt>
                <c:pt idx="7">
                  <c:v>43951</c:v>
                </c:pt>
                <c:pt idx="8">
                  <c:v>43982</c:v>
                </c:pt>
                <c:pt idx="9">
                  <c:v>44012</c:v>
                </c:pt>
                <c:pt idx="10">
                  <c:v>44043</c:v>
                </c:pt>
                <c:pt idx="11">
                  <c:v>44074</c:v>
                </c:pt>
                <c:pt idx="12">
                  <c:v>44104</c:v>
                </c:pt>
                <c:pt idx="13">
                  <c:v>44135</c:v>
                </c:pt>
                <c:pt idx="14">
                  <c:v>44165</c:v>
                </c:pt>
                <c:pt idx="15">
                  <c:v>44196</c:v>
                </c:pt>
                <c:pt idx="16">
                  <c:v>44227</c:v>
                </c:pt>
                <c:pt idx="17">
                  <c:v>44255</c:v>
                </c:pt>
                <c:pt idx="18">
                  <c:v>44286</c:v>
                </c:pt>
                <c:pt idx="19">
                  <c:v>44316</c:v>
                </c:pt>
                <c:pt idx="20">
                  <c:v>44347</c:v>
                </c:pt>
                <c:pt idx="21">
                  <c:v>44377</c:v>
                </c:pt>
                <c:pt idx="22">
                  <c:v>44408</c:v>
                </c:pt>
              </c:numCache>
            </c:numRef>
          </c:cat>
          <c:val>
            <c:numRef>
              <c:f>动力电池!$D$30:$D$52</c:f>
              <c:numCache>
                <c:formatCode>0.00_ </c:formatCode>
                <c:ptCount val="23"/>
                <c:pt idx="0">
                  <c:v>6.0299999999999999E-2</c:v>
                </c:pt>
                <c:pt idx="1">
                  <c:v>6.4200000000000007E-2</c:v>
                </c:pt>
                <c:pt idx="2">
                  <c:v>4.8299999999999996E-2</c:v>
                </c:pt>
                <c:pt idx="3">
                  <c:v>0.10629999999999999</c:v>
                </c:pt>
                <c:pt idx="4">
                  <c:v>8.3000000000000001E-3</c:v>
                </c:pt>
                <c:pt idx="5">
                  <c:v>0</c:v>
                </c:pt>
                <c:pt idx="6">
                  <c:v>8.9999999999999998E-4</c:v>
                </c:pt>
                <c:pt idx="7">
                  <c:v>9.300000000000001E-3</c:v>
                </c:pt>
                <c:pt idx="8">
                  <c:v>1.84E-2</c:v>
                </c:pt>
                <c:pt idx="9">
                  <c:v>1.2199999999999999E-2</c:v>
                </c:pt>
                <c:pt idx="10">
                  <c:v>1.6399999999999998E-2</c:v>
                </c:pt>
                <c:pt idx="11">
                  <c:v>3.2000000000000001E-2</c:v>
                </c:pt>
                <c:pt idx="12">
                  <c:v>0.02</c:v>
                </c:pt>
                <c:pt idx="13">
                  <c:v>1.9300000000000001E-2</c:v>
                </c:pt>
                <c:pt idx="14">
                  <c:v>2.7800000000000002E-2</c:v>
                </c:pt>
                <c:pt idx="15">
                  <c:v>3.4599999999999999E-2</c:v>
                </c:pt>
                <c:pt idx="16">
                  <c:v>7.4000000000000003E-3</c:v>
                </c:pt>
                <c:pt idx="17">
                  <c:v>0</c:v>
                </c:pt>
                <c:pt idx="18">
                  <c:v>3.3E-3</c:v>
                </c:pt>
                <c:pt idx="19">
                  <c:v>1.1599999999999999E-2</c:v>
                </c:pt>
                <c:pt idx="20">
                  <c:v>1.2800000000000001E-2</c:v>
                </c:pt>
                <c:pt idx="21">
                  <c:v>3.3700000000000001E-2</c:v>
                </c:pt>
                <c:pt idx="22">
                  <c:v>8.0999999999999996E-3</c:v>
                </c:pt>
              </c:numCache>
            </c:numRef>
          </c:val>
          <c:extLst xmlns:c16r2="http://schemas.microsoft.com/office/drawing/2015/06/chart">
            <c:ext xmlns:c16="http://schemas.microsoft.com/office/drawing/2014/chart" uri="{C3380CC4-5D6E-409C-BE32-E72D297353CC}">
              <c16:uniqueId val="{00000002-84C7-4C71-974C-BA556B0604EE}"/>
            </c:ext>
          </c:extLst>
        </c:ser>
        <c:ser>
          <c:idx val="3"/>
          <c:order val="3"/>
          <c:tx>
            <c:strRef>
              <c:f>动力电池!$E$29</c:f>
              <c:strCache>
                <c:ptCount val="1"/>
                <c:pt idx="0">
                  <c:v>钛酸锂</c:v>
                </c:pt>
              </c:strCache>
            </c:strRef>
          </c:tx>
          <c:spPr>
            <a:solidFill>
              <a:srgbClr val="FFC000"/>
            </a:solidFill>
            <a:ln w="6350">
              <a:prstDash val="solid"/>
            </a:ln>
          </c:spPr>
          <c:invertIfNegative val="0"/>
          <c:cat>
            <c:numRef>
              <c:f>动力电池!$A$30:$A$52</c:f>
              <c:numCache>
                <c:formatCode>yyyy\-mm</c:formatCode>
                <c:ptCount val="23"/>
                <c:pt idx="0">
                  <c:v>43738</c:v>
                </c:pt>
                <c:pt idx="1">
                  <c:v>43769</c:v>
                </c:pt>
                <c:pt idx="2">
                  <c:v>43799</c:v>
                </c:pt>
                <c:pt idx="3">
                  <c:v>43830</c:v>
                </c:pt>
                <c:pt idx="4">
                  <c:v>43861</c:v>
                </c:pt>
                <c:pt idx="5">
                  <c:v>43890</c:v>
                </c:pt>
                <c:pt idx="6">
                  <c:v>43921</c:v>
                </c:pt>
                <c:pt idx="7">
                  <c:v>43951</c:v>
                </c:pt>
                <c:pt idx="8">
                  <c:v>43982</c:v>
                </c:pt>
                <c:pt idx="9">
                  <c:v>44012</c:v>
                </c:pt>
                <c:pt idx="10">
                  <c:v>44043</c:v>
                </c:pt>
                <c:pt idx="11">
                  <c:v>44074</c:v>
                </c:pt>
                <c:pt idx="12">
                  <c:v>44104</c:v>
                </c:pt>
                <c:pt idx="13">
                  <c:v>44135</c:v>
                </c:pt>
                <c:pt idx="14">
                  <c:v>44165</c:v>
                </c:pt>
                <c:pt idx="15">
                  <c:v>44196</c:v>
                </c:pt>
                <c:pt idx="16">
                  <c:v>44227</c:v>
                </c:pt>
                <c:pt idx="17">
                  <c:v>44255</c:v>
                </c:pt>
                <c:pt idx="18">
                  <c:v>44286</c:v>
                </c:pt>
                <c:pt idx="19">
                  <c:v>44316</c:v>
                </c:pt>
                <c:pt idx="20">
                  <c:v>44347</c:v>
                </c:pt>
                <c:pt idx="21">
                  <c:v>44377</c:v>
                </c:pt>
                <c:pt idx="22">
                  <c:v>44408</c:v>
                </c:pt>
              </c:numCache>
            </c:numRef>
          </c:cat>
          <c:val>
            <c:numRef>
              <c:f>动力电池!$E$30:$E$52</c:f>
              <c:numCache>
                <c:formatCode>0.00_ </c:formatCode>
                <c:ptCount val="23"/>
                <c:pt idx="0">
                  <c:v>1E-3</c:v>
                </c:pt>
                <c:pt idx="1">
                  <c:v>1.1000000000000001E-3</c:v>
                </c:pt>
                <c:pt idx="2">
                  <c:v>0</c:v>
                </c:pt>
                <c:pt idx="3">
                  <c:v>9.2799999999999994E-2</c:v>
                </c:pt>
                <c:pt idx="4">
                  <c:v>5.0000000000000001E-4</c:v>
                </c:pt>
                <c:pt idx="5">
                  <c:v>0</c:v>
                </c:pt>
                <c:pt idx="6">
                  <c:v>2.0000000000000001E-4</c:v>
                </c:pt>
                <c:pt idx="7">
                  <c:v>5.0999999999999995E-3</c:v>
                </c:pt>
                <c:pt idx="8">
                  <c:v>1.6000000000000001E-3</c:v>
                </c:pt>
                <c:pt idx="9">
                  <c:v>2.5999999999999999E-3</c:v>
                </c:pt>
                <c:pt idx="10">
                  <c:v>1.5900000000000001E-2</c:v>
                </c:pt>
                <c:pt idx="11">
                  <c:v>3.4099999999999998E-2</c:v>
                </c:pt>
                <c:pt idx="12">
                  <c:v>2.5999999999999999E-3</c:v>
                </c:pt>
                <c:pt idx="13">
                  <c:v>1.1000000000000001E-3</c:v>
                </c:pt>
                <c:pt idx="14">
                  <c:v>5.1999999999999998E-3</c:v>
                </c:pt>
                <c:pt idx="15">
                  <c:v>8.5800000000000001E-2</c:v>
                </c:pt>
                <c:pt idx="16">
                  <c:v>5.0000000000000001E-4</c:v>
                </c:pt>
                <c:pt idx="17">
                  <c:v>8.6E-3</c:v>
                </c:pt>
                <c:pt idx="18">
                  <c:v>5.9000000000000007E-3</c:v>
                </c:pt>
                <c:pt idx="19">
                  <c:v>1.7100000000000001E-2</c:v>
                </c:pt>
                <c:pt idx="20">
                  <c:v>1.52E-2</c:v>
                </c:pt>
                <c:pt idx="21">
                  <c:v>2.98E-2</c:v>
                </c:pt>
                <c:pt idx="22">
                  <c:v>2.7300000000000001E-2</c:v>
                </c:pt>
              </c:numCache>
            </c:numRef>
          </c:val>
          <c:extLst xmlns:c16r2="http://schemas.microsoft.com/office/drawing/2015/06/chart">
            <c:ext xmlns:c16="http://schemas.microsoft.com/office/drawing/2014/chart" uri="{C3380CC4-5D6E-409C-BE32-E72D297353CC}">
              <c16:uniqueId val="{00000003-84C7-4C71-974C-BA556B0604EE}"/>
            </c:ext>
          </c:extLst>
        </c:ser>
        <c:dLbls>
          <c:showLegendKey val="0"/>
          <c:showVal val="0"/>
          <c:showCatName val="0"/>
          <c:showSerName val="0"/>
          <c:showPercent val="0"/>
          <c:showBubbleSize val="0"/>
        </c:dLbls>
        <c:gapWidth val="150"/>
        <c:overlap val="100"/>
        <c:axId val="868014800"/>
        <c:axId val="868016432"/>
      </c:barChart>
      <c:dateAx>
        <c:axId val="868014800"/>
        <c:scaling>
          <c:orientation val="minMax"/>
        </c:scaling>
        <c:delete val="0"/>
        <c:axPos val="b"/>
        <c:numFmt formatCode="yyyy\-mm" sourceLinked="1"/>
        <c:majorTickMark val="in"/>
        <c:minorTickMark val="none"/>
        <c:tickLblPos val="nextTo"/>
        <c:spPr>
          <a:noFill/>
          <a:ln w="6350" cap="flat" cmpd="sng" algn="ctr">
            <a:solidFill>
              <a:srgbClr val="000000"/>
            </a:solidFill>
            <a:round/>
          </a:ln>
          <a:effectLst/>
        </c:spPr>
        <c:txPr>
          <a:bodyPr rot="0" vert="horz"/>
          <a:lstStyle/>
          <a:p>
            <a:pPr>
              <a:defRPr/>
            </a:pPr>
            <a:endParaRPr lang="zh-CN"/>
          </a:p>
        </c:txPr>
        <c:crossAx val="868016432"/>
        <c:crosses val="autoZero"/>
        <c:auto val="1"/>
        <c:lblOffset val="100"/>
        <c:baseTimeUnit val="months"/>
      </c:dateAx>
      <c:valAx>
        <c:axId val="868016432"/>
        <c:scaling>
          <c:orientation val="minMax"/>
        </c:scaling>
        <c:delete val="0"/>
        <c:axPos val="l"/>
        <c:numFmt formatCode="#,##0_ " sourceLinked="0"/>
        <c:majorTickMark val="in"/>
        <c:minorTickMark val="none"/>
        <c:tickLblPos val="nextTo"/>
        <c:spPr>
          <a:noFill/>
          <a:ln w="6350">
            <a:solidFill>
              <a:srgbClr val="000000"/>
            </a:solidFill>
          </a:ln>
          <a:effectLst/>
        </c:spPr>
        <c:txPr>
          <a:bodyPr rot="-60000000" vert="horz"/>
          <a:lstStyle/>
          <a:p>
            <a:pPr>
              <a:defRPr/>
            </a:pPr>
            <a:endParaRPr lang="zh-CN"/>
          </a:p>
        </c:txPr>
        <c:crossAx val="868014800"/>
        <c:crosses val="autoZero"/>
        <c:crossBetween val="between"/>
      </c:valAx>
      <c:spPr>
        <a:noFill/>
        <a:ln w="25400">
          <a:noFill/>
        </a:ln>
        <a:effectLst/>
      </c:spPr>
    </c:plotArea>
    <c:legend>
      <c:legendPos val="t"/>
      <c:layout>
        <c:manualLayout>
          <c:xMode val="edge"/>
          <c:yMode val="edge"/>
          <c:x val="5.4463132857628271E-2"/>
          <c:y val="3.3446712018140592E-4"/>
          <c:w val="0.9337240910635406"/>
          <c:h val="0.11538469855665734"/>
        </c:manualLayout>
      </c:layout>
      <c:overlay val="1"/>
      <c:spPr>
        <a:noFill/>
        <a:ln w="25400">
          <a:noFill/>
        </a:ln>
        <a:effectLst/>
      </c:spPr>
      <c:txPr>
        <a:bodyPr rot="0" vert="horz"/>
        <a:lstStyle/>
        <a:p>
          <a:pPr>
            <a:defRPr/>
          </a:pPr>
          <a:endParaRPr lang="zh-CN"/>
        </a:p>
      </c:txPr>
    </c:legend>
    <c:plotVisOnly val="1"/>
    <c:dispBlanksAs val="gap"/>
    <c:showDLblsOverMax val="0"/>
  </c:chart>
  <c:spPr>
    <a:noFill/>
    <a:ln w="25400">
      <a:noFill/>
    </a:ln>
    <a:effectLst/>
  </c:spPr>
  <c:txPr>
    <a:bodyPr/>
    <a:lstStyle/>
    <a:p>
      <a:pPr>
        <a:defRPr sz="900">
          <a:latin typeface="微软雅黑" panose="020B0503020204020204" pitchFamily="34" charset="-122"/>
          <a:ea typeface="微软雅黑" panose="020B0503020204020204" pitchFamily="34" charset="-122"/>
          <a:cs typeface="华文细黑"/>
        </a:defRPr>
      </a:pPr>
      <a:endParaRPr lang="zh-CN"/>
    </a:p>
  </c:txPr>
  <c:externalData r:id="rId2">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9943888888888884E-2"/>
          <c:y val="6.1404658057712065E-2"/>
          <c:w val="0.89089722222222223"/>
          <c:h val="0.73269385772863782"/>
        </c:manualLayout>
      </c:layout>
      <c:barChart>
        <c:barDir val="col"/>
        <c:grouping val="percentStacked"/>
        <c:varyColors val="0"/>
        <c:ser>
          <c:idx val="0"/>
          <c:order val="0"/>
          <c:tx>
            <c:strRef>
              <c:f>空间丨动力电池及锂电材料!$U$81</c:f>
              <c:strCache>
                <c:ptCount val="1"/>
                <c:pt idx="0">
                  <c:v>NCM333</c:v>
                </c:pt>
              </c:strCache>
            </c:strRef>
          </c:tx>
          <c:spPr>
            <a:solidFill>
              <a:srgbClr val="E10000"/>
            </a:solidFill>
            <a:ln w="6350">
              <a:solidFill>
                <a:srgbClr val="FFFFFF"/>
              </a:solidFill>
              <a:prstDash val="solid"/>
            </a:ln>
            <a:effectLst/>
          </c:spPr>
          <c:invertIfNegative val="0"/>
          <c:cat>
            <c:strRef>
              <c:f>空间丨动力电池及锂电材料!$AA$80:$AH$80</c:f>
              <c:strCache>
                <c:ptCount val="8"/>
                <c:pt idx="0">
                  <c:v>2018E</c:v>
                </c:pt>
                <c:pt idx="1">
                  <c:v>2019E</c:v>
                </c:pt>
                <c:pt idx="2">
                  <c:v>2020E</c:v>
                </c:pt>
                <c:pt idx="3">
                  <c:v>2021E</c:v>
                </c:pt>
                <c:pt idx="4">
                  <c:v>2022E</c:v>
                </c:pt>
                <c:pt idx="5">
                  <c:v>2023E</c:v>
                </c:pt>
                <c:pt idx="6">
                  <c:v>2024E</c:v>
                </c:pt>
                <c:pt idx="7">
                  <c:v>2025E</c:v>
                </c:pt>
              </c:strCache>
            </c:strRef>
          </c:cat>
          <c:val>
            <c:numRef>
              <c:f>空间丨动力电池及锂电材料!$AA$81:$AH$81</c:f>
              <c:numCache>
                <c:formatCode>0%</c:formatCode>
                <c:ptCount val="8"/>
                <c:pt idx="0">
                  <c:v>0.13000000000000006</c:v>
                </c:pt>
                <c:pt idx="1">
                  <c:v>0.02</c:v>
                </c:pt>
                <c:pt idx="2">
                  <c:v>0.01</c:v>
                </c:pt>
                <c:pt idx="3">
                  <c:v>0</c:v>
                </c:pt>
                <c:pt idx="4">
                  <c:v>0</c:v>
                </c:pt>
                <c:pt idx="5">
                  <c:v>0</c:v>
                </c:pt>
                <c:pt idx="6">
                  <c:v>0</c:v>
                </c:pt>
                <c:pt idx="7">
                  <c:v>0</c:v>
                </c:pt>
              </c:numCache>
            </c:numRef>
          </c:val>
          <c:extLst xmlns:c16r2="http://schemas.microsoft.com/office/drawing/2015/06/chart">
            <c:ext xmlns:c16="http://schemas.microsoft.com/office/drawing/2014/chart" uri="{C3380CC4-5D6E-409C-BE32-E72D297353CC}">
              <c16:uniqueId val="{00000000-47BA-4E2E-B4C7-02EC3CDAE638}"/>
            </c:ext>
          </c:extLst>
        </c:ser>
        <c:ser>
          <c:idx val="1"/>
          <c:order val="1"/>
          <c:tx>
            <c:strRef>
              <c:f>空间丨动力电池及锂电材料!$U$82</c:f>
              <c:strCache>
                <c:ptCount val="1"/>
                <c:pt idx="0">
                  <c:v>NCM523</c:v>
                </c:pt>
              </c:strCache>
            </c:strRef>
          </c:tx>
          <c:spPr>
            <a:solidFill>
              <a:srgbClr val="C8C8C8"/>
            </a:solidFill>
            <a:ln w="6350">
              <a:solidFill>
                <a:srgbClr val="FFFFFF"/>
              </a:solidFill>
              <a:prstDash val="solid"/>
            </a:ln>
            <a:effectLst/>
          </c:spPr>
          <c:invertIfNegative val="0"/>
          <c:cat>
            <c:strRef>
              <c:f>空间丨动力电池及锂电材料!$AA$80:$AH$80</c:f>
              <c:strCache>
                <c:ptCount val="8"/>
                <c:pt idx="0">
                  <c:v>2018E</c:v>
                </c:pt>
                <c:pt idx="1">
                  <c:v>2019E</c:v>
                </c:pt>
                <c:pt idx="2">
                  <c:v>2020E</c:v>
                </c:pt>
                <c:pt idx="3">
                  <c:v>2021E</c:v>
                </c:pt>
                <c:pt idx="4">
                  <c:v>2022E</c:v>
                </c:pt>
                <c:pt idx="5">
                  <c:v>2023E</c:v>
                </c:pt>
                <c:pt idx="6">
                  <c:v>2024E</c:v>
                </c:pt>
                <c:pt idx="7">
                  <c:v>2025E</c:v>
                </c:pt>
              </c:strCache>
            </c:strRef>
          </c:cat>
          <c:val>
            <c:numRef>
              <c:f>空间丨动力电池及锂电材料!$AA$82:$AH$82</c:f>
              <c:numCache>
                <c:formatCode>0%</c:formatCode>
                <c:ptCount val="8"/>
                <c:pt idx="0">
                  <c:v>0.7</c:v>
                </c:pt>
                <c:pt idx="1">
                  <c:v>0.78</c:v>
                </c:pt>
                <c:pt idx="2">
                  <c:v>0.51483596128950304</c:v>
                </c:pt>
                <c:pt idx="3">
                  <c:v>0.43082002479626341</c:v>
                </c:pt>
                <c:pt idx="4">
                  <c:v>0.34800000000000003</c:v>
                </c:pt>
                <c:pt idx="5">
                  <c:v>0.33600000000000002</c:v>
                </c:pt>
                <c:pt idx="6">
                  <c:v>0.33</c:v>
                </c:pt>
                <c:pt idx="7">
                  <c:v>0.31200000000000006</c:v>
                </c:pt>
              </c:numCache>
            </c:numRef>
          </c:val>
          <c:extLst xmlns:c16r2="http://schemas.microsoft.com/office/drawing/2015/06/chart">
            <c:ext xmlns:c16="http://schemas.microsoft.com/office/drawing/2014/chart" uri="{C3380CC4-5D6E-409C-BE32-E72D297353CC}">
              <c16:uniqueId val="{00000001-47BA-4E2E-B4C7-02EC3CDAE638}"/>
            </c:ext>
          </c:extLst>
        </c:ser>
        <c:ser>
          <c:idx val="10"/>
          <c:order val="2"/>
          <c:tx>
            <c:strRef>
              <c:f>空间丨动力电池及锂电材料!$U$83</c:f>
              <c:strCache>
                <c:ptCount val="1"/>
                <c:pt idx="0">
                  <c:v>NCM622</c:v>
                </c:pt>
              </c:strCache>
            </c:strRef>
          </c:tx>
          <c:spPr>
            <a:solidFill>
              <a:srgbClr val="FA6400"/>
            </a:solidFill>
            <a:ln w="6350">
              <a:solidFill>
                <a:srgbClr val="FFFFFF"/>
              </a:solidFill>
              <a:prstDash val="solid"/>
            </a:ln>
            <a:effectLst/>
          </c:spPr>
          <c:invertIfNegative val="0"/>
          <c:cat>
            <c:strRef>
              <c:f>空间丨动力电池及锂电材料!$AA$80:$AH$80</c:f>
              <c:strCache>
                <c:ptCount val="8"/>
                <c:pt idx="0">
                  <c:v>2018E</c:v>
                </c:pt>
                <c:pt idx="1">
                  <c:v>2019E</c:v>
                </c:pt>
                <c:pt idx="2">
                  <c:v>2020E</c:v>
                </c:pt>
                <c:pt idx="3">
                  <c:v>2021E</c:v>
                </c:pt>
                <c:pt idx="4">
                  <c:v>2022E</c:v>
                </c:pt>
                <c:pt idx="5">
                  <c:v>2023E</c:v>
                </c:pt>
                <c:pt idx="6">
                  <c:v>2024E</c:v>
                </c:pt>
                <c:pt idx="7">
                  <c:v>2025E</c:v>
                </c:pt>
              </c:strCache>
            </c:strRef>
          </c:cat>
          <c:val>
            <c:numRef>
              <c:f>空间丨动力电池及锂电材料!$AA$83:$AH$83</c:f>
              <c:numCache>
                <c:formatCode>0%</c:formatCode>
                <c:ptCount val="8"/>
                <c:pt idx="0">
                  <c:v>0.15</c:v>
                </c:pt>
                <c:pt idx="1">
                  <c:v>0.2</c:v>
                </c:pt>
                <c:pt idx="2">
                  <c:v>0.2</c:v>
                </c:pt>
                <c:pt idx="3">
                  <c:v>0.2</c:v>
                </c:pt>
                <c:pt idx="4">
                  <c:v>0.23200000000000004</c:v>
                </c:pt>
                <c:pt idx="5">
                  <c:v>0.22400000000000003</c:v>
                </c:pt>
                <c:pt idx="6">
                  <c:v>0.22000000000000003</c:v>
                </c:pt>
                <c:pt idx="7">
                  <c:v>0.20800000000000002</c:v>
                </c:pt>
              </c:numCache>
            </c:numRef>
          </c:val>
          <c:extLst xmlns:c16r2="http://schemas.microsoft.com/office/drawing/2015/06/chart">
            <c:ext xmlns:c16="http://schemas.microsoft.com/office/drawing/2014/chart" uri="{C3380CC4-5D6E-409C-BE32-E72D297353CC}">
              <c16:uniqueId val="{00000002-47BA-4E2E-B4C7-02EC3CDAE638}"/>
            </c:ext>
          </c:extLst>
        </c:ser>
        <c:ser>
          <c:idx val="2"/>
          <c:order val="3"/>
          <c:tx>
            <c:strRef>
              <c:f>空间丨动力电池及锂电材料!$U$84</c:f>
              <c:strCache>
                <c:ptCount val="1"/>
                <c:pt idx="0">
                  <c:v>NCM811</c:v>
                </c:pt>
              </c:strCache>
            </c:strRef>
          </c:tx>
          <c:spPr>
            <a:solidFill>
              <a:srgbClr val="FFC000"/>
            </a:solidFill>
            <a:ln w="6350">
              <a:solidFill>
                <a:srgbClr val="FFFFFF"/>
              </a:solidFill>
              <a:prstDash val="solid"/>
            </a:ln>
            <a:effectLst/>
          </c:spPr>
          <c:invertIfNegative val="0"/>
          <c:cat>
            <c:strRef>
              <c:f>空间丨动力电池及锂电材料!$AA$80:$AH$80</c:f>
              <c:strCache>
                <c:ptCount val="8"/>
                <c:pt idx="0">
                  <c:v>2018E</c:v>
                </c:pt>
                <c:pt idx="1">
                  <c:v>2019E</c:v>
                </c:pt>
                <c:pt idx="2">
                  <c:v>2020E</c:v>
                </c:pt>
                <c:pt idx="3">
                  <c:v>2021E</c:v>
                </c:pt>
                <c:pt idx="4">
                  <c:v>2022E</c:v>
                </c:pt>
                <c:pt idx="5">
                  <c:v>2023E</c:v>
                </c:pt>
                <c:pt idx="6">
                  <c:v>2024E</c:v>
                </c:pt>
                <c:pt idx="7">
                  <c:v>2025E</c:v>
                </c:pt>
              </c:strCache>
            </c:strRef>
          </c:cat>
          <c:val>
            <c:numRef>
              <c:f>空间丨动力电池及锂电材料!$AA$84:$AH$84</c:f>
              <c:numCache>
                <c:formatCode>0%</c:formatCode>
                <c:ptCount val="8"/>
                <c:pt idx="0">
                  <c:v>0.02</c:v>
                </c:pt>
                <c:pt idx="1">
                  <c:v>0</c:v>
                </c:pt>
                <c:pt idx="2">
                  <c:v>0.27516403871049699</c:v>
                </c:pt>
                <c:pt idx="3">
                  <c:v>0.36917997520373663</c:v>
                </c:pt>
                <c:pt idx="4">
                  <c:v>0.42</c:v>
                </c:pt>
                <c:pt idx="5">
                  <c:v>0.44</c:v>
                </c:pt>
                <c:pt idx="6">
                  <c:v>0.45</c:v>
                </c:pt>
                <c:pt idx="7">
                  <c:v>0.48</c:v>
                </c:pt>
              </c:numCache>
            </c:numRef>
          </c:val>
          <c:extLst xmlns:c16r2="http://schemas.microsoft.com/office/drawing/2015/06/chart">
            <c:ext xmlns:c16="http://schemas.microsoft.com/office/drawing/2014/chart" uri="{C3380CC4-5D6E-409C-BE32-E72D297353CC}">
              <c16:uniqueId val="{00000003-47BA-4E2E-B4C7-02EC3CDAE638}"/>
            </c:ext>
          </c:extLst>
        </c:ser>
        <c:dLbls>
          <c:showLegendKey val="0"/>
          <c:showVal val="0"/>
          <c:showCatName val="0"/>
          <c:showSerName val="0"/>
          <c:showPercent val="0"/>
          <c:showBubbleSize val="0"/>
        </c:dLbls>
        <c:gapWidth val="150"/>
        <c:overlap val="100"/>
        <c:axId val="868026768"/>
        <c:axId val="868016976"/>
      </c:barChart>
      <c:catAx>
        <c:axId val="868026768"/>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vert="horz"/>
          <a:lstStyle/>
          <a:p>
            <a:pPr>
              <a:defRPr/>
            </a:pPr>
            <a:endParaRPr lang="zh-CN"/>
          </a:p>
        </c:txPr>
        <c:crossAx val="868016976"/>
        <c:crosses val="autoZero"/>
        <c:auto val="1"/>
        <c:lblAlgn val="ctr"/>
        <c:lblOffset val="100"/>
        <c:noMultiLvlLbl val="0"/>
      </c:catAx>
      <c:valAx>
        <c:axId val="868016976"/>
        <c:scaling>
          <c:orientation val="minMax"/>
        </c:scaling>
        <c:delete val="0"/>
        <c:axPos val="l"/>
        <c:numFmt formatCode="0%" sourceLinked="0"/>
        <c:majorTickMark val="in"/>
        <c:minorTickMark val="none"/>
        <c:tickLblPos val="nextTo"/>
        <c:spPr>
          <a:noFill/>
          <a:ln w="6350">
            <a:solidFill>
              <a:srgbClr val="000000"/>
            </a:solidFill>
          </a:ln>
          <a:effectLst/>
        </c:spPr>
        <c:txPr>
          <a:bodyPr rot="-60000000" vert="horz"/>
          <a:lstStyle/>
          <a:p>
            <a:pPr>
              <a:defRPr/>
            </a:pPr>
            <a:endParaRPr lang="zh-CN"/>
          </a:p>
        </c:txPr>
        <c:crossAx val="868026768"/>
        <c:crosses val="autoZero"/>
        <c:crossBetween val="between"/>
      </c:valAx>
      <c:spPr>
        <a:noFill/>
        <a:ln w="25400">
          <a:noFill/>
        </a:ln>
        <a:effectLst/>
      </c:spPr>
    </c:plotArea>
    <c:legend>
      <c:legendPos val="b"/>
      <c:layout>
        <c:manualLayout>
          <c:xMode val="edge"/>
          <c:yMode val="edge"/>
          <c:x val="1.0815656565656563E-2"/>
          <c:y val="0.88716296296296304"/>
          <c:w val="0.98478282828282837"/>
          <c:h val="0.10695740740740739"/>
        </c:manualLayout>
      </c:layout>
      <c:overlay val="0"/>
      <c:spPr>
        <a:noFill/>
        <a:ln w="25400">
          <a:noFill/>
        </a:ln>
        <a:effectLst/>
      </c:spPr>
      <c:txPr>
        <a:bodyPr rot="0" vert="horz"/>
        <a:lstStyle/>
        <a:p>
          <a:pPr>
            <a:defRPr/>
          </a:pPr>
          <a:endParaRPr lang="zh-CN"/>
        </a:p>
      </c:txPr>
    </c:legend>
    <c:plotVisOnly val="1"/>
    <c:dispBlanksAs val="gap"/>
    <c:showDLblsOverMax val="0"/>
  </c:chart>
  <c:spPr>
    <a:noFill/>
    <a:ln w="25400" cap="flat" cmpd="sng" algn="ctr">
      <a:noFill/>
      <a:round/>
    </a:ln>
    <a:effectLst/>
  </c:spPr>
  <c:txPr>
    <a:bodyPr/>
    <a:lstStyle/>
    <a:p>
      <a:pPr>
        <a:defRPr sz="900">
          <a:latin typeface="微软雅黑" panose="020B0503020204020204" pitchFamily="34" charset="-122"/>
          <a:ea typeface="微软雅黑" panose="020B0503020204020204" pitchFamily="34" charset="-122"/>
          <a:cs typeface="华文细黑"/>
        </a:defRPr>
      </a:pPr>
      <a:endParaRPr lang="zh-CN"/>
    </a:p>
  </c:txPr>
  <c:externalData r:id="rId2">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8.1104758504837032E-2"/>
          <c:y val="6.3087066473988443E-2"/>
          <c:w val="0.89253594025627581"/>
          <c:h val="0.72633941473988439"/>
        </c:manualLayout>
      </c:layout>
      <c:barChart>
        <c:barDir val="col"/>
        <c:grouping val="percentStacked"/>
        <c:varyColors val="0"/>
        <c:ser>
          <c:idx val="0"/>
          <c:order val="0"/>
          <c:tx>
            <c:strRef>
              <c:f>'空间丨锂电池需求汇总-2021'!$S$21</c:f>
              <c:strCache>
                <c:ptCount val="1"/>
                <c:pt idx="0">
                  <c:v>NCM111</c:v>
                </c:pt>
              </c:strCache>
            </c:strRef>
          </c:tx>
          <c:spPr>
            <a:solidFill>
              <a:srgbClr val="E10000"/>
            </a:solidFill>
            <a:ln w="6350">
              <a:solidFill>
                <a:srgbClr val="FFFFFF"/>
              </a:solidFill>
              <a:prstDash val="solid"/>
            </a:ln>
            <a:effectLst/>
          </c:spPr>
          <c:invertIfNegative val="0"/>
          <c:cat>
            <c:strRef>
              <c:f>'空间丨锂电池需求汇总-2021'!$T$20:$W$20</c:f>
              <c:strCache>
                <c:ptCount val="4"/>
                <c:pt idx="0">
                  <c:v>2018E</c:v>
                </c:pt>
                <c:pt idx="1">
                  <c:v>2019E</c:v>
                </c:pt>
                <c:pt idx="2">
                  <c:v>2020E</c:v>
                </c:pt>
                <c:pt idx="3">
                  <c:v>2021E</c:v>
                </c:pt>
              </c:strCache>
            </c:strRef>
          </c:cat>
          <c:val>
            <c:numRef>
              <c:f>'空间丨锂电池需求汇总-2021'!$T$21:$W$21</c:f>
              <c:numCache>
                <c:formatCode>0%</c:formatCode>
                <c:ptCount val="4"/>
                <c:pt idx="0">
                  <c:v>5.1500472991081382E-2</c:v>
                </c:pt>
                <c:pt idx="1">
                  <c:v>3.2096863266094469E-2</c:v>
                </c:pt>
                <c:pt idx="2">
                  <c:v>1.4488552995363793E-2</c:v>
                </c:pt>
                <c:pt idx="3">
                  <c:v>6.9611400292481605E-3</c:v>
                </c:pt>
              </c:numCache>
            </c:numRef>
          </c:val>
          <c:extLst xmlns:c16r2="http://schemas.microsoft.com/office/drawing/2015/06/chart">
            <c:ext xmlns:c16="http://schemas.microsoft.com/office/drawing/2014/chart" uri="{C3380CC4-5D6E-409C-BE32-E72D297353CC}">
              <c16:uniqueId val="{00000000-4164-447B-B489-A95D7E92E257}"/>
            </c:ext>
          </c:extLst>
        </c:ser>
        <c:ser>
          <c:idx val="1"/>
          <c:order val="1"/>
          <c:tx>
            <c:strRef>
              <c:f>'空间丨锂电池需求汇总-2021'!$S$22</c:f>
              <c:strCache>
                <c:ptCount val="1"/>
                <c:pt idx="0">
                  <c:v>NCM523</c:v>
                </c:pt>
              </c:strCache>
            </c:strRef>
          </c:tx>
          <c:spPr>
            <a:solidFill>
              <a:srgbClr val="C8C8C8"/>
            </a:solidFill>
            <a:ln w="6350">
              <a:solidFill>
                <a:srgbClr val="FFFFFF"/>
              </a:solidFill>
              <a:prstDash val="solid"/>
            </a:ln>
            <a:effectLst/>
          </c:spPr>
          <c:invertIfNegative val="0"/>
          <c:cat>
            <c:strRef>
              <c:f>'空间丨锂电池需求汇总-2021'!$T$20:$W$20</c:f>
              <c:strCache>
                <c:ptCount val="4"/>
                <c:pt idx="0">
                  <c:v>2018E</c:v>
                </c:pt>
                <c:pt idx="1">
                  <c:v>2019E</c:v>
                </c:pt>
                <c:pt idx="2">
                  <c:v>2020E</c:v>
                </c:pt>
                <c:pt idx="3">
                  <c:v>2021E</c:v>
                </c:pt>
              </c:strCache>
            </c:strRef>
          </c:cat>
          <c:val>
            <c:numRef>
              <c:f>'空间丨锂电池需求汇总-2021'!$T$22:$W$22</c:f>
              <c:numCache>
                <c:formatCode>0%</c:formatCode>
                <c:ptCount val="4"/>
                <c:pt idx="0">
                  <c:v>0.11862043197366073</c:v>
                </c:pt>
                <c:pt idx="1">
                  <c:v>0.1060753315466616</c:v>
                </c:pt>
                <c:pt idx="2">
                  <c:v>0.15218742405678215</c:v>
                </c:pt>
                <c:pt idx="3">
                  <c:v>0.11871716155041492</c:v>
                </c:pt>
              </c:numCache>
            </c:numRef>
          </c:val>
          <c:extLst xmlns:c16r2="http://schemas.microsoft.com/office/drawing/2015/06/chart">
            <c:ext xmlns:c16="http://schemas.microsoft.com/office/drawing/2014/chart" uri="{C3380CC4-5D6E-409C-BE32-E72D297353CC}">
              <c16:uniqueId val="{00000001-4164-447B-B489-A95D7E92E257}"/>
            </c:ext>
          </c:extLst>
        </c:ser>
        <c:ser>
          <c:idx val="2"/>
          <c:order val="2"/>
          <c:tx>
            <c:strRef>
              <c:f>'空间丨锂电池需求汇总-2021'!$S$23</c:f>
              <c:strCache>
                <c:ptCount val="1"/>
                <c:pt idx="0">
                  <c:v>NCM622</c:v>
                </c:pt>
              </c:strCache>
            </c:strRef>
          </c:tx>
          <c:spPr>
            <a:solidFill>
              <a:srgbClr val="FA6400"/>
            </a:solidFill>
            <a:ln w="6350">
              <a:solidFill>
                <a:srgbClr val="FFFFFF"/>
              </a:solidFill>
              <a:prstDash val="solid"/>
            </a:ln>
            <a:effectLst/>
          </c:spPr>
          <c:invertIfNegative val="0"/>
          <c:cat>
            <c:strRef>
              <c:f>'空间丨锂电池需求汇总-2021'!$T$20:$W$20</c:f>
              <c:strCache>
                <c:ptCount val="4"/>
                <c:pt idx="0">
                  <c:v>2018E</c:v>
                </c:pt>
                <c:pt idx="1">
                  <c:v>2019E</c:v>
                </c:pt>
                <c:pt idx="2">
                  <c:v>2020E</c:v>
                </c:pt>
                <c:pt idx="3">
                  <c:v>2021E</c:v>
                </c:pt>
              </c:strCache>
            </c:strRef>
          </c:cat>
          <c:val>
            <c:numRef>
              <c:f>'空间丨锂电池需求汇总-2021'!$T$23:$W$23</c:f>
              <c:numCache>
                <c:formatCode>0%</c:formatCode>
                <c:ptCount val="4"/>
                <c:pt idx="0">
                  <c:v>0.29106264658051278</c:v>
                </c:pt>
                <c:pt idx="1">
                  <c:v>0.27284389885835331</c:v>
                </c:pt>
                <c:pt idx="2">
                  <c:v>0.31775695439649077</c:v>
                </c:pt>
                <c:pt idx="3">
                  <c:v>0.27417357715009377</c:v>
                </c:pt>
              </c:numCache>
            </c:numRef>
          </c:val>
          <c:extLst xmlns:c16r2="http://schemas.microsoft.com/office/drawing/2015/06/chart">
            <c:ext xmlns:c16="http://schemas.microsoft.com/office/drawing/2014/chart" uri="{C3380CC4-5D6E-409C-BE32-E72D297353CC}">
              <c16:uniqueId val="{00000002-4164-447B-B489-A95D7E92E257}"/>
            </c:ext>
          </c:extLst>
        </c:ser>
        <c:ser>
          <c:idx val="3"/>
          <c:order val="3"/>
          <c:tx>
            <c:strRef>
              <c:f>'空间丨锂电池需求汇总-2021'!$S$24</c:f>
              <c:strCache>
                <c:ptCount val="1"/>
                <c:pt idx="0">
                  <c:v>NCM712</c:v>
                </c:pt>
              </c:strCache>
            </c:strRef>
          </c:tx>
          <c:spPr>
            <a:solidFill>
              <a:srgbClr val="FFC000"/>
            </a:solidFill>
            <a:ln w="6350">
              <a:solidFill>
                <a:srgbClr val="FFFFFF"/>
              </a:solidFill>
              <a:prstDash val="solid"/>
            </a:ln>
            <a:effectLst/>
          </c:spPr>
          <c:invertIfNegative val="0"/>
          <c:cat>
            <c:strRef>
              <c:f>'空间丨锂电池需求汇总-2021'!$T$20:$W$20</c:f>
              <c:strCache>
                <c:ptCount val="4"/>
                <c:pt idx="0">
                  <c:v>2018E</c:v>
                </c:pt>
                <c:pt idx="1">
                  <c:v>2019E</c:v>
                </c:pt>
                <c:pt idx="2">
                  <c:v>2020E</c:v>
                </c:pt>
                <c:pt idx="3">
                  <c:v>2021E</c:v>
                </c:pt>
              </c:strCache>
            </c:strRef>
          </c:cat>
          <c:val>
            <c:numRef>
              <c:f>'空间丨锂电池需求汇总-2021'!$T$24:$W$24</c:f>
              <c:numCache>
                <c:formatCode>0%</c:formatCode>
                <c:ptCount val="4"/>
                <c:pt idx="0">
                  <c:v>0</c:v>
                </c:pt>
                <c:pt idx="1">
                  <c:v>2.4966511551023519E-2</c:v>
                </c:pt>
                <c:pt idx="2">
                  <c:v>8.6600914138345197E-2</c:v>
                </c:pt>
                <c:pt idx="3">
                  <c:v>0.14101554459124024</c:v>
                </c:pt>
              </c:numCache>
            </c:numRef>
          </c:val>
          <c:extLst xmlns:c16r2="http://schemas.microsoft.com/office/drawing/2015/06/chart">
            <c:ext xmlns:c16="http://schemas.microsoft.com/office/drawing/2014/chart" uri="{C3380CC4-5D6E-409C-BE32-E72D297353CC}">
              <c16:uniqueId val="{00000003-4164-447B-B489-A95D7E92E257}"/>
            </c:ext>
          </c:extLst>
        </c:ser>
        <c:ser>
          <c:idx val="4"/>
          <c:order val="4"/>
          <c:tx>
            <c:strRef>
              <c:f>'空间丨锂电池需求汇总-2021'!$S$25</c:f>
              <c:strCache>
                <c:ptCount val="1"/>
                <c:pt idx="0">
                  <c:v>NCM811</c:v>
                </c:pt>
              </c:strCache>
            </c:strRef>
          </c:tx>
          <c:spPr>
            <a:solidFill>
              <a:srgbClr val="DCB464"/>
            </a:solidFill>
            <a:ln w="6350">
              <a:solidFill>
                <a:srgbClr val="FFFFFF"/>
              </a:solidFill>
              <a:prstDash val="solid"/>
            </a:ln>
            <a:effectLst/>
          </c:spPr>
          <c:invertIfNegative val="0"/>
          <c:cat>
            <c:strRef>
              <c:f>'空间丨锂电池需求汇总-2021'!$T$20:$W$20</c:f>
              <c:strCache>
                <c:ptCount val="4"/>
                <c:pt idx="0">
                  <c:v>2018E</c:v>
                </c:pt>
                <c:pt idx="1">
                  <c:v>2019E</c:v>
                </c:pt>
                <c:pt idx="2">
                  <c:v>2020E</c:v>
                </c:pt>
                <c:pt idx="3">
                  <c:v>2021E</c:v>
                </c:pt>
              </c:strCache>
            </c:strRef>
          </c:cat>
          <c:val>
            <c:numRef>
              <c:f>'空间丨锂电池需求汇总-2021'!$T$25:$W$25</c:f>
              <c:numCache>
                <c:formatCode>0%</c:formatCode>
                <c:ptCount val="4"/>
                <c:pt idx="0">
                  <c:v>0</c:v>
                </c:pt>
                <c:pt idx="1">
                  <c:v>1.4426788857727921E-3</c:v>
                </c:pt>
                <c:pt idx="2">
                  <c:v>3.8575379543147062E-2</c:v>
                </c:pt>
                <c:pt idx="3">
                  <c:v>0.14718337970038609</c:v>
                </c:pt>
              </c:numCache>
            </c:numRef>
          </c:val>
          <c:extLst xmlns:c16r2="http://schemas.microsoft.com/office/drawing/2015/06/chart">
            <c:ext xmlns:c16="http://schemas.microsoft.com/office/drawing/2014/chart" uri="{C3380CC4-5D6E-409C-BE32-E72D297353CC}">
              <c16:uniqueId val="{00000004-4164-447B-B489-A95D7E92E257}"/>
            </c:ext>
          </c:extLst>
        </c:ser>
        <c:ser>
          <c:idx val="5"/>
          <c:order val="5"/>
          <c:tx>
            <c:strRef>
              <c:f>'空间丨锂电池需求汇总-2021'!$S$26</c:f>
              <c:strCache>
                <c:ptCount val="1"/>
                <c:pt idx="0">
                  <c:v>NCA</c:v>
                </c:pt>
              </c:strCache>
            </c:strRef>
          </c:tx>
          <c:spPr>
            <a:solidFill>
              <a:srgbClr val="B40014"/>
            </a:solidFill>
            <a:ln w="6350">
              <a:solidFill>
                <a:srgbClr val="FFFFFF"/>
              </a:solidFill>
              <a:prstDash val="solid"/>
            </a:ln>
            <a:effectLst/>
          </c:spPr>
          <c:invertIfNegative val="0"/>
          <c:cat>
            <c:strRef>
              <c:f>'空间丨锂电池需求汇总-2021'!$T$20:$W$20</c:f>
              <c:strCache>
                <c:ptCount val="4"/>
                <c:pt idx="0">
                  <c:v>2018E</c:v>
                </c:pt>
                <c:pt idx="1">
                  <c:v>2019E</c:v>
                </c:pt>
                <c:pt idx="2">
                  <c:v>2020E</c:v>
                </c:pt>
                <c:pt idx="3">
                  <c:v>2021E</c:v>
                </c:pt>
              </c:strCache>
            </c:strRef>
          </c:cat>
          <c:val>
            <c:numRef>
              <c:f>'空间丨锂电池需求汇总-2021'!$T$26:$W$26</c:f>
              <c:numCache>
                <c:formatCode>0%</c:formatCode>
                <c:ptCount val="4"/>
                <c:pt idx="0">
                  <c:v>0.53881644845474508</c:v>
                </c:pt>
                <c:pt idx="1">
                  <c:v>0.56257471589209429</c:v>
                </c:pt>
                <c:pt idx="2">
                  <c:v>0.39039077486987084</c:v>
                </c:pt>
                <c:pt idx="3">
                  <c:v>0.31194919697861684</c:v>
                </c:pt>
              </c:numCache>
            </c:numRef>
          </c:val>
          <c:extLst xmlns:c16r2="http://schemas.microsoft.com/office/drawing/2015/06/chart">
            <c:ext xmlns:c16="http://schemas.microsoft.com/office/drawing/2014/chart" uri="{C3380CC4-5D6E-409C-BE32-E72D297353CC}">
              <c16:uniqueId val="{00000005-4164-447B-B489-A95D7E92E257}"/>
            </c:ext>
          </c:extLst>
        </c:ser>
        <c:dLbls>
          <c:showLegendKey val="0"/>
          <c:showVal val="0"/>
          <c:showCatName val="0"/>
          <c:showSerName val="0"/>
          <c:showPercent val="0"/>
          <c:showBubbleSize val="0"/>
        </c:dLbls>
        <c:gapWidth val="150"/>
        <c:overlap val="100"/>
        <c:axId val="868008272"/>
        <c:axId val="867999024"/>
      </c:barChart>
      <c:catAx>
        <c:axId val="868008272"/>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7999024"/>
        <c:crosses val="autoZero"/>
        <c:auto val="1"/>
        <c:lblAlgn val="ctr"/>
        <c:lblOffset val="100"/>
        <c:noMultiLvlLbl val="0"/>
      </c:catAx>
      <c:valAx>
        <c:axId val="86799902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800827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900">
          <a:latin typeface="微软雅黑" panose="020B0503020204020204" pitchFamily="34" charset="-122"/>
          <a:ea typeface="微软雅黑" panose="020B0503020204020204" pitchFamily="34" charset="-122"/>
        </a:defRPr>
      </a:pPr>
      <a:endParaRPr lang="zh-CN"/>
    </a:p>
  </c:txPr>
  <c:externalData r:id="rId4">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505163579469996"/>
          <c:y val="9.7027344543347188E-2"/>
          <c:w val="0.78598529066190514"/>
          <c:h val="0.81813462521622815"/>
        </c:manualLayout>
      </c:layout>
      <c:barChart>
        <c:barDir val="col"/>
        <c:grouping val="clustered"/>
        <c:varyColors val="0"/>
        <c:ser>
          <c:idx val="0"/>
          <c:order val="0"/>
          <c:tx>
            <c:strRef>
              <c:f>空间丨锂电池需求汇总!$G$63</c:f>
              <c:strCache>
                <c:ptCount val="1"/>
                <c:pt idx="0">
                  <c:v>三元需求</c:v>
                </c:pt>
              </c:strCache>
            </c:strRef>
          </c:tx>
          <c:spPr>
            <a:solidFill>
              <a:srgbClr val="E10000"/>
            </a:solidFill>
            <a:ln w="6350">
              <a:solidFill>
                <a:srgbClr val="FFFFFF"/>
              </a:solidFill>
              <a:prstDash val="solid"/>
            </a:ln>
            <a:effectLst/>
          </c:spPr>
          <c:invertIfNegative val="0"/>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空间丨锂电池需求汇总!$J$63:$Q$63</c:f>
              <c:numCache>
                <c:formatCode>#,##0.0_ </c:formatCode>
                <c:ptCount val="8"/>
                <c:pt idx="0">
                  <c:v>103.52503959953393</c:v>
                </c:pt>
                <c:pt idx="1">
                  <c:v>143.57177756511638</c:v>
                </c:pt>
                <c:pt idx="2">
                  <c:v>179.91527702312854</c:v>
                </c:pt>
                <c:pt idx="3">
                  <c:v>343.08063103542503</c:v>
                </c:pt>
                <c:pt idx="4">
                  <c:v>450.11837540100692</c:v>
                </c:pt>
                <c:pt idx="5">
                  <c:v>523.89014279764842</c:v>
                </c:pt>
                <c:pt idx="6">
                  <c:v>674.72322899019684</c:v>
                </c:pt>
                <c:pt idx="7">
                  <c:v>844.51011833418988</c:v>
                </c:pt>
              </c:numCache>
            </c:numRef>
          </c:val>
          <c:extLst xmlns:c16r2="http://schemas.microsoft.com/office/drawing/2015/06/chart">
            <c:ext xmlns:c16="http://schemas.microsoft.com/office/drawing/2014/chart" uri="{C3380CC4-5D6E-409C-BE32-E72D297353CC}">
              <c16:uniqueId val="{00000000-F5DE-4BB1-B981-A98FDE7F8788}"/>
            </c:ext>
          </c:extLst>
        </c:ser>
        <c:ser>
          <c:idx val="1"/>
          <c:order val="1"/>
          <c:tx>
            <c:strRef>
              <c:f>空间丨锂电池需求汇总!$G$64</c:f>
              <c:strCache>
                <c:ptCount val="1"/>
                <c:pt idx="0">
                  <c:v>铁锂需求</c:v>
                </c:pt>
              </c:strCache>
            </c:strRef>
          </c:tx>
          <c:spPr>
            <a:solidFill>
              <a:srgbClr val="C8C8C8"/>
            </a:solidFill>
            <a:ln w="6350">
              <a:solidFill>
                <a:srgbClr val="FFFFFF"/>
              </a:solidFill>
              <a:prstDash val="solid"/>
            </a:ln>
            <a:effectLst/>
          </c:spPr>
          <c:invertIfNegative val="0"/>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空间丨锂电池需求汇总!$J$64:$Q$64</c:f>
              <c:numCache>
                <c:formatCode>0.0_);[Red]\(0.0\)</c:formatCode>
                <c:ptCount val="8"/>
                <c:pt idx="0">
                  <c:v>33.608453224911145</c:v>
                </c:pt>
                <c:pt idx="1">
                  <c:v>41.867245322054075</c:v>
                </c:pt>
                <c:pt idx="2">
                  <c:v>52.02442559519136</c:v>
                </c:pt>
                <c:pt idx="3">
                  <c:v>160.81731002951537</c:v>
                </c:pt>
                <c:pt idx="4">
                  <c:v>312.72764376489636</c:v>
                </c:pt>
                <c:pt idx="5">
                  <c:v>437.59520319517731</c:v>
                </c:pt>
                <c:pt idx="6">
                  <c:v>633.60474900864722</c:v>
                </c:pt>
                <c:pt idx="7">
                  <c:v>927.52784750366993</c:v>
                </c:pt>
              </c:numCache>
            </c:numRef>
          </c:val>
          <c:extLst xmlns:c16r2="http://schemas.microsoft.com/office/drawing/2015/06/chart">
            <c:ext xmlns:c16="http://schemas.microsoft.com/office/drawing/2014/chart" uri="{C3380CC4-5D6E-409C-BE32-E72D297353CC}">
              <c16:uniqueId val="{00000001-F5DE-4BB1-B981-A98FDE7F8788}"/>
            </c:ext>
          </c:extLst>
        </c:ser>
        <c:dLbls>
          <c:showLegendKey val="0"/>
          <c:showVal val="0"/>
          <c:showCatName val="0"/>
          <c:showSerName val="0"/>
          <c:showPercent val="0"/>
          <c:showBubbleSize val="0"/>
        </c:dLbls>
        <c:gapWidth val="219"/>
        <c:axId val="868024592"/>
        <c:axId val="868018608"/>
      </c:barChart>
      <c:lineChart>
        <c:grouping val="standard"/>
        <c:varyColors val="0"/>
        <c:ser>
          <c:idx val="2"/>
          <c:order val="2"/>
          <c:tx>
            <c:strRef>
              <c:f>空间丨锂电池需求汇总!$G$65</c:f>
              <c:strCache>
                <c:ptCount val="1"/>
                <c:pt idx="0">
                  <c:v>三元增速（右）</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空间丨锂电池需求汇总!$J$65:$Q$65</c:f>
              <c:numCache>
                <c:formatCode>0%</c:formatCode>
                <c:ptCount val="8"/>
                <c:pt idx="1">
                  <c:v>0.38683141895424833</c:v>
                </c:pt>
                <c:pt idx="2">
                  <c:v>0.25313818686634781</c:v>
                </c:pt>
                <c:pt idx="3">
                  <c:v>0.90690105205085603</c:v>
                </c:pt>
                <c:pt idx="4">
                  <c:v>0.31199005330770091</c:v>
                </c:pt>
                <c:pt idx="5">
                  <c:v>0.16389414746936026</c:v>
                </c:pt>
                <c:pt idx="6">
                  <c:v>0.28790976174332683</c:v>
                </c:pt>
                <c:pt idx="7">
                  <c:v>0.25163931231195225</c:v>
                </c:pt>
              </c:numCache>
            </c:numRef>
          </c:val>
          <c:smooth val="1"/>
          <c:extLst xmlns:c16r2="http://schemas.microsoft.com/office/drawing/2015/06/chart">
            <c:ext xmlns:c16="http://schemas.microsoft.com/office/drawing/2014/chart" uri="{C3380CC4-5D6E-409C-BE32-E72D297353CC}">
              <c16:uniqueId val="{00000002-F5DE-4BB1-B981-A98FDE7F8788}"/>
            </c:ext>
          </c:extLst>
        </c:ser>
        <c:ser>
          <c:idx val="3"/>
          <c:order val="3"/>
          <c:tx>
            <c:strRef>
              <c:f>空间丨锂电池需求汇总!$G$66</c:f>
              <c:strCache>
                <c:ptCount val="1"/>
                <c:pt idx="0">
                  <c:v>铁锂增速（右）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空间丨锂电池需求汇总!$J$3:$Q$3</c:f>
              <c:strCache>
                <c:ptCount val="8"/>
                <c:pt idx="0">
                  <c:v>2018A</c:v>
                </c:pt>
                <c:pt idx="1">
                  <c:v>2019A</c:v>
                </c:pt>
                <c:pt idx="2">
                  <c:v>2020A</c:v>
                </c:pt>
                <c:pt idx="3">
                  <c:v>2021E</c:v>
                </c:pt>
                <c:pt idx="4">
                  <c:v>2022E</c:v>
                </c:pt>
                <c:pt idx="5">
                  <c:v>2023E</c:v>
                </c:pt>
                <c:pt idx="6">
                  <c:v>2024E</c:v>
                </c:pt>
                <c:pt idx="7">
                  <c:v>2025E</c:v>
                </c:pt>
              </c:strCache>
            </c:strRef>
          </c:cat>
          <c:val>
            <c:numRef>
              <c:f>空间丨锂电池需求汇总!$J$66:$Q$66</c:f>
              <c:numCache>
                <c:formatCode>0%</c:formatCode>
                <c:ptCount val="8"/>
                <c:pt idx="1">
                  <c:v>0.24573556068987368</c:v>
                </c:pt>
                <c:pt idx="2">
                  <c:v>0.24260445594176372</c:v>
                </c:pt>
                <c:pt idx="3">
                  <c:v>2.0911885751676569</c:v>
                </c:pt>
                <c:pt idx="4">
                  <c:v>0.9446143186171958</c:v>
                </c:pt>
                <c:pt idx="5">
                  <c:v>0.39928532676872774</c:v>
                </c:pt>
                <c:pt idx="6">
                  <c:v>0.44792434739291509</c:v>
                </c:pt>
                <c:pt idx="7">
                  <c:v>0.46389030220322947</c:v>
                </c:pt>
              </c:numCache>
            </c:numRef>
          </c:val>
          <c:smooth val="1"/>
          <c:extLst xmlns:c16r2="http://schemas.microsoft.com/office/drawing/2015/06/chart">
            <c:ext xmlns:c16="http://schemas.microsoft.com/office/drawing/2014/chart" uri="{C3380CC4-5D6E-409C-BE32-E72D297353CC}">
              <c16:uniqueId val="{00000003-F5DE-4BB1-B981-A98FDE7F8788}"/>
            </c:ext>
          </c:extLst>
        </c:ser>
        <c:dLbls>
          <c:showLegendKey val="0"/>
          <c:showVal val="0"/>
          <c:showCatName val="0"/>
          <c:showSerName val="0"/>
          <c:showPercent val="0"/>
          <c:showBubbleSize val="0"/>
        </c:dLbls>
        <c:marker val="1"/>
        <c:smooth val="0"/>
        <c:axId val="868006096"/>
        <c:axId val="867996848"/>
      </c:lineChart>
      <c:catAx>
        <c:axId val="868024592"/>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8018608"/>
        <c:crosses val="autoZero"/>
        <c:auto val="1"/>
        <c:lblAlgn val="ctr"/>
        <c:lblOffset val="100"/>
        <c:noMultiLvlLbl val="0"/>
      </c:catAx>
      <c:valAx>
        <c:axId val="868018608"/>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 "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8024592"/>
        <c:crosses val="autoZero"/>
        <c:crossBetween val="between"/>
      </c:valAx>
      <c:valAx>
        <c:axId val="867996848"/>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crossAx val="868006096"/>
        <c:crosses val="max"/>
        <c:crossBetween val="between"/>
      </c:valAx>
      <c:catAx>
        <c:axId val="868006096"/>
        <c:scaling>
          <c:orientation val="minMax"/>
        </c:scaling>
        <c:delete val="1"/>
        <c:axPos val="b"/>
        <c:numFmt formatCode="General" sourceLinked="1"/>
        <c:majorTickMark val="out"/>
        <c:minorTickMark val="none"/>
        <c:tickLblPos val="nextTo"/>
        <c:crossAx val="867996848"/>
        <c:crosses val="autoZero"/>
        <c:auto val="1"/>
        <c:lblAlgn val="ctr"/>
        <c:lblOffset val="100"/>
        <c:noMultiLvlLbl val="0"/>
      </c:catAx>
      <c:spPr>
        <a:noFill/>
        <a:ln>
          <a:noFill/>
        </a:ln>
        <a:effectLst/>
      </c:spPr>
    </c:plotArea>
    <c:legend>
      <c:legendPos val="b"/>
      <c:layout>
        <c:manualLayout>
          <c:xMode val="edge"/>
          <c:yMode val="edge"/>
          <c:x val="6.0874443355258177E-2"/>
          <c:y val="2.4305968947188031E-3"/>
          <c:w val="0.86537328120448964"/>
          <c:h val="9.1468442947285858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90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铁锂回潮丨需求汇总!$E$17</c:f>
              <c:strCache>
                <c:ptCount val="1"/>
                <c:pt idx="0">
                  <c:v>动力电池</c:v>
                </c:pt>
              </c:strCache>
            </c:strRef>
          </c:tx>
          <c:spPr>
            <a:solidFill>
              <a:srgbClr val="E10000"/>
            </a:solidFill>
            <a:ln w="6350">
              <a:solidFill>
                <a:srgbClr val="FFFFFF"/>
              </a:solidFill>
              <a:prstDash val="solid"/>
            </a:ln>
            <a:effectLst/>
          </c:spPr>
          <c:invertIfNegative val="0"/>
          <c:cat>
            <c:strRef>
              <c:f>铁锂回潮丨需求汇总!$F$16:$K$16</c:f>
              <c:strCache>
                <c:ptCount val="6"/>
                <c:pt idx="0">
                  <c:v>2020A</c:v>
                </c:pt>
                <c:pt idx="1">
                  <c:v>2021E</c:v>
                </c:pt>
                <c:pt idx="2">
                  <c:v>2022E</c:v>
                </c:pt>
                <c:pt idx="3">
                  <c:v>2023E</c:v>
                </c:pt>
                <c:pt idx="4">
                  <c:v>2024E</c:v>
                </c:pt>
                <c:pt idx="5">
                  <c:v>2025E</c:v>
                </c:pt>
              </c:strCache>
            </c:strRef>
          </c:cat>
          <c:val>
            <c:numRef>
              <c:f>铁锂回潮丨需求汇总!$F$17:$K$17</c:f>
              <c:numCache>
                <c:formatCode>0.0_);[Red]\(0.0\)</c:formatCode>
                <c:ptCount val="6"/>
                <c:pt idx="0">
                  <c:v>28.234999999999999</c:v>
                </c:pt>
                <c:pt idx="1">
                  <c:v>88.354268883668539</c:v>
                </c:pt>
                <c:pt idx="2">
                  <c:v>161.34955606643294</c:v>
                </c:pt>
                <c:pt idx="3">
                  <c:v>275.97322059114794</c:v>
                </c:pt>
                <c:pt idx="4">
                  <c:v>419.72355264248517</c:v>
                </c:pt>
                <c:pt idx="5">
                  <c:v>594.16516062937171</c:v>
                </c:pt>
              </c:numCache>
            </c:numRef>
          </c:val>
          <c:extLst xmlns:c16r2="http://schemas.microsoft.com/office/drawing/2015/06/chart">
            <c:ext xmlns:c16="http://schemas.microsoft.com/office/drawing/2014/chart" uri="{C3380CC4-5D6E-409C-BE32-E72D297353CC}">
              <c16:uniqueId val="{00000000-9437-4856-BA94-D210C6E45C8B}"/>
            </c:ext>
          </c:extLst>
        </c:ser>
        <c:ser>
          <c:idx val="1"/>
          <c:order val="1"/>
          <c:tx>
            <c:strRef>
              <c:f>铁锂回潮丨需求汇总!$E$18</c:f>
              <c:strCache>
                <c:ptCount val="1"/>
                <c:pt idx="0">
                  <c:v>电力储能</c:v>
                </c:pt>
              </c:strCache>
            </c:strRef>
          </c:tx>
          <c:spPr>
            <a:solidFill>
              <a:srgbClr val="C8C8C8"/>
            </a:solidFill>
            <a:ln w="6350">
              <a:solidFill>
                <a:srgbClr val="FFFFFF"/>
              </a:solidFill>
              <a:prstDash val="solid"/>
            </a:ln>
            <a:effectLst/>
          </c:spPr>
          <c:invertIfNegative val="0"/>
          <c:cat>
            <c:strRef>
              <c:f>铁锂回潮丨需求汇总!$F$16:$K$16</c:f>
              <c:strCache>
                <c:ptCount val="6"/>
                <c:pt idx="0">
                  <c:v>2020A</c:v>
                </c:pt>
                <c:pt idx="1">
                  <c:v>2021E</c:v>
                </c:pt>
                <c:pt idx="2">
                  <c:v>2022E</c:v>
                </c:pt>
                <c:pt idx="3">
                  <c:v>2023E</c:v>
                </c:pt>
                <c:pt idx="4">
                  <c:v>2024E</c:v>
                </c:pt>
                <c:pt idx="5">
                  <c:v>2025E</c:v>
                </c:pt>
              </c:strCache>
            </c:strRef>
          </c:cat>
          <c:val>
            <c:numRef>
              <c:f>铁锂回潮丨需求汇总!$F$18:$K$18</c:f>
              <c:numCache>
                <c:formatCode>0.0_);[Red]\(0.0\)</c:formatCode>
                <c:ptCount val="6"/>
                <c:pt idx="0">
                  <c:v>6.2718052738336727</c:v>
                </c:pt>
                <c:pt idx="1">
                  <c:v>19.181794112324773</c:v>
                </c:pt>
                <c:pt idx="2">
                  <c:v>32.736437322965912</c:v>
                </c:pt>
                <c:pt idx="3">
                  <c:v>50.704494030770931</c:v>
                </c:pt>
                <c:pt idx="4">
                  <c:v>92.908925185218649</c:v>
                </c:pt>
                <c:pt idx="5">
                  <c:v>144.29664633121922</c:v>
                </c:pt>
              </c:numCache>
            </c:numRef>
          </c:val>
          <c:extLst xmlns:c16r2="http://schemas.microsoft.com/office/drawing/2015/06/chart">
            <c:ext xmlns:c16="http://schemas.microsoft.com/office/drawing/2014/chart" uri="{C3380CC4-5D6E-409C-BE32-E72D297353CC}">
              <c16:uniqueId val="{00000001-9437-4856-BA94-D210C6E45C8B}"/>
            </c:ext>
          </c:extLst>
        </c:ser>
        <c:ser>
          <c:idx val="2"/>
          <c:order val="2"/>
          <c:tx>
            <c:strRef>
              <c:f>铁锂回潮丨需求汇总!$E$19</c:f>
              <c:strCache>
                <c:ptCount val="1"/>
                <c:pt idx="0">
                  <c:v>其他</c:v>
                </c:pt>
              </c:strCache>
            </c:strRef>
          </c:tx>
          <c:spPr>
            <a:solidFill>
              <a:srgbClr val="FA6400"/>
            </a:solidFill>
            <a:ln w="6350">
              <a:solidFill>
                <a:srgbClr val="FFFFFF"/>
              </a:solidFill>
              <a:prstDash val="solid"/>
            </a:ln>
            <a:effectLst/>
          </c:spPr>
          <c:invertIfNegative val="0"/>
          <c:cat>
            <c:strRef>
              <c:f>铁锂回潮丨需求汇总!$F$16:$K$16</c:f>
              <c:strCache>
                <c:ptCount val="6"/>
                <c:pt idx="0">
                  <c:v>2020A</c:v>
                </c:pt>
                <c:pt idx="1">
                  <c:v>2021E</c:v>
                </c:pt>
                <c:pt idx="2">
                  <c:v>2022E</c:v>
                </c:pt>
                <c:pt idx="3">
                  <c:v>2023E</c:v>
                </c:pt>
                <c:pt idx="4">
                  <c:v>2024E</c:v>
                </c:pt>
                <c:pt idx="5">
                  <c:v>2025E</c:v>
                </c:pt>
              </c:strCache>
            </c:strRef>
          </c:cat>
          <c:val>
            <c:numRef>
              <c:f>铁锂回潮丨需求汇总!$F$19:$K$19</c:f>
              <c:numCache>
                <c:formatCode>0.0_);[Red]\(0.0\)</c:formatCode>
                <c:ptCount val="6"/>
                <c:pt idx="0">
                  <c:v>18.938673570909092</c:v>
                </c:pt>
                <c:pt idx="1">
                  <c:v>29.640989369018186</c:v>
                </c:pt>
                <c:pt idx="2">
                  <c:v>37.840131907301824</c:v>
                </c:pt>
                <c:pt idx="3">
                  <c:v>40.537134337368983</c:v>
                </c:pt>
                <c:pt idx="4">
                  <c:v>48.392493433415211</c:v>
                </c:pt>
                <c:pt idx="5">
                  <c:v>61.906543842380536</c:v>
                </c:pt>
              </c:numCache>
            </c:numRef>
          </c:val>
          <c:extLst xmlns:c16r2="http://schemas.microsoft.com/office/drawing/2015/06/chart">
            <c:ext xmlns:c16="http://schemas.microsoft.com/office/drawing/2014/chart" uri="{C3380CC4-5D6E-409C-BE32-E72D297353CC}">
              <c16:uniqueId val="{00000002-9437-4856-BA94-D210C6E45C8B}"/>
            </c:ext>
          </c:extLst>
        </c:ser>
        <c:dLbls>
          <c:showLegendKey val="0"/>
          <c:showVal val="0"/>
          <c:showCatName val="0"/>
          <c:showSerName val="0"/>
          <c:showPercent val="0"/>
          <c:showBubbleSize val="0"/>
        </c:dLbls>
        <c:gapWidth val="150"/>
        <c:overlap val="100"/>
        <c:axId val="868000656"/>
        <c:axId val="867997936"/>
      </c:barChart>
      <c:lineChart>
        <c:grouping val="standard"/>
        <c:varyColors val="0"/>
        <c:ser>
          <c:idx val="3"/>
          <c:order val="3"/>
          <c:tx>
            <c:strRef>
              <c:f>铁锂回潮丨需求汇总!$E$20</c:f>
              <c:strCache>
                <c:ptCount val="1"/>
                <c:pt idx="0">
                  <c:v>合计增速</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strRef>
              <c:f>铁锂回潮丨需求汇总!$F$16:$K$16</c:f>
              <c:strCache>
                <c:ptCount val="6"/>
                <c:pt idx="0">
                  <c:v>2020A</c:v>
                </c:pt>
                <c:pt idx="1">
                  <c:v>2021E</c:v>
                </c:pt>
                <c:pt idx="2">
                  <c:v>2022E</c:v>
                </c:pt>
                <c:pt idx="3">
                  <c:v>2023E</c:v>
                </c:pt>
                <c:pt idx="4">
                  <c:v>2024E</c:v>
                </c:pt>
                <c:pt idx="5">
                  <c:v>2025E</c:v>
                </c:pt>
              </c:strCache>
            </c:strRef>
          </c:cat>
          <c:val>
            <c:numRef>
              <c:f>铁锂回潮丨需求汇总!$F$20:$K$20</c:f>
              <c:numCache>
                <c:formatCode>0%</c:formatCode>
                <c:ptCount val="6"/>
                <c:pt idx="1">
                  <c:v>1.5666727163864693</c:v>
                </c:pt>
                <c:pt idx="2">
                  <c:v>0.69070643593925163</c:v>
                </c:pt>
                <c:pt idx="3">
                  <c:v>0.58332679636463447</c:v>
                </c:pt>
                <c:pt idx="4">
                  <c:v>0.52778400124913905</c:v>
                </c:pt>
                <c:pt idx="5">
                  <c:v>0.42661805053674584</c:v>
                </c:pt>
              </c:numCache>
            </c:numRef>
          </c:val>
          <c:smooth val="1"/>
          <c:extLst xmlns:c16r2="http://schemas.microsoft.com/office/drawing/2015/06/chart">
            <c:ext xmlns:c16="http://schemas.microsoft.com/office/drawing/2014/chart" uri="{C3380CC4-5D6E-409C-BE32-E72D297353CC}">
              <c16:uniqueId val="{00000003-9437-4856-BA94-D210C6E45C8B}"/>
            </c:ext>
          </c:extLst>
        </c:ser>
        <c:dLbls>
          <c:showLegendKey val="0"/>
          <c:showVal val="0"/>
          <c:showCatName val="0"/>
          <c:showSerName val="0"/>
          <c:showPercent val="0"/>
          <c:showBubbleSize val="0"/>
        </c:dLbls>
        <c:marker val="1"/>
        <c:smooth val="0"/>
        <c:axId val="868019696"/>
        <c:axId val="868020240"/>
      </c:lineChart>
      <c:catAx>
        <c:axId val="86800065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7997936"/>
        <c:crosses val="autoZero"/>
        <c:auto val="1"/>
        <c:lblAlgn val="ctr"/>
        <c:lblOffset val="100"/>
        <c:noMultiLvlLbl val="0"/>
      </c:catAx>
      <c:valAx>
        <c:axId val="867997936"/>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00656"/>
        <c:crosses val="autoZero"/>
        <c:crossBetween val="between"/>
      </c:valAx>
      <c:valAx>
        <c:axId val="868020240"/>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19696"/>
        <c:crosses val="max"/>
        <c:crossBetween val="between"/>
      </c:valAx>
      <c:catAx>
        <c:axId val="868019696"/>
        <c:scaling>
          <c:orientation val="minMax"/>
        </c:scaling>
        <c:delete val="1"/>
        <c:axPos val="b"/>
        <c:numFmt formatCode="General" sourceLinked="1"/>
        <c:majorTickMark val="out"/>
        <c:minorTickMark val="none"/>
        <c:tickLblPos val="nextTo"/>
        <c:crossAx val="868020240"/>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900">
          <a:solidFill>
            <a:schemeClr val="tx1"/>
          </a:solidFill>
          <a:latin typeface="微软雅黑" panose="020B0503020204020204" pitchFamily="34" charset="-122"/>
          <a:ea typeface="微软雅黑" panose="020B0503020204020204" pitchFamily="34" charset="-122"/>
        </a:defRPr>
      </a:pPr>
      <a:endParaRPr lang="zh-CN"/>
    </a:p>
  </c:txPr>
  <c:externalData r:id="rId4">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铁锂回潮丨需求汇总!$E$24</c:f>
              <c:strCache>
                <c:ptCount val="1"/>
                <c:pt idx="0">
                  <c:v>磷酸铁锂正极需求</c:v>
                </c:pt>
              </c:strCache>
            </c:strRef>
          </c:tx>
          <c:spPr>
            <a:solidFill>
              <a:srgbClr val="E10000"/>
            </a:solidFill>
            <a:ln w="6350">
              <a:noFill/>
              <a:prstDash val="solid"/>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铁锂回潮丨需求汇总!$F$16:$K$16</c:f>
              <c:strCache>
                <c:ptCount val="6"/>
                <c:pt idx="0">
                  <c:v>2020A</c:v>
                </c:pt>
                <c:pt idx="1">
                  <c:v>2021E</c:v>
                </c:pt>
                <c:pt idx="2">
                  <c:v>2022E</c:v>
                </c:pt>
                <c:pt idx="3">
                  <c:v>2023E</c:v>
                </c:pt>
                <c:pt idx="4">
                  <c:v>2024E</c:v>
                </c:pt>
                <c:pt idx="5">
                  <c:v>2025E</c:v>
                </c:pt>
              </c:strCache>
            </c:strRef>
          </c:cat>
          <c:val>
            <c:numRef>
              <c:f>铁锂回潮丨需求汇总!$F$24:$K$24</c:f>
              <c:numCache>
                <c:formatCode>0.0_);[Red]\(0.0\)</c:formatCode>
                <c:ptCount val="6"/>
                <c:pt idx="0">
                  <c:v>12.292460134290836</c:v>
                </c:pt>
                <c:pt idx="1">
                  <c:v>31.550722043952643</c:v>
                </c:pt>
                <c:pt idx="2">
                  <c:v>53.343008818241152</c:v>
                </c:pt>
                <c:pt idx="3">
                  <c:v>84.459415260636206</c:v>
                </c:pt>
                <c:pt idx="4">
                  <c:v>129.03574339005738</c:v>
                </c:pt>
                <c:pt idx="5">
                  <c:v>184.08472068468345</c:v>
                </c:pt>
              </c:numCache>
            </c:numRef>
          </c:val>
          <c:extLst xmlns:c16r2="http://schemas.microsoft.com/office/drawing/2015/06/chart">
            <c:ext xmlns:c16="http://schemas.microsoft.com/office/drawing/2014/chart" uri="{C3380CC4-5D6E-409C-BE32-E72D297353CC}">
              <c16:uniqueId val="{00000000-9114-4C99-B146-C4581068BEAB}"/>
            </c:ext>
          </c:extLst>
        </c:ser>
        <c:dLbls>
          <c:showLegendKey val="0"/>
          <c:showVal val="0"/>
          <c:showCatName val="0"/>
          <c:showSerName val="0"/>
          <c:showPercent val="0"/>
          <c:showBubbleSize val="0"/>
        </c:dLbls>
        <c:gapWidth val="150"/>
        <c:axId val="868003376"/>
        <c:axId val="868020784"/>
      </c:barChart>
      <c:lineChart>
        <c:grouping val="standard"/>
        <c:varyColors val="0"/>
        <c:ser>
          <c:idx val="1"/>
          <c:order val="1"/>
          <c:tx>
            <c:strRef>
              <c:f>铁锂回潮丨需求汇总!$E$30</c:f>
              <c:strCache>
                <c:ptCount val="1"/>
                <c:pt idx="0">
                  <c:v>同比</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铁锂回潮丨需求汇总!$F$16:$K$16</c:f>
              <c:strCache>
                <c:ptCount val="6"/>
                <c:pt idx="0">
                  <c:v>2020A</c:v>
                </c:pt>
                <c:pt idx="1">
                  <c:v>2021E</c:v>
                </c:pt>
                <c:pt idx="2">
                  <c:v>2022E</c:v>
                </c:pt>
                <c:pt idx="3">
                  <c:v>2023E</c:v>
                </c:pt>
                <c:pt idx="4">
                  <c:v>2024E</c:v>
                </c:pt>
                <c:pt idx="5">
                  <c:v>2025E</c:v>
                </c:pt>
              </c:strCache>
            </c:strRef>
          </c:cat>
          <c:val>
            <c:numRef>
              <c:f>铁锂回潮丨需求汇总!$F$30:$K$30</c:f>
              <c:numCache>
                <c:formatCode>0%</c:formatCode>
                <c:ptCount val="6"/>
                <c:pt idx="1">
                  <c:v>1.5666727163864693</c:v>
                </c:pt>
                <c:pt idx="2">
                  <c:v>0.69070643593925163</c:v>
                </c:pt>
                <c:pt idx="3">
                  <c:v>0.58332679636463447</c:v>
                </c:pt>
                <c:pt idx="4">
                  <c:v>0.52778400124913905</c:v>
                </c:pt>
                <c:pt idx="5">
                  <c:v>0.42661805053674584</c:v>
                </c:pt>
              </c:numCache>
            </c:numRef>
          </c:val>
          <c:smooth val="1"/>
          <c:extLst xmlns:c16r2="http://schemas.microsoft.com/office/drawing/2015/06/chart">
            <c:ext xmlns:c16="http://schemas.microsoft.com/office/drawing/2014/chart" uri="{C3380CC4-5D6E-409C-BE32-E72D297353CC}">
              <c16:uniqueId val="{00000001-9114-4C99-B146-C4581068BEAB}"/>
            </c:ext>
          </c:extLst>
        </c:ser>
        <c:dLbls>
          <c:showLegendKey val="0"/>
          <c:showVal val="0"/>
          <c:showCatName val="0"/>
          <c:showSerName val="0"/>
          <c:showPercent val="0"/>
          <c:showBubbleSize val="0"/>
        </c:dLbls>
        <c:marker val="1"/>
        <c:smooth val="0"/>
        <c:axId val="868021328"/>
        <c:axId val="868007728"/>
      </c:lineChart>
      <c:catAx>
        <c:axId val="86800337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20784"/>
        <c:crosses val="autoZero"/>
        <c:auto val="1"/>
        <c:lblAlgn val="ctr"/>
        <c:lblOffset val="100"/>
        <c:noMultiLvlLbl val="0"/>
      </c:catAx>
      <c:valAx>
        <c:axId val="86802078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03376"/>
        <c:crosses val="autoZero"/>
        <c:crossBetween val="between"/>
      </c:valAx>
      <c:valAx>
        <c:axId val="868007728"/>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68021328"/>
        <c:crosses val="max"/>
        <c:crossBetween val="between"/>
      </c:valAx>
      <c:catAx>
        <c:axId val="868021328"/>
        <c:scaling>
          <c:orientation val="minMax"/>
        </c:scaling>
        <c:delete val="1"/>
        <c:axPos val="b"/>
        <c:numFmt formatCode="General" sourceLinked="1"/>
        <c:majorTickMark val="out"/>
        <c:minorTickMark val="none"/>
        <c:tickLblPos val="nextTo"/>
        <c:crossAx val="868007728"/>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900">
          <a:solidFill>
            <a:schemeClr val="tx1"/>
          </a:solidFill>
          <a:latin typeface="微软雅黑" panose="020B0503020204020204" pitchFamily="34" charset="-122"/>
          <a:ea typeface="微软雅黑" panose="020B0503020204020204" pitchFamily="34" charset="-122"/>
        </a:defRPr>
      </a:pPr>
      <a:endParaRPr lang="zh-CN"/>
    </a:p>
  </c:txPr>
  <c:externalData r:id="rId4">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162825582981045"/>
          <c:y val="8.1472006429145455E-2"/>
          <c:w val="0.79746695973957316"/>
          <c:h val="0.79526430931333159"/>
        </c:manualLayout>
      </c:layout>
      <c:lineChart>
        <c:grouping val="standard"/>
        <c:varyColors val="0"/>
        <c:ser>
          <c:idx val="0"/>
          <c:order val="0"/>
          <c:tx>
            <c:strRef>
              <c:f>'磷酸铁锂价格、库存'!$B$1</c:f>
              <c:strCache>
                <c:ptCount val="1"/>
                <c:pt idx="0">
                  <c:v>磷酸铁锂价格（元/吨）</c:v>
                </c:pt>
              </c:strCache>
            </c:strRef>
          </c:tx>
          <c:spPr>
            <a:ln w="12700" cap="rnd">
              <a:solidFill>
                <a:srgbClr val="E10000"/>
              </a:solidFill>
              <a:prstDash val="solid"/>
              <a:round/>
            </a:ln>
            <a:effectLst/>
          </c:spPr>
          <c:marker>
            <c:symbol val="diamond"/>
            <c:size val="2"/>
            <c:spPr>
              <a:solidFill>
                <a:srgbClr val="E10000"/>
              </a:solidFill>
              <a:ln w="9525">
                <a:solidFill>
                  <a:srgbClr val="E10000"/>
                </a:solidFill>
                <a:prstDash val="solid"/>
              </a:ln>
              <a:effectLst/>
            </c:spPr>
          </c:marker>
          <c:cat>
            <c:numRef>
              <c:f>'磷酸铁锂价格、库存'!$A$2:$A$1667</c:f>
              <c:numCache>
                <c:formatCode>m/d/yyyy</c:formatCode>
                <c:ptCount val="1666"/>
                <c:pt idx="0">
                  <c:v>44978</c:v>
                </c:pt>
                <c:pt idx="1">
                  <c:v>44977</c:v>
                </c:pt>
                <c:pt idx="2">
                  <c:v>44976</c:v>
                </c:pt>
                <c:pt idx="3">
                  <c:v>44975</c:v>
                </c:pt>
                <c:pt idx="4">
                  <c:v>44974</c:v>
                </c:pt>
                <c:pt idx="5">
                  <c:v>44973</c:v>
                </c:pt>
                <c:pt idx="6">
                  <c:v>44972</c:v>
                </c:pt>
                <c:pt idx="7">
                  <c:v>44971</c:v>
                </c:pt>
                <c:pt idx="8">
                  <c:v>44970</c:v>
                </c:pt>
                <c:pt idx="9">
                  <c:v>44969</c:v>
                </c:pt>
                <c:pt idx="10">
                  <c:v>44968</c:v>
                </c:pt>
                <c:pt idx="11">
                  <c:v>44967</c:v>
                </c:pt>
                <c:pt idx="12">
                  <c:v>44966</c:v>
                </c:pt>
                <c:pt idx="13">
                  <c:v>44965</c:v>
                </c:pt>
                <c:pt idx="14">
                  <c:v>44964</c:v>
                </c:pt>
                <c:pt idx="15">
                  <c:v>44963</c:v>
                </c:pt>
                <c:pt idx="16">
                  <c:v>44962</c:v>
                </c:pt>
                <c:pt idx="17">
                  <c:v>44961</c:v>
                </c:pt>
                <c:pt idx="18">
                  <c:v>44960</c:v>
                </c:pt>
                <c:pt idx="19">
                  <c:v>44959</c:v>
                </c:pt>
                <c:pt idx="20">
                  <c:v>44958</c:v>
                </c:pt>
                <c:pt idx="21">
                  <c:v>44957</c:v>
                </c:pt>
                <c:pt idx="22">
                  <c:v>44956</c:v>
                </c:pt>
                <c:pt idx="23">
                  <c:v>44955</c:v>
                </c:pt>
                <c:pt idx="24">
                  <c:v>44954</c:v>
                </c:pt>
                <c:pt idx="25">
                  <c:v>44953</c:v>
                </c:pt>
                <c:pt idx="26">
                  <c:v>44952</c:v>
                </c:pt>
                <c:pt idx="27">
                  <c:v>44951</c:v>
                </c:pt>
                <c:pt idx="28">
                  <c:v>44950</c:v>
                </c:pt>
                <c:pt idx="29">
                  <c:v>44949</c:v>
                </c:pt>
                <c:pt idx="30">
                  <c:v>44948</c:v>
                </c:pt>
                <c:pt idx="31">
                  <c:v>44947</c:v>
                </c:pt>
                <c:pt idx="32">
                  <c:v>44946</c:v>
                </c:pt>
                <c:pt idx="33">
                  <c:v>44945</c:v>
                </c:pt>
                <c:pt idx="34">
                  <c:v>44944</c:v>
                </c:pt>
                <c:pt idx="35">
                  <c:v>44943</c:v>
                </c:pt>
                <c:pt idx="36">
                  <c:v>44942</c:v>
                </c:pt>
                <c:pt idx="37">
                  <c:v>44941</c:v>
                </c:pt>
                <c:pt idx="38">
                  <c:v>44940</c:v>
                </c:pt>
                <c:pt idx="39">
                  <c:v>44939</c:v>
                </c:pt>
                <c:pt idx="40">
                  <c:v>44938</c:v>
                </c:pt>
                <c:pt idx="41">
                  <c:v>44937</c:v>
                </c:pt>
                <c:pt idx="42">
                  <c:v>44936</c:v>
                </c:pt>
                <c:pt idx="43">
                  <c:v>44935</c:v>
                </c:pt>
                <c:pt idx="44">
                  <c:v>44934</c:v>
                </c:pt>
                <c:pt idx="45">
                  <c:v>44933</c:v>
                </c:pt>
                <c:pt idx="46">
                  <c:v>44932</c:v>
                </c:pt>
                <c:pt idx="47">
                  <c:v>44931</c:v>
                </c:pt>
                <c:pt idx="48">
                  <c:v>44930</c:v>
                </c:pt>
                <c:pt idx="49">
                  <c:v>44929</c:v>
                </c:pt>
                <c:pt idx="50">
                  <c:v>44928</c:v>
                </c:pt>
                <c:pt idx="51">
                  <c:v>44927</c:v>
                </c:pt>
                <c:pt idx="52">
                  <c:v>44926</c:v>
                </c:pt>
                <c:pt idx="53">
                  <c:v>44925</c:v>
                </c:pt>
                <c:pt idx="54">
                  <c:v>44924</c:v>
                </c:pt>
                <c:pt idx="55">
                  <c:v>44923</c:v>
                </c:pt>
                <c:pt idx="56">
                  <c:v>44922</c:v>
                </c:pt>
                <c:pt idx="57">
                  <c:v>44921</c:v>
                </c:pt>
                <c:pt idx="58">
                  <c:v>44920</c:v>
                </c:pt>
                <c:pt idx="59">
                  <c:v>44919</c:v>
                </c:pt>
                <c:pt idx="60">
                  <c:v>44918</c:v>
                </c:pt>
                <c:pt idx="61">
                  <c:v>44917</c:v>
                </c:pt>
                <c:pt idx="62">
                  <c:v>44916</c:v>
                </c:pt>
                <c:pt idx="63">
                  <c:v>44915</c:v>
                </c:pt>
                <c:pt idx="64">
                  <c:v>44914</c:v>
                </c:pt>
                <c:pt idx="65">
                  <c:v>44913</c:v>
                </c:pt>
                <c:pt idx="66">
                  <c:v>44912</c:v>
                </c:pt>
                <c:pt idx="67">
                  <c:v>44911</c:v>
                </c:pt>
                <c:pt idx="68">
                  <c:v>44910</c:v>
                </c:pt>
                <c:pt idx="69">
                  <c:v>44909</c:v>
                </c:pt>
                <c:pt idx="70">
                  <c:v>44908</c:v>
                </c:pt>
                <c:pt idx="71">
                  <c:v>44907</c:v>
                </c:pt>
                <c:pt idx="72">
                  <c:v>44906</c:v>
                </c:pt>
                <c:pt idx="73">
                  <c:v>44905</c:v>
                </c:pt>
                <c:pt idx="74">
                  <c:v>44904</c:v>
                </c:pt>
                <c:pt idx="75">
                  <c:v>44903</c:v>
                </c:pt>
                <c:pt idx="76">
                  <c:v>44902</c:v>
                </c:pt>
                <c:pt idx="77">
                  <c:v>44901</c:v>
                </c:pt>
                <c:pt idx="78">
                  <c:v>44900</c:v>
                </c:pt>
                <c:pt idx="79">
                  <c:v>44899</c:v>
                </c:pt>
                <c:pt idx="80">
                  <c:v>44898</c:v>
                </c:pt>
                <c:pt idx="81">
                  <c:v>44897</c:v>
                </c:pt>
                <c:pt idx="82">
                  <c:v>44896</c:v>
                </c:pt>
                <c:pt idx="83">
                  <c:v>44895</c:v>
                </c:pt>
                <c:pt idx="84">
                  <c:v>44894</c:v>
                </c:pt>
                <c:pt idx="85">
                  <c:v>44893</c:v>
                </c:pt>
                <c:pt idx="86">
                  <c:v>44892</c:v>
                </c:pt>
                <c:pt idx="87">
                  <c:v>44891</c:v>
                </c:pt>
                <c:pt idx="88">
                  <c:v>44890</c:v>
                </c:pt>
                <c:pt idx="89">
                  <c:v>44889</c:v>
                </c:pt>
                <c:pt idx="90">
                  <c:v>44888</c:v>
                </c:pt>
                <c:pt idx="91">
                  <c:v>44887</c:v>
                </c:pt>
                <c:pt idx="92">
                  <c:v>44886</c:v>
                </c:pt>
                <c:pt idx="93">
                  <c:v>44885</c:v>
                </c:pt>
                <c:pt idx="94">
                  <c:v>44884</c:v>
                </c:pt>
                <c:pt idx="95">
                  <c:v>44883</c:v>
                </c:pt>
                <c:pt idx="96">
                  <c:v>44882</c:v>
                </c:pt>
                <c:pt idx="97">
                  <c:v>44881</c:v>
                </c:pt>
                <c:pt idx="98">
                  <c:v>44880</c:v>
                </c:pt>
                <c:pt idx="99">
                  <c:v>44879</c:v>
                </c:pt>
                <c:pt idx="100">
                  <c:v>44878</c:v>
                </c:pt>
                <c:pt idx="101">
                  <c:v>44877</c:v>
                </c:pt>
                <c:pt idx="102">
                  <c:v>44876</c:v>
                </c:pt>
                <c:pt idx="103">
                  <c:v>44875</c:v>
                </c:pt>
                <c:pt idx="104">
                  <c:v>44874</c:v>
                </c:pt>
                <c:pt idx="105">
                  <c:v>44873</c:v>
                </c:pt>
                <c:pt idx="106">
                  <c:v>44872</c:v>
                </c:pt>
                <c:pt idx="107">
                  <c:v>44871</c:v>
                </c:pt>
                <c:pt idx="108">
                  <c:v>44870</c:v>
                </c:pt>
                <c:pt idx="109">
                  <c:v>44869</c:v>
                </c:pt>
                <c:pt idx="110">
                  <c:v>44868</c:v>
                </c:pt>
                <c:pt idx="111">
                  <c:v>44867</c:v>
                </c:pt>
                <c:pt idx="112">
                  <c:v>44866</c:v>
                </c:pt>
                <c:pt idx="113">
                  <c:v>44865</c:v>
                </c:pt>
                <c:pt idx="114">
                  <c:v>44864</c:v>
                </c:pt>
                <c:pt idx="115">
                  <c:v>44863</c:v>
                </c:pt>
                <c:pt idx="116">
                  <c:v>44862</c:v>
                </c:pt>
                <c:pt idx="117">
                  <c:v>44861</c:v>
                </c:pt>
                <c:pt idx="118">
                  <c:v>44860</c:v>
                </c:pt>
                <c:pt idx="119">
                  <c:v>44859</c:v>
                </c:pt>
                <c:pt idx="120">
                  <c:v>44858</c:v>
                </c:pt>
                <c:pt idx="121">
                  <c:v>44857</c:v>
                </c:pt>
                <c:pt idx="122">
                  <c:v>44856</c:v>
                </c:pt>
                <c:pt idx="123">
                  <c:v>44855</c:v>
                </c:pt>
                <c:pt idx="124">
                  <c:v>44854</c:v>
                </c:pt>
                <c:pt idx="125">
                  <c:v>44853</c:v>
                </c:pt>
                <c:pt idx="126">
                  <c:v>44852</c:v>
                </c:pt>
                <c:pt idx="127">
                  <c:v>44851</c:v>
                </c:pt>
                <c:pt idx="128">
                  <c:v>44850</c:v>
                </c:pt>
                <c:pt idx="129">
                  <c:v>44849</c:v>
                </c:pt>
                <c:pt idx="130">
                  <c:v>44848</c:v>
                </c:pt>
                <c:pt idx="131">
                  <c:v>44847</c:v>
                </c:pt>
                <c:pt idx="132">
                  <c:v>44846</c:v>
                </c:pt>
                <c:pt idx="133">
                  <c:v>44845</c:v>
                </c:pt>
                <c:pt idx="134">
                  <c:v>44844</c:v>
                </c:pt>
                <c:pt idx="135">
                  <c:v>44843</c:v>
                </c:pt>
                <c:pt idx="136">
                  <c:v>44842</c:v>
                </c:pt>
                <c:pt idx="137">
                  <c:v>44841</c:v>
                </c:pt>
                <c:pt idx="138">
                  <c:v>44840</c:v>
                </c:pt>
                <c:pt idx="139">
                  <c:v>44839</c:v>
                </c:pt>
                <c:pt idx="140">
                  <c:v>44838</c:v>
                </c:pt>
                <c:pt idx="141">
                  <c:v>44837</c:v>
                </c:pt>
                <c:pt idx="142">
                  <c:v>44836</c:v>
                </c:pt>
                <c:pt idx="143">
                  <c:v>44835</c:v>
                </c:pt>
                <c:pt idx="144">
                  <c:v>44834</c:v>
                </c:pt>
                <c:pt idx="145">
                  <c:v>44833</c:v>
                </c:pt>
                <c:pt idx="146">
                  <c:v>44832</c:v>
                </c:pt>
                <c:pt idx="147">
                  <c:v>44831</c:v>
                </c:pt>
                <c:pt idx="148">
                  <c:v>44830</c:v>
                </c:pt>
                <c:pt idx="149">
                  <c:v>44829</c:v>
                </c:pt>
                <c:pt idx="150">
                  <c:v>44828</c:v>
                </c:pt>
                <c:pt idx="151">
                  <c:v>44827</c:v>
                </c:pt>
                <c:pt idx="152">
                  <c:v>44826</c:v>
                </c:pt>
                <c:pt idx="153">
                  <c:v>44825</c:v>
                </c:pt>
                <c:pt idx="154">
                  <c:v>44824</c:v>
                </c:pt>
                <c:pt idx="155">
                  <c:v>44823</c:v>
                </c:pt>
                <c:pt idx="156">
                  <c:v>44822</c:v>
                </c:pt>
                <c:pt idx="157">
                  <c:v>44821</c:v>
                </c:pt>
                <c:pt idx="158">
                  <c:v>44820</c:v>
                </c:pt>
                <c:pt idx="159">
                  <c:v>44819</c:v>
                </c:pt>
                <c:pt idx="160">
                  <c:v>44818</c:v>
                </c:pt>
                <c:pt idx="161">
                  <c:v>44817</c:v>
                </c:pt>
                <c:pt idx="162">
                  <c:v>44816</c:v>
                </c:pt>
                <c:pt idx="163">
                  <c:v>44815</c:v>
                </c:pt>
                <c:pt idx="164">
                  <c:v>44814</c:v>
                </c:pt>
                <c:pt idx="165">
                  <c:v>44813</c:v>
                </c:pt>
                <c:pt idx="166">
                  <c:v>44812</c:v>
                </c:pt>
                <c:pt idx="167">
                  <c:v>44811</c:v>
                </c:pt>
                <c:pt idx="168">
                  <c:v>44810</c:v>
                </c:pt>
                <c:pt idx="169">
                  <c:v>44809</c:v>
                </c:pt>
                <c:pt idx="170">
                  <c:v>44808</c:v>
                </c:pt>
                <c:pt idx="171">
                  <c:v>44807</c:v>
                </c:pt>
                <c:pt idx="172">
                  <c:v>44806</c:v>
                </c:pt>
                <c:pt idx="173">
                  <c:v>44805</c:v>
                </c:pt>
                <c:pt idx="174">
                  <c:v>44804</c:v>
                </c:pt>
                <c:pt idx="175">
                  <c:v>44803</c:v>
                </c:pt>
                <c:pt idx="176">
                  <c:v>44802</c:v>
                </c:pt>
                <c:pt idx="177">
                  <c:v>44801</c:v>
                </c:pt>
                <c:pt idx="178">
                  <c:v>44800</c:v>
                </c:pt>
                <c:pt idx="179">
                  <c:v>44799</c:v>
                </c:pt>
                <c:pt idx="180">
                  <c:v>44798</c:v>
                </c:pt>
                <c:pt idx="181">
                  <c:v>44797</c:v>
                </c:pt>
                <c:pt idx="182">
                  <c:v>44796</c:v>
                </c:pt>
                <c:pt idx="183">
                  <c:v>44795</c:v>
                </c:pt>
                <c:pt idx="184">
                  <c:v>44794</c:v>
                </c:pt>
                <c:pt idx="185">
                  <c:v>44793</c:v>
                </c:pt>
                <c:pt idx="186">
                  <c:v>44792</c:v>
                </c:pt>
                <c:pt idx="187">
                  <c:v>44791</c:v>
                </c:pt>
                <c:pt idx="188">
                  <c:v>44790</c:v>
                </c:pt>
                <c:pt idx="189">
                  <c:v>44789</c:v>
                </c:pt>
                <c:pt idx="190">
                  <c:v>44788</c:v>
                </c:pt>
                <c:pt idx="191">
                  <c:v>44787</c:v>
                </c:pt>
                <c:pt idx="192">
                  <c:v>44786</c:v>
                </c:pt>
                <c:pt idx="193">
                  <c:v>44785</c:v>
                </c:pt>
                <c:pt idx="194">
                  <c:v>44784</c:v>
                </c:pt>
                <c:pt idx="195">
                  <c:v>44783</c:v>
                </c:pt>
                <c:pt idx="196">
                  <c:v>44782</c:v>
                </c:pt>
                <c:pt idx="197">
                  <c:v>44781</c:v>
                </c:pt>
                <c:pt idx="198">
                  <c:v>44780</c:v>
                </c:pt>
                <c:pt idx="199">
                  <c:v>44779</c:v>
                </c:pt>
                <c:pt idx="200">
                  <c:v>44778</c:v>
                </c:pt>
                <c:pt idx="201">
                  <c:v>44777</c:v>
                </c:pt>
                <c:pt idx="202">
                  <c:v>44776</c:v>
                </c:pt>
                <c:pt idx="203">
                  <c:v>44775</c:v>
                </c:pt>
                <c:pt idx="204">
                  <c:v>44774</c:v>
                </c:pt>
                <c:pt idx="205">
                  <c:v>44773</c:v>
                </c:pt>
                <c:pt idx="206">
                  <c:v>44772</c:v>
                </c:pt>
                <c:pt idx="207">
                  <c:v>44771</c:v>
                </c:pt>
                <c:pt idx="208">
                  <c:v>44770</c:v>
                </c:pt>
                <c:pt idx="209">
                  <c:v>44769</c:v>
                </c:pt>
                <c:pt idx="210">
                  <c:v>44768</c:v>
                </c:pt>
                <c:pt idx="211">
                  <c:v>44767</c:v>
                </c:pt>
                <c:pt idx="212">
                  <c:v>44766</c:v>
                </c:pt>
                <c:pt idx="213">
                  <c:v>44765</c:v>
                </c:pt>
                <c:pt idx="214">
                  <c:v>44764</c:v>
                </c:pt>
                <c:pt idx="215">
                  <c:v>44763</c:v>
                </c:pt>
                <c:pt idx="216">
                  <c:v>44762</c:v>
                </c:pt>
                <c:pt idx="217">
                  <c:v>44761</c:v>
                </c:pt>
                <c:pt idx="218">
                  <c:v>44760</c:v>
                </c:pt>
                <c:pt idx="219">
                  <c:v>44759</c:v>
                </c:pt>
                <c:pt idx="220">
                  <c:v>44758</c:v>
                </c:pt>
                <c:pt idx="221">
                  <c:v>44757</c:v>
                </c:pt>
                <c:pt idx="222">
                  <c:v>44756</c:v>
                </c:pt>
                <c:pt idx="223">
                  <c:v>44755</c:v>
                </c:pt>
                <c:pt idx="224">
                  <c:v>44754</c:v>
                </c:pt>
                <c:pt idx="225">
                  <c:v>44753</c:v>
                </c:pt>
                <c:pt idx="226">
                  <c:v>44752</c:v>
                </c:pt>
                <c:pt idx="227">
                  <c:v>44751</c:v>
                </c:pt>
                <c:pt idx="228">
                  <c:v>44750</c:v>
                </c:pt>
                <c:pt idx="229">
                  <c:v>44749</c:v>
                </c:pt>
                <c:pt idx="230">
                  <c:v>44748</c:v>
                </c:pt>
                <c:pt idx="231">
                  <c:v>44747</c:v>
                </c:pt>
                <c:pt idx="232">
                  <c:v>44746</c:v>
                </c:pt>
                <c:pt idx="233">
                  <c:v>44745</c:v>
                </c:pt>
                <c:pt idx="234">
                  <c:v>44744</c:v>
                </c:pt>
                <c:pt idx="235">
                  <c:v>44743</c:v>
                </c:pt>
                <c:pt idx="236">
                  <c:v>44742</c:v>
                </c:pt>
                <c:pt idx="237">
                  <c:v>44741</c:v>
                </c:pt>
                <c:pt idx="238">
                  <c:v>44740</c:v>
                </c:pt>
                <c:pt idx="239">
                  <c:v>44739</c:v>
                </c:pt>
                <c:pt idx="240">
                  <c:v>44738</c:v>
                </c:pt>
                <c:pt idx="241">
                  <c:v>44737</c:v>
                </c:pt>
                <c:pt idx="242">
                  <c:v>44736</c:v>
                </c:pt>
                <c:pt idx="243">
                  <c:v>44735</c:v>
                </c:pt>
                <c:pt idx="244">
                  <c:v>44734</c:v>
                </c:pt>
                <c:pt idx="245">
                  <c:v>44733</c:v>
                </c:pt>
                <c:pt idx="246">
                  <c:v>44732</c:v>
                </c:pt>
                <c:pt idx="247">
                  <c:v>44731</c:v>
                </c:pt>
                <c:pt idx="248">
                  <c:v>44730</c:v>
                </c:pt>
                <c:pt idx="249">
                  <c:v>44729</c:v>
                </c:pt>
                <c:pt idx="250">
                  <c:v>44728</c:v>
                </c:pt>
                <c:pt idx="251">
                  <c:v>44727</c:v>
                </c:pt>
                <c:pt idx="252">
                  <c:v>44726</c:v>
                </c:pt>
                <c:pt idx="253">
                  <c:v>44725</c:v>
                </c:pt>
                <c:pt idx="254">
                  <c:v>44724</c:v>
                </c:pt>
                <c:pt idx="255">
                  <c:v>44723</c:v>
                </c:pt>
                <c:pt idx="256">
                  <c:v>44722</c:v>
                </c:pt>
                <c:pt idx="257">
                  <c:v>44721</c:v>
                </c:pt>
                <c:pt idx="258">
                  <c:v>44720</c:v>
                </c:pt>
                <c:pt idx="259">
                  <c:v>44719</c:v>
                </c:pt>
                <c:pt idx="260">
                  <c:v>44718</c:v>
                </c:pt>
                <c:pt idx="261">
                  <c:v>44717</c:v>
                </c:pt>
                <c:pt idx="262">
                  <c:v>44716</c:v>
                </c:pt>
                <c:pt idx="263">
                  <c:v>44715</c:v>
                </c:pt>
                <c:pt idx="264">
                  <c:v>44714</c:v>
                </c:pt>
                <c:pt idx="265">
                  <c:v>44713</c:v>
                </c:pt>
                <c:pt idx="266">
                  <c:v>44712</c:v>
                </c:pt>
                <c:pt idx="267">
                  <c:v>44711</c:v>
                </c:pt>
                <c:pt idx="268">
                  <c:v>44710</c:v>
                </c:pt>
                <c:pt idx="269">
                  <c:v>44709</c:v>
                </c:pt>
                <c:pt idx="270">
                  <c:v>44708</c:v>
                </c:pt>
                <c:pt idx="271">
                  <c:v>44707</c:v>
                </c:pt>
                <c:pt idx="272">
                  <c:v>44706</c:v>
                </c:pt>
                <c:pt idx="273">
                  <c:v>44705</c:v>
                </c:pt>
                <c:pt idx="274">
                  <c:v>44704</c:v>
                </c:pt>
                <c:pt idx="275">
                  <c:v>44703</c:v>
                </c:pt>
                <c:pt idx="276">
                  <c:v>44702</c:v>
                </c:pt>
                <c:pt idx="277">
                  <c:v>44701</c:v>
                </c:pt>
                <c:pt idx="278">
                  <c:v>44700</c:v>
                </c:pt>
                <c:pt idx="279">
                  <c:v>44699</c:v>
                </c:pt>
                <c:pt idx="280">
                  <c:v>44698</c:v>
                </c:pt>
                <c:pt idx="281">
                  <c:v>44697</c:v>
                </c:pt>
                <c:pt idx="282">
                  <c:v>44696</c:v>
                </c:pt>
                <c:pt idx="283">
                  <c:v>44695</c:v>
                </c:pt>
                <c:pt idx="284">
                  <c:v>44694</c:v>
                </c:pt>
                <c:pt idx="285">
                  <c:v>44693</c:v>
                </c:pt>
                <c:pt idx="286">
                  <c:v>44692</c:v>
                </c:pt>
                <c:pt idx="287">
                  <c:v>44691</c:v>
                </c:pt>
                <c:pt idx="288">
                  <c:v>44690</c:v>
                </c:pt>
                <c:pt idx="289">
                  <c:v>44689</c:v>
                </c:pt>
                <c:pt idx="290">
                  <c:v>44688</c:v>
                </c:pt>
                <c:pt idx="291">
                  <c:v>44687</c:v>
                </c:pt>
                <c:pt idx="292">
                  <c:v>44686</c:v>
                </c:pt>
                <c:pt idx="293">
                  <c:v>44685</c:v>
                </c:pt>
                <c:pt idx="294">
                  <c:v>44684</c:v>
                </c:pt>
                <c:pt idx="295">
                  <c:v>44683</c:v>
                </c:pt>
                <c:pt idx="296">
                  <c:v>44682</c:v>
                </c:pt>
                <c:pt idx="297">
                  <c:v>44681</c:v>
                </c:pt>
                <c:pt idx="298">
                  <c:v>44680</c:v>
                </c:pt>
                <c:pt idx="299">
                  <c:v>44679</c:v>
                </c:pt>
                <c:pt idx="300">
                  <c:v>44678</c:v>
                </c:pt>
                <c:pt idx="301">
                  <c:v>44677</c:v>
                </c:pt>
                <c:pt idx="302">
                  <c:v>44676</c:v>
                </c:pt>
                <c:pt idx="303">
                  <c:v>44675</c:v>
                </c:pt>
                <c:pt idx="304">
                  <c:v>44674</c:v>
                </c:pt>
                <c:pt idx="305">
                  <c:v>44673</c:v>
                </c:pt>
                <c:pt idx="306">
                  <c:v>44672</c:v>
                </c:pt>
                <c:pt idx="307">
                  <c:v>44671</c:v>
                </c:pt>
                <c:pt idx="308">
                  <c:v>44670</c:v>
                </c:pt>
                <c:pt idx="309">
                  <c:v>44669</c:v>
                </c:pt>
                <c:pt idx="310">
                  <c:v>44668</c:v>
                </c:pt>
                <c:pt idx="311">
                  <c:v>44667</c:v>
                </c:pt>
                <c:pt idx="312">
                  <c:v>44666</c:v>
                </c:pt>
                <c:pt idx="313">
                  <c:v>44665</c:v>
                </c:pt>
                <c:pt idx="314">
                  <c:v>44664</c:v>
                </c:pt>
                <c:pt idx="315">
                  <c:v>44663</c:v>
                </c:pt>
                <c:pt idx="316">
                  <c:v>44662</c:v>
                </c:pt>
                <c:pt idx="317">
                  <c:v>44661</c:v>
                </c:pt>
                <c:pt idx="318">
                  <c:v>44660</c:v>
                </c:pt>
                <c:pt idx="319">
                  <c:v>44659</c:v>
                </c:pt>
                <c:pt idx="320">
                  <c:v>44658</c:v>
                </c:pt>
                <c:pt idx="321">
                  <c:v>44657</c:v>
                </c:pt>
                <c:pt idx="322">
                  <c:v>44656</c:v>
                </c:pt>
                <c:pt idx="323">
                  <c:v>44655</c:v>
                </c:pt>
                <c:pt idx="324">
                  <c:v>44654</c:v>
                </c:pt>
                <c:pt idx="325">
                  <c:v>44653</c:v>
                </c:pt>
                <c:pt idx="326">
                  <c:v>44652</c:v>
                </c:pt>
                <c:pt idx="327">
                  <c:v>44651</c:v>
                </c:pt>
                <c:pt idx="328">
                  <c:v>44650</c:v>
                </c:pt>
                <c:pt idx="329">
                  <c:v>44649</c:v>
                </c:pt>
                <c:pt idx="330">
                  <c:v>44648</c:v>
                </c:pt>
                <c:pt idx="331">
                  <c:v>44647</c:v>
                </c:pt>
                <c:pt idx="332">
                  <c:v>44646</c:v>
                </c:pt>
                <c:pt idx="333">
                  <c:v>44645</c:v>
                </c:pt>
                <c:pt idx="334">
                  <c:v>44644</c:v>
                </c:pt>
                <c:pt idx="335">
                  <c:v>44643</c:v>
                </c:pt>
                <c:pt idx="336">
                  <c:v>44642</c:v>
                </c:pt>
                <c:pt idx="337">
                  <c:v>44641</c:v>
                </c:pt>
                <c:pt idx="338">
                  <c:v>44640</c:v>
                </c:pt>
                <c:pt idx="339">
                  <c:v>44639</c:v>
                </c:pt>
                <c:pt idx="340">
                  <c:v>44638</c:v>
                </c:pt>
                <c:pt idx="341">
                  <c:v>44637</c:v>
                </c:pt>
                <c:pt idx="342">
                  <c:v>44636</c:v>
                </c:pt>
                <c:pt idx="343">
                  <c:v>44635</c:v>
                </c:pt>
                <c:pt idx="344">
                  <c:v>44634</c:v>
                </c:pt>
                <c:pt idx="345">
                  <c:v>44633</c:v>
                </c:pt>
                <c:pt idx="346">
                  <c:v>44632</c:v>
                </c:pt>
                <c:pt idx="347">
                  <c:v>44631</c:v>
                </c:pt>
                <c:pt idx="348">
                  <c:v>44630</c:v>
                </c:pt>
                <c:pt idx="349">
                  <c:v>44629</c:v>
                </c:pt>
                <c:pt idx="350">
                  <c:v>44628</c:v>
                </c:pt>
                <c:pt idx="351">
                  <c:v>44627</c:v>
                </c:pt>
                <c:pt idx="352">
                  <c:v>44626</c:v>
                </c:pt>
                <c:pt idx="353">
                  <c:v>44625</c:v>
                </c:pt>
                <c:pt idx="354">
                  <c:v>44624</c:v>
                </c:pt>
                <c:pt idx="355">
                  <c:v>44623</c:v>
                </c:pt>
                <c:pt idx="356">
                  <c:v>44622</c:v>
                </c:pt>
                <c:pt idx="357">
                  <c:v>44621</c:v>
                </c:pt>
                <c:pt idx="358">
                  <c:v>44620</c:v>
                </c:pt>
                <c:pt idx="359">
                  <c:v>44619</c:v>
                </c:pt>
                <c:pt idx="360">
                  <c:v>44618</c:v>
                </c:pt>
                <c:pt idx="361">
                  <c:v>44617</c:v>
                </c:pt>
                <c:pt idx="362">
                  <c:v>44616</c:v>
                </c:pt>
                <c:pt idx="363">
                  <c:v>44615</c:v>
                </c:pt>
                <c:pt idx="364">
                  <c:v>44614</c:v>
                </c:pt>
                <c:pt idx="365">
                  <c:v>44613</c:v>
                </c:pt>
                <c:pt idx="366">
                  <c:v>44612</c:v>
                </c:pt>
                <c:pt idx="367">
                  <c:v>44611</c:v>
                </c:pt>
                <c:pt idx="368">
                  <c:v>44610</c:v>
                </c:pt>
                <c:pt idx="369">
                  <c:v>44609</c:v>
                </c:pt>
                <c:pt idx="370">
                  <c:v>44608</c:v>
                </c:pt>
                <c:pt idx="371">
                  <c:v>44607</c:v>
                </c:pt>
                <c:pt idx="372">
                  <c:v>44606</c:v>
                </c:pt>
                <c:pt idx="373">
                  <c:v>44605</c:v>
                </c:pt>
                <c:pt idx="374">
                  <c:v>44604</c:v>
                </c:pt>
                <c:pt idx="375">
                  <c:v>44603</c:v>
                </c:pt>
                <c:pt idx="376">
                  <c:v>44602</c:v>
                </c:pt>
                <c:pt idx="377">
                  <c:v>44601</c:v>
                </c:pt>
                <c:pt idx="378">
                  <c:v>44600</c:v>
                </c:pt>
                <c:pt idx="379">
                  <c:v>44599</c:v>
                </c:pt>
                <c:pt idx="380">
                  <c:v>44598</c:v>
                </c:pt>
                <c:pt idx="381">
                  <c:v>44597</c:v>
                </c:pt>
                <c:pt idx="382">
                  <c:v>44596</c:v>
                </c:pt>
                <c:pt idx="383">
                  <c:v>44595</c:v>
                </c:pt>
                <c:pt idx="384">
                  <c:v>44594</c:v>
                </c:pt>
                <c:pt idx="385">
                  <c:v>44593</c:v>
                </c:pt>
                <c:pt idx="386">
                  <c:v>44592</c:v>
                </c:pt>
                <c:pt idx="387">
                  <c:v>44591</c:v>
                </c:pt>
                <c:pt idx="388">
                  <c:v>44590</c:v>
                </c:pt>
                <c:pt idx="389">
                  <c:v>44589</c:v>
                </c:pt>
                <c:pt idx="390">
                  <c:v>44588</c:v>
                </c:pt>
                <c:pt idx="391">
                  <c:v>44587</c:v>
                </c:pt>
                <c:pt idx="392">
                  <c:v>44586</c:v>
                </c:pt>
                <c:pt idx="393">
                  <c:v>44585</c:v>
                </c:pt>
                <c:pt idx="394">
                  <c:v>44584</c:v>
                </c:pt>
                <c:pt idx="395">
                  <c:v>44583</c:v>
                </c:pt>
                <c:pt idx="396">
                  <c:v>44582</c:v>
                </c:pt>
                <c:pt idx="397">
                  <c:v>44581</c:v>
                </c:pt>
                <c:pt idx="398">
                  <c:v>44580</c:v>
                </c:pt>
                <c:pt idx="399">
                  <c:v>44579</c:v>
                </c:pt>
                <c:pt idx="400">
                  <c:v>44578</c:v>
                </c:pt>
                <c:pt idx="401">
                  <c:v>44577</c:v>
                </c:pt>
                <c:pt idx="402">
                  <c:v>44576</c:v>
                </c:pt>
                <c:pt idx="403">
                  <c:v>44575</c:v>
                </c:pt>
                <c:pt idx="404">
                  <c:v>44574</c:v>
                </c:pt>
                <c:pt idx="405">
                  <c:v>44573</c:v>
                </c:pt>
                <c:pt idx="406">
                  <c:v>44572</c:v>
                </c:pt>
                <c:pt idx="407">
                  <c:v>44571</c:v>
                </c:pt>
                <c:pt idx="408">
                  <c:v>44570</c:v>
                </c:pt>
                <c:pt idx="409">
                  <c:v>44569</c:v>
                </c:pt>
                <c:pt idx="410">
                  <c:v>44568</c:v>
                </c:pt>
                <c:pt idx="411">
                  <c:v>44567</c:v>
                </c:pt>
                <c:pt idx="412">
                  <c:v>44566</c:v>
                </c:pt>
                <c:pt idx="413">
                  <c:v>44565</c:v>
                </c:pt>
                <c:pt idx="414">
                  <c:v>44564</c:v>
                </c:pt>
                <c:pt idx="415">
                  <c:v>44563</c:v>
                </c:pt>
                <c:pt idx="416">
                  <c:v>44562</c:v>
                </c:pt>
                <c:pt idx="417">
                  <c:v>44561</c:v>
                </c:pt>
                <c:pt idx="418">
                  <c:v>44560</c:v>
                </c:pt>
                <c:pt idx="419">
                  <c:v>44559</c:v>
                </c:pt>
                <c:pt idx="420">
                  <c:v>44558</c:v>
                </c:pt>
                <c:pt idx="421">
                  <c:v>44557</c:v>
                </c:pt>
                <c:pt idx="422">
                  <c:v>44556</c:v>
                </c:pt>
                <c:pt idx="423">
                  <c:v>44555</c:v>
                </c:pt>
                <c:pt idx="424">
                  <c:v>44554</c:v>
                </c:pt>
                <c:pt idx="425">
                  <c:v>44553</c:v>
                </c:pt>
                <c:pt idx="426">
                  <c:v>44552</c:v>
                </c:pt>
                <c:pt idx="427">
                  <c:v>44551</c:v>
                </c:pt>
                <c:pt idx="428">
                  <c:v>44550</c:v>
                </c:pt>
                <c:pt idx="429">
                  <c:v>44549</c:v>
                </c:pt>
                <c:pt idx="430">
                  <c:v>44548</c:v>
                </c:pt>
                <c:pt idx="431">
                  <c:v>44547</c:v>
                </c:pt>
                <c:pt idx="432">
                  <c:v>44546</c:v>
                </c:pt>
                <c:pt idx="433">
                  <c:v>44545</c:v>
                </c:pt>
                <c:pt idx="434">
                  <c:v>44544</c:v>
                </c:pt>
                <c:pt idx="435">
                  <c:v>44543</c:v>
                </c:pt>
                <c:pt idx="436">
                  <c:v>44542</c:v>
                </c:pt>
                <c:pt idx="437">
                  <c:v>44541</c:v>
                </c:pt>
                <c:pt idx="438">
                  <c:v>44540</c:v>
                </c:pt>
                <c:pt idx="439">
                  <c:v>44539</c:v>
                </c:pt>
                <c:pt idx="440">
                  <c:v>44538</c:v>
                </c:pt>
                <c:pt idx="441">
                  <c:v>44537</c:v>
                </c:pt>
                <c:pt idx="442">
                  <c:v>44536</c:v>
                </c:pt>
                <c:pt idx="443">
                  <c:v>44535</c:v>
                </c:pt>
                <c:pt idx="444">
                  <c:v>44534</c:v>
                </c:pt>
                <c:pt idx="445">
                  <c:v>44533</c:v>
                </c:pt>
                <c:pt idx="446">
                  <c:v>44532</c:v>
                </c:pt>
                <c:pt idx="447">
                  <c:v>44531</c:v>
                </c:pt>
                <c:pt idx="448">
                  <c:v>44530</c:v>
                </c:pt>
                <c:pt idx="449">
                  <c:v>44529</c:v>
                </c:pt>
                <c:pt idx="450">
                  <c:v>44528</c:v>
                </c:pt>
                <c:pt idx="451">
                  <c:v>44527</c:v>
                </c:pt>
                <c:pt idx="452">
                  <c:v>44526</c:v>
                </c:pt>
                <c:pt idx="453">
                  <c:v>44525</c:v>
                </c:pt>
                <c:pt idx="454">
                  <c:v>44524</c:v>
                </c:pt>
                <c:pt idx="455">
                  <c:v>44523</c:v>
                </c:pt>
                <c:pt idx="456">
                  <c:v>44522</c:v>
                </c:pt>
                <c:pt idx="457">
                  <c:v>44521</c:v>
                </c:pt>
                <c:pt idx="458">
                  <c:v>44520</c:v>
                </c:pt>
                <c:pt idx="459">
                  <c:v>44519</c:v>
                </c:pt>
                <c:pt idx="460">
                  <c:v>44518</c:v>
                </c:pt>
                <c:pt idx="461">
                  <c:v>44517</c:v>
                </c:pt>
                <c:pt idx="462">
                  <c:v>44516</c:v>
                </c:pt>
                <c:pt idx="463">
                  <c:v>44515</c:v>
                </c:pt>
                <c:pt idx="464">
                  <c:v>44514</c:v>
                </c:pt>
                <c:pt idx="465">
                  <c:v>44513</c:v>
                </c:pt>
                <c:pt idx="466">
                  <c:v>44512</c:v>
                </c:pt>
                <c:pt idx="467">
                  <c:v>44511</c:v>
                </c:pt>
                <c:pt idx="468">
                  <c:v>44510</c:v>
                </c:pt>
                <c:pt idx="469">
                  <c:v>44509</c:v>
                </c:pt>
                <c:pt idx="470">
                  <c:v>44508</c:v>
                </c:pt>
                <c:pt idx="471">
                  <c:v>44507</c:v>
                </c:pt>
                <c:pt idx="472">
                  <c:v>44506</c:v>
                </c:pt>
                <c:pt idx="473">
                  <c:v>44505</c:v>
                </c:pt>
                <c:pt idx="474">
                  <c:v>44504</c:v>
                </c:pt>
                <c:pt idx="475">
                  <c:v>44503</c:v>
                </c:pt>
                <c:pt idx="476">
                  <c:v>44502</c:v>
                </c:pt>
                <c:pt idx="477">
                  <c:v>44501</c:v>
                </c:pt>
                <c:pt idx="478">
                  <c:v>44500</c:v>
                </c:pt>
                <c:pt idx="479">
                  <c:v>44499</c:v>
                </c:pt>
                <c:pt idx="480">
                  <c:v>44498</c:v>
                </c:pt>
                <c:pt idx="481">
                  <c:v>44497</c:v>
                </c:pt>
                <c:pt idx="482">
                  <c:v>44496</c:v>
                </c:pt>
                <c:pt idx="483">
                  <c:v>44495</c:v>
                </c:pt>
                <c:pt idx="484">
                  <c:v>44494</c:v>
                </c:pt>
                <c:pt idx="485">
                  <c:v>44493</c:v>
                </c:pt>
                <c:pt idx="486">
                  <c:v>44492</c:v>
                </c:pt>
                <c:pt idx="487">
                  <c:v>44491</c:v>
                </c:pt>
                <c:pt idx="488">
                  <c:v>44490</c:v>
                </c:pt>
                <c:pt idx="489">
                  <c:v>44489</c:v>
                </c:pt>
                <c:pt idx="490">
                  <c:v>44488</c:v>
                </c:pt>
                <c:pt idx="491">
                  <c:v>44487</c:v>
                </c:pt>
                <c:pt idx="492">
                  <c:v>44486</c:v>
                </c:pt>
                <c:pt idx="493">
                  <c:v>44485</c:v>
                </c:pt>
                <c:pt idx="494">
                  <c:v>44484</c:v>
                </c:pt>
                <c:pt idx="495">
                  <c:v>44483</c:v>
                </c:pt>
                <c:pt idx="496">
                  <c:v>44482</c:v>
                </c:pt>
                <c:pt idx="497">
                  <c:v>44481</c:v>
                </c:pt>
                <c:pt idx="498">
                  <c:v>44480</c:v>
                </c:pt>
                <c:pt idx="499">
                  <c:v>44479</c:v>
                </c:pt>
                <c:pt idx="500">
                  <c:v>44478</c:v>
                </c:pt>
                <c:pt idx="501">
                  <c:v>44477</c:v>
                </c:pt>
                <c:pt idx="502">
                  <c:v>44476</c:v>
                </c:pt>
                <c:pt idx="503">
                  <c:v>44475</c:v>
                </c:pt>
                <c:pt idx="504">
                  <c:v>44474</c:v>
                </c:pt>
                <c:pt idx="505">
                  <c:v>44473</c:v>
                </c:pt>
                <c:pt idx="506">
                  <c:v>44472</c:v>
                </c:pt>
                <c:pt idx="507">
                  <c:v>44471</c:v>
                </c:pt>
                <c:pt idx="508">
                  <c:v>44470</c:v>
                </c:pt>
                <c:pt idx="509">
                  <c:v>44469</c:v>
                </c:pt>
                <c:pt idx="510">
                  <c:v>44468</c:v>
                </c:pt>
                <c:pt idx="511">
                  <c:v>44467</c:v>
                </c:pt>
                <c:pt idx="512">
                  <c:v>44466</c:v>
                </c:pt>
                <c:pt idx="513">
                  <c:v>44465</c:v>
                </c:pt>
                <c:pt idx="514">
                  <c:v>44464</c:v>
                </c:pt>
                <c:pt idx="515">
                  <c:v>44463</c:v>
                </c:pt>
                <c:pt idx="516">
                  <c:v>44462</c:v>
                </c:pt>
                <c:pt idx="517">
                  <c:v>44461</c:v>
                </c:pt>
                <c:pt idx="518">
                  <c:v>44460</c:v>
                </c:pt>
                <c:pt idx="519">
                  <c:v>44459</c:v>
                </c:pt>
                <c:pt idx="520">
                  <c:v>44458</c:v>
                </c:pt>
                <c:pt idx="521">
                  <c:v>44457</c:v>
                </c:pt>
                <c:pt idx="522">
                  <c:v>44456</c:v>
                </c:pt>
                <c:pt idx="523">
                  <c:v>44455</c:v>
                </c:pt>
                <c:pt idx="524">
                  <c:v>44454</c:v>
                </c:pt>
                <c:pt idx="525">
                  <c:v>44453</c:v>
                </c:pt>
                <c:pt idx="526">
                  <c:v>44452</c:v>
                </c:pt>
                <c:pt idx="527">
                  <c:v>44451</c:v>
                </c:pt>
                <c:pt idx="528">
                  <c:v>44450</c:v>
                </c:pt>
                <c:pt idx="529">
                  <c:v>44449</c:v>
                </c:pt>
                <c:pt idx="530">
                  <c:v>44448</c:v>
                </c:pt>
                <c:pt idx="531">
                  <c:v>44447</c:v>
                </c:pt>
                <c:pt idx="532">
                  <c:v>44446</c:v>
                </c:pt>
                <c:pt idx="533">
                  <c:v>44445</c:v>
                </c:pt>
                <c:pt idx="534">
                  <c:v>44444</c:v>
                </c:pt>
                <c:pt idx="535">
                  <c:v>44443</c:v>
                </c:pt>
                <c:pt idx="536">
                  <c:v>44442</c:v>
                </c:pt>
                <c:pt idx="537">
                  <c:v>44441</c:v>
                </c:pt>
                <c:pt idx="538">
                  <c:v>44440</c:v>
                </c:pt>
                <c:pt idx="539">
                  <c:v>44439</c:v>
                </c:pt>
                <c:pt idx="540">
                  <c:v>44438</c:v>
                </c:pt>
                <c:pt idx="541">
                  <c:v>44437</c:v>
                </c:pt>
                <c:pt idx="542">
                  <c:v>44436</c:v>
                </c:pt>
                <c:pt idx="543">
                  <c:v>44435</c:v>
                </c:pt>
                <c:pt idx="544">
                  <c:v>44434</c:v>
                </c:pt>
                <c:pt idx="545">
                  <c:v>44433</c:v>
                </c:pt>
                <c:pt idx="546">
                  <c:v>44432</c:v>
                </c:pt>
                <c:pt idx="547">
                  <c:v>44431</c:v>
                </c:pt>
                <c:pt idx="548">
                  <c:v>44430</c:v>
                </c:pt>
                <c:pt idx="549">
                  <c:v>44429</c:v>
                </c:pt>
                <c:pt idx="550">
                  <c:v>44428</c:v>
                </c:pt>
                <c:pt idx="551">
                  <c:v>44427</c:v>
                </c:pt>
                <c:pt idx="552">
                  <c:v>44426</c:v>
                </c:pt>
                <c:pt idx="553">
                  <c:v>44425</c:v>
                </c:pt>
                <c:pt idx="554">
                  <c:v>44424</c:v>
                </c:pt>
                <c:pt idx="555">
                  <c:v>44423</c:v>
                </c:pt>
                <c:pt idx="556">
                  <c:v>44422</c:v>
                </c:pt>
                <c:pt idx="557">
                  <c:v>44421</c:v>
                </c:pt>
                <c:pt idx="558">
                  <c:v>44420</c:v>
                </c:pt>
                <c:pt idx="559">
                  <c:v>44419</c:v>
                </c:pt>
                <c:pt idx="560">
                  <c:v>44418</c:v>
                </c:pt>
                <c:pt idx="561">
                  <c:v>44417</c:v>
                </c:pt>
                <c:pt idx="562">
                  <c:v>44416</c:v>
                </c:pt>
                <c:pt idx="563">
                  <c:v>44415</c:v>
                </c:pt>
                <c:pt idx="564">
                  <c:v>44414</c:v>
                </c:pt>
                <c:pt idx="565">
                  <c:v>44413</c:v>
                </c:pt>
                <c:pt idx="566">
                  <c:v>44412</c:v>
                </c:pt>
                <c:pt idx="567">
                  <c:v>44411</c:v>
                </c:pt>
                <c:pt idx="568">
                  <c:v>44410</c:v>
                </c:pt>
                <c:pt idx="569">
                  <c:v>44409</c:v>
                </c:pt>
                <c:pt idx="570">
                  <c:v>44408</c:v>
                </c:pt>
                <c:pt idx="571">
                  <c:v>44407</c:v>
                </c:pt>
                <c:pt idx="572">
                  <c:v>44406</c:v>
                </c:pt>
                <c:pt idx="573">
                  <c:v>44405</c:v>
                </c:pt>
                <c:pt idx="574">
                  <c:v>44404</c:v>
                </c:pt>
                <c:pt idx="575">
                  <c:v>44403</c:v>
                </c:pt>
                <c:pt idx="576">
                  <c:v>44402</c:v>
                </c:pt>
                <c:pt idx="577">
                  <c:v>44401</c:v>
                </c:pt>
                <c:pt idx="578">
                  <c:v>44400</c:v>
                </c:pt>
                <c:pt idx="579">
                  <c:v>44399</c:v>
                </c:pt>
                <c:pt idx="580">
                  <c:v>44398</c:v>
                </c:pt>
                <c:pt idx="581">
                  <c:v>44397</c:v>
                </c:pt>
                <c:pt idx="582">
                  <c:v>44396</c:v>
                </c:pt>
                <c:pt idx="583">
                  <c:v>44395</c:v>
                </c:pt>
                <c:pt idx="584">
                  <c:v>44394</c:v>
                </c:pt>
                <c:pt idx="585">
                  <c:v>44393</c:v>
                </c:pt>
                <c:pt idx="586">
                  <c:v>44392</c:v>
                </c:pt>
                <c:pt idx="587">
                  <c:v>44391</c:v>
                </c:pt>
                <c:pt idx="588">
                  <c:v>44390</c:v>
                </c:pt>
                <c:pt idx="589">
                  <c:v>44389</c:v>
                </c:pt>
                <c:pt idx="590">
                  <c:v>44388</c:v>
                </c:pt>
                <c:pt idx="591">
                  <c:v>44387</c:v>
                </c:pt>
                <c:pt idx="592">
                  <c:v>44386</c:v>
                </c:pt>
                <c:pt idx="593">
                  <c:v>44385</c:v>
                </c:pt>
                <c:pt idx="594">
                  <c:v>44384</c:v>
                </c:pt>
                <c:pt idx="595">
                  <c:v>44383</c:v>
                </c:pt>
                <c:pt idx="596">
                  <c:v>44382</c:v>
                </c:pt>
                <c:pt idx="597">
                  <c:v>44381</c:v>
                </c:pt>
                <c:pt idx="598">
                  <c:v>44380</c:v>
                </c:pt>
                <c:pt idx="599">
                  <c:v>44379</c:v>
                </c:pt>
                <c:pt idx="600">
                  <c:v>44378</c:v>
                </c:pt>
                <c:pt idx="601">
                  <c:v>44377</c:v>
                </c:pt>
                <c:pt idx="602">
                  <c:v>44376</c:v>
                </c:pt>
                <c:pt idx="603">
                  <c:v>44375</c:v>
                </c:pt>
                <c:pt idx="604">
                  <c:v>44374</c:v>
                </c:pt>
                <c:pt idx="605">
                  <c:v>44373</c:v>
                </c:pt>
                <c:pt idx="606">
                  <c:v>44372</c:v>
                </c:pt>
                <c:pt idx="607">
                  <c:v>44371</c:v>
                </c:pt>
                <c:pt idx="608">
                  <c:v>44370</c:v>
                </c:pt>
                <c:pt idx="609">
                  <c:v>44369</c:v>
                </c:pt>
                <c:pt idx="610">
                  <c:v>44368</c:v>
                </c:pt>
                <c:pt idx="611">
                  <c:v>44367</c:v>
                </c:pt>
                <c:pt idx="612">
                  <c:v>44366</c:v>
                </c:pt>
                <c:pt idx="613">
                  <c:v>44365</c:v>
                </c:pt>
                <c:pt idx="614">
                  <c:v>44364</c:v>
                </c:pt>
                <c:pt idx="615">
                  <c:v>44363</c:v>
                </c:pt>
                <c:pt idx="616">
                  <c:v>44362</c:v>
                </c:pt>
                <c:pt idx="617">
                  <c:v>44361</c:v>
                </c:pt>
                <c:pt idx="618">
                  <c:v>44360</c:v>
                </c:pt>
                <c:pt idx="619">
                  <c:v>44359</c:v>
                </c:pt>
                <c:pt idx="620">
                  <c:v>44358</c:v>
                </c:pt>
                <c:pt idx="621">
                  <c:v>44357</c:v>
                </c:pt>
                <c:pt idx="622">
                  <c:v>44356</c:v>
                </c:pt>
                <c:pt idx="623">
                  <c:v>44355</c:v>
                </c:pt>
                <c:pt idx="624">
                  <c:v>44354</c:v>
                </c:pt>
                <c:pt idx="625">
                  <c:v>44353</c:v>
                </c:pt>
                <c:pt idx="626">
                  <c:v>44352</c:v>
                </c:pt>
                <c:pt idx="627">
                  <c:v>44351</c:v>
                </c:pt>
                <c:pt idx="628">
                  <c:v>44350</c:v>
                </c:pt>
                <c:pt idx="629">
                  <c:v>44349</c:v>
                </c:pt>
                <c:pt idx="630">
                  <c:v>44348</c:v>
                </c:pt>
                <c:pt idx="631">
                  <c:v>44347</c:v>
                </c:pt>
                <c:pt idx="632">
                  <c:v>44346</c:v>
                </c:pt>
                <c:pt idx="633">
                  <c:v>44345</c:v>
                </c:pt>
                <c:pt idx="634">
                  <c:v>44344</c:v>
                </c:pt>
                <c:pt idx="635">
                  <c:v>44343</c:v>
                </c:pt>
                <c:pt idx="636">
                  <c:v>44342</c:v>
                </c:pt>
                <c:pt idx="637">
                  <c:v>44341</c:v>
                </c:pt>
                <c:pt idx="638">
                  <c:v>44340</c:v>
                </c:pt>
                <c:pt idx="639">
                  <c:v>44339</c:v>
                </c:pt>
                <c:pt idx="640">
                  <c:v>44338</c:v>
                </c:pt>
                <c:pt idx="641">
                  <c:v>44337</c:v>
                </c:pt>
                <c:pt idx="642">
                  <c:v>44336</c:v>
                </c:pt>
                <c:pt idx="643">
                  <c:v>44335</c:v>
                </c:pt>
                <c:pt idx="644">
                  <c:v>44334</c:v>
                </c:pt>
                <c:pt idx="645">
                  <c:v>44333</c:v>
                </c:pt>
                <c:pt idx="646">
                  <c:v>44332</c:v>
                </c:pt>
                <c:pt idx="647">
                  <c:v>44331</c:v>
                </c:pt>
                <c:pt idx="648">
                  <c:v>44330</c:v>
                </c:pt>
                <c:pt idx="649">
                  <c:v>44329</c:v>
                </c:pt>
                <c:pt idx="650">
                  <c:v>44328</c:v>
                </c:pt>
                <c:pt idx="651">
                  <c:v>44327</c:v>
                </c:pt>
                <c:pt idx="652">
                  <c:v>44326</c:v>
                </c:pt>
                <c:pt idx="653">
                  <c:v>44325</c:v>
                </c:pt>
                <c:pt idx="654">
                  <c:v>44324</c:v>
                </c:pt>
                <c:pt idx="655">
                  <c:v>44323</c:v>
                </c:pt>
                <c:pt idx="656">
                  <c:v>44322</c:v>
                </c:pt>
                <c:pt idx="657">
                  <c:v>44321</c:v>
                </c:pt>
                <c:pt idx="658">
                  <c:v>44320</c:v>
                </c:pt>
                <c:pt idx="659">
                  <c:v>44319</c:v>
                </c:pt>
                <c:pt idx="660">
                  <c:v>44318</c:v>
                </c:pt>
                <c:pt idx="661">
                  <c:v>44317</c:v>
                </c:pt>
                <c:pt idx="662">
                  <c:v>44316</c:v>
                </c:pt>
                <c:pt idx="663">
                  <c:v>44315</c:v>
                </c:pt>
                <c:pt idx="664">
                  <c:v>44314</c:v>
                </c:pt>
                <c:pt idx="665">
                  <c:v>44313</c:v>
                </c:pt>
                <c:pt idx="666">
                  <c:v>44312</c:v>
                </c:pt>
                <c:pt idx="667">
                  <c:v>44311</c:v>
                </c:pt>
                <c:pt idx="668">
                  <c:v>44310</c:v>
                </c:pt>
                <c:pt idx="669">
                  <c:v>44309</c:v>
                </c:pt>
                <c:pt idx="670">
                  <c:v>44308</c:v>
                </c:pt>
                <c:pt idx="671">
                  <c:v>44307</c:v>
                </c:pt>
                <c:pt idx="672">
                  <c:v>44306</c:v>
                </c:pt>
                <c:pt idx="673">
                  <c:v>44305</c:v>
                </c:pt>
                <c:pt idx="674">
                  <c:v>44304</c:v>
                </c:pt>
                <c:pt idx="675">
                  <c:v>44303</c:v>
                </c:pt>
                <c:pt idx="676">
                  <c:v>44302</c:v>
                </c:pt>
                <c:pt idx="677">
                  <c:v>44301</c:v>
                </c:pt>
                <c:pt idx="678">
                  <c:v>44300</c:v>
                </c:pt>
                <c:pt idx="679">
                  <c:v>44299</c:v>
                </c:pt>
                <c:pt idx="680">
                  <c:v>44298</c:v>
                </c:pt>
                <c:pt idx="681">
                  <c:v>44297</c:v>
                </c:pt>
                <c:pt idx="682">
                  <c:v>44296</c:v>
                </c:pt>
                <c:pt idx="683">
                  <c:v>44295</c:v>
                </c:pt>
                <c:pt idx="684">
                  <c:v>44294</c:v>
                </c:pt>
                <c:pt idx="685">
                  <c:v>44293</c:v>
                </c:pt>
                <c:pt idx="686">
                  <c:v>44292</c:v>
                </c:pt>
                <c:pt idx="687">
                  <c:v>44291</c:v>
                </c:pt>
                <c:pt idx="688">
                  <c:v>44290</c:v>
                </c:pt>
                <c:pt idx="689">
                  <c:v>44289</c:v>
                </c:pt>
                <c:pt idx="690">
                  <c:v>44288</c:v>
                </c:pt>
                <c:pt idx="691">
                  <c:v>44287</c:v>
                </c:pt>
                <c:pt idx="692">
                  <c:v>44286</c:v>
                </c:pt>
                <c:pt idx="693">
                  <c:v>44285</c:v>
                </c:pt>
                <c:pt idx="694">
                  <c:v>44284</c:v>
                </c:pt>
                <c:pt idx="695">
                  <c:v>44283</c:v>
                </c:pt>
                <c:pt idx="696">
                  <c:v>44282</c:v>
                </c:pt>
                <c:pt idx="697">
                  <c:v>44281</c:v>
                </c:pt>
                <c:pt idx="698">
                  <c:v>44280</c:v>
                </c:pt>
                <c:pt idx="699">
                  <c:v>44279</c:v>
                </c:pt>
                <c:pt idx="700">
                  <c:v>44278</c:v>
                </c:pt>
                <c:pt idx="701">
                  <c:v>44277</c:v>
                </c:pt>
                <c:pt idx="702">
                  <c:v>44276</c:v>
                </c:pt>
                <c:pt idx="703">
                  <c:v>44275</c:v>
                </c:pt>
                <c:pt idx="704">
                  <c:v>44274</c:v>
                </c:pt>
                <c:pt idx="705">
                  <c:v>44273</c:v>
                </c:pt>
                <c:pt idx="706">
                  <c:v>44272</c:v>
                </c:pt>
                <c:pt idx="707">
                  <c:v>44271</c:v>
                </c:pt>
                <c:pt idx="708">
                  <c:v>44270</c:v>
                </c:pt>
                <c:pt idx="709">
                  <c:v>44269</c:v>
                </c:pt>
                <c:pt idx="710">
                  <c:v>44268</c:v>
                </c:pt>
                <c:pt idx="711">
                  <c:v>44267</c:v>
                </c:pt>
                <c:pt idx="712">
                  <c:v>44266</c:v>
                </c:pt>
                <c:pt idx="713">
                  <c:v>44265</c:v>
                </c:pt>
                <c:pt idx="714">
                  <c:v>44264</c:v>
                </c:pt>
                <c:pt idx="715">
                  <c:v>44263</c:v>
                </c:pt>
                <c:pt idx="716">
                  <c:v>44262</c:v>
                </c:pt>
                <c:pt idx="717">
                  <c:v>44261</c:v>
                </c:pt>
                <c:pt idx="718">
                  <c:v>44260</c:v>
                </c:pt>
                <c:pt idx="719">
                  <c:v>44259</c:v>
                </c:pt>
                <c:pt idx="720">
                  <c:v>44258</c:v>
                </c:pt>
                <c:pt idx="721">
                  <c:v>44257</c:v>
                </c:pt>
                <c:pt idx="722">
                  <c:v>44256</c:v>
                </c:pt>
                <c:pt idx="723">
                  <c:v>44255</c:v>
                </c:pt>
                <c:pt idx="724">
                  <c:v>44254</c:v>
                </c:pt>
                <c:pt idx="725">
                  <c:v>44253</c:v>
                </c:pt>
                <c:pt idx="726">
                  <c:v>44252</c:v>
                </c:pt>
                <c:pt idx="727">
                  <c:v>44251</c:v>
                </c:pt>
                <c:pt idx="728">
                  <c:v>44250</c:v>
                </c:pt>
                <c:pt idx="729">
                  <c:v>44249</c:v>
                </c:pt>
                <c:pt idx="730">
                  <c:v>44248</c:v>
                </c:pt>
                <c:pt idx="731">
                  <c:v>44247</c:v>
                </c:pt>
                <c:pt idx="732">
                  <c:v>44246</c:v>
                </c:pt>
                <c:pt idx="733">
                  <c:v>44245</c:v>
                </c:pt>
                <c:pt idx="734">
                  <c:v>44244</c:v>
                </c:pt>
                <c:pt idx="735">
                  <c:v>44243</c:v>
                </c:pt>
                <c:pt idx="736">
                  <c:v>44242</c:v>
                </c:pt>
                <c:pt idx="737">
                  <c:v>44241</c:v>
                </c:pt>
                <c:pt idx="738">
                  <c:v>44240</c:v>
                </c:pt>
                <c:pt idx="739">
                  <c:v>44239</c:v>
                </c:pt>
                <c:pt idx="740">
                  <c:v>44238</c:v>
                </c:pt>
                <c:pt idx="741">
                  <c:v>44237</c:v>
                </c:pt>
                <c:pt idx="742">
                  <c:v>44236</c:v>
                </c:pt>
                <c:pt idx="743">
                  <c:v>44235</c:v>
                </c:pt>
                <c:pt idx="744">
                  <c:v>44234</c:v>
                </c:pt>
                <c:pt idx="745">
                  <c:v>44233</c:v>
                </c:pt>
                <c:pt idx="746">
                  <c:v>44232</c:v>
                </c:pt>
                <c:pt idx="747">
                  <c:v>44231</c:v>
                </c:pt>
                <c:pt idx="748">
                  <c:v>44230</c:v>
                </c:pt>
                <c:pt idx="749">
                  <c:v>44229</c:v>
                </c:pt>
                <c:pt idx="750">
                  <c:v>44228</c:v>
                </c:pt>
                <c:pt idx="751">
                  <c:v>44227</c:v>
                </c:pt>
                <c:pt idx="752">
                  <c:v>44226</c:v>
                </c:pt>
                <c:pt idx="753">
                  <c:v>44225</c:v>
                </c:pt>
                <c:pt idx="754">
                  <c:v>44224</c:v>
                </c:pt>
                <c:pt idx="755">
                  <c:v>44223</c:v>
                </c:pt>
                <c:pt idx="756">
                  <c:v>44222</c:v>
                </c:pt>
                <c:pt idx="757">
                  <c:v>44221</c:v>
                </c:pt>
                <c:pt idx="758">
                  <c:v>44220</c:v>
                </c:pt>
                <c:pt idx="759">
                  <c:v>44219</c:v>
                </c:pt>
                <c:pt idx="760">
                  <c:v>44218</c:v>
                </c:pt>
                <c:pt idx="761">
                  <c:v>44217</c:v>
                </c:pt>
                <c:pt idx="762">
                  <c:v>44216</c:v>
                </c:pt>
                <c:pt idx="763">
                  <c:v>44215</c:v>
                </c:pt>
                <c:pt idx="764">
                  <c:v>44214</c:v>
                </c:pt>
                <c:pt idx="765">
                  <c:v>44213</c:v>
                </c:pt>
                <c:pt idx="766">
                  <c:v>44212</c:v>
                </c:pt>
                <c:pt idx="767">
                  <c:v>44211</c:v>
                </c:pt>
                <c:pt idx="768">
                  <c:v>44210</c:v>
                </c:pt>
                <c:pt idx="769">
                  <c:v>44209</c:v>
                </c:pt>
                <c:pt idx="770">
                  <c:v>44208</c:v>
                </c:pt>
                <c:pt idx="771">
                  <c:v>44207</c:v>
                </c:pt>
                <c:pt idx="772">
                  <c:v>44206</c:v>
                </c:pt>
                <c:pt idx="773">
                  <c:v>44205</c:v>
                </c:pt>
                <c:pt idx="774">
                  <c:v>44204</c:v>
                </c:pt>
                <c:pt idx="775">
                  <c:v>44203</c:v>
                </c:pt>
                <c:pt idx="776">
                  <c:v>44202</c:v>
                </c:pt>
                <c:pt idx="777">
                  <c:v>44201</c:v>
                </c:pt>
                <c:pt idx="778">
                  <c:v>44200</c:v>
                </c:pt>
                <c:pt idx="779">
                  <c:v>44199</c:v>
                </c:pt>
                <c:pt idx="780">
                  <c:v>44198</c:v>
                </c:pt>
                <c:pt idx="781">
                  <c:v>44197</c:v>
                </c:pt>
                <c:pt idx="782">
                  <c:v>44196</c:v>
                </c:pt>
                <c:pt idx="783">
                  <c:v>44195</c:v>
                </c:pt>
                <c:pt idx="784">
                  <c:v>44194</c:v>
                </c:pt>
                <c:pt idx="785">
                  <c:v>44193</c:v>
                </c:pt>
                <c:pt idx="786">
                  <c:v>44192</c:v>
                </c:pt>
                <c:pt idx="787">
                  <c:v>44191</c:v>
                </c:pt>
                <c:pt idx="788">
                  <c:v>44190</c:v>
                </c:pt>
                <c:pt idx="789">
                  <c:v>44189</c:v>
                </c:pt>
                <c:pt idx="790">
                  <c:v>44188</c:v>
                </c:pt>
                <c:pt idx="791">
                  <c:v>44187</c:v>
                </c:pt>
                <c:pt idx="792">
                  <c:v>44186</c:v>
                </c:pt>
                <c:pt idx="793">
                  <c:v>44185</c:v>
                </c:pt>
                <c:pt idx="794">
                  <c:v>44184</c:v>
                </c:pt>
                <c:pt idx="795">
                  <c:v>44183</c:v>
                </c:pt>
                <c:pt idx="796">
                  <c:v>44182</c:v>
                </c:pt>
                <c:pt idx="797">
                  <c:v>44181</c:v>
                </c:pt>
                <c:pt idx="798">
                  <c:v>44180</c:v>
                </c:pt>
                <c:pt idx="799">
                  <c:v>44179</c:v>
                </c:pt>
                <c:pt idx="800">
                  <c:v>44178</c:v>
                </c:pt>
                <c:pt idx="801">
                  <c:v>44177</c:v>
                </c:pt>
                <c:pt idx="802">
                  <c:v>44176</c:v>
                </c:pt>
                <c:pt idx="803">
                  <c:v>44175</c:v>
                </c:pt>
                <c:pt idx="804">
                  <c:v>44174</c:v>
                </c:pt>
                <c:pt idx="805">
                  <c:v>44173</c:v>
                </c:pt>
                <c:pt idx="806">
                  <c:v>44172</c:v>
                </c:pt>
                <c:pt idx="807">
                  <c:v>44171</c:v>
                </c:pt>
                <c:pt idx="808">
                  <c:v>44170</c:v>
                </c:pt>
                <c:pt idx="809">
                  <c:v>44169</c:v>
                </c:pt>
                <c:pt idx="810">
                  <c:v>44168</c:v>
                </c:pt>
                <c:pt idx="811">
                  <c:v>44167</c:v>
                </c:pt>
                <c:pt idx="812">
                  <c:v>44166</c:v>
                </c:pt>
                <c:pt idx="813">
                  <c:v>44165</c:v>
                </c:pt>
                <c:pt idx="814">
                  <c:v>44164</c:v>
                </c:pt>
                <c:pt idx="815">
                  <c:v>44163</c:v>
                </c:pt>
                <c:pt idx="816">
                  <c:v>44162</c:v>
                </c:pt>
                <c:pt idx="817">
                  <c:v>44161</c:v>
                </c:pt>
                <c:pt idx="818">
                  <c:v>44160</c:v>
                </c:pt>
                <c:pt idx="819">
                  <c:v>44159</c:v>
                </c:pt>
                <c:pt idx="820">
                  <c:v>44158</c:v>
                </c:pt>
                <c:pt idx="821">
                  <c:v>44157</c:v>
                </c:pt>
                <c:pt idx="822">
                  <c:v>44156</c:v>
                </c:pt>
                <c:pt idx="823">
                  <c:v>44155</c:v>
                </c:pt>
                <c:pt idx="824">
                  <c:v>44154</c:v>
                </c:pt>
                <c:pt idx="825">
                  <c:v>44153</c:v>
                </c:pt>
                <c:pt idx="826">
                  <c:v>44152</c:v>
                </c:pt>
                <c:pt idx="827">
                  <c:v>44151</c:v>
                </c:pt>
                <c:pt idx="828">
                  <c:v>44150</c:v>
                </c:pt>
                <c:pt idx="829">
                  <c:v>44149</c:v>
                </c:pt>
                <c:pt idx="830">
                  <c:v>44148</c:v>
                </c:pt>
                <c:pt idx="831">
                  <c:v>44147</c:v>
                </c:pt>
                <c:pt idx="832">
                  <c:v>44146</c:v>
                </c:pt>
                <c:pt idx="833">
                  <c:v>44145</c:v>
                </c:pt>
                <c:pt idx="834">
                  <c:v>44144</c:v>
                </c:pt>
                <c:pt idx="835">
                  <c:v>44143</c:v>
                </c:pt>
                <c:pt idx="836">
                  <c:v>44142</c:v>
                </c:pt>
                <c:pt idx="837">
                  <c:v>44141</c:v>
                </c:pt>
                <c:pt idx="838">
                  <c:v>44140</c:v>
                </c:pt>
                <c:pt idx="839">
                  <c:v>44139</c:v>
                </c:pt>
                <c:pt idx="840">
                  <c:v>44138</c:v>
                </c:pt>
                <c:pt idx="841">
                  <c:v>44137</c:v>
                </c:pt>
                <c:pt idx="842">
                  <c:v>44136</c:v>
                </c:pt>
                <c:pt idx="843">
                  <c:v>44135</c:v>
                </c:pt>
                <c:pt idx="844">
                  <c:v>44134</c:v>
                </c:pt>
                <c:pt idx="845">
                  <c:v>44133</c:v>
                </c:pt>
                <c:pt idx="846">
                  <c:v>44132</c:v>
                </c:pt>
                <c:pt idx="847">
                  <c:v>44131</c:v>
                </c:pt>
                <c:pt idx="848">
                  <c:v>44130</c:v>
                </c:pt>
                <c:pt idx="849">
                  <c:v>44129</c:v>
                </c:pt>
                <c:pt idx="850">
                  <c:v>44128</c:v>
                </c:pt>
                <c:pt idx="851">
                  <c:v>44127</c:v>
                </c:pt>
                <c:pt idx="852">
                  <c:v>44126</c:v>
                </c:pt>
                <c:pt idx="853">
                  <c:v>44125</c:v>
                </c:pt>
                <c:pt idx="854">
                  <c:v>44124</c:v>
                </c:pt>
                <c:pt idx="855">
                  <c:v>44123</c:v>
                </c:pt>
                <c:pt idx="856">
                  <c:v>44122</c:v>
                </c:pt>
                <c:pt idx="857">
                  <c:v>44121</c:v>
                </c:pt>
                <c:pt idx="858">
                  <c:v>44120</c:v>
                </c:pt>
                <c:pt idx="859">
                  <c:v>44119</c:v>
                </c:pt>
                <c:pt idx="860">
                  <c:v>44118</c:v>
                </c:pt>
                <c:pt idx="861">
                  <c:v>44117</c:v>
                </c:pt>
                <c:pt idx="862">
                  <c:v>44116</c:v>
                </c:pt>
                <c:pt idx="863">
                  <c:v>44115</c:v>
                </c:pt>
                <c:pt idx="864">
                  <c:v>44114</c:v>
                </c:pt>
                <c:pt idx="865">
                  <c:v>44113</c:v>
                </c:pt>
                <c:pt idx="866">
                  <c:v>44112</c:v>
                </c:pt>
                <c:pt idx="867">
                  <c:v>44111</c:v>
                </c:pt>
                <c:pt idx="868">
                  <c:v>44110</c:v>
                </c:pt>
                <c:pt idx="869">
                  <c:v>44109</c:v>
                </c:pt>
                <c:pt idx="870">
                  <c:v>44108</c:v>
                </c:pt>
                <c:pt idx="871">
                  <c:v>44107</c:v>
                </c:pt>
                <c:pt idx="872">
                  <c:v>44106</c:v>
                </c:pt>
                <c:pt idx="873">
                  <c:v>44105</c:v>
                </c:pt>
                <c:pt idx="874">
                  <c:v>44104</c:v>
                </c:pt>
                <c:pt idx="875">
                  <c:v>44103</c:v>
                </c:pt>
                <c:pt idx="876">
                  <c:v>44102</c:v>
                </c:pt>
                <c:pt idx="877">
                  <c:v>44101</c:v>
                </c:pt>
                <c:pt idx="878">
                  <c:v>44100</c:v>
                </c:pt>
                <c:pt idx="879">
                  <c:v>44099</c:v>
                </c:pt>
                <c:pt idx="880">
                  <c:v>44098</c:v>
                </c:pt>
                <c:pt idx="881">
                  <c:v>44097</c:v>
                </c:pt>
                <c:pt idx="882">
                  <c:v>44096</c:v>
                </c:pt>
                <c:pt idx="883">
                  <c:v>44095</c:v>
                </c:pt>
                <c:pt idx="884">
                  <c:v>44094</c:v>
                </c:pt>
                <c:pt idx="885">
                  <c:v>44093</c:v>
                </c:pt>
                <c:pt idx="886">
                  <c:v>44092</c:v>
                </c:pt>
                <c:pt idx="887">
                  <c:v>44091</c:v>
                </c:pt>
                <c:pt idx="888">
                  <c:v>44090</c:v>
                </c:pt>
                <c:pt idx="889">
                  <c:v>44089</c:v>
                </c:pt>
                <c:pt idx="890">
                  <c:v>44088</c:v>
                </c:pt>
                <c:pt idx="891">
                  <c:v>44087</c:v>
                </c:pt>
                <c:pt idx="892">
                  <c:v>44086</c:v>
                </c:pt>
                <c:pt idx="893">
                  <c:v>44085</c:v>
                </c:pt>
                <c:pt idx="894">
                  <c:v>44084</c:v>
                </c:pt>
                <c:pt idx="895">
                  <c:v>44083</c:v>
                </c:pt>
                <c:pt idx="896">
                  <c:v>44082</c:v>
                </c:pt>
                <c:pt idx="897">
                  <c:v>44081</c:v>
                </c:pt>
                <c:pt idx="898">
                  <c:v>44080</c:v>
                </c:pt>
                <c:pt idx="899">
                  <c:v>44079</c:v>
                </c:pt>
                <c:pt idx="900">
                  <c:v>44078</c:v>
                </c:pt>
                <c:pt idx="901">
                  <c:v>44077</c:v>
                </c:pt>
                <c:pt idx="902">
                  <c:v>44076</c:v>
                </c:pt>
                <c:pt idx="903">
                  <c:v>44075</c:v>
                </c:pt>
                <c:pt idx="904">
                  <c:v>44074</c:v>
                </c:pt>
                <c:pt idx="905">
                  <c:v>44073</c:v>
                </c:pt>
                <c:pt idx="906">
                  <c:v>44072</c:v>
                </c:pt>
                <c:pt idx="907">
                  <c:v>44071</c:v>
                </c:pt>
                <c:pt idx="908">
                  <c:v>44070</c:v>
                </c:pt>
                <c:pt idx="909">
                  <c:v>44069</c:v>
                </c:pt>
                <c:pt idx="910">
                  <c:v>44068</c:v>
                </c:pt>
                <c:pt idx="911">
                  <c:v>44067</c:v>
                </c:pt>
                <c:pt idx="912">
                  <c:v>44066</c:v>
                </c:pt>
                <c:pt idx="913">
                  <c:v>44065</c:v>
                </c:pt>
                <c:pt idx="914">
                  <c:v>44064</c:v>
                </c:pt>
                <c:pt idx="915">
                  <c:v>44063</c:v>
                </c:pt>
                <c:pt idx="916">
                  <c:v>44062</c:v>
                </c:pt>
                <c:pt idx="917">
                  <c:v>44061</c:v>
                </c:pt>
                <c:pt idx="918">
                  <c:v>44060</c:v>
                </c:pt>
                <c:pt idx="919">
                  <c:v>44059</c:v>
                </c:pt>
                <c:pt idx="920">
                  <c:v>44058</c:v>
                </c:pt>
                <c:pt idx="921">
                  <c:v>44057</c:v>
                </c:pt>
                <c:pt idx="922">
                  <c:v>44056</c:v>
                </c:pt>
                <c:pt idx="923">
                  <c:v>44055</c:v>
                </c:pt>
                <c:pt idx="924">
                  <c:v>44054</c:v>
                </c:pt>
                <c:pt idx="925">
                  <c:v>44053</c:v>
                </c:pt>
                <c:pt idx="926">
                  <c:v>44052</c:v>
                </c:pt>
                <c:pt idx="927">
                  <c:v>44051</c:v>
                </c:pt>
                <c:pt idx="928">
                  <c:v>44050</c:v>
                </c:pt>
                <c:pt idx="929">
                  <c:v>44049</c:v>
                </c:pt>
                <c:pt idx="930">
                  <c:v>44048</c:v>
                </c:pt>
                <c:pt idx="931">
                  <c:v>44047</c:v>
                </c:pt>
                <c:pt idx="932">
                  <c:v>44046</c:v>
                </c:pt>
                <c:pt idx="933">
                  <c:v>44045</c:v>
                </c:pt>
                <c:pt idx="934">
                  <c:v>44044</c:v>
                </c:pt>
                <c:pt idx="935">
                  <c:v>44043</c:v>
                </c:pt>
                <c:pt idx="936">
                  <c:v>44042</c:v>
                </c:pt>
                <c:pt idx="937">
                  <c:v>44041</c:v>
                </c:pt>
                <c:pt idx="938">
                  <c:v>44040</c:v>
                </c:pt>
                <c:pt idx="939">
                  <c:v>44039</c:v>
                </c:pt>
                <c:pt idx="940">
                  <c:v>44038</c:v>
                </c:pt>
                <c:pt idx="941">
                  <c:v>44037</c:v>
                </c:pt>
                <c:pt idx="942">
                  <c:v>44036</c:v>
                </c:pt>
                <c:pt idx="943">
                  <c:v>44035</c:v>
                </c:pt>
                <c:pt idx="944">
                  <c:v>44034</c:v>
                </c:pt>
                <c:pt idx="945">
                  <c:v>44033</c:v>
                </c:pt>
                <c:pt idx="946">
                  <c:v>44032</c:v>
                </c:pt>
                <c:pt idx="947">
                  <c:v>44031</c:v>
                </c:pt>
                <c:pt idx="948">
                  <c:v>44030</c:v>
                </c:pt>
                <c:pt idx="949">
                  <c:v>44029</c:v>
                </c:pt>
                <c:pt idx="950">
                  <c:v>44028</c:v>
                </c:pt>
                <c:pt idx="951">
                  <c:v>44027</c:v>
                </c:pt>
                <c:pt idx="952">
                  <c:v>44026</c:v>
                </c:pt>
                <c:pt idx="953">
                  <c:v>44025</c:v>
                </c:pt>
                <c:pt idx="954">
                  <c:v>44024</c:v>
                </c:pt>
                <c:pt idx="955">
                  <c:v>44023</c:v>
                </c:pt>
                <c:pt idx="956">
                  <c:v>44022</c:v>
                </c:pt>
                <c:pt idx="957">
                  <c:v>44021</c:v>
                </c:pt>
                <c:pt idx="958">
                  <c:v>44020</c:v>
                </c:pt>
                <c:pt idx="959">
                  <c:v>44019</c:v>
                </c:pt>
                <c:pt idx="960">
                  <c:v>44018</c:v>
                </c:pt>
                <c:pt idx="961">
                  <c:v>44017</c:v>
                </c:pt>
                <c:pt idx="962">
                  <c:v>44016</c:v>
                </c:pt>
                <c:pt idx="963">
                  <c:v>44015</c:v>
                </c:pt>
                <c:pt idx="964">
                  <c:v>44014</c:v>
                </c:pt>
                <c:pt idx="965">
                  <c:v>44013</c:v>
                </c:pt>
                <c:pt idx="966">
                  <c:v>44012</c:v>
                </c:pt>
                <c:pt idx="967">
                  <c:v>44011</c:v>
                </c:pt>
                <c:pt idx="968">
                  <c:v>44010</c:v>
                </c:pt>
                <c:pt idx="969">
                  <c:v>44009</c:v>
                </c:pt>
                <c:pt idx="970">
                  <c:v>44008</c:v>
                </c:pt>
                <c:pt idx="971">
                  <c:v>44007</c:v>
                </c:pt>
                <c:pt idx="972">
                  <c:v>44006</c:v>
                </c:pt>
                <c:pt idx="973">
                  <c:v>44005</c:v>
                </c:pt>
                <c:pt idx="974">
                  <c:v>44004</c:v>
                </c:pt>
                <c:pt idx="975">
                  <c:v>44003</c:v>
                </c:pt>
                <c:pt idx="976">
                  <c:v>44002</c:v>
                </c:pt>
                <c:pt idx="977">
                  <c:v>44001</c:v>
                </c:pt>
                <c:pt idx="978">
                  <c:v>44000</c:v>
                </c:pt>
                <c:pt idx="979">
                  <c:v>43999</c:v>
                </c:pt>
                <c:pt idx="980">
                  <c:v>43998</c:v>
                </c:pt>
                <c:pt idx="981">
                  <c:v>43997</c:v>
                </c:pt>
                <c:pt idx="982">
                  <c:v>43996</c:v>
                </c:pt>
                <c:pt idx="983">
                  <c:v>43995</c:v>
                </c:pt>
                <c:pt idx="984">
                  <c:v>43994</c:v>
                </c:pt>
                <c:pt idx="985">
                  <c:v>43993</c:v>
                </c:pt>
                <c:pt idx="986">
                  <c:v>43992</c:v>
                </c:pt>
                <c:pt idx="987">
                  <c:v>43991</c:v>
                </c:pt>
                <c:pt idx="988">
                  <c:v>43990</c:v>
                </c:pt>
                <c:pt idx="989">
                  <c:v>43989</c:v>
                </c:pt>
                <c:pt idx="990">
                  <c:v>43988</c:v>
                </c:pt>
                <c:pt idx="991">
                  <c:v>43987</c:v>
                </c:pt>
                <c:pt idx="992">
                  <c:v>43986</c:v>
                </c:pt>
                <c:pt idx="993">
                  <c:v>43985</c:v>
                </c:pt>
                <c:pt idx="994">
                  <c:v>43984</c:v>
                </c:pt>
                <c:pt idx="995">
                  <c:v>43983</c:v>
                </c:pt>
                <c:pt idx="996">
                  <c:v>43982</c:v>
                </c:pt>
                <c:pt idx="997">
                  <c:v>43981</c:v>
                </c:pt>
                <c:pt idx="998">
                  <c:v>43980</c:v>
                </c:pt>
                <c:pt idx="999">
                  <c:v>43979</c:v>
                </c:pt>
                <c:pt idx="1000">
                  <c:v>43978</c:v>
                </c:pt>
                <c:pt idx="1001">
                  <c:v>43977</c:v>
                </c:pt>
                <c:pt idx="1002">
                  <c:v>43976</c:v>
                </c:pt>
                <c:pt idx="1003">
                  <c:v>43975</c:v>
                </c:pt>
                <c:pt idx="1004">
                  <c:v>43974</c:v>
                </c:pt>
                <c:pt idx="1005">
                  <c:v>43973</c:v>
                </c:pt>
                <c:pt idx="1006">
                  <c:v>43972</c:v>
                </c:pt>
                <c:pt idx="1007">
                  <c:v>43971</c:v>
                </c:pt>
                <c:pt idx="1008">
                  <c:v>43970</c:v>
                </c:pt>
                <c:pt idx="1009">
                  <c:v>43969</c:v>
                </c:pt>
                <c:pt idx="1010">
                  <c:v>43968</c:v>
                </c:pt>
                <c:pt idx="1011">
                  <c:v>43967</c:v>
                </c:pt>
                <c:pt idx="1012">
                  <c:v>43966</c:v>
                </c:pt>
                <c:pt idx="1013">
                  <c:v>43965</c:v>
                </c:pt>
                <c:pt idx="1014">
                  <c:v>43964</c:v>
                </c:pt>
                <c:pt idx="1015">
                  <c:v>43963</c:v>
                </c:pt>
                <c:pt idx="1016">
                  <c:v>43962</c:v>
                </c:pt>
                <c:pt idx="1017">
                  <c:v>43961</c:v>
                </c:pt>
                <c:pt idx="1018">
                  <c:v>43960</c:v>
                </c:pt>
                <c:pt idx="1019">
                  <c:v>43959</c:v>
                </c:pt>
                <c:pt idx="1020">
                  <c:v>43958</c:v>
                </c:pt>
                <c:pt idx="1021">
                  <c:v>43957</c:v>
                </c:pt>
                <c:pt idx="1022">
                  <c:v>43956</c:v>
                </c:pt>
                <c:pt idx="1023">
                  <c:v>43955</c:v>
                </c:pt>
                <c:pt idx="1024">
                  <c:v>43954</c:v>
                </c:pt>
                <c:pt idx="1025">
                  <c:v>43953</c:v>
                </c:pt>
                <c:pt idx="1026">
                  <c:v>43952</c:v>
                </c:pt>
                <c:pt idx="1027">
                  <c:v>43951</c:v>
                </c:pt>
                <c:pt idx="1028">
                  <c:v>43950</c:v>
                </c:pt>
                <c:pt idx="1029">
                  <c:v>43949</c:v>
                </c:pt>
                <c:pt idx="1030">
                  <c:v>43948</c:v>
                </c:pt>
                <c:pt idx="1031">
                  <c:v>43947</c:v>
                </c:pt>
                <c:pt idx="1032">
                  <c:v>43946</c:v>
                </c:pt>
                <c:pt idx="1033">
                  <c:v>43945</c:v>
                </c:pt>
                <c:pt idx="1034">
                  <c:v>43944</c:v>
                </c:pt>
                <c:pt idx="1035">
                  <c:v>43943</c:v>
                </c:pt>
                <c:pt idx="1036">
                  <c:v>43942</c:v>
                </c:pt>
                <c:pt idx="1037">
                  <c:v>43941</c:v>
                </c:pt>
                <c:pt idx="1038">
                  <c:v>43940</c:v>
                </c:pt>
                <c:pt idx="1039">
                  <c:v>43939</c:v>
                </c:pt>
                <c:pt idx="1040">
                  <c:v>43938</c:v>
                </c:pt>
                <c:pt idx="1041">
                  <c:v>43937</c:v>
                </c:pt>
                <c:pt idx="1042">
                  <c:v>43936</c:v>
                </c:pt>
                <c:pt idx="1043">
                  <c:v>43935</c:v>
                </c:pt>
                <c:pt idx="1044">
                  <c:v>43934</c:v>
                </c:pt>
                <c:pt idx="1045">
                  <c:v>43933</c:v>
                </c:pt>
                <c:pt idx="1046">
                  <c:v>43932</c:v>
                </c:pt>
                <c:pt idx="1047">
                  <c:v>43931</c:v>
                </c:pt>
                <c:pt idx="1048">
                  <c:v>43930</c:v>
                </c:pt>
                <c:pt idx="1049">
                  <c:v>43929</c:v>
                </c:pt>
                <c:pt idx="1050">
                  <c:v>43928</c:v>
                </c:pt>
                <c:pt idx="1051">
                  <c:v>43927</c:v>
                </c:pt>
                <c:pt idx="1052">
                  <c:v>43926</c:v>
                </c:pt>
                <c:pt idx="1053">
                  <c:v>43925</c:v>
                </c:pt>
                <c:pt idx="1054">
                  <c:v>43924</c:v>
                </c:pt>
                <c:pt idx="1055">
                  <c:v>43923</c:v>
                </c:pt>
                <c:pt idx="1056">
                  <c:v>43922</c:v>
                </c:pt>
                <c:pt idx="1057">
                  <c:v>43921</c:v>
                </c:pt>
                <c:pt idx="1058">
                  <c:v>43920</c:v>
                </c:pt>
                <c:pt idx="1059">
                  <c:v>43919</c:v>
                </c:pt>
                <c:pt idx="1060">
                  <c:v>43918</c:v>
                </c:pt>
                <c:pt idx="1061">
                  <c:v>43917</c:v>
                </c:pt>
                <c:pt idx="1062">
                  <c:v>43916</c:v>
                </c:pt>
                <c:pt idx="1063">
                  <c:v>43915</c:v>
                </c:pt>
                <c:pt idx="1064">
                  <c:v>43914</c:v>
                </c:pt>
                <c:pt idx="1065">
                  <c:v>43913</c:v>
                </c:pt>
                <c:pt idx="1066">
                  <c:v>43912</c:v>
                </c:pt>
                <c:pt idx="1067">
                  <c:v>43911</c:v>
                </c:pt>
                <c:pt idx="1068">
                  <c:v>43910</c:v>
                </c:pt>
                <c:pt idx="1069">
                  <c:v>43909</c:v>
                </c:pt>
                <c:pt idx="1070">
                  <c:v>43908</c:v>
                </c:pt>
                <c:pt idx="1071">
                  <c:v>43907</c:v>
                </c:pt>
                <c:pt idx="1072">
                  <c:v>43906</c:v>
                </c:pt>
                <c:pt idx="1073">
                  <c:v>43905</c:v>
                </c:pt>
                <c:pt idx="1074">
                  <c:v>43904</c:v>
                </c:pt>
                <c:pt idx="1075">
                  <c:v>43903</c:v>
                </c:pt>
                <c:pt idx="1076">
                  <c:v>43902</c:v>
                </c:pt>
                <c:pt idx="1077">
                  <c:v>43901</c:v>
                </c:pt>
                <c:pt idx="1078">
                  <c:v>43900</c:v>
                </c:pt>
                <c:pt idx="1079">
                  <c:v>43899</c:v>
                </c:pt>
                <c:pt idx="1080">
                  <c:v>43898</c:v>
                </c:pt>
                <c:pt idx="1081">
                  <c:v>43897</c:v>
                </c:pt>
                <c:pt idx="1082">
                  <c:v>43896</c:v>
                </c:pt>
                <c:pt idx="1083">
                  <c:v>43895</c:v>
                </c:pt>
                <c:pt idx="1084">
                  <c:v>43894</c:v>
                </c:pt>
                <c:pt idx="1085">
                  <c:v>43893</c:v>
                </c:pt>
                <c:pt idx="1086">
                  <c:v>43892</c:v>
                </c:pt>
                <c:pt idx="1087">
                  <c:v>43891</c:v>
                </c:pt>
                <c:pt idx="1088">
                  <c:v>43890</c:v>
                </c:pt>
                <c:pt idx="1089">
                  <c:v>43889</c:v>
                </c:pt>
                <c:pt idx="1090">
                  <c:v>43888</c:v>
                </c:pt>
                <c:pt idx="1091">
                  <c:v>43887</c:v>
                </c:pt>
                <c:pt idx="1092">
                  <c:v>43886</c:v>
                </c:pt>
                <c:pt idx="1093">
                  <c:v>43885</c:v>
                </c:pt>
                <c:pt idx="1094">
                  <c:v>43884</c:v>
                </c:pt>
                <c:pt idx="1095">
                  <c:v>43883</c:v>
                </c:pt>
                <c:pt idx="1096">
                  <c:v>43882</c:v>
                </c:pt>
                <c:pt idx="1097">
                  <c:v>43881</c:v>
                </c:pt>
                <c:pt idx="1098">
                  <c:v>43880</c:v>
                </c:pt>
                <c:pt idx="1099">
                  <c:v>43879</c:v>
                </c:pt>
                <c:pt idx="1100">
                  <c:v>43878</c:v>
                </c:pt>
                <c:pt idx="1101">
                  <c:v>43877</c:v>
                </c:pt>
                <c:pt idx="1102">
                  <c:v>43876</c:v>
                </c:pt>
                <c:pt idx="1103">
                  <c:v>43875</c:v>
                </c:pt>
                <c:pt idx="1104">
                  <c:v>43874</c:v>
                </c:pt>
                <c:pt idx="1105">
                  <c:v>43873</c:v>
                </c:pt>
                <c:pt idx="1106">
                  <c:v>43872</c:v>
                </c:pt>
                <c:pt idx="1107">
                  <c:v>43871</c:v>
                </c:pt>
                <c:pt idx="1108">
                  <c:v>43870</c:v>
                </c:pt>
                <c:pt idx="1109">
                  <c:v>43869</c:v>
                </c:pt>
                <c:pt idx="1110">
                  <c:v>43868</c:v>
                </c:pt>
                <c:pt idx="1111">
                  <c:v>43867</c:v>
                </c:pt>
                <c:pt idx="1112">
                  <c:v>43866</c:v>
                </c:pt>
                <c:pt idx="1113">
                  <c:v>43865</c:v>
                </c:pt>
                <c:pt idx="1114">
                  <c:v>43864</c:v>
                </c:pt>
                <c:pt idx="1115">
                  <c:v>43863</c:v>
                </c:pt>
                <c:pt idx="1116">
                  <c:v>43862</c:v>
                </c:pt>
                <c:pt idx="1117">
                  <c:v>43861</c:v>
                </c:pt>
                <c:pt idx="1118">
                  <c:v>43860</c:v>
                </c:pt>
                <c:pt idx="1119">
                  <c:v>43859</c:v>
                </c:pt>
                <c:pt idx="1120">
                  <c:v>43858</c:v>
                </c:pt>
                <c:pt idx="1121">
                  <c:v>43857</c:v>
                </c:pt>
                <c:pt idx="1122">
                  <c:v>43856</c:v>
                </c:pt>
                <c:pt idx="1123">
                  <c:v>43855</c:v>
                </c:pt>
                <c:pt idx="1124">
                  <c:v>43854</c:v>
                </c:pt>
                <c:pt idx="1125">
                  <c:v>43853</c:v>
                </c:pt>
                <c:pt idx="1126">
                  <c:v>43852</c:v>
                </c:pt>
                <c:pt idx="1127">
                  <c:v>43851</c:v>
                </c:pt>
                <c:pt idx="1128">
                  <c:v>43850</c:v>
                </c:pt>
                <c:pt idx="1129">
                  <c:v>43849</c:v>
                </c:pt>
                <c:pt idx="1130">
                  <c:v>43848</c:v>
                </c:pt>
                <c:pt idx="1131">
                  <c:v>43847</c:v>
                </c:pt>
                <c:pt idx="1132">
                  <c:v>43846</c:v>
                </c:pt>
                <c:pt idx="1133">
                  <c:v>43845</c:v>
                </c:pt>
                <c:pt idx="1134">
                  <c:v>43844</c:v>
                </c:pt>
                <c:pt idx="1135">
                  <c:v>43843</c:v>
                </c:pt>
                <c:pt idx="1136">
                  <c:v>43842</c:v>
                </c:pt>
                <c:pt idx="1137">
                  <c:v>43841</c:v>
                </c:pt>
                <c:pt idx="1138">
                  <c:v>43840</c:v>
                </c:pt>
                <c:pt idx="1139">
                  <c:v>43839</c:v>
                </c:pt>
                <c:pt idx="1140">
                  <c:v>43838</c:v>
                </c:pt>
                <c:pt idx="1141">
                  <c:v>43837</c:v>
                </c:pt>
                <c:pt idx="1142">
                  <c:v>43836</c:v>
                </c:pt>
                <c:pt idx="1143">
                  <c:v>43835</c:v>
                </c:pt>
                <c:pt idx="1144">
                  <c:v>43834</c:v>
                </c:pt>
                <c:pt idx="1145">
                  <c:v>43833</c:v>
                </c:pt>
                <c:pt idx="1146">
                  <c:v>43832</c:v>
                </c:pt>
                <c:pt idx="1147">
                  <c:v>43831</c:v>
                </c:pt>
                <c:pt idx="1148">
                  <c:v>43830</c:v>
                </c:pt>
                <c:pt idx="1149">
                  <c:v>43829</c:v>
                </c:pt>
                <c:pt idx="1150">
                  <c:v>43828</c:v>
                </c:pt>
                <c:pt idx="1151">
                  <c:v>43827</c:v>
                </c:pt>
                <c:pt idx="1152">
                  <c:v>43826</c:v>
                </c:pt>
                <c:pt idx="1153">
                  <c:v>43825</c:v>
                </c:pt>
                <c:pt idx="1154">
                  <c:v>43824</c:v>
                </c:pt>
                <c:pt idx="1155">
                  <c:v>43823</c:v>
                </c:pt>
                <c:pt idx="1156">
                  <c:v>43822</c:v>
                </c:pt>
                <c:pt idx="1157">
                  <c:v>43821</c:v>
                </c:pt>
                <c:pt idx="1158">
                  <c:v>43820</c:v>
                </c:pt>
                <c:pt idx="1159">
                  <c:v>43819</c:v>
                </c:pt>
                <c:pt idx="1160">
                  <c:v>43818</c:v>
                </c:pt>
                <c:pt idx="1161">
                  <c:v>43817</c:v>
                </c:pt>
                <c:pt idx="1162">
                  <c:v>43816</c:v>
                </c:pt>
                <c:pt idx="1163">
                  <c:v>43815</c:v>
                </c:pt>
                <c:pt idx="1164">
                  <c:v>43814</c:v>
                </c:pt>
                <c:pt idx="1165">
                  <c:v>43813</c:v>
                </c:pt>
                <c:pt idx="1166">
                  <c:v>43812</c:v>
                </c:pt>
                <c:pt idx="1167">
                  <c:v>43811</c:v>
                </c:pt>
                <c:pt idx="1168">
                  <c:v>43810</c:v>
                </c:pt>
                <c:pt idx="1169">
                  <c:v>43809</c:v>
                </c:pt>
                <c:pt idx="1170">
                  <c:v>43808</c:v>
                </c:pt>
                <c:pt idx="1171">
                  <c:v>43807</c:v>
                </c:pt>
                <c:pt idx="1172">
                  <c:v>43806</c:v>
                </c:pt>
                <c:pt idx="1173">
                  <c:v>43805</c:v>
                </c:pt>
                <c:pt idx="1174">
                  <c:v>43804</c:v>
                </c:pt>
                <c:pt idx="1175">
                  <c:v>43803</c:v>
                </c:pt>
                <c:pt idx="1176">
                  <c:v>43802</c:v>
                </c:pt>
                <c:pt idx="1177">
                  <c:v>43801</c:v>
                </c:pt>
                <c:pt idx="1178">
                  <c:v>43800</c:v>
                </c:pt>
                <c:pt idx="1179">
                  <c:v>43799</c:v>
                </c:pt>
                <c:pt idx="1180">
                  <c:v>43798</c:v>
                </c:pt>
                <c:pt idx="1181">
                  <c:v>43797</c:v>
                </c:pt>
                <c:pt idx="1182">
                  <c:v>43796</c:v>
                </c:pt>
                <c:pt idx="1183">
                  <c:v>43795</c:v>
                </c:pt>
                <c:pt idx="1184">
                  <c:v>43794</c:v>
                </c:pt>
                <c:pt idx="1185">
                  <c:v>43793</c:v>
                </c:pt>
                <c:pt idx="1186">
                  <c:v>43792</c:v>
                </c:pt>
                <c:pt idx="1187">
                  <c:v>43791</c:v>
                </c:pt>
                <c:pt idx="1188">
                  <c:v>43790</c:v>
                </c:pt>
                <c:pt idx="1189">
                  <c:v>43789</c:v>
                </c:pt>
                <c:pt idx="1190">
                  <c:v>43788</c:v>
                </c:pt>
                <c:pt idx="1191">
                  <c:v>43787</c:v>
                </c:pt>
                <c:pt idx="1192">
                  <c:v>43786</c:v>
                </c:pt>
                <c:pt idx="1193">
                  <c:v>43785</c:v>
                </c:pt>
                <c:pt idx="1194">
                  <c:v>43784</c:v>
                </c:pt>
                <c:pt idx="1195">
                  <c:v>43783</c:v>
                </c:pt>
                <c:pt idx="1196">
                  <c:v>43782</c:v>
                </c:pt>
                <c:pt idx="1197">
                  <c:v>43781</c:v>
                </c:pt>
                <c:pt idx="1198">
                  <c:v>43780</c:v>
                </c:pt>
                <c:pt idx="1199">
                  <c:v>43779</c:v>
                </c:pt>
                <c:pt idx="1200">
                  <c:v>43778</c:v>
                </c:pt>
                <c:pt idx="1201">
                  <c:v>43777</c:v>
                </c:pt>
                <c:pt idx="1202">
                  <c:v>43776</c:v>
                </c:pt>
                <c:pt idx="1203">
                  <c:v>43775</c:v>
                </c:pt>
                <c:pt idx="1204">
                  <c:v>43774</c:v>
                </c:pt>
                <c:pt idx="1205">
                  <c:v>43773</c:v>
                </c:pt>
                <c:pt idx="1206">
                  <c:v>43772</c:v>
                </c:pt>
                <c:pt idx="1207">
                  <c:v>43771</c:v>
                </c:pt>
                <c:pt idx="1208">
                  <c:v>43770</c:v>
                </c:pt>
                <c:pt idx="1209">
                  <c:v>43769</c:v>
                </c:pt>
                <c:pt idx="1210">
                  <c:v>43768</c:v>
                </c:pt>
                <c:pt idx="1211">
                  <c:v>43767</c:v>
                </c:pt>
                <c:pt idx="1212">
                  <c:v>43766</c:v>
                </c:pt>
                <c:pt idx="1213">
                  <c:v>43765</c:v>
                </c:pt>
                <c:pt idx="1214">
                  <c:v>43764</c:v>
                </c:pt>
                <c:pt idx="1215">
                  <c:v>43763</c:v>
                </c:pt>
                <c:pt idx="1216">
                  <c:v>43762</c:v>
                </c:pt>
                <c:pt idx="1217">
                  <c:v>43761</c:v>
                </c:pt>
                <c:pt idx="1218">
                  <c:v>43760</c:v>
                </c:pt>
                <c:pt idx="1219">
                  <c:v>43759</c:v>
                </c:pt>
                <c:pt idx="1220">
                  <c:v>43758</c:v>
                </c:pt>
                <c:pt idx="1221">
                  <c:v>43757</c:v>
                </c:pt>
                <c:pt idx="1222">
                  <c:v>43756</c:v>
                </c:pt>
                <c:pt idx="1223">
                  <c:v>43755</c:v>
                </c:pt>
                <c:pt idx="1224">
                  <c:v>43754</c:v>
                </c:pt>
                <c:pt idx="1225">
                  <c:v>43753</c:v>
                </c:pt>
                <c:pt idx="1226">
                  <c:v>43752</c:v>
                </c:pt>
                <c:pt idx="1227">
                  <c:v>43751</c:v>
                </c:pt>
                <c:pt idx="1228">
                  <c:v>43750</c:v>
                </c:pt>
                <c:pt idx="1229">
                  <c:v>43749</c:v>
                </c:pt>
                <c:pt idx="1230">
                  <c:v>43748</c:v>
                </c:pt>
                <c:pt idx="1231">
                  <c:v>43747</c:v>
                </c:pt>
                <c:pt idx="1232">
                  <c:v>43746</c:v>
                </c:pt>
                <c:pt idx="1233">
                  <c:v>43745</c:v>
                </c:pt>
                <c:pt idx="1234">
                  <c:v>43744</c:v>
                </c:pt>
                <c:pt idx="1235">
                  <c:v>43743</c:v>
                </c:pt>
                <c:pt idx="1236">
                  <c:v>43742</c:v>
                </c:pt>
                <c:pt idx="1237">
                  <c:v>43741</c:v>
                </c:pt>
                <c:pt idx="1238">
                  <c:v>43740</c:v>
                </c:pt>
                <c:pt idx="1239">
                  <c:v>43739</c:v>
                </c:pt>
                <c:pt idx="1240">
                  <c:v>43738</c:v>
                </c:pt>
                <c:pt idx="1241">
                  <c:v>43737</c:v>
                </c:pt>
                <c:pt idx="1242">
                  <c:v>43736</c:v>
                </c:pt>
                <c:pt idx="1243">
                  <c:v>43735</c:v>
                </c:pt>
                <c:pt idx="1244">
                  <c:v>43734</c:v>
                </c:pt>
                <c:pt idx="1245">
                  <c:v>43733</c:v>
                </c:pt>
                <c:pt idx="1246">
                  <c:v>43732</c:v>
                </c:pt>
                <c:pt idx="1247">
                  <c:v>43731</c:v>
                </c:pt>
                <c:pt idx="1248">
                  <c:v>43730</c:v>
                </c:pt>
                <c:pt idx="1249">
                  <c:v>43729</c:v>
                </c:pt>
                <c:pt idx="1250">
                  <c:v>43728</c:v>
                </c:pt>
                <c:pt idx="1251">
                  <c:v>43727</c:v>
                </c:pt>
                <c:pt idx="1252">
                  <c:v>43726</c:v>
                </c:pt>
                <c:pt idx="1253">
                  <c:v>43725</c:v>
                </c:pt>
                <c:pt idx="1254">
                  <c:v>43724</c:v>
                </c:pt>
                <c:pt idx="1255">
                  <c:v>43723</c:v>
                </c:pt>
                <c:pt idx="1256">
                  <c:v>43722</c:v>
                </c:pt>
                <c:pt idx="1257">
                  <c:v>43721</c:v>
                </c:pt>
                <c:pt idx="1258">
                  <c:v>43720</c:v>
                </c:pt>
                <c:pt idx="1259">
                  <c:v>43719</c:v>
                </c:pt>
                <c:pt idx="1260">
                  <c:v>43718</c:v>
                </c:pt>
                <c:pt idx="1261">
                  <c:v>43717</c:v>
                </c:pt>
                <c:pt idx="1262">
                  <c:v>43716</c:v>
                </c:pt>
                <c:pt idx="1263">
                  <c:v>43715</c:v>
                </c:pt>
                <c:pt idx="1264">
                  <c:v>43714</c:v>
                </c:pt>
                <c:pt idx="1265">
                  <c:v>43713</c:v>
                </c:pt>
                <c:pt idx="1266">
                  <c:v>43712</c:v>
                </c:pt>
                <c:pt idx="1267">
                  <c:v>43711</c:v>
                </c:pt>
                <c:pt idx="1268">
                  <c:v>43710</c:v>
                </c:pt>
                <c:pt idx="1269">
                  <c:v>43709</c:v>
                </c:pt>
                <c:pt idx="1270">
                  <c:v>43708</c:v>
                </c:pt>
                <c:pt idx="1271">
                  <c:v>43707</c:v>
                </c:pt>
                <c:pt idx="1272">
                  <c:v>43706</c:v>
                </c:pt>
                <c:pt idx="1273">
                  <c:v>43705</c:v>
                </c:pt>
                <c:pt idx="1274">
                  <c:v>43704</c:v>
                </c:pt>
                <c:pt idx="1275">
                  <c:v>43703</c:v>
                </c:pt>
                <c:pt idx="1276">
                  <c:v>43702</c:v>
                </c:pt>
                <c:pt idx="1277">
                  <c:v>43701</c:v>
                </c:pt>
                <c:pt idx="1278">
                  <c:v>43700</c:v>
                </c:pt>
                <c:pt idx="1279">
                  <c:v>43699</c:v>
                </c:pt>
                <c:pt idx="1280">
                  <c:v>43698</c:v>
                </c:pt>
                <c:pt idx="1281">
                  <c:v>43697</c:v>
                </c:pt>
                <c:pt idx="1282">
                  <c:v>43696</c:v>
                </c:pt>
                <c:pt idx="1283">
                  <c:v>43695</c:v>
                </c:pt>
                <c:pt idx="1284">
                  <c:v>43694</c:v>
                </c:pt>
                <c:pt idx="1285">
                  <c:v>43693</c:v>
                </c:pt>
                <c:pt idx="1286">
                  <c:v>43692</c:v>
                </c:pt>
                <c:pt idx="1287">
                  <c:v>43691</c:v>
                </c:pt>
                <c:pt idx="1288">
                  <c:v>43690</c:v>
                </c:pt>
                <c:pt idx="1289">
                  <c:v>43689</c:v>
                </c:pt>
                <c:pt idx="1290">
                  <c:v>43688</c:v>
                </c:pt>
                <c:pt idx="1291">
                  <c:v>43687</c:v>
                </c:pt>
                <c:pt idx="1292">
                  <c:v>43686</c:v>
                </c:pt>
                <c:pt idx="1293">
                  <c:v>43685</c:v>
                </c:pt>
                <c:pt idx="1294">
                  <c:v>43684</c:v>
                </c:pt>
                <c:pt idx="1295">
                  <c:v>43683</c:v>
                </c:pt>
                <c:pt idx="1296">
                  <c:v>43682</c:v>
                </c:pt>
                <c:pt idx="1297">
                  <c:v>43681</c:v>
                </c:pt>
                <c:pt idx="1298">
                  <c:v>43680</c:v>
                </c:pt>
                <c:pt idx="1299">
                  <c:v>43679</c:v>
                </c:pt>
                <c:pt idx="1300">
                  <c:v>43678</c:v>
                </c:pt>
                <c:pt idx="1301">
                  <c:v>43677</c:v>
                </c:pt>
                <c:pt idx="1302">
                  <c:v>43676</c:v>
                </c:pt>
                <c:pt idx="1303">
                  <c:v>43675</c:v>
                </c:pt>
                <c:pt idx="1304">
                  <c:v>43674</c:v>
                </c:pt>
                <c:pt idx="1305">
                  <c:v>43673</c:v>
                </c:pt>
                <c:pt idx="1306">
                  <c:v>43672</c:v>
                </c:pt>
                <c:pt idx="1307">
                  <c:v>43671</c:v>
                </c:pt>
                <c:pt idx="1308">
                  <c:v>43670</c:v>
                </c:pt>
                <c:pt idx="1309">
                  <c:v>43669</c:v>
                </c:pt>
                <c:pt idx="1310">
                  <c:v>43668</c:v>
                </c:pt>
                <c:pt idx="1311">
                  <c:v>43667</c:v>
                </c:pt>
                <c:pt idx="1312">
                  <c:v>43666</c:v>
                </c:pt>
                <c:pt idx="1313">
                  <c:v>43665</c:v>
                </c:pt>
                <c:pt idx="1314">
                  <c:v>43664</c:v>
                </c:pt>
                <c:pt idx="1315">
                  <c:v>43663</c:v>
                </c:pt>
                <c:pt idx="1316">
                  <c:v>43662</c:v>
                </c:pt>
                <c:pt idx="1317">
                  <c:v>43661</c:v>
                </c:pt>
                <c:pt idx="1318">
                  <c:v>43660</c:v>
                </c:pt>
                <c:pt idx="1319">
                  <c:v>43659</c:v>
                </c:pt>
                <c:pt idx="1320">
                  <c:v>43658</c:v>
                </c:pt>
                <c:pt idx="1321">
                  <c:v>43657</c:v>
                </c:pt>
                <c:pt idx="1322">
                  <c:v>43656</c:v>
                </c:pt>
                <c:pt idx="1323">
                  <c:v>43655</c:v>
                </c:pt>
                <c:pt idx="1324">
                  <c:v>43654</c:v>
                </c:pt>
                <c:pt idx="1325">
                  <c:v>43653</c:v>
                </c:pt>
                <c:pt idx="1326">
                  <c:v>43652</c:v>
                </c:pt>
                <c:pt idx="1327">
                  <c:v>43651</c:v>
                </c:pt>
                <c:pt idx="1328">
                  <c:v>43650</c:v>
                </c:pt>
                <c:pt idx="1329">
                  <c:v>43649</c:v>
                </c:pt>
                <c:pt idx="1330">
                  <c:v>43648</c:v>
                </c:pt>
                <c:pt idx="1331">
                  <c:v>43647</c:v>
                </c:pt>
                <c:pt idx="1332">
                  <c:v>43646</c:v>
                </c:pt>
                <c:pt idx="1333">
                  <c:v>43645</c:v>
                </c:pt>
                <c:pt idx="1334">
                  <c:v>43644</c:v>
                </c:pt>
                <c:pt idx="1335">
                  <c:v>43643</c:v>
                </c:pt>
                <c:pt idx="1336">
                  <c:v>43642</c:v>
                </c:pt>
                <c:pt idx="1337">
                  <c:v>43641</c:v>
                </c:pt>
                <c:pt idx="1338">
                  <c:v>43640</c:v>
                </c:pt>
                <c:pt idx="1339">
                  <c:v>43639</c:v>
                </c:pt>
                <c:pt idx="1340">
                  <c:v>43638</c:v>
                </c:pt>
                <c:pt idx="1341">
                  <c:v>43637</c:v>
                </c:pt>
                <c:pt idx="1342">
                  <c:v>43636</c:v>
                </c:pt>
                <c:pt idx="1343">
                  <c:v>43635</c:v>
                </c:pt>
                <c:pt idx="1344">
                  <c:v>43634</c:v>
                </c:pt>
                <c:pt idx="1345">
                  <c:v>43633</c:v>
                </c:pt>
                <c:pt idx="1346">
                  <c:v>43632</c:v>
                </c:pt>
                <c:pt idx="1347">
                  <c:v>43631</c:v>
                </c:pt>
                <c:pt idx="1348">
                  <c:v>43630</c:v>
                </c:pt>
                <c:pt idx="1349">
                  <c:v>43629</c:v>
                </c:pt>
                <c:pt idx="1350">
                  <c:v>43628</c:v>
                </c:pt>
                <c:pt idx="1351">
                  <c:v>43627</c:v>
                </c:pt>
                <c:pt idx="1352">
                  <c:v>43626</c:v>
                </c:pt>
                <c:pt idx="1353">
                  <c:v>43625</c:v>
                </c:pt>
                <c:pt idx="1354">
                  <c:v>43624</c:v>
                </c:pt>
                <c:pt idx="1355">
                  <c:v>43623</c:v>
                </c:pt>
                <c:pt idx="1356">
                  <c:v>43622</c:v>
                </c:pt>
                <c:pt idx="1357">
                  <c:v>43621</c:v>
                </c:pt>
                <c:pt idx="1358">
                  <c:v>43620</c:v>
                </c:pt>
                <c:pt idx="1359">
                  <c:v>43619</c:v>
                </c:pt>
                <c:pt idx="1360">
                  <c:v>43618</c:v>
                </c:pt>
                <c:pt idx="1361">
                  <c:v>43617</c:v>
                </c:pt>
                <c:pt idx="1362">
                  <c:v>43616</c:v>
                </c:pt>
                <c:pt idx="1363">
                  <c:v>43615</c:v>
                </c:pt>
                <c:pt idx="1364">
                  <c:v>43614</c:v>
                </c:pt>
                <c:pt idx="1365">
                  <c:v>43613</c:v>
                </c:pt>
                <c:pt idx="1366">
                  <c:v>43612</c:v>
                </c:pt>
                <c:pt idx="1367">
                  <c:v>43611</c:v>
                </c:pt>
                <c:pt idx="1368">
                  <c:v>43610</c:v>
                </c:pt>
                <c:pt idx="1369">
                  <c:v>43609</c:v>
                </c:pt>
                <c:pt idx="1370">
                  <c:v>43608</c:v>
                </c:pt>
                <c:pt idx="1371">
                  <c:v>43607</c:v>
                </c:pt>
                <c:pt idx="1372">
                  <c:v>43606</c:v>
                </c:pt>
                <c:pt idx="1373">
                  <c:v>43605</c:v>
                </c:pt>
                <c:pt idx="1374">
                  <c:v>43604</c:v>
                </c:pt>
                <c:pt idx="1375">
                  <c:v>43603</c:v>
                </c:pt>
                <c:pt idx="1376">
                  <c:v>43602</c:v>
                </c:pt>
                <c:pt idx="1377">
                  <c:v>43601</c:v>
                </c:pt>
                <c:pt idx="1378">
                  <c:v>43600</c:v>
                </c:pt>
                <c:pt idx="1379">
                  <c:v>43599</c:v>
                </c:pt>
                <c:pt idx="1380">
                  <c:v>43598</c:v>
                </c:pt>
                <c:pt idx="1381">
                  <c:v>43597</c:v>
                </c:pt>
                <c:pt idx="1382">
                  <c:v>43596</c:v>
                </c:pt>
                <c:pt idx="1383">
                  <c:v>43595</c:v>
                </c:pt>
                <c:pt idx="1384">
                  <c:v>43594</c:v>
                </c:pt>
                <c:pt idx="1385">
                  <c:v>43593</c:v>
                </c:pt>
                <c:pt idx="1386">
                  <c:v>43592</c:v>
                </c:pt>
                <c:pt idx="1387">
                  <c:v>43591</c:v>
                </c:pt>
                <c:pt idx="1388">
                  <c:v>43590</c:v>
                </c:pt>
                <c:pt idx="1389">
                  <c:v>43589</c:v>
                </c:pt>
                <c:pt idx="1390">
                  <c:v>43588</c:v>
                </c:pt>
                <c:pt idx="1391">
                  <c:v>43587</c:v>
                </c:pt>
                <c:pt idx="1392">
                  <c:v>43586</c:v>
                </c:pt>
                <c:pt idx="1393">
                  <c:v>43585</c:v>
                </c:pt>
                <c:pt idx="1394">
                  <c:v>43584</c:v>
                </c:pt>
                <c:pt idx="1395">
                  <c:v>43583</c:v>
                </c:pt>
                <c:pt idx="1396">
                  <c:v>43582</c:v>
                </c:pt>
                <c:pt idx="1397">
                  <c:v>43581</c:v>
                </c:pt>
                <c:pt idx="1398">
                  <c:v>43580</c:v>
                </c:pt>
                <c:pt idx="1399">
                  <c:v>43579</c:v>
                </c:pt>
                <c:pt idx="1400">
                  <c:v>43578</c:v>
                </c:pt>
                <c:pt idx="1401">
                  <c:v>43577</c:v>
                </c:pt>
                <c:pt idx="1402">
                  <c:v>43576</c:v>
                </c:pt>
                <c:pt idx="1403">
                  <c:v>43575</c:v>
                </c:pt>
                <c:pt idx="1404">
                  <c:v>43574</c:v>
                </c:pt>
                <c:pt idx="1405">
                  <c:v>43573</c:v>
                </c:pt>
                <c:pt idx="1406">
                  <c:v>43572</c:v>
                </c:pt>
                <c:pt idx="1407">
                  <c:v>43571</c:v>
                </c:pt>
                <c:pt idx="1408">
                  <c:v>43570</c:v>
                </c:pt>
                <c:pt idx="1409">
                  <c:v>43569</c:v>
                </c:pt>
                <c:pt idx="1410">
                  <c:v>43568</c:v>
                </c:pt>
                <c:pt idx="1411">
                  <c:v>43567</c:v>
                </c:pt>
                <c:pt idx="1412">
                  <c:v>43566</c:v>
                </c:pt>
                <c:pt idx="1413">
                  <c:v>43565</c:v>
                </c:pt>
                <c:pt idx="1414">
                  <c:v>43564</c:v>
                </c:pt>
                <c:pt idx="1415">
                  <c:v>43563</c:v>
                </c:pt>
                <c:pt idx="1416">
                  <c:v>43562</c:v>
                </c:pt>
                <c:pt idx="1417">
                  <c:v>43561</c:v>
                </c:pt>
                <c:pt idx="1418">
                  <c:v>43560</c:v>
                </c:pt>
                <c:pt idx="1419">
                  <c:v>43559</c:v>
                </c:pt>
                <c:pt idx="1420">
                  <c:v>43558</c:v>
                </c:pt>
                <c:pt idx="1421">
                  <c:v>43557</c:v>
                </c:pt>
                <c:pt idx="1422">
                  <c:v>43556</c:v>
                </c:pt>
                <c:pt idx="1423">
                  <c:v>43555</c:v>
                </c:pt>
                <c:pt idx="1424">
                  <c:v>43554</c:v>
                </c:pt>
                <c:pt idx="1425">
                  <c:v>43553</c:v>
                </c:pt>
                <c:pt idx="1426">
                  <c:v>43552</c:v>
                </c:pt>
                <c:pt idx="1427">
                  <c:v>43551</c:v>
                </c:pt>
                <c:pt idx="1428">
                  <c:v>43550</c:v>
                </c:pt>
                <c:pt idx="1429">
                  <c:v>43549</c:v>
                </c:pt>
                <c:pt idx="1430">
                  <c:v>43548</c:v>
                </c:pt>
                <c:pt idx="1431">
                  <c:v>43547</c:v>
                </c:pt>
                <c:pt idx="1432">
                  <c:v>43546</c:v>
                </c:pt>
                <c:pt idx="1433">
                  <c:v>43545</c:v>
                </c:pt>
                <c:pt idx="1434">
                  <c:v>43544</c:v>
                </c:pt>
                <c:pt idx="1435">
                  <c:v>43543</c:v>
                </c:pt>
                <c:pt idx="1436">
                  <c:v>43542</c:v>
                </c:pt>
                <c:pt idx="1437">
                  <c:v>43541</c:v>
                </c:pt>
                <c:pt idx="1438">
                  <c:v>43540</c:v>
                </c:pt>
                <c:pt idx="1439">
                  <c:v>43539</c:v>
                </c:pt>
                <c:pt idx="1440">
                  <c:v>43538</c:v>
                </c:pt>
                <c:pt idx="1441">
                  <c:v>43537</c:v>
                </c:pt>
                <c:pt idx="1442">
                  <c:v>43536</c:v>
                </c:pt>
                <c:pt idx="1443">
                  <c:v>43535</c:v>
                </c:pt>
                <c:pt idx="1444">
                  <c:v>43534</c:v>
                </c:pt>
                <c:pt idx="1445">
                  <c:v>43533</c:v>
                </c:pt>
                <c:pt idx="1446">
                  <c:v>43532</c:v>
                </c:pt>
                <c:pt idx="1447">
                  <c:v>43531</c:v>
                </c:pt>
                <c:pt idx="1448">
                  <c:v>43530</c:v>
                </c:pt>
                <c:pt idx="1449">
                  <c:v>43529</c:v>
                </c:pt>
                <c:pt idx="1450">
                  <c:v>43528</c:v>
                </c:pt>
                <c:pt idx="1451">
                  <c:v>43527</c:v>
                </c:pt>
                <c:pt idx="1452">
                  <c:v>43526</c:v>
                </c:pt>
                <c:pt idx="1453">
                  <c:v>43525</c:v>
                </c:pt>
                <c:pt idx="1454">
                  <c:v>43524</c:v>
                </c:pt>
                <c:pt idx="1455">
                  <c:v>43523</c:v>
                </c:pt>
                <c:pt idx="1456">
                  <c:v>43522</c:v>
                </c:pt>
                <c:pt idx="1457">
                  <c:v>43521</c:v>
                </c:pt>
                <c:pt idx="1458">
                  <c:v>43520</c:v>
                </c:pt>
                <c:pt idx="1459">
                  <c:v>43519</c:v>
                </c:pt>
                <c:pt idx="1460">
                  <c:v>43518</c:v>
                </c:pt>
                <c:pt idx="1461">
                  <c:v>43517</c:v>
                </c:pt>
                <c:pt idx="1462">
                  <c:v>43516</c:v>
                </c:pt>
                <c:pt idx="1463">
                  <c:v>43515</c:v>
                </c:pt>
                <c:pt idx="1464">
                  <c:v>43514</c:v>
                </c:pt>
                <c:pt idx="1465">
                  <c:v>43513</c:v>
                </c:pt>
                <c:pt idx="1466">
                  <c:v>43512</c:v>
                </c:pt>
                <c:pt idx="1467">
                  <c:v>43511</c:v>
                </c:pt>
                <c:pt idx="1468">
                  <c:v>43510</c:v>
                </c:pt>
                <c:pt idx="1469">
                  <c:v>43509</c:v>
                </c:pt>
                <c:pt idx="1470">
                  <c:v>43508</c:v>
                </c:pt>
                <c:pt idx="1471">
                  <c:v>43507</c:v>
                </c:pt>
                <c:pt idx="1472">
                  <c:v>43506</c:v>
                </c:pt>
                <c:pt idx="1473">
                  <c:v>43505</c:v>
                </c:pt>
                <c:pt idx="1474">
                  <c:v>43504</c:v>
                </c:pt>
                <c:pt idx="1475">
                  <c:v>43503</c:v>
                </c:pt>
                <c:pt idx="1476">
                  <c:v>43502</c:v>
                </c:pt>
                <c:pt idx="1477">
                  <c:v>43501</c:v>
                </c:pt>
                <c:pt idx="1478">
                  <c:v>43500</c:v>
                </c:pt>
                <c:pt idx="1479">
                  <c:v>43499</c:v>
                </c:pt>
                <c:pt idx="1480">
                  <c:v>43498</c:v>
                </c:pt>
                <c:pt idx="1481">
                  <c:v>43497</c:v>
                </c:pt>
                <c:pt idx="1482">
                  <c:v>43496</c:v>
                </c:pt>
                <c:pt idx="1483">
                  <c:v>43495</c:v>
                </c:pt>
                <c:pt idx="1484">
                  <c:v>43494</c:v>
                </c:pt>
                <c:pt idx="1485">
                  <c:v>43493</c:v>
                </c:pt>
                <c:pt idx="1486">
                  <c:v>43492</c:v>
                </c:pt>
                <c:pt idx="1487">
                  <c:v>43491</c:v>
                </c:pt>
                <c:pt idx="1488">
                  <c:v>43490</c:v>
                </c:pt>
                <c:pt idx="1489">
                  <c:v>43489</c:v>
                </c:pt>
                <c:pt idx="1490">
                  <c:v>43488</c:v>
                </c:pt>
                <c:pt idx="1491">
                  <c:v>43487</c:v>
                </c:pt>
                <c:pt idx="1492">
                  <c:v>43486</c:v>
                </c:pt>
                <c:pt idx="1493">
                  <c:v>43485</c:v>
                </c:pt>
                <c:pt idx="1494">
                  <c:v>43484</c:v>
                </c:pt>
                <c:pt idx="1495">
                  <c:v>43483</c:v>
                </c:pt>
                <c:pt idx="1496">
                  <c:v>43482</c:v>
                </c:pt>
                <c:pt idx="1497">
                  <c:v>43481</c:v>
                </c:pt>
                <c:pt idx="1498">
                  <c:v>43480</c:v>
                </c:pt>
                <c:pt idx="1499">
                  <c:v>43479</c:v>
                </c:pt>
                <c:pt idx="1500">
                  <c:v>43478</c:v>
                </c:pt>
                <c:pt idx="1501">
                  <c:v>43477</c:v>
                </c:pt>
                <c:pt idx="1502">
                  <c:v>43476</c:v>
                </c:pt>
                <c:pt idx="1503">
                  <c:v>43475</c:v>
                </c:pt>
                <c:pt idx="1504">
                  <c:v>43474</c:v>
                </c:pt>
                <c:pt idx="1505">
                  <c:v>43473</c:v>
                </c:pt>
                <c:pt idx="1506">
                  <c:v>43472</c:v>
                </c:pt>
                <c:pt idx="1507">
                  <c:v>43471</c:v>
                </c:pt>
                <c:pt idx="1508">
                  <c:v>43470</c:v>
                </c:pt>
                <c:pt idx="1509">
                  <c:v>43469</c:v>
                </c:pt>
                <c:pt idx="1510">
                  <c:v>43468</c:v>
                </c:pt>
                <c:pt idx="1511">
                  <c:v>43467</c:v>
                </c:pt>
                <c:pt idx="1512">
                  <c:v>43466</c:v>
                </c:pt>
                <c:pt idx="1513">
                  <c:v>43465</c:v>
                </c:pt>
                <c:pt idx="1514">
                  <c:v>43464</c:v>
                </c:pt>
                <c:pt idx="1515">
                  <c:v>43463</c:v>
                </c:pt>
                <c:pt idx="1516">
                  <c:v>43462</c:v>
                </c:pt>
                <c:pt idx="1517">
                  <c:v>43461</c:v>
                </c:pt>
                <c:pt idx="1518">
                  <c:v>43460</c:v>
                </c:pt>
                <c:pt idx="1519">
                  <c:v>43459</c:v>
                </c:pt>
                <c:pt idx="1520">
                  <c:v>43458</c:v>
                </c:pt>
                <c:pt idx="1521">
                  <c:v>43457</c:v>
                </c:pt>
                <c:pt idx="1522">
                  <c:v>43456</c:v>
                </c:pt>
                <c:pt idx="1523">
                  <c:v>43455</c:v>
                </c:pt>
                <c:pt idx="1524">
                  <c:v>43454</c:v>
                </c:pt>
                <c:pt idx="1525">
                  <c:v>43453</c:v>
                </c:pt>
                <c:pt idx="1526">
                  <c:v>43452</c:v>
                </c:pt>
                <c:pt idx="1527">
                  <c:v>43451</c:v>
                </c:pt>
                <c:pt idx="1528">
                  <c:v>43450</c:v>
                </c:pt>
                <c:pt idx="1529">
                  <c:v>43449</c:v>
                </c:pt>
                <c:pt idx="1530">
                  <c:v>43448</c:v>
                </c:pt>
                <c:pt idx="1531">
                  <c:v>43447</c:v>
                </c:pt>
                <c:pt idx="1532">
                  <c:v>43446</c:v>
                </c:pt>
                <c:pt idx="1533">
                  <c:v>43445</c:v>
                </c:pt>
                <c:pt idx="1534">
                  <c:v>43444</c:v>
                </c:pt>
                <c:pt idx="1535">
                  <c:v>43443</c:v>
                </c:pt>
                <c:pt idx="1536">
                  <c:v>43442</c:v>
                </c:pt>
                <c:pt idx="1537">
                  <c:v>43441</c:v>
                </c:pt>
                <c:pt idx="1538">
                  <c:v>43440</c:v>
                </c:pt>
                <c:pt idx="1539">
                  <c:v>43439</c:v>
                </c:pt>
                <c:pt idx="1540">
                  <c:v>43438</c:v>
                </c:pt>
                <c:pt idx="1541">
                  <c:v>43437</c:v>
                </c:pt>
                <c:pt idx="1542">
                  <c:v>43436</c:v>
                </c:pt>
                <c:pt idx="1543">
                  <c:v>43435</c:v>
                </c:pt>
                <c:pt idx="1544">
                  <c:v>43434</c:v>
                </c:pt>
                <c:pt idx="1545">
                  <c:v>43433</c:v>
                </c:pt>
                <c:pt idx="1546">
                  <c:v>43432</c:v>
                </c:pt>
                <c:pt idx="1547">
                  <c:v>43431</c:v>
                </c:pt>
                <c:pt idx="1548">
                  <c:v>43430</c:v>
                </c:pt>
                <c:pt idx="1549">
                  <c:v>43429</c:v>
                </c:pt>
                <c:pt idx="1550">
                  <c:v>43428</c:v>
                </c:pt>
                <c:pt idx="1551">
                  <c:v>43427</c:v>
                </c:pt>
                <c:pt idx="1552">
                  <c:v>43426</c:v>
                </c:pt>
                <c:pt idx="1553">
                  <c:v>43425</c:v>
                </c:pt>
                <c:pt idx="1554">
                  <c:v>43424</c:v>
                </c:pt>
                <c:pt idx="1555">
                  <c:v>43423</c:v>
                </c:pt>
                <c:pt idx="1556">
                  <c:v>43422</c:v>
                </c:pt>
                <c:pt idx="1557">
                  <c:v>43421</c:v>
                </c:pt>
                <c:pt idx="1558">
                  <c:v>43420</c:v>
                </c:pt>
                <c:pt idx="1559">
                  <c:v>43419</c:v>
                </c:pt>
                <c:pt idx="1560">
                  <c:v>43418</c:v>
                </c:pt>
                <c:pt idx="1561">
                  <c:v>43417</c:v>
                </c:pt>
                <c:pt idx="1562">
                  <c:v>43416</c:v>
                </c:pt>
                <c:pt idx="1563">
                  <c:v>43415</c:v>
                </c:pt>
                <c:pt idx="1564">
                  <c:v>43414</c:v>
                </c:pt>
                <c:pt idx="1565">
                  <c:v>43413</c:v>
                </c:pt>
                <c:pt idx="1566">
                  <c:v>43412</c:v>
                </c:pt>
                <c:pt idx="1567">
                  <c:v>43411</c:v>
                </c:pt>
                <c:pt idx="1568">
                  <c:v>43410</c:v>
                </c:pt>
                <c:pt idx="1569">
                  <c:v>43409</c:v>
                </c:pt>
                <c:pt idx="1570">
                  <c:v>43408</c:v>
                </c:pt>
                <c:pt idx="1571">
                  <c:v>43407</c:v>
                </c:pt>
                <c:pt idx="1572">
                  <c:v>43406</c:v>
                </c:pt>
                <c:pt idx="1573">
                  <c:v>43405</c:v>
                </c:pt>
                <c:pt idx="1574">
                  <c:v>43404</c:v>
                </c:pt>
                <c:pt idx="1575">
                  <c:v>43403</c:v>
                </c:pt>
                <c:pt idx="1576">
                  <c:v>43402</c:v>
                </c:pt>
                <c:pt idx="1577">
                  <c:v>43401</c:v>
                </c:pt>
                <c:pt idx="1578">
                  <c:v>43400</c:v>
                </c:pt>
                <c:pt idx="1579">
                  <c:v>43399</c:v>
                </c:pt>
                <c:pt idx="1580">
                  <c:v>43398</c:v>
                </c:pt>
                <c:pt idx="1581">
                  <c:v>43397</c:v>
                </c:pt>
                <c:pt idx="1582">
                  <c:v>43396</c:v>
                </c:pt>
                <c:pt idx="1583">
                  <c:v>43395</c:v>
                </c:pt>
                <c:pt idx="1584">
                  <c:v>43394</c:v>
                </c:pt>
                <c:pt idx="1585">
                  <c:v>43393</c:v>
                </c:pt>
                <c:pt idx="1586">
                  <c:v>43392</c:v>
                </c:pt>
                <c:pt idx="1587">
                  <c:v>43391</c:v>
                </c:pt>
                <c:pt idx="1588">
                  <c:v>43390</c:v>
                </c:pt>
                <c:pt idx="1589">
                  <c:v>43389</c:v>
                </c:pt>
                <c:pt idx="1590">
                  <c:v>43388</c:v>
                </c:pt>
                <c:pt idx="1591">
                  <c:v>43387</c:v>
                </c:pt>
                <c:pt idx="1592">
                  <c:v>43386</c:v>
                </c:pt>
                <c:pt idx="1593">
                  <c:v>43385</c:v>
                </c:pt>
                <c:pt idx="1594">
                  <c:v>43384</c:v>
                </c:pt>
                <c:pt idx="1595">
                  <c:v>43383</c:v>
                </c:pt>
                <c:pt idx="1596">
                  <c:v>43382</c:v>
                </c:pt>
                <c:pt idx="1597">
                  <c:v>43381</c:v>
                </c:pt>
                <c:pt idx="1598">
                  <c:v>43380</c:v>
                </c:pt>
                <c:pt idx="1599">
                  <c:v>43379</c:v>
                </c:pt>
                <c:pt idx="1600">
                  <c:v>43378</c:v>
                </c:pt>
                <c:pt idx="1601">
                  <c:v>43377</c:v>
                </c:pt>
                <c:pt idx="1602">
                  <c:v>43376</c:v>
                </c:pt>
                <c:pt idx="1603">
                  <c:v>43375</c:v>
                </c:pt>
                <c:pt idx="1604">
                  <c:v>43374</c:v>
                </c:pt>
                <c:pt idx="1605">
                  <c:v>43373</c:v>
                </c:pt>
                <c:pt idx="1606">
                  <c:v>43372</c:v>
                </c:pt>
                <c:pt idx="1607">
                  <c:v>43371</c:v>
                </c:pt>
                <c:pt idx="1608">
                  <c:v>43370</c:v>
                </c:pt>
                <c:pt idx="1609">
                  <c:v>43369</c:v>
                </c:pt>
                <c:pt idx="1610">
                  <c:v>43368</c:v>
                </c:pt>
                <c:pt idx="1611">
                  <c:v>43367</c:v>
                </c:pt>
                <c:pt idx="1612">
                  <c:v>43366</c:v>
                </c:pt>
                <c:pt idx="1613">
                  <c:v>43365</c:v>
                </c:pt>
                <c:pt idx="1614">
                  <c:v>43364</c:v>
                </c:pt>
                <c:pt idx="1615">
                  <c:v>43363</c:v>
                </c:pt>
                <c:pt idx="1616">
                  <c:v>43362</c:v>
                </c:pt>
                <c:pt idx="1617">
                  <c:v>43361</c:v>
                </c:pt>
                <c:pt idx="1618">
                  <c:v>43360</c:v>
                </c:pt>
                <c:pt idx="1619">
                  <c:v>43359</c:v>
                </c:pt>
                <c:pt idx="1620">
                  <c:v>43358</c:v>
                </c:pt>
                <c:pt idx="1621">
                  <c:v>43357</c:v>
                </c:pt>
                <c:pt idx="1622">
                  <c:v>43356</c:v>
                </c:pt>
                <c:pt idx="1623">
                  <c:v>43355</c:v>
                </c:pt>
                <c:pt idx="1624">
                  <c:v>43354</c:v>
                </c:pt>
                <c:pt idx="1625">
                  <c:v>43353</c:v>
                </c:pt>
                <c:pt idx="1626">
                  <c:v>43352</c:v>
                </c:pt>
                <c:pt idx="1627">
                  <c:v>43351</c:v>
                </c:pt>
                <c:pt idx="1628">
                  <c:v>43350</c:v>
                </c:pt>
                <c:pt idx="1629">
                  <c:v>43349</c:v>
                </c:pt>
                <c:pt idx="1630">
                  <c:v>43348</c:v>
                </c:pt>
                <c:pt idx="1631">
                  <c:v>43347</c:v>
                </c:pt>
                <c:pt idx="1632">
                  <c:v>43346</c:v>
                </c:pt>
                <c:pt idx="1633">
                  <c:v>43345</c:v>
                </c:pt>
                <c:pt idx="1634">
                  <c:v>43344</c:v>
                </c:pt>
                <c:pt idx="1635">
                  <c:v>43343</c:v>
                </c:pt>
                <c:pt idx="1636">
                  <c:v>43342</c:v>
                </c:pt>
                <c:pt idx="1637">
                  <c:v>43341</c:v>
                </c:pt>
                <c:pt idx="1638">
                  <c:v>43340</c:v>
                </c:pt>
                <c:pt idx="1639">
                  <c:v>43339</c:v>
                </c:pt>
                <c:pt idx="1640">
                  <c:v>43338</c:v>
                </c:pt>
                <c:pt idx="1641">
                  <c:v>43337</c:v>
                </c:pt>
                <c:pt idx="1642">
                  <c:v>43336</c:v>
                </c:pt>
                <c:pt idx="1643">
                  <c:v>43335</c:v>
                </c:pt>
                <c:pt idx="1644">
                  <c:v>43334</c:v>
                </c:pt>
                <c:pt idx="1645">
                  <c:v>43333</c:v>
                </c:pt>
                <c:pt idx="1646">
                  <c:v>43332</c:v>
                </c:pt>
                <c:pt idx="1647">
                  <c:v>43331</c:v>
                </c:pt>
                <c:pt idx="1648">
                  <c:v>43330</c:v>
                </c:pt>
                <c:pt idx="1649">
                  <c:v>43329</c:v>
                </c:pt>
                <c:pt idx="1650">
                  <c:v>43328</c:v>
                </c:pt>
                <c:pt idx="1651">
                  <c:v>43327</c:v>
                </c:pt>
                <c:pt idx="1652">
                  <c:v>43326</c:v>
                </c:pt>
                <c:pt idx="1653">
                  <c:v>43325</c:v>
                </c:pt>
                <c:pt idx="1654">
                  <c:v>43324</c:v>
                </c:pt>
                <c:pt idx="1655">
                  <c:v>43323</c:v>
                </c:pt>
                <c:pt idx="1656">
                  <c:v>43322</c:v>
                </c:pt>
                <c:pt idx="1657">
                  <c:v>43321</c:v>
                </c:pt>
                <c:pt idx="1658">
                  <c:v>43320</c:v>
                </c:pt>
                <c:pt idx="1659">
                  <c:v>43319</c:v>
                </c:pt>
                <c:pt idx="1660">
                  <c:v>43318</c:v>
                </c:pt>
                <c:pt idx="1661">
                  <c:v>43317</c:v>
                </c:pt>
                <c:pt idx="1662">
                  <c:v>43316</c:v>
                </c:pt>
                <c:pt idx="1663">
                  <c:v>43315</c:v>
                </c:pt>
                <c:pt idx="1664">
                  <c:v>43314</c:v>
                </c:pt>
                <c:pt idx="1665">
                  <c:v>43313</c:v>
                </c:pt>
              </c:numCache>
            </c:numRef>
          </c:cat>
          <c:val>
            <c:numRef>
              <c:f>'磷酸铁锂价格、库存'!$B$2:$B$1667</c:f>
              <c:numCache>
                <c:formatCode>General</c:formatCode>
                <c:ptCount val="1666"/>
                <c:pt idx="0">
                  <c:v>141000</c:v>
                </c:pt>
                <c:pt idx="1">
                  <c:v>145000</c:v>
                </c:pt>
                <c:pt idx="2">
                  <c:v>145000</c:v>
                </c:pt>
                <c:pt idx="3">
                  <c:v>145000</c:v>
                </c:pt>
                <c:pt idx="4">
                  <c:v>145000</c:v>
                </c:pt>
                <c:pt idx="5">
                  <c:v>145000</c:v>
                </c:pt>
                <c:pt idx="6">
                  <c:v>146000</c:v>
                </c:pt>
                <c:pt idx="7">
                  <c:v>146000</c:v>
                </c:pt>
                <c:pt idx="8">
                  <c:v>146000</c:v>
                </c:pt>
                <c:pt idx="9">
                  <c:v>146000</c:v>
                </c:pt>
                <c:pt idx="10">
                  <c:v>146000</c:v>
                </c:pt>
                <c:pt idx="11">
                  <c:v>146000</c:v>
                </c:pt>
                <c:pt idx="12">
                  <c:v>147000</c:v>
                </c:pt>
                <c:pt idx="13">
                  <c:v>147000</c:v>
                </c:pt>
                <c:pt idx="14">
                  <c:v>149000</c:v>
                </c:pt>
                <c:pt idx="15">
                  <c:v>149000</c:v>
                </c:pt>
                <c:pt idx="16">
                  <c:v>151000</c:v>
                </c:pt>
                <c:pt idx="17">
                  <c:v>151000</c:v>
                </c:pt>
                <c:pt idx="18">
                  <c:v>151000</c:v>
                </c:pt>
                <c:pt idx="19">
                  <c:v>151000</c:v>
                </c:pt>
                <c:pt idx="20">
                  <c:v>151000</c:v>
                </c:pt>
                <c:pt idx="21">
                  <c:v>151000</c:v>
                </c:pt>
                <c:pt idx="22">
                  <c:v>153000</c:v>
                </c:pt>
                <c:pt idx="23">
                  <c:v>153000</c:v>
                </c:pt>
                <c:pt idx="24">
                  <c:v>153000</c:v>
                </c:pt>
                <c:pt idx="25">
                  <c:v>153000</c:v>
                </c:pt>
                <c:pt idx="26">
                  <c:v>153000</c:v>
                </c:pt>
                <c:pt idx="27">
                  <c:v>153000</c:v>
                </c:pt>
                <c:pt idx="28">
                  <c:v>153000</c:v>
                </c:pt>
                <c:pt idx="29">
                  <c:v>153000</c:v>
                </c:pt>
                <c:pt idx="30">
                  <c:v>153000</c:v>
                </c:pt>
                <c:pt idx="31">
                  <c:v>153000</c:v>
                </c:pt>
                <c:pt idx="32">
                  <c:v>153000</c:v>
                </c:pt>
                <c:pt idx="33">
                  <c:v>153000</c:v>
                </c:pt>
                <c:pt idx="34">
                  <c:v>153000</c:v>
                </c:pt>
                <c:pt idx="35">
                  <c:v>155000</c:v>
                </c:pt>
                <c:pt idx="36">
                  <c:v>155000</c:v>
                </c:pt>
                <c:pt idx="37">
                  <c:v>155000</c:v>
                </c:pt>
                <c:pt idx="38">
                  <c:v>155000</c:v>
                </c:pt>
                <c:pt idx="39">
                  <c:v>155000</c:v>
                </c:pt>
                <c:pt idx="40">
                  <c:v>155000</c:v>
                </c:pt>
                <c:pt idx="41">
                  <c:v>157000</c:v>
                </c:pt>
                <c:pt idx="42">
                  <c:v>157000</c:v>
                </c:pt>
                <c:pt idx="43">
                  <c:v>160000</c:v>
                </c:pt>
                <c:pt idx="44">
                  <c:v>163000</c:v>
                </c:pt>
                <c:pt idx="45">
                  <c:v>163000</c:v>
                </c:pt>
                <c:pt idx="46">
                  <c:v>163000</c:v>
                </c:pt>
                <c:pt idx="47">
                  <c:v>163000</c:v>
                </c:pt>
                <c:pt idx="48">
                  <c:v>163000</c:v>
                </c:pt>
                <c:pt idx="49">
                  <c:v>163000</c:v>
                </c:pt>
                <c:pt idx="50">
                  <c:v>166000</c:v>
                </c:pt>
                <c:pt idx="51">
                  <c:v>166000</c:v>
                </c:pt>
                <c:pt idx="52">
                  <c:v>166000</c:v>
                </c:pt>
                <c:pt idx="53">
                  <c:v>166000</c:v>
                </c:pt>
                <c:pt idx="54">
                  <c:v>166000</c:v>
                </c:pt>
                <c:pt idx="55">
                  <c:v>168000</c:v>
                </c:pt>
                <c:pt idx="56">
                  <c:v>168000</c:v>
                </c:pt>
                <c:pt idx="57">
                  <c:v>168000</c:v>
                </c:pt>
                <c:pt idx="58">
                  <c:v>170000</c:v>
                </c:pt>
                <c:pt idx="59">
                  <c:v>170000</c:v>
                </c:pt>
                <c:pt idx="60">
                  <c:v>170000</c:v>
                </c:pt>
                <c:pt idx="61">
                  <c:v>170000</c:v>
                </c:pt>
                <c:pt idx="62">
                  <c:v>170000</c:v>
                </c:pt>
                <c:pt idx="63">
                  <c:v>172000</c:v>
                </c:pt>
                <c:pt idx="64">
                  <c:v>172000</c:v>
                </c:pt>
                <c:pt idx="65">
                  <c:v>172000</c:v>
                </c:pt>
                <c:pt idx="66">
                  <c:v>172000</c:v>
                </c:pt>
                <c:pt idx="67">
                  <c:v>172000</c:v>
                </c:pt>
                <c:pt idx="68">
                  <c:v>172000</c:v>
                </c:pt>
                <c:pt idx="69">
                  <c:v>172000</c:v>
                </c:pt>
                <c:pt idx="70">
                  <c:v>172000</c:v>
                </c:pt>
                <c:pt idx="71">
                  <c:v>172000</c:v>
                </c:pt>
                <c:pt idx="72">
                  <c:v>174000</c:v>
                </c:pt>
                <c:pt idx="73">
                  <c:v>174000</c:v>
                </c:pt>
                <c:pt idx="74">
                  <c:v>174000</c:v>
                </c:pt>
                <c:pt idx="75">
                  <c:v>174000</c:v>
                </c:pt>
                <c:pt idx="76">
                  <c:v>174000</c:v>
                </c:pt>
                <c:pt idx="77">
                  <c:v>174000</c:v>
                </c:pt>
                <c:pt idx="78">
                  <c:v>174000</c:v>
                </c:pt>
                <c:pt idx="79">
                  <c:v>175000</c:v>
                </c:pt>
                <c:pt idx="80">
                  <c:v>175000</c:v>
                </c:pt>
                <c:pt idx="81">
                  <c:v>175000</c:v>
                </c:pt>
                <c:pt idx="82">
                  <c:v>175000</c:v>
                </c:pt>
                <c:pt idx="83">
                  <c:v>175000</c:v>
                </c:pt>
                <c:pt idx="84">
                  <c:v>175000</c:v>
                </c:pt>
                <c:pt idx="85">
                  <c:v>175000</c:v>
                </c:pt>
                <c:pt idx="86">
                  <c:v>175000</c:v>
                </c:pt>
                <c:pt idx="87">
                  <c:v>175000</c:v>
                </c:pt>
                <c:pt idx="88">
                  <c:v>175000</c:v>
                </c:pt>
                <c:pt idx="89">
                  <c:v>175000</c:v>
                </c:pt>
                <c:pt idx="90">
                  <c:v>175000</c:v>
                </c:pt>
                <c:pt idx="91">
                  <c:v>175000</c:v>
                </c:pt>
                <c:pt idx="92">
                  <c:v>175000</c:v>
                </c:pt>
                <c:pt idx="93">
                  <c:v>175000</c:v>
                </c:pt>
                <c:pt idx="94">
                  <c:v>175000</c:v>
                </c:pt>
                <c:pt idx="95">
                  <c:v>175000</c:v>
                </c:pt>
                <c:pt idx="96">
                  <c:v>175000</c:v>
                </c:pt>
                <c:pt idx="97">
                  <c:v>175000</c:v>
                </c:pt>
                <c:pt idx="98">
                  <c:v>175000</c:v>
                </c:pt>
                <c:pt idx="99">
                  <c:v>175000</c:v>
                </c:pt>
                <c:pt idx="100">
                  <c:v>173500</c:v>
                </c:pt>
                <c:pt idx="101">
                  <c:v>173500</c:v>
                </c:pt>
                <c:pt idx="102">
                  <c:v>173500</c:v>
                </c:pt>
                <c:pt idx="103">
                  <c:v>173500</c:v>
                </c:pt>
                <c:pt idx="104">
                  <c:v>172500</c:v>
                </c:pt>
                <c:pt idx="105">
                  <c:v>172500</c:v>
                </c:pt>
                <c:pt idx="106">
                  <c:v>172500</c:v>
                </c:pt>
                <c:pt idx="107">
                  <c:v>172000</c:v>
                </c:pt>
                <c:pt idx="108">
                  <c:v>172000</c:v>
                </c:pt>
                <c:pt idx="109">
                  <c:v>172000</c:v>
                </c:pt>
                <c:pt idx="110">
                  <c:v>172000</c:v>
                </c:pt>
                <c:pt idx="111">
                  <c:v>172000</c:v>
                </c:pt>
                <c:pt idx="112">
                  <c:v>172000</c:v>
                </c:pt>
                <c:pt idx="113">
                  <c:v>172000</c:v>
                </c:pt>
                <c:pt idx="114">
                  <c:v>172000</c:v>
                </c:pt>
                <c:pt idx="115">
                  <c:v>172000</c:v>
                </c:pt>
                <c:pt idx="116">
                  <c:v>172000</c:v>
                </c:pt>
                <c:pt idx="117">
                  <c:v>171000</c:v>
                </c:pt>
                <c:pt idx="118">
                  <c:v>171000</c:v>
                </c:pt>
                <c:pt idx="119">
                  <c:v>170000</c:v>
                </c:pt>
                <c:pt idx="120">
                  <c:v>168000</c:v>
                </c:pt>
                <c:pt idx="121">
                  <c:v>168000</c:v>
                </c:pt>
                <c:pt idx="122">
                  <c:v>168000</c:v>
                </c:pt>
                <c:pt idx="123">
                  <c:v>168000</c:v>
                </c:pt>
                <c:pt idx="124">
                  <c:v>167000</c:v>
                </c:pt>
                <c:pt idx="125">
                  <c:v>166000</c:v>
                </c:pt>
                <c:pt idx="126">
                  <c:v>165000</c:v>
                </c:pt>
                <c:pt idx="127">
                  <c:v>164000</c:v>
                </c:pt>
                <c:pt idx="128">
                  <c:v>163000</c:v>
                </c:pt>
                <c:pt idx="129">
                  <c:v>163000</c:v>
                </c:pt>
                <c:pt idx="130">
                  <c:v>163000</c:v>
                </c:pt>
                <c:pt idx="131">
                  <c:v>163000</c:v>
                </c:pt>
                <c:pt idx="132">
                  <c:v>161000</c:v>
                </c:pt>
                <c:pt idx="133">
                  <c:v>161000</c:v>
                </c:pt>
                <c:pt idx="134">
                  <c:v>161000</c:v>
                </c:pt>
                <c:pt idx="135">
                  <c:v>161000</c:v>
                </c:pt>
                <c:pt idx="136">
                  <c:v>161000</c:v>
                </c:pt>
                <c:pt idx="137">
                  <c:v>160000</c:v>
                </c:pt>
                <c:pt idx="138">
                  <c:v>160000</c:v>
                </c:pt>
                <c:pt idx="139">
                  <c:v>160000</c:v>
                </c:pt>
                <c:pt idx="140">
                  <c:v>160000</c:v>
                </c:pt>
                <c:pt idx="141">
                  <c:v>160000</c:v>
                </c:pt>
                <c:pt idx="142">
                  <c:v>160000</c:v>
                </c:pt>
                <c:pt idx="143">
                  <c:v>160000</c:v>
                </c:pt>
                <c:pt idx="144">
                  <c:v>160000</c:v>
                </c:pt>
                <c:pt idx="145">
                  <c:v>160000</c:v>
                </c:pt>
                <c:pt idx="146">
                  <c:v>160000</c:v>
                </c:pt>
                <c:pt idx="147">
                  <c:v>159000</c:v>
                </c:pt>
                <c:pt idx="148">
                  <c:v>159000</c:v>
                </c:pt>
                <c:pt idx="149">
                  <c:v>158000</c:v>
                </c:pt>
                <c:pt idx="150">
                  <c:v>158000</c:v>
                </c:pt>
                <c:pt idx="151">
                  <c:v>158000</c:v>
                </c:pt>
                <c:pt idx="152">
                  <c:v>158000</c:v>
                </c:pt>
                <c:pt idx="153">
                  <c:v>158000</c:v>
                </c:pt>
                <c:pt idx="154">
                  <c:v>158000</c:v>
                </c:pt>
                <c:pt idx="155">
                  <c:v>158000</c:v>
                </c:pt>
                <c:pt idx="156">
                  <c:v>158000</c:v>
                </c:pt>
                <c:pt idx="157">
                  <c:v>158000</c:v>
                </c:pt>
                <c:pt idx="158">
                  <c:v>158000</c:v>
                </c:pt>
                <c:pt idx="159">
                  <c:v>157000</c:v>
                </c:pt>
                <c:pt idx="160">
                  <c:v>157000</c:v>
                </c:pt>
                <c:pt idx="161">
                  <c:v>156500</c:v>
                </c:pt>
                <c:pt idx="162">
                  <c:v>156500</c:v>
                </c:pt>
                <c:pt idx="163">
                  <c:v>156500</c:v>
                </c:pt>
                <c:pt idx="164">
                  <c:v>156500</c:v>
                </c:pt>
                <c:pt idx="165">
                  <c:v>156500</c:v>
                </c:pt>
                <c:pt idx="166">
                  <c:v>156500</c:v>
                </c:pt>
                <c:pt idx="167">
                  <c:v>156500</c:v>
                </c:pt>
                <c:pt idx="168">
                  <c:v>156500</c:v>
                </c:pt>
                <c:pt idx="169">
                  <c:v>156500</c:v>
                </c:pt>
                <c:pt idx="170">
                  <c:v>156500</c:v>
                </c:pt>
                <c:pt idx="171">
                  <c:v>156500</c:v>
                </c:pt>
                <c:pt idx="172">
                  <c:v>156500</c:v>
                </c:pt>
                <c:pt idx="173">
                  <c:v>156500</c:v>
                </c:pt>
                <c:pt idx="174">
                  <c:v>156000</c:v>
                </c:pt>
                <c:pt idx="175">
                  <c:v>156000</c:v>
                </c:pt>
                <c:pt idx="176">
                  <c:v>156000</c:v>
                </c:pt>
                <c:pt idx="177">
                  <c:v>156000</c:v>
                </c:pt>
                <c:pt idx="178">
                  <c:v>156000</c:v>
                </c:pt>
                <c:pt idx="179">
                  <c:v>156000</c:v>
                </c:pt>
                <c:pt idx="180">
                  <c:v>156000</c:v>
                </c:pt>
                <c:pt idx="181">
                  <c:v>156000</c:v>
                </c:pt>
                <c:pt idx="182">
                  <c:v>156000</c:v>
                </c:pt>
                <c:pt idx="183">
                  <c:v>156000</c:v>
                </c:pt>
                <c:pt idx="184">
                  <c:v>156000</c:v>
                </c:pt>
                <c:pt idx="185">
                  <c:v>156000</c:v>
                </c:pt>
                <c:pt idx="186">
                  <c:v>156000</c:v>
                </c:pt>
                <c:pt idx="187">
                  <c:v>156000</c:v>
                </c:pt>
                <c:pt idx="188">
                  <c:v>156000</c:v>
                </c:pt>
                <c:pt idx="189">
                  <c:v>156000</c:v>
                </c:pt>
                <c:pt idx="190">
                  <c:v>156000</c:v>
                </c:pt>
                <c:pt idx="191">
                  <c:v>156000</c:v>
                </c:pt>
                <c:pt idx="192">
                  <c:v>156000</c:v>
                </c:pt>
                <c:pt idx="193">
                  <c:v>156000</c:v>
                </c:pt>
                <c:pt idx="194">
                  <c:v>156000</c:v>
                </c:pt>
                <c:pt idx="195">
                  <c:v>156000</c:v>
                </c:pt>
                <c:pt idx="196">
                  <c:v>156000</c:v>
                </c:pt>
                <c:pt idx="197">
                  <c:v>156000</c:v>
                </c:pt>
                <c:pt idx="198">
                  <c:v>156000</c:v>
                </c:pt>
                <c:pt idx="199">
                  <c:v>156000</c:v>
                </c:pt>
                <c:pt idx="200">
                  <c:v>156000</c:v>
                </c:pt>
                <c:pt idx="201">
                  <c:v>156000</c:v>
                </c:pt>
                <c:pt idx="202">
                  <c:v>156000</c:v>
                </c:pt>
                <c:pt idx="203">
                  <c:v>156000</c:v>
                </c:pt>
                <c:pt idx="204">
                  <c:v>156000</c:v>
                </c:pt>
                <c:pt idx="205">
                  <c:v>156000</c:v>
                </c:pt>
                <c:pt idx="206">
                  <c:v>156000</c:v>
                </c:pt>
                <c:pt idx="207">
                  <c:v>156000</c:v>
                </c:pt>
                <c:pt idx="208">
                  <c:v>156000</c:v>
                </c:pt>
                <c:pt idx="209">
                  <c:v>156000</c:v>
                </c:pt>
                <c:pt idx="210">
                  <c:v>156000</c:v>
                </c:pt>
                <c:pt idx="211">
                  <c:v>156000</c:v>
                </c:pt>
                <c:pt idx="212">
                  <c:v>156000</c:v>
                </c:pt>
                <c:pt idx="213">
                  <c:v>156000</c:v>
                </c:pt>
                <c:pt idx="214">
                  <c:v>156000</c:v>
                </c:pt>
                <c:pt idx="215">
                  <c:v>156000</c:v>
                </c:pt>
                <c:pt idx="216">
                  <c:v>156000</c:v>
                </c:pt>
                <c:pt idx="217">
                  <c:v>156000</c:v>
                </c:pt>
                <c:pt idx="218">
                  <c:v>156000</c:v>
                </c:pt>
                <c:pt idx="219">
                  <c:v>156000</c:v>
                </c:pt>
                <c:pt idx="220">
                  <c:v>156000</c:v>
                </c:pt>
                <c:pt idx="221">
                  <c:v>156000</c:v>
                </c:pt>
                <c:pt idx="222">
                  <c:v>156000</c:v>
                </c:pt>
                <c:pt idx="223">
                  <c:v>156000</c:v>
                </c:pt>
                <c:pt idx="224">
                  <c:v>156000</c:v>
                </c:pt>
                <c:pt idx="225">
                  <c:v>156000</c:v>
                </c:pt>
                <c:pt idx="226">
                  <c:v>156000</c:v>
                </c:pt>
                <c:pt idx="227">
                  <c:v>156000</c:v>
                </c:pt>
                <c:pt idx="228">
                  <c:v>156000</c:v>
                </c:pt>
                <c:pt idx="229">
                  <c:v>156000</c:v>
                </c:pt>
                <c:pt idx="230">
                  <c:v>156000</c:v>
                </c:pt>
                <c:pt idx="231">
                  <c:v>156000</c:v>
                </c:pt>
                <c:pt idx="232">
                  <c:v>156000</c:v>
                </c:pt>
                <c:pt idx="233">
                  <c:v>156000</c:v>
                </c:pt>
                <c:pt idx="234">
                  <c:v>156000</c:v>
                </c:pt>
                <c:pt idx="235">
                  <c:v>156000</c:v>
                </c:pt>
                <c:pt idx="236">
                  <c:v>156000</c:v>
                </c:pt>
                <c:pt idx="237">
                  <c:v>156000</c:v>
                </c:pt>
                <c:pt idx="238">
                  <c:v>156000</c:v>
                </c:pt>
                <c:pt idx="239">
                  <c:v>156000</c:v>
                </c:pt>
                <c:pt idx="240">
                  <c:v>156000</c:v>
                </c:pt>
                <c:pt idx="241">
                  <c:v>156000</c:v>
                </c:pt>
                <c:pt idx="242">
                  <c:v>156000</c:v>
                </c:pt>
                <c:pt idx="243">
                  <c:v>156000</c:v>
                </c:pt>
                <c:pt idx="244">
                  <c:v>156000</c:v>
                </c:pt>
                <c:pt idx="245">
                  <c:v>156000</c:v>
                </c:pt>
                <c:pt idx="246">
                  <c:v>156000</c:v>
                </c:pt>
                <c:pt idx="247">
                  <c:v>156000</c:v>
                </c:pt>
                <c:pt idx="248">
                  <c:v>156000</c:v>
                </c:pt>
                <c:pt idx="249">
                  <c:v>156000</c:v>
                </c:pt>
                <c:pt idx="250">
                  <c:v>156000</c:v>
                </c:pt>
                <c:pt idx="251">
                  <c:v>156000</c:v>
                </c:pt>
                <c:pt idx="252">
                  <c:v>156000</c:v>
                </c:pt>
                <c:pt idx="253">
                  <c:v>156000</c:v>
                </c:pt>
                <c:pt idx="254">
                  <c:v>156000</c:v>
                </c:pt>
                <c:pt idx="255">
                  <c:v>156000</c:v>
                </c:pt>
                <c:pt idx="256">
                  <c:v>156000</c:v>
                </c:pt>
                <c:pt idx="257">
                  <c:v>156000</c:v>
                </c:pt>
                <c:pt idx="258">
                  <c:v>156000</c:v>
                </c:pt>
                <c:pt idx="259">
                  <c:v>156000</c:v>
                </c:pt>
                <c:pt idx="260">
                  <c:v>156000</c:v>
                </c:pt>
                <c:pt idx="261">
                  <c:v>156000</c:v>
                </c:pt>
                <c:pt idx="262">
                  <c:v>156000</c:v>
                </c:pt>
                <c:pt idx="263">
                  <c:v>156000</c:v>
                </c:pt>
                <c:pt idx="264">
                  <c:v>156000</c:v>
                </c:pt>
                <c:pt idx="265">
                  <c:v>156000</c:v>
                </c:pt>
                <c:pt idx="266">
                  <c:v>156000</c:v>
                </c:pt>
                <c:pt idx="267">
                  <c:v>156000</c:v>
                </c:pt>
                <c:pt idx="268">
                  <c:v>156000</c:v>
                </c:pt>
                <c:pt idx="269">
                  <c:v>156000</c:v>
                </c:pt>
                <c:pt idx="270">
                  <c:v>156000</c:v>
                </c:pt>
                <c:pt idx="271">
                  <c:v>156000</c:v>
                </c:pt>
                <c:pt idx="272">
                  <c:v>156000</c:v>
                </c:pt>
                <c:pt idx="273">
                  <c:v>156000</c:v>
                </c:pt>
                <c:pt idx="274">
                  <c:v>156000</c:v>
                </c:pt>
                <c:pt idx="275">
                  <c:v>156000</c:v>
                </c:pt>
                <c:pt idx="276">
                  <c:v>156000</c:v>
                </c:pt>
                <c:pt idx="277">
                  <c:v>156000</c:v>
                </c:pt>
                <c:pt idx="278">
                  <c:v>156000</c:v>
                </c:pt>
                <c:pt idx="279">
                  <c:v>156000</c:v>
                </c:pt>
                <c:pt idx="280">
                  <c:v>156000</c:v>
                </c:pt>
                <c:pt idx="281">
                  <c:v>156000</c:v>
                </c:pt>
                <c:pt idx="282">
                  <c:v>156000</c:v>
                </c:pt>
                <c:pt idx="283">
                  <c:v>156000</c:v>
                </c:pt>
                <c:pt idx="284">
                  <c:v>156000</c:v>
                </c:pt>
                <c:pt idx="285">
                  <c:v>156000</c:v>
                </c:pt>
                <c:pt idx="286">
                  <c:v>158000</c:v>
                </c:pt>
                <c:pt idx="287">
                  <c:v>160000</c:v>
                </c:pt>
                <c:pt idx="288">
                  <c:v>160000</c:v>
                </c:pt>
                <c:pt idx="289">
                  <c:v>161000</c:v>
                </c:pt>
                <c:pt idx="290">
                  <c:v>161000</c:v>
                </c:pt>
                <c:pt idx="291">
                  <c:v>161000</c:v>
                </c:pt>
                <c:pt idx="292">
                  <c:v>162000</c:v>
                </c:pt>
                <c:pt idx="293">
                  <c:v>163000</c:v>
                </c:pt>
                <c:pt idx="294">
                  <c:v>163000</c:v>
                </c:pt>
                <c:pt idx="295">
                  <c:v>163000</c:v>
                </c:pt>
                <c:pt idx="296">
                  <c:v>163000</c:v>
                </c:pt>
                <c:pt idx="297">
                  <c:v>163000</c:v>
                </c:pt>
                <c:pt idx="298">
                  <c:v>163000</c:v>
                </c:pt>
                <c:pt idx="299">
                  <c:v>163000</c:v>
                </c:pt>
                <c:pt idx="300">
                  <c:v>163000</c:v>
                </c:pt>
                <c:pt idx="301">
                  <c:v>163000</c:v>
                </c:pt>
                <c:pt idx="302">
                  <c:v>163000</c:v>
                </c:pt>
                <c:pt idx="303">
                  <c:v>163000</c:v>
                </c:pt>
                <c:pt idx="304">
                  <c:v>163000</c:v>
                </c:pt>
                <c:pt idx="305">
                  <c:v>163000</c:v>
                </c:pt>
                <c:pt idx="306">
                  <c:v>163000</c:v>
                </c:pt>
                <c:pt idx="307">
                  <c:v>163000</c:v>
                </c:pt>
                <c:pt idx="308">
                  <c:v>163000</c:v>
                </c:pt>
                <c:pt idx="309">
                  <c:v>163000</c:v>
                </c:pt>
                <c:pt idx="310">
                  <c:v>163000</c:v>
                </c:pt>
                <c:pt idx="311">
                  <c:v>163000</c:v>
                </c:pt>
                <c:pt idx="312">
                  <c:v>163000</c:v>
                </c:pt>
                <c:pt idx="313">
                  <c:v>163000</c:v>
                </c:pt>
                <c:pt idx="314">
                  <c:v>163000</c:v>
                </c:pt>
                <c:pt idx="315">
                  <c:v>169000</c:v>
                </c:pt>
                <c:pt idx="316">
                  <c:v>169000</c:v>
                </c:pt>
                <c:pt idx="317">
                  <c:v>169000</c:v>
                </c:pt>
                <c:pt idx="318">
                  <c:v>169000</c:v>
                </c:pt>
                <c:pt idx="319">
                  <c:v>169000</c:v>
                </c:pt>
                <c:pt idx="320">
                  <c:v>169000</c:v>
                </c:pt>
                <c:pt idx="321">
                  <c:v>169000</c:v>
                </c:pt>
                <c:pt idx="322">
                  <c:v>169000</c:v>
                </c:pt>
                <c:pt idx="323">
                  <c:v>169000</c:v>
                </c:pt>
                <c:pt idx="324">
                  <c:v>169000</c:v>
                </c:pt>
                <c:pt idx="325">
                  <c:v>169000</c:v>
                </c:pt>
                <c:pt idx="326">
                  <c:v>169000</c:v>
                </c:pt>
                <c:pt idx="327">
                  <c:v>169000</c:v>
                </c:pt>
                <c:pt idx="328">
                  <c:v>169000</c:v>
                </c:pt>
                <c:pt idx="329">
                  <c:v>169000</c:v>
                </c:pt>
                <c:pt idx="330">
                  <c:v>169000</c:v>
                </c:pt>
                <c:pt idx="331">
                  <c:v>169000</c:v>
                </c:pt>
                <c:pt idx="332">
                  <c:v>169000</c:v>
                </c:pt>
                <c:pt idx="333">
                  <c:v>169000</c:v>
                </c:pt>
                <c:pt idx="334">
                  <c:v>169000</c:v>
                </c:pt>
                <c:pt idx="335">
                  <c:v>169000</c:v>
                </c:pt>
                <c:pt idx="336">
                  <c:v>169000</c:v>
                </c:pt>
                <c:pt idx="337">
                  <c:v>169000</c:v>
                </c:pt>
                <c:pt idx="338">
                  <c:v>169000</c:v>
                </c:pt>
                <c:pt idx="339">
                  <c:v>169000</c:v>
                </c:pt>
                <c:pt idx="340">
                  <c:v>169000</c:v>
                </c:pt>
                <c:pt idx="341">
                  <c:v>169000</c:v>
                </c:pt>
                <c:pt idx="342">
                  <c:v>169000</c:v>
                </c:pt>
                <c:pt idx="343">
                  <c:v>169000</c:v>
                </c:pt>
                <c:pt idx="344">
                  <c:v>169000</c:v>
                </c:pt>
                <c:pt idx="345">
                  <c:v>168000</c:v>
                </c:pt>
                <c:pt idx="346">
                  <c:v>168000</c:v>
                </c:pt>
                <c:pt idx="347">
                  <c:v>168000</c:v>
                </c:pt>
                <c:pt idx="348">
                  <c:v>167000</c:v>
                </c:pt>
                <c:pt idx="349">
                  <c:v>165000</c:v>
                </c:pt>
                <c:pt idx="350">
                  <c:v>164000</c:v>
                </c:pt>
                <c:pt idx="351">
                  <c:v>164000</c:v>
                </c:pt>
                <c:pt idx="352">
                  <c:v>163000</c:v>
                </c:pt>
                <c:pt idx="353">
                  <c:v>163000</c:v>
                </c:pt>
                <c:pt idx="354">
                  <c:v>163000</c:v>
                </c:pt>
                <c:pt idx="355">
                  <c:v>163000</c:v>
                </c:pt>
                <c:pt idx="356">
                  <c:v>163000</c:v>
                </c:pt>
                <c:pt idx="357">
                  <c:v>161000</c:v>
                </c:pt>
                <c:pt idx="358">
                  <c:v>161000</c:v>
                </c:pt>
                <c:pt idx="359">
                  <c:v>160000</c:v>
                </c:pt>
                <c:pt idx="360">
                  <c:v>160000</c:v>
                </c:pt>
                <c:pt idx="361">
                  <c:v>160000</c:v>
                </c:pt>
                <c:pt idx="362">
                  <c:v>152000</c:v>
                </c:pt>
                <c:pt idx="363">
                  <c:v>150000</c:v>
                </c:pt>
                <c:pt idx="364">
                  <c:v>148000</c:v>
                </c:pt>
                <c:pt idx="365">
                  <c:v>146000</c:v>
                </c:pt>
                <c:pt idx="366">
                  <c:v>145000</c:v>
                </c:pt>
                <c:pt idx="367">
                  <c:v>145000</c:v>
                </c:pt>
                <c:pt idx="368">
                  <c:v>145000</c:v>
                </c:pt>
                <c:pt idx="369">
                  <c:v>144000</c:v>
                </c:pt>
                <c:pt idx="370">
                  <c:v>143000</c:v>
                </c:pt>
                <c:pt idx="371">
                  <c:v>141000</c:v>
                </c:pt>
                <c:pt idx="372">
                  <c:v>141000</c:v>
                </c:pt>
                <c:pt idx="373">
                  <c:v>141000</c:v>
                </c:pt>
                <c:pt idx="374">
                  <c:v>141000</c:v>
                </c:pt>
                <c:pt idx="375">
                  <c:v>141000</c:v>
                </c:pt>
                <c:pt idx="376">
                  <c:v>140000</c:v>
                </c:pt>
                <c:pt idx="377">
                  <c:v>137000</c:v>
                </c:pt>
                <c:pt idx="378">
                  <c:v>135000</c:v>
                </c:pt>
                <c:pt idx="379">
                  <c:v>133000</c:v>
                </c:pt>
                <c:pt idx="380">
                  <c:v>133000</c:v>
                </c:pt>
                <c:pt idx="381">
                  <c:v>133000</c:v>
                </c:pt>
                <c:pt idx="382">
                  <c:v>133000</c:v>
                </c:pt>
                <c:pt idx="383">
                  <c:v>133000</c:v>
                </c:pt>
                <c:pt idx="384">
                  <c:v>133000</c:v>
                </c:pt>
                <c:pt idx="385">
                  <c:v>133000</c:v>
                </c:pt>
                <c:pt idx="386">
                  <c:v>133000</c:v>
                </c:pt>
                <c:pt idx="387">
                  <c:v>133000</c:v>
                </c:pt>
                <c:pt idx="388">
                  <c:v>133000</c:v>
                </c:pt>
                <c:pt idx="389">
                  <c:v>133000</c:v>
                </c:pt>
                <c:pt idx="390">
                  <c:v>133000</c:v>
                </c:pt>
                <c:pt idx="391">
                  <c:v>132000</c:v>
                </c:pt>
                <c:pt idx="392">
                  <c:v>132000</c:v>
                </c:pt>
                <c:pt idx="393">
                  <c:v>132000</c:v>
                </c:pt>
                <c:pt idx="394">
                  <c:v>132000</c:v>
                </c:pt>
                <c:pt idx="395">
                  <c:v>132000</c:v>
                </c:pt>
                <c:pt idx="396">
                  <c:v>132000</c:v>
                </c:pt>
                <c:pt idx="397">
                  <c:v>131000</c:v>
                </c:pt>
                <c:pt idx="398">
                  <c:v>130000</c:v>
                </c:pt>
                <c:pt idx="399">
                  <c:v>130000</c:v>
                </c:pt>
                <c:pt idx="400">
                  <c:v>127000</c:v>
                </c:pt>
                <c:pt idx="401">
                  <c:v>126000</c:v>
                </c:pt>
                <c:pt idx="402">
                  <c:v>126000</c:v>
                </c:pt>
                <c:pt idx="403">
                  <c:v>126000</c:v>
                </c:pt>
                <c:pt idx="404">
                  <c:v>125000</c:v>
                </c:pt>
                <c:pt idx="405">
                  <c:v>120000</c:v>
                </c:pt>
                <c:pt idx="406">
                  <c:v>117000</c:v>
                </c:pt>
                <c:pt idx="407">
                  <c:v>115000</c:v>
                </c:pt>
                <c:pt idx="408">
                  <c:v>113000</c:v>
                </c:pt>
                <c:pt idx="409">
                  <c:v>113000</c:v>
                </c:pt>
                <c:pt idx="410">
                  <c:v>113000</c:v>
                </c:pt>
                <c:pt idx="411">
                  <c:v>111000</c:v>
                </c:pt>
                <c:pt idx="412">
                  <c:v>109000</c:v>
                </c:pt>
                <c:pt idx="413">
                  <c:v>107000</c:v>
                </c:pt>
                <c:pt idx="414">
                  <c:v>107000</c:v>
                </c:pt>
                <c:pt idx="415">
                  <c:v>107000</c:v>
                </c:pt>
                <c:pt idx="416">
                  <c:v>107000</c:v>
                </c:pt>
                <c:pt idx="417">
                  <c:v>107000</c:v>
                </c:pt>
                <c:pt idx="418">
                  <c:v>106000</c:v>
                </c:pt>
                <c:pt idx="419">
                  <c:v>105000</c:v>
                </c:pt>
                <c:pt idx="420">
                  <c:v>104000</c:v>
                </c:pt>
                <c:pt idx="421">
                  <c:v>103000</c:v>
                </c:pt>
                <c:pt idx="422">
                  <c:v>102000</c:v>
                </c:pt>
                <c:pt idx="423">
                  <c:v>102000</c:v>
                </c:pt>
                <c:pt idx="424">
                  <c:v>102000</c:v>
                </c:pt>
                <c:pt idx="425">
                  <c:v>101000</c:v>
                </c:pt>
                <c:pt idx="426">
                  <c:v>100000</c:v>
                </c:pt>
                <c:pt idx="427">
                  <c:v>98000</c:v>
                </c:pt>
                <c:pt idx="428">
                  <c:v>95000</c:v>
                </c:pt>
                <c:pt idx="429">
                  <c:v>94000</c:v>
                </c:pt>
                <c:pt idx="430">
                  <c:v>94000</c:v>
                </c:pt>
                <c:pt idx="431">
                  <c:v>94000</c:v>
                </c:pt>
                <c:pt idx="432">
                  <c:v>93000</c:v>
                </c:pt>
                <c:pt idx="433">
                  <c:v>93000</c:v>
                </c:pt>
                <c:pt idx="434">
                  <c:v>92000</c:v>
                </c:pt>
                <c:pt idx="435">
                  <c:v>91000</c:v>
                </c:pt>
                <c:pt idx="436">
                  <c:v>90000</c:v>
                </c:pt>
                <c:pt idx="437">
                  <c:v>90000</c:v>
                </c:pt>
                <c:pt idx="438">
                  <c:v>90000</c:v>
                </c:pt>
                <c:pt idx="439">
                  <c:v>90000</c:v>
                </c:pt>
                <c:pt idx="440">
                  <c:v>90000</c:v>
                </c:pt>
                <c:pt idx="441">
                  <c:v>90000</c:v>
                </c:pt>
                <c:pt idx="442">
                  <c:v>90000</c:v>
                </c:pt>
                <c:pt idx="443">
                  <c:v>90000</c:v>
                </c:pt>
                <c:pt idx="444">
                  <c:v>90000</c:v>
                </c:pt>
                <c:pt idx="445">
                  <c:v>90000</c:v>
                </c:pt>
                <c:pt idx="446">
                  <c:v>90000</c:v>
                </c:pt>
                <c:pt idx="447">
                  <c:v>90000</c:v>
                </c:pt>
                <c:pt idx="448">
                  <c:v>90000</c:v>
                </c:pt>
                <c:pt idx="449">
                  <c:v>90000</c:v>
                </c:pt>
                <c:pt idx="450">
                  <c:v>88000</c:v>
                </c:pt>
                <c:pt idx="451">
                  <c:v>88000</c:v>
                </c:pt>
                <c:pt idx="452">
                  <c:v>88000</c:v>
                </c:pt>
                <c:pt idx="453">
                  <c:v>88000</c:v>
                </c:pt>
                <c:pt idx="454">
                  <c:v>88000</c:v>
                </c:pt>
                <c:pt idx="455">
                  <c:v>88000</c:v>
                </c:pt>
                <c:pt idx="456">
                  <c:v>88000</c:v>
                </c:pt>
                <c:pt idx="457">
                  <c:v>88000</c:v>
                </c:pt>
                <c:pt idx="458">
                  <c:v>88000</c:v>
                </c:pt>
                <c:pt idx="459">
                  <c:v>88000</c:v>
                </c:pt>
                <c:pt idx="460">
                  <c:v>88000</c:v>
                </c:pt>
                <c:pt idx="461">
                  <c:v>88000</c:v>
                </c:pt>
                <c:pt idx="462">
                  <c:v>88000</c:v>
                </c:pt>
                <c:pt idx="463">
                  <c:v>88000</c:v>
                </c:pt>
                <c:pt idx="464">
                  <c:v>88000</c:v>
                </c:pt>
                <c:pt idx="465">
                  <c:v>88000</c:v>
                </c:pt>
                <c:pt idx="466">
                  <c:v>88000</c:v>
                </c:pt>
                <c:pt idx="467">
                  <c:v>88000</c:v>
                </c:pt>
                <c:pt idx="468">
                  <c:v>88000</c:v>
                </c:pt>
                <c:pt idx="469">
                  <c:v>88000</c:v>
                </c:pt>
                <c:pt idx="470">
                  <c:v>88000</c:v>
                </c:pt>
                <c:pt idx="471">
                  <c:v>88000</c:v>
                </c:pt>
                <c:pt idx="472">
                  <c:v>88000</c:v>
                </c:pt>
                <c:pt idx="473">
                  <c:v>88000</c:v>
                </c:pt>
                <c:pt idx="474">
                  <c:v>88000</c:v>
                </c:pt>
                <c:pt idx="475">
                  <c:v>88000</c:v>
                </c:pt>
                <c:pt idx="476">
                  <c:v>87500</c:v>
                </c:pt>
                <c:pt idx="477">
                  <c:v>87000</c:v>
                </c:pt>
                <c:pt idx="478">
                  <c:v>87000</c:v>
                </c:pt>
                <c:pt idx="479">
                  <c:v>87000</c:v>
                </c:pt>
                <c:pt idx="480">
                  <c:v>87000</c:v>
                </c:pt>
                <c:pt idx="481">
                  <c:v>87000</c:v>
                </c:pt>
                <c:pt idx="482">
                  <c:v>87000</c:v>
                </c:pt>
                <c:pt idx="483">
                  <c:v>87000</c:v>
                </c:pt>
                <c:pt idx="484">
                  <c:v>87000</c:v>
                </c:pt>
                <c:pt idx="485">
                  <c:v>87000</c:v>
                </c:pt>
                <c:pt idx="486">
                  <c:v>87000</c:v>
                </c:pt>
                <c:pt idx="487">
                  <c:v>87000</c:v>
                </c:pt>
                <c:pt idx="488">
                  <c:v>87000</c:v>
                </c:pt>
                <c:pt idx="489">
                  <c:v>86000</c:v>
                </c:pt>
                <c:pt idx="490">
                  <c:v>85000</c:v>
                </c:pt>
                <c:pt idx="491">
                  <c:v>85000</c:v>
                </c:pt>
                <c:pt idx="492">
                  <c:v>85000</c:v>
                </c:pt>
                <c:pt idx="493">
                  <c:v>85000</c:v>
                </c:pt>
                <c:pt idx="494">
                  <c:v>85000</c:v>
                </c:pt>
                <c:pt idx="495">
                  <c:v>85000</c:v>
                </c:pt>
                <c:pt idx="496">
                  <c:v>84000</c:v>
                </c:pt>
                <c:pt idx="497">
                  <c:v>82000</c:v>
                </c:pt>
                <c:pt idx="498">
                  <c:v>80000</c:v>
                </c:pt>
                <c:pt idx="499">
                  <c:v>80000</c:v>
                </c:pt>
                <c:pt idx="500">
                  <c:v>80000</c:v>
                </c:pt>
                <c:pt idx="501">
                  <c:v>80000</c:v>
                </c:pt>
                <c:pt idx="502">
                  <c:v>80000</c:v>
                </c:pt>
                <c:pt idx="503">
                  <c:v>80000</c:v>
                </c:pt>
                <c:pt idx="504">
                  <c:v>80000</c:v>
                </c:pt>
                <c:pt idx="505">
                  <c:v>80000</c:v>
                </c:pt>
                <c:pt idx="506">
                  <c:v>80000</c:v>
                </c:pt>
                <c:pt idx="507">
                  <c:v>80000</c:v>
                </c:pt>
                <c:pt idx="508">
                  <c:v>80000</c:v>
                </c:pt>
                <c:pt idx="509">
                  <c:v>80000</c:v>
                </c:pt>
                <c:pt idx="510">
                  <c:v>79000</c:v>
                </c:pt>
                <c:pt idx="511">
                  <c:v>77000</c:v>
                </c:pt>
                <c:pt idx="512">
                  <c:v>75000</c:v>
                </c:pt>
                <c:pt idx="513">
                  <c:v>73000</c:v>
                </c:pt>
                <c:pt idx="514">
                  <c:v>72000</c:v>
                </c:pt>
                <c:pt idx="515">
                  <c:v>72000</c:v>
                </c:pt>
                <c:pt idx="516">
                  <c:v>70000</c:v>
                </c:pt>
                <c:pt idx="517">
                  <c:v>68000</c:v>
                </c:pt>
                <c:pt idx="518">
                  <c:v>67000</c:v>
                </c:pt>
                <c:pt idx="519">
                  <c:v>67000</c:v>
                </c:pt>
                <c:pt idx="520">
                  <c:v>67000</c:v>
                </c:pt>
                <c:pt idx="521">
                  <c:v>67000</c:v>
                </c:pt>
                <c:pt idx="522">
                  <c:v>66000</c:v>
                </c:pt>
                <c:pt idx="523">
                  <c:v>65000</c:v>
                </c:pt>
                <c:pt idx="524">
                  <c:v>64000</c:v>
                </c:pt>
                <c:pt idx="525">
                  <c:v>64000</c:v>
                </c:pt>
                <c:pt idx="526">
                  <c:v>63000</c:v>
                </c:pt>
                <c:pt idx="527">
                  <c:v>62000</c:v>
                </c:pt>
                <c:pt idx="528">
                  <c:v>62000</c:v>
                </c:pt>
                <c:pt idx="529">
                  <c:v>62000</c:v>
                </c:pt>
                <c:pt idx="530">
                  <c:v>61000</c:v>
                </c:pt>
                <c:pt idx="531">
                  <c:v>60000</c:v>
                </c:pt>
                <c:pt idx="532">
                  <c:v>60000</c:v>
                </c:pt>
                <c:pt idx="533">
                  <c:v>59000</c:v>
                </c:pt>
                <c:pt idx="534">
                  <c:v>58000</c:v>
                </c:pt>
                <c:pt idx="535">
                  <c:v>58000</c:v>
                </c:pt>
                <c:pt idx="536">
                  <c:v>58000</c:v>
                </c:pt>
                <c:pt idx="537">
                  <c:v>57000</c:v>
                </c:pt>
                <c:pt idx="538">
                  <c:v>56000</c:v>
                </c:pt>
                <c:pt idx="539">
                  <c:v>56000</c:v>
                </c:pt>
                <c:pt idx="540">
                  <c:v>55500</c:v>
                </c:pt>
                <c:pt idx="541">
                  <c:v>55500</c:v>
                </c:pt>
                <c:pt idx="542">
                  <c:v>55500</c:v>
                </c:pt>
                <c:pt idx="543">
                  <c:v>55500</c:v>
                </c:pt>
                <c:pt idx="544">
                  <c:v>55500</c:v>
                </c:pt>
                <c:pt idx="545">
                  <c:v>55000</c:v>
                </c:pt>
                <c:pt idx="546">
                  <c:v>55000</c:v>
                </c:pt>
                <c:pt idx="547">
                  <c:v>55000</c:v>
                </c:pt>
                <c:pt idx="548">
                  <c:v>54000</c:v>
                </c:pt>
                <c:pt idx="549">
                  <c:v>54000</c:v>
                </c:pt>
                <c:pt idx="550">
                  <c:v>54000</c:v>
                </c:pt>
                <c:pt idx="551">
                  <c:v>54000</c:v>
                </c:pt>
                <c:pt idx="552">
                  <c:v>54000</c:v>
                </c:pt>
                <c:pt idx="553">
                  <c:v>54000</c:v>
                </c:pt>
                <c:pt idx="554">
                  <c:v>54000</c:v>
                </c:pt>
                <c:pt idx="555">
                  <c:v>54000</c:v>
                </c:pt>
                <c:pt idx="556">
                  <c:v>54000</c:v>
                </c:pt>
                <c:pt idx="557">
                  <c:v>54000</c:v>
                </c:pt>
                <c:pt idx="558">
                  <c:v>54000</c:v>
                </c:pt>
                <c:pt idx="559">
                  <c:v>54000</c:v>
                </c:pt>
                <c:pt idx="560">
                  <c:v>54000</c:v>
                </c:pt>
                <c:pt idx="561">
                  <c:v>54000</c:v>
                </c:pt>
                <c:pt idx="562">
                  <c:v>54000</c:v>
                </c:pt>
                <c:pt idx="563">
                  <c:v>54000</c:v>
                </c:pt>
                <c:pt idx="564">
                  <c:v>54000</c:v>
                </c:pt>
                <c:pt idx="565">
                  <c:v>54000</c:v>
                </c:pt>
                <c:pt idx="566">
                  <c:v>54000</c:v>
                </c:pt>
                <c:pt idx="567">
                  <c:v>54000</c:v>
                </c:pt>
                <c:pt idx="568">
                  <c:v>53000</c:v>
                </c:pt>
                <c:pt idx="569">
                  <c:v>52500</c:v>
                </c:pt>
                <c:pt idx="570">
                  <c:v>52500</c:v>
                </c:pt>
                <c:pt idx="571">
                  <c:v>52500</c:v>
                </c:pt>
                <c:pt idx="572">
                  <c:v>52500</c:v>
                </c:pt>
                <c:pt idx="573">
                  <c:v>52500</c:v>
                </c:pt>
                <c:pt idx="574">
                  <c:v>52500</c:v>
                </c:pt>
                <c:pt idx="575">
                  <c:v>52500</c:v>
                </c:pt>
                <c:pt idx="576">
                  <c:v>52500</c:v>
                </c:pt>
                <c:pt idx="577">
                  <c:v>52500</c:v>
                </c:pt>
                <c:pt idx="578">
                  <c:v>52500</c:v>
                </c:pt>
                <c:pt idx="579">
                  <c:v>52500</c:v>
                </c:pt>
                <c:pt idx="580">
                  <c:v>52500</c:v>
                </c:pt>
                <c:pt idx="581">
                  <c:v>52500</c:v>
                </c:pt>
                <c:pt idx="582">
                  <c:v>52500</c:v>
                </c:pt>
                <c:pt idx="583">
                  <c:v>52500</c:v>
                </c:pt>
                <c:pt idx="584">
                  <c:v>52500</c:v>
                </c:pt>
                <c:pt idx="585">
                  <c:v>52500</c:v>
                </c:pt>
                <c:pt idx="586">
                  <c:v>52500</c:v>
                </c:pt>
                <c:pt idx="587">
                  <c:v>52500</c:v>
                </c:pt>
                <c:pt idx="588">
                  <c:v>52500</c:v>
                </c:pt>
                <c:pt idx="589">
                  <c:v>52500</c:v>
                </c:pt>
                <c:pt idx="590">
                  <c:v>52500</c:v>
                </c:pt>
                <c:pt idx="591">
                  <c:v>52500</c:v>
                </c:pt>
                <c:pt idx="592">
                  <c:v>52500</c:v>
                </c:pt>
                <c:pt idx="593">
                  <c:v>51000</c:v>
                </c:pt>
                <c:pt idx="594">
                  <c:v>51000</c:v>
                </c:pt>
                <c:pt idx="595">
                  <c:v>51000</c:v>
                </c:pt>
                <c:pt idx="596">
                  <c:v>51000</c:v>
                </c:pt>
                <c:pt idx="597">
                  <c:v>51000</c:v>
                </c:pt>
                <c:pt idx="598">
                  <c:v>51000</c:v>
                </c:pt>
                <c:pt idx="599">
                  <c:v>51000</c:v>
                </c:pt>
                <c:pt idx="600">
                  <c:v>51000</c:v>
                </c:pt>
                <c:pt idx="601">
                  <c:v>51000</c:v>
                </c:pt>
                <c:pt idx="602">
                  <c:v>51000</c:v>
                </c:pt>
                <c:pt idx="603">
                  <c:v>51000</c:v>
                </c:pt>
                <c:pt idx="604">
                  <c:v>51000</c:v>
                </c:pt>
                <c:pt idx="605">
                  <c:v>51000</c:v>
                </c:pt>
                <c:pt idx="606">
                  <c:v>51000</c:v>
                </c:pt>
                <c:pt idx="607">
                  <c:v>51000</c:v>
                </c:pt>
                <c:pt idx="608">
                  <c:v>51000</c:v>
                </c:pt>
                <c:pt idx="609">
                  <c:v>51000</c:v>
                </c:pt>
                <c:pt idx="610">
                  <c:v>51000</c:v>
                </c:pt>
                <c:pt idx="611">
                  <c:v>51000</c:v>
                </c:pt>
                <c:pt idx="612">
                  <c:v>51000</c:v>
                </c:pt>
                <c:pt idx="613">
                  <c:v>51000</c:v>
                </c:pt>
                <c:pt idx="614">
                  <c:v>51000</c:v>
                </c:pt>
                <c:pt idx="615">
                  <c:v>51000</c:v>
                </c:pt>
                <c:pt idx="616">
                  <c:v>51000</c:v>
                </c:pt>
                <c:pt idx="617">
                  <c:v>51000</c:v>
                </c:pt>
                <c:pt idx="618">
                  <c:v>51000</c:v>
                </c:pt>
                <c:pt idx="619">
                  <c:v>51000</c:v>
                </c:pt>
                <c:pt idx="620">
                  <c:v>51000</c:v>
                </c:pt>
                <c:pt idx="621">
                  <c:v>51000</c:v>
                </c:pt>
                <c:pt idx="622">
                  <c:v>51000</c:v>
                </c:pt>
                <c:pt idx="623">
                  <c:v>51000</c:v>
                </c:pt>
                <c:pt idx="624">
                  <c:v>51000</c:v>
                </c:pt>
                <c:pt idx="625">
                  <c:v>50000</c:v>
                </c:pt>
                <c:pt idx="626">
                  <c:v>50000</c:v>
                </c:pt>
                <c:pt idx="627">
                  <c:v>50000</c:v>
                </c:pt>
                <c:pt idx="628">
                  <c:v>50000</c:v>
                </c:pt>
                <c:pt idx="629">
                  <c:v>50000</c:v>
                </c:pt>
                <c:pt idx="630">
                  <c:v>50000</c:v>
                </c:pt>
                <c:pt idx="631">
                  <c:v>50000</c:v>
                </c:pt>
                <c:pt idx="632">
                  <c:v>50000</c:v>
                </c:pt>
                <c:pt idx="633">
                  <c:v>50000</c:v>
                </c:pt>
                <c:pt idx="634">
                  <c:v>50000</c:v>
                </c:pt>
                <c:pt idx="635">
                  <c:v>50000</c:v>
                </c:pt>
                <c:pt idx="636">
                  <c:v>50000</c:v>
                </c:pt>
                <c:pt idx="637">
                  <c:v>50000</c:v>
                </c:pt>
                <c:pt idx="638">
                  <c:v>50000</c:v>
                </c:pt>
                <c:pt idx="639">
                  <c:v>50000</c:v>
                </c:pt>
                <c:pt idx="640">
                  <c:v>50000</c:v>
                </c:pt>
                <c:pt idx="641">
                  <c:v>50000</c:v>
                </c:pt>
                <c:pt idx="642">
                  <c:v>50000</c:v>
                </c:pt>
                <c:pt idx="643">
                  <c:v>50000</c:v>
                </c:pt>
                <c:pt idx="644">
                  <c:v>50000</c:v>
                </c:pt>
                <c:pt idx="645">
                  <c:v>50000</c:v>
                </c:pt>
                <c:pt idx="646">
                  <c:v>50000</c:v>
                </c:pt>
                <c:pt idx="647">
                  <c:v>50000</c:v>
                </c:pt>
                <c:pt idx="648">
                  <c:v>50000</c:v>
                </c:pt>
                <c:pt idx="649">
                  <c:v>50000</c:v>
                </c:pt>
                <c:pt idx="650">
                  <c:v>50000</c:v>
                </c:pt>
                <c:pt idx="651">
                  <c:v>50000</c:v>
                </c:pt>
                <c:pt idx="652">
                  <c:v>50000</c:v>
                </c:pt>
                <c:pt idx="653">
                  <c:v>50000</c:v>
                </c:pt>
                <c:pt idx="654">
                  <c:v>50000</c:v>
                </c:pt>
                <c:pt idx="655">
                  <c:v>50000</c:v>
                </c:pt>
                <c:pt idx="656">
                  <c:v>50000</c:v>
                </c:pt>
                <c:pt idx="657">
                  <c:v>50000</c:v>
                </c:pt>
                <c:pt idx="658">
                  <c:v>50000</c:v>
                </c:pt>
                <c:pt idx="659">
                  <c:v>50000</c:v>
                </c:pt>
                <c:pt idx="660">
                  <c:v>50000</c:v>
                </c:pt>
                <c:pt idx="661">
                  <c:v>50000</c:v>
                </c:pt>
                <c:pt idx="662">
                  <c:v>50000</c:v>
                </c:pt>
                <c:pt idx="663">
                  <c:v>50000</c:v>
                </c:pt>
                <c:pt idx="664">
                  <c:v>50000</c:v>
                </c:pt>
                <c:pt idx="665">
                  <c:v>50000</c:v>
                </c:pt>
                <c:pt idx="666">
                  <c:v>50000</c:v>
                </c:pt>
                <c:pt idx="667">
                  <c:v>50000</c:v>
                </c:pt>
                <c:pt idx="668">
                  <c:v>50000</c:v>
                </c:pt>
                <c:pt idx="669">
                  <c:v>50000</c:v>
                </c:pt>
                <c:pt idx="670">
                  <c:v>50000</c:v>
                </c:pt>
                <c:pt idx="671">
                  <c:v>50000</c:v>
                </c:pt>
                <c:pt idx="672">
                  <c:v>50000</c:v>
                </c:pt>
                <c:pt idx="673">
                  <c:v>49500</c:v>
                </c:pt>
                <c:pt idx="674">
                  <c:v>49500</c:v>
                </c:pt>
                <c:pt idx="675">
                  <c:v>49500</c:v>
                </c:pt>
                <c:pt idx="676">
                  <c:v>49500</c:v>
                </c:pt>
                <c:pt idx="677">
                  <c:v>49500</c:v>
                </c:pt>
                <c:pt idx="678">
                  <c:v>49500</c:v>
                </c:pt>
                <c:pt idx="679">
                  <c:v>49500</c:v>
                </c:pt>
                <c:pt idx="680">
                  <c:v>48500</c:v>
                </c:pt>
                <c:pt idx="681">
                  <c:v>48500</c:v>
                </c:pt>
                <c:pt idx="682">
                  <c:v>48500</c:v>
                </c:pt>
                <c:pt idx="683">
                  <c:v>48500</c:v>
                </c:pt>
                <c:pt idx="684">
                  <c:v>48500</c:v>
                </c:pt>
                <c:pt idx="685">
                  <c:v>48500</c:v>
                </c:pt>
                <c:pt idx="686">
                  <c:v>48500</c:v>
                </c:pt>
                <c:pt idx="687">
                  <c:v>48500</c:v>
                </c:pt>
                <c:pt idx="688">
                  <c:v>48500</c:v>
                </c:pt>
                <c:pt idx="689">
                  <c:v>48500</c:v>
                </c:pt>
                <c:pt idx="690">
                  <c:v>48500</c:v>
                </c:pt>
                <c:pt idx="691">
                  <c:v>48500</c:v>
                </c:pt>
                <c:pt idx="692">
                  <c:v>48500</c:v>
                </c:pt>
                <c:pt idx="693">
                  <c:v>48500</c:v>
                </c:pt>
                <c:pt idx="694">
                  <c:v>48500</c:v>
                </c:pt>
                <c:pt idx="695">
                  <c:v>48500</c:v>
                </c:pt>
                <c:pt idx="696">
                  <c:v>48500</c:v>
                </c:pt>
                <c:pt idx="697">
                  <c:v>48500</c:v>
                </c:pt>
                <c:pt idx="698">
                  <c:v>48500</c:v>
                </c:pt>
                <c:pt idx="699">
                  <c:v>48500</c:v>
                </c:pt>
                <c:pt idx="700">
                  <c:v>48500</c:v>
                </c:pt>
                <c:pt idx="701">
                  <c:v>48500</c:v>
                </c:pt>
                <c:pt idx="702">
                  <c:v>48500</c:v>
                </c:pt>
                <c:pt idx="703">
                  <c:v>48500</c:v>
                </c:pt>
                <c:pt idx="704">
                  <c:v>48500</c:v>
                </c:pt>
                <c:pt idx="705">
                  <c:v>48500</c:v>
                </c:pt>
                <c:pt idx="706">
                  <c:v>48500</c:v>
                </c:pt>
                <c:pt idx="707">
                  <c:v>48500</c:v>
                </c:pt>
                <c:pt idx="708">
                  <c:v>48500</c:v>
                </c:pt>
                <c:pt idx="709">
                  <c:v>48500</c:v>
                </c:pt>
                <c:pt idx="710">
                  <c:v>48500</c:v>
                </c:pt>
                <c:pt idx="711">
                  <c:v>48500</c:v>
                </c:pt>
                <c:pt idx="712">
                  <c:v>48500</c:v>
                </c:pt>
                <c:pt idx="713">
                  <c:v>48500</c:v>
                </c:pt>
                <c:pt idx="714">
                  <c:v>48500</c:v>
                </c:pt>
                <c:pt idx="715">
                  <c:v>48500</c:v>
                </c:pt>
                <c:pt idx="716">
                  <c:v>48500</c:v>
                </c:pt>
                <c:pt idx="717">
                  <c:v>48500</c:v>
                </c:pt>
                <c:pt idx="718">
                  <c:v>48500</c:v>
                </c:pt>
                <c:pt idx="719">
                  <c:v>48500</c:v>
                </c:pt>
                <c:pt idx="720">
                  <c:v>47500</c:v>
                </c:pt>
                <c:pt idx="721">
                  <c:v>44500</c:v>
                </c:pt>
                <c:pt idx="722">
                  <c:v>44500</c:v>
                </c:pt>
                <c:pt idx="723">
                  <c:v>44500</c:v>
                </c:pt>
                <c:pt idx="724">
                  <c:v>44500</c:v>
                </c:pt>
                <c:pt idx="725">
                  <c:v>44500</c:v>
                </c:pt>
                <c:pt idx="726">
                  <c:v>44500</c:v>
                </c:pt>
                <c:pt idx="727">
                  <c:v>44500</c:v>
                </c:pt>
                <c:pt idx="728">
                  <c:v>44500</c:v>
                </c:pt>
                <c:pt idx="729">
                  <c:v>43500</c:v>
                </c:pt>
                <c:pt idx="730">
                  <c:v>43500</c:v>
                </c:pt>
                <c:pt idx="731">
                  <c:v>43500</c:v>
                </c:pt>
                <c:pt idx="732">
                  <c:v>43000</c:v>
                </c:pt>
                <c:pt idx="733">
                  <c:v>43000</c:v>
                </c:pt>
                <c:pt idx="734">
                  <c:v>43000</c:v>
                </c:pt>
                <c:pt idx="735">
                  <c:v>43000</c:v>
                </c:pt>
                <c:pt idx="736">
                  <c:v>43000</c:v>
                </c:pt>
                <c:pt idx="737">
                  <c:v>43000</c:v>
                </c:pt>
                <c:pt idx="738">
                  <c:v>43000</c:v>
                </c:pt>
                <c:pt idx="739">
                  <c:v>43000</c:v>
                </c:pt>
                <c:pt idx="740">
                  <c:v>43000</c:v>
                </c:pt>
                <c:pt idx="741">
                  <c:v>43000</c:v>
                </c:pt>
                <c:pt idx="742">
                  <c:v>43000</c:v>
                </c:pt>
                <c:pt idx="743">
                  <c:v>43000</c:v>
                </c:pt>
                <c:pt idx="744">
                  <c:v>43000</c:v>
                </c:pt>
                <c:pt idx="745">
                  <c:v>43000</c:v>
                </c:pt>
                <c:pt idx="746">
                  <c:v>43000</c:v>
                </c:pt>
                <c:pt idx="747">
                  <c:v>43000</c:v>
                </c:pt>
                <c:pt idx="748">
                  <c:v>43000</c:v>
                </c:pt>
                <c:pt idx="749">
                  <c:v>42000</c:v>
                </c:pt>
                <c:pt idx="750">
                  <c:v>42000</c:v>
                </c:pt>
                <c:pt idx="751">
                  <c:v>40000</c:v>
                </c:pt>
                <c:pt idx="752">
                  <c:v>40000</c:v>
                </c:pt>
                <c:pt idx="753">
                  <c:v>40000</c:v>
                </c:pt>
                <c:pt idx="754">
                  <c:v>40000</c:v>
                </c:pt>
                <c:pt idx="755">
                  <c:v>40000</c:v>
                </c:pt>
                <c:pt idx="756">
                  <c:v>40000</c:v>
                </c:pt>
                <c:pt idx="757">
                  <c:v>40000</c:v>
                </c:pt>
                <c:pt idx="758">
                  <c:v>40000</c:v>
                </c:pt>
                <c:pt idx="759">
                  <c:v>40000</c:v>
                </c:pt>
                <c:pt idx="760">
                  <c:v>40000</c:v>
                </c:pt>
                <c:pt idx="761">
                  <c:v>40000</c:v>
                </c:pt>
                <c:pt idx="762">
                  <c:v>39000</c:v>
                </c:pt>
                <c:pt idx="763">
                  <c:v>39000</c:v>
                </c:pt>
                <c:pt idx="764">
                  <c:v>39000</c:v>
                </c:pt>
                <c:pt idx="765">
                  <c:v>39000</c:v>
                </c:pt>
                <c:pt idx="766">
                  <c:v>39000</c:v>
                </c:pt>
                <c:pt idx="767">
                  <c:v>39000</c:v>
                </c:pt>
                <c:pt idx="768">
                  <c:v>39000</c:v>
                </c:pt>
                <c:pt idx="769">
                  <c:v>39000</c:v>
                </c:pt>
                <c:pt idx="770">
                  <c:v>39000</c:v>
                </c:pt>
                <c:pt idx="771">
                  <c:v>39000</c:v>
                </c:pt>
                <c:pt idx="772">
                  <c:v>39000</c:v>
                </c:pt>
                <c:pt idx="773">
                  <c:v>39000</c:v>
                </c:pt>
                <c:pt idx="774">
                  <c:v>39000</c:v>
                </c:pt>
                <c:pt idx="775">
                  <c:v>39000</c:v>
                </c:pt>
                <c:pt idx="776">
                  <c:v>39000</c:v>
                </c:pt>
                <c:pt idx="777">
                  <c:v>39000</c:v>
                </c:pt>
                <c:pt idx="778">
                  <c:v>38000</c:v>
                </c:pt>
                <c:pt idx="779">
                  <c:v>37000</c:v>
                </c:pt>
                <c:pt idx="780">
                  <c:v>37000</c:v>
                </c:pt>
                <c:pt idx="781">
                  <c:v>37000</c:v>
                </c:pt>
                <c:pt idx="782">
                  <c:v>37000</c:v>
                </c:pt>
                <c:pt idx="783">
                  <c:v>37000</c:v>
                </c:pt>
                <c:pt idx="784">
                  <c:v>36000</c:v>
                </c:pt>
                <c:pt idx="785">
                  <c:v>35500</c:v>
                </c:pt>
                <c:pt idx="786">
                  <c:v>35500</c:v>
                </c:pt>
                <c:pt idx="787">
                  <c:v>35500</c:v>
                </c:pt>
                <c:pt idx="788">
                  <c:v>35500</c:v>
                </c:pt>
                <c:pt idx="789">
                  <c:v>35500</c:v>
                </c:pt>
                <c:pt idx="790">
                  <c:v>35500</c:v>
                </c:pt>
                <c:pt idx="791">
                  <c:v>35500</c:v>
                </c:pt>
                <c:pt idx="792">
                  <c:v>35500</c:v>
                </c:pt>
                <c:pt idx="793">
                  <c:v>35500</c:v>
                </c:pt>
                <c:pt idx="794">
                  <c:v>35500</c:v>
                </c:pt>
                <c:pt idx="795">
                  <c:v>35500</c:v>
                </c:pt>
                <c:pt idx="796">
                  <c:v>35500</c:v>
                </c:pt>
                <c:pt idx="797">
                  <c:v>35500</c:v>
                </c:pt>
                <c:pt idx="798">
                  <c:v>35500</c:v>
                </c:pt>
                <c:pt idx="799">
                  <c:v>35500</c:v>
                </c:pt>
                <c:pt idx="800">
                  <c:v>35500</c:v>
                </c:pt>
                <c:pt idx="801">
                  <c:v>35500</c:v>
                </c:pt>
                <c:pt idx="802">
                  <c:v>35500</c:v>
                </c:pt>
                <c:pt idx="803">
                  <c:v>35500</c:v>
                </c:pt>
                <c:pt idx="804">
                  <c:v>35500</c:v>
                </c:pt>
                <c:pt idx="805">
                  <c:v>35000</c:v>
                </c:pt>
                <c:pt idx="806">
                  <c:v>35000</c:v>
                </c:pt>
                <c:pt idx="807">
                  <c:v>35000</c:v>
                </c:pt>
                <c:pt idx="808">
                  <c:v>35000</c:v>
                </c:pt>
                <c:pt idx="809">
                  <c:v>35000</c:v>
                </c:pt>
                <c:pt idx="810">
                  <c:v>35000</c:v>
                </c:pt>
                <c:pt idx="811">
                  <c:v>35000</c:v>
                </c:pt>
                <c:pt idx="812">
                  <c:v>35000</c:v>
                </c:pt>
                <c:pt idx="813">
                  <c:v>35000</c:v>
                </c:pt>
                <c:pt idx="814">
                  <c:v>35000</c:v>
                </c:pt>
                <c:pt idx="815">
                  <c:v>35000</c:v>
                </c:pt>
                <c:pt idx="816">
                  <c:v>35000</c:v>
                </c:pt>
                <c:pt idx="817">
                  <c:v>35000</c:v>
                </c:pt>
                <c:pt idx="818">
                  <c:v>35000</c:v>
                </c:pt>
                <c:pt idx="819">
                  <c:v>35000</c:v>
                </c:pt>
                <c:pt idx="820">
                  <c:v>35000</c:v>
                </c:pt>
                <c:pt idx="821">
                  <c:v>35000</c:v>
                </c:pt>
                <c:pt idx="822">
                  <c:v>35000</c:v>
                </c:pt>
                <c:pt idx="823">
                  <c:v>35000</c:v>
                </c:pt>
                <c:pt idx="824">
                  <c:v>34000</c:v>
                </c:pt>
                <c:pt idx="825">
                  <c:v>34000</c:v>
                </c:pt>
                <c:pt idx="826">
                  <c:v>34000</c:v>
                </c:pt>
                <c:pt idx="827">
                  <c:v>34000</c:v>
                </c:pt>
                <c:pt idx="828">
                  <c:v>34000</c:v>
                </c:pt>
                <c:pt idx="829">
                  <c:v>34000</c:v>
                </c:pt>
                <c:pt idx="830">
                  <c:v>34000</c:v>
                </c:pt>
                <c:pt idx="831">
                  <c:v>34000</c:v>
                </c:pt>
                <c:pt idx="832">
                  <c:v>34000</c:v>
                </c:pt>
                <c:pt idx="833">
                  <c:v>34000</c:v>
                </c:pt>
                <c:pt idx="834">
                  <c:v>34000</c:v>
                </c:pt>
                <c:pt idx="835">
                  <c:v>34000</c:v>
                </c:pt>
                <c:pt idx="836">
                  <c:v>34000</c:v>
                </c:pt>
                <c:pt idx="837">
                  <c:v>34000</c:v>
                </c:pt>
                <c:pt idx="838">
                  <c:v>34000</c:v>
                </c:pt>
                <c:pt idx="839">
                  <c:v>35000</c:v>
                </c:pt>
                <c:pt idx="840">
                  <c:v>35000</c:v>
                </c:pt>
                <c:pt idx="841">
                  <c:v>35000</c:v>
                </c:pt>
                <c:pt idx="842">
                  <c:v>35000</c:v>
                </c:pt>
                <c:pt idx="843">
                  <c:v>35000</c:v>
                </c:pt>
                <c:pt idx="844">
                  <c:v>35000</c:v>
                </c:pt>
                <c:pt idx="845">
                  <c:v>35000</c:v>
                </c:pt>
                <c:pt idx="846">
                  <c:v>35000</c:v>
                </c:pt>
                <c:pt idx="847">
                  <c:v>35000</c:v>
                </c:pt>
                <c:pt idx="848">
                  <c:v>35000</c:v>
                </c:pt>
                <c:pt idx="849">
                  <c:v>35000</c:v>
                </c:pt>
                <c:pt idx="850">
                  <c:v>35000</c:v>
                </c:pt>
                <c:pt idx="851">
                  <c:v>35000</c:v>
                </c:pt>
                <c:pt idx="852">
                  <c:v>35000</c:v>
                </c:pt>
                <c:pt idx="853">
                  <c:v>35000</c:v>
                </c:pt>
                <c:pt idx="854">
                  <c:v>35000</c:v>
                </c:pt>
                <c:pt idx="855">
                  <c:v>35000</c:v>
                </c:pt>
                <c:pt idx="856">
                  <c:v>35000</c:v>
                </c:pt>
                <c:pt idx="857">
                  <c:v>35000</c:v>
                </c:pt>
                <c:pt idx="858">
                  <c:v>35000</c:v>
                </c:pt>
                <c:pt idx="859">
                  <c:v>35000</c:v>
                </c:pt>
                <c:pt idx="860">
                  <c:v>35000</c:v>
                </c:pt>
                <c:pt idx="861">
                  <c:v>35000</c:v>
                </c:pt>
                <c:pt idx="862">
                  <c:v>35000</c:v>
                </c:pt>
                <c:pt idx="863">
                  <c:v>35000</c:v>
                </c:pt>
                <c:pt idx="864">
                  <c:v>35000</c:v>
                </c:pt>
                <c:pt idx="865">
                  <c:v>35000</c:v>
                </c:pt>
                <c:pt idx="866">
                  <c:v>35000</c:v>
                </c:pt>
                <c:pt idx="867">
                  <c:v>35000</c:v>
                </c:pt>
                <c:pt idx="868">
                  <c:v>35000</c:v>
                </c:pt>
                <c:pt idx="869">
                  <c:v>35000</c:v>
                </c:pt>
                <c:pt idx="870">
                  <c:v>35000</c:v>
                </c:pt>
                <c:pt idx="871">
                  <c:v>35000</c:v>
                </c:pt>
                <c:pt idx="872">
                  <c:v>35000</c:v>
                </c:pt>
                <c:pt idx="873">
                  <c:v>35000</c:v>
                </c:pt>
                <c:pt idx="874">
                  <c:v>35000</c:v>
                </c:pt>
                <c:pt idx="875">
                  <c:v>35000</c:v>
                </c:pt>
                <c:pt idx="876">
                  <c:v>35000</c:v>
                </c:pt>
                <c:pt idx="877">
                  <c:v>35000</c:v>
                </c:pt>
                <c:pt idx="878">
                  <c:v>35000</c:v>
                </c:pt>
                <c:pt idx="879">
                  <c:v>35000</c:v>
                </c:pt>
                <c:pt idx="880">
                  <c:v>35000</c:v>
                </c:pt>
                <c:pt idx="881">
                  <c:v>35000</c:v>
                </c:pt>
                <c:pt idx="882">
                  <c:v>35000</c:v>
                </c:pt>
                <c:pt idx="883">
                  <c:v>35000</c:v>
                </c:pt>
                <c:pt idx="884">
                  <c:v>35000</c:v>
                </c:pt>
                <c:pt idx="885">
                  <c:v>35000</c:v>
                </c:pt>
                <c:pt idx="886">
                  <c:v>35000</c:v>
                </c:pt>
                <c:pt idx="887">
                  <c:v>35000</c:v>
                </c:pt>
                <c:pt idx="888">
                  <c:v>35000</c:v>
                </c:pt>
                <c:pt idx="889">
                  <c:v>35000</c:v>
                </c:pt>
                <c:pt idx="890">
                  <c:v>35000</c:v>
                </c:pt>
                <c:pt idx="891">
                  <c:v>35000</c:v>
                </c:pt>
                <c:pt idx="892">
                  <c:v>35000</c:v>
                </c:pt>
                <c:pt idx="893">
                  <c:v>35000</c:v>
                </c:pt>
                <c:pt idx="894">
                  <c:v>35000</c:v>
                </c:pt>
                <c:pt idx="895">
                  <c:v>35000</c:v>
                </c:pt>
                <c:pt idx="896">
                  <c:v>35000</c:v>
                </c:pt>
                <c:pt idx="897">
                  <c:v>35000</c:v>
                </c:pt>
                <c:pt idx="898">
                  <c:v>35000</c:v>
                </c:pt>
                <c:pt idx="899">
                  <c:v>35000</c:v>
                </c:pt>
                <c:pt idx="900">
                  <c:v>35000</c:v>
                </c:pt>
                <c:pt idx="901">
                  <c:v>35000</c:v>
                </c:pt>
                <c:pt idx="902">
                  <c:v>35000</c:v>
                </c:pt>
                <c:pt idx="903">
                  <c:v>35000</c:v>
                </c:pt>
                <c:pt idx="904">
                  <c:v>35000</c:v>
                </c:pt>
                <c:pt idx="905">
                  <c:v>35000</c:v>
                </c:pt>
                <c:pt idx="906">
                  <c:v>35000</c:v>
                </c:pt>
                <c:pt idx="907">
                  <c:v>35000</c:v>
                </c:pt>
                <c:pt idx="908">
                  <c:v>35000</c:v>
                </c:pt>
                <c:pt idx="909">
                  <c:v>35000</c:v>
                </c:pt>
                <c:pt idx="910">
                  <c:v>35000</c:v>
                </c:pt>
                <c:pt idx="911">
                  <c:v>35000</c:v>
                </c:pt>
                <c:pt idx="912">
                  <c:v>35000</c:v>
                </c:pt>
                <c:pt idx="913">
                  <c:v>35000</c:v>
                </c:pt>
                <c:pt idx="914">
                  <c:v>35000</c:v>
                </c:pt>
                <c:pt idx="915">
                  <c:v>35000</c:v>
                </c:pt>
                <c:pt idx="916">
                  <c:v>35000</c:v>
                </c:pt>
                <c:pt idx="917">
                  <c:v>35000</c:v>
                </c:pt>
                <c:pt idx="918">
                  <c:v>35000</c:v>
                </c:pt>
                <c:pt idx="919">
                  <c:v>35000</c:v>
                </c:pt>
                <c:pt idx="920">
                  <c:v>35000</c:v>
                </c:pt>
                <c:pt idx="921">
                  <c:v>35000</c:v>
                </c:pt>
                <c:pt idx="922">
                  <c:v>35000</c:v>
                </c:pt>
                <c:pt idx="923">
                  <c:v>35000</c:v>
                </c:pt>
                <c:pt idx="924">
                  <c:v>35000</c:v>
                </c:pt>
                <c:pt idx="925">
                  <c:v>35000</c:v>
                </c:pt>
                <c:pt idx="926">
                  <c:v>35000</c:v>
                </c:pt>
                <c:pt idx="927">
                  <c:v>35000</c:v>
                </c:pt>
                <c:pt idx="928">
                  <c:v>35000</c:v>
                </c:pt>
                <c:pt idx="929">
                  <c:v>35000</c:v>
                </c:pt>
                <c:pt idx="930">
                  <c:v>35000</c:v>
                </c:pt>
                <c:pt idx="931">
                  <c:v>35000</c:v>
                </c:pt>
                <c:pt idx="932">
                  <c:v>35000</c:v>
                </c:pt>
                <c:pt idx="933">
                  <c:v>35000</c:v>
                </c:pt>
                <c:pt idx="934">
                  <c:v>35000</c:v>
                </c:pt>
                <c:pt idx="935">
                  <c:v>35000</c:v>
                </c:pt>
                <c:pt idx="936">
                  <c:v>35000</c:v>
                </c:pt>
                <c:pt idx="937">
                  <c:v>35000</c:v>
                </c:pt>
                <c:pt idx="938">
                  <c:v>36000</c:v>
                </c:pt>
                <c:pt idx="939">
                  <c:v>36000</c:v>
                </c:pt>
                <c:pt idx="940">
                  <c:v>36000</c:v>
                </c:pt>
                <c:pt idx="941">
                  <c:v>36000</c:v>
                </c:pt>
                <c:pt idx="942">
                  <c:v>36000</c:v>
                </c:pt>
                <c:pt idx="943">
                  <c:v>36000</c:v>
                </c:pt>
                <c:pt idx="944">
                  <c:v>36000</c:v>
                </c:pt>
                <c:pt idx="945">
                  <c:v>36000</c:v>
                </c:pt>
                <c:pt idx="946">
                  <c:v>36000</c:v>
                </c:pt>
                <c:pt idx="947">
                  <c:v>36000</c:v>
                </c:pt>
                <c:pt idx="948">
                  <c:v>36000</c:v>
                </c:pt>
                <c:pt idx="949">
                  <c:v>36000</c:v>
                </c:pt>
                <c:pt idx="950">
                  <c:v>36000</c:v>
                </c:pt>
                <c:pt idx="951">
                  <c:v>36000</c:v>
                </c:pt>
                <c:pt idx="952">
                  <c:v>36000</c:v>
                </c:pt>
                <c:pt idx="953">
                  <c:v>36000</c:v>
                </c:pt>
                <c:pt idx="954">
                  <c:v>36000</c:v>
                </c:pt>
                <c:pt idx="955">
                  <c:v>36000</c:v>
                </c:pt>
                <c:pt idx="956">
                  <c:v>36000</c:v>
                </c:pt>
                <c:pt idx="957">
                  <c:v>36000</c:v>
                </c:pt>
                <c:pt idx="958">
                  <c:v>36000</c:v>
                </c:pt>
                <c:pt idx="959">
                  <c:v>36000</c:v>
                </c:pt>
                <c:pt idx="960">
                  <c:v>36000</c:v>
                </c:pt>
                <c:pt idx="961">
                  <c:v>36000</c:v>
                </c:pt>
                <c:pt idx="962">
                  <c:v>36000</c:v>
                </c:pt>
                <c:pt idx="963">
                  <c:v>36000</c:v>
                </c:pt>
                <c:pt idx="964">
                  <c:v>36000</c:v>
                </c:pt>
                <c:pt idx="965">
                  <c:v>36000</c:v>
                </c:pt>
                <c:pt idx="966">
                  <c:v>36000</c:v>
                </c:pt>
                <c:pt idx="967">
                  <c:v>36000</c:v>
                </c:pt>
                <c:pt idx="968">
                  <c:v>36000</c:v>
                </c:pt>
                <c:pt idx="969">
                  <c:v>36000</c:v>
                </c:pt>
                <c:pt idx="970">
                  <c:v>36000</c:v>
                </c:pt>
                <c:pt idx="971">
                  <c:v>36000</c:v>
                </c:pt>
                <c:pt idx="972">
                  <c:v>36000</c:v>
                </c:pt>
                <c:pt idx="973">
                  <c:v>36000</c:v>
                </c:pt>
                <c:pt idx="974">
                  <c:v>36000</c:v>
                </c:pt>
                <c:pt idx="975">
                  <c:v>36000</c:v>
                </c:pt>
                <c:pt idx="976">
                  <c:v>36000</c:v>
                </c:pt>
                <c:pt idx="977">
                  <c:v>36000</c:v>
                </c:pt>
                <c:pt idx="978">
                  <c:v>36000</c:v>
                </c:pt>
                <c:pt idx="979">
                  <c:v>36000</c:v>
                </c:pt>
                <c:pt idx="980">
                  <c:v>36000</c:v>
                </c:pt>
                <c:pt idx="981">
                  <c:v>36000</c:v>
                </c:pt>
                <c:pt idx="982">
                  <c:v>36000</c:v>
                </c:pt>
                <c:pt idx="983">
                  <c:v>36000</c:v>
                </c:pt>
                <c:pt idx="984">
                  <c:v>36000</c:v>
                </c:pt>
                <c:pt idx="985">
                  <c:v>36000</c:v>
                </c:pt>
                <c:pt idx="986">
                  <c:v>36000</c:v>
                </c:pt>
                <c:pt idx="987">
                  <c:v>36000</c:v>
                </c:pt>
                <c:pt idx="988">
                  <c:v>36000</c:v>
                </c:pt>
                <c:pt idx="989">
                  <c:v>36000</c:v>
                </c:pt>
                <c:pt idx="990">
                  <c:v>36000</c:v>
                </c:pt>
                <c:pt idx="991">
                  <c:v>36000</c:v>
                </c:pt>
                <c:pt idx="992">
                  <c:v>36000</c:v>
                </c:pt>
                <c:pt idx="993">
                  <c:v>36000</c:v>
                </c:pt>
                <c:pt idx="994">
                  <c:v>36000</c:v>
                </c:pt>
                <c:pt idx="995">
                  <c:v>36000</c:v>
                </c:pt>
                <c:pt idx="996">
                  <c:v>36000</c:v>
                </c:pt>
                <c:pt idx="997">
                  <c:v>36000</c:v>
                </c:pt>
                <c:pt idx="998">
                  <c:v>36000</c:v>
                </c:pt>
                <c:pt idx="999">
                  <c:v>36000</c:v>
                </c:pt>
                <c:pt idx="1000">
                  <c:v>36000</c:v>
                </c:pt>
                <c:pt idx="1001">
                  <c:v>36000</c:v>
                </c:pt>
                <c:pt idx="1002">
                  <c:v>36000</c:v>
                </c:pt>
                <c:pt idx="1003">
                  <c:v>36000</c:v>
                </c:pt>
                <c:pt idx="1004">
                  <c:v>36000</c:v>
                </c:pt>
                <c:pt idx="1005">
                  <c:v>36000</c:v>
                </c:pt>
                <c:pt idx="1006">
                  <c:v>37000</c:v>
                </c:pt>
                <c:pt idx="1007">
                  <c:v>37000</c:v>
                </c:pt>
                <c:pt idx="1008">
                  <c:v>37000</c:v>
                </c:pt>
                <c:pt idx="1009">
                  <c:v>37000</c:v>
                </c:pt>
                <c:pt idx="1010">
                  <c:v>38000</c:v>
                </c:pt>
                <c:pt idx="1011">
                  <c:v>38000</c:v>
                </c:pt>
                <c:pt idx="1012">
                  <c:v>38000</c:v>
                </c:pt>
                <c:pt idx="1013">
                  <c:v>38000</c:v>
                </c:pt>
                <c:pt idx="1014">
                  <c:v>39000</c:v>
                </c:pt>
                <c:pt idx="1015">
                  <c:v>39000</c:v>
                </c:pt>
                <c:pt idx="1016">
                  <c:v>39000</c:v>
                </c:pt>
                <c:pt idx="1017">
                  <c:v>39000</c:v>
                </c:pt>
                <c:pt idx="1018">
                  <c:v>39000</c:v>
                </c:pt>
                <c:pt idx="1019">
                  <c:v>39000</c:v>
                </c:pt>
                <c:pt idx="1020">
                  <c:v>39000</c:v>
                </c:pt>
                <c:pt idx="1021">
                  <c:v>39000</c:v>
                </c:pt>
                <c:pt idx="1022">
                  <c:v>39000</c:v>
                </c:pt>
                <c:pt idx="1023">
                  <c:v>39000</c:v>
                </c:pt>
                <c:pt idx="1024">
                  <c:v>39000</c:v>
                </c:pt>
                <c:pt idx="1025">
                  <c:v>39000</c:v>
                </c:pt>
                <c:pt idx="1026">
                  <c:v>39000</c:v>
                </c:pt>
                <c:pt idx="1027">
                  <c:v>39000</c:v>
                </c:pt>
                <c:pt idx="1028">
                  <c:v>39000</c:v>
                </c:pt>
                <c:pt idx="1029">
                  <c:v>39000</c:v>
                </c:pt>
                <c:pt idx="1030">
                  <c:v>39000</c:v>
                </c:pt>
                <c:pt idx="1031">
                  <c:v>39000</c:v>
                </c:pt>
                <c:pt idx="1032">
                  <c:v>40000</c:v>
                </c:pt>
                <c:pt idx="1033">
                  <c:v>40000</c:v>
                </c:pt>
                <c:pt idx="1034">
                  <c:v>40000</c:v>
                </c:pt>
                <c:pt idx="1035">
                  <c:v>40000</c:v>
                </c:pt>
                <c:pt idx="1036">
                  <c:v>40000</c:v>
                </c:pt>
                <c:pt idx="1037">
                  <c:v>40000</c:v>
                </c:pt>
                <c:pt idx="1038">
                  <c:v>40000</c:v>
                </c:pt>
                <c:pt idx="1039">
                  <c:v>40000</c:v>
                </c:pt>
                <c:pt idx="1040">
                  <c:v>40000</c:v>
                </c:pt>
                <c:pt idx="1041">
                  <c:v>40000</c:v>
                </c:pt>
                <c:pt idx="1042">
                  <c:v>40000</c:v>
                </c:pt>
                <c:pt idx="1043">
                  <c:v>40000</c:v>
                </c:pt>
                <c:pt idx="1044">
                  <c:v>40000</c:v>
                </c:pt>
                <c:pt idx="1045">
                  <c:v>41000</c:v>
                </c:pt>
                <c:pt idx="1046">
                  <c:v>41000</c:v>
                </c:pt>
                <c:pt idx="1047">
                  <c:v>41000</c:v>
                </c:pt>
                <c:pt idx="1048">
                  <c:v>41000</c:v>
                </c:pt>
                <c:pt idx="1049">
                  <c:v>41000</c:v>
                </c:pt>
                <c:pt idx="1050">
                  <c:v>41000</c:v>
                </c:pt>
                <c:pt idx="1051">
                  <c:v>41000</c:v>
                </c:pt>
                <c:pt idx="1052">
                  <c:v>41000</c:v>
                </c:pt>
                <c:pt idx="1053">
                  <c:v>41000</c:v>
                </c:pt>
                <c:pt idx="1054">
                  <c:v>41000</c:v>
                </c:pt>
                <c:pt idx="1055">
                  <c:v>41000</c:v>
                </c:pt>
                <c:pt idx="1056">
                  <c:v>41000</c:v>
                </c:pt>
                <c:pt idx="1057">
                  <c:v>41000</c:v>
                </c:pt>
                <c:pt idx="1058">
                  <c:v>41000</c:v>
                </c:pt>
                <c:pt idx="1059">
                  <c:v>41000</c:v>
                </c:pt>
                <c:pt idx="1060">
                  <c:v>41000</c:v>
                </c:pt>
                <c:pt idx="1061">
                  <c:v>41000</c:v>
                </c:pt>
                <c:pt idx="1062">
                  <c:v>41000</c:v>
                </c:pt>
                <c:pt idx="1063">
                  <c:v>41000</c:v>
                </c:pt>
                <c:pt idx="1064">
                  <c:v>41000</c:v>
                </c:pt>
                <c:pt idx="1065">
                  <c:v>41000</c:v>
                </c:pt>
                <c:pt idx="1066">
                  <c:v>41000</c:v>
                </c:pt>
                <c:pt idx="1067">
                  <c:v>41000</c:v>
                </c:pt>
                <c:pt idx="1068">
                  <c:v>41000</c:v>
                </c:pt>
                <c:pt idx="1069">
                  <c:v>41000</c:v>
                </c:pt>
                <c:pt idx="1070">
                  <c:v>41000</c:v>
                </c:pt>
                <c:pt idx="1071">
                  <c:v>41000</c:v>
                </c:pt>
                <c:pt idx="1072">
                  <c:v>41000</c:v>
                </c:pt>
                <c:pt idx="1073">
                  <c:v>41000</c:v>
                </c:pt>
                <c:pt idx="1074">
                  <c:v>41000</c:v>
                </c:pt>
                <c:pt idx="1075">
                  <c:v>41000</c:v>
                </c:pt>
                <c:pt idx="1076">
                  <c:v>41000</c:v>
                </c:pt>
                <c:pt idx="1077">
                  <c:v>41000</c:v>
                </c:pt>
                <c:pt idx="1078">
                  <c:v>41000</c:v>
                </c:pt>
                <c:pt idx="1079">
                  <c:v>41000</c:v>
                </c:pt>
                <c:pt idx="1080">
                  <c:v>41000</c:v>
                </c:pt>
                <c:pt idx="1081">
                  <c:v>41000</c:v>
                </c:pt>
                <c:pt idx="1082">
                  <c:v>41000</c:v>
                </c:pt>
                <c:pt idx="1083">
                  <c:v>41000</c:v>
                </c:pt>
                <c:pt idx="1084">
                  <c:v>41000</c:v>
                </c:pt>
                <c:pt idx="1085">
                  <c:v>41000</c:v>
                </c:pt>
                <c:pt idx="1086">
                  <c:v>41000</c:v>
                </c:pt>
                <c:pt idx="1087">
                  <c:v>41000</c:v>
                </c:pt>
                <c:pt idx="1088">
                  <c:v>41000</c:v>
                </c:pt>
                <c:pt idx="1089">
                  <c:v>41000</c:v>
                </c:pt>
                <c:pt idx="1090">
                  <c:v>41000</c:v>
                </c:pt>
                <c:pt idx="1091">
                  <c:v>41000</c:v>
                </c:pt>
                <c:pt idx="1092">
                  <c:v>41000</c:v>
                </c:pt>
                <c:pt idx="1093">
                  <c:v>41000</c:v>
                </c:pt>
                <c:pt idx="1094">
                  <c:v>41000</c:v>
                </c:pt>
                <c:pt idx="1095">
                  <c:v>41000</c:v>
                </c:pt>
                <c:pt idx="1096">
                  <c:v>41000</c:v>
                </c:pt>
                <c:pt idx="1097">
                  <c:v>41000</c:v>
                </c:pt>
                <c:pt idx="1098">
                  <c:v>41000</c:v>
                </c:pt>
                <c:pt idx="1099">
                  <c:v>41000</c:v>
                </c:pt>
                <c:pt idx="1100">
                  <c:v>41000</c:v>
                </c:pt>
                <c:pt idx="1101">
                  <c:v>41000</c:v>
                </c:pt>
                <c:pt idx="1102">
                  <c:v>41000</c:v>
                </c:pt>
                <c:pt idx="1103">
                  <c:v>41000</c:v>
                </c:pt>
                <c:pt idx="1104">
                  <c:v>41000</c:v>
                </c:pt>
                <c:pt idx="1105">
                  <c:v>41000</c:v>
                </c:pt>
                <c:pt idx="1106">
                  <c:v>41000</c:v>
                </c:pt>
                <c:pt idx="1107">
                  <c:v>41000</c:v>
                </c:pt>
                <c:pt idx="1108">
                  <c:v>41000</c:v>
                </c:pt>
                <c:pt idx="1109">
                  <c:v>41000</c:v>
                </c:pt>
                <c:pt idx="1110">
                  <c:v>41000</c:v>
                </c:pt>
                <c:pt idx="1111">
                  <c:v>41000</c:v>
                </c:pt>
                <c:pt idx="1112">
                  <c:v>41000</c:v>
                </c:pt>
                <c:pt idx="1113">
                  <c:v>41000</c:v>
                </c:pt>
                <c:pt idx="1114">
                  <c:v>41000</c:v>
                </c:pt>
                <c:pt idx="1115">
                  <c:v>41000</c:v>
                </c:pt>
                <c:pt idx="1116">
                  <c:v>41000</c:v>
                </c:pt>
                <c:pt idx="1117">
                  <c:v>41000</c:v>
                </c:pt>
                <c:pt idx="1118">
                  <c:v>41000</c:v>
                </c:pt>
                <c:pt idx="1119">
                  <c:v>41000</c:v>
                </c:pt>
                <c:pt idx="1120">
                  <c:v>41000</c:v>
                </c:pt>
                <c:pt idx="1121">
                  <c:v>41000</c:v>
                </c:pt>
                <c:pt idx="1122">
                  <c:v>41000</c:v>
                </c:pt>
                <c:pt idx="1123">
                  <c:v>41000</c:v>
                </c:pt>
                <c:pt idx="1124">
                  <c:v>41000</c:v>
                </c:pt>
                <c:pt idx="1125">
                  <c:v>41000</c:v>
                </c:pt>
                <c:pt idx="1126">
                  <c:v>41000</c:v>
                </c:pt>
                <c:pt idx="1127">
                  <c:v>41000</c:v>
                </c:pt>
                <c:pt idx="1128">
                  <c:v>41000</c:v>
                </c:pt>
                <c:pt idx="1129">
                  <c:v>41000</c:v>
                </c:pt>
                <c:pt idx="1130">
                  <c:v>41000</c:v>
                </c:pt>
                <c:pt idx="1131">
                  <c:v>41000</c:v>
                </c:pt>
                <c:pt idx="1132">
                  <c:v>41000</c:v>
                </c:pt>
                <c:pt idx="1133">
                  <c:v>41000</c:v>
                </c:pt>
                <c:pt idx="1134">
                  <c:v>41000</c:v>
                </c:pt>
                <c:pt idx="1135">
                  <c:v>41000</c:v>
                </c:pt>
                <c:pt idx="1136">
                  <c:v>41000</c:v>
                </c:pt>
                <c:pt idx="1137">
                  <c:v>41000</c:v>
                </c:pt>
                <c:pt idx="1138">
                  <c:v>41000</c:v>
                </c:pt>
                <c:pt idx="1139">
                  <c:v>41000</c:v>
                </c:pt>
                <c:pt idx="1140">
                  <c:v>41000</c:v>
                </c:pt>
                <c:pt idx="1141">
                  <c:v>41000</c:v>
                </c:pt>
                <c:pt idx="1142">
                  <c:v>42000</c:v>
                </c:pt>
                <c:pt idx="1143">
                  <c:v>42000</c:v>
                </c:pt>
                <c:pt idx="1144">
                  <c:v>42000</c:v>
                </c:pt>
                <c:pt idx="1145">
                  <c:v>42000</c:v>
                </c:pt>
                <c:pt idx="1146">
                  <c:v>42000</c:v>
                </c:pt>
                <c:pt idx="1147">
                  <c:v>43000</c:v>
                </c:pt>
                <c:pt idx="1148">
                  <c:v>43000</c:v>
                </c:pt>
                <c:pt idx="1149">
                  <c:v>43000</c:v>
                </c:pt>
                <c:pt idx="1150">
                  <c:v>43000</c:v>
                </c:pt>
                <c:pt idx="1151">
                  <c:v>43000</c:v>
                </c:pt>
                <c:pt idx="1152">
                  <c:v>43000</c:v>
                </c:pt>
                <c:pt idx="1153">
                  <c:v>43000</c:v>
                </c:pt>
                <c:pt idx="1154">
                  <c:v>43000</c:v>
                </c:pt>
                <c:pt idx="1155">
                  <c:v>44000</c:v>
                </c:pt>
                <c:pt idx="1156">
                  <c:v>44000</c:v>
                </c:pt>
                <c:pt idx="1157">
                  <c:v>44000</c:v>
                </c:pt>
                <c:pt idx="1158">
                  <c:v>44000</c:v>
                </c:pt>
                <c:pt idx="1159">
                  <c:v>44000</c:v>
                </c:pt>
                <c:pt idx="1160">
                  <c:v>44000</c:v>
                </c:pt>
                <c:pt idx="1161">
                  <c:v>44000</c:v>
                </c:pt>
                <c:pt idx="1162">
                  <c:v>44000</c:v>
                </c:pt>
                <c:pt idx="1163">
                  <c:v>44000</c:v>
                </c:pt>
                <c:pt idx="1164">
                  <c:v>44000</c:v>
                </c:pt>
                <c:pt idx="1165">
                  <c:v>44000</c:v>
                </c:pt>
                <c:pt idx="1166">
                  <c:v>44000</c:v>
                </c:pt>
                <c:pt idx="1167">
                  <c:v>44000</c:v>
                </c:pt>
                <c:pt idx="1168">
                  <c:v>44000</c:v>
                </c:pt>
                <c:pt idx="1169">
                  <c:v>44000</c:v>
                </c:pt>
                <c:pt idx="1170">
                  <c:v>44000</c:v>
                </c:pt>
                <c:pt idx="1171">
                  <c:v>44000</c:v>
                </c:pt>
                <c:pt idx="1172">
                  <c:v>44000</c:v>
                </c:pt>
                <c:pt idx="1173">
                  <c:v>44000</c:v>
                </c:pt>
                <c:pt idx="1174">
                  <c:v>44000</c:v>
                </c:pt>
                <c:pt idx="1175">
                  <c:v>44000</c:v>
                </c:pt>
                <c:pt idx="1176">
                  <c:v>44000</c:v>
                </c:pt>
                <c:pt idx="1177">
                  <c:v>44000</c:v>
                </c:pt>
                <c:pt idx="1178">
                  <c:v>44000</c:v>
                </c:pt>
                <c:pt idx="1179">
                  <c:v>44000</c:v>
                </c:pt>
                <c:pt idx="1180">
                  <c:v>44000</c:v>
                </c:pt>
                <c:pt idx="1181">
                  <c:v>44000</c:v>
                </c:pt>
                <c:pt idx="1182">
                  <c:v>44000</c:v>
                </c:pt>
                <c:pt idx="1183">
                  <c:v>44000</c:v>
                </c:pt>
                <c:pt idx="1184">
                  <c:v>44000</c:v>
                </c:pt>
                <c:pt idx="1185">
                  <c:v>44000</c:v>
                </c:pt>
                <c:pt idx="1186">
                  <c:v>44000</c:v>
                </c:pt>
                <c:pt idx="1187">
                  <c:v>44000</c:v>
                </c:pt>
                <c:pt idx="1188">
                  <c:v>44000</c:v>
                </c:pt>
                <c:pt idx="1189">
                  <c:v>44000</c:v>
                </c:pt>
                <c:pt idx="1190">
                  <c:v>44000</c:v>
                </c:pt>
                <c:pt idx="1191">
                  <c:v>44000</c:v>
                </c:pt>
                <c:pt idx="1192">
                  <c:v>44000</c:v>
                </c:pt>
                <c:pt idx="1193">
                  <c:v>44000</c:v>
                </c:pt>
                <c:pt idx="1194">
                  <c:v>44000</c:v>
                </c:pt>
                <c:pt idx="1195">
                  <c:v>44000</c:v>
                </c:pt>
                <c:pt idx="1196">
                  <c:v>44000</c:v>
                </c:pt>
                <c:pt idx="1197">
                  <c:v>44000</c:v>
                </c:pt>
                <c:pt idx="1198">
                  <c:v>44000</c:v>
                </c:pt>
                <c:pt idx="1199">
                  <c:v>44000</c:v>
                </c:pt>
                <c:pt idx="1200">
                  <c:v>44000</c:v>
                </c:pt>
                <c:pt idx="1201">
                  <c:v>44000</c:v>
                </c:pt>
                <c:pt idx="1202">
                  <c:v>44000</c:v>
                </c:pt>
                <c:pt idx="1203">
                  <c:v>44000</c:v>
                </c:pt>
                <c:pt idx="1204">
                  <c:v>44000</c:v>
                </c:pt>
                <c:pt idx="1205">
                  <c:v>44000</c:v>
                </c:pt>
                <c:pt idx="1206">
                  <c:v>44000</c:v>
                </c:pt>
                <c:pt idx="1207">
                  <c:v>44000</c:v>
                </c:pt>
                <c:pt idx="1208">
                  <c:v>44000</c:v>
                </c:pt>
                <c:pt idx="1209">
                  <c:v>44000</c:v>
                </c:pt>
                <c:pt idx="1210">
                  <c:v>44000</c:v>
                </c:pt>
                <c:pt idx="1211">
                  <c:v>44000</c:v>
                </c:pt>
                <c:pt idx="1212">
                  <c:v>44000</c:v>
                </c:pt>
                <c:pt idx="1213">
                  <c:v>44000</c:v>
                </c:pt>
                <c:pt idx="1214">
                  <c:v>44000</c:v>
                </c:pt>
                <c:pt idx="1215">
                  <c:v>44000</c:v>
                </c:pt>
                <c:pt idx="1216">
                  <c:v>44000</c:v>
                </c:pt>
                <c:pt idx="1217">
                  <c:v>44000</c:v>
                </c:pt>
                <c:pt idx="1218">
                  <c:v>45000</c:v>
                </c:pt>
                <c:pt idx="1219">
                  <c:v>45000</c:v>
                </c:pt>
                <c:pt idx="1220">
                  <c:v>46000</c:v>
                </c:pt>
                <c:pt idx="1221">
                  <c:v>46000</c:v>
                </c:pt>
                <c:pt idx="1222">
                  <c:v>46000</c:v>
                </c:pt>
                <c:pt idx="1223">
                  <c:v>46000</c:v>
                </c:pt>
                <c:pt idx="1224">
                  <c:v>46000</c:v>
                </c:pt>
                <c:pt idx="1225">
                  <c:v>46000</c:v>
                </c:pt>
                <c:pt idx="1226">
                  <c:v>46000</c:v>
                </c:pt>
                <c:pt idx="1227">
                  <c:v>46000</c:v>
                </c:pt>
                <c:pt idx="1228">
                  <c:v>46000</c:v>
                </c:pt>
                <c:pt idx="1229">
                  <c:v>46000</c:v>
                </c:pt>
                <c:pt idx="1230">
                  <c:v>46000</c:v>
                </c:pt>
                <c:pt idx="1231">
                  <c:v>46500</c:v>
                </c:pt>
                <c:pt idx="1232">
                  <c:v>46500</c:v>
                </c:pt>
                <c:pt idx="1233">
                  <c:v>48000</c:v>
                </c:pt>
                <c:pt idx="1234">
                  <c:v>48000</c:v>
                </c:pt>
                <c:pt idx="1235">
                  <c:v>48000</c:v>
                </c:pt>
                <c:pt idx="1236">
                  <c:v>48000</c:v>
                </c:pt>
                <c:pt idx="1237">
                  <c:v>48000</c:v>
                </c:pt>
                <c:pt idx="1238">
                  <c:v>48000</c:v>
                </c:pt>
                <c:pt idx="1239">
                  <c:v>48000</c:v>
                </c:pt>
                <c:pt idx="1240">
                  <c:v>48000</c:v>
                </c:pt>
                <c:pt idx="1241">
                  <c:v>48000</c:v>
                </c:pt>
                <c:pt idx="1242">
                  <c:v>48000</c:v>
                </c:pt>
                <c:pt idx="1243">
                  <c:v>48000</c:v>
                </c:pt>
                <c:pt idx="1244">
                  <c:v>48000</c:v>
                </c:pt>
                <c:pt idx="1245">
                  <c:v>48000</c:v>
                </c:pt>
                <c:pt idx="1246">
                  <c:v>48000</c:v>
                </c:pt>
                <c:pt idx="1247">
                  <c:v>48000</c:v>
                </c:pt>
                <c:pt idx="1248">
                  <c:v>48000</c:v>
                </c:pt>
                <c:pt idx="1249">
                  <c:v>48000</c:v>
                </c:pt>
                <c:pt idx="1250">
                  <c:v>48000</c:v>
                </c:pt>
                <c:pt idx="1251">
                  <c:v>48000</c:v>
                </c:pt>
                <c:pt idx="1252">
                  <c:v>48000</c:v>
                </c:pt>
                <c:pt idx="1253">
                  <c:v>48000</c:v>
                </c:pt>
                <c:pt idx="1254">
                  <c:v>48000</c:v>
                </c:pt>
                <c:pt idx="1255">
                  <c:v>48000</c:v>
                </c:pt>
                <c:pt idx="1256">
                  <c:v>48000</c:v>
                </c:pt>
                <c:pt idx="1257">
                  <c:v>48000</c:v>
                </c:pt>
                <c:pt idx="1258">
                  <c:v>48000</c:v>
                </c:pt>
                <c:pt idx="1259">
                  <c:v>48000</c:v>
                </c:pt>
                <c:pt idx="1260">
                  <c:v>48000</c:v>
                </c:pt>
                <c:pt idx="1261">
                  <c:v>48000</c:v>
                </c:pt>
                <c:pt idx="1262">
                  <c:v>48000</c:v>
                </c:pt>
                <c:pt idx="1263">
                  <c:v>48000</c:v>
                </c:pt>
                <c:pt idx="1264">
                  <c:v>48000</c:v>
                </c:pt>
                <c:pt idx="1265">
                  <c:v>48000</c:v>
                </c:pt>
                <c:pt idx="1266">
                  <c:v>48000</c:v>
                </c:pt>
                <c:pt idx="1267">
                  <c:v>48000</c:v>
                </c:pt>
                <c:pt idx="1268">
                  <c:v>48000</c:v>
                </c:pt>
                <c:pt idx="1269">
                  <c:v>48000</c:v>
                </c:pt>
                <c:pt idx="1270">
                  <c:v>48000</c:v>
                </c:pt>
                <c:pt idx="1271">
                  <c:v>48000</c:v>
                </c:pt>
                <c:pt idx="1272">
                  <c:v>48000</c:v>
                </c:pt>
                <c:pt idx="1273">
                  <c:v>48000</c:v>
                </c:pt>
                <c:pt idx="1274">
                  <c:v>48000</c:v>
                </c:pt>
                <c:pt idx="1275">
                  <c:v>48000</c:v>
                </c:pt>
                <c:pt idx="1276">
                  <c:v>48000</c:v>
                </c:pt>
                <c:pt idx="1277">
                  <c:v>48000</c:v>
                </c:pt>
                <c:pt idx="1278">
                  <c:v>48000</c:v>
                </c:pt>
                <c:pt idx="1279">
                  <c:v>48000</c:v>
                </c:pt>
                <c:pt idx="1280">
                  <c:v>48000</c:v>
                </c:pt>
                <c:pt idx="1281">
                  <c:v>48000</c:v>
                </c:pt>
                <c:pt idx="1282">
                  <c:v>48000</c:v>
                </c:pt>
                <c:pt idx="1283">
                  <c:v>48000</c:v>
                </c:pt>
                <c:pt idx="1284">
                  <c:v>48000</c:v>
                </c:pt>
                <c:pt idx="1285">
                  <c:v>48000</c:v>
                </c:pt>
                <c:pt idx="1286">
                  <c:v>48000</c:v>
                </c:pt>
                <c:pt idx="1287">
                  <c:v>48000</c:v>
                </c:pt>
                <c:pt idx="1288">
                  <c:v>48000</c:v>
                </c:pt>
                <c:pt idx="1289">
                  <c:v>48000</c:v>
                </c:pt>
                <c:pt idx="1290">
                  <c:v>48000</c:v>
                </c:pt>
                <c:pt idx="1291">
                  <c:v>48000</c:v>
                </c:pt>
                <c:pt idx="1292">
                  <c:v>48000</c:v>
                </c:pt>
                <c:pt idx="1293">
                  <c:v>48000</c:v>
                </c:pt>
                <c:pt idx="1294">
                  <c:v>48000</c:v>
                </c:pt>
                <c:pt idx="1295">
                  <c:v>48000</c:v>
                </c:pt>
                <c:pt idx="1296">
                  <c:v>48000</c:v>
                </c:pt>
                <c:pt idx="1297">
                  <c:v>48000</c:v>
                </c:pt>
                <c:pt idx="1298">
                  <c:v>48000</c:v>
                </c:pt>
                <c:pt idx="1299">
                  <c:v>48000</c:v>
                </c:pt>
                <c:pt idx="1300">
                  <c:v>48000</c:v>
                </c:pt>
                <c:pt idx="1301">
                  <c:v>48000</c:v>
                </c:pt>
                <c:pt idx="1302">
                  <c:v>48000</c:v>
                </c:pt>
                <c:pt idx="1303">
                  <c:v>48000</c:v>
                </c:pt>
                <c:pt idx="1304">
                  <c:v>48000</c:v>
                </c:pt>
                <c:pt idx="1305">
                  <c:v>48000</c:v>
                </c:pt>
                <c:pt idx="1306">
                  <c:v>48000</c:v>
                </c:pt>
                <c:pt idx="1307">
                  <c:v>48000</c:v>
                </c:pt>
                <c:pt idx="1308">
                  <c:v>48000</c:v>
                </c:pt>
                <c:pt idx="1309">
                  <c:v>48000</c:v>
                </c:pt>
                <c:pt idx="1310">
                  <c:v>48000</c:v>
                </c:pt>
                <c:pt idx="1311">
                  <c:v>48000</c:v>
                </c:pt>
                <c:pt idx="1312">
                  <c:v>48000</c:v>
                </c:pt>
                <c:pt idx="1313">
                  <c:v>48000</c:v>
                </c:pt>
                <c:pt idx="1314">
                  <c:v>48000</c:v>
                </c:pt>
                <c:pt idx="1315">
                  <c:v>48000</c:v>
                </c:pt>
                <c:pt idx="1316">
                  <c:v>48000</c:v>
                </c:pt>
                <c:pt idx="1317">
                  <c:v>48000</c:v>
                </c:pt>
                <c:pt idx="1318">
                  <c:v>49000</c:v>
                </c:pt>
                <c:pt idx="1319">
                  <c:v>49000</c:v>
                </c:pt>
                <c:pt idx="1320">
                  <c:v>49000</c:v>
                </c:pt>
                <c:pt idx="1321">
                  <c:v>49000</c:v>
                </c:pt>
                <c:pt idx="1322">
                  <c:v>49000</c:v>
                </c:pt>
                <c:pt idx="1323">
                  <c:v>49000</c:v>
                </c:pt>
                <c:pt idx="1324">
                  <c:v>49000</c:v>
                </c:pt>
                <c:pt idx="1325">
                  <c:v>49000</c:v>
                </c:pt>
                <c:pt idx="1326">
                  <c:v>49000</c:v>
                </c:pt>
                <c:pt idx="1327">
                  <c:v>49000</c:v>
                </c:pt>
                <c:pt idx="1328">
                  <c:v>49000</c:v>
                </c:pt>
                <c:pt idx="1329">
                  <c:v>49000</c:v>
                </c:pt>
                <c:pt idx="1330">
                  <c:v>50000</c:v>
                </c:pt>
                <c:pt idx="1331">
                  <c:v>50000</c:v>
                </c:pt>
                <c:pt idx="1332">
                  <c:v>50000</c:v>
                </c:pt>
                <c:pt idx="1333">
                  <c:v>50000</c:v>
                </c:pt>
                <c:pt idx="1334">
                  <c:v>50000</c:v>
                </c:pt>
                <c:pt idx="1335">
                  <c:v>50000</c:v>
                </c:pt>
                <c:pt idx="1336">
                  <c:v>50000</c:v>
                </c:pt>
                <c:pt idx="1337">
                  <c:v>50000</c:v>
                </c:pt>
                <c:pt idx="1338">
                  <c:v>50000</c:v>
                </c:pt>
                <c:pt idx="1339">
                  <c:v>50000</c:v>
                </c:pt>
                <c:pt idx="1340">
                  <c:v>50000</c:v>
                </c:pt>
                <c:pt idx="1341">
                  <c:v>50000</c:v>
                </c:pt>
                <c:pt idx="1342">
                  <c:v>51000</c:v>
                </c:pt>
                <c:pt idx="1343">
                  <c:v>51000</c:v>
                </c:pt>
                <c:pt idx="1344">
                  <c:v>51000</c:v>
                </c:pt>
                <c:pt idx="1345">
                  <c:v>51000</c:v>
                </c:pt>
                <c:pt idx="1346">
                  <c:v>51000</c:v>
                </c:pt>
                <c:pt idx="1347">
                  <c:v>51000</c:v>
                </c:pt>
                <c:pt idx="1348">
                  <c:v>51000</c:v>
                </c:pt>
                <c:pt idx="1349">
                  <c:v>51000</c:v>
                </c:pt>
                <c:pt idx="1350">
                  <c:v>51000</c:v>
                </c:pt>
                <c:pt idx="1351">
                  <c:v>51000</c:v>
                </c:pt>
                <c:pt idx="1352">
                  <c:v>51000</c:v>
                </c:pt>
                <c:pt idx="1353">
                  <c:v>51000</c:v>
                </c:pt>
                <c:pt idx="1354">
                  <c:v>51000</c:v>
                </c:pt>
                <c:pt idx="1355">
                  <c:v>51000</c:v>
                </c:pt>
                <c:pt idx="1356">
                  <c:v>51000</c:v>
                </c:pt>
                <c:pt idx="1357">
                  <c:v>51000</c:v>
                </c:pt>
                <c:pt idx="1358">
                  <c:v>51000</c:v>
                </c:pt>
                <c:pt idx="1359">
                  <c:v>51000</c:v>
                </c:pt>
                <c:pt idx="1360">
                  <c:v>51000</c:v>
                </c:pt>
                <c:pt idx="1361">
                  <c:v>51000</c:v>
                </c:pt>
                <c:pt idx="1362">
                  <c:v>51000</c:v>
                </c:pt>
                <c:pt idx="1363">
                  <c:v>51000</c:v>
                </c:pt>
                <c:pt idx="1364">
                  <c:v>51000</c:v>
                </c:pt>
                <c:pt idx="1365">
                  <c:v>51000</c:v>
                </c:pt>
                <c:pt idx="1366">
                  <c:v>51000</c:v>
                </c:pt>
                <c:pt idx="1367">
                  <c:v>51000</c:v>
                </c:pt>
                <c:pt idx="1368">
                  <c:v>51000</c:v>
                </c:pt>
                <c:pt idx="1369">
                  <c:v>51000</c:v>
                </c:pt>
                <c:pt idx="1370">
                  <c:v>51000</c:v>
                </c:pt>
                <c:pt idx="1371">
                  <c:v>51000</c:v>
                </c:pt>
                <c:pt idx="1372">
                  <c:v>51000</c:v>
                </c:pt>
                <c:pt idx="1373">
                  <c:v>51000</c:v>
                </c:pt>
                <c:pt idx="1374">
                  <c:v>51000</c:v>
                </c:pt>
                <c:pt idx="1375">
                  <c:v>51000</c:v>
                </c:pt>
                <c:pt idx="1376">
                  <c:v>51000</c:v>
                </c:pt>
                <c:pt idx="1377">
                  <c:v>51000</c:v>
                </c:pt>
                <c:pt idx="1378">
                  <c:v>51000</c:v>
                </c:pt>
                <c:pt idx="1379">
                  <c:v>51000</c:v>
                </c:pt>
                <c:pt idx="1380">
                  <c:v>51000</c:v>
                </c:pt>
                <c:pt idx="1381">
                  <c:v>51000</c:v>
                </c:pt>
                <c:pt idx="1382">
                  <c:v>51000</c:v>
                </c:pt>
                <c:pt idx="1383">
                  <c:v>51000</c:v>
                </c:pt>
                <c:pt idx="1384">
                  <c:v>51000</c:v>
                </c:pt>
                <c:pt idx="1385">
                  <c:v>51000</c:v>
                </c:pt>
                <c:pt idx="1386">
                  <c:v>51000</c:v>
                </c:pt>
                <c:pt idx="1387">
                  <c:v>51000</c:v>
                </c:pt>
                <c:pt idx="1388">
                  <c:v>51000</c:v>
                </c:pt>
                <c:pt idx="1389">
                  <c:v>51000</c:v>
                </c:pt>
                <c:pt idx="1390">
                  <c:v>51000</c:v>
                </c:pt>
                <c:pt idx="1391">
                  <c:v>51000</c:v>
                </c:pt>
                <c:pt idx="1392">
                  <c:v>51000</c:v>
                </c:pt>
                <c:pt idx="1393">
                  <c:v>51000</c:v>
                </c:pt>
                <c:pt idx="1394">
                  <c:v>51000</c:v>
                </c:pt>
                <c:pt idx="1395">
                  <c:v>51000</c:v>
                </c:pt>
                <c:pt idx="1396">
                  <c:v>51000</c:v>
                </c:pt>
                <c:pt idx="1397">
                  <c:v>51000</c:v>
                </c:pt>
                <c:pt idx="1398">
                  <c:v>51000</c:v>
                </c:pt>
                <c:pt idx="1399">
                  <c:v>51000</c:v>
                </c:pt>
                <c:pt idx="1400">
                  <c:v>51000</c:v>
                </c:pt>
                <c:pt idx="1401">
                  <c:v>51000</c:v>
                </c:pt>
                <c:pt idx="1402">
                  <c:v>51000</c:v>
                </c:pt>
                <c:pt idx="1403">
                  <c:v>51000</c:v>
                </c:pt>
                <c:pt idx="1404">
                  <c:v>51000</c:v>
                </c:pt>
                <c:pt idx="1405">
                  <c:v>51000</c:v>
                </c:pt>
                <c:pt idx="1406">
                  <c:v>51000</c:v>
                </c:pt>
                <c:pt idx="1407">
                  <c:v>51000</c:v>
                </c:pt>
                <c:pt idx="1408">
                  <c:v>51000</c:v>
                </c:pt>
                <c:pt idx="1409">
                  <c:v>51000</c:v>
                </c:pt>
                <c:pt idx="1410">
                  <c:v>51000</c:v>
                </c:pt>
                <c:pt idx="1411">
                  <c:v>51000</c:v>
                </c:pt>
                <c:pt idx="1412">
                  <c:v>51000</c:v>
                </c:pt>
                <c:pt idx="1413">
                  <c:v>51000</c:v>
                </c:pt>
                <c:pt idx="1414">
                  <c:v>51000</c:v>
                </c:pt>
                <c:pt idx="1415">
                  <c:v>51000</c:v>
                </c:pt>
                <c:pt idx="1416">
                  <c:v>51000</c:v>
                </c:pt>
                <c:pt idx="1417">
                  <c:v>51000</c:v>
                </c:pt>
                <c:pt idx="1418">
                  <c:v>51000</c:v>
                </c:pt>
                <c:pt idx="1419">
                  <c:v>51000</c:v>
                </c:pt>
                <c:pt idx="1420">
                  <c:v>51000</c:v>
                </c:pt>
                <c:pt idx="1421">
                  <c:v>51000</c:v>
                </c:pt>
                <c:pt idx="1422">
                  <c:v>51000</c:v>
                </c:pt>
                <c:pt idx="1423">
                  <c:v>52000</c:v>
                </c:pt>
                <c:pt idx="1424">
                  <c:v>52000</c:v>
                </c:pt>
                <c:pt idx="1425">
                  <c:v>52000</c:v>
                </c:pt>
                <c:pt idx="1426">
                  <c:v>53000</c:v>
                </c:pt>
                <c:pt idx="1427">
                  <c:v>53000</c:v>
                </c:pt>
                <c:pt idx="1428">
                  <c:v>53000</c:v>
                </c:pt>
                <c:pt idx="1429">
                  <c:v>53000</c:v>
                </c:pt>
                <c:pt idx="1430">
                  <c:v>53000</c:v>
                </c:pt>
                <c:pt idx="1431">
                  <c:v>53000</c:v>
                </c:pt>
                <c:pt idx="1432">
                  <c:v>53000</c:v>
                </c:pt>
                <c:pt idx="1433">
                  <c:v>53000</c:v>
                </c:pt>
                <c:pt idx="1434">
                  <c:v>54000</c:v>
                </c:pt>
                <c:pt idx="1435">
                  <c:v>55000</c:v>
                </c:pt>
                <c:pt idx="1436">
                  <c:v>55000</c:v>
                </c:pt>
                <c:pt idx="1437">
                  <c:v>56000</c:v>
                </c:pt>
                <c:pt idx="1438">
                  <c:v>56000</c:v>
                </c:pt>
                <c:pt idx="1439">
                  <c:v>56000</c:v>
                </c:pt>
                <c:pt idx="1440">
                  <c:v>56000</c:v>
                </c:pt>
                <c:pt idx="1441">
                  <c:v>56000</c:v>
                </c:pt>
                <c:pt idx="1442">
                  <c:v>56000</c:v>
                </c:pt>
                <c:pt idx="1443">
                  <c:v>56000</c:v>
                </c:pt>
                <c:pt idx="1444">
                  <c:v>56500</c:v>
                </c:pt>
                <c:pt idx="1445">
                  <c:v>56500</c:v>
                </c:pt>
                <c:pt idx="1446">
                  <c:v>56500</c:v>
                </c:pt>
                <c:pt idx="1447">
                  <c:v>56500</c:v>
                </c:pt>
                <c:pt idx="1448">
                  <c:v>56500</c:v>
                </c:pt>
                <c:pt idx="1449">
                  <c:v>56500</c:v>
                </c:pt>
                <c:pt idx="1450">
                  <c:v>57500</c:v>
                </c:pt>
                <c:pt idx="1451">
                  <c:v>57500</c:v>
                </c:pt>
                <c:pt idx="1452">
                  <c:v>57500</c:v>
                </c:pt>
                <c:pt idx="1453">
                  <c:v>57500</c:v>
                </c:pt>
                <c:pt idx="1454">
                  <c:v>57500</c:v>
                </c:pt>
                <c:pt idx="1455">
                  <c:v>57500</c:v>
                </c:pt>
                <c:pt idx="1456">
                  <c:v>57500</c:v>
                </c:pt>
                <c:pt idx="1457">
                  <c:v>58000</c:v>
                </c:pt>
                <c:pt idx="1458">
                  <c:v>59000</c:v>
                </c:pt>
                <c:pt idx="1459">
                  <c:v>59000</c:v>
                </c:pt>
                <c:pt idx="1460">
                  <c:v>59000</c:v>
                </c:pt>
                <c:pt idx="1461">
                  <c:v>59000</c:v>
                </c:pt>
                <c:pt idx="1462">
                  <c:v>59000</c:v>
                </c:pt>
                <c:pt idx="1463">
                  <c:v>59000</c:v>
                </c:pt>
                <c:pt idx="1464">
                  <c:v>59000</c:v>
                </c:pt>
                <c:pt idx="1465">
                  <c:v>59000</c:v>
                </c:pt>
                <c:pt idx="1466">
                  <c:v>59000</c:v>
                </c:pt>
                <c:pt idx="1467">
                  <c:v>59000</c:v>
                </c:pt>
                <c:pt idx="1468">
                  <c:v>59000</c:v>
                </c:pt>
                <c:pt idx="1469">
                  <c:v>59000</c:v>
                </c:pt>
                <c:pt idx="1470">
                  <c:v>59000</c:v>
                </c:pt>
                <c:pt idx="1471">
                  <c:v>59000</c:v>
                </c:pt>
                <c:pt idx="1472">
                  <c:v>59000</c:v>
                </c:pt>
                <c:pt idx="1473">
                  <c:v>59000</c:v>
                </c:pt>
                <c:pt idx="1474">
                  <c:v>59000</c:v>
                </c:pt>
                <c:pt idx="1475">
                  <c:v>59000</c:v>
                </c:pt>
                <c:pt idx="1476">
                  <c:v>59000</c:v>
                </c:pt>
                <c:pt idx="1477">
                  <c:v>59000</c:v>
                </c:pt>
                <c:pt idx="1478">
                  <c:v>59000</c:v>
                </c:pt>
                <c:pt idx="1479">
                  <c:v>59000</c:v>
                </c:pt>
                <c:pt idx="1480">
                  <c:v>59000</c:v>
                </c:pt>
                <c:pt idx="1481">
                  <c:v>59000</c:v>
                </c:pt>
                <c:pt idx="1482">
                  <c:v>59000</c:v>
                </c:pt>
                <c:pt idx="1483">
                  <c:v>59000</c:v>
                </c:pt>
                <c:pt idx="1484">
                  <c:v>59000</c:v>
                </c:pt>
                <c:pt idx="1485">
                  <c:v>59000</c:v>
                </c:pt>
                <c:pt idx="1486">
                  <c:v>59000</c:v>
                </c:pt>
                <c:pt idx="1487">
                  <c:v>59000</c:v>
                </c:pt>
                <c:pt idx="1488">
                  <c:v>59000</c:v>
                </c:pt>
                <c:pt idx="1489">
                  <c:v>59000</c:v>
                </c:pt>
                <c:pt idx="1490">
                  <c:v>59000</c:v>
                </c:pt>
                <c:pt idx="1491">
                  <c:v>59000</c:v>
                </c:pt>
                <c:pt idx="1492">
                  <c:v>59000</c:v>
                </c:pt>
                <c:pt idx="1493">
                  <c:v>59000</c:v>
                </c:pt>
                <c:pt idx="1494">
                  <c:v>59000</c:v>
                </c:pt>
                <c:pt idx="1495">
                  <c:v>59000</c:v>
                </c:pt>
                <c:pt idx="1496">
                  <c:v>59000</c:v>
                </c:pt>
                <c:pt idx="1497">
                  <c:v>59000</c:v>
                </c:pt>
                <c:pt idx="1498">
                  <c:v>59000</c:v>
                </c:pt>
                <c:pt idx="1499">
                  <c:v>59000</c:v>
                </c:pt>
                <c:pt idx="1500">
                  <c:v>59000</c:v>
                </c:pt>
                <c:pt idx="1501">
                  <c:v>59000</c:v>
                </c:pt>
                <c:pt idx="1502">
                  <c:v>59000</c:v>
                </c:pt>
                <c:pt idx="1503">
                  <c:v>60000</c:v>
                </c:pt>
                <c:pt idx="1504">
                  <c:v>60000</c:v>
                </c:pt>
                <c:pt idx="1505">
                  <c:v>60000</c:v>
                </c:pt>
                <c:pt idx="1506">
                  <c:v>60000</c:v>
                </c:pt>
                <c:pt idx="1507">
                  <c:v>60000</c:v>
                </c:pt>
                <c:pt idx="1508">
                  <c:v>60000</c:v>
                </c:pt>
                <c:pt idx="1509">
                  <c:v>60000</c:v>
                </c:pt>
                <c:pt idx="1510">
                  <c:v>61000</c:v>
                </c:pt>
                <c:pt idx="1511">
                  <c:v>61000</c:v>
                </c:pt>
                <c:pt idx="1512">
                  <c:v>62000</c:v>
                </c:pt>
                <c:pt idx="1513">
                  <c:v>62000</c:v>
                </c:pt>
                <c:pt idx="1514">
                  <c:v>62000</c:v>
                </c:pt>
                <c:pt idx="1515">
                  <c:v>62000</c:v>
                </c:pt>
                <c:pt idx="1516">
                  <c:v>62000</c:v>
                </c:pt>
                <c:pt idx="1517">
                  <c:v>62000</c:v>
                </c:pt>
                <c:pt idx="1518">
                  <c:v>62000</c:v>
                </c:pt>
                <c:pt idx="1519">
                  <c:v>62000</c:v>
                </c:pt>
                <c:pt idx="1520">
                  <c:v>62000</c:v>
                </c:pt>
                <c:pt idx="1521">
                  <c:v>64000</c:v>
                </c:pt>
                <c:pt idx="1522">
                  <c:v>64000</c:v>
                </c:pt>
                <c:pt idx="1523">
                  <c:v>64000</c:v>
                </c:pt>
                <c:pt idx="1524">
                  <c:v>64000</c:v>
                </c:pt>
                <c:pt idx="1525">
                  <c:v>64000</c:v>
                </c:pt>
                <c:pt idx="1526">
                  <c:v>64000</c:v>
                </c:pt>
                <c:pt idx="1527">
                  <c:v>65000</c:v>
                </c:pt>
                <c:pt idx="1528">
                  <c:v>66000</c:v>
                </c:pt>
                <c:pt idx="1529">
                  <c:v>66000</c:v>
                </c:pt>
                <c:pt idx="1530">
                  <c:v>66000</c:v>
                </c:pt>
                <c:pt idx="1531">
                  <c:v>67000</c:v>
                </c:pt>
                <c:pt idx="1532">
                  <c:v>67000</c:v>
                </c:pt>
                <c:pt idx="1533">
                  <c:v>67000</c:v>
                </c:pt>
                <c:pt idx="1534">
                  <c:v>67000</c:v>
                </c:pt>
                <c:pt idx="1535">
                  <c:v>67000</c:v>
                </c:pt>
                <c:pt idx="1536">
                  <c:v>67000</c:v>
                </c:pt>
                <c:pt idx="1537">
                  <c:v>67000</c:v>
                </c:pt>
                <c:pt idx="1538">
                  <c:v>67000</c:v>
                </c:pt>
                <c:pt idx="1539">
                  <c:v>67000</c:v>
                </c:pt>
                <c:pt idx="1540">
                  <c:v>67000</c:v>
                </c:pt>
                <c:pt idx="1541">
                  <c:v>67000</c:v>
                </c:pt>
                <c:pt idx="1542">
                  <c:v>67000</c:v>
                </c:pt>
                <c:pt idx="1543">
                  <c:v>67000</c:v>
                </c:pt>
                <c:pt idx="1544">
                  <c:v>67000</c:v>
                </c:pt>
                <c:pt idx="1545">
                  <c:v>67000</c:v>
                </c:pt>
                <c:pt idx="1546">
                  <c:v>67000</c:v>
                </c:pt>
                <c:pt idx="1547">
                  <c:v>67000</c:v>
                </c:pt>
                <c:pt idx="1548">
                  <c:v>67000</c:v>
                </c:pt>
                <c:pt idx="1549">
                  <c:v>67000</c:v>
                </c:pt>
                <c:pt idx="1550">
                  <c:v>67000</c:v>
                </c:pt>
                <c:pt idx="1551">
                  <c:v>67000</c:v>
                </c:pt>
                <c:pt idx="1552">
                  <c:v>67000</c:v>
                </c:pt>
                <c:pt idx="1553">
                  <c:v>67000</c:v>
                </c:pt>
                <c:pt idx="1554">
                  <c:v>67000</c:v>
                </c:pt>
                <c:pt idx="1555">
                  <c:v>67000</c:v>
                </c:pt>
                <c:pt idx="1556">
                  <c:v>67000</c:v>
                </c:pt>
                <c:pt idx="1557">
                  <c:v>67000</c:v>
                </c:pt>
                <c:pt idx="1558">
                  <c:v>67000</c:v>
                </c:pt>
                <c:pt idx="1559">
                  <c:v>68000</c:v>
                </c:pt>
                <c:pt idx="1560">
                  <c:v>68000</c:v>
                </c:pt>
                <c:pt idx="1561">
                  <c:v>70000</c:v>
                </c:pt>
                <c:pt idx="1562">
                  <c:v>70000</c:v>
                </c:pt>
                <c:pt idx="1563">
                  <c:v>70000</c:v>
                </c:pt>
                <c:pt idx="1564">
                  <c:v>70000</c:v>
                </c:pt>
                <c:pt idx="1565">
                  <c:v>70000</c:v>
                </c:pt>
                <c:pt idx="1566">
                  <c:v>70000</c:v>
                </c:pt>
                <c:pt idx="1567">
                  <c:v>70000</c:v>
                </c:pt>
                <c:pt idx="1568">
                  <c:v>72500</c:v>
                </c:pt>
                <c:pt idx="1569">
                  <c:v>72500</c:v>
                </c:pt>
                <c:pt idx="1570">
                  <c:v>72500</c:v>
                </c:pt>
                <c:pt idx="1571">
                  <c:v>72500</c:v>
                </c:pt>
                <c:pt idx="1572">
                  <c:v>72500</c:v>
                </c:pt>
                <c:pt idx="1573">
                  <c:v>72500</c:v>
                </c:pt>
                <c:pt idx="1574">
                  <c:v>72500</c:v>
                </c:pt>
                <c:pt idx="1575">
                  <c:v>72500</c:v>
                </c:pt>
                <c:pt idx="1576">
                  <c:v>72500</c:v>
                </c:pt>
                <c:pt idx="1577">
                  <c:v>72500</c:v>
                </c:pt>
                <c:pt idx="1578">
                  <c:v>72500</c:v>
                </c:pt>
                <c:pt idx="1579">
                  <c:v>72500</c:v>
                </c:pt>
                <c:pt idx="1580">
                  <c:v>72500</c:v>
                </c:pt>
                <c:pt idx="1581">
                  <c:v>72500</c:v>
                </c:pt>
                <c:pt idx="1582">
                  <c:v>72500</c:v>
                </c:pt>
                <c:pt idx="1583">
                  <c:v>72500</c:v>
                </c:pt>
                <c:pt idx="1584">
                  <c:v>72500</c:v>
                </c:pt>
                <c:pt idx="1585">
                  <c:v>72500</c:v>
                </c:pt>
                <c:pt idx="1586">
                  <c:v>72500</c:v>
                </c:pt>
                <c:pt idx="1587">
                  <c:v>72500</c:v>
                </c:pt>
                <c:pt idx="1588">
                  <c:v>72500</c:v>
                </c:pt>
                <c:pt idx="1589">
                  <c:v>72500</c:v>
                </c:pt>
                <c:pt idx="1590">
                  <c:v>72500</c:v>
                </c:pt>
                <c:pt idx="1591">
                  <c:v>72500</c:v>
                </c:pt>
                <c:pt idx="1592">
                  <c:v>72500</c:v>
                </c:pt>
                <c:pt idx="1593">
                  <c:v>72500</c:v>
                </c:pt>
                <c:pt idx="1594">
                  <c:v>72500</c:v>
                </c:pt>
                <c:pt idx="1595">
                  <c:v>72500</c:v>
                </c:pt>
                <c:pt idx="1596">
                  <c:v>72500</c:v>
                </c:pt>
                <c:pt idx="1597">
                  <c:v>72500</c:v>
                </c:pt>
                <c:pt idx="1598">
                  <c:v>72500</c:v>
                </c:pt>
                <c:pt idx="1599">
                  <c:v>72500</c:v>
                </c:pt>
                <c:pt idx="1600">
                  <c:v>72500</c:v>
                </c:pt>
                <c:pt idx="1601">
                  <c:v>72500</c:v>
                </c:pt>
                <c:pt idx="1602">
                  <c:v>72500</c:v>
                </c:pt>
                <c:pt idx="1603">
                  <c:v>72500</c:v>
                </c:pt>
                <c:pt idx="1604">
                  <c:v>72500</c:v>
                </c:pt>
                <c:pt idx="1605">
                  <c:v>72500</c:v>
                </c:pt>
                <c:pt idx="1606">
                  <c:v>72500</c:v>
                </c:pt>
                <c:pt idx="1607">
                  <c:v>72500</c:v>
                </c:pt>
                <c:pt idx="1608">
                  <c:v>72500</c:v>
                </c:pt>
                <c:pt idx="1609">
                  <c:v>72500</c:v>
                </c:pt>
                <c:pt idx="1610">
                  <c:v>72500</c:v>
                </c:pt>
                <c:pt idx="1611">
                  <c:v>72500</c:v>
                </c:pt>
                <c:pt idx="1612">
                  <c:v>72500</c:v>
                </c:pt>
                <c:pt idx="1613">
                  <c:v>72500</c:v>
                </c:pt>
                <c:pt idx="1614">
                  <c:v>72500</c:v>
                </c:pt>
                <c:pt idx="1615">
                  <c:v>72500</c:v>
                </c:pt>
                <c:pt idx="1616">
                  <c:v>72500</c:v>
                </c:pt>
                <c:pt idx="1617">
                  <c:v>72500</c:v>
                </c:pt>
                <c:pt idx="1618">
                  <c:v>72500</c:v>
                </c:pt>
                <c:pt idx="1619">
                  <c:v>72500</c:v>
                </c:pt>
                <c:pt idx="1620">
                  <c:v>72500</c:v>
                </c:pt>
                <c:pt idx="1621">
                  <c:v>72500</c:v>
                </c:pt>
                <c:pt idx="1622">
                  <c:v>72500</c:v>
                </c:pt>
                <c:pt idx="1623">
                  <c:v>72500</c:v>
                </c:pt>
                <c:pt idx="1624">
                  <c:v>72500</c:v>
                </c:pt>
                <c:pt idx="1625">
                  <c:v>72500</c:v>
                </c:pt>
                <c:pt idx="1626">
                  <c:v>72500</c:v>
                </c:pt>
                <c:pt idx="1627">
                  <c:v>72500</c:v>
                </c:pt>
                <c:pt idx="1628">
                  <c:v>72500</c:v>
                </c:pt>
                <c:pt idx="1629">
                  <c:v>72500</c:v>
                </c:pt>
                <c:pt idx="1630">
                  <c:v>72500</c:v>
                </c:pt>
                <c:pt idx="1631">
                  <c:v>72500</c:v>
                </c:pt>
                <c:pt idx="1632">
                  <c:v>72500</c:v>
                </c:pt>
                <c:pt idx="1633">
                  <c:v>72500</c:v>
                </c:pt>
                <c:pt idx="1634">
                  <c:v>72500</c:v>
                </c:pt>
                <c:pt idx="1635">
                  <c:v>72500</c:v>
                </c:pt>
                <c:pt idx="1636">
                  <c:v>72500</c:v>
                </c:pt>
                <c:pt idx="1637">
                  <c:v>72500</c:v>
                </c:pt>
                <c:pt idx="1638">
                  <c:v>72500</c:v>
                </c:pt>
                <c:pt idx="1639">
                  <c:v>72500</c:v>
                </c:pt>
                <c:pt idx="1640">
                  <c:v>72500</c:v>
                </c:pt>
                <c:pt idx="1641">
                  <c:v>72500</c:v>
                </c:pt>
                <c:pt idx="1642">
                  <c:v>72500</c:v>
                </c:pt>
                <c:pt idx="1643">
                  <c:v>72500</c:v>
                </c:pt>
                <c:pt idx="1644">
                  <c:v>72500</c:v>
                </c:pt>
                <c:pt idx="1645">
                  <c:v>72500</c:v>
                </c:pt>
                <c:pt idx="1646">
                  <c:v>72500</c:v>
                </c:pt>
                <c:pt idx="1647">
                  <c:v>72500</c:v>
                </c:pt>
                <c:pt idx="1648">
                  <c:v>72500</c:v>
                </c:pt>
                <c:pt idx="1649">
                  <c:v>72500</c:v>
                </c:pt>
                <c:pt idx="1650">
                  <c:v>72500</c:v>
                </c:pt>
                <c:pt idx="1651">
                  <c:v>72500</c:v>
                </c:pt>
                <c:pt idx="1652">
                  <c:v>72500</c:v>
                </c:pt>
                <c:pt idx="1653">
                  <c:v>72500</c:v>
                </c:pt>
                <c:pt idx="1654">
                  <c:v>72500</c:v>
                </c:pt>
                <c:pt idx="1655">
                  <c:v>72500</c:v>
                </c:pt>
                <c:pt idx="1656">
                  <c:v>72500</c:v>
                </c:pt>
                <c:pt idx="1657">
                  <c:v>72500</c:v>
                </c:pt>
                <c:pt idx="1658">
                  <c:v>72500</c:v>
                </c:pt>
                <c:pt idx="1659">
                  <c:v>72500</c:v>
                </c:pt>
                <c:pt idx="1660">
                  <c:v>72500</c:v>
                </c:pt>
                <c:pt idx="1661">
                  <c:v>72500</c:v>
                </c:pt>
                <c:pt idx="1662">
                  <c:v>72500</c:v>
                </c:pt>
                <c:pt idx="1663">
                  <c:v>72500</c:v>
                </c:pt>
                <c:pt idx="1664">
                  <c:v>72500</c:v>
                </c:pt>
                <c:pt idx="1665">
                  <c:v>72500</c:v>
                </c:pt>
              </c:numCache>
            </c:numRef>
          </c:val>
          <c:smooth val="1"/>
          <c:extLst xmlns:c16r2="http://schemas.microsoft.com/office/drawing/2015/06/chart">
            <c:ext xmlns:c16="http://schemas.microsoft.com/office/drawing/2014/chart" uri="{C3380CC4-5D6E-409C-BE32-E72D297353CC}">
              <c16:uniqueId val="{00000000-AAB1-402E-8844-CAE18E2356D0}"/>
            </c:ext>
          </c:extLst>
        </c:ser>
        <c:dLbls>
          <c:showLegendKey val="0"/>
          <c:showVal val="0"/>
          <c:showCatName val="0"/>
          <c:showSerName val="0"/>
          <c:showPercent val="0"/>
          <c:showBubbleSize val="0"/>
        </c:dLbls>
        <c:marker val="1"/>
        <c:smooth val="0"/>
        <c:axId val="868021872"/>
        <c:axId val="868025136"/>
      </c:lineChart>
      <c:dateAx>
        <c:axId val="868021872"/>
        <c:scaling>
          <c:orientation val="minMax"/>
        </c:scaling>
        <c:delete val="0"/>
        <c:axPos val="b"/>
        <c:numFmt formatCode="yyyy/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lgn="ctr">
              <a:defRPr lang="zh-CN" altLang="en-US" sz="700" b="0" i="0" u="none" strike="noStrike" kern="1200" baseline="0">
                <a:solidFill>
                  <a:srgbClr val="000000"/>
                </a:solidFill>
                <a:latin typeface="Arial"/>
                <a:ea typeface="Arial"/>
                <a:cs typeface="Arial"/>
              </a:defRPr>
            </a:pPr>
            <a:endParaRPr lang="zh-CN"/>
          </a:p>
        </c:txPr>
        <c:crossAx val="868025136"/>
        <c:crosses val="autoZero"/>
        <c:auto val="1"/>
        <c:lblOffset val="100"/>
        <c:baseTimeUnit val="days"/>
        <c:majorUnit val="6"/>
        <c:majorTimeUnit val="months"/>
      </c:dateAx>
      <c:valAx>
        <c:axId val="868025136"/>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lgn="ctr">
              <a:defRPr lang="zh-CN" altLang="en-US" sz="700" b="0" i="0" u="none" strike="noStrike" kern="1200" baseline="0">
                <a:solidFill>
                  <a:srgbClr val="000000"/>
                </a:solidFill>
                <a:latin typeface="Arial"/>
                <a:ea typeface="Arial"/>
                <a:cs typeface="Arial"/>
              </a:defRPr>
            </a:pPr>
            <a:endParaRPr lang="zh-CN"/>
          </a:p>
        </c:txPr>
        <c:crossAx val="868021872"/>
        <c:crosses val="autoZero"/>
        <c:crossBetween val="between"/>
      </c:valAx>
      <c:spPr>
        <a:noFill/>
        <a:ln>
          <a:noFill/>
        </a:ln>
        <a:effectLst/>
      </c:spPr>
    </c:plotArea>
    <c:legend>
      <c:legendPos val="r"/>
      <c:layout>
        <c:manualLayout>
          <c:xMode val="edge"/>
          <c:yMode val="edge"/>
          <c:x val="0.27208480565371024"/>
          <c:y val="5.1748582447602248E-2"/>
          <c:w val="0.47703180212014135"/>
          <c:h val="0.16180895755377517"/>
        </c:manualLayout>
      </c:layout>
      <c:overlay val="0"/>
      <c:spPr>
        <a:noFill/>
        <a:ln>
          <a:noFill/>
        </a:ln>
        <a:effectLst/>
      </c:spPr>
      <c:txPr>
        <a:bodyPr rot="0" spcFirstLastPara="1" vertOverflow="ellipsis" vert="horz" wrap="square" anchor="ctr" anchorCtr="1"/>
        <a:lstStyle/>
        <a:p>
          <a:pPr rtl="0">
            <a:defRPr lang="zh-CN" altLang="en-US" sz="7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284808400381834"/>
          <c:y val="0.11030940262523438"/>
          <c:w val="0.85613427714753798"/>
          <c:h val="0.79181444771854637"/>
        </c:manualLayout>
      </c:layout>
      <c:lineChart>
        <c:grouping val="standard"/>
        <c:varyColors val="0"/>
        <c:ser>
          <c:idx val="0"/>
          <c:order val="0"/>
          <c:tx>
            <c:strRef>
              <c:f>'磷酸铁价格、库存'!$L$1</c:f>
              <c:strCache>
                <c:ptCount val="1"/>
                <c:pt idx="0">
                  <c:v>磷酸铁价格（元/吨）</c:v>
                </c:pt>
              </c:strCache>
            </c:strRef>
          </c:tx>
          <c:spPr>
            <a:ln w="12700" cap="rnd">
              <a:solidFill>
                <a:srgbClr val="E10000"/>
              </a:solidFill>
              <a:prstDash val="solid"/>
              <a:round/>
            </a:ln>
            <a:effectLst/>
          </c:spPr>
          <c:marker>
            <c:symbol val="none"/>
          </c:marker>
          <c:cat>
            <c:numRef>
              <c:f>'磷酸铁价格、库存'!$K$2:$K$1879</c:f>
              <c:numCache>
                <c:formatCode>m/d/yyyy</c:formatCode>
                <c:ptCount val="1878"/>
                <c:pt idx="0">
                  <c:v>44978</c:v>
                </c:pt>
                <c:pt idx="1">
                  <c:v>44977</c:v>
                </c:pt>
                <c:pt idx="2">
                  <c:v>44976</c:v>
                </c:pt>
                <c:pt idx="3">
                  <c:v>44975</c:v>
                </c:pt>
                <c:pt idx="4">
                  <c:v>44974</c:v>
                </c:pt>
                <c:pt idx="5">
                  <c:v>44973</c:v>
                </c:pt>
                <c:pt idx="6">
                  <c:v>44972</c:v>
                </c:pt>
                <c:pt idx="7">
                  <c:v>44971</c:v>
                </c:pt>
                <c:pt idx="8">
                  <c:v>44970</c:v>
                </c:pt>
                <c:pt idx="9">
                  <c:v>44969</c:v>
                </c:pt>
                <c:pt idx="10">
                  <c:v>44968</c:v>
                </c:pt>
                <c:pt idx="11">
                  <c:v>44967</c:v>
                </c:pt>
                <c:pt idx="12">
                  <c:v>44966</c:v>
                </c:pt>
                <c:pt idx="13">
                  <c:v>44965</c:v>
                </c:pt>
                <c:pt idx="14">
                  <c:v>44964</c:v>
                </c:pt>
                <c:pt idx="15">
                  <c:v>44963</c:v>
                </c:pt>
                <c:pt idx="16">
                  <c:v>44962</c:v>
                </c:pt>
                <c:pt idx="17">
                  <c:v>44961</c:v>
                </c:pt>
                <c:pt idx="18">
                  <c:v>44960</c:v>
                </c:pt>
                <c:pt idx="19">
                  <c:v>44959</c:v>
                </c:pt>
                <c:pt idx="20">
                  <c:v>44958</c:v>
                </c:pt>
                <c:pt idx="21">
                  <c:v>44957</c:v>
                </c:pt>
                <c:pt idx="22">
                  <c:v>44956</c:v>
                </c:pt>
                <c:pt idx="23">
                  <c:v>44955</c:v>
                </c:pt>
                <c:pt idx="24">
                  <c:v>44954</c:v>
                </c:pt>
                <c:pt idx="25">
                  <c:v>44953</c:v>
                </c:pt>
                <c:pt idx="26">
                  <c:v>44952</c:v>
                </c:pt>
                <c:pt idx="27">
                  <c:v>44951</c:v>
                </c:pt>
                <c:pt idx="28">
                  <c:v>44950</c:v>
                </c:pt>
                <c:pt idx="29">
                  <c:v>44949</c:v>
                </c:pt>
                <c:pt idx="30">
                  <c:v>44948</c:v>
                </c:pt>
                <c:pt idx="31">
                  <c:v>44947</c:v>
                </c:pt>
                <c:pt idx="32">
                  <c:v>44946</c:v>
                </c:pt>
                <c:pt idx="33">
                  <c:v>44945</c:v>
                </c:pt>
                <c:pt idx="34">
                  <c:v>44944</c:v>
                </c:pt>
                <c:pt idx="35">
                  <c:v>44943</c:v>
                </c:pt>
                <c:pt idx="36">
                  <c:v>44942</c:v>
                </c:pt>
                <c:pt idx="37">
                  <c:v>44941</c:v>
                </c:pt>
                <c:pt idx="38">
                  <c:v>44940</c:v>
                </c:pt>
                <c:pt idx="39">
                  <c:v>44939</c:v>
                </c:pt>
                <c:pt idx="40">
                  <c:v>44938</c:v>
                </c:pt>
                <c:pt idx="41">
                  <c:v>44937</c:v>
                </c:pt>
                <c:pt idx="42">
                  <c:v>44936</c:v>
                </c:pt>
                <c:pt idx="43">
                  <c:v>44935</c:v>
                </c:pt>
                <c:pt idx="44">
                  <c:v>44934</c:v>
                </c:pt>
                <c:pt idx="45">
                  <c:v>44933</c:v>
                </c:pt>
                <c:pt idx="46">
                  <c:v>44932</c:v>
                </c:pt>
                <c:pt idx="47">
                  <c:v>44931</c:v>
                </c:pt>
                <c:pt idx="48">
                  <c:v>44930</c:v>
                </c:pt>
                <c:pt idx="49">
                  <c:v>44929</c:v>
                </c:pt>
                <c:pt idx="50">
                  <c:v>44928</c:v>
                </c:pt>
                <c:pt idx="51">
                  <c:v>44927</c:v>
                </c:pt>
                <c:pt idx="52">
                  <c:v>44926</c:v>
                </c:pt>
                <c:pt idx="53">
                  <c:v>44925</c:v>
                </c:pt>
                <c:pt idx="54">
                  <c:v>44924</c:v>
                </c:pt>
                <c:pt idx="55">
                  <c:v>44923</c:v>
                </c:pt>
                <c:pt idx="56">
                  <c:v>44922</c:v>
                </c:pt>
                <c:pt idx="57">
                  <c:v>44921</c:v>
                </c:pt>
                <c:pt idx="58">
                  <c:v>44920</c:v>
                </c:pt>
                <c:pt idx="59">
                  <c:v>44919</c:v>
                </c:pt>
                <c:pt idx="60">
                  <c:v>44918</c:v>
                </c:pt>
                <c:pt idx="61">
                  <c:v>44917</c:v>
                </c:pt>
                <c:pt idx="62">
                  <c:v>44916</c:v>
                </c:pt>
                <c:pt idx="63">
                  <c:v>44915</c:v>
                </c:pt>
                <c:pt idx="64">
                  <c:v>44914</c:v>
                </c:pt>
                <c:pt idx="65">
                  <c:v>44913</c:v>
                </c:pt>
                <c:pt idx="66">
                  <c:v>44912</c:v>
                </c:pt>
                <c:pt idx="67">
                  <c:v>44911</c:v>
                </c:pt>
                <c:pt idx="68">
                  <c:v>44910</c:v>
                </c:pt>
                <c:pt idx="69">
                  <c:v>44909</c:v>
                </c:pt>
                <c:pt idx="70">
                  <c:v>44908</c:v>
                </c:pt>
                <c:pt idx="71">
                  <c:v>44907</c:v>
                </c:pt>
                <c:pt idx="72">
                  <c:v>44906</c:v>
                </c:pt>
                <c:pt idx="73">
                  <c:v>44905</c:v>
                </c:pt>
                <c:pt idx="74">
                  <c:v>44904</c:v>
                </c:pt>
                <c:pt idx="75">
                  <c:v>44903</c:v>
                </c:pt>
                <c:pt idx="76">
                  <c:v>44902</c:v>
                </c:pt>
                <c:pt idx="77">
                  <c:v>44901</c:v>
                </c:pt>
                <c:pt idx="78">
                  <c:v>44900</c:v>
                </c:pt>
                <c:pt idx="79">
                  <c:v>44899</c:v>
                </c:pt>
                <c:pt idx="80">
                  <c:v>44898</c:v>
                </c:pt>
                <c:pt idx="81">
                  <c:v>44897</c:v>
                </c:pt>
                <c:pt idx="82">
                  <c:v>44896</c:v>
                </c:pt>
                <c:pt idx="83">
                  <c:v>44895</c:v>
                </c:pt>
                <c:pt idx="84">
                  <c:v>44894</c:v>
                </c:pt>
                <c:pt idx="85">
                  <c:v>44893</c:v>
                </c:pt>
                <c:pt idx="86">
                  <c:v>44892</c:v>
                </c:pt>
                <c:pt idx="87">
                  <c:v>44891</c:v>
                </c:pt>
                <c:pt idx="88">
                  <c:v>44890</c:v>
                </c:pt>
                <c:pt idx="89">
                  <c:v>44889</c:v>
                </c:pt>
                <c:pt idx="90">
                  <c:v>44888</c:v>
                </c:pt>
                <c:pt idx="91">
                  <c:v>44887</c:v>
                </c:pt>
                <c:pt idx="92">
                  <c:v>44886</c:v>
                </c:pt>
                <c:pt idx="93">
                  <c:v>44885</c:v>
                </c:pt>
                <c:pt idx="94">
                  <c:v>44884</c:v>
                </c:pt>
                <c:pt idx="95">
                  <c:v>44883</c:v>
                </c:pt>
                <c:pt idx="96">
                  <c:v>44882</c:v>
                </c:pt>
                <c:pt idx="97">
                  <c:v>44881</c:v>
                </c:pt>
                <c:pt idx="98">
                  <c:v>44880</c:v>
                </c:pt>
                <c:pt idx="99">
                  <c:v>44879</c:v>
                </c:pt>
                <c:pt idx="100">
                  <c:v>44878</c:v>
                </c:pt>
                <c:pt idx="101">
                  <c:v>44877</c:v>
                </c:pt>
                <c:pt idx="102">
                  <c:v>44876</c:v>
                </c:pt>
                <c:pt idx="103">
                  <c:v>44875</c:v>
                </c:pt>
                <c:pt idx="104">
                  <c:v>44874</c:v>
                </c:pt>
                <c:pt idx="105">
                  <c:v>44873</c:v>
                </c:pt>
                <c:pt idx="106">
                  <c:v>44872</c:v>
                </c:pt>
                <c:pt idx="107">
                  <c:v>44871</c:v>
                </c:pt>
                <c:pt idx="108">
                  <c:v>44870</c:v>
                </c:pt>
                <c:pt idx="109">
                  <c:v>44869</c:v>
                </c:pt>
                <c:pt idx="110">
                  <c:v>44868</c:v>
                </c:pt>
                <c:pt idx="111">
                  <c:v>44867</c:v>
                </c:pt>
                <c:pt idx="112">
                  <c:v>44866</c:v>
                </c:pt>
                <c:pt idx="113">
                  <c:v>44865</c:v>
                </c:pt>
                <c:pt idx="114">
                  <c:v>44864</c:v>
                </c:pt>
                <c:pt idx="115">
                  <c:v>44863</c:v>
                </c:pt>
                <c:pt idx="116">
                  <c:v>44862</c:v>
                </c:pt>
                <c:pt idx="117">
                  <c:v>44861</c:v>
                </c:pt>
                <c:pt idx="118">
                  <c:v>44860</c:v>
                </c:pt>
                <c:pt idx="119">
                  <c:v>44859</c:v>
                </c:pt>
                <c:pt idx="120">
                  <c:v>44858</c:v>
                </c:pt>
                <c:pt idx="121">
                  <c:v>44857</c:v>
                </c:pt>
                <c:pt idx="122">
                  <c:v>44856</c:v>
                </c:pt>
                <c:pt idx="123">
                  <c:v>44855</c:v>
                </c:pt>
                <c:pt idx="124">
                  <c:v>44854</c:v>
                </c:pt>
                <c:pt idx="125">
                  <c:v>44853</c:v>
                </c:pt>
                <c:pt idx="126">
                  <c:v>44852</c:v>
                </c:pt>
                <c:pt idx="127">
                  <c:v>44851</c:v>
                </c:pt>
                <c:pt idx="128">
                  <c:v>44850</c:v>
                </c:pt>
                <c:pt idx="129">
                  <c:v>44849</c:v>
                </c:pt>
                <c:pt idx="130">
                  <c:v>44848</c:v>
                </c:pt>
                <c:pt idx="131">
                  <c:v>44847</c:v>
                </c:pt>
                <c:pt idx="132">
                  <c:v>44846</c:v>
                </c:pt>
                <c:pt idx="133">
                  <c:v>44845</c:v>
                </c:pt>
                <c:pt idx="134">
                  <c:v>44844</c:v>
                </c:pt>
                <c:pt idx="135">
                  <c:v>44843</c:v>
                </c:pt>
                <c:pt idx="136">
                  <c:v>44842</c:v>
                </c:pt>
                <c:pt idx="137">
                  <c:v>44841</c:v>
                </c:pt>
                <c:pt idx="138">
                  <c:v>44840</c:v>
                </c:pt>
                <c:pt idx="139">
                  <c:v>44839</c:v>
                </c:pt>
                <c:pt idx="140">
                  <c:v>44838</c:v>
                </c:pt>
                <c:pt idx="141">
                  <c:v>44837</c:v>
                </c:pt>
                <c:pt idx="142">
                  <c:v>44836</c:v>
                </c:pt>
                <c:pt idx="143">
                  <c:v>44835</c:v>
                </c:pt>
                <c:pt idx="144">
                  <c:v>44834</c:v>
                </c:pt>
                <c:pt idx="145">
                  <c:v>44833</c:v>
                </c:pt>
                <c:pt idx="146">
                  <c:v>44832</c:v>
                </c:pt>
                <c:pt idx="147">
                  <c:v>44831</c:v>
                </c:pt>
                <c:pt idx="148">
                  <c:v>44830</c:v>
                </c:pt>
                <c:pt idx="149">
                  <c:v>44829</c:v>
                </c:pt>
                <c:pt idx="150">
                  <c:v>44828</c:v>
                </c:pt>
                <c:pt idx="151">
                  <c:v>44827</c:v>
                </c:pt>
                <c:pt idx="152">
                  <c:v>44826</c:v>
                </c:pt>
                <c:pt idx="153">
                  <c:v>44825</c:v>
                </c:pt>
                <c:pt idx="154">
                  <c:v>44824</c:v>
                </c:pt>
                <c:pt idx="155">
                  <c:v>44823</c:v>
                </c:pt>
                <c:pt idx="156">
                  <c:v>44822</c:v>
                </c:pt>
                <c:pt idx="157">
                  <c:v>44821</c:v>
                </c:pt>
                <c:pt idx="158">
                  <c:v>44820</c:v>
                </c:pt>
                <c:pt idx="159">
                  <c:v>44819</c:v>
                </c:pt>
                <c:pt idx="160">
                  <c:v>44818</c:v>
                </c:pt>
                <c:pt idx="161">
                  <c:v>44817</c:v>
                </c:pt>
                <c:pt idx="162">
                  <c:v>44816</c:v>
                </c:pt>
                <c:pt idx="163">
                  <c:v>44815</c:v>
                </c:pt>
                <c:pt idx="164">
                  <c:v>44814</c:v>
                </c:pt>
                <c:pt idx="165">
                  <c:v>44813</c:v>
                </c:pt>
                <c:pt idx="166">
                  <c:v>44812</c:v>
                </c:pt>
                <c:pt idx="167">
                  <c:v>44811</c:v>
                </c:pt>
                <c:pt idx="168">
                  <c:v>44810</c:v>
                </c:pt>
                <c:pt idx="169">
                  <c:v>44809</c:v>
                </c:pt>
                <c:pt idx="170">
                  <c:v>44808</c:v>
                </c:pt>
                <c:pt idx="171">
                  <c:v>44807</c:v>
                </c:pt>
                <c:pt idx="172">
                  <c:v>44806</c:v>
                </c:pt>
                <c:pt idx="173">
                  <c:v>44805</c:v>
                </c:pt>
                <c:pt idx="174">
                  <c:v>44804</c:v>
                </c:pt>
                <c:pt idx="175">
                  <c:v>44803</c:v>
                </c:pt>
                <c:pt idx="176">
                  <c:v>44802</c:v>
                </c:pt>
                <c:pt idx="177">
                  <c:v>44801</c:v>
                </c:pt>
                <c:pt idx="178">
                  <c:v>44800</c:v>
                </c:pt>
                <c:pt idx="179">
                  <c:v>44799</c:v>
                </c:pt>
                <c:pt idx="180">
                  <c:v>44798</c:v>
                </c:pt>
                <c:pt idx="181">
                  <c:v>44797</c:v>
                </c:pt>
                <c:pt idx="182">
                  <c:v>44796</c:v>
                </c:pt>
                <c:pt idx="183">
                  <c:v>44795</c:v>
                </c:pt>
                <c:pt idx="184">
                  <c:v>44794</c:v>
                </c:pt>
                <c:pt idx="185">
                  <c:v>44793</c:v>
                </c:pt>
                <c:pt idx="186">
                  <c:v>44792</c:v>
                </c:pt>
                <c:pt idx="187">
                  <c:v>44791</c:v>
                </c:pt>
                <c:pt idx="188">
                  <c:v>44790</c:v>
                </c:pt>
                <c:pt idx="189">
                  <c:v>44789</c:v>
                </c:pt>
                <c:pt idx="190">
                  <c:v>44788</c:v>
                </c:pt>
                <c:pt idx="191">
                  <c:v>44787</c:v>
                </c:pt>
                <c:pt idx="192">
                  <c:v>44786</c:v>
                </c:pt>
                <c:pt idx="193">
                  <c:v>44785</c:v>
                </c:pt>
                <c:pt idx="194">
                  <c:v>44784</c:v>
                </c:pt>
                <c:pt idx="195">
                  <c:v>44783</c:v>
                </c:pt>
                <c:pt idx="196">
                  <c:v>44782</c:v>
                </c:pt>
                <c:pt idx="197">
                  <c:v>44781</c:v>
                </c:pt>
                <c:pt idx="198">
                  <c:v>44780</c:v>
                </c:pt>
                <c:pt idx="199">
                  <c:v>44779</c:v>
                </c:pt>
                <c:pt idx="200">
                  <c:v>44778</c:v>
                </c:pt>
                <c:pt idx="201">
                  <c:v>44777</c:v>
                </c:pt>
                <c:pt idx="202">
                  <c:v>44776</c:v>
                </c:pt>
                <c:pt idx="203">
                  <c:v>44775</c:v>
                </c:pt>
                <c:pt idx="204">
                  <c:v>44774</c:v>
                </c:pt>
                <c:pt idx="205">
                  <c:v>44773</c:v>
                </c:pt>
                <c:pt idx="206">
                  <c:v>44772</c:v>
                </c:pt>
                <c:pt idx="207">
                  <c:v>44771</c:v>
                </c:pt>
                <c:pt idx="208">
                  <c:v>44770</c:v>
                </c:pt>
                <c:pt idx="209">
                  <c:v>44769</c:v>
                </c:pt>
                <c:pt idx="210">
                  <c:v>44768</c:v>
                </c:pt>
                <c:pt idx="211">
                  <c:v>44767</c:v>
                </c:pt>
                <c:pt idx="212">
                  <c:v>44766</c:v>
                </c:pt>
                <c:pt idx="213">
                  <c:v>44765</c:v>
                </c:pt>
                <c:pt idx="214">
                  <c:v>44764</c:v>
                </c:pt>
                <c:pt idx="215">
                  <c:v>44763</c:v>
                </c:pt>
                <c:pt idx="216">
                  <c:v>44762</c:v>
                </c:pt>
                <c:pt idx="217">
                  <c:v>44761</c:v>
                </c:pt>
                <c:pt idx="218">
                  <c:v>44760</c:v>
                </c:pt>
                <c:pt idx="219">
                  <c:v>44759</c:v>
                </c:pt>
                <c:pt idx="220">
                  <c:v>44758</c:v>
                </c:pt>
                <c:pt idx="221">
                  <c:v>44757</c:v>
                </c:pt>
                <c:pt idx="222">
                  <c:v>44756</c:v>
                </c:pt>
                <c:pt idx="223">
                  <c:v>44755</c:v>
                </c:pt>
                <c:pt idx="224">
                  <c:v>44754</c:v>
                </c:pt>
                <c:pt idx="225">
                  <c:v>44753</c:v>
                </c:pt>
                <c:pt idx="226">
                  <c:v>44752</c:v>
                </c:pt>
                <c:pt idx="227">
                  <c:v>44751</c:v>
                </c:pt>
                <c:pt idx="228">
                  <c:v>44750</c:v>
                </c:pt>
                <c:pt idx="229">
                  <c:v>44749</c:v>
                </c:pt>
                <c:pt idx="230">
                  <c:v>44748</c:v>
                </c:pt>
                <c:pt idx="231">
                  <c:v>44747</c:v>
                </c:pt>
                <c:pt idx="232">
                  <c:v>44746</c:v>
                </c:pt>
                <c:pt idx="233">
                  <c:v>44745</c:v>
                </c:pt>
                <c:pt idx="234">
                  <c:v>44744</c:v>
                </c:pt>
                <c:pt idx="235">
                  <c:v>44743</c:v>
                </c:pt>
                <c:pt idx="236">
                  <c:v>44742</c:v>
                </c:pt>
                <c:pt idx="237">
                  <c:v>44741</c:v>
                </c:pt>
                <c:pt idx="238">
                  <c:v>44740</c:v>
                </c:pt>
                <c:pt idx="239">
                  <c:v>44739</c:v>
                </c:pt>
                <c:pt idx="240">
                  <c:v>44738</c:v>
                </c:pt>
                <c:pt idx="241">
                  <c:v>44737</c:v>
                </c:pt>
                <c:pt idx="242">
                  <c:v>44736</c:v>
                </c:pt>
                <c:pt idx="243">
                  <c:v>44735</c:v>
                </c:pt>
                <c:pt idx="244">
                  <c:v>44734</c:v>
                </c:pt>
                <c:pt idx="245">
                  <c:v>44733</c:v>
                </c:pt>
                <c:pt idx="246">
                  <c:v>44732</c:v>
                </c:pt>
                <c:pt idx="247">
                  <c:v>44731</c:v>
                </c:pt>
                <c:pt idx="248">
                  <c:v>44730</c:v>
                </c:pt>
                <c:pt idx="249">
                  <c:v>44729</c:v>
                </c:pt>
                <c:pt idx="250">
                  <c:v>44728</c:v>
                </c:pt>
                <c:pt idx="251">
                  <c:v>44727</c:v>
                </c:pt>
                <c:pt idx="252">
                  <c:v>44726</c:v>
                </c:pt>
                <c:pt idx="253">
                  <c:v>44725</c:v>
                </c:pt>
                <c:pt idx="254">
                  <c:v>44724</c:v>
                </c:pt>
                <c:pt idx="255">
                  <c:v>44723</c:v>
                </c:pt>
                <c:pt idx="256">
                  <c:v>44722</c:v>
                </c:pt>
                <c:pt idx="257">
                  <c:v>44721</c:v>
                </c:pt>
                <c:pt idx="258">
                  <c:v>44720</c:v>
                </c:pt>
                <c:pt idx="259">
                  <c:v>44719</c:v>
                </c:pt>
                <c:pt idx="260">
                  <c:v>44718</c:v>
                </c:pt>
                <c:pt idx="261">
                  <c:v>44717</c:v>
                </c:pt>
                <c:pt idx="262">
                  <c:v>44716</c:v>
                </c:pt>
                <c:pt idx="263">
                  <c:v>44715</c:v>
                </c:pt>
                <c:pt idx="264">
                  <c:v>44714</c:v>
                </c:pt>
                <c:pt idx="265">
                  <c:v>44713</c:v>
                </c:pt>
                <c:pt idx="266">
                  <c:v>44712</c:v>
                </c:pt>
                <c:pt idx="267">
                  <c:v>44711</c:v>
                </c:pt>
                <c:pt idx="268">
                  <c:v>44710</c:v>
                </c:pt>
                <c:pt idx="269">
                  <c:v>44709</c:v>
                </c:pt>
                <c:pt idx="270">
                  <c:v>44708</c:v>
                </c:pt>
                <c:pt idx="271">
                  <c:v>44707</c:v>
                </c:pt>
                <c:pt idx="272">
                  <c:v>44706</c:v>
                </c:pt>
                <c:pt idx="273">
                  <c:v>44705</c:v>
                </c:pt>
                <c:pt idx="274">
                  <c:v>44704</c:v>
                </c:pt>
                <c:pt idx="275">
                  <c:v>44703</c:v>
                </c:pt>
                <c:pt idx="276">
                  <c:v>44702</c:v>
                </c:pt>
                <c:pt idx="277">
                  <c:v>44701</c:v>
                </c:pt>
                <c:pt idx="278">
                  <c:v>44700</c:v>
                </c:pt>
                <c:pt idx="279">
                  <c:v>44699</c:v>
                </c:pt>
                <c:pt idx="280">
                  <c:v>44698</c:v>
                </c:pt>
                <c:pt idx="281">
                  <c:v>44697</c:v>
                </c:pt>
                <c:pt idx="282">
                  <c:v>44696</c:v>
                </c:pt>
                <c:pt idx="283">
                  <c:v>44695</c:v>
                </c:pt>
                <c:pt idx="284">
                  <c:v>44694</c:v>
                </c:pt>
                <c:pt idx="285">
                  <c:v>44693</c:v>
                </c:pt>
                <c:pt idx="286">
                  <c:v>44692</c:v>
                </c:pt>
                <c:pt idx="287">
                  <c:v>44691</c:v>
                </c:pt>
                <c:pt idx="288">
                  <c:v>44690</c:v>
                </c:pt>
                <c:pt idx="289">
                  <c:v>44689</c:v>
                </c:pt>
                <c:pt idx="290">
                  <c:v>44688</c:v>
                </c:pt>
                <c:pt idx="291">
                  <c:v>44687</c:v>
                </c:pt>
                <c:pt idx="292">
                  <c:v>44686</c:v>
                </c:pt>
                <c:pt idx="293">
                  <c:v>44685</c:v>
                </c:pt>
                <c:pt idx="294">
                  <c:v>44684</c:v>
                </c:pt>
                <c:pt idx="295">
                  <c:v>44683</c:v>
                </c:pt>
                <c:pt idx="296">
                  <c:v>44682</c:v>
                </c:pt>
                <c:pt idx="297">
                  <c:v>44681</c:v>
                </c:pt>
                <c:pt idx="298">
                  <c:v>44680</c:v>
                </c:pt>
                <c:pt idx="299">
                  <c:v>44679</c:v>
                </c:pt>
                <c:pt idx="300">
                  <c:v>44678</c:v>
                </c:pt>
                <c:pt idx="301">
                  <c:v>44677</c:v>
                </c:pt>
                <c:pt idx="302">
                  <c:v>44676</c:v>
                </c:pt>
                <c:pt idx="303">
                  <c:v>44675</c:v>
                </c:pt>
                <c:pt idx="304">
                  <c:v>44674</c:v>
                </c:pt>
                <c:pt idx="305">
                  <c:v>44673</c:v>
                </c:pt>
                <c:pt idx="306">
                  <c:v>44672</c:v>
                </c:pt>
                <c:pt idx="307">
                  <c:v>44671</c:v>
                </c:pt>
                <c:pt idx="308">
                  <c:v>44670</c:v>
                </c:pt>
                <c:pt idx="309">
                  <c:v>44669</c:v>
                </c:pt>
                <c:pt idx="310">
                  <c:v>44668</c:v>
                </c:pt>
                <c:pt idx="311">
                  <c:v>44667</c:v>
                </c:pt>
                <c:pt idx="312">
                  <c:v>44666</c:v>
                </c:pt>
                <c:pt idx="313">
                  <c:v>44665</c:v>
                </c:pt>
                <c:pt idx="314">
                  <c:v>44664</c:v>
                </c:pt>
                <c:pt idx="315">
                  <c:v>44663</c:v>
                </c:pt>
                <c:pt idx="316">
                  <c:v>44662</c:v>
                </c:pt>
                <c:pt idx="317">
                  <c:v>44661</c:v>
                </c:pt>
                <c:pt idx="318">
                  <c:v>44660</c:v>
                </c:pt>
                <c:pt idx="319">
                  <c:v>44659</c:v>
                </c:pt>
                <c:pt idx="320">
                  <c:v>44658</c:v>
                </c:pt>
                <c:pt idx="321">
                  <c:v>44657</c:v>
                </c:pt>
                <c:pt idx="322">
                  <c:v>44656</c:v>
                </c:pt>
                <c:pt idx="323">
                  <c:v>44655</c:v>
                </c:pt>
                <c:pt idx="324">
                  <c:v>44654</c:v>
                </c:pt>
                <c:pt idx="325">
                  <c:v>44653</c:v>
                </c:pt>
                <c:pt idx="326">
                  <c:v>44652</c:v>
                </c:pt>
                <c:pt idx="327">
                  <c:v>44651</c:v>
                </c:pt>
                <c:pt idx="328">
                  <c:v>44650</c:v>
                </c:pt>
                <c:pt idx="329">
                  <c:v>44649</c:v>
                </c:pt>
                <c:pt idx="330">
                  <c:v>44648</c:v>
                </c:pt>
                <c:pt idx="331">
                  <c:v>44647</c:v>
                </c:pt>
                <c:pt idx="332">
                  <c:v>44646</c:v>
                </c:pt>
                <c:pt idx="333">
                  <c:v>44645</c:v>
                </c:pt>
                <c:pt idx="334">
                  <c:v>44644</c:v>
                </c:pt>
                <c:pt idx="335">
                  <c:v>44643</c:v>
                </c:pt>
                <c:pt idx="336">
                  <c:v>44642</c:v>
                </c:pt>
                <c:pt idx="337">
                  <c:v>44641</c:v>
                </c:pt>
                <c:pt idx="338">
                  <c:v>44640</c:v>
                </c:pt>
                <c:pt idx="339">
                  <c:v>44639</c:v>
                </c:pt>
                <c:pt idx="340">
                  <c:v>44638</c:v>
                </c:pt>
                <c:pt idx="341">
                  <c:v>44637</c:v>
                </c:pt>
                <c:pt idx="342">
                  <c:v>44636</c:v>
                </c:pt>
                <c:pt idx="343">
                  <c:v>44635</c:v>
                </c:pt>
                <c:pt idx="344">
                  <c:v>44634</c:v>
                </c:pt>
                <c:pt idx="345">
                  <c:v>44633</c:v>
                </c:pt>
                <c:pt idx="346">
                  <c:v>44632</c:v>
                </c:pt>
                <c:pt idx="347">
                  <c:v>44631</c:v>
                </c:pt>
                <c:pt idx="348">
                  <c:v>44630</c:v>
                </c:pt>
                <c:pt idx="349">
                  <c:v>44629</c:v>
                </c:pt>
                <c:pt idx="350">
                  <c:v>44628</c:v>
                </c:pt>
                <c:pt idx="351">
                  <c:v>44627</c:v>
                </c:pt>
                <c:pt idx="352">
                  <c:v>44626</c:v>
                </c:pt>
                <c:pt idx="353">
                  <c:v>44625</c:v>
                </c:pt>
                <c:pt idx="354">
                  <c:v>44624</c:v>
                </c:pt>
                <c:pt idx="355">
                  <c:v>44623</c:v>
                </c:pt>
                <c:pt idx="356">
                  <c:v>44622</c:v>
                </c:pt>
                <c:pt idx="357">
                  <c:v>44621</c:v>
                </c:pt>
                <c:pt idx="358">
                  <c:v>44620</c:v>
                </c:pt>
                <c:pt idx="359">
                  <c:v>44619</c:v>
                </c:pt>
                <c:pt idx="360">
                  <c:v>44618</c:v>
                </c:pt>
                <c:pt idx="361">
                  <c:v>44617</c:v>
                </c:pt>
                <c:pt idx="362">
                  <c:v>44616</c:v>
                </c:pt>
                <c:pt idx="363">
                  <c:v>44615</c:v>
                </c:pt>
                <c:pt idx="364">
                  <c:v>44614</c:v>
                </c:pt>
                <c:pt idx="365">
                  <c:v>44613</c:v>
                </c:pt>
                <c:pt idx="366">
                  <c:v>44612</c:v>
                </c:pt>
                <c:pt idx="367">
                  <c:v>44611</c:v>
                </c:pt>
                <c:pt idx="368">
                  <c:v>44610</c:v>
                </c:pt>
                <c:pt idx="369">
                  <c:v>44609</c:v>
                </c:pt>
                <c:pt idx="370">
                  <c:v>44608</c:v>
                </c:pt>
                <c:pt idx="371">
                  <c:v>44607</c:v>
                </c:pt>
                <c:pt idx="372">
                  <c:v>44606</c:v>
                </c:pt>
                <c:pt idx="373">
                  <c:v>44605</c:v>
                </c:pt>
                <c:pt idx="374">
                  <c:v>44604</c:v>
                </c:pt>
                <c:pt idx="375">
                  <c:v>44603</c:v>
                </c:pt>
                <c:pt idx="376">
                  <c:v>44602</c:v>
                </c:pt>
                <c:pt idx="377">
                  <c:v>44601</c:v>
                </c:pt>
                <c:pt idx="378">
                  <c:v>44600</c:v>
                </c:pt>
                <c:pt idx="379">
                  <c:v>44599</c:v>
                </c:pt>
                <c:pt idx="380">
                  <c:v>44598</c:v>
                </c:pt>
                <c:pt idx="381">
                  <c:v>44597</c:v>
                </c:pt>
                <c:pt idx="382">
                  <c:v>44596</c:v>
                </c:pt>
                <c:pt idx="383">
                  <c:v>44595</c:v>
                </c:pt>
                <c:pt idx="384">
                  <c:v>44594</c:v>
                </c:pt>
                <c:pt idx="385">
                  <c:v>44593</c:v>
                </c:pt>
                <c:pt idx="386">
                  <c:v>44592</c:v>
                </c:pt>
                <c:pt idx="387">
                  <c:v>44591</c:v>
                </c:pt>
                <c:pt idx="388">
                  <c:v>44590</c:v>
                </c:pt>
                <c:pt idx="389">
                  <c:v>44589</c:v>
                </c:pt>
                <c:pt idx="390">
                  <c:v>44588</c:v>
                </c:pt>
                <c:pt idx="391">
                  <c:v>44587</c:v>
                </c:pt>
                <c:pt idx="392">
                  <c:v>44586</c:v>
                </c:pt>
                <c:pt idx="393">
                  <c:v>44585</c:v>
                </c:pt>
                <c:pt idx="394">
                  <c:v>44584</c:v>
                </c:pt>
                <c:pt idx="395">
                  <c:v>44583</c:v>
                </c:pt>
                <c:pt idx="396">
                  <c:v>44582</c:v>
                </c:pt>
                <c:pt idx="397">
                  <c:v>44581</c:v>
                </c:pt>
                <c:pt idx="398">
                  <c:v>44580</c:v>
                </c:pt>
                <c:pt idx="399">
                  <c:v>44579</c:v>
                </c:pt>
                <c:pt idx="400">
                  <c:v>44578</c:v>
                </c:pt>
                <c:pt idx="401">
                  <c:v>44577</c:v>
                </c:pt>
                <c:pt idx="402">
                  <c:v>44576</c:v>
                </c:pt>
                <c:pt idx="403">
                  <c:v>44575</c:v>
                </c:pt>
                <c:pt idx="404">
                  <c:v>44574</c:v>
                </c:pt>
                <c:pt idx="405">
                  <c:v>44573</c:v>
                </c:pt>
                <c:pt idx="406">
                  <c:v>44572</c:v>
                </c:pt>
                <c:pt idx="407">
                  <c:v>44571</c:v>
                </c:pt>
                <c:pt idx="408">
                  <c:v>44570</c:v>
                </c:pt>
                <c:pt idx="409">
                  <c:v>44569</c:v>
                </c:pt>
                <c:pt idx="410">
                  <c:v>44568</c:v>
                </c:pt>
                <c:pt idx="411">
                  <c:v>44567</c:v>
                </c:pt>
                <c:pt idx="412">
                  <c:v>44566</c:v>
                </c:pt>
                <c:pt idx="413">
                  <c:v>44565</c:v>
                </c:pt>
                <c:pt idx="414">
                  <c:v>44564</c:v>
                </c:pt>
                <c:pt idx="415">
                  <c:v>44563</c:v>
                </c:pt>
                <c:pt idx="416">
                  <c:v>44562</c:v>
                </c:pt>
                <c:pt idx="417">
                  <c:v>44561</c:v>
                </c:pt>
                <c:pt idx="418">
                  <c:v>44560</c:v>
                </c:pt>
                <c:pt idx="419">
                  <c:v>44559</c:v>
                </c:pt>
                <c:pt idx="420">
                  <c:v>44558</c:v>
                </c:pt>
                <c:pt idx="421">
                  <c:v>44557</c:v>
                </c:pt>
                <c:pt idx="422">
                  <c:v>44556</c:v>
                </c:pt>
                <c:pt idx="423">
                  <c:v>44555</c:v>
                </c:pt>
                <c:pt idx="424">
                  <c:v>44554</c:v>
                </c:pt>
                <c:pt idx="425">
                  <c:v>44553</c:v>
                </c:pt>
                <c:pt idx="426">
                  <c:v>44552</c:v>
                </c:pt>
                <c:pt idx="427">
                  <c:v>44551</c:v>
                </c:pt>
                <c:pt idx="428">
                  <c:v>44550</c:v>
                </c:pt>
                <c:pt idx="429">
                  <c:v>44549</c:v>
                </c:pt>
                <c:pt idx="430">
                  <c:v>44548</c:v>
                </c:pt>
                <c:pt idx="431">
                  <c:v>44547</c:v>
                </c:pt>
                <c:pt idx="432">
                  <c:v>44546</c:v>
                </c:pt>
                <c:pt idx="433">
                  <c:v>44545</c:v>
                </c:pt>
                <c:pt idx="434">
                  <c:v>44544</c:v>
                </c:pt>
                <c:pt idx="435">
                  <c:v>44543</c:v>
                </c:pt>
                <c:pt idx="436">
                  <c:v>44542</c:v>
                </c:pt>
                <c:pt idx="437">
                  <c:v>44541</c:v>
                </c:pt>
                <c:pt idx="438">
                  <c:v>44540</c:v>
                </c:pt>
                <c:pt idx="439">
                  <c:v>44539</c:v>
                </c:pt>
                <c:pt idx="440">
                  <c:v>44538</c:v>
                </c:pt>
                <c:pt idx="441">
                  <c:v>44537</c:v>
                </c:pt>
                <c:pt idx="442">
                  <c:v>44536</c:v>
                </c:pt>
                <c:pt idx="443">
                  <c:v>44535</c:v>
                </c:pt>
                <c:pt idx="444">
                  <c:v>44534</c:v>
                </c:pt>
                <c:pt idx="445">
                  <c:v>44533</c:v>
                </c:pt>
                <c:pt idx="446">
                  <c:v>44532</c:v>
                </c:pt>
                <c:pt idx="447">
                  <c:v>44531</c:v>
                </c:pt>
                <c:pt idx="448">
                  <c:v>44530</c:v>
                </c:pt>
                <c:pt idx="449">
                  <c:v>44529</c:v>
                </c:pt>
                <c:pt idx="450">
                  <c:v>44528</c:v>
                </c:pt>
                <c:pt idx="451">
                  <c:v>44527</c:v>
                </c:pt>
                <c:pt idx="452">
                  <c:v>44526</c:v>
                </c:pt>
                <c:pt idx="453">
                  <c:v>44525</c:v>
                </c:pt>
                <c:pt idx="454">
                  <c:v>44524</c:v>
                </c:pt>
                <c:pt idx="455">
                  <c:v>44523</c:v>
                </c:pt>
                <c:pt idx="456">
                  <c:v>44522</c:v>
                </c:pt>
                <c:pt idx="457">
                  <c:v>44521</c:v>
                </c:pt>
                <c:pt idx="458">
                  <c:v>44520</c:v>
                </c:pt>
                <c:pt idx="459">
                  <c:v>44519</c:v>
                </c:pt>
                <c:pt idx="460">
                  <c:v>44518</c:v>
                </c:pt>
                <c:pt idx="461">
                  <c:v>44517</c:v>
                </c:pt>
                <c:pt idx="462">
                  <c:v>44516</c:v>
                </c:pt>
                <c:pt idx="463">
                  <c:v>44515</c:v>
                </c:pt>
                <c:pt idx="464">
                  <c:v>44514</c:v>
                </c:pt>
                <c:pt idx="465">
                  <c:v>44513</c:v>
                </c:pt>
                <c:pt idx="466">
                  <c:v>44512</c:v>
                </c:pt>
                <c:pt idx="467">
                  <c:v>44511</c:v>
                </c:pt>
                <c:pt idx="468">
                  <c:v>44510</c:v>
                </c:pt>
                <c:pt idx="469">
                  <c:v>44509</c:v>
                </c:pt>
                <c:pt idx="470">
                  <c:v>44508</c:v>
                </c:pt>
                <c:pt idx="471">
                  <c:v>44507</c:v>
                </c:pt>
                <c:pt idx="472">
                  <c:v>44506</c:v>
                </c:pt>
                <c:pt idx="473">
                  <c:v>44505</c:v>
                </c:pt>
                <c:pt idx="474">
                  <c:v>44504</c:v>
                </c:pt>
                <c:pt idx="475">
                  <c:v>44503</c:v>
                </c:pt>
                <c:pt idx="476">
                  <c:v>44502</c:v>
                </c:pt>
                <c:pt idx="477">
                  <c:v>44501</c:v>
                </c:pt>
                <c:pt idx="478">
                  <c:v>44500</c:v>
                </c:pt>
                <c:pt idx="479">
                  <c:v>44499</c:v>
                </c:pt>
                <c:pt idx="480">
                  <c:v>44498</c:v>
                </c:pt>
                <c:pt idx="481">
                  <c:v>44497</c:v>
                </c:pt>
                <c:pt idx="482">
                  <c:v>44496</c:v>
                </c:pt>
                <c:pt idx="483">
                  <c:v>44495</c:v>
                </c:pt>
                <c:pt idx="484">
                  <c:v>44494</c:v>
                </c:pt>
                <c:pt idx="485">
                  <c:v>44493</c:v>
                </c:pt>
                <c:pt idx="486">
                  <c:v>44492</c:v>
                </c:pt>
                <c:pt idx="487">
                  <c:v>44491</c:v>
                </c:pt>
                <c:pt idx="488">
                  <c:v>44490</c:v>
                </c:pt>
                <c:pt idx="489">
                  <c:v>44489</c:v>
                </c:pt>
                <c:pt idx="490">
                  <c:v>44488</c:v>
                </c:pt>
                <c:pt idx="491">
                  <c:v>44487</c:v>
                </c:pt>
                <c:pt idx="492">
                  <c:v>44486</c:v>
                </c:pt>
                <c:pt idx="493">
                  <c:v>44485</c:v>
                </c:pt>
                <c:pt idx="494">
                  <c:v>44484</c:v>
                </c:pt>
                <c:pt idx="495">
                  <c:v>44483</c:v>
                </c:pt>
                <c:pt idx="496">
                  <c:v>44482</c:v>
                </c:pt>
                <c:pt idx="497">
                  <c:v>44481</c:v>
                </c:pt>
                <c:pt idx="498">
                  <c:v>44480</c:v>
                </c:pt>
                <c:pt idx="499">
                  <c:v>44479</c:v>
                </c:pt>
                <c:pt idx="500">
                  <c:v>44478</c:v>
                </c:pt>
                <c:pt idx="501">
                  <c:v>44477</c:v>
                </c:pt>
                <c:pt idx="502">
                  <c:v>44476</c:v>
                </c:pt>
                <c:pt idx="503">
                  <c:v>44475</c:v>
                </c:pt>
                <c:pt idx="504">
                  <c:v>44474</c:v>
                </c:pt>
                <c:pt idx="505">
                  <c:v>44473</c:v>
                </c:pt>
                <c:pt idx="506">
                  <c:v>44472</c:v>
                </c:pt>
                <c:pt idx="507">
                  <c:v>44471</c:v>
                </c:pt>
                <c:pt idx="508">
                  <c:v>44470</c:v>
                </c:pt>
                <c:pt idx="509">
                  <c:v>44469</c:v>
                </c:pt>
                <c:pt idx="510">
                  <c:v>44468</c:v>
                </c:pt>
                <c:pt idx="511">
                  <c:v>44467</c:v>
                </c:pt>
                <c:pt idx="512">
                  <c:v>44466</c:v>
                </c:pt>
                <c:pt idx="513">
                  <c:v>44465</c:v>
                </c:pt>
                <c:pt idx="514">
                  <c:v>44464</c:v>
                </c:pt>
                <c:pt idx="515">
                  <c:v>44463</c:v>
                </c:pt>
                <c:pt idx="516">
                  <c:v>44462</c:v>
                </c:pt>
                <c:pt idx="517">
                  <c:v>44461</c:v>
                </c:pt>
                <c:pt idx="518">
                  <c:v>44460</c:v>
                </c:pt>
                <c:pt idx="519">
                  <c:v>44459</c:v>
                </c:pt>
                <c:pt idx="520">
                  <c:v>44458</c:v>
                </c:pt>
                <c:pt idx="521">
                  <c:v>44457</c:v>
                </c:pt>
                <c:pt idx="522">
                  <c:v>44456</c:v>
                </c:pt>
                <c:pt idx="523">
                  <c:v>44455</c:v>
                </c:pt>
                <c:pt idx="524">
                  <c:v>44454</c:v>
                </c:pt>
                <c:pt idx="525">
                  <c:v>44453</c:v>
                </c:pt>
                <c:pt idx="526">
                  <c:v>44452</c:v>
                </c:pt>
                <c:pt idx="527">
                  <c:v>44451</c:v>
                </c:pt>
                <c:pt idx="528">
                  <c:v>44450</c:v>
                </c:pt>
                <c:pt idx="529">
                  <c:v>44449</c:v>
                </c:pt>
                <c:pt idx="530">
                  <c:v>44448</c:v>
                </c:pt>
                <c:pt idx="531">
                  <c:v>44447</c:v>
                </c:pt>
                <c:pt idx="532">
                  <c:v>44446</c:v>
                </c:pt>
                <c:pt idx="533">
                  <c:v>44445</c:v>
                </c:pt>
                <c:pt idx="534">
                  <c:v>44444</c:v>
                </c:pt>
                <c:pt idx="535">
                  <c:v>44443</c:v>
                </c:pt>
                <c:pt idx="536">
                  <c:v>44442</c:v>
                </c:pt>
                <c:pt idx="537">
                  <c:v>44441</c:v>
                </c:pt>
                <c:pt idx="538">
                  <c:v>44440</c:v>
                </c:pt>
                <c:pt idx="539">
                  <c:v>44439</c:v>
                </c:pt>
                <c:pt idx="540">
                  <c:v>44438</c:v>
                </c:pt>
                <c:pt idx="541">
                  <c:v>44437</c:v>
                </c:pt>
                <c:pt idx="542">
                  <c:v>44436</c:v>
                </c:pt>
                <c:pt idx="543">
                  <c:v>44435</c:v>
                </c:pt>
                <c:pt idx="544">
                  <c:v>44434</c:v>
                </c:pt>
                <c:pt idx="545">
                  <c:v>44433</c:v>
                </c:pt>
                <c:pt idx="546">
                  <c:v>44432</c:v>
                </c:pt>
                <c:pt idx="547">
                  <c:v>44431</c:v>
                </c:pt>
                <c:pt idx="548">
                  <c:v>44430</c:v>
                </c:pt>
                <c:pt idx="549">
                  <c:v>44429</c:v>
                </c:pt>
                <c:pt idx="550">
                  <c:v>44428</c:v>
                </c:pt>
                <c:pt idx="551">
                  <c:v>44427</c:v>
                </c:pt>
                <c:pt idx="552">
                  <c:v>44426</c:v>
                </c:pt>
                <c:pt idx="553">
                  <c:v>44425</c:v>
                </c:pt>
                <c:pt idx="554">
                  <c:v>44424</c:v>
                </c:pt>
                <c:pt idx="555">
                  <c:v>44423</c:v>
                </c:pt>
                <c:pt idx="556">
                  <c:v>44422</c:v>
                </c:pt>
                <c:pt idx="557">
                  <c:v>44421</c:v>
                </c:pt>
                <c:pt idx="558">
                  <c:v>44420</c:v>
                </c:pt>
                <c:pt idx="559">
                  <c:v>44419</c:v>
                </c:pt>
                <c:pt idx="560">
                  <c:v>44418</c:v>
                </c:pt>
                <c:pt idx="561">
                  <c:v>44417</c:v>
                </c:pt>
                <c:pt idx="562">
                  <c:v>44416</c:v>
                </c:pt>
                <c:pt idx="563">
                  <c:v>44415</c:v>
                </c:pt>
                <c:pt idx="564">
                  <c:v>44414</c:v>
                </c:pt>
                <c:pt idx="565">
                  <c:v>44413</c:v>
                </c:pt>
                <c:pt idx="566">
                  <c:v>44412</c:v>
                </c:pt>
                <c:pt idx="567">
                  <c:v>44411</c:v>
                </c:pt>
                <c:pt idx="568">
                  <c:v>44410</c:v>
                </c:pt>
                <c:pt idx="569">
                  <c:v>44409</c:v>
                </c:pt>
                <c:pt idx="570">
                  <c:v>44408</c:v>
                </c:pt>
                <c:pt idx="571">
                  <c:v>44407</c:v>
                </c:pt>
                <c:pt idx="572">
                  <c:v>44406</c:v>
                </c:pt>
                <c:pt idx="573">
                  <c:v>44405</c:v>
                </c:pt>
                <c:pt idx="574">
                  <c:v>44404</c:v>
                </c:pt>
                <c:pt idx="575">
                  <c:v>44403</c:v>
                </c:pt>
                <c:pt idx="576">
                  <c:v>44402</c:v>
                </c:pt>
                <c:pt idx="577">
                  <c:v>44401</c:v>
                </c:pt>
                <c:pt idx="578">
                  <c:v>44400</c:v>
                </c:pt>
                <c:pt idx="579">
                  <c:v>44399</c:v>
                </c:pt>
                <c:pt idx="580">
                  <c:v>44398</c:v>
                </c:pt>
                <c:pt idx="581">
                  <c:v>44397</c:v>
                </c:pt>
                <c:pt idx="582">
                  <c:v>44396</c:v>
                </c:pt>
                <c:pt idx="583">
                  <c:v>44395</c:v>
                </c:pt>
                <c:pt idx="584">
                  <c:v>44394</c:v>
                </c:pt>
                <c:pt idx="585">
                  <c:v>44393</c:v>
                </c:pt>
                <c:pt idx="586">
                  <c:v>44392</c:v>
                </c:pt>
                <c:pt idx="587">
                  <c:v>44391</c:v>
                </c:pt>
                <c:pt idx="588">
                  <c:v>44390</c:v>
                </c:pt>
                <c:pt idx="589">
                  <c:v>44389</c:v>
                </c:pt>
                <c:pt idx="590">
                  <c:v>44388</c:v>
                </c:pt>
                <c:pt idx="591">
                  <c:v>44387</c:v>
                </c:pt>
                <c:pt idx="592">
                  <c:v>44386</c:v>
                </c:pt>
                <c:pt idx="593">
                  <c:v>44385</c:v>
                </c:pt>
                <c:pt idx="594">
                  <c:v>44384</c:v>
                </c:pt>
                <c:pt idx="595">
                  <c:v>44383</c:v>
                </c:pt>
                <c:pt idx="596">
                  <c:v>44382</c:v>
                </c:pt>
                <c:pt idx="597">
                  <c:v>44381</c:v>
                </c:pt>
                <c:pt idx="598">
                  <c:v>44380</c:v>
                </c:pt>
                <c:pt idx="599">
                  <c:v>44379</c:v>
                </c:pt>
                <c:pt idx="600">
                  <c:v>44378</c:v>
                </c:pt>
                <c:pt idx="601">
                  <c:v>44377</c:v>
                </c:pt>
                <c:pt idx="602">
                  <c:v>44376</c:v>
                </c:pt>
                <c:pt idx="603">
                  <c:v>44375</c:v>
                </c:pt>
                <c:pt idx="604">
                  <c:v>44374</c:v>
                </c:pt>
                <c:pt idx="605">
                  <c:v>44373</c:v>
                </c:pt>
                <c:pt idx="606">
                  <c:v>44372</c:v>
                </c:pt>
                <c:pt idx="607">
                  <c:v>44371</c:v>
                </c:pt>
                <c:pt idx="608">
                  <c:v>44370</c:v>
                </c:pt>
                <c:pt idx="609">
                  <c:v>44369</c:v>
                </c:pt>
                <c:pt idx="610">
                  <c:v>44368</c:v>
                </c:pt>
                <c:pt idx="611">
                  <c:v>44367</c:v>
                </c:pt>
                <c:pt idx="612">
                  <c:v>44366</c:v>
                </c:pt>
                <c:pt idx="613">
                  <c:v>44365</c:v>
                </c:pt>
                <c:pt idx="614">
                  <c:v>44364</c:v>
                </c:pt>
                <c:pt idx="615">
                  <c:v>44363</c:v>
                </c:pt>
                <c:pt idx="616">
                  <c:v>44362</c:v>
                </c:pt>
                <c:pt idx="617">
                  <c:v>44361</c:v>
                </c:pt>
                <c:pt idx="618">
                  <c:v>44360</c:v>
                </c:pt>
                <c:pt idx="619">
                  <c:v>44359</c:v>
                </c:pt>
                <c:pt idx="620">
                  <c:v>44358</c:v>
                </c:pt>
                <c:pt idx="621">
                  <c:v>44357</c:v>
                </c:pt>
                <c:pt idx="622">
                  <c:v>44356</c:v>
                </c:pt>
                <c:pt idx="623">
                  <c:v>44355</c:v>
                </c:pt>
                <c:pt idx="624">
                  <c:v>44354</c:v>
                </c:pt>
                <c:pt idx="625">
                  <c:v>44353</c:v>
                </c:pt>
                <c:pt idx="626">
                  <c:v>44352</c:v>
                </c:pt>
                <c:pt idx="627">
                  <c:v>44351</c:v>
                </c:pt>
                <c:pt idx="628">
                  <c:v>44350</c:v>
                </c:pt>
                <c:pt idx="629">
                  <c:v>44349</c:v>
                </c:pt>
                <c:pt idx="630">
                  <c:v>44348</c:v>
                </c:pt>
                <c:pt idx="631">
                  <c:v>44347</c:v>
                </c:pt>
                <c:pt idx="632">
                  <c:v>44346</c:v>
                </c:pt>
                <c:pt idx="633">
                  <c:v>44345</c:v>
                </c:pt>
                <c:pt idx="634">
                  <c:v>44344</c:v>
                </c:pt>
                <c:pt idx="635">
                  <c:v>44343</c:v>
                </c:pt>
                <c:pt idx="636">
                  <c:v>44342</c:v>
                </c:pt>
                <c:pt idx="637">
                  <c:v>44341</c:v>
                </c:pt>
                <c:pt idx="638">
                  <c:v>44340</c:v>
                </c:pt>
                <c:pt idx="639">
                  <c:v>44339</c:v>
                </c:pt>
                <c:pt idx="640">
                  <c:v>44338</c:v>
                </c:pt>
                <c:pt idx="641">
                  <c:v>44337</c:v>
                </c:pt>
                <c:pt idx="642">
                  <c:v>44336</c:v>
                </c:pt>
                <c:pt idx="643">
                  <c:v>44335</c:v>
                </c:pt>
                <c:pt idx="644">
                  <c:v>44334</c:v>
                </c:pt>
                <c:pt idx="645">
                  <c:v>44333</c:v>
                </c:pt>
                <c:pt idx="646">
                  <c:v>44332</c:v>
                </c:pt>
                <c:pt idx="647">
                  <c:v>44331</c:v>
                </c:pt>
                <c:pt idx="648">
                  <c:v>44330</c:v>
                </c:pt>
                <c:pt idx="649">
                  <c:v>44329</c:v>
                </c:pt>
                <c:pt idx="650">
                  <c:v>44328</c:v>
                </c:pt>
                <c:pt idx="651">
                  <c:v>44327</c:v>
                </c:pt>
                <c:pt idx="652">
                  <c:v>44326</c:v>
                </c:pt>
                <c:pt idx="653">
                  <c:v>44325</c:v>
                </c:pt>
                <c:pt idx="654">
                  <c:v>44324</c:v>
                </c:pt>
                <c:pt idx="655">
                  <c:v>44323</c:v>
                </c:pt>
                <c:pt idx="656">
                  <c:v>44322</c:v>
                </c:pt>
                <c:pt idx="657">
                  <c:v>44321</c:v>
                </c:pt>
                <c:pt idx="658">
                  <c:v>44320</c:v>
                </c:pt>
                <c:pt idx="659">
                  <c:v>44319</c:v>
                </c:pt>
                <c:pt idx="660">
                  <c:v>44318</c:v>
                </c:pt>
                <c:pt idx="661">
                  <c:v>44317</c:v>
                </c:pt>
                <c:pt idx="662">
                  <c:v>44316</c:v>
                </c:pt>
                <c:pt idx="663">
                  <c:v>44315</c:v>
                </c:pt>
                <c:pt idx="664">
                  <c:v>44314</c:v>
                </c:pt>
                <c:pt idx="665">
                  <c:v>44313</c:v>
                </c:pt>
                <c:pt idx="666">
                  <c:v>44312</c:v>
                </c:pt>
                <c:pt idx="667">
                  <c:v>44311</c:v>
                </c:pt>
                <c:pt idx="668">
                  <c:v>44310</c:v>
                </c:pt>
                <c:pt idx="669">
                  <c:v>44309</c:v>
                </c:pt>
                <c:pt idx="670">
                  <c:v>44308</c:v>
                </c:pt>
                <c:pt idx="671">
                  <c:v>44307</c:v>
                </c:pt>
                <c:pt idx="672">
                  <c:v>44306</c:v>
                </c:pt>
                <c:pt idx="673">
                  <c:v>44305</c:v>
                </c:pt>
                <c:pt idx="674">
                  <c:v>44304</c:v>
                </c:pt>
                <c:pt idx="675">
                  <c:v>44303</c:v>
                </c:pt>
                <c:pt idx="676">
                  <c:v>44302</c:v>
                </c:pt>
                <c:pt idx="677">
                  <c:v>44301</c:v>
                </c:pt>
                <c:pt idx="678">
                  <c:v>44300</c:v>
                </c:pt>
                <c:pt idx="679">
                  <c:v>44299</c:v>
                </c:pt>
                <c:pt idx="680">
                  <c:v>44298</c:v>
                </c:pt>
                <c:pt idx="681">
                  <c:v>44297</c:v>
                </c:pt>
                <c:pt idx="682">
                  <c:v>44296</c:v>
                </c:pt>
                <c:pt idx="683">
                  <c:v>44295</c:v>
                </c:pt>
                <c:pt idx="684">
                  <c:v>44294</c:v>
                </c:pt>
                <c:pt idx="685">
                  <c:v>44293</c:v>
                </c:pt>
                <c:pt idx="686">
                  <c:v>44292</c:v>
                </c:pt>
                <c:pt idx="687">
                  <c:v>44291</c:v>
                </c:pt>
                <c:pt idx="688">
                  <c:v>44290</c:v>
                </c:pt>
                <c:pt idx="689">
                  <c:v>44289</c:v>
                </c:pt>
                <c:pt idx="690">
                  <c:v>44288</c:v>
                </c:pt>
                <c:pt idx="691">
                  <c:v>44287</c:v>
                </c:pt>
                <c:pt idx="692">
                  <c:v>44286</c:v>
                </c:pt>
                <c:pt idx="693">
                  <c:v>44285</c:v>
                </c:pt>
                <c:pt idx="694">
                  <c:v>44284</c:v>
                </c:pt>
                <c:pt idx="695">
                  <c:v>44283</c:v>
                </c:pt>
                <c:pt idx="696">
                  <c:v>44282</c:v>
                </c:pt>
                <c:pt idx="697">
                  <c:v>44281</c:v>
                </c:pt>
                <c:pt idx="698">
                  <c:v>44280</c:v>
                </c:pt>
                <c:pt idx="699">
                  <c:v>44279</c:v>
                </c:pt>
                <c:pt idx="700">
                  <c:v>44278</c:v>
                </c:pt>
                <c:pt idx="701">
                  <c:v>44277</c:v>
                </c:pt>
                <c:pt idx="702">
                  <c:v>44276</c:v>
                </c:pt>
                <c:pt idx="703">
                  <c:v>44275</c:v>
                </c:pt>
                <c:pt idx="704">
                  <c:v>44274</c:v>
                </c:pt>
                <c:pt idx="705">
                  <c:v>44273</c:v>
                </c:pt>
                <c:pt idx="706">
                  <c:v>44272</c:v>
                </c:pt>
                <c:pt idx="707">
                  <c:v>44271</c:v>
                </c:pt>
                <c:pt idx="708">
                  <c:v>44270</c:v>
                </c:pt>
                <c:pt idx="709">
                  <c:v>44269</c:v>
                </c:pt>
                <c:pt idx="710">
                  <c:v>44268</c:v>
                </c:pt>
                <c:pt idx="711">
                  <c:v>44267</c:v>
                </c:pt>
                <c:pt idx="712">
                  <c:v>44266</c:v>
                </c:pt>
                <c:pt idx="713">
                  <c:v>44265</c:v>
                </c:pt>
                <c:pt idx="714">
                  <c:v>44264</c:v>
                </c:pt>
                <c:pt idx="715">
                  <c:v>44263</c:v>
                </c:pt>
                <c:pt idx="716">
                  <c:v>44262</c:v>
                </c:pt>
                <c:pt idx="717">
                  <c:v>44261</c:v>
                </c:pt>
                <c:pt idx="718">
                  <c:v>44260</c:v>
                </c:pt>
                <c:pt idx="719">
                  <c:v>44259</c:v>
                </c:pt>
                <c:pt idx="720">
                  <c:v>44258</c:v>
                </c:pt>
                <c:pt idx="721">
                  <c:v>44257</c:v>
                </c:pt>
                <c:pt idx="722">
                  <c:v>44256</c:v>
                </c:pt>
                <c:pt idx="723">
                  <c:v>44255</c:v>
                </c:pt>
                <c:pt idx="724">
                  <c:v>44254</c:v>
                </c:pt>
                <c:pt idx="725">
                  <c:v>44253</c:v>
                </c:pt>
                <c:pt idx="726">
                  <c:v>44252</c:v>
                </c:pt>
                <c:pt idx="727">
                  <c:v>44251</c:v>
                </c:pt>
                <c:pt idx="728">
                  <c:v>44250</c:v>
                </c:pt>
                <c:pt idx="729">
                  <c:v>44249</c:v>
                </c:pt>
                <c:pt idx="730">
                  <c:v>44248</c:v>
                </c:pt>
                <c:pt idx="731">
                  <c:v>44247</c:v>
                </c:pt>
                <c:pt idx="732">
                  <c:v>44246</c:v>
                </c:pt>
                <c:pt idx="733">
                  <c:v>44245</c:v>
                </c:pt>
                <c:pt idx="734">
                  <c:v>44244</c:v>
                </c:pt>
                <c:pt idx="735">
                  <c:v>44243</c:v>
                </c:pt>
                <c:pt idx="736">
                  <c:v>44242</c:v>
                </c:pt>
                <c:pt idx="737">
                  <c:v>44241</c:v>
                </c:pt>
                <c:pt idx="738">
                  <c:v>44240</c:v>
                </c:pt>
                <c:pt idx="739">
                  <c:v>44239</c:v>
                </c:pt>
                <c:pt idx="740">
                  <c:v>44238</c:v>
                </c:pt>
                <c:pt idx="741">
                  <c:v>44237</c:v>
                </c:pt>
                <c:pt idx="742">
                  <c:v>44236</c:v>
                </c:pt>
                <c:pt idx="743">
                  <c:v>44235</c:v>
                </c:pt>
                <c:pt idx="744">
                  <c:v>44234</c:v>
                </c:pt>
                <c:pt idx="745">
                  <c:v>44233</c:v>
                </c:pt>
                <c:pt idx="746">
                  <c:v>44232</c:v>
                </c:pt>
                <c:pt idx="747">
                  <c:v>44231</c:v>
                </c:pt>
                <c:pt idx="748">
                  <c:v>44230</c:v>
                </c:pt>
                <c:pt idx="749">
                  <c:v>44229</c:v>
                </c:pt>
                <c:pt idx="750">
                  <c:v>44228</c:v>
                </c:pt>
                <c:pt idx="751">
                  <c:v>44227</c:v>
                </c:pt>
                <c:pt idx="752">
                  <c:v>44226</c:v>
                </c:pt>
                <c:pt idx="753">
                  <c:v>44225</c:v>
                </c:pt>
                <c:pt idx="754">
                  <c:v>44224</c:v>
                </c:pt>
                <c:pt idx="755">
                  <c:v>44223</c:v>
                </c:pt>
                <c:pt idx="756">
                  <c:v>44222</c:v>
                </c:pt>
                <c:pt idx="757">
                  <c:v>44221</c:v>
                </c:pt>
                <c:pt idx="758">
                  <c:v>44220</c:v>
                </c:pt>
                <c:pt idx="759">
                  <c:v>44219</c:v>
                </c:pt>
                <c:pt idx="760">
                  <c:v>44218</c:v>
                </c:pt>
                <c:pt idx="761">
                  <c:v>44217</c:v>
                </c:pt>
                <c:pt idx="762">
                  <c:v>44216</c:v>
                </c:pt>
                <c:pt idx="763">
                  <c:v>44215</c:v>
                </c:pt>
                <c:pt idx="764">
                  <c:v>44214</c:v>
                </c:pt>
                <c:pt idx="765">
                  <c:v>44213</c:v>
                </c:pt>
                <c:pt idx="766">
                  <c:v>44212</c:v>
                </c:pt>
                <c:pt idx="767">
                  <c:v>44211</c:v>
                </c:pt>
                <c:pt idx="768">
                  <c:v>44210</c:v>
                </c:pt>
                <c:pt idx="769">
                  <c:v>44209</c:v>
                </c:pt>
                <c:pt idx="770">
                  <c:v>44208</c:v>
                </c:pt>
                <c:pt idx="771">
                  <c:v>44207</c:v>
                </c:pt>
                <c:pt idx="772">
                  <c:v>44206</c:v>
                </c:pt>
                <c:pt idx="773">
                  <c:v>44205</c:v>
                </c:pt>
                <c:pt idx="774">
                  <c:v>44204</c:v>
                </c:pt>
                <c:pt idx="775">
                  <c:v>44203</c:v>
                </c:pt>
                <c:pt idx="776">
                  <c:v>44202</c:v>
                </c:pt>
                <c:pt idx="777">
                  <c:v>44201</c:v>
                </c:pt>
                <c:pt idx="778">
                  <c:v>44200</c:v>
                </c:pt>
                <c:pt idx="779">
                  <c:v>44199</c:v>
                </c:pt>
                <c:pt idx="780">
                  <c:v>44198</c:v>
                </c:pt>
                <c:pt idx="781">
                  <c:v>44197</c:v>
                </c:pt>
                <c:pt idx="782">
                  <c:v>44196</c:v>
                </c:pt>
                <c:pt idx="783">
                  <c:v>44195</c:v>
                </c:pt>
                <c:pt idx="784">
                  <c:v>44194</c:v>
                </c:pt>
                <c:pt idx="785">
                  <c:v>44193</c:v>
                </c:pt>
                <c:pt idx="786">
                  <c:v>44192</c:v>
                </c:pt>
                <c:pt idx="787">
                  <c:v>44191</c:v>
                </c:pt>
                <c:pt idx="788">
                  <c:v>44190</c:v>
                </c:pt>
                <c:pt idx="789">
                  <c:v>44189</c:v>
                </c:pt>
                <c:pt idx="790">
                  <c:v>44188</c:v>
                </c:pt>
                <c:pt idx="791">
                  <c:v>44187</c:v>
                </c:pt>
                <c:pt idx="792">
                  <c:v>44186</c:v>
                </c:pt>
                <c:pt idx="793">
                  <c:v>44185</c:v>
                </c:pt>
                <c:pt idx="794">
                  <c:v>44184</c:v>
                </c:pt>
                <c:pt idx="795">
                  <c:v>44183</c:v>
                </c:pt>
                <c:pt idx="796">
                  <c:v>44182</c:v>
                </c:pt>
                <c:pt idx="797">
                  <c:v>44181</c:v>
                </c:pt>
                <c:pt idx="798">
                  <c:v>44180</c:v>
                </c:pt>
                <c:pt idx="799">
                  <c:v>44179</c:v>
                </c:pt>
                <c:pt idx="800">
                  <c:v>44178</c:v>
                </c:pt>
                <c:pt idx="801">
                  <c:v>44177</c:v>
                </c:pt>
                <c:pt idx="802">
                  <c:v>44176</c:v>
                </c:pt>
                <c:pt idx="803">
                  <c:v>44175</c:v>
                </c:pt>
                <c:pt idx="804">
                  <c:v>44174</c:v>
                </c:pt>
                <c:pt idx="805">
                  <c:v>44173</c:v>
                </c:pt>
                <c:pt idx="806">
                  <c:v>44172</c:v>
                </c:pt>
                <c:pt idx="807">
                  <c:v>44171</c:v>
                </c:pt>
                <c:pt idx="808">
                  <c:v>44170</c:v>
                </c:pt>
                <c:pt idx="809">
                  <c:v>44169</c:v>
                </c:pt>
                <c:pt idx="810">
                  <c:v>44168</c:v>
                </c:pt>
                <c:pt idx="811">
                  <c:v>44167</c:v>
                </c:pt>
                <c:pt idx="812">
                  <c:v>44166</c:v>
                </c:pt>
                <c:pt idx="813">
                  <c:v>44165</c:v>
                </c:pt>
                <c:pt idx="814">
                  <c:v>44164</c:v>
                </c:pt>
                <c:pt idx="815">
                  <c:v>44163</c:v>
                </c:pt>
                <c:pt idx="816">
                  <c:v>44162</c:v>
                </c:pt>
                <c:pt idx="817">
                  <c:v>44161</c:v>
                </c:pt>
                <c:pt idx="818">
                  <c:v>44160</c:v>
                </c:pt>
                <c:pt idx="819">
                  <c:v>44159</c:v>
                </c:pt>
                <c:pt idx="820">
                  <c:v>44158</c:v>
                </c:pt>
                <c:pt idx="821">
                  <c:v>44157</c:v>
                </c:pt>
                <c:pt idx="822">
                  <c:v>44156</c:v>
                </c:pt>
                <c:pt idx="823">
                  <c:v>44155</c:v>
                </c:pt>
                <c:pt idx="824">
                  <c:v>44154</c:v>
                </c:pt>
                <c:pt idx="825">
                  <c:v>44153</c:v>
                </c:pt>
                <c:pt idx="826">
                  <c:v>44152</c:v>
                </c:pt>
                <c:pt idx="827">
                  <c:v>44151</c:v>
                </c:pt>
                <c:pt idx="828">
                  <c:v>44150</c:v>
                </c:pt>
                <c:pt idx="829">
                  <c:v>44149</c:v>
                </c:pt>
                <c:pt idx="830">
                  <c:v>44148</c:v>
                </c:pt>
                <c:pt idx="831">
                  <c:v>44147</c:v>
                </c:pt>
                <c:pt idx="832">
                  <c:v>44146</c:v>
                </c:pt>
                <c:pt idx="833">
                  <c:v>44145</c:v>
                </c:pt>
                <c:pt idx="834">
                  <c:v>44144</c:v>
                </c:pt>
                <c:pt idx="835">
                  <c:v>44143</c:v>
                </c:pt>
                <c:pt idx="836">
                  <c:v>44142</c:v>
                </c:pt>
                <c:pt idx="837">
                  <c:v>44141</c:v>
                </c:pt>
                <c:pt idx="838">
                  <c:v>44140</c:v>
                </c:pt>
                <c:pt idx="839">
                  <c:v>44139</c:v>
                </c:pt>
                <c:pt idx="840">
                  <c:v>44138</c:v>
                </c:pt>
                <c:pt idx="841">
                  <c:v>44137</c:v>
                </c:pt>
                <c:pt idx="842">
                  <c:v>44136</c:v>
                </c:pt>
                <c:pt idx="843">
                  <c:v>44135</c:v>
                </c:pt>
                <c:pt idx="844">
                  <c:v>44134</c:v>
                </c:pt>
                <c:pt idx="845">
                  <c:v>44133</c:v>
                </c:pt>
                <c:pt idx="846">
                  <c:v>44132</c:v>
                </c:pt>
                <c:pt idx="847">
                  <c:v>44131</c:v>
                </c:pt>
                <c:pt idx="848">
                  <c:v>44130</c:v>
                </c:pt>
                <c:pt idx="849">
                  <c:v>44129</c:v>
                </c:pt>
                <c:pt idx="850">
                  <c:v>44128</c:v>
                </c:pt>
                <c:pt idx="851">
                  <c:v>44127</c:v>
                </c:pt>
                <c:pt idx="852">
                  <c:v>44126</c:v>
                </c:pt>
                <c:pt idx="853">
                  <c:v>44125</c:v>
                </c:pt>
                <c:pt idx="854">
                  <c:v>44124</c:v>
                </c:pt>
                <c:pt idx="855">
                  <c:v>44123</c:v>
                </c:pt>
                <c:pt idx="856">
                  <c:v>44122</c:v>
                </c:pt>
                <c:pt idx="857">
                  <c:v>44121</c:v>
                </c:pt>
                <c:pt idx="858">
                  <c:v>44120</c:v>
                </c:pt>
                <c:pt idx="859">
                  <c:v>44119</c:v>
                </c:pt>
                <c:pt idx="860">
                  <c:v>44118</c:v>
                </c:pt>
                <c:pt idx="861">
                  <c:v>44117</c:v>
                </c:pt>
                <c:pt idx="862">
                  <c:v>44116</c:v>
                </c:pt>
                <c:pt idx="863">
                  <c:v>44115</c:v>
                </c:pt>
                <c:pt idx="864">
                  <c:v>44114</c:v>
                </c:pt>
                <c:pt idx="865">
                  <c:v>44113</c:v>
                </c:pt>
                <c:pt idx="866">
                  <c:v>44112</c:v>
                </c:pt>
                <c:pt idx="867">
                  <c:v>44111</c:v>
                </c:pt>
                <c:pt idx="868">
                  <c:v>44110</c:v>
                </c:pt>
                <c:pt idx="869">
                  <c:v>44109</c:v>
                </c:pt>
                <c:pt idx="870">
                  <c:v>44108</c:v>
                </c:pt>
                <c:pt idx="871">
                  <c:v>44107</c:v>
                </c:pt>
                <c:pt idx="872">
                  <c:v>44106</c:v>
                </c:pt>
                <c:pt idx="873">
                  <c:v>44105</c:v>
                </c:pt>
                <c:pt idx="874">
                  <c:v>44104</c:v>
                </c:pt>
                <c:pt idx="875">
                  <c:v>44103</c:v>
                </c:pt>
                <c:pt idx="876">
                  <c:v>44102</c:v>
                </c:pt>
                <c:pt idx="877">
                  <c:v>44101</c:v>
                </c:pt>
                <c:pt idx="878">
                  <c:v>44100</c:v>
                </c:pt>
                <c:pt idx="879">
                  <c:v>44099</c:v>
                </c:pt>
                <c:pt idx="880">
                  <c:v>44098</c:v>
                </c:pt>
                <c:pt idx="881">
                  <c:v>44097</c:v>
                </c:pt>
                <c:pt idx="882">
                  <c:v>44096</c:v>
                </c:pt>
                <c:pt idx="883">
                  <c:v>44095</c:v>
                </c:pt>
                <c:pt idx="884">
                  <c:v>44094</c:v>
                </c:pt>
                <c:pt idx="885">
                  <c:v>44093</c:v>
                </c:pt>
                <c:pt idx="886">
                  <c:v>44092</c:v>
                </c:pt>
                <c:pt idx="887">
                  <c:v>44091</c:v>
                </c:pt>
                <c:pt idx="888">
                  <c:v>44090</c:v>
                </c:pt>
                <c:pt idx="889">
                  <c:v>44089</c:v>
                </c:pt>
                <c:pt idx="890">
                  <c:v>44088</c:v>
                </c:pt>
                <c:pt idx="891">
                  <c:v>44087</c:v>
                </c:pt>
                <c:pt idx="892">
                  <c:v>44086</c:v>
                </c:pt>
                <c:pt idx="893">
                  <c:v>44085</c:v>
                </c:pt>
                <c:pt idx="894">
                  <c:v>44084</c:v>
                </c:pt>
                <c:pt idx="895">
                  <c:v>44083</c:v>
                </c:pt>
                <c:pt idx="896">
                  <c:v>44082</c:v>
                </c:pt>
                <c:pt idx="897">
                  <c:v>44081</c:v>
                </c:pt>
                <c:pt idx="898">
                  <c:v>44080</c:v>
                </c:pt>
                <c:pt idx="899">
                  <c:v>44079</c:v>
                </c:pt>
                <c:pt idx="900">
                  <c:v>44078</c:v>
                </c:pt>
                <c:pt idx="901">
                  <c:v>44077</c:v>
                </c:pt>
                <c:pt idx="902">
                  <c:v>44076</c:v>
                </c:pt>
                <c:pt idx="903">
                  <c:v>44075</c:v>
                </c:pt>
                <c:pt idx="904">
                  <c:v>44074</c:v>
                </c:pt>
                <c:pt idx="905">
                  <c:v>44073</c:v>
                </c:pt>
                <c:pt idx="906">
                  <c:v>44072</c:v>
                </c:pt>
                <c:pt idx="907">
                  <c:v>44071</c:v>
                </c:pt>
                <c:pt idx="908">
                  <c:v>44070</c:v>
                </c:pt>
                <c:pt idx="909">
                  <c:v>44069</c:v>
                </c:pt>
                <c:pt idx="910">
                  <c:v>44068</c:v>
                </c:pt>
                <c:pt idx="911">
                  <c:v>44067</c:v>
                </c:pt>
                <c:pt idx="912">
                  <c:v>44066</c:v>
                </c:pt>
                <c:pt idx="913">
                  <c:v>44065</c:v>
                </c:pt>
                <c:pt idx="914">
                  <c:v>44064</c:v>
                </c:pt>
                <c:pt idx="915">
                  <c:v>44063</c:v>
                </c:pt>
                <c:pt idx="916">
                  <c:v>44062</c:v>
                </c:pt>
                <c:pt idx="917">
                  <c:v>44061</c:v>
                </c:pt>
                <c:pt idx="918">
                  <c:v>44060</c:v>
                </c:pt>
                <c:pt idx="919">
                  <c:v>44059</c:v>
                </c:pt>
                <c:pt idx="920">
                  <c:v>44058</c:v>
                </c:pt>
                <c:pt idx="921">
                  <c:v>44057</c:v>
                </c:pt>
                <c:pt idx="922">
                  <c:v>44056</c:v>
                </c:pt>
                <c:pt idx="923">
                  <c:v>44055</c:v>
                </c:pt>
                <c:pt idx="924">
                  <c:v>44054</c:v>
                </c:pt>
                <c:pt idx="925">
                  <c:v>44053</c:v>
                </c:pt>
                <c:pt idx="926">
                  <c:v>44052</c:v>
                </c:pt>
                <c:pt idx="927">
                  <c:v>44051</c:v>
                </c:pt>
                <c:pt idx="928">
                  <c:v>44050</c:v>
                </c:pt>
                <c:pt idx="929">
                  <c:v>44049</c:v>
                </c:pt>
                <c:pt idx="930">
                  <c:v>44048</c:v>
                </c:pt>
                <c:pt idx="931">
                  <c:v>44047</c:v>
                </c:pt>
                <c:pt idx="932">
                  <c:v>44046</c:v>
                </c:pt>
                <c:pt idx="933">
                  <c:v>44045</c:v>
                </c:pt>
                <c:pt idx="934">
                  <c:v>44044</c:v>
                </c:pt>
                <c:pt idx="935">
                  <c:v>44043</c:v>
                </c:pt>
                <c:pt idx="936">
                  <c:v>44042</c:v>
                </c:pt>
                <c:pt idx="937">
                  <c:v>44041</c:v>
                </c:pt>
                <c:pt idx="938">
                  <c:v>44040</c:v>
                </c:pt>
                <c:pt idx="939">
                  <c:v>44039</c:v>
                </c:pt>
                <c:pt idx="940">
                  <c:v>44038</c:v>
                </c:pt>
                <c:pt idx="941">
                  <c:v>44037</c:v>
                </c:pt>
                <c:pt idx="942">
                  <c:v>44036</c:v>
                </c:pt>
                <c:pt idx="943">
                  <c:v>44035</c:v>
                </c:pt>
                <c:pt idx="944">
                  <c:v>44034</c:v>
                </c:pt>
                <c:pt idx="945">
                  <c:v>44033</c:v>
                </c:pt>
                <c:pt idx="946">
                  <c:v>44032</c:v>
                </c:pt>
                <c:pt idx="947">
                  <c:v>44031</c:v>
                </c:pt>
                <c:pt idx="948">
                  <c:v>44030</c:v>
                </c:pt>
                <c:pt idx="949">
                  <c:v>44029</c:v>
                </c:pt>
                <c:pt idx="950">
                  <c:v>44028</c:v>
                </c:pt>
                <c:pt idx="951">
                  <c:v>44027</c:v>
                </c:pt>
                <c:pt idx="952">
                  <c:v>44026</c:v>
                </c:pt>
                <c:pt idx="953">
                  <c:v>44025</c:v>
                </c:pt>
                <c:pt idx="954">
                  <c:v>44024</c:v>
                </c:pt>
                <c:pt idx="955">
                  <c:v>44023</c:v>
                </c:pt>
                <c:pt idx="956">
                  <c:v>44022</c:v>
                </c:pt>
                <c:pt idx="957">
                  <c:v>44021</c:v>
                </c:pt>
                <c:pt idx="958">
                  <c:v>44020</c:v>
                </c:pt>
                <c:pt idx="959">
                  <c:v>44019</c:v>
                </c:pt>
                <c:pt idx="960">
                  <c:v>44018</c:v>
                </c:pt>
                <c:pt idx="961">
                  <c:v>44017</c:v>
                </c:pt>
                <c:pt idx="962">
                  <c:v>44016</c:v>
                </c:pt>
                <c:pt idx="963">
                  <c:v>44015</c:v>
                </c:pt>
                <c:pt idx="964">
                  <c:v>44014</c:v>
                </c:pt>
                <c:pt idx="965">
                  <c:v>44013</c:v>
                </c:pt>
                <c:pt idx="966">
                  <c:v>44012</c:v>
                </c:pt>
                <c:pt idx="967">
                  <c:v>44011</c:v>
                </c:pt>
                <c:pt idx="968">
                  <c:v>44010</c:v>
                </c:pt>
                <c:pt idx="969">
                  <c:v>44009</c:v>
                </c:pt>
                <c:pt idx="970">
                  <c:v>44008</c:v>
                </c:pt>
                <c:pt idx="971">
                  <c:v>44007</c:v>
                </c:pt>
                <c:pt idx="972">
                  <c:v>44006</c:v>
                </c:pt>
                <c:pt idx="973">
                  <c:v>44005</c:v>
                </c:pt>
                <c:pt idx="974">
                  <c:v>44004</c:v>
                </c:pt>
                <c:pt idx="975">
                  <c:v>44003</c:v>
                </c:pt>
                <c:pt idx="976">
                  <c:v>44002</c:v>
                </c:pt>
                <c:pt idx="977">
                  <c:v>44001</c:v>
                </c:pt>
                <c:pt idx="978">
                  <c:v>44000</c:v>
                </c:pt>
                <c:pt idx="979">
                  <c:v>43999</c:v>
                </c:pt>
                <c:pt idx="980">
                  <c:v>43998</c:v>
                </c:pt>
                <c:pt idx="981">
                  <c:v>43997</c:v>
                </c:pt>
                <c:pt idx="982">
                  <c:v>43996</c:v>
                </c:pt>
                <c:pt idx="983">
                  <c:v>43995</c:v>
                </c:pt>
                <c:pt idx="984">
                  <c:v>43994</c:v>
                </c:pt>
                <c:pt idx="985">
                  <c:v>43993</c:v>
                </c:pt>
                <c:pt idx="986">
                  <c:v>43992</c:v>
                </c:pt>
                <c:pt idx="987">
                  <c:v>43991</c:v>
                </c:pt>
                <c:pt idx="988">
                  <c:v>43990</c:v>
                </c:pt>
                <c:pt idx="989">
                  <c:v>43989</c:v>
                </c:pt>
                <c:pt idx="990">
                  <c:v>43988</c:v>
                </c:pt>
                <c:pt idx="991">
                  <c:v>43987</c:v>
                </c:pt>
                <c:pt idx="992">
                  <c:v>43986</c:v>
                </c:pt>
                <c:pt idx="993">
                  <c:v>43985</c:v>
                </c:pt>
                <c:pt idx="994">
                  <c:v>43984</c:v>
                </c:pt>
                <c:pt idx="995">
                  <c:v>43983</c:v>
                </c:pt>
                <c:pt idx="996">
                  <c:v>43982</c:v>
                </c:pt>
                <c:pt idx="997">
                  <c:v>43981</c:v>
                </c:pt>
                <c:pt idx="998">
                  <c:v>43980</c:v>
                </c:pt>
                <c:pt idx="999">
                  <c:v>43979</c:v>
                </c:pt>
                <c:pt idx="1000">
                  <c:v>43978</c:v>
                </c:pt>
                <c:pt idx="1001">
                  <c:v>43977</c:v>
                </c:pt>
                <c:pt idx="1002">
                  <c:v>43976</c:v>
                </c:pt>
                <c:pt idx="1003">
                  <c:v>43975</c:v>
                </c:pt>
                <c:pt idx="1004">
                  <c:v>43974</c:v>
                </c:pt>
                <c:pt idx="1005">
                  <c:v>43973</c:v>
                </c:pt>
                <c:pt idx="1006">
                  <c:v>43972</c:v>
                </c:pt>
                <c:pt idx="1007">
                  <c:v>43971</c:v>
                </c:pt>
                <c:pt idx="1008">
                  <c:v>43970</c:v>
                </c:pt>
                <c:pt idx="1009">
                  <c:v>43969</c:v>
                </c:pt>
                <c:pt idx="1010">
                  <c:v>43968</c:v>
                </c:pt>
                <c:pt idx="1011">
                  <c:v>43967</c:v>
                </c:pt>
                <c:pt idx="1012">
                  <c:v>43966</c:v>
                </c:pt>
                <c:pt idx="1013">
                  <c:v>43965</c:v>
                </c:pt>
                <c:pt idx="1014">
                  <c:v>43964</c:v>
                </c:pt>
                <c:pt idx="1015">
                  <c:v>43963</c:v>
                </c:pt>
                <c:pt idx="1016">
                  <c:v>43962</c:v>
                </c:pt>
                <c:pt idx="1017">
                  <c:v>43961</c:v>
                </c:pt>
                <c:pt idx="1018">
                  <c:v>43960</c:v>
                </c:pt>
                <c:pt idx="1019">
                  <c:v>43959</c:v>
                </c:pt>
                <c:pt idx="1020">
                  <c:v>43958</c:v>
                </c:pt>
                <c:pt idx="1021">
                  <c:v>43957</c:v>
                </c:pt>
                <c:pt idx="1022">
                  <c:v>43956</c:v>
                </c:pt>
                <c:pt idx="1023">
                  <c:v>43955</c:v>
                </c:pt>
                <c:pt idx="1024">
                  <c:v>43954</c:v>
                </c:pt>
                <c:pt idx="1025">
                  <c:v>43953</c:v>
                </c:pt>
                <c:pt idx="1026">
                  <c:v>43952</c:v>
                </c:pt>
                <c:pt idx="1027">
                  <c:v>43951</c:v>
                </c:pt>
                <c:pt idx="1028">
                  <c:v>43950</c:v>
                </c:pt>
                <c:pt idx="1029">
                  <c:v>43949</c:v>
                </c:pt>
                <c:pt idx="1030">
                  <c:v>43948</c:v>
                </c:pt>
                <c:pt idx="1031">
                  <c:v>43947</c:v>
                </c:pt>
                <c:pt idx="1032">
                  <c:v>43946</c:v>
                </c:pt>
                <c:pt idx="1033">
                  <c:v>43945</c:v>
                </c:pt>
                <c:pt idx="1034">
                  <c:v>43944</c:v>
                </c:pt>
                <c:pt idx="1035">
                  <c:v>43943</c:v>
                </c:pt>
                <c:pt idx="1036">
                  <c:v>43942</c:v>
                </c:pt>
                <c:pt idx="1037">
                  <c:v>43941</c:v>
                </c:pt>
                <c:pt idx="1038">
                  <c:v>43940</c:v>
                </c:pt>
                <c:pt idx="1039">
                  <c:v>43939</c:v>
                </c:pt>
                <c:pt idx="1040">
                  <c:v>43938</c:v>
                </c:pt>
                <c:pt idx="1041">
                  <c:v>43937</c:v>
                </c:pt>
                <c:pt idx="1042">
                  <c:v>43936</c:v>
                </c:pt>
                <c:pt idx="1043">
                  <c:v>43935</c:v>
                </c:pt>
                <c:pt idx="1044">
                  <c:v>43934</c:v>
                </c:pt>
                <c:pt idx="1045">
                  <c:v>43933</c:v>
                </c:pt>
                <c:pt idx="1046">
                  <c:v>43932</c:v>
                </c:pt>
                <c:pt idx="1047">
                  <c:v>43931</c:v>
                </c:pt>
                <c:pt idx="1048">
                  <c:v>43930</c:v>
                </c:pt>
                <c:pt idx="1049">
                  <c:v>43929</c:v>
                </c:pt>
                <c:pt idx="1050">
                  <c:v>43928</c:v>
                </c:pt>
                <c:pt idx="1051">
                  <c:v>43927</c:v>
                </c:pt>
                <c:pt idx="1052">
                  <c:v>43926</c:v>
                </c:pt>
                <c:pt idx="1053">
                  <c:v>43925</c:v>
                </c:pt>
                <c:pt idx="1054">
                  <c:v>43924</c:v>
                </c:pt>
                <c:pt idx="1055">
                  <c:v>43923</c:v>
                </c:pt>
                <c:pt idx="1056">
                  <c:v>43922</c:v>
                </c:pt>
                <c:pt idx="1057">
                  <c:v>43921</c:v>
                </c:pt>
                <c:pt idx="1058">
                  <c:v>43920</c:v>
                </c:pt>
                <c:pt idx="1059">
                  <c:v>43919</c:v>
                </c:pt>
                <c:pt idx="1060">
                  <c:v>43918</c:v>
                </c:pt>
                <c:pt idx="1061">
                  <c:v>43917</c:v>
                </c:pt>
                <c:pt idx="1062">
                  <c:v>43916</c:v>
                </c:pt>
                <c:pt idx="1063">
                  <c:v>43915</c:v>
                </c:pt>
                <c:pt idx="1064">
                  <c:v>43914</c:v>
                </c:pt>
                <c:pt idx="1065">
                  <c:v>43913</c:v>
                </c:pt>
                <c:pt idx="1066">
                  <c:v>43912</c:v>
                </c:pt>
                <c:pt idx="1067">
                  <c:v>43911</c:v>
                </c:pt>
                <c:pt idx="1068">
                  <c:v>43910</c:v>
                </c:pt>
                <c:pt idx="1069">
                  <c:v>43909</c:v>
                </c:pt>
                <c:pt idx="1070">
                  <c:v>43908</c:v>
                </c:pt>
                <c:pt idx="1071">
                  <c:v>43907</c:v>
                </c:pt>
                <c:pt idx="1072">
                  <c:v>43906</c:v>
                </c:pt>
                <c:pt idx="1073">
                  <c:v>43905</c:v>
                </c:pt>
                <c:pt idx="1074">
                  <c:v>43904</c:v>
                </c:pt>
                <c:pt idx="1075">
                  <c:v>43903</c:v>
                </c:pt>
                <c:pt idx="1076">
                  <c:v>43902</c:v>
                </c:pt>
                <c:pt idx="1077">
                  <c:v>43901</c:v>
                </c:pt>
                <c:pt idx="1078">
                  <c:v>43900</c:v>
                </c:pt>
                <c:pt idx="1079">
                  <c:v>43899</c:v>
                </c:pt>
                <c:pt idx="1080">
                  <c:v>43898</c:v>
                </c:pt>
                <c:pt idx="1081">
                  <c:v>43897</c:v>
                </c:pt>
                <c:pt idx="1082">
                  <c:v>43896</c:v>
                </c:pt>
                <c:pt idx="1083">
                  <c:v>43895</c:v>
                </c:pt>
                <c:pt idx="1084">
                  <c:v>43894</c:v>
                </c:pt>
                <c:pt idx="1085">
                  <c:v>43893</c:v>
                </c:pt>
                <c:pt idx="1086">
                  <c:v>43892</c:v>
                </c:pt>
                <c:pt idx="1087">
                  <c:v>43891</c:v>
                </c:pt>
                <c:pt idx="1088">
                  <c:v>43890</c:v>
                </c:pt>
                <c:pt idx="1089">
                  <c:v>43889</c:v>
                </c:pt>
                <c:pt idx="1090">
                  <c:v>43888</c:v>
                </c:pt>
                <c:pt idx="1091">
                  <c:v>43887</c:v>
                </c:pt>
                <c:pt idx="1092">
                  <c:v>43886</c:v>
                </c:pt>
                <c:pt idx="1093">
                  <c:v>43885</c:v>
                </c:pt>
                <c:pt idx="1094">
                  <c:v>43884</c:v>
                </c:pt>
                <c:pt idx="1095">
                  <c:v>43883</c:v>
                </c:pt>
                <c:pt idx="1096">
                  <c:v>43882</c:v>
                </c:pt>
                <c:pt idx="1097">
                  <c:v>43881</c:v>
                </c:pt>
                <c:pt idx="1098">
                  <c:v>43880</c:v>
                </c:pt>
                <c:pt idx="1099">
                  <c:v>43879</c:v>
                </c:pt>
                <c:pt idx="1100">
                  <c:v>43878</c:v>
                </c:pt>
                <c:pt idx="1101">
                  <c:v>43877</c:v>
                </c:pt>
                <c:pt idx="1102">
                  <c:v>43876</c:v>
                </c:pt>
                <c:pt idx="1103">
                  <c:v>43875</c:v>
                </c:pt>
                <c:pt idx="1104">
                  <c:v>43874</c:v>
                </c:pt>
                <c:pt idx="1105">
                  <c:v>43873</c:v>
                </c:pt>
                <c:pt idx="1106">
                  <c:v>43872</c:v>
                </c:pt>
                <c:pt idx="1107">
                  <c:v>43871</c:v>
                </c:pt>
                <c:pt idx="1108">
                  <c:v>43870</c:v>
                </c:pt>
                <c:pt idx="1109">
                  <c:v>43869</c:v>
                </c:pt>
                <c:pt idx="1110">
                  <c:v>43868</c:v>
                </c:pt>
                <c:pt idx="1111">
                  <c:v>43867</c:v>
                </c:pt>
                <c:pt idx="1112">
                  <c:v>43866</c:v>
                </c:pt>
                <c:pt idx="1113">
                  <c:v>43865</c:v>
                </c:pt>
                <c:pt idx="1114">
                  <c:v>43864</c:v>
                </c:pt>
                <c:pt idx="1115">
                  <c:v>43863</c:v>
                </c:pt>
                <c:pt idx="1116">
                  <c:v>43862</c:v>
                </c:pt>
                <c:pt idx="1117">
                  <c:v>43861</c:v>
                </c:pt>
                <c:pt idx="1118">
                  <c:v>43860</c:v>
                </c:pt>
                <c:pt idx="1119">
                  <c:v>43859</c:v>
                </c:pt>
                <c:pt idx="1120">
                  <c:v>43858</c:v>
                </c:pt>
                <c:pt idx="1121">
                  <c:v>43857</c:v>
                </c:pt>
                <c:pt idx="1122">
                  <c:v>43856</c:v>
                </c:pt>
                <c:pt idx="1123">
                  <c:v>43855</c:v>
                </c:pt>
                <c:pt idx="1124">
                  <c:v>43854</c:v>
                </c:pt>
                <c:pt idx="1125">
                  <c:v>43853</c:v>
                </c:pt>
                <c:pt idx="1126">
                  <c:v>43852</c:v>
                </c:pt>
                <c:pt idx="1127">
                  <c:v>43851</c:v>
                </c:pt>
                <c:pt idx="1128">
                  <c:v>43850</c:v>
                </c:pt>
                <c:pt idx="1129">
                  <c:v>43849</c:v>
                </c:pt>
                <c:pt idx="1130">
                  <c:v>43848</c:v>
                </c:pt>
                <c:pt idx="1131">
                  <c:v>43847</c:v>
                </c:pt>
                <c:pt idx="1132">
                  <c:v>43846</c:v>
                </c:pt>
                <c:pt idx="1133">
                  <c:v>43845</c:v>
                </c:pt>
                <c:pt idx="1134">
                  <c:v>43844</c:v>
                </c:pt>
                <c:pt idx="1135">
                  <c:v>43843</c:v>
                </c:pt>
                <c:pt idx="1136">
                  <c:v>43842</c:v>
                </c:pt>
                <c:pt idx="1137">
                  <c:v>43841</c:v>
                </c:pt>
                <c:pt idx="1138">
                  <c:v>43840</c:v>
                </c:pt>
                <c:pt idx="1139">
                  <c:v>43839</c:v>
                </c:pt>
                <c:pt idx="1140">
                  <c:v>43838</c:v>
                </c:pt>
                <c:pt idx="1141">
                  <c:v>43837</c:v>
                </c:pt>
                <c:pt idx="1142">
                  <c:v>43836</c:v>
                </c:pt>
                <c:pt idx="1143">
                  <c:v>43835</c:v>
                </c:pt>
                <c:pt idx="1144">
                  <c:v>43834</c:v>
                </c:pt>
                <c:pt idx="1145">
                  <c:v>43833</c:v>
                </c:pt>
                <c:pt idx="1146">
                  <c:v>43832</c:v>
                </c:pt>
                <c:pt idx="1147">
                  <c:v>43831</c:v>
                </c:pt>
                <c:pt idx="1148">
                  <c:v>43830</c:v>
                </c:pt>
                <c:pt idx="1149">
                  <c:v>43829</c:v>
                </c:pt>
                <c:pt idx="1150">
                  <c:v>43828</c:v>
                </c:pt>
                <c:pt idx="1151">
                  <c:v>43827</c:v>
                </c:pt>
                <c:pt idx="1152">
                  <c:v>43826</c:v>
                </c:pt>
                <c:pt idx="1153">
                  <c:v>43825</c:v>
                </c:pt>
                <c:pt idx="1154">
                  <c:v>43824</c:v>
                </c:pt>
                <c:pt idx="1155">
                  <c:v>43823</c:v>
                </c:pt>
                <c:pt idx="1156">
                  <c:v>43822</c:v>
                </c:pt>
                <c:pt idx="1157">
                  <c:v>43821</c:v>
                </c:pt>
                <c:pt idx="1158">
                  <c:v>43820</c:v>
                </c:pt>
                <c:pt idx="1159">
                  <c:v>43819</c:v>
                </c:pt>
                <c:pt idx="1160">
                  <c:v>43818</c:v>
                </c:pt>
                <c:pt idx="1161">
                  <c:v>43817</c:v>
                </c:pt>
                <c:pt idx="1162">
                  <c:v>43816</c:v>
                </c:pt>
                <c:pt idx="1163">
                  <c:v>43815</c:v>
                </c:pt>
                <c:pt idx="1164">
                  <c:v>43814</c:v>
                </c:pt>
                <c:pt idx="1165">
                  <c:v>43813</c:v>
                </c:pt>
                <c:pt idx="1166">
                  <c:v>43812</c:v>
                </c:pt>
                <c:pt idx="1167">
                  <c:v>43811</c:v>
                </c:pt>
                <c:pt idx="1168">
                  <c:v>43810</c:v>
                </c:pt>
                <c:pt idx="1169">
                  <c:v>43809</c:v>
                </c:pt>
                <c:pt idx="1170">
                  <c:v>43808</c:v>
                </c:pt>
                <c:pt idx="1171">
                  <c:v>43807</c:v>
                </c:pt>
                <c:pt idx="1172">
                  <c:v>43806</c:v>
                </c:pt>
                <c:pt idx="1173">
                  <c:v>43805</c:v>
                </c:pt>
                <c:pt idx="1174">
                  <c:v>43804</c:v>
                </c:pt>
                <c:pt idx="1175">
                  <c:v>43803</c:v>
                </c:pt>
                <c:pt idx="1176">
                  <c:v>43802</c:v>
                </c:pt>
                <c:pt idx="1177">
                  <c:v>43801</c:v>
                </c:pt>
                <c:pt idx="1178">
                  <c:v>43800</c:v>
                </c:pt>
                <c:pt idx="1179">
                  <c:v>43799</c:v>
                </c:pt>
                <c:pt idx="1180">
                  <c:v>43798</c:v>
                </c:pt>
                <c:pt idx="1181">
                  <c:v>43797</c:v>
                </c:pt>
                <c:pt idx="1182">
                  <c:v>43796</c:v>
                </c:pt>
                <c:pt idx="1183">
                  <c:v>43795</c:v>
                </c:pt>
                <c:pt idx="1184">
                  <c:v>43794</c:v>
                </c:pt>
                <c:pt idx="1185">
                  <c:v>43793</c:v>
                </c:pt>
                <c:pt idx="1186">
                  <c:v>43792</c:v>
                </c:pt>
                <c:pt idx="1187">
                  <c:v>43791</c:v>
                </c:pt>
                <c:pt idx="1188">
                  <c:v>43790</c:v>
                </c:pt>
                <c:pt idx="1189">
                  <c:v>43789</c:v>
                </c:pt>
                <c:pt idx="1190">
                  <c:v>43788</c:v>
                </c:pt>
                <c:pt idx="1191">
                  <c:v>43787</c:v>
                </c:pt>
                <c:pt idx="1192">
                  <c:v>43786</c:v>
                </c:pt>
                <c:pt idx="1193">
                  <c:v>43785</c:v>
                </c:pt>
                <c:pt idx="1194">
                  <c:v>43784</c:v>
                </c:pt>
                <c:pt idx="1195">
                  <c:v>43783</c:v>
                </c:pt>
                <c:pt idx="1196">
                  <c:v>43782</c:v>
                </c:pt>
                <c:pt idx="1197">
                  <c:v>43781</c:v>
                </c:pt>
                <c:pt idx="1198">
                  <c:v>43780</c:v>
                </c:pt>
                <c:pt idx="1199">
                  <c:v>43779</c:v>
                </c:pt>
                <c:pt idx="1200">
                  <c:v>43778</c:v>
                </c:pt>
                <c:pt idx="1201">
                  <c:v>43777</c:v>
                </c:pt>
                <c:pt idx="1202">
                  <c:v>43776</c:v>
                </c:pt>
                <c:pt idx="1203">
                  <c:v>43775</c:v>
                </c:pt>
                <c:pt idx="1204">
                  <c:v>43774</c:v>
                </c:pt>
                <c:pt idx="1205">
                  <c:v>43773</c:v>
                </c:pt>
                <c:pt idx="1206">
                  <c:v>43772</c:v>
                </c:pt>
                <c:pt idx="1207">
                  <c:v>43771</c:v>
                </c:pt>
                <c:pt idx="1208">
                  <c:v>43770</c:v>
                </c:pt>
                <c:pt idx="1209">
                  <c:v>43769</c:v>
                </c:pt>
                <c:pt idx="1210">
                  <c:v>43768</c:v>
                </c:pt>
                <c:pt idx="1211">
                  <c:v>43767</c:v>
                </c:pt>
                <c:pt idx="1212">
                  <c:v>43766</c:v>
                </c:pt>
                <c:pt idx="1213">
                  <c:v>43765</c:v>
                </c:pt>
                <c:pt idx="1214">
                  <c:v>43764</c:v>
                </c:pt>
                <c:pt idx="1215">
                  <c:v>43763</c:v>
                </c:pt>
                <c:pt idx="1216">
                  <c:v>43762</c:v>
                </c:pt>
                <c:pt idx="1217">
                  <c:v>43761</c:v>
                </c:pt>
                <c:pt idx="1218">
                  <c:v>43760</c:v>
                </c:pt>
                <c:pt idx="1219">
                  <c:v>43759</c:v>
                </c:pt>
                <c:pt idx="1220">
                  <c:v>43758</c:v>
                </c:pt>
                <c:pt idx="1221">
                  <c:v>43757</c:v>
                </c:pt>
                <c:pt idx="1222">
                  <c:v>43756</c:v>
                </c:pt>
                <c:pt idx="1223">
                  <c:v>43755</c:v>
                </c:pt>
                <c:pt idx="1224">
                  <c:v>43754</c:v>
                </c:pt>
                <c:pt idx="1225">
                  <c:v>43753</c:v>
                </c:pt>
                <c:pt idx="1226">
                  <c:v>43752</c:v>
                </c:pt>
                <c:pt idx="1227">
                  <c:v>43751</c:v>
                </c:pt>
                <c:pt idx="1228">
                  <c:v>43750</c:v>
                </c:pt>
                <c:pt idx="1229">
                  <c:v>43749</c:v>
                </c:pt>
                <c:pt idx="1230">
                  <c:v>43748</c:v>
                </c:pt>
                <c:pt idx="1231">
                  <c:v>43747</c:v>
                </c:pt>
                <c:pt idx="1232">
                  <c:v>43746</c:v>
                </c:pt>
                <c:pt idx="1233">
                  <c:v>43745</c:v>
                </c:pt>
                <c:pt idx="1234">
                  <c:v>43744</c:v>
                </c:pt>
                <c:pt idx="1235">
                  <c:v>43743</c:v>
                </c:pt>
                <c:pt idx="1236">
                  <c:v>43742</c:v>
                </c:pt>
                <c:pt idx="1237">
                  <c:v>43741</c:v>
                </c:pt>
                <c:pt idx="1238">
                  <c:v>43740</c:v>
                </c:pt>
                <c:pt idx="1239">
                  <c:v>43739</c:v>
                </c:pt>
                <c:pt idx="1240">
                  <c:v>43738</c:v>
                </c:pt>
                <c:pt idx="1241">
                  <c:v>43737</c:v>
                </c:pt>
                <c:pt idx="1242">
                  <c:v>43736</c:v>
                </c:pt>
                <c:pt idx="1243">
                  <c:v>43735</c:v>
                </c:pt>
                <c:pt idx="1244">
                  <c:v>43734</c:v>
                </c:pt>
                <c:pt idx="1245">
                  <c:v>43733</c:v>
                </c:pt>
                <c:pt idx="1246">
                  <c:v>43732</c:v>
                </c:pt>
                <c:pt idx="1247">
                  <c:v>43731</c:v>
                </c:pt>
                <c:pt idx="1248">
                  <c:v>43730</c:v>
                </c:pt>
                <c:pt idx="1249">
                  <c:v>43729</c:v>
                </c:pt>
                <c:pt idx="1250">
                  <c:v>43728</c:v>
                </c:pt>
                <c:pt idx="1251">
                  <c:v>43727</c:v>
                </c:pt>
                <c:pt idx="1252">
                  <c:v>43726</c:v>
                </c:pt>
                <c:pt idx="1253">
                  <c:v>43725</c:v>
                </c:pt>
                <c:pt idx="1254">
                  <c:v>43724</c:v>
                </c:pt>
                <c:pt idx="1255">
                  <c:v>43723</c:v>
                </c:pt>
                <c:pt idx="1256">
                  <c:v>43722</c:v>
                </c:pt>
                <c:pt idx="1257">
                  <c:v>43721</c:v>
                </c:pt>
                <c:pt idx="1258">
                  <c:v>43720</c:v>
                </c:pt>
                <c:pt idx="1259">
                  <c:v>43719</c:v>
                </c:pt>
                <c:pt idx="1260">
                  <c:v>43718</c:v>
                </c:pt>
                <c:pt idx="1261">
                  <c:v>43717</c:v>
                </c:pt>
                <c:pt idx="1262">
                  <c:v>43716</c:v>
                </c:pt>
                <c:pt idx="1263">
                  <c:v>43715</c:v>
                </c:pt>
                <c:pt idx="1264">
                  <c:v>43714</c:v>
                </c:pt>
                <c:pt idx="1265">
                  <c:v>43713</c:v>
                </c:pt>
                <c:pt idx="1266">
                  <c:v>43712</c:v>
                </c:pt>
                <c:pt idx="1267">
                  <c:v>43711</c:v>
                </c:pt>
                <c:pt idx="1268">
                  <c:v>43710</c:v>
                </c:pt>
                <c:pt idx="1269">
                  <c:v>43709</c:v>
                </c:pt>
                <c:pt idx="1270">
                  <c:v>43708</c:v>
                </c:pt>
                <c:pt idx="1271">
                  <c:v>43707</c:v>
                </c:pt>
                <c:pt idx="1272">
                  <c:v>43706</c:v>
                </c:pt>
                <c:pt idx="1273">
                  <c:v>43705</c:v>
                </c:pt>
                <c:pt idx="1274">
                  <c:v>43704</c:v>
                </c:pt>
                <c:pt idx="1275">
                  <c:v>43703</c:v>
                </c:pt>
                <c:pt idx="1276">
                  <c:v>43702</c:v>
                </c:pt>
                <c:pt idx="1277">
                  <c:v>43701</c:v>
                </c:pt>
                <c:pt idx="1278">
                  <c:v>43700</c:v>
                </c:pt>
                <c:pt idx="1279">
                  <c:v>43699</c:v>
                </c:pt>
                <c:pt idx="1280">
                  <c:v>43698</c:v>
                </c:pt>
                <c:pt idx="1281">
                  <c:v>43697</c:v>
                </c:pt>
                <c:pt idx="1282">
                  <c:v>43696</c:v>
                </c:pt>
                <c:pt idx="1283">
                  <c:v>43695</c:v>
                </c:pt>
                <c:pt idx="1284">
                  <c:v>43694</c:v>
                </c:pt>
                <c:pt idx="1285">
                  <c:v>43693</c:v>
                </c:pt>
                <c:pt idx="1286">
                  <c:v>43692</c:v>
                </c:pt>
                <c:pt idx="1287">
                  <c:v>43691</c:v>
                </c:pt>
                <c:pt idx="1288">
                  <c:v>43690</c:v>
                </c:pt>
                <c:pt idx="1289">
                  <c:v>43689</c:v>
                </c:pt>
                <c:pt idx="1290">
                  <c:v>43688</c:v>
                </c:pt>
                <c:pt idx="1291">
                  <c:v>43687</c:v>
                </c:pt>
                <c:pt idx="1292">
                  <c:v>43686</c:v>
                </c:pt>
                <c:pt idx="1293">
                  <c:v>43685</c:v>
                </c:pt>
                <c:pt idx="1294">
                  <c:v>43684</c:v>
                </c:pt>
                <c:pt idx="1295">
                  <c:v>43683</c:v>
                </c:pt>
                <c:pt idx="1296">
                  <c:v>43682</c:v>
                </c:pt>
                <c:pt idx="1297">
                  <c:v>43681</c:v>
                </c:pt>
                <c:pt idx="1298">
                  <c:v>43680</c:v>
                </c:pt>
                <c:pt idx="1299">
                  <c:v>43679</c:v>
                </c:pt>
                <c:pt idx="1300">
                  <c:v>43678</c:v>
                </c:pt>
                <c:pt idx="1301">
                  <c:v>43677</c:v>
                </c:pt>
                <c:pt idx="1302">
                  <c:v>43676</c:v>
                </c:pt>
                <c:pt idx="1303">
                  <c:v>43675</c:v>
                </c:pt>
                <c:pt idx="1304">
                  <c:v>43674</c:v>
                </c:pt>
                <c:pt idx="1305">
                  <c:v>43673</c:v>
                </c:pt>
                <c:pt idx="1306">
                  <c:v>43672</c:v>
                </c:pt>
                <c:pt idx="1307">
                  <c:v>43671</c:v>
                </c:pt>
                <c:pt idx="1308">
                  <c:v>43670</c:v>
                </c:pt>
                <c:pt idx="1309">
                  <c:v>43669</c:v>
                </c:pt>
                <c:pt idx="1310">
                  <c:v>43668</c:v>
                </c:pt>
                <c:pt idx="1311">
                  <c:v>43667</c:v>
                </c:pt>
                <c:pt idx="1312">
                  <c:v>43666</c:v>
                </c:pt>
                <c:pt idx="1313">
                  <c:v>43665</c:v>
                </c:pt>
                <c:pt idx="1314">
                  <c:v>43664</c:v>
                </c:pt>
                <c:pt idx="1315">
                  <c:v>43663</c:v>
                </c:pt>
                <c:pt idx="1316">
                  <c:v>43662</c:v>
                </c:pt>
                <c:pt idx="1317">
                  <c:v>43661</c:v>
                </c:pt>
                <c:pt idx="1318">
                  <c:v>43660</c:v>
                </c:pt>
                <c:pt idx="1319">
                  <c:v>43659</c:v>
                </c:pt>
                <c:pt idx="1320">
                  <c:v>43658</c:v>
                </c:pt>
                <c:pt idx="1321">
                  <c:v>43657</c:v>
                </c:pt>
                <c:pt idx="1322">
                  <c:v>43656</c:v>
                </c:pt>
                <c:pt idx="1323">
                  <c:v>43655</c:v>
                </c:pt>
                <c:pt idx="1324">
                  <c:v>43654</c:v>
                </c:pt>
                <c:pt idx="1325">
                  <c:v>43653</c:v>
                </c:pt>
                <c:pt idx="1326">
                  <c:v>43652</c:v>
                </c:pt>
                <c:pt idx="1327">
                  <c:v>43651</c:v>
                </c:pt>
                <c:pt idx="1328">
                  <c:v>43650</c:v>
                </c:pt>
                <c:pt idx="1329">
                  <c:v>43649</c:v>
                </c:pt>
                <c:pt idx="1330">
                  <c:v>43648</c:v>
                </c:pt>
                <c:pt idx="1331">
                  <c:v>43647</c:v>
                </c:pt>
                <c:pt idx="1332">
                  <c:v>43646</c:v>
                </c:pt>
                <c:pt idx="1333">
                  <c:v>43645</c:v>
                </c:pt>
                <c:pt idx="1334">
                  <c:v>43644</c:v>
                </c:pt>
                <c:pt idx="1335">
                  <c:v>43643</c:v>
                </c:pt>
                <c:pt idx="1336">
                  <c:v>43642</c:v>
                </c:pt>
                <c:pt idx="1337">
                  <c:v>43641</c:v>
                </c:pt>
                <c:pt idx="1338">
                  <c:v>43640</c:v>
                </c:pt>
                <c:pt idx="1339">
                  <c:v>43639</c:v>
                </c:pt>
                <c:pt idx="1340">
                  <c:v>43638</c:v>
                </c:pt>
                <c:pt idx="1341">
                  <c:v>43637</c:v>
                </c:pt>
                <c:pt idx="1342">
                  <c:v>43636</c:v>
                </c:pt>
                <c:pt idx="1343">
                  <c:v>43635</c:v>
                </c:pt>
                <c:pt idx="1344">
                  <c:v>43634</c:v>
                </c:pt>
                <c:pt idx="1345">
                  <c:v>43633</c:v>
                </c:pt>
                <c:pt idx="1346">
                  <c:v>43632</c:v>
                </c:pt>
                <c:pt idx="1347">
                  <c:v>43631</c:v>
                </c:pt>
                <c:pt idx="1348">
                  <c:v>43630</c:v>
                </c:pt>
                <c:pt idx="1349">
                  <c:v>43629</c:v>
                </c:pt>
                <c:pt idx="1350">
                  <c:v>43628</c:v>
                </c:pt>
                <c:pt idx="1351">
                  <c:v>43627</c:v>
                </c:pt>
                <c:pt idx="1352">
                  <c:v>43626</c:v>
                </c:pt>
                <c:pt idx="1353">
                  <c:v>43625</c:v>
                </c:pt>
                <c:pt idx="1354">
                  <c:v>43624</c:v>
                </c:pt>
                <c:pt idx="1355">
                  <c:v>43623</c:v>
                </c:pt>
                <c:pt idx="1356">
                  <c:v>43622</c:v>
                </c:pt>
                <c:pt idx="1357">
                  <c:v>43621</c:v>
                </c:pt>
                <c:pt idx="1358">
                  <c:v>43620</c:v>
                </c:pt>
                <c:pt idx="1359">
                  <c:v>43619</c:v>
                </c:pt>
                <c:pt idx="1360">
                  <c:v>43618</c:v>
                </c:pt>
                <c:pt idx="1361">
                  <c:v>43617</c:v>
                </c:pt>
                <c:pt idx="1362">
                  <c:v>43616</c:v>
                </c:pt>
                <c:pt idx="1363">
                  <c:v>43615</c:v>
                </c:pt>
                <c:pt idx="1364">
                  <c:v>43614</c:v>
                </c:pt>
                <c:pt idx="1365">
                  <c:v>43613</c:v>
                </c:pt>
                <c:pt idx="1366">
                  <c:v>43612</c:v>
                </c:pt>
                <c:pt idx="1367">
                  <c:v>43611</c:v>
                </c:pt>
                <c:pt idx="1368">
                  <c:v>43610</c:v>
                </c:pt>
                <c:pt idx="1369">
                  <c:v>43609</c:v>
                </c:pt>
                <c:pt idx="1370">
                  <c:v>43608</c:v>
                </c:pt>
                <c:pt idx="1371">
                  <c:v>43607</c:v>
                </c:pt>
                <c:pt idx="1372">
                  <c:v>43606</c:v>
                </c:pt>
                <c:pt idx="1373">
                  <c:v>43605</c:v>
                </c:pt>
                <c:pt idx="1374">
                  <c:v>43604</c:v>
                </c:pt>
                <c:pt idx="1375">
                  <c:v>43603</c:v>
                </c:pt>
                <c:pt idx="1376">
                  <c:v>43602</c:v>
                </c:pt>
                <c:pt idx="1377">
                  <c:v>43601</c:v>
                </c:pt>
                <c:pt idx="1378">
                  <c:v>43600</c:v>
                </c:pt>
                <c:pt idx="1379">
                  <c:v>43599</c:v>
                </c:pt>
                <c:pt idx="1380">
                  <c:v>43598</c:v>
                </c:pt>
                <c:pt idx="1381">
                  <c:v>43597</c:v>
                </c:pt>
                <c:pt idx="1382">
                  <c:v>43596</c:v>
                </c:pt>
                <c:pt idx="1383">
                  <c:v>43595</c:v>
                </c:pt>
                <c:pt idx="1384">
                  <c:v>43594</c:v>
                </c:pt>
                <c:pt idx="1385">
                  <c:v>43593</c:v>
                </c:pt>
                <c:pt idx="1386">
                  <c:v>43592</c:v>
                </c:pt>
                <c:pt idx="1387">
                  <c:v>43591</c:v>
                </c:pt>
                <c:pt idx="1388">
                  <c:v>43590</c:v>
                </c:pt>
                <c:pt idx="1389">
                  <c:v>43589</c:v>
                </c:pt>
                <c:pt idx="1390">
                  <c:v>43588</c:v>
                </c:pt>
                <c:pt idx="1391">
                  <c:v>43587</c:v>
                </c:pt>
                <c:pt idx="1392">
                  <c:v>43586</c:v>
                </c:pt>
                <c:pt idx="1393">
                  <c:v>43585</c:v>
                </c:pt>
                <c:pt idx="1394">
                  <c:v>43584</c:v>
                </c:pt>
                <c:pt idx="1395">
                  <c:v>43583</c:v>
                </c:pt>
                <c:pt idx="1396">
                  <c:v>43582</c:v>
                </c:pt>
                <c:pt idx="1397">
                  <c:v>43581</c:v>
                </c:pt>
                <c:pt idx="1398">
                  <c:v>43580</c:v>
                </c:pt>
                <c:pt idx="1399">
                  <c:v>43579</c:v>
                </c:pt>
                <c:pt idx="1400">
                  <c:v>43578</c:v>
                </c:pt>
                <c:pt idx="1401">
                  <c:v>43577</c:v>
                </c:pt>
                <c:pt idx="1402">
                  <c:v>43576</c:v>
                </c:pt>
                <c:pt idx="1403">
                  <c:v>43575</c:v>
                </c:pt>
                <c:pt idx="1404">
                  <c:v>43574</c:v>
                </c:pt>
                <c:pt idx="1405">
                  <c:v>43573</c:v>
                </c:pt>
                <c:pt idx="1406">
                  <c:v>43572</c:v>
                </c:pt>
                <c:pt idx="1407">
                  <c:v>43571</c:v>
                </c:pt>
                <c:pt idx="1408">
                  <c:v>43570</c:v>
                </c:pt>
                <c:pt idx="1409">
                  <c:v>43569</c:v>
                </c:pt>
                <c:pt idx="1410">
                  <c:v>43568</c:v>
                </c:pt>
                <c:pt idx="1411">
                  <c:v>43567</c:v>
                </c:pt>
                <c:pt idx="1412">
                  <c:v>43566</c:v>
                </c:pt>
                <c:pt idx="1413">
                  <c:v>43565</c:v>
                </c:pt>
                <c:pt idx="1414">
                  <c:v>43564</c:v>
                </c:pt>
                <c:pt idx="1415">
                  <c:v>43563</c:v>
                </c:pt>
                <c:pt idx="1416">
                  <c:v>43562</c:v>
                </c:pt>
                <c:pt idx="1417">
                  <c:v>43561</c:v>
                </c:pt>
                <c:pt idx="1418">
                  <c:v>43560</c:v>
                </c:pt>
                <c:pt idx="1419">
                  <c:v>43559</c:v>
                </c:pt>
                <c:pt idx="1420">
                  <c:v>43558</c:v>
                </c:pt>
                <c:pt idx="1421">
                  <c:v>43557</c:v>
                </c:pt>
                <c:pt idx="1422">
                  <c:v>43556</c:v>
                </c:pt>
                <c:pt idx="1423">
                  <c:v>43555</c:v>
                </c:pt>
                <c:pt idx="1424">
                  <c:v>43554</c:v>
                </c:pt>
                <c:pt idx="1425">
                  <c:v>43553</c:v>
                </c:pt>
                <c:pt idx="1426">
                  <c:v>43552</c:v>
                </c:pt>
                <c:pt idx="1427">
                  <c:v>43551</c:v>
                </c:pt>
                <c:pt idx="1428">
                  <c:v>43550</c:v>
                </c:pt>
                <c:pt idx="1429">
                  <c:v>43549</c:v>
                </c:pt>
                <c:pt idx="1430">
                  <c:v>43548</c:v>
                </c:pt>
                <c:pt idx="1431">
                  <c:v>43547</c:v>
                </c:pt>
                <c:pt idx="1432">
                  <c:v>43546</c:v>
                </c:pt>
                <c:pt idx="1433">
                  <c:v>43545</c:v>
                </c:pt>
                <c:pt idx="1434">
                  <c:v>43544</c:v>
                </c:pt>
                <c:pt idx="1435">
                  <c:v>43543</c:v>
                </c:pt>
                <c:pt idx="1436">
                  <c:v>43542</c:v>
                </c:pt>
                <c:pt idx="1437">
                  <c:v>43541</c:v>
                </c:pt>
                <c:pt idx="1438">
                  <c:v>43540</c:v>
                </c:pt>
                <c:pt idx="1439">
                  <c:v>43539</c:v>
                </c:pt>
                <c:pt idx="1440">
                  <c:v>43538</c:v>
                </c:pt>
                <c:pt idx="1441">
                  <c:v>43537</c:v>
                </c:pt>
                <c:pt idx="1442">
                  <c:v>43536</c:v>
                </c:pt>
                <c:pt idx="1443">
                  <c:v>43535</c:v>
                </c:pt>
                <c:pt idx="1444">
                  <c:v>43534</c:v>
                </c:pt>
                <c:pt idx="1445">
                  <c:v>43533</c:v>
                </c:pt>
                <c:pt idx="1446">
                  <c:v>43532</c:v>
                </c:pt>
                <c:pt idx="1447">
                  <c:v>43531</c:v>
                </c:pt>
                <c:pt idx="1448">
                  <c:v>43530</c:v>
                </c:pt>
                <c:pt idx="1449">
                  <c:v>43529</c:v>
                </c:pt>
                <c:pt idx="1450">
                  <c:v>43528</c:v>
                </c:pt>
                <c:pt idx="1451">
                  <c:v>43527</c:v>
                </c:pt>
                <c:pt idx="1452">
                  <c:v>43526</c:v>
                </c:pt>
                <c:pt idx="1453">
                  <c:v>43525</c:v>
                </c:pt>
                <c:pt idx="1454">
                  <c:v>43524</c:v>
                </c:pt>
                <c:pt idx="1455">
                  <c:v>43523</c:v>
                </c:pt>
                <c:pt idx="1456">
                  <c:v>43522</c:v>
                </c:pt>
                <c:pt idx="1457">
                  <c:v>43521</c:v>
                </c:pt>
                <c:pt idx="1458">
                  <c:v>43520</c:v>
                </c:pt>
                <c:pt idx="1459">
                  <c:v>43519</c:v>
                </c:pt>
                <c:pt idx="1460">
                  <c:v>43518</c:v>
                </c:pt>
                <c:pt idx="1461">
                  <c:v>43517</c:v>
                </c:pt>
                <c:pt idx="1462">
                  <c:v>43516</c:v>
                </c:pt>
                <c:pt idx="1463">
                  <c:v>43515</c:v>
                </c:pt>
                <c:pt idx="1464">
                  <c:v>43514</c:v>
                </c:pt>
                <c:pt idx="1465">
                  <c:v>43513</c:v>
                </c:pt>
                <c:pt idx="1466">
                  <c:v>43512</c:v>
                </c:pt>
                <c:pt idx="1467">
                  <c:v>43511</c:v>
                </c:pt>
                <c:pt idx="1468">
                  <c:v>43510</c:v>
                </c:pt>
                <c:pt idx="1469">
                  <c:v>43509</c:v>
                </c:pt>
                <c:pt idx="1470">
                  <c:v>43508</c:v>
                </c:pt>
                <c:pt idx="1471">
                  <c:v>43507</c:v>
                </c:pt>
                <c:pt idx="1472">
                  <c:v>43506</c:v>
                </c:pt>
                <c:pt idx="1473">
                  <c:v>43505</c:v>
                </c:pt>
                <c:pt idx="1474">
                  <c:v>43504</c:v>
                </c:pt>
                <c:pt idx="1475">
                  <c:v>43503</c:v>
                </c:pt>
                <c:pt idx="1476">
                  <c:v>43502</c:v>
                </c:pt>
                <c:pt idx="1477">
                  <c:v>43501</c:v>
                </c:pt>
                <c:pt idx="1478">
                  <c:v>43500</c:v>
                </c:pt>
                <c:pt idx="1479">
                  <c:v>43499</c:v>
                </c:pt>
                <c:pt idx="1480">
                  <c:v>43498</c:v>
                </c:pt>
                <c:pt idx="1481">
                  <c:v>43497</c:v>
                </c:pt>
                <c:pt idx="1482">
                  <c:v>43496</c:v>
                </c:pt>
                <c:pt idx="1483">
                  <c:v>43495</c:v>
                </c:pt>
                <c:pt idx="1484">
                  <c:v>43494</c:v>
                </c:pt>
                <c:pt idx="1485">
                  <c:v>43493</c:v>
                </c:pt>
                <c:pt idx="1486">
                  <c:v>43492</c:v>
                </c:pt>
                <c:pt idx="1487">
                  <c:v>43491</c:v>
                </c:pt>
                <c:pt idx="1488">
                  <c:v>43490</c:v>
                </c:pt>
                <c:pt idx="1489">
                  <c:v>43489</c:v>
                </c:pt>
                <c:pt idx="1490">
                  <c:v>43488</c:v>
                </c:pt>
                <c:pt idx="1491">
                  <c:v>43487</c:v>
                </c:pt>
                <c:pt idx="1492">
                  <c:v>43486</c:v>
                </c:pt>
                <c:pt idx="1493">
                  <c:v>43485</c:v>
                </c:pt>
                <c:pt idx="1494">
                  <c:v>43484</c:v>
                </c:pt>
                <c:pt idx="1495">
                  <c:v>43483</c:v>
                </c:pt>
                <c:pt idx="1496">
                  <c:v>43482</c:v>
                </c:pt>
                <c:pt idx="1497">
                  <c:v>43481</c:v>
                </c:pt>
                <c:pt idx="1498">
                  <c:v>43480</c:v>
                </c:pt>
                <c:pt idx="1499">
                  <c:v>43479</c:v>
                </c:pt>
                <c:pt idx="1500">
                  <c:v>43478</c:v>
                </c:pt>
                <c:pt idx="1501">
                  <c:v>43477</c:v>
                </c:pt>
                <c:pt idx="1502">
                  <c:v>43476</c:v>
                </c:pt>
                <c:pt idx="1503">
                  <c:v>43475</c:v>
                </c:pt>
                <c:pt idx="1504">
                  <c:v>43474</c:v>
                </c:pt>
                <c:pt idx="1505">
                  <c:v>43473</c:v>
                </c:pt>
                <c:pt idx="1506">
                  <c:v>43472</c:v>
                </c:pt>
                <c:pt idx="1507">
                  <c:v>43471</c:v>
                </c:pt>
                <c:pt idx="1508">
                  <c:v>43470</c:v>
                </c:pt>
                <c:pt idx="1509">
                  <c:v>43469</c:v>
                </c:pt>
                <c:pt idx="1510">
                  <c:v>43468</c:v>
                </c:pt>
                <c:pt idx="1511">
                  <c:v>43467</c:v>
                </c:pt>
                <c:pt idx="1512">
                  <c:v>43466</c:v>
                </c:pt>
                <c:pt idx="1513">
                  <c:v>43465</c:v>
                </c:pt>
                <c:pt idx="1514">
                  <c:v>43464</c:v>
                </c:pt>
                <c:pt idx="1515">
                  <c:v>43463</c:v>
                </c:pt>
                <c:pt idx="1516">
                  <c:v>43462</c:v>
                </c:pt>
                <c:pt idx="1517">
                  <c:v>43461</c:v>
                </c:pt>
                <c:pt idx="1518">
                  <c:v>43460</c:v>
                </c:pt>
                <c:pt idx="1519">
                  <c:v>43459</c:v>
                </c:pt>
                <c:pt idx="1520">
                  <c:v>43458</c:v>
                </c:pt>
                <c:pt idx="1521">
                  <c:v>43457</c:v>
                </c:pt>
                <c:pt idx="1522">
                  <c:v>43456</c:v>
                </c:pt>
                <c:pt idx="1523">
                  <c:v>43455</c:v>
                </c:pt>
                <c:pt idx="1524">
                  <c:v>43454</c:v>
                </c:pt>
                <c:pt idx="1525">
                  <c:v>43453</c:v>
                </c:pt>
                <c:pt idx="1526">
                  <c:v>43452</c:v>
                </c:pt>
                <c:pt idx="1527">
                  <c:v>43451</c:v>
                </c:pt>
                <c:pt idx="1528">
                  <c:v>43450</c:v>
                </c:pt>
                <c:pt idx="1529">
                  <c:v>43449</c:v>
                </c:pt>
                <c:pt idx="1530">
                  <c:v>43448</c:v>
                </c:pt>
                <c:pt idx="1531">
                  <c:v>43447</c:v>
                </c:pt>
                <c:pt idx="1532">
                  <c:v>43446</c:v>
                </c:pt>
                <c:pt idx="1533">
                  <c:v>43445</c:v>
                </c:pt>
                <c:pt idx="1534">
                  <c:v>43444</c:v>
                </c:pt>
                <c:pt idx="1535">
                  <c:v>43443</c:v>
                </c:pt>
                <c:pt idx="1536">
                  <c:v>43442</c:v>
                </c:pt>
                <c:pt idx="1537">
                  <c:v>43441</c:v>
                </c:pt>
                <c:pt idx="1538">
                  <c:v>43440</c:v>
                </c:pt>
                <c:pt idx="1539">
                  <c:v>43439</c:v>
                </c:pt>
                <c:pt idx="1540">
                  <c:v>43438</c:v>
                </c:pt>
                <c:pt idx="1541">
                  <c:v>43437</c:v>
                </c:pt>
                <c:pt idx="1542">
                  <c:v>43436</c:v>
                </c:pt>
                <c:pt idx="1543">
                  <c:v>43435</c:v>
                </c:pt>
                <c:pt idx="1544">
                  <c:v>43434</c:v>
                </c:pt>
                <c:pt idx="1545">
                  <c:v>43433</c:v>
                </c:pt>
                <c:pt idx="1546">
                  <c:v>43432</c:v>
                </c:pt>
                <c:pt idx="1547">
                  <c:v>43431</c:v>
                </c:pt>
                <c:pt idx="1548">
                  <c:v>43430</c:v>
                </c:pt>
                <c:pt idx="1549">
                  <c:v>43429</c:v>
                </c:pt>
                <c:pt idx="1550">
                  <c:v>43428</c:v>
                </c:pt>
                <c:pt idx="1551">
                  <c:v>43427</c:v>
                </c:pt>
                <c:pt idx="1552">
                  <c:v>43426</c:v>
                </c:pt>
                <c:pt idx="1553">
                  <c:v>43425</c:v>
                </c:pt>
                <c:pt idx="1554">
                  <c:v>43424</c:v>
                </c:pt>
                <c:pt idx="1555">
                  <c:v>43423</c:v>
                </c:pt>
                <c:pt idx="1556">
                  <c:v>43422</c:v>
                </c:pt>
                <c:pt idx="1557">
                  <c:v>43421</c:v>
                </c:pt>
                <c:pt idx="1558">
                  <c:v>43420</c:v>
                </c:pt>
                <c:pt idx="1559">
                  <c:v>43419</c:v>
                </c:pt>
                <c:pt idx="1560">
                  <c:v>43418</c:v>
                </c:pt>
                <c:pt idx="1561">
                  <c:v>43417</c:v>
                </c:pt>
                <c:pt idx="1562">
                  <c:v>43416</c:v>
                </c:pt>
                <c:pt idx="1563">
                  <c:v>43415</c:v>
                </c:pt>
                <c:pt idx="1564">
                  <c:v>43414</c:v>
                </c:pt>
                <c:pt idx="1565">
                  <c:v>43413</c:v>
                </c:pt>
                <c:pt idx="1566">
                  <c:v>43412</c:v>
                </c:pt>
                <c:pt idx="1567">
                  <c:v>43411</c:v>
                </c:pt>
                <c:pt idx="1568">
                  <c:v>43410</c:v>
                </c:pt>
                <c:pt idx="1569">
                  <c:v>43409</c:v>
                </c:pt>
                <c:pt idx="1570">
                  <c:v>43408</c:v>
                </c:pt>
                <c:pt idx="1571">
                  <c:v>43407</c:v>
                </c:pt>
                <c:pt idx="1572">
                  <c:v>43406</c:v>
                </c:pt>
                <c:pt idx="1573">
                  <c:v>43405</c:v>
                </c:pt>
                <c:pt idx="1574">
                  <c:v>43404</c:v>
                </c:pt>
                <c:pt idx="1575">
                  <c:v>43403</c:v>
                </c:pt>
                <c:pt idx="1576">
                  <c:v>43402</c:v>
                </c:pt>
                <c:pt idx="1577">
                  <c:v>43401</c:v>
                </c:pt>
                <c:pt idx="1578">
                  <c:v>43400</c:v>
                </c:pt>
                <c:pt idx="1579">
                  <c:v>43399</c:v>
                </c:pt>
                <c:pt idx="1580">
                  <c:v>43398</c:v>
                </c:pt>
                <c:pt idx="1581">
                  <c:v>43397</c:v>
                </c:pt>
                <c:pt idx="1582">
                  <c:v>43396</c:v>
                </c:pt>
                <c:pt idx="1583">
                  <c:v>43395</c:v>
                </c:pt>
                <c:pt idx="1584">
                  <c:v>43394</c:v>
                </c:pt>
                <c:pt idx="1585">
                  <c:v>43393</c:v>
                </c:pt>
                <c:pt idx="1586">
                  <c:v>43392</c:v>
                </c:pt>
                <c:pt idx="1587">
                  <c:v>43391</c:v>
                </c:pt>
                <c:pt idx="1588">
                  <c:v>43390</c:v>
                </c:pt>
                <c:pt idx="1589">
                  <c:v>43389</c:v>
                </c:pt>
                <c:pt idx="1590">
                  <c:v>43388</c:v>
                </c:pt>
                <c:pt idx="1591">
                  <c:v>43387</c:v>
                </c:pt>
                <c:pt idx="1592">
                  <c:v>43386</c:v>
                </c:pt>
                <c:pt idx="1593">
                  <c:v>43385</c:v>
                </c:pt>
                <c:pt idx="1594">
                  <c:v>43384</c:v>
                </c:pt>
                <c:pt idx="1595">
                  <c:v>43383</c:v>
                </c:pt>
                <c:pt idx="1596">
                  <c:v>43382</c:v>
                </c:pt>
                <c:pt idx="1597">
                  <c:v>43381</c:v>
                </c:pt>
                <c:pt idx="1598">
                  <c:v>43380</c:v>
                </c:pt>
                <c:pt idx="1599">
                  <c:v>43379</c:v>
                </c:pt>
                <c:pt idx="1600">
                  <c:v>43378</c:v>
                </c:pt>
                <c:pt idx="1601">
                  <c:v>43377</c:v>
                </c:pt>
                <c:pt idx="1602">
                  <c:v>43376</c:v>
                </c:pt>
                <c:pt idx="1603">
                  <c:v>43375</c:v>
                </c:pt>
                <c:pt idx="1604">
                  <c:v>43374</c:v>
                </c:pt>
                <c:pt idx="1605">
                  <c:v>43373</c:v>
                </c:pt>
                <c:pt idx="1606">
                  <c:v>43372</c:v>
                </c:pt>
                <c:pt idx="1607">
                  <c:v>43371</c:v>
                </c:pt>
                <c:pt idx="1608">
                  <c:v>43370</c:v>
                </c:pt>
                <c:pt idx="1609">
                  <c:v>43369</c:v>
                </c:pt>
                <c:pt idx="1610">
                  <c:v>43368</c:v>
                </c:pt>
                <c:pt idx="1611">
                  <c:v>43367</c:v>
                </c:pt>
                <c:pt idx="1612">
                  <c:v>43366</c:v>
                </c:pt>
                <c:pt idx="1613">
                  <c:v>43365</c:v>
                </c:pt>
                <c:pt idx="1614">
                  <c:v>43364</c:v>
                </c:pt>
                <c:pt idx="1615">
                  <c:v>43363</c:v>
                </c:pt>
                <c:pt idx="1616">
                  <c:v>43362</c:v>
                </c:pt>
                <c:pt idx="1617">
                  <c:v>43361</c:v>
                </c:pt>
                <c:pt idx="1618">
                  <c:v>43360</c:v>
                </c:pt>
                <c:pt idx="1619">
                  <c:v>43359</c:v>
                </c:pt>
                <c:pt idx="1620">
                  <c:v>43358</c:v>
                </c:pt>
                <c:pt idx="1621">
                  <c:v>43357</c:v>
                </c:pt>
                <c:pt idx="1622">
                  <c:v>43356</c:v>
                </c:pt>
                <c:pt idx="1623">
                  <c:v>43355</c:v>
                </c:pt>
                <c:pt idx="1624">
                  <c:v>43354</c:v>
                </c:pt>
                <c:pt idx="1625">
                  <c:v>43353</c:v>
                </c:pt>
                <c:pt idx="1626">
                  <c:v>43352</c:v>
                </c:pt>
                <c:pt idx="1627">
                  <c:v>43351</c:v>
                </c:pt>
                <c:pt idx="1628">
                  <c:v>43350</c:v>
                </c:pt>
                <c:pt idx="1629">
                  <c:v>43349</c:v>
                </c:pt>
                <c:pt idx="1630">
                  <c:v>43348</c:v>
                </c:pt>
                <c:pt idx="1631">
                  <c:v>43347</c:v>
                </c:pt>
                <c:pt idx="1632">
                  <c:v>43346</c:v>
                </c:pt>
                <c:pt idx="1633">
                  <c:v>43345</c:v>
                </c:pt>
                <c:pt idx="1634">
                  <c:v>43344</c:v>
                </c:pt>
                <c:pt idx="1635">
                  <c:v>43343</c:v>
                </c:pt>
                <c:pt idx="1636">
                  <c:v>43342</c:v>
                </c:pt>
                <c:pt idx="1637">
                  <c:v>43341</c:v>
                </c:pt>
                <c:pt idx="1638">
                  <c:v>43340</c:v>
                </c:pt>
                <c:pt idx="1639">
                  <c:v>43339</c:v>
                </c:pt>
                <c:pt idx="1640">
                  <c:v>43338</c:v>
                </c:pt>
                <c:pt idx="1641">
                  <c:v>43337</c:v>
                </c:pt>
                <c:pt idx="1642">
                  <c:v>43336</c:v>
                </c:pt>
                <c:pt idx="1643">
                  <c:v>43335</c:v>
                </c:pt>
                <c:pt idx="1644">
                  <c:v>43334</c:v>
                </c:pt>
                <c:pt idx="1645">
                  <c:v>43333</c:v>
                </c:pt>
                <c:pt idx="1646">
                  <c:v>43332</c:v>
                </c:pt>
                <c:pt idx="1647">
                  <c:v>43331</c:v>
                </c:pt>
                <c:pt idx="1648">
                  <c:v>43330</c:v>
                </c:pt>
                <c:pt idx="1649">
                  <c:v>43329</c:v>
                </c:pt>
                <c:pt idx="1650">
                  <c:v>43328</c:v>
                </c:pt>
                <c:pt idx="1651">
                  <c:v>43327</c:v>
                </c:pt>
                <c:pt idx="1652">
                  <c:v>43326</c:v>
                </c:pt>
                <c:pt idx="1653">
                  <c:v>43325</c:v>
                </c:pt>
                <c:pt idx="1654">
                  <c:v>43324</c:v>
                </c:pt>
                <c:pt idx="1655">
                  <c:v>43323</c:v>
                </c:pt>
                <c:pt idx="1656">
                  <c:v>43322</c:v>
                </c:pt>
                <c:pt idx="1657">
                  <c:v>43321</c:v>
                </c:pt>
                <c:pt idx="1658">
                  <c:v>43320</c:v>
                </c:pt>
                <c:pt idx="1659">
                  <c:v>43319</c:v>
                </c:pt>
                <c:pt idx="1660">
                  <c:v>43318</c:v>
                </c:pt>
                <c:pt idx="1661">
                  <c:v>43317</c:v>
                </c:pt>
                <c:pt idx="1662">
                  <c:v>43316</c:v>
                </c:pt>
                <c:pt idx="1663">
                  <c:v>43315</c:v>
                </c:pt>
                <c:pt idx="1664">
                  <c:v>43314</c:v>
                </c:pt>
                <c:pt idx="1665">
                  <c:v>43313</c:v>
                </c:pt>
                <c:pt idx="1666">
                  <c:v>43312</c:v>
                </c:pt>
                <c:pt idx="1667">
                  <c:v>43311</c:v>
                </c:pt>
                <c:pt idx="1668">
                  <c:v>43310</c:v>
                </c:pt>
                <c:pt idx="1669">
                  <c:v>43309</c:v>
                </c:pt>
                <c:pt idx="1670">
                  <c:v>43308</c:v>
                </c:pt>
                <c:pt idx="1671">
                  <c:v>43307</c:v>
                </c:pt>
                <c:pt idx="1672">
                  <c:v>43306</c:v>
                </c:pt>
                <c:pt idx="1673">
                  <c:v>43305</c:v>
                </c:pt>
                <c:pt idx="1674">
                  <c:v>43304</c:v>
                </c:pt>
                <c:pt idx="1675">
                  <c:v>43303</c:v>
                </c:pt>
                <c:pt idx="1676">
                  <c:v>43302</c:v>
                </c:pt>
                <c:pt idx="1677">
                  <c:v>43301</c:v>
                </c:pt>
                <c:pt idx="1678">
                  <c:v>43300</c:v>
                </c:pt>
                <c:pt idx="1679">
                  <c:v>43299</c:v>
                </c:pt>
                <c:pt idx="1680">
                  <c:v>43298</c:v>
                </c:pt>
                <c:pt idx="1681">
                  <c:v>43297</c:v>
                </c:pt>
                <c:pt idx="1682">
                  <c:v>43296</c:v>
                </c:pt>
                <c:pt idx="1683">
                  <c:v>43295</c:v>
                </c:pt>
                <c:pt idx="1684">
                  <c:v>43294</c:v>
                </c:pt>
                <c:pt idx="1685">
                  <c:v>43293</c:v>
                </c:pt>
                <c:pt idx="1686">
                  <c:v>43292</c:v>
                </c:pt>
                <c:pt idx="1687">
                  <c:v>43291</c:v>
                </c:pt>
                <c:pt idx="1688">
                  <c:v>43290</c:v>
                </c:pt>
                <c:pt idx="1689">
                  <c:v>43289</c:v>
                </c:pt>
                <c:pt idx="1690">
                  <c:v>43288</c:v>
                </c:pt>
                <c:pt idx="1691">
                  <c:v>43287</c:v>
                </c:pt>
                <c:pt idx="1692">
                  <c:v>43286</c:v>
                </c:pt>
                <c:pt idx="1693">
                  <c:v>43285</c:v>
                </c:pt>
                <c:pt idx="1694">
                  <c:v>43284</c:v>
                </c:pt>
                <c:pt idx="1695">
                  <c:v>43283</c:v>
                </c:pt>
                <c:pt idx="1696">
                  <c:v>43282</c:v>
                </c:pt>
                <c:pt idx="1697">
                  <c:v>43281</c:v>
                </c:pt>
                <c:pt idx="1698">
                  <c:v>43280</c:v>
                </c:pt>
                <c:pt idx="1699">
                  <c:v>43279</c:v>
                </c:pt>
                <c:pt idx="1700">
                  <c:v>43278</c:v>
                </c:pt>
                <c:pt idx="1701">
                  <c:v>43277</c:v>
                </c:pt>
                <c:pt idx="1702">
                  <c:v>43276</c:v>
                </c:pt>
                <c:pt idx="1703">
                  <c:v>43275</c:v>
                </c:pt>
                <c:pt idx="1704">
                  <c:v>43274</c:v>
                </c:pt>
                <c:pt idx="1705">
                  <c:v>43273</c:v>
                </c:pt>
                <c:pt idx="1706">
                  <c:v>43272</c:v>
                </c:pt>
                <c:pt idx="1707">
                  <c:v>43271</c:v>
                </c:pt>
                <c:pt idx="1708">
                  <c:v>43270</c:v>
                </c:pt>
                <c:pt idx="1709">
                  <c:v>43269</c:v>
                </c:pt>
                <c:pt idx="1710">
                  <c:v>43268</c:v>
                </c:pt>
                <c:pt idx="1711">
                  <c:v>43267</c:v>
                </c:pt>
                <c:pt idx="1712">
                  <c:v>43266</c:v>
                </c:pt>
                <c:pt idx="1713">
                  <c:v>43265</c:v>
                </c:pt>
                <c:pt idx="1714">
                  <c:v>43264</c:v>
                </c:pt>
                <c:pt idx="1715">
                  <c:v>43263</c:v>
                </c:pt>
                <c:pt idx="1716">
                  <c:v>43262</c:v>
                </c:pt>
                <c:pt idx="1717">
                  <c:v>43261</c:v>
                </c:pt>
                <c:pt idx="1718">
                  <c:v>43260</c:v>
                </c:pt>
                <c:pt idx="1719">
                  <c:v>43259</c:v>
                </c:pt>
                <c:pt idx="1720">
                  <c:v>43258</c:v>
                </c:pt>
                <c:pt idx="1721">
                  <c:v>43257</c:v>
                </c:pt>
                <c:pt idx="1722">
                  <c:v>43256</c:v>
                </c:pt>
                <c:pt idx="1723">
                  <c:v>43255</c:v>
                </c:pt>
                <c:pt idx="1724">
                  <c:v>43254</c:v>
                </c:pt>
                <c:pt idx="1725">
                  <c:v>43253</c:v>
                </c:pt>
                <c:pt idx="1726">
                  <c:v>43252</c:v>
                </c:pt>
                <c:pt idx="1727">
                  <c:v>43251</c:v>
                </c:pt>
                <c:pt idx="1728">
                  <c:v>43250</c:v>
                </c:pt>
                <c:pt idx="1729">
                  <c:v>43249</c:v>
                </c:pt>
                <c:pt idx="1730">
                  <c:v>43248</c:v>
                </c:pt>
                <c:pt idx="1731">
                  <c:v>43247</c:v>
                </c:pt>
                <c:pt idx="1732">
                  <c:v>43246</c:v>
                </c:pt>
                <c:pt idx="1733">
                  <c:v>43245</c:v>
                </c:pt>
                <c:pt idx="1734">
                  <c:v>43244</c:v>
                </c:pt>
                <c:pt idx="1735">
                  <c:v>43243</c:v>
                </c:pt>
                <c:pt idx="1736">
                  <c:v>43242</c:v>
                </c:pt>
                <c:pt idx="1737">
                  <c:v>43241</c:v>
                </c:pt>
                <c:pt idx="1738">
                  <c:v>43240</c:v>
                </c:pt>
                <c:pt idx="1739">
                  <c:v>43239</c:v>
                </c:pt>
                <c:pt idx="1740">
                  <c:v>43238</c:v>
                </c:pt>
                <c:pt idx="1741">
                  <c:v>43237</c:v>
                </c:pt>
                <c:pt idx="1742">
                  <c:v>43236</c:v>
                </c:pt>
                <c:pt idx="1743">
                  <c:v>43235</c:v>
                </c:pt>
                <c:pt idx="1744">
                  <c:v>43234</c:v>
                </c:pt>
                <c:pt idx="1745">
                  <c:v>43233</c:v>
                </c:pt>
                <c:pt idx="1746">
                  <c:v>43232</c:v>
                </c:pt>
                <c:pt idx="1747">
                  <c:v>43231</c:v>
                </c:pt>
                <c:pt idx="1748">
                  <c:v>43230</c:v>
                </c:pt>
                <c:pt idx="1749">
                  <c:v>43229</c:v>
                </c:pt>
                <c:pt idx="1750">
                  <c:v>43228</c:v>
                </c:pt>
                <c:pt idx="1751">
                  <c:v>43227</c:v>
                </c:pt>
                <c:pt idx="1752">
                  <c:v>43226</c:v>
                </c:pt>
                <c:pt idx="1753">
                  <c:v>43225</c:v>
                </c:pt>
                <c:pt idx="1754">
                  <c:v>43224</c:v>
                </c:pt>
                <c:pt idx="1755">
                  <c:v>43223</c:v>
                </c:pt>
                <c:pt idx="1756">
                  <c:v>43222</c:v>
                </c:pt>
                <c:pt idx="1757">
                  <c:v>43221</c:v>
                </c:pt>
                <c:pt idx="1758">
                  <c:v>43220</c:v>
                </c:pt>
                <c:pt idx="1759">
                  <c:v>43219</c:v>
                </c:pt>
                <c:pt idx="1760">
                  <c:v>43218</c:v>
                </c:pt>
                <c:pt idx="1761">
                  <c:v>43217</c:v>
                </c:pt>
                <c:pt idx="1762">
                  <c:v>43216</c:v>
                </c:pt>
                <c:pt idx="1763">
                  <c:v>43215</c:v>
                </c:pt>
                <c:pt idx="1764">
                  <c:v>43214</c:v>
                </c:pt>
                <c:pt idx="1765">
                  <c:v>43213</c:v>
                </c:pt>
                <c:pt idx="1766">
                  <c:v>43212</c:v>
                </c:pt>
                <c:pt idx="1767">
                  <c:v>43211</c:v>
                </c:pt>
                <c:pt idx="1768">
                  <c:v>43210</c:v>
                </c:pt>
                <c:pt idx="1769">
                  <c:v>43209</c:v>
                </c:pt>
                <c:pt idx="1770">
                  <c:v>43208</c:v>
                </c:pt>
                <c:pt idx="1771">
                  <c:v>43207</c:v>
                </c:pt>
                <c:pt idx="1772">
                  <c:v>43206</c:v>
                </c:pt>
                <c:pt idx="1773">
                  <c:v>43205</c:v>
                </c:pt>
                <c:pt idx="1774">
                  <c:v>43204</c:v>
                </c:pt>
                <c:pt idx="1775">
                  <c:v>43203</c:v>
                </c:pt>
                <c:pt idx="1776">
                  <c:v>43202</c:v>
                </c:pt>
                <c:pt idx="1777">
                  <c:v>43201</c:v>
                </c:pt>
                <c:pt idx="1778">
                  <c:v>43200</c:v>
                </c:pt>
                <c:pt idx="1779">
                  <c:v>43199</c:v>
                </c:pt>
                <c:pt idx="1780">
                  <c:v>43198</c:v>
                </c:pt>
                <c:pt idx="1781">
                  <c:v>43197</c:v>
                </c:pt>
                <c:pt idx="1782">
                  <c:v>43196</c:v>
                </c:pt>
                <c:pt idx="1783">
                  <c:v>43195</c:v>
                </c:pt>
                <c:pt idx="1784">
                  <c:v>43194</c:v>
                </c:pt>
                <c:pt idx="1785">
                  <c:v>43193</c:v>
                </c:pt>
                <c:pt idx="1786">
                  <c:v>43192</c:v>
                </c:pt>
                <c:pt idx="1787">
                  <c:v>43191</c:v>
                </c:pt>
                <c:pt idx="1788">
                  <c:v>43190</c:v>
                </c:pt>
                <c:pt idx="1789">
                  <c:v>43189</c:v>
                </c:pt>
                <c:pt idx="1790">
                  <c:v>43188</c:v>
                </c:pt>
                <c:pt idx="1791">
                  <c:v>43187</c:v>
                </c:pt>
                <c:pt idx="1792">
                  <c:v>43186</c:v>
                </c:pt>
                <c:pt idx="1793">
                  <c:v>43185</c:v>
                </c:pt>
                <c:pt idx="1794">
                  <c:v>43184</c:v>
                </c:pt>
                <c:pt idx="1795">
                  <c:v>43183</c:v>
                </c:pt>
                <c:pt idx="1796">
                  <c:v>43182</c:v>
                </c:pt>
                <c:pt idx="1797">
                  <c:v>43181</c:v>
                </c:pt>
                <c:pt idx="1798">
                  <c:v>43180</c:v>
                </c:pt>
                <c:pt idx="1799">
                  <c:v>43179</c:v>
                </c:pt>
                <c:pt idx="1800">
                  <c:v>43178</c:v>
                </c:pt>
                <c:pt idx="1801">
                  <c:v>43177</c:v>
                </c:pt>
                <c:pt idx="1802">
                  <c:v>43176</c:v>
                </c:pt>
                <c:pt idx="1803">
                  <c:v>43175</c:v>
                </c:pt>
                <c:pt idx="1804">
                  <c:v>43174</c:v>
                </c:pt>
                <c:pt idx="1805">
                  <c:v>43173</c:v>
                </c:pt>
                <c:pt idx="1806">
                  <c:v>43172</c:v>
                </c:pt>
                <c:pt idx="1807">
                  <c:v>43171</c:v>
                </c:pt>
                <c:pt idx="1808">
                  <c:v>43170</c:v>
                </c:pt>
                <c:pt idx="1809">
                  <c:v>43169</c:v>
                </c:pt>
                <c:pt idx="1810">
                  <c:v>43168</c:v>
                </c:pt>
                <c:pt idx="1811">
                  <c:v>43167</c:v>
                </c:pt>
                <c:pt idx="1812">
                  <c:v>43166</c:v>
                </c:pt>
                <c:pt idx="1813">
                  <c:v>43165</c:v>
                </c:pt>
                <c:pt idx="1814">
                  <c:v>43164</c:v>
                </c:pt>
                <c:pt idx="1815">
                  <c:v>43163</c:v>
                </c:pt>
                <c:pt idx="1816">
                  <c:v>43162</c:v>
                </c:pt>
                <c:pt idx="1817">
                  <c:v>43161</c:v>
                </c:pt>
                <c:pt idx="1818">
                  <c:v>43160</c:v>
                </c:pt>
                <c:pt idx="1819">
                  <c:v>43159</c:v>
                </c:pt>
                <c:pt idx="1820">
                  <c:v>43158</c:v>
                </c:pt>
                <c:pt idx="1821">
                  <c:v>43157</c:v>
                </c:pt>
                <c:pt idx="1822">
                  <c:v>43156</c:v>
                </c:pt>
                <c:pt idx="1823">
                  <c:v>43155</c:v>
                </c:pt>
                <c:pt idx="1824">
                  <c:v>43154</c:v>
                </c:pt>
                <c:pt idx="1825">
                  <c:v>43153</c:v>
                </c:pt>
                <c:pt idx="1826">
                  <c:v>43152</c:v>
                </c:pt>
                <c:pt idx="1827">
                  <c:v>43151</c:v>
                </c:pt>
                <c:pt idx="1828">
                  <c:v>43150</c:v>
                </c:pt>
                <c:pt idx="1829">
                  <c:v>43149</c:v>
                </c:pt>
                <c:pt idx="1830">
                  <c:v>43148</c:v>
                </c:pt>
                <c:pt idx="1831">
                  <c:v>43147</c:v>
                </c:pt>
                <c:pt idx="1832">
                  <c:v>43146</c:v>
                </c:pt>
                <c:pt idx="1833">
                  <c:v>43145</c:v>
                </c:pt>
                <c:pt idx="1834">
                  <c:v>43144</c:v>
                </c:pt>
                <c:pt idx="1835">
                  <c:v>43143</c:v>
                </c:pt>
                <c:pt idx="1836">
                  <c:v>43142</c:v>
                </c:pt>
                <c:pt idx="1837">
                  <c:v>43141</c:v>
                </c:pt>
                <c:pt idx="1838">
                  <c:v>43140</c:v>
                </c:pt>
                <c:pt idx="1839">
                  <c:v>43139</c:v>
                </c:pt>
                <c:pt idx="1840">
                  <c:v>43138</c:v>
                </c:pt>
                <c:pt idx="1841">
                  <c:v>43137</c:v>
                </c:pt>
                <c:pt idx="1842">
                  <c:v>43136</c:v>
                </c:pt>
                <c:pt idx="1843">
                  <c:v>43135</c:v>
                </c:pt>
                <c:pt idx="1844">
                  <c:v>43134</c:v>
                </c:pt>
                <c:pt idx="1845">
                  <c:v>43133</c:v>
                </c:pt>
                <c:pt idx="1846">
                  <c:v>43132</c:v>
                </c:pt>
                <c:pt idx="1847">
                  <c:v>43131</c:v>
                </c:pt>
                <c:pt idx="1848">
                  <c:v>43130</c:v>
                </c:pt>
                <c:pt idx="1849">
                  <c:v>43129</c:v>
                </c:pt>
                <c:pt idx="1850">
                  <c:v>43128</c:v>
                </c:pt>
                <c:pt idx="1851">
                  <c:v>43127</c:v>
                </c:pt>
                <c:pt idx="1852">
                  <c:v>43126</c:v>
                </c:pt>
                <c:pt idx="1853">
                  <c:v>43125</c:v>
                </c:pt>
                <c:pt idx="1854">
                  <c:v>43124</c:v>
                </c:pt>
                <c:pt idx="1855">
                  <c:v>43123</c:v>
                </c:pt>
                <c:pt idx="1856">
                  <c:v>43122</c:v>
                </c:pt>
                <c:pt idx="1857">
                  <c:v>43121</c:v>
                </c:pt>
                <c:pt idx="1858">
                  <c:v>43120</c:v>
                </c:pt>
                <c:pt idx="1859">
                  <c:v>43119</c:v>
                </c:pt>
                <c:pt idx="1860">
                  <c:v>43118</c:v>
                </c:pt>
                <c:pt idx="1861">
                  <c:v>43117</c:v>
                </c:pt>
                <c:pt idx="1862">
                  <c:v>43116</c:v>
                </c:pt>
                <c:pt idx="1863">
                  <c:v>43115</c:v>
                </c:pt>
                <c:pt idx="1864">
                  <c:v>43114</c:v>
                </c:pt>
                <c:pt idx="1865">
                  <c:v>43113</c:v>
                </c:pt>
                <c:pt idx="1866">
                  <c:v>43112</c:v>
                </c:pt>
                <c:pt idx="1867">
                  <c:v>43111</c:v>
                </c:pt>
                <c:pt idx="1868">
                  <c:v>43110</c:v>
                </c:pt>
                <c:pt idx="1869">
                  <c:v>43109</c:v>
                </c:pt>
                <c:pt idx="1870">
                  <c:v>43108</c:v>
                </c:pt>
                <c:pt idx="1871">
                  <c:v>43107</c:v>
                </c:pt>
                <c:pt idx="1872">
                  <c:v>43106</c:v>
                </c:pt>
                <c:pt idx="1873">
                  <c:v>43105</c:v>
                </c:pt>
                <c:pt idx="1874">
                  <c:v>43104</c:v>
                </c:pt>
                <c:pt idx="1875">
                  <c:v>43103</c:v>
                </c:pt>
                <c:pt idx="1876">
                  <c:v>43102</c:v>
                </c:pt>
                <c:pt idx="1877">
                  <c:v>43101</c:v>
                </c:pt>
              </c:numCache>
            </c:numRef>
          </c:cat>
          <c:val>
            <c:numRef>
              <c:f>'磷酸铁价格、库存'!$L$2:$L$1878</c:f>
              <c:numCache>
                <c:formatCode>General</c:formatCode>
                <c:ptCount val="1877"/>
                <c:pt idx="0">
                  <c:v>15500</c:v>
                </c:pt>
                <c:pt idx="1">
                  <c:v>15500</c:v>
                </c:pt>
                <c:pt idx="2">
                  <c:v>15750</c:v>
                </c:pt>
                <c:pt idx="3">
                  <c:v>15750</c:v>
                </c:pt>
                <c:pt idx="4">
                  <c:v>15750</c:v>
                </c:pt>
                <c:pt idx="5">
                  <c:v>15750</c:v>
                </c:pt>
                <c:pt idx="6">
                  <c:v>16250</c:v>
                </c:pt>
                <c:pt idx="7">
                  <c:v>17000</c:v>
                </c:pt>
                <c:pt idx="8">
                  <c:v>17000</c:v>
                </c:pt>
                <c:pt idx="9">
                  <c:v>17750</c:v>
                </c:pt>
                <c:pt idx="10">
                  <c:v>17750</c:v>
                </c:pt>
                <c:pt idx="11">
                  <c:v>17750</c:v>
                </c:pt>
                <c:pt idx="12">
                  <c:v>17750</c:v>
                </c:pt>
                <c:pt idx="13">
                  <c:v>17750</c:v>
                </c:pt>
                <c:pt idx="14">
                  <c:v>17750</c:v>
                </c:pt>
                <c:pt idx="15">
                  <c:v>18250</c:v>
                </c:pt>
                <c:pt idx="16">
                  <c:v>18750</c:v>
                </c:pt>
                <c:pt idx="17">
                  <c:v>18750</c:v>
                </c:pt>
                <c:pt idx="18">
                  <c:v>18750</c:v>
                </c:pt>
                <c:pt idx="19">
                  <c:v>18750</c:v>
                </c:pt>
                <c:pt idx="20">
                  <c:v>18750</c:v>
                </c:pt>
                <c:pt idx="21">
                  <c:v>19500</c:v>
                </c:pt>
                <c:pt idx="22">
                  <c:v>20500</c:v>
                </c:pt>
                <c:pt idx="23">
                  <c:v>20500</c:v>
                </c:pt>
                <c:pt idx="24">
                  <c:v>20500</c:v>
                </c:pt>
                <c:pt idx="25">
                  <c:v>20500</c:v>
                </c:pt>
                <c:pt idx="26">
                  <c:v>20500</c:v>
                </c:pt>
                <c:pt idx="27">
                  <c:v>20500</c:v>
                </c:pt>
                <c:pt idx="28">
                  <c:v>20500</c:v>
                </c:pt>
                <c:pt idx="29">
                  <c:v>20500</c:v>
                </c:pt>
                <c:pt idx="30">
                  <c:v>20500</c:v>
                </c:pt>
                <c:pt idx="31">
                  <c:v>20500</c:v>
                </c:pt>
                <c:pt idx="32">
                  <c:v>20500</c:v>
                </c:pt>
                <c:pt idx="33">
                  <c:v>20500</c:v>
                </c:pt>
                <c:pt idx="34">
                  <c:v>20500</c:v>
                </c:pt>
                <c:pt idx="35">
                  <c:v>20500</c:v>
                </c:pt>
                <c:pt idx="36">
                  <c:v>20500</c:v>
                </c:pt>
                <c:pt idx="37">
                  <c:v>20500</c:v>
                </c:pt>
                <c:pt idx="38">
                  <c:v>20500</c:v>
                </c:pt>
                <c:pt idx="39">
                  <c:v>20500</c:v>
                </c:pt>
                <c:pt idx="40">
                  <c:v>20500</c:v>
                </c:pt>
                <c:pt idx="41">
                  <c:v>20500</c:v>
                </c:pt>
                <c:pt idx="42">
                  <c:v>20500</c:v>
                </c:pt>
                <c:pt idx="43">
                  <c:v>21000</c:v>
                </c:pt>
                <c:pt idx="44">
                  <c:v>22000</c:v>
                </c:pt>
                <c:pt idx="45">
                  <c:v>22000</c:v>
                </c:pt>
                <c:pt idx="46">
                  <c:v>22000</c:v>
                </c:pt>
                <c:pt idx="47">
                  <c:v>22000</c:v>
                </c:pt>
                <c:pt idx="48">
                  <c:v>22000</c:v>
                </c:pt>
                <c:pt idx="49">
                  <c:v>22000</c:v>
                </c:pt>
                <c:pt idx="50">
                  <c:v>22000</c:v>
                </c:pt>
                <c:pt idx="51">
                  <c:v>22000</c:v>
                </c:pt>
                <c:pt idx="52">
                  <c:v>22000</c:v>
                </c:pt>
                <c:pt idx="53">
                  <c:v>22000</c:v>
                </c:pt>
                <c:pt idx="54">
                  <c:v>22000</c:v>
                </c:pt>
                <c:pt idx="55">
                  <c:v>22000</c:v>
                </c:pt>
                <c:pt idx="56">
                  <c:v>22000</c:v>
                </c:pt>
                <c:pt idx="57">
                  <c:v>22000</c:v>
                </c:pt>
                <c:pt idx="58">
                  <c:v>22700</c:v>
                </c:pt>
                <c:pt idx="59">
                  <c:v>22700</c:v>
                </c:pt>
                <c:pt idx="60">
                  <c:v>22700</c:v>
                </c:pt>
                <c:pt idx="61">
                  <c:v>22700</c:v>
                </c:pt>
                <c:pt idx="62">
                  <c:v>22700</c:v>
                </c:pt>
                <c:pt idx="63">
                  <c:v>22700</c:v>
                </c:pt>
                <c:pt idx="64">
                  <c:v>22700</c:v>
                </c:pt>
                <c:pt idx="65">
                  <c:v>22700</c:v>
                </c:pt>
                <c:pt idx="66">
                  <c:v>22700</c:v>
                </c:pt>
                <c:pt idx="67">
                  <c:v>22700</c:v>
                </c:pt>
                <c:pt idx="68">
                  <c:v>22700</c:v>
                </c:pt>
                <c:pt idx="69">
                  <c:v>22700</c:v>
                </c:pt>
                <c:pt idx="70">
                  <c:v>22700</c:v>
                </c:pt>
                <c:pt idx="71">
                  <c:v>22700</c:v>
                </c:pt>
                <c:pt idx="72">
                  <c:v>22700</c:v>
                </c:pt>
                <c:pt idx="73">
                  <c:v>22700</c:v>
                </c:pt>
                <c:pt idx="74">
                  <c:v>22700</c:v>
                </c:pt>
                <c:pt idx="75">
                  <c:v>22700</c:v>
                </c:pt>
                <c:pt idx="76">
                  <c:v>22700</c:v>
                </c:pt>
                <c:pt idx="77">
                  <c:v>22700</c:v>
                </c:pt>
                <c:pt idx="78">
                  <c:v>22700</c:v>
                </c:pt>
                <c:pt idx="79">
                  <c:v>22700</c:v>
                </c:pt>
                <c:pt idx="80">
                  <c:v>22700</c:v>
                </c:pt>
                <c:pt idx="81">
                  <c:v>22700</c:v>
                </c:pt>
                <c:pt idx="82">
                  <c:v>22700</c:v>
                </c:pt>
                <c:pt idx="83">
                  <c:v>22700</c:v>
                </c:pt>
                <c:pt idx="84">
                  <c:v>22700</c:v>
                </c:pt>
                <c:pt idx="85">
                  <c:v>22700</c:v>
                </c:pt>
                <c:pt idx="86">
                  <c:v>22700</c:v>
                </c:pt>
                <c:pt idx="87">
                  <c:v>22700</c:v>
                </c:pt>
                <c:pt idx="88">
                  <c:v>22700</c:v>
                </c:pt>
                <c:pt idx="89">
                  <c:v>22700</c:v>
                </c:pt>
                <c:pt idx="90">
                  <c:v>22700</c:v>
                </c:pt>
                <c:pt idx="91">
                  <c:v>22700</c:v>
                </c:pt>
                <c:pt idx="92">
                  <c:v>22700</c:v>
                </c:pt>
                <c:pt idx="93">
                  <c:v>22700</c:v>
                </c:pt>
                <c:pt idx="94">
                  <c:v>22700</c:v>
                </c:pt>
                <c:pt idx="95">
                  <c:v>22700</c:v>
                </c:pt>
                <c:pt idx="96">
                  <c:v>23000</c:v>
                </c:pt>
                <c:pt idx="97">
                  <c:v>23000</c:v>
                </c:pt>
                <c:pt idx="98">
                  <c:v>23000</c:v>
                </c:pt>
                <c:pt idx="99">
                  <c:v>23000</c:v>
                </c:pt>
                <c:pt idx="100">
                  <c:v>23000</c:v>
                </c:pt>
                <c:pt idx="101">
                  <c:v>23000</c:v>
                </c:pt>
                <c:pt idx="102">
                  <c:v>23000</c:v>
                </c:pt>
                <c:pt idx="103">
                  <c:v>23000</c:v>
                </c:pt>
                <c:pt idx="104">
                  <c:v>23000</c:v>
                </c:pt>
                <c:pt idx="105">
                  <c:v>23000</c:v>
                </c:pt>
                <c:pt idx="106">
                  <c:v>23000</c:v>
                </c:pt>
                <c:pt idx="107">
                  <c:v>23000</c:v>
                </c:pt>
                <c:pt idx="108">
                  <c:v>23000</c:v>
                </c:pt>
                <c:pt idx="109">
                  <c:v>23000</c:v>
                </c:pt>
                <c:pt idx="110">
                  <c:v>23000</c:v>
                </c:pt>
                <c:pt idx="111">
                  <c:v>23000</c:v>
                </c:pt>
                <c:pt idx="112">
                  <c:v>23000</c:v>
                </c:pt>
                <c:pt idx="113">
                  <c:v>23000</c:v>
                </c:pt>
                <c:pt idx="114">
                  <c:v>23000</c:v>
                </c:pt>
                <c:pt idx="115">
                  <c:v>23000</c:v>
                </c:pt>
                <c:pt idx="116">
                  <c:v>23000</c:v>
                </c:pt>
                <c:pt idx="117">
                  <c:v>23000</c:v>
                </c:pt>
                <c:pt idx="118">
                  <c:v>23000</c:v>
                </c:pt>
                <c:pt idx="119">
                  <c:v>23000</c:v>
                </c:pt>
                <c:pt idx="120">
                  <c:v>23000</c:v>
                </c:pt>
                <c:pt idx="121">
                  <c:v>23000</c:v>
                </c:pt>
                <c:pt idx="122">
                  <c:v>23000</c:v>
                </c:pt>
                <c:pt idx="123">
                  <c:v>23000</c:v>
                </c:pt>
                <c:pt idx="124">
                  <c:v>23000</c:v>
                </c:pt>
                <c:pt idx="125">
                  <c:v>23000</c:v>
                </c:pt>
                <c:pt idx="126">
                  <c:v>24000</c:v>
                </c:pt>
                <c:pt idx="127">
                  <c:v>24000</c:v>
                </c:pt>
                <c:pt idx="128">
                  <c:v>24000</c:v>
                </c:pt>
                <c:pt idx="129">
                  <c:v>24000</c:v>
                </c:pt>
                <c:pt idx="130">
                  <c:v>24000</c:v>
                </c:pt>
                <c:pt idx="131">
                  <c:v>24000</c:v>
                </c:pt>
                <c:pt idx="132">
                  <c:v>24000</c:v>
                </c:pt>
                <c:pt idx="133">
                  <c:v>24000</c:v>
                </c:pt>
                <c:pt idx="134">
                  <c:v>24000</c:v>
                </c:pt>
                <c:pt idx="135">
                  <c:v>24000</c:v>
                </c:pt>
                <c:pt idx="136">
                  <c:v>24000</c:v>
                </c:pt>
                <c:pt idx="137">
                  <c:v>24000</c:v>
                </c:pt>
                <c:pt idx="138">
                  <c:v>24000</c:v>
                </c:pt>
                <c:pt idx="139">
                  <c:v>24000</c:v>
                </c:pt>
                <c:pt idx="140">
                  <c:v>24000</c:v>
                </c:pt>
                <c:pt idx="141">
                  <c:v>24000</c:v>
                </c:pt>
                <c:pt idx="142">
                  <c:v>24000</c:v>
                </c:pt>
                <c:pt idx="143">
                  <c:v>24000</c:v>
                </c:pt>
                <c:pt idx="144">
                  <c:v>24000</c:v>
                </c:pt>
                <c:pt idx="145">
                  <c:v>24000</c:v>
                </c:pt>
                <c:pt idx="146">
                  <c:v>24000</c:v>
                </c:pt>
                <c:pt idx="147">
                  <c:v>24000</c:v>
                </c:pt>
                <c:pt idx="148">
                  <c:v>24000</c:v>
                </c:pt>
                <c:pt idx="149">
                  <c:v>24000</c:v>
                </c:pt>
                <c:pt idx="150">
                  <c:v>24000</c:v>
                </c:pt>
                <c:pt idx="151">
                  <c:v>24000</c:v>
                </c:pt>
                <c:pt idx="152">
                  <c:v>24000</c:v>
                </c:pt>
                <c:pt idx="153">
                  <c:v>24000</c:v>
                </c:pt>
                <c:pt idx="154">
                  <c:v>24000</c:v>
                </c:pt>
                <c:pt idx="155">
                  <c:v>24000</c:v>
                </c:pt>
                <c:pt idx="156">
                  <c:v>24000</c:v>
                </c:pt>
                <c:pt idx="157">
                  <c:v>24000</c:v>
                </c:pt>
                <c:pt idx="158">
                  <c:v>24000</c:v>
                </c:pt>
                <c:pt idx="159">
                  <c:v>24000</c:v>
                </c:pt>
                <c:pt idx="160">
                  <c:v>24000</c:v>
                </c:pt>
                <c:pt idx="161">
                  <c:v>24000</c:v>
                </c:pt>
                <c:pt idx="162">
                  <c:v>24000</c:v>
                </c:pt>
                <c:pt idx="163">
                  <c:v>24000</c:v>
                </c:pt>
                <c:pt idx="164">
                  <c:v>24000</c:v>
                </c:pt>
                <c:pt idx="165">
                  <c:v>24000</c:v>
                </c:pt>
                <c:pt idx="166">
                  <c:v>24000</c:v>
                </c:pt>
                <c:pt idx="167">
                  <c:v>24000</c:v>
                </c:pt>
                <c:pt idx="168">
                  <c:v>24000</c:v>
                </c:pt>
                <c:pt idx="169">
                  <c:v>24000</c:v>
                </c:pt>
                <c:pt idx="170">
                  <c:v>24000</c:v>
                </c:pt>
                <c:pt idx="171">
                  <c:v>24000</c:v>
                </c:pt>
                <c:pt idx="172">
                  <c:v>24000</c:v>
                </c:pt>
                <c:pt idx="173">
                  <c:v>24000</c:v>
                </c:pt>
                <c:pt idx="174">
                  <c:v>24000</c:v>
                </c:pt>
                <c:pt idx="175">
                  <c:v>24000</c:v>
                </c:pt>
                <c:pt idx="176">
                  <c:v>24000</c:v>
                </c:pt>
                <c:pt idx="177">
                  <c:v>24000</c:v>
                </c:pt>
                <c:pt idx="178">
                  <c:v>24000</c:v>
                </c:pt>
                <c:pt idx="179">
                  <c:v>24000</c:v>
                </c:pt>
                <c:pt idx="180">
                  <c:v>24000</c:v>
                </c:pt>
                <c:pt idx="181">
                  <c:v>24000</c:v>
                </c:pt>
                <c:pt idx="182">
                  <c:v>24000</c:v>
                </c:pt>
                <c:pt idx="183">
                  <c:v>24000</c:v>
                </c:pt>
                <c:pt idx="184">
                  <c:v>24000</c:v>
                </c:pt>
                <c:pt idx="185">
                  <c:v>24000</c:v>
                </c:pt>
                <c:pt idx="186">
                  <c:v>24000</c:v>
                </c:pt>
                <c:pt idx="187">
                  <c:v>24000</c:v>
                </c:pt>
                <c:pt idx="188">
                  <c:v>24000</c:v>
                </c:pt>
                <c:pt idx="189">
                  <c:v>24000</c:v>
                </c:pt>
                <c:pt idx="190">
                  <c:v>24000</c:v>
                </c:pt>
                <c:pt idx="191">
                  <c:v>24000</c:v>
                </c:pt>
                <c:pt idx="192">
                  <c:v>24000</c:v>
                </c:pt>
                <c:pt idx="193">
                  <c:v>24000</c:v>
                </c:pt>
                <c:pt idx="194">
                  <c:v>24000</c:v>
                </c:pt>
                <c:pt idx="195">
                  <c:v>24000</c:v>
                </c:pt>
                <c:pt idx="196">
                  <c:v>24000</c:v>
                </c:pt>
                <c:pt idx="197">
                  <c:v>24000</c:v>
                </c:pt>
                <c:pt idx="198">
                  <c:v>24000</c:v>
                </c:pt>
                <c:pt idx="199">
                  <c:v>24000</c:v>
                </c:pt>
                <c:pt idx="200">
                  <c:v>24000</c:v>
                </c:pt>
                <c:pt idx="201">
                  <c:v>24000</c:v>
                </c:pt>
                <c:pt idx="202">
                  <c:v>24000</c:v>
                </c:pt>
                <c:pt idx="203">
                  <c:v>24000</c:v>
                </c:pt>
                <c:pt idx="204">
                  <c:v>24000</c:v>
                </c:pt>
                <c:pt idx="205">
                  <c:v>24400</c:v>
                </c:pt>
                <c:pt idx="206">
                  <c:v>24400</c:v>
                </c:pt>
                <c:pt idx="207">
                  <c:v>24400</c:v>
                </c:pt>
                <c:pt idx="208">
                  <c:v>24400</c:v>
                </c:pt>
                <c:pt idx="209">
                  <c:v>24400</c:v>
                </c:pt>
                <c:pt idx="210">
                  <c:v>24400</c:v>
                </c:pt>
                <c:pt idx="211">
                  <c:v>24400</c:v>
                </c:pt>
                <c:pt idx="212">
                  <c:v>24400</c:v>
                </c:pt>
                <c:pt idx="213">
                  <c:v>24400</c:v>
                </c:pt>
                <c:pt idx="214">
                  <c:v>24400</c:v>
                </c:pt>
                <c:pt idx="215">
                  <c:v>24400</c:v>
                </c:pt>
                <c:pt idx="216">
                  <c:v>24400</c:v>
                </c:pt>
                <c:pt idx="217">
                  <c:v>25200</c:v>
                </c:pt>
                <c:pt idx="218">
                  <c:v>25200</c:v>
                </c:pt>
                <c:pt idx="219">
                  <c:v>25200</c:v>
                </c:pt>
                <c:pt idx="220">
                  <c:v>25200</c:v>
                </c:pt>
                <c:pt idx="221">
                  <c:v>25200</c:v>
                </c:pt>
                <c:pt idx="222">
                  <c:v>25200</c:v>
                </c:pt>
                <c:pt idx="223">
                  <c:v>25200</c:v>
                </c:pt>
                <c:pt idx="224">
                  <c:v>25200</c:v>
                </c:pt>
                <c:pt idx="225">
                  <c:v>25200</c:v>
                </c:pt>
                <c:pt idx="226">
                  <c:v>25200</c:v>
                </c:pt>
                <c:pt idx="227">
                  <c:v>25200</c:v>
                </c:pt>
                <c:pt idx="228">
                  <c:v>25200</c:v>
                </c:pt>
                <c:pt idx="229">
                  <c:v>25200</c:v>
                </c:pt>
                <c:pt idx="230">
                  <c:v>25200</c:v>
                </c:pt>
                <c:pt idx="231">
                  <c:v>25200</c:v>
                </c:pt>
                <c:pt idx="232">
                  <c:v>25200</c:v>
                </c:pt>
                <c:pt idx="233">
                  <c:v>25200</c:v>
                </c:pt>
                <c:pt idx="234">
                  <c:v>25200</c:v>
                </c:pt>
                <c:pt idx="235">
                  <c:v>25200</c:v>
                </c:pt>
                <c:pt idx="236">
                  <c:v>25200</c:v>
                </c:pt>
                <c:pt idx="237">
                  <c:v>25200</c:v>
                </c:pt>
                <c:pt idx="238">
                  <c:v>25200</c:v>
                </c:pt>
                <c:pt idx="239">
                  <c:v>25200</c:v>
                </c:pt>
                <c:pt idx="240">
                  <c:v>25200</c:v>
                </c:pt>
                <c:pt idx="241">
                  <c:v>25200</c:v>
                </c:pt>
                <c:pt idx="242">
                  <c:v>25200</c:v>
                </c:pt>
                <c:pt idx="243">
                  <c:v>25200</c:v>
                </c:pt>
                <c:pt idx="244">
                  <c:v>25200</c:v>
                </c:pt>
                <c:pt idx="245">
                  <c:v>25200</c:v>
                </c:pt>
                <c:pt idx="246">
                  <c:v>25200</c:v>
                </c:pt>
                <c:pt idx="247">
                  <c:v>25200</c:v>
                </c:pt>
                <c:pt idx="248">
                  <c:v>25200</c:v>
                </c:pt>
                <c:pt idx="249">
                  <c:v>25200</c:v>
                </c:pt>
                <c:pt idx="250">
                  <c:v>25200</c:v>
                </c:pt>
                <c:pt idx="251">
                  <c:v>25200</c:v>
                </c:pt>
                <c:pt idx="252">
                  <c:v>25200</c:v>
                </c:pt>
                <c:pt idx="253">
                  <c:v>25200</c:v>
                </c:pt>
                <c:pt idx="254">
                  <c:v>25200</c:v>
                </c:pt>
                <c:pt idx="255">
                  <c:v>25200</c:v>
                </c:pt>
                <c:pt idx="256">
                  <c:v>25200</c:v>
                </c:pt>
                <c:pt idx="257">
                  <c:v>25200</c:v>
                </c:pt>
                <c:pt idx="258">
                  <c:v>25200</c:v>
                </c:pt>
                <c:pt idx="259">
                  <c:v>25200</c:v>
                </c:pt>
                <c:pt idx="260">
                  <c:v>25200</c:v>
                </c:pt>
                <c:pt idx="261">
                  <c:v>25200</c:v>
                </c:pt>
                <c:pt idx="262">
                  <c:v>25200</c:v>
                </c:pt>
                <c:pt idx="263">
                  <c:v>25200</c:v>
                </c:pt>
                <c:pt idx="264">
                  <c:v>25200</c:v>
                </c:pt>
                <c:pt idx="265">
                  <c:v>25200</c:v>
                </c:pt>
                <c:pt idx="266">
                  <c:v>25200</c:v>
                </c:pt>
                <c:pt idx="267">
                  <c:v>25200</c:v>
                </c:pt>
                <c:pt idx="268">
                  <c:v>25200</c:v>
                </c:pt>
                <c:pt idx="269">
                  <c:v>25200</c:v>
                </c:pt>
                <c:pt idx="270">
                  <c:v>25200</c:v>
                </c:pt>
                <c:pt idx="271">
                  <c:v>25200</c:v>
                </c:pt>
                <c:pt idx="272">
                  <c:v>25200</c:v>
                </c:pt>
                <c:pt idx="273">
                  <c:v>25200</c:v>
                </c:pt>
                <c:pt idx="274">
                  <c:v>25200</c:v>
                </c:pt>
                <c:pt idx="275">
                  <c:v>25200</c:v>
                </c:pt>
                <c:pt idx="276">
                  <c:v>25200</c:v>
                </c:pt>
                <c:pt idx="277">
                  <c:v>25200</c:v>
                </c:pt>
                <c:pt idx="278">
                  <c:v>25200</c:v>
                </c:pt>
                <c:pt idx="279">
                  <c:v>25200</c:v>
                </c:pt>
                <c:pt idx="280">
                  <c:v>25200</c:v>
                </c:pt>
                <c:pt idx="281">
                  <c:v>25200</c:v>
                </c:pt>
                <c:pt idx="282">
                  <c:v>25200</c:v>
                </c:pt>
                <c:pt idx="283">
                  <c:v>25200</c:v>
                </c:pt>
                <c:pt idx="284">
                  <c:v>25000</c:v>
                </c:pt>
                <c:pt idx="285">
                  <c:v>25000</c:v>
                </c:pt>
                <c:pt idx="286">
                  <c:v>25000</c:v>
                </c:pt>
                <c:pt idx="287">
                  <c:v>25000</c:v>
                </c:pt>
                <c:pt idx="288">
                  <c:v>25000</c:v>
                </c:pt>
                <c:pt idx="289">
                  <c:v>25000</c:v>
                </c:pt>
                <c:pt idx="290">
                  <c:v>25000</c:v>
                </c:pt>
                <c:pt idx="291">
                  <c:v>25000</c:v>
                </c:pt>
                <c:pt idx="292">
                  <c:v>25000</c:v>
                </c:pt>
                <c:pt idx="293">
                  <c:v>25000</c:v>
                </c:pt>
                <c:pt idx="294">
                  <c:v>25000</c:v>
                </c:pt>
                <c:pt idx="295">
                  <c:v>25000</c:v>
                </c:pt>
                <c:pt idx="296">
                  <c:v>25000</c:v>
                </c:pt>
                <c:pt idx="297">
                  <c:v>25000</c:v>
                </c:pt>
                <c:pt idx="298">
                  <c:v>25000</c:v>
                </c:pt>
                <c:pt idx="299">
                  <c:v>25000</c:v>
                </c:pt>
                <c:pt idx="300">
                  <c:v>25000</c:v>
                </c:pt>
                <c:pt idx="301">
                  <c:v>25000</c:v>
                </c:pt>
                <c:pt idx="302">
                  <c:v>25000</c:v>
                </c:pt>
                <c:pt idx="303">
                  <c:v>25000</c:v>
                </c:pt>
                <c:pt idx="304">
                  <c:v>25000</c:v>
                </c:pt>
                <c:pt idx="305">
                  <c:v>25000</c:v>
                </c:pt>
                <c:pt idx="306">
                  <c:v>25000</c:v>
                </c:pt>
                <c:pt idx="307">
                  <c:v>25000</c:v>
                </c:pt>
                <c:pt idx="308">
                  <c:v>25000</c:v>
                </c:pt>
                <c:pt idx="309">
                  <c:v>25000</c:v>
                </c:pt>
                <c:pt idx="310">
                  <c:v>25000</c:v>
                </c:pt>
                <c:pt idx="311">
                  <c:v>25000</c:v>
                </c:pt>
                <c:pt idx="312">
                  <c:v>25000</c:v>
                </c:pt>
                <c:pt idx="313">
                  <c:v>25000</c:v>
                </c:pt>
                <c:pt idx="314">
                  <c:v>25000</c:v>
                </c:pt>
                <c:pt idx="315">
                  <c:v>25000</c:v>
                </c:pt>
                <c:pt idx="316">
                  <c:v>25000</c:v>
                </c:pt>
                <c:pt idx="317">
                  <c:v>25000</c:v>
                </c:pt>
                <c:pt idx="318">
                  <c:v>25000</c:v>
                </c:pt>
                <c:pt idx="319">
                  <c:v>25000</c:v>
                </c:pt>
                <c:pt idx="320">
                  <c:v>25000</c:v>
                </c:pt>
                <c:pt idx="321">
                  <c:v>24500</c:v>
                </c:pt>
                <c:pt idx="322">
                  <c:v>24500</c:v>
                </c:pt>
                <c:pt idx="323">
                  <c:v>24500</c:v>
                </c:pt>
                <c:pt idx="324">
                  <c:v>24500</c:v>
                </c:pt>
                <c:pt idx="325">
                  <c:v>24500</c:v>
                </c:pt>
                <c:pt idx="326">
                  <c:v>24500</c:v>
                </c:pt>
                <c:pt idx="327">
                  <c:v>24500</c:v>
                </c:pt>
                <c:pt idx="328">
                  <c:v>24000</c:v>
                </c:pt>
                <c:pt idx="329">
                  <c:v>24000</c:v>
                </c:pt>
                <c:pt idx="330">
                  <c:v>24000</c:v>
                </c:pt>
                <c:pt idx="331">
                  <c:v>24000</c:v>
                </c:pt>
                <c:pt idx="332">
                  <c:v>24000</c:v>
                </c:pt>
                <c:pt idx="333">
                  <c:v>24000</c:v>
                </c:pt>
                <c:pt idx="334">
                  <c:v>24000</c:v>
                </c:pt>
                <c:pt idx="335">
                  <c:v>24000</c:v>
                </c:pt>
                <c:pt idx="336">
                  <c:v>24000</c:v>
                </c:pt>
                <c:pt idx="337">
                  <c:v>24000</c:v>
                </c:pt>
                <c:pt idx="338">
                  <c:v>24000</c:v>
                </c:pt>
                <c:pt idx="339">
                  <c:v>24000</c:v>
                </c:pt>
                <c:pt idx="340">
                  <c:v>24000</c:v>
                </c:pt>
                <c:pt idx="341">
                  <c:v>24000</c:v>
                </c:pt>
                <c:pt idx="342">
                  <c:v>24000</c:v>
                </c:pt>
                <c:pt idx="343">
                  <c:v>24000</c:v>
                </c:pt>
                <c:pt idx="344">
                  <c:v>24000</c:v>
                </c:pt>
                <c:pt idx="345">
                  <c:v>24000</c:v>
                </c:pt>
                <c:pt idx="346">
                  <c:v>24000</c:v>
                </c:pt>
                <c:pt idx="347">
                  <c:v>24000</c:v>
                </c:pt>
                <c:pt idx="348">
                  <c:v>23500</c:v>
                </c:pt>
                <c:pt idx="349">
                  <c:v>23500</c:v>
                </c:pt>
                <c:pt idx="350">
                  <c:v>23500</c:v>
                </c:pt>
                <c:pt idx="351">
                  <c:v>23500</c:v>
                </c:pt>
                <c:pt idx="352">
                  <c:v>23500</c:v>
                </c:pt>
                <c:pt idx="353">
                  <c:v>23500</c:v>
                </c:pt>
                <c:pt idx="354">
                  <c:v>23500</c:v>
                </c:pt>
                <c:pt idx="355">
                  <c:v>23500</c:v>
                </c:pt>
                <c:pt idx="356">
                  <c:v>23500</c:v>
                </c:pt>
                <c:pt idx="357">
                  <c:v>23500</c:v>
                </c:pt>
                <c:pt idx="358">
                  <c:v>23500</c:v>
                </c:pt>
                <c:pt idx="359">
                  <c:v>23500</c:v>
                </c:pt>
                <c:pt idx="360">
                  <c:v>23500</c:v>
                </c:pt>
                <c:pt idx="361">
                  <c:v>23500</c:v>
                </c:pt>
                <c:pt idx="362">
                  <c:v>23500</c:v>
                </c:pt>
                <c:pt idx="363">
                  <c:v>23500</c:v>
                </c:pt>
                <c:pt idx="364">
                  <c:v>23500</c:v>
                </c:pt>
                <c:pt idx="365">
                  <c:v>23500</c:v>
                </c:pt>
                <c:pt idx="366">
                  <c:v>23500</c:v>
                </c:pt>
                <c:pt idx="367">
                  <c:v>23500</c:v>
                </c:pt>
                <c:pt idx="368">
                  <c:v>23500</c:v>
                </c:pt>
                <c:pt idx="369">
                  <c:v>23000</c:v>
                </c:pt>
                <c:pt idx="370">
                  <c:v>23000</c:v>
                </c:pt>
                <c:pt idx="371">
                  <c:v>23000</c:v>
                </c:pt>
                <c:pt idx="372">
                  <c:v>23000</c:v>
                </c:pt>
                <c:pt idx="373">
                  <c:v>23000</c:v>
                </c:pt>
                <c:pt idx="374">
                  <c:v>23000</c:v>
                </c:pt>
                <c:pt idx="375">
                  <c:v>23000</c:v>
                </c:pt>
                <c:pt idx="376">
                  <c:v>23000</c:v>
                </c:pt>
                <c:pt idx="377">
                  <c:v>23000</c:v>
                </c:pt>
                <c:pt idx="378">
                  <c:v>23000</c:v>
                </c:pt>
                <c:pt idx="379">
                  <c:v>23000</c:v>
                </c:pt>
                <c:pt idx="380">
                  <c:v>23000</c:v>
                </c:pt>
                <c:pt idx="381">
                  <c:v>23000</c:v>
                </c:pt>
                <c:pt idx="382">
                  <c:v>23000</c:v>
                </c:pt>
                <c:pt idx="383">
                  <c:v>23000</c:v>
                </c:pt>
                <c:pt idx="384">
                  <c:v>23000</c:v>
                </c:pt>
                <c:pt idx="385">
                  <c:v>23000</c:v>
                </c:pt>
                <c:pt idx="386">
                  <c:v>23000</c:v>
                </c:pt>
                <c:pt idx="387">
                  <c:v>23000</c:v>
                </c:pt>
                <c:pt idx="388">
                  <c:v>23000</c:v>
                </c:pt>
                <c:pt idx="389">
                  <c:v>23000</c:v>
                </c:pt>
                <c:pt idx="390">
                  <c:v>23000</c:v>
                </c:pt>
                <c:pt idx="391">
                  <c:v>23000</c:v>
                </c:pt>
                <c:pt idx="392">
                  <c:v>23000</c:v>
                </c:pt>
                <c:pt idx="393">
                  <c:v>23000</c:v>
                </c:pt>
                <c:pt idx="394">
                  <c:v>23000</c:v>
                </c:pt>
                <c:pt idx="395">
                  <c:v>23000</c:v>
                </c:pt>
                <c:pt idx="396">
                  <c:v>23000</c:v>
                </c:pt>
                <c:pt idx="397">
                  <c:v>23000</c:v>
                </c:pt>
                <c:pt idx="398">
                  <c:v>23000</c:v>
                </c:pt>
                <c:pt idx="399">
                  <c:v>23000</c:v>
                </c:pt>
                <c:pt idx="400">
                  <c:v>23000</c:v>
                </c:pt>
                <c:pt idx="401">
                  <c:v>23000</c:v>
                </c:pt>
                <c:pt idx="402">
                  <c:v>23000</c:v>
                </c:pt>
                <c:pt idx="403">
                  <c:v>23000</c:v>
                </c:pt>
                <c:pt idx="404">
                  <c:v>23000</c:v>
                </c:pt>
                <c:pt idx="405">
                  <c:v>23000</c:v>
                </c:pt>
                <c:pt idx="406">
                  <c:v>23000</c:v>
                </c:pt>
                <c:pt idx="407">
                  <c:v>23000</c:v>
                </c:pt>
                <c:pt idx="408">
                  <c:v>23000</c:v>
                </c:pt>
                <c:pt idx="409">
                  <c:v>23000</c:v>
                </c:pt>
                <c:pt idx="410">
                  <c:v>23000</c:v>
                </c:pt>
                <c:pt idx="411">
                  <c:v>23000</c:v>
                </c:pt>
                <c:pt idx="412">
                  <c:v>23000</c:v>
                </c:pt>
                <c:pt idx="413">
                  <c:v>23000</c:v>
                </c:pt>
                <c:pt idx="414">
                  <c:v>23000</c:v>
                </c:pt>
                <c:pt idx="415">
                  <c:v>23000</c:v>
                </c:pt>
                <c:pt idx="416">
                  <c:v>23000</c:v>
                </c:pt>
                <c:pt idx="417">
                  <c:v>23000</c:v>
                </c:pt>
                <c:pt idx="418">
                  <c:v>23000</c:v>
                </c:pt>
                <c:pt idx="419">
                  <c:v>23000</c:v>
                </c:pt>
                <c:pt idx="420">
                  <c:v>23000</c:v>
                </c:pt>
                <c:pt idx="421">
                  <c:v>23000</c:v>
                </c:pt>
                <c:pt idx="422">
                  <c:v>23000</c:v>
                </c:pt>
                <c:pt idx="423">
                  <c:v>23000</c:v>
                </c:pt>
                <c:pt idx="424">
                  <c:v>23000</c:v>
                </c:pt>
                <c:pt idx="425">
                  <c:v>23000</c:v>
                </c:pt>
                <c:pt idx="426">
                  <c:v>23000</c:v>
                </c:pt>
                <c:pt idx="427">
                  <c:v>23000</c:v>
                </c:pt>
                <c:pt idx="428">
                  <c:v>23000</c:v>
                </c:pt>
                <c:pt idx="429">
                  <c:v>23000</c:v>
                </c:pt>
                <c:pt idx="430">
                  <c:v>23000</c:v>
                </c:pt>
                <c:pt idx="431">
                  <c:v>23000</c:v>
                </c:pt>
                <c:pt idx="432">
                  <c:v>23000</c:v>
                </c:pt>
                <c:pt idx="433">
                  <c:v>23000</c:v>
                </c:pt>
                <c:pt idx="434">
                  <c:v>23000</c:v>
                </c:pt>
                <c:pt idx="435">
                  <c:v>23000</c:v>
                </c:pt>
                <c:pt idx="436">
                  <c:v>23000</c:v>
                </c:pt>
                <c:pt idx="437">
                  <c:v>23000</c:v>
                </c:pt>
                <c:pt idx="438">
                  <c:v>23000</c:v>
                </c:pt>
                <c:pt idx="439">
                  <c:v>23000</c:v>
                </c:pt>
                <c:pt idx="440">
                  <c:v>23000</c:v>
                </c:pt>
                <c:pt idx="441">
                  <c:v>23000</c:v>
                </c:pt>
                <c:pt idx="442">
                  <c:v>23000</c:v>
                </c:pt>
                <c:pt idx="443">
                  <c:v>23000</c:v>
                </c:pt>
                <c:pt idx="444">
                  <c:v>23000</c:v>
                </c:pt>
                <c:pt idx="445">
                  <c:v>23000</c:v>
                </c:pt>
                <c:pt idx="446">
                  <c:v>23000</c:v>
                </c:pt>
                <c:pt idx="447">
                  <c:v>23000</c:v>
                </c:pt>
                <c:pt idx="448">
                  <c:v>23000</c:v>
                </c:pt>
                <c:pt idx="449">
                  <c:v>23500</c:v>
                </c:pt>
                <c:pt idx="450">
                  <c:v>23500</c:v>
                </c:pt>
                <c:pt idx="451">
                  <c:v>23500</c:v>
                </c:pt>
                <c:pt idx="452">
                  <c:v>24000</c:v>
                </c:pt>
                <c:pt idx="453">
                  <c:v>24000</c:v>
                </c:pt>
                <c:pt idx="454">
                  <c:v>24000</c:v>
                </c:pt>
                <c:pt idx="455">
                  <c:v>24000</c:v>
                </c:pt>
                <c:pt idx="456">
                  <c:v>24000</c:v>
                </c:pt>
                <c:pt idx="457">
                  <c:v>24000</c:v>
                </c:pt>
                <c:pt idx="458">
                  <c:v>24000</c:v>
                </c:pt>
                <c:pt idx="459">
                  <c:v>24000</c:v>
                </c:pt>
                <c:pt idx="460">
                  <c:v>24000</c:v>
                </c:pt>
                <c:pt idx="461">
                  <c:v>24000</c:v>
                </c:pt>
                <c:pt idx="462">
                  <c:v>24000</c:v>
                </c:pt>
                <c:pt idx="463">
                  <c:v>24000</c:v>
                </c:pt>
                <c:pt idx="464">
                  <c:v>24000</c:v>
                </c:pt>
                <c:pt idx="465">
                  <c:v>24000</c:v>
                </c:pt>
                <c:pt idx="466">
                  <c:v>24000</c:v>
                </c:pt>
                <c:pt idx="467">
                  <c:v>24000</c:v>
                </c:pt>
                <c:pt idx="468">
                  <c:v>24000</c:v>
                </c:pt>
                <c:pt idx="469">
                  <c:v>24000</c:v>
                </c:pt>
                <c:pt idx="470">
                  <c:v>24000</c:v>
                </c:pt>
                <c:pt idx="471">
                  <c:v>24000</c:v>
                </c:pt>
                <c:pt idx="472">
                  <c:v>24000</c:v>
                </c:pt>
                <c:pt idx="473">
                  <c:v>24000</c:v>
                </c:pt>
                <c:pt idx="474">
                  <c:v>24000</c:v>
                </c:pt>
                <c:pt idx="475">
                  <c:v>24000</c:v>
                </c:pt>
                <c:pt idx="476">
                  <c:v>24000</c:v>
                </c:pt>
                <c:pt idx="477">
                  <c:v>24000</c:v>
                </c:pt>
                <c:pt idx="478">
                  <c:v>24000</c:v>
                </c:pt>
                <c:pt idx="479">
                  <c:v>24000</c:v>
                </c:pt>
                <c:pt idx="480">
                  <c:v>24000</c:v>
                </c:pt>
                <c:pt idx="481">
                  <c:v>24000</c:v>
                </c:pt>
                <c:pt idx="482">
                  <c:v>26000</c:v>
                </c:pt>
                <c:pt idx="483">
                  <c:v>26000</c:v>
                </c:pt>
                <c:pt idx="484">
                  <c:v>26000</c:v>
                </c:pt>
                <c:pt idx="485">
                  <c:v>26000</c:v>
                </c:pt>
                <c:pt idx="486">
                  <c:v>26000</c:v>
                </c:pt>
                <c:pt idx="487">
                  <c:v>26000</c:v>
                </c:pt>
                <c:pt idx="488">
                  <c:v>26000</c:v>
                </c:pt>
                <c:pt idx="489">
                  <c:v>27000</c:v>
                </c:pt>
                <c:pt idx="490">
                  <c:v>27000</c:v>
                </c:pt>
                <c:pt idx="491">
                  <c:v>27000</c:v>
                </c:pt>
                <c:pt idx="492">
                  <c:v>27000</c:v>
                </c:pt>
                <c:pt idx="493">
                  <c:v>27000</c:v>
                </c:pt>
                <c:pt idx="494">
                  <c:v>27000</c:v>
                </c:pt>
                <c:pt idx="495">
                  <c:v>27000</c:v>
                </c:pt>
                <c:pt idx="496">
                  <c:v>26000</c:v>
                </c:pt>
                <c:pt idx="497">
                  <c:v>23000</c:v>
                </c:pt>
                <c:pt idx="498">
                  <c:v>23000</c:v>
                </c:pt>
                <c:pt idx="499">
                  <c:v>23000</c:v>
                </c:pt>
                <c:pt idx="500">
                  <c:v>23000</c:v>
                </c:pt>
                <c:pt idx="501">
                  <c:v>23000</c:v>
                </c:pt>
                <c:pt idx="502">
                  <c:v>23000</c:v>
                </c:pt>
                <c:pt idx="503">
                  <c:v>23000</c:v>
                </c:pt>
                <c:pt idx="504">
                  <c:v>23000</c:v>
                </c:pt>
                <c:pt idx="505">
                  <c:v>23000</c:v>
                </c:pt>
                <c:pt idx="506">
                  <c:v>23000</c:v>
                </c:pt>
                <c:pt idx="507">
                  <c:v>23000</c:v>
                </c:pt>
                <c:pt idx="508">
                  <c:v>23000</c:v>
                </c:pt>
                <c:pt idx="509">
                  <c:v>23000</c:v>
                </c:pt>
                <c:pt idx="510">
                  <c:v>23000</c:v>
                </c:pt>
                <c:pt idx="511">
                  <c:v>23000</c:v>
                </c:pt>
                <c:pt idx="512">
                  <c:v>23000</c:v>
                </c:pt>
                <c:pt idx="513">
                  <c:v>22000</c:v>
                </c:pt>
                <c:pt idx="514">
                  <c:v>22000</c:v>
                </c:pt>
                <c:pt idx="515">
                  <c:v>20000</c:v>
                </c:pt>
                <c:pt idx="516">
                  <c:v>17500</c:v>
                </c:pt>
                <c:pt idx="517">
                  <c:v>17000</c:v>
                </c:pt>
                <c:pt idx="518">
                  <c:v>17000</c:v>
                </c:pt>
                <c:pt idx="519">
                  <c:v>17000</c:v>
                </c:pt>
                <c:pt idx="520">
                  <c:v>17000</c:v>
                </c:pt>
                <c:pt idx="521">
                  <c:v>17000</c:v>
                </c:pt>
                <c:pt idx="522">
                  <c:v>17000</c:v>
                </c:pt>
                <c:pt idx="523">
                  <c:v>17000</c:v>
                </c:pt>
                <c:pt idx="524">
                  <c:v>17000</c:v>
                </c:pt>
                <c:pt idx="525">
                  <c:v>16000</c:v>
                </c:pt>
                <c:pt idx="526">
                  <c:v>15500</c:v>
                </c:pt>
                <c:pt idx="527">
                  <c:v>15500</c:v>
                </c:pt>
                <c:pt idx="528">
                  <c:v>15500</c:v>
                </c:pt>
                <c:pt idx="529">
                  <c:v>15500</c:v>
                </c:pt>
                <c:pt idx="530">
                  <c:v>15500</c:v>
                </c:pt>
                <c:pt idx="531">
                  <c:v>15500</c:v>
                </c:pt>
                <c:pt idx="532">
                  <c:v>15500</c:v>
                </c:pt>
                <c:pt idx="533">
                  <c:v>15500</c:v>
                </c:pt>
                <c:pt idx="534">
                  <c:v>15500</c:v>
                </c:pt>
                <c:pt idx="535">
                  <c:v>15500</c:v>
                </c:pt>
                <c:pt idx="536">
                  <c:v>15500</c:v>
                </c:pt>
                <c:pt idx="537">
                  <c:v>15500</c:v>
                </c:pt>
                <c:pt idx="538">
                  <c:v>15500</c:v>
                </c:pt>
                <c:pt idx="539">
                  <c:v>15500</c:v>
                </c:pt>
                <c:pt idx="540">
                  <c:v>15500</c:v>
                </c:pt>
                <c:pt idx="541">
                  <c:v>15500</c:v>
                </c:pt>
                <c:pt idx="542">
                  <c:v>15500</c:v>
                </c:pt>
                <c:pt idx="543">
                  <c:v>15500</c:v>
                </c:pt>
                <c:pt idx="544">
                  <c:v>15500</c:v>
                </c:pt>
                <c:pt idx="545">
                  <c:v>15500</c:v>
                </c:pt>
                <c:pt idx="546">
                  <c:v>15500</c:v>
                </c:pt>
                <c:pt idx="547">
                  <c:v>15500</c:v>
                </c:pt>
                <c:pt idx="548">
                  <c:v>15500</c:v>
                </c:pt>
                <c:pt idx="549">
                  <c:v>15500</c:v>
                </c:pt>
                <c:pt idx="550">
                  <c:v>15500</c:v>
                </c:pt>
                <c:pt idx="551">
                  <c:v>15500</c:v>
                </c:pt>
                <c:pt idx="552">
                  <c:v>15500</c:v>
                </c:pt>
                <c:pt idx="553">
                  <c:v>15500</c:v>
                </c:pt>
                <c:pt idx="554">
                  <c:v>15500</c:v>
                </c:pt>
                <c:pt idx="555">
                  <c:v>15500</c:v>
                </c:pt>
                <c:pt idx="556">
                  <c:v>15500</c:v>
                </c:pt>
                <c:pt idx="557">
                  <c:v>15500</c:v>
                </c:pt>
                <c:pt idx="558">
                  <c:v>15500</c:v>
                </c:pt>
                <c:pt idx="559">
                  <c:v>15500</c:v>
                </c:pt>
                <c:pt idx="560">
                  <c:v>15500</c:v>
                </c:pt>
                <c:pt idx="561">
                  <c:v>15500</c:v>
                </c:pt>
                <c:pt idx="562">
                  <c:v>15500</c:v>
                </c:pt>
                <c:pt idx="563">
                  <c:v>15500</c:v>
                </c:pt>
                <c:pt idx="564">
                  <c:v>15500</c:v>
                </c:pt>
                <c:pt idx="565">
                  <c:v>15500</c:v>
                </c:pt>
                <c:pt idx="566">
                  <c:v>15500</c:v>
                </c:pt>
                <c:pt idx="567">
                  <c:v>15500</c:v>
                </c:pt>
                <c:pt idx="568">
                  <c:v>15500</c:v>
                </c:pt>
                <c:pt idx="569">
                  <c:v>15500</c:v>
                </c:pt>
                <c:pt idx="570">
                  <c:v>15500</c:v>
                </c:pt>
                <c:pt idx="571">
                  <c:v>15500</c:v>
                </c:pt>
                <c:pt idx="572">
                  <c:v>15500</c:v>
                </c:pt>
                <c:pt idx="573">
                  <c:v>15500</c:v>
                </c:pt>
                <c:pt idx="574">
                  <c:v>15000</c:v>
                </c:pt>
                <c:pt idx="575">
                  <c:v>15000</c:v>
                </c:pt>
                <c:pt idx="576">
                  <c:v>15000</c:v>
                </c:pt>
                <c:pt idx="577">
                  <c:v>15000</c:v>
                </c:pt>
                <c:pt idx="578">
                  <c:v>15000</c:v>
                </c:pt>
                <c:pt idx="579">
                  <c:v>15000</c:v>
                </c:pt>
                <c:pt idx="580">
                  <c:v>14500</c:v>
                </c:pt>
                <c:pt idx="581">
                  <c:v>14500</c:v>
                </c:pt>
                <c:pt idx="582">
                  <c:v>14500</c:v>
                </c:pt>
                <c:pt idx="583">
                  <c:v>14500</c:v>
                </c:pt>
                <c:pt idx="584">
                  <c:v>14500</c:v>
                </c:pt>
                <c:pt idx="585">
                  <c:v>14500</c:v>
                </c:pt>
                <c:pt idx="586">
                  <c:v>14500</c:v>
                </c:pt>
                <c:pt idx="587">
                  <c:v>14500</c:v>
                </c:pt>
                <c:pt idx="588">
                  <c:v>14500</c:v>
                </c:pt>
                <c:pt idx="589">
                  <c:v>14500</c:v>
                </c:pt>
                <c:pt idx="590">
                  <c:v>14500</c:v>
                </c:pt>
                <c:pt idx="591">
                  <c:v>14500</c:v>
                </c:pt>
                <c:pt idx="592">
                  <c:v>14000</c:v>
                </c:pt>
                <c:pt idx="593">
                  <c:v>13700</c:v>
                </c:pt>
                <c:pt idx="594">
                  <c:v>13700</c:v>
                </c:pt>
                <c:pt idx="595">
                  <c:v>13700</c:v>
                </c:pt>
                <c:pt idx="596">
                  <c:v>13700</c:v>
                </c:pt>
                <c:pt idx="597">
                  <c:v>13700</c:v>
                </c:pt>
                <c:pt idx="598">
                  <c:v>13700</c:v>
                </c:pt>
                <c:pt idx="599">
                  <c:v>13700</c:v>
                </c:pt>
                <c:pt idx="600">
                  <c:v>13700</c:v>
                </c:pt>
                <c:pt idx="601">
                  <c:v>13700</c:v>
                </c:pt>
                <c:pt idx="602">
                  <c:v>13700</c:v>
                </c:pt>
                <c:pt idx="603">
                  <c:v>13700</c:v>
                </c:pt>
                <c:pt idx="604">
                  <c:v>13700</c:v>
                </c:pt>
                <c:pt idx="605">
                  <c:v>13700</c:v>
                </c:pt>
                <c:pt idx="606">
                  <c:v>13700</c:v>
                </c:pt>
                <c:pt idx="607">
                  <c:v>13700</c:v>
                </c:pt>
                <c:pt idx="608">
                  <c:v>13500</c:v>
                </c:pt>
                <c:pt idx="609">
                  <c:v>13500</c:v>
                </c:pt>
                <c:pt idx="610">
                  <c:v>13500</c:v>
                </c:pt>
                <c:pt idx="611">
                  <c:v>13500</c:v>
                </c:pt>
                <c:pt idx="612">
                  <c:v>13500</c:v>
                </c:pt>
                <c:pt idx="613">
                  <c:v>13500</c:v>
                </c:pt>
                <c:pt idx="614">
                  <c:v>13500</c:v>
                </c:pt>
                <c:pt idx="615">
                  <c:v>13500</c:v>
                </c:pt>
                <c:pt idx="616">
                  <c:v>13500</c:v>
                </c:pt>
                <c:pt idx="617">
                  <c:v>13500</c:v>
                </c:pt>
                <c:pt idx="618">
                  <c:v>13500</c:v>
                </c:pt>
                <c:pt idx="619">
                  <c:v>13500</c:v>
                </c:pt>
                <c:pt idx="620">
                  <c:v>13500</c:v>
                </c:pt>
                <c:pt idx="621">
                  <c:v>13500</c:v>
                </c:pt>
                <c:pt idx="622">
                  <c:v>13500</c:v>
                </c:pt>
                <c:pt idx="623">
                  <c:v>13500</c:v>
                </c:pt>
                <c:pt idx="624">
                  <c:v>13500</c:v>
                </c:pt>
                <c:pt idx="625">
                  <c:v>13500</c:v>
                </c:pt>
                <c:pt idx="626">
                  <c:v>13500</c:v>
                </c:pt>
                <c:pt idx="627">
                  <c:v>13500</c:v>
                </c:pt>
                <c:pt idx="628">
                  <c:v>13500</c:v>
                </c:pt>
                <c:pt idx="629">
                  <c:v>13000</c:v>
                </c:pt>
                <c:pt idx="630">
                  <c:v>13000</c:v>
                </c:pt>
                <c:pt idx="631">
                  <c:v>13000</c:v>
                </c:pt>
                <c:pt idx="632">
                  <c:v>13000</c:v>
                </c:pt>
                <c:pt idx="633">
                  <c:v>13000</c:v>
                </c:pt>
                <c:pt idx="634">
                  <c:v>13000</c:v>
                </c:pt>
                <c:pt idx="635">
                  <c:v>13000</c:v>
                </c:pt>
                <c:pt idx="636">
                  <c:v>13000</c:v>
                </c:pt>
                <c:pt idx="637">
                  <c:v>13000</c:v>
                </c:pt>
                <c:pt idx="638">
                  <c:v>13000</c:v>
                </c:pt>
                <c:pt idx="639">
                  <c:v>13000</c:v>
                </c:pt>
                <c:pt idx="640">
                  <c:v>13000</c:v>
                </c:pt>
                <c:pt idx="641">
                  <c:v>13000</c:v>
                </c:pt>
                <c:pt idx="642">
                  <c:v>13000</c:v>
                </c:pt>
                <c:pt idx="643">
                  <c:v>13000</c:v>
                </c:pt>
                <c:pt idx="644">
                  <c:v>13000</c:v>
                </c:pt>
                <c:pt idx="645">
                  <c:v>13000</c:v>
                </c:pt>
                <c:pt idx="646">
                  <c:v>13000</c:v>
                </c:pt>
                <c:pt idx="647">
                  <c:v>13000</c:v>
                </c:pt>
                <c:pt idx="648">
                  <c:v>13000</c:v>
                </c:pt>
                <c:pt idx="649">
                  <c:v>13000</c:v>
                </c:pt>
                <c:pt idx="650">
                  <c:v>13000</c:v>
                </c:pt>
                <c:pt idx="651">
                  <c:v>13000</c:v>
                </c:pt>
                <c:pt idx="652">
                  <c:v>13000</c:v>
                </c:pt>
                <c:pt idx="653">
                  <c:v>13000</c:v>
                </c:pt>
                <c:pt idx="654">
                  <c:v>13000</c:v>
                </c:pt>
                <c:pt idx="655">
                  <c:v>13000</c:v>
                </c:pt>
                <c:pt idx="656">
                  <c:v>13000</c:v>
                </c:pt>
                <c:pt idx="657">
                  <c:v>13000</c:v>
                </c:pt>
                <c:pt idx="658">
                  <c:v>13000</c:v>
                </c:pt>
                <c:pt idx="659">
                  <c:v>13000</c:v>
                </c:pt>
                <c:pt idx="660">
                  <c:v>13000</c:v>
                </c:pt>
                <c:pt idx="661">
                  <c:v>13000</c:v>
                </c:pt>
                <c:pt idx="662">
                  <c:v>13000</c:v>
                </c:pt>
                <c:pt idx="663">
                  <c:v>13000</c:v>
                </c:pt>
                <c:pt idx="664">
                  <c:v>13000</c:v>
                </c:pt>
                <c:pt idx="665">
                  <c:v>13000</c:v>
                </c:pt>
                <c:pt idx="666">
                  <c:v>13000</c:v>
                </c:pt>
                <c:pt idx="667">
                  <c:v>13000</c:v>
                </c:pt>
                <c:pt idx="668">
                  <c:v>13000</c:v>
                </c:pt>
                <c:pt idx="669">
                  <c:v>13000</c:v>
                </c:pt>
                <c:pt idx="670">
                  <c:v>13000</c:v>
                </c:pt>
                <c:pt idx="671">
                  <c:v>13000</c:v>
                </c:pt>
                <c:pt idx="672">
                  <c:v>13000</c:v>
                </c:pt>
                <c:pt idx="673">
                  <c:v>13000</c:v>
                </c:pt>
                <c:pt idx="674">
                  <c:v>13000</c:v>
                </c:pt>
                <c:pt idx="675">
                  <c:v>13000</c:v>
                </c:pt>
                <c:pt idx="676">
                  <c:v>13000</c:v>
                </c:pt>
                <c:pt idx="677">
                  <c:v>13000</c:v>
                </c:pt>
                <c:pt idx="678">
                  <c:v>13000</c:v>
                </c:pt>
                <c:pt idx="679">
                  <c:v>13000</c:v>
                </c:pt>
                <c:pt idx="680">
                  <c:v>13000</c:v>
                </c:pt>
                <c:pt idx="681">
                  <c:v>13000</c:v>
                </c:pt>
                <c:pt idx="682">
                  <c:v>13000</c:v>
                </c:pt>
                <c:pt idx="683">
                  <c:v>13000</c:v>
                </c:pt>
                <c:pt idx="684">
                  <c:v>13000</c:v>
                </c:pt>
                <c:pt idx="685">
                  <c:v>13000</c:v>
                </c:pt>
                <c:pt idx="686">
                  <c:v>13000</c:v>
                </c:pt>
                <c:pt idx="687">
                  <c:v>13000</c:v>
                </c:pt>
                <c:pt idx="688">
                  <c:v>13000</c:v>
                </c:pt>
                <c:pt idx="689">
                  <c:v>13000</c:v>
                </c:pt>
                <c:pt idx="690">
                  <c:v>13000</c:v>
                </c:pt>
                <c:pt idx="691">
                  <c:v>13000</c:v>
                </c:pt>
                <c:pt idx="692">
                  <c:v>13000</c:v>
                </c:pt>
                <c:pt idx="693">
                  <c:v>13000</c:v>
                </c:pt>
                <c:pt idx="694">
                  <c:v>13000</c:v>
                </c:pt>
                <c:pt idx="695">
                  <c:v>13000</c:v>
                </c:pt>
                <c:pt idx="696">
                  <c:v>13000</c:v>
                </c:pt>
                <c:pt idx="697">
                  <c:v>13000</c:v>
                </c:pt>
                <c:pt idx="698">
                  <c:v>13000</c:v>
                </c:pt>
                <c:pt idx="699">
                  <c:v>13000</c:v>
                </c:pt>
                <c:pt idx="700">
                  <c:v>13000</c:v>
                </c:pt>
                <c:pt idx="701">
                  <c:v>13000</c:v>
                </c:pt>
                <c:pt idx="702">
                  <c:v>13000</c:v>
                </c:pt>
                <c:pt idx="703">
                  <c:v>13000</c:v>
                </c:pt>
                <c:pt idx="704">
                  <c:v>13000</c:v>
                </c:pt>
                <c:pt idx="705">
                  <c:v>13000</c:v>
                </c:pt>
                <c:pt idx="706">
                  <c:v>13000</c:v>
                </c:pt>
                <c:pt idx="707">
                  <c:v>13000</c:v>
                </c:pt>
                <c:pt idx="708">
                  <c:v>13000</c:v>
                </c:pt>
                <c:pt idx="709">
                  <c:v>13000</c:v>
                </c:pt>
                <c:pt idx="710">
                  <c:v>13000</c:v>
                </c:pt>
                <c:pt idx="711">
                  <c:v>13000</c:v>
                </c:pt>
                <c:pt idx="712">
                  <c:v>13000</c:v>
                </c:pt>
                <c:pt idx="713">
                  <c:v>13000</c:v>
                </c:pt>
                <c:pt idx="714">
                  <c:v>13000</c:v>
                </c:pt>
                <c:pt idx="715">
                  <c:v>12500</c:v>
                </c:pt>
                <c:pt idx="716">
                  <c:v>12500</c:v>
                </c:pt>
                <c:pt idx="717">
                  <c:v>12500</c:v>
                </c:pt>
                <c:pt idx="718">
                  <c:v>12500</c:v>
                </c:pt>
                <c:pt idx="719">
                  <c:v>12500</c:v>
                </c:pt>
                <c:pt idx="720">
                  <c:v>12500</c:v>
                </c:pt>
                <c:pt idx="721">
                  <c:v>12500</c:v>
                </c:pt>
                <c:pt idx="722">
                  <c:v>12500</c:v>
                </c:pt>
                <c:pt idx="723">
                  <c:v>12500</c:v>
                </c:pt>
                <c:pt idx="724">
                  <c:v>12500</c:v>
                </c:pt>
                <c:pt idx="725">
                  <c:v>12500</c:v>
                </c:pt>
                <c:pt idx="726">
                  <c:v>12500</c:v>
                </c:pt>
                <c:pt idx="727">
                  <c:v>12500</c:v>
                </c:pt>
                <c:pt idx="728">
                  <c:v>12500</c:v>
                </c:pt>
                <c:pt idx="729">
                  <c:v>12500</c:v>
                </c:pt>
                <c:pt idx="730">
                  <c:v>12500</c:v>
                </c:pt>
                <c:pt idx="731">
                  <c:v>12500</c:v>
                </c:pt>
                <c:pt idx="732">
                  <c:v>12500</c:v>
                </c:pt>
                <c:pt idx="733">
                  <c:v>12500</c:v>
                </c:pt>
                <c:pt idx="734">
                  <c:v>12500</c:v>
                </c:pt>
                <c:pt idx="735">
                  <c:v>12500</c:v>
                </c:pt>
                <c:pt idx="736">
                  <c:v>12500</c:v>
                </c:pt>
                <c:pt idx="737">
                  <c:v>12500</c:v>
                </c:pt>
                <c:pt idx="738">
                  <c:v>12500</c:v>
                </c:pt>
                <c:pt idx="739">
                  <c:v>12500</c:v>
                </c:pt>
                <c:pt idx="740">
                  <c:v>12500</c:v>
                </c:pt>
                <c:pt idx="741">
                  <c:v>12500</c:v>
                </c:pt>
                <c:pt idx="742">
                  <c:v>12500</c:v>
                </c:pt>
                <c:pt idx="743">
                  <c:v>12500</c:v>
                </c:pt>
                <c:pt idx="744">
                  <c:v>12500</c:v>
                </c:pt>
                <c:pt idx="745">
                  <c:v>12500</c:v>
                </c:pt>
                <c:pt idx="746">
                  <c:v>12500</c:v>
                </c:pt>
                <c:pt idx="747">
                  <c:v>12500</c:v>
                </c:pt>
                <c:pt idx="748">
                  <c:v>12500</c:v>
                </c:pt>
                <c:pt idx="749">
                  <c:v>12500</c:v>
                </c:pt>
                <c:pt idx="750">
                  <c:v>12500</c:v>
                </c:pt>
                <c:pt idx="751">
                  <c:v>12500</c:v>
                </c:pt>
                <c:pt idx="752">
                  <c:v>12500</c:v>
                </c:pt>
                <c:pt idx="753">
                  <c:v>12500</c:v>
                </c:pt>
                <c:pt idx="754">
                  <c:v>12500</c:v>
                </c:pt>
                <c:pt idx="755">
                  <c:v>12500</c:v>
                </c:pt>
                <c:pt idx="756">
                  <c:v>12000</c:v>
                </c:pt>
                <c:pt idx="757">
                  <c:v>12000</c:v>
                </c:pt>
                <c:pt idx="758">
                  <c:v>12000</c:v>
                </c:pt>
                <c:pt idx="759">
                  <c:v>12000</c:v>
                </c:pt>
                <c:pt idx="760">
                  <c:v>12000</c:v>
                </c:pt>
                <c:pt idx="761">
                  <c:v>12000</c:v>
                </c:pt>
                <c:pt idx="762">
                  <c:v>12000</c:v>
                </c:pt>
                <c:pt idx="763">
                  <c:v>12000</c:v>
                </c:pt>
                <c:pt idx="764">
                  <c:v>12000</c:v>
                </c:pt>
                <c:pt idx="765">
                  <c:v>12000</c:v>
                </c:pt>
                <c:pt idx="766">
                  <c:v>12000</c:v>
                </c:pt>
                <c:pt idx="767">
                  <c:v>12000</c:v>
                </c:pt>
                <c:pt idx="768">
                  <c:v>12000</c:v>
                </c:pt>
                <c:pt idx="769">
                  <c:v>12000</c:v>
                </c:pt>
                <c:pt idx="770">
                  <c:v>12000</c:v>
                </c:pt>
                <c:pt idx="771">
                  <c:v>12000</c:v>
                </c:pt>
                <c:pt idx="772">
                  <c:v>12000</c:v>
                </c:pt>
                <c:pt idx="773">
                  <c:v>12000</c:v>
                </c:pt>
                <c:pt idx="774">
                  <c:v>12000</c:v>
                </c:pt>
                <c:pt idx="775">
                  <c:v>12000</c:v>
                </c:pt>
                <c:pt idx="776">
                  <c:v>12000</c:v>
                </c:pt>
                <c:pt idx="777">
                  <c:v>12000</c:v>
                </c:pt>
                <c:pt idx="778">
                  <c:v>12000</c:v>
                </c:pt>
                <c:pt idx="779">
                  <c:v>12000</c:v>
                </c:pt>
                <c:pt idx="780">
                  <c:v>12000</c:v>
                </c:pt>
                <c:pt idx="781">
                  <c:v>12000</c:v>
                </c:pt>
                <c:pt idx="782">
                  <c:v>12000</c:v>
                </c:pt>
                <c:pt idx="783">
                  <c:v>12000</c:v>
                </c:pt>
                <c:pt idx="784">
                  <c:v>12000</c:v>
                </c:pt>
                <c:pt idx="785">
                  <c:v>12000</c:v>
                </c:pt>
                <c:pt idx="786">
                  <c:v>12000</c:v>
                </c:pt>
                <c:pt idx="787">
                  <c:v>12000</c:v>
                </c:pt>
                <c:pt idx="788">
                  <c:v>12000</c:v>
                </c:pt>
                <c:pt idx="789">
                  <c:v>12000</c:v>
                </c:pt>
                <c:pt idx="790">
                  <c:v>12000</c:v>
                </c:pt>
                <c:pt idx="791">
                  <c:v>12000</c:v>
                </c:pt>
                <c:pt idx="792">
                  <c:v>12000</c:v>
                </c:pt>
                <c:pt idx="793">
                  <c:v>12000</c:v>
                </c:pt>
                <c:pt idx="794">
                  <c:v>12000</c:v>
                </c:pt>
                <c:pt idx="795">
                  <c:v>12000</c:v>
                </c:pt>
                <c:pt idx="796">
                  <c:v>12000</c:v>
                </c:pt>
                <c:pt idx="797">
                  <c:v>12000</c:v>
                </c:pt>
                <c:pt idx="798">
                  <c:v>12000</c:v>
                </c:pt>
                <c:pt idx="799">
                  <c:v>12000</c:v>
                </c:pt>
                <c:pt idx="800">
                  <c:v>12000</c:v>
                </c:pt>
                <c:pt idx="801">
                  <c:v>12000</c:v>
                </c:pt>
                <c:pt idx="802">
                  <c:v>12000</c:v>
                </c:pt>
                <c:pt idx="803">
                  <c:v>12000</c:v>
                </c:pt>
                <c:pt idx="804">
                  <c:v>12000</c:v>
                </c:pt>
                <c:pt idx="805">
                  <c:v>12000</c:v>
                </c:pt>
                <c:pt idx="806">
                  <c:v>12000</c:v>
                </c:pt>
                <c:pt idx="807">
                  <c:v>12000</c:v>
                </c:pt>
                <c:pt idx="808">
                  <c:v>12000</c:v>
                </c:pt>
                <c:pt idx="809">
                  <c:v>12000</c:v>
                </c:pt>
                <c:pt idx="810">
                  <c:v>12000</c:v>
                </c:pt>
                <c:pt idx="811">
                  <c:v>12000</c:v>
                </c:pt>
                <c:pt idx="812">
                  <c:v>12000</c:v>
                </c:pt>
                <c:pt idx="813">
                  <c:v>12000</c:v>
                </c:pt>
                <c:pt idx="814">
                  <c:v>12000</c:v>
                </c:pt>
                <c:pt idx="815">
                  <c:v>12000</c:v>
                </c:pt>
                <c:pt idx="816">
                  <c:v>12000</c:v>
                </c:pt>
                <c:pt idx="817">
                  <c:v>12000</c:v>
                </c:pt>
                <c:pt idx="818">
                  <c:v>12000</c:v>
                </c:pt>
                <c:pt idx="819">
                  <c:v>12000</c:v>
                </c:pt>
                <c:pt idx="820">
                  <c:v>12000</c:v>
                </c:pt>
                <c:pt idx="821">
                  <c:v>12000</c:v>
                </c:pt>
                <c:pt idx="822">
                  <c:v>12000</c:v>
                </c:pt>
                <c:pt idx="823">
                  <c:v>12000</c:v>
                </c:pt>
                <c:pt idx="824">
                  <c:v>12000</c:v>
                </c:pt>
                <c:pt idx="825">
                  <c:v>12000</c:v>
                </c:pt>
                <c:pt idx="826">
                  <c:v>12000</c:v>
                </c:pt>
                <c:pt idx="827">
                  <c:v>12000</c:v>
                </c:pt>
                <c:pt idx="828">
                  <c:v>12000</c:v>
                </c:pt>
                <c:pt idx="829">
                  <c:v>12000</c:v>
                </c:pt>
                <c:pt idx="830">
                  <c:v>12000</c:v>
                </c:pt>
                <c:pt idx="831">
                  <c:v>12000</c:v>
                </c:pt>
                <c:pt idx="832">
                  <c:v>12000</c:v>
                </c:pt>
                <c:pt idx="833">
                  <c:v>12000</c:v>
                </c:pt>
                <c:pt idx="834">
                  <c:v>12000</c:v>
                </c:pt>
                <c:pt idx="835">
                  <c:v>12000</c:v>
                </c:pt>
                <c:pt idx="836">
                  <c:v>12000</c:v>
                </c:pt>
                <c:pt idx="837">
                  <c:v>12000</c:v>
                </c:pt>
                <c:pt idx="838">
                  <c:v>12000</c:v>
                </c:pt>
                <c:pt idx="839">
                  <c:v>12000</c:v>
                </c:pt>
                <c:pt idx="840">
                  <c:v>12000</c:v>
                </c:pt>
                <c:pt idx="841">
                  <c:v>12000</c:v>
                </c:pt>
                <c:pt idx="842">
                  <c:v>12000</c:v>
                </c:pt>
                <c:pt idx="843">
                  <c:v>12000</c:v>
                </c:pt>
                <c:pt idx="844">
                  <c:v>12000</c:v>
                </c:pt>
                <c:pt idx="845">
                  <c:v>12000</c:v>
                </c:pt>
                <c:pt idx="846">
                  <c:v>12000</c:v>
                </c:pt>
                <c:pt idx="847">
                  <c:v>12000</c:v>
                </c:pt>
                <c:pt idx="848">
                  <c:v>12000</c:v>
                </c:pt>
                <c:pt idx="849">
                  <c:v>12000</c:v>
                </c:pt>
                <c:pt idx="850">
                  <c:v>12000</c:v>
                </c:pt>
                <c:pt idx="851">
                  <c:v>12000</c:v>
                </c:pt>
                <c:pt idx="852">
                  <c:v>12000</c:v>
                </c:pt>
                <c:pt idx="853">
                  <c:v>12000</c:v>
                </c:pt>
                <c:pt idx="854">
                  <c:v>12000</c:v>
                </c:pt>
                <c:pt idx="855">
                  <c:v>12000</c:v>
                </c:pt>
                <c:pt idx="856">
                  <c:v>12000</c:v>
                </c:pt>
                <c:pt idx="857">
                  <c:v>12000</c:v>
                </c:pt>
                <c:pt idx="858">
                  <c:v>12000</c:v>
                </c:pt>
                <c:pt idx="859">
                  <c:v>12000</c:v>
                </c:pt>
                <c:pt idx="860">
                  <c:v>12000</c:v>
                </c:pt>
                <c:pt idx="861">
                  <c:v>12000</c:v>
                </c:pt>
                <c:pt idx="862">
                  <c:v>12000</c:v>
                </c:pt>
                <c:pt idx="863">
                  <c:v>12000</c:v>
                </c:pt>
                <c:pt idx="864">
                  <c:v>12000</c:v>
                </c:pt>
                <c:pt idx="865">
                  <c:v>12000</c:v>
                </c:pt>
                <c:pt idx="866">
                  <c:v>12000</c:v>
                </c:pt>
                <c:pt idx="867">
                  <c:v>12000</c:v>
                </c:pt>
                <c:pt idx="868">
                  <c:v>12000</c:v>
                </c:pt>
                <c:pt idx="869">
                  <c:v>12000</c:v>
                </c:pt>
                <c:pt idx="870">
                  <c:v>12000</c:v>
                </c:pt>
                <c:pt idx="871">
                  <c:v>12000</c:v>
                </c:pt>
                <c:pt idx="872">
                  <c:v>12000</c:v>
                </c:pt>
                <c:pt idx="873">
                  <c:v>12000</c:v>
                </c:pt>
                <c:pt idx="874">
                  <c:v>12000</c:v>
                </c:pt>
                <c:pt idx="875">
                  <c:v>12000</c:v>
                </c:pt>
                <c:pt idx="876">
                  <c:v>12000</c:v>
                </c:pt>
                <c:pt idx="877">
                  <c:v>12000</c:v>
                </c:pt>
                <c:pt idx="878">
                  <c:v>12000</c:v>
                </c:pt>
                <c:pt idx="879">
                  <c:v>12000</c:v>
                </c:pt>
                <c:pt idx="880">
                  <c:v>12000</c:v>
                </c:pt>
                <c:pt idx="881">
                  <c:v>12000</c:v>
                </c:pt>
                <c:pt idx="882">
                  <c:v>12000</c:v>
                </c:pt>
                <c:pt idx="883">
                  <c:v>12000</c:v>
                </c:pt>
                <c:pt idx="884">
                  <c:v>12000</c:v>
                </c:pt>
                <c:pt idx="885">
                  <c:v>12000</c:v>
                </c:pt>
                <c:pt idx="886">
                  <c:v>12000</c:v>
                </c:pt>
                <c:pt idx="887">
                  <c:v>12000</c:v>
                </c:pt>
                <c:pt idx="888">
                  <c:v>12000</c:v>
                </c:pt>
                <c:pt idx="889">
                  <c:v>12000</c:v>
                </c:pt>
                <c:pt idx="890">
                  <c:v>12000</c:v>
                </c:pt>
                <c:pt idx="891">
                  <c:v>12000</c:v>
                </c:pt>
                <c:pt idx="892">
                  <c:v>12000</c:v>
                </c:pt>
                <c:pt idx="893">
                  <c:v>12000</c:v>
                </c:pt>
                <c:pt idx="894">
                  <c:v>12000</c:v>
                </c:pt>
                <c:pt idx="895">
                  <c:v>12000</c:v>
                </c:pt>
                <c:pt idx="896">
                  <c:v>12000</c:v>
                </c:pt>
                <c:pt idx="897">
                  <c:v>12000</c:v>
                </c:pt>
                <c:pt idx="898">
                  <c:v>12000</c:v>
                </c:pt>
                <c:pt idx="899">
                  <c:v>12000</c:v>
                </c:pt>
                <c:pt idx="900">
                  <c:v>12000</c:v>
                </c:pt>
                <c:pt idx="901">
                  <c:v>12000</c:v>
                </c:pt>
                <c:pt idx="902">
                  <c:v>12000</c:v>
                </c:pt>
                <c:pt idx="903">
                  <c:v>12000</c:v>
                </c:pt>
                <c:pt idx="904">
                  <c:v>12000</c:v>
                </c:pt>
                <c:pt idx="905">
                  <c:v>12000</c:v>
                </c:pt>
                <c:pt idx="906">
                  <c:v>12000</c:v>
                </c:pt>
                <c:pt idx="907">
                  <c:v>12000</c:v>
                </c:pt>
                <c:pt idx="908">
                  <c:v>12000</c:v>
                </c:pt>
                <c:pt idx="909">
                  <c:v>12000</c:v>
                </c:pt>
                <c:pt idx="910">
                  <c:v>12000</c:v>
                </c:pt>
                <c:pt idx="911">
                  <c:v>12000</c:v>
                </c:pt>
                <c:pt idx="912">
                  <c:v>12000</c:v>
                </c:pt>
                <c:pt idx="913">
                  <c:v>12000</c:v>
                </c:pt>
                <c:pt idx="914">
                  <c:v>12000</c:v>
                </c:pt>
                <c:pt idx="915">
                  <c:v>12000</c:v>
                </c:pt>
                <c:pt idx="916">
                  <c:v>12000</c:v>
                </c:pt>
                <c:pt idx="917">
                  <c:v>12000</c:v>
                </c:pt>
                <c:pt idx="918">
                  <c:v>12000</c:v>
                </c:pt>
                <c:pt idx="919">
                  <c:v>12000</c:v>
                </c:pt>
                <c:pt idx="920">
                  <c:v>12000</c:v>
                </c:pt>
                <c:pt idx="921">
                  <c:v>12000</c:v>
                </c:pt>
                <c:pt idx="922">
                  <c:v>12000</c:v>
                </c:pt>
                <c:pt idx="923">
                  <c:v>12000</c:v>
                </c:pt>
                <c:pt idx="924">
                  <c:v>12000</c:v>
                </c:pt>
                <c:pt idx="925">
                  <c:v>12000</c:v>
                </c:pt>
                <c:pt idx="926">
                  <c:v>12000</c:v>
                </c:pt>
                <c:pt idx="927">
                  <c:v>12000</c:v>
                </c:pt>
                <c:pt idx="928">
                  <c:v>12000</c:v>
                </c:pt>
                <c:pt idx="929">
                  <c:v>12000</c:v>
                </c:pt>
                <c:pt idx="930">
                  <c:v>12000</c:v>
                </c:pt>
                <c:pt idx="931">
                  <c:v>12000</c:v>
                </c:pt>
                <c:pt idx="932">
                  <c:v>12000</c:v>
                </c:pt>
                <c:pt idx="933">
                  <c:v>12000</c:v>
                </c:pt>
                <c:pt idx="934">
                  <c:v>12000</c:v>
                </c:pt>
                <c:pt idx="935">
                  <c:v>12000</c:v>
                </c:pt>
                <c:pt idx="936">
                  <c:v>12000</c:v>
                </c:pt>
                <c:pt idx="937">
                  <c:v>12000</c:v>
                </c:pt>
                <c:pt idx="938">
                  <c:v>12000</c:v>
                </c:pt>
                <c:pt idx="939">
                  <c:v>12000</c:v>
                </c:pt>
                <c:pt idx="940">
                  <c:v>12000</c:v>
                </c:pt>
                <c:pt idx="941">
                  <c:v>12000</c:v>
                </c:pt>
                <c:pt idx="942">
                  <c:v>12000</c:v>
                </c:pt>
                <c:pt idx="943">
                  <c:v>12000</c:v>
                </c:pt>
                <c:pt idx="944">
                  <c:v>12000</c:v>
                </c:pt>
                <c:pt idx="945">
                  <c:v>12000</c:v>
                </c:pt>
                <c:pt idx="946">
                  <c:v>12000</c:v>
                </c:pt>
                <c:pt idx="947">
                  <c:v>12000</c:v>
                </c:pt>
                <c:pt idx="948">
                  <c:v>12000</c:v>
                </c:pt>
                <c:pt idx="949">
                  <c:v>12000</c:v>
                </c:pt>
                <c:pt idx="950">
                  <c:v>12000</c:v>
                </c:pt>
                <c:pt idx="951">
                  <c:v>12000</c:v>
                </c:pt>
                <c:pt idx="952">
                  <c:v>12000</c:v>
                </c:pt>
                <c:pt idx="953">
                  <c:v>12000</c:v>
                </c:pt>
                <c:pt idx="954">
                  <c:v>12000</c:v>
                </c:pt>
                <c:pt idx="955">
                  <c:v>12000</c:v>
                </c:pt>
                <c:pt idx="956">
                  <c:v>12000</c:v>
                </c:pt>
                <c:pt idx="957">
                  <c:v>12000</c:v>
                </c:pt>
                <c:pt idx="958">
                  <c:v>12000</c:v>
                </c:pt>
                <c:pt idx="959">
                  <c:v>12000</c:v>
                </c:pt>
                <c:pt idx="960">
                  <c:v>12000</c:v>
                </c:pt>
                <c:pt idx="961">
                  <c:v>12000</c:v>
                </c:pt>
                <c:pt idx="962">
                  <c:v>12000</c:v>
                </c:pt>
                <c:pt idx="963">
                  <c:v>12000</c:v>
                </c:pt>
                <c:pt idx="964">
                  <c:v>12000</c:v>
                </c:pt>
                <c:pt idx="965">
                  <c:v>12000</c:v>
                </c:pt>
                <c:pt idx="966">
                  <c:v>12000</c:v>
                </c:pt>
                <c:pt idx="967">
                  <c:v>12000</c:v>
                </c:pt>
                <c:pt idx="968">
                  <c:v>12000</c:v>
                </c:pt>
                <c:pt idx="969">
                  <c:v>12000</c:v>
                </c:pt>
                <c:pt idx="970">
                  <c:v>12000</c:v>
                </c:pt>
                <c:pt idx="971">
                  <c:v>12000</c:v>
                </c:pt>
                <c:pt idx="972">
                  <c:v>12000</c:v>
                </c:pt>
                <c:pt idx="973">
                  <c:v>12000</c:v>
                </c:pt>
                <c:pt idx="974">
                  <c:v>12000</c:v>
                </c:pt>
                <c:pt idx="975">
                  <c:v>12000</c:v>
                </c:pt>
                <c:pt idx="976">
                  <c:v>12000</c:v>
                </c:pt>
                <c:pt idx="977">
                  <c:v>12000</c:v>
                </c:pt>
                <c:pt idx="978">
                  <c:v>12000</c:v>
                </c:pt>
                <c:pt idx="979">
                  <c:v>12000</c:v>
                </c:pt>
                <c:pt idx="980">
                  <c:v>12000</c:v>
                </c:pt>
                <c:pt idx="981">
                  <c:v>12000</c:v>
                </c:pt>
                <c:pt idx="982">
                  <c:v>12000</c:v>
                </c:pt>
                <c:pt idx="983">
                  <c:v>12000</c:v>
                </c:pt>
                <c:pt idx="984">
                  <c:v>12000</c:v>
                </c:pt>
                <c:pt idx="985">
                  <c:v>12000</c:v>
                </c:pt>
                <c:pt idx="986">
                  <c:v>12000</c:v>
                </c:pt>
                <c:pt idx="987">
                  <c:v>12000</c:v>
                </c:pt>
                <c:pt idx="988">
                  <c:v>12000</c:v>
                </c:pt>
                <c:pt idx="989">
                  <c:v>12000</c:v>
                </c:pt>
                <c:pt idx="990">
                  <c:v>12000</c:v>
                </c:pt>
                <c:pt idx="991">
                  <c:v>12000</c:v>
                </c:pt>
                <c:pt idx="992">
                  <c:v>12000</c:v>
                </c:pt>
                <c:pt idx="993">
                  <c:v>12000</c:v>
                </c:pt>
                <c:pt idx="994">
                  <c:v>12000</c:v>
                </c:pt>
                <c:pt idx="995">
                  <c:v>12000</c:v>
                </c:pt>
                <c:pt idx="996">
                  <c:v>12000</c:v>
                </c:pt>
                <c:pt idx="997">
                  <c:v>12000</c:v>
                </c:pt>
                <c:pt idx="998">
                  <c:v>12000</c:v>
                </c:pt>
                <c:pt idx="999">
                  <c:v>12000</c:v>
                </c:pt>
                <c:pt idx="1000">
                  <c:v>12000</c:v>
                </c:pt>
                <c:pt idx="1001">
                  <c:v>12000</c:v>
                </c:pt>
                <c:pt idx="1002">
                  <c:v>12000</c:v>
                </c:pt>
                <c:pt idx="1003">
                  <c:v>12000</c:v>
                </c:pt>
                <c:pt idx="1004">
                  <c:v>12000</c:v>
                </c:pt>
                <c:pt idx="1005">
                  <c:v>12000</c:v>
                </c:pt>
                <c:pt idx="1006">
                  <c:v>12000</c:v>
                </c:pt>
                <c:pt idx="1007">
                  <c:v>12000</c:v>
                </c:pt>
                <c:pt idx="1008">
                  <c:v>12000</c:v>
                </c:pt>
                <c:pt idx="1009">
                  <c:v>12000</c:v>
                </c:pt>
                <c:pt idx="1010">
                  <c:v>12000</c:v>
                </c:pt>
                <c:pt idx="1011">
                  <c:v>12000</c:v>
                </c:pt>
                <c:pt idx="1012">
                  <c:v>12000</c:v>
                </c:pt>
                <c:pt idx="1013">
                  <c:v>12000</c:v>
                </c:pt>
                <c:pt idx="1014">
                  <c:v>12000</c:v>
                </c:pt>
                <c:pt idx="1015">
                  <c:v>12000</c:v>
                </c:pt>
                <c:pt idx="1016">
                  <c:v>12500</c:v>
                </c:pt>
                <c:pt idx="1017">
                  <c:v>12500</c:v>
                </c:pt>
                <c:pt idx="1018">
                  <c:v>12500</c:v>
                </c:pt>
                <c:pt idx="1019">
                  <c:v>12500</c:v>
                </c:pt>
                <c:pt idx="1020">
                  <c:v>12500</c:v>
                </c:pt>
                <c:pt idx="1021">
                  <c:v>12500</c:v>
                </c:pt>
                <c:pt idx="1022">
                  <c:v>12500</c:v>
                </c:pt>
                <c:pt idx="1023">
                  <c:v>12500</c:v>
                </c:pt>
                <c:pt idx="1024">
                  <c:v>12500</c:v>
                </c:pt>
                <c:pt idx="1025">
                  <c:v>12500</c:v>
                </c:pt>
                <c:pt idx="1026">
                  <c:v>12500</c:v>
                </c:pt>
                <c:pt idx="1027">
                  <c:v>12500</c:v>
                </c:pt>
                <c:pt idx="1028">
                  <c:v>12500</c:v>
                </c:pt>
                <c:pt idx="1029">
                  <c:v>12500</c:v>
                </c:pt>
                <c:pt idx="1030">
                  <c:v>12500</c:v>
                </c:pt>
                <c:pt idx="1031">
                  <c:v>12500</c:v>
                </c:pt>
                <c:pt idx="1032">
                  <c:v>12500</c:v>
                </c:pt>
                <c:pt idx="1033">
                  <c:v>12500</c:v>
                </c:pt>
                <c:pt idx="1034">
                  <c:v>12500</c:v>
                </c:pt>
                <c:pt idx="1035">
                  <c:v>12500</c:v>
                </c:pt>
                <c:pt idx="1036">
                  <c:v>12500</c:v>
                </c:pt>
                <c:pt idx="1037">
                  <c:v>12500</c:v>
                </c:pt>
                <c:pt idx="1038">
                  <c:v>12500</c:v>
                </c:pt>
                <c:pt idx="1039">
                  <c:v>12500</c:v>
                </c:pt>
                <c:pt idx="1040">
                  <c:v>12500</c:v>
                </c:pt>
                <c:pt idx="1041">
                  <c:v>12500</c:v>
                </c:pt>
                <c:pt idx="1042">
                  <c:v>12500</c:v>
                </c:pt>
                <c:pt idx="1043">
                  <c:v>12500</c:v>
                </c:pt>
                <c:pt idx="1044">
                  <c:v>12500</c:v>
                </c:pt>
                <c:pt idx="1045">
                  <c:v>12500</c:v>
                </c:pt>
                <c:pt idx="1046">
                  <c:v>12500</c:v>
                </c:pt>
                <c:pt idx="1047">
                  <c:v>12500</c:v>
                </c:pt>
                <c:pt idx="1048">
                  <c:v>12500</c:v>
                </c:pt>
                <c:pt idx="1049">
                  <c:v>12500</c:v>
                </c:pt>
                <c:pt idx="1050">
                  <c:v>12500</c:v>
                </c:pt>
                <c:pt idx="1051">
                  <c:v>12500</c:v>
                </c:pt>
                <c:pt idx="1052">
                  <c:v>12500</c:v>
                </c:pt>
                <c:pt idx="1053">
                  <c:v>12500</c:v>
                </c:pt>
                <c:pt idx="1054">
                  <c:v>12500</c:v>
                </c:pt>
                <c:pt idx="1055">
                  <c:v>12500</c:v>
                </c:pt>
                <c:pt idx="1056">
                  <c:v>12500</c:v>
                </c:pt>
                <c:pt idx="1057">
                  <c:v>12500</c:v>
                </c:pt>
                <c:pt idx="1058">
                  <c:v>12500</c:v>
                </c:pt>
                <c:pt idx="1059">
                  <c:v>12500</c:v>
                </c:pt>
                <c:pt idx="1060">
                  <c:v>12500</c:v>
                </c:pt>
                <c:pt idx="1061">
                  <c:v>12500</c:v>
                </c:pt>
                <c:pt idx="1062">
                  <c:v>12500</c:v>
                </c:pt>
                <c:pt idx="1063">
                  <c:v>12500</c:v>
                </c:pt>
                <c:pt idx="1064">
                  <c:v>12500</c:v>
                </c:pt>
                <c:pt idx="1065">
                  <c:v>12500</c:v>
                </c:pt>
                <c:pt idx="1066">
                  <c:v>12500</c:v>
                </c:pt>
                <c:pt idx="1067">
                  <c:v>12500</c:v>
                </c:pt>
                <c:pt idx="1068">
                  <c:v>12500</c:v>
                </c:pt>
                <c:pt idx="1069">
                  <c:v>12500</c:v>
                </c:pt>
                <c:pt idx="1070">
                  <c:v>12500</c:v>
                </c:pt>
                <c:pt idx="1071">
                  <c:v>12500</c:v>
                </c:pt>
                <c:pt idx="1072">
                  <c:v>12500</c:v>
                </c:pt>
                <c:pt idx="1073">
                  <c:v>12500</c:v>
                </c:pt>
                <c:pt idx="1074">
                  <c:v>12500</c:v>
                </c:pt>
                <c:pt idx="1075">
                  <c:v>12500</c:v>
                </c:pt>
                <c:pt idx="1076">
                  <c:v>12500</c:v>
                </c:pt>
                <c:pt idx="1077">
                  <c:v>12500</c:v>
                </c:pt>
                <c:pt idx="1078">
                  <c:v>12500</c:v>
                </c:pt>
                <c:pt idx="1079">
                  <c:v>12500</c:v>
                </c:pt>
                <c:pt idx="1080">
                  <c:v>12500</c:v>
                </c:pt>
                <c:pt idx="1081">
                  <c:v>12500</c:v>
                </c:pt>
                <c:pt idx="1082">
                  <c:v>12500</c:v>
                </c:pt>
                <c:pt idx="1083">
                  <c:v>12500</c:v>
                </c:pt>
                <c:pt idx="1084">
                  <c:v>12500</c:v>
                </c:pt>
                <c:pt idx="1085">
                  <c:v>12500</c:v>
                </c:pt>
                <c:pt idx="1086">
                  <c:v>12500</c:v>
                </c:pt>
                <c:pt idx="1087">
                  <c:v>12500</c:v>
                </c:pt>
                <c:pt idx="1088">
                  <c:v>12500</c:v>
                </c:pt>
                <c:pt idx="1089">
                  <c:v>12500</c:v>
                </c:pt>
                <c:pt idx="1090">
                  <c:v>12500</c:v>
                </c:pt>
                <c:pt idx="1091">
                  <c:v>12500</c:v>
                </c:pt>
                <c:pt idx="1092">
                  <c:v>12500</c:v>
                </c:pt>
                <c:pt idx="1093">
                  <c:v>12500</c:v>
                </c:pt>
                <c:pt idx="1094">
                  <c:v>12500</c:v>
                </c:pt>
                <c:pt idx="1095">
                  <c:v>12500</c:v>
                </c:pt>
                <c:pt idx="1096">
                  <c:v>12500</c:v>
                </c:pt>
                <c:pt idx="1097">
                  <c:v>12500</c:v>
                </c:pt>
                <c:pt idx="1098">
                  <c:v>12500</c:v>
                </c:pt>
                <c:pt idx="1099">
                  <c:v>12500</c:v>
                </c:pt>
                <c:pt idx="1100">
                  <c:v>12500</c:v>
                </c:pt>
                <c:pt idx="1101">
                  <c:v>12500</c:v>
                </c:pt>
                <c:pt idx="1102">
                  <c:v>12500</c:v>
                </c:pt>
                <c:pt idx="1103">
                  <c:v>12500</c:v>
                </c:pt>
                <c:pt idx="1104">
                  <c:v>12500</c:v>
                </c:pt>
                <c:pt idx="1105">
                  <c:v>12500</c:v>
                </c:pt>
                <c:pt idx="1106">
                  <c:v>12500</c:v>
                </c:pt>
                <c:pt idx="1107">
                  <c:v>12500</c:v>
                </c:pt>
                <c:pt idx="1108">
                  <c:v>12500</c:v>
                </c:pt>
                <c:pt idx="1109">
                  <c:v>12500</c:v>
                </c:pt>
                <c:pt idx="1110">
                  <c:v>12500</c:v>
                </c:pt>
                <c:pt idx="1111">
                  <c:v>12500</c:v>
                </c:pt>
                <c:pt idx="1112">
                  <c:v>12500</c:v>
                </c:pt>
                <c:pt idx="1113">
                  <c:v>12500</c:v>
                </c:pt>
                <c:pt idx="1114">
                  <c:v>12500</c:v>
                </c:pt>
                <c:pt idx="1115">
                  <c:v>12500</c:v>
                </c:pt>
                <c:pt idx="1116">
                  <c:v>12500</c:v>
                </c:pt>
                <c:pt idx="1117">
                  <c:v>12500</c:v>
                </c:pt>
                <c:pt idx="1118">
                  <c:v>12500</c:v>
                </c:pt>
                <c:pt idx="1119">
                  <c:v>12500</c:v>
                </c:pt>
                <c:pt idx="1120">
                  <c:v>12500</c:v>
                </c:pt>
                <c:pt idx="1121">
                  <c:v>12500</c:v>
                </c:pt>
                <c:pt idx="1122">
                  <c:v>12500</c:v>
                </c:pt>
                <c:pt idx="1123">
                  <c:v>12500</c:v>
                </c:pt>
                <c:pt idx="1124">
                  <c:v>12500</c:v>
                </c:pt>
                <c:pt idx="1125">
                  <c:v>12500</c:v>
                </c:pt>
                <c:pt idx="1126">
                  <c:v>12500</c:v>
                </c:pt>
                <c:pt idx="1127">
                  <c:v>12500</c:v>
                </c:pt>
                <c:pt idx="1128">
                  <c:v>12500</c:v>
                </c:pt>
                <c:pt idx="1129">
                  <c:v>12500</c:v>
                </c:pt>
                <c:pt idx="1130">
                  <c:v>12500</c:v>
                </c:pt>
                <c:pt idx="1131">
                  <c:v>12500</c:v>
                </c:pt>
                <c:pt idx="1132">
                  <c:v>12500</c:v>
                </c:pt>
                <c:pt idx="1133">
                  <c:v>12500</c:v>
                </c:pt>
                <c:pt idx="1134">
                  <c:v>12500</c:v>
                </c:pt>
                <c:pt idx="1135">
                  <c:v>12500</c:v>
                </c:pt>
                <c:pt idx="1136">
                  <c:v>12500</c:v>
                </c:pt>
                <c:pt idx="1137">
                  <c:v>12500</c:v>
                </c:pt>
                <c:pt idx="1138">
                  <c:v>12500</c:v>
                </c:pt>
                <c:pt idx="1139">
                  <c:v>12500</c:v>
                </c:pt>
                <c:pt idx="1140">
                  <c:v>12500</c:v>
                </c:pt>
                <c:pt idx="1141">
                  <c:v>12500</c:v>
                </c:pt>
                <c:pt idx="1142">
                  <c:v>12500</c:v>
                </c:pt>
                <c:pt idx="1143">
                  <c:v>12500</c:v>
                </c:pt>
                <c:pt idx="1144">
                  <c:v>12500</c:v>
                </c:pt>
                <c:pt idx="1145">
                  <c:v>12500</c:v>
                </c:pt>
                <c:pt idx="1146">
                  <c:v>12500</c:v>
                </c:pt>
                <c:pt idx="1147">
                  <c:v>12500</c:v>
                </c:pt>
                <c:pt idx="1148">
                  <c:v>12500</c:v>
                </c:pt>
                <c:pt idx="1149">
                  <c:v>12500</c:v>
                </c:pt>
                <c:pt idx="1150">
                  <c:v>12500</c:v>
                </c:pt>
                <c:pt idx="1151">
                  <c:v>12500</c:v>
                </c:pt>
                <c:pt idx="1152">
                  <c:v>12500</c:v>
                </c:pt>
                <c:pt idx="1153">
                  <c:v>12500</c:v>
                </c:pt>
                <c:pt idx="1154">
                  <c:v>12500</c:v>
                </c:pt>
                <c:pt idx="1155">
                  <c:v>12500</c:v>
                </c:pt>
                <c:pt idx="1156">
                  <c:v>12500</c:v>
                </c:pt>
                <c:pt idx="1157">
                  <c:v>12500</c:v>
                </c:pt>
                <c:pt idx="1158">
                  <c:v>12500</c:v>
                </c:pt>
                <c:pt idx="1159">
                  <c:v>12500</c:v>
                </c:pt>
                <c:pt idx="1160">
                  <c:v>12500</c:v>
                </c:pt>
                <c:pt idx="1161">
                  <c:v>12500</c:v>
                </c:pt>
                <c:pt idx="1162">
                  <c:v>12500</c:v>
                </c:pt>
                <c:pt idx="1163">
                  <c:v>12500</c:v>
                </c:pt>
                <c:pt idx="1164">
                  <c:v>12500</c:v>
                </c:pt>
                <c:pt idx="1165">
                  <c:v>12500</c:v>
                </c:pt>
                <c:pt idx="1166">
                  <c:v>12500</c:v>
                </c:pt>
                <c:pt idx="1167">
                  <c:v>12500</c:v>
                </c:pt>
                <c:pt idx="1168">
                  <c:v>12500</c:v>
                </c:pt>
                <c:pt idx="1169">
                  <c:v>12500</c:v>
                </c:pt>
                <c:pt idx="1170">
                  <c:v>12500</c:v>
                </c:pt>
                <c:pt idx="1171">
                  <c:v>12500</c:v>
                </c:pt>
                <c:pt idx="1172">
                  <c:v>12500</c:v>
                </c:pt>
                <c:pt idx="1173">
                  <c:v>12500</c:v>
                </c:pt>
                <c:pt idx="1174">
                  <c:v>12500</c:v>
                </c:pt>
                <c:pt idx="1175">
                  <c:v>12500</c:v>
                </c:pt>
                <c:pt idx="1176">
                  <c:v>12500</c:v>
                </c:pt>
                <c:pt idx="1177">
                  <c:v>12500</c:v>
                </c:pt>
                <c:pt idx="1178">
                  <c:v>12500</c:v>
                </c:pt>
                <c:pt idx="1179">
                  <c:v>12500</c:v>
                </c:pt>
                <c:pt idx="1180">
                  <c:v>12500</c:v>
                </c:pt>
                <c:pt idx="1181">
                  <c:v>12500</c:v>
                </c:pt>
                <c:pt idx="1182">
                  <c:v>12500</c:v>
                </c:pt>
                <c:pt idx="1183">
                  <c:v>12500</c:v>
                </c:pt>
                <c:pt idx="1184">
                  <c:v>12500</c:v>
                </c:pt>
                <c:pt idx="1185">
                  <c:v>12500</c:v>
                </c:pt>
                <c:pt idx="1186">
                  <c:v>12500</c:v>
                </c:pt>
                <c:pt idx="1187">
                  <c:v>12500</c:v>
                </c:pt>
                <c:pt idx="1188">
                  <c:v>12500</c:v>
                </c:pt>
                <c:pt idx="1189">
                  <c:v>12500</c:v>
                </c:pt>
                <c:pt idx="1190">
                  <c:v>12500</c:v>
                </c:pt>
                <c:pt idx="1191">
                  <c:v>12500</c:v>
                </c:pt>
                <c:pt idx="1192">
                  <c:v>12500</c:v>
                </c:pt>
                <c:pt idx="1193">
                  <c:v>12500</c:v>
                </c:pt>
                <c:pt idx="1194">
                  <c:v>12500</c:v>
                </c:pt>
                <c:pt idx="1195">
                  <c:v>12500</c:v>
                </c:pt>
                <c:pt idx="1196">
                  <c:v>12500</c:v>
                </c:pt>
                <c:pt idx="1197">
                  <c:v>12500</c:v>
                </c:pt>
                <c:pt idx="1198">
                  <c:v>12500</c:v>
                </c:pt>
                <c:pt idx="1199">
                  <c:v>12500</c:v>
                </c:pt>
                <c:pt idx="1200">
                  <c:v>12500</c:v>
                </c:pt>
                <c:pt idx="1201">
                  <c:v>12500</c:v>
                </c:pt>
                <c:pt idx="1202">
                  <c:v>12500</c:v>
                </c:pt>
                <c:pt idx="1203">
                  <c:v>12500</c:v>
                </c:pt>
                <c:pt idx="1204">
                  <c:v>12500</c:v>
                </c:pt>
                <c:pt idx="1205">
                  <c:v>12500</c:v>
                </c:pt>
                <c:pt idx="1206">
                  <c:v>12500</c:v>
                </c:pt>
                <c:pt idx="1207">
                  <c:v>12500</c:v>
                </c:pt>
                <c:pt idx="1208">
                  <c:v>12500</c:v>
                </c:pt>
                <c:pt idx="1209">
                  <c:v>12500</c:v>
                </c:pt>
                <c:pt idx="1210">
                  <c:v>12500</c:v>
                </c:pt>
                <c:pt idx="1211">
                  <c:v>12500</c:v>
                </c:pt>
                <c:pt idx="1212">
                  <c:v>12500</c:v>
                </c:pt>
                <c:pt idx="1213">
                  <c:v>12500</c:v>
                </c:pt>
                <c:pt idx="1214">
                  <c:v>12500</c:v>
                </c:pt>
                <c:pt idx="1215">
                  <c:v>12500</c:v>
                </c:pt>
                <c:pt idx="1216">
                  <c:v>12500</c:v>
                </c:pt>
                <c:pt idx="1217">
                  <c:v>12500</c:v>
                </c:pt>
                <c:pt idx="1218">
                  <c:v>12500</c:v>
                </c:pt>
                <c:pt idx="1219">
                  <c:v>12500</c:v>
                </c:pt>
                <c:pt idx="1220">
                  <c:v>12500</c:v>
                </c:pt>
                <c:pt idx="1221">
                  <c:v>12500</c:v>
                </c:pt>
                <c:pt idx="1222">
                  <c:v>12500</c:v>
                </c:pt>
                <c:pt idx="1223">
                  <c:v>12500</c:v>
                </c:pt>
                <c:pt idx="1224">
                  <c:v>12500</c:v>
                </c:pt>
                <c:pt idx="1225">
                  <c:v>12500</c:v>
                </c:pt>
                <c:pt idx="1226">
                  <c:v>12500</c:v>
                </c:pt>
                <c:pt idx="1227">
                  <c:v>12500</c:v>
                </c:pt>
                <c:pt idx="1228">
                  <c:v>12500</c:v>
                </c:pt>
                <c:pt idx="1229">
                  <c:v>12500</c:v>
                </c:pt>
                <c:pt idx="1230">
                  <c:v>12500</c:v>
                </c:pt>
                <c:pt idx="1231">
                  <c:v>12500</c:v>
                </c:pt>
                <c:pt idx="1232">
                  <c:v>12500</c:v>
                </c:pt>
                <c:pt idx="1233">
                  <c:v>12500</c:v>
                </c:pt>
                <c:pt idx="1234">
                  <c:v>12500</c:v>
                </c:pt>
                <c:pt idx="1235">
                  <c:v>12500</c:v>
                </c:pt>
                <c:pt idx="1236">
                  <c:v>12500</c:v>
                </c:pt>
                <c:pt idx="1237">
                  <c:v>12500</c:v>
                </c:pt>
                <c:pt idx="1238">
                  <c:v>12500</c:v>
                </c:pt>
                <c:pt idx="1239">
                  <c:v>12500</c:v>
                </c:pt>
                <c:pt idx="1240">
                  <c:v>12500</c:v>
                </c:pt>
                <c:pt idx="1241">
                  <c:v>12500</c:v>
                </c:pt>
                <c:pt idx="1242">
                  <c:v>12500</c:v>
                </c:pt>
                <c:pt idx="1243">
                  <c:v>12500</c:v>
                </c:pt>
                <c:pt idx="1244">
                  <c:v>12500</c:v>
                </c:pt>
                <c:pt idx="1245">
                  <c:v>12500</c:v>
                </c:pt>
                <c:pt idx="1246">
                  <c:v>12500</c:v>
                </c:pt>
                <c:pt idx="1247">
                  <c:v>12500</c:v>
                </c:pt>
                <c:pt idx="1248">
                  <c:v>12500</c:v>
                </c:pt>
                <c:pt idx="1249">
                  <c:v>12500</c:v>
                </c:pt>
                <c:pt idx="1250">
                  <c:v>12500</c:v>
                </c:pt>
                <c:pt idx="1251">
                  <c:v>12500</c:v>
                </c:pt>
                <c:pt idx="1252">
                  <c:v>12500</c:v>
                </c:pt>
                <c:pt idx="1253">
                  <c:v>12500</c:v>
                </c:pt>
                <c:pt idx="1254">
                  <c:v>12500</c:v>
                </c:pt>
                <c:pt idx="1255">
                  <c:v>12500</c:v>
                </c:pt>
                <c:pt idx="1256">
                  <c:v>12500</c:v>
                </c:pt>
                <c:pt idx="1257">
                  <c:v>12500</c:v>
                </c:pt>
                <c:pt idx="1258">
                  <c:v>12500</c:v>
                </c:pt>
                <c:pt idx="1259">
                  <c:v>12500</c:v>
                </c:pt>
                <c:pt idx="1260">
                  <c:v>12500</c:v>
                </c:pt>
                <c:pt idx="1261">
                  <c:v>12500</c:v>
                </c:pt>
                <c:pt idx="1262">
                  <c:v>12500</c:v>
                </c:pt>
                <c:pt idx="1263">
                  <c:v>12500</c:v>
                </c:pt>
                <c:pt idx="1264">
                  <c:v>12500</c:v>
                </c:pt>
                <c:pt idx="1265">
                  <c:v>12500</c:v>
                </c:pt>
                <c:pt idx="1266">
                  <c:v>12500</c:v>
                </c:pt>
                <c:pt idx="1267">
                  <c:v>12500</c:v>
                </c:pt>
                <c:pt idx="1268">
                  <c:v>12500</c:v>
                </c:pt>
                <c:pt idx="1269">
                  <c:v>12500</c:v>
                </c:pt>
                <c:pt idx="1270">
                  <c:v>12500</c:v>
                </c:pt>
                <c:pt idx="1271">
                  <c:v>12500</c:v>
                </c:pt>
                <c:pt idx="1272">
                  <c:v>12500</c:v>
                </c:pt>
                <c:pt idx="1273">
                  <c:v>12500</c:v>
                </c:pt>
                <c:pt idx="1274">
                  <c:v>12500</c:v>
                </c:pt>
                <c:pt idx="1275">
                  <c:v>12500</c:v>
                </c:pt>
                <c:pt idx="1276">
                  <c:v>12500</c:v>
                </c:pt>
                <c:pt idx="1277">
                  <c:v>12500</c:v>
                </c:pt>
                <c:pt idx="1278">
                  <c:v>12500</c:v>
                </c:pt>
                <c:pt idx="1279">
                  <c:v>12500</c:v>
                </c:pt>
                <c:pt idx="1280">
                  <c:v>12500</c:v>
                </c:pt>
                <c:pt idx="1281">
                  <c:v>12500</c:v>
                </c:pt>
                <c:pt idx="1282">
                  <c:v>12500</c:v>
                </c:pt>
                <c:pt idx="1283">
                  <c:v>12500</c:v>
                </c:pt>
                <c:pt idx="1284">
                  <c:v>12500</c:v>
                </c:pt>
                <c:pt idx="1285">
                  <c:v>12500</c:v>
                </c:pt>
                <c:pt idx="1286">
                  <c:v>12500</c:v>
                </c:pt>
                <c:pt idx="1287">
                  <c:v>12500</c:v>
                </c:pt>
                <c:pt idx="1288">
                  <c:v>12500</c:v>
                </c:pt>
                <c:pt idx="1289">
                  <c:v>12500</c:v>
                </c:pt>
                <c:pt idx="1290">
                  <c:v>12500</c:v>
                </c:pt>
                <c:pt idx="1291">
                  <c:v>12500</c:v>
                </c:pt>
                <c:pt idx="1292">
                  <c:v>12500</c:v>
                </c:pt>
                <c:pt idx="1293">
                  <c:v>12500</c:v>
                </c:pt>
                <c:pt idx="1294">
                  <c:v>12500</c:v>
                </c:pt>
                <c:pt idx="1295">
                  <c:v>12500</c:v>
                </c:pt>
                <c:pt idx="1296">
                  <c:v>12500</c:v>
                </c:pt>
                <c:pt idx="1297">
                  <c:v>12500</c:v>
                </c:pt>
                <c:pt idx="1298">
                  <c:v>12500</c:v>
                </c:pt>
                <c:pt idx="1299">
                  <c:v>12500</c:v>
                </c:pt>
                <c:pt idx="1300">
                  <c:v>12500</c:v>
                </c:pt>
                <c:pt idx="1301">
                  <c:v>12500</c:v>
                </c:pt>
                <c:pt idx="1302">
                  <c:v>12500</c:v>
                </c:pt>
                <c:pt idx="1303">
                  <c:v>12500</c:v>
                </c:pt>
                <c:pt idx="1304">
                  <c:v>12500</c:v>
                </c:pt>
                <c:pt idx="1305">
                  <c:v>12500</c:v>
                </c:pt>
                <c:pt idx="1306">
                  <c:v>12500</c:v>
                </c:pt>
                <c:pt idx="1307">
                  <c:v>12500</c:v>
                </c:pt>
                <c:pt idx="1308">
                  <c:v>12500</c:v>
                </c:pt>
                <c:pt idx="1309">
                  <c:v>12500</c:v>
                </c:pt>
                <c:pt idx="1310">
                  <c:v>12500</c:v>
                </c:pt>
                <c:pt idx="1311">
                  <c:v>12500</c:v>
                </c:pt>
                <c:pt idx="1312">
                  <c:v>12500</c:v>
                </c:pt>
                <c:pt idx="1313">
                  <c:v>12500</c:v>
                </c:pt>
                <c:pt idx="1314">
                  <c:v>12500</c:v>
                </c:pt>
                <c:pt idx="1315">
                  <c:v>12500</c:v>
                </c:pt>
                <c:pt idx="1316">
                  <c:v>12500</c:v>
                </c:pt>
                <c:pt idx="1317">
                  <c:v>12500</c:v>
                </c:pt>
                <c:pt idx="1318">
                  <c:v>12500</c:v>
                </c:pt>
                <c:pt idx="1319">
                  <c:v>12500</c:v>
                </c:pt>
                <c:pt idx="1320">
                  <c:v>12500</c:v>
                </c:pt>
                <c:pt idx="1321">
                  <c:v>12500</c:v>
                </c:pt>
                <c:pt idx="1322">
                  <c:v>12500</c:v>
                </c:pt>
                <c:pt idx="1323">
                  <c:v>12500</c:v>
                </c:pt>
                <c:pt idx="1324">
                  <c:v>12500</c:v>
                </c:pt>
                <c:pt idx="1325">
                  <c:v>12500</c:v>
                </c:pt>
                <c:pt idx="1326">
                  <c:v>12500</c:v>
                </c:pt>
                <c:pt idx="1327">
                  <c:v>12500</c:v>
                </c:pt>
                <c:pt idx="1328">
                  <c:v>12500</c:v>
                </c:pt>
                <c:pt idx="1329">
                  <c:v>12500</c:v>
                </c:pt>
                <c:pt idx="1330">
                  <c:v>12500</c:v>
                </c:pt>
                <c:pt idx="1331">
                  <c:v>12500</c:v>
                </c:pt>
                <c:pt idx="1332">
                  <c:v>12500</c:v>
                </c:pt>
                <c:pt idx="1333">
                  <c:v>12500</c:v>
                </c:pt>
                <c:pt idx="1334">
                  <c:v>12500</c:v>
                </c:pt>
                <c:pt idx="1335">
                  <c:v>12500</c:v>
                </c:pt>
                <c:pt idx="1336">
                  <c:v>12500</c:v>
                </c:pt>
                <c:pt idx="1337">
                  <c:v>12500</c:v>
                </c:pt>
                <c:pt idx="1338">
                  <c:v>12500</c:v>
                </c:pt>
                <c:pt idx="1339">
                  <c:v>12500</c:v>
                </c:pt>
                <c:pt idx="1340">
                  <c:v>12500</c:v>
                </c:pt>
                <c:pt idx="1341">
                  <c:v>12500</c:v>
                </c:pt>
                <c:pt idx="1342">
                  <c:v>12500</c:v>
                </c:pt>
                <c:pt idx="1343">
                  <c:v>12500</c:v>
                </c:pt>
                <c:pt idx="1344">
                  <c:v>12500</c:v>
                </c:pt>
                <c:pt idx="1345">
                  <c:v>12500</c:v>
                </c:pt>
                <c:pt idx="1346">
                  <c:v>12500</c:v>
                </c:pt>
                <c:pt idx="1347">
                  <c:v>12500</c:v>
                </c:pt>
                <c:pt idx="1348">
                  <c:v>12500</c:v>
                </c:pt>
                <c:pt idx="1349">
                  <c:v>12500</c:v>
                </c:pt>
                <c:pt idx="1350">
                  <c:v>12500</c:v>
                </c:pt>
                <c:pt idx="1351">
                  <c:v>12500</c:v>
                </c:pt>
                <c:pt idx="1352">
                  <c:v>12500</c:v>
                </c:pt>
                <c:pt idx="1353">
                  <c:v>12500</c:v>
                </c:pt>
                <c:pt idx="1354">
                  <c:v>12500</c:v>
                </c:pt>
                <c:pt idx="1355">
                  <c:v>12500</c:v>
                </c:pt>
                <c:pt idx="1356">
                  <c:v>12500</c:v>
                </c:pt>
                <c:pt idx="1357">
                  <c:v>12500</c:v>
                </c:pt>
                <c:pt idx="1358">
                  <c:v>12500</c:v>
                </c:pt>
                <c:pt idx="1359">
                  <c:v>12500</c:v>
                </c:pt>
                <c:pt idx="1360">
                  <c:v>12500</c:v>
                </c:pt>
                <c:pt idx="1361">
                  <c:v>12500</c:v>
                </c:pt>
                <c:pt idx="1362">
                  <c:v>12500</c:v>
                </c:pt>
                <c:pt idx="1363">
                  <c:v>12500</c:v>
                </c:pt>
                <c:pt idx="1364">
                  <c:v>12500</c:v>
                </c:pt>
                <c:pt idx="1365">
                  <c:v>12500</c:v>
                </c:pt>
                <c:pt idx="1366">
                  <c:v>12500</c:v>
                </c:pt>
                <c:pt idx="1367">
                  <c:v>12500</c:v>
                </c:pt>
                <c:pt idx="1368">
                  <c:v>12500</c:v>
                </c:pt>
                <c:pt idx="1369">
                  <c:v>12500</c:v>
                </c:pt>
                <c:pt idx="1370">
                  <c:v>12500</c:v>
                </c:pt>
                <c:pt idx="1371">
                  <c:v>12500</c:v>
                </c:pt>
                <c:pt idx="1372">
                  <c:v>12500</c:v>
                </c:pt>
                <c:pt idx="1373">
                  <c:v>12500</c:v>
                </c:pt>
                <c:pt idx="1374">
                  <c:v>12500</c:v>
                </c:pt>
                <c:pt idx="1375">
                  <c:v>12500</c:v>
                </c:pt>
                <c:pt idx="1376">
                  <c:v>12500</c:v>
                </c:pt>
                <c:pt idx="1377">
                  <c:v>12500</c:v>
                </c:pt>
                <c:pt idx="1378">
                  <c:v>12500</c:v>
                </c:pt>
                <c:pt idx="1379">
                  <c:v>12500</c:v>
                </c:pt>
                <c:pt idx="1380">
                  <c:v>12500</c:v>
                </c:pt>
                <c:pt idx="1381">
                  <c:v>12500</c:v>
                </c:pt>
                <c:pt idx="1382">
                  <c:v>12500</c:v>
                </c:pt>
                <c:pt idx="1383">
                  <c:v>12500</c:v>
                </c:pt>
                <c:pt idx="1384">
                  <c:v>12500</c:v>
                </c:pt>
                <c:pt idx="1385">
                  <c:v>12500</c:v>
                </c:pt>
                <c:pt idx="1386">
                  <c:v>12500</c:v>
                </c:pt>
                <c:pt idx="1387">
                  <c:v>12500</c:v>
                </c:pt>
                <c:pt idx="1388">
                  <c:v>12500</c:v>
                </c:pt>
                <c:pt idx="1389">
                  <c:v>12500</c:v>
                </c:pt>
                <c:pt idx="1390">
                  <c:v>12500</c:v>
                </c:pt>
                <c:pt idx="1391">
                  <c:v>12500</c:v>
                </c:pt>
                <c:pt idx="1392">
                  <c:v>12500</c:v>
                </c:pt>
                <c:pt idx="1393">
                  <c:v>12500</c:v>
                </c:pt>
                <c:pt idx="1394">
                  <c:v>12500</c:v>
                </c:pt>
                <c:pt idx="1395">
                  <c:v>12500</c:v>
                </c:pt>
                <c:pt idx="1396">
                  <c:v>12500</c:v>
                </c:pt>
                <c:pt idx="1397">
                  <c:v>12500</c:v>
                </c:pt>
                <c:pt idx="1398">
                  <c:v>12500</c:v>
                </c:pt>
                <c:pt idx="1399">
                  <c:v>12500</c:v>
                </c:pt>
                <c:pt idx="1400">
                  <c:v>12500</c:v>
                </c:pt>
                <c:pt idx="1401">
                  <c:v>12500</c:v>
                </c:pt>
                <c:pt idx="1402">
                  <c:v>12500</c:v>
                </c:pt>
                <c:pt idx="1403">
                  <c:v>12500</c:v>
                </c:pt>
                <c:pt idx="1404">
                  <c:v>12500</c:v>
                </c:pt>
                <c:pt idx="1405">
                  <c:v>12500</c:v>
                </c:pt>
                <c:pt idx="1406">
                  <c:v>12500</c:v>
                </c:pt>
                <c:pt idx="1407">
                  <c:v>12500</c:v>
                </c:pt>
                <c:pt idx="1408">
                  <c:v>12500</c:v>
                </c:pt>
                <c:pt idx="1409">
                  <c:v>12500</c:v>
                </c:pt>
                <c:pt idx="1410">
                  <c:v>12500</c:v>
                </c:pt>
                <c:pt idx="1411">
                  <c:v>12500</c:v>
                </c:pt>
                <c:pt idx="1412">
                  <c:v>12500</c:v>
                </c:pt>
                <c:pt idx="1413">
                  <c:v>12500</c:v>
                </c:pt>
                <c:pt idx="1414">
                  <c:v>12500</c:v>
                </c:pt>
                <c:pt idx="1415">
                  <c:v>12500</c:v>
                </c:pt>
                <c:pt idx="1416">
                  <c:v>12500</c:v>
                </c:pt>
                <c:pt idx="1417">
                  <c:v>12500</c:v>
                </c:pt>
                <c:pt idx="1418">
                  <c:v>12500</c:v>
                </c:pt>
                <c:pt idx="1419">
                  <c:v>12500</c:v>
                </c:pt>
                <c:pt idx="1420">
                  <c:v>12500</c:v>
                </c:pt>
                <c:pt idx="1421">
                  <c:v>12500</c:v>
                </c:pt>
                <c:pt idx="1422">
                  <c:v>12500</c:v>
                </c:pt>
                <c:pt idx="1423">
                  <c:v>12500</c:v>
                </c:pt>
                <c:pt idx="1424">
                  <c:v>12500</c:v>
                </c:pt>
                <c:pt idx="1425">
                  <c:v>12500</c:v>
                </c:pt>
                <c:pt idx="1426">
                  <c:v>12500</c:v>
                </c:pt>
                <c:pt idx="1427">
                  <c:v>12500</c:v>
                </c:pt>
                <c:pt idx="1428">
                  <c:v>12500</c:v>
                </c:pt>
                <c:pt idx="1429">
                  <c:v>12500</c:v>
                </c:pt>
                <c:pt idx="1430">
                  <c:v>12500</c:v>
                </c:pt>
                <c:pt idx="1431">
                  <c:v>12500</c:v>
                </c:pt>
                <c:pt idx="1432">
                  <c:v>12500</c:v>
                </c:pt>
                <c:pt idx="1433">
                  <c:v>12500</c:v>
                </c:pt>
                <c:pt idx="1434">
                  <c:v>12500</c:v>
                </c:pt>
                <c:pt idx="1435">
                  <c:v>12500</c:v>
                </c:pt>
                <c:pt idx="1436">
                  <c:v>12500</c:v>
                </c:pt>
                <c:pt idx="1437">
                  <c:v>12500</c:v>
                </c:pt>
                <c:pt idx="1438">
                  <c:v>12500</c:v>
                </c:pt>
                <c:pt idx="1439">
                  <c:v>12500</c:v>
                </c:pt>
                <c:pt idx="1440">
                  <c:v>12500</c:v>
                </c:pt>
                <c:pt idx="1441">
                  <c:v>12500</c:v>
                </c:pt>
                <c:pt idx="1442">
                  <c:v>12500</c:v>
                </c:pt>
                <c:pt idx="1443">
                  <c:v>12500</c:v>
                </c:pt>
                <c:pt idx="1444">
                  <c:v>12500</c:v>
                </c:pt>
                <c:pt idx="1445">
                  <c:v>12500</c:v>
                </c:pt>
                <c:pt idx="1446">
                  <c:v>12500</c:v>
                </c:pt>
                <c:pt idx="1447">
                  <c:v>12500</c:v>
                </c:pt>
                <c:pt idx="1448">
                  <c:v>12500</c:v>
                </c:pt>
                <c:pt idx="1449">
                  <c:v>12500</c:v>
                </c:pt>
                <c:pt idx="1450">
                  <c:v>12500</c:v>
                </c:pt>
                <c:pt idx="1451">
                  <c:v>12500</c:v>
                </c:pt>
                <c:pt idx="1452">
                  <c:v>12500</c:v>
                </c:pt>
                <c:pt idx="1453">
                  <c:v>12500</c:v>
                </c:pt>
                <c:pt idx="1454">
                  <c:v>12500</c:v>
                </c:pt>
                <c:pt idx="1455">
                  <c:v>12500</c:v>
                </c:pt>
                <c:pt idx="1456">
                  <c:v>12500</c:v>
                </c:pt>
                <c:pt idx="1457">
                  <c:v>12500</c:v>
                </c:pt>
                <c:pt idx="1458">
                  <c:v>12500</c:v>
                </c:pt>
                <c:pt idx="1459">
                  <c:v>12500</c:v>
                </c:pt>
                <c:pt idx="1460">
                  <c:v>12500</c:v>
                </c:pt>
                <c:pt idx="1461">
                  <c:v>12500</c:v>
                </c:pt>
                <c:pt idx="1462">
                  <c:v>12500</c:v>
                </c:pt>
                <c:pt idx="1463">
                  <c:v>12500</c:v>
                </c:pt>
                <c:pt idx="1464">
                  <c:v>12500</c:v>
                </c:pt>
                <c:pt idx="1465">
                  <c:v>12500</c:v>
                </c:pt>
                <c:pt idx="1466">
                  <c:v>12500</c:v>
                </c:pt>
                <c:pt idx="1467">
                  <c:v>12500</c:v>
                </c:pt>
                <c:pt idx="1468">
                  <c:v>12500</c:v>
                </c:pt>
                <c:pt idx="1469">
                  <c:v>12500</c:v>
                </c:pt>
                <c:pt idx="1470">
                  <c:v>12500</c:v>
                </c:pt>
                <c:pt idx="1471">
                  <c:v>12500</c:v>
                </c:pt>
                <c:pt idx="1472">
                  <c:v>12500</c:v>
                </c:pt>
                <c:pt idx="1473">
                  <c:v>12500</c:v>
                </c:pt>
                <c:pt idx="1474">
                  <c:v>12500</c:v>
                </c:pt>
                <c:pt idx="1475">
                  <c:v>12500</c:v>
                </c:pt>
                <c:pt idx="1476">
                  <c:v>12500</c:v>
                </c:pt>
                <c:pt idx="1477">
                  <c:v>12500</c:v>
                </c:pt>
                <c:pt idx="1478">
                  <c:v>12500</c:v>
                </c:pt>
                <c:pt idx="1479">
                  <c:v>12500</c:v>
                </c:pt>
                <c:pt idx="1480">
                  <c:v>12500</c:v>
                </c:pt>
                <c:pt idx="1481">
                  <c:v>12500</c:v>
                </c:pt>
                <c:pt idx="1482">
                  <c:v>12500</c:v>
                </c:pt>
                <c:pt idx="1483">
                  <c:v>12500</c:v>
                </c:pt>
                <c:pt idx="1484">
                  <c:v>12500</c:v>
                </c:pt>
                <c:pt idx="1485">
                  <c:v>12500</c:v>
                </c:pt>
                <c:pt idx="1486">
                  <c:v>12500</c:v>
                </c:pt>
                <c:pt idx="1487">
                  <c:v>12500</c:v>
                </c:pt>
                <c:pt idx="1488">
                  <c:v>12500</c:v>
                </c:pt>
                <c:pt idx="1489">
                  <c:v>12500</c:v>
                </c:pt>
                <c:pt idx="1490">
                  <c:v>12500</c:v>
                </c:pt>
                <c:pt idx="1491">
                  <c:v>12500</c:v>
                </c:pt>
                <c:pt idx="1492">
                  <c:v>12500</c:v>
                </c:pt>
                <c:pt idx="1493">
                  <c:v>12500</c:v>
                </c:pt>
                <c:pt idx="1494">
                  <c:v>12500</c:v>
                </c:pt>
                <c:pt idx="1495">
                  <c:v>12500</c:v>
                </c:pt>
                <c:pt idx="1496">
                  <c:v>12500</c:v>
                </c:pt>
                <c:pt idx="1497">
                  <c:v>12500</c:v>
                </c:pt>
                <c:pt idx="1498">
                  <c:v>12500</c:v>
                </c:pt>
                <c:pt idx="1499">
                  <c:v>12500</c:v>
                </c:pt>
                <c:pt idx="1500">
                  <c:v>12500</c:v>
                </c:pt>
                <c:pt idx="1501">
                  <c:v>12500</c:v>
                </c:pt>
                <c:pt idx="1502">
                  <c:v>12500</c:v>
                </c:pt>
                <c:pt idx="1503">
                  <c:v>12500</c:v>
                </c:pt>
                <c:pt idx="1504">
                  <c:v>12500</c:v>
                </c:pt>
                <c:pt idx="1505">
                  <c:v>12500</c:v>
                </c:pt>
                <c:pt idx="1506">
                  <c:v>12500</c:v>
                </c:pt>
                <c:pt idx="1507">
                  <c:v>12500</c:v>
                </c:pt>
                <c:pt idx="1508">
                  <c:v>12500</c:v>
                </c:pt>
                <c:pt idx="1509">
                  <c:v>12500</c:v>
                </c:pt>
                <c:pt idx="1510">
                  <c:v>12500</c:v>
                </c:pt>
                <c:pt idx="1511">
                  <c:v>12500</c:v>
                </c:pt>
                <c:pt idx="1512">
                  <c:v>12500</c:v>
                </c:pt>
                <c:pt idx="1513">
                  <c:v>12500</c:v>
                </c:pt>
                <c:pt idx="1514">
                  <c:v>12500</c:v>
                </c:pt>
                <c:pt idx="1515">
                  <c:v>12500</c:v>
                </c:pt>
                <c:pt idx="1516">
                  <c:v>12500</c:v>
                </c:pt>
                <c:pt idx="1517">
                  <c:v>12500</c:v>
                </c:pt>
                <c:pt idx="1518">
                  <c:v>12500</c:v>
                </c:pt>
                <c:pt idx="1519">
                  <c:v>12500</c:v>
                </c:pt>
                <c:pt idx="1520">
                  <c:v>12500</c:v>
                </c:pt>
                <c:pt idx="1521">
                  <c:v>12500</c:v>
                </c:pt>
                <c:pt idx="1522">
                  <c:v>12500</c:v>
                </c:pt>
                <c:pt idx="1523">
                  <c:v>12500</c:v>
                </c:pt>
                <c:pt idx="1524">
                  <c:v>12500</c:v>
                </c:pt>
                <c:pt idx="1525">
                  <c:v>12500</c:v>
                </c:pt>
                <c:pt idx="1526">
                  <c:v>12500</c:v>
                </c:pt>
                <c:pt idx="1527">
                  <c:v>12500</c:v>
                </c:pt>
                <c:pt idx="1528">
                  <c:v>12500</c:v>
                </c:pt>
                <c:pt idx="1529">
                  <c:v>12500</c:v>
                </c:pt>
                <c:pt idx="1530">
                  <c:v>12500</c:v>
                </c:pt>
                <c:pt idx="1531">
                  <c:v>12500</c:v>
                </c:pt>
                <c:pt idx="1532">
                  <c:v>12500</c:v>
                </c:pt>
                <c:pt idx="1533">
                  <c:v>12500</c:v>
                </c:pt>
                <c:pt idx="1534">
                  <c:v>12500</c:v>
                </c:pt>
                <c:pt idx="1535">
                  <c:v>12500</c:v>
                </c:pt>
                <c:pt idx="1536">
                  <c:v>12500</c:v>
                </c:pt>
                <c:pt idx="1537">
                  <c:v>12500</c:v>
                </c:pt>
                <c:pt idx="1538">
                  <c:v>12500</c:v>
                </c:pt>
                <c:pt idx="1539">
                  <c:v>12500</c:v>
                </c:pt>
                <c:pt idx="1540">
                  <c:v>12500</c:v>
                </c:pt>
                <c:pt idx="1541">
                  <c:v>12500</c:v>
                </c:pt>
                <c:pt idx="1542">
                  <c:v>12500</c:v>
                </c:pt>
                <c:pt idx="1543">
                  <c:v>12500</c:v>
                </c:pt>
                <c:pt idx="1544">
                  <c:v>12500</c:v>
                </c:pt>
                <c:pt idx="1545">
                  <c:v>12500</c:v>
                </c:pt>
                <c:pt idx="1546">
                  <c:v>12500</c:v>
                </c:pt>
                <c:pt idx="1547">
                  <c:v>12500</c:v>
                </c:pt>
                <c:pt idx="1548">
                  <c:v>12500</c:v>
                </c:pt>
                <c:pt idx="1549">
                  <c:v>12500</c:v>
                </c:pt>
                <c:pt idx="1550">
                  <c:v>12500</c:v>
                </c:pt>
                <c:pt idx="1551">
                  <c:v>12500</c:v>
                </c:pt>
                <c:pt idx="1552">
                  <c:v>12500</c:v>
                </c:pt>
                <c:pt idx="1553">
                  <c:v>12500</c:v>
                </c:pt>
                <c:pt idx="1554">
                  <c:v>12500</c:v>
                </c:pt>
                <c:pt idx="1555">
                  <c:v>12500</c:v>
                </c:pt>
                <c:pt idx="1556">
                  <c:v>12500</c:v>
                </c:pt>
                <c:pt idx="1557">
                  <c:v>12500</c:v>
                </c:pt>
                <c:pt idx="1558">
                  <c:v>12500</c:v>
                </c:pt>
                <c:pt idx="1559">
                  <c:v>12500</c:v>
                </c:pt>
                <c:pt idx="1560">
                  <c:v>12500</c:v>
                </c:pt>
                <c:pt idx="1561">
                  <c:v>12500</c:v>
                </c:pt>
                <c:pt idx="1562">
                  <c:v>12500</c:v>
                </c:pt>
                <c:pt idx="1563">
                  <c:v>12500</c:v>
                </c:pt>
                <c:pt idx="1564">
                  <c:v>12500</c:v>
                </c:pt>
                <c:pt idx="1565">
                  <c:v>12500</c:v>
                </c:pt>
                <c:pt idx="1566">
                  <c:v>12500</c:v>
                </c:pt>
                <c:pt idx="1567">
                  <c:v>12500</c:v>
                </c:pt>
                <c:pt idx="1568">
                  <c:v>12500</c:v>
                </c:pt>
                <c:pt idx="1569">
                  <c:v>12500</c:v>
                </c:pt>
                <c:pt idx="1570">
                  <c:v>12500</c:v>
                </c:pt>
                <c:pt idx="1571">
                  <c:v>12500</c:v>
                </c:pt>
                <c:pt idx="1572">
                  <c:v>12500</c:v>
                </c:pt>
                <c:pt idx="1573">
                  <c:v>12500</c:v>
                </c:pt>
                <c:pt idx="1574">
                  <c:v>12500</c:v>
                </c:pt>
                <c:pt idx="1575">
                  <c:v>12500</c:v>
                </c:pt>
                <c:pt idx="1576">
                  <c:v>12500</c:v>
                </c:pt>
                <c:pt idx="1577">
                  <c:v>12500</c:v>
                </c:pt>
                <c:pt idx="1578">
                  <c:v>12500</c:v>
                </c:pt>
                <c:pt idx="1579">
                  <c:v>12500</c:v>
                </c:pt>
                <c:pt idx="1580">
                  <c:v>12500</c:v>
                </c:pt>
                <c:pt idx="1581">
                  <c:v>12500</c:v>
                </c:pt>
                <c:pt idx="1582">
                  <c:v>12500</c:v>
                </c:pt>
                <c:pt idx="1583">
                  <c:v>12500</c:v>
                </c:pt>
                <c:pt idx="1584">
                  <c:v>12500</c:v>
                </c:pt>
                <c:pt idx="1585">
                  <c:v>12500</c:v>
                </c:pt>
                <c:pt idx="1586">
                  <c:v>12500</c:v>
                </c:pt>
                <c:pt idx="1587">
                  <c:v>12500</c:v>
                </c:pt>
                <c:pt idx="1588">
                  <c:v>12500</c:v>
                </c:pt>
                <c:pt idx="1589">
                  <c:v>12500</c:v>
                </c:pt>
                <c:pt idx="1590">
                  <c:v>12500</c:v>
                </c:pt>
                <c:pt idx="1591">
                  <c:v>12500</c:v>
                </c:pt>
                <c:pt idx="1592">
                  <c:v>12500</c:v>
                </c:pt>
                <c:pt idx="1593">
                  <c:v>12500</c:v>
                </c:pt>
                <c:pt idx="1594">
                  <c:v>12500</c:v>
                </c:pt>
                <c:pt idx="1595">
                  <c:v>12500</c:v>
                </c:pt>
                <c:pt idx="1596">
                  <c:v>12500</c:v>
                </c:pt>
                <c:pt idx="1597">
                  <c:v>12500</c:v>
                </c:pt>
                <c:pt idx="1598">
                  <c:v>12500</c:v>
                </c:pt>
                <c:pt idx="1599">
                  <c:v>12500</c:v>
                </c:pt>
                <c:pt idx="1600">
                  <c:v>12500</c:v>
                </c:pt>
                <c:pt idx="1601">
                  <c:v>12500</c:v>
                </c:pt>
                <c:pt idx="1602">
                  <c:v>12500</c:v>
                </c:pt>
                <c:pt idx="1603">
                  <c:v>12500</c:v>
                </c:pt>
                <c:pt idx="1604">
                  <c:v>12500</c:v>
                </c:pt>
                <c:pt idx="1605">
                  <c:v>12500</c:v>
                </c:pt>
                <c:pt idx="1606">
                  <c:v>12500</c:v>
                </c:pt>
                <c:pt idx="1607">
                  <c:v>12500</c:v>
                </c:pt>
                <c:pt idx="1608">
                  <c:v>12500</c:v>
                </c:pt>
                <c:pt idx="1609">
                  <c:v>12500</c:v>
                </c:pt>
                <c:pt idx="1610">
                  <c:v>12500</c:v>
                </c:pt>
                <c:pt idx="1611">
                  <c:v>12500</c:v>
                </c:pt>
                <c:pt idx="1612">
                  <c:v>12500</c:v>
                </c:pt>
                <c:pt idx="1613">
                  <c:v>12500</c:v>
                </c:pt>
                <c:pt idx="1614">
                  <c:v>12500</c:v>
                </c:pt>
                <c:pt idx="1615">
                  <c:v>12500</c:v>
                </c:pt>
                <c:pt idx="1616">
                  <c:v>12500</c:v>
                </c:pt>
                <c:pt idx="1617">
                  <c:v>12500</c:v>
                </c:pt>
                <c:pt idx="1618">
                  <c:v>12500</c:v>
                </c:pt>
                <c:pt idx="1619">
                  <c:v>12500</c:v>
                </c:pt>
                <c:pt idx="1620">
                  <c:v>12500</c:v>
                </c:pt>
                <c:pt idx="1621">
                  <c:v>12500</c:v>
                </c:pt>
                <c:pt idx="1622">
                  <c:v>12500</c:v>
                </c:pt>
                <c:pt idx="1623">
                  <c:v>12500</c:v>
                </c:pt>
                <c:pt idx="1624">
                  <c:v>12500</c:v>
                </c:pt>
                <c:pt idx="1625">
                  <c:v>12500</c:v>
                </c:pt>
                <c:pt idx="1626">
                  <c:v>12500</c:v>
                </c:pt>
                <c:pt idx="1627">
                  <c:v>12500</c:v>
                </c:pt>
                <c:pt idx="1628">
                  <c:v>12500</c:v>
                </c:pt>
                <c:pt idx="1629">
                  <c:v>12500</c:v>
                </c:pt>
                <c:pt idx="1630">
                  <c:v>12500</c:v>
                </c:pt>
                <c:pt idx="1631">
                  <c:v>12500</c:v>
                </c:pt>
                <c:pt idx="1632">
                  <c:v>12500</c:v>
                </c:pt>
                <c:pt idx="1633">
                  <c:v>12500</c:v>
                </c:pt>
                <c:pt idx="1634">
                  <c:v>12500</c:v>
                </c:pt>
                <c:pt idx="1635">
                  <c:v>12500</c:v>
                </c:pt>
                <c:pt idx="1636">
                  <c:v>12500</c:v>
                </c:pt>
                <c:pt idx="1637">
                  <c:v>12500</c:v>
                </c:pt>
                <c:pt idx="1638">
                  <c:v>12500</c:v>
                </c:pt>
                <c:pt idx="1639">
                  <c:v>12500</c:v>
                </c:pt>
                <c:pt idx="1640">
                  <c:v>12500</c:v>
                </c:pt>
                <c:pt idx="1641">
                  <c:v>12500</c:v>
                </c:pt>
                <c:pt idx="1642">
                  <c:v>12500</c:v>
                </c:pt>
                <c:pt idx="1643">
                  <c:v>12500</c:v>
                </c:pt>
                <c:pt idx="1644">
                  <c:v>12500</c:v>
                </c:pt>
                <c:pt idx="1645">
                  <c:v>12500</c:v>
                </c:pt>
                <c:pt idx="1646">
                  <c:v>12500</c:v>
                </c:pt>
                <c:pt idx="1647">
                  <c:v>12500</c:v>
                </c:pt>
                <c:pt idx="1648">
                  <c:v>12500</c:v>
                </c:pt>
                <c:pt idx="1649">
                  <c:v>12500</c:v>
                </c:pt>
                <c:pt idx="1650">
                  <c:v>12500</c:v>
                </c:pt>
                <c:pt idx="1651">
                  <c:v>12500</c:v>
                </c:pt>
                <c:pt idx="1652">
                  <c:v>12500</c:v>
                </c:pt>
                <c:pt idx="1653">
                  <c:v>12500</c:v>
                </c:pt>
                <c:pt idx="1654">
                  <c:v>12500</c:v>
                </c:pt>
                <c:pt idx="1655">
                  <c:v>12500</c:v>
                </c:pt>
                <c:pt idx="1656">
                  <c:v>12500</c:v>
                </c:pt>
                <c:pt idx="1657">
                  <c:v>12500</c:v>
                </c:pt>
                <c:pt idx="1658">
                  <c:v>12500</c:v>
                </c:pt>
                <c:pt idx="1659">
                  <c:v>12500</c:v>
                </c:pt>
                <c:pt idx="1660">
                  <c:v>12500</c:v>
                </c:pt>
                <c:pt idx="1661">
                  <c:v>12500</c:v>
                </c:pt>
                <c:pt idx="1662">
                  <c:v>12500</c:v>
                </c:pt>
                <c:pt idx="1663">
                  <c:v>12500</c:v>
                </c:pt>
                <c:pt idx="1664">
                  <c:v>12500</c:v>
                </c:pt>
                <c:pt idx="1665">
                  <c:v>12500</c:v>
                </c:pt>
                <c:pt idx="1666">
                  <c:v>12500</c:v>
                </c:pt>
                <c:pt idx="1667">
                  <c:v>12500</c:v>
                </c:pt>
                <c:pt idx="1668">
                  <c:v>12500</c:v>
                </c:pt>
                <c:pt idx="1669">
                  <c:v>12500</c:v>
                </c:pt>
                <c:pt idx="1670">
                  <c:v>12500</c:v>
                </c:pt>
                <c:pt idx="1671">
                  <c:v>12500</c:v>
                </c:pt>
                <c:pt idx="1672">
                  <c:v>12500</c:v>
                </c:pt>
                <c:pt idx="1673">
                  <c:v>14500</c:v>
                </c:pt>
                <c:pt idx="1674">
                  <c:v>14500</c:v>
                </c:pt>
                <c:pt idx="1675">
                  <c:v>14500</c:v>
                </c:pt>
                <c:pt idx="1676">
                  <c:v>14500</c:v>
                </c:pt>
                <c:pt idx="1677">
                  <c:v>14500</c:v>
                </c:pt>
                <c:pt idx="1678">
                  <c:v>14500</c:v>
                </c:pt>
                <c:pt idx="1679">
                  <c:v>14500</c:v>
                </c:pt>
                <c:pt idx="1680">
                  <c:v>14500</c:v>
                </c:pt>
                <c:pt idx="1681">
                  <c:v>14500</c:v>
                </c:pt>
                <c:pt idx="1682">
                  <c:v>14500</c:v>
                </c:pt>
                <c:pt idx="1683">
                  <c:v>14500</c:v>
                </c:pt>
                <c:pt idx="1684">
                  <c:v>14500</c:v>
                </c:pt>
                <c:pt idx="1685">
                  <c:v>14500</c:v>
                </c:pt>
                <c:pt idx="1686">
                  <c:v>14500</c:v>
                </c:pt>
                <c:pt idx="1687">
                  <c:v>14500</c:v>
                </c:pt>
                <c:pt idx="1688">
                  <c:v>14500</c:v>
                </c:pt>
                <c:pt idx="1689">
                  <c:v>14500</c:v>
                </c:pt>
                <c:pt idx="1690">
                  <c:v>14500</c:v>
                </c:pt>
                <c:pt idx="1691">
                  <c:v>19000</c:v>
                </c:pt>
                <c:pt idx="1692">
                  <c:v>19000</c:v>
                </c:pt>
                <c:pt idx="1693">
                  <c:v>19000</c:v>
                </c:pt>
                <c:pt idx="1694">
                  <c:v>19000</c:v>
                </c:pt>
                <c:pt idx="1695">
                  <c:v>19000</c:v>
                </c:pt>
                <c:pt idx="1696">
                  <c:v>19000</c:v>
                </c:pt>
                <c:pt idx="1697">
                  <c:v>19000</c:v>
                </c:pt>
                <c:pt idx="1698">
                  <c:v>19000</c:v>
                </c:pt>
                <c:pt idx="1699">
                  <c:v>19000</c:v>
                </c:pt>
                <c:pt idx="1700">
                  <c:v>19000</c:v>
                </c:pt>
                <c:pt idx="1701">
                  <c:v>19000</c:v>
                </c:pt>
                <c:pt idx="1702">
                  <c:v>19000</c:v>
                </c:pt>
                <c:pt idx="1703">
                  <c:v>19000</c:v>
                </c:pt>
                <c:pt idx="1704">
                  <c:v>19000</c:v>
                </c:pt>
                <c:pt idx="1705">
                  <c:v>19000</c:v>
                </c:pt>
                <c:pt idx="1706">
                  <c:v>19000</c:v>
                </c:pt>
                <c:pt idx="1707">
                  <c:v>19000</c:v>
                </c:pt>
                <c:pt idx="1708">
                  <c:v>19000</c:v>
                </c:pt>
                <c:pt idx="1709">
                  <c:v>19000</c:v>
                </c:pt>
                <c:pt idx="1710">
                  <c:v>19000</c:v>
                </c:pt>
                <c:pt idx="1711">
                  <c:v>19000</c:v>
                </c:pt>
                <c:pt idx="1712">
                  <c:v>19000</c:v>
                </c:pt>
                <c:pt idx="1713">
                  <c:v>19000</c:v>
                </c:pt>
                <c:pt idx="1714">
                  <c:v>19000</c:v>
                </c:pt>
                <c:pt idx="1715">
                  <c:v>19000</c:v>
                </c:pt>
                <c:pt idx="1716">
                  <c:v>19000</c:v>
                </c:pt>
                <c:pt idx="1717">
                  <c:v>19000</c:v>
                </c:pt>
                <c:pt idx="1718">
                  <c:v>19000</c:v>
                </c:pt>
                <c:pt idx="1719">
                  <c:v>19000</c:v>
                </c:pt>
                <c:pt idx="1720">
                  <c:v>19000</c:v>
                </c:pt>
                <c:pt idx="1721">
                  <c:v>19000</c:v>
                </c:pt>
                <c:pt idx="1722">
                  <c:v>19000</c:v>
                </c:pt>
                <c:pt idx="1723">
                  <c:v>19000</c:v>
                </c:pt>
                <c:pt idx="1724">
                  <c:v>19000</c:v>
                </c:pt>
                <c:pt idx="1725">
                  <c:v>19000</c:v>
                </c:pt>
                <c:pt idx="1726">
                  <c:v>19000</c:v>
                </c:pt>
                <c:pt idx="1727">
                  <c:v>19000</c:v>
                </c:pt>
                <c:pt idx="1728">
                  <c:v>19000</c:v>
                </c:pt>
                <c:pt idx="1729">
                  <c:v>19000</c:v>
                </c:pt>
                <c:pt idx="1730">
                  <c:v>19000</c:v>
                </c:pt>
                <c:pt idx="1731">
                  <c:v>19000</c:v>
                </c:pt>
                <c:pt idx="1732">
                  <c:v>19000</c:v>
                </c:pt>
                <c:pt idx="1733">
                  <c:v>19000</c:v>
                </c:pt>
                <c:pt idx="1734">
                  <c:v>19000</c:v>
                </c:pt>
                <c:pt idx="1735">
                  <c:v>19000</c:v>
                </c:pt>
                <c:pt idx="1736">
                  <c:v>19000</c:v>
                </c:pt>
                <c:pt idx="1737">
                  <c:v>19000</c:v>
                </c:pt>
                <c:pt idx="1738">
                  <c:v>19000</c:v>
                </c:pt>
                <c:pt idx="1739">
                  <c:v>19000</c:v>
                </c:pt>
                <c:pt idx="1740">
                  <c:v>19000</c:v>
                </c:pt>
                <c:pt idx="1741">
                  <c:v>19000</c:v>
                </c:pt>
                <c:pt idx="1742">
                  <c:v>19000</c:v>
                </c:pt>
                <c:pt idx="1743">
                  <c:v>19000</c:v>
                </c:pt>
                <c:pt idx="1744">
                  <c:v>19000</c:v>
                </c:pt>
                <c:pt idx="1745">
                  <c:v>19000</c:v>
                </c:pt>
                <c:pt idx="1746">
                  <c:v>19000</c:v>
                </c:pt>
                <c:pt idx="1747">
                  <c:v>19000</c:v>
                </c:pt>
                <c:pt idx="1748">
                  <c:v>19000</c:v>
                </c:pt>
                <c:pt idx="1749">
                  <c:v>19000</c:v>
                </c:pt>
                <c:pt idx="1750">
                  <c:v>19000</c:v>
                </c:pt>
                <c:pt idx="1751">
                  <c:v>19000</c:v>
                </c:pt>
                <c:pt idx="1752">
                  <c:v>19000</c:v>
                </c:pt>
                <c:pt idx="1753">
                  <c:v>19000</c:v>
                </c:pt>
                <c:pt idx="1754">
                  <c:v>19000</c:v>
                </c:pt>
                <c:pt idx="1755">
                  <c:v>19000</c:v>
                </c:pt>
                <c:pt idx="1756">
                  <c:v>19000</c:v>
                </c:pt>
                <c:pt idx="1757">
                  <c:v>19000</c:v>
                </c:pt>
                <c:pt idx="1758">
                  <c:v>19000</c:v>
                </c:pt>
                <c:pt idx="1759">
                  <c:v>19000</c:v>
                </c:pt>
                <c:pt idx="1760">
                  <c:v>19000</c:v>
                </c:pt>
                <c:pt idx="1761">
                  <c:v>19000</c:v>
                </c:pt>
                <c:pt idx="1762">
                  <c:v>19000</c:v>
                </c:pt>
                <c:pt idx="1763">
                  <c:v>19000</c:v>
                </c:pt>
                <c:pt idx="1764">
                  <c:v>19000</c:v>
                </c:pt>
                <c:pt idx="1765">
                  <c:v>19000</c:v>
                </c:pt>
                <c:pt idx="1766">
                  <c:v>19000</c:v>
                </c:pt>
                <c:pt idx="1767">
                  <c:v>19000</c:v>
                </c:pt>
                <c:pt idx="1768">
                  <c:v>19000</c:v>
                </c:pt>
                <c:pt idx="1769">
                  <c:v>21000</c:v>
                </c:pt>
                <c:pt idx="1770">
                  <c:v>21000</c:v>
                </c:pt>
                <c:pt idx="1771">
                  <c:v>21000</c:v>
                </c:pt>
                <c:pt idx="1772">
                  <c:v>21000</c:v>
                </c:pt>
                <c:pt idx="1773">
                  <c:v>21000</c:v>
                </c:pt>
                <c:pt idx="1774">
                  <c:v>21000</c:v>
                </c:pt>
                <c:pt idx="1775">
                  <c:v>21000</c:v>
                </c:pt>
                <c:pt idx="1776">
                  <c:v>21000</c:v>
                </c:pt>
                <c:pt idx="1777">
                  <c:v>21000</c:v>
                </c:pt>
                <c:pt idx="1778">
                  <c:v>21000</c:v>
                </c:pt>
                <c:pt idx="1779">
                  <c:v>21000</c:v>
                </c:pt>
                <c:pt idx="1780">
                  <c:v>21000</c:v>
                </c:pt>
                <c:pt idx="1781">
                  <c:v>21000</c:v>
                </c:pt>
                <c:pt idx="1782">
                  <c:v>21000</c:v>
                </c:pt>
                <c:pt idx="1783">
                  <c:v>21000</c:v>
                </c:pt>
                <c:pt idx="1784">
                  <c:v>21000</c:v>
                </c:pt>
                <c:pt idx="1785">
                  <c:v>21000</c:v>
                </c:pt>
                <c:pt idx="1786">
                  <c:v>21000</c:v>
                </c:pt>
                <c:pt idx="1787">
                  <c:v>21000</c:v>
                </c:pt>
                <c:pt idx="1788">
                  <c:v>21000</c:v>
                </c:pt>
                <c:pt idx="1789">
                  <c:v>21000</c:v>
                </c:pt>
                <c:pt idx="1790">
                  <c:v>21000</c:v>
                </c:pt>
                <c:pt idx="1791">
                  <c:v>21000</c:v>
                </c:pt>
                <c:pt idx="1792">
                  <c:v>21000</c:v>
                </c:pt>
                <c:pt idx="1793">
                  <c:v>21000</c:v>
                </c:pt>
                <c:pt idx="1794">
                  <c:v>21000</c:v>
                </c:pt>
                <c:pt idx="1795">
                  <c:v>21000</c:v>
                </c:pt>
                <c:pt idx="1796">
                  <c:v>21000</c:v>
                </c:pt>
                <c:pt idx="1797">
                  <c:v>21000</c:v>
                </c:pt>
                <c:pt idx="1798">
                  <c:v>21000</c:v>
                </c:pt>
                <c:pt idx="1799">
                  <c:v>21000</c:v>
                </c:pt>
                <c:pt idx="1800">
                  <c:v>21000</c:v>
                </c:pt>
                <c:pt idx="1801">
                  <c:v>21000</c:v>
                </c:pt>
                <c:pt idx="1802">
                  <c:v>21000</c:v>
                </c:pt>
                <c:pt idx="1803">
                  <c:v>21000</c:v>
                </c:pt>
                <c:pt idx="1804">
                  <c:v>21000</c:v>
                </c:pt>
                <c:pt idx="1805">
                  <c:v>21000</c:v>
                </c:pt>
                <c:pt idx="1806">
                  <c:v>21000</c:v>
                </c:pt>
                <c:pt idx="1807">
                  <c:v>21000</c:v>
                </c:pt>
                <c:pt idx="1808">
                  <c:v>21000</c:v>
                </c:pt>
                <c:pt idx="1809">
                  <c:v>21000</c:v>
                </c:pt>
                <c:pt idx="1810">
                  <c:v>21000</c:v>
                </c:pt>
                <c:pt idx="1811">
                  <c:v>21000</c:v>
                </c:pt>
                <c:pt idx="1812">
                  <c:v>21000</c:v>
                </c:pt>
                <c:pt idx="1813">
                  <c:v>21000</c:v>
                </c:pt>
                <c:pt idx="1814">
                  <c:v>21000</c:v>
                </c:pt>
                <c:pt idx="1815">
                  <c:v>21000</c:v>
                </c:pt>
                <c:pt idx="1816">
                  <c:v>21000</c:v>
                </c:pt>
                <c:pt idx="1817">
                  <c:v>21000</c:v>
                </c:pt>
                <c:pt idx="1818">
                  <c:v>21000</c:v>
                </c:pt>
                <c:pt idx="1819">
                  <c:v>21000</c:v>
                </c:pt>
                <c:pt idx="1820">
                  <c:v>21000</c:v>
                </c:pt>
                <c:pt idx="1821">
                  <c:v>21000</c:v>
                </c:pt>
                <c:pt idx="1822">
                  <c:v>21000</c:v>
                </c:pt>
                <c:pt idx="1823">
                  <c:v>21000</c:v>
                </c:pt>
                <c:pt idx="1824">
                  <c:v>21000</c:v>
                </c:pt>
                <c:pt idx="1825">
                  <c:v>21000</c:v>
                </c:pt>
                <c:pt idx="1826">
                  <c:v>21000</c:v>
                </c:pt>
                <c:pt idx="1827">
                  <c:v>21000</c:v>
                </c:pt>
                <c:pt idx="1828">
                  <c:v>21000</c:v>
                </c:pt>
                <c:pt idx="1829">
                  <c:v>21000</c:v>
                </c:pt>
                <c:pt idx="1830">
                  <c:v>21000</c:v>
                </c:pt>
                <c:pt idx="1831">
                  <c:v>21000</c:v>
                </c:pt>
                <c:pt idx="1832">
                  <c:v>21000</c:v>
                </c:pt>
                <c:pt idx="1833">
                  <c:v>21000</c:v>
                </c:pt>
                <c:pt idx="1834">
                  <c:v>21000</c:v>
                </c:pt>
                <c:pt idx="1835">
                  <c:v>21000</c:v>
                </c:pt>
                <c:pt idx="1836">
                  <c:v>21000</c:v>
                </c:pt>
                <c:pt idx="1837">
                  <c:v>21000</c:v>
                </c:pt>
                <c:pt idx="1838">
                  <c:v>21000</c:v>
                </c:pt>
                <c:pt idx="1839">
                  <c:v>21000</c:v>
                </c:pt>
                <c:pt idx="1840">
                  <c:v>21000</c:v>
                </c:pt>
                <c:pt idx="1841">
                  <c:v>21000</c:v>
                </c:pt>
                <c:pt idx="1842">
                  <c:v>21000</c:v>
                </c:pt>
                <c:pt idx="1843">
                  <c:v>21000</c:v>
                </c:pt>
                <c:pt idx="1844">
                  <c:v>21000</c:v>
                </c:pt>
                <c:pt idx="1845">
                  <c:v>21000</c:v>
                </c:pt>
                <c:pt idx="1846">
                  <c:v>21000</c:v>
                </c:pt>
                <c:pt idx="1847">
                  <c:v>21000</c:v>
                </c:pt>
                <c:pt idx="1848">
                  <c:v>21000</c:v>
                </c:pt>
                <c:pt idx="1849">
                  <c:v>21000</c:v>
                </c:pt>
                <c:pt idx="1850">
                  <c:v>21000</c:v>
                </c:pt>
                <c:pt idx="1851">
                  <c:v>21000</c:v>
                </c:pt>
                <c:pt idx="1852">
                  <c:v>21000</c:v>
                </c:pt>
                <c:pt idx="1853">
                  <c:v>21000</c:v>
                </c:pt>
                <c:pt idx="1854">
                  <c:v>21000</c:v>
                </c:pt>
                <c:pt idx="1855">
                  <c:v>21000</c:v>
                </c:pt>
                <c:pt idx="1856">
                  <c:v>21000</c:v>
                </c:pt>
                <c:pt idx="1857">
                  <c:v>21000</c:v>
                </c:pt>
                <c:pt idx="1858">
                  <c:v>21000</c:v>
                </c:pt>
                <c:pt idx="1859">
                  <c:v>21000</c:v>
                </c:pt>
                <c:pt idx="1860">
                  <c:v>21000</c:v>
                </c:pt>
                <c:pt idx="1861">
                  <c:v>21000</c:v>
                </c:pt>
                <c:pt idx="1862">
                  <c:v>21000</c:v>
                </c:pt>
                <c:pt idx="1863">
                  <c:v>21000</c:v>
                </c:pt>
                <c:pt idx="1864">
                  <c:v>21000</c:v>
                </c:pt>
                <c:pt idx="1865">
                  <c:v>21000</c:v>
                </c:pt>
                <c:pt idx="1866">
                  <c:v>24000</c:v>
                </c:pt>
                <c:pt idx="1867">
                  <c:v>24000</c:v>
                </c:pt>
                <c:pt idx="1868">
                  <c:v>24000</c:v>
                </c:pt>
                <c:pt idx="1869">
                  <c:v>24000</c:v>
                </c:pt>
                <c:pt idx="1870">
                  <c:v>24000</c:v>
                </c:pt>
                <c:pt idx="1871">
                  <c:v>24000</c:v>
                </c:pt>
                <c:pt idx="1872">
                  <c:v>24000</c:v>
                </c:pt>
                <c:pt idx="1873">
                  <c:v>24000</c:v>
                </c:pt>
                <c:pt idx="1874">
                  <c:v>24000</c:v>
                </c:pt>
                <c:pt idx="1875">
                  <c:v>24000</c:v>
                </c:pt>
                <c:pt idx="1876">
                  <c:v>24000</c:v>
                </c:pt>
              </c:numCache>
            </c:numRef>
          </c:val>
          <c:smooth val="1"/>
          <c:extLst xmlns:c16r2="http://schemas.microsoft.com/office/drawing/2015/06/chart">
            <c:ext xmlns:c16="http://schemas.microsoft.com/office/drawing/2014/chart" uri="{C3380CC4-5D6E-409C-BE32-E72D297353CC}">
              <c16:uniqueId val="{00000000-AB49-4DDD-9BDC-7B98E23F136C}"/>
            </c:ext>
          </c:extLst>
        </c:ser>
        <c:dLbls>
          <c:showLegendKey val="0"/>
          <c:showVal val="0"/>
          <c:showCatName val="0"/>
          <c:showSerName val="0"/>
          <c:showPercent val="0"/>
          <c:showBubbleSize val="0"/>
        </c:dLbls>
        <c:smooth val="0"/>
        <c:axId val="868025680"/>
        <c:axId val="867999568"/>
      </c:lineChart>
      <c:dateAx>
        <c:axId val="868025680"/>
        <c:scaling>
          <c:orientation val="minMax"/>
          <c:min val="43313"/>
        </c:scaling>
        <c:delete val="0"/>
        <c:axPos val="b"/>
        <c:numFmt formatCode="yy/mm" sourceLinked="0"/>
        <c:majorTickMark val="in"/>
        <c:minorTickMark val="none"/>
        <c:tickLblPos val="nextTo"/>
        <c:spPr>
          <a:noFill/>
          <a:ln w="6350" cap="flat" cmpd="sng" algn="ctr">
            <a:solidFill>
              <a:srgbClr val="000000"/>
            </a:solidFill>
            <a:round/>
          </a:ln>
          <a:effectLst/>
        </c:spPr>
        <c:txPr>
          <a:bodyPr rot="0" spcFirstLastPara="1" vertOverflow="ellipsis" wrap="square" anchor="ctr" anchorCtr="1"/>
          <a:lstStyle/>
          <a:p>
            <a:pPr>
              <a:defRPr sz="700" b="0" i="0" u="none" strike="noStrike" kern="1200" baseline="0">
                <a:solidFill>
                  <a:srgbClr val="000000"/>
                </a:solidFill>
                <a:latin typeface="Arial"/>
                <a:ea typeface="Arial"/>
                <a:cs typeface="Arial"/>
              </a:defRPr>
            </a:pPr>
            <a:endParaRPr lang="zh-CN"/>
          </a:p>
        </c:txPr>
        <c:crossAx val="867999568"/>
        <c:crosses val="autoZero"/>
        <c:auto val="1"/>
        <c:lblOffset val="100"/>
        <c:baseTimeUnit val="days"/>
        <c:majorUnit val="6"/>
        <c:majorTimeUnit val="months"/>
      </c:dateAx>
      <c:valAx>
        <c:axId val="867999568"/>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700" b="0" i="0" u="none" strike="noStrike" kern="1200" baseline="0">
                <a:solidFill>
                  <a:srgbClr val="000000"/>
                </a:solidFill>
                <a:latin typeface="Arial"/>
                <a:ea typeface="Arial"/>
                <a:cs typeface="Arial"/>
              </a:defRPr>
            </a:pPr>
            <a:endParaRPr lang="zh-CN"/>
          </a:p>
        </c:txPr>
        <c:crossAx val="868025680"/>
        <c:crosses val="autoZero"/>
        <c:crossBetween val="between"/>
      </c:valAx>
      <c:spPr>
        <a:noFill/>
        <a:ln>
          <a:noFill/>
        </a:ln>
        <a:effectLst/>
      </c:spPr>
    </c:plotArea>
    <c:legend>
      <c:legendPos val="t"/>
      <c:layout>
        <c:manualLayout>
          <c:xMode val="edge"/>
          <c:yMode val="edge"/>
          <c:x val="0.25692126982164387"/>
          <c:y val="1.7010447361371552E-2"/>
          <c:w val="0.42680968130815122"/>
          <c:h val="9.3298955263862851E-2"/>
        </c:manualLayout>
      </c:layout>
      <c:overlay val="0"/>
      <c:spPr>
        <a:noFill/>
        <a:ln>
          <a:noFill/>
        </a:ln>
        <a:effectLst/>
      </c:spPr>
      <c:txPr>
        <a:bodyPr rot="0" spcFirstLastPara="1" vertOverflow="ellipsis" vert="horz" wrap="square" anchor="ctr" anchorCtr="1"/>
        <a:lstStyle/>
        <a:p>
          <a:pPr>
            <a:defRPr sz="7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0003181962816495E-2"/>
          <c:y val="0.13122198410572375"/>
          <c:w val="0.87824537478976317"/>
          <c:h val="0.76523171711759974"/>
        </c:manualLayout>
      </c:layout>
      <c:lineChart>
        <c:grouping val="standard"/>
        <c:varyColors val="0"/>
        <c:ser>
          <c:idx val="0"/>
          <c:order val="0"/>
          <c:tx>
            <c:strRef>
              <c:f>'磷酸铁锂价格、库存'!$K$1</c:f>
              <c:strCache>
                <c:ptCount val="1"/>
                <c:pt idx="0">
                  <c:v>库存量（吨）</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'磷酸铁锂价格、库存'!$J$2:$J$239</c:f>
              <c:numCache>
                <c:formatCode>m/d/yyyy</c:formatCode>
                <c:ptCount val="238"/>
                <c:pt idx="0">
                  <c:v>44974</c:v>
                </c:pt>
                <c:pt idx="1">
                  <c:v>44967</c:v>
                </c:pt>
                <c:pt idx="2">
                  <c:v>44960</c:v>
                </c:pt>
                <c:pt idx="3">
                  <c:v>44953</c:v>
                </c:pt>
                <c:pt idx="4">
                  <c:v>44946</c:v>
                </c:pt>
                <c:pt idx="5">
                  <c:v>44939</c:v>
                </c:pt>
                <c:pt idx="6">
                  <c:v>44932</c:v>
                </c:pt>
                <c:pt idx="7">
                  <c:v>44925</c:v>
                </c:pt>
                <c:pt idx="8">
                  <c:v>44918</c:v>
                </c:pt>
                <c:pt idx="9">
                  <c:v>44911</c:v>
                </c:pt>
                <c:pt idx="10">
                  <c:v>44904</c:v>
                </c:pt>
                <c:pt idx="11">
                  <c:v>44897</c:v>
                </c:pt>
                <c:pt idx="12">
                  <c:v>44890</c:v>
                </c:pt>
                <c:pt idx="13">
                  <c:v>44883</c:v>
                </c:pt>
                <c:pt idx="14">
                  <c:v>44876</c:v>
                </c:pt>
                <c:pt idx="15">
                  <c:v>44869</c:v>
                </c:pt>
                <c:pt idx="16">
                  <c:v>44862</c:v>
                </c:pt>
                <c:pt idx="17">
                  <c:v>44855</c:v>
                </c:pt>
                <c:pt idx="18">
                  <c:v>44848</c:v>
                </c:pt>
                <c:pt idx="19">
                  <c:v>44841</c:v>
                </c:pt>
                <c:pt idx="20">
                  <c:v>44834</c:v>
                </c:pt>
                <c:pt idx="21">
                  <c:v>44827</c:v>
                </c:pt>
                <c:pt idx="22">
                  <c:v>44820</c:v>
                </c:pt>
                <c:pt idx="23">
                  <c:v>44813</c:v>
                </c:pt>
                <c:pt idx="24">
                  <c:v>44806</c:v>
                </c:pt>
                <c:pt idx="25">
                  <c:v>44799</c:v>
                </c:pt>
                <c:pt idx="26">
                  <c:v>44792</c:v>
                </c:pt>
                <c:pt idx="27">
                  <c:v>44785</c:v>
                </c:pt>
                <c:pt idx="28">
                  <c:v>44778</c:v>
                </c:pt>
                <c:pt idx="29">
                  <c:v>44771</c:v>
                </c:pt>
                <c:pt idx="30">
                  <c:v>44764</c:v>
                </c:pt>
                <c:pt idx="31">
                  <c:v>44757</c:v>
                </c:pt>
                <c:pt idx="32">
                  <c:v>44750</c:v>
                </c:pt>
                <c:pt idx="33">
                  <c:v>44743</c:v>
                </c:pt>
                <c:pt idx="34">
                  <c:v>44736</c:v>
                </c:pt>
                <c:pt idx="35">
                  <c:v>44729</c:v>
                </c:pt>
                <c:pt idx="36">
                  <c:v>44722</c:v>
                </c:pt>
                <c:pt idx="37">
                  <c:v>44715</c:v>
                </c:pt>
                <c:pt idx="38">
                  <c:v>44708</c:v>
                </c:pt>
                <c:pt idx="39">
                  <c:v>44701</c:v>
                </c:pt>
                <c:pt idx="40">
                  <c:v>44694</c:v>
                </c:pt>
                <c:pt idx="41">
                  <c:v>44687</c:v>
                </c:pt>
                <c:pt idx="42">
                  <c:v>44680</c:v>
                </c:pt>
                <c:pt idx="43">
                  <c:v>44673</c:v>
                </c:pt>
                <c:pt idx="44">
                  <c:v>44666</c:v>
                </c:pt>
                <c:pt idx="45">
                  <c:v>44659</c:v>
                </c:pt>
                <c:pt idx="46">
                  <c:v>44652</c:v>
                </c:pt>
                <c:pt idx="47">
                  <c:v>44645</c:v>
                </c:pt>
                <c:pt idx="48">
                  <c:v>44638</c:v>
                </c:pt>
                <c:pt idx="49">
                  <c:v>44631</c:v>
                </c:pt>
                <c:pt idx="50">
                  <c:v>44624</c:v>
                </c:pt>
                <c:pt idx="51">
                  <c:v>44617</c:v>
                </c:pt>
                <c:pt idx="52">
                  <c:v>44610</c:v>
                </c:pt>
                <c:pt idx="53">
                  <c:v>44603</c:v>
                </c:pt>
                <c:pt idx="54">
                  <c:v>44596</c:v>
                </c:pt>
                <c:pt idx="55">
                  <c:v>44589</c:v>
                </c:pt>
                <c:pt idx="56">
                  <c:v>44582</c:v>
                </c:pt>
                <c:pt idx="57">
                  <c:v>44575</c:v>
                </c:pt>
                <c:pt idx="58">
                  <c:v>44568</c:v>
                </c:pt>
                <c:pt idx="59">
                  <c:v>44561</c:v>
                </c:pt>
                <c:pt idx="60">
                  <c:v>44554</c:v>
                </c:pt>
                <c:pt idx="61">
                  <c:v>44547</c:v>
                </c:pt>
                <c:pt idx="62">
                  <c:v>44540</c:v>
                </c:pt>
                <c:pt idx="63">
                  <c:v>44533</c:v>
                </c:pt>
                <c:pt idx="64">
                  <c:v>44526</c:v>
                </c:pt>
                <c:pt idx="65">
                  <c:v>44519</c:v>
                </c:pt>
                <c:pt idx="66">
                  <c:v>44512</c:v>
                </c:pt>
                <c:pt idx="67">
                  <c:v>44505</c:v>
                </c:pt>
                <c:pt idx="68">
                  <c:v>44498</c:v>
                </c:pt>
                <c:pt idx="69">
                  <c:v>44491</c:v>
                </c:pt>
                <c:pt idx="70">
                  <c:v>44484</c:v>
                </c:pt>
                <c:pt idx="71">
                  <c:v>44477</c:v>
                </c:pt>
                <c:pt idx="72">
                  <c:v>44470</c:v>
                </c:pt>
                <c:pt idx="73">
                  <c:v>44463</c:v>
                </c:pt>
                <c:pt idx="74">
                  <c:v>44456</c:v>
                </c:pt>
                <c:pt idx="75">
                  <c:v>44449</c:v>
                </c:pt>
                <c:pt idx="76">
                  <c:v>44442</c:v>
                </c:pt>
                <c:pt idx="77">
                  <c:v>44435</c:v>
                </c:pt>
                <c:pt idx="78">
                  <c:v>44428</c:v>
                </c:pt>
                <c:pt idx="79">
                  <c:v>44421</c:v>
                </c:pt>
                <c:pt idx="80">
                  <c:v>44414</c:v>
                </c:pt>
                <c:pt idx="81">
                  <c:v>44407</c:v>
                </c:pt>
                <c:pt idx="82">
                  <c:v>44400</c:v>
                </c:pt>
                <c:pt idx="83">
                  <c:v>44393</c:v>
                </c:pt>
                <c:pt idx="84">
                  <c:v>44386</c:v>
                </c:pt>
                <c:pt idx="85">
                  <c:v>44379</c:v>
                </c:pt>
                <c:pt idx="86">
                  <c:v>44372</c:v>
                </c:pt>
                <c:pt idx="87">
                  <c:v>44365</c:v>
                </c:pt>
                <c:pt idx="88">
                  <c:v>44358</c:v>
                </c:pt>
                <c:pt idx="89">
                  <c:v>44351</c:v>
                </c:pt>
                <c:pt idx="90">
                  <c:v>44344</c:v>
                </c:pt>
                <c:pt idx="91">
                  <c:v>44337</c:v>
                </c:pt>
                <c:pt idx="92">
                  <c:v>44330</c:v>
                </c:pt>
                <c:pt idx="93">
                  <c:v>44323</c:v>
                </c:pt>
                <c:pt idx="94">
                  <c:v>44316</c:v>
                </c:pt>
                <c:pt idx="95">
                  <c:v>44309</c:v>
                </c:pt>
                <c:pt idx="96">
                  <c:v>44302</c:v>
                </c:pt>
                <c:pt idx="97">
                  <c:v>44295</c:v>
                </c:pt>
                <c:pt idx="98">
                  <c:v>44288</c:v>
                </c:pt>
                <c:pt idx="99">
                  <c:v>44281</c:v>
                </c:pt>
                <c:pt idx="100">
                  <c:v>44274</c:v>
                </c:pt>
                <c:pt idx="101">
                  <c:v>44267</c:v>
                </c:pt>
                <c:pt idx="102">
                  <c:v>44260</c:v>
                </c:pt>
                <c:pt idx="103">
                  <c:v>44253</c:v>
                </c:pt>
                <c:pt idx="104">
                  <c:v>44246</c:v>
                </c:pt>
                <c:pt idx="105">
                  <c:v>44239</c:v>
                </c:pt>
                <c:pt idx="106">
                  <c:v>44232</c:v>
                </c:pt>
                <c:pt idx="107">
                  <c:v>44225</c:v>
                </c:pt>
                <c:pt idx="108">
                  <c:v>44218</c:v>
                </c:pt>
                <c:pt idx="109">
                  <c:v>44211</c:v>
                </c:pt>
                <c:pt idx="110">
                  <c:v>44204</c:v>
                </c:pt>
                <c:pt idx="111">
                  <c:v>44197</c:v>
                </c:pt>
                <c:pt idx="112">
                  <c:v>44190</c:v>
                </c:pt>
                <c:pt idx="113">
                  <c:v>44183</c:v>
                </c:pt>
                <c:pt idx="114">
                  <c:v>44176</c:v>
                </c:pt>
                <c:pt idx="115">
                  <c:v>44169</c:v>
                </c:pt>
                <c:pt idx="116">
                  <c:v>44162</c:v>
                </c:pt>
                <c:pt idx="117">
                  <c:v>44155</c:v>
                </c:pt>
                <c:pt idx="118">
                  <c:v>44148</c:v>
                </c:pt>
                <c:pt idx="119">
                  <c:v>44141</c:v>
                </c:pt>
                <c:pt idx="120">
                  <c:v>44134</c:v>
                </c:pt>
                <c:pt idx="121">
                  <c:v>44127</c:v>
                </c:pt>
                <c:pt idx="122">
                  <c:v>44120</c:v>
                </c:pt>
                <c:pt idx="123">
                  <c:v>44113</c:v>
                </c:pt>
                <c:pt idx="124">
                  <c:v>44106</c:v>
                </c:pt>
                <c:pt idx="125">
                  <c:v>44099</c:v>
                </c:pt>
                <c:pt idx="126">
                  <c:v>44092</c:v>
                </c:pt>
                <c:pt idx="127">
                  <c:v>44085</c:v>
                </c:pt>
                <c:pt idx="128">
                  <c:v>44078</c:v>
                </c:pt>
                <c:pt idx="129">
                  <c:v>44071</c:v>
                </c:pt>
                <c:pt idx="130">
                  <c:v>44064</c:v>
                </c:pt>
                <c:pt idx="131">
                  <c:v>44057</c:v>
                </c:pt>
                <c:pt idx="132">
                  <c:v>44050</c:v>
                </c:pt>
                <c:pt idx="133">
                  <c:v>44043</c:v>
                </c:pt>
                <c:pt idx="134">
                  <c:v>44036</c:v>
                </c:pt>
                <c:pt idx="135">
                  <c:v>44029</c:v>
                </c:pt>
                <c:pt idx="136">
                  <c:v>44022</c:v>
                </c:pt>
                <c:pt idx="137">
                  <c:v>44015</c:v>
                </c:pt>
                <c:pt idx="138">
                  <c:v>44008</c:v>
                </c:pt>
                <c:pt idx="139">
                  <c:v>44001</c:v>
                </c:pt>
                <c:pt idx="140">
                  <c:v>43994</c:v>
                </c:pt>
                <c:pt idx="141">
                  <c:v>43987</c:v>
                </c:pt>
                <c:pt idx="142">
                  <c:v>43980</c:v>
                </c:pt>
                <c:pt idx="143">
                  <c:v>43973</c:v>
                </c:pt>
                <c:pt idx="144">
                  <c:v>43966</c:v>
                </c:pt>
                <c:pt idx="145">
                  <c:v>43959</c:v>
                </c:pt>
                <c:pt idx="146">
                  <c:v>43952</c:v>
                </c:pt>
                <c:pt idx="147">
                  <c:v>43945</c:v>
                </c:pt>
                <c:pt idx="148">
                  <c:v>43938</c:v>
                </c:pt>
                <c:pt idx="149">
                  <c:v>43931</c:v>
                </c:pt>
                <c:pt idx="150">
                  <c:v>43924</c:v>
                </c:pt>
                <c:pt idx="151">
                  <c:v>43917</c:v>
                </c:pt>
                <c:pt idx="152">
                  <c:v>43910</c:v>
                </c:pt>
                <c:pt idx="153">
                  <c:v>43903</c:v>
                </c:pt>
                <c:pt idx="154">
                  <c:v>43896</c:v>
                </c:pt>
                <c:pt idx="155">
                  <c:v>43889</c:v>
                </c:pt>
                <c:pt idx="156">
                  <c:v>43882</c:v>
                </c:pt>
                <c:pt idx="157">
                  <c:v>43875</c:v>
                </c:pt>
                <c:pt idx="158">
                  <c:v>43868</c:v>
                </c:pt>
                <c:pt idx="159">
                  <c:v>43861</c:v>
                </c:pt>
                <c:pt idx="160">
                  <c:v>43854</c:v>
                </c:pt>
                <c:pt idx="161">
                  <c:v>43847</c:v>
                </c:pt>
                <c:pt idx="162">
                  <c:v>43840</c:v>
                </c:pt>
                <c:pt idx="163">
                  <c:v>43833</c:v>
                </c:pt>
                <c:pt idx="164">
                  <c:v>43826</c:v>
                </c:pt>
                <c:pt idx="165">
                  <c:v>43819</c:v>
                </c:pt>
                <c:pt idx="166">
                  <c:v>43812</c:v>
                </c:pt>
                <c:pt idx="167">
                  <c:v>43805</c:v>
                </c:pt>
                <c:pt idx="168">
                  <c:v>43798</c:v>
                </c:pt>
                <c:pt idx="169">
                  <c:v>43791</c:v>
                </c:pt>
                <c:pt idx="170">
                  <c:v>43784</c:v>
                </c:pt>
                <c:pt idx="171">
                  <c:v>43777</c:v>
                </c:pt>
                <c:pt idx="172">
                  <c:v>43770</c:v>
                </c:pt>
                <c:pt idx="173">
                  <c:v>43763</c:v>
                </c:pt>
                <c:pt idx="174">
                  <c:v>43756</c:v>
                </c:pt>
                <c:pt idx="175">
                  <c:v>43749</c:v>
                </c:pt>
                <c:pt idx="176">
                  <c:v>43742</c:v>
                </c:pt>
                <c:pt idx="177">
                  <c:v>43735</c:v>
                </c:pt>
                <c:pt idx="178">
                  <c:v>43728</c:v>
                </c:pt>
                <c:pt idx="179">
                  <c:v>43721</c:v>
                </c:pt>
                <c:pt idx="180">
                  <c:v>43714</c:v>
                </c:pt>
                <c:pt idx="181">
                  <c:v>43707</c:v>
                </c:pt>
                <c:pt idx="182">
                  <c:v>43700</c:v>
                </c:pt>
                <c:pt idx="183">
                  <c:v>43693</c:v>
                </c:pt>
                <c:pt idx="184">
                  <c:v>43686</c:v>
                </c:pt>
                <c:pt idx="185">
                  <c:v>43679</c:v>
                </c:pt>
                <c:pt idx="186">
                  <c:v>43672</c:v>
                </c:pt>
                <c:pt idx="187">
                  <c:v>43665</c:v>
                </c:pt>
                <c:pt idx="188">
                  <c:v>43658</c:v>
                </c:pt>
                <c:pt idx="189">
                  <c:v>43651</c:v>
                </c:pt>
                <c:pt idx="190">
                  <c:v>43644</c:v>
                </c:pt>
                <c:pt idx="191">
                  <c:v>43637</c:v>
                </c:pt>
                <c:pt idx="192">
                  <c:v>43630</c:v>
                </c:pt>
                <c:pt idx="193">
                  <c:v>43623</c:v>
                </c:pt>
                <c:pt idx="194">
                  <c:v>43616</c:v>
                </c:pt>
                <c:pt idx="195">
                  <c:v>43609</c:v>
                </c:pt>
                <c:pt idx="196">
                  <c:v>43602</c:v>
                </c:pt>
                <c:pt idx="197">
                  <c:v>43595</c:v>
                </c:pt>
                <c:pt idx="198">
                  <c:v>43588</c:v>
                </c:pt>
                <c:pt idx="199">
                  <c:v>43581</c:v>
                </c:pt>
                <c:pt idx="200">
                  <c:v>43574</c:v>
                </c:pt>
                <c:pt idx="201">
                  <c:v>43567</c:v>
                </c:pt>
                <c:pt idx="202">
                  <c:v>43560</c:v>
                </c:pt>
                <c:pt idx="203">
                  <c:v>43553</c:v>
                </c:pt>
                <c:pt idx="204">
                  <c:v>43546</c:v>
                </c:pt>
                <c:pt idx="205">
                  <c:v>43539</c:v>
                </c:pt>
                <c:pt idx="206">
                  <c:v>43532</c:v>
                </c:pt>
                <c:pt idx="207">
                  <c:v>43525</c:v>
                </c:pt>
                <c:pt idx="208">
                  <c:v>43518</c:v>
                </c:pt>
                <c:pt idx="209">
                  <c:v>43511</c:v>
                </c:pt>
                <c:pt idx="210">
                  <c:v>43504</c:v>
                </c:pt>
                <c:pt idx="211">
                  <c:v>43497</c:v>
                </c:pt>
                <c:pt idx="212">
                  <c:v>43490</c:v>
                </c:pt>
                <c:pt idx="213">
                  <c:v>43483</c:v>
                </c:pt>
                <c:pt idx="214">
                  <c:v>43476</c:v>
                </c:pt>
                <c:pt idx="215">
                  <c:v>43469</c:v>
                </c:pt>
                <c:pt idx="216">
                  <c:v>43462</c:v>
                </c:pt>
                <c:pt idx="217">
                  <c:v>43455</c:v>
                </c:pt>
                <c:pt idx="218">
                  <c:v>43448</c:v>
                </c:pt>
                <c:pt idx="219">
                  <c:v>43441</c:v>
                </c:pt>
                <c:pt idx="220">
                  <c:v>43434</c:v>
                </c:pt>
                <c:pt idx="221">
                  <c:v>43427</c:v>
                </c:pt>
                <c:pt idx="222">
                  <c:v>43420</c:v>
                </c:pt>
                <c:pt idx="223">
                  <c:v>43413</c:v>
                </c:pt>
                <c:pt idx="224">
                  <c:v>43406</c:v>
                </c:pt>
                <c:pt idx="225">
                  <c:v>43399</c:v>
                </c:pt>
                <c:pt idx="226">
                  <c:v>43392</c:v>
                </c:pt>
                <c:pt idx="227">
                  <c:v>43385</c:v>
                </c:pt>
                <c:pt idx="228">
                  <c:v>43378</c:v>
                </c:pt>
                <c:pt idx="229">
                  <c:v>43371</c:v>
                </c:pt>
                <c:pt idx="230">
                  <c:v>43364</c:v>
                </c:pt>
                <c:pt idx="231">
                  <c:v>43357</c:v>
                </c:pt>
                <c:pt idx="232">
                  <c:v>43350</c:v>
                </c:pt>
                <c:pt idx="233">
                  <c:v>43343</c:v>
                </c:pt>
                <c:pt idx="234">
                  <c:v>43336</c:v>
                </c:pt>
                <c:pt idx="235">
                  <c:v>43329</c:v>
                </c:pt>
                <c:pt idx="236">
                  <c:v>43322</c:v>
                </c:pt>
                <c:pt idx="237">
                  <c:v>43315</c:v>
                </c:pt>
              </c:numCache>
            </c:numRef>
          </c:cat>
          <c:val>
            <c:numRef>
              <c:f>'磷酸铁锂价格、库存'!$K$2:$K$239</c:f>
              <c:numCache>
                <c:formatCode>General</c:formatCode>
                <c:ptCount val="238"/>
                <c:pt idx="0">
                  <c:v>1710</c:v>
                </c:pt>
                <c:pt idx="1">
                  <c:v>1760</c:v>
                </c:pt>
                <c:pt idx="2">
                  <c:v>1800</c:v>
                </c:pt>
                <c:pt idx="3">
                  <c:v>1845</c:v>
                </c:pt>
                <c:pt idx="4">
                  <c:v>1850</c:v>
                </c:pt>
                <c:pt idx="5">
                  <c:v>1915</c:v>
                </c:pt>
                <c:pt idx="6">
                  <c:v>1965</c:v>
                </c:pt>
                <c:pt idx="7">
                  <c:v>2015</c:v>
                </c:pt>
                <c:pt idx="8">
                  <c:v>2135</c:v>
                </c:pt>
                <c:pt idx="9">
                  <c:v>2135</c:v>
                </c:pt>
                <c:pt idx="10">
                  <c:v>2125</c:v>
                </c:pt>
                <c:pt idx="11">
                  <c:v>2175</c:v>
                </c:pt>
                <c:pt idx="12">
                  <c:v>2165</c:v>
                </c:pt>
                <c:pt idx="13">
                  <c:v>2166</c:v>
                </c:pt>
                <c:pt idx="14">
                  <c:v>2136</c:v>
                </c:pt>
                <c:pt idx="15">
                  <c:v>2036</c:v>
                </c:pt>
                <c:pt idx="16">
                  <c:v>2030</c:v>
                </c:pt>
                <c:pt idx="17">
                  <c:v>2020</c:v>
                </c:pt>
                <c:pt idx="18">
                  <c:v>2020</c:v>
                </c:pt>
                <c:pt idx="19">
                  <c:v>2025</c:v>
                </c:pt>
                <c:pt idx="20">
                  <c:v>2020</c:v>
                </c:pt>
                <c:pt idx="21">
                  <c:v>2000</c:v>
                </c:pt>
                <c:pt idx="22">
                  <c:v>2000</c:v>
                </c:pt>
                <c:pt idx="23">
                  <c:v>2005</c:v>
                </c:pt>
                <c:pt idx="24">
                  <c:v>2015</c:v>
                </c:pt>
                <c:pt idx="25">
                  <c:v>1965</c:v>
                </c:pt>
                <c:pt idx="26">
                  <c:v>1935</c:v>
                </c:pt>
                <c:pt idx="27">
                  <c:v>1940</c:v>
                </c:pt>
                <c:pt idx="28">
                  <c:v>1945</c:v>
                </c:pt>
                <c:pt idx="29">
                  <c:v>1950</c:v>
                </c:pt>
                <c:pt idx="30">
                  <c:v>1950</c:v>
                </c:pt>
                <c:pt idx="31">
                  <c:v>1955</c:v>
                </c:pt>
                <c:pt idx="32">
                  <c:v>1935</c:v>
                </c:pt>
                <c:pt idx="33">
                  <c:v>1940</c:v>
                </c:pt>
                <c:pt idx="34">
                  <c:v>1940</c:v>
                </c:pt>
                <c:pt idx="35">
                  <c:v>1940</c:v>
                </c:pt>
                <c:pt idx="36">
                  <c:v>1940</c:v>
                </c:pt>
                <c:pt idx="37">
                  <c:v>1950</c:v>
                </c:pt>
                <c:pt idx="38">
                  <c:v>1945</c:v>
                </c:pt>
                <c:pt idx="39">
                  <c:v>1945</c:v>
                </c:pt>
                <c:pt idx="40">
                  <c:v>1975</c:v>
                </c:pt>
                <c:pt idx="41">
                  <c:v>1995</c:v>
                </c:pt>
                <c:pt idx="42">
                  <c:v>1935</c:v>
                </c:pt>
                <c:pt idx="43">
                  <c:v>1940</c:v>
                </c:pt>
                <c:pt idx="44">
                  <c:v>1935</c:v>
                </c:pt>
                <c:pt idx="45">
                  <c:v>1945</c:v>
                </c:pt>
                <c:pt idx="46">
                  <c:v>1895</c:v>
                </c:pt>
                <c:pt idx="47">
                  <c:v>1895</c:v>
                </c:pt>
                <c:pt idx="48">
                  <c:v>1895</c:v>
                </c:pt>
                <c:pt idx="49">
                  <c:v>1875</c:v>
                </c:pt>
                <c:pt idx="50">
                  <c:v>1865</c:v>
                </c:pt>
                <c:pt idx="51">
                  <c:v>1855</c:v>
                </c:pt>
                <c:pt idx="52">
                  <c:v>1855</c:v>
                </c:pt>
                <c:pt idx="53">
                  <c:v>1845</c:v>
                </c:pt>
                <c:pt idx="54">
                  <c:v>1845</c:v>
                </c:pt>
                <c:pt idx="55">
                  <c:v>1825</c:v>
                </c:pt>
                <c:pt idx="56">
                  <c:v>1815</c:v>
                </c:pt>
                <c:pt idx="57">
                  <c:v>1825</c:v>
                </c:pt>
                <c:pt idx="58">
                  <c:v>1825</c:v>
                </c:pt>
                <c:pt idx="59">
                  <c:v>1910</c:v>
                </c:pt>
                <c:pt idx="60">
                  <c:v>1940</c:v>
                </c:pt>
                <c:pt idx="61">
                  <c:v>1950</c:v>
                </c:pt>
                <c:pt idx="62">
                  <c:v>2000</c:v>
                </c:pt>
                <c:pt idx="63">
                  <c:v>2020</c:v>
                </c:pt>
                <c:pt idx="64">
                  <c:v>1870</c:v>
                </c:pt>
                <c:pt idx="65">
                  <c:v>1860</c:v>
                </c:pt>
                <c:pt idx="66">
                  <c:v>1810</c:v>
                </c:pt>
                <c:pt idx="67">
                  <c:v>1790</c:v>
                </c:pt>
                <c:pt idx="68">
                  <c:v>1790</c:v>
                </c:pt>
                <c:pt idx="69">
                  <c:v>1760</c:v>
                </c:pt>
                <c:pt idx="70">
                  <c:v>1830</c:v>
                </c:pt>
                <c:pt idx="71">
                  <c:v>1755</c:v>
                </c:pt>
                <c:pt idx="72">
                  <c:v>1765</c:v>
                </c:pt>
                <c:pt idx="73">
                  <c:v>1765</c:v>
                </c:pt>
                <c:pt idx="74">
                  <c:v>1745</c:v>
                </c:pt>
                <c:pt idx="75">
                  <c:v>1715</c:v>
                </c:pt>
                <c:pt idx="76">
                  <c:v>1720</c:v>
                </c:pt>
                <c:pt idx="77">
                  <c:v>1730</c:v>
                </c:pt>
                <c:pt idx="78">
                  <c:v>1710</c:v>
                </c:pt>
                <c:pt idx="79">
                  <c:v>1710</c:v>
                </c:pt>
                <c:pt idx="80">
                  <c:v>1680</c:v>
                </c:pt>
                <c:pt idx="81">
                  <c:v>1660</c:v>
                </c:pt>
                <c:pt idx="82">
                  <c:v>1660</c:v>
                </c:pt>
                <c:pt idx="83">
                  <c:v>1665</c:v>
                </c:pt>
                <c:pt idx="84">
                  <c:v>1635</c:v>
                </c:pt>
                <c:pt idx="85">
                  <c:v>1585</c:v>
                </c:pt>
                <c:pt idx="86">
                  <c:v>1555</c:v>
                </c:pt>
                <c:pt idx="87">
                  <c:v>1535</c:v>
                </c:pt>
                <c:pt idx="88">
                  <c:v>1545</c:v>
                </c:pt>
                <c:pt idx="89">
                  <c:v>1545</c:v>
                </c:pt>
                <c:pt idx="90">
                  <c:v>1495</c:v>
                </c:pt>
                <c:pt idx="91">
                  <c:v>1445</c:v>
                </c:pt>
                <c:pt idx="92">
                  <c:v>1445</c:v>
                </c:pt>
                <c:pt idx="93">
                  <c:v>1435</c:v>
                </c:pt>
                <c:pt idx="94">
                  <c:v>1455</c:v>
                </c:pt>
                <c:pt idx="95">
                  <c:v>1475</c:v>
                </c:pt>
                <c:pt idx="96">
                  <c:v>1425</c:v>
                </c:pt>
                <c:pt idx="97">
                  <c:v>1425</c:v>
                </c:pt>
                <c:pt idx="98">
                  <c:v>1325</c:v>
                </c:pt>
                <c:pt idx="99">
                  <c:v>1230</c:v>
                </c:pt>
                <c:pt idx="100">
                  <c:v>1180</c:v>
                </c:pt>
                <c:pt idx="101">
                  <c:v>1160</c:v>
                </c:pt>
                <c:pt idx="102">
                  <c:v>1140</c:v>
                </c:pt>
                <c:pt idx="103">
                  <c:v>1110</c:v>
                </c:pt>
                <c:pt idx="104">
                  <c:v>1110</c:v>
                </c:pt>
                <c:pt idx="105">
                  <c:v>1090</c:v>
                </c:pt>
                <c:pt idx="106">
                  <c:v>1100</c:v>
                </c:pt>
                <c:pt idx="107">
                  <c:v>1020</c:v>
                </c:pt>
                <c:pt idx="108">
                  <c:v>1025</c:v>
                </c:pt>
                <c:pt idx="109">
                  <c:v>1025</c:v>
                </c:pt>
                <c:pt idx="110">
                  <c:v>1015</c:v>
                </c:pt>
                <c:pt idx="111">
                  <c:v>925</c:v>
                </c:pt>
                <c:pt idx="112">
                  <c:v>925</c:v>
                </c:pt>
                <c:pt idx="113">
                  <c:v>915</c:v>
                </c:pt>
                <c:pt idx="114">
                  <c:v>910</c:v>
                </c:pt>
                <c:pt idx="115">
                  <c:v>910</c:v>
                </c:pt>
                <c:pt idx="116">
                  <c:v>925</c:v>
                </c:pt>
                <c:pt idx="117">
                  <c:v>750</c:v>
                </c:pt>
                <c:pt idx="118">
                  <c:v>750</c:v>
                </c:pt>
                <c:pt idx="119">
                  <c:v>760</c:v>
                </c:pt>
                <c:pt idx="120">
                  <c:v>765</c:v>
                </c:pt>
                <c:pt idx="121">
                  <c:v>765</c:v>
                </c:pt>
                <c:pt idx="122">
                  <c:v>745</c:v>
                </c:pt>
                <c:pt idx="123">
                  <c:v>695</c:v>
                </c:pt>
                <c:pt idx="124">
                  <c:v>695</c:v>
                </c:pt>
                <c:pt idx="125">
                  <c:v>705</c:v>
                </c:pt>
                <c:pt idx="126">
                  <c:v>695</c:v>
                </c:pt>
                <c:pt idx="127">
                  <c:v>685</c:v>
                </c:pt>
                <c:pt idx="128">
                  <c:v>645</c:v>
                </c:pt>
                <c:pt idx="129">
                  <c:v>645</c:v>
                </c:pt>
                <c:pt idx="130">
                  <c:v>650</c:v>
                </c:pt>
                <c:pt idx="131">
                  <c:v>630</c:v>
                </c:pt>
                <c:pt idx="132">
                  <c:v>600</c:v>
                </c:pt>
                <c:pt idx="133">
                  <c:v>550</c:v>
                </c:pt>
                <c:pt idx="134">
                  <c:v>520</c:v>
                </c:pt>
                <c:pt idx="135">
                  <c:v>530</c:v>
                </c:pt>
                <c:pt idx="136">
                  <c:v>510</c:v>
                </c:pt>
                <c:pt idx="137">
                  <c:v>490</c:v>
                </c:pt>
                <c:pt idx="138">
                  <c:v>490</c:v>
                </c:pt>
                <c:pt idx="139">
                  <c:v>510</c:v>
                </c:pt>
                <c:pt idx="140">
                  <c:v>505</c:v>
                </c:pt>
                <c:pt idx="141">
                  <c:v>485</c:v>
                </c:pt>
                <c:pt idx="142">
                  <c:v>475</c:v>
                </c:pt>
                <c:pt idx="143">
                  <c:v>455</c:v>
                </c:pt>
                <c:pt idx="144">
                  <c:v>455</c:v>
                </c:pt>
                <c:pt idx="145">
                  <c:v>435</c:v>
                </c:pt>
                <c:pt idx="146">
                  <c:v>445</c:v>
                </c:pt>
                <c:pt idx="147">
                  <c:v>450</c:v>
                </c:pt>
                <c:pt idx="148">
                  <c:v>420</c:v>
                </c:pt>
                <c:pt idx="149">
                  <c:v>400</c:v>
                </c:pt>
                <c:pt idx="150">
                  <c:v>390</c:v>
                </c:pt>
                <c:pt idx="151">
                  <c:v>327</c:v>
                </c:pt>
                <c:pt idx="152">
                  <c:v>352</c:v>
                </c:pt>
                <c:pt idx="153">
                  <c:v>391</c:v>
                </c:pt>
                <c:pt idx="154">
                  <c:v>352</c:v>
                </c:pt>
                <c:pt idx="155">
                  <c:v>358</c:v>
                </c:pt>
                <c:pt idx="156">
                  <c:v>358</c:v>
                </c:pt>
                <c:pt idx="157">
                  <c:v>386</c:v>
                </c:pt>
                <c:pt idx="158">
                  <c:v>399</c:v>
                </c:pt>
                <c:pt idx="159">
                  <c:v>399</c:v>
                </c:pt>
                <c:pt idx="160">
                  <c:v>489</c:v>
                </c:pt>
                <c:pt idx="161">
                  <c:v>469</c:v>
                </c:pt>
                <c:pt idx="162">
                  <c:v>474</c:v>
                </c:pt>
                <c:pt idx="163">
                  <c:v>434</c:v>
                </c:pt>
                <c:pt idx="164">
                  <c:v>408</c:v>
                </c:pt>
                <c:pt idx="165">
                  <c:v>348</c:v>
                </c:pt>
                <c:pt idx="166">
                  <c:v>162</c:v>
                </c:pt>
                <c:pt idx="167">
                  <c:v>162</c:v>
                </c:pt>
                <c:pt idx="168">
                  <c:v>132</c:v>
                </c:pt>
                <c:pt idx="169">
                  <c:v>132</c:v>
                </c:pt>
                <c:pt idx="170">
                  <c:v>142</c:v>
                </c:pt>
                <c:pt idx="171">
                  <c:v>160</c:v>
                </c:pt>
                <c:pt idx="172">
                  <c:v>157</c:v>
                </c:pt>
                <c:pt idx="173">
                  <c:v>157</c:v>
                </c:pt>
                <c:pt idx="174">
                  <c:v>137</c:v>
                </c:pt>
                <c:pt idx="175">
                  <c:v>157</c:v>
                </c:pt>
                <c:pt idx="176">
                  <c:v>191</c:v>
                </c:pt>
                <c:pt idx="177">
                  <c:v>198</c:v>
                </c:pt>
                <c:pt idx="178">
                  <c:v>223</c:v>
                </c:pt>
                <c:pt idx="179">
                  <c:v>209</c:v>
                </c:pt>
                <c:pt idx="180">
                  <c:v>235</c:v>
                </c:pt>
                <c:pt idx="181">
                  <c:v>266</c:v>
                </c:pt>
                <c:pt idx="182">
                  <c:v>266</c:v>
                </c:pt>
                <c:pt idx="183">
                  <c:v>268</c:v>
                </c:pt>
                <c:pt idx="184">
                  <c:v>268</c:v>
                </c:pt>
                <c:pt idx="185">
                  <c:v>335</c:v>
                </c:pt>
                <c:pt idx="186">
                  <c:v>335</c:v>
                </c:pt>
                <c:pt idx="187">
                  <c:v>469</c:v>
                </c:pt>
                <c:pt idx="188">
                  <c:v>488</c:v>
                </c:pt>
                <c:pt idx="189">
                  <c:v>506</c:v>
                </c:pt>
                <c:pt idx="190">
                  <c:v>479</c:v>
                </c:pt>
                <c:pt idx="191">
                  <c:v>424</c:v>
                </c:pt>
                <c:pt idx="192">
                  <c:v>371</c:v>
                </c:pt>
                <c:pt idx="193">
                  <c:v>352</c:v>
                </c:pt>
                <c:pt idx="194">
                  <c:v>344</c:v>
                </c:pt>
                <c:pt idx="195">
                  <c:v>335</c:v>
                </c:pt>
                <c:pt idx="196">
                  <c:v>343</c:v>
                </c:pt>
                <c:pt idx="197">
                  <c:v>349</c:v>
                </c:pt>
                <c:pt idx="198">
                  <c:v>347</c:v>
                </c:pt>
                <c:pt idx="199">
                  <c:v>380</c:v>
                </c:pt>
                <c:pt idx="200">
                  <c:v>385</c:v>
                </c:pt>
                <c:pt idx="201">
                  <c:v>470</c:v>
                </c:pt>
                <c:pt idx="202">
                  <c:v>471</c:v>
                </c:pt>
                <c:pt idx="203">
                  <c:v>491</c:v>
                </c:pt>
                <c:pt idx="204">
                  <c:v>546</c:v>
                </c:pt>
                <c:pt idx="205">
                  <c:v>568</c:v>
                </c:pt>
                <c:pt idx="206">
                  <c:v>608</c:v>
                </c:pt>
                <c:pt idx="207">
                  <c:v>608</c:v>
                </c:pt>
                <c:pt idx="208">
                  <c:v>608</c:v>
                </c:pt>
                <c:pt idx="209">
                  <c:v>602</c:v>
                </c:pt>
                <c:pt idx="210">
                  <c:v>596</c:v>
                </c:pt>
                <c:pt idx="211">
                  <c:v>596</c:v>
                </c:pt>
                <c:pt idx="212">
                  <c:v>622</c:v>
                </c:pt>
                <c:pt idx="213">
                  <c:v>641</c:v>
                </c:pt>
                <c:pt idx="214">
                  <c:v>632</c:v>
                </c:pt>
                <c:pt idx="215">
                  <c:v>590</c:v>
                </c:pt>
                <c:pt idx="216">
                  <c:v>414</c:v>
                </c:pt>
                <c:pt idx="217">
                  <c:v>414</c:v>
                </c:pt>
                <c:pt idx="218">
                  <c:v>380</c:v>
                </c:pt>
                <c:pt idx="219">
                  <c:v>380</c:v>
                </c:pt>
                <c:pt idx="220">
                  <c:v>383</c:v>
                </c:pt>
                <c:pt idx="221">
                  <c:v>325</c:v>
                </c:pt>
                <c:pt idx="222">
                  <c:v>298</c:v>
                </c:pt>
                <c:pt idx="223">
                  <c:v>294</c:v>
                </c:pt>
                <c:pt idx="224">
                  <c:v>297</c:v>
                </c:pt>
                <c:pt idx="225">
                  <c:v>257</c:v>
                </c:pt>
                <c:pt idx="226">
                  <c:v>264</c:v>
                </c:pt>
                <c:pt idx="227">
                  <c:v>263</c:v>
                </c:pt>
                <c:pt idx="228">
                  <c:v>264</c:v>
                </c:pt>
                <c:pt idx="229">
                  <c:v>266</c:v>
                </c:pt>
                <c:pt idx="230">
                  <c:v>264</c:v>
                </c:pt>
                <c:pt idx="231">
                  <c:v>264</c:v>
                </c:pt>
                <c:pt idx="232">
                  <c:v>262</c:v>
                </c:pt>
                <c:pt idx="233">
                  <c:v>294</c:v>
                </c:pt>
                <c:pt idx="234">
                  <c:v>337</c:v>
                </c:pt>
                <c:pt idx="235">
                  <c:v>340</c:v>
                </c:pt>
                <c:pt idx="236">
                  <c:v>339</c:v>
                </c:pt>
                <c:pt idx="237">
                  <c:v>381</c:v>
                </c:pt>
              </c:numCache>
            </c:numRef>
          </c:val>
          <c:smooth val="1"/>
          <c:extLst xmlns:c16r2="http://schemas.microsoft.com/office/drawing/2015/06/chart">
            <c:ext xmlns:c16="http://schemas.microsoft.com/office/drawing/2014/chart" uri="{C3380CC4-5D6E-409C-BE32-E72D297353CC}">
              <c16:uniqueId val="{00000000-F5A1-47AC-9CB3-6238C7A9655F}"/>
            </c:ext>
          </c:extLst>
        </c:ser>
        <c:dLbls>
          <c:showLegendKey val="0"/>
          <c:showVal val="0"/>
          <c:showCatName val="0"/>
          <c:showSerName val="0"/>
          <c:showPercent val="0"/>
          <c:showBubbleSize val="0"/>
        </c:dLbls>
        <c:marker val="1"/>
        <c:smooth val="0"/>
        <c:axId val="868027856"/>
        <c:axId val="867996304"/>
      </c:lineChart>
      <c:dateAx>
        <c:axId val="868027856"/>
        <c:scaling>
          <c:orientation val="minMax"/>
        </c:scaling>
        <c:delete val="0"/>
        <c:axPos val="b"/>
        <c:numFmt formatCode="yyyy/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67996304"/>
        <c:crosses val="autoZero"/>
        <c:auto val="1"/>
        <c:lblOffset val="100"/>
        <c:baseTimeUnit val="days"/>
        <c:majorUnit val="6"/>
        <c:majorTimeUnit val="months"/>
        <c:minorUnit val="1"/>
        <c:minorTimeUnit val="months"/>
      </c:dateAx>
      <c:valAx>
        <c:axId val="86799630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68027856"/>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lgn="l" rtl="0">
            <a:defRPr lang="zh-CN" altLang="en-US" sz="7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7158279921814635E-2"/>
          <c:y val="8.7628806143405694E-2"/>
          <c:w val="0.89109027683076503"/>
          <c:h val="0.80315474595946068"/>
        </c:manualLayout>
      </c:layout>
      <c:lineChart>
        <c:grouping val="standard"/>
        <c:varyColors val="0"/>
        <c:ser>
          <c:idx val="0"/>
          <c:order val="0"/>
          <c:tx>
            <c:strRef>
              <c:f>'磷酸铁价格、库存'!$O$1</c:f>
              <c:strCache>
                <c:ptCount val="1"/>
                <c:pt idx="0">
                  <c:v>库存量（吨）</c:v>
                </c:pt>
              </c:strCache>
            </c:strRef>
          </c:tx>
          <c:spPr>
            <a:ln w="12700" cap="rnd">
              <a:solidFill>
                <a:srgbClr val="E10000"/>
              </a:solidFill>
              <a:prstDash val="solid"/>
              <a:round/>
            </a:ln>
            <a:effectLst/>
          </c:spPr>
          <c:marker>
            <c:symbol val="none"/>
          </c:marker>
          <c:cat>
            <c:numRef>
              <c:f>'磷酸铁价格、库存'!$N$2:$N$217</c:f>
              <c:numCache>
                <c:formatCode>m/d/yyyy</c:formatCode>
                <c:ptCount val="216"/>
                <c:pt idx="0">
                  <c:v>44974</c:v>
                </c:pt>
                <c:pt idx="1">
                  <c:v>44967</c:v>
                </c:pt>
                <c:pt idx="2">
                  <c:v>44960</c:v>
                </c:pt>
                <c:pt idx="3">
                  <c:v>44953</c:v>
                </c:pt>
                <c:pt idx="4">
                  <c:v>44946</c:v>
                </c:pt>
                <c:pt idx="5">
                  <c:v>44939</c:v>
                </c:pt>
                <c:pt idx="6">
                  <c:v>44932</c:v>
                </c:pt>
                <c:pt idx="7">
                  <c:v>44925</c:v>
                </c:pt>
                <c:pt idx="8">
                  <c:v>44918</c:v>
                </c:pt>
                <c:pt idx="9">
                  <c:v>44911</c:v>
                </c:pt>
                <c:pt idx="10">
                  <c:v>44904</c:v>
                </c:pt>
                <c:pt idx="11">
                  <c:v>44897</c:v>
                </c:pt>
                <c:pt idx="12">
                  <c:v>44890</c:v>
                </c:pt>
                <c:pt idx="13">
                  <c:v>44883</c:v>
                </c:pt>
                <c:pt idx="14">
                  <c:v>44876</c:v>
                </c:pt>
                <c:pt idx="15">
                  <c:v>44869</c:v>
                </c:pt>
                <c:pt idx="16">
                  <c:v>44862</c:v>
                </c:pt>
                <c:pt idx="17">
                  <c:v>44855</c:v>
                </c:pt>
                <c:pt idx="18">
                  <c:v>44848</c:v>
                </c:pt>
                <c:pt idx="19">
                  <c:v>44841</c:v>
                </c:pt>
                <c:pt idx="20">
                  <c:v>44834</c:v>
                </c:pt>
                <c:pt idx="21">
                  <c:v>44827</c:v>
                </c:pt>
                <c:pt idx="22">
                  <c:v>44820</c:v>
                </c:pt>
                <c:pt idx="23">
                  <c:v>44813</c:v>
                </c:pt>
                <c:pt idx="24">
                  <c:v>44806</c:v>
                </c:pt>
                <c:pt idx="25">
                  <c:v>44799</c:v>
                </c:pt>
                <c:pt idx="26">
                  <c:v>44792</c:v>
                </c:pt>
                <c:pt idx="27">
                  <c:v>44785</c:v>
                </c:pt>
                <c:pt idx="28">
                  <c:v>44778</c:v>
                </c:pt>
                <c:pt idx="29">
                  <c:v>44771</c:v>
                </c:pt>
                <c:pt idx="30">
                  <c:v>44764</c:v>
                </c:pt>
                <c:pt idx="31">
                  <c:v>44757</c:v>
                </c:pt>
                <c:pt idx="32">
                  <c:v>44750</c:v>
                </c:pt>
                <c:pt idx="33">
                  <c:v>44743</c:v>
                </c:pt>
                <c:pt idx="34">
                  <c:v>44736</c:v>
                </c:pt>
                <c:pt idx="35">
                  <c:v>44729</c:v>
                </c:pt>
                <c:pt idx="36">
                  <c:v>44722</c:v>
                </c:pt>
                <c:pt idx="37">
                  <c:v>44715</c:v>
                </c:pt>
                <c:pt idx="38">
                  <c:v>44708</c:v>
                </c:pt>
                <c:pt idx="39">
                  <c:v>44701</c:v>
                </c:pt>
                <c:pt idx="40">
                  <c:v>44694</c:v>
                </c:pt>
                <c:pt idx="41">
                  <c:v>44687</c:v>
                </c:pt>
                <c:pt idx="42">
                  <c:v>44680</c:v>
                </c:pt>
                <c:pt idx="43">
                  <c:v>44673</c:v>
                </c:pt>
                <c:pt idx="44">
                  <c:v>44666</c:v>
                </c:pt>
                <c:pt idx="45">
                  <c:v>44659</c:v>
                </c:pt>
                <c:pt idx="46">
                  <c:v>44652</c:v>
                </c:pt>
                <c:pt idx="47">
                  <c:v>44645</c:v>
                </c:pt>
                <c:pt idx="48">
                  <c:v>44638</c:v>
                </c:pt>
                <c:pt idx="49">
                  <c:v>44631</c:v>
                </c:pt>
                <c:pt idx="50">
                  <c:v>44624</c:v>
                </c:pt>
                <c:pt idx="51">
                  <c:v>44617</c:v>
                </c:pt>
                <c:pt idx="52">
                  <c:v>44610</c:v>
                </c:pt>
                <c:pt idx="53">
                  <c:v>44603</c:v>
                </c:pt>
                <c:pt idx="54">
                  <c:v>44596</c:v>
                </c:pt>
                <c:pt idx="55">
                  <c:v>44589</c:v>
                </c:pt>
                <c:pt idx="56">
                  <c:v>44582</c:v>
                </c:pt>
                <c:pt idx="57">
                  <c:v>44575</c:v>
                </c:pt>
                <c:pt idx="58">
                  <c:v>44568</c:v>
                </c:pt>
                <c:pt idx="59">
                  <c:v>44561</c:v>
                </c:pt>
                <c:pt idx="60">
                  <c:v>44554</c:v>
                </c:pt>
                <c:pt idx="61">
                  <c:v>44547</c:v>
                </c:pt>
                <c:pt idx="62">
                  <c:v>44540</c:v>
                </c:pt>
                <c:pt idx="63">
                  <c:v>44533</c:v>
                </c:pt>
                <c:pt idx="64">
                  <c:v>44526</c:v>
                </c:pt>
                <c:pt idx="65">
                  <c:v>44519</c:v>
                </c:pt>
                <c:pt idx="66">
                  <c:v>44512</c:v>
                </c:pt>
                <c:pt idx="67">
                  <c:v>44505</c:v>
                </c:pt>
                <c:pt idx="68">
                  <c:v>44498</c:v>
                </c:pt>
                <c:pt idx="69">
                  <c:v>44491</c:v>
                </c:pt>
                <c:pt idx="70">
                  <c:v>44484</c:v>
                </c:pt>
                <c:pt idx="71">
                  <c:v>44477</c:v>
                </c:pt>
                <c:pt idx="72">
                  <c:v>44470</c:v>
                </c:pt>
                <c:pt idx="73">
                  <c:v>44463</c:v>
                </c:pt>
                <c:pt idx="74">
                  <c:v>44456</c:v>
                </c:pt>
                <c:pt idx="75">
                  <c:v>44449</c:v>
                </c:pt>
                <c:pt idx="76">
                  <c:v>44442</c:v>
                </c:pt>
                <c:pt idx="77">
                  <c:v>44435</c:v>
                </c:pt>
                <c:pt idx="78">
                  <c:v>44428</c:v>
                </c:pt>
                <c:pt idx="79">
                  <c:v>44421</c:v>
                </c:pt>
                <c:pt idx="80">
                  <c:v>44414</c:v>
                </c:pt>
                <c:pt idx="81">
                  <c:v>44407</c:v>
                </c:pt>
                <c:pt idx="82">
                  <c:v>44400</c:v>
                </c:pt>
                <c:pt idx="83">
                  <c:v>44393</c:v>
                </c:pt>
                <c:pt idx="84">
                  <c:v>44386</c:v>
                </c:pt>
                <c:pt idx="85">
                  <c:v>44379</c:v>
                </c:pt>
                <c:pt idx="86">
                  <c:v>44372</c:v>
                </c:pt>
                <c:pt idx="87">
                  <c:v>44365</c:v>
                </c:pt>
                <c:pt idx="88">
                  <c:v>44358</c:v>
                </c:pt>
                <c:pt idx="89">
                  <c:v>44351</c:v>
                </c:pt>
                <c:pt idx="90">
                  <c:v>44344</c:v>
                </c:pt>
                <c:pt idx="91">
                  <c:v>44337</c:v>
                </c:pt>
                <c:pt idx="92">
                  <c:v>44330</c:v>
                </c:pt>
                <c:pt idx="93">
                  <c:v>44323</c:v>
                </c:pt>
                <c:pt idx="94">
                  <c:v>44316</c:v>
                </c:pt>
                <c:pt idx="95">
                  <c:v>44309</c:v>
                </c:pt>
                <c:pt idx="96">
                  <c:v>44302</c:v>
                </c:pt>
                <c:pt idx="97">
                  <c:v>44295</c:v>
                </c:pt>
                <c:pt idx="98">
                  <c:v>44288</c:v>
                </c:pt>
                <c:pt idx="99">
                  <c:v>44281</c:v>
                </c:pt>
                <c:pt idx="100">
                  <c:v>44274</c:v>
                </c:pt>
                <c:pt idx="101">
                  <c:v>44267</c:v>
                </c:pt>
                <c:pt idx="102">
                  <c:v>44260</c:v>
                </c:pt>
                <c:pt idx="103">
                  <c:v>44253</c:v>
                </c:pt>
                <c:pt idx="104">
                  <c:v>44246</c:v>
                </c:pt>
                <c:pt idx="105">
                  <c:v>44239</c:v>
                </c:pt>
                <c:pt idx="106">
                  <c:v>44232</c:v>
                </c:pt>
                <c:pt idx="107">
                  <c:v>44225</c:v>
                </c:pt>
                <c:pt idx="108">
                  <c:v>44218</c:v>
                </c:pt>
                <c:pt idx="109">
                  <c:v>44211</c:v>
                </c:pt>
                <c:pt idx="110">
                  <c:v>44204</c:v>
                </c:pt>
                <c:pt idx="111">
                  <c:v>44197</c:v>
                </c:pt>
                <c:pt idx="112">
                  <c:v>44190</c:v>
                </c:pt>
                <c:pt idx="113">
                  <c:v>44183</c:v>
                </c:pt>
                <c:pt idx="114">
                  <c:v>44176</c:v>
                </c:pt>
                <c:pt idx="115">
                  <c:v>44169</c:v>
                </c:pt>
                <c:pt idx="116">
                  <c:v>44162</c:v>
                </c:pt>
                <c:pt idx="117">
                  <c:v>44155</c:v>
                </c:pt>
                <c:pt idx="118">
                  <c:v>44148</c:v>
                </c:pt>
                <c:pt idx="119">
                  <c:v>44141</c:v>
                </c:pt>
                <c:pt idx="120">
                  <c:v>44134</c:v>
                </c:pt>
                <c:pt idx="121">
                  <c:v>44127</c:v>
                </c:pt>
                <c:pt idx="122">
                  <c:v>44120</c:v>
                </c:pt>
                <c:pt idx="123">
                  <c:v>44113</c:v>
                </c:pt>
                <c:pt idx="124">
                  <c:v>44106</c:v>
                </c:pt>
                <c:pt idx="125">
                  <c:v>44099</c:v>
                </c:pt>
                <c:pt idx="126">
                  <c:v>44092</c:v>
                </c:pt>
                <c:pt idx="127">
                  <c:v>44085</c:v>
                </c:pt>
                <c:pt idx="128">
                  <c:v>44078</c:v>
                </c:pt>
                <c:pt idx="129">
                  <c:v>44071</c:v>
                </c:pt>
                <c:pt idx="130">
                  <c:v>44064</c:v>
                </c:pt>
                <c:pt idx="131">
                  <c:v>44057</c:v>
                </c:pt>
                <c:pt idx="132">
                  <c:v>44050</c:v>
                </c:pt>
                <c:pt idx="133">
                  <c:v>44043</c:v>
                </c:pt>
                <c:pt idx="134">
                  <c:v>44036</c:v>
                </c:pt>
                <c:pt idx="135">
                  <c:v>44029</c:v>
                </c:pt>
                <c:pt idx="136">
                  <c:v>44022</c:v>
                </c:pt>
                <c:pt idx="137">
                  <c:v>44015</c:v>
                </c:pt>
                <c:pt idx="138">
                  <c:v>44008</c:v>
                </c:pt>
                <c:pt idx="139">
                  <c:v>44001</c:v>
                </c:pt>
                <c:pt idx="140">
                  <c:v>43994</c:v>
                </c:pt>
                <c:pt idx="141">
                  <c:v>43987</c:v>
                </c:pt>
                <c:pt idx="142">
                  <c:v>43980</c:v>
                </c:pt>
                <c:pt idx="143">
                  <c:v>43973</c:v>
                </c:pt>
                <c:pt idx="144">
                  <c:v>43966</c:v>
                </c:pt>
                <c:pt idx="145">
                  <c:v>43959</c:v>
                </c:pt>
                <c:pt idx="146">
                  <c:v>43952</c:v>
                </c:pt>
                <c:pt idx="147">
                  <c:v>43945</c:v>
                </c:pt>
                <c:pt idx="148">
                  <c:v>43938</c:v>
                </c:pt>
                <c:pt idx="149">
                  <c:v>43931</c:v>
                </c:pt>
                <c:pt idx="150">
                  <c:v>43924</c:v>
                </c:pt>
                <c:pt idx="151">
                  <c:v>43917</c:v>
                </c:pt>
                <c:pt idx="152">
                  <c:v>43910</c:v>
                </c:pt>
                <c:pt idx="153">
                  <c:v>43903</c:v>
                </c:pt>
                <c:pt idx="154">
                  <c:v>43896</c:v>
                </c:pt>
                <c:pt idx="155">
                  <c:v>43889</c:v>
                </c:pt>
                <c:pt idx="156">
                  <c:v>43882</c:v>
                </c:pt>
                <c:pt idx="157">
                  <c:v>43875</c:v>
                </c:pt>
                <c:pt idx="158">
                  <c:v>43868</c:v>
                </c:pt>
                <c:pt idx="159">
                  <c:v>43861</c:v>
                </c:pt>
                <c:pt idx="160">
                  <c:v>43854</c:v>
                </c:pt>
                <c:pt idx="161">
                  <c:v>43847</c:v>
                </c:pt>
                <c:pt idx="162">
                  <c:v>43840</c:v>
                </c:pt>
                <c:pt idx="163">
                  <c:v>43833</c:v>
                </c:pt>
                <c:pt idx="164">
                  <c:v>43826</c:v>
                </c:pt>
                <c:pt idx="165">
                  <c:v>43819</c:v>
                </c:pt>
                <c:pt idx="166">
                  <c:v>43812</c:v>
                </c:pt>
                <c:pt idx="167">
                  <c:v>43805</c:v>
                </c:pt>
                <c:pt idx="168">
                  <c:v>43798</c:v>
                </c:pt>
                <c:pt idx="169">
                  <c:v>43791</c:v>
                </c:pt>
                <c:pt idx="170">
                  <c:v>43784</c:v>
                </c:pt>
                <c:pt idx="171">
                  <c:v>43777</c:v>
                </c:pt>
                <c:pt idx="172">
                  <c:v>43770</c:v>
                </c:pt>
                <c:pt idx="173">
                  <c:v>43763</c:v>
                </c:pt>
                <c:pt idx="174">
                  <c:v>43756</c:v>
                </c:pt>
                <c:pt idx="175">
                  <c:v>43749</c:v>
                </c:pt>
                <c:pt idx="176">
                  <c:v>43742</c:v>
                </c:pt>
                <c:pt idx="177">
                  <c:v>43735</c:v>
                </c:pt>
                <c:pt idx="178">
                  <c:v>43728</c:v>
                </c:pt>
                <c:pt idx="179">
                  <c:v>43721</c:v>
                </c:pt>
                <c:pt idx="180">
                  <c:v>43714</c:v>
                </c:pt>
                <c:pt idx="181">
                  <c:v>43707</c:v>
                </c:pt>
                <c:pt idx="182">
                  <c:v>43700</c:v>
                </c:pt>
                <c:pt idx="183">
                  <c:v>43693</c:v>
                </c:pt>
                <c:pt idx="184">
                  <c:v>43686</c:v>
                </c:pt>
                <c:pt idx="185">
                  <c:v>43679</c:v>
                </c:pt>
                <c:pt idx="186">
                  <c:v>43672</c:v>
                </c:pt>
                <c:pt idx="187">
                  <c:v>43665</c:v>
                </c:pt>
                <c:pt idx="188">
                  <c:v>43658</c:v>
                </c:pt>
                <c:pt idx="189">
                  <c:v>43651</c:v>
                </c:pt>
                <c:pt idx="190">
                  <c:v>43644</c:v>
                </c:pt>
                <c:pt idx="191">
                  <c:v>43637</c:v>
                </c:pt>
                <c:pt idx="192">
                  <c:v>43630</c:v>
                </c:pt>
                <c:pt idx="193">
                  <c:v>43623</c:v>
                </c:pt>
                <c:pt idx="194">
                  <c:v>43616</c:v>
                </c:pt>
                <c:pt idx="195">
                  <c:v>43609</c:v>
                </c:pt>
                <c:pt idx="196">
                  <c:v>43602</c:v>
                </c:pt>
                <c:pt idx="197">
                  <c:v>43595</c:v>
                </c:pt>
                <c:pt idx="198">
                  <c:v>43588</c:v>
                </c:pt>
                <c:pt idx="199">
                  <c:v>43581</c:v>
                </c:pt>
                <c:pt idx="200">
                  <c:v>43574</c:v>
                </c:pt>
                <c:pt idx="201">
                  <c:v>43567</c:v>
                </c:pt>
                <c:pt idx="202">
                  <c:v>43560</c:v>
                </c:pt>
                <c:pt idx="203">
                  <c:v>43553</c:v>
                </c:pt>
                <c:pt idx="204">
                  <c:v>43546</c:v>
                </c:pt>
                <c:pt idx="205">
                  <c:v>43539</c:v>
                </c:pt>
                <c:pt idx="206">
                  <c:v>43532</c:v>
                </c:pt>
                <c:pt idx="207">
                  <c:v>43525</c:v>
                </c:pt>
                <c:pt idx="208">
                  <c:v>43518</c:v>
                </c:pt>
                <c:pt idx="209">
                  <c:v>43511</c:v>
                </c:pt>
                <c:pt idx="210">
                  <c:v>43504</c:v>
                </c:pt>
                <c:pt idx="211">
                  <c:v>43497</c:v>
                </c:pt>
                <c:pt idx="212">
                  <c:v>43490</c:v>
                </c:pt>
                <c:pt idx="213">
                  <c:v>43483</c:v>
                </c:pt>
                <c:pt idx="214">
                  <c:v>43476</c:v>
                </c:pt>
                <c:pt idx="215">
                  <c:v>43469</c:v>
                </c:pt>
              </c:numCache>
            </c:numRef>
          </c:cat>
          <c:val>
            <c:numRef>
              <c:f>'磷酸铁价格、库存'!$O$2:$O$217</c:f>
              <c:numCache>
                <c:formatCode>General</c:formatCode>
                <c:ptCount val="216"/>
                <c:pt idx="0">
                  <c:v>51</c:v>
                </c:pt>
                <c:pt idx="1">
                  <c:v>48</c:v>
                </c:pt>
                <c:pt idx="2">
                  <c:v>54</c:v>
                </c:pt>
                <c:pt idx="3">
                  <c:v>55</c:v>
                </c:pt>
                <c:pt idx="4">
                  <c:v>55</c:v>
                </c:pt>
                <c:pt idx="5">
                  <c:v>55</c:v>
                </c:pt>
                <c:pt idx="6">
                  <c:v>57</c:v>
                </c:pt>
                <c:pt idx="7">
                  <c:v>59</c:v>
                </c:pt>
                <c:pt idx="8">
                  <c:v>60</c:v>
                </c:pt>
                <c:pt idx="9">
                  <c:v>60</c:v>
                </c:pt>
                <c:pt idx="10">
                  <c:v>58</c:v>
                </c:pt>
                <c:pt idx="11">
                  <c:v>55</c:v>
                </c:pt>
                <c:pt idx="12">
                  <c:v>52</c:v>
                </c:pt>
                <c:pt idx="13">
                  <c:v>50</c:v>
                </c:pt>
                <c:pt idx="14">
                  <c:v>50</c:v>
                </c:pt>
                <c:pt idx="15">
                  <c:v>51</c:v>
                </c:pt>
                <c:pt idx="16">
                  <c:v>52</c:v>
                </c:pt>
                <c:pt idx="17">
                  <c:v>53</c:v>
                </c:pt>
                <c:pt idx="18">
                  <c:v>59</c:v>
                </c:pt>
                <c:pt idx="19">
                  <c:v>53</c:v>
                </c:pt>
                <c:pt idx="20">
                  <c:v>52</c:v>
                </c:pt>
                <c:pt idx="21">
                  <c:v>52</c:v>
                </c:pt>
                <c:pt idx="22">
                  <c:v>53</c:v>
                </c:pt>
                <c:pt idx="23">
                  <c:v>54</c:v>
                </c:pt>
                <c:pt idx="24">
                  <c:v>55</c:v>
                </c:pt>
                <c:pt idx="25">
                  <c:v>53</c:v>
                </c:pt>
                <c:pt idx="26">
                  <c:v>46</c:v>
                </c:pt>
                <c:pt idx="27">
                  <c:v>46</c:v>
                </c:pt>
                <c:pt idx="28">
                  <c:v>46</c:v>
                </c:pt>
                <c:pt idx="29">
                  <c:v>47</c:v>
                </c:pt>
                <c:pt idx="30">
                  <c:v>47</c:v>
                </c:pt>
                <c:pt idx="31">
                  <c:v>47</c:v>
                </c:pt>
                <c:pt idx="32">
                  <c:v>47</c:v>
                </c:pt>
                <c:pt idx="33">
                  <c:v>47</c:v>
                </c:pt>
                <c:pt idx="34">
                  <c:v>49</c:v>
                </c:pt>
                <c:pt idx="35">
                  <c:v>49</c:v>
                </c:pt>
                <c:pt idx="36">
                  <c:v>51</c:v>
                </c:pt>
                <c:pt idx="37">
                  <c:v>54</c:v>
                </c:pt>
                <c:pt idx="38">
                  <c:v>56</c:v>
                </c:pt>
                <c:pt idx="39">
                  <c:v>54</c:v>
                </c:pt>
                <c:pt idx="40">
                  <c:v>50</c:v>
                </c:pt>
                <c:pt idx="41">
                  <c:v>50</c:v>
                </c:pt>
                <c:pt idx="42">
                  <c:v>46</c:v>
                </c:pt>
                <c:pt idx="43">
                  <c:v>44</c:v>
                </c:pt>
                <c:pt idx="44">
                  <c:v>41</c:v>
                </c:pt>
                <c:pt idx="45">
                  <c:v>44</c:v>
                </c:pt>
                <c:pt idx="46">
                  <c:v>46</c:v>
                </c:pt>
                <c:pt idx="47">
                  <c:v>46</c:v>
                </c:pt>
                <c:pt idx="48">
                  <c:v>50</c:v>
                </c:pt>
                <c:pt idx="49">
                  <c:v>50</c:v>
                </c:pt>
                <c:pt idx="50">
                  <c:v>49</c:v>
                </c:pt>
                <c:pt idx="51">
                  <c:v>42</c:v>
                </c:pt>
                <c:pt idx="52">
                  <c:v>48</c:v>
                </c:pt>
                <c:pt idx="53">
                  <c:v>50</c:v>
                </c:pt>
                <c:pt idx="54">
                  <c:v>47</c:v>
                </c:pt>
                <c:pt idx="55">
                  <c:v>44</c:v>
                </c:pt>
                <c:pt idx="56">
                  <c:v>41</c:v>
                </c:pt>
                <c:pt idx="57">
                  <c:v>42</c:v>
                </c:pt>
                <c:pt idx="58">
                  <c:v>38</c:v>
                </c:pt>
                <c:pt idx="59">
                  <c:v>38</c:v>
                </c:pt>
                <c:pt idx="60">
                  <c:v>36</c:v>
                </c:pt>
                <c:pt idx="61">
                  <c:v>37</c:v>
                </c:pt>
                <c:pt idx="62">
                  <c:v>39</c:v>
                </c:pt>
                <c:pt idx="63">
                  <c:v>41</c:v>
                </c:pt>
                <c:pt idx="64">
                  <c:v>42</c:v>
                </c:pt>
                <c:pt idx="65">
                  <c:v>42</c:v>
                </c:pt>
                <c:pt idx="66">
                  <c:v>44</c:v>
                </c:pt>
                <c:pt idx="67">
                  <c:v>37</c:v>
                </c:pt>
                <c:pt idx="68">
                  <c:v>37</c:v>
                </c:pt>
                <c:pt idx="69">
                  <c:v>36</c:v>
                </c:pt>
                <c:pt idx="70">
                  <c:v>34</c:v>
                </c:pt>
                <c:pt idx="71">
                  <c:v>32</c:v>
                </c:pt>
                <c:pt idx="72">
                  <c:v>33</c:v>
                </c:pt>
                <c:pt idx="73">
                  <c:v>32</c:v>
                </c:pt>
                <c:pt idx="74">
                  <c:v>30</c:v>
                </c:pt>
                <c:pt idx="75">
                  <c:v>35</c:v>
                </c:pt>
                <c:pt idx="76">
                  <c:v>34</c:v>
                </c:pt>
                <c:pt idx="77">
                  <c:v>34</c:v>
                </c:pt>
                <c:pt idx="78">
                  <c:v>34</c:v>
                </c:pt>
                <c:pt idx="79">
                  <c:v>36</c:v>
                </c:pt>
                <c:pt idx="80">
                  <c:v>32</c:v>
                </c:pt>
                <c:pt idx="81">
                  <c:v>45</c:v>
                </c:pt>
                <c:pt idx="82">
                  <c:v>41</c:v>
                </c:pt>
                <c:pt idx="83">
                  <c:v>27</c:v>
                </c:pt>
                <c:pt idx="84">
                  <c:v>31</c:v>
                </c:pt>
                <c:pt idx="85">
                  <c:v>32</c:v>
                </c:pt>
                <c:pt idx="86">
                  <c:v>31</c:v>
                </c:pt>
                <c:pt idx="87">
                  <c:v>31</c:v>
                </c:pt>
                <c:pt idx="88">
                  <c:v>30</c:v>
                </c:pt>
                <c:pt idx="89">
                  <c:v>32</c:v>
                </c:pt>
                <c:pt idx="90">
                  <c:v>32</c:v>
                </c:pt>
                <c:pt idx="91">
                  <c:v>31</c:v>
                </c:pt>
                <c:pt idx="92">
                  <c:v>32</c:v>
                </c:pt>
                <c:pt idx="93">
                  <c:v>34</c:v>
                </c:pt>
                <c:pt idx="94">
                  <c:v>36</c:v>
                </c:pt>
                <c:pt idx="95">
                  <c:v>37</c:v>
                </c:pt>
                <c:pt idx="96">
                  <c:v>36</c:v>
                </c:pt>
                <c:pt idx="97">
                  <c:v>28</c:v>
                </c:pt>
                <c:pt idx="98">
                  <c:v>27</c:v>
                </c:pt>
                <c:pt idx="99">
                  <c:v>27</c:v>
                </c:pt>
                <c:pt idx="100">
                  <c:v>26</c:v>
                </c:pt>
                <c:pt idx="101">
                  <c:v>23</c:v>
                </c:pt>
                <c:pt idx="102">
                  <c:v>24</c:v>
                </c:pt>
                <c:pt idx="103">
                  <c:v>25</c:v>
                </c:pt>
                <c:pt idx="104">
                  <c:v>26</c:v>
                </c:pt>
                <c:pt idx="105">
                  <c:v>28</c:v>
                </c:pt>
                <c:pt idx="106">
                  <c:v>24</c:v>
                </c:pt>
                <c:pt idx="107">
                  <c:v>28</c:v>
                </c:pt>
                <c:pt idx="108">
                  <c:v>32</c:v>
                </c:pt>
                <c:pt idx="109">
                  <c:v>31</c:v>
                </c:pt>
                <c:pt idx="110">
                  <c:v>33</c:v>
                </c:pt>
                <c:pt idx="111">
                  <c:v>39</c:v>
                </c:pt>
                <c:pt idx="112">
                  <c:v>46</c:v>
                </c:pt>
                <c:pt idx="113">
                  <c:v>62</c:v>
                </c:pt>
                <c:pt idx="114">
                  <c:v>62</c:v>
                </c:pt>
                <c:pt idx="115">
                  <c:v>62</c:v>
                </c:pt>
                <c:pt idx="116">
                  <c:v>81</c:v>
                </c:pt>
                <c:pt idx="117">
                  <c:v>81</c:v>
                </c:pt>
                <c:pt idx="118">
                  <c:v>81</c:v>
                </c:pt>
                <c:pt idx="119">
                  <c:v>81</c:v>
                </c:pt>
                <c:pt idx="120">
                  <c:v>96</c:v>
                </c:pt>
                <c:pt idx="121">
                  <c:v>96</c:v>
                </c:pt>
                <c:pt idx="122">
                  <c:v>96</c:v>
                </c:pt>
                <c:pt idx="123">
                  <c:v>96</c:v>
                </c:pt>
                <c:pt idx="124">
                  <c:v>96</c:v>
                </c:pt>
                <c:pt idx="125">
                  <c:v>105</c:v>
                </c:pt>
                <c:pt idx="126">
                  <c:v>105</c:v>
                </c:pt>
                <c:pt idx="127">
                  <c:v>105</c:v>
                </c:pt>
                <c:pt idx="128">
                  <c:v>105</c:v>
                </c:pt>
                <c:pt idx="129">
                  <c:v>105</c:v>
                </c:pt>
                <c:pt idx="130">
                  <c:v>107</c:v>
                </c:pt>
                <c:pt idx="131">
                  <c:v>114</c:v>
                </c:pt>
                <c:pt idx="132">
                  <c:v>114</c:v>
                </c:pt>
                <c:pt idx="133">
                  <c:v>114</c:v>
                </c:pt>
                <c:pt idx="134">
                  <c:v>114</c:v>
                </c:pt>
                <c:pt idx="135">
                  <c:v>114</c:v>
                </c:pt>
                <c:pt idx="136">
                  <c:v>123</c:v>
                </c:pt>
                <c:pt idx="137">
                  <c:v>130</c:v>
                </c:pt>
                <c:pt idx="138">
                  <c:v>133</c:v>
                </c:pt>
                <c:pt idx="139">
                  <c:v>137</c:v>
                </c:pt>
                <c:pt idx="140">
                  <c:v>132</c:v>
                </c:pt>
                <c:pt idx="141">
                  <c:v>127</c:v>
                </c:pt>
                <c:pt idx="142">
                  <c:v>120</c:v>
                </c:pt>
                <c:pt idx="143">
                  <c:v>118</c:v>
                </c:pt>
                <c:pt idx="144">
                  <c:v>125</c:v>
                </c:pt>
                <c:pt idx="145">
                  <c:v>126</c:v>
                </c:pt>
                <c:pt idx="146">
                  <c:v>131</c:v>
                </c:pt>
                <c:pt idx="147">
                  <c:v>133</c:v>
                </c:pt>
                <c:pt idx="148">
                  <c:v>138</c:v>
                </c:pt>
                <c:pt idx="149">
                  <c:v>141</c:v>
                </c:pt>
                <c:pt idx="150">
                  <c:v>145</c:v>
                </c:pt>
                <c:pt idx="151">
                  <c:v>149</c:v>
                </c:pt>
                <c:pt idx="152">
                  <c:v>160</c:v>
                </c:pt>
                <c:pt idx="153">
                  <c:v>165</c:v>
                </c:pt>
                <c:pt idx="154">
                  <c:v>173</c:v>
                </c:pt>
                <c:pt idx="155">
                  <c:v>178</c:v>
                </c:pt>
                <c:pt idx="156">
                  <c:v>164</c:v>
                </c:pt>
                <c:pt idx="157">
                  <c:v>180</c:v>
                </c:pt>
                <c:pt idx="158">
                  <c:v>190</c:v>
                </c:pt>
                <c:pt idx="159">
                  <c:v>195</c:v>
                </c:pt>
                <c:pt idx="160">
                  <c:v>187</c:v>
                </c:pt>
                <c:pt idx="161">
                  <c:v>184</c:v>
                </c:pt>
                <c:pt idx="162">
                  <c:v>184</c:v>
                </c:pt>
                <c:pt idx="163">
                  <c:v>188</c:v>
                </c:pt>
                <c:pt idx="164">
                  <c:v>176</c:v>
                </c:pt>
                <c:pt idx="165">
                  <c:v>169</c:v>
                </c:pt>
                <c:pt idx="166">
                  <c:v>164</c:v>
                </c:pt>
                <c:pt idx="167">
                  <c:v>148</c:v>
                </c:pt>
                <c:pt idx="168">
                  <c:v>144</c:v>
                </c:pt>
                <c:pt idx="169">
                  <c:v>140</c:v>
                </c:pt>
                <c:pt idx="170">
                  <c:v>129</c:v>
                </c:pt>
                <c:pt idx="171">
                  <c:v>124</c:v>
                </c:pt>
                <c:pt idx="172">
                  <c:v>121</c:v>
                </c:pt>
                <c:pt idx="173">
                  <c:v>127</c:v>
                </c:pt>
                <c:pt idx="174">
                  <c:v>132</c:v>
                </c:pt>
                <c:pt idx="175">
                  <c:v>140</c:v>
                </c:pt>
                <c:pt idx="176">
                  <c:v>136</c:v>
                </c:pt>
                <c:pt idx="177">
                  <c:v>139</c:v>
                </c:pt>
                <c:pt idx="178">
                  <c:v>151</c:v>
                </c:pt>
                <c:pt idx="179">
                  <c:v>152</c:v>
                </c:pt>
                <c:pt idx="180">
                  <c:v>148</c:v>
                </c:pt>
                <c:pt idx="181">
                  <c:v>148</c:v>
                </c:pt>
                <c:pt idx="182">
                  <c:v>151</c:v>
                </c:pt>
                <c:pt idx="183">
                  <c:v>160</c:v>
                </c:pt>
                <c:pt idx="184">
                  <c:v>159</c:v>
                </c:pt>
                <c:pt idx="185">
                  <c:v>167</c:v>
                </c:pt>
                <c:pt idx="186">
                  <c:v>170</c:v>
                </c:pt>
                <c:pt idx="187">
                  <c:v>168</c:v>
                </c:pt>
                <c:pt idx="188">
                  <c:v>163</c:v>
                </c:pt>
                <c:pt idx="189">
                  <c:v>161</c:v>
                </c:pt>
                <c:pt idx="190">
                  <c:v>158</c:v>
                </c:pt>
                <c:pt idx="191">
                  <c:v>149</c:v>
                </c:pt>
                <c:pt idx="192">
                  <c:v>141</c:v>
                </c:pt>
                <c:pt idx="193">
                  <c:v>141</c:v>
                </c:pt>
                <c:pt idx="194">
                  <c:v>150</c:v>
                </c:pt>
                <c:pt idx="195">
                  <c:v>154</c:v>
                </c:pt>
                <c:pt idx="196">
                  <c:v>162</c:v>
                </c:pt>
                <c:pt idx="197">
                  <c:v>157</c:v>
                </c:pt>
                <c:pt idx="198">
                  <c:v>155</c:v>
                </c:pt>
                <c:pt idx="199">
                  <c:v>155</c:v>
                </c:pt>
                <c:pt idx="200">
                  <c:v>159</c:v>
                </c:pt>
                <c:pt idx="201">
                  <c:v>162</c:v>
                </c:pt>
                <c:pt idx="202">
                  <c:v>165</c:v>
                </c:pt>
                <c:pt idx="203">
                  <c:v>167</c:v>
                </c:pt>
                <c:pt idx="204">
                  <c:v>169</c:v>
                </c:pt>
                <c:pt idx="205">
                  <c:v>172</c:v>
                </c:pt>
                <c:pt idx="206">
                  <c:v>176</c:v>
                </c:pt>
                <c:pt idx="207">
                  <c:v>186</c:v>
                </c:pt>
                <c:pt idx="208">
                  <c:v>194</c:v>
                </c:pt>
                <c:pt idx="209">
                  <c:v>193</c:v>
                </c:pt>
                <c:pt idx="210">
                  <c:v>184</c:v>
                </c:pt>
                <c:pt idx="211">
                  <c:v>180</c:v>
                </c:pt>
                <c:pt idx="212">
                  <c:v>180</c:v>
                </c:pt>
                <c:pt idx="213">
                  <c:v>175</c:v>
                </c:pt>
                <c:pt idx="214">
                  <c:v>180</c:v>
                </c:pt>
                <c:pt idx="215">
                  <c:v>175</c:v>
                </c:pt>
              </c:numCache>
            </c:numRef>
          </c:val>
          <c:smooth val="1"/>
          <c:extLst xmlns:c16r2="http://schemas.microsoft.com/office/drawing/2015/06/chart">
            <c:ext xmlns:c16="http://schemas.microsoft.com/office/drawing/2014/chart" uri="{C3380CC4-5D6E-409C-BE32-E72D297353CC}">
              <c16:uniqueId val="{00000000-3426-4192-9A7D-5156C43CC46A}"/>
            </c:ext>
          </c:extLst>
        </c:ser>
        <c:dLbls>
          <c:showLegendKey val="0"/>
          <c:showVal val="0"/>
          <c:showCatName val="0"/>
          <c:showSerName val="0"/>
          <c:showPercent val="0"/>
          <c:showBubbleSize val="0"/>
        </c:dLbls>
        <c:smooth val="0"/>
        <c:axId val="868000112"/>
        <c:axId val="868004464"/>
      </c:lineChart>
      <c:dateAx>
        <c:axId val="868000112"/>
        <c:scaling>
          <c:orientation val="minMax"/>
          <c:min val="43681"/>
        </c:scaling>
        <c:delete val="0"/>
        <c:axPos val="b"/>
        <c:numFmt formatCode="yy/m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700" b="0" i="0" u="none" strike="noStrike" kern="1200" baseline="0">
                <a:solidFill>
                  <a:srgbClr val="000000"/>
                </a:solidFill>
                <a:latin typeface="Arial"/>
                <a:ea typeface="Arial"/>
                <a:cs typeface="Arial"/>
              </a:defRPr>
            </a:pPr>
            <a:endParaRPr lang="zh-CN"/>
          </a:p>
        </c:txPr>
        <c:crossAx val="868004464"/>
        <c:crosses val="autoZero"/>
        <c:auto val="1"/>
        <c:lblOffset val="100"/>
        <c:baseTimeUnit val="days"/>
        <c:majorUnit val="6"/>
        <c:majorTimeUnit val="months"/>
      </c:dateAx>
      <c:valAx>
        <c:axId val="86800446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700" b="0" i="0" u="none" strike="noStrike" kern="1200" baseline="0">
                <a:solidFill>
                  <a:srgbClr val="000000"/>
                </a:solidFill>
                <a:latin typeface="Arial"/>
                <a:ea typeface="Arial"/>
                <a:cs typeface="Arial"/>
              </a:defRPr>
            </a:pPr>
            <a:endParaRPr lang="zh-CN"/>
          </a:p>
        </c:txPr>
        <c:crossAx val="868000112"/>
        <c:crosses val="autoZero"/>
        <c:crossBetween val="between"/>
      </c:valAx>
      <c:spPr>
        <a:noFill/>
        <a:ln>
          <a:noFill/>
        </a:ln>
        <a:effectLst/>
      </c:spPr>
    </c:plotArea>
    <c:legend>
      <c:legendPos val="t"/>
      <c:layout>
        <c:manualLayout>
          <c:xMode val="edge"/>
          <c:yMode val="edge"/>
          <c:x val="0.31018299279774969"/>
          <c:y val="1.1340298240914367E-2"/>
          <c:w val="0.33183270996259778"/>
          <c:h val="9.3298955263862851E-2"/>
        </c:manualLayout>
      </c:layout>
      <c:overlay val="0"/>
      <c:spPr>
        <a:noFill/>
        <a:ln>
          <a:noFill/>
        </a:ln>
        <a:effectLst/>
      </c:spPr>
      <c:txPr>
        <a:bodyPr rot="0" spcFirstLastPara="1" vertOverflow="ellipsis" vert="horz" wrap="square" anchor="ctr" anchorCtr="1"/>
        <a:lstStyle/>
        <a:p>
          <a:pPr>
            <a:defRPr sz="7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444184330390087"/>
          <c:y val="0.11986918474863827"/>
          <c:w val="0.87017802192792504"/>
          <c:h val="0.75986605946959551"/>
        </c:manualLayout>
      </c:layout>
      <c:lineChart>
        <c:grouping val="standard"/>
        <c:varyColors val="0"/>
        <c:ser>
          <c:idx val="0"/>
          <c:order val="0"/>
          <c:tx>
            <c:strRef>
              <c:f>供需测算丨磷酸铁!$D$43</c:f>
              <c:strCache>
                <c:ptCount val="1"/>
                <c:pt idx="0">
                  <c:v>仅考虑现有企业产能利用率</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dLbls>
            <c:dLbl>
              <c:idx val="3"/>
              <c:dLblPos val="b"/>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6FD8-4195-A285-CDBF50C73A18}"/>
                </c:ext>
                <c:ext xmlns:c15="http://schemas.microsoft.com/office/drawing/2012/chart" uri="{CE6537A1-D6FC-4f65-9D91-7224C49458BB}"/>
              </c:extLst>
            </c:dLbl>
            <c:dLbl>
              <c:idx val="4"/>
              <c:dLblPos val="b"/>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1-6FD8-4195-A285-CDBF50C73A18}"/>
                </c:ext>
                <c:ext xmlns:c15="http://schemas.microsoft.com/office/drawing/2012/chart" uri="{CE6537A1-D6FC-4f65-9D91-7224C49458BB}"/>
              </c:extLst>
            </c:dLbl>
            <c:dLbl>
              <c:idx val="5"/>
              <c:dLblPos val="b"/>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2-6FD8-4195-A285-CDBF50C73A18}"/>
                </c:ex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Arial" panose="020B0604020202020204" pitchFamily="34" charset="0"/>
                    <a:ea typeface="+mn-ea"/>
                    <a:cs typeface="Arial" panose="020B0604020202020204" pitchFamily="34" charset="0"/>
                  </a:defRPr>
                </a:pPr>
                <a:endParaRPr lang="zh-CN"/>
              </a:p>
            </c:txPr>
            <c:dLblPos val="b"/>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供需测算丨磷酸铁!$F$1:$K$1</c:f>
              <c:strCache>
                <c:ptCount val="6"/>
                <c:pt idx="0">
                  <c:v>2020A</c:v>
                </c:pt>
                <c:pt idx="1">
                  <c:v>2021H1</c:v>
                </c:pt>
                <c:pt idx="2">
                  <c:v>2021H2</c:v>
                </c:pt>
                <c:pt idx="3">
                  <c:v>2022H1</c:v>
                </c:pt>
                <c:pt idx="4">
                  <c:v>2022H2E</c:v>
                </c:pt>
                <c:pt idx="5">
                  <c:v>2023E</c:v>
                </c:pt>
              </c:strCache>
            </c:strRef>
          </c:cat>
          <c:val>
            <c:numRef>
              <c:f>供需测算丨磷酸铁!$F$43:$K$43</c:f>
              <c:numCache>
                <c:formatCode>0%</c:formatCode>
                <c:ptCount val="6"/>
                <c:pt idx="0">
                  <c:v>0.72308589025240211</c:v>
                </c:pt>
                <c:pt idx="1">
                  <c:v>1.1658137356367482</c:v>
                </c:pt>
                <c:pt idx="2">
                  <c:v>1.2190970137872092</c:v>
                </c:pt>
                <c:pt idx="3">
                  <c:v>1.3591340206185565</c:v>
                </c:pt>
                <c:pt idx="4">
                  <c:v>1.1821344195519348</c:v>
                </c:pt>
                <c:pt idx="5">
                  <c:v>0.94855795677799593</c:v>
                </c:pt>
              </c:numCache>
            </c:numRef>
          </c:val>
          <c:smooth val="1"/>
          <c:extLst xmlns:c16r2="http://schemas.microsoft.com/office/drawing/2015/06/chart">
            <c:ext xmlns:c16="http://schemas.microsoft.com/office/drawing/2014/chart" uri="{C3380CC4-5D6E-409C-BE32-E72D297353CC}">
              <c16:uniqueId val="{00000003-6FD8-4195-A285-CDBF50C73A18}"/>
            </c:ext>
          </c:extLst>
        </c:ser>
        <c:ser>
          <c:idx val="1"/>
          <c:order val="1"/>
          <c:tx>
            <c:strRef>
              <c:f>供需测算丨磷酸铁!$D$44</c:f>
              <c:strCache>
                <c:ptCount val="1"/>
                <c:pt idx="0">
                  <c:v>整体产能利用率（考虑规划产能全部达产）</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dLbls>
            <c:dLbl>
              <c:idx val="3"/>
              <c:dLblPos val="b"/>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4-6FD8-4195-A285-CDBF50C73A18}"/>
                </c:ext>
                <c:ext xmlns:c15="http://schemas.microsoft.com/office/drawing/2012/chart" uri="{CE6537A1-D6FC-4f65-9D91-7224C49458BB}"/>
              </c:extLst>
            </c:dLbl>
            <c:dLbl>
              <c:idx val="4"/>
              <c:dLblPos val="b"/>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5-6FD8-4195-A285-CDBF50C73A18}"/>
                </c:ext>
                <c:ext xmlns:c15="http://schemas.microsoft.com/office/drawing/2012/chart" uri="{CE6537A1-D6FC-4f65-9D91-7224C49458BB}"/>
              </c:extLst>
            </c:dLbl>
            <c:dLbl>
              <c:idx val="5"/>
              <c:dLblPos val="b"/>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6-6FD8-4195-A285-CDBF50C73A18}"/>
                </c:ex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Arial" panose="020B0604020202020204" pitchFamily="34" charset="0"/>
                    <a:ea typeface="+mn-ea"/>
                    <a:cs typeface="Arial" panose="020B0604020202020204" pitchFamily="34" charset="0"/>
                  </a:defRPr>
                </a:pPr>
                <a:endParaRPr lang="zh-CN"/>
              </a:p>
            </c:txPr>
            <c:dLblPos val="b"/>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供需测算丨磷酸铁!$F$1:$K$1</c:f>
              <c:strCache>
                <c:ptCount val="6"/>
                <c:pt idx="0">
                  <c:v>2020A</c:v>
                </c:pt>
                <c:pt idx="1">
                  <c:v>2021H1</c:v>
                </c:pt>
                <c:pt idx="2">
                  <c:v>2021H2</c:v>
                </c:pt>
                <c:pt idx="3">
                  <c:v>2022H1</c:v>
                </c:pt>
                <c:pt idx="4">
                  <c:v>2022H2E</c:v>
                </c:pt>
                <c:pt idx="5">
                  <c:v>2023E</c:v>
                </c:pt>
              </c:strCache>
            </c:strRef>
          </c:cat>
          <c:val>
            <c:numRef>
              <c:f>供需测算丨磷酸铁!$F$44:$K$44</c:f>
              <c:numCache>
                <c:formatCode>0%</c:formatCode>
                <c:ptCount val="6"/>
                <c:pt idx="0">
                  <c:v>0.72308589025240211</c:v>
                </c:pt>
                <c:pt idx="1">
                  <c:v>1.1658137356367482</c:v>
                </c:pt>
                <c:pt idx="2">
                  <c:v>1.2190970137872092</c:v>
                </c:pt>
                <c:pt idx="3">
                  <c:v>1.0012860759493669</c:v>
                </c:pt>
                <c:pt idx="4">
                  <c:v>0.70142356495468272</c:v>
                </c:pt>
                <c:pt idx="5">
                  <c:v>0.43892363636363624</c:v>
                </c:pt>
              </c:numCache>
            </c:numRef>
          </c:val>
          <c:smooth val="1"/>
          <c:extLst xmlns:c16r2="http://schemas.microsoft.com/office/drawing/2015/06/chart">
            <c:ext xmlns:c16="http://schemas.microsoft.com/office/drawing/2014/chart" uri="{C3380CC4-5D6E-409C-BE32-E72D297353CC}">
              <c16:uniqueId val="{00000007-6FD8-4195-A285-CDBF50C73A18}"/>
            </c:ext>
          </c:extLst>
        </c:ser>
        <c:dLbls>
          <c:dLblPos val="b"/>
          <c:showLegendKey val="0"/>
          <c:showVal val="1"/>
          <c:showCatName val="0"/>
          <c:showSerName val="0"/>
          <c:showPercent val="0"/>
          <c:showBubbleSize val="0"/>
        </c:dLbls>
        <c:marker val="1"/>
        <c:smooth val="0"/>
        <c:axId val="868001200"/>
        <c:axId val="868001744"/>
      </c:lineChart>
      <c:catAx>
        <c:axId val="86800120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68001744"/>
        <c:crosses val="autoZero"/>
        <c:auto val="1"/>
        <c:lblAlgn val="ctr"/>
        <c:lblOffset val="100"/>
        <c:noMultiLvlLbl val="0"/>
      </c:catAx>
      <c:valAx>
        <c:axId val="868001744"/>
        <c:scaling>
          <c:orientation val="minMax"/>
        </c:scaling>
        <c:delete val="0"/>
        <c:axPos val="l"/>
        <c:majorGridlines>
          <c:spPr>
            <a:ln w="9525" cap="flat" cmpd="sng" algn="ctr">
              <a:noFill/>
              <a:round/>
            </a:ln>
            <a:effec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68001200"/>
        <c:crosses val="autoZero"/>
        <c:crossBetween val="between"/>
      </c:valAx>
      <c:spPr>
        <a:noFill/>
        <a:ln>
          <a:noFill/>
        </a:ln>
        <a:effectLst/>
      </c:spPr>
    </c:plotArea>
    <c:legend>
      <c:legendPos val="t"/>
      <c:layout>
        <c:manualLayout>
          <c:xMode val="edge"/>
          <c:yMode val="edge"/>
          <c:x val="0.15744675437034025"/>
          <c:y val="0"/>
          <c:w val="0.75620244789943769"/>
          <c:h val="0.1440717921242968"/>
        </c:manualLayout>
      </c:layou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c:spPr>
  <c:txPr>
    <a:bodyPr/>
    <a:lstStyle/>
    <a:p>
      <a:pPr>
        <a:defRPr/>
      </a:pPr>
      <a:endParaRPr lang="zh-CN"/>
    </a:p>
  </c:txPr>
  <c:externalData r:id="rId3">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848710680322"/>
          <c:y val="0.17935251801734836"/>
          <c:w val="0.85517905908639502"/>
          <c:h val="0.72680154735021341"/>
        </c:manualLayout>
      </c:layout>
      <c:lineChart>
        <c:grouping val="standard"/>
        <c:varyColors val="0"/>
        <c:ser>
          <c:idx val="0"/>
          <c:order val="0"/>
          <c:tx>
            <c:strRef>
              <c:f>'图49-57'!$N$3</c:f>
              <c:strCache>
                <c:ptCount val="1"/>
                <c:pt idx="0">
                  <c:v>铵法价差</c:v>
                </c:pt>
              </c:strCache>
            </c:strRef>
          </c:tx>
          <c:spPr>
            <a:ln w="12700" cap="rnd" cmpd="sng" algn="ctr">
              <a:solidFill>
                <a:srgbClr val="E10000"/>
              </a:solidFill>
              <a:prstDash val="solid"/>
              <a:round/>
            </a:ln>
          </c:spPr>
          <c:marker>
            <c:symbol val="none"/>
          </c:marker>
          <c:cat>
            <c:numRef>
              <c:f>'图49-57'!$A$4:$A$1021</c:f>
              <c:numCache>
                <c:formatCode>yyyy/mm/dd;@</c:formatCode>
                <c:ptCount val="1018"/>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numCache>
            </c:numRef>
          </c:cat>
          <c:val>
            <c:numRef>
              <c:f>'图49-57'!$N$172:$N$1014</c:f>
              <c:numCache>
                <c:formatCode>0</c:formatCode>
                <c:ptCount val="843"/>
                <c:pt idx="0">
                  <c:v>16964.601769911507</c:v>
                </c:pt>
                <c:pt idx="1">
                  <c:v>16964.601769911507</c:v>
                </c:pt>
                <c:pt idx="2">
                  <c:v>16964.601769911507</c:v>
                </c:pt>
                <c:pt idx="3">
                  <c:v>16964.601769911507</c:v>
                </c:pt>
                <c:pt idx="4">
                  <c:v>16913.274336283186</c:v>
                </c:pt>
                <c:pt idx="5">
                  <c:v>17061.946902654869</c:v>
                </c:pt>
                <c:pt idx="6">
                  <c:v>17061.946902654869</c:v>
                </c:pt>
                <c:pt idx="7">
                  <c:v>17061.946902654869</c:v>
                </c:pt>
                <c:pt idx="8">
                  <c:v>17061.946902654869</c:v>
                </c:pt>
                <c:pt idx="9">
                  <c:v>17061.946902654869</c:v>
                </c:pt>
                <c:pt idx="10">
                  <c:v>17061.946902654869</c:v>
                </c:pt>
                <c:pt idx="11">
                  <c:v>17100</c:v>
                </c:pt>
                <c:pt idx="12">
                  <c:v>17100</c:v>
                </c:pt>
                <c:pt idx="13">
                  <c:v>17100</c:v>
                </c:pt>
                <c:pt idx="14">
                  <c:v>17100</c:v>
                </c:pt>
                <c:pt idx="15">
                  <c:v>17100</c:v>
                </c:pt>
                <c:pt idx="16">
                  <c:v>17100</c:v>
                </c:pt>
                <c:pt idx="17">
                  <c:v>17100</c:v>
                </c:pt>
                <c:pt idx="18">
                  <c:v>17074.336283185843</c:v>
                </c:pt>
                <c:pt idx="19">
                  <c:v>17074.336283185843</c:v>
                </c:pt>
                <c:pt idx="20">
                  <c:v>17074.336283185843</c:v>
                </c:pt>
                <c:pt idx="21">
                  <c:v>16971.681415929204</c:v>
                </c:pt>
                <c:pt idx="22">
                  <c:v>16971.681415929204</c:v>
                </c:pt>
                <c:pt idx="23">
                  <c:v>16971.681415929204</c:v>
                </c:pt>
                <c:pt idx="24">
                  <c:v>16971.681415929204</c:v>
                </c:pt>
                <c:pt idx="25">
                  <c:v>16971.681415929204</c:v>
                </c:pt>
                <c:pt idx="26">
                  <c:v>16971.681415929204</c:v>
                </c:pt>
                <c:pt idx="27">
                  <c:v>17077.876106194693</c:v>
                </c:pt>
                <c:pt idx="28">
                  <c:v>17077.876106194693</c:v>
                </c:pt>
                <c:pt idx="29">
                  <c:v>17077.876106194693</c:v>
                </c:pt>
                <c:pt idx="30">
                  <c:v>17077.876106194693</c:v>
                </c:pt>
                <c:pt idx="31">
                  <c:v>17077.876106194693</c:v>
                </c:pt>
                <c:pt idx="32">
                  <c:v>17077.876106194693</c:v>
                </c:pt>
                <c:pt idx="33">
                  <c:v>16975.221238938055</c:v>
                </c:pt>
                <c:pt idx="34">
                  <c:v>16975.221238938055</c:v>
                </c:pt>
                <c:pt idx="35">
                  <c:v>16898.230088495577</c:v>
                </c:pt>
                <c:pt idx="36">
                  <c:v>16898.230088495577</c:v>
                </c:pt>
                <c:pt idx="37">
                  <c:v>16898.230088495577</c:v>
                </c:pt>
                <c:pt idx="38">
                  <c:v>16792.035398230091</c:v>
                </c:pt>
                <c:pt idx="39">
                  <c:v>16740.70796460177</c:v>
                </c:pt>
                <c:pt idx="40">
                  <c:v>16638.053097345135</c:v>
                </c:pt>
                <c:pt idx="41">
                  <c:v>16535.398230088496</c:v>
                </c:pt>
                <c:pt idx="42">
                  <c:v>16889.380530973453</c:v>
                </c:pt>
                <c:pt idx="43">
                  <c:v>16889.380530973453</c:v>
                </c:pt>
                <c:pt idx="44">
                  <c:v>16889.380530973453</c:v>
                </c:pt>
                <c:pt idx="45">
                  <c:v>16889.380530973453</c:v>
                </c:pt>
                <c:pt idx="46">
                  <c:v>16889.380530973453</c:v>
                </c:pt>
                <c:pt idx="47">
                  <c:v>16786.725663716818</c:v>
                </c:pt>
                <c:pt idx="48">
                  <c:v>16786.725663716818</c:v>
                </c:pt>
                <c:pt idx="49">
                  <c:v>16553.097345132745</c:v>
                </c:pt>
                <c:pt idx="50">
                  <c:v>16553.097345132745</c:v>
                </c:pt>
                <c:pt idx="51">
                  <c:v>16553.097345132745</c:v>
                </c:pt>
                <c:pt idx="52">
                  <c:v>16476.106194690266</c:v>
                </c:pt>
                <c:pt idx="53">
                  <c:v>16233.628318584073</c:v>
                </c:pt>
                <c:pt idx="54">
                  <c:v>16941.592920353985</c:v>
                </c:pt>
                <c:pt idx="55">
                  <c:v>16941.592920353985</c:v>
                </c:pt>
                <c:pt idx="56">
                  <c:v>16941.592920353985</c:v>
                </c:pt>
                <c:pt idx="57">
                  <c:v>16941.592920353985</c:v>
                </c:pt>
                <c:pt idx="58">
                  <c:v>16941.592920353985</c:v>
                </c:pt>
                <c:pt idx="59">
                  <c:v>16890.265486725664</c:v>
                </c:pt>
                <c:pt idx="60">
                  <c:v>16890.265486725664</c:v>
                </c:pt>
                <c:pt idx="61">
                  <c:v>16890.265486725664</c:v>
                </c:pt>
                <c:pt idx="62">
                  <c:v>16890.265486725664</c:v>
                </c:pt>
                <c:pt idx="63">
                  <c:v>16890.265486725664</c:v>
                </c:pt>
                <c:pt idx="64">
                  <c:v>16890.265486725664</c:v>
                </c:pt>
                <c:pt idx="65">
                  <c:v>16890.265486725664</c:v>
                </c:pt>
                <c:pt idx="66">
                  <c:v>16890.265486725664</c:v>
                </c:pt>
                <c:pt idx="67">
                  <c:v>16864.601769911507</c:v>
                </c:pt>
                <c:pt idx="68">
                  <c:v>16864.601769911507</c:v>
                </c:pt>
                <c:pt idx="69">
                  <c:v>16864.601769911507</c:v>
                </c:pt>
                <c:pt idx="70">
                  <c:v>16732.743362831861</c:v>
                </c:pt>
                <c:pt idx="71">
                  <c:v>16732.743362831861</c:v>
                </c:pt>
                <c:pt idx="72">
                  <c:v>16732.743362831861</c:v>
                </c:pt>
                <c:pt idx="73">
                  <c:v>16732.743362831861</c:v>
                </c:pt>
                <c:pt idx="74">
                  <c:v>16732.743362831861</c:v>
                </c:pt>
                <c:pt idx="75">
                  <c:v>16732.743362831861</c:v>
                </c:pt>
                <c:pt idx="76">
                  <c:v>16520.353982300887</c:v>
                </c:pt>
                <c:pt idx="77">
                  <c:v>16520.353982300887</c:v>
                </c:pt>
                <c:pt idx="78">
                  <c:v>16520.353982300887</c:v>
                </c:pt>
                <c:pt idx="79">
                  <c:v>16520.353982300887</c:v>
                </c:pt>
                <c:pt idx="80">
                  <c:v>16520.353982300887</c:v>
                </c:pt>
                <c:pt idx="81">
                  <c:v>16520.353982300887</c:v>
                </c:pt>
                <c:pt idx="82">
                  <c:v>16520.353982300887</c:v>
                </c:pt>
                <c:pt idx="83">
                  <c:v>16520.353982300887</c:v>
                </c:pt>
                <c:pt idx="84">
                  <c:v>16520.353982300887</c:v>
                </c:pt>
                <c:pt idx="85">
                  <c:v>16520.353982300887</c:v>
                </c:pt>
                <c:pt idx="86">
                  <c:v>16520.353982300887</c:v>
                </c:pt>
                <c:pt idx="87">
                  <c:v>16520.353982300887</c:v>
                </c:pt>
                <c:pt idx="88">
                  <c:v>16520.353982300887</c:v>
                </c:pt>
                <c:pt idx="89">
                  <c:v>16520.353982300887</c:v>
                </c:pt>
                <c:pt idx="90">
                  <c:v>16520.353982300887</c:v>
                </c:pt>
                <c:pt idx="91">
                  <c:v>16520.353982300887</c:v>
                </c:pt>
                <c:pt idx="92">
                  <c:v>16520.353982300887</c:v>
                </c:pt>
                <c:pt idx="93">
                  <c:v>16546.017699115047</c:v>
                </c:pt>
                <c:pt idx="94">
                  <c:v>16546.017699115047</c:v>
                </c:pt>
                <c:pt idx="95">
                  <c:v>16546.017699115047</c:v>
                </c:pt>
                <c:pt idx="96">
                  <c:v>16546.017699115047</c:v>
                </c:pt>
                <c:pt idx="97">
                  <c:v>16546.017699115047</c:v>
                </c:pt>
                <c:pt idx="98">
                  <c:v>16835.398230088496</c:v>
                </c:pt>
                <c:pt idx="99">
                  <c:v>16835.398230088496</c:v>
                </c:pt>
                <c:pt idx="100">
                  <c:v>16835.398230088496</c:v>
                </c:pt>
                <c:pt idx="101">
                  <c:v>16835.398230088496</c:v>
                </c:pt>
                <c:pt idx="102">
                  <c:v>16861.061946902657</c:v>
                </c:pt>
                <c:pt idx="103">
                  <c:v>16861.061946902657</c:v>
                </c:pt>
                <c:pt idx="104">
                  <c:v>16861.061946902657</c:v>
                </c:pt>
                <c:pt idx="105">
                  <c:v>16861.061946902657</c:v>
                </c:pt>
                <c:pt idx="106">
                  <c:v>16861.061946902657</c:v>
                </c:pt>
                <c:pt idx="107">
                  <c:v>16861.061946902657</c:v>
                </c:pt>
                <c:pt idx="108">
                  <c:v>16861.061946902657</c:v>
                </c:pt>
                <c:pt idx="109">
                  <c:v>16861.061946902657</c:v>
                </c:pt>
                <c:pt idx="110">
                  <c:v>16861.061946902657</c:v>
                </c:pt>
                <c:pt idx="111">
                  <c:v>16861.061946902657</c:v>
                </c:pt>
                <c:pt idx="112">
                  <c:v>16861.061946902657</c:v>
                </c:pt>
                <c:pt idx="113">
                  <c:v>16861.061946902657</c:v>
                </c:pt>
                <c:pt idx="114">
                  <c:v>16861.061946902657</c:v>
                </c:pt>
                <c:pt idx="115">
                  <c:v>16861.061946902657</c:v>
                </c:pt>
                <c:pt idx="116">
                  <c:v>16963.716814159292</c:v>
                </c:pt>
                <c:pt idx="117">
                  <c:v>16963.716814159292</c:v>
                </c:pt>
                <c:pt idx="118">
                  <c:v>16963.716814159292</c:v>
                </c:pt>
                <c:pt idx="119">
                  <c:v>16963.716814159292</c:v>
                </c:pt>
                <c:pt idx="120">
                  <c:v>16963.716814159292</c:v>
                </c:pt>
                <c:pt idx="121">
                  <c:v>16963.716814159292</c:v>
                </c:pt>
                <c:pt idx="122">
                  <c:v>16963.716814159292</c:v>
                </c:pt>
                <c:pt idx="123">
                  <c:v>16963.716814159292</c:v>
                </c:pt>
                <c:pt idx="124">
                  <c:v>16963.716814159292</c:v>
                </c:pt>
                <c:pt idx="125">
                  <c:v>17117.699115044248</c:v>
                </c:pt>
                <c:pt idx="126">
                  <c:v>17117.699115044248</c:v>
                </c:pt>
                <c:pt idx="127">
                  <c:v>17117.699115044248</c:v>
                </c:pt>
                <c:pt idx="128">
                  <c:v>17117.699115044248</c:v>
                </c:pt>
                <c:pt idx="129">
                  <c:v>17220.353982300887</c:v>
                </c:pt>
                <c:pt idx="130">
                  <c:v>17220.353982300887</c:v>
                </c:pt>
                <c:pt idx="131">
                  <c:v>17220.353982300887</c:v>
                </c:pt>
                <c:pt idx="132">
                  <c:v>17220.353982300887</c:v>
                </c:pt>
                <c:pt idx="133">
                  <c:v>17220.353982300887</c:v>
                </c:pt>
                <c:pt idx="134">
                  <c:v>17220.353982300887</c:v>
                </c:pt>
                <c:pt idx="135">
                  <c:v>17220.353982300887</c:v>
                </c:pt>
                <c:pt idx="136">
                  <c:v>17220.353982300887</c:v>
                </c:pt>
                <c:pt idx="137">
                  <c:v>17220.353982300887</c:v>
                </c:pt>
                <c:pt idx="138">
                  <c:v>17323.008849557526</c:v>
                </c:pt>
                <c:pt idx="139">
                  <c:v>17323.008849557526</c:v>
                </c:pt>
                <c:pt idx="140">
                  <c:v>17323.008849557526</c:v>
                </c:pt>
                <c:pt idx="141">
                  <c:v>17323.008849557526</c:v>
                </c:pt>
                <c:pt idx="142">
                  <c:v>17323.008849557526</c:v>
                </c:pt>
                <c:pt idx="143">
                  <c:v>17323.008849557526</c:v>
                </c:pt>
                <c:pt idx="144">
                  <c:v>17323.008849557526</c:v>
                </c:pt>
                <c:pt idx="145">
                  <c:v>17323.008849557526</c:v>
                </c:pt>
                <c:pt idx="146">
                  <c:v>17323.008849557526</c:v>
                </c:pt>
                <c:pt idx="147">
                  <c:v>17323.008849557526</c:v>
                </c:pt>
                <c:pt idx="148">
                  <c:v>17323.008849557526</c:v>
                </c:pt>
                <c:pt idx="149">
                  <c:v>17323.008849557526</c:v>
                </c:pt>
                <c:pt idx="150">
                  <c:v>17323.008849557526</c:v>
                </c:pt>
                <c:pt idx="151">
                  <c:v>17323.008849557526</c:v>
                </c:pt>
                <c:pt idx="152">
                  <c:v>17323.008849557526</c:v>
                </c:pt>
                <c:pt idx="153">
                  <c:v>17323.008849557526</c:v>
                </c:pt>
                <c:pt idx="154">
                  <c:v>17323.008849557526</c:v>
                </c:pt>
                <c:pt idx="155">
                  <c:v>16969.026548672569</c:v>
                </c:pt>
                <c:pt idx="156">
                  <c:v>16261.061946902657</c:v>
                </c:pt>
                <c:pt idx="157">
                  <c:v>16261.061946902657</c:v>
                </c:pt>
                <c:pt idx="158">
                  <c:v>16261.061946902657</c:v>
                </c:pt>
                <c:pt idx="159">
                  <c:v>16261.061946902657</c:v>
                </c:pt>
                <c:pt idx="160">
                  <c:v>16415.044247787613</c:v>
                </c:pt>
                <c:pt idx="161">
                  <c:v>16415.044247787613</c:v>
                </c:pt>
                <c:pt idx="162">
                  <c:v>16415.044247787613</c:v>
                </c:pt>
                <c:pt idx="163">
                  <c:v>16415.044247787613</c:v>
                </c:pt>
                <c:pt idx="164">
                  <c:v>15972.566371681418</c:v>
                </c:pt>
                <c:pt idx="165">
                  <c:v>16023.893805309735</c:v>
                </c:pt>
                <c:pt idx="166">
                  <c:v>16023.893805309735</c:v>
                </c:pt>
                <c:pt idx="167">
                  <c:v>16023.893805309735</c:v>
                </c:pt>
                <c:pt idx="168">
                  <c:v>16023.893805309735</c:v>
                </c:pt>
                <c:pt idx="169">
                  <c:v>16049.557522123896</c:v>
                </c:pt>
                <c:pt idx="170">
                  <c:v>16049.557522123896</c:v>
                </c:pt>
                <c:pt idx="171">
                  <c:v>16049.557522123896</c:v>
                </c:pt>
                <c:pt idx="172">
                  <c:v>16049.557522123896</c:v>
                </c:pt>
                <c:pt idx="173">
                  <c:v>16049.557522123896</c:v>
                </c:pt>
                <c:pt idx="174">
                  <c:v>16049.557522123896</c:v>
                </c:pt>
                <c:pt idx="175">
                  <c:v>16049.557522123896</c:v>
                </c:pt>
                <c:pt idx="176">
                  <c:v>16155.752212389381</c:v>
                </c:pt>
                <c:pt idx="177">
                  <c:v>16155.752212389381</c:v>
                </c:pt>
                <c:pt idx="178">
                  <c:v>16155.752212389381</c:v>
                </c:pt>
                <c:pt idx="179">
                  <c:v>16049.557522123896</c:v>
                </c:pt>
                <c:pt idx="180">
                  <c:v>16049.557522123896</c:v>
                </c:pt>
                <c:pt idx="181">
                  <c:v>16049.557522123896</c:v>
                </c:pt>
                <c:pt idx="182">
                  <c:v>16049.557522123896</c:v>
                </c:pt>
                <c:pt idx="183">
                  <c:v>16049.557522123896</c:v>
                </c:pt>
                <c:pt idx="184">
                  <c:v>15164.601769911505</c:v>
                </c:pt>
                <c:pt idx="185">
                  <c:v>15190.265486725666</c:v>
                </c:pt>
                <c:pt idx="186">
                  <c:v>15190.265486725666</c:v>
                </c:pt>
                <c:pt idx="187">
                  <c:v>15190.265486725666</c:v>
                </c:pt>
                <c:pt idx="188">
                  <c:v>15190.265486725666</c:v>
                </c:pt>
                <c:pt idx="189">
                  <c:v>15190.265486725666</c:v>
                </c:pt>
                <c:pt idx="190">
                  <c:v>15190.265486725666</c:v>
                </c:pt>
                <c:pt idx="191">
                  <c:v>15190.265486725666</c:v>
                </c:pt>
                <c:pt idx="192">
                  <c:v>15190.265486725666</c:v>
                </c:pt>
                <c:pt idx="193">
                  <c:v>15190.265486725666</c:v>
                </c:pt>
                <c:pt idx="194">
                  <c:v>15190.265486725666</c:v>
                </c:pt>
                <c:pt idx="195">
                  <c:v>15190.265486725666</c:v>
                </c:pt>
                <c:pt idx="196">
                  <c:v>15190.265486725666</c:v>
                </c:pt>
                <c:pt idx="197">
                  <c:v>15190.265486725666</c:v>
                </c:pt>
                <c:pt idx="198">
                  <c:v>15190.265486725666</c:v>
                </c:pt>
                <c:pt idx="199">
                  <c:v>15190.265486725666</c:v>
                </c:pt>
                <c:pt idx="200">
                  <c:v>15190.265486725666</c:v>
                </c:pt>
                <c:pt idx="201">
                  <c:v>15190.265486725666</c:v>
                </c:pt>
                <c:pt idx="202">
                  <c:v>14765.486725663719</c:v>
                </c:pt>
                <c:pt idx="203">
                  <c:v>14765.486725663719</c:v>
                </c:pt>
                <c:pt idx="204">
                  <c:v>14765.486725663719</c:v>
                </c:pt>
                <c:pt idx="205">
                  <c:v>14765.486725663719</c:v>
                </c:pt>
                <c:pt idx="206">
                  <c:v>14765.486725663719</c:v>
                </c:pt>
                <c:pt idx="207">
                  <c:v>14765.486725663719</c:v>
                </c:pt>
                <c:pt idx="208">
                  <c:v>14765.486725663719</c:v>
                </c:pt>
                <c:pt idx="209">
                  <c:v>14765.486725663719</c:v>
                </c:pt>
                <c:pt idx="210">
                  <c:v>14765.486725663719</c:v>
                </c:pt>
                <c:pt idx="211">
                  <c:v>14765.486725663719</c:v>
                </c:pt>
                <c:pt idx="212">
                  <c:v>14765.486725663719</c:v>
                </c:pt>
                <c:pt idx="213">
                  <c:v>14765.486725663719</c:v>
                </c:pt>
                <c:pt idx="214">
                  <c:v>14765.486725663719</c:v>
                </c:pt>
                <c:pt idx="215">
                  <c:v>14765.486725663719</c:v>
                </c:pt>
                <c:pt idx="216">
                  <c:v>14765.486725663719</c:v>
                </c:pt>
                <c:pt idx="217">
                  <c:v>14765.486725663719</c:v>
                </c:pt>
                <c:pt idx="218">
                  <c:v>14765.486725663719</c:v>
                </c:pt>
                <c:pt idx="219">
                  <c:v>14765.486725663719</c:v>
                </c:pt>
                <c:pt idx="220">
                  <c:v>14765.486725663719</c:v>
                </c:pt>
                <c:pt idx="221">
                  <c:v>14765.486725663719</c:v>
                </c:pt>
                <c:pt idx="222">
                  <c:v>14739.823008849558</c:v>
                </c:pt>
                <c:pt idx="223">
                  <c:v>14297.345132743365</c:v>
                </c:pt>
                <c:pt idx="224">
                  <c:v>14271.681415929204</c:v>
                </c:pt>
                <c:pt idx="225">
                  <c:v>14271.681415929204</c:v>
                </c:pt>
                <c:pt idx="226">
                  <c:v>14271.681415929204</c:v>
                </c:pt>
                <c:pt idx="227">
                  <c:v>14271.681415929204</c:v>
                </c:pt>
                <c:pt idx="228">
                  <c:v>14271.681415929204</c:v>
                </c:pt>
                <c:pt idx="229">
                  <c:v>14194.690265486726</c:v>
                </c:pt>
                <c:pt idx="230">
                  <c:v>14194.690265486726</c:v>
                </c:pt>
                <c:pt idx="231">
                  <c:v>14194.690265486726</c:v>
                </c:pt>
                <c:pt idx="232">
                  <c:v>14194.690265486726</c:v>
                </c:pt>
                <c:pt idx="233">
                  <c:v>14194.690265486726</c:v>
                </c:pt>
                <c:pt idx="234">
                  <c:v>14194.690265486726</c:v>
                </c:pt>
                <c:pt idx="235">
                  <c:v>14194.690265486726</c:v>
                </c:pt>
                <c:pt idx="236">
                  <c:v>14194.690265486726</c:v>
                </c:pt>
                <c:pt idx="237">
                  <c:v>14846.460176991151</c:v>
                </c:pt>
                <c:pt idx="238">
                  <c:v>14807.964601769912</c:v>
                </c:pt>
                <c:pt idx="239">
                  <c:v>14807.964601769912</c:v>
                </c:pt>
                <c:pt idx="240">
                  <c:v>14807.964601769912</c:v>
                </c:pt>
                <c:pt idx="241">
                  <c:v>15692.920353982303</c:v>
                </c:pt>
                <c:pt idx="242">
                  <c:v>15692.920353982303</c:v>
                </c:pt>
                <c:pt idx="243">
                  <c:v>15692.920353982303</c:v>
                </c:pt>
                <c:pt idx="244">
                  <c:v>15692.920353982303</c:v>
                </c:pt>
                <c:pt idx="245">
                  <c:v>17462.83185840708</c:v>
                </c:pt>
                <c:pt idx="246">
                  <c:v>17144.24778761062</c:v>
                </c:pt>
                <c:pt idx="247">
                  <c:v>17250.442477876109</c:v>
                </c:pt>
                <c:pt idx="248">
                  <c:v>17462.83185840708</c:v>
                </c:pt>
                <c:pt idx="249">
                  <c:v>17462.83185840708</c:v>
                </c:pt>
                <c:pt idx="250">
                  <c:v>17462.83185840708</c:v>
                </c:pt>
                <c:pt idx="251">
                  <c:v>17675.221238938055</c:v>
                </c:pt>
                <c:pt idx="252">
                  <c:v>17675.221238938055</c:v>
                </c:pt>
                <c:pt idx="253">
                  <c:v>16223.893805309735</c:v>
                </c:pt>
                <c:pt idx="254">
                  <c:v>16223.893805309735</c:v>
                </c:pt>
                <c:pt idx="255">
                  <c:v>16223.893805309735</c:v>
                </c:pt>
                <c:pt idx="256">
                  <c:v>16542.477876106197</c:v>
                </c:pt>
                <c:pt idx="257">
                  <c:v>16542.477876106197</c:v>
                </c:pt>
                <c:pt idx="258">
                  <c:v>16967.256637168142</c:v>
                </c:pt>
                <c:pt idx="259">
                  <c:v>13869.911504424779</c:v>
                </c:pt>
                <c:pt idx="260">
                  <c:v>13869.911504424779</c:v>
                </c:pt>
                <c:pt idx="261">
                  <c:v>10330.088495575223</c:v>
                </c:pt>
                <c:pt idx="262">
                  <c:v>10330.088495575223</c:v>
                </c:pt>
                <c:pt idx="263">
                  <c:v>10330.088495575223</c:v>
                </c:pt>
                <c:pt idx="264">
                  <c:v>10330.088495575223</c:v>
                </c:pt>
                <c:pt idx="265">
                  <c:v>10330.088495575223</c:v>
                </c:pt>
                <c:pt idx="266">
                  <c:v>10330.088495575223</c:v>
                </c:pt>
                <c:pt idx="267">
                  <c:v>10330.088495575223</c:v>
                </c:pt>
                <c:pt idx="268">
                  <c:v>10330.088495575223</c:v>
                </c:pt>
                <c:pt idx="269">
                  <c:v>10330.088495575223</c:v>
                </c:pt>
                <c:pt idx="270">
                  <c:v>10648.672566371682</c:v>
                </c:pt>
                <c:pt idx="271">
                  <c:v>10312.389380530974</c:v>
                </c:pt>
                <c:pt idx="272">
                  <c:v>10312.389380530974</c:v>
                </c:pt>
                <c:pt idx="273">
                  <c:v>10312.389380530974</c:v>
                </c:pt>
                <c:pt idx="274">
                  <c:v>10312.389380530974</c:v>
                </c:pt>
                <c:pt idx="275">
                  <c:v>10439.823008849558</c:v>
                </c:pt>
                <c:pt idx="276">
                  <c:v>10439.823008849558</c:v>
                </c:pt>
                <c:pt idx="277">
                  <c:v>9554.8672566371697</c:v>
                </c:pt>
                <c:pt idx="278">
                  <c:v>9554.8672566371697</c:v>
                </c:pt>
                <c:pt idx="279">
                  <c:v>9554.8672566371697</c:v>
                </c:pt>
                <c:pt idx="280">
                  <c:v>9554.8672566371697</c:v>
                </c:pt>
                <c:pt idx="281">
                  <c:v>9554.8672566371697</c:v>
                </c:pt>
                <c:pt idx="282">
                  <c:v>9554.8672566371697</c:v>
                </c:pt>
                <c:pt idx="283">
                  <c:v>9554.8672566371697</c:v>
                </c:pt>
                <c:pt idx="284">
                  <c:v>9597.3451327433631</c:v>
                </c:pt>
                <c:pt idx="285">
                  <c:v>9597.3451327433631</c:v>
                </c:pt>
                <c:pt idx="286">
                  <c:v>9597.3451327433631</c:v>
                </c:pt>
                <c:pt idx="287">
                  <c:v>9597.3451327433631</c:v>
                </c:pt>
                <c:pt idx="288">
                  <c:v>9597.3451327433631</c:v>
                </c:pt>
                <c:pt idx="289">
                  <c:v>9597.3451327433631</c:v>
                </c:pt>
                <c:pt idx="290">
                  <c:v>9554.8672566371697</c:v>
                </c:pt>
                <c:pt idx="291">
                  <c:v>9554.8672566371697</c:v>
                </c:pt>
                <c:pt idx="292">
                  <c:v>9554.8672566371697</c:v>
                </c:pt>
                <c:pt idx="293">
                  <c:v>9554.8672566371697</c:v>
                </c:pt>
                <c:pt idx="294">
                  <c:v>9554.8672566371697</c:v>
                </c:pt>
                <c:pt idx="295">
                  <c:v>9965.4867256637172</c:v>
                </c:pt>
                <c:pt idx="296">
                  <c:v>9965.4867256637172</c:v>
                </c:pt>
                <c:pt idx="297">
                  <c:v>9965.4867256637172</c:v>
                </c:pt>
                <c:pt idx="298">
                  <c:v>9965.4867256637172</c:v>
                </c:pt>
                <c:pt idx="299">
                  <c:v>9965.4867256637172</c:v>
                </c:pt>
                <c:pt idx="300">
                  <c:v>10262.83185840708</c:v>
                </c:pt>
                <c:pt idx="301">
                  <c:v>10262.83185840708</c:v>
                </c:pt>
                <c:pt idx="302">
                  <c:v>10262.83185840708</c:v>
                </c:pt>
                <c:pt idx="303">
                  <c:v>10262.83185840708</c:v>
                </c:pt>
                <c:pt idx="304">
                  <c:v>10262.83185840708</c:v>
                </c:pt>
                <c:pt idx="305">
                  <c:v>10262.83185840708</c:v>
                </c:pt>
                <c:pt idx="306">
                  <c:v>10262.83185840708</c:v>
                </c:pt>
                <c:pt idx="307">
                  <c:v>10262.83185840708</c:v>
                </c:pt>
                <c:pt idx="308">
                  <c:v>10262.83185840708</c:v>
                </c:pt>
                <c:pt idx="309">
                  <c:v>9377.8761061946916</c:v>
                </c:pt>
                <c:pt idx="310">
                  <c:v>9377.8761061946916</c:v>
                </c:pt>
                <c:pt idx="311">
                  <c:v>9377.8761061946916</c:v>
                </c:pt>
                <c:pt idx="312">
                  <c:v>9377.8761061946916</c:v>
                </c:pt>
                <c:pt idx="313">
                  <c:v>9377.8761061946916</c:v>
                </c:pt>
                <c:pt idx="314">
                  <c:v>9377.8761061946916</c:v>
                </c:pt>
                <c:pt idx="315">
                  <c:v>9377.8761061946916</c:v>
                </c:pt>
                <c:pt idx="316">
                  <c:v>9377.8761061946916</c:v>
                </c:pt>
                <c:pt idx="317">
                  <c:v>8227.4336283185839</c:v>
                </c:pt>
                <c:pt idx="318">
                  <c:v>8227.4336283185839</c:v>
                </c:pt>
                <c:pt idx="319">
                  <c:v>8227.4336283185839</c:v>
                </c:pt>
                <c:pt idx="320">
                  <c:v>8227.4336283185839</c:v>
                </c:pt>
                <c:pt idx="321">
                  <c:v>8227.4336283185839</c:v>
                </c:pt>
                <c:pt idx="322">
                  <c:v>8227.4336283185839</c:v>
                </c:pt>
                <c:pt idx="323">
                  <c:v>8227.4336283185839</c:v>
                </c:pt>
                <c:pt idx="324">
                  <c:v>8227.4336283185839</c:v>
                </c:pt>
                <c:pt idx="325">
                  <c:v>8227.4336283185839</c:v>
                </c:pt>
                <c:pt idx="326">
                  <c:v>8227.4336283185839</c:v>
                </c:pt>
                <c:pt idx="327">
                  <c:v>8227.4336283185839</c:v>
                </c:pt>
                <c:pt idx="328">
                  <c:v>8227.4336283185839</c:v>
                </c:pt>
                <c:pt idx="329">
                  <c:v>8227.4336283185839</c:v>
                </c:pt>
                <c:pt idx="330">
                  <c:v>8227.4336283185839</c:v>
                </c:pt>
                <c:pt idx="331">
                  <c:v>8227.4336283185839</c:v>
                </c:pt>
                <c:pt idx="332">
                  <c:v>8227.4336283185839</c:v>
                </c:pt>
                <c:pt idx="333">
                  <c:v>8227.4336283185839</c:v>
                </c:pt>
                <c:pt idx="334">
                  <c:v>8227.4336283185839</c:v>
                </c:pt>
                <c:pt idx="335">
                  <c:v>8227.4336283185839</c:v>
                </c:pt>
                <c:pt idx="336">
                  <c:v>8262.8318584070803</c:v>
                </c:pt>
                <c:pt idx="337">
                  <c:v>8262.8318584070803</c:v>
                </c:pt>
                <c:pt idx="338">
                  <c:v>8262.8318584070803</c:v>
                </c:pt>
                <c:pt idx="339">
                  <c:v>8262.8318584070803</c:v>
                </c:pt>
                <c:pt idx="340">
                  <c:v>8262.8318584070803</c:v>
                </c:pt>
                <c:pt idx="341">
                  <c:v>8262.8318584070803</c:v>
                </c:pt>
                <c:pt idx="342">
                  <c:v>7908.849557522125</c:v>
                </c:pt>
                <c:pt idx="343">
                  <c:v>7908.849557522125</c:v>
                </c:pt>
                <c:pt idx="344">
                  <c:v>7908.849557522125</c:v>
                </c:pt>
                <c:pt idx="345">
                  <c:v>7934.5132743362838</c:v>
                </c:pt>
                <c:pt idx="346">
                  <c:v>7934.5132743362838</c:v>
                </c:pt>
                <c:pt idx="347">
                  <c:v>7934.5132743362838</c:v>
                </c:pt>
                <c:pt idx="348">
                  <c:v>7934.5132743362838</c:v>
                </c:pt>
                <c:pt idx="349">
                  <c:v>7934.5132743362838</c:v>
                </c:pt>
                <c:pt idx="350">
                  <c:v>7934.5132743362838</c:v>
                </c:pt>
                <c:pt idx="351">
                  <c:v>7934.5132743362838</c:v>
                </c:pt>
                <c:pt idx="352">
                  <c:v>7934.5132743362838</c:v>
                </c:pt>
                <c:pt idx="353">
                  <c:v>7934.5132743362838</c:v>
                </c:pt>
                <c:pt idx="354">
                  <c:v>7934.5132743362838</c:v>
                </c:pt>
                <c:pt idx="355">
                  <c:v>7934.5132743362838</c:v>
                </c:pt>
                <c:pt idx="356">
                  <c:v>7846.0176991150447</c:v>
                </c:pt>
                <c:pt idx="357">
                  <c:v>7846.0176991150447</c:v>
                </c:pt>
                <c:pt idx="358">
                  <c:v>7846.0176991150447</c:v>
                </c:pt>
                <c:pt idx="359">
                  <c:v>7846.0176991150447</c:v>
                </c:pt>
                <c:pt idx="360">
                  <c:v>7846.0176991150447</c:v>
                </c:pt>
                <c:pt idx="361">
                  <c:v>7846.0176991150447</c:v>
                </c:pt>
                <c:pt idx="362">
                  <c:v>7846.0176991150447</c:v>
                </c:pt>
                <c:pt idx="363">
                  <c:v>7846.0176991150447</c:v>
                </c:pt>
                <c:pt idx="364">
                  <c:v>7846.0176991150447</c:v>
                </c:pt>
                <c:pt idx="365">
                  <c:v>7846.0176991150447</c:v>
                </c:pt>
                <c:pt idx="366">
                  <c:v>7846.0176991150447</c:v>
                </c:pt>
                <c:pt idx="367">
                  <c:v>7624.778761061948</c:v>
                </c:pt>
                <c:pt idx="368">
                  <c:v>7624.778761061948</c:v>
                </c:pt>
                <c:pt idx="369">
                  <c:v>7624.778761061948</c:v>
                </c:pt>
                <c:pt idx="370">
                  <c:v>7624.778761061948</c:v>
                </c:pt>
                <c:pt idx="371">
                  <c:v>7624.778761061948</c:v>
                </c:pt>
                <c:pt idx="372">
                  <c:v>7624.778761061948</c:v>
                </c:pt>
                <c:pt idx="373">
                  <c:v>7624.778761061948</c:v>
                </c:pt>
                <c:pt idx="374">
                  <c:v>7624.778761061948</c:v>
                </c:pt>
                <c:pt idx="375">
                  <c:v>7624.778761061948</c:v>
                </c:pt>
                <c:pt idx="376">
                  <c:v>7603.5398230088504</c:v>
                </c:pt>
                <c:pt idx="377">
                  <c:v>7603.5398230088504</c:v>
                </c:pt>
                <c:pt idx="378">
                  <c:v>7603.5398230088504</c:v>
                </c:pt>
                <c:pt idx="379">
                  <c:v>7603.5398230088504</c:v>
                </c:pt>
                <c:pt idx="380">
                  <c:v>7603.5398230088504</c:v>
                </c:pt>
                <c:pt idx="381">
                  <c:v>7603.5398230088504</c:v>
                </c:pt>
                <c:pt idx="382">
                  <c:v>7603.5398230088504</c:v>
                </c:pt>
                <c:pt idx="383">
                  <c:v>7603.5398230088504</c:v>
                </c:pt>
                <c:pt idx="384">
                  <c:v>7603.5398230088504</c:v>
                </c:pt>
                <c:pt idx="385">
                  <c:v>7727.4336283185849</c:v>
                </c:pt>
                <c:pt idx="386">
                  <c:v>7727.4336283185849</c:v>
                </c:pt>
                <c:pt idx="387">
                  <c:v>7727.4336283185849</c:v>
                </c:pt>
                <c:pt idx="388">
                  <c:v>7727.4336283185849</c:v>
                </c:pt>
                <c:pt idx="389">
                  <c:v>7727.4336283185849</c:v>
                </c:pt>
                <c:pt idx="390">
                  <c:v>7727.4336283185849</c:v>
                </c:pt>
                <c:pt idx="391">
                  <c:v>7727.4336283185849</c:v>
                </c:pt>
                <c:pt idx="392">
                  <c:v>7727.4336283185849</c:v>
                </c:pt>
                <c:pt idx="393">
                  <c:v>7727.4336283185849</c:v>
                </c:pt>
                <c:pt idx="394">
                  <c:v>7727.4336283185849</c:v>
                </c:pt>
                <c:pt idx="395">
                  <c:v>7727.4336283185849</c:v>
                </c:pt>
                <c:pt idx="396">
                  <c:v>7727.4336283185849</c:v>
                </c:pt>
                <c:pt idx="397">
                  <c:v>7727.4336283185849</c:v>
                </c:pt>
                <c:pt idx="398">
                  <c:v>7727.4336283185849</c:v>
                </c:pt>
                <c:pt idx="399">
                  <c:v>7727.4336283185849</c:v>
                </c:pt>
                <c:pt idx="400">
                  <c:v>7727.4336283185849</c:v>
                </c:pt>
                <c:pt idx="401">
                  <c:v>7727.4336283185849</c:v>
                </c:pt>
                <c:pt idx="402">
                  <c:v>7791.1504424778768</c:v>
                </c:pt>
                <c:pt idx="403">
                  <c:v>7791.1504424778768</c:v>
                </c:pt>
                <c:pt idx="404">
                  <c:v>7791.1504424778768</c:v>
                </c:pt>
                <c:pt idx="405">
                  <c:v>7791.1504424778768</c:v>
                </c:pt>
                <c:pt idx="406">
                  <c:v>7791.1504424778768</c:v>
                </c:pt>
                <c:pt idx="407">
                  <c:v>7791.1504424778768</c:v>
                </c:pt>
                <c:pt idx="408">
                  <c:v>7791.1504424778768</c:v>
                </c:pt>
                <c:pt idx="409">
                  <c:v>7791.1504424778768</c:v>
                </c:pt>
                <c:pt idx="410">
                  <c:v>7791.1504424778768</c:v>
                </c:pt>
                <c:pt idx="411">
                  <c:v>7791.1504424778768</c:v>
                </c:pt>
                <c:pt idx="412">
                  <c:v>7791.1504424778768</c:v>
                </c:pt>
                <c:pt idx="413">
                  <c:v>7791.1504424778768</c:v>
                </c:pt>
                <c:pt idx="414">
                  <c:v>7791.1504424778768</c:v>
                </c:pt>
                <c:pt idx="415">
                  <c:v>7791.1504424778768</c:v>
                </c:pt>
                <c:pt idx="416">
                  <c:v>7791.1504424778768</c:v>
                </c:pt>
                <c:pt idx="417">
                  <c:v>7791.1504424778768</c:v>
                </c:pt>
                <c:pt idx="418">
                  <c:v>7791.1504424778768</c:v>
                </c:pt>
                <c:pt idx="419">
                  <c:v>7791.1504424778768</c:v>
                </c:pt>
                <c:pt idx="420">
                  <c:v>7791.1504424778768</c:v>
                </c:pt>
                <c:pt idx="421">
                  <c:v>7791.1504424778768</c:v>
                </c:pt>
                <c:pt idx="422">
                  <c:v>7791.1504424778768</c:v>
                </c:pt>
                <c:pt idx="423">
                  <c:v>7791.1504424778768</c:v>
                </c:pt>
                <c:pt idx="424">
                  <c:v>7791.1504424778768</c:v>
                </c:pt>
                <c:pt idx="425">
                  <c:v>7791.1504424778768</c:v>
                </c:pt>
                <c:pt idx="426">
                  <c:v>7658.4070796460182</c:v>
                </c:pt>
                <c:pt idx="427">
                  <c:v>7658.4070796460182</c:v>
                </c:pt>
                <c:pt idx="428">
                  <c:v>7658.4070796460182</c:v>
                </c:pt>
                <c:pt idx="429">
                  <c:v>7658.4070796460182</c:v>
                </c:pt>
                <c:pt idx="430">
                  <c:v>7658.4070796460182</c:v>
                </c:pt>
                <c:pt idx="431">
                  <c:v>7658.4070796460182</c:v>
                </c:pt>
                <c:pt idx="432">
                  <c:v>7658.4070796460182</c:v>
                </c:pt>
                <c:pt idx="433">
                  <c:v>7658.4070796460182</c:v>
                </c:pt>
                <c:pt idx="434">
                  <c:v>7658.4070796460182</c:v>
                </c:pt>
                <c:pt idx="435">
                  <c:v>7658.4070796460182</c:v>
                </c:pt>
                <c:pt idx="436">
                  <c:v>7658.4070796460182</c:v>
                </c:pt>
                <c:pt idx="437">
                  <c:v>7658.4070796460182</c:v>
                </c:pt>
                <c:pt idx="438">
                  <c:v>7658.4070796460182</c:v>
                </c:pt>
                <c:pt idx="439">
                  <c:v>7658.4070796460182</c:v>
                </c:pt>
                <c:pt idx="440">
                  <c:v>7658.4070796460182</c:v>
                </c:pt>
                <c:pt idx="441">
                  <c:v>7658.4070796460182</c:v>
                </c:pt>
                <c:pt idx="442">
                  <c:v>7658.4070796460182</c:v>
                </c:pt>
                <c:pt idx="443">
                  <c:v>7658.4070796460182</c:v>
                </c:pt>
                <c:pt idx="444">
                  <c:v>7481.4159292035401</c:v>
                </c:pt>
                <c:pt idx="445">
                  <c:v>7481.4159292035401</c:v>
                </c:pt>
                <c:pt idx="446">
                  <c:v>7481.4159292035401</c:v>
                </c:pt>
                <c:pt idx="447">
                  <c:v>7481.4159292035401</c:v>
                </c:pt>
                <c:pt idx="448">
                  <c:v>7481.4159292035401</c:v>
                </c:pt>
                <c:pt idx="449">
                  <c:v>7481.4159292035401</c:v>
                </c:pt>
                <c:pt idx="450">
                  <c:v>7481.4159292035401</c:v>
                </c:pt>
                <c:pt idx="451">
                  <c:v>7481.4159292035401</c:v>
                </c:pt>
                <c:pt idx="452">
                  <c:v>7481.4159292035401</c:v>
                </c:pt>
                <c:pt idx="453">
                  <c:v>7481.4159292035401</c:v>
                </c:pt>
                <c:pt idx="454">
                  <c:v>7481.4159292035401</c:v>
                </c:pt>
                <c:pt idx="455">
                  <c:v>7481.4159292035401</c:v>
                </c:pt>
                <c:pt idx="456">
                  <c:v>7481.4159292035401</c:v>
                </c:pt>
                <c:pt idx="457">
                  <c:v>7481.4159292035401</c:v>
                </c:pt>
                <c:pt idx="458">
                  <c:v>7481.4159292035401</c:v>
                </c:pt>
                <c:pt idx="459">
                  <c:v>7481.4159292035401</c:v>
                </c:pt>
                <c:pt idx="460">
                  <c:v>7481.4159292035401</c:v>
                </c:pt>
                <c:pt idx="461">
                  <c:v>7481.4159292035401</c:v>
                </c:pt>
                <c:pt idx="462">
                  <c:v>7481.4159292035401</c:v>
                </c:pt>
                <c:pt idx="463">
                  <c:v>7481.4159292035401</c:v>
                </c:pt>
                <c:pt idx="464">
                  <c:v>7481.4159292035401</c:v>
                </c:pt>
                <c:pt idx="465">
                  <c:v>7481.4159292035401</c:v>
                </c:pt>
                <c:pt idx="466">
                  <c:v>7481.4159292035401</c:v>
                </c:pt>
                <c:pt idx="467">
                  <c:v>7481.4159292035401</c:v>
                </c:pt>
                <c:pt idx="468">
                  <c:v>7481.4159292035401</c:v>
                </c:pt>
                <c:pt idx="469">
                  <c:v>7481.4159292035401</c:v>
                </c:pt>
                <c:pt idx="470">
                  <c:v>7481.4159292035401</c:v>
                </c:pt>
                <c:pt idx="471">
                  <c:v>7481.4159292035401</c:v>
                </c:pt>
                <c:pt idx="472">
                  <c:v>7481.4159292035401</c:v>
                </c:pt>
                <c:pt idx="473">
                  <c:v>7481.4159292035401</c:v>
                </c:pt>
                <c:pt idx="474">
                  <c:v>7481.4159292035401</c:v>
                </c:pt>
                <c:pt idx="475">
                  <c:v>7481.4159292035401</c:v>
                </c:pt>
                <c:pt idx="476">
                  <c:v>7481.4159292035401</c:v>
                </c:pt>
                <c:pt idx="477">
                  <c:v>7481.4159292035401</c:v>
                </c:pt>
                <c:pt idx="478">
                  <c:v>7481.4159292035401</c:v>
                </c:pt>
                <c:pt idx="479">
                  <c:v>7481.4159292035401</c:v>
                </c:pt>
                <c:pt idx="480">
                  <c:v>7523.8938053097354</c:v>
                </c:pt>
                <c:pt idx="481">
                  <c:v>7523.8938053097354</c:v>
                </c:pt>
                <c:pt idx="482">
                  <c:v>7523.8938053097354</c:v>
                </c:pt>
                <c:pt idx="483">
                  <c:v>7523.8938053097354</c:v>
                </c:pt>
                <c:pt idx="484">
                  <c:v>7523.8938053097354</c:v>
                </c:pt>
                <c:pt idx="485">
                  <c:v>7523.8938053097354</c:v>
                </c:pt>
                <c:pt idx="486">
                  <c:v>7523.8938053097354</c:v>
                </c:pt>
                <c:pt idx="487">
                  <c:v>7523.8938053097354</c:v>
                </c:pt>
                <c:pt idx="488">
                  <c:v>7523.8938053097354</c:v>
                </c:pt>
                <c:pt idx="489">
                  <c:v>7523.8938053097354</c:v>
                </c:pt>
                <c:pt idx="490">
                  <c:v>7523.8938053097354</c:v>
                </c:pt>
                <c:pt idx="491">
                  <c:v>7523.8938053097354</c:v>
                </c:pt>
                <c:pt idx="492">
                  <c:v>7523.8938053097354</c:v>
                </c:pt>
                <c:pt idx="493">
                  <c:v>7523.8938053097354</c:v>
                </c:pt>
                <c:pt idx="494">
                  <c:v>7523.8938053097354</c:v>
                </c:pt>
                <c:pt idx="495">
                  <c:v>7523.8938053097354</c:v>
                </c:pt>
                <c:pt idx="496">
                  <c:v>7523.8938053097354</c:v>
                </c:pt>
                <c:pt idx="497">
                  <c:v>7523.8938053097354</c:v>
                </c:pt>
                <c:pt idx="498">
                  <c:v>7523.8938053097354</c:v>
                </c:pt>
                <c:pt idx="499">
                  <c:v>7523.8938053097354</c:v>
                </c:pt>
                <c:pt idx="500">
                  <c:v>7523.8938053097354</c:v>
                </c:pt>
                <c:pt idx="501">
                  <c:v>7523.8938053097354</c:v>
                </c:pt>
                <c:pt idx="502">
                  <c:v>7523.8938053097354</c:v>
                </c:pt>
                <c:pt idx="503">
                  <c:v>7523.8938053097354</c:v>
                </c:pt>
                <c:pt idx="504">
                  <c:v>7523.8938053097354</c:v>
                </c:pt>
                <c:pt idx="505">
                  <c:v>7523.8938053097354</c:v>
                </c:pt>
                <c:pt idx="506">
                  <c:v>7523.8938053097354</c:v>
                </c:pt>
                <c:pt idx="507">
                  <c:v>7523.8938053097354</c:v>
                </c:pt>
                <c:pt idx="508">
                  <c:v>7523.8938053097354</c:v>
                </c:pt>
                <c:pt idx="509">
                  <c:v>7523.8938053097354</c:v>
                </c:pt>
                <c:pt idx="510">
                  <c:v>7523.8938053097354</c:v>
                </c:pt>
                <c:pt idx="511">
                  <c:v>7523.8938053097354</c:v>
                </c:pt>
                <c:pt idx="512">
                  <c:v>7523.8938053097354</c:v>
                </c:pt>
                <c:pt idx="513">
                  <c:v>7523.8938053097354</c:v>
                </c:pt>
                <c:pt idx="514">
                  <c:v>7523.8938053097354</c:v>
                </c:pt>
                <c:pt idx="515">
                  <c:v>7523.8938053097354</c:v>
                </c:pt>
                <c:pt idx="516">
                  <c:v>7523.8938053097354</c:v>
                </c:pt>
                <c:pt idx="517">
                  <c:v>7523.8938053097354</c:v>
                </c:pt>
                <c:pt idx="518">
                  <c:v>7523.8938053097354</c:v>
                </c:pt>
                <c:pt idx="519">
                  <c:v>7523.8938053097354</c:v>
                </c:pt>
                <c:pt idx="520">
                  <c:v>7523.8938053097354</c:v>
                </c:pt>
                <c:pt idx="521">
                  <c:v>7523.8938053097354</c:v>
                </c:pt>
                <c:pt idx="522">
                  <c:v>7523.8938053097354</c:v>
                </c:pt>
                <c:pt idx="523">
                  <c:v>7523.8938053097354</c:v>
                </c:pt>
                <c:pt idx="524">
                  <c:v>7523.8938053097354</c:v>
                </c:pt>
                <c:pt idx="525">
                  <c:v>7523.8938053097354</c:v>
                </c:pt>
                <c:pt idx="526">
                  <c:v>7523.8938053097354</c:v>
                </c:pt>
                <c:pt idx="527">
                  <c:v>7523.8938053097354</c:v>
                </c:pt>
                <c:pt idx="528">
                  <c:v>7523.8938053097354</c:v>
                </c:pt>
                <c:pt idx="529">
                  <c:v>7523.8938053097354</c:v>
                </c:pt>
                <c:pt idx="530">
                  <c:v>7523.8938053097354</c:v>
                </c:pt>
                <c:pt idx="531">
                  <c:v>7523.8938053097354</c:v>
                </c:pt>
                <c:pt idx="532">
                  <c:v>7523.8938053097354</c:v>
                </c:pt>
                <c:pt idx="533">
                  <c:v>7523.8938053097354</c:v>
                </c:pt>
                <c:pt idx="534">
                  <c:v>7523.8938053097354</c:v>
                </c:pt>
                <c:pt idx="535">
                  <c:v>7523.8938053097354</c:v>
                </c:pt>
                <c:pt idx="536">
                  <c:v>7523.8938053097354</c:v>
                </c:pt>
                <c:pt idx="537">
                  <c:v>7523.8938053097354</c:v>
                </c:pt>
                <c:pt idx="538">
                  <c:v>7523.8938053097354</c:v>
                </c:pt>
                <c:pt idx="539">
                  <c:v>7523.8938053097354</c:v>
                </c:pt>
                <c:pt idx="540">
                  <c:v>7523.8938053097354</c:v>
                </c:pt>
                <c:pt idx="541">
                  <c:v>7523.8938053097354</c:v>
                </c:pt>
                <c:pt idx="542">
                  <c:v>7523.8938053097354</c:v>
                </c:pt>
                <c:pt idx="543">
                  <c:v>7523.8938053097354</c:v>
                </c:pt>
                <c:pt idx="544">
                  <c:v>7523.8938053097354</c:v>
                </c:pt>
                <c:pt idx="545">
                  <c:v>7523.8938053097354</c:v>
                </c:pt>
                <c:pt idx="546">
                  <c:v>7523.8938053097354</c:v>
                </c:pt>
                <c:pt idx="547">
                  <c:v>7523.8938053097354</c:v>
                </c:pt>
                <c:pt idx="548">
                  <c:v>7523.8938053097354</c:v>
                </c:pt>
                <c:pt idx="549">
                  <c:v>7523.8938053097354</c:v>
                </c:pt>
                <c:pt idx="550">
                  <c:v>7523.8938053097354</c:v>
                </c:pt>
                <c:pt idx="551">
                  <c:v>7523.8938053097354</c:v>
                </c:pt>
                <c:pt idx="552">
                  <c:v>7523.8938053097354</c:v>
                </c:pt>
                <c:pt idx="553">
                  <c:v>7523.8938053097354</c:v>
                </c:pt>
                <c:pt idx="554">
                  <c:v>7523.8938053097354</c:v>
                </c:pt>
                <c:pt idx="555">
                  <c:v>7523.8938053097354</c:v>
                </c:pt>
                <c:pt idx="556">
                  <c:v>7523.8938053097354</c:v>
                </c:pt>
                <c:pt idx="557">
                  <c:v>7523.8938053097354</c:v>
                </c:pt>
                <c:pt idx="558">
                  <c:v>7523.8938053097354</c:v>
                </c:pt>
                <c:pt idx="559">
                  <c:v>7523.8938053097354</c:v>
                </c:pt>
                <c:pt idx="560">
                  <c:v>7523.8938053097354</c:v>
                </c:pt>
                <c:pt idx="561">
                  <c:v>7523.8938053097354</c:v>
                </c:pt>
                <c:pt idx="562">
                  <c:v>7523.8938053097354</c:v>
                </c:pt>
                <c:pt idx="563">
                  <c:v>7523.8938053097354</c:v>
                </c:pt>
                <c:pt idx="564">
                  <c:v>7523.8938053097354</c:v>
                </c:pt>
                <c:pt idx="565">
                  <c:v>7523.8938053097354</c:v>
                </c:pt>
                <c:pt idx="566">
                  <c:v>7523.8938053097354</c:v>
                </c:pt>
                <c:pt idx="567">
                  <c:v>7523.8938053097354</c:v>
                </c:pt>
                <c:pt idx="568">
                  <c:v>7523.8938053097354</c:v>
                </c:pt>
                <c:pt idx="569">
                  <c:v>7545.1327433628321</c:v>
                </c:pt>
                <c:pt idx="570">
                  <c:v>7545.1327433628321</c:v>
                </c:pt>
                <c:pt idx="571">
                  <c:v>7545.1327433628321</c:v>
                </c:pt>
                <c:pt idx="572">
                  <c:v>7523.8938053097354</c:v>
                </c:pt>
                <c:pt idx="573">
                  <c:v>7523.8938053097354</c:v>
                </c:pt>
                <c:pt idx="574">
                  <c:v>7523.8938053097354</c:v>
                </c:pt>
                <c:pt idx="575">
                  <c:v>7523.8938053097354</c:v>
                </c:pt>
                <c:pt idx="576">
                  <c:v>7523.8938053097354</c:v>
                </c:pt>
                <c:pt idx="577">
                  <c:v>7502.6548672566378</c:v>
                </c:pt>
                <c:pt idx="578">
                  <c:v>7502.6548672566378</c:v>
                </c:pt>
                <c:pt idx="579">
                  <c:v>7502.6548672566378</c:v>
                </c:pt>
                <c:pt idx="580">
                  <c:v>7502.6548672566378</c:v>
                </c:pt>
                <c:pt idx="581">
                  <c:v>7502.6548672566378</c:v>
                </c:pt>
                <c:pt idx="582">
                  <c:v>7470.7964601769918</c:v>
                </c:pt>
                <c:pt idx="583">
                  <c:v>7470.7964601769918</c:v>
                </c:pt>
                <c:pt idx="584">
                  <c:v>7470.7964601769918</c:v>
                </c:pt>
                <c:pt idx="585">
                  <c:v>7470.7964601769918</c:v>
                </c:pt>
                <c:pt idx="586">
                  <c:v>7470.7964601769918</c:v>
                </c:pt>
                <c:pt idx="587">
                  <c:v>7470.7964601769918</c:v>
                </c:pt>
                <c:pt idx="588">
                  <c:v>7470.7964601769918</c:v>
                </c:pt>
                <c:pt idx="589">
                  <c:v>7470.7964601769918</c:v>
                </c:pt>
                <c:pt idx="590">
                  <c:v>7470.7964601769918</c:v>
                </c:pt>
                <c:pt idx="591">
                  <c:v>7470.7964601769918</c:v>
                </c:pt>
                <c:pt idx="592">
                  <c:v>7438.9380530973458</c:v>
                </c:pt>
                <c:pt idx="593">
                  <c:v>7438.9380530973458</c:v>
                </c:pt>
                <c:pt idx="594">
                  <c:v>7438.9380530973458</c:v>
                </c:pt>
                <c:pt idx="595">
                  <c:v>7407.0796460176998</c:v>
                </c:pt>
                <c:pt idx="596">
                  <c:v>7407.0796460176998</c:v>
                </c:pt>
                <c:pt idx="597">
                  <c:v>7407.0796460176998</c:v>
                </c:pt>
                <c:pt idx="598">
                  <c:v>7407.0796460176998</c:v>
                </c:pt>
                <c:pt idx="599">
                  <c:v>7407.0796460176998</c:v>
                </c:pt>
                <c:pt idx="600">
                  <c:v>7407.0796460176998</c:v>
                </c:pt>
                <c:pt idx="601">
                  <c:v>7407.0796460176998</c:v>
                </c:pt>
                <c:pt idx="602">
                  <c:v>7407.0796460176998</c:v>
                </c:pt>
                <c:pt idx="603">
                  <c:v>7407.0796460176998</c:v>
                </c:pt>
                <c:pt idx="604">
                  <c:v>7449.5575221238942</c:v>
                </c:pt>
                <c:pt idx="605">
                  <c:v>7449.5575221238942</c:v>
                </c:pt>
                <c:pt idx="606">
                  <c:v>7449.5575221238942</c:v>
                </c:pt>
                <c:pt idx="607">
                  <c:v>7449.5575221238942</c:v>
                </c:pt>
                <c:pt idx="608">
                  <c:v>8113.274336283187</c:v>
                </c:pt>
                <c:pt idx="609">
                  <c:v>8166.3716814159297</c:v>
                </c:pt>
                <c:pt idx="610">
                  <c:v>8166.3716814159297</c:v>
                </c:pt>
                <c:pt idx="611">
                  <c:v>8166.3716814159297</c:v>
                </c:pt>
                <c:pt idx="612">
                  <c:v>8166.3716814159297</c:v>
                </c:pt>
                <c:pt idx="613">
                  <c:v>8166.3716814159297</c:v>
                </c:pt>
                <c:pt idx="614">
                  <c:v>8166.3716814159297</c:v>
                </c:pt>
                <c:pt idx="615">
                  <c:v>8166.3716814159297</c:v>
                </c:pt>
                <c:pt idx="616">
                  <c:v>8166.3716814159297</c:v>
                </c:pt>
                <c:pt idx="617">
                  <c:v>8166.3716814159297</c:v>
                </c:pt>
                <c:pt idx="618">
                  <c:v>8166.3716814159297</c:v>
                </c:pt>
                <c:pt idx="619">
                  <c:v>8166.3716814159297</c:v>
                </c:pt>
                <c:pt idx="620">
                  <c:v>8166.3716814159297</c:v>
                </c:pt>
                <c:pt idx="621">
                  <c:v>8166.3716814159297</c:v>
                </c:pt>
                <c:pt idx="622">
                  <c:v>8166.3716814159297</c:v>
                </c:pt>
                <c:pt idx="623">
                  <c:v>8113.274336283187</c:v>
                </c:pt>
                <c:pt idx="624">
                  <c:v>8113.274336283187</c:v>
                </c:pt>
                <c:pt idx="625">
                  <c:v>8113.274336283187</c:v>
                </c:pt>
                <c:pt idx="626">
                  <c:v>8113.274336283187</c:v>
                </c:pt>
                <c:pt idx="627">
                  <c:v>8113.274336283187</c:v>
                </c:pt>
                <c:pt idx="628">
                  <c:v>8113.274336283187</c:v>
                </c:pt>
                <c:pt idx="629">
                  <c:v>8113.274336283187</c:v>
                </c:pt>
                <c:pt idx="630">
                  <c:v>8113.274336283187</c:v>
                </c:pt>
                <c:pt idx="631">
                  <c:v>8070.7964601769918</c:v>
                </c:pt>
                <c:pt idx="632">
                  <c:v>8070.7964601769918</c:v>
                </c:pt>
                <c:pt idx="633">
                  <c:v>8070.7964601769918</c:v>
                </c:pt>
                <c:pt idx="634">
                  <c:v>8070.7964601769918</c:v>
                </c:pt>
                <c:pt idx="635">
                  <c:v>8070.7964601769918</c:v>
                </c:pt>
                <c:pt idx="636">
                  <c:v>8070.7964601769918</c:v>
                </c:pt>
                <c:pt idx="637">
                  <c:v>8070.7964601769918</c:v>
                </c:pt>
                <c:pt idx="638">
                  <c:v>8070.7964601769918</c:v>
                </c:pt>
                <c:pt idx="639">
                  <c:v>8070.7964601769918</c:v>
                </c:pt>
                <c:pt idx="640">
                  <c:v>8070.7964601769918</c:v>
                </c:pt>
                <c:pt idx="641">
                  <c:v>8070.7964601769918</c:v>
                </c:pt>
                <c:pt idx="642">
                  <c:v>8070.7964601769918</c:v>
                </c:pt>
                <c:pt idx="643">
                  <c:v>8070.7964601769918</c:v>
                </c:pt>
                <c:pt idx="644">
                  <c:v>8070.7964601769918</c:v>
                </c:pt>
                <c:pt idx="645">
                  <c:v>8070.7964601769918</c:v>
                </c:pt>
                <c:pt idx="646">
                  <c:v>8070.7964601769918</c:v>
                </c:pt>
                <c:pt idx="647">
                  <c:v>8070.7964601769918</c:v>
                </c:pt>
                <c:pt idx="648">
                  <c:v>8070.7964601769918</c:v>
                </c:pt>
                <c:pt idx="649">
                  <c:v>8070.7964601769918</c:v>
                </c:pt>
                <c:pt idx="650">
                  <c:v>8070.7964601769918</c:v>
                </c:pt>
                <c:pt idx="651">
                  <c:v>8070.7964601769918</c:v>
                </c:pt>
                <c:pt idx="652">
                  <c:v>8070.7964601769918</c:v>
                </c:pt>
                <c:pt idx="653">
                  <c:v>8070.7964601769918</c:v>
                </c:pt>
                <c:pt idx="654">
                  <c:v>8070.7964601769918</c:v>
                </c:pt>
                <c:pt idx="655">
                  <c:v>8070.7964601769918</c:v>
                </c:pt>
                <c:pt idx="656">
                  <c:v>8070.7964601769918</c:v>
                </c:pt>
                <c:pt idx="657">
                  <c:v>8070.7964601769918</c:v>
                </c:pt>
                <c:pt idx="658">
                  <c:v>8070.7964601769918</c:v>
                </c:pt>
                <c:pt idx="659">
                  <c:v>8070.7964601769918</c:v>
                </c:pt>
                <c:pt idx="660">
                  <c:v>8070.7964601769918</c:v>
                </c:pt>
                <c:pt idx="661">
                  <c:v>8070.7964601769918</c:v>
                </c:pt>
                <c:pt idx="662">
                  <c:v>8070.7964601769918</c:v>
                </c:pt>
                <c:pt idx="663">
                  <c:v>8070.7964601769918</c:v>
                </c:pt>
                <c:pt idx="664">
                  <c:v>8070.7964601769918</c:v>
                </c:pt>
                <c:pt idx="665">
                  <c:v>8070.7964601769918</c:v>
                </c:pt>
                <c:pt idx="666">
                  <c:v>8070.7964601769918</c:v>
                </c:pt>
                <c:pt idx="667">
                  <c:v>8070.7964601769918</c:v>
                </c:pt>
                <c:pt idx="668">
                  <c:v>8070.7964601769918</c:v>
                </c:pt>
                <c:pt idx="669">
                  <c:v>8070.7964601769918</c:v>
                </c:pt>
                <c:pt idx="670">
                  <c:v>8070.7964601769918</c:v>
                </c:pt>
                <c:pt idx="671">
                  <c:v>8070.7964601769918</c:v>
                </c:pt>
                <c:pt idx="672">
                  <c:v>8070.7964601769918</c:v>
                </c:pt>
                <c:pt idx="673">
                  <c:v>8070.7964601769918</c:v>
                </c:pt>
                <c:pt idx="674">
                  <c:v>8070.7964601769918</c:v>
                </c:pt>
                <c:pt idx="675">
                  <c:v>8070.7964601769918</c:v>
                </c:pt>
                <c:pt idx="676">
                  <c:v>8070.7964601769918</c:v>
                </c:pt>
                <c:pt idx="677">
                  <c:v>8070.7964601769918</c:v>
                </c:pt>
                <c:pt idx="678">
                  <c:v>8070.7964601769918</c:v>
                </c:pt>
                <c:pt idx="679">
                  <c:v>8070.7964601769918</c:v>
                </c:pt>
                <c:pt idx="680">
                  <c:v>8070.7964601769918</c:v>
                </c:pt>
                <c:pt idx="681">
                  <c:v>8070.7964601769918</c:v>
                </c:pt>
                <c:pt idx="682">
                  <c:v>8070.7964601769918</c:v>
                </c:pt>
                <c:pt idx="683">
                  <c:v>8070.7964601769918</c:v>
                </c:pt>
                <c:pt idx="684">
                  <c:v>8070.7964601769918</c:v>
                </c:pt>
                <c:pt idx="685">
                  <c:v>8070.7964601769918</c:v>
                </c:pt>
                <c:pt idx="686">
                  <c:v>8070.7964601769918</c:v>
                </c:pt>
                <c:pt idx="687">
                  <c:v>8070.7964601769918</c:v>
                </c:pt>
                <c:pt idx="688">
                  <c:v>8070.7964601769918</c:v>
                </c:pt>
                <c:pt idx="689">
                  <c:v>8070.7964601769918</c:v>
                </c:pt>
                <c:pt idx="690">
                  <c:v>8070.7964601769918</c:v>
                </c:pt>
                <c:pt idx="691">
                  <c:v>8070.7964601769918</c:v>
                </c:pt>
                <c:pt idx="692">
                  <c:v>8070.7964601769918</c:v>
                </c:pt>
                <c:pt idx="693">
                  <c:v>8070.7964601769918</c:v>
                </c:pt>
                <c:pt idx="694">
                  <c:v>8070.7964601769918</c:v>
                </c:pt>
                <c:pt idx="695">
                  <c:v>8070.7964601769918</c:v>
                </c:pt>
                <c:pt idx="696">
                  <c:v>8070.7964601769918</c:v>
                </c:pt>
                <c:pt idx="697">
                  <c:v>8070.7964601769918</c:v>
                </c:pt>
                <c:pt idx="698">
                  <c:v>8070.7964601769918</c:v>
                </c:pt>
                <c:pt idx="699">
                  <c:v>8070.7964601769918</c:v>
                </c:pt>
                <c:pt idx="700">
                  <c:v>8070.7964601769918</c:v>
                </c:pt>
                <c:pt idx="701">
                  <c:v>8070.7964601769918</c:v>
                </c:pt>
                <c:pt idx="702">
                  <c:v>8070.7964601769918</c:v>
                </c:pt>
                <c:pt idx="703">
                  <c:v>8070.7964601769918</c:v>
                </c:pt>
                <c:pt idx="704">
                  <c:v>8070.7964601769918</c:v>
                </c:pt>
                <c:pt idx="705">
                  <c:v>8070.7964601769918</c:v>
                </c:pt>
                <c:pt idx="706">
                  <c:v>8070.7964601769918</c:v>
                </c:pt>
                <c:pt idx="707">
                  <c:v>8070.7964601769918</c:v>
                </c:pt>
                <c:pt idx="708">
                  <c:v>8070.7964601769918</c:v>
                </c:pt>
                <c:pt idx="709">
                  <c:v>8070.7964601769918</c:v>
                </c:pt>
                <c:pt idx="710">
                  <c:v>8070.7964601769918</c:v>
                </c:pt>
                <c:pt idx="711">
                  <c:v>8070.7964601769918</c:v>
                </c:pt>
                <c:pt idx="712">
                  <c:v>8070.7964601769918</c:v>
                </c:pt>
                <c:pt idx="713">
                  <c:v>8070.7964601769918</c:v>
                </c:pt>
                <c:pt idx="714">
                  <c:v>8070.7964601769918</c:v>
                </c:pt>
                <c:pt idx="715">
                  <c:v>8070.7964601769918</c:v>
                </c:pt>
                <c:pt idx="716">
                  <c:v>8070.7964601769918</c:v>
                </c:pt>
                <c:pt idx="717">
                  <c:v>8070.7964601769918</c:v>
                </c:pt>
                <c:pt idx="718">
                  <c:v>8070.7964601769918</c:v>
                </c:pt>
                <c:pt idx="719">
                  <c:v>8070.7964601769918</c:v>
                </c:pt>
                <c:pt idx="720">
                  <c:v>8070.7964601769918</c:v>
                </c:pt>
                <c:pt idx="721">
                  <c:v>8070.7964601769918</c:v>
                </c:pt>
                <c:pt idx="722">
                  <c:v>8070.7964601769918</c:v>
                </c:pt>
                <c:pt idx="723">
                  <c:v>8070.7964601769918</c:v>
                </c:pt>
                <c:pt idx="724">
                  <c:v>8070.7964601769918</c:v>
                </c:pt>
                <c:pt idx="725">
                  <c:v>8070.7964601769918</c:v>
                </c:pt>
                <c:pt idx="726">
                  <c:v>8102.6548672566378</c:v>
                </c:pt>
                <c:pt idx="727">
                  <c:v>8102.6548672566378</c:v>
                </c:pt>
                <c:pt idx="728">
                  <c:v>8102.6548672566378</c:v>
                </c:pt>
                <c:pt idx="729">
                  <c:v>8102.6548672566378</c:v>
                </c:pt>
                <c:pt idx="730">
                  <c:v>8102.6548672566378</c:v>
                </c:pt>
                <c:pt idx="731">
                  <c:v>8102.6548672566378</c:v>
                </c:pt>
                <c:pt idx="732">
                  <c:v>8102.6548672566378</c:v>
                </c:pt>
                <c:pt idx="733">
                  <c:v>8102.6548672566378</c:v>
                </c:pt>
                <c:pt idx="734">
                  <c:v>8102.6548672566378</c:v>
                </c:pt>
                <c:pt idx="735">
                  <c:v>8102.6548672566378</c:v>
                </c:pt>
                <c:pt idx="736">
                  <c:v>8102.6548672566378</c:v>
                </c:pt>
                <c:pt idx="737">
                  <c:v>8123.8938053097354</c:v>
                </c:pt>
                <c:pt idx="738">
                  <c:v>8123.8938053097354</c:v>
                </c:pt>
                <c:pt idx="739">
                  <c:v>8123.8938053097354</c:v>
                </c:pt>
                <c:pt idx="740">
                  <c:v>8123.8938053097354</c:v>
                </c:pt>
                <c:pt idx="741">
                  <c:v>8123.8938053097354</c:v>
                </c:pt>
                <c:pt idx="742">
                  <c:v>8123.8938053097354</c:v>
                </c:pt>
                <c:pt idx="743">
                  <c:v>8123.8938053097354</c:v>
                </c:pt>
                <c:pt idx="744">
                  <c:v>8123.8938053097354</c:v>
                </c:pt>
                <c:pt idx="745">
                  <c:v>8166.3716814159297</c:v>
                </c:pt>
                <c:pt idx="746">
                  <c:v>8166.3716814159297</c:v>
                </c:pt>
                <c:pt idx="747">
                  <c:v>8166.3716814159297</c:v>
                </c:pt>
                <c:pt idx="748">
                  <c:v>8166.3716814159297</c:v>
                </c:pt>
                <c:pt idx="749">
                  <c:v>8166.3716814159297</c:v>
                </c:pt>
                <c:pt idx="750">
                  <c:v>8166.3716814159297</c:v>
                </c:pt>
                <c:pt idx="751">
                  <c:v>8166.3716814159297</c:v>
                </c:pt>
                <c:pt idx="752">
                  <c:v>8172.566371681417</c:v>
                </c:pt>
                <c:pt idx="753">
                  <c:v>8172.566371681417</c:v>
                </c:pt>
                <c:pt idx="754">
                  <c:v>8172.566371681417</c:v>
                </c:pt>
                <c:pt idx="755">
                  <c:v>8172.566371681417</c:v>
                </c:pt>
                <c:pt idx="756">
                  <c:v>8172.566371681417</c:v>
                </c:pt>
                <c:pt idx="757">
                  <c:v>8172.566371681417</c:v>
                </c:pt>
                <c:pt idx="758">
                  <c:v>8172.566371681417</c:v>
                </c:pt>
                <c:pt idx="759">
                  <c:v>8172.566371681417</c:v>
                </c:pt>
                <c:pt idx="760">
                  <c:v>8172.566371681417</c:v>
                </c:pt>
                <c:pt idx="761">
                  <c:v>8151.3274336283193</c:v>
                </c:pt>
                <c:pt idx="762">
                  <c:v>8151.3274336283193</c:v>
                </c:pt>
                <c:pt idx="763">
                  <c:v>8151.3274336283193</c:v>
                </c:pt>
                <c:pt idx="764">
                  <c:v>8151.3274336283193</c:v>
                </c:pt>
                <c:pt idx="765">
                  <c:v>8151.3274336283193</c:v>
                </c:pt>
                <c:pt idx="766">
                  <c:v>8098.2300884955757</c:v>
                </c:pt>
                <c:pt idx="767">
                  <c:v>8098.2300884955757</c:v>
                </c:pt>
                <c:pt idx="768">
                  <c:v>8098.2300884955757</c:v>
                </c:pt>
                <c:pt idx="769">
                  <c:v>8098.2300884955757</c:v>
                </c:pt>
                <c:pt idx="770">
                  <c:v>8087.6106194690274</c:v>
                </c:pt>
                <c:pt idx="771">
                  <c:v>8087.6106194690274</c:v>
                </c:pt>
                <c:pt idx="772">
                  <c:v>8087.6106194690274</c:v>
                </c:pt>
                <c:pt idx="773">
                  <c:v>7960.1769911504434</c:v>
                </c:pt>
                <c:pt idx="774">
                  <c:v>7960.1769911504434</c:v>
                </c:pt>
                <c:pt idx="775">
                  <c:v>7960.1769911504434</c:v>
                </c:pt>
                <c:pt idx="776">
                  <c:v>7960.1769911504434</c:v>
                </c:pt>
                <c:pt idx="777">
                  <c:v>7960.1769911504434</c:v>
                </c:pt>
                <c:pt idx="778">
                  <c:v>7960.1769911504434</c:v>
                </c:pt>
                <c:pt idx="779">
                  <c:v>7960.1769911504434</c:v>
                </c:pt>
                <c:pt idx="780">
                  <c:v>7960.1769911504434</c:v>
                </c:pt>
                <c:pt idx="781">
                  <c:v>7960.1769911504434</c:v>
                </c:pt>
                <c:pt idx="782">
                  <c:v>7960.1769911504434</c:v>
                </c:pt>
                <c:pt idx="783">
                  <c:v>7960.1769911504434</c:v>
                </c:pt>
                <c:pt idx="784">
                  <c:v>7960.1769911504434</c:v>
                </c:pt>
                <c:pt idx="785">
                  <c:v>7960.1769911504434</c:v>
                </c:pt>
                <c:pt idx="786">
                  <c:v>7960.1769911504434</c:v>
                </c:pt>
                <c:pt idx="787">
                  <c:v>7960.1769911504434</c:v>
                </c:pt>
                <c:pt idx="788">
                  <c:v>8023.8938053097354</c:v>
                </c:pt>
                <c:pt idx="789">
                  <c:v>8023.8938053097354</c:v>
                </c:pt>
                <c:pt idx="790">
                  <c:v>8023.8938053097354</c:v>
                </c:pt>
                <c:pt idx="791">
                  <c:v>8023.8938053097354</c:v>
                </c:pt>
                <c:pt idx="792">
                  <c:v>8023.8938053097354</c:v>
                </c:pt>
                <c:pt idx="793">
                  <c:v>8023.8938053097354</c:v>
                </c:pt>
                <c:pt idx="794">
                  <c:v>8023.8938053097354</c:v>
                </c:pt>
                <c:pt idx="795">
                  <c:v>8023.8938053097354</c:v>
                </c:pt>
                <c:pt idx="796">
                  <c:v>8193.8053097345146</c:v>
                </c:pt>
                <c:pt idx="797">
                  <c:v>8193.8053097345146</c:v>
                </c:pt>
                <c:pt idx="798">
                  <c:v>8193.8053097345146</c:v>
                </c:pt>
                <c:pt idx="799">
                  <c:v>8193.8053097345146</c:v>
                </c:pt>
                <c:pt idx="800">
                  <c:v>8193.8053097345146</c:v>
                </c:pt>
                <c:pt idx="801">
                  <c:v>8161.9469026548677</c:v>
                </c:pt>
                <c:pt idx="802">
                  <c:v>8161.9469026548677</c:v>
                </c:pt>
                <c:pt idx="803">
                  <c:v>8161.9469026548677</c:v>
                </c:pt>
                <c:pt idx="804">
                  <c:v>8161.9469026548677</c:v>
                </c:pt>
                <c:pt idx="805">
                  <c:v>8161.9469026548677</c:v>
                </c:pt>
                <c:pt idx="806">
                  <c:v>8161.9469026548677</c:v>
                </c:pt>
                <c:pt idx="807">
                  <c:v>8161.9469026548677</c:v>
                </c:pt>
                <c:pt idx="808">
                  <c:v>8161.9469026548677</c:v>
                </c:pt>
                <c:pt idx="809">
                  <c:v>8161.9469026548677</c:v>
                </c:pt>
                <c:pt idx="810">
                  <c:v>8161.9469026548677</c:v>
                </c:pt>
                <c:pt idx="811">
                  <c:v>8161.9469026548677</c:v>
                </c:pt>
                <c:pt idx="812">
                  <c:v>8161.9469026548677</c:v>
                </c:pt>
                <c:pt idx="813">
                  <c:v>8161.9469026548677</c:v>
                </c:pt>
                <c:pt idx="814">
                  <c:v>8161.9469026548677</c:v>
                </c:pt>
                <c:pt idx="815">
                  <c:v>8161.9469026548677</c:v>
                </c:pt>
                <c:pt idx="816">
                  <c:v>8161.9469026548677</c:v>
                </c:pt>
                <c:pt idx="817">
                  <c:v>8161.9469026548677</c:v>
                </c:pt>
                <c:pt idx="818">
                  <c:v>8161.9469026548677</c:v>
                </c:pt>
                <c:pt idx="819">
                  <c:v>8161.9469026548677</c:v>
                </c:pt>
                <c:pt idx="820">
                  <c:v>8161.9469026548677</c:v>
                </c:pt>
                <c:pt idx="821">
                  <c:v>8161.9469026548677</c:v>
                </c:pt>
                <c:pt idx="822">
                  <c:v>8161.9469026548677</c:v>
                </c:pt>
                <c:pt idx="823">
                  <c:v>8161.9469026548677</c:v>
                </c:pt>
                <c:pt idx="824">
                  <c:v>8161.9469026548677</c:v>
                </c:pt>
                <c:pt idx="825">
                  <c:v>8161.9469026548677</c:v>
                </c:pt>
                <c:pt idx="826">
                  <c:v>8161.9469026548677</c:v>
                </c:pt>
                <c:pt idx="827">
                  <c:v>8161.9469026548677</c:v>
                </c:pt>
                <c:pt idx="828">
                  <c:v>8161.9469026548677</c:v>
                </c:pt>
                <c:pt idx="829">
                  <c:v>8161.9469026548677</c:v>
                </c:pt>
                <c:pt idx="830">
                  <c:v>8161.9469026548677</c:v>
                </c:pt>
                <c:pt idx="831">
                  <c:v>8161.9469026548677</c:v>
                </c:pt>
                <c:pt idx="832">
                  <c:v>8161.9469026548677</c:v>
                </c:pt>
                <c:pt idx="833">
                  <c:v>8161.9469026548677</c:v>
                </c:pt>
                <c:pt idx="834">
                  <c:v>8161.9469026548677</c:v>
                </c:pt>
                <c:pt idx="835">
                  <c:v>8161.9469026548677</c:v>
                </c:pt>
                <c:pt idx="836">
                  <c:v>8161.9469026548677</c:v>
                </c:pt>
                <c:pt idx="837">
                  <c:v>8161.9469026548677</c:v>
                </c:pt>
                <c:pt idx="838">
                  <c:v>8161.9469026548677</c:v>
                </c:pt>
                <c:pt idx="839">
                  <c:v>8161.9469026548677</c:v>
                </c:pt>
                <c:pt idx="840">
                  <c:v>8161.9469026548677</c:v>
                </c:pt>
                <c:pt idx="841">
                  <c:v>8161.9469026548677</c:v>
                </c:pt>
                <c:pt idx="842">
                  <c:v>8161.9469026548677</c:v>
                </c:pt>
              </c:numCache>
            </c:numRef>
          </c:val>
          <c:smooth val="1"/>
          <c:extLst xmlns:c16r2="http://schemas.microsoft.com/office/drawing/2015/06/chart">
            <c:ext xmlns:c16="http://schemas.microsoft.com/office/drawing/2014/chart" uri="{C3380CC4-5D6E-409C-BE32-E72D297353CC}">
              <c16:uniqueId val="{00000000-99B6-47BE-A05B-EBBF36543BF2}"/>
            </c:ext>
          </c:extLst>
        </c:ser>
        <c:ser>
          <c:idx val="1"/>
          <c:order val="1"/>
          <c:tx>
            <c:strRef>
              <c:f>'图49-57'!$P$3</c:f>
              <c:strCache>
                <c:ptCount val="1"/>
                <c:pt idx="0">
                  <c:v>钠法价差</c:v>
                </c:pt>
              </c:strCache>
            </c:strRef>
          </c:tx>
          <c:spPr>
            <a:ln w="12700" cap="rnd" cmpd="sng" algn="ctr">
              <a:solidFill>
                <a:srgbClr val="C8C8C8"/>
              </a:solidFill>
              <a:prstDash val="solid"/>
              <a:round/>
            </a:ln>
          </c:spPr>
          <c:marker>
            <c:symbol val="none"/>
          </c:marker>
          <c:cat>
            <c:numRef>
              <c:f>'图49-57'!$A$4:$A$1021</c:f>
              <c:numCache>
                <c:formatCode>yyyy/mm/dd;@</c:formatCode>
                <c:ptCount val="1018"/>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numCache>
            </c:numRef>
          </c:cat>
          <c:val>
            <c:numRef>
              <c:f>'图49-57'!$P$172:$P$1014</c:f>
              <c:numCache>
                <c:formatCode>0</c:formatCode>
                <c:ptCount val="843"/>
                <c:pt idx="0">
                  <c:v>14358.407079646018</c:v>
                </c:pt>
                <c:pt idx="1">
                  <c:v>14358.407079646018</c:v>
                </c:pt>
                <c:pt idx="2">
                  <c:v>14358.407079646018</c:v>
                </c:pt>
                <c:pt idx="3">
                  <c:v>14358.407079646018</c:v>
                </c:pt>
                <c:pt idx="4">
                  <c:v>14358.407079646018</c:v>
                </c:pt>
                <c:pt idx="5">
                  <c:v>14816.814159292036</c:v>
                </c:pt>
                <c:pt idx="6">
                  <c:v>14816.814159292036</c:v>
                </c:pt>
                <c:pt idx="7">
                  <c:v>14816.814159292036</c:v>
                </c:pt>
                <c:pt idx="8">
                  <c:v>14816.814159292036</c:v>
                </c:pt>
                <c:pt idx="9">
                  <c:v>14816.814159292036</c:v>
                </c:pt>
                <c:pt idx="10">
                  <c:v>14816.814159292036</c:v>
                </c:pt>
                <c:pt idx="11">
                  <c:v>15013.274336283188</c:v>
                </c:pt>
                <c:pt idx="12">
                  <c:v>15013.274336283188</c:v>
                </c:pt>
                <c:pt idx="13">
                  <c:v>15013.274336283188</c:v>
                </c:pt>
                <c:pt idx="14">
                  <c:v>15013.274336283188</c:v>
                </c:pt>
                <c:pt idx="15">
                  <c:v>15013.274336283188</c:v>
                </c:pt>
                <c:pt idx="16">
                  <c:v>15013.274336283188</c:v>
                </c:pt>
                <c:pt idx="17">
                  <c:v>15013.274336283188</c:v>
                </c:pt>
                <c:pt idx="18">
                  <c:v>15013.274336283188</c:v>
                </c:pt>
                <c:pt idx="19">
                  <c:v>15013.274336283188</c:v>
                </c:pt>
                <c:pt idx="20">
                  <c:v>15013.274336283188</c:v>
                </c:pt>
                <c:pt idx="21">
                  <c:v>15013.274336283188</c:v>
                </c:pt>
                <c:pt idx="22">
                  <c:v>15013.274336283188</c:v>
                </c:pt>
                <c:pt idx="23">
                  <c:v>15013.274336283188</c:v>
                </c:pt>
                <c:pt idx="24">
                  <c:v>15013.274336283188</c:v>
                </c:pt>
                <c:pt idx="25">
                  <c:v>15013.274336283188</c:v>
                </c:pt>
                <c:pt idx="26">
                  <c:v>15013.274336283188</c:v>
                </c:pt>
                <c:pt idx="27">
                  <c:v>15340.707964601772</c:v>
                </c:pt>
                <c:pt idx="28">
                  <c:v>15340.707964601772</c:v>
                </c:pt>
                <c:pt idx="29">
                  <c:v>15340.707964601772</c:v>
                </c:pt>
                <c:pt idx="30">
                  <c:v>15340.707964601772</c:v>
                </c:pt>
                <c:pt idx="31">
                  <c:v>15340.707964601772</c:v>
                </c:pt>
                <c:pt idx="32">
                  <c:v>15340.707964601772</c:v>
                </c:pt>
                <c:pt idx="33">
                  <c:v>15340.707964601772</c:v>
                </c:pt>
                <c:pt idx="34">
                  <c:v>15340.707964601772</c:v>
                </c:pt>
                <c:pt idx="35">
                  <c:v>15340.707964601772</c:v>
                </c:pt>
                <c:pt idx="36">
                  <c:v>15340.707964601772</c:v>
                </c:pt>
                <c:pt idx="37">
                  <c:v>15340.707964601772</c:v>
                </c:pt>
                <c:pt idx="38">
                  <c:v>15013.274336283188</c:v>
                </c:pt>
                <c:pt idx="39">
                  <c:v>15013.274336283188</c:v>
                </c:pt>
                <c:pt idx="40">
                  <c:v>15013.274336283188</c:v>
                </c:pt>
                <c:pt idx="41">
                  <c:v>15013.274336283188</c:v>
                </c:pt>
                <c:pt idx="42">
                  <c:v>15367.256637168142</c:v>
                </c:pt>
                <c:pt idx="43">
                  <c:v>15367.256637168142</c:v>
                </c:pt>
                <c:pt idx="44">
                  <c:v>15367.256637168142</c:v>
                </c:pt>
                <c:pt idx="45">
                  <c:v>15367.256637168142</c:v>
                </c:pt>
                <c:pt idx="46">
                  <c:v>15367.256637168142</c:v>
                </c:pt>
                <c:pt idx="47">
                  <c:v>15367.256637168142</c:v>
                </c:pt>
                <c:pt idx="48">
                  <c:v>15367.256637168142</c:v>
                </c:pt>
                <c:pt idx="49">
                  <c:v>14646.902654867257</c:v>
                </c:pt>
                <c:pt idx="50">
                  <c:v>14646.902654867257</c:v>
                </c:pt>
                <c:pt idx="51">
                  <c:v>14646.902654867257</c:v>
                </c:pt>
                <c:pt idx="52">
                  <c:v>14646.902654867257</c:v>
                </c:pt>
                <c:pt idx="53">
                  <c:v>14057.522123893807</c:v>
                </c:pt>
                <c:pt idx="54">
                  <c:v>14765.486725663719</c:v>
                </c:pt>
                <c:pt idx="55">
                  <c:v>14765.486725663719</c:v>
                </c:pt>
                <c:pt idx="56">
                  <c:v>14765.486725663719</c:v>
                </c:pt>
                <c:pt idx="57">
                  <c:v>14765.486725663719</c:v>
                </c:pt>
                <c:pt idx="58">
                  <c:v>14765.486725663719</c:v>
                </c:pt>
                <c:pt idx="59">
                  <c:v>14765.486725663719</c:v>
                </c:pt>
                <c:pt idx="60">
                  <c:v>14765.486725663719</c:v>
                </c:pt>
                <c:pt idx="61">
                  <c:v>14765.486725663719</c:v>
                </c:pt>
                <c:pt idx="62">
                  <c:v>14765.486725663719</c:v>
                </c:pt>
                <c:pt idx="63">
                  <c:v>14765.486725663719</c:v>
                </c:pt>
                <c:pt idx="64">
                  <c:v>14765.486725663719</c:v>
                </c:pt>
                <c:pt idx="65">
                  <c:v>14765.486725663719</c:v>
                </c:pt>
                <c:pt idx="66">
                  <c:v>14765.486725663719</c:v>
                </c:pt>
                <c:pt idx="67">
                  <c:v>14765.486725663719</c:v>
                </c:pt>
                <c:pt idx="68">
                  <c:v>14765.486725663719</c:v>
                </c:pt>
                <c:pt idx="69">
                  <c:v>14765.486725663719</c:v>
                </c:pt>
                <c:pt idx="70">
                  <c:v>14438.053097345133</c:v>
                </c:pt>
                <c:pt idx="71">
                  <c:v>14438.053097345133</c:v>
                </c:pt>
                <c:pt idx="72">
                  <c:v>14438.053097345133</c:v>
                </c:pt>
                <c:pt idx="73">
                  <c:v>14438.053097345133</c:v>
                </c:pt>
                <c:pt idx="74">
                  <c:v>14438.053097345133</c:v>
                </c:pt>
                <c:pt idx="75">
                  <c:v>14438.053097345133</c:v>
                </c:pt>
                <c:pt idx="76">
                  <c:v>13783.185840707965</c:v>
                </c:pt>
                <c:pt idx="77">
                  <c:v>13783.185840707965</c:v>
                </c:pt>
                <c:pt idx="78">
                  <c:v>13783.185840707965</c:v>
                </c:pt>
                <c:pt idx="79">
                  <c:v>13783.185840707965</c:v>
                </c:pt>
                <c:pt idx="80">
                  <c:v>13783.185840707965</c:v>
                </c:pt>
                <c:pt idx="81">
                  <c:v>13783.185840707965</c:v>
                </c:pt>
                <c:pt idx="82">
                  <c:v>13783.185840707965</c:v>
                </c:pt>
                <c:pt idx="83">
                  <c:v>13783.185840707965</c:v>
                </c:pt>
                <c:pt idx="84">
                  <c:v>13783.185840707965</c:v>
                </c:pt>
                <c:pt idx="85">
                  <c:v>13783.185840707965</c:v>
                </c:pt>
                <c:pt idx="86">
                  <c:v>13783.185840707965</c:v>
                </c:pt>
                <c:pt idx="87">
                  <c:v>13783.185840707965</c:v>
                </c:pt>
                <c:pt idx="88">
                  <c:v>13783.185840707965</c:v>
                </c:pt>
                <c:pt idx="89">
                  <c:v>13783.185840707965</c:v>
                </c:pt>
                <c:pt idx="90">
                  <c:v>13783.185840707965</c:v>
                </c:pt>
                <c:pt idx="91">
                  <c:v>13783.185840707965</c:v>
                </c:pt>
                <c:pt idx="92">
                  <c:v>13783.185840707965</c:v>
                </c:pt>
                <c:pt idx="93">
                  <c:v>13783.185840707965</c:v>
                </c:pt>
                <c:pt idx="94">
                  <c:v>13783.185840707965</c:v>
                </c:pt>
                <c:pt idx="95">
                  <c:v>13783.185840707965</c:v>
                </c:pt>
                <c:pt idx="96">
                  <c:v>13783.185840707965</c:v>
                </c:pt>
                <c:pt idx="97">
                  <c:v>13783.185840707965</c:v>
                </c:pt>
                <c:pt idx="98">
                  <c:v>14438.053097345133</c:v>
                </c:pt>
                <c:pt idx="99">
                  <c:v>14438.053097345133</c:v>
                </c:pt>
                <c:pt idx="100">
                  <c:v>14438.053097345133</c:v>
                </c:pt>
                <c:pt idx="101">
                  <c:v>14438.053097345133</c:v>
                </c:pt>
                <c:pt idx="102">
                  <c:v>14438.053097345133</c:v>
                </c:pt>
                <c:pt idx="103">
                  <c:v>14438.053097345133</c:v>
                </c:pt>
                <c:pt idx="104">
                  <c:v>14438.053097345133</c:v>
                </c:pt>
                <c:pt idx="105">
                  <c:v>14438.053097345133</c:v>
                </c:pt>
                <c:pt idx="106">
                  <c:v>14438.053097345133</c:v>
                </c:pt>
                <c:pt idx="107">
                  <c:v>14438.053097345133</c:v>
                </c:pt>
                <c:pt idx="108">
                  <c:v>14438.053097345133</c:v>
                </c:pt>
                <c:pt idx="109">
                  <c:v>14438.053097345133</c:v>
                </c:pt>
                <c:pt idx="110">
                  <c:v>14438.053097345133</c:v>
                </c:pt>
                <c:pt idx="111">
                  <c:v>14438.053097345133</c:v>
                </c:pt>
                <c:pt idx="112">
                  <c:v>14438.053097345133</c:v>
                </c:pt>
                <c:pt idx="113">
                  <c:v>14438.053097345133</c:v>
                </c:pt>
                <c:pt idx="114">
                  <c:v>14438.053097345133</c:v>
                </c:pt>
                <c:pt idx="115">
                  <c:v>14438.053097345133</c:v>
                </c:pt>
                <c:pt idx="116">
                  <c:v>14438.053097345133</c:v>
                </c:pt>
                <c:pt idx="117">
                  <c:v>14438.053097345133</c:v>
                </c:pt>
                <c:pt idx="118">
                  <c:v>14438.053097345133</c:v>
                </c:pt>
                <c:pt idx="119">
                  <c:v>14438.053097345133</c:v>
                </c:pt>
                <c:pt idx="120">
                  <c:v>14438.053097345133</c:v>
                </c:pt>
                <c:pt idx="121">
                  <c:v>14438.053097345133</c:v>
                </c:pt>
                <c:pt idx="122">
                  <c:v>14438.053097345133</c:v>
                </c:pt>
                <c:pt idx="123">
                  <c:v>14438.053097345133</c:v>
                </c:pt>
                <c:pt idx="124">
                  <c:v>14438.053097345133</c:v>
                </c:pt>
                <c:pt idx="125">
                  <c:v>14438.053097345133</c:v>
                </c:pt>
                <c:pt idx="126">
                  <c:v>14438.053097345133</c:v>
                </c:pt>
                <c:pt idx="127">
                  <c:v>14438.053097345133</c:v>
                </c:pt>
                <c:pt idx="128">
                  <c:v>14438.053097345133</c:v>
                </c:pt>
                <c:pt idx="129">
                  <c:v>14438.053097345133</c:v>
                </c:pt>
                <c:pt idx="130">
                  <c:v>14438.053097345133</c:v>
                </c:pt>
                <c:pt idx="131">
                  <c:v>14438.053097345133</c:v>
                </c:pt>
                <c:pt idx="132">
                  <c:v>14438.053097345133</c:v>
                </c:pt>
                <c:pt idx="133">
                  <c:v>14438.053097345133</c:v>
                </c:pt>
                <c:pt idx="134">
                  <c:v>14438.053097345133</c:v>
                </c:pt>
                <c:pt idx="135">
                  <c:v>14438.053097345133</c:v>
                </c:pt>
                <c:pt idx="136">
                  <c:v>14438.053097345133</c:v>
                </c:pt>
                <c:pt idx="137">
                  <c:v>14438.053097345133</c:v>
                </c:pt>
                <c:pt idx="138">
                  <c:v>14438.053097345133</c:v>
                </c:pt>
                <c:pt idx="139">
                  <c:v>14438.053097345133</c:v>
                </c:pt>
                <c:pt idx="140">
                  <c:v>14438.053097345133</c:v>
                </c:pt>
                <c:pt idx="141">
                  <c:v>14438.053097345133</c:v>
                </c:pt>
                <c:pt idx="142">
                  <c:v>14438.053097345133</c:v>
                </c:pt>
                <c:pt idx="143">
                  <c:v>14438.053097345133</c:v>
                </c:pt>
                <c:pt idx="144">
                  <c:v>14438.053097345133</c:v>
                </c:pt>
                <c:pt idx="145">
                  <c:v>14438.053097345133</c:v>
                </c:pt>
                <c:pt idx="146">
                  <c:v>14438.053097345133</c:v>
                </c:pt>
                <c:pt idx="147">
                  <c:v>14438.053097345133</c:v>
                </c:pt>
                <c:pt idx="148">
                  <c:v>14438.053097345133</c:v>
                </c:pt>
                <c:pt idx="149">
                  <c:v>14438.053097345133</c:v>
                </c:pt>
                <c:pt idx="150">
                  <c:v>14438.053097345133</c:v>
                </c:pt>
                <c:pt idx="151">
                  <c:v>14438.053097345133</c:v>
                </c:pt>
                <c:pt idx="152">
                  <c:v>14438.053097345133</c:v>
                </c:pt>
                <c:pt idx="153">
                  <c:v>14438.053097345133</c:v>
                </c:pt>
                <c:pt idx="154">
                  <c:v>14438.053097345133</c:v>
                </c:pt>
                <c:pt idx="155">
                  <c:v>14084.070796460179</c:v>
                </c:pt>
                <c:pt idx="156">
                  <c:v>13376.106194690266</c:v>
                </c:pt>
                <c:pt idx="157">
                  <c:v>13376.106194690266</c:v>
                </c:pt>
                <c:pt idx="158">
                  <c:v>13376.106194690266</c:v>
                </c:pt>
                <c:pt idx="159">
                  <c:v>13376.106194690266</c:v>
                </c:pt>
                <c:pt idx="160">
                  <c:v>13376.106194690266</c:v>
                </c:pt>
                <c:pt idx="161">
                  <c:v>13376.106194690266</c:v>
                </c:pt>
                <c:pt idx="162">
                  <c:v>13376.106194690266</c:v>
                </c:pt>
                <c:pt idx="163">
                  <c:v>13376.106194690266</c:v>
                </c:pt>
                <c:pt idx="164">
                  <c:v>12933.628318584071</c:v>
                </c:pt>
                <c:pt idx="165">
                  <c:v>12933.628318584071</c:v>
                </c:pt>
                <c:pt idx="166">
                  <c:v>12933.628318584071</c:v>
                </c:pt>
                <c:pt idx="167">
                  <c:v>12933.628318584071</c:v>
                </c:pt>
                <c:pt idx="168">
                  <c:v>12933.628318584071</c:v>
                </c:pt>
                <c:pt idx="169">
                  <c:v>12933.628318584071</c:v>
                </c:pt>
                <c:pt idx="170">
                  <c:v>12933.628318584071</c:v>
                </c:pt>
                <c:pt idx="171">
                  <c:v>12933.628318584071</c:v>
                </c:pt>
                <c:pt idx="172">
                  <c:v>12933.628318584071</c:v>
                </c:pt>
                <c:pt idx="173">
                  <c:v>12933.628318584071</c:v>
                </c:pt>
                <c:pt idx="174">
                  <c:v>12933.628318584071</c:v>
                </c:pt>
                <c:pt idx="175">
                  <c:v>12933.628318584071</c:v>
                </c:pt>
                <c:pt idx="176">
                  <c:v>13261.061946902657</c:v>
                </c:pt>
                <c:pt idx="177">
                  <c:v>13261.061946902657</c:v>
                </c:pt>
                <c:pt idx="178">
                  <c:v>13261.061946902657</c:v>
                </c:pt>
                <c:pt idx="179">
                  <c:v>12933.628318584071</c:v>
                </c:pt>
                <c:pt idx="180">
                  <c:v>12933.628318584071</c:v>
                </c:pt>
                <c:pt idx="181">
                  <c:v>12933.628318584071</c:v>
                </c:pt>
                <c:pt idx="182">
                  <c:v>12933.628318584071</c:v>
                </c:pt>
                <c:pt idx="183">
                  <c:v>12933.628318584071</c:v>
                </c:pt>
                <c:pt idx="184">
                  <c:v>12048.672566371682</c:v>
                </c:pt>
                <c:pt idx="185">
                  <c:v>12048.672566371682</c:v>
                </c:pt>
                <c:pt idx="186">
                  <c:v>12048.672566371682</c:v>
                </c:pt>
                <c:pt idx="187">
                  <c:v>12048.672566371682</c:v>
                </c:pt>
                <c:pt idx="188">
                  <c:v>12048.672566371682</c:v>
                </c:pt>
                <c:pt idx="189">
                  <c:v>12048.672566371682</c:v>
                </c:pt>
                <c:pt idx="190">
                  <c:v>12048.672566371682</c:v>
                </c:pt>
                <c:pt idx="191">
                  <c:v>12048.672566371682</c:v>
                </c:pt>
                <c:pt idx="192">
                  <c:v>12048.672566371682</c:v>
                </c:pt>
                <c:pt idx="193">
                  <c:v>12048.672566371682</c:v>
                </c:pt>
                <c:pt idx="194">
                  <c:v>12048.672566371682</c:v>
                </c:pt>
                <c:pt idx="195">
                  <c:v>12048.672566371682</c:v>
                </c:pt>
                <c:pt idx="196">
                  <c:v>12048.672566371682</c:v>
                </c:pt>
                <c:pt idx="197">
                  <c:v>12048.672566371682</c:v>
                </c:pt>
                <c:pt idx="198">
                  <c:v>12048.672566371682</c:v>
                </c:pt>
                <c:pt idx="199">
                  <c:v>12048.672566371682</c:v>
                </c:pt>
                <c:pt idx="200">
                  <c:v>12048.672566371682</c:v>
                </c:pt>
                <c:pt idx="201">
                  <c:v>12048.672566371682</c:v>
                </c:pt>
                <c:pt idx="202">
                  <c:v>10738.938053097347</c:v>
                </c:pt>
                <c:pt idx="203">
                  <c:v>10738.938053097347</c:v>
                </c:pt>
                <c:pt idx="204">
                  <c:v>10738.938053097347</c:v>
                </c:pt>
                <c:pt idx="205">
                  <c:v>10738.938053097347</c:v>
                </c:pt>
                <c:pt idx="206">
                  <c:v>10738.938053097347</c:v>
                </c:pt>
                <c:pt idx="207">
                  <c:v>10738.938053097347</c:v>
                </c:pt>
                <c:pt idx="208">
                  <c:v>10738.938053097347</c:v>
                </c:pt>
                <c:pt idx="209">
                  <c:v>10738.938053097347</c:v>
                </c:pt>
                <c:pt idx="210">
                  <c:v>10738.938053097347</c:v>
                </c:pt>
                <c:pt idx="211">
                  <c:v>10738.938053097347</c:v>
                </c:pt>
                <c:pt idx="212">
                  <c:v>10738.938053097347</c:v>
                </c:pt>
                <c:pt idx="213">
                  <c:v>10738.938053097347</c:v>
                </c:pt>
                <c:pt idx="214">
                  <c:v>10738.938053097347</c:v>
                </c:pt>
                <c:pt idx="215">
                  <c:v>10738.938053097347</c:v>
                </c:pt>
                <c:pt idx="216">
                  <c:v>10738.938053097347</c:v>
                </c:pt>
                <c:pt idx="217">
                  <c:v>10738.938053097347</c:v>
                </c:pt>
                <c:pt idx="218">
                  <c:v>10738.938053097347</c:v>
                </c:pt>
                <c:pt idx="219">
                  <c:v>10738.938053097347</c:v>
                </c:pt>
                <c:pt idx="220">
                  <c:v>10738.938053097347</c:v>
                </c:pt>
                <c:pt idx="221">
                  <c:v>10738.938053097347</c:v>
                </c:pt>
                <c:pt idx="222">
                  <c:v>10738.938053097347</c:v>
                </c:pt>
                <c:pt idx="223">
                  <c:v>10296.460176991151</c:v>
                </c:pt>
                <c:pt idx="224">
                  <c:v>10296.460176991151</c:v>
                </c:pt>
                <c:pt idx="225">
                  <c:v>10296.460176991151</c:v>
                </c:pt>
                <c:pt idx="226">
                  <c:v>10296.460176991151</c:v>
                </c:pt>
                <c:pt idx="227">
                  <c:v>10296.460176991151</c:v>
                </c:pt>
                <c:pt idx="228">
                  <c:v>10296.460176991151</c:v>
                </c:pt>
                <c:pt idx="229">
                  <c:v>10296.460176991151</c:v>
                </c:pt>
                <c:pt idx="230">
                  <c:v>10296.460176991151</c:v>
                </c:pt>
                <c:pt idx="231">
                  <c:v>10296.460176991151</c:v>
                </c:pt>
                <c:pt idx="232">
                  <c:v>10296.460176991151</c:v>
                </c:pt>
                <c:pt idx="233">
                  <c:v>10296.460176991151</c:v>
                </c:pt>
                <c:pt idx="234">
                  <c:v>10296.460176991151</c:v>
                </c:pt>
                <c:pt idx="235">
                  <c:v>10296.460176991151</c:v>
                </c:pt>
                <c:pt idx="236">
                  <c:v>10296.460176991151</c:v>
                </c:pt>
                <c:pt idx="237">
                  <c:v>9659.2920353982317</c:v>
                </c:pt>
                <c:pt idx="238">
                  <c:v>9659.2920353982317</c:v>
                </c:pt>
                <c:pt idx="239">
                  <c:v>9659.2920353982317</c:v>
                </c:pt>
                <c:pt idx="240">
                  <c:v>9659.2920353982317</c:v>
                </c:pt>
                <c:pt idx="241">
                  <c:v>10544.24778761062</c:v>
                </c:pt>
                <c:pt idx="242">
                  <c:v>10544.24778761062</c:v>
                </c:pt>
                <c:pt idx="243">
                  <c:v>10544.24778761062</c:v>
                </c:pt>
                <c:pt idx="244">
                  <c:v>10544.24778761062</c:v>
                </c:pt>
                <c:pt idx="245">
                  <c:v>12314.1592920354</c:v>
                </c:pt>
                <c:pt idx="246">
                  <c:v>11331.858407079648</c:v>
                </c:pt>
                <c:pt idx="247">
                  <c:v>11659.292035398232</c:v>
                </c:pt>
                <c:pt idx="248">
                  <c:v>12314.1592920354</c:v>
                </c:pt>
                <c:pt idx="249">
                  <c:v>12314.1592920354</c:v>
                </c:pt>
                <c:pt idx="250">
                  <c:v>12314.1592920354</c:v>
                </c:pt>
                <c:pt idx="251">
                  <c:v>12969.026548672568</c:v>
                </c:pt>
                <c:pt idx="252">
                  <c:v>12969.026548672568</c:v>
                </c:pt>
                <c:pt idx="253">
                  <c:v>12181.41592920354</c:v>
                </c:pt>
                <c:pt idx="254">
                  <c:v>12181.41592920354</c:v>
                </c:pt>
                <c:pt idx="255">
                  <c:v>12181.41592920354</c:v>
                </c:pt>
                <c:pt idx="256">
                  <c:v>13163.716814159294</c:v>
                </c:pt>
                <c:pt idx="257">
                  <c:v>13163.716814159294</c:v>
                </c:pt>
                <c:pt idx="258">
                  <c:v>14473.45132743363</c:v>
                </c:pt>
                <c:pt idx="259">
                  <c:v>11376.106194690266</c:v>
                </c:pt>
                <c:pt idx="260">
                  <c:v>11376.106194690266</c:v>
                </c:pt>
                <c:pt idx="261">
                  <c:v>7836.2831858407089</c:v>
                </c:pt>
                <c:pt idx="262">
                  <c:v>7836.2831858407089</c:v>
                </c:pt>
                <c:pt idx="263">
                  <c:v>7836.2831858407089</c:v>
                </c:pt>
                <c:pt idx="264">
                  <c:v>7836.2831858407089</c:v>
                </c:pt>
                <c:pt idx="265">
                  <c:v>7836.2831858407089</c:v>
                </c:pt>
                <c:pt idx="266">
                  <c:v>7836.2831858407089</c:v>
                </c:pt>
                <c:pt idx="267">
                  <c:v>7836.2831858407089</c:v>
                </c:pt>
                <c:pt idx="268">
                  <c:v>7836.2831858407089</c:v>
                </c:pt>
                <c:pt idx="269">
                  <c:v>7836.2831858407089</c:v>
                </c:pt>
                <c:pt idx="270">
                  <c:v>8818.5840707964617</c:v>
                </c:pt>
                <c:pt idx="271">
                  <c:v>8703.5398230088504</c:v>
                </c:pt>
                <c:pt idx="272">
                  <c:v>8703.5398230088504</c:v>
                </c:pt>
                <c:pt idx="273">
                  <c:v>8703.5398230088504</c:v>
                </c:pt>
                <c:pt idx="274">
                  <c:v>8703.5398230088504</c:v>
                </c:pt>
                <c:pt idx="275">
                  <c:v>9096.4601769911515</c:v>
                </c:pt>
                <c:pt idx="276">
                  <c:v>9096.4601769911515</c:v>
                </c:pt>
                <c:pt idx="277">
                  <c:v>8211.5044247787609</c:v>
                </c:pt>
                <c:pt idx="278">
                  <c:v>8211.5044247787609</c:v>
                </c:pt>
                <c:pt idx="279">
                  <c:v>8211.5044247787609</c:v>
                </c:pt>
                <c:pt idx="280">
                  <c:v>8211.5044247787609</c:v>
                </c:pt>
                <c:pt idx="281">
                  <c:v>8211.5044247787609</c:v>
                </c:pt>
                <c:pt idx="282">
                  <c:v>8211.5044247787609</c:v>
                </c:pt>
                <c:pt idx="283">
                  <c:v>8211.5044247787609</c:v>
                </c:pt>
                <c:pt idx="284">
                  <c:v>8342.4778761061953</c:v>
                </c:pt>
                <c:pt idx="285">
                  <c:v>8342.4778761061953</c:v>
                </c:pt>
                <c:pt idx="286">
                  <c:v>8342.4778761061953</c:v>
                </c:pt>
                <c:pt idx="287">
                  <c:v>8342.4778761061953</c:v>
                </c:pt>
                <c:pt idx="288">
                  <c:v>8342.4778761061953</c:v>
                </c:pt>
                <c:pt idx="289">
                  <c:v>8342.4778761061953</c:v>
                </c:pt>
                <c:pt idx="290">
                  <c:v>8211.5044247787609</c:v>
                </c:pt>
                <c:pt idx="291">
                  <c:v>8211.5044247787609</c:v>
                </c:pt>
                <c:pt idx="292">
                  <c:v>8211.5044247787609</c:v>
                </c:pt>
                <c:pt idx="293">
                  <c:v>8211.5044247787609</c:v>
                </c:pt>
                <c:pt idx="294">
                  <c:v>8211.5044247787609</c:v>
                </c:pt>
                <c:pt idx="295">
                  <c:v>8211.5044247787609</c:v>
                </c:pt>
                <c:pt idx="296">
                  <c:v>8211.5044247787609</c:v>
                </c:pt>
                <c:pt idx="297">
                  <c:v>8211.5044247787609</c:v>
                </c:pt>
                <c:pt idx="298">
                  <c:v>8211.5044247787609</c:v>
                </c:pt>
                <c:pt idx="299">
                  <c:v>8211.5044247787609</c:v>
                </c:pt>
                <c:pt idx="300">
                  <c:v>9128.3185840707974</c:v>
                </c:pt>
                <c:pt idx="301">
                  <c:v>9128.3185840707974</c:v>
                </c:pt>
                <c:pt idx="302">
                  <c:v>9128.3185840707974</c:v>
                </c:pt>
                <c:pt idx="303">
                  <c:v>9128.3185840707974</c:v>
                </c:pt>
                <c:pt idx="304">
                  <c:v>9128.3185840707974</c:v>
                </c:pt>
                <c:pt idx="305">
                  <c:v>9128.3185840707974</c:v>
                </c:pt>
                <c:pt idx="306">
                  <c:v>9128.3185840707974</c:v>
                </c:pt>
                <c:pt idx="307">
                  <c:v>9128.3185840707974</c:v>
                </c:pt>
                <c:pt idx="308">
                  <c:v>9128.3185840707974</c:v>
                </c:pt>
                <c:pt idx="309">
                  <c:v>8243.3628318584088</c:v>
                </c:pt>
                <c:pt idx="310">
                  <c:v>8243.3628318584088</c:v>
                </c:pt>
                <c:pt idx="311">
                  <c:v>8243.3628318584088</c:v>
                </c:pt>
                <c:pt idx="312">
                  <c:v>8243.3628318584088</c:v>
                </c:pt>
                <c:pt idx="313">
                  <c:v>8243.3628318584088</c:v>
                </c:pt>
                <c:pt idx="314">
                  <c:v>8243.3628318584088</c:v>
                </c:pt>
                <c:pt idx="315">
                  <c:v>8243.3628318584088</c:v>
                </c:pt>
                <c:pt idx="316">
                  <c:v>8243.3628318584088</c:v>
                </c:pt>
                <c:pt idx="317">
                  <c:v>7092.920353982302</c:v>
                </c:pt>
                <c:pt idx="318">
                  <c:v>7092.920353982302</c:v>
                </c:pt>
                <c:pt idx="319">
                  <c:v>7092.920353982302</c:v>
                </c:pt>
                <c:pt idx="320">
                  <c:v>7092.920353982302</c:v>
                </c:pt>
                <c:pt idx="321">
                  <c:v>7092.920353982302</c:v>
                </c:pt>
                <c:pt idx="322">
                  <c:v>7092.920353982302</c:v>
                </c:pt>
                <c:pt idx="323">
                  <c:v>7092.920353982302</c:v>
                </c:pt>
                <c:pt idx="324">
                  <c:v>7092.920353982302</c:v>
                </c:pt>
                <c:pt idx="325">
                  <c:v>7092.920353982302</c:v>
                </c:pt>
                <c:pt idx="326">
                  <c:v>7092.920353982302</c:v>
                </c:pt>
                <c:pt idx="327">
                  <c:v>7092.920353982302</c:v>
                </c:pt>
                <c:pt idx="328">
                  <c:v>7092.920353982302</c:v>
                </c:pt>
                <c:pt idx="329">
                  <c:v>7092.920353982302</c:v>
                </c:pt>
                <c:pt idx="330">
                  <c:v>7092.920353982302</c:v>
                </c:pt>
                <c:pt idx="331">
                  <c:v>7092.920353982302</c:v>
                </c:pt>
                <c:pt idx="332">
                  <c:v>7092.920353982302</c:v>
                </c:pt>
                <c:pt idx="333">
                  <c:v>7092.920353982302</c:v>
                </c:pt>
                <c:pt idx="334">
                  <c:v>7092.920353982302</c:v>
                </c:pt>
                <c:pt idx="335">
                  <c:v>7092.920353982302</c:v>
                </c:pt>
                <c:pt idx="336">
                  <c:v>7570.7964601769918</c:v>
                </c:pt>
                <c:pt idx="337">
                  <c:v>7570.7964601769918</c:v>
                </c:pt>
                <c:pt idx="338">
                  <c:v>7570.7964601769918</c:v>
                </c:pt>
                <c:pt idx="339">
                  <c:v>7570.7964601769918</c:v>
                </c:pt>
                <c:pt idx="340">
                  <c:v>7570.7964601769918</c:v>
                </c:pt>
                <c:pt idx="341">
                  <c:v>7570.7964601769918</c:v>
                </c:pt>
                <c:pt idx="342">
                  <c:v>7216.8141592920365</c:v>
                </c:pt>
                <c:pt idx="343">
                  <c:v>7216.8141592920365</c:v>
                </c:pt>
                <c:pt idx="344">
                  <c:v>7216.8141592920365</c:v>
                </c:pt>
                <c:pt idx="345">
                  <c:v>7216.8141592920365</c:v>
                </c:pt>
                <c:pt idx="346">
                  <c:v>7216.8141592920365</c:v>
                </c:pt>
                <c:pt idx="347">
                  <c:v>7216.8141592920365</c:v>
                </c:pt>
                <c:pt idx="348">
                  <c:v>7216.8141592920365</c:v>
                </c:pt>
                <c:pt idx="349">
                  <c:v>7216.8141592920365</c:v>
                </c:pt>
                <c:pt idx="350">
                  <c:v>7216.8141592920365</c:v>
                </c:pt>
                <c:pt idx="351">
                  <c:v>7216.8141592920365</c:v>
                </c:pt>
                <c:pt idx="352">
                  <c:v>7216.8141592920365</c:v>
                </c:pt>
                <c:pt idx="353">
                  <c:v>7216.8141592920365</c:v>
                </c:pt>
                <c:pt idx="354">
                  <c:v>7216.8141592920365</c:v>
                </c:pt>
                <c:pt idx="355">
                  <c:v>7216.8141592920365</c:v>
                </c:pt>
                <c:pt idx="356">
                  <c:v>7128.3185840707974</c:v>
                </c:pt>
                <c:pt idx="357">
                  <c:v>7128.3185840707974</c:v>
                </c:pt>
                <c:pt idx="358">
                  <c:v>7128.3185840707974</c:v>
                </c:pt>
                <c:pt idx="359">
                  <c:v>7128.3185840707974</c:v>
                </c:pt>
                <c:pt idx="360">
                  <c:v>7128.3185840707974</c:v>
                </c:pt>
                <c:pt idx="361">
                  <c:v>7128.3185840707974</c:v>
                </c:pt>
                <c:pt idx="362">
                  <c:v>7128.3185840707974</c:v>
                </c:pt>
                <c:pt idx="363">
                  <c:v>7128.3185840707974</c:v>
                </c:pt>
                <c:pt idx="364">
                  <c:v>7128.3185840707974</c:v>
                </c:pt>
                <c:pt idx="365">
                  <c:v>7128.3185840707974</c:v>
                </c:pt>
                <c:pt idx="366">
                  <c:v>7128.3185840707974</c:v>
                </c:pt>
                <c:pt idx="367">
                  <c:v>6907.0796460176998</c:v>
                </c:pt>
                <c:pt idx="368">
                  <c:v>6907.0796460176998</c:v>
                </c:pt>
                <c:pt idx="369">
                  <c:v>6907.0796460176998</c:v>
                </c:pt>
                <c:pt idx="370">
                  <c:v>6907.0796460176998</c:v>
                </c:pt>
                <c:pt idx="371">
                  <c:v>6907.0796460176998</c:v>
                </c:pt>
                <c:pt idx="372">
                  <c:v>6907.0796460176998</c:v>
                </c:pt>
                <c:pt idx="373">
                  <c:v>6907.0796460176998</c:v>
                </c:pt>
                <c:pt idx="374">
                  <c:v>6907.0796460176998</c:v>
                </c:pt>
                <c:pt idx="375">
                  <c:v>6907.0796460176998</c:v>
                </c:pt>
                <c:pt idx="376">
                  <c:v>6841.5929203539827</c:v>
                </c:pt>
                <c:pt idx="377">
                  <c:v>6841.5929203539827</c:v>
                </c:pt>
                <c:pt idx="378">
                  <c:v>6841.5929203539827</c:v>
                </c:pt>
                <c:pt idx="379">
                  <c:v>6841.5929203539827</c:v>
                </c:pt>
                <c:pt idx="380">
                  <c:v>6841.5929203539827</c:v>
                </c:pt>
                <c:pt idx="381">
                  <c:v>6841.5929203539827</c:v>
                </c:pt>
                <c:pt idx="382">
                  <c:v>6841.5929203539827</c:v>
                </c:pt>
                <c:pt idx="383">
                  <c:v>6841.5929203539827</c:v>
                </c:pt>
                <c:pt idx="384">
                  <c:v>6841.5929203539827</c:v>
                </c:pt>
                <c:pt idx="385">
                  <c:v>6708.8495575221241</c:v>
                </c:pt>
                <c:pt idx="386">
                  <c:v>6708.8495575221241</c:v>
                </c:pt>
                <c:pt idx="387">
                  <c:v>6708.8495575221241</c:v>
                </c:pt>
                <c:pt idx="388">
                  <c:v>6708.8495575221241</c:v>
                </c:pt>
                <c:pt idx="389">
                  <c:v>6708.8495575221241</c:v>
                </c:pt>
                <c:pt idx="390">
                  <c:v>6708.8495575221241</c:v>
                </c:pt>
                <c:pt idx="391">
                  <c:v>6708.8495575221241</c:v>
                </c:pt>
                <c:pt idx="392">
                  <c:v>6708.8495575221241</c:v>
                </c:pt>
                <c:pt idx="393">
                  <c:v>6708.8495575221241</c:v>
                </c:pt>
                <c:pt idx="394">
                  <c:v>6708.8495575221241</c:v>
                </c:pt>
                <c:pt idx="395">
                  <c:v>6708.8495575221241</c:v>
                </c:pt>
                <c:pt idx="396">
                  <c:v>6708.8495575221241</c:v>
                </c:pt>
                <c:pt idx="397">
                  <c:v>6708.8495575221241</c:v>
                </c:pt>
                <c:pt idx="398">
                  <c:v>6708.8495575221241</c:v>
                </c:pt>
                <c:pt idx="399">
                  <c:v>6708.8495575221241</c:v>
                </c:pt>
                <c:pt idx="400">
                  <c:v>6708.8495575221241</c:v>
                </c:pt>
                <c:pt idx="401">
                  <c:v>6708.8495575221241</c:v>
                </c:pt>
                <c:pt idx="402">
                  <c:v>6905.3097345132746</c:v>
                </c:pt>
                <c:pt idx="403">
                  <c:v>6905.3097345132746</c:v>
                </c:pt>
                <c:pt idx="404">
                  <c:v>6905.3097345132746</c:v>
                </c:pt>
                <c:pt idx="405">
                  <c:v>6905.3097345132746</c:v>
                </c:pt>
                <c:pt idx="406">
                  <c:v>6905.3097345132746</c:v>
                </c:pt>
                <c:pt idx="407">
                  <c:v>6905.3097345132746</c:v>
                </c:pt>
                <c:pt idx="408">
                  <c:v>6905.3097345132746</c:v>
                </c:pt>
                <c:pt idx="409">
                  <c:v>6905.3097345132746</c:v>
                </c:pt>
                <c:pt idx="410">
                  <c:v>6905.3097345132746</c:v>
                </c:pt>
                <c:pt idx="411">
                  <c:v>6905.3097345132746</c:v>
                </c:pt>
                <c:pt idx="412">
                  <c:v>6905.3097345132746</c:v>
                </c:pt>
                <c:pt idx="413">
                  <c:v>6905.3097345132746</c:v>
                </c:pt>
                <c:pt idx="414">
                  <c:v>6905.3097345132746</c:v>
                </c:pt>
                <c:pt idx="415">
                  <c:v>6905.3097345132746</c:v>
                </c:pt>
                <c:pt idx="416">
                  <c:v>6905.3097345132746</c:v>
                </c:pt>
                <c:pt idx="417">
                  <c:v>6905.3097345132746</c:v>
                </c:pt>
                <c:pt idx="418">
                  <c:v>6905.3097345132746</c:v>
                </c:pt>
                <c:pt idx="419">
                  <c:v>6905.3097345132746</c:v>
                </c:pt>
                <c:pt idx="420">
                  <c:v>6905.3097345132746</c:v>
                </c:pt>
                <c:pt idx="421">
                  <c:v>6905.3097345132746</c:v>
                </c:pt>
                <c:pt idx="422">
                  <c:v>6905.3097345132746</c:v>
                </c:pt>
                <c:pt idx="423">
                  <c:v>6905.3097345132746</c:v>
                </c:pt>
                <c:pt idx="424">
                  <c:v>6905.3097345132746</c:v>
                </c:pt>
                <c:pt idx="425">
                  <c:v>6905.3097345132746</c:v>
                </c:pt>
                <c:pt idx="426">
                  <c:v>6772.566371681417</c:v>
                </c:pt>
                <c:pt idx="427">
                  <c:v>6772.566371681417</c:v>
                </c:pt>
                <c:pt idx="428">
                  <c:v>6772.566371681417</c:v>
                </c:pt>
                <c:pt idx="429">
                  <c:v>6772.566371681417</c:v>
                </c:pt>
                <c:pt idx="430">
                  <c:v>6772.566371681417</c:v>
                </c:pt>
                <c:pt idx="431">
                  <c:v>6772.566371681417</c:v>
                </c:pt>
                <c:pt idx="432">
                  <c:v>6772.566371681417</c:v>
                </c:pt>
                <c:pt idx="433">
                  <c:v>6772.566371681417</c:v>
                </c:pt>
                <c:pt idx="434">
                  <c:v>6772.566371681417</c:v>
                </c:pt>
                <c:pt idx="435">
                  <c:v>6772.566371681417</c:v>
                </c:pt>
                <c:pt idx="436">
                  <c:v>6772.566371681417</c:v>
                </c:pt>
                <c:pt idx="437">
                  <c:v>6772.566371681417</c:v>
                </c:pt>
                <c:pt idx="438">
                  <c:v>6772.566371681417</c:v>
                </c:pt>
                <c:pt idx="439">
                  <c:v>6772.566371681417</c:v>
                </c:pt>
                <c:pt idx="440">
                  <c:v>6772.566371681417</c:v>
                </c:pt>
                <c:pt idx="441">
                  <c:v>6772.566371681417</c:v>
                </c:pt>
                <c:pt idx="442">
                  <c:v>6772.566371681417</c:v>
                </c:pt>
                <c:pt idx="443">
                  <c:v>6772.566371681417</c:v>
                </c:pt>
                <c:pt idx="444">
                  <c:v>6595.5752212389389</c:v>
                </c:pt>
                <c:pt idx="445">
                  <c:v>6595.5752212389389</c:v>
                </c:pt>
                <c:pt idx="446">
                  <c:v>6595.5752212389389</c:v>
                </c:pt>
                <c:pt idx="447">
                  <c:v>6595.5752212389389</c:v>
                </c:pt>
                <c:pt idx="448">
                  <c:v>6595.5752212389389</c:v>
                </c:pt>
                <c:pt idx="449">
                  <c:v>6595.5752212389389</c:v>
                </c:pt>
                <c:pt idx="450">
                  <c:v>6595.5752212389389</c:v>
                </c:pt>
                <c:pt idx="451">
                  <c:v>6595.5752212389389</c:v>
                </c:pt>
                <c:pt idx="452">
                  <c:v>6595.5752212389389</c:v>
                </c:pt>
                <c:pt idx="453">
                  <c:v>6595.5752212389389</c:v>
                </c:pt>
                <c:pt idx="454">
                  <c:v>6595.5752212389389</c:v>
                </c:pt>
                <c:pt idx="455">
                  <c:v>6595.5752212389389</c:v>
                </c:pt>
                <c:pt idx="456">
                  <c:v>6595.5752212389389</c:v>
                </c:pt>
                <c:pt idx="457">
                  <c:v>6595.5752212389389</c:v>
                </c:pt>
                <c:pt idx="458">
                  <c:v>6595.5752212389389</c:v>
                </c:pt>
                <c:pt idx="459">
                  <c:v>6595.5752212389389</c:v>
                </c:pt>
                <c:pt idx="460">
                  <c:v>6595.5752212389389</c:v>
                </c:pt>
                <c:pt idx="461">
                  <c:v>6595.5752212389389</c:v>
                </c:pt>
                <c:pt idx="462">
                  <c:v>6595.5752212389389</c:v>
                </c:pt>
                <c:pt idx="463">
                  <c:v>6595.5752212389389</c:v>
                </c:pt>
                <c:pt idx="464">
                  <c:v>6595.5752212389389</c:v>
                </c:pt>
                <c:pt idx="465">
                  <c:v>6595.5752212389389</c:v>
                </c:pt>
                <c:pt idx="466">
                  <c:v>6595.5752212389389</c:v>
                </c:pt>
                <c:pt idx="467">
                  <c:v>6595.5752212389389</c:v>
                </c:pt>
                <c:pt idx="468">
                  <c:v>6595.5752212389389</c:v>
                </c:pt>
                <c:pt idx="469">
                  <c:v>6595.5752212389389</c:v>
                </c:pt>
                <c:pt idx="470">
                  <c:v>6595.5752212389389</c:v>
                </c:pt>
                <c:pt idx="471">
                  <c:v>6595.5752212389389</c:v>
                </c:pt>
                <c:pt idx="472">
                  <c:v>6595.5752212389389</c:v>
                </c:pt>
                <c:pt idx="473">
                  <c:v>6595.5752212389389</c:v>
                </c:pt>
                <c:pt idx="474">
                  <c:v>6595.5752212389389</c:v>
                </c:pt>
                <c:pt idx="475">
                  <c:v>6595.5752212389389</c:v>
                </c:pt>
                <c:pt idx="476">
                  <c:v>6595.5752212389389</c:v>
                </c:pt>
                <c:pt idx="477">
                  <c:v>6595.5752212389389</c:v>
                </c:pt>
                <c:pt idx="478">
                  <c:v>6595.5752212389389</c:v>
                </c:pt>
                <c:pt idx="479">
                  <c:v>6595.5752212389389</c:v>
                </c:pt>
                <c:pt idx="480">
                  <c:v>6726.5486725663723</c:v>
                </c:pt>
                <c:pt idx="481">
                  <c:v>6726.5486725663723</c:v>
                </c:pt>
                <c:pt idx="482">
                  <c:v>6726.5486725663723</c:v>
                </c:pt>
                <c:pt idx="483">
                  <c:v>6726.5486725663723</c:v>
                </c:pt>
                <c:pt idx="484">
                  <c:v>6726.5486725663723</c:v>
                </c:pt>
                <c:pt idx="485">
                  <c:v>6726.5486725663723</c:v>
                </c:pt>
                <c:pt idx="486">
                  <c:v>6726.5486725663723</c:v>
                </c:pt>
                <c:pt idx="487">
                  <c:v>6726.5486725663723</c:v>
                </c:pt>
                <c:pt idx="488">
                  <c:v>6726.5486725663723</c:v>
                </c:pt>
                <c:pt idx="489">
                  <c:v>6726.5486725663723</c:v>
                </c:pt>
                <c:pt idx="490">
                  <c:v>6726.5486725663723</c:v>
                </c:pt>
                <c:pt idx="491">
                  <c:v>6726.5486725663723</c:v>
                </c:pt>
                <c:pt idx="492">
                  <c:v>6726.5486725663723</c:v>
                </c:pt>
                <c:pt idx="493">
                  <c:v>6726.5486725663723</c:v>
                </c:pt>
                <c:pt idx="494">
                  <c:v>6726.5486725663723</c:v>
                </c:pt>
                <c:pt idx="495">
                  <c:v>6726.5486725663723</c:v>
                </c:pt>
                <c:pt idx="496">
                  <c:v>6726.5486725663723</c:v>
                </c:pt>
                <c:pt idx="497">
                  <c:v>6726.5486725663723</c:v>
                </c:pt>
                <c:pt idx="498">
                  <c:v>6726.5486725663723</c:v>
                </c:pt>
                <c:pt idx="499">
                  <c:v>6726.5486725663723</c:v>
                </c:pt>
                <c:pt idx="500">
                  <c:v>6726.5486725663723</c:v>
                </c:pt>
                <c:pt idx="501">
                  <c:v>6726.5486725663723</c:v>
                </c:pt>
                <c:pt idx="502">
                  <c:v>6726.5486725663723</c:v>
                </c:pt>
                <c:pt idx="503">
                  <c:v>6726.5486725663723</c:v>
                </c:pt>
                <c:pt idx="504">
                  <c:v>6726.5486725663723</c:v>
                </c:pt>
                <c:pt idx="505">
                  <c:v>6726.5486725663723</c:v>
                </c:pt>
                <c:pt idx="506">
                  <c:v>6726.5486725663723</c:v>
                </c:pt>
                <c:pt idx="507">
                  <c:v>6726.5486725663723</c:v>
                </c:pt>
                <c:pt idx="508">
                  <c:v>6726.5486725663723</c:v>
                </c:pt>
                <c:pt idx="509">
                  <c:v>6726.5486725663723</c:v>
                </c:pt>
                <c:pt idx="510">
                  <c:v>6726.5486725663723</c:v>
                </c:pt>
                <c:pt idx="511">
                  <c:v>6726.5486725663723</c:v>
                </c:pt>
                <c:pt idx="512">
                  <c:v>6726.5486725663723</c:v>
                </c:pt>
                <c:pt idx="513">
                  <c:v>6726.5486725663723</c:v>
                </c:pt>
                <c:pt idx="514">
                  <c:v>6726.5486725663723</c:v>
                </c:pt>
                <c:pt idx="515">
                  <c:v>6726.5486725663723</c:v>
                </c:pt>
                <c:pt idx="516">
                  <c:v>6726.5486725663723</c:v>
                </c:pt>
                <c:pt idx="517">
                  <c:v>6726.5486725663723</c:v>
                </c:pt>
                <c:pt idx="518">
                  <c:v>6726.5486725663723</c:v>
                </c:pt>
                <c:pt idx="519">
                  <c:v>6726.5486725663723</c:v>
                </c:pt>
                <c:pt idx="520">
                  <c:v>6726.5486725663723</c:v>
                </c:pt>
                <c:pt idx="521">
                  <c:v>6726.5486725663723</c:v>
                </c:pt>
                <c:pt idx="522">
                  <c:v>6726.5486725663723</c:v>
                </c:pt>
                <c:pt idx="523">
                  <c:v>6726.5486725663723</c:v>
                </c:pt>
                <c:pt idx="524">
                  <c:v>6726.5486725663723</c:v>
                </c:pt>
                <c:pt idx="525">
                  <c:v>6726.5486725663723</c:v>
                </c:pt>
                <c:pt idx="526">
                  <c:v>6726.5486725663723</c:v>
                </c:pt>
                <c:pt idx="527">
                  <c:v>6726.5486725663723</c:v>
                </c:pt>
                <c:pt idx="528">
                  <c:v>6726.5486725663723</c:v>
                </c:pt>
                <c:pt idx="529">
                  <c:v>6726.5486725663723</c:v>
                </c:pt>
                <c:pt idx="530">
                  <c:v>6726.5486725663723</c:v>
                </c:pt>
                <c:pt idx="531">
                  <c:v>6726.5486725663723</c:v>
                </c:pt>
                <c:pt idx="532">
                  <c:v>6726.5486725663723</c:v>
                </c:pt>
                <c:pt idx="533">
                  <c:v>6726.5486725663723</c:v>
                </c:pt>
                <c:pt idx="534">
                  <c:v>6726.5486725663723</c:v>
                </c:pt>
                <c:pt idx="535">
                  <c:v>6726.5486725663723</c:v>
                </c:pt>
                <c:pt idx="536">
                  <c:v>6726.5486725663723</c:v>
                </c:pt>
                <c:pt idx="537">
                  <c:v>6726.5486725663723</c:v>
                </c:pt>
                <c:pt idx="538">
                  <c:v>6726.5486725663723</c:v>
                </c:pt>
                <c:pt idx="539">
                  <c:v>6726.5486725663723</c:v>
                </c:pt>
                <c:pt idx="540">
                  <c:v>6726.5486725663723</c:v>
                </c:pt>
                <c:pt idx="541">
                  <c:v>6726.5486725663723</c:v>
                </c:pt>
                <c:pt idx="542">
                  <c:v>6726.5486725663723</c:v>
                </c:pt>
                <c:pt idx="543">
                  <c:v>6726.5486725663723</c:v>
                </c:pt>
                <c:pt idx="544">
                  <c:v>6726.5486725663723</c:v>
                </c:pt>
                <c:pt idx="545">
                  <c:v>6726.5486725663723</c:v>
                </c:pt>
                <c:pt idx="546">
                  <c:v>6726.5486725663723</c:v>
                </c:pt>
                <c:pt idx="547">
                  <c:v>6726.5486725663723</c:v>
                </c:pt>
                <c:pt idx="548">
                  <c:v>6726.5486725663723</c:v>
                </c:pt>
                <c:pt idx="549">
                  <c:v>6726.5486725663723</c:v>
                </c:pt>
                <c:pt idx="550">
                  <c:v>6726.5486725663723</c:v>
                </c:pt>
                <c:pt idx="551">
                  <c:v>6726.5486725663723</c:v>
                </c:pt>
                <c:pt idx="552">
                  <c:v>6726.5486725663723</c:v>
                </c:pt>
                <c:pt idx="553">
                  <c:v>6726.5486725663723</c:v>
                </c:pt>
                <c:pt idx="554">
                  <c:v>6726.5486725663723</c:v>
                </c:pt>
                <c:pt idx="555">
                  <c:v>6726.5486725663723</c:v>
                </c:pt>
                <c:pt idx="556">
                  <c:v>6726.5486725663723</c:v>
                </c:pt>
                <c:pt idx="557">
                  <c:v>6726.5486725663723</c:v>
                </c:pt>
                <c:pt idx="558">
                  <c:v>6726.5486725663723</c:v>
                </c:pt>
                <c:pt idx="559">
                  <c:v>6726.5486725663723</c:v>
                </c:pt>
                <c:pt idx="560">
                  <c:v>6726.5486725663723</c:v>
                </c:pt>
                <c:pt idx="561">
                  <c:v>6726.5486725663723</c:v>
                </c:pt>
                <c:pt idx="562">
                  <c:v>6726.5486725663723</c:v>
                </c:pt>
                <c:pt idx="563">
                  <c:v>6726.5486725663723</c:v>
                </c:pt>
                <c:pt idx="564">
                  <c:v>6726.5486725663723</c:v>
                </c:pt>
                <c:pt idx="565">
                  <c:v>6726.5486725663723</c:v>
                </c:pt>
                <c:pt idx="566">
                  <c:v>6726.5486725663723</c:v>
                </c:pt>
                <c:pt idx="567">
                  <c:v>6726.5486725663723</c:v>
                </c:pt>
                <c:pt idx="568">
                  <c:v>6726.5486725663723</c:v>
                </c:pt>
                <c:pt idx="569">
                  <c:v>6792.0353982300894</c:v>
                </c:pt>
                <c:pt idx="570">
                  <c:v>6792.0353982300894</c:v>
                </c:pt>
                <c:pt idx="571">
                  <c:v>6792.0353982300894</c:v>
                </c:pt>
                <c:pt idx="572">
                  <c:v>6726.5486725663723</c:v>
                </c:pt>
                <c:pt idx="573">
                  <c:v>6726.5486725663723</c:v>
                </c:pt>
                <c:pt idx="574">
                  <c:v>6726.5486725663723</c:v>
                </c:pt>
                <c:pt idx="575">
                  <c:v>6726.5486725663723</c:v>
                </c:pt>
                <c:pt idx="576">
                  <c:v>6726.5486725663723</c:v>
                </c:pt>
                <c:pt idx="577">
                  <c:v>6661.0619469026551</c:v>
                </c:pt>
                <c:pt idx="578">
                  <c:v>6661.0619469026551</c:v>
                </c:pt>
                <c:pt idx="579">
                  <c:v>6661.0619469026551</c:v>
                </c:pt>
                <c:pt idx="580">
                  <c:v>6661.0619469026551</c:v>
                </c:pt>
                <c:pt idx="581">
                  <c:v>6661.0619469026551</c:v>
                </c:pt>
                <c:pt idx="582">
                  <c:v>6562.8318584070803</c:v>
                </c:pt>
                <c:pt idx="583">
                  <c:v>6562.8318584070803</c:v>
                </c:pt>
                <c:pt idx="584">
                  <c:v>6562.8318584070803</c:v>
                </c:pt>
                <c:pt idx="585">
                  <c:v>6562.8318584070803</c:v>
                </c:pt>
                <c:pt idx="586">
                  <c:v>6562.8318584070803</c:v>
                </c:pt>
                <c:pt idx="587">
                  <c:v>6562.8318584070803</c:v>
                </c:pt>
                <c:pt idx="588">
                  <c:v>6562.8318584070803</c:v>
                </c:pt>
                <c:pt idx="589">
                  <c:v>6562.8318584070803</c:v>
                </c:pt>
                <c:pt idx="590">
                  <c:v>6562.8318584070803</c:v>
                </c:pt>
                <c:pt idx="591">
                  <c:v>6562.8318584070803</c:v>
                </c:pt>
                <c:pt idx="592">
                  <c:v>6464.6017699115055</c:v>
                </c:pt>
                <c:pt idx="593">
                  <c:v>6464.6017699115055</c:v>
                </c:pt>
                <c:pt idx="594">
                  <c:v>6464.6017699115055</c:v>
                </c:pt>
                <c:pt idx="595">
                  <c:v>6366.3716814159297</c:v>
                </c:pt>
                <c:pt idx="596">
                  <c:v>6366.3716814159297</c:v>
                </c:pt>
                <c:pt idx="597">
                  <c:v>6366.3716814159297</c:v>
                </c:pt>
                <c:pt idx="598">
                  <c:v>6366.3716814159297</c:v>
                </c:pt>
                <c:pt idx="599">
                  <c:v>6366.3716814159297</c:v>
                </c:pt>
                <c:pt idx="600">
                  <c:v>6366.3716814159297</c:v>
                </c:pt>
                <c:pt idx="601">
                  <c:v>6366.3716814159297</c:v>
                </c:pt>
                <c:pt idx="602">
                  <c:v>6366.3716814159297</c:v>
                </c:pt>
                <c:pt idx="603">
                  <c:v>6366.3716814159297</c:v>
                </c:pt>
                <c:pt idx="604">
                  <c:v>6497.3451327433631</c:v>
                </c:pt>
                <c:pt idx="605">
                  <c:v>6497.3451327433631</c:v>
                </c:pt>
                <c:pt idx="606">
                  <c:v>6497.3451327433631</c:v>
                </c:pt>
                <c:pt idx="607">
                  <c:v>6497.3451327433631</c:v>
                </c:pt>
                <c:pt idx="608">
                  <c:v>7161.0619469026551</c:v>
                </c:pt>
                <c:pt idx="609">
                  <c:v>7324.778761061948</c:v>
                </c:pt>
                <c:pt idx="610">
                  <c:v>7324.778761061948</c:v>
                </c:pt>
                <c:pt idx="611">
                  <c:v>7324.778761061948</c:v>
                </c:pt>
                <c:pt idx="612">
                  <c:v>7324.778761061948</c:v>
                </c:pt>
                <c:pt idx="613">
                  <c:v>7324.778761061948</c:v>
                </c:pt>
                <c:pt idx="614">
                  <c:v>7324.778761061948</c:v>
                </c:pt>
                <c:pt idx="615">
                  <c:v>7324.778761061948</c:v>
                </c:pt>
                <c:pt idx="616">
                  <c:v>7324.778761061948</c:v>
                </c:pt>
                <c:pt idx="617">
                  <c:v>7324.778761061948</c:v>
                </c:pt>
                <c:pt idx="618">
                  <c:v>7324.778761061948</c:v>
                </c:pt>
                <c:pt idx="619">
                  <c:v>7324.778761061948</c:v>
                </c:pt>
                <c:pt idx="620">
                  <c:v>7324.778761061948</c:v>
                </c:pt>
                <c:pt idx="621">
                  <c:v>7324.778761061948</c:v>
                </c:pt>
                <c:pt idx="622">
                  <c:v>7324.778761061948</c:v>
                </c:pt>
                <c:pt idx="623">
                  <c:v>7161.0619469026551</c:v>
                </c:pt>
                <c:pt idx="624">
                  <c:v>7161.0619469026551</c:v>
                </c:pt>
                <c:pt idx="625">
                  <c:v>7161.0619469026551</c:v>
                </c:pt>
                <c:pt idx="626">
                  <c:v>7161.0619469026551</c:v>
                </c:pt>
                <c:pt idx="627">
                  <c:v>7161.0619469026551</c:v>
                </c:pt>
                <c:pt idx="628">
                  <c:v>7161.0619469026551</c:v>
                </c:pt>
                <c:pt idx="629">
                  <c:v>7161.0619469026551</c:v>
                </c:pt>
                <c:pt idx="630">
                  <c:v>7161.0619469026551</c:v>
                </c:pt>
                <c:pt idx="631">
                  <c:v>7030.0884955752217</c:v>
                </c:pt>
                <c:pt idx="632">
                  <c:v>7030.0884955752217</c:v>
                </c:pt>
                <c:pt idx="633">
                  <c:v>7030.0884955752217</c:v>
                </c:pt>
                <c:pt idx="634">
                  <c:v>7030.0884955752217</c:v>
                </c:pt>
                <c:pt idx="635">
                  <c:v>7030.0884955752217</c:v>
                </c:pt>
                <c:pt idx="636">
                  <c:v>7030.0884955752217</c:v>
                </c:pt>
                <c:pt idx="637">
                  <c:v>7030.0884955752217</c:v>
                </c:pt>
                <c:pt idx="638">
                  <c:v>7030.0884955752217</c:v>
                </c:pt>
                <c:pt idx="639">
                  <c:v>7030.0884955752217</c:v>
                </c:pt>
                <c:pt idx="640">
                  <c:v>7030.0884955752217</c:v>
                </c:pt>
                <c:pt idx="641">
                  <c:v>7030.0884955752217</c:v>
                </c:pt>
                <c:pt idx="642">
                  <c:v>7030.0884955752217</c:v>
                </c:pt>
                <c:pt idx="643">
                  <c:v>7030.0884955752217</c:v>
                </c:pt>
                <c:pt idx="644">
                  <c:v>7030.0884955752217</c:v>
                </c:pt>
                <c:pt idx="645">
                  <c:v>7030.0884955752217</c:v>
                </c:pt>
                <c:pt idx="646">
                  <c:v>7030.0884955752217</c:v>
                </c:pt>
                <c:pt idx="647">
                  <c:v>7030.0884955752217</c:v>
                </c:pt>
                <c:pt idx="648">
                  <c:v>7030.0884955752217</c:v>
                </c:pt>
                <c:pt idx="649">
                  <c:v>7030.0884955752217</c:v>
                </c:pt>
                <c:pt idx="650">
                  <c:v>7030.0884955752217</c:v>
                </c:pt>
                <c:pt idx="651">
                  <c:v>7030.0884955752217</c:v>
                </c:pt>
                <c:pt idx="652">
                  <c:v>7030.0884955752217</c:v>
                </c:pt>
                <c:pt idx="653">
                  <c:v>7030.0884955752217</c:v>
                </c:pt>
                <c:pt idx="654">
                  <c:v>7030.0884955752217</c:v>
                </c:pt>
                <c:pt idx="655">
                  <c:v>7030.0884955752217</c:v>
                </c:pt>
                <c:pt idx="656">
                  <c:v>7030.0884955752217</c:v>
                </c:pt>
                <c:pt idx="657">
                  <c:v>7030.0884955752217</c:v>
                </c:pt>
                <c:pt idx="658">
                  <c:v>7030.0884955752217</c:v>
                </c:pt>
                <c:pt idx="659">
                  <c:v>7030.0884955752217</c:v>
                </c:pt>
                <c:pt idx="660">
                  <c:v>7030.0884955752217</c:v>
                </c:pt>
                <c:pt idx="661">
                  <c:v>7030.0884955752217</c:v>
                </c:pt>
                <c:pt idx="662">
                  <c:v>7030.0884955752217</c:v>
                </c:pt>
                <c:pt idx="663">
                  <c:v>7030.0884955752217</c:v>
                </c:pt>
                <c:pt idx="664">
                  <c:v>7030.0884955752217</c:v>
                </c:pt>
                <c:pt idx="665">
                  <c:v>7030.0884955752217</c:v>
                </c:pt>
                <c:pt idx="666">
                  <c:v>7030.0884955752217</c:v>
                </c:pt>
                <c:pt idx="667">
                  <c:v>7030.0884955752217</c:v>
                </c:pt>
                <c:pt idx="668">
                  <c:v>7030.0884955752217</c:v>
                </c:pt>
                <c:pt idx="669">
                  <c:v>7030.0884955752217</c:v>
                </c:pt>
                <c:pt idx="670">
                  <c:v>7030.0884955752217</c:v>
                </c:pt>
                <c:pt idx="671">
                  <c:v>7030.0884955752217</c:v>
                </c:pt>
                <c:pt idx="672">
                  <c:v>7030.0884955752217</c:v>
                </c:pt>
                <c:pt idx="673">
                  <c:v>7030.0884955752217</c:v>
                </c:pt>
                <c:pt idx="674">
                  <c:v>7030.0884955752217</c:v>
                </c:pt>
                <c:pt idx="675">
                  <c:v>7030.0884955752217</c:v>
                </c:pt>
                <c:pt idx="676">
                  <c:v>7030.0884955752217</c:v>
                </c:pt>
                <c:pt idx="677">
                  <c:v>7030.0884955752217</c:v>
                </c:pt>
                <c:pt idx="678">
                  <c:v>7030.0884955752217</c:v>
                </c:pt>
                <c:pt idx="679">
                  <c:v>7030.0884955752217</c:v>
                </c:pt>
                <c:pt idx="680">
                  <c:v>7030.0884955752217</c:v>
                </c:pt>
                <c:pt idx="681">
                  <c:v>7030.0884955752217</c:v>
                </c:pt>
                <c:pt idx="682">
                  <c:v>7030.0884955752217</c:v>
                </c:pt>
                <c:pt idx="683">
                  <c:v>7030.0884955752217</c:v>
                </c:pt>
                <c:pt idx="684">
                  <c:v>7030.0884955752217</c:v>
                </c:pt>
                <c:pt idx="685">
                  <c:v>7030.0884955752217</c:v>
                </c:pt>
                <c:pt idx="686">
                  <c:v>7030.0884955752217</c:v>
                </c:pt>
                <c:pt idx="687">
                  <c:v>7030.0884955752217</c:v>
                </c:pt>
                <c:pt idx="688">
                  <c:v>7030.0884955752217</c:v>
                </c:pt>
                <c:pt idx="689">
                  <c:v>7030.0884955752217</c:v>
                </c:pt>
                <c:pt idx="690">
                  <c:v>7030.0884955752217</c:v>
                </c:pt>
                <c:pt idx="691">
                  <c:v>7030.0884955752217</c:v>
                </c:pt>
                <c:pt idx="692">
                  <c:v>7030.0884955752217</c:v>
                </c:pt>
                <c:pt idx="693">
                  <c:v>7030.0884955752217</c:v>
                </c:pt>
                <c:pt idx="694">
                  <c:v>7030.0884955752217</c:v>
                </c:pt>
                <c:pt idx="695">
                  <c:v>7030.0884955752217</c:v>
                </c:pt>
                <c:pt idx="696">
                  <c:v>7030.0884955752217</c:v>
                </c:pt>
                <c:pt idx="697">
                  <c:v>7030.0884955752217</c:v>
                </c:pt>
                <c:pt idx="698">
                  <c:v>7030.0884955752217</c:v>
                </c:pt>
                <c:pt idx="699">
                  <c:v>7030.0884955752217</c:v>
                </c:pt>
                <c:pt idx="700">
                  <c:v>7030.0884955752217</c:v>
                </c:pt>
                <c:pt idx="701">
                  <c:v>7030.0884955752217</c:v>
                </c:pt>
                <c:pt idx="702">
                  <c:v>7030.0884955752217</c:v>
                </c:pt>
                <c:pt idx="703">
                  <c:v>7030.0884955752217</c:v>
                </c:pt>
                <c:pt idx="704">
                  <c:v>7030.0884955752217</c:v>
                </c:pt>
                <c:pt idx="705">
                  <c:v>7030.0884955752217</c:v>
                </c:pt>
                <c:pt idx="706">
                  <c:v>7030.0884955752217</c:v>
                </c:pt>
                <c:pt idx="707">
                  <c:v>7030.0884955752217</c:v>
                </c:pt>
                <c:pt idx="708">
                  <c:v>7030.0884955752217</c:v>
                </c:pt>
                <c:pt idx="709">
                  <c:v>7030.0884955752217</c:v>
                </c:pt>
                <c:pt idx="710">
                  <c:v>7030.0884955752217</c:v>
                </c:pt>
                <c:pt idx="711">
                  <c:v>7030.0884955752217</c:v>
                </c:pt>
                <c:pt idx="712">
                  <c:v>7030.0884955752217</c:v>
                </c:pt>
                <c:pt idx="713">
                  <c:v>7030.0884955752217</c:v>
                </c:pt>
                <c:pt idx="714">
                  <c:v>7030.0884955752217</c:v>
                </c:pt>
                <c:pt idx="715">
                  <c:v>7030.0884955752217</c:v>
                </c:pt>
                <c:pt idx="716">
                  <c:v>7030.0884955752217</c:v>
                </c:pt>
                <c:pt idx="717">
                  <c:v>7030.0884955752217</c:v>
                </c:pt>
                <c:pt idx="718">
                  <c:v>7030.0884955752217</c:v>
                </c:pt>
                <c:pt idx="719">
                  <c:v>7030.0884955752217</c:v>
                </c:pt>
                <c:pt idx="720">
                  <c:v>7030.0884955752217</c:v>
                </c:pt>
                <c:pt idx="721">
                  <c:v>7030.0884955752217</c:v>
                </c:pt>
                <c:pt idx="722">
                  <c:v>7030.0884955752217</c:v>
                </c:pt>
                <c:pt idx="723">
                  <c:v>7030.0884955752217</c:v>
                </c:pt>
                <c:pt idx="724">
                  <c:v>7030.0884955752217</c:v>
                </c:pt>
                <c:pt idx="725">
                  <c:v>7030.0884955752217</c:v>
                </c:pt>
                <c:pt idx="726">
                  <c:v>7128.3185840707974</c:v>
                </c:pt>
                <c:pt idx="727">
                  <c:v>7128.3185840707974</c:v>
                </c:pt>
                <c:pt idx="728">
                  <c:v>7128.3185840707974</c:v>
                </c:pt>
                <c:pt idx="729">
                  <c:v>7128.3185840707974</c:v>
                </c:pt>
                <c:pt idx="730">
                  <c:v>7128.3185840707974</c:v>
                </c:pt>
                <c:pt idx="731">
                  <c:v>7128.3185840707974</c:v>
                </c:pt>
                <c:pt idx="732">
                  <c:v>7128.3185840707974</c:v>
                </c:pt>
                <c:pt idx="733">
                  <c:v>7128.3185840707974</c:v>
                </c:pt>
                <c:pt idx="734">
                  <c:v>7128.3185840707974</c:v>
                </c:pt>
                <c:pt idx="735">
                  <c:v>7128.3185840707974</c:v>
                </c:pt>
                <c:pt idx="736">
                  <c:v>7128.3185840707974</c:v>
                </c:pt>
                <c:pt idx="737">
                  <c:v>7193.8053097345137</c:v>
                </c:pt>
                <c:pt idx="738">
                  <c:v>7193.8053097345137</c:v>
                </c:pt>
                <c:pt idx="739">
                  <c:v>7193.8053097345137</c:v>
                </c:pt>
                <c:pt idx="740">
                  <c:v>7193.8053097345137</c:v>
                </c:pt>
                <c:pt idx="741">
                  <c:v>7193.8053097345137</c:v>
                </c:pt>
                <c:pt idx="742">
                  <c:v>7193.8053097345137</c:v>
                </c:pt>
                <c:pt idx="743">
                  <c:v>7193.8053097345137</c:v>
                </c:pt>
                <c:pt idx="744">
                  <c:v>7193.8053097345137</c:v>
                </c:pt>
                <c:pt idx="745">
                  <c:v>7324.778761061948</c:v>
                </c:pt>
                <c:pt idx="746">
                  <c:v>7324.778761061948</c:v>
                </c:pt>
                <c:pt idx="747">
                  <c:v>7324.778761061948</c:v>
                </c:pt>
                <c:pt idx="748">
                  <c:v>7324.778761061948</c:v>
                </c:pt>
                <c:pt idx="749">
                  <c:v>7324.778761061948</c:v>
                </c:pt>
                <c:pt idx="750">
                  <c:v>7324.778761061948</c:v>
                </c:pt>
                <c:pt idx="751">
                  <c:v>7324.778761061948</c:v>
                </c:pt>
                <c:pt idx="752">
                  <c:v>7423.0088495575228</c:v>
                </c:pt>
                <c:pt idx="753">
                  <c:v>7423.0088495575228</c:v>
                </c:pt>
                <c:pt idx="754">
                  <c:v>7423.0088495575228</c:v>
                </c:pt>
                <c:pt idx="755">
                  <c:v>7423.0088495575228</c:v>
                </c:pt>
                <c:pt idx="756">
                  <c:v>7423.0088495575228</c:v>
                </c:pt>
                <c:pt idx="757">
                  <c:v>7423.0088495575228</c:v>
                </c:pt>
                <c:pt idx="758">
                  <c:v>7423.0088495575228</c:v>
                </c:pt>
                <c:pt idx="759">
                  <c:v>7423.0088495575228</c:v>
                </c:pt>
                <c:pt idx="760">
                  <c:v>7423.0088495575228</c:v>
                </c:pt>
                <c:pt idx="761">
                  <c:v>7357.5221238938057</c:v>
                </c:pt>
                <c:pt idx="762">
                  <c:v>7357.5221238938057</c:v>
                </c:pt>
                <c:pt idx="763">
                  <c:v>7357.5221238938057</c:v>
                </c:pt>
                <c:pt idx="764">
                  <c:v>7357.5221238938057</c:v>
                </c:pt>
                <c:pt idx="765">
                  <c:v>7357.5221238938057</c:v>
                </c:pt>
                <c:pt idx="766">
                  <c:v>7193.8053097345137</c:v>
                </c:pt>
                <c:pt idx="767">
                  <c:v>7193.8053097345137</c:v>
                </c:pt>
                <c:pt idx="768">
                  <c:v>7193.8053097345137</c:v>
                </c:pt>
                <c:pt idx="769">
                  <c:v>7193.8053097345137</c:v>
                </c:pt>
                <c:pt idx="770">
                  <c:v>7161.0619469026551</c:v>
                </c:pt>
                <c:pt idx="771">
                  <c:v>7161.0619469026551</c:v>
                </c:pt>
                <c:pt idx="772">
                  <c:v>7161.0619469026551</c:v>
                </c:pt>
                <c:pt idx="773">
                  <c:v>6768.1415929203549</c:v>
                </c:pt>
                <c:pt idx="774">
                  <c:v>6768.1415929203549</c:v>
                </c:pt>
                <c:pt idx="775">
                  <c:v>6768.1415929203549</c:v>
                </c:pt>
                <c:pt idx="776">
                  <c:v>6768.1415929203549</c:v>
                </c:pt>
                <c:pt idx="777">
                  <c:v>6768.1415929203549</c:v>
                </c:pt>
                <c:pt idx="778">
                  <c:v>6768.1415929203549</c:v>
                </c:pt>
                <c:pt idx="779">
                  <c:v>6768.1415929203549</c:v>
                </c:pt>
                <c:pt idx="780">
                  <c:v>6768.1415929203549</c:v>
                </c:pt>
                <c:pt idx="781">
                  <c:v>6768.1415929203549</c:v>
                </c:pt>
                <c:pt idx="782">
                  <c:v>6768.1415929203549</c:v>
                </c:pt>
                <c:pt idx="783">
                  <c:v>6768.1415929203549</c:v>
                </c:pt>
                <c:pt idx="784">
                  <c:v>6768.1415929203549</c:v>
                </c:pt>
                <c:pt idx="785">
                  <c:v>6768.1415929203549</c:v>
                </c:pt>
                <c:pt idx="786">
                  <c:v>6768.1415929203549</c:v>
                </c:pt>
                <c:pt idx="787">
                  <c:v>6768.1415929203549</c:v>
                </c:pt>
                <c:pt idx="788">
                  <c:v>6964.6017699115055</c:v>
                </c:pt>
                <c:pt idx="789">
                  <c:v>6964.6017699115055</c:v>
                </c:pt>
                <c:pt idx="790">
                  <c:v>6964.6017699115055</c:v>
                </c:pt>
                <c:pt idx="791">
                  <c:v>6964.6017699115055</c:v>
                </c:pt>
                <c:pt idx="792">
                  <c:v>6964.6017699115055</c:v>
                </c:pt>
                <c:pt idx="793">
                  <c:v>6964.6017699115055</c:v>
                </c:pt>
                <c:pt idx="794">
                  <c:v>6964.6017699115055</c:v>
                </c:pt>
                <c:pt idx="795">
                  <c:v>6964.6017699115055</c:v>
                </c:pt>
                <c:pt idx="796">
                  <c:v>7488.49557522124</c:v>
                </c:pt>
                <c:pt idx="797">
                  <c:v>7488.49557522124</c:v>
                </c:pt>
                <c:pt idx="798">
                  <c:v>7488.49557522124</c:v>
                </c:pt>
                <c:pt idx="799">
                  <c:v>7488.49557522124</c:v>
                </c:pt>
                <c:pt idx="800">
                  <c:v>7488.49557522124</c:v>
                </c:pt>
                <c:pt idx="801">
                  <c:v>7390.2654867256642</c:v>
                </c:pt>
                <c:pt idx="802">
                  <c:v>7390.2654867256642</c:v>
                </c:pt>
                <c:pt idx="803">
                  <c:v>7390.2654867256642</c:v>
                </c:pt>
                <c:pt idx="804">
                  <c:v>7390.2654867256642</c:v>
                </c:pt>
                <c:pt idx="805">
                  <c:v>7390.2654867256642</c:v>
                </c:pt>
                <c:pt idx="806">
                  <c:v>7390.2654867256642</c:v>
                </c:pt>
                <c:pt idx="807">
                  <c:v>7390.2654867256642</c:v>
                </c:pt>
                <c:pt idx="808">
                  <c:v>7390.2654867256642</c:v>
                </c:pt>
                <c:pt idx="809">
                  <c:v>7390.2654867256642</c:v>
                </c:pt>
                <c:pt idx="810">
                  <c:v>7390.2654867256642</c:v>
                </c:pt>
                <c:pt idx="811">
                  <c:v>7390.2654867256642</c:v>
                </c:pt>
                <c:pt idx="812">
                  <c:v>7390.2654867256642</c:v>
                </c:pt>
                <c:pt idx="813">
                  <c:v>7390.2654867256642</c:v>
                </c:pt>
                <c:pt idx="814">
                  <c:v>7390.2654867256642</c:v>
                </c:pt>
                <c:pt idx="815">
                  <c:v>7390.2654867256642</c:v>
                </c:pt>
                <c:pt idx="816">
                  <c:v>7390.2654867256642</c:v>
                </c:pt>
                <c:pt idx="817">
                  <c:v>7390.2654867256642</c:v>
                </c:pt>
                <c:pt idx="818">
                  <c:v>7390.2654867256642</c:v>
                </c:pt>
                <c:pt idx="819">
                  <c:v>7390.2654867256642</c:v>
                </c:pt>
                <c:pt idx="820">
                  <c:v>7390.2654867256642</c:v>
                </c:pt>
                <c:pt idx="821">
                  <c:v>7390.2654867256642</c:v>
                </c:pt>
                <c:pt idx="822">
                  <c:v>7390.2654867256642</c:v>
                </c:pt>
                <c:pt idx="823">
                  <c:v>7390.2654867256642</c:v>
                </c:pt>
                <c:pt idx="824">
                  <c:v>7390.2654867256642</c:v>
                </c:pt>
                <c:pt idx="825">
                  <c:v>7390.2654867256642</c:v>
                </c:pt>
                <c:pt idx="826">
                  <c:v>7390.2654867256642</c:v>
                </c:pt>
                <c:pt idx="827">
                  <c:v>7390.2654867256642</c:v>
                </c:pt>
                <c:pt idx="828">
                  <c:v>7390.2654867256642</c:v>
                </c:pt>
                <c:pt idx="829">
                  <c:v>7390.2654867256642</c:v>
                </c:pt>
                <c:pt idx="830">
                  <c:v>7390.2654867256642</c:v>
                </c:pt>
                <c:pt idx="831">
                  <c:v>7390.2654867256642</c:v>
                </c:pt>
                <c:pt idx="832">
                  <c:v>7390.2654867256642</c:v>
                </c:pt>
                <c:pt idx="833">
                  <c:v>7390.2654867256642</c:v>
                </c:pt>
                <c:pt idx="834">
                  <c:v>7390.2654867256642</c:v>
                </c:pt>
                <c:pt idx="835">
                  <c:v>7390.2654867256642</c:v>
                </c:pt>
                <c:pt idx="836">
                  <c:v>7390.2654867256642</c:v>
                </c:pt>
                <c:pt idx="837">
                  <c:v>7390.2654867256642</c:v>
                </c:pt>
                <c:pt idx="838">
                  <c:v>7390.2654867256642</c:v>
                </c:pt>
                <c:pt idx="839">
                  <c:v>7390.2654867256642</c:v>
                </c:pt>
                <c:pt idx="840">
                  <c:v>7390.2654867256642</c:v>
                </c:pt>
                <c:pt idx="841">
                  <c:v>7390.2654867256642</c:v>
                </c:pt>
                <c:pt idx="842">
                  <c:v>7390.2654867256642</c:v>
                </c:pt>
              </c:numCache>
            </c:numRef>
          </c:val>
          <c:smooth val="1"/>
          <c:extLst xmlns:c16r2="http://schemas.microsoft.com/office/drawing/2015/06/chart">
            <c:ext xmlns:c16="http://schemas.microsoft.com/office/drawing/2014/chart" uri="{C3380CC4-5D6E-409C-BE32-E72D297353CC}">
              <c16:uniqueId val="{00000001-99B6-47BE-A05B-EBBF36543BF2}"/>
            </c:ext>
          </c:extLst>
        </c:ser>
        <c:ser>
          <c:idx val="2"/>
          <c:order val="2"/>
          <c:tx>
            <c:strRef>
              <c:f>'图49-57'!$Q$3</c:f>
              <c:strCache>
                <c:ptCount val="1"/>
                <c:pt idx="0">
                  <c:v>铁粉价差</c:v>
                </c:pt>
              </c:strCache>
            </c:strRef>
          </c:tx>
          <c:spPr>
            <a:ln w="12700" cap="rnd" cmpd="sng" algn="ctr">
              <a:solidFill>
                <a:srgbClr val="FA6400"/>
              </a:solidFill>
              <a:prstDash val="solid"/>
              <a:round/>
            </a:ln>
          </c:spPr>
          <c:marker>
            <c:symbol val="none"/>
          </c:marker>
          <c:cat>
            <c:numRef>
              <c:f>'图49-57'!$A$4:$A$1021</c:f>
              <c:numCache>
                <c:formatCode>yyyy/mm/dd;@</c:formatCode>
                <c:ptCount val="1018"/>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numCache>
            </c:numRef>
          </c:cat>
          <c:val>
            <c:numRef>
              <c:f>'图49-57'!$Q$172:$Q$1014</c:f>
              <c:numCache>
                <c:formatCode>0</c:formatCode>
                <c:ptCount val="843"/>
                <c:pt idx="0">
                  <c:v>13244.778761061949</c:v>
                </c:pt>
                <c:pt idx="1">
                  <c:v>13244.778761061949</c:v>
                </c:pt>
                <c:pt idx="2">
                  <c:v>13244.778761061949</c:v>
                </c:pt>
                <c:pt idx="3">
                  <c:v>13244.778761061949</c:v>
                </c:pt>
                <c:pt idx="4">
                  <c:v>13244.778761061949</c:v>
                </c:pt>
                <c:pt idx="5">
                  <c:v>13703.185840707965</c:v>
                </c:pt>
                <c:pt idx="6">
                  <c:v>13703.185840707965</c:v>
                </c:pt>
                <c:pt idx="7">
                  <c:v>13703.185840707965</c:v>
                </c:pt>
                <c:pt idx="8">
                  <c:v>13703.185840707965</c:v>
                </c:pt>
                <c:pt idx="9">
                  <c:v>13703.185840707965</c:v>
                </c:pt>
                <c:pt idx="10">
                  <c:v>13703.185840707965</c:v>
                </c:pt>
                <c:pt idx="11">
                  <c:v>13899.646017699117</c:v>
                </c:pt>
                <c:pt idx="12">
                  <c:v>13899.646017699117</c:v>
                </c:pt>
                <c:pt idx="13">
                  <c:v>13899.646017699117</c:v>
                </c:pt>
                <c:pt idx="14">
                  <c:v>13899.646017699117</c:v>
                </c:pt>
                <c:pt idx="15">
                  <c:v>13899.646017699117</c:v>
                </c:pt>
                <c:pt idx="16">
                  <c:v>13899.646017699117</c:v>
                </c:pt>
                <c:pt idx="17">
                  <c:v>13899.646017699117</c:v>
                </c:pt>
                <c:pt idx="18">
                  <c:v>13899.646017699117</c:v>
                </c:pt>
                <c:pt idx="19">
                  <c:v>13899.646017699117</c:v>
                </c:pt>
                <c:pt idx="20">
                  <c:v>13883.230088495577</c:v>
                </c:pt>
                <c:pt idx="21">
                  <c:v>13883.230088495577</c:v>
                </c:pt>
                <c:pt idx="22">
                  <c:v>13883.230088495577</c:v>
                </c:pt>
                <c:pt idx="23">
                  <c:v>13883.230088495577</c:v>
                </c:pt>
                <c:pt idx="24">
                  <c:v>13883.230088495577</c:v>
                </c:pt>
                <c:pt idx="25">
                  <c:v>13883.230088495577</c:v>
                </c:pt>
                <c:pt idx="26">
                  <c:v>13883.230088495577</c:v>
                </c:pt>
                <c:pt idx="27">
                  <c:v>14210.663716814161</c:v>
                </c:pt>
                <c:pt idx="28">
                  <c:v>14210.663716814161</c:v>
                </c:pt>
                <c:pt idx="29">
                  <c:v>14210.663716814161</c:v>
                </c:pt>
                <c:pt idx="30">
                  <c:v>14210.663716814161</c:v>
                </c:pt>
                <c:pt idx="31">
                  <c:v>14210.663716814161</c:v>
                </c:pt>
                <c:pt idx="32">
                  <c:v>14210.663716814161</c:v>
                </c:pt>
                <c:pt idx="33">
                  <c:v>14210.663716814161</c:v>
                </c:pt>
                <c:pt idx="34">
                  <c:v>14210.663716814161</c:v>
                </c:pt>
                <c:pt idx="35">
                  <c:v>14210.663716814161</c:v>
                </c:pt>
                <c:pt idx="36">
                  <c:v>14210.663716814161</c:v>
                </c:pt>
                <c:pt idx="37">
                  <c:v>14210.663716814161</c:v>
                </c:pt>
                <c:pt idx="38">
                  <c:v>13883.230088495577</c:v>
                </c:pt>
                <c:pt idx="39">
                  <c:v>13883.230088495577</c:v>
                </c:pt>
                <c:pt idx="40">
                  <c:v>13883.230088495577</c:v>
                </c:pt>
                <c:pt idx="41">
                  <c:v>13883.230088495577</c:v>
                </c:pt>
                <c:pt idx="42">
                  <c:v>14237.212389380531</c:v>
                </c:pt>
                <c:pt idx="43">
                  <c:v>14237.212389380531</c:v>
                </c:pt>
                <c:pt idx="44">
                  <c:v>14237.212389380531</c:v>
                </c:pt>
                <c:pt idx="45">
                  <c:v>14237.212389380531</c:v>
                </c:pt>
                <c:pt idx="46">
                  <c:v>14237.212389380531</c:v>
                </c:pt>
                <c:pt idx="47">
                  <c:v>14237.212389380531</c:v>
                </c:pt>
                <c:pt idx="48">
                  <c:v>14237.212389380531</c:v>
                </c:pt>
                <c:pt idx="49">
                  <c:v>13516.858407079646</c:v>
                </c:pt>
                <c:pt idx="50">
                  <c:v>13516.858407079646</c:v>
                </c:pt>
                <c:pt idx="51">
                  <c:v>13516.858407079646</c:v>
                </c:pt>
                <c:pt idx="52">
                  <c:v>13516.858407079646</c:v>
                </c:pt>
                <c:pt idx="53">
                  <c:v>12927.477876106195</c:v>
                </c:pt>
                <c:pt idx="54">
                  <c:v>13635.442477876108</c:v>
                </c:pt>
                <c:pt idx="55">
                  <c:v>13635.442477876108</c:v>
                </c:pt>
                <c:pt idx="56">
                  <c:v>13635.442477876108</c:v>
                </c:pt>
                <c:pt idx="57">
                  <c:v>13635.442477876108</c:v>
                </c:pt>
                <c:pt idx="58">
                  <c:v>13635.442477876108</c:v>
                </c:pt>
                <c:pt idx="59">
                  <c:v>13635.442477876108</c:v>
                </c:pt>
                <c:pt idx="60">
                  <c:v>13635.442477876108</c:v>
                </c:pt>
                <c:pt idx="61">
                  <c:v>13635.442477876108</c:v>
                </c:pt>
                <c:pt idx="62">
                  <c:v>13635.442477876108</c:v>
                </c:pt>
                <c:pt idx="63">
                  <c:v>13635.442477876108</c:v>
                </c:pt>
                <c:pt idx="64">
                  <c:v>13635.442477876108</c:v>
                </c:pt>
                <c:pt idx="65">
                  <c:v>13635.442477876108</c:v>
                </c:pt>
                <c:pt idx="66">
                  <c:v>13635.442477876108</c:v>
                </c:pt>
                <c:pt idx="67">
                  <c:v>13635.442477876108</c:v>
                </c:pt>
                <c:pt idx="68">
                  <c:v>13635.442477876108</c:v>
                </c:pt>
                <c:pt idx="69">
                  <c:v>13635.442477876108</c:v>
                </c:pt>
                <c:pt idx="70">
                  <c:v>13308.008849557522</c:v>
                </c:pt>
                <c:pt idx="71">
                  <c:v>13308.008849557522</c:v>
                </c:pt>
                <c:pt idx="72">
                  <c:v>13308.008849557522</c:v>
                </c:pt>
                <c:pt idx="73">
                  <c:v>13308.008849557522</c:v>
                </c:pt>
                <c:pt idx="74">
                  <c:v>13308.008849557522</c:v>
                </c:pt>
                <c:pt idx="75">
                  <c:v>13308.008849557522</c:v>
                </c:pt>
                <c:pt idx="76">
                  <c:v>12653.141592920354</c:v>
                </c:pt>
                <c:pt idx="77">
                  <c:v>12653.141592920354</c:v>
                </c:pt>
                <c:pt idx="78">
                  <c:v>12653.141592920354</c:v>
                </c:pt>
                <c:pt idx="79">
                  <c:v>12653.141592920354</c:v>
                </c:pt>
                <c:pt idx="80">
                  <c:v>12653.141592920354</c:v>
                </c:pt>
                <c:pt idx="81">
                  <c:v>12653.141592920354</c:v>
                </c:pt>
                <c:pt idx="82">
                  <c:v>12653.141592920354</c:v>
                </c:pt>
                <c:pt idx="83">
                  <c:v>12653.141592920354</c:v>
                </c:pt>
                <c:pt idx="84">
                  <c:v>12653.141592920354</c:v>
                </c:pt>
                <c:pt idx="85">
                  <c:v>12653.141592920354</c:v>
                </c:pt>
                <c:pt idx="86">
                  <c:v>12653.141592920354</c:v>
                </c:pt>
                <c:pt idx="87">
                  <c:v>12653.141592920354</c:v>
                </c:pt>
                <c:pt idx="88">
                  <c:v>12653.141592920354</c:v>
                </c:pt>
                <c:pt idx="89">
                  <c:v>12653.141592920354</c:v>
                </c:pt>
                <c:pt idx="90">
                  <c:v>12653.141592920354</c:v>
                </c:pt>
                <c:pt idx="91">
                  <c:v>12653.141592920354</c:v>
                </c:pt>
                <c:pt idx="92">
                  <c:v>12653.141592920354</c:v>
                </c:pt>
                <c:pt idx="93">
                  <c:v>12653.141592920354</c:v>
                </c:pt>
                <c:pt idx="94">
                  <c:v>12653.141592920354</c:v>
                </c:pt>
                <c:pt idx="95">
                  <c:v>12653.141592920354</c:v>
                </c:pt>
                <c:pt idx="96">
                  <c:v>12653.141592920354</c:v>
                </c:pt>
                <c:pt idx="97">
                  <c:v>12653.141592920354</c:v>
                </c:pt>
                <c:pt idx="98">
                  <c:v>13308.008849557522</c:v>
                </c:pt>
                <c:pt idx="99">
                  <c:v>13308.008849557522</c:v>
                </c:pt>
                <c:pt idx="100">
                  <c:v>13308.008849557522</c:v>
                </c:pt>
                <c:pt idx="101">
                  <c:v>13308.008849557522</c:v>
                </c:pt>
                <c:pt idx="102">
                  <c:v>13308.008849557522</c:v>
                </c:pt>
                <c:pt idx="103">
                  <c:v>13308.008849557522</c:v>
                </c:pt>
                <c:pt idx="104">
                  <c:v>13308.008849557522</c:v>
                </c:pt>
                <c:pt idx="105">
                  <c:v>13308.008849557522</c:v>
                </c:pt>
                <c:pt idx="106">
                  <c:v>13308.008849557522</c:v>
                </c:pt>
                <c:pt idx="107">
                  <c:v>13308.008849557522</c:v>
                </c:pt>
                <c:pt idx="108">
                  <c:v>13308.008849557522</c:v>
                </c:pt>
                <c:pt idx="109">
                  <c:v>13308.008849557522</c:v>
                </c:pt>
                <c:pt idx="110">
                  <c:v>13308.008849557522</c:v>
                </c:pt>
                <c:pt idx="111">
                  <c:v>13308.008849557522</c:v>
                </c:pt>
                <c:pt idx="112">
                  <c:v>13308.008849557522</c:v>
                </c:pt>
                <c:pt idx="113">
                  <c:v>13308.008849557522</c:v>
                </c:pt>
                <c:pt idx="114">
                  <c:v>13308.008849557522</c:v>
                </c:pt>
                <c:pt idx="115">
                  <c:v>13308.008849557522</c:v>
                </c:pt>
                <c:pt idx="116">
                  <c:v>13308.008849557522</c:v>
                </c:pt>
                <c:pt idx="117">
                  <c:v>13308.008849557522</c:v>
                </c:pt>
                <c:pt idx="118">
                  <c:v>13308.008849557522</c:v>
                </c:pt>
                <c:pt idx="119">
                  <c:v>13308.008849557522</c:v>
                </c:pt>
                <c:pt idx="120">
                  <c:v>13308.008849557522</c:v>
                </c:pt>
                <c:pt idx="121">
                  <c:v>13308.008849557522</c:v>
                </c:pt>
                <c:pt idx="122">
                  <c:v>13308.008849557522</c:v>
                </c:pt>
                <c:pt idx="123">
                  <c:v>13308.008849557522</c:v>
                </c:pt>
                <c:pt idx="124">
                  <c:v>13308.008849557522</c:v>
                </c:pt>
                <c:pt idx="125">
                  <c:v>13308.008849557522</c:v>
                </c:pt>
                <c:pt idx="126">
                  <c:v>13308.008849557522</c:v>
                </c:pt>
                <c:pt idx="127">
                  <c:v>13308.008849557522</c:v>
                </c:pt>
                <c:pt idx="128">
                  <c:v>13308.008849557522</c:v>
                </c:pt>
                <c:pt idx="129">
                  <c:v>13308.008849557522</c:v>
                </c:pt>
                <c:pt idx="130">
                  <c:v>13308.008849557522</c:v>
                </c:pt>
                <c:pt idx="131">
                  <c:v>13308.008849557522</c:v>
                </c:pt>
                <c:pt idx="132">
                  <c:v>13308.008849557522</c:v>
                </c:pt>
                <c:pt idx="133">
                  <c:v>13308.008849557522</c:v>
                </c:pt>
                <c:pt idx="134">
                  <c:v>13308.008849557522</c:v>
                </c:pt>
                <c:pt idx="135">
                  <c:v>13308.008849557522</c:v>
                </c:pt>
                <c:pt idx="136">
                  <c:v>13308.008849557522</c:v>
                </c:pt>
                <c:pt idx="137">
                  <c:v>13308.008849557522</c:v>
                </c:pt>
                <c:pt idx="138">
                  <c:v>13308.008849557522</c:v>
                </c:pt>
                <c:pt idx="139">
                  <c:v>13308.008849557522</c:v>
                </c:pt>
                <c:pt idx="140">
                  <c:v>13308.008849557522</c:v>
                </c:pt>
                <c:pt idx="141">
                  <c:v>13308.008849557522</c:v>
                </c:pt>
                <c:pt idx="142">
                  <c:v>13308.008849557522</c:v>
                </c:pt>
                <c:pt idx="143">
                  <c:v>13308.008849557522</c:v>
                </c:pt>
                <c:pt idx="144">
                  <c:v>13308.008849557522</c:v>
                </c:pt>
                <c:pt idx="145">
                  <c:v>13308.008849557522</c:v>
                </c:pt>
                <c:pt idx="146">
                  <c:v>13308.008849557522</c:v>
                </c:pt>
                <c:pt idx="147">
                  <c:v>13308.008849557522</c:v>
                </c:pt>
                <c:pt idx="148">
                  <c:v>13308.008849557522</c:v>
                </c:pt>
                <c:pt idx="149">
                  <c:v>13308.008849557522</c:v>
                </c:pt>
                <c:pt idx="150">
                  <c:v>13308.008849557522</c:v>
                </c:pt>
                <c:pt idx="151">
                  <c:v>13308.008849557522</c:v>
                </c:pt>
                <c:pt idx="152">
                  <c:v>13308.008849557522</c:v>
                </c:pt>
                <c:pt idx="153">
                  <c:v>13308.008849557522</c:v>
                </c:pt>
                <c:pt idx="154">
                  <c:v>13308.008849557522</c:v>
                </c:pt>
                <c:pt idx="155">
                  <c:v>12954.026548672568</c:v>
                </c:pt>
                <c:pt idx="156">
                  <c:v>12246.061946902655</c:v>
                </c:pt>
                <c:pt idx="157">
                  <c:v>12246.061946902655</c:v>
                </c:pt>
                <c:pt idx="158">
                  <c:v>12246.061946902655</c:v>
                </c:pt>
                <c:pt idx="159">
                  <c:v>12246.061946902655</c:v>
                </c:pt>
                <c:pt idx="160">
                  <c:v>12246.061946902655</c:v>
                </c:pt>
                <c:pt idx="161">
                  <c:v>12246.061946902655</c:v>
                </c:pt>
                <c:pt idx="162">
                  <c:v>12246.061946902655</c:v>
                </c:pt>
                <c:pt idx="163">
                  <c:v>12246.061946902655</c:v>
                </c:pt>
                <c:pt idx="164">
                  <c:v>11803.58407079646</c:v>
                </c:pt>
                <c:pt idx="165">
                  <c:v>11803.58407079646</c:v>
                </c:pt>
                <c:pt idx="166">
                  <c:v>11803.58407079646</c:v>
                </c:pt>
                <c:pt idx="167">
                  <c:v>11803.58407079646</c:v>
                </c:pt>
                <c:pt idx="168">
                  <c:v>11803.58407079646</c:v>
                </c:pt>
                <c:pt idx="169">
                  <c:v>11803.58407079646</c:v>
                </c:pt>
                <c:pt idx="170">
                  <c:v>11803.58407079646</c:v>
                </c:pt>
                <c:pt idx="171">
                  <c:v>11803.58407079646</c:v>
                </c:pt>
                <c:pt idx="172">
                  <c:v>11803.58407079646</c:v>
                </c:pt>
                <c:pt idx="173">
                  <c:v>11803.58407079646</c:v>
                </c:pt>
                <c:pt idx="174">
                  <c:v>11803.58407079646</c:v>
                </c:pt>
                <c:pt idx="175">
                  <c:v>11803.58407079646</c:v>
                </c:pt>
                <c:pt idx="176">
                  <c:v>12131.017699115046</c:v>
                </c:pt>
                <c:pt idx="177">
                  <c:v>12131.017699115046</c:v>
                </c:pt>
                <c:pt idx="178">
                  <c:v>12131.017699115046</c:v>
                </c:pt>
                <c:pt idx="179">
                  <c:v>11803.58407079646</c:v>
                </c:pt>
                <c:pt idx="180">
                  <c:v>11803.58407079646</c:v>
                </c:pt>
                <c:pt idx="181">
                  <c:v>11803.58407079646</c:v>
                </c:pt>
                <c:pt idx="182">
                  <c:v>11820.000000000002</c:v>
                </c:pt>
                <c:pt idx="183">
                  <c:v>11820.000000000002</c:v>
                </c:pt>
                <c:pt idx="184">
                  <c:v>10951.460176991151</c:v>
                </c:pt>
                <c:pt idx="185">
                  <c:v>10967.876106194692</c:v>
                </c:pt>
                <c:pt idx="186">
                  <c:v>10977.725663716816</c:v>
                </c:pt>
                <c:pt idx="187">
                  <c:v>10977.725663716816</c:v>
                </c:pt>
                <c:pt idx="188">
                  <c:v>10994.141592920356</c:v>
                </c:pt>
                <c:pt idx="189">
                  <c:v>11010.557522123896</c:v>
                </c:pt>
                <c:pt idx="190">
                  <c:v>11010.557522123896</c:v>
                </c:pt>
                <c:pt idx="191">
                  <c:v>11010.557522123896</c:v>
                </c:pt>
                <c:pt idx="192">
                  <c:v>11010.557522123896</c:v>
                </c:pt>
                <c:pt idx="193">
                  <c:v>11010.557522123896</c:v>
                </c:pt>
                <c:pt idx="194">
                  <c:v>11026.973451327434</c:v>
                </c:pt>
                <c:pt idx="195">
                  <c:v>11026.973451327434</c:v>
                </c:pt>
                <c:pt idx="196">
                  <c:v>11026.973451327434</c:v>
                </c:pt>
                <c:pt idx="197">
                  <c:v>11033.53982300885</c:v>
                </c:pt>
                <c:pt idx="198">
                  <c:v>11043.389380530974</c:v>
                </c:pt>
                <c:pt idx="199">
                  <c:v>11049.955752212391</c:v>
                </c:pt>
                <c:pt idx="200">
                  <c:v>11066.371681415931</c:v>
                </c:pt>
                <c:pt idx="201">
                  <c:v>11072.938053097347</c:v>
                </c:pt>
                <c:pt idx="202">
                  <c:v>9763.2035398230091</c:v>
                </c:pt>
                <c:pt idx="203">
                  <c:v>9763.2035398230091</c:v>
                </c:pt>
                <c:pt idx="204">
                  <c:v>9763.2035398230091</c:v>
                </c:pt>
                <c:pt idx="205">
                  <c:v>9763.2035398230091</c:v>
                </c:pt>
                <c:pt idx="206">
                  <c:v>9763.2035398230091</c:v>
                </c:pt>
                <c:pt idx="207">
                  <c:v>9763.2035398230091</c:v>
                </c:pt>
                <c:pt idx="208">
                  <c:v>9779.6194690265493</c:v>
                </c:pt>
                <c:pt idx="209">
                  <c:v>9779.6194690265493</c:v>
                </c:pt>
                <c:pt idx="210">
                  <c:v>9779.6194690265493</c:v>
                </c:pt>
                <c:pt idx="211">
                  <c:v>9779.6194690265493</c:v>
                </c:pt>
                <c:pt idx="212">
                  <c:v>9786.1858407079653</c:v>
                </c:pt>
                <c:pt idx="213">
                  <c:v>9789.4690265486734</c:v>
                </c:pt>
                <c:pt idx="214">
                  <c:v>9799.3185840707974</c:v>
                </c:pt>
                <c:pt idx="215">
                  <c:v>9815.7345132743376</c:v>
                </c:pt>
                <c:pt idx="216">
                  <c:v>9815.7345132743376</c:v>
                </c:pt>
                <c:pt idx="217">
                  <c:v>9822.3008849557536</c:v>
                </c:pt>
                <c:pt idx="218">
                  <c:v>9822.3008849557536</c:v>
                </c:pt>
                <c:pt idx="219">
                  <c:v>9855.1327433628321</c:v>
                </c:pt>
                <c:pt idx="220">
                  <c:v>9855.1327433628321</c:v>
                </c:pt>
                <c:pt idx="221">
                  <c:v>9855.1327433628321</c:v>
                </c:pt>
                <c:pt idx="222">
                  <c:v>9871.5486725663723</c:v>
                </c:pt>
                <c:pt idx="223">
                  <c:v>9429.0707964601788</c:v>
                </c:pt>
                <c:pt idx="224">
                  <c:v>9432.353982300885</c:v>
                </c:pt>
                <c:pt idx="225">
                  <c:v>9432.353982300885</c:v>
                </c:pt>
                <c:pt idx="226">
                  <c:v>9438.9203539823011</c:v>
                </c:pt>
                <c:pt idx="227">
                  <c:v>9445.4867256637172</c:v>
                </c:pt>
                <c:pt idx="228">
                  <c:v>9445.4867256637172</c:v>
                </c:pt>
                <c:pt idx="229">
                  <c:v>9445.4867256637172</c:v>
                </c:pt>
                <c:pt idx="230">
                  <c:v>9445.4867256637172</c:v>
                </c:pt>
                <c:pt idx="231">
                  <c:v>9445.4867256637172</c:v>
                </c:pt>
                <c:pt idx="232">
                  <c:v>9445.4867256637172</c:v>
                </c:pt>
                <c:pt idx="233">
                  <c:v>9445.4867256637172</c:v>
                </c:pt>
                <c:pt idx="234">
                  <c:v>9445.4867256637172</c:v>
                </c:pt>
                <c:pt idx="235">
                  <c:v>9445.4867256637172</c:v>
                </c:pt>
                <c:pt idx="236">
                  <c:v>9445.4867256637172</c:v>
                </c:pt>
                <c:pt idx="237">
                  <c:v>8821.4513274336296</c:v>
                </c:pt>
                <c:pt idx="238">
                  <c:v>8821.4513274336296</c:v>
                </c:pt>
                <c:pt idx="239">
                  <c:v>8828.0176991150456</c:v>
                </c:pt>
                <c:pt idx="240">
                  <c:v>8828.0176991150456</c:v>
                </c:pt>
                <c:pt idx="241">
                  <c:v>9716.2566371681423</c:v>
                </c:pt>
                <c:pt idx="242">
                  <c:v>9716.2566371681423</c:v>
                </c:pt>
                <c:pt idx="243">
                  <c:v>9722.8230088495584</c:v>
                </c:pt>
                <c:pt idx="244">
                  <c:v>9726.1061946902664</c:v>
                </c:pt>
                <c:pt idx="245">
                  <c:v>11502.584070796462</c:v>
                </c:pt>
                <c:pt idx="246">
                  <c:v>10530.132743362832</c:v>
                </c:pt>
                <c:pt idx="247">
                  <c:v>10867.415929203542</c:v>
                </c:pt>
                <c:pt idx="248">
                  <c:v>11528.849557522126</c:v>
                </c:pt>
                <c:pt idx="249">
                  <c:v>11528.849557522126</c:v>
                </c:pt>
                <c:pt idx="250">
                  <c:v>11545.265486725664</c:v>
                </c:pt>
                <c:pt idx="251">
                  <c:v>12265.796460176993</c:v>
                </c:pt>
                <c:pt idx="252">
                  <c:v>12331.460176991151</c:v>
                </c:pt>
                <c:pt idx="253">
                  <c:v>11543.849557522124</c:v>
                </c:pt>
                <c:pt idx="254">
                  <c:v>11543.849557522124</c:v>
                </c:pt>
                <c:pt idx="255">
                  <c:v>11543.849557522124</c:v>
                </c:pt>
                <c:pt idx="256">
                  <c:v>12526.150442477876</c:v>
                </c:pt>
                <c:pt idx="257">
                  <c:v>12526.150442477876</c:v>
                </c:pt>
                <c:pt idx="258">
                  <c:v>13835.884955752214</c:v>
                </c:pt>
                <c:pt idx="259">
                  <c:v>10738.53982300885</c:v>
                </c:pt>
                <c:pt idx="260">
                  <c:v>10738.53982300885</c:v>
                </c:pt>
                <c:pt idx="261">
                  <c:v>7198.7168141592929</c:v>
                </c:pt>
                <c:pt idx="262">
                  <c:v>7198.7168141592929</c:v>
                </c:pt>
                <c:pt idx="263">
                  <c:v>7198.7168141592929</c:v>
                </c:pt>
                <c:pt idx="264">
                  <c:v>7198.7168141592929</c:v>
                </c:pt>
                <c:pt idx="265">
                  <c:v>7198.7168141592929</c:v>
                </c:pt>
                <c:pt idx="266">
                  <c:v>7198.7168141592929</c:v>
                </c:pt>
                <c:pt idx="267">
                  <c:v>7198.7168141592929</c:v>
                </c:pt>
                <c:pt idx="268">
                  <c:v>7198.7168141592929</c:v>
                </c:pt>
                <c:pt idx="269">
                  <c:v>7198.7168141592929</c:v>
                </c:pt>
                <c:pt idx="270">
                  <c:v>8181.0176991150447</c:v>
                </c:pt>
                <c:pt idx="271">
                  <c:v>8065.9734513274334</c:v>
                </c:pt>
                <c:pt idx="272">
                  <c:v>8065.9734513274334</c:v>
                </c:pt>
                <c:pt idx="273">
                  <c:v>8065.9734513274334</c:v>
                </c:pt>
                <c:pt idx="274">
                  <c:v>8065.9734513274334</c:v>
                </c:pt>
                <c:pt idx="275">
                  <c:v>8458.8938053097354</c:v>
                </c:pt>
                <c:pt idx="276">
                  <c:v>8458.8938053097354</c:v>
                </c:pt>
                <c:pt idx="277">
                  <c:v>7573.9380530973449</c:v>
                </c:pt>
                <c:pt idx="278">
                  <c:v>7573.9380530973449</c:v>
                </c:pt>
                <c:pt idx="279">
                  <c:v>7573.9380530973449</c:v>
                </c:pt>
                <c:pt idx="280">
                  <c:v>7573.9380530973449</c:v>
                </c:pt>
                <c:pt idx="281">
                  <c:v>7573.9380530973449</c:v>
                </c:pt>
                <c:pt idx="282">
                  <c:v>7573.9380530973449</c:v>
                </c:pt>
                <c:pt idx="283">
                  <c:v>7573.9380530973449</c:v>
                </c:pt>
                <c:pt idx="284">
                  <c:v>7704.9115044247792</c:v>
                </c:pt>
                <c:pt idx="285">
                  <c:v>7704.9115044247792</c:v>
                </c:pt>
                <c:pt idx="286">
                  <c:v>7704.9115044247792</c:v>
                </c:pt>
                <c:pt idx="287">
                  <c:v>7704.9115044247792</c:v>
                </c:pt>
                <c:pt idx="288">
                  <c:v>7704.9115044247792</c:v>
                </c:pt>
                <c:pt idx="289">
                  <c:v>7704.9115044247792</c:v>
                </c:pt>
                <c:pt idx="290">
                  <c:v>7573.9380530973449</c:v>
                </c:pt>
                <c:pt idx="291">
                  <c:v>7573.9380530973449</c:v>
                </c:pt>
                <c:pt idx="292">
                  <c:v>7573.9380530973449</c:v>
                </c:pt>
                <c:pt idx="293">
                  <c:v>7573.9380530973449</c:v>
                </c:pt>
                <c:pt idx="294">
                  <c:v>7573.9380530973449</c:v>
                </c:pt>
                <c:pt idx="295">
                  <c:v>7573.9380530973449</c:v>
                </c:pt>
                <c:pt idx="296">
                  <c:v>7573.9380530973449</c:v>
                </c:pt>
                <c:pt idx="297">
                  <c:v>7573.9380530973449</c:v>
                </c:pt>
                <c:pt idx="298">
                  <c:v>7573.9380530973449</c:v>
                </c:pt>
                <c:pt idx="299">
                  <c:v>7573.9380530973449</c:v>
                </c:pt>
                <c:pt idx="300">
                  <c:v>8490.7522123893814</c:v>
                </c:pt>
                <c:pt idx="301">
                  <c:v>8490.7522123893814</c:v>
                </c:pt>
                <c:pt idx="302">
                  <c:v>8490.7522123893814</c:v>
                </c:pt>
                <c:pt idx="303">
                  <c:v>8490.7522123893814</c:v>
                </c:pt>
                <c:pt idx="304">
                  <c:v>8490.7522123893814</c:v>
                </c:pt>
                <c:pt idx="305">
                  <c:v>8490.7522123893814</c:v>
                </c:pt>
                <c:pt idx="306">
                  <c:v>8490.7522123893814</c:v>
                </c:pt>
                <c:pt idx="307">
                  <c:v>8490.7522123893814</c:v>
                </c:pt>
                <c:pt idx="308">
                  <c:v>8490.7522123893814</c:v>
                </c:pt>
                <c:pt idx="309">
                  <c:v>7605.7964601769909</c:v>
                </c:pt>
                <c:pt idx="310">
                  <c:v>7605.7964601769909</c:v>
                </c:pt>
                <c:pt idx="311">
                  <c:v>7605.7964601769909</c:v>
                </c:pt>
                <c:pt idx="312">
                  <c:v>7605.7964601769909</c:v>
                </c:pt>
                <c:pt idx="313">
                  <c:v>7605.7964601769909</c:v>
                </c:pt>
                <c:pt idx="314">
                  <c:v>7605.7964601769909</c:v>
                </c:pt>
                <c:pt idx="315">
                  <c:v>7605.7964601769909</c:v>
                </c:pt>
                <c:pt idx="316">
                  <c:v>7605.7964601769909</c:v>
                </c:pt>
                <c:pt idx="317">
                  <c:v>6455.3539823008859</c:v>
                </c:pt>
                <c:pt idx="318">
                  <c:v>6455.3539823008859</c:v>
                </c:pt>
                <c:pt idx="319">
                  <c:v>6455.3539823008859</c:v>
                </c:pt>
                <c:pt idx="320">
                  <c:v>6455.3539823008859</c:v>
                </c:pt>
                <c:pt idx="321">
                  <c:v>6455.3539823008859</c:v>
                </c:pt>
                <c:pt idx="322">
                  <c:v>6455.3539823008859</c:v>
                </c:pt>
                <c:pt idx="323">
                  <c:v>6455.3539823008859</c:v>
                </c:pt>
                <c:pt idx="324">
                  <c:v>6455.3539823008859</c:v>
                </c:pt>
                <c:pt idx="325">
                  <c:v>6455.3539823008859</c:v>
                </c:pt>
                <c:pt idx="326">
                  <c:v>6455.3539823008859</c:v>
                </c:pt>
                <c:pt idx="327">
                  <c:v>6455.3539823008859</c:v>
                </c:pt>
                <c:pt idx="328">
                  <c:v>6455.3539823008859</c:v>
                </c:pt>
                <c:pt idx="329">
                  <c:v>6455.3539823008859</c:v>
                </c:pt>
                <c:pt idx="330">
                  <c:v>6455.3539823008859</c:v>
                </c:pt>
                <c:pt idx="331">
                  <c:v>6455.3539823008859</c:v>
                </c:pt>
                <c:pt idx="332">
                  <c:v>6455.3539823008859</c:v>
                </c:pt>
                <c:pt idx="333">
                  <c:v>6455.3539823008859</c:v>
                </c:pt>
                <c:pt idx="334">
                  <c:v>6455.3539823008859</c:v>
                </c:pt>
                <c:pt idx="335">
                  <c:v>6455.3539823008859</c:v>
                </c:pt>
                <c:pt idx="336">
                  <c:v>6933.2300884955757</c:v>
                </c:pt>
                <c:pt idx="337">
                  <c:v>6933.2300884955757</c:v>
                </c:pt>
                <c:pt idx="338">
                  <c:v>6933.2300884955757</c:v>
                </c:pt>
                <c:pt idx="339">
                  <c:v>6933.2300884955757</c:v>
                </c:pt>
                <c:pt idx="340">
                  <c:v>6933.2300884955757</c:v>
                </c:pt>
                <c:pt idx="341">
                  <c:v>6933.2300884955757</c:v>
                </c:pt>
                <c:pt idx="342">
                  <c:v>6579.2477876106204</c:v>
                </c:pt>
                <c:pt idx="343">
                  <c:v>6579.2477876106204</c:v>
                </c:pt>
                <c:pt idx="344">
                  <c:v>6579.2477876106204</c:v>
                </c:pt>
                <c:pt idx="345">
                  <c:v>6579.2477876106204</c:v>
                </c:pt>
                <c:pt idx="346">
                  <c:v>6579.2477876106204</c:v>
                </c:pt>
                <c:pt idx="347">
                  <c:v>6579.2477876106204</c:v>
                </c:pt>
                <c:pt idx="348">
                  <c:v>6579.2477876106204</c:v>
                </c:pt>
                <c:pt idx="349">
                  <c:v>6579.2477876106204</c:v>
                </c:pt>
                <c:pt idx="350">
                  <c:v>6579.2477876106204</c:v>
                </c:pt>
                <c:pt idx="351">
                  <c:v>6579.2477876106204</c:v>
                </c:pt>
                <c:pt idx="352">
                  <c:v>6579.2477876106204</c:v>
                </c:pt>
                <c:pt idx="353">
                  <c:v>6579.2477876106204</c:v>
                </c:pt>
                <c:pt idx="354">
                  <c:v>6579.2477876106204</c:v>
                </c:pt>
                <c:pt idx="355">
                  <c:v>6579.2477876106204</c:v>
                </c:pt>
                <c:pt idx="356">
                  <c:v>6490.7522123893814</c:v>
                </c:pt>
                <c:pt idx="357">
                  <c:v>6490.7522123893814</c:v>
                </c:pt>
                <c:pt idx="358">
                  <c:v>6490.7522123893814</c:v>
                </c:pt>
                <c:pt idx="359">
                  <c:v>6490.7522123893814</c:v>
                </c:pt>
                <c:pt idx="360">
                  <c:v>6490.7522123893814</c:v>
                </c:pt>
                <c:pt idx="361">
                  <c:v>6490.7522123893814</c:v>
                </c:pt>
                <c:pt idx="362">
                  <c:v>6490.7522123893814</c:v>
                </c:pt>
                <c:pt idx="363">
                  <c:v>6490.7522123893814</c:v>
                </c:pt>
                <c:pt idx="364">
                  <c:v>6490.7522123893814</c:v>
                </c:pt>
                <c:pt idx="365">
                  <c:v>6490.7522123893814</c:v>
                </c:pt>
                <c:pt idx="366">
                  <c:v>6490.7522123893814</c:v>
                </c:pt>
                <c:pt idx="367">
                  <c:v>6269.5132743362838</c:v>
                </c:pt>
                <c:pt idx="368">
                  <c:v>6269.5132743362838</c:v>
                </c:pt>
                <c:pt idx="369">
                  <c:v>6269.5132743362838</c:v>
                </c:pt>
                <c:pt idx="370">
                  <c:v>6269.5132743362838</c:v>
                </c:pt>
                <c:pt idx="371">
                  <c:v>6269.5132743362838</c:v>
                </c:pt>
                <c:pt idx="372">
                  <c:v>6269.5132743362838</c:v>
                </c:pt>
                <c:pt idx="373">
                  <c:v>6269.5132743362838</c:v>
                </c:pt>
                <c:pt idx="374">
                  <c:v>6269.5132743362838</c:v>
                </c:pt>
                <c:pt idx="375">
                  <c:v>6269.5132743362838</c:v>
                </c:pt>
                <c:pt idx="376">
                  <c:v>6204.0265486725675</c:v>
                </c:pt>
                <c:pt idx="377">
                  <c:v>6204.0265486725675</c:v>
                </c:pt>
                <c:pt idx="378">
                  <c:v>6204.0265486725675</c:v>
                </c:pt>
                <c:pt idx="379">
                  <c:v>6204.0265486725675</c:v>
                </c:pt>
                <c:pt idx="380">
                  <c:v>6204.0265486725675</c:v>
                </c:pt>
                <c:pt idx="381">
                  <c:v>6204.0265486725675</c:v>
                </c:pt>
                <c:pt idx="382">
                  <c:v>6204.0265486725675</c:v>
                </c:pt>
                <c:pt idx="383">
                  <c:v>6204.0265486725675</c:v>
                </c:pt>
                <c:pt idx="384">
                  <c:v>6204.0265486725675</c:v>
                </c:pt>
                <c:pt idx="385">
                  <c:v>6071.2831858407089</c:v>
                </c:pt>
                <c:pt idx="386">
                  <c:v>6071.2831858407089</c:v>
                </c:pt>
                <c:pt idx="387">
                  <c:v>6071.2831858407089</c:v>
                </c:pt>
                <c:pt idx="388">
                  <c:v>6071.2831858407089</c:v>
                </c:pt>
                <c:pt idx="389">
                  <c:v>6071.2831858407089</c:v>
                </c:pt>
                <c:pt idx="390">
                  <c:v>6071.2831858407089</c:v>
                </c:pt>
                <c:pt idx="391">
                  <c:v>6071.2831858407089</c:v>
                </c:pt>
                <c:pt idx="392">
                  <c:v>6071.2831858407089</c:v>
                </c:pt>
                <c:pt idx="393">
                  <c:v>6071.2831858407089</c:v>
                </c:pt>
                <c:pt idx="394">
                  <c:v>6071.2831858407089</c:v>
                </c:pt>
                <c:pt idx="395">
                  <c:v>6071.2831858407089</c:v>
                </c:pt>
                <c:pt idx="396">
                  <c:v>6071.2831858407089</c:v>
                </c:pt>
                <c:pt idx="397">
                  <c:v>6071.2831858407089</c:v>
                </c:pt>
                <c:pt idx="398">
                  <c:v>6071.2831858407089</c:v>
                </c:pt>
                <c:pt idx="399">
                  <c:v>6071.2831858407089</c:v>
                </c:pt>
                <c:pt idx="400">
                  <c:v>6071.2831858407089</c:v>
                </c:pt>
                <c:pt idx="401">
                  <c:v>6071.2831858407089</c:v>
                </c:pt>
                <c:pt idx="402">
                  <c:v>6267.7433628318595</c:v>
                </c:pt>
                <c:pt idx="403">
                  <c:v>6267.7433628318595</c:v>
                </c:pt>
                <c:pt idx="404">
                  <c:v>6267.7433628318595</c:v>
                </c:pt>
                <c:pt idx="405">
                  <c:v>6267.7433628318595</c:v>
                </c:pt>
                <c:pt idx="406">
                  <c:v>6267.7433628318595</c:v>
                </c:pt>
                <c:pt idx="407">
                  <c:v>6267.7433628318595</c:v>
                </c:pt>
                <c:pt idx="408">
                  <c:v>6267.7433628318595</c:v>
                </c:pt>
                <c:pt idx="409">
                  <c:v>6267.7433628318595</c:v>
                </c:pt>
                <c:pt idx="410">
                  <c:v>6267.7433628318595</c:v>
                </c:pt>
                <c:pt idx="411">
                  <c:v>6267.7433628318595</c:v>
                </c:pt>
                <c:pt idx="412">
                  <c:v>6267.7433628318595</c:v>
                </c:pt>
                <c:pt idx="413">
                  <c:v>6267.7433628318595</c:v>
                </c:pt>
                <c:pt idx="414">
                  <c:v>6267.7433628318595</c:v>
                </c:pt>
                <c:pt idx="415">
                  <c:v>6267.7433628318595</c:v>
                </c:pt>
                <c:pt idx="416">
                  <c:v>6267.7433628318595</c:v>
                </c:pt>
                <c:pt idx="417">
                  <c:v>6267.7433628318595</c:v>
                </c:pt>
                <c:pt idx="418">
                  <c:v>6267.7433628318595</c:v>
                </c:pt>
                <c:pt idx="419">
                  <c:v>6267.7433628318595</c:v>
                </c:pt>
                <c:pt idx="420">
                  <c:v>6267.7433628318595</c:v>
                </c:pt>
                <c:pt idx="421">
                  <c:v>6267.7433628318595</c:v>
                </c:pt>
                <c:pt idx="422">
                  <c:v>6267.7433628318595</c:v>
                </c:pt>
                <c:pt idx="423">
                  <c:v>6267.7433628318595</c:v>
                </c:pt>
                <c:pt idx="424">
                  <c:v>6267.7433628318595</c:v>
                </c:pt>
                <c:pt idx="425">
                  <c:v>6267.7433628318595</c:v>
                </c:pt>
                <c:pt idx="426">
                  <c:v>6135.0000000000009</c:v>
                </c:pt>
                <c:pt idx="427">
                  <c:v>6135.0000000000009</c:v>
                </c:pt>
                <c:pt idx="428">
                  <c:v>6135.0000000000009</c:v>
                </c:pt>
                <c:pt idx="429">
                  <c:v>6135.0000000000009</c:v>
                </c:pt>
                <c:pt idx="430">
                  <c:v>6135.0000000000009</c:v>
                </c:pt>
                <c:pt idx="431">
                  <c:v>6135.0000000000009</c:v>
                </c:pt>
                <c:pt idx="432">
                  <c:v>6167.8318584070803</c:v>
                </c:pt>
                <c:pt idx="433">
                  <c:v>6167.8318584070803</c:v>
                </c:pt>
                <c:pt idx="434">
                  <c:v>6167.8318584070803</c:v>
                </c:pt>
                <c:pt idx="435">
                  <c:v>6167.8318584070803</c:v>
                </c:pt>
                <c:pt idx="436">
                  <c:v>6167.8318584070803</c:v>
                </c:pt>
                <c:pt idx="437">
                  <c:v>6167.8318584070803</c:v>
                </c:pt>
                <c:pt idx="438">
                  <c:v>6167.8318584070803</c:v>
                </c:pt>
                <c:pt idx="439">
                  <c:v>6167.8318584070803</c:v>
                </c:pt>
                <c:pt idx="440">
                  <c:v>6167.8318584070803</c:v>
                </c:pt>
                <c:pt idx="441">
                  <c:v>6200.6637168141597</c:v>
                </c:pt>
                <c:pt idx="442">
                  <c:v>6200.6637168141597</c:v>
                </c:pt>
                <c:pt idx="443">
                  <c:v>6200.6637168141597</c:v>
                </c:pt>
                <c:pt idx="444">
                  <c:v>6023.6725663716816</c:v>
                </c:pt>
                <c:pt idx="445">
                  <c:v>6023.6725663716816</c:v>
                </c:pt>
                <c:pt idx="446">
                  <c:v>6040.0884955752217</c:v>
                </c:pt>
                <c:pt idx="447">
                  <c:v>6040.0884955752217</c:v>
                </c:pt>
                <c:pt idx="448">
                  <c:v>6040.0884955752217</c:v>
                </c:pt>
                <c:pt idx="449">
                  <c:v>6040.0884955752217</c:v>
                </c:pt>
                <c:pt idx="450">
                  <c:v>6056.5044247787619</c:v>
                </c:pt>
                <c:pt idx="451">
                  <c:v>6056.5044247787619</c:v>
                </c:pt>
                <c:pt idx="452">
                  <c:v>6056.5044247787619</c:v>
                </c:pt>
                <c:pt idx="453">
                  <c:v>6056.5044247787619</c:v>
                </c:pt>
                <c:pt idx="454">
                  <c:v>6056.5044247787619</c:v>
                </c:pt>
                <c:pt idx="455">
                  <c:v>6056.5044247787619</c:v>
                </c:pt>
                <c:pt idx="456">
                  <c:v>6056.5044247787619</c:v>
                </c:pt>
                <c:pt idx="457">
                  <c:v>6056.5044247787619</c:v>
                </c:pt>
                <c:pt idx="458">
                  <c:v>6056.5044247787619</c:v>
                </c:pt>
                <c:pt idx="459">
                  <c:v>6056.5044247787619</c:v>
                </c:pt>
                <c:pt idx="460">
                  <c:v>6056.5044247787619</c:v>
                </c:pt>
                <c:pt idx="461">
                  <c:v>6056.5044247787619</c:v>
                </c:pt>
                <c:pt idx="462">
                  <c:v>6056.5044247787619</c:v>
                </c:pt>
                <c:pt idx="463">
                  <c:v>6056.5044247787619</c:v>
                </c:pt>
                <c:pt idx="464">
                  <c:v>6056.5044247787619</c:v>
                </c:pt>
                <c:pt idx="465">
                  <c:v>6056.5044247787619</c:v>
                </c:pt>
                <c:pt idx="466">
                  <c:v>6056.5044247787619</c:v>
                </c:pt>
                <c:pt idx="467">
                  <c:v>6056.5044247787619</c:v>
                </c:pt>
                <c:pt idx="468">
                  <c:v>6056.5044247787619</c:v>
                </c:pt>
                <c:pt idx="469">
                  <c:v>6056.5044247787619</c:v>
                </c:pt>
                <c:pt idx="470">
                  <c:v>6056.5044247787619</c:v>
                </c:pt>
                <c:pt idx="471">
                  <c:v>6056.5044247787619</c:v>
                </c:pt>
                <c:pt idx="472">
                  <c:v>6056.5044247787619</c:v>
                </c:pt>
                <c:pt idx="473">
                  <c:v>6056.5044247787619</c:v>
                </c:pt>
                <c:pt idx="474">
                  <c:v>6056.5044247787619</c:v>
                </c:pt>
                <c:pt idx="475">
                  <c:v>6056.5044247787619</c:v>
                </c:pt>
                <c:pt idx="476">
                  <c:v>6056.5044247787619</c:v>
                </c:pt>
                <c:pt idx="477">
                  <c:v>6056.5044247787619</c:v>
                </c:pt>
                <c:pt idx="478">
                  <c:v>6056.5044247787619</c:v>
                </c:pt>
                <c:pt idx="479">
                  <c:v>6056.5044247787619</c:v>
                </c:pt>
                <c:pt idx="480">
                  <c:v>6187.4778761061953</c:v>
                </c:pt>
                <c:pt idx="481">
                  <c:v>6187.4778761061953</c:v>
                </c:pt>
                <c:pt idx="482">
                  <c:v>6187.4778761061953</c:v>
                </c:pt>
                <c:pt idx="483">
                  <c:v>6187.4778761061953</c:v>
                </c:pt>
                <c:pt idx="484">
                  <c:v>6187.4778761061953</c:v>
                </c:pt>
                <c:pt idx="485">
                  <c:v>6187.4778761061953</c:v>
                </c:pt>
                <c:pt idx="486">
                  <c:v>6187.4778761061953</c:v>
                </c:pt>
                <c:pt idx="487">
                  <c:v>6187.4778761061953</c:v>
                </c:pt>
                <c:pt idx="488">
                  <c:v>6187.4778761061953</c:v>
                </c:pt>
                <c:pt idx="489">
                  <c:v>6187.4778761061953</c:v>
                </c:pt>
                <c:pt idx="490">
                  <c:v>6187.4778761061953</c:v>
                </c:pt>
                <c:pt idx="491">
                  <c:v>6187.4778761061953</c:v>
                </c:pt>
                <c:pt idx="492">
                  <c:v>6187.4778761061953</c:v>
                </c:pt>
                <c:pt idx="493">
                  <c:v>6187.4778761061953</c:v>
                </c:pt>
                <c:pt idx="494">
                  <c:v>6187.4778761061953</c:v>
                </c:pt>
                <c:pt idx="495">
                  <c:v>6187.4778761061953</c:v>
                </c:pt>
                <c:pt idx="496">
                  <c:v>6187.4778761061953</c:v>
                </c:pt>
                <c:pt idx="497">
                  <c:v>6187.4778761061953</c:v>
                </c:pt>
                <c:pt idx="498">
                  <c:v>6187.4778761061953</c:v>
                </c:pt>
                <c:pt idx="499">
                  <c:v>6187.4778761061953</c:v>
                </c:pt>
                <c:pt idx="500">
                  <c:v>6187.4778761061953</c:v>
                </c:pt>
                <c:pt idx="501">
                  <c:v>6187.4778761061953</c:v>
                </c:pt>
                <c:pt idx="502">
                  <c:v>6187.4778761061953</c:v>
                </c:pt>
                <c:pt idx="503">
                  <c:v>6187.4778761061953</c:v>
                </c:pt>
                <c:pt idx="504">
                  <c:v>6187.4778761061953</c:v>
                </c:pt>
                <c:pt idx="505">
                  <c:v>6187.4778761061953</c:v>
                </c:pt>
                <c:pt idx="506">
                  <c:v>6187.4778761061953</c:v>
                </c:pt>
                <c:pt idx="507">
                  <c:v>6187.4778761061953</c:v>
                </c:pt>
                <c:pt idx="508">
                  <c:v>6187.4778761061953</c:v>
                </c:pt>
                <c:pt idx="509">
                  <c:v>6187.4778761061953</c:v>
                </c:pt>
                <c:pt idx="510">
                  <c:v>6187.4778761061953</c:v>
                </c:pt>
                <c:pt idx="511">
                  <c:v>6187.4778761061953</c:v>
                </c:pt>
                <c:pt idx="512">
                  <c:v>6187.4778761061953</c:v>
                </c:pt>
                <c:pt idx="513">
                  <c:v>6187.4778761061953</c:v>
                </c:pt>
                <c:pt idx="514">
                  <c:v>6187.4778761061953</c:v>
                </c:pt>
                <c:pt idx="515">
                  <c:v>6187.4778761061953</c:v>
                </c:pt>
                <c:pt idx="516">
                  <c:v>6187.4778761061953</c:v>
                </c:pt>
                <c:pt idx="517">
                  <c:v>6187.4778761061953</c:v>
                </c:pt>
                <c:pt idx="518">
                  <c:v>6187.4778761061953</c:v>
                </c:pt>
                <c:pt idx="519">
                  <c:v>6187.4778761061953</c:v>
                </c:pt>
                <c:pt idx="520">
                  <c:v>6187.4778761061953</c:v>
                </c:pt>
                <c:pt idx="521">
                  <c:v>6187.4778761061953</c:v>
                </c:pt>
                <c:pt idx="522">
                  <c:v>6187.4778761061953</c:v>
                </c:pt>
                <c:pt idx="523">
                  <c:v>6187.4778761061953</c:v>
                </c:pt>
                <c:pt idx="524">
                  <c:v>6187.4778761061953</c:v>
                </c:pt>
                <c:pt idx="525">
                  <c:v>6187.4778761061953</c:v>
                </c:pt>
                <c:pt idx="526">
                  <c:v>6187.4778761061953</c:v>
                </c:pt>
                <c:pt idx="527">
                  <c:v>6187.4778761061953</c:v>
                </c:pt>
                <c:pt idx="528">
                  <c:v>6187.4778761061953</c:v>
                </c:pt>
                <c:pt idx="529">
                  <c:v>6187.4778761061953</c:v>
                </c:pt>
                <c:pt idx="530">
                  <c:v>6187.4778761061953</c:v>
                </c:pt>
                <c:pt idx="531">
                  <c:v>6187.4778761061953</c:v>
                </c:pt>
                <c:pt idx="532">
                  <c:v>6187.4778761061953</c:v>
                </c:pt>
                <c:pt idx="533">
                  <c:v>6187.4778761061953</c:v>
                </c:pt>
                <c:pt idx="534">
                  <c:v>6220.3097345132746</c:v>
                </c:pt>
                <c:pt idx="535">
                  <c:v>6220.3097345132746</c:v>
                </c:pt>
                <c:pt idx="536">
                  <c:v>6220.3097345132746</c:v>
                </c:pt>
                <c:pt idx="537">
                  <c:v>6220.3097345132746</c:v>
                </c:pt>
                <c:pt idx="538">
                  <c:v>6220.3097345132746</c:v>
                </c:pt>
                <c:pt idx="539">
                  <c:v>6220.3097345132746</c:v>
                </c:pt>
                <c:pt idx="540">
                  <c:v>6220.3097345132746</c:v>
                </c:pt>
                <c:pt idx="541">
                  <c:v>6220.3097345132746</c:v>
                </c:pt>
                <c:pt idx="542">
                  <c:v>6220.3097345132746</c:v>
                </c:pt>
                <c:pt idx="543">
                  <c:v>6220.3097345132746</c:v>
                </c:pt>
                <c:pt idx="544">
                  <c:v>6220.3097345132746</c:v>
                </c:pt>
                <c:pt idx="545">
                  <c:v>6220.3097345132746</c:v>
                </c:pt>
                <c:pt idx="546">
                  <c:v>6220.3097345132746</c:v>
                </c:pt>
                <c:pt idx="547">
                  <c:v>6220.3097345132746</c:v>
                </c:pt>
                <c:pt idx="548">
                  <c:v>6220.3097345132746</c:v>
                </c:pt>
                <c:pt idx="549">
                  <c:v>6220.3097345132746</c:v>
                </c:pt>
                <c:pt idx="550">
                  <c:v>6220.3097345132746</c:v>
                </c:pt>
                <c:pt idx="551">
                  <c:v>6220.3097345132746</c:v>
                </c:pt>
                <c:pt idx="552">
                  <c:v>6220.3097345132746</c:v>
                </c:pt>
                <c:pt idx="553">
                  <c:v>6220.3097345132746</c:v>
                </c:pt>
                <c:pt idx="554">
                  <c:v>6220.3097345132746</c:v>
                </c:pt>
                <c:pt idx="555">
                  <c:v>6220.3097345132746</c:v>
                </c:pt>
                <c:pt idx="556">
                  <c:v>6220.3097345132746</c:v>
                </c:pt>
                <c:pt idx="557">
                  <c:v>6220.3097345132746</c:v>
                </c:pt>
                <c:pt idx="558">
                  <c:v>6220.3097345132746</c:v>
                </c:pt>
                <c:pt idx="559">
                  <c:v>6220.3097345132746</c:v>
                </c:pt>
                <c:pt idx="560">
                  <c:v>6220.3097345132746</c:v>
                </c:pt>
                <c:pt idx="561">
                  <c:v>6220.3097345132746</c:v>
                </c:pt>
                <c:pt idx="562">
                  <c:v>6220.3097345132746</c:v>
                </c:pt>
                <c:pt idx="563">
                  <c:v>6220.3097345132746</c:v>
                </c:pt>
                <c:pt idx="564">
                  <c:v>6220.3097345132746</c:v>
                </c:pt>
                <c:pt idx="565">
                  <c:v>6220.3097345132746</c:v>
                </c:pt>
                <c:pt idx="566">
                  <c:v>6220.3097345132746</c:v>
                </c:pt>
                <c:pt idx="567">
                  <c:v>6220.3097345132746</c:v>
                </c:pt>
                <c:pt idx="568">
                  <c:v>6220.3097345132746</c:v>
                </c:pt>
                <c:pt idx="569">
                  <c:v>6285.7964601769918</c:v>
                </c:pt>
                <c:pt idx="570">
                  <c:v>6285.7964601769918</c:v>
                </c:pt>
                <c:pt idx="571">
                  <c:v>6285.7964601769918</c:v>
                </c:pt>
                <c:pt idx="572">
                  <c:v>6220.3097345132746</c:v>
                </c:pt>
                <c:pt idx="573">
                  <c:v>6220.3097345132746</c:v>
                </c:pt>
                <c:pt idx="574">
                  <c:v>6220.3097345132746</c:v>
                </c:pt>
                <c:pt idx="575">
                  <c:v>6220.3097345132746</c:v>
                </c:pt>
                <c:pt idx="576">
                  <c:v>6220.3097345132746</c:v>
                </c:pt>
                <c:pt idx="577">
                  <c:v>6154.8230088495584</c:v>
                </c:pt>
                <c:pt idx="578">
                  <c:v>6154.8230088495584</c:v>
                </c:pt>
                <c:pt idx="579">
                  <c:v>6154.8230088495584</c:v>
                </c:pt>
                <c:pt idx="580">
                  <c:v>6154.8230088495584</c:v>
                </c:pt>
                <c:pt idx="581">
                  <c:v>6154.8230088495584</c:v>
                </c:pt>
                <c:pt idx="582">
                  <c:v>6056.5929203539827</c:v>
                </c:pt>
                <c:pt idx="583">
                  <c:v>6056.5929203539827</c:v>
                </c:pt>
                <c:pt idx="584">
                  <c:v>6056.5929203539827</c:v>
                </c:pt>
                <c:pt idx="585">
                  <c:v>6056.5929203539827</c:v>
                </c:pt>
                <c:pt idx="586">
                  <c:v>6056.5929203539827</c:v>
                </c:pt>
                <c:pt idx="587">
                  <c:v>6056.5929203539827</c:v>
                </c:pt>
                <c:pt idx="588">
                  <c:v>6056.5929203539827</c:v>
                </c:pt>
                <c:pt idx="589">
                  <c:v>6056.5929203539827</c:v>
                </c:pt>
                <c:pt idx="590">
                  <c:v>6056.5929203539827</c:v>
                </c:pt>
                <c:pt idx="591">
                  <c:v>6056.5929203539827</c:v>
                </c:pt>
                <c:pt idx="592">
                  <c:v>5958.3628318584078</c:v>
                </c:pt>
                <c:pt idx="593">
                  <c:v>5958.3628318584078</c:v>
                </c:pt>
                <c:pt idx="594">
                  <c:v>5958.3628318584078</c:v>
                </c:pt>
                <c:pt idx="595">
                  <c:v>5860.1327433628321</c:v>
                </c:pt>
                <c:pt idx="596">
                  <c:v>5860.1327433628321</c:v>
                </c:pt>
                <c:pt idx="597">
                  <c:v>5860.1327433628321</c:v>
                </c:pt>
                <c:pt idx="598">
                  <c:v>5860.1327433628321</c:v>
                </c:pt>
                <c:pt idx="599">
                  <c:v>5860.1327433628321</c:v>
                </c:pt>
                <c:pt idx="600">
                  <c:v>5860.1327433628321</c:v>
                </c:pt>
                <c:pt idx="601">
                  <c:v>5860.1327433628321</c:v>
                </c:pt>
                <c:pt idx="602">
                  <c:v>5860.1327433628321</c:v>
                </c:pt>
                <c:pt idx="603">
                  <c:v>5860.1327433628321</c:v>
                </c:pt>
                <c:pt idx="604">
                  <c:v>5991.1061946902655</c:v>
                </c:pt>
                <c:pt idx="605">
                  <c:v>5991.1061946902655</c:v>
                </c:pt>
                <c:pt idx="606">
                  <c:v>5991.1061946902655</c:v>
                </c:pt>
                <c:pt idx="607">
                  <c:v>6007.5221238938057</c:v>
                </c:pt>
                <c:pt idx="608">
                  <c:v>6704.0707964601779</c:v>
                </c:pt>
                <c:pt idx="609">
                  <c:v>6867.7876106194699</c:v>
                </c:pt>
                <c:pt idx="610">
                  <c:v>6867.7876106194699</c:v>
                </c:pt>
                <c:pt idx="611">
                  <c:v>6867.7876106194699</c:v>
                </c:pt>
                <c:pt idx="612">
                  <c:v>6867.7876106194699</c:v>
                </c:pt>
                <c:pt idx="613">
                  <c:v>6867.7876106194699</c:v>
                </c:pt>
                <c:pt idx="614">
                  <c:v>6867.7876106194699</c:v>
                </c:pt>
                <c:pt idx="615">
                  <c:v>6867.7876106194699</c:v>
                </c:pt>
                <c:pt idx="616">
                  <c:v>6867.7876106194699</c:v>
                </c:pt>
                <c:pt idx="617">
                  <c:v>6867.7876106194699</c:v>
                </c:pt>
                <c:pt idx="618">
                  <c:v>6867.7876106194699</c:v>
                </c:pt>
                <c:pt idx="619">
                  <c:v>6867.7876106194699</c:v>
                </c:pt>
                <c:pt idx="620">
                  <c:v>6867.7876106194699</c:v>
                </c:pt>
                <c:pt idx="621">
                  <c:v>6867.7876106194699</c:v>
                </c:pt>
                <c:pt idx="622">
                  <c:v>6867.7876106194699</c:v>
                </c:pt>
                <c:pt idx="623">
                  <c:v>6704.0707964601779</c:v>
                </c:pt>
                <c:pt idx="624">
                  <c:v>6704.0707964601779</c:v>
                </c:pt>
                <c:pt idx="625">
                  <c:v>6704.0707964601779</c:v>
                </c:pt>
                <c:pt idx="626">
                  <c:v>6704.0707964601779</c:v>
                </c:pt>
                <c:pt idx="627">
                  <c:v>6704.0707964601779</c:v>
                </c:pt>
                <c:pt idx="628">
                  <c:v>6704.0707964601779</c:v>
                </c:pt>
                <c:pt idx="629">
                  <c:v>6704.0707964601779</c:v>
                </c:pt>
                <c:pt idx="630">
                  <c:v>6704.0707964601779</c:v>
                </c:pt>
                <c:pt idx="631">
                  <c:v>6573.0973451327445</c:v>
                </c:pt>
                <c:pt idx="632">
                  <c:v>6573.0973451327445</c:v>
                </c:pt>
                <c:pt idx="633">
                  <c:v>6573.0973451327445</c:v>
                </c:pt>
                <c:pt idx="634">
                  <c:v>6573.0973451327445</c:v>
                </c:pt>
                <c:pt idx="635">
                  <c:v>6573.0973451327445</c:v>
                </c:pt>
                <c:pt idx="636">
                  <c:v>6573.0973451327445</c:v>
                </c:pt>
                <c:pt idx="637">
                  <c:v>6573.0973451327445</c:v>
                </c:pt>
                <c:pt idx="638">
                  <c:v>6573.0973451327445</c:v>
                </c:pt>
                <c:pt idx="639">
                  <c:v>6573.0973451327445</c:v>
                </c:pt>
                <c:pt idx="640">
                  <c:v>6573.0973451327445</c:v>
                </c:pt>
                <c:pt idx="641">
                  <c:v>6573.0973451327445</c:v>
                </c:pt>
                <c:pt idx="642">
                  <c:v>6573.0973451327445</c:v>
                </c:pt>
                <c:pt idx="643">
                  <c:v>6573.0973451327445</c:v>
                </c:pt>
                <c:pt idx="644">
                  <c:v>6573.0973451327445</c:v>
                </c:pt>
                <c:pt idx="645">
                  <c:v>6573.0973451327445</c:v>
                </c:pt>
                <c:pt idx="646">
                  <c:v>6573.0973451327445</c:v>
                </c:pt>
                <c:pt idx="647">
                  <c:v>6573.0973451327445</c:v>
                </c:pt>
                <c:pt idx="648">
                  <c:v>6573.0973451327445</c:v>
                </c:pt>
                <c:pt idx="649">
                  <c:v>6573.0973451327445</c:v>
                </c:pt>
                <c:pt idx="650">
                  <c:v>6573.0973451327445</c:v>
                </c:pt>
                <c:pt idx="651">
                  <c:v>6573.0973451327445</c:v>
                </c:pt>
                <c:pt idx="652">
                  <c:v>6573.0973451327445</c:v>
                </c:pt>
                <c:pt idx="653">
                  <c:v>6573.0973451327445</c:v>
                </c:pt>
                <c:pt idx="654">
                  <c:v>6573.0973451327445</c:v>
                </c:pt>
                <c:pt idx="655">
                  <c:v>6573.0973451327445</c:v>
                </c:pt>
                <c:pt idx="656">
                  <c:v>6573.0973451327445</c:v>
                </c:pt>
                <c:pt idx="657">
                  <c:v>6573.0973451327445</c:v>
                </c:pt>
                <c:pt idx="658">
                  <c:v>6573.0973451327445</c:v>
                </c:pt>
                <c:pt idx="659">
                  <c:v>6573.0973451327445</c:v>
                </c:pt>
                <c:pt idx="660">
                  <c:v>6573.0973451327445</c:v>
                </c:pt>
                <c:pt idx="661">
                  <c:v>6573.0973451327445</c:v>
                </c:pt>
                <c:pt idx="662">
                  <c:v>6573.0973451327445</c:v>
                </c:pt>
                <c:pt idx="663">
                  <c:v>6573.0973451327445</c:v>
                </c:pt>
                <c:pt idx="664">
                  <c:v>6573.0973451327445</c:v>
                </c:pt>
                <c:pt idx="665">
                  <c:v>6573.0973451327445</c:v>
                </c:pt>
                <c:pt idx="666">
                  <c:v>6573.0973451327445</c:v>
                </c:pt>
                <c:pt idx="667">
                  <c:v>6573.0973451327445</c:v>
                </c:pt>
                <c:pt idx="668">
                  <c:v>6573.0973451327445</c:v>
                </c:pt>
                <c:pt idx="669">
                  <c:v>6573.0973451327445</c:v>
                </c:pt>
                <c:pt idx="670">
                  <c:v>6573.0973451327445</c:v>
                </c:pt>
                <c:pt idx="671">
                  <c:v>6573.0973451327445</c:v>
                </c:pt>
                <c:pt idx="672">
                  <c:v>6573.0973451327445</c:v>
                </c:pt>
                <c:pt idx="673">
                  <c:v>6573.0973451327445</c:v>
                </c:pt>
                <c:pt idx="674">
                  <c:v>6573.0973451327445</c:v>
                </c:pt>
                <c:pt idx="675">
                  <c:v>6573.0973451327445</c:v>
                </c:pt>
                <c:pt idx="676">
                  <c:v>6573.0973451327445</c:v>
                </c:pt>
                <c:pt idx="677">
                  <c:v>6573.0973451327445</c:v>
                </c:pt>
                <c:pt idx="678">
                  <c:v>6573.0973451327445</c:v>
                </c:pt>
                <c:pt idx="679">
                  <c:v>6573.0973451327445</c:v>
                </c:pt>
                <c:pt idx="680">
                  <c:v>6573.0973451327445</c:v>
                </c:pt>
                <c:pt idx="681">
                  <c:v>6573.0973451327445</c:v>
                </c:pt>
                <c:pt idx="682">
                  <c:v>6573.0973451327445</c:v>
                </c:pt>
                <c:pt idx="683">
                  <c:v>6573.0973451327445</c:v>
                </c:pt>
                <c:pt idx="684">
                  <c:v>6573.0973451327445</c:v>
                </c:pt>
                <c:pt idx="685">
                  <c:v>6573.0973451327445</c:v>
                </c:pt>
                <c:pt idx="686">
                  <c:v>6573.0973451327445</c:v>
                </c:pt>
                <c:pt idx="687">
                  <c:v>6573.0973451327445</c:v>
                </c:pt>
                <c:pt idx="688">
                  <c:v>6573.0973451327445</c:v>
                </c:pt>
                <c:pt idx="689">
                  <c:v>6573.0973451327445</c:v>
                </c:pt>
                <c:pt idx="690">
                  <c:v>6573.0973451327445</c:v>
                </c:pt>
                <c:pt idx="691">
                  <c:v>6573.0973451327445</c:v>
                </c:pt>
                <c:pt idx="692">
                  <c:v>6573.0973451327445</c:v>
                </c:pt>
                <c:pt idx="693">
                  <c:v>6573.0973451327445</c:v>
                </c:pt>
                <c:pt idx="694">
                  <c:v>6573.0973451327445</c:v>
                </c:pt>
                <c:pt idx="695">
                  <c:v>6573.0973451327445</c:v>
                </c:pt>
                <c:pt idx="696">
                  <c:v>6573.0973451327445</c:v>
                </c:pt>
                <c:pt idx="697">
                  <c:v>6573.0973451327445</c:v>
                </c:pt>
                <c:pt idx="698">
                  <c:v>6573.0973451327445</c:v>
                </c:pt>
                <c:pt idx="699">
                  <c:v>6573.0973451327445</c:v>
                </c:pt>
                <c:pt idx="700">
                  <c:v>6573.0973451327445</c:v>
                </c:pt>
                <c:pt idx="701">
                  <c:v>6573.0973451327445</c:v>
                </c:pt>
                <c:pt idx="702">
                  <c:v>6573.0973451327445</c:v>
                </c:pt>
                <c:pt idx="703">
                  <c:v>6573.0973451327445</c:v>
                </c:pt>
                <c:pt idx="704">
                  <c:v>6573.0973451327445</c:v>
                </c:pt>
                <c:pt idx="705">
                  <c:v>6573.0973451327445</c:v>
                </c:pt>
                <c:pt idx="706">
                  <c:v>6573.0973451327445</c:v>
                </c:pt>
                <c:pt idx="707">
                  <c:v>6573.0973451327445</c:v>
                </c:pt>
                <c:pt idx="708">
                  <c:v>6573.0973451327445</c:v>
                </c:pt>
                <c:pt idx="709">
                  <c:v>6573.0973451327445</c:v>
                </c:pt>
                <c:pt idx="710">
                  <c:v>6573.0973451327445</c:v>
                </c:pt>
                <c:pt idx="711">
                  <c:v>6573.0973451327445</c:v>
                </c:pt>
                <c:pt idx="712">
                  <c:v>6573.0973451327445</c:v>
                </c:pt>
                <c:pt idx="713">
                  <c:v>6573.0973451327445</c:v>
                </c:pt>
                <c:pt idx="714">
                  <c:v>6573.0973451327445</c:v>
                </c:pt>
                <c:pt idx="715">
                  <c:v>6573.0973451327445</c:v>
                </c:pt>
                <c:pt idx="716">
                  <c:v>6573.0973451327445</c:v>
                </c:pt>
                <c:pt idx="717">
                  <c:v>6573.0973451327445</c:v>
                </c:pt>
                <c:pt idx="718">
                  <c:v>6573.0973451327445</c:v>
                </c:pt>
                <c:pt idx="719">
                  <c:v>6573.0973451327445</c:v>
                </c:pt>
                <c:pt idx="720">
                  <c:v>6573.0973451327445</c:v>
                </c:pt>
                <c:pt idx="721">
                  <c:v>6573.0973451327445</c:v>
                </c:pt>
                <c:pt idx="722">
                  <c:v>6573.0973451327445</c:v>
                </c:pt>
                <c:pt idx="723">
                  <c:v>6573.0973451327445</c:v>
                </c:pt>
                <c:pt idx="724">
                  <c:v>6573.0973451327445</c:v>
                </c:pt>
                <c:pt idx="725">
                  <c:v>6573.0973451327445</c:v>
                </c:pt>
                <c:pt idx="726">
                  <c:v>6671.3274336283193</c:v>
                </c:pt>
                <c:pt idx="727">
                  <c:v>6671.3274336283193</c:v>
                </c:pt>
                <c:pt idx="728">
                  <c:v>6671.3274336283193</c:v>
                </c:pt>
                <c:pt idx="729">
                  <c:v>6671.3274336283193</c:v>
                </c:pt>
                <c:pt idx="730">
                  <c:v>6671.3274336283193</c:v>
                </c:pt>
                <c:pt idx="731">
                  <c:v>6671.3274336283193</c:v>
                </c:pt>
                <c:pt idx="732">
                  <c:v>6671.3274336283193</c:v>
                </c:pt>
                <c:pt idx="733">
                  <c:v>6671.3274336283193</c:v>
                </c:pt>
                <c:pt idx="734">
                  <c:v>6671.3274336283193</c:v>
                </c:pt>
                <c:pt idx="735">
                  <c:v>6671.3274336283193</c:v>
                </c:pt>
                <c:pt idx="736">
                  <c:v>6671.3274336283193</c:v>
                </c:pt>
                <c:pt idx="737">
                  <c:v>6736.8141592920365</c:v>
                </c:pt>
                <c:pt idx="738">
                  <c:v>6736.8141592920365</c:v>
                </c:pt>
                <c:pt idx="739">
                  <c:v>6736.8141592920365</c:v>
                </c:pt>
                <c:pt idx="740">
                  <c:v>6736.8141592920365</c:v>
                </c:pt>
                <c:pt idx="741">
                  <c:v>6736.8141592920365</c:v>
                </c:pt>
                <c:pt idx="742">
                  <c:v>6736.8141592920365</c:v>
                </c:pt>
                <c:pt idx="743">
                  <c:v>6736.8141592920365</c:v>
                </c:pt>
                <c:pt idx="744">
                  <c:v>6736.8141592920365</c:v>
                </c:pt>
                <c:pt idx="745">
                  <c:v>6867.7876106194699</c:v>
                </c:pt>
                <c:pt idx="746">
                  <c:v>6867.7876106194699</c:v>
                </c:pt>
                <c:pt idx="747">
                  <c:v>6867.7876106194699</c:v>
                </c:pt>
                <c:pt idx="748">
                  <c:v>6867.7876106194699</c:v>
                </c:pt>
                <c:pt idx="749">
                  <c:v>6867.7876106194699</c:v>
                </c:pt>
                <c:pt idx="750">
                  <c:v>6867.7876106194699</c:v>
                </c:pt>
                <c:pt idx="751">
                  <c:v>6867.7876106194699</c:v>
                </c:pt>
                <c:pt idx="752">
                  <c:v>6966.0176991150456</c:v>
                </c:pt>
                <c:pt idx="753">
                  <c:v>6966.0176991150456</c:v>
                </c:pt>
                <c:pt idx="754">
                  <c:v>6966.0176991150456</c:v>
                </c:pt>
                <c:pt idx="755">
                  <c:v>6966.0176991150456</c:v>
                </c:pt>
                <c:pt idx="756">
                  <c:v>6966.0176991150456</c:v>
                </c:pt>
                <c:pt idx="757">
                  <c:v>6966.0176991150456</c:v>
                </c:pt>
                <c:pt idx="758">
                  <c:v>6966.0176991150456</c:v>
                </c:pt>
                <c:pt idx="759">
                  <c:v>6966.0176991150456</c:v>
                </c:pt>
                <c:pt idx="760">
                  <c:v>6966.0176991150456</c:v>
                </c:pt>
                <c:pt idx="761">
                  <c:v>6900.5309734513285</c:v>
                </c:pt>
                <c:pt idx="762">
                  <c:v>6900.5309734513285</c:v>
                </c:pt>
                <c:pt idx="763">
                  <c:v>6900.5309734513285</c:v>
                </c:pt>
                <c:pt idx="764">
                  <c:v>6900.5309734513285</c:v>
                </c:pt>
                <c:pt idx="765">
                  <c:v>6900.5309734513285</c:v>
                </c:pt>
                <c:pt idx="766">
                  <c:v>6736.8141592920365</c:v>
                </c:pt>
                <c:pt idx="767">
                  <c:v>6736.8141592920365</c:v>
                </c:pt>
                <c:pt idx="768">
                  <c:v>6736.8141592920365</c:v>
                </c:pt>
                <c:pt idx="769">
                  <c:v>6736.8141592920365</c:v>
                </c:pt>
                <c:pt idx="770">
                  <c:v>6704.0707964601779</c:v>
                </c:pt>
                <c:pt idx="771">
                  <c:v>6704.0707964601779</c:v>
                </c:pt>
                <c:pt idx="772">
                  <c:v>6704.0707964601779</c:v>
                </c:pt>
                <c:pt idx="773">
                  <c:v>6311.1504424778768</c:v>
                </c:pt>
                <c:pt idx="774">
                  <c:v>6311.1504424778768</c:v>
                </c:pt>
                <c:pt idx="775">
                  <c:v>6311.1504424778768</c:v>
                </c:pt>
                <c:pt idx="776">
                  <c:v>6311.1504424778768</c:v>
                </c:pt>
                <c:pt idx="777">
                  <c:v>6311.1504424778768</c:v>
                </c:pt>
                <c:pt idx="778">
                  <c:v>6311.1504424778768</c:v>
                </c:pt>
                <c:pt idx="779">
                  <c:v>6311.1504424778768</c:v>
                </c:pt>
                <c:pt idx="780">
                  <c:v>6311.1504424778768</c:v>
                </c:pt>
                <c:pt idx="781">
                  <c:v>6311.1504424778768</c:v>
                </c:pt>
                <c:pt idx="782">
                  <c:v>6311.1504424778768</c:v>
                </c:pt>
                <c:pt idx="783">
                  <c:v>6311.1504424778768</c:v>
                </c:pt>
                <c:pt idx="784">
                  <c:v>6311.1504424778768</c:v>
                </c:pt>
                <c:pt idx="785">
                  <c:v>6311.1504424778768</c:v>
                </c:pt>
                <c:pt idx="786">
                  <c:v>6311.1504424778768</c:v>
                </c:pt>
                <c:pt idx="787">
                  <c:v>6311.1504424778768</c:v>
                </c:pt>
                <c:pt idx="788">
                  <c:v>6507.6106194690274</c:v>
                </c:pt>
                <c:pt idx="789">
                  <c:v>6507.6106194690274</c:v>
                </c:pt>
                <c:pt idx="790">
                  <c:v>6507.6106194690274</c:v>
                </c:pt>
                <c:pt idx="791">
                  <c:v>6507.6106194690274</c:v>
                </c:pt>
                <c:pt idx="792">
                  <c:v>6507.6106194690274</c:v>
                </c:pt>
                <c:pt idx="793">
                  <c:v>6507.6106194690274</c:v>
                </c:pt>
                <c:pt idx="794">
                  <c:v>6507.6106194690274</c:v>
                </c:pt>
                <c:pt idx="795">
                  <c:v>6507.6106194690274</c:v>
                </c:pt>
                <c:pt idx="796">
                  <c:v>7031.5044247787619</c:v>
                </c:pt>
                <c:pt idx="797">
                  <c:v>7031.5044247787619</c:v>
                </c:pt>
                <c:pt idx="798">
                  <c:v>7031.5044247787619</c:v>
                </c:pt>
                <c:pt idx="799">
                  <c:v>7031.5044247787619</c:v>
                </c:pt>
                <c:pt idx="800">
                  <c:v>7031.5044247787619</c:v>
                </c:pt>
                <c:pt idx="801">
                  <c:v>6933.274336283187</c:v>
                </c:pt>
                <c:pt idx="802">
                  <c:v>6933.274336283187</c:v>
                </c:pt>
                <c:pt idx="803">
                  <c:v>6933.274336283187</c:v>
                </c:pt>
                <c:pt idx="804">
                  <c:v>6933.274336283187</c:v>
                </c:pt>
                <c:pt idx="805">
                  <c:v>6933.274336283187</c:v>
                </c:pt>
                <c:pt idx="806">
                  <c:v>6933.274336283187</c:v>
                </c:pt>
                <c:pt idx="807">
                  <c:v>6933.274336283187</c:v>
                </c:pt>
                <c:pt idx="808">
                  <c:v>6933.274336283187</c:v>
                </c:pt>
                <c:pt idx="809">
                  <c:v>6933.274336283187</c:v>
                </c:pt>
                <c:pt idx="810">
                  <c:v>6933.274336283187</c:v>
                </c:pt>
                <c:pt idx="811">
                  <c:v>6933.274336283187</c:v>
                </c:pt>
                <c:pt idx="812">
                  <c:v>6933.274336283187</c:v>
                </c:pt>
                <c:pt idx="813">
                  <c:v>6933.274336283187</c:v>
                </c:pt>
                <c:pt idx="814">
                  <c:v>6933.274336283187</c:v>
                </c:pt>
                <c:pt idx="815">
                  <c:v>6933.274336283187</c:v>
                </c:pt>
                <c:pt idx="816">
                  <c:v>6933.274336283187</c:v>
                </c:pt>
                <c:pt idx="817">
                  <c:v>6933.274336283187</c:v>
                </c:pt>
                <c:pt idx="818">
                  <c:v>6933.274336283187</c:v>
                </c:pt>
                <c:pt idx="819">
                  <c:v>6933.274336283187</c:v>
                </c:pt>
                <c:pt idx="820">
                  <c:v>6933.274336283187</c:v>
                </c:pt>
                <c:pt idx="821">
                  <c:v>6933.274336283187</c:v>
                </c:pt>
                <c:pt idx="822">
                  <c:v>6933.274336283187</c:v>
                </c:pt>
                <c:pt idx="823">
                  <c:v>6933.274336283187</c:v>
                </c:pt>
                <c:pt idx="824">
                  <c:v>6933.274336283187</c:v>
                </c:pt>
                <c:pt idx="825">
                  <c:v>6933.274336283187</c:v>
                </c:pt>
                <c:pt idx="826">
                  <c:v>6933.274336283187</c:v>
                </c:pt>
                <c:pt idx="827">
                  <c:v>6933.274336283187</c:v>
                </c:pt>
                <c:pt idx="828">
                  <c:v>6933.274336283187</c:v>
                </c:pt>
                <c:pt idx="829">
                  <c:v>6933.274336283187</c:v>
                </c:pt>
                <c:pt idx="830">
                  <c:v>6933.274336283187</c:v>
                </c:pt>
                <c:pt idx="831">
                  <c:v>6933.274336283187</c:v>
                </c:pt>
                <c:pt idx="832">
                  <c:v>6933.274336283187</c:v>
                </c:pt>
                <c:pt idx="833">
                  <c:v>6933.274336283187</c:v>
                </c:pt>
                <c:pt idx="834">
                  <c:v>6933.274336283187</c:v>
                </c:pt>
                <c:pt idx="835">
                  <c:v>6933.274336283187</c:v>
                </c:pt>
                <c:pt idx="836">
                  <c:v>6933.274336283187</c:v>
                </c:pt>
                <c:pt idx="837">
                  <c:v>6933.274336283187</c:v>
                </c:pt>
                <c:pt idx="838">
                  <c:v>6933.274336283187</c:v>
                </c:pt>
                <c:pt idx="839">
                  <c:v>6933.274336283187</c:v>
                </c:pt>
                <c:pt idx="840">
                  <c:v>6933.274336283187</c:v>
                </c:pt>
                <c:pt idx="841">
                  <c:v>6933.274336283187</c:v>
                </c:pt>
                <c:pt idx="842">
                  <c:v>6933.274336283187</c:v>
                </c:pt>
              </c:numCache>
            </c:numRef>
          </c:val>
          <c:smooth val="1"/>
          <c:extLst xmlns:c16r2="http://schemas.microsoft.com/office/drawing/2015/06/chart">
            <c:ext xmlns:c16="http://schemas.microsoft.com/office/drawing/2014/chart" uri="{C3380CC4-5D6E-409C-BE32-E72D297353CC}">
              <c16:uniqueId val="{00000002-99B6-47BE-A05B-EBBF36543BF2}"/>
            </c:ext>
          </c:extLst>
        </c:ser>
        <c:ser>
          <c:idx val="4"/>
          <c:order val="3"/>
          <c:tx>
            <c:strRef>
              <c:f>'图49-57'!$O$3</c:f>
              <c:strCache>
                <c:ptCount val="1"/>
                <c:pt idx="0">
                  <c:v>肥料磷酸价差</c:v>
                </c:pt>
              </c:strCache>
            </c:strRef>
          </c:tx>
          <c:spPr>
            <a:ln w="12700" cap="rnd" cmpd="sng" algn="ctr">
              <a:solidFill>
                <a:srgbClr val="FFC000"/>
              </a:solidFill>
              <a:prstDash val="solid"/>
              <a:round/>
            </a:ln>
          </c:spPr>
          <c:marker>
            <c:symbol val="none"/>
          </c:marker>
          <c:cat>
            <c:numRef>
              <c:f>'图49-57'!$A$4:$A$1021</c:f>
              <c:numCache>
                <c:formatCode>yyyy/mm/dd;@</c:formatCode>
                <c:ptCount val="1018"/>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numCache>
            </c:numRef>
          </c:cat>
          <c:val>
            <c:numRef>
              <c:f>'图49-57'!$O$172:$O$1014</c:f>
              <c:numCache>
                <c:formatCode>0</c:formatCode>
                <c:ptCount val="843"/>
                <c:pt idx="0">
                  <c:v>16323.008849557524</c:v>
                </c:pt>
                <c:pt idx="1">
                  <c:v>16323.008849557524</c:v>
                </c:pt>
                <c:pt idx="2">
                  <c:v>16323.008849557524</c:v>
                </c:pt>
                <c:pt idx="3">
                  <c:v>16323.008849557524</c:v>
                </c:pt>
                <c:pt idx="4">
                  <c:v>16323.008849557524</c:v>
                </c:pt>
                <c:pt idx="5">
                  <c:v>16781.41592920354</c:v>
                </c:pt>
                <c:pt idx="6">
                  <c:v>16781.41592920354</c:v>
                </c:pt>
                <c:pt idx="7">
                  <c:v>16781.41592920354</c:v>
                </c:pt>
                <c:pt idx="8">
                  <c:v>16781.41592920354</c:v>
                </c:pt>
                <c:pt idx="9">
                  <c:v>16781.41592920354</c:v>
                </c:pt>
                <c:pt idx="10">
                  <c:v>16781.41592920354</c:v>
                </c:pt>
                <c:pt idx="11">
                  <c:v>16977.876106194693</c:v>
                </c:pt>
                <c:pt idx="12">
                  <c:v>16977.876106194693</c:v>
                </c:pt>
                <c:pt idx="13">
                  <c:v>16977.876106194693</c:v>
                </c:pt>
                <c:pt idx="14">
                  <c:v>16977.876106194693</c:v>
                </c:pt>
                <c:pt idx="15">
                  <c:v>16977.876106194693</c:v>
                </c:pt>
                <c:pt idx="16">
                  <c:v>16977.876106194693</c:v>
                </c:pt>
                <c:pt idx="17">
                  <c:v>16977.876106194693</c:v>
                </c:pt>
                <c:pt idx="18">
                  <c:v>16977.876106194693</c:v>
                </c:pt>
                <c:pt idx="19">
                  <c:v>16977.876106194693</c:v>
                </c:pt>
                <c:pt idx="20">
                  <c:v>16977.876106194693</c:v>
                </c:pt>
                <c:pt idx="21">
                  <c:v>16977.876106194693</c:v>
                </c:pt>
                <c:pt idx="22">
                  <c:v>16977.876106194693</c:v>
                </c:pt>
                <c:pt idx="23">
                  <c:v>16977.876106194693</c:v>
                </c:pt>
                <c:pt idx="24">
                  <c:v>16977.876106194693</c:v>
                </c:pt>
                <c:pt idx="25">
                  <c:v>16977.876106194693</c:v>
                </c:pt>
                <c:pt idx="26">
                  <c:v>16977.876106194693</c:v>
                </c:pt>
                <c:pt idx="27">
                  <c:v>17305.309734513277</c:v>
                </c:pt>
                <c:pt idx="28">
                  <c:v>17305.309734513277</c:v>
                </c:pt>
                <c:pt idx="29">
                  <c:v>17305.309734513277</c:v>
                </c:pt>
                <c:pt idx="30">
                  <c:v>17305.309734513277</c:v>
                </c:pt>
                <c:pt idx="31">
                  <c:v>17305.309734513277</c:v>
                </c:pt>
                <c:pt idx="32">
                  <c:v>17305.309734513277</c:v>
                </c:pt>
                <c:pt idx="33">
                  <c:v>17305.309734513277</c:v>
                </c:pt>
                <c:pt idx="34">
                  <c:v>17305.309734513277</c:v>
                </c:pt>
                <c:pt idx="35">
                  <c:v>17305.309734513277</c:v>
                </c:pt>
                <c:pt idx="36">
                  <c:v>17305.309734513277</c:v>
                </c:pt>
                <c:pt idx="37">
                  <c:v>17305.309734513277</c:v>
                </c:pt>
                <c:pt idx="38">
                  <c:v>16977.876106194693</c:v>
                </c:pt>
                <c:pt idx="39">
                  <c:v>16977.876106194693</c:v>
                </c:pt>
                <c:pt idx="40">
                  <c:v>16977.876106194693</c:v>
                </c:pt>
                <c:pt idx="41">
                  <c:v>16977.876106194693</c:v>
                </c:pt>
                <c:pt idx="42">
                  <c:v>17331.858407079646</c:v>
                </c:pt>
                <c:pt idx="43">
                  <c:v>17331.858407079646</c:v>
                </c:pt>
                <c:pt idx="44">
                  <c:v>17331.858407079646</c:v>
                </c:pt>
                <c:pt idx="45">
                  <c:v>17331.858407079646</c:v>
                </c:pt>
                <c:pt idx="46">
                  <c:v>17331.858407079646</c:v>
                </c:pt>
                <c:pt idx="47">
                  <c:v>17331.858407079646</c:v>
                </c:pt>
                <c:pt idx="48">
                  <c:v>17331.858407079646</c:v>
                </c:pt>
                <c:pt idx="49">
                  <c:v>16611.504424778763</c:v>
                </c:pt>
                <c:pt idx="50">
                  <c:v>16611.504424778763</c:v>
                </c:pt>
                <c:pt idx="51">
                  <c:v>16611.504424778763</c:v>
                </c:pt>
                <c:pt idx="52">
                  <c:v>16611.504424778763</c:v>
                </c:pt>
                <c:pt idx="53">
                  <c:v>16022.123893805312</c:v>
                </c:pt>
                <c:pt idx="54">
                  <c:v>16730.088495575223</c:v>
                </c:pt>
                <c:pt idx="55">
                  <c:v>16730.088495575223</c:v>
                </c:pt>
                <c:pt idx="56">
                  <c:v>16730.088495575223</c:v>
                </c:pt>
                <c:pt idx="57">
                  <c:v>16730.088495575223</c:v>
                </c:pt>
                <c:pt idx="58">
                  <c:v>16730.088495575223</c:v>
                </c:pt>
                <c:pt idx="59">
                  <c:v>16730.088495575223</c:v>
                </c:pt>
                <c:pt idx="60">
                  <c:v>16730.088495575223</c:v>
                </c:pt>
                <c:pt idx="61">
                  <c:v>16730.088495575223</c:v>
                </c:pt>
                <c:pt idx="62">
                  <c:v>16730.088495575223</c:v>
                </c:pt>
                <c:pt idx="63">
                  <c:v>16730.088495575223</c:v>
                </c:pt>
                <c:pt idx="64">
                  <c:v>16730.088495575223</c:v>
                </c:pt>
                <c:pt idx="65">
                  <c:v>16730.088495575223</c:v>
                </c:pt>
                <c:pt idx="66">
                  <c:v>16730.088495575223</c:v>
                </c:pt>
                <c:pt idx="67">
                  <c:v>16730.088495575223</c:v>
                </c:pt>
                <c:pt idx="68">
                  <c:v>16730.088495575223</c:v>
                </c:pt>
                <c:pt idx="69">
                  <c:v>16730.088495575223</c:v>
                </c:pt>
                <c:pt idx="70">
                  <c:v>16402.654867256639</c:v>
                </c:pt>
                <c:pt idx="71">
                  <c:v>16402.654867256639</c:v>
                </c:pt>
                <c:pt idx="72">
                  <c:v>16402.654867256639</c:v>
                </c:pt>
                <c:pt idx="73">
                  <c:v>16402.654867256639</c:v>
                </c:pt>
                <c:pt idx="74">
                  <c:v>16402.654867256639</c:v>
                </c:pt>
                <c:pt idx="75">
                  <c:v>16402.654867256639</c:v>
                </c:pt>
                <c:pt idx="76">
                  <c:v>15747.787610619471</c:v>
                </c:pt>
                <c:pt idx="77">
                  <c:v>15747.787610619471</c:v>
                </c:pt>
                <c:pt idx="78">
                  <c:v>15747.787610619471</c:v>
                </c:pt>
                <c:pt idx="79">
                  <c:v>15747.787610619471</c:v>
                </c:pt>
                <c:pt idx="80">
                  <c:v>15747.787610619471</c:v>
                </c:pt>
                <c:pt idx="81">
                  <c:v>15747.787610619471</c:v>
                </c:pt>
                <c:pt idx="82">
                  <c:v>15747.787610619471</c:v>
                </c:pt>
                <c:pt idx="83">
                  <c:v>15747.787610619471</c:v>
                </c:pt>
                <c:pt idx="84">
                  <c:v>15747.787610619471</c:v>
                </c:pt>
                <c:pt idx="85">
                  <c:v>15747.787610619471</c:v>
                </c:pt>
                <c:pt idx="86">
                  <c:v>15747.787610619471</c:v>
                </c:pt>
                <c:pt idx="87">
                  <c:v>15747.787610619471</c:v>
                </c:pt>
                <c:pt idx="88">
                  <c:v>15747.787610619471</c:v>
                </c:pt>
                <c:pt idx="89">
                  <c:v>15747.787610619471</c:v>
                </c:pt>
                <c:pt idx="90">
                  <c:v>15747.787610619471</c:v>
                </c:pt>
                <c:pt idx="91">
                  <c:v>15747.787610619471</c:v>
                </c:pt>
                <c:pt idx="92">
                  <c:v>15747.787610619471</c:v>
                </c:pt>
                <c:pt idx="93">
                  <c:v>15747.787610619471</c:v>
                </c:pt>
                <c:pt idx="94">
                  <c:v>15747.787610619471</c:v>
                </c:pt>
                <c:pt idx="95">
                  <c:v>15747.787610619471</c:v>
                </c:pt>
                <c:pt idx="96">
                  <c:v>15747.787610619471</c:v>
                </c:pt>
                <c:pt idx="97">
                  <c:v>15747.787610619471</c:v>
                </c:pt>
                <c:pt idx="98">
                  <c:v>16402.654867256639</c:v>
                </c:pt>
                <c:pt idx="99">
                  <c:v>16402.654867256639</c:v>
                </c:pt>
                <c:pt idx="100">
                  <c:v>16402.654867256639</c:v>
                </c:pt>
                <c:pt idx="101">
                  <c:v>16402.654867256639</c:v>
                </c:pt>
                <c:pt idx="102">
                  <c:v>16402.654867256639</c:v>
                </c:pt>
                <c:pt idx="103">
                  <c:v>16402.654867256639</c:v>
                </c:pt>
                <c:pt idx="104">
                  <c:v>16402.654867256639</c:v>
                </c:pt>
                <c:pt idx="105">
                  <c:v>16402.654867256639</c:v>
                </c:pt>
                <c:pt idx="106">
                  <c:v>16402.654867256639</c:v>
                </c:pt>
                <c:pt idx="107">
                  <c:v>16402.654867256639</c:v>
                </c:pt>
                <c:pt idx="108">
                  <c:v>16402.654867256639</c:v>
                </c:pt>
                <c:pt idx="109">
                  <c:v>16402.654867256639</c:v>
                </c:pt>
                <c:pt idx="110">
                  <c:v>16402.654867256639</c:v>
                </c:pt>
                <c:pt idx="111">
                  <c:v>16402.654867256639</c:v>
                </c:pt>
                <c:pt idx="112">
                  <c:v>16402.654867256639</c:v>
                </c:pt>
                <c:pt idx="113">
                  <c:v>16402.654867256639</c:v>
                </c:pt>
                <c:pt idx="114">
                  <c:v>16402.654867256639</c:v>
                </c:pt>
                <c:pt idx="115">
                  <c:v>16402.654867256639</c:v>
                </c:pt>
                <c:pt idx="116">
                  <c:v>16402.654867256639</c:v>
                </c:pt>
                <c:pt idx="117">
                  <c:v>16402.654867256639</c:v>
                </c:pt>
                <c:pt idx="118">
                  <c:v>16402.654867256639</c:v>
                </c:pt>
                <c:pt idx="119">
                  <c:v>16402.654867256639</c:v>
                </c:pt>
                <c:pt idx="120">
                  <c:v>16402.654867256639</c:v>
                </c:pt>
                <c:pt idx="121">
                  <c:v>16402.654867256639</c:v>
                </c:pt>
                <c:pt idx="122">
                  <c:v>16402.654867256639</c:v>
                </c:pt>
                <c:pt idx="123">
                  <c:v>16402.654867256639</c:v>
                </c:pt>
                <c:pt idx="124">
                  <c:v>16402.654867256639</c:v>
                </c:pt>
                <c:pt idx="125">
                  <c:v>16402.654867256639</c:v>
                </c:pt>
                <c:pt idx="126">
                  <c:v>16402.654867256639</c:v>
                </c:pt>
                <c:pt idx="127">
                  <c:v>16402.654867256639</c:v>
                </c:pt>
                <c:pt idx="128">
                  <c:v>16402.654867256639</c:v>
                </c:pt>
                <c:pt idx="129">
                  <c:v>16402.654867256639</c:v>
                </c:pt>
                <c:pt idx="130">
                  <c:v>16402.654867256639</c:v>
                </c:pt>
                <c:pt idx="131">
                  <c:v>16402.654867256639</c:v>
                </c:pt>
                <c:pt idx="132">
                  <c:v>16402.654867256639</c:v>
                </c:pt>
                <c:pt idx="133">
                  <c:v>16402.654867256639</c:v>
                </c:pt>
                <c:pt idx="134">
                  <c:v>16402.654867256639</c:v>
                </c:pt>
                <c:pt idx="135">
                  <c:v>16402.654867256639</c:v>
                </c:pt>
                <c:pt idx="136">
                  <c:v>16402.654867256639</c:v>
                </c:pt>
                <c:pt idx="137">
                  <c:v>16402.654867256639</c:v>
                </c:pt>
                <c:pt idx="138">
                  <c:v>16402.654867256639</c:v>
                </c:pt>
                <c:pt idx="139">
                  <c:v>16402.654867256639</c:v>
                </c:pt>
                <c:pt idx="140">
                  <c:v>16402.654867256639</c:v>
                </c:pt>
                <c:pt idx="141">
                  <c:v>16402.654867256639</c:v>
                </c:pt>
                <c:pt idx="142">
                  <c:v>16402.654867256639</c:v>
                </c:pt>
                <c:pt idx="143">
                  <c:v>16402.654867256639</c:v>
                </c:pt>
                <c:pt idx="144">
                  <c:v>16402.654867256639</c:v>
                </c:pt>
                <c:pt idx="145">
                  <c:v>16402.654867256639</c:v>
                </c:pt>
                <c:pt idx="146">
                  <c:v>16402.654867256639</c:v>
                </c:pt>
                <c:pt idx="147">
                  <c:v>16402.654867256639</c:v>
                </c:pt>
                <c:pt idx="148">
                  <c:v>16402.654867256639</c:v>
                </c:pt>
                <c:pt idx="149">
                  <c:v>16402.654867256639</c:v>
                </c:pt>
                <c:pt idx="150">
                  <c:v>16402.654867256639</c:v>
                </c:pt>
                <c:pt idx="151">
                  <c:v>16402.654867256639</c:v>
                </c:pt>
                <c:pt idx="152">
                  <c:v>16402.654867256639</c:v>
                </c:pt>
                <c:pt idx="153">
                  <c:v>16402.654867256639</c:v>
                </c:pt>
                <c:pt idx="154">
                  <c:v>16402.654867256639</c:v>
                </c:pt>
                <c:pt idx="155">
                  <c:v>16048.672566371682</c:v>
                </c:pt>
                <c:pt idx="156">
                  <c:v>15340.707964601772</c:v>
                </c:pt>
                <c:pt idx="157">
                  <c:v>15340.707964601772</c:v>
                </c:pt>
                <c:pt idx="158">
                  <c:v>15340.707964601772</c:v>
                </c:pt>
                <c:pt idx="159">
                  <c:v>15340.707964601772</c:v>
                </c:pt>
                <c:pt idx="160">
                  <c:v>15340.707964601772</c:v>
                </c:pt>
                <c:pt idx="161">
                  <c:v>15340.707964601772</c:v>
                </c:pt>
                <c:pt idx="162">
                  <c:v>15340.707964601772</c:v>
                </c:pt>
                <c:pt idx="163">
                  <c:v>15340.707964601772</c:v>
                </c:pt>
                <c:pt idx="164">
                  <c:v>14898.230088495577</c:v>
                </c:pt>
                <c:pt idx="165">
                  <c:v>14898.230088495577</c:v>
                </c:pt>
                <c:pt idx="166">
                  <c:v>14898.230088495577</c:v>
                </c:pt>
                <c:pt idx="167">
                  <c:v>14898.230088495577</c:v>
                </c:pt>
                <c:pt idx="168">
                  <c:v>14898.230088495577</c:v>
                </c:pt>
                <c:pt idx="169">
                  <c:v>14898.230088495577</c:v>
                </c:pt>
                <c:pt idx="170">
                  <c:v>14898.230088495577</c:v>
                </c:pt>
                <c:pt idx="171">
                  <c:v>14898.230088495577</c:v>
                </c:pt>
                <c:pt idx="172">
                  <c:v>14898.230088495577</c:v>
                </c:pt>
                <c:pt idx="173">
                  <c:v>14898.230088495577</c:v>
                </c:pt>
                <c:pt idx="174">
                  <c:v>14898.230088495577</c:v>
                </c:pt>
                <c:pt idx="175">
                  <c:v>14898.230088495577</c:v>
                </c:pt>
                <c:pt idx="176">
                  <c:v>15225.663716814161</c:v>
                </c:pt>
                <c:pt idx="177">
                  <c:v>15225.663716814161</c:v>
                </c:pt>
                <c:pt idx="178">
                  <c:v>15225.663716814161</c:v>
                </c:pt>
                <c:pt idx="179">
                  <c:v>14898.230088495577</c:v>
                </c:pt>
                <c:pt idx="180">
                  <c:v>14898.230088495577</c:v>
                </c:pt>
                <c:pt idx="181">
                  <c:v>14898.230088495577</c:v>
                </c:pt>
                <c:pt idx="182">
                  <c:v>14898.230088495577</c:v>
                </c:pt>
                <c:pt idx="183">
                  <c:v>14898.230088495577</c:v>
                </c:pt>
                <c:pt idx="184">
                  <c:v>14013.274336283188</c:v>
                </c:pt>
                <c:pt idx="185">
                  <c:v>14013.274336283188</c:v>
                </c:pt>
                <c:pt idx="186">
                  <c:v>14013.274336283188</c:v>
                </c:pt>
                <c:pt idx="187">
                  <c:v>14013.274336283188</c:v>
                </c:pt>
                <c:pt idx="188">
                  <c:v>14013.274336283188</c:v>
                </c:pt>
                <c:pt idx="189">
                  <c:v>14013.274336283188</c:v>
                </c:pt>
                <c:pt idx="190">
                  <c:v>14013.274336283188</c:v>
                </c:pt>
                <c:pt idx="191">
                  <c:v>14013.274336283188</c:v>
                </c:pt>
                <c:pt idx="192">
                  <c:v>14013.274336283188</c:v>
                </c:pt>
                <c:pt idx="193">
                  <c:v>14013.274336283188</c:v>
                </c:pt>
                <c:pt idx="194">
                  <c:v>14013.274336283188</c:v>
                </c:pt>
                <c:pt idx="195">
                  <c:v>14013.274336283188</c:v>
                </c:pt>
                <c:pt idx="196">
                  <c:v>14013.274336283188</c:v>
                </c:pt>
                <c:pt idx="197">
                  <c:v>14013.274336283188</c:v>
                </c:pt>
                <c:pt idx="198">
                  <c:v>14013.274336283188</c:v>
                </c:pt>
                <c:pt idx="199">
                  <c:v>14013.274336283188</c:v>
                </c:pt>
                <c:pt idx="200">
                  <c:v>14013.274336283188</c:v>
                </c:pt>
                <c:pt idx="201">
                  <c:v>14013.274336283188</c:v>
                </c:pt>
                <c:pt idx="202">
                  <c:v>12703.53982300885</c:v>
                </c:pt>
                <c:pt idx="203">
                  <c:v>12703.53982300885</c:v>
                </c:pt>
                <c:pt idx="204">
                  <c:v>12703.53982300885</c:v>
                </c:pt>
                <c:pt idx="205">
                  <c:v>12703.53982300885</c:v>
                </c:pt>
                <c:pt idx="206">
                  <c:v>12703.53982300885</c:v>
                </c:pt>
                <c:pt idx="207">
                  <c:v>12703.53982300885</c:v>
                </c:pt>
                <c:pt idx="208">
                  <c:v>12703.53982300885</c:v>
                </c:pt>
                <c:pt idx="209">
                  <c:v>12703.53982300885</c:v>
                </c:pt>
                <c:pt idx="210">
                  <c:v>12703.53982300885</c:v>
                </c:pt>
                <c:pt idx="211">
                  <c:v>12703.53982300885</c:v>
                </c:pt>
                <c:pt idx="212">
                  <c:v>12703.53982300885</c:v>
                </c:pt>
                <c:pt idx="213">
                  <c:v>12703.53982300885</c:v>
                </c:pt>
                <c:pt idx="214">
                  <c:v>12703.53982300885</c:v>
                </c:pt>
                <c:pt idx="215">
                  <c:v>12703.53982300885</c:v>
                </c:pt>
                <c:pt idx="216">
                  <c:v>12703.53982300885</c:v>
                </c:pt>
                <c:pt idx="217">
                  <c:v>12703.53982300885</c:v>
                </c:pt>
                <c:pt idx="218">
                  <c:v>12703.53982300885</c:v>
                </c:pt>
                <c:pt idx="219">
                  <c:v>12703.53982300885</c:v>
                </c:pt>
                <c:pt idx="220">
                  <c:v>12703.53982300885</c:v>
                </c:pt>
                <c:pt idx="221">
                  <c:v>12703.53982300885</c:v>
                </c:pt>
                <c:pt idx="222">
                  <c:v>12703.53982300885</c:v>
                </c:pt>
                <c:pt idx="223">
                  <c:v>12261.061946902657</c:v>
                </c:pt>
                <c:pt idx="224">
                  <c:v>12261.061946902657</c:v>
                </c:pt>
                <c:pt idx="225">
                  <c:v>12261.061946902657</c:v>
                </c:pt>
                <c:pt idx="226">
                  <c:v>12261.061946902657</c:v>
                </c:pt>
                <c:pt idx="227">
                  <c:v>12261.061946902657</c:v>
                </c:pt>
                <c:pt idx="228">
                  <c:v>12261.061946902657</c:v>
                </c:pt>
                <c:pt idx="229">
                  <c:v>12261.061946902657</c:v>
                </c:pt>
                <c:pt idx="230">
                  <c:v>12261.061946902657</c:v>
                </c:pt>
                <c:pt idx="231">
                  <c:v>12261.061946902657</c:v>
                </c:pt>
                <c:pt idx="232">
                  <c:v>12261.061946902657</c:v>
                </c:pt>
                <c:pt idx="233">
                  <c:v>12261.061946902657</c:v>
                </c:pt>
                <c:pt idx="234">
                  <c:v>12261.061946902657</c:v>
                </c:pt>
                <c:pt idx="235">
                  <c:v>12261.061946902657</c:v>
                </c:pt>
                <c:pt idx="236">
                  <c:v>12261.061946902657</c:v>
                </c:pt>
                <c:pt idx="237">
                  <c:v>11623.893805309735</c:v>
                </c:pt>
                <c:pt idx="238">
                  <c:v>11623.893805309735</c:v>
                </c:pt>
                <c:pt idx="239">
                  <c:v>11623.893805309735</c:v>
                </c:pt>
                <c:pt idx="240">
                  <c:v>11623.893805309735</c:v>
                </c:pt>
                <c:pt idx="241">
                  <c:v>12508.849557522126</c:v>
                </c:pt>
                <c:pt idx="242">
                  <c:v>12508.849557522126</c:v>
                </c:pt>
                <c:pt idx="243">
                  <c:v>12508.849557522126</c:v>
                </c:pt>
                <c:pt idx="244">
                  <c:v>12508.849557522126</c:v>
                </c:pt>
                <c:pt idx="245">
                  <c:v>14278.761061946903</c:v>
                </c:pt>
                <c:pt idx="246">
                  <c:v>13296.460176991151</c:v>
                </c:pt>
                <c:pt idx="247">
                  <c:v>13623.893805309735</c:v>
                </c:pt>
                <c:pt idx="248">
                  <c:v>14278.761061946903</c:v>
                </c:pt>
                <c:pt idx="249">
                  <c:v>14278.761061946903</c:v>
                </c:pt>
                <c:pt idx="250">
                  <c:v>14278.761061946903</c:v>
                </c:pt>
                <c:pt idx="251">
                  <c:v>14933.628318584073</c:v>
                </c:pt>
                <c:pt idx="252">
                  <c:v>14933.628318584073</c:v>
                </c:pt>
                <c:pt idx="253">
                  <c:v>14146.017699115046</c:v>
                </c:pt>
                <c:pt idx="254">
                  <c:v>14146.017699115046</c:v>
                </c:pt>
                <c:pt idx="255">
                  <c:v>14146.017699115046</c:v>
                </c:pt>
                <c:pt idx="256">
                  <c:v>15128.318584070797</c:v>
                </c:pt>
                <c:pt idx="257">
                  <c:v>15128.318584070797</c:v>
                </c:pt>
                <c:pt idx="258">
                  <c:v>16438.053097345135</c:v>
                </c:pt>
                <c:pt idx="259">
                  <c:v>13340.707964601772</c:v>
                </c:pt>
                <c:pt idx="260">
                  <c:v>13340.707964601772</c:v>
                </c:pt>
                <c:pt idx="261">
                  <c:v>9800.8849557522135</c:v>
                </c:pt>
                <c:pt idx="262">
                  <c:v>9800.8849557522135</c:v>
                </c:pt>
                <c:pt idx="263">
                  <c:v>9800.8849557522135</c:v>
                </c:pt>
                <c:pt idx="264">
                  <c:v>9800.8849557522135</c:v>
                </c:pt>
                <c:pt idx="265">
                  <c:v>9800.8849557522135</c:v>
                </c:pt>
                <c:pt idx="266">
                  <c:v>9800.8849557522135</c:v>
                </c:pt>
                <c:pt idx="267">
                  <c:v>9800.8849557522135</c:v>
                </c:pt>
                <c:pt idx="268">
                  <c:v>9800.8849557522135</c:v>
                </c:pt>
                <c:pt idx="269">
                  <c:v>9800.8849557522135</c:v>
                </c:pt>
                <c:pt idx="270">
                  <c:v>10783.185840707965</c:v>
                </c:pt>
                <c:pt idx="271">
                  <c:v>10668.141592920356</c:v>
                </c:pt>
                <c:pt idx="272">
                  <c:v>10668.141592920356</c:v>
                </c:pt>
                <c:pt idx="273">
                  <c:v>10668.141592920356</c:v>
                </c:pt>
                <c:pt idx="274">
                  <c:v>10668.141592920356</c:v>
                </c:pt>
                <c:pt idx="275">
                  <c:v>11061.061946902655</c:v>
                </c:pt>
                <c:pt idx="276">
                  <c:v>11061.061946902655</c:v>
                </c:pt>
                <c:pt idx="277">
                  <c:v>10176.106194690266</c:v>
                </c:pt>
                <c:pt idx="278">
                  <c:v>10176.106194690266</c:v>
                </c:pt>
                <c:pt idx="279">
                  <c:v>10176.106194690266</c:v>
                </c:pt>
                <c:pt idx="280">
                  <c:v>10176.106194690266</c:v>
                </c:pt>
                <c:pt idx="281">
                  <c:v>10176.106194690266</c:v>
                </c:pt>
                <c:pt idx="282">
                  <c:v>10176.106194690266</c:v>
                </c:pt>
                <c:pt idx="283">
                  <c:v>10176.106194690266</c:v>
                </c:pt>
                <c:pt idx="284">
                  <c:v>10307.079646017701</c:v>
                </c:pt>
                <c:pt idx="285">
                  <c:v>10307.079646017701</c:v>
                </c:pt>
                <c:pt idx="286">
                  <c:v>10307.079646017701</c:v>
                </c:pt>
                <c:pt idx="287">
                  <c:v>10307.079646017701</c:v>
                </c:pt>
                <c:pt idx="288">
                  <c:v>10307.079646017701</c:v>
                </c:pt>
                <c:pt idx="289">
                  <c:v>10307.079646017701</c:v>
                </c:pt>
                <c:pt idx="290">
                  <c:v>10176.106194690266</c:v>
                </c:pt>
                <c:pt idx="291">
                  <c:v>10176.106194690266</c:v>
                </c:pt>
                <c:pt idx="292">
                  <c:v>10176.106194690266</c:v>
                </c:pt>
                <c:pt idx="293">
                  <c:v>10176.106194690266</c:v>
                </c:pt>
                <c:pt idx="294">
                  <c:v>10176.106194690266</c:v>
                </c:pt>
                <c:pt idx="295">
                  <c:v>10176.106194690266</c:v>
                </c:pt>
                <c:pt idx="296">
                  <c:v>10176.106194690266</c:v>
                </c:pt>
                <c:pt idx="297">
                  <c:v>10176.106194690266</c:v>
                </c:pt>
                <c:pt idx="298">
                  <c:v>10176.106194690266</c:v>
                </c:pt>
                <c:pt idx="299">
                  <c:v>10176.106194690266</c:v>
                </c:pt>
                <c:pt idx="300">
                  <c:v>11092.920353982301</c:v>
                </c:pt>
                <c:pt idx="301">
                  <c:v>11092.920353982301</c:v>
                </c:pt>
                <c:pt idx="302">
                  <c:v>11092.920353982301</c:v>
                </c:pt>
                <c:pt idx="303">
                  <c:v>11092.920353982301</c:v>
                </c:pt>
                <c:pt idx="304">
                  <c:v>11092.920353982301</c:v>
                </c:pt>
                <c:pt idx="305">
                  <c:v>11092.920353982301</c:v>
                </c:pt>
                <c:pt idx="306">
                  <c:v>11092.920353982301</c:v>
                </c:pt>
                <c:pt idx="307">
                  <c:v>11092.920353982301</c:v>
                </c:pt>
                <c:pt idx="308">
                  <c:v>11092.920353982301</c:v>
                </c:pt>
                <c:pt idx="309">
                  <c:v>10207.964601769912</c:v>
                </c:pt>
                <c:pt idx="310">
                  <c:v>10207.964601769912</c:v>
                </c:pt>
                <c:pt idx="311">
                  <c:v>10207.964601769912</c:v>
                </c:pt>
                <c:pt idx="312">
                  <c:v>10207.964601769912</c:v>
                </c:pt>
                <c:pt idx="313">
                  <c:v>10207.964601769912</c:v>
                </c:pt>
                <c:pt idx="314">
                  <c:v>10207.964601769912</c:v>
                </c:pt>
                <c:pt idx="315">
                  <c:v>10207.964601769912</c:v>
                </c:pt>
                <c:pt idx="316">
                  <c:v>10207.964601769912</c:v>
                </c:pt>
                <c:pt idx="317">
                  <c:v>9057.5221238938066</c:v>
                </c:pt>
                <c:pt idx="318">
                  <c:v>9057.5221238938066</c:v>
                </c:pt>
                <c:pt idx="319">
                  <c:v>9057.5221238938066</c:v>
                </c:pt>
                <c:pt idx="320">
                  <c:v>9057.5221238938066</c:v>
                </c:pt>
                <c:pt idx="321">
                  <c:v>9057.5221238938066</c:v>
                </c:pt>
                <c:pt idx="322">
                  <c:v>9057.5221238938066</c:v>
                </c:pt>
                <c:pt idx="323">
                  <c:v>9057.5221238938066</c:v>
                </c:pt>
                <c:pt idx="324">
                  <c:v>9057.5221238938066</c:v>
                </c:pt>
                <c:pt idx="325">
                  <c:v>9057.5221238938066</c:v>
                </c:pt>
                <c:pt idx="326">
                  <c:v>9057.5221238938066</c:v>
                </c:pt>
                <c:pt idx="327">
                  <c:v>9057.5221238938066</c:v>
                </c:pt>
                <c:pt idx="328">
                  <c:v>9057.5221238938066</c:v>
                </c:pt>
                <c:pt idx="329">
                  <c:v>9057.5221238938066</c:v>
                </c:pt>
                <c:pt idx="330">
                  <c:v>9057.5221238938066</c:v>
                </c:pt>
                <c:pt idx="331">
                  <c:v>9057.5221238938066</c:v>
                </c:pt>
                <c:pt idx="332">
                  <c:v>9057.5221238938066</c:v>
                </c:pt>
                <c:pt idx="333">
                  <c:v>9057.5221238938066</c:v>
                </c:pt>
                <c:pt idx="334">
                  <c:v>9057.5221238938066</c:v>
                </c:pt>
                <c:pt idx="335">
                  <c:v>9057.5221238938066</c:v>
                </c:pt>
                <c:pt idx="336">
                  <c:v>9535.3982300884963</c:v>
                </c:pt>
                <c:pt idx="337">
                  <c:v>9535.3982300884963</c:v>
                </c:pt>
                <c:pt idx="338">
                  <c:v>9535.3982300884963</c:v>
                </c:pt>
                <c:pt idx="339">
                  <c:v>9535.3982300884963</c:v>
                </c:pt>
                <c:pt idx="340">
                  <c:v>9535.3982300884963</c:v>
                </c:pt>
                <c:pt idx="341">
                  <c:v>9535.3982300884963</c:v>
                </c:pt>
                <c:pt idx="342">
                  <c:v>9181.4159292035401</c:v>
                </c:pt>
                <c:pt idx="343">
                  <c:v>9181.4159292035401</c:v>
                </c:pt>
                <c:pt idx="344">
                  <c:v>9181.4159292035401</c:v>
                </c:pt>
                <c:pt idx="345">
                  <c:v>9181.4159292035401</c:v>
                </c:pt>
                <c:pt idx="346">
                  <c:v>9181.4159292035401</c:v>
                </c:pt>
                <c:pt idx="347">
                  <c:v>9181.4159292035401</c:v>
                </c:pt>
                <c:pt idx="348">
                  <c:v>9181.4159292035401</c:v>
                </c:pt>
                <c:pt idx="349">
                  <c:v>9181.4159292035401</c:v>
                </c:pt>
                <c:pt idx="350">
                  <c:v>9181.4159292035401</c:v>
                </c:pt>
                <c:pt idx="351">
                  <c:v>9181.4159292035401</c:v>
                </c:pt>
                <c:pt idx="352">
                  <c:v>9181.4159292035401</c:v>
                </c:pt>
                <c:pt idx="353">
                  <c:v>9181.4159292035401</c:v>
                </c:pt>
                <c:pt idx="354">
                  <c:v>9181.4159292035401</c:v>
                </c:pt>
                <c:pt idx="355">
                  <c:v>9181.4159292035401</c:v>
                </c:pt>
                <c:pt idx="356">
                  <c:v>9092.9203539823011</c:v>
                </c:pt>
                <c:pt idx="357">
                  <c:v>9092.9203539823011</c:v>
                </c:pt>
                <c:pt idx="358">
                  <c:v>9092.9203539823011</c:v>
                </c:pt>
                <c:pt idx="359">
                  <c:v>9092.9203539823011</c:v>
                </c:pt>
                <c:pt idx="360">
                  <c:v>9092.9203539823011</c:v>
                </c:pt>
                <c:pt idx="361">
                  <c:v>9092.9203539823011</c:v>
                </c:pt>
                <c:pt idx="362">
                  <c:v>9092.9203539823011</c:v>
                </c:pt>
                <c:pt idx="363">
                  <c:v>9092.9203539823011</c:v>
                </c:pt>
                <c:pt idx="364">
                  <c:v>9092.9203539823011</c:v>
                </c:pt>
                <c:pt idx="365">
                  <c:v>9092.9203539823011</c:v>
                </c:pt>
                <c:pt idx="366">
                  <c:v>9092.9203539823011</c:v>
                </c:pt>
                <c:pt idx="367">
                  <c:v>8871.6814159292044</c:v>
                </c:pt>
                <c:pt idx="368">
                  <c:v>8871.6814159292044</c:v>
                </c:pt>
                <c:pt idx="369">
                  <c:v>8871.6814159292044</c:v>
                </c:pt>
                <c:pt idx="370">
                  <c:v>8871.6814159292044</c:v>
                </c:pt>
                <c:pt idx="371">
                  <c:v>8871.6814159292044</c:v>
                </c:pt>
                <c:pt idx="372">
                  <c:v>8871.6814159292044</c:v>
                </c:pt>
                <c:pt idx="373">
                  <c:v>8871.6814159292044</c:v>
                </c:pt>
                <c:pt idx="374">
                  <c:v>8871.6814159292044</c:v>
                </c:pt>
                <c:pt idx="375">
                  <c:v>8871.6814159292044</c:v>
                </c:pt>
                <c:pt idx="376">
                  <c:v>8806.1946902654872</c:v>
                </c:pt>
                <c:pt idx="377">
                  <c:v>8806.1946902654872</c:v>
                </c:pt>
                <c:pt idx="378">
                  <c:v>8806.1946902654872</c:v>
                </c:pt>
                <c:pt idx="379">
                  <c:v>8806.1946902654872</c:v>
                </c:pt>
                <c:pt idx="380">
                  <c:v>8806.1946902654872</c:v>
                </c:pt>
                <c:pt idx="381">
                  <c:v>8806.1946902654872</c:v>
                </c:pt>
                <c:pt idx="382">
                  <c:v>8806.1946902654872</c:v>
                </c:pt>
                <c:pt idx="383">
                  <c:v>8806.1946902654872</c:v>
                </c:pt>
                <c:pt idx="384">
                  <c:v>8806.1946902654872</c:v>
                </c:pt>
                <c:pt idx="385">
                  <c:v>8673.4513274336296</c:v>
                </c:pt>
                <c:pt idx="386">
                  <c:v>8673.4513274336296</c:v>
                </c:pt>
                <c:pt idx="387">
                  <c:v>8673.4513274336296</c:v>
                </c:pt>
                <c:pt idx="388">
                  <c:v>8673.4513274336296</c:v>
                </c:pt>
                <c:pt idx="389">
                  <c:v>8673.4513274336296</c:v>
                </c:pt>
                <c:pt idx="390">
                  <c:v>8673.4513274336296</c:v>
                </c:pt>
                <c:pt idx="391">
                  <c:v>8673.4513274336296</c:v>
                </c:pt>
                <c:pt idx="392">
                  <c:v>8673.4513274336296</c:v>
                </c:pt>
                <c:pt idx="393">
                  <c:v>8673.4513274336296</c:v>
                </c:pt>
                <c:pt idx="394">
                  <c:v>8673.4513274336296</c:v>
                </c:pt>
                <c:pt idx="395">
                  <c:v>8673.4513274336296</c:v>
                </c:pt>
                <c:pt idx="396">
                  <c:v>8673.4513274336296</c:v>
                </c:pt>
                <c:pt idx="397">
                  <c:v>8673.4513274336296</c:v>
                </c:pt>
                <c:pt idx="398">
                  <c:v>8673.4513274336296</c:v>
                </c:pt>
                <c:pt idx="399">
                  <c:v>8673.4513274336296</c:v>
                </c:pt>
                <c:pt idx="400">
                  <c:v>8673.4513274336296</c:v>
                </c:pt>
                <c:pt idx="401">
                  <c:v>8673.4513274336296</c:v>
                </c:pt>
                <c:pt idx="402">
                  <c:v>8869.9115044247792</c:v>
                </c:pt>
                <c:pt idx="403">
                  <c:v>8869.9115044247792</c:v>
                </c:pt>
                <c:pt idx="404">
                  <c:v>8869.9115044247792</c:v>
                </c:pt>
                <c:pt idx="405">
                  <c:v>8869.9115044247792</c:v>
                </c:pt>
                <c:pt idx="406">
                  <c:v>8869.9115044247792</c:v>
                </c:pt>
                <c:pt idx="407">
                  <c:v>8869.9115044247792</c:v>
                </c:pt>
                <c:pt idx="408">
                  <c:v>8869.9115044247792</c:v>
                </c:pt>
                <c:pt idx="409">
                  <c:v>8869.9115044247792</c:v>
                </c:pt>
                <c:pt idx="410">
                  <c:v>8869.9115044247792</c:v>
                </c:pt>
                <c:pt idx="411">
                  <c:v>8869.9115044247792</c:v>
                </c:pt>
                <c:pt idx="412">
                  <c:v>8869.9115044247792</c:v>
                </c:pt>
                <c:pt idx="413">
                  <c:v>8869.9115044247792</c:v>
                </c:pt>
                <c:pt idx="414">
                  <c:v>8869.9115044247792</c:v>
                </c:pt>
                <c:pt idx="415">
                  <c:v>8869.9115044247792</c:v>
                </c:pt>
                <c:pt idx="416">
                  <c:v>8869.9115044247792</c:v>
                </c:pt>
                <c:pt idx="417">
                  <c:v>8869.9115044247792</c:v>
                </c:pt>
                <c:pt idx="418">
                  <c:v>8869.9115044247792</c:v>
                </c:pt>
                <c:pt idx="419">
                  <c:v>8869.9115044247792</c:v>
                </c:pt>
                <c:pt idx="420">
                  <c:v>8869.9115044247792</c:v>
                </c:pt>
                <c:pt idx="421">
                  <c:v>8869.9115044247792</c:v>
                </c:pt>
                <c:pt idx="422">
                  <c:v>8869.9115044247792</c:v>
                </c:pt>
                <c:pt idx="423">
                  <c:v>8869.9115044247792</c:v>
                </c:pt>
                <c:pt idx="424">
                  <c:v>8869.9115044247792</c:v>
                </c:pt>
                <c:pt idx="425">
                  <c:v>8869.9115044247792</c:v>
                </c:pt>
                <c:pt idx="426">
                  <c:v>8737.1681415929215</c:v>
                </c:pt>
                <c:pt idx="427">
                  <c:v>8737.1681415929215</c:v>
                </c:pt>
                <c:pt idx="428">
                  <c:v>8737.1681415929215</c:v>
                </c:pt>
                <c:pt idx="429">
                  <c:v>8737.1681415929215</c:v>
                </c:pt>
                <c:pt idx="430">
                  <c:v>8737.1681415929215</c:v>
                </c:pt>
                <c:pt idx="431">
                  <c:v>8737.1681415929215</c:v>
                </c:pt>
                <c:pt idx="432">
                  <c:v>8737.1681415929215</c:v>
                </c:pt>
                <c:pt idx="433">
                  <c:v>8737.1681415929215</c:v>
                </c:pt>
                <c:pt idx="434">
                  <c:v>8737.1681415929215</c:v>
                </c:pt>
                <c:pt idx="435">
                  <c:v>8737.1681415929215</c:v>
                </c:pt>
                <c:pt idx="436">
                  <c:v>8737.1681415929215</c:v>
                </c:pt>
                <c:pt idx="437">
                  <c:v>8737.1681415929215</c:v>
                </c:pt>
                <c:pt idx="438">
                  <c:v>8737.1681415929215</c:v>
                </c:pt>
                <c:pt idx="439">
                  <c:v>8737.1681415929215</c:v>
                </c:pt>
                <c:pt idx="440">
                  <c:v>8737.1681415929215</c:v>
                </c:pt>
                <c:pt idx="441">
                  <c:v>8737.1681415929215</c:v>
                </c:pt>
                <c:pt idx="442">
                  <c:v>8737.1681415929215</c:v>
                </c:pt>
                <c:pt idx="443">
                  <c:v>8737.1681415929215</c:v>
                </c:pt>
                <c:pt idx="444">
                  <c:v>8560.1769911504434</c:v>
                </c:pt>
                <c:pt idx="445">
                  <c:v>8560.1769911504434</c:v>
                </c:pt>
                <c:pt idx="446">
                  <c:v>8560.1769911504434</c:v>
                </c:pt>
                <c:pt idx="447">
                  <c:v>8560.1769911504434</c:v>
                </c:pt>
                <c:pt idx="448">
                  <c:v>8560.1769911504434</c:v>
                </c:pt>
                <c:pt idx="449">
                  <c:v>8560.1769911504434</c:v>
                </c:pt>
                <c:pt idx="450">
                  <c:v>8560.1769911504434</c:v>
                </c:pt>
                <c:pt idx="451">
                  <c:v>8560.1769911504434</c:v>
                </c:pt>
                <c:pt idx="452">
                  <c:v>8560.1769911504434</c:v>
                </c:pt>
                <c:pt idx="453">
                  <c:v>8560.1769911504434</c:v>
                </c:pt>
                <c:pt idx="454">
                  <c:v>8560.1769911504434</c:v>
                </c:pt>
                <c:pt idx="455">
                  <c:v>8560.1769911504434</c:v>
                </c:pt>
                <c:pt idx="456">
                  <c:v>8560.1769911504434</c:v>
                </c:pt>
                <c:pt idx="457">
                  <c:v>8560.1769911504434</c:v>
                </c:pt>
                <c:pt idx="458">
                  <c:v>8560.1769911504434</c:v>
                </c:pt>
                <c:pt idx="459">
                  <c:v>8560.1769911504434</c:v>
                </c:pt>
                <c:pt idx="460">
                  <c:v>8560.1769911504434</c:v>
                </c:pt>
                <c:pt idx="461">
                  <c:v>8560.1769911504434</c:v>
                </c:pt>
                <c:pt idx="462">
                  <c:v>8560.1769911504434</c:v>
                </c:pt>
                <c:pt idx="463">
                  <c:v>8560.1769911504434</c:v>
                </c:pt>
                <c:pt idx="464">
                  <c:v>8560.1769911504434</c:v>
                </c:pt>
                <c:pt idx="465">
                  <c:v>8560.1769911504434</c:v>
                </c:pt>
                <c:pt idx="466">
                  <c:v>8560.1769911504434</c:v>
                </c:pt>
                <c:pt idx="467">
                  <c:v>8560.1769911504434</c:v>
                </c:pt>
                <c:pt idx="468">
                  <c:v>8560.1769911504434</c:v>
                </c:pt>
                <c:pt idx="469">
                  <c:v>8560.1769911504434</c:v>
                </c:pt>
                <c:pt idx="470">
                  <c:v>8560.1769911504434</c:v>
                </c:pt>
                <c:pt idx="471">
                  <c:v>8560.1769911504434</c:v>
                </c:pt>
                <c:pt idx="472">
                  <c:v>8560.1769911504434</c:v>
                </c:pt>
                <c:pt idx="473">
                  <c:v>8560.1769911504434</c:v>
                </c:pt>
                <c:pt idx="474">
                  <c:v>8560.1769911504434</c:v>
                </c:pt>
                <c:pt idx="475">
                  <c:v>8560.1769911504434</c:v>
                </c:pt>
                <c:pt idx="476">
                  <c:v>8560.1769911504434</c:v>
                </c:pt>
                <c:pt idx="477">
                  <c:v>8560.1769911504434</c:v>
                </c:pt>
                <c:pt idx="478">
                  <c:v>8560.1769911504434</c:v>
                </c:pt>
                <c:pt idx="479">
                  <c:v>8560.1769911504434</c:v>
                </c:pt>
                <c:pt idx="480">
                  <c:v>8691.1504424778777</c:v>
                </c:pt>
                <c:pt idx="481">
                  <c:v>8691.1504424778777</c:v>
                </c:pt>
                <c:pt idx="482">
                  <c:v>8691.1504424778777</c:v>
                </c:pt>
                <c:pt idx="483">
                  <c:v>8691.1504424778777</c:v>
                </c:pt>
                <c:pt idx="484">
                  <c:v>8691.1504424778777</c:v>
                </c:pt>
                <c:pt idx="485">
                  <c:v>8691.1504424778777</c:v>
                </c:pt>
                <c:pt idx="486">
                  <c:v>8691.1504424778777</c:v>
                </c:pt>
                <c:pt idx="487">
                  <c:v>8691.1504424778777</c:v>
                </c:pt>
                <c:pt idx="488">
                  <c:v>8691.1504424778777</c:v>
                </c:pt>
                <c:pt idx="489">
                  <c:v>8691.1504424778777</c:v>
                </c:pt>
                <c:pt idx="490">
                  <c:v>8691.1504424778777</c:v>
                </c:pt>
                <c:pt idx="491">
                  <c:v>8691.1504424778777</c:v>
                </c:pt>
                <c:pt idx="492">
                  <c:v>8691.1504424778777</c:v>
                </c:pt>
                <c:pt idx="493">
                  <c:v>8691.1504424778777</c:v>
                </c:pt>
                <c:pt idx="494">
                  <c:v>8691.1504424778777</c:v>
                </c:pt>
                <c:pt idx="495">
                  <c:v>8691.1504424778777</c:v>
                </c:pt>
                <c:pt idx="496">
                  <c:v>8691.1504424778777</c:v>
                </c:pt>
                <c:pt idx="497">
                  <c:v>8691.1504424778777</c:v>
                </c:pt>
                <c:pt idx="498">
                  <c:v>8691.1504424778777</c:v>
                </c:pt>
                <c:pt idx="499">
                  <c:v>8691.1504424778777</c:v>
                </c:pt>
                <c:pt idx="500">
                  <c:v>8691.1504424778777</c:v>
                </c:pt>
                <c:pt idx="501">
                  <c:v>8691.1504424778777</c:v>
                </c:pt>
                <c:pt idx="502">
                  <c:v>8691.1504424778777</c:v>
                </c:pt>
                <c:pt idx="503">
                  <c:v>8691.1504424778777</c:v>
                </c:pt>
                <c:pt idx="504">
                  <c:v>8691.1504424778777</c:v>
                </c:pt>
                <c:pt idx="505">
                  <c:v>8691.1504424778777</c:v>
                </c:pt>
                <c:pt idx="506">
                  <c:v>8691.1504424778777</c:v>
                </c:pt>
                <c:pt idx="507">
                  <c:v>8691.1504424778777</c:v>
                </c:pt>
                <c:pt idx="508">
                  <c:v>8691.1504424778777</c:v>
                </c:pt>
                <c:pt idx="509">
                  <c:v>8691.1504424778777</c:v>
                </c:pt>
                <c:pt idx="510">
                  <c:v>8691.1504424778777</c:v>
                </c:pt>
                <c:pt idx="511">
                  <c:v>8691.1504424778777</c:v>
                </c:pt>
                <c:pt idx="512">
                  <c:v>8691.1504424778777</c:v>
                </c:pt>
                <c:pt idx="513">
                  <c:v>8691.1504424778777</c:v>
                </c:pt>
                <c:pt idx="514">
                  <c:v>8691.1504424778777</c:v>
                </c:pt>
                <c:pt idx="515">
                  <c:v>8691.1504424778777</c:v>
                </c:pt>
                <c:pt idx="516">
                  <c:v>8691.1504424778777</c:v>
                </c:pt>
                <c:pt idx="517">
                  <c:v>8691.1504424778777</c:v>
                </c:pt>
                <c:pt idx="518">
                  <c:v>8691.1504424778777</c:v>
                </c:pt>
                <c:pt idx="519">
                  <c:v>8691.1504424778777</c:v>
                </c:pt>
                <c:pt idx="520">
                  <c:v>8691.1504424778777</c:v>
                </c:pt>
                <c:pt idx="521">
                  <c:v>8691.1504424778777</c:v>
                </c:pt>
                <c:pt idx="522">
                  <c:v>8691.1504424778777</c:v>
                </c:pt>
                <c:pt idx="523">
                  <c:v>8691.1504424778777</c:v>
                </c:pt>
                <c:pt idx="524">
                  <c:v>8691.1504424778777</c:v>
                </c:pt>
                <c:pt idx="525">
                  <c:v>8691.1504424778777</c:v>
                </c:pt>
                <c:pt idx="526">
                  <c:v>8691.1504424778777</c:v>
                </c:pt>
                <c:pt idx="527">
                  <c:v>8691.1504424778777</c:v>
                </c:pt>
                <c:pt idx="528">
                  <c:v>8691.1504424778777</c:v>
                </c:pt>
                <c:pt idx="529">
                  <c:v>8691.1504424778777</c:v>
                </c:pt>
                <c:pt idx="530">
                  <c:v>8691.1504424778777</c:v>
                </c:pt>
                <c:pt idx="531">
                  <c:v>8691.1504424778777</c:v>
                </c:pt>
                <c:pt idx="532">
                  <c:v>8691.1504424778777</c:v>
                </c:pt>
                <c:pt idx="533">
                  <c:v>8691.1504424778777</c:v>
                </c:pt>
                <c:pt idx="534">
                  <c:v>8691.1504424778777</c:v>
                </c:pt>
                <c:pt idx="535">
                  <c:v>8691.1504424778777</c:v>
                </c:pt>
                <c:pt idx="536">
                  <c:v>8691.1504424778777</c:v>
                </c:pt>
                <c:pt idx="537">
                  <c:v>8691.1504424778777</c:v>
                </c:pt>
                <c:pt idx="538">
                  <c:v>8691.1504424778777</c:v>
                </c:pt>
                <c:pt idx="539">
                  <c:v>8691.1504424778777</c:v>
                </c:pt>
                <c:pt idx="540">
                  <c:v>8691.1504424778777</c:v>
                </c:pt>
                <c:pt idx="541">
                  <c:v>8691.1504424778777</c:v>
                </c:pt>
                <c:pt idx="542">
                  <c:v>8691.1504424778777</c:v>
                </c:pt>
                <c:pt idx="543">
                  <c:v>8691.1504424778777</c:v>
                </c:pt>
                <c:pt idx="544">
                  <c:v>8691.1504424778777</c:v>
                </c:pt>
                <c:pt idx="545">
                  <c:v>8691.1504424778777</c:v>
                </c:pt>
                <c:pt idx="546">
                  <c:v>8691.1504424778777</c:v>
                </c:pt>
                <c:pt idx="547">
                  <c:v>8691.1504424778777</c:v>
                </c:pt>
                <c:pt idx="548">
                  <c:v>8691.1504424778777</c:v>
                </c:pt>
                <c:pt idx="549">
                  <c:v>8691.1504424778777</c:v>
                </c:pt>
                <c:pt idx="550">
                  <c:v>8691.1504424778777</c:v>
                </c:pt>
                <c:pt idx="551">
                  <c:v>8691.1504424778777</c:v>
                </c:pt>
                <c:pt idx="552">
                  <c:v>8691.1504424778777</c:v>
                </c:pt>
                <c:pt idx="553">
                  <c:v>8691.1504424778777</c:v>
                </c:pt>
                <c:pt idx="554">
                  <c:v>8691.1504424778777</c:v>
                </c:pt>
                <c:pt idx="555">
                  <c:v>8691.1504424778777</c:v>
                </c:pt>
                <c:pt idx="556">
                  <c:v>8691.1504424778777</c:v>
                </c:pt>
                <c:pt idx="557">
                  <c:v>8691.1504424778777</c:v>
                </c:pt>
                <c:pt idx="558">
                  <c:v>8691.1504424778777</c:v>
                </c:pt>
                <c:pt idx="559">
                  <c:v>8691.1504424778777</c:v>
                </c:pt>
                <c:pt idx="560">
                  <c:v>8691.1504424778777</c:v>
                </c:pt>
                <c:pt idx="561">
                  <c:v>8691.1504424778777</c:v>
                </c:pt>
                <c:pt idx="562">
                  <c:v>8691.1504424778777</c:v>
                </c:pt>
                <c:pt idx="563">
                  <c:v>8691.1504424778777</c:v>
                </c:pt>
                <c:pt idx="564">
                  <c:v>8691.1504424778777</c:v>
                </c:pt>
                <c:pt idx="565">
                  <c:v>8691.1504424778777</c:v>
                </c:pt>
                <c:pt idx="566">
                  <c:v>8691.1504424778777</c:v>
                </c:pt>
                <c:pt idx="567">
                  <c:v>8691.1504424778777</c:v>
                </c:pt>
                <c:pt idx="568">
                  <c:v>8691.1504424778777</c:v>
                </c:pt>
                <c:pt idx="569">
                  <c:v>8756.6371681415931</c:v>
                </c:pt>
                <c:pt idx="570">
                  <c:v>8756.6371681415931</c:v>
                </c:pt>
                <c:pt idx="571">
                  <c:v>8756.6371681415931</c:v>
                </c:pt>
                <c:pt idx="572">
                  <c:v>8691.1504424778777</c:v>
                </c:pt>
                <c:pt idx="573">
                  <c:v>8691.1504424778777</c:v>
                </c:pt>
                <c:pt idx="574">
                  <c:v>8691.1504424778777</c:v>
                </c:pt>
                <c:pt idx="575">
                  <c:v>8691.1504424778777</c:v>
                </c:pt>
                <c:pt idx="576">
                  <c:v>8691.1504424778777</c:v>
                </c:pt>
                <c:pt idx="577">
                  <c:v>8625.6637168141606</c:v>
                </c:pt>
                <c:pt idx="578">
                  <c:v>8625.6637168141606</c:v>
                </c:pt>
                <c:pt idx="579">
                  <c:v>8625.6637168141606</c:v>
                </c:pt>
                <c:pt idx="580">
                  <c:v>8625.6637168141606</c:v>
                </c:pt>
                <c:pt idx="581">
                  <c:v>8625.6637168141606</c:v>
                </c:pt>
                <c:pt idx="582">
                  <c:v>8527.4336283185858</c:v>
                </c:pt>
                <c:pt idx="583">
                  <c:v>8527.4336283185858</c:v>
                </c:pt>
                <c:pt idx="584">
                  <c:v>8527.4336283185858</c:v>
                </c:pt>
                <c:pt idx="585">
                  <c:v>8527.4336283185858</c:v>
                </c:pt>
                <c:pt idx="586">
                  <c:v>8527.4336283185858</c:v>
                </c:pt>
                <c:pt idx="587">
                  <c:v>8527.4336283185858</c:v>
                </c:pt>
                <c:pt idx="588">
                  <c:v>8527.4336283185858</c:v>
                </c:pt>
                <c:pt idx="589">
                  <c:v>8527.4336283185858</c:v>
                </c:pt>
                <c:pt idx="590">
                  <c:v>8527.4336283185858</c:v>
                </c:pt>
                <c:pt idx="591">
                  <c:v>8527.4336283185858</c:v>
                </c:pt>
                <c:pt idx="592">
                  <c:v>8429.2035398230091</c:v>
                </c:pt>
                <c:pt idx="593">
                  <c:v>8429.2035398230091</c:v>
                </c:pt>
                <c:pt idx="594">
                  <c:v>8429.2035398230091</c:v>
                </c:pt>
                <c:pt idx="595">
                  <c:v>8330.9734513274343</c:v>
                </c:pt>
                <c:pt idx="596">
                  <c:v>8330.9734513274343</c:v>
                </c:pt>
                <c:pt idx="597">
                  <c:v>8330.9734513274343</c:v>
                </c:pt>
                <c:pt idx="598">
                  <c:v>8330.9734513274343</c:v>
                </c:pt>
                <c:pt idx="599">
                  <c:v>8330.9734513274343</c:v>
                </c:pt>
                <c:pt idx="600">
                  <c:v>8330.9734513274343</c:v>
                </c:pt>
                <c:pt idx="601">
                  <c:v>8330.9734513274343</c:v>
                </c:pt>
                <c:pt idx="602">
                  <c:v>8330.9734513274343</c:v>
                </c:pt>
                <c:pt idx="603">
                  <c:v>8330.9734513274343</c:v>
                </c:pt>
                <c:pt idx="604">
                  <c:v>8461.9469026548686</c:v>
                </c:pt>
                <c:pt idx="605">
                  <c:v>8461.9469026548686</c:v>
                </c:pt>
                <c:pt idx="606">
                  <c:v>8461.9469026548686</c:v>
                </c:pt>
                <c:pt idx="607">
                  <c:v>8461.9469026548686</c:v>
                </c:pt>
                <c:pt idx="608">
                  <c:v>9125.6637168141606</c:v>
                </c:pt>
                <c:pt idx="609">
                  <c:v>9289.3805309734526</c:v>
                </c:pt>
                <c:pt idx="610">
                  <c:v>9289.3805309734526</c:v>
                </c:pt>
                <c:pt idx="611">
                  <c:v>9289.3805309734526</c:v>
                </c:pt>
                <c:pt idx="612">
                  <c:v>9289.3805309734526</c:v>
                </c:pt>
                <c:pt idx="613">
                  <c:v>9289.3805309734526</c:v>
                </c:pt>
                <c:pt idx="614">
                  <c:v>9289.3805309734526</c:v>
                </c:pt>
                <c:pt idx="615">
                  <c:v>9289.3805309734526</c:v>
                </c:pt>
                <c:pt idx="616">
                  <c:v>9289.3805309734526</c:v>
                </c:pt>
                <c:pt idx="617">
                  <c:v>9289.3805309734526</c:v>
                </c:pt>
                <c:pt idx="618">
                  <c:v>9289.3805309734526</c:v>
                </c:pt>
                <c:pt idx="619">
                  <c:v>9289.3805309734526</c:v>
                </c:pt>
                <c:pt idx="620">
                  <c:v>9289.3805309734526</c:v>
                </c:pt>
                <c:pt idx="621">
                  <c:v>9289.3805309734526</c:v>
                </c:pt>
                <c:pt idx="622">
                  <c:v>9289.3805309734526</c:v>
                </c:pt>
                <c:pt idx="623">
                  <c:v>9125.6637168141606</c:v>
                </c:pt>
                <c:pt idx="624">
                  <c:v>9125.6637168141606</c:v>
                </c:pt>
                <c:pt idx="625">
                  <c:v>9125.6637168141606</c:v>
                </c:pt>
                <c:pt idx="626">
                  <c:v>9125.6637168141606</c:v>
                </c:pt>
                <c:pt idx="627">
                  <c:v>9125.6637168141606</c:v>
                </c:pt>
                <c:pt idx="628">
                  <c:v>9125.6637168141606</c:v>
                </c:pt>
                <c:pt idx="629">
                  <c:v>9125.6637168141606</c:v>
                </c:pt>
                <c:pt idx="630">
                  <c:v>9125.6637168141606</c:v>
                </c:pt>
                <c:pt idx="631">
                  <c:v>8994.6902654867263</c:v>
                </c:pt>
                <c:pt idx="632">
                  <c:v>8994.6902654867263</c:v>
                </c:pt>
                <c:pt idx="633">
                  <c:v>8994.6902654867263</c:v>
                </c:pt>
                <c:pt idx="634">
                  <c:v>8994.6902654867263</c:v>
                </c:pt>
                <c:pt idx="635">
                  <c:v>8994.6902654867263</c:v>
                </c:pt>
                <c:pt idx="636">
                  <c:v>8994.6902654867263</c:v>
                </c:pt>
                <c:pt idx="637">
                  <c:v>8994.6902654867263</c:v>
                </c:pt>
                <c:pt idx="638">
                  <c:v>8994.6902654867263</c:v>
                </c:pt>
                <c:pt idx="639">
                  <c:v>8994.6902654867263</c:v>
                </c:pt>
                <c:pt idx="640">
                  <c:v>8994.6902654867263</c:v>
                </c:pt>
                <c:pt idx="641">
                  <c:v>8994.6902654867263</c:v>
                </c:pt>
                <c:pt idx="642">
                  <c:v>8994.6902654867263</c:v>
                </c:pt>
                <c:pt idx="643">
                  <c:v>8994.6902654867263</c:v>
                </c:pt>
                <c:pt idx="644">
                  <c:v>8994.6902654867263</c:v>
                </c:pt>
                <c:pt idx="645">
                  <c:v>8994.6902654867263</c:v>
                </c:pt>
                <c:pt idx="646">
                  <c:v>8994.6902654867263</c:v>
                </c:pt>
                <c:pt idx="647">
                  <c:v>8994.6902654867263</c:v>
                </c:pt>
                <c:pt idx="648">
                  <c:v>8994.6902654867263</c:v>
                </c:pt>
                <c:pt idx="649">
                  <c:v>8994.6902654867263</c:v>
                </c:pt>
                <c:pt idx="650">
                  <c:v>8994.6902654867263</c:v>
                </c:pt>
                <c:pt idx="651">
                  <c:v>8994.6902654867263</c:v>
                </c:pt>
                <c:pt idx="652">
                  <c:v>8994.6902654867263</c:v>
                </c:pt>
                <c:pt idx="653">
                  <c:v>8994.6902654867263</c:v>
                </c:pt>
                <c:pt idx="654">
                  <c:v>8994.6902654867263</c:v>
                </c:pt>
                <c:pt idx="655">
                  <c:v>8994.6902654867263</c:v>
                </c:pt>
                <c:pt idx="656">
                  <c:v>8994.6902654867263</c:v>
                </c:pt>
                <c:pt idx="657">
                  <c:v>8994.6902654867263</c:v>
                </c:pt>
                <c:pt idx="658">
                  <c:v>8994.6902654867263</c:v>
                </c:pt>
                <c:pt idx="659">
                  <c:v>8994.6902654867263</c:v>
                </c:pt>
                <c:pt idx="660">
                  <c:v>8994.6902654867263</c:v>
                </c:pt>
                <c:pt idx="661">
                  <c:v>8994.6902654867263</c:v>
                </c:pt>
                <c:pt idx="662">
                  <c:v>8994.6902654867263</c:v>
                </c:pt>
                <c:pt idx="663">
                  <c:v>8994.6902654867263</c:v>
                </c:pt>
                <c:pt idx="664">
                  <c:v>8994.6902654867263</c:v>
                </c:pt>
                <c:pt idx="665">
                  <c:v>8994.6902654867263</c:v>
                </c:pt>
                <c:pt idx="666">
                  <c:v>8994.6902654867263</c:v>
                </c:pt>
                <c:pt idx="667">
                  <c:v>8994.6902654867263</c:v>
                </c:pt>
                <c:pt idx="668">
                  <c:v>8994.6902654867263</c:v>
                </c:pt>
                <c:pt idx="669">
                  <c:v>8994.6902654867263</c:v>
                </c:pt>
                <c:pt idx="670">
                  <c:v>8994.6902654867263</c:v>
                </c:pt>
                <c:pt idx="671">
                  <c:v>8994.6902654867263</c:v>
                </c:pt>
                <c:pt idx="672">
                  <c:v>8994.6902654867263</c:v>
                </c:pt>
                <c:pt idx="673">
                  <c:v>8994.6902654867263</c:v>
                </c:pt>
                <c:pt idx="674">
                  <c:v>8994.6902654867263</c:v>
                </c:pt>
                <c:pt idx="675">
                  <c:v>8994.6902654867263</c:v>
                </c:pt>
                <c:pt idx="676">
                  <c:v>8994.6902654867263</c:v>
                </c:pt>
                <c:pt idx="677">
                  <c:v>8994.6902654867263</c:v>
                </c:pt>
                <c:pt idx="678">
                  <c:v>8994.6902654867263</c:v>
                </c:pt>
                <c:pt idx="679">
                  <c:v>8994.6902654867263</c:v>
                </c:pt>
                <c:pt idx="680">
                  <c:v>8994.6902654867263</c:v>
                </c:pt>
                <c:pt idx="681">
                  <c:v>8994.6902654867263</c:v>
                </c:pt>
                <c:pt idx="682">
                  <c:v>8994.6902654867263</c:v>
                </c:pt>
                <c:pt idx="683">
                  <c:v>8994.6902654867263</c:v>
                </c:pt>
                <c:pt idx="684">
                  <c:v>8994.6902654867263</c:v>
                </c:pt>
                <c:pt idx="685">
                  <c:v>8994.6902654867263</c:v>
                </c:pt>
                <c:pt idx="686">
                  <c:v>8994.6902654867263</c:v>
                </c:pt>
                <c:pt idx="687">
                  <c:v>8994.6902654867263</c:v>
                </c:pt>
                <c:pt idx="688">
                  <c:v>8994.6902654867263</c:v>
                </c:pt>
                <c:pt idx="689">
                  <c:v>8994.6902654867263</c:v>
                </c:pt>
                <c:pt idx="690">
                  <c:v>8994.6902654867263</c:v>
                </c:pt>
                <c:pt idx="691">
                  <c:v>8994.6902654867263</c:v>
                </c:pt>
                <c:pt idx="692">
                  <c:v>8994.6902654867263</c:v>
                </c:pt>
                <c:pt idx="693">
                  <c:v>8994.6902654867263</c:v>
                </c:pt>
                <c:pt idx="694">
                  <c:v>8994.6902654867263</c:v>
                </c:pt>
                <c:pt idx="695">
                  <c:v>8994.6902654867263</c:v>
                </c:pt>
                <c:pt idx="696">
                  <c:v>8994.6902654867263</c:v>
                </c:pt>
                <c:pt idx="697">
                  <c:v>8994.6902654867263</c:v>
                </c:pt>
                <c:pt idx="698">
                  <c:v>8994.6902654867263</c:v>
                </c:pt>
                <c:pt idx="699">
                  <c:v>8994.6902654867263</c:v>
                </c:pt>
                <c:pt idx="700">
                  <c:v>8994.6902654867263</c:v>
                </c:pt>
                <c:pt idx="701">
                  <c:v>8994.6902654867263</c:v>
                </c:pt>
                <c:pt idx="702">
                  <c:v>8994.6902654867263</c:v>
                </c:pt>
                <c:pt idx="703">
                  <c:v>8994.6902654867263</c:v>
                </c:pt>
                <c:pt idx="704">
                  <c:v>8994.6902654867263</c:v>
                </c:pt>
                <c:pt idx="705">
                  <c:v>8994.6902654867263</c:v>
                </c:pt>
                <c:pt idx="706">
                  <c:v>8994.6902654867263</c:v>
                </c:pt>
                <c:pt idx="707">
                  <c:v>8994.6902654867263</c:v>
                </c:pt>
                <c:pt idx="708">
                  <c:v>8994.6902654867263</c:v>
                </c:pt>
                <c:pt idx="709">
                  <c:v>8994.6902654867263</c:v>
                </c:pt>
                <c:pt idx="710">
                  <c:v>8994.6902654867263</c:v>
                </c:pt>
                <c:pt idx="711">
                  <c:v>8994.6902654867263</c:v>
                </c:pt>
                <c:pt idx="712">
                  <c:v>8994.6902654867263</c:v>
                </c:pt>
                <c:pt idx="713">
                  <c:v>8994.6902654867263</c:v>
                </c:pt>
                <c:pt idx="714">
                  <c:v>8994.6902654867263</c:v>
                </c:pt>
                <c:pt idx="715">
                  <c:v>8994.6902654867263</c:v>
                </c:pt>
                <c:pt idx="716">
                  <c:v>8994.6902654867263</c:v>
                </c:pt>
                <c:pt idx="717">
                  <c:v>8994.6902654867263</c:v>
                </c:pt>
                <c:pt idx="718">
                  <c:v>8994.6902654867263</c:v>
                </c:pt>
                <c:pt idx="719">
                  <c:v>8994.6902654867263</c:v>
                </c:pt>
                <c:pt idx="720">
                  <c:v>8994.6902654867263</c:v>
                </c:pt>
                <c:pt idx="721">
                  <c:v>8994.6902654867263</c:v>
                </c:pt>
                <c:pt idx="722">
                  <c:v>8994.6902654867263</c:v>
                </c:pt>
                <c:pt idx="723">
                  <c:v>8994.6902654867263</c:v>
                </c:pt>
                <c:pt idx="724">
                  <c:v>8994.6902654867263</c:v>
                </c:pt>
                <c:pt idx="725">
                  <c:v>8994.6902654867263</c:v>
                </c:pt>
                <c:pt idx="726">
                  <c:v>9092.9203539823011</c:v>
                </c:pt>
                <c:pt idx="727">
                  <c:v>9092.9203539823011</c:v>
                </c:pt>
                <c:pt idx="728">
                  <c:v>9092.9203539823011</c:v>
                </c:pt>
                <c:pt idx="729">
                  <c:v>9092.9203539823011</c:v>
                </c:pt>
                <c:pt idx="730">
                  <c:v>9092.9203539823011</c:v>
                </c:pt>
                <c:pt idx="731">
                  <c:v>9092.9203539823011</c:v>
                </c:pt>
                <c:pt idx="732">
                  <c:v>9092.9203539823011</c:v>
                </c:pt>
                <c:pt idx="733">
                  <c:v>9092.9203539823011</c:v>
                </c:pt>
                <c:pt idx="734">
                  <c:v>9092.9203539823011</c:v>
                </c:pt>
                <c:pt idx="735">
                  <c:v>9092.9203539823011</c:v>
                </c:pt>
                <c:pt idx="736">
                  <c:v>9092.9203539823011</c:v>
                </c:pt>
                <c:pt idx="737">
                  <c:v>9158.4070796460182</c:v>
                </c:pt>
                <c:pt idx="738">
                  <c:v>9158.4070796460182</c:v>
                </c:pt>
                <c:pt idx="739">
                  <c:v>9158.4070796460182</c:v>
                </c:pt>
                <c:pt idx="740">
                  <c:v>9158.4070796460182</c:v>
                </c:pt>
                <c:pt idx="741">
                  <c:v>9158.4070796460182</c:v>
                </c:pt>
                <c:pt idx="742">
                  <c:v>9158.4070796460182</c:v>
                </c:pt>
                <c:pt idx="743">
                  <c:v>9158.4070796460182</c:v>
                </c:pt>
                <c:pt idx="744">
                  <c:v>9158.4070796460182</c:v>
                </c:pt>
                <c:pt idx="745">
                  <c:v>9289.3805309734526</c:v>
                </c:pt>
                <c:pt idx="746">
                  <c:v>9289.3805309734526</c:v>
                </c:pt>
                <c:pt idx="747">
                  <c:v>9289.3805309734526</c:v>
                </c:pt>
                <c:pt idx="748">
                  <c:v>9289.3805309734526</c:v>
                </c:pt>
                <c:pt idx="749">
                  <c:v>9289.3805309734526</c:v>
                </c:pt>
                <c:pt idx="750">
                  <c:v>9289.3805309734526</c:v>
                </c:pt>
                <c:pt idx="751">
                  <c:v>9289.3805309734526</c:v>
                </c:pt>
                <c:pt idx="752">
                  <c:v>9387.6106194690274</c:v>
                </c:pt>
                <c:pt idx="753">
                  <c:v>9387.6106194690274</c:v>
                </c:pt>
                <c:pt idx="754">
                  <c:v>9387.6106194690274</c:v>
                </c:pt>
                <c:pt idx="755">
                  <c:v>9387.6106194690274</c:v>
                </c:pt>
                <c:pt idx="756">
                  <c:v>9387.6106194690274</c:v>
                </c:pt>
                <c:pt idx="757">
                  <c:v>9387.6106194690274</c:v>
                </c:pt>
                <c:pt idx="758">
                  <c:v>9387.6106194690274</c:v>
                </c:pt>
                <c:pt idx="759">
                  <c:v>9387.6106194690274</c:v>
                </c:pt>
                <c:pt idx="760">
                  <c:v>9387.6106194690274</c:v>
                </c:pt>
                <c:pt idx="761">
                  <c:v>9322.1238938053102</c:v>
                </c:pt>
                <c:pt idx="762">
                  <c:v>9322.1238938053102</c:v>
                </c:pt>
                <c:pt idx="763">
                  <c:v>9322.1238938053102</c:v>
                </c:pt>
                <c:pt idx="764">
                  <c:v>9322.1238938053102</c:v>
                </c:pt>
                <c:pt idx="765">
                  <c:v>9322.1238938053102</c:v>
                </c:pt>
                <c:pt idx="766">
                  <c:v>9158.4070796460182</c:v>
                </c:pt>
                <c:pt idx="767">
                  <c:v>9158.4070796460182</c:v>
                </c:pt>
                <c:pt idx="768">
                  <c:v>9158.4070796460182</c:v>
                </c:pt>
                <c:pt idx="769">
                  <c:v>9158.4070796460182</c:v>
                </c:pt>
                <c:pt idx="770">
                  <c:v>9125.6637168141606</c:v>
                </c:pt>
                <c:pt idx="771">
                  <c:v>9125.6637168141606</c:v>
                </c:pt>
                <c:pt idx="772">
                  <c:v>9125.6637168141606</c:v>
                </c:pt>
                <c:pt idx="773">
                  <c:v>8732.7433628318595</c:v>
                </c:pt>
                <c:pt idx="774">
                  <c:v>8732.7433628318595</c:v>
                </c:pt>
                <c:pt idx="775">
                  <c:v>8732.7433628318595</c:v>
                </c:pt>
                <c:pt idx="776">
                  <c:v>8732.7433628318595</c:v>
                </c:pt>
                <c:pt idx="777">
                  <c:v>8732.7433628318595</c:v>
                </c:pt>
                <c:pt idx="778">
                  <c:v>8732.7433628318595</c:v>
                </c:pt>
                <c:pt idx="779">
                  <c:v>8732.7433628318595</c:v>
                </c:pt>
                <c:pt idx="780">
                  <c:v>8732.7433628318595</c:v>
                </c:pt>
                <c:pt idx="781">
                  <c:v>8732.7433628318595</c:v>
                </c:pt>
                <c:pt idx="782">
                  <c:v>8732.7433628318595</c:v>
                </c:pt>
                <c:pt idx="783">
                  <c:v>8732.7433628318595</c:v>
                </c:pt>
                <c:pt idx="784">
                  <c:v>8732.7433628318595</c:v>
                </c:pt>
                <c:pt idx="785">
                  <c:v>8732.7433628318595</c:v>
                </c:pt>
                <c:pt idx="786">
                  <c:v>8732.7433628318595</c:v>
                </c:pt>
                <c:pt idx="787">
                  <c:v>8732.7433628318595</c:v>
                </c:pt>
                <c:pt idx="788">
                  <c:v>8929.2035398230091</c:v>
                </c:pt>
                <c:pt idx="789">
                  <c:v>8929.2035398230091</c:v>
                </c:pt>
                <c:pt idx="790">
                  <c:v>8929.2035398230091</c:v>
                </c:pt>
                <c:pt idx="791">
                  <c:v>8929.2035398230091</c:v>
                </c:pt>
                <c:pt idx="792">
                  <c:v>8929.2035398230091</c:v>
                </c:pt>
                <c:pt idx="793">
                  <c:v>8929.2035398230091</c:v>
                </c:pt>
                <c:pt idx="794">
                  <c:v>8929.2035398230091</c:v>
                </c:pt>
                <c:pt idx="795">
                  <c:v>8929.2035398230091</c:v>
                </c:pt>
                <c:pt idx="796">
                  <c:v>9453.0973451327445</c:v>
                </c:pt>
                <c:pt idx="797">
                  <c:v>9453.0973451327445</c:v>
                </c:pt>
                <c:pt idx="798">
                  <c:v>9453.0973451327445</c:v>
                </c:pt>
                <c:pt idx="799">
                  <c:v>9453.0973451327445</c:v>
                </c:pt>
                <c:pt idx="800">
                  <c:v>9453.0973451327445</c:v>
                </c:pt>
                <c:pt idx="801">
                  <c:v>9354.8672566371697</c:v>
                </c:pt>
                <c:pt idx="802">
                  <c:v>9354.8672566371697</c:v>
                </c:pt>
                <c:pt idx="803">
                  <c:v>9354.8672566371697</c:v>
                </c:pt>
                <c:pt idx="804">
                  <c:v>9354.8672566371697</c:v>
                </c:pt>
                <c:pt idx="805">
                  <c:v>9354.8672566371697</c:v>
                </c:pt>
                <c:pt idx="806">
                  <c:v>9354.8672566371697</c:v>
                </c:pt>
                <c:pt idx="807">
                  <c:v>9354.8672566371697</c:v>
                </c:pt>
                <c:pt idx="808">
                  <c:v>9354.8672566371697</c:v>
                </c:pt>
                <c:pt idx="809">
                  <c:v>9354.8672566371697</c:v>
                </c:pt>
                <c:pt idx="810">
                  <c:v>9354.8672566371697</c:v>
                </c:pt>
                <c:pt idx="811">
                  <c:v>9354.8672566371697</c:v>
                </c:pt>
                <c:pt idx="812">
                  <c:v>9354.8672566371697</c:v>
                </c:pt>
                <c:pt idx="813">
                  <c:v>9354.8672566371697</c:v>
                </c:pt>
                <c:pt idx="814">
                  <c:v>9354.8672566371697</c:v>
                </c:pt>
                <c:pt idx="815">
                  <c:v>9354.8672566371697</c:v>
                </c:pt>
                <c:pt idx="816">
                  <c:v>9354.8672566371697</c:v>
                </c:pt>
                <c:pt idx="817">
                  <c:v>9354.8672566371697</c:v>
                </c:pt>
                <c:pt idx="818">
                  <c:v>9354.8672566371697</c:v>
                </c:pt>
                <c:pt idx="819">
                  <c:v>9354.8672566371697</c:v>
                </c:pt>
                <c:pt idx="820">
                  <c:v>9354.8672566371697</c:v>
                </c:pt>
                <c:pt idx="821">
                  <c:v>9354.8672566371697</c:v>
                </c:pt>
                <c:pt idx="822">
                  <c:v>9354.8672566371697</c:v>
                </c:pt>
                <c:pt idx="823">
                  <c:v>9354.8672566371697</c:v>
                </c:pt>
                <c:pt idx="824">
                  <c:v>9354.8672566371697</c:v>
                </c:pt>
                <c:pt idx="825">
                  <c:v>9354.8672566371697</c:v>
                </c:pt>
                <c:pt idx="826">
                  <c:v>9354.8672566371697</c:v>
                </c:pt>
                <c:pt idx="827">
                  <c:v>9354.8672566371697</c:v>
                </c:pt>
                <c:pt idx="828">
                  <c:v>9354.8672566371697</c:v>
                </c:pt>
                <c:pt idx="829">
                  <c:v>9354.8672566371697</c:v>
                </c:pt>
                <c:pt idx="830">
                  <c:v>9354.8672566371697</c:v>
                </c:pt>
                <c:pt idx="831">
                  <c:v>9354.8672566371697</c:v>
                </c:pt>
                <c:pt idx="832">
                  <c:v>9354.8672566371697</c:v>
                </c:pt>
                <c:pt idx="833">
                  <c:v>9354.8672566371697</c:v>
                </c:pt>
                <c:pt idx="834">
                  <c:v>9354.8672566371697</c:v>
                </c:pt>
                <c:pt idx="835">
                  <c:v>9354.8672566371697</c:v>
                </c:pt>
                <c:pt idx="836">
                  <c:v>9354.8672566371697</c:v>
                </c:pt>
                <c:pt idx="837">
                  <c:v>9354.8672566371697</c:v>
                </c:pt>
                <c:pt idx="838">
                  <c:v>9354.8672566371697</c:v>
                </c:pt>
                <c:pt idx="839">
                  <c:v>9354.8672566371697</c:v>
                </c:pt>
                <c:pt idx="840">
                  <c:v>9354.8672566371697</c:v>
                </c:pt>
                <c:pt idx="841">
                  <c:v>9354.8672566371697</c:v>
                </c:pt>
                <c:pt idx="842">
                  <c:v>9354.8672566371697</c:v>
                </c:pt>
              </c:numCache>
            </c:numRef>
          </c:val>
          <c:smooth val="1"/>
          <c:extLst xmlns:c16r2="http://schemas.microsoft.com/office/drawing/2015/06/chart">
            <c:ext xmlns:c16="http://schemas.microsoft.com/office/drawing/2014/chart" uri="{C3380CC4-5D6E-409C-BE32-E72D297353CC}">
              <c16:uniqueId val="{00000003-99B6-47BE-A05B-EBBF36543BF2}"/>
            </c:ext>
          </c:extLst>
        </c:ser>
        <c:ser>
          <c:idx val="3"/>
          <c:order val="4"/>
          <c:tx>
            <c:strRef>
              <c:f>'图49-57'!$R$3</c:f>
              <c:strCache>
                <c:ptCount val="1"/>
                <c:pt idx="0">
                  <c:v>氧化铁红价差</c:v>
                </c:pt>
              </c:strCache>
            </c:strRef>
          </c:tx>
          <c:spPr>
            <a:ln w="12700">
              <a:solidFill>
                <a:srgbClr val="DCB464"/>
              </a:solidFill>
              <a:prstDash val="solid"/>
            </a:ln>
          </c:spPr>
          <c:marker>
            <c:symbol val="none"/>
          </c:marker>
          <c:cat>
            <c:numRef>
              <c:f>'图49-57'!$A$4:$A$1021</c:f>
              <c:numCache>
                <c:formatCode>yyyy/mm/dd;@</c:formatCode>
                <c:ptCount val="1018"/>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numCache>
            </c:numRef>
          </c:cat>
          <c:val>
            <c:numRef>
              <c:f>'图49-57'!$R$172:$R$1014</c:f>
              <c:numCache>
                <c:formatCode>0</c:formatCode>
                <c:ptCount val="843"/>
                <c:pt idx="0">
                  <c:v>12599.646017699117</c:v>
                </c:pt>
                <c:pt idx="1">
                  <c:v>12599.646017699117</c:v>
                </c:pt>
                <c:pt idx="2">
                  <c:v>12599.646017699117</c:v>
                </c:pt>
                <c:pt idx="3">
                  <c:v>12599.646017699117</c:v>
                </c:pt>
                <c:pt idx="4">
                  <c:v>12599.646017699117</c:v>
                </c:pt>
                <c:pt idx="5">
                  <c:v>13058.053097345135</c:v>
                </c:pt>
                <c:pt idx="6">
                  <c:v>13058.053097345135</c:v>
                </c:pt>
                <c:pt idx="7">
                  <c:v>13058.053097345135</c:v>
                </c:pt>
                <c:pt idx="8">
                  <c:v>13058.053097345135</c:v>
                </c:pt>
                <c:pt idx="9">
                  <c:v>13058.053097345135</c:v>
                </c:pt>
                <c:pt idx="10">
                  <c:v>13058.053097345135</c:v>
                </c:pt>
                <c:pt idx="11">
                  <c:v>13254.513274336285</c:v>
                </c:pt>
                <c:pt idx="12">
                  <c:v>13254.513274336285</c:v>
                </c:pt>
                <c:pt idx="13">
                  <c:v>13254.513274336285</c:v>
                </c:pt>
                <c:pt idx="14">
                  <c:v>13254.513274336285</c:v>
                </c:pt>
                <c:pt idx="15">
                  <c:v>13254.513274336285</c:v>
                </c:pt>
                <c:pt idx="16">
                  <c:v>13254.513274336285</c:v>
                </c:pt>
                <c:pt idx="17">
                  <c:v>13254.513274336285</c:v>
                </c:pt>
                <c:pt idx="18">
                  <c:v>13254.513274336285</c:v>
                </c:pt>
                <c:pt idx="19">
                  <c:v>13254.513274336285</c:v>
                </c:pt>
                <c:pt idx="20">
                  <c:v>13232.12389380531</c:v>
                </c:pt>
                <c:pt idx="21">
                  <c:v>13232.12389380531</c:v>
                </c:pt>
                <c:pt idx="22">
                  <c:v>13232.12389380531</c:v>
                </c:pt>
                <c:pt idx="23">
                  <c:v>13232.12389380531</c:v>
                </c:pt>
                <c:pt idx="24">
                  <c:v>13232.12389380531</c:v>
                </c:pt>
                <c:pt idx="25">
                  <c:v>13232.12389380531</c:v>
                </c:pt>
                <c:pt idx="26">
                  <c:v>13232.12389380531</c:v>
                </c:pt>
                <c:pt idx="27">
                  <c:v>13559.557522123894</c:v>
                </c:pt>
                <c:pt idx="28">
                  <c:v>13559.557522123894</c:v>
                </c:pt>
                <c:pt idx="29">
                  <c:v>13559.557522123894</c:v>
                </c:pt>
                <c:pt idx="30">
                  <c:v>13559.557522123894</c:v>
                </c:pt>
                <c:pt idx="31">
                  <c:v>13559.557522123894</c:v>
                </c:pt>
                <c:pt idx="32">
                  <c:v>13559.557522123894</c:v>
                </c:pt>
                <c:pt idx="33">
                  <c:v>13559.557522123894</c:v>
                </c:pt>
                <c:pt idx="34">
                  <c:v>13559.557522123894</c:v>
                </c:pt>
                <c:pt idx="35">
                  <c:v>13559.557522123894</c:v>
                </c:pt>
                <c:pt idx="36">
                  <c:v>13559.557522123894</c:v>
                </c:pt>
                <c:pt idx="37">
                  <c:v>13559.557522123894</c:v>
                </c:pt>
                <c:pt idx="38">
                  <c:v>13232.12389380531</c:v>
                </c:pt>
                <c:pt idx="39">
                  <c:v>13232.12389380531</c:v>
                </c:pt>
                <c:pt idx="40">
                  <c:v>13232.12389380531</c:v>
                </c:pt>
                <c:pt idx="41">
                  <c:v>13232.12389380531</c:v>
                </c:pt>
                <c:pt idx="42">
                  <c:v>13586.106194690266</c:v>
                </c:pt>
                <c:pt idx="43">
                  <c:v>13586.106194690266</c:v>
                </c:pt>
                <c:pt idx="44">
                  <c:v>13586.106194690266</c:v>
                </c:pt>
                <c:pt idx="45">
                  <c:v>13586.106194690266</c:v>
                </c:pt>
                <c:pt idx="46">
                  <c:v>13586.106194690266</c:v>
                </c:pt>
                <c:pt idx="47">
                  <c:v>13586.106194690266</c:v>
                </c:pt>
                <c:pt idx="48">
                  <c:v>13586.106194690266</c:v>
                </c:pt>
                <c:pt idx="49">
                  <c:v>12865.752212389381</c:v>
                </c:pt>
                <c:pt idx="50">
                  <c:v>12865.752212389381</c:v>
                </c:pt>
                <c:pt idx="51">
                  <c:v>12865.752212389381</c:v>
                </c:pt>
                <c:pt idx="52">
                  <c:v>12865.752212389381</c:v>
                </c:pt>
                <c:pt idx="53">
                  <c:v>12276.371681415929</c:v>
                </c:pt>
                <c:pt idx="54">
                  <c:v>12984.336283185841</c:v>
                </c:pt>
                <c:pt idx="55">
                  <c:v>12984.336283185841</c:v>
                </c:pt>
                <c:pt idx="56">
                  <c:v>12984.336283185841</c:v>
                </c:pt>
                <c:pt idx="57">
                  <c:v>12984.336283185841</c:v>
                </c:pt>
                <c:pt idx="58">
                  <c:v>12984.336283185841</c:v>
                </c:pt>
                <c:pt idx="59">
                  <c:v>12984.336283185841</c:v>
                </c:pt>
                <c:pt idx="60">
                  <c:v>12984.336283185841</c:v>
                </c:pt>
                <c:pt idx="61">
                  <c:v>12984.336283185841</c:v>
                </c:pt>
                <c:pt idx="62">
                  <c:v>12984.336283185841</c:v>
                </c:pt>
                <c:pt idx="63">
                  <c:v>12984.336283185841</c:v>
                </c:pt>
                <c:pt idx="64">
                  <c:v>12984.336283185841</c:v>
                </c:pt>
                <c:pt idx="65">
                  <c:v>12984.336283185841</c:v>
                </c:pt>
                <c:pt idx="66">
                  <c:v>12984.336283185841</c:v>
                </c:pt>
                <c:pt idx="67">
                  <c:v>12984.336283185841</c:v>
                </c:pt>
                <c:pt idx="68">
                  <c:v>12984.336283185841</c:v>
                </c:pt>
                <c:pt idx="69">
                  <c:v>12984.336283185841</c:v>
                </c:pt>
                <c:pt idx="70">
                  <c:v>12656.902654867257</c:v>
                </c:pt>
                <c:pt idx="71">
                  <c:v>12656.902654867257</c:v>
                </c:pt>
                <c:pt idx="72">
                  <c:v>12656.902654867257</c:v>
                </c:pt>
                <c:pt idx="73">
                  <c:v>12656.902654867257</c:v>
                </c:pt>
                <c:pt idx="74">
                  <c:v>12656.902654867257</c:v>
                </c:pt>
                <c:pt idx="75">
                  <c:v>12656.902654867257</c:v>
                </c:pt>
                <c:pt idx="76">
                  <c:v>12002.035398230089</c:v>
                </c:pt>
                <c:pt idx="77">
                  <c:v>12002.035398230089</c:v>
                </c:pt>
                <c:pt idx="78">
                  <c:v>12002.035398230089</c:v>
                </c:pt>
                <c:pt idx="79">
                  <c:v>12002.035398230089</c:v>
                </c:pt>
                <c:pt idx="80">
                  <c:v>12002.035398230089</c:v>
                </c:pt>
                <c:pt idx="81">
                  <c:v>12002.035398230089</c:v>
                </c:pt>
                <c:pt idx="82">
                  <c:v>12002.035398230089</c:v>
                </c:pt>
                <c:pt idx="83">
                  <c:v>12002.035398230089</c:v>
                </c:pt>
                <c:pt idx="84">
                  <c:v>12002.035398230089</c:v>
                </c:pt>
                <c:pt idx="85">
                  <c:v>12002.035398230089</c:v>
                </c:pt>
                <c:pt idx="86">
                  <c:v>12002.035398230089</c:v>
                </c:pt>
                <c:pt idx="87">
                  <c:v>12002.035398230089</c:v>
                </c:pt>
                <c:pt idx="88">
                  <c:v>12002.035398230089</c:v>
                </c:pt>
                <c:pt idx="89">
                  <c:v>12002.035398230089</c:v>
                </c:pt>
                <c:pt idx="90">
                  <c:v>12002.035398230089</c:v>
                </c:pt>
                <c:pt idx="91">
                  <c:v>12002.035398230089</c:v>
                </c:pt>
                <c:pt idx="92">
                  <c:v>12002.035398230089</c:v>
                </c:pt>
                <c:pt idx="93">
                  <c:v>12002.035398230089</c:v>
                </c:pt>
                <c:pt idx="94">
                  <c:v>12002.035398230089</c:v>
                </c:pt>
                <c:pt idx="95">
                  <c:v>12002.035398230089</c:v>
                </c:pt>
                <c:pt idx="96">
                  <c:v>12002.035398230089</c:v>
                </c:pt>
                <c:pt idx="97">
                  <c:v>12002.035398230089</c:v>
                </c:pt>
                <c:pt idx="98">
                  <c:v>12656.902654867257</c:v>
                </c:pt>
                <c:pt idx="99">
                  <c:v>12656.902654867257</c:v>
                </c:pt>
                <c:pt idx="100">
                  <c:v>12656.902654867257</c:v>
                </c:pt>
                <c:pt idx="101">
                  <c:v>12656.902654867257</c:v>
                </c:pt>
                <c:pt idx="102">
                  <c:v>12656.902654867257</c:v>
                </c:pt>
                <c:pt idx="103">
                  <c:v>12656.902654867257</c:v>
                </c:pt>
                <c:pt idx="104">
                  <c:v>12656.902654867257</c:v>
                </c:pt>
                <c:pt idx="105">
                  <c:v>12656.902654867257</c:v>
                </c:pt>
                <c:pt idx="106">
                  <c:v>12656.902654867257</c:v>
                </c:pt>
                <c:pt idx="107">
                  <c:v>12656.902654867257</c:v>
                </c:pt>
                <c:pt idx="108">
                  <c:v>12656.902654867257</c:v>
                </c:pt>
                <c:pt idx="109">
                  <c:v>12656.902654867257</c:v>
                </c:pt>
                <c:pt idx="110">
                  <c:v>12656.902654867257</c:v>
                </c:pt>
                <c:pt idx="111">
                  <c:v>12656.902654867257</c:v>
                </c:pt>
                <c:pt idx="112">
                  <c:v>12656.902654867257</c:v>
                </c:pt>
                <c:pt idx="113">
                  <c:v>12656.902654867257</c:v>
                </c:pt>
                <c:pt idx="114">
                  <c:v>12656.902654867257</c:v>
                </c:pt>
                <c:pt idx="115">
                  <c:v>12656.902654867257</c:v>
                </c:pt>
                <c:pt idx="116">
                  <c:v>12656.902654867257</c:v>
                </c:pt>
                <c:pt idx="117">
                  <c:v>12656.902654867257</c:v>
                </c:pt>
                <c:pt idx="118">
                  <c:v>12656.902654867257</c:v>
                </c:pt>
                <c:pt idx="119">
                  <c:v>12656.902654867257</c:v>
                </c:pt>
                <c:pt idx="120">
                  <c:v>12656.902654867257</c:v>
                </c:pt>
                <c:pt idx="121">
                  <c:v>12656.902654867257</c:v>
                </c:pt>
                <c:pt idx="122">
                  <c:v>12656.902654867257</c:v>
                </c:pt>
                <c:pt idx="123">
                  <c:v>12656.902654867257</c:v>
                </c:pt>
                <c:pt idx="124">
                  <c:v>12656.902654867257</c:v>
                </c:pt>
                <c:pt idx="125">
                  <c:v>12656.902654867257</c:v>
                </c:pt>
                <c:pt idx="126">
                  <c:v>12656.902654867257</c:v>
                </c:pt>
                <c:pt idx="127">
                  <c:v>12656.902654867257</c:v>
                </c:pt>
                <c:pt idx="128">
                  <c:v>12656.902654867257</c:v>
                </c:pt>
                <c:pt idx="129">
                  <c:v>12656.902654867257</c:v>
                </c:pt>
                <c:pt idx="130">
                  <c:v>12656.902654867257</c:v>
                </c:pt>
                <c:pt idx="131">
                  <c:v>12656.902654867257</c:v>
                </c:pt>
                <c:pt idx="132">
                  <c:v>12656.902654867257</c:v>
                </c:pt>
                <c:pt idx="133">
                  <c:v>12656.902654867257</c:v>
                </c:pt>
                <c:pt idx="134">
                  <c:v>12656.902654867257</c:v>
                </c:pt>
                <c:pt idx="135">
                  <c:v>12656.902654867257</c:v>
                </c:pt>
                <c:pt idx="136">
                  <c:v>12656.902654867257</c:v>
                </c:pt>
                <c:pt idx="137">
                  <c:v>12656.902654867257</c:v>
                </c:pt>
                <c:pt idx="138">
                  <c:v>12656.902654867257</c:v>
                </c:pt>
                <c:pt idx="139">
                  <c:v>12656.902654867257</c:v>
                </c:pt>
                <c:pt idx="140">
                  <c:v>12656.902654867257</c:v>
                </c:pt>
                <c:pt idx="141">
                  <c:v>12656.902654867257</c:v>
                </c:pt>
                <c:pt idx="142">
                  <c:v>12656.902654867257</c:v>
                </c:pt>
                <c:pt idx="143">
                  <c:v>12656.902654867257</c:v>
                </c:pt>
                <c:pt idx="144">
                  <c:v>12656.902654867257</c:v>
                </c:pt>
                <c:pt idx="145">
                  <c:v>12656.902654867257</c:v>
                </c:pt>
                <c:pt idx="146">
                  <c:v>12656.902654867257</c:v>
                </c:pt>
                <c:pt idx="147">
                  <c:v>12656.902654867257</c:v>
                </c:pt>
                <c:pt idx="148">
                  <c:v>12656.902654867257</c:v>
                </c:pt>
                <c:pt idx="149">
                  <c:v>12656.902654867257</c:v>
                </c:pt>
                <c:pt idx="150">
                  <c:v>12656.902654867257</c:v>
                </c:pt>
                <c:pt idx="151">
                  <c:v>12656.902654867257</c:v>
                </c:pt>
                <c:pt idx="152">
                  <c:v>12656.902654867257</c:v>
                </c:pt>
                <c:pt idx="153">
                  <c:v>12656.902654867257</c:v>
                </c:pt>
                <c:pt idx="154">
                  <c:v>12656.902654867257</c:v>
                </c:pt>
                <c:pt idx="155">
                  <c:v>12302.920353982301</c:v>
                </c:pt>
                <c:pt idx="156">
                  <c:v>11594.955752212391</c:v>
                </c:pt>
                <c:pt idx="157">
                  <c:v>11594.955752212391</c:v>
                </c:pt>
                <c:pt idx="158">
                  <c:v>11594.955752212391</c:v>
                </c:pt>
                <c:pt idx="159">
                  <c:v>11594.955752212391</c:v>
                </c:pt>
                <c:pt idx="160">
                  <c:v>11594.955752212391</c:v>
                </c:pt>
                <c:pt idx="161">
                  <c:v>11594.955752212391</c:v>
                </c:pt>
                <c:pt idx="162">
                  <c:v>11594.955752212391</c:v>
                </c:pt>
                <c:pt idx="163">
                  <c:v>11594.955752212391</c:v>
                </c:pt>
                <c:pt idx="164">
                  <c:v>11152.477876106195</c:v>
                </c:pt>
                <c:pt idx="165">
                  <c:v>11152.477876106195</c:v>
                </c:pt>
                <c:pt idx="166">
                  <c:v>11152.477876106195</c:v>
                </c:pt>
                <c:pt idx="167">
                  <c:v>11152.477876106195</c:v>
                </c:pt>
                <c:pt idx="168">
                  <c:v>11152.477876106195</c:v>
                </c:pt>
                <c:pt idx="169">
                  <c:v>11152.477876106195</c:v>
                </c:pt>
                <c:pt idx="170">
                  <c:v>11152.477876106195</c:v>
                </c:pt>
                <c:pt idx="171">
                  <c:v>11152.477876106195</c:v>
                </c:pt>
                <c:pt idx="172">
                  <c:v>11152.477876106195</c:v>
                </c:pt>
                <c:pt idx="173">
                  <c:v>11152.477876106195</c:v>
                </c:pt>
                <c:pt idx="174">
                  <c:v>11152.477876106195</c:v>
                </c:pt>
                <c:pt idx="175">
                  <c:v>11152.477876106195</c:v>
                </c:pt>
                <c:pt idx="176">
                  <c:v>11479.911504424779</c:v>
                </c:pt>
                <c:pt idx="177">
                  <c:v>11479.911504424779</c:v>
                </c:pt>
                <c:pt idx="178">
                  <c:v>11479.911504424779</c:v>
                </c:pt>
                <c:pt idx="179">
                  <c:v>11152.477876106195</c:v>
                </c:pt>
                <c:pt idx="180">
                  <c:v>11152.477876106195</c:v>
                </c:pt>
                <c:pt idx="181">
                  <c:v>11152.477876106195</c:v>
                </c:pt>
                <c:pt idx="182">
                  <c:v>11174.86725663717</c:v>
                </c:pt>
                <c:pt idx="183">
                  <c:v>11174.86725663717</c:v>
                </c:pt>
                <c:pt idx="184">
                  <c:v>10312.300884955754</c:v>
                </c:pt>
                <c:pt idx="185">
                  <c:v>10334.690265486728</c:v>
                </c:pt>
                <c:pt idx="186">
                  <c:v>10348.123893805312</c:v>
                </c:pt>
                <c:pt idx="187">
                  <c:v>10348.123893805312</c:v>
                </c:pt>
                <c:pt idx="188">
                  <c:v>10370.513274336285</c:v>
                </c:pt>
                <c:pt idx="189">
                  <c:v>10392.902654867257</c:v>
                </c:pt>
                <c:pt idx="190">
                  <c:v>10392.902654867257</c:v>
                </c:pt>
                <c:pt idx="191">
                  <c:v>10392.902654867257</c:v>
                </c:pt>
                <c:pt idx="192">
                  <c:v>10392.902654867257</c:v>
                </c:pt>
                <c:pt idx="193">
                  <c:v>10392.902654867257</c:v>
                </c:pt>
                <c:pt idx="194">
                  <c:v>10415.29203539823</c:v>
                </c:pt>
                <c:pt idx="195">
                  <c:v>10415.29203539823</c:v>
                </c:pt>
                <c:pt idx="196">
                  <c:v>10415.29203539823</c:v>
                </c:pt>
                <c:pt idx="197">
                  <c:v>10424.24778761062</c:v>
                </c:pt>
                <c:pt idx="198">
                  <c:v>10437.681415929204</c:v>
                </c:pt>
                <c:pt idx="199">
                  <c:v>10446.637168141595</c:v>
                </c:pt>
                <c:pt idx="200">
                  <c:v>10469.026548672568</c:v>
                </c:pt>
                <c:pt idx="201">
                  <c:v>10477.982300884956</c:v>
                </c:pt>
                <c:pt idx="202">
                  <c:v>9168.2477876106186</c:v>
                </c:pt>
                <c:pt idx="203">
                  <c:v>9168.2477876106186</c:v>
                </c:pt>
                <c:pt idx="204">
                  <c:v>9168.2477876106186</c:v>
                </c:pt>
                <c:pt idx="205">
                  <c:v>9168.2477876106186</c:v>
                </c:pt>
                <c:pt idx="206">
                  <c:v>9168.2477876106186</c:v>
                </c:pt>
                <c:pt idx="207">
                  <c:v>9168.2477876106186</c:v>
                </c:pt>
                <c:pt idx="208">
                  <c:v>9190.6371681415931</c:v>
                </c:pt>
                <c:pt idx="209">
                  <c:v>9190.6371681415931</c:v>
                </c:pt>
                <c:pt idx="210">
                  <c:v>9190.6371681415931</c:v>
                </c:pt>
                <c:pt idx="211">
                  <c:v>9190.6371681415931</c:v>
                </c:pt>
                <c:pt idx="212">
                  <c:v>9199.5929203539836</c:v>
                </c:pt>
                <c:pt idx="213">
                  <c:v>9204.0707964601788</c:v>
                </c:pt>
                <c:pt idx="214">
                  <c:v>9217.5044247787628</c:v>
                </c:pt>
                <c:pt idx="215">
                  <c:v>9239.8938053097354</c:v>
                </c:pt>
                <c:pt idx="216">
                  <c:v>9239.8938053097354</c:v>
                </c:pt>
                <c:pt idx="217">
                  <c:v>9248.8495575221259</c:v>
                </c:pt>
                <c:pt idx="218">
                  <c:v>9248.8495575221259</c:v>
                </c:pt>
                <c:pt idx="219">
                  <c:v>9293.6283185840712</c:v>
                </c:pt>
                <c:pt idx="220">
                  <c:v>9293.6283185840712</c:v>
                </c:pt>
                <c:pt idx="221">
                  <c:v>9293.6283185840712</c:v>
                </c:pt>
                <c:pt idx="222">
                  <c:v>9316.0176991150456</c:v>
                </c:pt>
                <c:pt idx="223">
                  <c:v>8873.5398230088504</c:v>
                </c:pt>
                <c:pt idx="224">
                  <c:v>8878.0176991150456</c:v>
                </c:pt>
                <c:pt idx="225">
                  <c:v>8878.0176991150456</c:v>
                </c:pt>
                <c:pt idx="226">
                  <c:v>8886.9734513274343</c:v>
                </c:pt>
                <c:pt idx="227">
                  <c:v>8895.929203539823</c:v>
                </c:pt>
                <c:pt idx="228">
                  <c:v>8895.929203539823</c:v>
                </c:pt>
                <c:pt idx="229">
                  <c:v>8895.929203539823</c:v>
                </c:pt>
                <c:pt idx="230">
                  <c:v>8895.929203539823</c:v>
                </c:pt>
                <c:pt idx="231">
                  <c:v>8895.929203539823</c:v>
                </c:pt>
                <c:pt idx="232">
                  <c:v>8895.929203539823</c:v>
                </c:pt>
                <c:pt idx="233">
                  <c:v>8895.929203539823</c:v>
                </c:pt>
                <c:pt idx="234">
                  <c:v>8895.929203539823</c:v>
                </c:pt>
                <c:pt idx="235">
                  <c:v>8895.929203539823</c:v>
                </c:pt>
                <c:pt idx="236">
                  <c:v>8895.929203539823</c:v>
                </c:pt>
                <c:pt idx="237">
                  <c:v>8276.6725663716825</c:v>
                </c:pt>
                <c:pt idx="238">
                  <c:v>8276.6725663716825</c:v>
                </c:pt>
                <c:pt idx="239">
                  <c:v>8285.6283185840712</c:v>
                </c:pt>
                <c:pt idx="240">
                  <c:v>8285.6283185840712</c:v>
                </c:pt>
                <c:pt idx="241">
                  <c:v>9175.0619469026551</c:v>
                </c:pt>
                <c:pt idx="242">
                  <c:v>9175.0619469026551</c:v>
                </c:pt>
                <c:pt idx="243">
                  <c:v>9184.0176991150456</c:v>
                </c:pt>
                <c:pt idx="244">
                  <c:v>9188.4955752212391</c:v>
                </c:pt>
                <c:pt idx="245">
                  <c:v>10967.362831858407</c:v>
                </c:pt>
                <c:pt idx="246">
                  <c:v>9998.4955752212391</c:v>
                </c:pt>
                <c:pt idx="247">
                  <c:v>10339.362831858407</c:v>
                </c:pt>
                <c:pt idx="248">
                  <c:v>11003.185840707965</c:v>
                </c:pt>
                <c:pt idx="249">
                  <c:v>11003.185840707965</c:v>
                </c:pt>
                <c:pt idx="250">
                  <c:v>11025.575221238938</c:v>
                </c:pt>
                <c:pt idx="251">
                  <c:v>11770.000000000002</c:v>
                </c:pt>
                <c:pt idx="252">
                  <c:v>11859.557522123894</c:v>
                </c:pt>
                <c:pt idx="253">
                  <c:v>11071.946902654867</c:v>
                </c:pt>
                <c:pt idx="254">
                  <c:v>11071.946902654867</c:v>
                </c:pt>
                <c:pt idx="255">
                  <c:v>11071.946902654867</c:v>
                </c:pt>
                <c:pt idx="256">
                  <c:v>12054.24778761062</c:v>
                </c:pt>
                <c:pt idx="257">
                  <c:v>12054.24778761062</c:v>
                </c:pt>
                <c:pt idx="258">
                  <c:v>13363.982300884956</c:v>
                </c:pt>
                <c:pt idx="259">
                  <c:v>10266.637168141593</c:v>
                </c:pt>
                <c:pt idx="260">
                  <c:v>10266.637168141593</c:v>
                </c:pt>
                <c:pt idx="261">
                  <c:v>6726.8141592920365</c:v>
                </c:pt>
                <c:pt idx="262">
                  <c:v>6726.8141592920365</c:v>
                </c:pt>
                <c:pt idx="263">
                  <c:v>6726.8141592920365</c:v>
                </c:pt>
                <c:pt idx="264">
                  <c:v>6726.8141592920365</c:v>
                </c:pt>
                <c:pt idx="265">
                  <c:v>6726.8141592920365</c:v>
                </c:pt>
                <c:pt idx="266">
                  <c:v>6726.8141592920365</c:v>
                </c:pt>
                <c:pt idx="267">
                  <c:v>6726.8141592920365</c:v>
                </c:pt>
                <c:pt idx="268">
                  <c:v>6726.8141592920365</c:v>
                </c:pt>
                <c:pt idx="269">
                  <c:v>6726.8141592920365</c:v>
                </c:pt>
                <c:pt idx="270">
                  <c:v>7709.1150442477874</c:v>
                </c:pt>
                <c:pt idx="271">
                  <c:v>7594.070796460177</c:v>
                </c:pt>
                <c:pt idx="272">
                  <c:v>7594.070796460177</c:v>
                </c:pt>
                <c:pt idx="273">
                  <c:v>7594.070796460177</c:v>
                </c:pt>
                <c:pt idx="274">
                  <c:v>7594.070796460177</c:v>
                </c:pt>
                <c:pt idx="275">
                  <c:v>7986.9911504424781</c:v>
                </c:pt>
                <c:pt idx="276">
                  <c:v>7986.9911504424781</c:v>
                </c:pt>
                <c:pt idx="277">
                  <c:v>7102.0353982300894</c:v>
                </c:pt>
                <c:pt idx="278">
                  <c:v>7102.0353982300894</c:v>
                </c:pt>
                <c:pt idx="279">
                  <c:v>7102.0353982300894</c:v>
                </c:pt>
                <c:pt idx="280">
                  <c:v>7102.0353982300894</c:v>
                </c:pt>
                <c:pt idx="281">
                  <c:v>7102.0353982300894</c:v>
                </c:pt>
                <c:pt idx="282">
                  <c:v>7102.0353982300894</c:v>
                </c:pt>
                <c:pt idx="283">
                  <c:v>7102.0353982300894</c:v>
                </c:pt>
                <c:pt idx="284">
                  <c:v>7233.0088495575228</c:v>
                </c:pt>
                <c:pt idx="285">
                  <c:v>7233.0088495575228</c:v>
                </c:pt>
                <c:pt idx="286">
                  <c:v>7233.0088495575228</c:v>
                </c:pt>
                <c:pt idx="287">
                  <c:v>7233.0088495575228</c:v>
                </c:pt>
                <c:pt idx="288">
                  <c:v>7233.0088495575228</c:v>
                </c:pt>
                <c:pt idx="289">
                  <c:v>7233.0088495575228</c:v>
                </c:pt>
                <c:pt idx="290">
                  <c:v>7102.0353982300894</c:v>
                </c:pt>
                <c:pt idx="291">
                  <c:v>7102.0353982300894</c:v>
                </c:pt>
                <c:pt idx="292">
                  <c:v>7102.0353982300894</c:v>
                </c:pt>
                <c:pt idx="293">
                  <c:v>7102.0353982300894</c:v>
                </c:pt>
                <c:pt idx="294">
                  <c:v>7102.0353982300894</c:v>
                </c:pt>
                <c:pt idx="295">
                  <c:v>7102.0353982300894</c:v>
                </c:pt>
                <c:pt idx="296">
                  <c:v>7102.0353982300894</c:v>
                </c:pt>
                <c:pt idx="297">
                  <c:v>7102.0353982300894</c:v>
                </c:pt>
                <c:pt idx="298">
                  <c:v>7102.0353982300894</c:v>
                </c:pt>
                <c:pt idx="299">
                  <c:v>7102.0353982300894</c:v>
                </c:pt>
                <c:pt idx="300">
                  <c:v>8018.8495575221241</c:v>
                </c:pt>
                <c:pt idx="301">
                  <c:v>8018.8495575221241</c:v>
                </c:pt>
                <c:pt idx="302">
                  <c:v>8018.8495575221241</c:v>
                </c:pt>
                <c:pt idx="303">
                  <c:v>8018.8495575221241</c:v>
                </c:pt>
                <c:pt idx="304">
                  <c:v>8018.8495575221241</c:v>
                </c:pt>
                <c:pt idx="305">
                  <c:v>8018.8495575221241</c:v>
                </c:pt>
                <c:pt idx="306">
                  <c:v>8018.8495575221241</c:v>
                </c:pt>
                <c:pt idx="307">
                  <c:v>8018.8495575221241</c:v>
                </c:pt>
                <c:pt idx="308">
                  <c:v>8018.8495575221241</c:v>
                </c:pt>
                <c:pt idx="309">
                  <c:v>7133.8938053097354</c:v>
                </c:pt>
                <c:pt idx="310">
                  <c:v>7133.8938053097354</c:v>
                </c:pt>
                <c:pt idx="311">
                  <c:v>7133.8938053097354</c:v>
                </c:pt>
                <c:pt idx="312">
                  <c:v>7133.8938053097354</c:v>
                </c:pt>
                <c:pt idx="313">
                  <c:v>7133.8938053097354</c:v>
                </c:pt>
                <c:pt idx="314">
                  <c:v>7133.8938053097354</c:v>
                </c:pt>
                <c:pt idx="315">
                  <c:v>7133.8938053097354</c:v>
                </c:pt>
                <c:pt idx="316">
                  <c:v>7133.8938053097354</c:v>
                </c:pt>
                <c:pt idx="317">
                  <c:v>5983.4513274336286</c:v>
                </c:pt>
                <c:pt idx="318">
                  <c:v>5983.4513274336286</c:v>
                </c:pt>
                <c:pt idx="319">
                  <c:v>5983.4513274336286</c:v>
                </c:pt>
                <c:pt idx="320">
                  <c:v>5983.4513274336286</c:v>
                </c:pt>
                <c:pt idx="321">
                  <c:v>5983.4513274336286</c:v>
                </c:pt>
                <c:pt idx="322">
                  <c:v>5983.4513274336286</c:v>
                </c:pt>
                <c:pt idx="323">
                  <c:v>5983.4513274336286</c:v>
                </c:pt>
                <c:pt idx="324">
                  <c:v>5983.4513274336286</c:v>
                </c:pt>
                <c:pt idx="325">
                  <c:v>5983.4513274336286</c:v>
                </c:pt>
                <c:pt idx="326">
                  <c:v>5983.4513274336286</c:v>
                </c:pt>
                <c:pt idx="327">
                  <c:v>5983.4513274336286</c:v>
                </c:pt>
                <c:pt idx="328">
                  <c:v>5983.4513274336286</c:v>
                </c:pt>
                <c:pt idx="329">
                  <c:v>5983.4513274336286</c:v>
                </c:pt>
                <c:pt idx="330">
                  <c:v>5983.4513274336286</c:v>
                </c:pt>
                <c:pt idx="331">
                  <c:v>5983.4513274336286</c:v>
                </c:pt>
                <c:pt idx="332">
                  <c:v>5983.4513274336286</c:v>
                </c:pt>
                <c:pt idx="333">
                  <c:v>5983.4513274336286</c:v>
                </c:pt>
                <c:pt idx="334">
                  <c:v>5983.4513274336286</c:v>
                </c:pt>
                <c:pt idx="335">
                  <c:v>5983.4513274336286</c:v>
                </c:pt>
                <c:pt idx="336">
                  <c:v>6461.3274336283193</c:v>
                </c:pt>
                <c:pt idx="337">
                  <c:v>6461.3274336283193</c:v>
                </c:pt>
                <c:pt idx="338">
                  <c:v>6461.3274336283193</c:v>
                </c:pt>
                <c:pt idx="339">
                  <c:v>6461.3274336283193</c:v>
                </c:pt>
                <c:pt idx="340">
                  <c:v>6461.3274336283193</c:v>
                </c:pt>
                <c:pt idx="341">
                  <c:v>6461.3274336283193</c:v>
                </c:pt>
                <c:pt idx="342">
                  <c:v>6107.3451327433631</c:v>
                </c:pt>
                <c:pt idx="343">
                  <c:v>6107.3451327433631</c:v>
                </c:pt>
                <c:pt idx="344">
                  <c:v>6107.3451327433631</c:v>
                </c:pt>
                <c:pt idx="345">
                  <c:v>6107.3451327433631</c:v>
                </c:pt>
                <c:pt idx="346">
                  <c:v>6107.3451327433631</c:v>
                </c:pt>
                <c:pt idx="347">
                  <c:v>6107.3451327433631</c:v>
                </c:pt>
                <c:pt idx="348">
                  <c:v>6107.3451327433631</c:v>
                </c:pt>
                <c:pt idx="349">
                  <c:v>6107.3451327433631</c:v>
                </c:pt>
                <c:pt idx="350">
                  <c:v>6107.3451327433631</c:v>
                </c:pt>
                <c:pt idx="351">
                  <c:v>6107.3451327433631</c:v>
                </c:pt>
                <c:pt idx="352">
                  <c:v>6107.3451327433631</c:v>
                </c:pt>
                <c:pt idx="353">
                  <c:v>6107.3451327433631</c:v>
                </c:pt>
                <c:pt idx="354">
                  <c:v>6107.3451327433631</c:v>
                </c:pt>
                <c:pt idx="355">
                  <c:v>6107.3451327433631</c:v>
                </c:pt>
                <c:pt idx="356">
                  <c:v>6018.849557522125</c:v>
                </c:pt>
                <c:pt idx="357">
                  <c:v>6018.849557522125</c:v>
                </c:pt>
                <c:pt idx="358">
                  <c:v>6018.849557522125</c:v>
                </c:pt>
                <c:pt idx="359">
                  <c:v>6018.849557522125</c:v>
                </c:pt>
                <c:pt idx="360">
                  <c:v>6018.849557522125</c:v>
                </c:pt>
                <c:pt idx="361">
                  <c:v>6018.849557522125</c:v>
                </c:pt>
                <c:pt idx="362">
                  <c:v>6018.849557522125</c:v>
                </c:pt>
                <c:pt idx="363">
                  <c:v>6018.849557522125</c:v>
                </c:pt>
                <c:pt idx="364">
                  <c:v>6018.849557522125</c:v>
                </c:pt>
                <c:pt idx="365">
                  <c:v>6018.849557522125</c:v>
                </c:pt>
                <c:pt idx="366">
                  <c:v>6018.849557522125</c:v>
                </c:pt>
                <c:pt idx="367">
                  <c:v>5797.6106194690274</c:v>
                </c:pt>
                <c:pt idx="368">
                  <c:v>5797.6106194690274</c:v>
                </c:pt>
                <c:pt idx="369">
                  <c:v>5797.6106194690274</c:v>
                </c:pt>
                <c:pt idx="370">
                  <c:v>5797.6106194690274</c:v>
                </c:pt>
                <c:pt idx="371">
                  <c:v>5797.6106194690274</c:v>
                </c:pt>
                <c:pt idx="372">
                  <c:v>5797.6106194690274</c:v>
                </c:pt>
                <c:pt idx="373">
                  <c:v>5797.6106194690274</c:v>
                </c:pt>
                <c:pt idx="374">
                  <c:v>5797.6106194690274</c:v>
                </c:pt>
                <c:pt idx="375">
                  <c:v>5797.6106194690274</c:v>
                </c:pt>
                <c:pt idx="376">
                  <c:v>5732.1238938053102</c:v>
                </c:pt>
                <c:pt idx="377">
                  <c:v>5732.1238938053102</c:v>
                </c:pt>
                <c:pt idx="378">
                  <c:v>5732.1238938053102</c:v>
                </c:pt>
                <c:pt idx="379">
                  <c:v>5732.1238938053102</c:v>
                </c:pt>
                <c:pt idx="380">
                  <c:v>5732.1238938053102</c:v>
                </c:pt>
                <c:pt idx="381">
                  <c:v>5732.1238938053102</c:v>
                </c:pt>
                <c:pt idx="382">
                  <c:v>5732.1238938053102</c:v>
                </c:pt>
                <c:pt idx="383">
                  <c:v>5732.1238938053102</c:v>
                </c:pt>
                <c:pt idx="384">
                  <c:v>5732.1238938053102</c:v>
                </c:pt>
                <c:pt idx="385">
                  <c:v>5599.3805309734516</c:v>
                </c:pt>
                <c:pt idx="386">
                  <c:v>5599.3805309734516</c:v>
                </c:pt>
                <c:pt idx="387">
                  <c:v>5599.3805309734516</c:v>
                </c:pt>
                <c:pt idx="388">
                  <c:v>5599.3805309734516</c:v>
                </c:pt>
                <c:pt idx="389">
                  <c:v>5599.3805309734516</c:v>
                </c:pt>
                <c:pt idx="390">
                  <c:v>5599.3805309734516</c:v>
                </c:pt>
                <c:pt idx="391">
                  <c:v>5599.3805309734516</c:v>
                </c:pt>
                <c:pt idx="392">
                  <c:v>5599.3805309734516</c:v>
                </c:pt>
                <c:pt idx="393">
                  <c:v>5599.3805309734516</c:v>
                </c:pt>
                <c:pt idx="394">
                  <c:v>5599.3805309734516</c:v>
                </c:pt>
                <c:pt idx="395">
                  <c:v>5599.3805309734516</c:v>
                </c:pt>
                <c:pt idx="396">
                  <c:v>5599.3805309734516</c:v>
                </c:pt>
                <c:pt idx="397">
                  <c:v>5599.3805309734516</c:v>
                </c:pt>
                <c:pt idx="398">
                  <c:v>5599.3805309734516</c:v>
                </c:pt>
                <c:pt idx="399">
                  <c:v>5599.3805309734516</c:v>
                </c:pt>
                <c:pt idx="400">
                  <c:v>5599.3805309734516</c:v>
                </c:pt>
                <c:pt idx="401">
                  <c:v>5599.3805309734516</c:v>
                </c:pt>
                <c:pt idx="402">
                  <c:v>5795.8407079646022</c:v>
                </c:pt>
                <c:pt idx="403">
                  <c:v>5795.8407079646022</c:v>
                </c:pt>
                <c:pt idx="404">
                  <c:v>5795.8407079646022</c:v>
                </c:pt>
                <c:pt idx="405">
                  <c:v>5795.8407079646022</c:v>
                </c:pt>
                <c:pt idx="406">
                  <c:v>5795.8407079646022</c:v>
                </c:pt>
                <c:pt idx="407">
                  <c:v>5795.8407079646022</c:v>
                </c:pt>
                <c:pt idx="408">
                  <c:v>5795.8407079646022</c:v>
                </c:pt>
                <c:pt idx="409">
                  <c:v>5795.8407079646022</c:v>
                </c:pt>
                <c:pt idx="410">
                  <c:v>5795.8407079646022</c:v>
                </c:pt>
                <c:pt idx="411">
                  <c:v>5795.8407079646022</c:v>
                </c:pt>
                <c:pt idx="412">
                  <c:v>5795.8407079646022</c:v>
                </c:pt>
                <c:pt idx="413">
                  <c:v>5795.8407079646022</c:v>
                </c:pt>
                <c:pt idx="414">
                  <c:v>5795.8407079646022</c:v>
                </c:pt>
                <c:pt idx="415">
                  <c:v>5795.8407079646022</c:v>
                </c:pt>
                <c:pt idx="416">
                  <c:v>5795.8407079646022</c:v>
                </c:pt>
                <c:pt idx="417">
                  <c:v>5795.8407079646022</c:v>
                </c:pt>
                <c:pt idx="418">
                  <c:v>5795.8407079646022</c:v>
                </c:pt>
                <c:pt idx="419">
                  <c:v>5795.8407079646022</c:v>
                </c:pt>
                <c:pt idx="420">
                  <c:v>5795.8407079646022</c:v>
                </c:pt>
                <c:pt idx="421">
                  <c:v>5795.8407079646022</c:v>
                </c:pt>
                <c:pt idx="422">
                  <c:v>5795.8407079646022</c:v>
                </c:pt>
                <c:pt idx="423">
                  <c:v>5795.8407079646022</c:v>
                </c:pt>
                <c:pt idx="424">
                  <c:v>5795.8407079646022</c:v>
                </c:pt>
                <c:pt idx="425">
                  <c:v>5795.8407079646022</c:v>
                </c:pt>
                <c:pt idx="426">
                  <c:v>5663.0973451327436</c:v>
                </c:pt>
                <c:pt idx="427">
                  <c:v>5663.0973451327436</c:v>
                </c:pt>
                <c:pt idx="428">
                  <c:v>5663.0973451327436</c:v>
                </c:pt>
                <c:pt idx="429">
                  <c:v>5663.0973451327436</c:v>
                </c:pt>
                <c:pt idx="430">
                  <c:v>5663.0973451327436</c:v>
                </c:pt>
                <c:pt idx="431">
                  <c:v>5663.0973451327436</c:v>
                </c:pt>
                <c:pt idx="432">
                  <c:v>5707.8761061946907</c:v>
                </c:pt>
                <c:pt idx="433">
                  <c:v>5707.8761061946907</c:v>
                </c:pt>
                <c:pt idx="434">
                  <c:v>5707.8761061946907</c:v>
                </c:pt>
                <c:pt idx="435">
                  <c:v>5707.8761061946907</c:v>
                </c:pt>
                <c:pt idx="436">
                  <c:v>5707.8761061946907</c:v>
                </c:pt>
                <c:pt idx="437">
                  <c:v>5707.8761061946907</c:v>
                </c:pt>
                <c:pt idx="438">
                  <c:v>5707.8761061946907</c:v>
                </c:pt>
                <c:pt idx="439">
                  <c:v>5707.8761061946907</c:v>
                </c:pt>
                <c:pt idx="440">
                  <c:v>5707.8761061946907</c:v>
                </c:pt>
                <c:pt idx="441">
                  <c:v>5752.6548672566378</c:v>
                </c:pt>
                <c:pt idx="442">
                  <c:v>5752.6548672566378</c:v>
                </c:pt>
                <c:pt idx="443">
                  <c:v>5752.6548672566378</c:v>
                </c:pt>
                <c:pt idx="444">
                  <c:v>5575.6637168141597</c:v>
                </c:pt>
                <c:pt idx="445">
                  <c:v>5575.6637168141597</c:v>
                </c:pt>
                <c:pt idx="446">
                  <c:v>5598.0530973451332</c:v>
                </c:pt>
                <c:pt idx="447">
                  <c:v>5598.0530973451332</c:v>
                </c:pt>
                <c:pt idx="448">
                  <c:v>5598.0530973451332</c:v>
                </c:pt>
                <c:pt idx="449">
                  <c:v>5598.0530973451332</c:v>
                </c:pt>
                <c:pt idx="450">
                  <c:v>5620.4424778761068</c:v>
                </c:pt>
                <c:pt idx="451">
                  <c:v>5620.4424778761068</c:v>
                </c:pt>
                <c:pt idx="452">
                  <c:v>5620.4424778761068</c:v>
                </c:pt>
                <c:pt idx="453">
                  <c:v>5620.4424778761068</c:v>
                </c:pt>
                <c:pt idx="454">
                  <c:v>5620.4424778761068</c:v>
                </c:pt>
                <c:pt idx="455">
                  <c:v>5620.4424778761068</c:v>
                </c:pt>
                <c:pt idx="456">
                  <c:v>5620.4424778761068</c:v>
                </c:pt>
                <c:pt idx="457">
                  <c:v>5620.4424778761068</c:v>
                </c:pt>
                <c:pt idx="458">
                  <c:v>5620.4424778761068</c:v>
                </c:pt>
                <c:pt idx="459">
                  <c:v>5620.4424778761068</c:v>
                </c:pt>
                <c:pt idx="460">
                  <c:v>5620.4424778761068</c:v>
                </c:pt>
                <c:pt idx="461">
                  <c:v>5620.4424778761068</c:v>
                </c:pt>
                <c:pt idx="462">
                  <c:v>5620.4424778761068</c:v>
                </c:pt>
                <c:pt idx="463">
                  <c:v>5620.4424778761068</c:v>
                </c:pt>
                <c:pt idx="464">
                  <c:v>5620.4424778761068</c:v>
                </c:pt>
                <c:pt idx="465">
                  <c:v>5620.4424778761068</c:v>
                </c:pt>
                <c:pt idx="466">
                  <c:v>5620.4424778761068</c:v>
                </c:pt>
                <c:pt idx="467">
                  <c:v>5620.4424778761068</c:v>
                </c:pt>
                <c:pt idx="468">
                  <c:v>5620.4424778761068</c:v>
                </c:pt>
                <c:pt idx="469">
                  <c:v>5620.4424778761068</c:v>
                </c:pt>
                <c:pt idx="470">
                  <c:v>5620.4424778761068</c:v>
                </c:pt>
                <c:pt idx="471">
                  <c:v>5620.4424778761068</c:v>
                </c:pt>
                <c:pt idx="472">
                  <c:v>5620.4424778761068</c:v>
                </c:pt>
                <c:pt idx="473">
                  <c:v>5620.4424778761068</c:v>
                </c:pt>
                <c:pt idx="474">
                  <c:v>5620.4424778761068</c:v>
                </c:pt>
                <c:pt idx="475">
                  <c:v>5620.4424778761068</c:v>
                </c:pt>
                <c:pt idx="476">
                  <c:v>5620.4424778761068</c:v>
                </c:pt>
                <c:pt idx="477">
                  <c:v>5620.4424778761068</c:v>
                </c:pt>
                <c:pt idx="478">
                  <c:v>5620.4424778761068</c:v>
                </c:pt>
                <c:pt idx="479">
                  <c:v>5620.4424778761068</c:v>
                </c:pt>
                <c:pt idx="480">
                  <c:v>5751.4159292035411</c:v>
                </c:pt>
                <c:pt idx="481">
                  <c:v>5751.4159292035411</c:v>
                </c:pt>
                <c:pt idx="482">
                  <c:v>5751.4159292035411</c:v>
                </c:pt>
                <c:pt idx="483">
                  <c:v>5751.4159292035411</c:v>
                </c:pt>
                <c:pt idx="484">
                  <c:v>5751.4159292035411</c:v>
                </c:pt>
                <c:pt idx="485">
                  <c:v>5751.4159292035411</c:v>
                </c:pt>
                <c:pt idx="486">
                  <c:v>5751.4159292035411</c:v>
                </c:pt>
                <c:pt idx="487">
                  <c:v>5751.4159292035411</c:v>
                </c:pt>
                <c:pt idx="488">
                  <c:v>5751.4159292035411</c:v>
                </c:pt>
                <c:pt idx="489">
                  <c:v>5751.4159292035411</c:v>
                </c:pt>
                <c:pt idx="490">
                  <c:v>5751.4159292035411</c:v>
                </c:pt>
                <c:pt idx="491">
                  <c:v>5751.4159292035411</c:v>
                </c:pt>
                <c:pt idx="492">
                  <c:v>5751.4159292035411</c:v>
                </c:pt>
                <c:pt idx="493">
                  <c:v>5751.4159292035411</c:v>
                </c:pt>
                <c:pt idx="494">
                  <c:v>5751.4159292035411</c:v>
                </c:pt>
                <c:pt idx="495">
                  <c:v>5751.4159292035411</c:v>
                </c:pt>
                <c:pt idx="496">
                  <c:v>5751.4159292035411</c:v>
                </c:pt>
                <c:pt idx="497">
                  <c:v>5751.4159292035411</c:v>
                </c:pt>
                <c:pt idx="498">
                  <c:v>5751.4159292035411</c:v>
                </c:pt>
                <c:pt idx="499">
                  <c:v>5751.4159292035411</c:v>
                </c:pt>
                <c:pt idx="500">
                  <c:v>5751.4159292035411</c:v>
                </c:pt>
                <c:pt idx="501">
                  <c:v>5751.4159292035411</c:v>
                </c:pt>
                <c:pt idx="502">
                  <c:v>5751.4159292035411</c:v>
                </c:pt>
                <c:pt idx="503">
                  <c:v>5751.4159292035411</c:v>
                </c:pt>
                <c:pt idx="504">
                  <c:v>5751.4159292035411</c:v>
                </c:pt>
                <c:pt idx="505">
                  <c:v>5751.4159292035411</c:v>
                </c:pt>
                <c:pt idx="506">
                  <c:v>5751.4159292035411</c:v>
                </c:pt>
                <c:pt idx="507">
                  <c:v>5751.4159292035411</c:v>
                </c:pt>
                <c:pt idx="508">
                  <c:v>5751.4159292035411</c:v>
                </c:pt>
                <c:pt idx="509">
                  <c:v>5751.4159292035411</c:v>
                </c:pt>
                <c:pt idx="510">
                  <c:v>5751.4159292035411</c:v>
                </c:pt>
                <c:pt idx="511">
                  <c:v>5751.4159292035411</c:v>
                </c:pt>
                <c:pt idx="512">
                  <c:v>5751.4159292035411</c:v>
                </c:pt>
                <c:pt idx="513">
                  <c:v>5751.4159292035411</c:v>
                </c:pt>
                <c:pt idx="514">
                  <c:v>5751.4159292035411</c:v>
                </c:pt>
                <c:pt idx="515">
                  <c:v>5751.4159292035411</c:v>
                </c:pt>
                <c:pt idx="516">
                  <c:v>5751.4159292035411</c:v>
                </c:pt>
                <c:pt idx="517">
                  <c:v>5751.4159292035411</c:v>
                </c:pt>
                <c:pt idx="518">
                  <c:v>5751.4159292035411</c:v>
                </c:pt>
                <c:pt idx="519">
                  <c:v>5751.4159292035411</c:v>
                </c:pt>
                <c:pt idx="520">
                  <c:v>5751.4159292035411</c:v>
                </c:pt>
                <c:pt idx="521">
                  <c:v>5751.4159292035411</c:v>
                </c:pt>
                <c:pt idx="522">
                  <c:v>5751.4159292035411</c:v>
                </c:pt>
                <c:pt idx="523">
                  <c:v>5751.4159292035411</c:v>
                </c:pt>
                <c:pt idx="524">
                  <c:v>5751.4159292035411</c:v>
                </c:pt>
                <c:pt idx="525">
                  <c:v>5751.4159292035411</c:v>
                </c:pt>
                <c:pt idx="526">
                  <c:v>5751.4159292035411</c:v>
                </c:pt>
                <c:pt idx="527">
                  <c:v>5751.4159292035411</c:v>
                </c:pt>
                <c:pt idx="528">
                  <c:v>5751.4159292035411</c:v>
                </c:pt>
                <c:pt idx="529">
                  <c:v>5751.4159292035411</c:v>
                </c:pt>
                <c:pt idx="530">
                  <c:v>5751.4159292035411</c:v>
                </c:pt>
                <c:pt idx="531">
                  <c:v>5751.4159292035411</c:v>
                </c:pt>
                <c:pt idx="532">
                  <c:v>5751.4159292035411</c:v>
                </c:pt>
                <c:pt idx="533">
                  <c:v>5751.4159292035411</c:v>
                </c:pt>
                <c:pt idx="534">
                  <c:v>5796.1946902654872</c:v>
                </c:pt>
                <c:pt idx="535">
                  <c:v>5796.1946902654872</c:v>
                </c:pt>
                <c:pt idx="536">
                  <c:v>5796.1946902654872</c:v>
                </c:pt>
                <c:pt idx="537">
                  <c:v>5796.1946902654872</c:v>
                </c:pt>
                <c:pt idx="538">
                  <c:v>5796.1946902654872</c:v>
                </c:pt>
                <c:pt idx="539">
                  <c:v>5796.1946902654872</c:v>
                </c:pt>
                <c:pt idx="540">
                  <c:v>5796.1946902654872</c:v>
                </c:pt>
                <c:pt idx="541">
                  <c:v>5796.1946902654872</c:v>
                </c:pt>
                <c:pt idx="542">
                  <c:v>5796.1946902654872</c:v>
                </c:pt>
                <c:pt idx="543">
                  <c:v>5796.1946902654872</c:v>
                </c:pt>
                <c:pt idx="544">
                  <c:v>5796.1946902654872</c:v>
                </c:pt>
                <c:pt idx="545">
                  <c:v>5796.1946902654872</c:v>
                </c:pt>
                <c:pt idx="546">
                  <c:v>5796.1946902654872</c:v>
                </c:pt>
                <c:pt idx="547">
                  <c:v>5796.1946902654872</c:v>
                </c:pt>
                <c:pt idx="548">
                  <c:v>5796.1946902654872</c:v>
                </c:pt>
                <c:pt idx="549">
                  <c:v>5796.1946902654872</c:v>
                </c:pt>
                <c:pt idx="550">
                  <c:v>5796.1946902654872</c:v>
                </c:pt>
                <c:pt idx="551">
                  <c:v>5796.1946902654872</c:v>
                </c:pt>
                <c:pt idx="552">
                  <c:v>5796.1946902654872</c:v>
                </c:pt>
                <c:pt idx="553">
                  <c:v>5796.1946902654872</c:v>
                </c:pt>
                <c:pt idx="554">
                  <c:v>5796.1946902654872</c:v>
                </c:pt>
                <c:pt idx="555">
                  <c:v>5796.1946902654872</c:v>
                </c:pt>
                <c:pt idx="556">
                  <c:v>5796.1946902654872</c:v>
                </c:pt>
                <c:pt idx="557">
                  <c:v>5796.1946902654872</c:v>
                </c:pt>
                <c:pt idx="558">
                  <c:v>5796.1946902654872</c:v>
                </c:pt>
                <c:pt idx="559">
                  <c:v>5796.1946902654872</c:v>
                </c:pt>
                <c:pt idx="560">
                  <c:v>5796.1946902654872</c:v>
                </c:pt>
                <c:pt idx="561">
                  <c:v>5796.1946902654872</c:v>
                </c:pt>
                <c:pt idx="562">
                  <c:v>5796.1946902654872</c:v>
                </c:pt>
                <c:pt idx="563">
                  <c:v>5796.1946902654872</c:v>
                </c:pt>
                <c:pt idx="564">
                  <c:v>5796.1946902654872</c:v>
                </c:pt>
                <c:pt idx="565">
                  <c:v>5796.1946902654872</c:v>
                </c:pt>
                <c:pt idx="566">
                  <c:v>5796.1946902654872</c:v>
                </c:pt>
                <c:pt idx="567">
                  <c:v>5796.1946902654872</c:v>
                </c:pt>
                <c:pt idx="568">
                  <c:v>5796.1946902654872</c:v>
                </c:pt>
                <c:pt idx="569">
                  <c:v>5861.6814159292044</c:v>
                </c:pt>
                <c:pt idx="570">
                  <c:v>5861.6814159292044</c:v>
                </c:pt>
                <c:pt idx="571">
                  <c:v>5861.6814159292044</c:v>
                </c:pt>
                <c:pt idx="572">
                  <c:v>5796.1946902654872</c:v>
                </c:pt>
                <c:pt idx="573">
                  <c:v>5796.1946902654872</c:v>
                </c:pt>
                <c:pt idx="574">
                  <c:v>5796.1946902654872</c:v>
                </c:pt>
                <c:pt idx="575">
                  <c:v>5796.1946902654872</c:v>
                </c:pt>
                <c:pt idx="576">
                  <c:v>5796.1946902654872</c:v>
                </c:pt>
                <c:pt idx="577">
                  <c:v>5730.7079646017701</c:v>
                </c:pt>
                <c:pt idx="578">
                  <c:v>5730.7079646017701</c:v>
                </c:pt>
                <c:pt idx="579">
                  <c:v>5730.7079646017701</c:v>
                </c:pt>
                <c:pt idx="580">
                  <c:v>5730.7079646017701</c:v>
                </c:pt>
                <c:pt idx="581">
                  <c:v>5730.7079646017701</c:v>
                </c:pt>
                <c:pt idx="582">
                  <c:v>5632.4778761061953</c:v>
                </c:pt>
                <c:pt idx="583">
                  <c:v>5632.4778761061953</c:v>
                </c:pt>
                <c:pt idx="584">
                  <c:v>5632.4778761061953</c:v>
                </c:pt>
                <c:pt idx="585">
                  <c:v>5632.4778761061953</c:v>
                </c:pt>
                <c:pt idx="586">
                  <c:v>5632.4778761061953</c:v>
                </c:pt>
                <c:pt idx="587">
                  <c:v>5632.4778761061953</c:v>
                </c:pt>
                <c:pt idx="588">
                  <c:v>5632.4778761061953</c:v>
                </c:pt>
                <c:pt idx="589">
                  <c:v>5632.4778761061953</c:v>
                </c:pt>
                <c:pt idx="590">
                  <c:v>5632.4778761061953</c:v>
                </c:pt>
                <c:pt idx="591">
                  <c:v>5632.4778761061953</c:v>
                </c:pt>
                <c:pt idx="592">
                  <c:v>5534.2477876106195</c:v>
                </c:pt>
                <c:pt idx="593">
                  <c:v>5534.2477876106195</c:v>
                </c:pt>
                <c:pt idx="594">
                  <c:v>5534.2477876106195</c:v>
                </c:pt>
                <c:pt idx="595">
                  <c:v>5436.0176991150447</c:v>
                </c:pt>
                <c:pt idx="596">
                  <c:v>5436.0176991150447</c:v>
                </c:pt>
                <c:pt idx="597">
                  <c:v>5436.0176991150447</c:v>
                </c:pt>
                <c:pt idx="598">
                  <c:v>5436.0176991150447</c:v>
                </c:pt>
                <c:pt idx="599">
                  <c:v>5436.0176991150447</c:v>
                </c:pt>
                <c:pt idx="600">
                  <c:v>5436.0176991150447</c:v>
                </c:pt>
                <c:pt idx="601">
                  <c:v>5436.0176991150447</c:v>
                </c:pt>
                <c:pt idx="602">
                  <c:v>5436.0176991150447</c:v>
                </c:pt>
                <c:pt idx="603">
                  <c:v>5436.0176991150447</c:v>
                </c:pt>
                <c:pt idx="604">
                  <c:v>5566.9911504424781</c:v>
                </c:pt>
                <c:pt idx="605">
                  <c:v>5566.9911504424781</c:v>
                </c:pt>
                <c:pt idx="606">
                  <c:v>5566.9911504424781</c:v>
                </c:pt>
                <c:pt idx="607">
                  <c:v>5589.3805309734516</c:v>
                </c:pt>
                <c:pt idx="608">
                  <c:v>6297.8761061946916</c:v>
                </c:pt>
                <c:pt idx="609">
                  <c:v>6461.5929203539836</c:v>
                </c:pt>
                <c:pt idx="610">
                  <c:v>6461.5929203539836</c:v>
                </c:pt>
                <c:pt idx="611">
                  <c:v>6461.5929203539836</c:v>
                </c:pt>
                <c:pt idx="612">
                  <c:v>6461.5929203539836</c:v>
                </c:pt>
                <c:pt idx="613">
                  <c:v>6461.5929203539836</c:v>
                </c:pt>
                <c:pt idx="614">
                  <c:v>6461.5929203539836</c:v>
                </c:pt>
                <c:pt idx="615">
                  <c:v>6461.5929203539836</c:v>
                </c:pt>
                <c:pt idx="616">
                  <c:v>6461.5929203539836</c:v>
                </c:pt>
                <c:pt idx="617">
                  <c:v>6461.5929203539836</c:v>
                </c:pt>
                <c:pt idx="618">
                  <c:v>6461.5929203539836</c:v>
                </c:pt>
                <c:pt idx="619">
                  <c:v>6461.5929203539836</c:v>
                </c:pt>
                <c:pt idx="620">
                  <c:v>6461.5929203539836</c:v>
                </c:pt>
                <c:pt idx="621">
                  <c:v>6461.5929203539836</c:v>
                </c:pt>
                <c:pt idx="622">
                  <c:v>6461.5929203539836</c:v>
                </c:pt>
                <c:pt idx="623">
                  <c:v>6297.8761061946916</c:v>
                </c:pt>
                <c:pt idx="624">
                  <c:v>6297.8761061946916</c:v>
                </c:pt>
                <c:pt idx="625">
                  <c:v>6297.8761061946916</c:v>
                </c:pt>
                <c:pt idx="626">
                  <c:v>6297.8761061946916</c:v>
                </c:pt>
                <c:pt idx="627">
                  <c:v>6297.8761061946916</c:v>
                </c:pt>
                <c:pt idx="628">
                  <c:v>6297.8761061946916</c:v>
                </c:pt>
                <c:pt idx="629">
                  <c:v>6297.8761061946916</c:v>
                </c:pt>
                <c:pt idx="630">
                  <c:v>6297.8761061946916</c:v>
                </c:pt>
                <c:pt idx="631">
                  <c:v>6166.9026548672573</c:v>
                </c:pt>
                <c:pt idx="632">
                  <c:v>6166.9026548672573</c:v>
                </c:pt>
                <c:pt idx="633">
                  <c:v>6166.9026548672573</c:v>
                </c:pt>
                <c:pt idx="634">
                  <c:v>6166.9026548672573</c:v>
                </c:pt>
                <c:pt idx="635">
                  <c:v>6166.9026548672573</c:v>
                </c:pt>
                <c:pt idx="636">
                  <c:v>6166.9026548672573</c:v>
                </c:pt>
                <c:pt idx="637">
                  <c:v>6166.9026548672573</c:v>
                </c:pt>
                <c:pt idx="638">
                  <c:v>6166.9026548672573</c:v>
                </c:pt>
                <c:pt idx="639">
                  <c:v>6166.9026548672573</c:v>
                </c:pt>
                <c:pt idx="640">
                  <c:v>6166.9026548672573</c:v>
                </c:pt>
                <c:pt idx="641">
                  <c:v>6166.9026548672573</c:v>
                </c:pt>
                <c:pt idx="642">
                  <c:v>6166.9026548672573</c:v>
                </c:pt>
                <c:pt idx="643">
                  <c:v>6166.9026548672573</c:v>
                </c:pt>
                <c:pt idx="644">
                  <c:v>6166.9026548672573</c:v>
                </c:pt>
                <c:pt idx="645">
                  <c:v>6166.9026548672573</c:v>
                </c:pt>
                <c:pt idx="646">
                  <c:v>6166.9026548672573</c:v>
                </c:pt>
                <c:pt idx="647">
                  <c:v>6166.9026548672573</c:v>
                </c:pt>
                <c:pt idx="648">
                  <c:v>6166.9026548672573</c:v>
                </c:pt>
                <c:pt idx="649">
                  <c:v>6166.9026548672573</c:v>
                </c:pt>
                <c:pt idx="650">
                  <c:v>6166.9026548672573</c:v>
                </c:pt>
                <c:pt idx="651">
                  <c:v>6166.9026548672573</c:v>
                </c:pt>
                <c:pt idx="652">
                  <c:v>6166.9026548672573</c:v>
                </c:pt>
                <c:pt idx="653">
                  <c:v>6166.9026548672573</c:v>
                </c:pt>
                <c:pt idx="654">
                  <c:v>6166.9026548672573</c:v>
                </c:pt>
                <c:pt idx="655">
                  <c:v>6166.9026548672573</c:v>
                </c:pt>
                <c:pt idx="656">
                  <c:v>6166.9026548672573</c:v>
                </c:pt>
                <c:pt idx="657">
                  <c:v>6166.9026548672573</c:v>
                </c:pt>
                <c:pt idx="658">
                  <c:v>6166.9026548672573</c:v>
                </c:pt>
                <c:pt idx="659">
                  <c:v>6166.9026548672573</c:v>
                </c:pt>
                <c:pt idx="660">
                  <c:v>6166.9026548672573</c:v>
                </c:pt>
                <c:pt idx="661">
                  <c:v>6166.9026548672573</c:v>
                </c:pt>
                <c:pt idx="662">
                  <c:v>6166.9026548672573</c:v>
                </c:pt>
                <c:pt idx="663">
                  <c:v>6166.9026548672573</c:v>
                </c:pt>
                <c:pt idx="664">
                  <c:v>6166.9026548672573</c:v>
                </c:pt>
                <c:pt idx="665">
                  <c:v>6166.9026548672573</c:v>
                </c:pt>
                <c:pt idx="666">
                  <c:v>6166.9026548672573</c:v>
                </c:pt>
                <c:pt idx="667">
                  <c:v>6166.9026548672573</c:v>
                </c:pt>
                <c:pt idx="668">
                  <c:v>6166.9026548672573</c:v>
                </c:pt>
                <c:pt idx="669">
                  <c:v>6166.9026548672573</c:v>
                </c:pt>
                <c:pt idx="670">
                  <c:v>6166.9026548672573</c:v>
                </c:pt>
                <c:pt idx="671">
                  <c:v>6166.9026548672573</c:v>
                </c:pt>
                <c:pt idx="672">
                  <c:v>6166.9026548672573</c:v>
                </c:pt>
                <c:pt idx="673">
                  <c:v>6166.9026548672573</c:v>
                </c:pt>
                <c:pt idx="674">
                  <c:v>6166.9026548672573</c:v>
                </c:pt>
                <c:pt idx="675">
                  <c:v>6166.9026548672573</c:v>
                </c:pt>
                <c:pt idx="676">
                  <c:v>6166.9026548672573</c:v>
                </c:pt>
                <c:pt idx="677">
                  <c:v>6166.9026548672573</c:v>
                </c:pt>
                <c:pt idx="678">
                  <c:v>6166.9026548672573</c:v>
                </c:pt>
                <c:pt idx="679">
                  <c:v>6166.9026548672573</c:v>
                </c:pt>
                <c:pt idx="680">
                  <c:v>6166.9026548672573</c:v>
                </c:pt>
                <c:pt idx="681">
                  <c:v>6166.9026548672573</c:v>
                </c:pt>
                <c:pt idx="682">
                  <c:v>6166.9026548672573</c:v>
                </c:pt>
                <c:pt idx="683">
                  <c:v>6166.9026548672573</c:v>
                </c:pt>
                <c:pt idx="684">
                  <c:v>6166.9026548672573</c:v>
                </c:pt>
                <c:pt idx="685">
                  <c:v>6166.9026548672573</c:v>
                </c:pt>
                <c:pt idx="686">
                  <c:v>6166.9026548672573</c:v>
                </c:pt>
                <c:pt idx="687">
                  <c:v>6166.9026548672573</c:v>
                </c:pt>
                <c:pt idx="688">
                  <c:v>6166.9026548672573</c:v>
                </c:pt>
                <c:pt idx="689">
                  <c:v>6166.9026548672573</c:v>
                </c:pt>
                <c:pt idx="690">
                  <c:v>6166.9026548672573</c:v>
                </c:pt>
                <c:pt idx="691">
                  <c:v>6166.9026548672573</c:v>
                </c:pt>
                <c:pt idx="692">
                  <c:v>6166.9026548672573</c:v>
                </c:pt>
                <c:pt idx="693">
                  <c:v>6166.9026548672573</c:v>
                </c:pt>
                <c:pt idx="694">
                  <c:v>6166.9026548672573</c:v>
                </c:pt>
                <c:pt idx="695">
                  <c:v>6166.9026548672573</c:v>
                </c:pt>
                <c:pt idx="696">
                  <c:v>6166.9026548672573</c:v>
                </c:pt>
                <c:pt idx="697">
                  <c:v>6166.9026548672573</c:v>
                </c:pt>
                <c:pt idx="698">
                  <c:v>6166.9026548672573</c:v>
                </c:pt>
                <c:pt idx="699">
                  <c:v>6166.9026548672573</c:v>
                </c:pt>
                <c:pt idx="700">
                  <c:v>6166.9026548672573</c:v>
                </c:pt>
                <c:pt idx="701">
                  <c:v>6166.9026548672573</c:v>
                </c:pt>
                <c:pt idx="702">
                  <c:v>6166.9026548672573</c:v>
                </c:pt>
                <c:pt idx="703">
                  <c:v>6166.9026548672573</c:v>
                </c:pt>
                <c:pt idx="704">
                  <c:v>6166.9026548672573</c:v>
                </c:pt>
                <c:pt idx="705">
                  <c:v>6166.9026548672573</c:v>
                </c:pt>
                <c:pt idx="706">
                  <c:v>6166.9026548672573</c:v>
                </c:pt>
                <c:pt idx="707">
                  <c:v>6166.9026548672573</c:v>
                </c:pt>
                <c:pt idx="708">
                  <c:v>6166.9026548672573</c:v>
                </c:pt>
                <c:pt idx="709">
                  <c:v>6166.9026548672573</c:v>
                </c:pt>
                <c:pt idx="710">
                  <c:v>6166.9026548672573</c:v>
                </c:pt>
                <c:pt idx="711">
                  <c:v>6166.9026548672573</c:v>
                </c:pt>
                <c:pt idx="712">
                  <c:v>6166.9026548672573</c:v>
                </c:pt>
                <c:pt idx="713">
                  <c:v>6166.9026548672573</c:v>
                </c:pt>
                <c:pt idx="714">
                  <c:v>6166.9026548672573</c:v>
                </c:pt>
                <c:pt idx="715">
                  <c:v>6166.9026548672573</c:v>
                </c:pt>
                <c:pt idx="716">
                  <c:v>6166.9026548672573</c:v>
                </c:pt>
                <c:pt idx="717">
                  <c:v>6166.9026548672573</c:v>
                </c:pt>
                <c:pt idx="718">
                  <c:v>6166.9026548672573</c:v>
                </c:pt>
                <c:pt idx="719">
                  <c:v>6166.9026548672573</c:v>
                </c:pt>
                <c:pt idx="720">
                  <c:v>6166.9026548672573</c:v>
                </c:pt>
                <c:pt idx="721">
                  <c:v>6166.9026548672573</c:v>
                </c:pt>
                <c:pt idx="722">
                  <c:v>6166.9026548672573</c:v>
                </c:pt>
                <c:pt idx="723">
                  <c:v>6166.9026548672573</c:v>
                </c:pt>
                <c:pt idx="724">
                  <c:v>6166.9026548672573</c:v>
                </c:pt>
                <c:pt idx="725">
                  <c:v>6166.9026548672573</c:v>
                </c:pt>
                <c:pt idx="726">
                  <c:v>6265.132743362833</c:v>
                </c:pt>
                <c:pt idx="727">
                  <c:v>6265.132743362833</c:v>
                </c:pt>
                <c:pt idx="728">
                  <c:v>6265.132743362833</c:v>
                </c:pt>
                <c:pt idx="729">
                  <c:v>6265.132743362833</c:v>
                </c:pt>
                <c:pt idx="730">
                  <c:v>6265.132743362833</c:v>
                </c:pt>
                <c:pt idx="731">
                  <c:v>6265.132743362833</c:v>
                </c:pt>
                <c:pt idx="732">
                  <c:v>6265.132743362833</c:v>
                </c:pt>
                <c:pt idx="733">
                  <c:v>6265.132743362833</c:v>
                </c:pt>
                <c:pt idx="734">
                  <c:v>6265.132743362833</c:v>
                </c:pt>
                <c:pt idx="735">
                  <c:v>6265.132743362833</c:v>
                </c:pt>
                <c:pt idx="736">
                  <c:v>6265.132743362833</c:v>
                </c:pt>
                <c:pt idx="737">
                  <c:v>6330.6194690265493</c:v>
                </c:pt>
                <c:pt idx="738">
                  <c:v>6330.6194690265493</c:v>
                </c:pt>
                <c:pt idx="739">
                  <c:v>6330.6194690265493</c:v>
                </c:pt>
                <c:pt idx="740">
                  <c:v>6330.6194690265493</c:v>
                </c:pt>
                <c:pt idx="741">
                  <c:v>6330.6194690265493</c:v>
                </c:pt>
                <c:pt idx="742">
                  <c:v>6330.6194690265493</c:v>
                </c:pt>
                <c:pt idx="743">
                  <c:v>6330.6194690265493</c:v>
                </c:pt>
                <c:pt idx="744">
                  <c:v>6330.6194690265493</c:v>
                </c:pt>
                <c:pt idx="745">
                  <c:v>6461.5929203539836</c:v>
                </c:pt>
                <c:pt idx="746">
                  <c:v>6461.5929203539836</c:v>
                </c:pt>
                <c:pt idx="747">
                  <c:v>6461.5929203539836</c:v>
                </c:pt>
                <c:pt idx="748">
                  <c:v>6461.5929203539836</c:v>
                </c:pt>
                <c:pt idx="749">
                  <c:v>6461.5929203539836</c:v>
                </c:pt>
                <c:pt idx="750">
                  <c:v>6461.5929203539836</c:v>
                </c:pt>
                <c:pt idx="751">
                  <c:v>6461.5929203539836</c:v>
                </c:pt>
                <c:pt idx="752">
                  <c:v>6559.8230088495584</c:v>
                </c:pt>
                <c:pt idx="753">
                  <c:v>6559.8230088495584</c:v>
                </c:pt>
                <c:pt idx="754">
                  <c:v>6559.8230088495584</c:v>
                </c:pt>
                <c:pt idx="755">
                  <c:v>6559.8230088495584</c:v>
                </c:pt>
                <c:pt idx="756">
                  <c:v>6559.8230088495584</c:v>
                </c:pt>
                <c:pt idx="757">
                  <c:v>6559.8230088495584</c:v>
                </c:pt>
                <c:pt idx="758">
                  <c:v>6559.8230088495584</c:v>
                </c:pt>
                <c:pt idx="759">
                  <c:v>6559.8230088495584</c:v>
                </c:pt>
                <c:pt idx="760">
                  <c:v>6559.8230088495584</c:v>
                </c:pt>
                <c:pt idx="761">
                  <c:v>6494.3362831858412</c:v>
                </c:pt>
                <c:pt idx="762">
                  <c:v>6494.3362831858412</c:v>
                </c:pt>
                <c:pt idx="763">
                  <c:v>6494.3362831858412</c:v>
                </c:pt>
                <c:pt idx="764">
                  <c:v>6494.3362831858412</c:v>
                </c:pt>
                <c:pt idx="765">
                  <c:v>6494.3362831858412</c:v>
                </c:pt>
                <c:pt idx="766">
                  <c:v>6330.6194690265493</c:v>
                </c:pt>
                <c:pt idx="767">
                  <c:v>6330.6194690265493</c:v>
                </c:pt>
                <c:pt idx="768">
                  <c:v>6330.6194690265493</c:v>
                </c:pt>
                <c:pt idx="769">
                  <c:v>6330.6194690265493</c:v>
                </c:pt>
                <c:pt idx="770">
                  <c:v>6297.8761061946916</c:v>
                </c:pt>
                <c:pt idx="771">
                  <c:v>6297.8761061946916</c:v>
                </c:pt>
                <c:pt idx="772">
                  <c:v>6297.8761061946916</c:v>
                </c:pt>
                <c:pt idx="773">
                  <c:v>5904.9557522123905</c:v>
                </c:pt>
                <c:pt idx="774">
                  <c:v>5904.9557522123905</c:v>
                </c:pt>
                <c:pt idx="775">
                  <c:v>5904.9557522123905</c:v>
                </c:pt>
                <c:pt idx="776">
                  <c:v>5904.9557522123905</c:v>
                </c:pt>
                <c:pt idx="777">
                  <c:v>5904.9557522123905</c:v>
                </c:pt>
                <c:pt idx="778">
                  <c:v>5904.9557522123905</c:v>
                </c:pt>
                <c:pt idx="779">
                  <c:v>5904.9557522123905</c:v>
                </c:pt>
                <c:pt idx="780">
                  <c:v>5904.9557522123905</c:v>
                </c:pt>
                <c:pt idx="781">
                  <c:v>5904.9557522123905</c:v>
                </c:pt>
                <c:pt idx="782">
                  <c:v>5904.9557522123905</c:v>
                </c:pt>
                <c:pt idx="783">
                  <c:v>5904.9557522123905</c:v>
                </c:pt>
                <c:pt idx="784">
                  <c:v>5904.9557522123905</c:v>
                </c:pt>
                <c:pt idx="785">
                  <c:v>5904.9557522123905</c:v>
                </c:pt>
                <c:pt idx="786">
                  <c:v>5904.9557522123905</c:v>
                </c:pt>
                <c:pt idx="787">
                  <c:v>5904.9557522123905</c:v>
                </c:pt>
                <c:pt idx="788">
                  <c:v>6101.4159292035411</c:v>
                </c:pt>
                <c:pt idx="789">
                  <c:v>6101.4159292035411</c:v>
                </c:pt>
                <c:pt idx="790">
                  <c:v>6101.4159292035411</c:v>
                </c:pt>
                <c:pt idx="791">
                  <c:v>6101.4159292035411</c:v>
                </c:pt>
                <c:pt idx="792">
                  <c:v>6101.4159292035411</c:v>
                </c:pt>
                <c:pt idx="793">
                  <c:v>6101.4159292035411</c:v>
                </c:pt>
                <c:pt idx="794">
                  <c:v>6101.4159292035411</c:v>
                </c:pt>
                <c:pt idx="795">
                  <c:v>6101.4159292035411</c:v>
                </c:pt>
                <c:pt idx="796">
                  <c:v>6625.3097345132755</c:v>
                </c:pt>
                <c:pt idx="797">
                  <c:v>6625.3097345132755</c:v>
                </c:pt>
                <c:pt idx="798">
                  <c:v>6625.3097345132755</c:v>
                </c:pt>
                <c:pt idx="799">
                  <c:v>6625.3097345132755</c:v>
                </c:pt>
                <c:pt idx="800">
                  <c:v>6625.3097345132755</c:v>
                </c:pt>
                <c:pt idx="801">
                  <c:v>6527.0796460176998</c:v>
                </c:pt>
                <c:pt idx="802">
                  <c:v>6527.0796460176998</c:v>
                </c:pt>
                <c:pt idx="803">
                  <c:v>6527.0796460176998</c:v>
                </c:pt>
                <c:pt idx="804">
                  <c:v>6527.0796460176998</c:v>
                </c:pt>
                <c:pt idx="805">
                  <c:v>6527.0796460176998</c:v>
                </c:pt>
                <c:pt idx="806">
                  <c:v>6527.0796460176998</c:v>
                </c:pt>
                <c:pt idx="807">
                  <c:v>6527.0796460176998</c:v>
                </c:pt>
                <c:pt idx="808">
                  <c:v>6527.0796460176998</c:v>
                </c:pt>
                <c:pt idx="809">
                  <c:v>6527.0796460176998</c:v>
                </c:pt>
                <c:pt idx="810">
                  <c:v>6527.0796460176998</c:v>
                </c:pt>
                <c:pt idx="811">
                  <c:v>6527.0796460176998</c:v>
                </c:pt>
                <c:pt idx="812">
                  <c:v>6527.0796460176998</c:v>
                </c:pt>
                <c:pt idx="813">
                  <c:v>6527.0796460176998</c:v>
                </c:pt>
                <c:pt idx="814">
                  <c:v>6527.0796460176998</c:v>
                </c:pt>
                <c:pt idx="815">
                  <c:v>6527.0796460176998</c:v>
                </c:pt>
                <c:pt idx="816">
                  <c:v>6527.0796460176998</c:v>
                </c:pt>
                <c:pt idx="817">
                  <c:v>6527.0796460176998</c:v>
                </c:pt>
                <c:pt idx="818">
                  <c:v>6527.0796460176998</c:v>
                </c:pt>
                <c:pt idx="819">
                  <c:v>6527.0796460176998</c:v>
                </c:pt>
                <c:pt idx="820">
                  <c:v>6527.0796460176998</c:v>
                </c:pt>
                <c:pt idx="821">
                  <c:v>6527.0796460176998</c:v>
                </c:pt>
                <c:pt idx="822">
                  <c:v>6527.0796460176998</c:v>
                </c:pt>
                <c:pt idx="823">
                  <c:v>6527.0796460176998</c:v>
                </c:pt>
                <c:pt idx="824">
                  <c:v>6527.0796460176998</c:v>
                </c:pt>
                <c:pt idx="825">
                  <c:v>6527.0796460176998</c:v>
                </c:pt>
                <c:pt idx="826">
                  <c:v>6527.0796460176998</c:v>
                </c:pt>
                <c:pt idx="827">
                  <c:v>6527.0796460176998</c:v>
                </c:pt>
                <c:pt idx="828">
                  <c:v>6527.0796460176998</c:v>
                </c:pt>
                <c:pt idx="829">
                  <c:v>6527.0796460176998</c:v>
                </c:pt>
                <c:pt idx="830">
                  <c:v>6527.0796460176998</c:v>
                </c:pt>
                <c:pt idx="831">
                  <c:v>6527.0796460176998</c:v>
                </c:pt>
                <c:pt idx="832">
                  <c:v>6527.0796460176998</c:v>
                </c:pt>
                <c:pt idx="833">
                  <c:v>6527.0796460176998</c:v>
                </c:pt>
                <c:pt idx="834">
                  <c:v>6527.0796460176998</c:v>
                </c:pt>
                <c:pt idx="835">
                  <c:v>6527.0796460176998</c:v>
                </c:pt>
                <c:pt idx="836">
                  <c:v>6527.0796460176998</c:v>
                </c:pt>
                <c:pt idx="837">
                  <c:v>6527.0796460176998</c:v>
                </c:pt>
                <c:pt idx="838">
                  <c:v>6527.0796460176998</c:v>
                </c:pt>
                <c:pt idx="839">
                  <c:v>6527.0796460176998</c:v>
                </c:pt>
                <c:pt idx="840">
                  <c:v>6527.0796460176998</c:v>
                </c:pt>
                <c:pt idx="841">
                  <c:v>6527.0796460176998</c:v>
                </c:pt>
                <c:pt idx="842">
                  <c:v>6527.0796460176998</c:v>
                </c:pt>
              </c:numCache>
            </c:numRef>
          </c:val>
          <c:smooth val="1"/>
          <c:extLst xmlns:c16r2="http://schemas.microsoft.com/office/drawing/2015/06/chart">
            <c:ext xmlns:c16="http://schemas.microsoft.com/office/drawing/2014/chart" uri="{C3380CC4-5D6E-409C-BE32-E72D297353CC}">
              <c16:uniqueId val="{00000004-99B6-47BE-A05B-EBBF36543BF2}"/>
            </c:ext>
          </c:extLst>
        </c:ser>
        <c:ser>
          <c:idx val="5"/>
          <c:order val="5"/>
          <c:tx>
            <c:strRef>
              <c:f>'图49-57'!$M$3</c:f>
              <c:strCache>
                <c:ptCount val="1"/>
                <c:pt idx="0">
                  <c:v>磷酸氢钙价差</c:v>
                </c:pt>
              </c:strCache>
            </c:strRef>
          </c:tx>
          <c:spPr>
            <a:ln w="12700">
              <a:solidFill>
                <a:srgbClr val="B40014"/>
              </a:solidFill>
              <a:prstDash val="solid"/>
            </a:ln>
          </c:spPr>
          <c:marker>
            <c:symbol val="none"/>
          </c:marker>
          <c:cat>
            <c:numRef>
              <c:f>'图49-57'!$A$4:$A$1021</c:f>
              <c:numCache>
                <c:formatCode>yyyy/mm/dd;@</c:formatCode>
                <c:ptCount val="1018"/>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numCache>
            </c:numRef>
          </c:cat>
          <c:val>
            <c:numRef>
              <c:f>'图49-57'!$M$172:$M$1014</c:f>
              <c:numCache>
                <c:formatCode>0</c:formatCode>
                <c:ptCount val="843"/>
                <c:pt idx="0">
                  <c:v>18591.327433628321</c:v>
                </c:pt>
                <c:pt idx="1">
                  <c:v>18591.327433628321</c:v>
                </c:pt>
                <c:pt idx="2">
                  <c:v>18591.327433628321</c:v>
                </c:pt>
                <c:pt idx="3">
                  <c:v>18591.327433628321</c:v>
                </c:pt>
                <c:pt idx="4">
                  <c:v>18604.778761061949</c:v>
                </c:pt>
                <c:pt idx="5">
                  <c:v>18604.778761061949</c:v>
                </c:pt>
                <c:pt idx="6">
                  <c:v>18604.778761061949</c:v>
                </c:pt>
                <c:pt idx="7">
                  <c:v>18589.911504424781</c:v>
                </c:pt>
                <c:pt idx="8">
                  <c:v>18589.911504424781</c:v>
                </c:pt>
                <c:pt idx="9">
                  <c:v>18589.911504424781</c:v>
                </c:pt>
                <c:pt idx="10">
                  <c:v>18529.734513274336</c:v>
                </c:pt>
                <c:pt idx="11">
                  <c:v>18529.734513274336</c:v>
                </c:pt>
                <c:pt idx="12">
                  <c:v>18458.938053097347</c:v>
                </c:pt>
                <c:pt idx="13">
                  <c:v>18458.938053097347</c:v>
                </c:pt>
                <c:pt idx="14">
                  <c:v>18458.938053097347</c:v>
                </c:pt>
                <c:pt idx="15">
                  <c:v>18458.938053097347</c:v>
                </c:pt>
                <c:pt idx="16">
                  <c:v>18458.938053097347</c:v>
                </c:pt>
                <c:pt idx="17">
                  <c:v>18458.938053097347</c:v>
                </c:pt>
                <c:pt idx="18">
                  <c:v>18458.938053097347</c:v>
                </c:pt>
                <c:pt idx="19">
                  <c:v>18458.938053097347</c:v>
                </c:pt>
                <c:pt idx="20">
                  <c:v>18458.938053097347</c:v>
                </c:pt>
                <c:pt idx="21">
                  <c:v>18458.938053097347</c:v>
                </c:pt>
                <c:pt idx="22">
                  <c:v>18458.938053097347</c:v>
                </c:pt>
                <c:pt idx="23">
                  <c:v>18458.938053097347</c:v>
                </c:pt>
                <c:pt idx="24">
                  <c:v>18434.867256637172</c:v>
                </c:pt>
                <c:pt idx="25">
                  <c:v>18434.867256637172</c:v>
                </c:pt>
                <c:pt idx="26">
                  <c:v>18434.867256637172</c:v>
                </c:pt>
                <c:pt idx="27">
                  <c:v>18434.867256637172</c:v>
                </c:pt>
                <c:pt idx="28">
                  <c:v>18434.867256637172</c:v>
                </c:pt>
                <c:pt idx="29">
                  <c:v>18434.867256637172</c:v>
                </c:pt>
                <c:pt idx="30">
                  <c:v>18434.867256637172</c:v>
                </c:pt>
                <c:pt idx="31">
                  <c:v>18434.867256637172</c:v>
                </c:pt>
                <c:pt idx="32">
                  <c:v>18434.867256637172</c:v>
                </c:pt>
                <c:pt idx="33">
                  <c:v>18434.867256637172</c:v>
                </c:pt>
                <c:pt idx="34">
                  <c:v>18434.867256637172</c:v>
                </c:pt>
                <c:pt idx="35">
                  <c:v>18446.902654867259</c:v>
                </c:pt>
                <c:pt idx="36">
                  <c:v>18446.902654867259</c:v>
                </c:pt>
                <c:pt idx="37">
                  <c:v>18446.902654867259</c:v>
                </c:pt>
                <c:pt idx="38">
                  <c:v>18446.902654867259</c:v>
                </c:pt>
                <c:pt idx="39">
                  <c:v>18446.902654867259</c:v>
                </c:pt>
                <c:pt idx="40">
                  <c:v>18446.902654867259</c:v>
                </c:pt>
                <c:pt idx="41">
                  <c:v>18446.902654867259</c:v>
                </c:pt>
                <c:pt idx="42">
                  <c:v>18800.884955752215</c:v>
                </c:pt>
                <c:pt idx="43">
                  <c:v>18800.884955752215</c:v>
                </c:pt>
                <c:pt idx="44">
                  <c:v>18800.884955752215</c:v>
                </c:pt>
                <c:pt idx="45">
                  <c:v>18800.884955752215</c:v>
                </c:pt>
                <c:pt idx="46">
                  <c:v>18788.849557522128</c:v>
                </c:pt>
                <c:pt idx="47">
                  <c:v>18800.884955752215</c:v>
                </c:pt>
                <c:pt idx="48">
                  <c:v>18788.849557522128</c:v>
                </c:pt>
                <c:pt idx="49">
                  <c:v>18765.486725663719</c:v>
                </c:pt>
                <c:pt idx="50">
                  <c:v>18765.486725663719</c:v>
                </c:pt>
                <c:pt idx="51">
                  <c:v>18765.486725663719</c:v>
                </c:pt>
                <c:pt idx="52">
                  <c:v>18765.486725663719</c:v>
                </c:pt>
                <c:pt idx="53">
                  <c:v>18753.451327433631</c:v>
                </c:pt>
                <c:pt idx="54">
                  <c:v>19450.088495575223</c:v>
                </c:pt>
                <c:pt idx="55">
                  <c:v>19355.221238938055</c:v>
                </c:pt>
                <c:pt idx="56">
                  <c:v>19178.230088495577</c:v>
                </c:pt>
                <c:pt idx="57">
                  <c:v>19178.230088495577</c:v>
                </c:pt>
                <c:pt idx="58">
                  <c:v>19178.230088495577</c:v>
                </c:pt>
                <c:pt idx="59">
                  <c:v>19178.230088495577</c:v>
                </c:pt>
                <c:pt idx="60">
                  <c:v>19154.867256637172</c:v>
                </c:pt>
                <c:pt idx="61">
                  <c:v>19107.433628318588</c:v>
                </c:pt>
                <c:pt idx="62">
                  <c:v>19107.433628318588</c:v>
                </c:pt>
                <c:pt idx="63">
                  <c:v>19001.238938053102</c:v>
                </c:pt>
                <c:pt idx="64">
                  <c:v>19001.238938053102</c:v>
                </c:pt>
                <c:pt idx="65">
                  <c:v>19001.238938053102</c:v>
                </c:pt>
                <c:pt idx="66">
                  <c:v>19001.238938053102</c:v>
                </c:pt>
                <c:pt idx="67">
                  <c:v>18954.513274336285</c:v>
                </c:pt>
                <c:pt idx="68">
                  <c:v>18954.513274336285</c:v>
                </c:pt>
                <c:pt idx="69">
                  <c:v>18930.442477876109</c:v>
                </c:pt>
                <c:pt idx="70">
                  <c:v>18871.681415929204</c:v>
                </c:pt>
                <c:pt idx="71">
                  <c:v>18871.681415929204</c:v>
                </c:pt>
                <c:pt idx="72">
                  <c:v>18871.681415929204</c:v>
                </c:pt>
                <c:pt idx="73">
                  <c:v>18871.681415929204</c:v>
                </c:pt>
                <c:pt idx="74">
                  <c:v>18871.681415929204</c:v>
                </c:pt>
                <c:pt idx="75">
                  <c:v>18859.646017699117</c:v>
                </c:pt>
                <c:pt idx="76">
                  <c:v>18859.646017699117</c:v>
                </c:pt>
                <c:pt idx="77">
                  <c:v>18848.318584070796</c:v>
                </c:pt>
                <c:pt idx="78">
                  <c:v>18848.318584070796</c:v>
                </c:pt>
                <c:pt idx="79">
                  <c:v>18848.318584070796</c:v>
                </c:pt>
                <c:pt idx="80">
                  <c:v>18848.318584070796</c:v>
                </c:pt>
                <c:pt idx="81">
                  <c:v>18841.946902654869</c:v>
                </c:pt>
                <c:pt idx="82">
                  <c:v>18830.619469026547</c:v>
                </c:pt>
                <c:pt idx="83">
                  <c:v>18830.619469026547</c:v>
                </c:pt>
                <c:pt idx="84">
                  <c:v>18812.920353982303</c:v>
                </c:pt>
                <c:pt idx="85">
                  <c:v>18812.920353982303</c:v>
                </c:pt>
                <c:pt idx="86">
                  <c:v>18812.920353982303</c:v>
                </c:pt>
                <c:pt idx="87">
                  <c:v>18812.920353982303</c:v>
                </c:pt>
                <c:pt idx="88">
                  <c:v>18812.920353982303</c:v>
                </c:pt>
                <c:pt idx="89">
                  <c:v>18812.920353982303</c:v>
                </c:pt>
                <c:pt idx="90">
                  <c:v>18812.920353982303</c:v>
                </c:pt>
                <c:pt idx="91">
                  <c:v>18812.920353982303</c:v>
                </c:pt>
                <c:pt idx="92">
                  <c:v>18812.920353982303</c:v>
                </c:pt>
                <c:pt idx="93">
                  <c:v>18812.920353982303</c:v>
                </c:pt>
                <c:pt idx="94">
                  <c:v>18812.920353982303</c:v>
                </c:pt>
                <c:pt idx="95">
                  <c:v>18812.920353982303</c:v>
                </c:pt>
                <c:pt idx="96">
                  <c:v>18788.849557522128</c:v>
                </c:pt>
                <c:pt idx="97">
                  <c:v>18788.849557522128</c:v>
                </c:pt>
                <c:pt idx="98">
                  <c:v>18788.849557522128</c:v>
                </c:pt>
                <c:pt idx="99">
                  <c:v>18788.849557522128</c:v>
                </c:pt>
                <c:pt idx="100">
                  <c:v>18788.849557522128</c:v>
                </c:pt>
                <c:pt idx="101">
                  <c:v>18788.849557522128</c:v>
                </c:pt>
                <c:pt idx="102">
                  <c:v>18788.849557522128</c:v>
                </c:pt>
                <c:pt idx="103">
                  <c:v>18788.849557522128</c:v>
                </c:pt>
                <c:pt idx="104">
                  <c:v>18800.884955752215</c:v>
                </c:pt>
                <c:pt idx="105">
                  <c:v>18812.920353982303</c:v>
                </c:pt>
                <c:pt idx="106">
                  <c:v>18812.920353982303</c:v>
                </c:pt>
                <c:pt idx="107">
                  <c:v>18812.920353982303</c:v>
                </c:pt>
                <c:pt idx="108">
                  <c:v>18812.920353982303</c:v>
                </c:pt>
                <c:pt idx="109">
                  <c:v>18812.920353982303</c:v>
                </c:pt>
                <c:pt idx="110">
                  <c:v>18824.247787610624</c:v>
                </c:pt>
                <c:pt idx="111">
                  <c:v>18824.247787610624</c:v>
                </c:pt>
                <c:pt idx="112">
                  <c:v>18824.247787610624</c:v>
                </c:pt>
                <c:pt idx="113">
                  <c:v>18824.247787610624</c:v>
                </c:pt>
                <c:pt idx="114">
                  <c:v>18824.247787610624</c:v>
                </c:pt>
                <c:pt idx="115">
                  <c:v>18824.247787610624</c:v>
                </c:pt>
                <c:pt idx="116">
                  <c:v>18824.247787610624</c:v>
                </c:pt>
                <c:pt idx="117">
                  <c:v>18824.247787610624</c:v>
                </c:pt>
                <c:pt idx="118">
                  <c:v>18824.247787610624</c:v>
                </c:pt>
                <c:pt idx="119">
                  <c:v>18871.681415929204</c:v>
                </c:pt>
                <c:pt idx="120">
                  <c:v>18871.681415929204</c:v>
                </c:pt>
                <c:pt idx="121">
                  <c:v>18871.681415929204</c:v>
                </c:pt>
                <c:pt idx="122">
                  <c:v>18871.681415929204</c:v>
                </c:pt>
                <c:pt idx="123">
                  <c:v>18871.681415929204</c:v>
                </c:pt>
                <c:pt idx="124">
                  <c:v>18871.681415929204</c:v>
                </c:pt>
                <c:pt idx="125">
                  <c:v>18871.681415929204</c:v>
                </c:pt>
                <c:pt idx="126">
                  <c:v>18883.716814159292</c:v>
                </c:pt>
                <c:pt idx="127">
                  <c:v>18883.716814159292</c:v>
                </c:pt>
                <c:pt idx="128">
                  <c:v>18883.716814159292</c:v>
                </c:pt>
                <c:pt idx="129">
                  <c:v>18889.380530973453</c:v>
                </c:pt>
                <c:pt idx="130">
                  <c:v>18883.716814159292</c:v>
                </c:pt>
                <c:pt idx="131">
                  <c:v>18883.716814159292</c:v>
                </c:pt>
                <c:pt idx="132">
                  <c:v>18883.716814159292</c:v>
                </c:pt>
                <c:pt idx="133">
                  <c:v>18871.681415929204</c:v>
                </c:pt>
                <c:pt idx="134">
                  <c:v>18871.681415929204</c:v>
                </c:pt>
                <c:pt idx="135">
                  <c:v>18871.681415929204</c:v>
                </c:pt>
                <c:pt idx="136">
                  <c:v>18871.681415929204</c:v>
                </c:pt>
                <c:pt idx="137">
                  <c:v>18871.681415929204</c:v>
                </c:pt>
                <c:pt idx="138">
                  <c:v>18871.681415929204</c:v>
                </c:pt>
                <c:pt idx="139">
                  <c:v>18871.681415929204</c:v>
                </c:pt>
                <c:pt idx="140">
                  <c:v>18859.646017699117</c:v>
                </c:pt>
                <c:pt idx="141">
                  <c:v>18859.646017699117</c:v>
                </c:pt>
                <c:pt idx="142">
                  <c:v>18859.646017699117</c:v>
                </c:pt>
                <c:pt idx="143">
                  <c:v>18859.646017699117</c:v>
                </c:pt>
                <c:pt idx="144">
                  <c:v>18859.646017699117</c:v>
                </c:pt>
                <c:pt idx="145">
                  <c:v>18859.646017699117</c:v>
                </c:pt>
                <c:pt idx="146">
                  <c:v>18859.646017699117</c:v>
                </c:pt>
                <c:pt idx="147">
                  <c:v>18836.283185840708</c:v>
                </c:pt>
                <c:pt idx="148">
                  <c:v>18836.283185840708</c:v>
                </c:pt>
                <c:pt idx="149">
                  <c:v>18836.283185840708</c:v>
                </c:pt>
                <c:pt idx="150">
                  <c:v>18836.283185840708</c:v>
                </c:pt>
                <c:pt idx="151">
                  <c:v>18836.283185840708</c:v>
                </c:pt>
                <c:pt idx="152">
                  <c:v>18936.814159292036</c:v>
                </c:pt>
                <c:pt idx="153">
                  <c:v>18936.814159292036</c:v>
                </c:pt>
                <c:pt idx="154">
                  <c:v>18936.814159292036</c:v>
                </c:pt>
                <c:pt idx="155">
                  <c:v>18582.83185840708</c:v>
                </c:pt>
                <c:pt idx="156">
                  <c:v>18004.424778761062</c:v>
                </c:pt>
                <c:pt idx="157">
                  <c:v>18004.424778761062</c:v>
                </c:pt>
                <c:pt idx="158">
                  <c:v>18004.424778761062</c:v>
                </c:pt>
                <c:pt idx="159">
                  <c:v>18027.787610619471</c:v>
                </c:pt>
                <c:pt idx="160">
                  <c:v>18057.522123893807</c:v>
                </c:pt>
                <c:pt idx="161">
                  <c:v>18057.522123893807</c:v>
                </c:pt>
                <c:pt idx="162">
                  <c:v>18057.522123893807</c:v>
                </c:pt>
                <c:pt idx="163">
                  <c:v>18057.522123893807</c:v>
                </c:pt>
                <c:pt idx="164">
                  <c:v>17650.442477876109</c:v>
                </c:pt>
                <c:pt idx="165">
                  <c:v>17650.442477876109</c:v>
                </c:pt>
                <c:pt idx="166">
                  <c:v>17685.840707964602</c:v>
                </c:pt>
                <c:pt idx="167">
                  <c:v>17697.87610619469</c:v>
                </c:pt>
                <c:pt idx="168">
                  <c:v>17697.87610619469</c:v>
                </c:pt>
                <c:pt idx="169">
                  <c:v>17744.601769911507</c:v>
                </c:pt>
                <c:pt idx="170">
                  <c:v>17765.132743362832</c:v>
                </c:pt>
                <c:pt idx="171">
                  <c:v>17804.070796460179</c:v>
                </c:pt>
                <c:pt idx="172">
                  <c:v>17804.070796460179</c:v>
                </c:pt>
                <c:pt idx="173">
                  <c:v>17804.070796460179</c:v>
                </c:pt>
                <c:pt idx="174">
                  <c:v>17804.070796460179</c:v>
                </c:pt>
                <c:pt idx="175">
                  <c:v>17804.070796460179</c:v>
                </c:pt>
                <c:pt idx="176">
                  <c:v>17850.796460176993</c:v>
                </c:pt>
                <c:pt idx="177">
                  <c:v>17850.796460176993</c:v>
                </c:pt>
                <c:pt idx="178">
                  <c:v>17874.867256637168</c:v>
                </c:pt>
                <c:pt idx="179">
                  <c:v>17874.867256637168</c:v>
                </c:pt>
                <c:pt idx="180">
                  <c:v>17898.230088495577</c:v>
                </c:pt>
                <c:pt idx="181">
                  <c:v>17898.230088495577</c:v>
                </c:pt>
                <c:pt idx="182">
                  <c:v>17898.230088495577</c:v>
                </c:pt>
                <c:pt idx="183">
                  <c:v>17898.230088495577</c:v>
                </c:pt>
                <c:pt idx="184">
                  <c:v>17048.672566371682</c:v>
                </c:pt>
                <c:pt idx="185">
                  <c:v>17048.672566371682</c:v>
                </c:pt>
                <c:pt idx="186">
                  <c:v>17084.070796460179</c:v>
                </c:pt>
                <c:pt idx="187">
                  <c:v>17107.433628318588</c:v>
                </c:pt>
                <c:pt idx="188">
                  <c:v>17154.867256637172</c:v>
                </c:pt>
                <c:pt idx="189">
                  <c:v>17154.867256637172</c:v>
                </c:pt>
                <c:pt idx="190">
                  <c:v>17154.867256637172</c:v>
                </c:pt>
                <c:pt idx="191">
                  <c:v>17154.867256637172</c:v>
                </c:pt>
                <c:pt idx="192">
                  <c:v>17154.867256637172</c:v>
                </c:pt>
                <c:pt idx="193">
                  <c:v>17154.867256637172</c:v>
                </c:pt>
                <c:pt idx="194">
                  <c:v>17154.867256637172</c:v>
                </c:pt>
                <c:pt idx="195">
                  <c:v>17154.867256637172</c:v>
                </c:pt>
                <c:pt idx="196">
                  <c:v>17154.867256637172</c:v>
                </c:pt>
                <c:pt idx="197">
                  <c:v>17178.230088495577</c:v>
                </c:pt>
                <c:pt idx="198">
                  <c:v>17178.230088495577</c:v>
                </c:pt>
                <c:pt idx="199">
                  <c:v>17178.230088495577</c:v>
                </c:pt>
                <c:pt idx="200">
                  <c:v>17178.230088495577</c:v>
                </c:pt>
                <c:pt idx="201">
                  <c:v>17178.230088495577</c:v>
                </c:pt>
                <c:pt idx="202">
                  <c:v>17166.902654867255</c:v>
                </c:pt>
                <c:pt idx="203">
                  <c:v>17166.902654867255</c:v>
                </c:pt>
                <c:pt idx="204">
                  <c:v>17166.902654867255</c:v>
                </c:pt>
                <c:pt idx="205">
                  <c:v>17142.831858407084</c:v>
                </c:pt>
                <c:pt idx="206">
                  <c:v>17112.389380530974</c:v>
                </c:pt>
                <c:pt idx="207">
                  <c:v>17084.070796460179</c:v>
                </c:pt>
                <c:pt idx="208">
                  <c:v>17084.070796460179</c:v>
                </c:pt>
                <c:pt idx="209">
                  <c:v>17084.070796460179</c:v>
                </c:pt>
                <c:pt idx="210">
                  <c:v>17048.672566371682</c:v>
                </c:pt>
                <c:pt idx="211">
                  <c:v>17013.274336283186</c:v>
                </c:pt>
                <c:pt idx="212">
                  <c:v>17013.274336283186</c:v>
                </c:pt>
                <c:pt idx="213">
                  <c:v>17001.238938053099</c:v>
                </c:pt>
                <c:pt idx="214">
                  <c:v>16977.876106194693</c:v>
                </c:pt>
                <c:pt idx="215">
                  <c:v>16977.876106194693</c:v>
                </c:pt>
                <c:pt idx="216">
                  <c:v>16965.840707964606</c:v>
                </c:pt>
                <c:pt idx="217">
                  <c:v>16919.115044247788</c:v>
                </c:pt>
                <c:pt idx="218">
                  <c:v>16907.079646017701</c:v>
                </c:pt>
                <c:pt idx="219">
                  <c:v>16883.716814159292</c:v>
                </c:pt>
                <c:pt idx="220">
                  <c:v>16848.318584070796</c:v>
                </c:pt>
                <c:pt idx="221">
                  <c:v>16836.283185840708</c:v>
                </c:pt>
                <c:pt idx="222">
                  <c:v>16812.920353982303</c:v>
                </c:pt>
                <c:pt idx="223">
                  <c:v>16299.646017699115</c:v>
                </c:pt>
                <c:pt idx="224">
                  <c:v>16299.646017699115</c:v>
                </c:pt>
                <c:pt idx="225">
                  <c:v>16275.575221238942</c:v>
                </c:pt>
                <c:pt idx="226">
                  <c:v>16240.176991150445</c:v>
                </c:pt>
                <c:pt idx="227">
                  <c:v>16240.176991150445</c:v>
                </c:pt>
                <c:pt idx="228">
                  <c:v>16240.176991150445</c:v>
                </c:pt>
                <c:pt idx="229">
                  <c:v>16240.176991150445</c:v>
                </c:pt>
                <c:pt idx="230">
                  <c:v>16240.176991150445</c:v>
                </c:pt>
                <c:pt idx="231">
                  <c:v>16240.176991150445</c:v>
                </c:pt>
                <c:pt idx="232">
                  <c:v>16240.176991150445</c:v>
                </c:pt>
                <c:pt idx="233">
                  <c:v>16240.176991150445</c:v>
                </c:pt>
                <c:pt idx="234">
                  <c:v>16240.176991150445</c:v>
                </c:pt>
                <c:pt idx="235">
                  <c:v>16240.176991150445</c:v>
                </c:pt>
                <c:pt idx="236">
                  <c:v>16240.176991150445</c:v>
                </c:pt>
                <c:pt idx="237">
                  <c:v>17721.238938053099</c:v>
                </c:pt>
                <c:pt idx="238">
                  <c:v>17721.238938053099</c:v>
                </c:pt>
                <c:pt idx="239">
                  <c:v>17721.238938053099</c:v>
                </c:pt>
                <c:pt idx="240">
                  <c:v>17721.238938053099</c:v>
                </c:pt>
                <c:pt idx="241">
                  <c:v>18606.194690265489</c:v>
                </c:pt>
                <c:pt idx="242">
                  <c:v>18606.194690265489</c:v>
                </c:pt>
                <c:pt idx="243">
                  <c:v>18606.194690265489</c:v>
                </c:pt>
                <c:pt idx="244">
                  <c:v>18606.194690265489</c:v>
                </c:pt>
                <c:pt idx="245">
                  <c:v>20411.504424778763</c:v>
                </c:pt>
                <c:pt idx="246">
                  <c:v>20411.504424778763</c:v>
                </c:pt>
                <c:pt idx="247">
                  <c:v>20411.504424778763</c:v>
                </c:pt>
                <c:pt idx="248">
                  <c:v>20411.504424778763</c:v>
                </c:pt>
                <c:pt idx="249">
                  <c:v>20411.504424778763</c:v>
                </c:pt>
                <c:pt idx="250">
                  <c:v>20411.504424778763</c:v>
                </c:pt>
                <c:pt idx="251">
                  <c:v>20411.504424778763</c:v>
                </c:pt>
                <c:pt idx="252">
                  <c:v>20517.699115044248</c:v>
                </c:pt>
                <c:pt idx="253">
                  <c:v>18747.787610619471</c:v>
                </c:pt>
                <c:pt idx="254">
                  <c:v>18747.787610619471</c:v>
                </c:pt>
                <c:pt idx="255">
                  <c:v>18747.787610619471</c:v>
                </c:pt>
                <c:pt idx="256">
                  <c:v>18747.787610619471</c:v>
                </c:pt>
                <c:pt idx="257">
                  <c:v>18747.787610619471</c:v>
                </c:pt>
                <c:pt idx="258">
                  <c:v>18747.787610619471</c:v>
                </c:pt>
                <c:pt idx="259">
                  <c:v>15650.442477876108</c:v>
                </c:pt>
                <c:pt idx="260">
                  <c:v>15650.442477876108</c:v>
                </c:pt>
                <c:pt idx="261">
                  <c:v>12110.619469026549</c:v>
                </c:pt>
                <c:pt idx="262">
                  <c:v>12110.619469026549</c:v>
                </c:pt>
                <c:pt idx="263">
                  <c:v>12110.619469026549</c:v>
                </c:pt>
                <c:pt idx="264">
                  <c:v>12110.619469026549</c:v>
                </c:pt>
                <c:pt idx="265">
                  <c:v>12110.619469026549</c:v>
                </c:pt>
                <c:pt idx="266">
                  <c:v>12110.619469026549</c:v>
                </c:pt>
                <c:pt idx="267">
                  <c:v>12110.619469026549</c:v>
                </c:pt>
                <c:pt idx="268">
                  <c:v>12110.619469026549</c:v>
                </c:pt>
                <c:pt idx="269">
                  <c:v>12110.619469026549</c:v>
                </c:pt>
                <c:pt idx="270">
                  <c:v>12181.41592920354</c:v>
                </c:pt>
                <c:pt idx="271">
                  <c:v>11738.938053097347</c:v>
                </c:pt>
                <c:pt idx="272">
                  <c:v>11738.938053097347</c:v>
                </c:pt>
                <c:pt idx="273">
                  <c:v>11738.938053097347</c:v>
                </c:pt>
                <c:pt idx="274">
                  <c:v>11738.938053097347</c:v>
                </c:pt>
                <c:pt idx="275">
                  <c:v>11738.938053097347</c:v>
                </c:pt>
                <c:pt idx="276">
                  <c:v>11738.938053097347</c:v>
                </c:pt>
                <c:pt idx="277">
                  <c:v>10853.982300884956</c:v>
                </c:pt>
                <c:pt idx="278">
                  <c:v>10853.982300884956</c:v>
                </c:pt>
                <c:pt idx="279">
                  <c:v>10853.982300884956</c:v>
                </c:pt>
                <c:pt idx="280">
                  <c:v>10853.982300884956</c:v>
                </c:pt>
                <c:pt idx="281">
                  <c:v>10853.982300884956</c:v>
                </c:pt>
                <c:pt idx="282">
                  <c:v>10853.982300884956</c:v>
                </c:pt>
                <c:pt idx="283">
                  <c:v>10853.982300884956</c:v>
                </c:pt>
                <c:pt idx="284">
                  <c:v>10853.982300884956</c:v>
                </c:pt>
                <c:pt idx="285">
                  <c:v>10853.982300884956</c:v>
                </c:pt>
                <c:pt idx="286">
                  <c:v>10853.982300884956</c:v>
                </c:pt>
                <c:pt idx="287">
                  <c:v>10853.982300884956</c:v>
                </c:pt>
                <c:pt idx="288">
                  <c:v>10853.982300884956</c:v>
                </c:pt>
                <c:pt idx="289">
                  <c:v>10853.982300884956</c:v>
                </c:pt>
                <c:pt idx="290">
                  <c:v>10866.017699115046</c:v>
                </c:pt>
                <c:pt idx="291">
                  <c:v>10866.017699115046</c:v>
                </c:pt>
                <c:pt idx="292">
                  <c:v>10866.017699115046</c:v>
                </c:pt>
                <c:pt idx="293">
                  <c:v>10889.380530973453</c:v>
                </c:pt>
                <c:pt idx="294">
                  <c:v>10889.380530973453</c:v>
                </c:pt>
                <c:pt idx="295">
                  <c:v>10889.380530973453</c:v>
                </c:pt>
                <c:pt idx="296">
                  <c:v>10889.380530973453</c:v>
                </c:pt>
                <c:pt idx="297">
                  <c:v>10889.380530973453</c:v>
                </c:pt>
                <c:pt idx="298">
                  <c:v>10912.743362831859</c:v>
                </c:pt>
                <c:pt idx="299">
                  <c:v>10936.814159292036</c:v>
                </c:pt>
                <c:pt idx="300">
                  <c:v>10972.212389380533</c:v>
                </c:pt>
                <c:pt idx="301">
                  <c:v>10972.212389380533</c:v>
                </c:pt>
                <c:pt idx="302">
                  <c:v>10972.212389380533</c:v>
                </c:pt>
                <c:pt idx="303">
                  <c:v>10972.212389380533</c:v>
                </c:pt>
                <c:pt idx="304">
                  <c:v>11030.973451327434</c:v>
                </c:pt>
                <c:pt idx="305">
                  <c:v>11030.973451327434</c:v>
                </c:pt>
                <c:pt idx="306">
                  <c:v>11030.973451327434</c:v>
                </c:pt>
                <c:pt idx="307">
                  <c:v>11030.973451327434</c:v>
                </c:pt>
                <c:pt idx="308">
                  <c:v>11043.008849557524</c:v>
                </c:pt>
                <c:pt idx="309">
                  <c:v>10169.380530973453</c:v>
                </c:pt>
                <c:pt idx="310">
                  <c:v>10169.380530973453</c:v>
                </c:pt>
                <c:pt idx="311">
                  <c:v>10169.380530973453</c:v>
                </c:pt>
                <c:pt idx="312">
                  <c:v>10169.380530973453</c:v>
                </c:pt>
                <c:pt idx="313">
                  <c:v>10169.380530973453</c:v>
                </c:pt>
                <c:pt idx="314">
                  <c:v>10169.380530973453</c:v>
                </c:pt>
                <c:pt idx="315">
                  <c:v>10169.380530973453</c:v>
                </c:pt>
                <c:pt idx="316">
                  <c:v>10169.380530973453</c:v>
                </c:pt>
                <c:pt idx="317">
                  <c:v>9018.9380530973449</c:v>
                </c:pt>
                <c:pt idx="318">
                  <c:v>9018.9380530973449</c:v>
                </c:pt>
                <c:pt idx="319">
                  <c:v>9018.9380530973449</c:v>
                </c:pt>
                <c:pt idx="320">
                  <c:v>9018.9380530973449</c:v>
                </c:pt>
                <c:pt idx="321">
                  <c:v>9043.0088495575237</c:v>
                </c:pt>
                <c:pt idx="322">
                  <c:v>9043.0088495575237</c:v>
                </c:pt>
                <c:pt idx="323">
                  <c:v>9043.0088495575237</c:v>
                </c:pt>
                <c:pt idx="324">
                  <c:v>9043.0088495575237</c:v>
                </c:pt>
                <c:pt idx="325">
                  <c:v>9043.0088495575237</c:v>
                </c:pt>
                <c:pt idx="326">
                  <c:v>9043.0088495575237</c:v>
                </c:pt>
                <c:pt idx="327">
                  <c:v>9043.0088495575237</c:v>
                </c:pt>
                <c:pt idx="328">
                  <c:v>9043.0088495575237</c:v>
                </c:pt>
                <c:pt idx="329">
                  <c:v>9043.0088495575237</c:v>
                </c:pt>
                <c:pt idx="330">
                  <c:v>9043.0088495575237</c:v>
                </c:pt>
                <c:pt idx="331">
                  <c:v>9043.0088495575237</c:v>
                </c:pt>
                <c:pt idx="332">
                  <c:v>9043.0088495575237</c:v>
                </c:pt>
                <c:pt idx="333">
                  <c:v>9054.3362831858412</c:v>
                </c:pt>
                <c:pt idx="334">
                  <c:v>9101.7699115044252</c:v>
                </c:pt>
                <c:pt idx="335">
                  <c:v>9101.7699115044252</c:v>
                </c:pt>
                <c:pt idx="336">
                  <c:v>8983.5398230088504</c:v>
                </c:pt>
                <c:pt idx="337">
                  <c:v>8983.5398230088504</c:v>
                </c:pt>
                <c:pt idx="338">
                  <c:v>9007.6106194690274</c:v>
                </c:pt>
                <c:pt idx="339">
                  <c:v>9030.9734513274343</c:v>
                </c:pt>
                <c:pt idx="340">
                  <c:v>9030.9734513274343</c:v>
                </c:pt>
                <c:pt idx="341">
                  <c:v>9066.3716814159307</c:v>
                </c:pt>
                <c:pt idx="342">
                  <c:v>8735.7522123893814</c:v>
                </c:pt>
                <c:pt idx="343">
                  <c:v>8806.5486725663723</c:v>
                </c:pt>
                <c:pt idx="344">
                  <c:v>8806.5486725663723</c:v>
                </c:pt>
                <c:pt idx="345">
                  <c:v>8866.0176991150456</c:v>
                </c:pt>
                <c:pt idx="346">
                  <c:v>8889.3805309734526</c:v>
                </c:pt>
                <c:pt idx="347">
                  <c:v>8889.3805309734526</c:v>
                </c:pt>
                <c:pt idx="348">
                  <c:v>8889.3805309734526</c:v>
                </c:pt>
                <c:pt idx="349">
                  <c:v>8929.7345132743376</c:v>
                </c:pt>
                <c:pt idx="350">
                  <c:v>8929.7345132743376</c:v>
                </c:pt>
                <c:pt idx="351">
                  <c:v>8948.141592920354</c:v>
                </c:pt>
                <c:pt idx="352">
                  <c:v>8960.1769911504434</c:v>
                </c:pt>
                <c:pt idx="353">
                  <c:v>8960.1769911504434</c:v>
                </c:pt>
                <c:pt idx="354">
                  <c:v>9000.5309734513285</c:v>
                </c:pt>
                <c:pt idx="355">
                  <c:v>9000.5309734513285</c:v>
                </c:pt>
                <c:pt idx="356">
                  <c:v>8912.0353982300894</c:v>
                </c:pt>
                <c:pt idx="357">
                  <c:v>8912.0353982300894</c:v>
                </c:pt>
                <c:pt idx="358">
                  <c:v>8935.3982300884963</c:v>
                </c:pt>
                <c:pt idx="359">
                  <c:v>8935.3982300884963</c:v>
                </c:pt>
                <c:pt idx="360">
                  <c:v>8942.4778761061953</c:v>
                </c:pt>
                <c:pt idx="361">
                  <c:v>8942.4778761061953</c:v>
                </c:pt>
                <c:pt idx="362">
                  <c:v>8942.4778761061953</c:v>
                </c:pt>
                <c:pt idx="363">
                  <c:v>8954.5132743362847</c:v>
                </c:pt>
                <c:pt idx="364">
                  <c:v>8954.5132743362847</c:v>
                </c:pt>
                <c:pt idx="365">
                  <c:v>8954.5132743362847</c:v>
                </c:pt>
                <c:pt idx="366">
                  <c:v>8954.5132743362847</c:v>
                </c:pt>
                <c:pt idx="367">
                  <c:v>8733.2743362831861</c:v>
                </c:pt>
                <c:pt idx="368">
                  <c:v>8775.7522123893814</c:v>
                </c:pt>
                <c:pt idx="369">
                  <c:v>8775.7522123893814</c:v>
                </c:pt>
                <c:pt idx="370">
                  <c:v>8775.7522123893814</c:v>
                </c:pt>
                <c:pt idx="371">
                  <c:v>8775.7522123893814</c:v>
                </c:pt>
                <c:pt idx="372">
                  <c:v>8756.6371681415931</c:v>
                </c:pt>
                <c:pt idx="373">
                  <c:v>8756.6371681415931</c:v>
                </c:pt>
                <c:pt idx="374">
                  <c:v>8756.6371681415931</c:v>
                </c:pt>
                <c:pt idx="375">
                  <c:v>8756.6371681415931</c:v>
                </c:pt>
                <c:pt idx="376">
                  <c:v>8756.6371681415931</c:v>
                </c:pt>
                <c:pt idx="377">
                  <c:v>8756.6371681415931</c:v>
                </c:pt>
                <c:pt idx="378">
                  <c:v>8756.6371681415931</c:v>
                </c:pt>
                <c:pt idx="379">
                  <c:v>8751.6814159292044</c:v>
                </c:pt>
                <c:pt idx="380">
                  <c:v>8751.6814159292044</c:v>
                </c:pt>
                <c:pt idx="381">
                  <c:v>8751.6814159292044</c:v>
                </c:pt>
                <c:pt idx="382">
                  <c:v>8751.6814159292044</c:v>
                </c:pt>
                <c:pt idx="383">
                  <c:v>8751.6814159292044</c:v>
                </c:pt>
                <c:pt idx="384">
                  <c:v>8751.6814159292044</c:v>
                </c:pt>
                <c:pt idx="385">
                  <c:v>8618.9380530973449</c:v>
                </c:pt>
                <c:pt idx="386">
                  <c:v>8618.9380530973449</c:v>
                </c:pt>
                <c:pt idx="387">
                  <c:v>8618.9380530973449</c:v>
                </c:pt>
                <c:pt idx="388">
                  <c:v>8618.9380530973449</c:v>
                </c:pt>
                <c:pt idx="389">
                  <c:v>8618.9380530973449</c:v>
                </c:pt>
                <c:pt idx="390">
                  <c:v>8618.9380530973449</c:v>
                </c:pt>
                <c:pt idx="391">
                  <c:v>8618.9380530973449</c:v>
                </c:pt>
                <c:pt idx="392">
                  <c:v>8618.9380530973449</c:v>
                </c:pt>
                <c:pt idx="393">
                  <c:v>8618.9380530973449</c:v>
                </c:pt>
                <c:pt idx="394">
                  <c:v>8640.1769911504434</c:v>
                </c:pt>
                <c:pt idx="395">
                  <c:v>8640.1769911504434</c:v>
                </c:pt>
                <c:pt idx="396">
                  <c:v>8643.0088495575237</c:v>
                </c:pt>
                <c:pt idx="397">
                  <c:v>8643.0088495575237</c:v>
                </c:pt>
                <c:pt idx="398">
                  <c:v>8643.0088495575237</c:v>
                </c:pt>
                <c:pt idx="399">
                  <c:v>8643.0088495575237</c:v>
                </c:pt>
                <c:pt idx="400">
                  <c:v>8643.0088495575237</c:v>
                </c:pt>
                <c:pt idx="401">
                  <c:v>8643.0088495575237</c:v>
                </c:pt>
                <c:pt idx="402">
                  <c:v>8654.3362831858412</c:v>
                </c:pt>
                <c:pt idx="403">
                  <c:v>8654.3362831858412</c:v>
                </c:pt>
                <c:pt idx="404">
                  <c:v>8654.3362831858412</c:v>
                </c:pt>
                <c:pt idx="405">
                  <c:v>8666.3716814159307</c:v>
                </c:pt>
                <c:pt idx="406">
                  <c:v>8666.3716814159307</c:v>
                </c:pt>
                <c:pt idx="407">
                  <c:v>8697.5221238938066</c:v>
                </c:pt>
                <c:pt idx="408">
                  <c:v>8697.5221238938066</c:v>
                </c:pt>
                <c:pt idx="409">
                  <c:v>8754.1592920353996</c:v>
                </c:pt>
                <c:pt idx="410">
                  <c:v>8777.5221238938066</c:v>
                </c:pt>
                <c:pt idx="411">
                  <c:v>8777.5221238938066</c:v>
                </c:pt>
                <c:pt idx="412">
                  <c:v>8777.5221238938066</c:v>
                </c:pt>
                <c:pt idx="413">
                  <c:v>8777.5221238938066</c:v>
                </c:pt>
                <c:pt idx="414">
                  <c:v>8777.5221238938066</c:v>
                </c:pt>
                <c:pt idx="415">
                  <c:v>8777.5221238938066</c:v>
                </c:pt>
                <c:pt idx="416">
                  <c:v>8777.5221238938066</c:v>
                </c:pt>
                <c:pt idx="417">
                  <c:v>8777.5221238938066</c:v>
                </c:pt>
                <c:pt idx="418">
                  <c:v>8777.5221238938066</c:v>
                </c:pt>
                <c:pt idx="419">
                  <c:v>8777.5221238938066</c:v>
                </c:pt>
                <c:pt idx="420">
                  <c:v>8777.5221238938066</c:v>
                </c:pt>
                <c:pt idx="421">
                  <c:v>8777.5221238938066</c:v>
                </c:pt>
                <c:pt idx="422">
                  <c:v>8777.5221238938066</c:v>
                </c:pt>
                <c:pt idx="423">
                  <c:v>8777.5221238938066</c:v>
                </c:pt>
                <c:pt idx="424">
                  <c:v>8777.5221238938066</c:v>
                </c:pt>
                <c:pt idx="425">
                  <c:v>8777.5221238938066</c:v>
                </c:pt>
                <c:pt idx="426">
                  <c:v>8649.0265486725675</c:v>
                </c:pt>
                <c:pt idx="427">
                  <c:v>8649.0265486725675</c:v>
                </c:pt>
                <c:pt idx="428">
                  <c:v>8649.0265486725675</c:v>
                </c:pt>
                <c:pt idx="429">
                  <c:v>8649.0265486725675</c:v>
                </c:pt>
                <c:pt idx="430">
                  <c:v>8644.7787610619489</c:v>
                </c:pt>
                <c:pt idx="431">
                  <c:v>8644.7787610619489</c:v>
                </c:pt>
                <c:pt idx="432">
                  <c:v>8644.7787610619489</c:v>
                </c:pt>
                <c:pt idx="433">
                  <c:v>8644.7787610619489</c:v>
                </c:pt>
                <c:pt idx="434">
                  <c:v>8644.7787610619489</c:v>
                </c:pt>
                <c:pt idx="435">
                  <c:v>8644.7787610619489</c:v>
                </c:pt>
                <c:pt idx="436">
                  <c:v>8644.7787610619489</c:v>
                </c:pt>
                <c:pt idx="437">
                  <c:v>8644.7787610619489</c:v>
                </c:pt>
                <c:pt idx="438">
                  <c:v>8618.5840707964617</c:v>
                </c:pt>
                <c:pt idx="439">
                  <c:v>8618.5840707964617</c:v>
                </c:pt>
                <c:pt idx="440">
                  <c:v>8618.5840707964617</c:v>
                </c:pt>
                <c:pt idx="441">
                  <c:v>8587.4336283185839</c:v>
                </c:pt>
                <c:pt idx="442">
                  <c:v>8587.4336283185839</c:v>
                </c:pt>
                <c:pt idx="443">
                  <c:v>8587.4336283185839</c:v>
                </c:pt>
                <c:pt idx="444">
                  <c:v>8381.4159292035401</c:v>
                </c:pt>
                <c:pt idx="445">
                  <c:v>8377.1681415929215</c:v>
                </c:pt>
                <c:pt idx="446">
                  <c:v>8377.1681415929215</c:v>
                </c:pt>
                <c:pt idx="447">
                  <c:v>8377.1681415929215</c:v>
                </c:pt>
                <c:pt idx="448">
                  <c:v>8370.7964601769927</c:v>
                </c:pt>
                <c:pt idx="449">
                  <c:v>8370.7964601769927</c:v>
                </c:pt>
                <c:pt idx="450">
                  <c:v>8372.2123893805328</c:v>
                </c:pt>
                <c:pt idx="451">
                  <c:v>8372.2123893805328</c:v>
                </c:pt>
                <c:pt idx="452">
                  <c:v>8368.6725663716825</c:v>
                </c:pt>
                <c:pt idx="453">
                  <c:v>8368.6725663716825</c:v>
                </c:pt>
                <c:pt idx="454">
                  <c:v>8368.6725663716825</c:v>
                </c:pt>
                <c:pt idx="455">
                  <c:v>8368.6725663716825</c:v>
                </c:pt>
                <c:pt idx="456">
                  <c:v>8368.6725663716825</c:v>
                </c:pt>
                <c:pt idx="457">
                  <c:v>8404.0707964601788</c:v>
                </c:pt>
                <c:pt idx="458">
                  <c:v>8404.0707964601788</c:v>
                </c:pt>
                <c:pt idx="459">
                  <c:v>8404.0707964601788</c:v>
                </c:pt>
                <c:pt idx="460">
                  <c:v>8404.0707964601788</c:v>
                </c:pt>
                <c:pt idx="461">
                  <c:v>8404.0707964601788</c:v>
                </c:pt>
                <c:pt idx="462">
                  <c:v>8404.0707964601788</c:v>
                </c:pt>
                <c:pt idx="463">
                  <c:v>8404.0707964601788</c:v>
                </c:pt>
                <c:pt idx="464">
                  <c:v>8418.2300884955766</c:v>
                </c:pt>
                <c:pt idx="465">
                  <c:v>8418.2300884955766</c:v>
                </c:pt>
                <c:pt idx="466">
                  <c:v>8418.2300884955766</c:v>
                </c:pt>
                <c:pt idx="467">
                  <c:v>8418.2300884955766</c:v>
                </c:pt>
                <c:pt idx="468">
                  <c:v>8418.2300884955766</c:v>
                </c:pt>
                <c:pt idx="469">
                  <c:v>8418.2300884955766</c:v>
                </c:pt>
                <c:pt idx="470">
                  <c:v>8429.5575221238942</c:v>
                </c:pt>
                <c:pt idx="471">
                  <c:v>8441.5929203539836</c:v>
                </c:pt>
                <c:pt idx="472">
                  <c:v>8441.5929203539836</c:v>
                </c:pt>
                <c:pt idx="473">
                  <c:v>8441.5929203539836</c:v>
                </c:pt>
                <c:pt idx="474">
                  <c:v>8451.5044247787628</c:v>
                </c:pt>
                <c:pt idx="475">
                  <c:v>8451.5044247787628</c:v>
                </c:pt>
                <c:pt idx="476">
                  <c:v>8451.5044247787628</c:v>
                </c:pt>
                <c:pt idx="477">
                  <c:v>8451.5044247787628</c:v>
                </c:pt>
                <c:pt idx="478">
                  <c:v>8460.7079646017719</c:v>
                </c:pt>
                <c:pt idx="479">
                  <c:v>8460.7079646017719</c:v>
                </c:pt>
                <c:pt idx="480">
                  <c:v>8460.7079646017719</c:v>
                </c:pt>
                <c:pt idx="481">
                  <c:v>8460.7079646017719</c:v>
                </c:pt>
                <c:pt idx="482">
                  <c:v>8460.7079646017719</c:v>
                </c:pt>
                <c:pt idx="483">
                  <c:v>8460.7079646017719</c:v>
                </c:pt>
                <c:pt idx="484">
                  <c:v>8464.2477876106204</c:v>
                </c:pt>
                <c:pt idx="485">
                  <c:v>8464.2477876106204</c:v>
                </c:pt>
                <c:pt idx="486">
                  <c:v>8464.2477876106204</c:v>
                </c:pt>
                <c:pt idx="487">
                  <c:v>8464.2477876106204</c:v>
                </c:pt>
                <c:pt idx="488">
                  <c:v>8464.2477876106204</c:v>
                </c:pt>
                <c:pt idx="489">
                  <c:v>8464.2477876106204</c:v>
                </c:pt>
                <c:pt idx="490">
                  <c:v>8474.8672566371697</c:v>
                </c:pt>
                <c:pt idx="491">
                  <c:v>8474.8672566371697</c:v>
                </c:pt>
                <c:pt idx="492">
                  <c:v>8486.1946902654872</c:v>
                </c:pt>
                <c:pt idx="493">
                  <c:v>8486.1946902654872</c:v>
                </c:pt>
                <c:pt idx="494">
                  <c:v>8486.1946902654872</c:v>
                </c:pt>
                <c:pt idx="495">
                  <c:v>8486.1946902654872</c:v>
                </c:pt>
                <c:pt idx="496">
                  <c:v>8486.1946902654872</c:v>
                </c:pt>
                <c:pt idx="497">
                  <c:v>8493.2743362831861</c:v>
                </c:pt>
                <c:pt idx="498">
                  <c:v>8493.2743362831861</c:v>
                </c:pt>
                <c:pt idx="499">
                  <c:v>8486.1946902654872</c:v>
                </c:pt>
                <c:pt idx="500">
                  <c:v>8486.1946902654872</c:v>
                </c:pt>
                <c:pt idx="501">
                  <c:v>8486.1946902654872</c:v>
                </c:pt>
                <c:pt idx="502">
                  <c:v>8486.1946902654872</c:v>
                </c:pt>
                <c:pt idx="503">
                  <c:v>8486.1946902654872</c:v>
                </c:pt>
                <c:pt idx="504">
                  <c:v>8486.1946902654872</c:v>
                </c:pt>
                <c:pt idx="505">
                  <c:v>8486.1946902654872</c:v>
                </c:pt>
                <c:pt idx="506">
                  <c:v>8486.1946902654872</c:v>
                </c:pt>
                <c:pt idx="507">
                  <c:v>8486.1946902654872</c:v>
                </c:pt>
                <c:pt idx="508">
                  <c:v>8486.1946902654872</c:v>
                </c:pt>
                <c:pt idx="509">
                  <c:v>8486.1946902654872</c:v>
                </c:pt>
                <c:pt idx="510">
                  <c:v>8486.1946902654872</c:v>
                </c:pt>
                <c:pt idx="511">
                  <c:v>8486.1946902654872</c:v>
                </c:pt>
                <c:pt idx="512">
                  <c:v>8491.1504424778777</c:v>
                </c:pt>
                <c:pt idx="513">
                  <c:v>8491.1504424778777</c:v>
                </c:pt>
                <c:pt idx="514">
                  <c:v>8491.1504424778777</c:v>
                </c:pt>
                <c:pt idx="515">
                  <c:v>8491.1504424778777</c:v>
                </c:pt>
                <c:pt idx="516">
                  <c:v>8491.1504424778777</c:v>
                </c:pt>
                <c:pt idx="517">
                  <c:v>8485.4867256637172</c:v>
                </c:pt>
                <c:pt idx="518">
                  <c:v>8485.4867256637172</c:v>
                </c:pt>
                <c:pt idx="519">
                  <c:v>8485.4867256637172</c:v>
                </c:pt>
                <c:pt idx="520">
                  <c:v>8485.4867256637172</c:v>
                </c:pt>
                <c:pt idx="521">
                  <c:v>8485.4867256637172</c:v>
                </c:pt>
                <c:pt idx="522">
                  <c:v>8485.4867256637172</c:v>
                </c:pt>
                <c:pt idx="523">
                  <c:v>8485.4867256637172</c:v>
                </c:pt>
                <c:pt idx="524">
                  <c:v>8485.4867256637172</c:v>
                </c:pt>
                <c:pt idx="525">
                  <c:v>8485.4867256637172</c:v>
                </c:pt>
                <c:pt idx="526">
                  <c:v>8485.4867256637172</c:v>
                </c:pt>
                <c:pt idx="527">
                  <c:v>8485.4867256637172</c:v>
                </c:pt>
                <c:pt idx="528">
                  <c:v>8485.4867256637172</c:v>
                </c:pt>
                <c:pt idx="529">
                  <c:v>8485.4867256637172</c:v>
                </c:pt>
                <c:pt idx="530">
                  <c:v>8485.4867256637172</c:v>
                </c:pt>
                <c:pt idx="531">
                  <c:v>8485.4867256637172</c:v>
                </c:pt>
                <c:pt idx="532">
                  <c:v>8485.4867256637172</c:v>
                </c:pt>
                <c:pt idx="533">
                  <c:v>8485.4867256637172</c:v>
                </c:pt>
                <c:pt idx="534">
                  <c:v>8485.4867256637172</c:v>
                </c:pt>
                <c:pt idx="535">
                  <c:v>8485.4867256637172</c:v>
                </c:pt>
                <c:pt idx="536">
                  <c:v>8485.4867256637172</c:v>
                </c:pt>
                <c:pt idx="537">
                  <c:v>8485.4867256637172</c:v>
                </c:pt>
                <c:pt idx="538">
                  <c:v>8485.4867256637172</c:v>
                </c:pt>
                <c:pt idx="539">
                  <c:v>8485.4867256637172</c:v>
                </c:pt>
                <c:pt idx="540">
                  <c:v>8485.4867256637172</c:v>
                </c:pt>
                <c:pt idx="541">
                  <c:v>8485.4867256637172</c:v>
                </c:pt>
                <c:pt idx="542">
                  <c:v>8491.1504424778777</c:v>
                </c:pt>
                <c:pt idx="543">
                  <c:v>8491.1504424778777</c:v>
                </c:pt>
                <c:pt idx="544">
                  <c:v>8491.1504424778777</c:v>
                </c:pt>
                <c:pt idx="545">
                  <c:v>8491.1504424778777</c:v>
                </c:pt>
                <c:pt idx="546">
                  <c:v>8491.1504424778777</c:v>
                </c:pt>
                <c:pt idx="547">
                  <c:v>8491.1504424778777</c:v>
                </c:pt>
                <c:pt idx="548">
                  <c:v>8491.1504424778777</c:v>
                </c:pt>
                <c:pt idx="549">
                  <c:v>8491.1504424778777</c:v>
                </c:pt>
                <c:pt idx="550">
                  <c:v>8491.1504424778777</c:v>
                </c:pt>
                <c:pt idx="551">
                  <c:v>8491.1504424778777</c:v>
                </c:pt>
                <c:pt idx="552">
                  <c:v>8491.1504424778777</c:v>
                </c:pt>
                <c:pt idx="553">
                  <c:v>8484.070796460177</c:v>
                </c:pt>
                <c:pt idx="554">
                  <c:v>8457.1681415929215</c:v>
                </c:pt>
                <c:pt idx="555">
                  <c:v>8457.1681415929215</c:v>
                </c:pt>
                <c:pt idx="556">
                  <c:v>8451.5044247787628</c:v>
                </c:pt>
                <c:pt idx="557">
                  <c:v>8451.5044247787628</c:v>
                </c:pt>
                <c:pt idx="558">
                  <c:v>8437.345132743365</c:v>
                </c:pt>
                <c:pt idx="559">
                  <c:v>8437.345132743365</c:v>
                </c:pt>
                <c:pt idx="560">
                  <c:v>8437.345132743365</c:v>
                </c:pt>
                <c:pt idx="561">
                  <c:v>8437.345132743365</c:v>
                </c:pt>
                <c:pt idx="562">
                  <c:v>8437.345132743365</c:v>
                </c:pt>
                <c:pt idx="563">
                  <c:v>8428.8495575221259</c:v>
                </c:pt>
                <c:pt idx="564">
                  <c:v>8428.8495575221259</c:v>
                </c:pt>
                <c:pt idx="565">
                  <c:v>8428.8495575221259</c:v>
                </c:pt>
                <c:pt idx="566">
                  <c:v>8421.7699115044252</c:v>
                </c:pt>
                <c:pt idx="567">
                  <c:v>8421.7699115044252</c:v>
                </c:pt>
                <c:pt idx="568">
                  <c:v>8421.7699115044252</c:v>
                </c:pt>
                <c:pt idx="569">
                  <c:v>8409.7345132743376</c:v>
                </c:pt>
                <c:pt idx="570">
                  <c:v>8409.7345132743376</c:v>
                </c:pt>
                <c:pt idx="571">
                  <c:v>8409.7345132743376</c:v>
                </c:pt>
                <c:pt idx="572">
                  <c:v>8409.7345132743376</c:v>
                </c:pt>
                <c:pt idx="573">
                  <c:v>8409.7345132743376</c:v>
                </c:pt>
                <c:pt idx="574">
                  <c:v>8409.7345132743376</c:v>
                </c:pt>
                <c:pt idx="575">
                  <c:v>8409.7345132743376</c:v>
                </c:pt>
                <c:pt idx="576">
                  <c:v>8409.7345132743376</c:v>
                </c:pt>
                <c:pt idx="577">
                  <c:v>8409.7345132743376</c:v>
                </c:pt>
                <c:pt idx="578">
                  <c:v>8409.7345132743376</c:v>
                </c:pt>
                <c:pt idx="579">
                  <c:v>8409.7345132743376</c:v>
                </c:pt>
                <c:pt idx="580">
                  <c:v>8409.7345132743376</c:v>
                </c:pt>
                <c:pt idx="581">
                  <c:v>8409.7345132743376</c:v>
                </c:pt>
                <c:pt idx="582">
                  <c:v>8409.7345132743376</c:v>
                </c:pt>
                <c:pt idx="583">
                  <c:v>8409.7345132743376</c:v>
                </c:pt>
                <c:pt idx="584">
                  <c:v>8405.486725663719</c:v>
                </c:pt>
                <c:pt idx="585">
                  <c:v>8405.486725663719</c:v>
                </c:pt>
                <c:pt idx="586">
                  <c:v>8392.7433628318577</c:v>
                </c:pt>
                <c:pt idx="587">
                  <c:v>8380.7079646017719</c:v>
                </c:pt>
                <c:pt idx="588">
                  <c:v>8380.7079646017719</c:v>
                </c:pt>
                <c:pt idx="589">
                  <c:v>8380.7079646017719</c:v>
                </c:pt>
                <c:pt idx="590">
                  <c:v>8375.0442477876113</c:v>
                </c:pt>
                <c:pt idx="591">
                  <c:v>8375.0442477876113</c:v>
                </c:pt>
                <c:pt idx="592">
                  <c:v>8375.0442477876113</c:v>
                </c:pt>
                <c:pt idx="593">
                  <c:v>8375.0442477876113</c:v>
                </c:pt>
                <c:pt idx="594">
                  <c:v>8373.628318584073</c:v>
                </c:pt>
                <c:pt idx="595">
                  <c:v>8373.628318584073</c:v>
                </c:pt>
                <c:pt idx="596">
                  <c:v>8373.628318584073</c:v>
                </c:pt>
                <c:pt idx="597">
                  <c:v>8373.628318584073</c:v>
                </c:pt>
                <c:pt idx="598">
                  <c:v>8373.628318584073</c:v>
                </c:pt>
                <c:pt idx="599">
                  <c:v>8373.628318584073</c:v>
                </c:pt>
                <c:pt idx="600">
                  <c:v>8369.3805309734526</c:v>
                </c:pt>
                <c:pt idx="601">
                  <c:v>8369.3805309734526</c:v>
                </c:pt>
                <c:pt idx="602">
                  <c:v>8369.3805309734526</c:v>
                </c:pt>
                <c:pt idx="603">
                  <c:v>8369.3805309734526</c:v>
                </c:pt>
                <c:pt idx="604">
                  <c:v>8369.3805309734526</c:v>
                </c:pt>
                <c:pt idx="605">
                  <c:v>8369.3805309734526</c:v>
                </c:pt>
                <c:pt idx="606">
                  <c:v>8369.3805309734526</c:v>
                </c:pt>
                <c:pt idx="607">
                  <c:v>8369.3805309734526</c:v>
                </c:pt>
                <c:pt idx="608">
                  <c:v>9033.0973451327445</c:v>
                </c:pt>
                <c:pt idx="609">
                  <c:v>9033.0973451327445</c:v>
                </c:pt>
                <c:pt idx="610">
                  <c:v>9033.0973451327445</c:v>
                </c:pt>
                <c:pt idx="611">
                  <c:v>9033.0973451327445</c:v>
                </c:pt>
                <c:pt idx="612">
                  <c:v>9033.0973451327445</c:v>
                </c:pt>
                <c:pt idx="613">
                  <c:v>9033.0973451327445</c:v>
                </c:pt>
                <c:pt idx="614">
                  <c:v>9033.0973451327445</c:v>
                </c:pt>
                <c:pt idx="615">
                  <c:v>9033.0973451327445</c:v>
                </c:pt>
                <c:pt idx="616">
                  <c:v>9037.345132743365</c:v>
                </c:pt>
                <c:pt idx="617">
                  <c:v>9037.345132743365</c:v>
                </c:pt>
                <c:pt idx="618">
                  <c:v>9037.345132743365</c:v>
                </c:pt>
                <c:pt idx="619">
                  <c:v>9037.345132743365</c:v>
                </c:pt>
                <c:pt idx="620">
                  <c:v>9037.345132743365</c:v>
                </c:pt>
                <c:pt idx="621">
                  <c:v>9037.345132743365</c:v>
                </c:pt>
                <c:pt idx="622">
                  <c:v>9037.345132743365</c:v>
                </c:pt>
                <c:pt idx="623">
                  <c:v>9037.345132743365</c:v>
                </c:pt>
                <c:pt idx="624">
                  <c:v>9037.345132743365</c:v>
                </c:pt>
                <c:pt idx="625">
                  <c:v>9037.345132743365</c:v>
                </c:pt>
                <c:pt idx="626">
                  <c:v>9037.345132743365</c:v>
                </c:pt>
                <c:pt idx="627">
                  <c:v>9037.345132743365</c:v>
                </c:pt>
                <c:pt idx="628">
                  <c:v>9057.8761061946916</c:v>
                </c:pt>
                <c:pt idx="629">
                  <c:v>9057.8761061946916</c:v>
                </c:pt>
                <c:pt idx="630">
                  <c:v>9057.8761061946916</c:v>
                </c:pt>
                <c:pt idx="631">
                  <c:v>9049.3805309734507</c:v>
                </c:pt>
                <c:pt idx="632">
                  <c:v>9049.3805309734507</c:v>
                </c:pt>
                <c:pt idx="633">
                  <c:v>9049.3805309734507</c:v>
                </c:pt>
                <c:pt idx="634">
                  <c:v>9049.3805309734507</c:v>
                </c:pt>
                <c:pt idx="635">
                  <c:v>9039.4690265486734</c:v>
                </c:pt>
                <c:pt idx="636">
                  <c:v>9039.4690265486734</c:v>
                </c:pt>
                <c:pt idx="637">
                  <c:v>9012.5663716814179</c:v>
                </c:pt>
                <c:pt idx="638">
                  <c:v>8992.7433628318595</c:v>
                </c:pt>
                <c:pt idx="639">
                  <c:v>8992.7433628318595</c:v>
                </c:pt>
                <c:pt idx="640">
                  <c:v>8992.7433628318595</c:v>
                </c:pt>
                <c:pt idx="641">
                  <c:v>8992.7433628318595</c:v>
                </c:pt>
                <c:pt idx="642">
                  <c:v>8992.7433628318595</c:v>
                </c:pt>
                <c:pt idx="643">
                  <c:v>8961.5929203539836</c:v>
                </c:pt>
                <c:pt idx="644">
                  <c:v>8961.5929203539836</c:v>
                </c:pt>
                <c:pt idx="645">
                  <c:v>8961.5929203539836</c:v>
                </c:pt>
                <c:pt idx="646">
                  <c:v>8961.5929203539836</c:v>
                </c:pt>
                <c:pt idx="647">
                  <c:v>8961.5929203539836</c:v>
                </c:pt>
                <c:pt idx="648">
                  <c:v>8945.3097345132755</c:v>
                </c:pt>
                <c:pt idx="649">
                  <c:v>8945.3097345132755</c:v>
                </c:pt>
                <c:pt idx="650">
                  <c:v>8945.3097345132755</c:v>
                </c:pt>
                <c:pt idx="651">
                  <c:v>8945.3097345132755</c:v>
                </c:pt>
                <c:pt idx="652">
                  <c:v>8945.3097345132755</c:v>
                </c:pt>
                <c:pt idx="653">
                  <c:v>8945.3097345132755</c:v>
                </c:pt>
                <c:pt idx="654">
                  <c:v>8945.3097345132755</c:v>
                </c:pt>
                <c:pt idx="655">
                  <c:v>8945.3097345132755</c:v>
                </c:pt>
                <c:pt idx="656">
                  <c:v>8948.8495575221259</c:v>
                </c:pt>
                <c:pt idx="657">
                  <c:v>8948.8495575221259</c:v>
                </c:pt>
                <c:pt idx="658">
                  <c:v>9014.6902654867263</c:v>
                </c:pt>
                <c:pt idx="659">
                  <c:v>9014.6902654867263</c:v>
                </c:pt>
                <c:pt idx="660">
                  <c:v>9031.6814159292044</c:v>
                </c:pt>
                <c:pt idx="661">
                  <c:v>9031.6814159292044</c:v>
                </c:pt>
                <c:pt idx="662">
                  <c:v>9031.6814159292044</c:v>
                </c:pt>
                <c:pt idx="663">
                  <c:v>9031.6814159292044</c:v>
                </c:pt>
                <c:pt idx="664">
                  <c:v>9031.6814159292044</c:v>
                </c:pt>
                <c:pt idx="665">
                  <c:v>9031.6814159292044</c:v>
                </c:pt>
                <c:pt idx="666">
                  <c:v>9031.6814159292044</c:v>
                </c:pt>
                <c:pt idx="667">
                  <c:v>9031.6814159292044</c:v>
                </c:pt>
                <c:pt idx="668">
                  <c:v>9031.6814159292044</c:v>
                </c:pt>
                <c:pt idx="669">
                  <c:v>9031.6814159292044</c:v>
                </c:pt>
                <c:pt idx="670">
                  <c:v>9031.6814159292044</c:v>
                </c:pt>
                <c:pt idx="671">
                  <c:v>9031.6814159292044</c:v>
                </c:pt>
                <c:pt idx="672">
                  <c:v>9026.7256637168157</c:v>
                </c:pt>
                <c:pt idx="673">
                  <c:v>9026.7256637168157</c:v>
                </c:pt>
                <c:pt idx="674">
                  <c:v>9026.7256637168157</c:v>
                </c:pt>
                <c:pt idx="675">
                  <c:v>9026.7256637168157</c:v>
                </c:pt>
                <c:pt idx="676">
                  <c:v>9026.7256637168157</c:v>
                </c:pt>
                <c:pt idx="677">
                  <c:v>9026.7256637168157</c:v>
                </c:pt>
                <c:pt idx="678">
                  <c:v>9026.7256637168157</c:v>
                </c:pt>
                <c:pt idx="679">
                  <c:v>9026.7256637168157</c:v>
                </c:pt>
                <c:pt idx="680">
                  <c:v>9026.7256637168157</c:v>
                </c:pt>
                <c:pt idx="681">
                  <c:v>9019.6460176991168</c:v>
                </c:pt>
                <c:pt idx="682">
                  <c:v>9019.6460176991168</c:v>
                </c:pt>
                <c:pt idx="683">
                  <c:v>9019.6460176991168</c:v>
                </c:pt>
                <c:pt idx="684">
                  <c:v>9019.6460176991168</c:v>
                </c:pt>
                <c:pt idx="685">
                  <c:v>9019.6460176991168</c:v>
                </c:pt>
                <c:pt idx="686">
                  <c:v>9019.6460176991168</c:v>
                </c:pt>
                <c:pt idx="687">
                  <c:v>9019.6460176991168</c:v>
                </c:pt>
                <c:pt idx="688">
                  <c:v>9019.6460176991168</c:v>
                </c:pt>
                <c:pt idx="689">
                  <c:v>9019.6460176991168</c:v>
                </c:pt>
                <c:pt idx="690">
                  <c:v>9008.3185840707974</c:v>
                </c:pt>
                <c:pt idx="691">
                  <c:v>8994.1592920353996</c:v>
                </c:pt>
                <c:pt idx="692">
                  <c:v>8994.1592920353996</c:v>
                </c:pt>
                <c:pt idx="693">
                  <c:v>8994.1592920353996</c:v>
                </c:pt>
                <c:pt idx="694">
                  <c:v>8994.1592920353996</c:v>
                </c:pt>
                <c:pt idx="695">
                  <c:v>8994.1592920353996</c:v>
                </c:pt>
                <c:pt idx="696">
                  <c:v>8994.1592920353996</c:v>
                </c:pt>
                <c:pt idx="697">
                  <c:v>8994.1592920353996</c:v>
                </c:pt>
                <c:pt idx="698">
                  <c:v>8994.1592920353996</c:v>
                </c:pt>
                <c:pt idx="699">
                  <c:v>8994.1592920353996</c:v>
                </c:pt>
                <c:pt idx="700">
                  <c:v>8994.1592920353996</c:v>
                </c:pt>
                <c:pt idx="701">
                  <c:v>8994.1592920353996</c:v>
                </c:pt>
                <c:pt idx="702">
                  <c:v>8994.1592920353996</c:v>
                </c:pt>
                <c:pt idx="703">
                  <c:v>8981.4159292035401</c:v>
                </c:pt>
                <c:pt idx="704">
                  <c:v>8981.4159292035401</c:v>
                </c:pt>
                <c:pt idx="705">
                  <c:v>8981.4159292035401</c:v>
                </c:pt>
                <c:pt idx="706">
                  <c:v>8981.4159292035401</c:v>
                </c:pt>
                <c:pt idx="707">
                  <c:v>8981.4159292035401</c:v>
                </c:pt>
                <c:pt idx="708">
                  <c:v>8977.1681415929215</c:v>
                </c:pt>
                <c:pt idx="709">
                  <c:v>8977.1681415929215</c:v>
                </c:pt>
                <c:pt idx="710">
                  <c:v>8977.1681415929215</c:v>
                </c:pt>
                <c:pt idx="711">
                  <c:v>8977.1681415929215</c:v>
                </c:pt>
                <c:pt idx="712">
                  <c:v>8977.1681415929215</c:v>
                </c:pt>
                <c:pt idx="713">
                  <c:v>8977.1681415929215</c:v>
                </c:pt>
                <c:pt idx="714">
                  <c:v>8955.2212389380529</c:v>
                </c:pt>
                <c:pt idx="715">
                  <c:v>8955.2212389380529</c:v>
                </c:pt>
                <c:pt idx="716">
                  <c:v>8955.2212389380529</c:v>
                </c:pt>
                <c:pt idx="717">
                  <c:v>8955.2212389380529</c:v>
                </c:pt>
                <c:pt idx="718">
                  <c:v>8955.2212389380529</c:v>
                </c:pt>
                <c:pt idx="719">
                  <c:v>8955.2212389380529</c:v>
                </c:pt>
                <c:pt idx="720">
                  <c:v>8955.2212389380529</c:v>
                </c:pt>
                <c:pt idx="721">
                  <c:v>8955.2212389380529</c:v>
                </c:pt>
                <c:pt idx="722">
                  <c:v>8955.2212389380529</c:v>
                </c:pt>
                <c:pt idx="723">
                  <c:v>8955.2212389380529</c:v>
                </c:pt>
                <c:pt idx="724">
                  <c:v>8955.2212389380529</c:v>
                </c:pt>
                <c:pt idx="725">
                  <c:v>8955.2212389380529</c:v>
                </c:pt>
                <c:pt idx="726">
                  <c:v>8955.2212389380529</c:v>
                </c:pt>
                <c:pt idx="727">
                  <c:v>8955.2212389380529</c:v>
                </c:pt>
                <c:pt idx="728">
                  <c:v>8982.1238938053102</c:v>
                </c:pt>
                <c:pt idx="729">
                  <c:v>8982.1238938053102</c:v>
                </c:pt>
                <c:pt idx="730">
                  <c:v>8982.1238938053102</c:v>
                </c:pt>
                <c:pt idx="731">
                  <c:v>8982.1238938053102</c:v>
                </c:pt>
                <c:pt idx="732">
                  <c:v>8982.1238938053102</c:v>
                </c:pt>
                <c:pt idx="733">
                  <c:v>8982.1238938053102</c:v>
                </c:pt>
                <c:pt idx="734">
                  <c:v>8982.1238938053102</c:v>
                </c:pt>
                <c:pt idx="735">
                  <c:v>8995.5752212389398</c:v>
                </c:pt>
                <c:pt idx="736">
                  <c:v>8995.5752212389398</c:v>
                </c:pt>
                <c:pt idx="737">
                  <c:v>8995.5752212389398</c:v>
                </c:pt>
                <c:pt idx="738">
                  <c:v>8995.5752212389398</c:v>
                </c:pt>
                <c:pt idx="739">
                  <c:v>8995.5752212389398</c:v>
                </c:pt>
                <c:pt idx="740">
                  <c:v>9003.3628318584069</c:v>
                </c:pt>
                <c:pt idx="741">
                  <c:v>9003.3628318584069</c:v>
                </c:pt>
                <c:pt idx="742">
                  <c:v>9003.3628318584069</c:v>
                </c:pt>
                <c:pt idx="743">
                  <c:v>9007.6106194690274</c:v>
                </c:pt>
                <c:pt idx="744">
                  <c:v>9007.6106194690274</c:v>
                </c:pt>
                <c:pt idx="745">
                  <c:v>9007.6106194690274</c:v>
                </c:pt>
                <c:pt idx="746">
                  <c:v>9007.6106194690274</c:v>
                </c:pt>
                <c:pt idx="747">
                  <c:v>9019.6460176991168</c:v>
                </c:pt>
                <c:pt idx="748">
                  <c:v>9019.6460176991168</c:v>
                </c:pt>
                <c:pt idx="749">
                  <c:v>9019.6460176991168</c:v>
                </c:pt>
                <c:pt idx="750">
                  <c:v>9019.6460176991168</c:v>
                </c:pt>
                <c:pt idx="751">
                  <c:v>9019.6460176991168</c:v>
                </c:pt>
                <c:pt idx="752">
                  <c:v>9019.6460176991168</c:v>
                </c:pt>
                <c:pt idx="753">
                  <c:v>9019.6460176991168</c:v>
                </c:pt>
                <c:pt idx="754">
                  <c:v>9019.6460176991168</c:v>
                </c:pt>
                <c:pt idx="755">
                  <c:v>9019.6460176991168</c:v>
                </c:pt>
                <c:pt idx="756">
                  <c:v>9019.6460176991168</c:v>
                </c:pt>
                <c:pt idx="757">
                  <c:v>9019.6460176991168</c:v>
                </c:pt>
                <c:pt idx="758">
                  <c:v>9019.6460176991168</c:v>
                </c:pt>
                <c:pt idx="759">
                  <c:v>9019.6460176991168</c:v>
                </c:pt>
                <c:pt idx="760">
                  <c:v>9033.0973451327445</c:v>
                </c:pt>
                <c:pt idx="761">
                  <c:v>9033.0973451327445</c:v>
                </c:pt>
                <c:pt idx="762">
                  <c:v>9033.0973451327445</c:v>
                </c:pt>
                <c:pt idx="763">
                  <c:v>9033.0973451327445</c:v>
                </c:pt>
                <c:pt idx="764">
                  <c:v>9021.7699115044252</c:v>
                </c:pt>
                <c:pt idx="765">
                  <c:v>9021.7699115044252</c:v>
                </c:pt>
                <c:pt idx="766">
                  <c:v>9021.7699115044252</c:v>
                </c:pt>
                <c:pt idx="767">
                  <c:v>9021.7699115044252</c:v>
                </c:pt>
                <c:pt idx="768">
                  <c:v>9021.7699115044252</c:v>
                </c:pt>
                <c:pt idx="769">
                  <c:v>8961.5929203539836</c:v>
                </c:pt>
                <c:pt idx="770">
                  <c:v>8961.5929203539836</c:v>
                </c:pt>
                <c:pt idx="771">
                  <c:v>8961.5929203539836</c:v>
                </c:pt>
                <c:pt idx="772">
                  <c:v>8961.5929203539836</c:v>
                </c:pt>
                <c:pt idx="773">
                  <c:v>8961.5929203539836</c:v>
                </c:pt>
                <c:pt idx="774">
                  <c:v>8961.5929203539836</c:v>
                </c:pt>
                <c:pt idx="775">
                  <c:v>8961.5929203539836</c:v>
                </c:pt>
                <c:pt idx="776">
                  <c:v>8933.2743362831861</c:v>
                </c:pt>
                <c:pt idx="777">
                  <c:v>8933.2743362831861</c:v>
                </c:pt>
                <c:pt idx="778">
                  <c:v>8910.6194690265493</c:v>
                </c:pt>
                <c:pt idx="779">
                  <c:v>8910.6194690265493</c:v>
                </c:pt>
                <c:pt idx="780">
                  <c:v>8910.6194690265493</c:v>
                </c:pt>
                <c:pt idx="781">
                  <c:v>8910.6194690265493</c:v>
                </c:pt>
                <c:pt idx="782">
                  <c:v>8910.6194690265493</c:v>
                </c:pt>
                <c:pt idx="783">
                  <c:v>8910.6194690265493</c:v>
                </c:pt>
                <c:pt idx="784">
                  <c:v>8910.6194690265493</c:v>
                </c:pt>
                <c:pt idx="785">
                  <c:v>8907.0796460177007</c:v>
                </c:pt>
                <c:pt idx="786">
                  <c:v>8903.5398230088504</c:v>
                </c:pt>
                <c:pt idx="787">
                  <c:v>8903.5398230088504</c:v>
                </c:pt>
                <c:pt idx="788">
                  <c:v>8903.5398230088504</c:v>
                </c:pt>
                <c:pt idx="789">
                  <c:v>8903.5398230088504</c:v>
                </c:pt>
                <c:pt idx="790">
                  <c:v>8903.5398230088504</c:v>
                </c:pt>
                <c:pt idx="791">
                  <c:v>8895.7522123893814</c:v>
                </c:pt>
                <c:pt idx="792">
                  <c:v>8895.7522123893814</c:v>
                </c:pt>
                <c:pt idx="793">
                  <c:v>8895.7522123893814</c:v>
                </c:pt>
                <c:pt idx="794">
                  <c:v>8895.7522123893814</c:v>
                </c:pt>
                <c:pt idx="795">
                  <c:v>8895.7522123893814</c:v>
                </c:pt>
                <c:pt idx="796">
                  <c:v>8895.7522123893814</c:v>
                </c:pt>
                <c:pt idx="797">
                  <c:v>8895.7522123893814</c:v>
                </c:pt>
                <c:pt idx="798">
                  <c:v>8895.7522123893814</c:v>
                </c:pt>
                <c:pt idx="799">
                  <c:v>8895.7522123893814</c:v>
                </c:pt>
                <c:pt idx="800">
                  <c:v>8895.7522123893814</c:v>
                </c:pt>
                <c:pt idx="801">
                  <c:v>8895.7522123893814</c:v>
                </c:pt>
                <c:pt idx="802">
                  <c:v>8895.7522123893814</c:v>
                </c:pt>
                <c:pt idx="803">
                  <c:v>8895.7522123893814</c:v>
                </c:pt>
                <c:pt idx="804">
                  <c:v>8895.7522123893814</c:v>
                </c:pt>
                <c:pt idx="805">
                  <c:v>8895.7522123893814</c:v>
                </c:pt>
                <c:pt idx="806">
                  <c:v>8895.7522123893814</c:v>
                </c:pt>
                <c:pt idx="807">
                  <c:v>8895.7522123893814</c:v>
                </c:pt>
                <c:pt idx="808">
                  <c:v>8895.7522123893814</c:v>
                </c:pt>
                <c:pt idx="809">
                  <c:v>8931.858407079646</c:v>
                </c:pt>
                <c:pt idx="810">
                  <c:v>8931.858407079646</c:v>
                </c:pt>
                <c:pt idx="811">
                  <c:v>8931.858407079646</c:v>
                </c:pt>
                <c:pt idx="812">
                  <c:v>8931.858407079646</c:v>
                </c:pt>
                <c:pt idx="813">
                  <c:v>8931.858407079646</c:v>
                </c:pt>
                <c:pt idx="814">
                  <c:v>8931.858407079646</c:v>
                </c:pt>
                <c:pt idx="815">
                  <c:v>8931.858407079646</c:v>
                </c:pt>
                <c:pt idx="816">
                  <c:v>8931.858407079646</c:v>
                </c:pt>
                <c:pt idx="817">
                  <c:v>8931.858407079646</c:v>
                </c:pt>
                <c:pt idx="818">
                  <c:v>8931.858407079646</c:v>
                </c:pt>
                <c:pt idx="819">
                  <c:v>8931.858407079646</c:v>
                </c:pt>
                <c:pt idx="820">
                  <c:v>8931.858407079646</c:v>
                </c:pt>
                <c:pt idx="821">
                  <c:v>8931.858407079646</c:v>
                </c:pt>
                <c:pt idx="822">
                  <c:v>8931.858407079646</c:v>
                </c:pt>
                <c:pt idx="823">
                  <c:v>8931.858407079646</c:v>
                </c:pt>
                <c:pt idx="824">
                  <c:v>8931.858407079646</c:v>
                </c:pt>
                <c:pt idx="825">
                  <c:v>8931.858407079646</c:v>
                </c:pt>
                <c:pt idx="826">
                  <c:v>8931.858407079646</c:v>
                </c:pt>
                <c:pt idx="827">
                  <c:v>8931.858407079646</c:v>
                </c:pt>
                <c:pt idx="828">
                  <c:v>8931.858407079646</c:v>
                </c:pt>
                <c:pt idx="829">
                  <c:v>8931.858407079646</c:v>
                </c:pt>
                <c:pt idx="830">
                  <c:v>8931.858407079646</c:v>
                </c:pt>
                <c:pt idx="831">
                  <c:v>8931.858407079646</c:v>
                </c:pt>
                <c:pt idx="832">
                  <c:v>8931.858407079646</c:v>
                </c:pt>
                <c:pt idx="833">
                  <c:v>8931.858407079646</c:v>
                </c:pt>
                <c:pt idx="834">
                  <c:v>8963.0088495575237</c:v>
                </c:pt>
                <c:pt idx="835">
                  <c:v>8963.0088495575237</c:v>
                </c:pt>
                <c:pt idx="836">
                  <c:v>8963.0088495575237</c:v>
                </c:pt>
                <c:pt idx="837">
                  <c:v>8963.0088495575237</c:v>
                </c:pt>
                <c:pt idx="838">
                  <c:v>8963.0088495575237</c:v>
                </c:pt>
                <c:pt idx="839">
                  <c:v>8963.0088495575237</c:v>
                </c:pt>
                <c:pt idx="840">
                  <c:v>8963.0088495575237</c:v>
                </c:pt>
                <c:pt idx="841">
                  <c:v>8963.0088495575237</c:v>
                </c:pt>
                <c:pt idx="842">
                  <c:v>8963.0088495575237</c:v>
                </c:pt>
              </c:numCache>
            </c:numRef>
          </c:val>
          <c:smooth val="1"/>
          <c:extLst xmlns:c16r2="http://schemas.microsoft.com/office/drawing/2015/06/chart">
            <c:ext xmlns:c16="http://schemas.microsoft.com/office/drawing/2014/chart" uri="{C3380CC4-5D6E-409C-BE32-E72D297353CC}">
              <c16:uniqueId val="{00000005-99B6-47BE-A05B-EBBF36543BF2}"/>
            </c:ext>
          </c:extLst>
        </c:ser>
        <c:ser>
          <c:idx val="6"/>
          <c:order val="6"/>
          <c:tx>
            <c:strRef>
              <c:f>'图49-57'!$F$3</c:f>
              <c:strCache>
                <c:ptCount val="1"/>
                <c:pt idx="0">
                  <c:v>磷酸铁（元/吨）</c:v>
                </c:pt>
              </c:strCache>
            </c:strRef>
          </c:tx>
          <c:spPr>
            <a:ln w="12700">
              <a:solidFill>
                <a:srgbClr val="FABE78"/>
              </a:solidFill>
              <a:prstDash val="solid"/>
            </a:ln>
          </c:spPr>
          <c:marker>
            <c:symbol val="none"/>
          </c:marker>
          <c:cat>
            <c:numRef>
              <c:f>'图49-57'!$A$4:$A$1021</c:f>
              <c:numCache>
                <c:formatCode>yyyy/mm/dd;@</c:formatCode>
                <c:ptCount val="1018"/>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numCache>
            </c:numRef>
          </c:cat>
          <c:val>
            <c:numRef>
              <c:f>'图49-57'!$F$172:$F$1021</c:f>
              <c:numCache>
                <c:formatCode>General</c:formatCode>
                <c:ptCount val="850"/>
                <c:pt idx="0">
                  <c:v>24000</c:v>
                </c:pt>
                <c:pt idx="1">
                  <c:v>24000</c:v>
                </c:pt>
                <c:pt idx="2">
                  <c:v>24000</c:v>
                </c:pt>
                <c:pt idx="3">
                  <c:v>24000</c:v>
                </c:pt>
                <c:pt idx="4">
                  <c:v>24000</c:v>
                </c:pt>
                <c:pt idx="5">
                  <c:v>24000</c:v>
                </c:pt>
                <c:pt idx="6">
                  <c:v>24000</c:v>
                </c:pt>
                <c:pt idx="7">
                  <c:v>24000</c:v>
                </c:pt>
                <c:pt idx="8">
                  <c:v>24000</c:v>
                </c:pt>
                <c:pt idx="9">
                  <c:v>24000</c:v>
                </c:pt>
                <c:pt idx="10">
                  <c:v>24000</c:v>
                </c:pt>
                <c:pt idx="11">
                  <c:v>24000</c:v>
                </c:pt>
                <c:pt idx="12">
                  <c:v>24000</c:v>
                </c:pt>
                <c:pt idx="13">
                  <c:v>24000</c:v>
                </c:pt>
                <c:pt idx="14">
                  <c:v>24000</c:v>
                </c:pt>
                <c:pt idx="15">
                  <c:v>24000</c:v>
                </c:pt>
                <c:pt idx="16">
                  <c:v>24000</c:v>
                </c:pt>
                <c:pt idx="17">
                  <c:v>24000</c:v>
                </c:pt>
                <c:pt idx="18">
                  <c:v>24000</c:v>
                </c:pt>
                <c:pt idx="19">
                  <c:v>24000</c:v>
                </c:pt>
                <c:pt idx="20">
                  <c:v>24000</c:v>
                </c:pt>
                <c:pt idx="21">
                  <c:v>24000</c:v>
                </c:pt>
                <c:pt idx="22">
                  <c:v>24000</c:v>
                </c:pt>
                <c:pt idx="23">
                  <c:v>24000</c:v>
                </c:pt>
                <c:pt idx="24">
                  <c:v>24000</c:v>
                </c:pt>
                <c:pt idx="25">
                  <c:v>24000</c:v>
                </c:pt>
                <c:pt idx="26">
                  <c:v>24000</c:v>
                </c:pt>
                <c:pt idx="27">
                  <c:v>24000</c:v>
                </c:pt>
                <c:pt idx="28">
                  <c:v>24000</c:v>
                </c:pt>
                <c:pt idx="29">
                  <c:v>24000</c:v>
                </c:pt>
                <c:pt idx="30">
                  <c:v>24000</c:v>
                </c:pt>
                <c:pt idx="31">
                  <c:v>24000</c:v>
                </c:pt>
                <c:pt idx="32">
                  <c:v>24000</c:v>
                </c:pt>
                <c:pt idx="33">
                  <c:v>24000</c:v>
                </c:pt>
                <c:pt idx="34">
                  <c:v>24000</c:v>
                </c:pt>
                <c:pt idx="35">
                  <c:v>24000</c:v>
                </c:pt>
                <c:pt idx="36">
                  <c:v>24000</c:v>
                </c:pt>
                <c:pt idx="37">
                  <c:v>24000</c:v>
                </c:pt>
                <c:pt idx="38">
                  <c:v>24000</c:v>
                </c:pt>
                <c:pt idx="39">
                  <c:v>24000</c:v>
                </c:pt>
                <c:pt idx="40">
                  <c:v>24000</c:v>
                </c:pt>
                <c:pt idx="41">
                  <c:v>24000</c:v>
                </c:pt>
                <c:pt idx="42">
                  <c:v>24400</c:v>
                </c:pt>
                <c:pt idx="43">
                  <c:v>24400</c:v>
                </c:pt>
                <c:pt idx="44">
                  <c:v>24400</c:v>
                </c:pt>
                <c:pt idx="45">
                  <c:v>24400</c:v>
                </c:pt>
                <c:pt idx="46">
                  <c:v>24400</c:v>
                </c:pt>
                <c:pt idx="47">
                  <c:v>24400</c:v>
                </c:pt>
                <c:pt idx="48">
                  <c:v>24400</c:v>
                </c:pt>
                <c:pt idx="49">
                  <c:v>24400</c:v>
                </c:pt>
                <c:pt idx="50">
                  <c:v>24400</c:v>
                </c:pt>
                <c:pt idx="51">
                  <c:v>24400</c:v>
                </c:pt>
                <c:pt idx="52">
                  <c:v>24400</c:v>
                </c:pt>
                <c:pt idx="53">
                  <c:v>24400</c:v>
                </c:pt>
                <c:pt idx="54">
                  <c:v>25200</c:v>
                </c:pt>
                <c:pt idx="55">
                  <c:v>25200</c:v>
                </c:pt>
                <c:pt idx="56">
                  <c:v>25200</c:v>
                </c:pt>
                <c:pt idx="57">
                  <c:v>25200</c:v>
                </c:pt>
                <c:pt idx="58">
                  <c:v>25200</c:v>
                </c:pt>
                <c:pt idx="59">
                  <c:v>25200</c:v>
                </c:pt>
                <c:pt idx="60">
                  <c:v>25200</c:v>
                </c:pt>
                <c:pt idx="61">
                  <c:v>25200</c:v>
                </c:pt>
                <c:pt idx="62">
                  <c:v>25200</c:v>
                </c:pt>
                <c:pt idx="63">
                  <c:v>25200</c:v>
                </c:pt>
                <c:pt idx="64">
                  <c:v>25200</c:v>
                </c:pt>
                <c:pt idx="65">
                  <c:v>25200</c:v>
                </c:pt>
                <c:pt idx="66">
                  <c:v>25200</c:v>
                </c:pt>
                <c:pt idx="67">
                  <c:v>25200</c:v>
                </c:pt>
                <c:pt idx="68">
                  <c:v>25200</c:v>
                </c:pt>
                <c:pt idx="69">
                  <c:v>25200</c:v>
                </c:pt>
                <c:pt idx="70">
                  <c:v>25200</c:v>
                </c:pt>
                <c:pt idx="71">
                  <c:v>25200</c:v>
                </c:pt>
                <c:pt idx="72">
                  <c:v>25200</c:v>
                </c:pt>
                <c:pt idx="73">
                  <c:v>25200</c:v>
                </c:pt>
                <c:pt idx="74">
                  <c:v>25200</c:v>
                </c:pt>
                <c:pt idx="75">
                  <c:v>25200</c:v>
                </c:pt>
                <c:pt idx="76">
                  <c:v>25200</c:v>
                </c:pt>
                <c:pt idx="77">
                  <c:v>25200</c:v>
                </c:pt>
                <c:pt idx="78">
                  <c:v>25200</c:v>
                </c:pt>
                <c:pt idx="79">
                  <c:v>25200</c:v>
                </c:pt>
                <c:pt idx="80">
                  <c:v>25200</c:v>
                </c:pt>
                <c:pt idx="81">
                  <c:v>25200</c:v>
                </c:pt>
                <c:pt idx="82">
                  <c:v>25200</c:v>
                </c:pt>
                <c:pt idx="83">
                  <c:v>25200</c:v>
                </c:pt>
                <c:pt idx="84">
                  <c:v>25200</c:v>
                </c:pt>
                <c:pt idx="85">
                  <c:v>25200</c:v>
                </c:pt>
                <c:pt idx="86">
                  <c:v>25200</c:v>
                </c:pt>
                <c:pt idx="87">
                  <c:v>25200</c:v>
                </c:pt>
                <c:pt idx="88">
                  <c:v>25200</c:v>
                </c:pt>
                <c:pt idx="89">
                  <c:v>25200</c:v>
                </c:pt>
                <c:pt idx="90">
                  <c:v>25200</c:v>
                </c:pt>
                <c:pt idx="91">
                  <c:v>25200</c:v>
                </c:pt>
                <c:pt idx="92">
                  <c:v>25200</c:v>
                </c:pt>
                <c:pt idx="93">
                  <c:v>25200</c:v>
                </c:pt>
                <c:pt idx="94">
                  <c:v>25200</c:v>
                </c:pt>
                <c:pt idx="95">
                  <c:v>25200</c:v>
                </c:pt>
                <c:pt idx="96">
                  <c:v>25200</c:v>
                </c:pt>
                <c:pt idx="97">
                  <c:v>25200</c:v>
                </c:pt>
                <c:pt idx="98">
                  <c:v>25200</c:v>
                </c:pt>
                <c:pt idx="99">
                  <c:v>25200</c:v>
                </c:pt>
                <c:pt idx="100">
                  <c:v>25200</c:v>
                </c:pt>
                <c:pt idx="101">
                  <c:v>25200</c:v>
                </c:pt>
                <c:pt idx="102">
                  <c:v>25200</c:v>
                </c:pt>
                <c:pt idx="103">
                  <c:v>25200</c:v>
                </c:pt>
                <c:pt idx="104">
                  <c:v>25200</c:v>
                </c:pt>
                <c:pt idx="105">
                  <c:v>25200</c:v>
                </c:pt>
                <c:pt idx="106">
                  <c:v>25200</c:v>
                </c:pt>
                <c:pt idx="107">
                  <c:v>25200</c:v>
                </c:pt>
                <c:pt idx="108">
                  <c:v>25200</c:v>
                </c:pt>
                <c:pt idx="109">
                  <c:v>25200</c:v>
                </c:pt>
                <c:pt idx="110">
                  <c:v>25200</c:v>
                </c:pt>
                <c:pt idx="111">
                  <c:v>25200</c:v>
                </c:pt>
                <c:pt idx="112">
                  <c:v>25200</c:v>
                </c:pt>
                <c:pt idx="113">
                  <c:v>25200</c:v>
                </c:pt>
                <c:pt idx="114">
                  <c:v>25200</c:v>
                </c:pt>
                <c:pt idx="115">
                  <c:v>25200</c:v>
                </c:pt>
                <c:pt idx="116">
                  <c:v>25200</c:v>
                </c:pt>
                <c:pt idx="117">
                  <c:v>25200</c:v>
                </c:pt>
                <c:pt idx="118">
                  <c:v>25200</c:v>
                </c:pt>
                <c:pt idx="119">
                  <c:v>25200</c:v>
                </c:pt>
                <c:pt idx="120">
                  <c:v>25200</c:v>
                </c:pt>
                <c:pt idx="121">
                  <c:v>25200</c:v>
                </c:pt>
                <c:pt idx="122">
                  <c:v>25200</c:v>
                </c:pt>
                <c:pt idx="123">
                  <c:v>25200</c:v>
                </c:pt>
                <c:pt idx="124">
                  <c:v>25200</c:v>
                </c:pt>
                <c:pt idx="125">
                  <c:v>25200</c:v>
                </c:pt>
                <c:pt idx="126">
                  <c:v>25200</c:v>
                </c:pt>
                <c:pt idx="127">
                  <c:v>25200</c:v>
                </c:pt>
                <c:pt idx="128">
                  <c:v>25200</c:v>
                </c:pt>
                <c:pt idx="129">
                  <c:v>25200</c:v>
                </c:pt>
                <c:pt idx="130">
                  <c:v>25200</c:v>
                </c:pt>
                <c:pt idx="131">
                  <c:v>25200</c:v>
                </c:pt>
                <c:pt idx="132">
                  <c:v>25200</c:v>
                </c:pt>
                <c:pt idx="133">
                  <c:v>25200</c:v>
                </c:pt>
                <c:pt idx="134">
                  <c:v>25200</c:v>
                </c:pt>
                <c:pt idx="135">
                  <c:v>25200</c:v>
                </c:pt>
                <c:pt idx="136">
                  <c:v>25200</c:v>
                </c:pt>
                <c:pt idx="137">
                  <c:v>25200</c:v>
                </c:pt>
                <c:pt idx="138">
                  <c:v>25200</c:v>
                </c:pt>
                <c:pt idx="139">
                  <c:v>25200</c:v>
                </c:pt>
                <c:pt idx="140">
                  <c:v>25200</c:v>
                </c:pt>
                <c:pt idx="141">
                  <c:v>25200</c:v>
                </c:pt>
                <c:pt idx="142">
                  <c:v>25200</c:v>
                </c:pt>
                <c:pt idx="143">
                  <c:v>25200</c:v>
                </c:pt>
                <c:pt idx="144">
                  <c:v>25200</c:v>
                </c:pt>
                <c:pt idx="145">
                  <c:v>25200</c:v>
                </c:pt>
                <c:pt idx="146">
                  <c:v>25200</c:v>
                </c:pt>
                <c:pt idx="147">
                  <c:v>25200</c:v>
                </c:pt>
                <c:pt idx="148">
                  <c:v>25200</c:v>
                </c:pt>
                <c:pt idx="149">
                  <c:v>25200</c:v>
                </c:pt>
                <c:pt idx="150">
                  <c:v>25200</c:v>
                </c:pt>
                <c:pt idx="151">
                  <c:v>25200</c:v>
                </c:pt>
                <c:pt idx="152">
                  <c:v>25200</c:v>
                </c:pt>
                <c:pt idx="153">
                  <c:v>25200</c:v>
                </c:pt>
                <c:pt idx="154">
                  <c:v>25200</c:v>
                </c:pt>
                <c:pt idx="155">
                  <c:v>24800</c:v>
                </c:pt>
                <c:pt idx="156">
                  <c:v>24000</c:v>
                </c:pt>
                <c:pt idx="157">
                  <c:v>24000</c:v>
                </c:pt>
                <c:pt idx="158">
                  <c:v>24000</c:v>
                </c:pt>
                <c:pt idx="159">
                  <c:v>24000</c:v>
                </c:pt>
                <c:pt idx="160">
                  <c:v>24000</c:v>
                </c:pt>
                <c:pt idx="161">
                  <c:v>24000</c:v>
                </c:pt>
                <c:pt idx="162">
                  <c:v>24000</c:v>
                </c:pt>
                <c:pt idx="163">
                  <c:v>24000</c:v>
                </c:pt>
                <c:pt idx="164">
                  <c:v>23500</c:v>
                </c:pt>
                <c:pt idx="165">
                  <c:v>23500</c:v>
                </c:pt>
                <c:pt idx="166">
                  <c:v>23500</c:v>
                </c:pt>
                <c:pt idx="167">
                  <c:v>23500</c:v>
                </c:pt>
                <c:pt idx="168">
                  <c:v>23500</c:v>
                </c:pt>
                <c:pt idx="169">
                  <c:v>23500</c:v>
                </c:pt>
                <c:pt idx="170">
                  <c:v>23500</c:v>
                </c:pt>
                <c:pt idx="171">
                  <c:v>23500</c:v>
                </c:pt>
                <c:pt idx="172">
                  <c:v>23500</c:v>
                </c:pt>
                <c:pt idx="173">
                  <c:v>23500</c:v>
                </c:pt>
                <c:pt idx="174">
                  <c:v>23500</c:v>
                </c:pt>
                <c:pt idx="175">
                  <c:v>23500</c:v>
                </c:pt>
                <c:pt idx="176">
                  <c:v>23500</c:v>
                </c:pt>
                <c:pt idx="177">
                  <c:v>23500</c:v>
                </c:pt>
                <c:pt idx="178">
                  <c:v>23500</c:v>
                </c:pt>
                <c:pt idx="179">
                  <c:v>23500</c:v>
                </c:pt>
                <c:pt idx="180">
                  <c:v>23500</c:v>
                </c:pt>
                <c:pt idx="181">
                  <c:v>23500</c:v>
                </c:pt>
                <c:pt idx="182">
                  <c:v>23500</c:v>
                </c:pt>
                <c:pt idx="183">
                  <c:v>23500</c:v>
                </c:pt>
                <c:pt idx="184">
                  <c:v>22500</c:v>
                </c:pt>
                <c:pt idx="185">
                  <c:v>22500</c:v>
                </c:pt>
                <c:pt idx="186">
                  <c:v>22500</c:v>
                </c:pt>
                <c:pt idx="187">
                  <c:v>22500</c:v>
                </c:pt>
                <c:pt idx="188">
                  <c:v>22500</c:v>
                </c:pt>
                <c:pt idx="189">
                  <c:v>22500</c:v>
                </c:pt>
                <c:pt idx="190">
                  <c:v>22500</c:v>
                </c:pt>
                <c:pt idx="191">
                  <c:v>22500</c:v>
                </c:pt>
                <c:pt idx="192">
                  <c:v>22500</c:v>
                </c:pt>
                <c:pt idx="193">
                  <c:v>22500</c:v>
                </c:pt>
                <c:pt idx="194">
                  <c:v>22500</c:v>
                </c:pt>
                <c:pt idx="195">
                  <c:v>22500</c:v>
                </c:pt>
                <c:pt idx="196">
                  <c:v>22500</c:v>
                </c:pt>
                <c:pt idx="197">
                  <c:v>22500</c:v>
                </c:pt>
                <c:pt idx="198">
                  <c:v>22500</c:v>
                </c:pt>
                <c:pt idx="199">
                  <c:v>22500</c:v>
                </c:pt>
                <c:pt idx="200">
                  <c:v>22500</c:v>
                </c:pt>
                <c:pt idx="201">
                  <c:v>22500</c:v>
                </c:pt>
                <c:pt idx="202">
                  <c:v>22500</c:v>
                </c:pt>
                <c:pt idx="203">
                  <c:v>22500</c:v>
                </c:pt>
                <c:pt idx="204">
                  <c:v>22500</c:v>
                </c:pt>
                <c:pt idx="205">
                  <c:v>22500</c:v>
                </c:pt>
                <c:pt idx="206">
                  <c:v>22500</c:v>
                </c:pt>
                <c:pt idx="207">
                  <c:v>22500</c:v>
                </c:pt>
                <c:pt idx="208">
                  <c:v>22500</c:v>
                </c:pt>
                <c:pt idx="209">
                  <c:v>22500</c:v>
                </c:pt>
                <c:pt idx="210">
                  <c:v>22500</c:v>
                </c:pt>
                <c:pt idx="211">
                  <c:v>22500</c:v>
                </c:pt>
                <c:pt idx="212">
                  <c:v>22500</c:v>
                </c:pt>
                <c:pt idx="213">
                  <c:v>22500</c:v>
                </c:pt>
                <c:pt idx="214">
                  <c:v>22500</c:v>
                </c:pt>
                <c:pt idx="215">
                  <c:v>22500</c:v>
                </c:pt>
                <c:pt idx="216">
                  <c:v>22500</c:v>
                </c:pt>
                <c:pt idx="217">
                  <c:v>22500</c:v>
                </c:pt>
                <c:pt idx="218">
                  <c:v>22500</c:v>
                </c:pt>
                <c:pt idx="219">
                  <c:v>22500</c:v>
                </c:pt>
                <c:pt idx="220">
                  <c:v>22500</c:v>
                </c:pt>
                <c:pt idx="221">
                  <c:v>22500</c:v>
                </c:pt>
                <c:pt idx="222">
                  <c:v>22500</c:v>
                </c:pt>
                <c:pt idx="223">
                  <c:v>22000</c:v>
                </c:pt>
                <c:pt idx="224">
                  <c:v>22000</c:v>
                </c:pt>
                <c:pt idx="225">
                  <c:v>22000</c:v>
                </c:pt>
                <c:pt idx="226">
                  <c:v>22000</c:v>
                </c:pt>
                <c:pt idx="227">
                  <c:v>22000</c:v>
                </c:pt>
                <c:pt idx="228">
                  <c:v>22000</c:v>
                </c:pt>
                <c:pt idx="229">
                  <c:v>22000</c:v>
                </c:pt>
                <c:pt idx="230">
                  <c:v>22000</c:v>
                </c:pt>
                <c:pt idx="231">
                  <c:v>22000</c:v>
                </c:pt>
                <c:pt idx="232">
                  <c:v>22000</c:v>
                </c:pt>
                <c:pt idx="233">
                  <c:v>22000</c:v>
                </c:pt>
                <c:pt idx="234">
                  <c:v>22000</c:v>
                </c:pt>
                <c:pt idx="235">
                  <c:v>22000</c:v>
                </c:pt>
                <c:pt idx="236">
                  <c:v>22000</c:v>
                </c:pt>
                <c:pt idx="237">
                  <c:v>23500</c:v>
                </c:pt>
                <c:pt idx="238">
                  <c:v>23500</c:v>
                </c:pt>
                <c:pt idx="239">
                  <c:v>23500</c:v>
                </c:pt>
                <c:pt idx="240">
                  <c:v>23500</c:v>
                </c:pt>
                <c:pt idx="241">
                  <c:v>24500</c:v>
                </c:pt>
                <c:pt idx="242">
                  <c:v>24500</c:v>
                </c:pt>
                <c:pt idx="243">
                  <c:v>24500</c:v>
                </c:pt>
                <c:pt idx="244">
                  <c:v>24500</c:v>
                </c:pt>
                <c:pt idx="245">
                  <c:v>26500</c:v>
                </c:pt>
                <c:pt idx="246">
                  <c:v>26500</c:v>
                </c:pt>
                <c:pt idx="247">
                  <c:v>26500</c:v>
                </c:pt>
                <c:pt idx="248">
                  <c:v>26500</c:v>
                </c:pt>
                <c:pt idx="249">
                  <c:v>26500</c:v>
                </c:pt>
                <c:pt idx="250">
                  <c:v>26500</c:v>
                </c:pt>
                <c:pt idx="251">
                  <c:v>26500</c:v>
                </c:pt>
                <c:pt idx="252">
                  <c:v>26500</c:v>
                </c:pt>
                <c:pt idx="253">
                  <c:v>24500</c:v>
                </c:pt>
                <c:pt idx="254">
                  <c:v>24500</c:v>
                </c:pt>
                <c:pt idx="255">
                  <c:v>24500</c:v>
                </c:pt>
                <c:pt idx="256">
                  <c:v>24500</c:v>
                </c:pt>
                <c:pt idx="257">
                  <c:v>24500</c:v>
                </c:pt>
                <c:pt idx="258">
                  <c:v>24500</c:v>
                </c:pt>
                <c:pt idx="259">
                  <c:v>21000</c:v>
                </c:pt>
                <c:pt idx="260">
                  <c:v>21000</c:v>
                </c:pt>
                <c:pt idx="261">
                  <c:v>17000</c:v>
                </c:pt>
                <c:pt idx="262">
                  <c:v>17000</c:v>
                </c:pt>
                <c:pt idx="263">
                  <c:v>17000</c:v>
                </c:pt>
                <c:pt idx="264">
                  <c:v>17000</c:v>
                </c:pt>
                <c:pt idx="265">
                  <c:v>17000</c:v>
                </c:pt>
                <c:pt idx="266">
                  <c:v>17000</c:v>
                </c:pt>
                <c:pt idx="267">
                  <c:v>17000</c:v>
                </c:pt>
                <c:pt idx="268">
                  <c:v>17000</c:v>
                </c:pt>
                <c:pt idx="269">
                  <c:v>17000</c:v>
                </c:pt>
                <c:pt idx="270">
                  <c:v>17000</c:v>
                </c:pt>
                <c:pt idx="271">
                  <c:v>16500</c:v>
                </c:pt>
                <c:pt idx="272">
                  <c:v>16500</c:v>
                </c:pt>
                <c:pt idx="273">
                  <c:v>16500</c:v>
                </c:pt>
                <c:pt idx="274">
                  <c:v>16500</c:v>
                </c:pt>
                <c:pt idx="275">
                  <c:v>16500</c:v>
                </c:pt>
                <c:pt idx="276">
                  <c:v>16500</c:v>
                </c:pt>
                <c:pt idx="277">
                  <c:v>15500</c:v>
                </c:pt>
                <c:pt idx="278">
                  <c:v>15500</c:v>
                </c:pt>
                <c:pt idx="279">
                  <c:v>15500</c:v>
                </c:pt>
                <c:pt idx="280">
                  <c:v>15500</c:v>
                </c:pt>
                <c:pt idx="281">
                  <c:v>15500</c:v>
                </c:pt>
                <c:pt idx="282">
                  <c:v>15500</c:v>
                </c:pt>
                <c:pt idx="283">
                  <c:v>15500</c:v>
                </c:pt>
                <c:pt idx="284">
                  <c:v>15500</c:v>
                </c:pt>
                <c:pt idx="285">
                  <c:v>15500</c:v>
                </c:pt>
                <c:pt idx="286">
                  <c:v>15500</c:v>
                </c:pt>
                <c:pt idx="287">
                  <c:v>15500</c:v>
                </c:pt>
                <c:pt idx="288">
                  <c:v>15500</c:v>
                </c:pt>
                <c:pt idx="289">
                  <c:v>15500</c:v>
                </c:pt>
                <c:pt idx="290">
                  <c:v>15500</c:v>
                </c:pt>
                <c:pt idx="291">
                  <c:v>15500</c:v>
                </c:pt>
                <c:pt idx="292">
                  <c:v>15500</c:v>
                </c:pt>
                <c:pt idx="293">
                  <c:v>15500</c:v>
                </c:pt>
                <c:pt idx="294">
                  <c:v>15500</c:v>
                </c:pt>
                <c:pt idx="295">
                  <c:v>15500</c:v>
                </c:pt>
                <c:pt idx="296">
                  <c:v>15500</c:v>
                </c:pt>
                <c:pt idx="297">
                  <c:v>15500</c:v>
                </c:pt>
                <c:pt idx="298">
                  <c:v>15500</c:v>
                </c:pt>
                <c:pt idx="299">
                  <c:v>15500</c:v>
                </c:pt>
                <c:pt idx="300">
                  <c:v>15500</c:v>
                </c:pt>
                <c:pt idx="301">
                  <c:v>15500</c:v>
                </c:pt>
                <c:pt idx="302">
                  <c:v>15500</c:v>
                </c:pt>
                <c:pt idx="303">
                  <c:v>15500</c:v>
                </c:pt>
                <c:pt idx="304">
                  <c:v>15500</c:v>
                </c:pt>
                <c:pt idx="305">
                  <c:v>15500</c:v>
                </c:pt>
                <c:pt idx="306">
                  <c:v>15500</c:v>
                </c:pt>
                <c:pt idx="307">
                  <c:v>15500</c:v>
                </c:pt>
                <c:pt idx="308">
                  <c:v>15500</c:v>
                </c:pt>
                <c:pt idx="309">
                  <c:v>14500</c:v>
                </c:pt>
                <c:pt idx="310">
                  <c:v>14500</c:v>
                </c:pt>
                <c:pt idx="311">
                  <c:v>14500</c:v>
                </c:pt>
                <c:pt idx="312">
                  <c:v>14500</c:v>
                </c:pt>
                <c:pt idx="313">
                  <c:v>14500</c:v>
                </c:pt>
                <c:pt idx="314">
                  <c:v>14500</c:v>
                </c:pt>
                <c:pt idx="315">
                  <c:v>14500</c:v>
                </c:pt>
                <c:pt idx="316">
                  <c:v>14500</c:v>
                </c:pt>
                <c:pt idx="317">
                  <c:v>13200</c:v>
                </c:pt>
                <c:pt idx="318">
                  <c:v>13200</c:v>
                </c:pt>
                <c:pt idx="319">
                  <c:v>13200</c:v>
                </c:pt>
                <c:pt idx="320">
                  <c:v>13200</c:v>
                </c:pt>
                <c:pt idx="321">
                  <c:v>13200</c:v>
                </c:pt>
                <c:pt idx="322">
                  <c:v>13200</c:v>
                </c:pt>
                <c:pt idx="323">
                  <c:v>13200</c:v>
                </c:pt>
                <c:pt idx="324">
                  <c:v>13200</c:v>
                </c:pt>
                <c:pt idx="325">
                  <c:v>13200</c:v>
                </c:pt>
                <c:pt idx="326">
                  <c:v>13200</c:v>
                </c:pt>
                <c:pt idx="327">
                  <c:v>13200</c:v>
                </c:pt>
                <c:pt idx="328">
                  <c:v>13200</c:v>
                </c:pt>
                <c:pt idx="329">
                  <c:v>13200</c:v>
                </c:pt>
                <c:pt idx="330">
                  <c:v>13200</c:v>
                </c:pt>
                <c:pt idx="331">
                  <c:v>13200</c:v>
                </c:pt>
                <c:pt idx="332">
                  <c:v>13200</c:v>
                </c:pt>
                <c:pt idx="333">
                  <c:v>13200</c:v>
                </c:pt>
                <c:pt idx="334">
                  <c:v>13200</c:v>
                </c:pt>
                <c:pt idx="335">
                  <c:v>13200</c:v>
                </c:pt>
                <c:pt idx="336">
                  <c:v>13000</c:v>
                </c:pt>
                <c:pt idx="337">
                  <c:v>13000</c:v>
                </c:pt>
                <c:pt idx="338">
                  <c:v>13000</c:v>
                </c:pt>
                <c:pt idx="339">
                  <c:v>13000</c:v>
                </c:pt>
                <c:pt idx="340">
                  <c:v>13000</c:v>
                </c:pt>
                <c:pt idx="341">
                  <c:v>13000</c:v>
                </c:pt>
                <c:pt idx="342">
                  <c:v>12600</c:v>
                </c:pt>
                <c:pt idx="343">
                  <c:v>12600</c:v>
                </c:pt>
                <c:pt idx="344">
                  <c:v>12600</c:v>
                </c:pt>
                <c:pt idx="345">
                  <c:v>12600</c:v>
                </c:pt>
                <c:pt idx="346">
                  <c:v>12600</c:v>
                </c:pt>
                <c:pt idx="347">
                  <c:v>12600</c:v>
                </c:pt>
                <c:pt idx="348">
                  <c:v>12600</c:v>
                </c:pt>
                <c:pt idx="349">
                  <c:v>12600</c:v>
                </c:pt>
                <c:pt idx="350">
                  <c:v>12600</c:v>
                </c:pt>
                <c:pt idx="351">
                  <c:v>12600</c:v>
                </c:pt>
                <c:pt idx="352">
                  <c:v>12600</c:v>
                </c:pt>
                <c:pt idx="353">
                  <c:v>12600</c:v>
                </c:pt>
                <c:pt idx="354">
                  <c:v>12600</c:v>
                </c:pt>
                <c:pt idx="355">
                  <c:v>12600</c:v>
                </c:pt>
                <c:pt idx="356">
                  <c:v>12500</c:v>
                </c:pt>
                <c:pt idx="357">
                  <c:v>12500</c:v>
                </c:pt>
                <c:pt idx="358">
                  <c:v>12500</c:v>
                </c:pt>
                <c:pt idx="359">
                  <c:v>12500</c:v>
                </c:pt>
                <c:pt idx="360">
                  <c:v>12500</c:v>
                </c:pt>
                <c:pt idx="361">
                  <c:v>12500</c:v>
                </c:pt>
                <c:pt idx="362">
                  <c:v>12500</c:v>
                </c:pt>
                <c:pt idx="363">
                  <c:v>12500</c:v>
                </c:pt>
                <c:pt idx="364">
                  <c:v>12500</c:v>
                </c:pt>
                <c:pt idx="365">
                  <c:v>12500</c:v>
                </c:pt>
                <c:pt idx="366">
                  <c:v>12500</c:v>
                </c:pt>
                <c:pt idx="367">
                  <c:v>12250</c:v>
                </c:pt>
                <c:pt idx="368">
                  <c:v>12250</c:v>
                </c:pt>
                <c:pt idx="369">
                  <c:v>12250</c:v>
                </c:pt>
                <c:pt idx="370">
                  <c:v>12250</c:v>
                </c:pt>
                <c:pt idx="371">
                  <c:v>12250</c:v>
                </c:pt>
                <c:pt idx="372">
                  <c:v>12250</c:v>
                </c:pt>
                <c:pt idx="373">
                  <c:v>12250</c:v>
                </c:pt>
                <c:pt idx="374">
                  <c:v>12250</c:v>
                </c:pt>
                <c:pt idx="375">
                  <c:v>12250</c:v>
                </c:pt>
                <c:pt idx="376">
                  <c:v>12250</c:v>
                </c:pt>
                <c:pt idx="377">
                  <c:v>12250</c:v>
                </c:pt>
                <c:pt idx="378">
                  <c:v>12250</c:v>
                </c:pt>
                <c:pt idx="379">
                  <c:v>12250</c:v>
                </c:pt>
                <c:pt idx="380">
                  <c:v>12250</c:v>
                </c:pt>
                <c:pt idx="381">
                  <c:v>12250</c:v>
                </c:pt>
                <c:pt idx="382">
                  <c:v>12250</c:v>
                </c:pt>
                <c:pt idx="383">
                  <c:v>12250</c:v>
                </c:pt>
                <c:pt idx="384">
                  <c:v>12250</c:v>
                </c:pt>
                <c:pt idx="385">
                  <c:v>12100</c:v>
                </c:pt>
                <c:pt idx="386">
                  <c:v>12100</c:v>
                </c:pt>
                <c:pt idx="387">
                  <c:v>12100</c:v>
                </c:pt>
                <c:pt idx="388">
                  <c:v>12100</c:v>
                </c:pt>
                <c:pt idx="389">
                  <c:v>12100</c:v>
                </c:pt>
                <c:pt idx="390">
                  <c:v>12100</c:v>
                </c:pt>
                <c:pt idx="391">
                  <c:v>12100</c:v>
                </c:pt>
                <c:pt idx="392">
                  <c:v>12100</c:v>
                </c:pt>
                <c:pt idx="393">
                  <c:v>12100</c:v>
                </c:pt>
                <c:pt idx="394">
                  <c:v>12100</c:v>
                </c:pt>
                <c:pt idx="395">
                  <c:v>12100</c:v>
                </c:pt>
                <c:pt idx="396">
                  <c:v>12100</c:v>
                </c:pt>
                <c:pt idx="397">
                  <c:v>12100</c:v>
                </c:pt>
                <c:pt idx="398">
                  <c:v>12100</c:v>
                </c:pt>
                <c:pt idx="399">
                  <c:v>12100</c:v>
                </c:pt>
                <c:pt idx="400">
                  <c:v>12100</c:v>
                </c:pt>
                <c:pt idx="401">
                  <c:v>12100</c:v>
                </c:pt>
                <c:pt idx="402">
                  <c:v>12100</c:v>
                </c:pt>
                <c:pt idx="403">
                  <c:v>12100</c:v>
                </c:pt>
                <c:pt idx="404">
                  <c:v>12100</c:v>
                </c:pt>
                <c:pt idx="405">
                  <c:v>12100</c:v>
                </c:pt>
                <c:pt idx="406">
                  <c:v>12100</c:v>
                </c:pt>
                <c:pt idx="407">
                  <c:v>12100</c:v>
                </c:pt>
                <c:pt idx="408">
                  <c:v>12100</c:v>
                </c:pt>
                <c:pt idx="409">
                  <c:v>12100</c:v>
                </c:pt>
                <c:pt idx="410">
                  <c:v>12100</c:v>
                </c:pt>
                <c:pt idx="411">
                  <c:v>12100</c:v>
                </c:pt>
                <c:pt idx="412">
                  <c:v>12100</c:v>
                </c:pt>
                <c:pt idx="413">
                  <c:v>12100</c:v>
                </c:pt>
                <c:pt idx="414">
                  <c:v>12100</c:v>
                </c:pt>
                <c:pt idx="415">
                  <c:v>12100</c:v>
                </c:pt>
                <c:pt idx="416">
                  <c:v>12100</c:v>
                </c:pt>
                <c:pt idx="417">
                  <c:v>12100</c:v>
                </c:pt>
                <c:pt idx="418">
                  <c:v>12100</c:v>
                </c:pt>
                <c:pt idx="419">
                  <c:v>12100</c:v>
                </c:pt>
                <c:pt idx="420">
                  <c:v>12100</c:v>
                </c:pt>
                <c:pt idx="421">
                  <c:v>12100</c:v>
                </c:pt>
                <c:pt idx="422">
                  <c:v>12100</c:v>
                </c:pt>
                <c:pt idx="423">
                  <c:v>12100</c:v>
                </c:pt>
                <c:pt idx="424">
                  <c:v>12100</c:v>
                </c:pt>
                <c:pt idx="425">
                  <c:v>12100</c:v>
                </c:pt>
                <c:pt idx="426">
                  <c:v>11950</c:v>
                </c:pt>
                <c:pt idx="427">
                  <c:v>11950</c:v>
                </c:pt>
                <c:pt idx="428">
                  <c:v>11950</c:v>
                </c:pt>
                <c:pt idx="429">
                  <c:v>11950</c:v>
                </c:pt>
                <c:pt idx="430">
                  <c:v>11950</c:v>
                </c:pt>
                <c:pt idx="431">
                  <c:v>11950</c:v>
                </c:pt>
                <c:pt idx="432">
                  <c:v>11950</c:v>
                </c:pt>
                <c:pt idx="433">
                  <c:v>11950</c:v>
                </c:pt>
                <c:pt idx="434">
                  <c:v>11950</c:v>
                </c:pt>
                <c:pt idx="435">
                  <c:v>11950</c:v>
                </c:pt>
                <c:pt idx="436">
                  <c:v>11950</c:v>
                </c:pt>
                <c:pt idx="437">
                  <c:v>11950</c:v>
                </c:pt>
                <c:pt idx="438">
                  <c:v>11950</c:v>
                </c:pt>
                <c:pt idx="439">
                  <c:v>11950</c:v>
                </c:pt>
                <c:pt idx="440">
                  <c:v>11950</c:v>
                </c:pt>
                <c:pt idx="441">
                  <c:v>11950</c:v>
                </c:pt>
                <c:pt idx="442">
                  <c:v>11950</c:v>
                </c:pt>
                <c:pt idx="443">
                  <c:v>11950</c:v>
                </c:pt>
                <c:pt idx="444">
                  <c:v>11750</c:v>
                </c:pt>
                <c:pt idx="445">
                  <c:v>11750</c:v>
                </c:pt>
                <c:pt idx="446">
                  <c:v>11750</c:v>
                </c:pt>
                <c:pt idx="447">
                  <c:v>11750</c:v>
                </c:pt>
                <c:pt idx="448">
                  <c:v>11750</c:v>
                </c:pt>
                <c:pt idx="449">
                  <c:v>11750</c:v>
                </c:pt>
                <c:pt idx="450">
                  <c:v>11750</c:v>
                </c:pt>
                <c:pt idx="451">
                  <c:v>11750</c:v>
                </c:pt>
                <c:pt idx="452">
                  <c:v>11750</c:v>
                </c:pt>
                <c:pt idx="453">
                  <c:v>11750</c:v>
                </c:pt>
                <c:pt idx="454">
                  <c:v>11750</c:v>
                </c:pt>
                <c:pt idx="455">
                  <c:v>11750</c:v>
                </c:pt>
                <c:pt idx="456">
                  <c:v>11750</c:v>
                </c:pt>
                <c:pt idx="457">
                  <c:v>11750</c:v>
                </c:pt>
                <c:pt idx="458">
                  <c:v>11750</c:v>
                </c:pt>
                <c:pt idx="459">
                  <c:v>11750</c:v>
                </c:pt>
                <c:pt idx="460">
                  <c:v>11750</c:v>
                </c:pt>
                <c:pt idx="461">
                  <c:v>11750</c:v>
                </c:pt>
                <c:pt idx="462">
                  <c:v>11750</c:v>
                </c:pt>
                <c:pt idx="463">
                  <c:v>11750</c:v>
                </c:pt>
                <c:pt idx="464">
                  <c:v>11750</c:v>
                </c:pt>
                <c:pt idx="465">
                  <c:v>11750</c:v>
                </c:pt>
                <c:pt idx="466">
                  <c:v>11750</c:v>
                </c:pt>
                <c:pt idx="467">
                  <c:v>11750</c:v>
                </c:pt>
                <c:pt idx="468">
                  <c:v>11750</c:v>
                </c:pt>
                <c:pt idx="469">
                  <c:v>11750</c:v>
                </c:pt>
                <c:pt idx="470">
                  <c:v>11750</c:v>
                </c:pt>
                <c:pt idx="471">
                  <c:v>11750</c:v>
                </c:pt>
                <c:pt idx="472">
                  <c:v>11750</c:v>
                </c:pt>
                <c:pt idx="473">
                  <c:v>11750</c:v>
                </c:pt>
                <c:pt idx="474">
                  <c:v>11750</c:v>
                </c:pt>
                <c:pt idx="475">
                  <c:v>11750</c:v>
                </c:pt>
                <c:pt idx="476">
                  <c:v>11750</c:v>
                </c:pt>
                <c:pt idx="477">
                  <c:v>11750</c:v>
                </c:pt>
                <c:pt idx="478">
                  <c:v>11750</c:v>
                </c:pt>
                <c:pt idx="479">
                  <c:v>11750</c:v>
                </c:pt>
                <c:pt idx="480">
                  <c:v>11750</c:v>
                </c:pt>
                <c:pt idx="481">
                  <c:v>11750</c:v>
                </c:pt>
                <c:pt idx="482">
                  <c:v>11750</c:v>
                </c:pt>
                <c:pt idx="483">
                  <c:v>11750</c:v>
                </c:pt>
                <c:pt idx="484">
                  <c:v>11750</c:v>
                </c:pt>
                <c:pt idx="485">
                  <c:v>11750</c:v>
                </c:pt>
                <c:pt idx="486">
                  <c:v>11750</c:v>
                </c:pt>
                <c:pt idx="487">
                  <c:v>11750</c:v>
                </c:pt>
                <c:pt idx="488">
                  <c:v>11750</c:v>
                </c:pt>
                <c:pt idx="489">
                  <c:v>11750</c:v>
                </c:pt>
                <c:pt idx="490">
                  <c:v>11750</c:v>
                </c:pt>
                <c:pt idx="491">
                  <c:v>11750</c:v>
                </c:pt>
                <c:pt idx="492">
                  <c:v>11750</c:v>
                </c:pt>
                <c:pt idx="493">
                  <c:v>11750</c:v>
                </c:pt>
                <c:pt idx="494">
                  <c:v>11750</c:v>
                </c:pt>
                <c:pt idx="495">
                  <c:v>11750</c:v>
                </c:pt>
                <c:pt idx="496">
                  <c:v>11750</c:v>
                </c:pt>
                <c:pt idx="497">
                  <c:v>11750</c:v>
                </c:pt>
                <c:pt idx="498">
                  <c:v>11750</c:v>
                </c:pt>
                <c:pt idx="499">
                  <c:v>11750</c:v>
                </c:pt>
                <c:pt idx="500">
                  <c:v>11750</c:v>
                </c:pt>
                <c:pt idx="501">
                  <c:v>11750</c:v>
                </c:pt>
                <c:pt idx="502">
                  <c:v>11750</c:v>
                </c:pt>
                <c:pt idx="503">
                  <c:v>11750</c:v>
                </c:pt>
                <c:pt idx="504">
                  <c:v>11750</c:v>
                </c:pt>
                <c:pt idx="505">
                  <c:v>11750</c:v>
                </c:pt>
                <c:pt idx="506">
                  <c:v>11750</c:v>
                </c:pt>
                <c:pt idx="507">
                  <c:v>11750</c:v>
                </c:pt>
                <c:pt idx="508">
                  <c:v>11750</c:v>
                </c:pt>
                <c:pt idx="509">
                  <c:v>11750</c:v>
                </c:pt>
                <c:pt idx="510">
                  <c:v>11750</c:v>
                </c:pt>
                <c:pt idx="511">
                  <c:v>11750</c:v>
                </c:pt>
                <c:pt idx="512">
                  <c:v>11750</c:v>
                </c:pt>
                <c:pt idx="513">
                  <c:v>11750</c:v>
                </c:pt>
                <c:pt idx="514">
                  <c:v>11750</c:v>
                </c:pt>
                <c:pt idx="515">
                  <c:v>11750</c:v>
                </c:pt>
                <c:pt idx="516">
                  <c:v>11750</c:v>
                </c:pt>
                <c:pt idx="517">
                  <c:v>11750</c:v>
                </c:pt>
                <c:pt idx="518">
                  <c:v>11750</c:v>
                </c:pt>
                <c:pt idx="519">
                  <c:v>11750</c:v>
                </c:pt>
                <c:pt idx="520">
                  <c:v>11750</c:v>
                </c:pt>
                <c:pt idx="521">
                  <c:v>11750</c:v>
                </c:pt>
                <c:pt idx="522">
                  <c:v>11750</c:v>
                </c:pt>
                <c:pt idx="523">
                  <c:v>11750</c:v>
                </c:pt>
                <c:pt idx="524">
                  <c:v>11750</c:v>
                </c:pt>
                <c:pt idx="525">
                  <c:v>11750</c:v>
                </c:pt>
                <c:pt idx="526">
                  <c:v>11750</c:v>
                </c:pt>
                <c:pt idx="527">
                  <c:v>11750</c:v>
                </c:pt>
                <c:pt idx="528">
                  <c:v>11750</c:v>
                </c:pt>
                <c:pt idx="529">
                  <c:v>11750</c:v>
                </c:pt>
                <c:pt idx="530">
                  <c:v>11750</c:v>
                </c:pt>
                <c:pt idx="531">
                  <c:v>11750</c:v>
                </c:pt>
                <c:pt idx="532">
                  <c:v>11750</c:v>
                </c:pt>
                <c:pt idx="533">
                  <c:v>11750</c:v>
                </c:pt>
                <c:pt idx="534">
                  <c:v>11750</c:v>
                </c:pt>
                <c:pt idx="535">
                  <c:v>11750</c:v>
                </c:pt>
                <c:pt idx="536">
                  <c:v>11750</c:v>
                </c:pt>
                <c:pt idx="537">
                  <c:v>11750</c:v>
                </c:pt>
                <c:pt idx="538">
                  <c:v>11750</c:v>
                </c:pt>
                <c:pt idx="539">
                  <c:v>11750</c:v>
                </c:pt>
                <c:pt idx="540">
                  <c:v>11750</c:v>
                </c:pt>
                <c:pt idx="541">
                  <c:v>11750</c:v>
                </c:pt>
                <c:pt idx="542">
                  <c:v>11750</c:v>
                </c:pt>
                <c:pt idx="543">
                  <c:v>11750</c:v>
                </c:pt>
                <c:pt idx="544">
                  <c:v>11750</c:v>
                </c:pt>
                <c:pt idx="545">
                  <c:v>11750</c:v>
                </c:pt>
                <c:pt idx="546">
                  <c:v>11750</c:v>
                </c:pt>
                <c:pt idx="547">
                  <c:v>11750</c:v>
                </c:pt>
                <c:pt idx="548">
                  <c:v>11750</c:v>
                </c:pt>
                <c:pt idx="549">
                  <c:v>11750</c:v>
                </c:pt>
                <c:pt idx="550">
                  <c:v>11750</c:v>
                </c:pt>
                <c:pt idx="551">
                  <c:v>11750</c:v>
                </c:pt>
                <c:pt idx="552">
                  <c:v>11750</c:v>
                </c:pt>
                <c:pt idx="553">
                  <c:v>11750</c:v>
                </c:pt>
                <c:pt idx="554">
                  <c:v>11750</c:v>
                </c:pt>
                <c:pt idx="555">
                  <c:v>11750</c:v>
                </c:pt>
                <c:pt idx="556">
                  <c:v>11750</c:v>
                </c:pt>
                <c:pt idx="557">
                  <c:v>11750</c:v>
                </c:pt>
                <c:pt idx="558">
                  <c:v>11750</c:v>
                </c:pt>
                <c:pt idx="559">
                  <c:v>11750</c:v>
                </c:pt>
                <c:pt idx="560">
                  <c:v>11750</c:v>
                </c:pt>
                <c:pt idx="561">
                  <c:v>11750</c:v>
                </c:pt>
                <c:pt idx="562">
                  <c:v>11750</c:v>
                </c:pt>
                <c:pt idx="563">
                  <c:v>11750</c:v>
                </c:pt>
                <c:pt idx="564">
                  <c:v>11750</c:v>
                </c:pt>
                <c:pt idx="565">
                  <c:v>11750</c:v>
                </c:pt>
                <c:pt idx="566">
                  <c:v>11750</c:v>
                </c:pt>
                <c:pt idx="567">
                  <c:v>11750</c:v>
                </c:pt>
                <c:pt idx="568">
                  <c:v>11750</c:v>
                </c:pt>
                <c:pt idx="569">
                  <c:v>11750</c:v>
                </c:pt>
                <c:pt idx="570">
                  <c:v>11750</c:v>
                </c:pt>
                <c:pt idx="571">
                  <c:v>11750</c:v>
                </c:pt>
                <c:pt idx="572">
                  <c:v>11750</c:v>
                </c:pt>
                <c:pt idx="573">
                  <c:v>11750</c:v>
                </c:pt>
                <c:pt idx="574">
                  <c:v>11750</c:v>
                </c:pt>
                <c:pt idx="575">
                  <c:v>11750</c:v>
                </c:pt>
                <c:pt idx="576">
                  <c:v>11750</c:v>
                </c:pt>
                <c:pt idx="577">
                  <c:v>11750</c:v>
                </c:pt>
                <c:pt idx="578">
                  <c:v>11750</c:v>
                </c:pt>
                <c:pt idx="579">
                  <c:v>11750</c:v>
                </c:pt>
                <c:pt idx="580">
                  <c:v>11750</c:v>
                </c:pt>
                <c:pt idx="581">
                  <c:v>11750</c:v>
                </c:pt>
                <c:pt idx="582">
                  <c:v>11750</c:v>
                </c:pt>
                <c:pt idx="583">
                  <c:v>11750</c:v>
                </c:pt>
                <c:pt idx="584">
                  <c:v>11750</c:v>
                </c:pt>
                <c:pt idx="585">
                  <c:v>11750</c:v>
                </c:pt>
                <c:pt idx="586">
                  <c:v>11750</c:v>
                </c:pt>
                <c:pt idx="587">
                  <c:v>11750</c:v>
                </c:pt>
                <c:pt idx="588">
                  <c:v>11750</c:v>
                </c:pt>
                <c:pt idx="589">
                  <c:v>11750</c:v>
                </c:pt>
                <c:pt idx="590">
                  <c:v>11750</c:v>
                </c:pt>
                <c:pt idx="591">
                  <c:v>11750</c:v>
                </c:pt>
                <c:pt idx="592">
                  <c:v>11750</c:v>
                </c:pt>
                <c:pt idx="593">
                  <c:v>11750</c:v>
                </c:pt>
                <c:pt idx="594">
                  <c:v>11750</c:v>
                </c:pt>
                <c:pt idx="595">
                  <c:v>11750</c:v>
                </c:pt>
                <c:pt idx="596">
                  <c:v>11750</c:v>
                </c:pt>
                <c:pt idx="597">
                  <c:v>11750</c:v>
                </c:pt>
                <c:pt idx="598">
                  <c:v>11750</c:v>
                </c:pt>
                <c:pt idx="599">
                  <c:v>11750</c:v>
                </c:pt>
                <c:pt idx="600">
                  <c:v>11750</c:v>
                </c:pt>
                <c:pt idx="601">
                  <c:v>11750</c:v>
                </c:pt>
                <c:pt idx="602">
                  <c:v>11750</c:v>
                </c:pt>
                <c:pt idx="603">
                  <c:v>11750</c:v>
                </c:pt>
                <c:pt idx="604">
                  <c:v>11750</c:v>
                </c:pt>
                <c:pt idx="605">
                  <c:v>11750</c:v>
                </c:pt>
                <c:pt idx="606">
                  <c:v>11750</c:v>
                </c:pt>
                <c:pt idx="607">
                  <c:v>11750</c:v>
                </c:pt>
                <c:pt idx="608">
                  <c:v>12500</c:v>
                </c:pt>
                <c:pt idx="609">
                  <c:v>12500</c:v>
                </c:pt>
                <c:pt idx="610">
                  <c:v>12500</c:v>
                </c:pt>
                <c:pt idx="611">
                  <c:v>12500</c:v>
                </c:pt>
                <c:pt idx="612">
                  <c:v>12500</c:v>
                </c:pt>
                <c:pt idx="613">
                  <c:v>12500</c:v>
                </c:pt>
                <c:pt idx="614">
                  <c:v>12500</c:v>
                </c:pt>
                <c:pt idx="615">
                  <c:v>12500</c:v>
                </c:pt>
                <c:pt idx="616">
                  <c:v>12500</c:v>
                </c:pt>
                <c:pt idx="617">
                  <c:v>12500</c:v>
                </c:pt>
                <c:pt idx="618">
                  <c:v>12500</c:v>
                </c:pt>
                <c:pt idx="619">
                  <c:v>12500</c:v>
                </c:pt>
                <c:pt idx="620">
                  <c:v>12500</c:v>
                </c:pt>
                <c:pt idx="621">
                  <c:v>12500</c:v>
                </c:pt>
                <c:pt idx="622">
                  <c:v>12500</c:v>
                </c:pt>
                <c:pt idx="623">
                  <c:v>12500</c:v>
                </c:pt>
                <c:pt idx="624">
                  <c:v>12500</c:v>
                </c:pt>
                <c:pt idx="625">
                  <c:v>12500</c:v>
                </c:pt>
                <c:pt idx="626">
                  <c:v>12500</c:v>
                </c:pt>
                <c:pt idx="627">
                  <c:v>12500</c:v>
                </c:pt>
                <c:pt idx="628">
                  <c:v>12500</c:v>
                </c:pt>
                <c:pt idx="629">
                  <c:v>12500</c:v>
                </c:pt>
                <c:pt idx="630">
                  <c:v>12500</c:v>
                </c:pt>
                <c:pt idx="631">
                  <c:v>12500</c:v>
                </c:pt>
                <c:pt idx="632">
                  <c:v>12500</c:v>
                </c:pt>
                <c:pt idx="633">
                  <c:v>12500</c:v>
                </c:pt>
                <c:pt idx="634">
                  <c:v>12500</c:v>
                </c:pt>
                <c:pt idx="635">
                  <c:v>12500</c:v>
                </c:pt>
                <c:pt idx="636">
                  <c:v>12500</c:v>
                </c:pt>
                <c:pt idx="637">
                  <c:v>12500</c:v>
                </c:pt>
                <c:pt idx="638">
                  <c:v>12500</c:v>
                </c:pt>
                <c:pt idx="639">
                  <c:v>12500</c:v>
                </c:pt>
                <c:pt idx="640">
                  <c:v>12500</c:v>
                </c:pt>
                <c:pt idx="641">
                  <c:v>12500</c:v>
                </c:pt>
                <c:pt idx="642">
                  <c:v>12500</c:v>
                </c:pt>
                <c:pt idx="643">
                  <c:v>12500</c:v>
                </c:pt>
                <c:pt idx="644">
                  <c:v>12500</c:v>
                </c:pt>
                <c:pt idx="645">
                  <c:v>12500</c:v>
                </c:pt>
                <c:pt idx="646">
                  <c:v>12500</c:v>
                </c:pt>
                <c:pt idx="647">
                  <c:v>12500</c:v>
                </c:pt>
                <c:pt idx="648">
                  <c:v>12500</c:v>
                </c:pt>
                <c:pt idx="649">
                  <c:v>12500</c:v>
                </c:pt>
                <c:pt idx="650">
                  <c:v>12500</c:v>
                </c:pt>
                <c:pt idx="651">
                  <c:v>12500</c:v>
                </c:pt>
                <c:pt idx="652">
                  <c:v>12500</c:v>
                </c:pt>
                <c:pt idx="653">
                  <c:v>12500</c:v>
                </c:pt>
                <c:pt idx="654">
                  <c:v>12500</c:v>
                </c:pt>
                <c:pt idx="655">
                  <c:v>12500</c:v>
                </c:pt>
                <c:pt idx="656">
                  <c:v>12500</c:v>
                </c:pt>
                <c:pt idx="657">
                  <c:v>12500</c:v>
                </c:pt>
                <c:pt idx="658">
                  <c:v>12500</c:v>
                </c:pt>
                <c:pt idx="659">
                  <c:v>12500</c:v>
                </c:pt>
                <c:pt idx="660">
                  <c:v>12500</c:v>
                </c:pt>
                <c:pt idx="661">
                  <c:v>12500</c:v>
                </c:pt>
                <c:pt idx="662">
                  <c:v>12500</c:v>
                </c:pt>
                <c:pt idx="663">
                  <c:v>12500</c:v>
                </c:pt>
                <c:pt idx="664">
                  <c:v>12500</c:v>
                </c:pt>
                <c:pt idx="665">
                  <c:v>12500</c:v>
                </c:pt>
                <c:pt idx="666">
                  <c:v>12500</c:v>
                </c:pt>
                <c:pt idx="667">
                  <c:v>12500</c:v>
                </c:pt>
                <c:pt idx="668">
                  <c:v>12500</c:v>
                </c:pt>
                <c:pt idx="669">
                  <c:v>12500</c:v>
                </c:pt>
                <c:pt idx="670">
                  <c:v>12500</c:v>
                </c:pt>
                <c:pt idx="671">
                  <c:v>12500</c:v>
                </c:pt>
                <c:pt idx="672">
                  <c:v>12500</c:v>
                </c:pt>
                <c:pt idx="673">
                  <c:v>12500</c:v>
                </c:pt>
                <c:pt idx="674">
                  <c:v>12500</c:v>
                </c:pt>
                <c:pt idx="675">
                  <c:v>12500</c:v>
                </c:pt>
                <c:pt idx="676">
                  <c:v>12500</c:v>
                </c:pt>
                <c:pt idx="677">
                  <c:v>12500</c:v>
                </c:pt>
                <c:pt idx="678">
                  <c:v>12500</c:v>
                </c:pt>
                <c:pt idx="679">
                  <c:v>12500</c:v>
                </c:pt>
                <c:pt idx="680">
                  <c:v>12500</c:v>
                </c:pt>
                <c:pt idx="681">
                  <c:v>12500</c:v>
                </c:pt>
                <c:pt idx="682">
                  <c:v>12500</c:v>
                </c:pt>
                <c:pt idx="683">
                  <c:v>12500</c:v>
                </c:pt>
                <c:pt idx="684">
                  <c:v>12500</c:v>
                </c:pt>
                <c:pt idx="685">
                  <c:v>12500</c:v>
                </c:pt>
                <c:pt idx="686">
                  <c:v>12500</c:v>
                </c:pt>
                <c:pt idx="687">
                  <c:v>12500</c:v>
                </c:pt>
                <c:pt idx="688">
                  <c:v>12500</c:v>
                </c:pt>
                <c:pt idx="689">
                  <c:v>12500</c:v>
                </c:pt>
                <c:pt idx="690">
                  <c:v>12500</c:v>
                </c:pt>
                <c:pt idx="691">
                  <c:v>12500</c:v>
                </c:pt>
                <c:pt idx="692">
                  <c:v>12500</c:v>
                </c:pt>
                <c:pt idx="693">
                  <c:v>12500</c:v>
                </c:pt>
                <c:pt idx="694">
                  <c:v>12500</c:v>
                </c:pt>
                <c:pt idx="695">
                  <c:v>12500</c:v>
                </c:pt>
                <c:pt idx="696">
                  <c:v>12500</c:v>
                </c:pt>
                <c:pt idx="697">
                  <c:v>12500</c:v>
                </c:pt>
                <c:pt idx="698">
                  <c:v>12500</c:v>
                </c:pt>
                <c:pt idx="699">
                  <c:v>12500</c:v>
                </c:pt>
                <c:pt idx="700">
                  <c:v>12500</c:v>
                </c:pt>
                <c:pt idx="701">
                  <c:v>12500</c:v>
                </c:pt>
                <c:pt idx="702">
                  <c:v>12500</c:v>
                </c:pt>
                <c:pt idx="703">
                  <c:v>12500</c:v>
                </c:pt>
                <c:pt idx="704">
                  <c:v>12500</c:v>
                </c:pt>
                <c:pt idx="705">
                  <c:v>12500</c:v>
                </c:pt>
                <c:pt idx="706">
                  <c:v>12500</c:v>
                </c:pt>
                <c:pt idx="707">
                  <c:v>12500</c:v>
                </c:pt>
                <c:pt idx="708">
                  <c:v>12500</c:v>
                </c:pt>
                <c:pt idx="709">
                  <c:v>12500</c:v>
                </c:pt>
                <c:pt idx="710">
                  <c:v>12500</c:v>
                </c:pt>
                <c:pt idx="711">
                  <c:v>12500</c:v>
                </c:pt>
                <c:pt idx="712">
                  <c:v>12500</c:v>
                </c:pt>
                <c:pt idx="713">
                  <c:v>12500</c:v>
                </c:pt>
                <c:pt idx="714">
                  <c:v>12500</c:v>
                </c:pt>
                <c:pt idx="715">
                  <c:v>12500</c:v>
                </c:pt>
                <c:pt idx="716">
                  <c:v>12500</c:v>
                </c:pt>
                <c:pt idx="717">
                  <c:v>12500</c:v>
                </c:pt>
                <c:pt idx="718">
                  <c:v>12500</c:v>
                </c:pt>
                <c:pt idx="719">
                  <c:v>12500</c:v>
                </c:pt>
                <c:pt idx="720">
                  <c:v>12500</c:v>
                </c:pt>
                <c:pt idx="721">
                  <c:v>12500</c:v>
                </c:pt>
                <c:pt idx="722">
                  <c:v>12500</c:v>
                </c:pt>
                <c:pt idx="723">
                  <c:v>12500</c:v>
                </c:pt>
                <c:pt idx="724">
                  <c:v>12500</c:v>
                </c:pt>
                <c:pt idx="725">
                  <c:v>12500</c:v>
                </c:pt>
                <c:pt idx="726">
                  <c:v>12500</c:v>
                </c:pt>
                <c:pt idx="727">
                  <c:v>12500</c:v>
                </c:pt>
                <c:pt idx="728">
                  <c:v>12500</c:v>
                </c:pt>
                <c:pt idx="729">
                  <c:v>12500</c:v>
                </c:pt>
                <c:pt idx="730">
                  <c:v>12500</c:v>
                </c:pt>
                <c:pt idx="731">
                  <c:v>12500</c:v>
                </c:pt>
                <c:pt idx="732">
                  <c:v>12500</c:v>
                </c:pt>
                <c:pt idx="733">
                  <c:v>12500</c:v>
                </c:pt>
                <c:pt idx="734">
                  <c:v>12500</c:v>
                </c:pt>
                <c:pt idx="735">
                  <c:v>12500</c:v>
                </c:pt>
                <c:pt idx="736">
                  <c:v>12500</c:v>
                </c:pt>
                <c:pt idx="737">
                  <c:v>12500</c:v>
                </c:pt>
                <c:pt idx="738">
                  <c:v>12500</c:v>
                </c:pt>
                <c:pt idx="739">
                  <c:v>12500</c:v>
                </c:pt>
                <c:pt idx="740">
                  <c:v>12500</c:v>
                </c:pt>
                <c:pt idx="741">
                  <c:v>12500</c:v>
                </c:pt>
                <c:pt idx="742">
                  <c:v>12500</c:v>
                </c:pt>
                <c:pt idx="743">
                  <c:v>12500</c:v>
                </c:pt>
                <c:pt idx="744">
                  <c:v>12500</c:v>
                </c:pt>
                <c:pt idx="745">
                  <c:v>12500</c:v>
                </c:pt>
                <c:pt idx="746">
                  <c:v>12500</c:v>
                </c:pt>
                <c:pt idx="747">
                  <c:v>12500</c:v>
                </c:pt>
                <c:pt idx="748">
                  <c:v>12500</c:v>
                </c:pt>
                <c:pt idx="749">
                  <c:v>12500</c:v>
                </c:pt>
                <c:pt idx="750">
                  <c:v>12500</c:v>
                </c:pt>
                <c:pt idx="751">
                  <c:v>12500</c:v>
                </c:pt>
                <c:pt idx="752">
                  <c:v>12500</c:v>
                </c:pt>
                <c:pt idx="753">
                  <c:v>12500</c:v>
                </c:pt>
                <c:pt idx="754">
                  <c:v>12500</c:v>
                </c:pt>
                <c:pt idx="755">
                  <c:v>12500</c:v>
                </c:pt>
                <c:pt idx="756">
                  <c:v>12500</c:v>
                </c:pt>
                <c:pt idx="757">
                  <c:v>12500</c:v>
                </c:pt>
                <c:pt idx="758">
                  <c:v>12500</c:v>
                </c:pt>
                <c:pt idx="759">
                  <c:v>12500</c:v>
                </c:pt>
                <c:pt idx="760">
                  <c:v>12500</c:v>
                </c:pt>
                <c:pt idx="761">
                  <c:v>12500</c:v>
                </c:pt>
                <c:pt idx="762">
                  <c:v>12500</c:v>
                </c:pt>
                <c:pt idx="763">
                  <c:v>12500</c:v>
                </c:pt>
                <c:pt idx="764">
                  <c:v>12500</c:v>
                </c:pt>
                <c:pt idx="765">
                  <c:v>12500</c:v>
                </c:pt>
                <c:pt idx="766">
                  <c:v>12500</c:v>
                </c:pt>
                <c:pt idx="767">
                  <c:v>12500</c:v>
                </c:pt>
                <c:pt idx="768">
                  <c:v>12500</c:v>
                </c:pt>
                <c:pt idx="769">
                  <c:v>12500</c:v>
                </c:pt>
                <c:pt idx="770">
                  <c:v>12500</c:v>
                </c:pt>
                <c:pt idx="771">
                  <c:v>12500</c:v>
                </c:pt>
                <c:pt idx="772">
                  <c:v>12500</c:v>
                </c:pt>
                <c:pt idx="773">
                  <c:v>12500</c:v>
                </c:pt>
                <c:pt idx="774">
                  <c:v>12500</c:v>
                </c:pt>
                <c:pt idx="775">
                  <c:v>12500</c:v>
                </c:pt>
                <c:pt idx="776">
                  <c:v>12500</c:v>
                </c:pt>
                <c:pt idx="777">
                  <c:v>12500</c:v>
                </c:pt>
                <c:pt idx="778">
                  <c:v>12500</c:v>
                </c:pt>
                <c:pt idx="779">
                  <c:v>12500</c:v>
                </c:pt>
                <c:pt idx="780">
                  <c:v>12500</c:v>
                </c:pt>
                <c:pt idx="781">
                  <c:v>12500</c:v>
                </c:pt>
                <c:pt idx="782">
                  <c:v>12500</c:v>
                </c:pt>
                <c:pt idx="783">
                  <c:v>12500</c:v>
                </c:pt>
                <c:pt idx="784">
                  <c:v>12500</c:v>
                </c:pt>
                <c:pt idx="785">
                  <c:v>12500</c:v>
                </c:pt>
                <c:pt idx="786">
                  <c:v>12500</c:v>
                </c:pt>
                <c:pt idx="787">
                  <c:v>12500</c:v>
                </c:pt>
                <c:pt idx="788">
                  <c:v>12500</c:v>
                </c:pt>
                <c:pt idx="789">
                  <c:v>12500</c:v>
                </c:pt>
                <c:pt idx="790">
                  <c:v>12500</c:v>
                </c:pt>
                <c:pt idx="791">
                  <c:v>12500</c:v>
                </c:pt>
                <c:pt idx="792">
                  <c:v>12500</c:v>
                </c:pt>
                <c:pt idx="793">
                  <c:v>12500</c:v>
                </c:pt>
                <c:pt idx="794">
                  <c:v>12500</c:v>
                </c:pt>
                <c:pt idx="795">
                  <c:v>12500</c:v>
                </c:pt>
                <c:pt idx="796">
                  <c:v>12500</c:v>
                </c:pt>
                <c:pt idx="797">
                  <c:v>12500</c:v>
                </c:pt>
                <c:pt idx="798">
                  <c:v>12500</c:v>
                </c:pt>
                <c:pt idx="799">
                  <c:v>12500</c:v>
                </c:pt>
                <c:pt idx="800">
                  <c:v>12500</c:v>
                </c:pt>
                <c:pt idx="801">
                  <c:v>12500</c:v>
                </c:pt>
                <c:pt idx="802">
                  <c:v>12500</c:v>
                </c:pt>
                <c:pt idx="803">
                  <c:v>12500</c:v>
                </c:pt>
                <c:pt idx="804">
                  <c:v>12500</c:v>
                </c:pt>
                <c:pt idx="805">
                  <c:v>12500</c:v>
                </c:pt>
                <c:pt idx="806">
                  <c:v>12500</c:v>
                </c:pt>
                <c:pt idx="807">
                  <c:v>12500</c:v>
                </c:pt>
                <c:pt idx="808">
                  <c:v>12500</c:v>
                </c:pt>
                <c:pt idx="809">
                  <c:v>12500</c:v>
                </c:pt>
                <c:pt idx="810">
                  <c:v>12500</c:v>
                </c:pt>
                <c:pt idx="811">
                  <c:v>12500</c:v>
                </c:pt>
                <c:pt idx="812">
                  <c:v>12500</c:v>
                </c:pt>
                <c:pt idx="813">
                  <c:v>12500</c:v>
                </c:pt>
                <c:pt idx="814">
                  <c:v>12500</c:v>
                </c:pt>
                <c:pt idx="815">
                  <c:v>12500</c:v>
                </c:pt>
                <c:pt idx="816">
                  <c:v>12500</c:v>
                </c:pt>
                <c:pt idx="817">
                  <c:v>12500</c:v>
                </c:pt>
                <c:pt idx="818">
                  <c:v>12500</c:v>
                </c:pt>
                <c:pt idx="819">
                  <c:v>12500</c:v>
                </c:pt>
                <c:pt idx="820">
                  <c:v>12500</c:v>
                </c:pt>
                <c:pt idx="821">
                  <c:v>12500</c:v>
                </c:pt>
                <c:pt idx="822">
                  <c:v>12500</c:v>
                </c:pt>
                <c:pt idx="823">
                  <c:v>12500</c:v>
                </c:pt>
                <c:pt idx="824">
                  <c:v>12500</c:v>
                </c:pt>
                <c:pt idx="825">
                  <c:v>12500</c:v>
                </c:pt>
                <c:pt idx="826">
                  <c:v>12500</c:v>
                </c:pt>
                <c:pt idx="827">
                  <c:v>12500</c:v>
                </c:pt>
                <c:pt idx="828">
                  <c:v>12500</c:v>
                </c:pt>
                <c:pt idx="829">
                  <c:v>12500</c:v>
                </c:pt>
                <c:pt idx="830">
                  <c:v>12500</c:v>
                </c:pt>
                <c:pt idx="831">
                  <c:v>12500</c:v>
                </c:pt>
                <c:pt idx="832">
                  <c:v>12500</c:v>
                </c:pt>
                <c:pt idx="833">
                  <c:v>12500</c:v>
                </c:pt>
                <c:pt idx="834">
                  <c:v>12500</c:v>
                </c:pt>
                <c:pt idx="835">
                  <c:v>12500</c:v>
                </c:pt>
                <c:pt idx="836">
                  <c:v>12500</c:v>
                </c:pt>
                <c:pt idx="837">
                  <c:v>12500</c:v>
                </c:pt>
                <c:pt idx="838">
                  <c:v>12500</c:v>
                </c:pt>
                <c:pt idx="839">
                  <c:v>12500</c:v>
                </c:pt>
                <c:pt idx="840">
                  <c:v>12500</c:v>
                </c:pt>
                <c:pt idx="841">
                  <c:v>12500</c:v>
                </c:pt>
                <c:pt idx="842">
                  <c:v>12500</c:v>
                </c:pt>
                <c:pt idx="843">
                  <c:v>12500</c:v>
                </c:pt>
                <c:pt idx="844">
                  <c:v>12500</c:v>
                </c:pt>
                <c:pt idx="845">
                  <c:v>12500</c:v>
                </c:pt>
                <c:pt idx="846">
                  <c:v>12500</c:v>
                </c:pt>
                <c:pt idx="847">
                  <c:v>12500</c:v>
                </c:pt>
                <c:pt idx="848">
                  <c:v>12500</c:v>
                </c:pt>
                <c:pt idx="849">
                  <c:v>12500</c:v>
                </c:pt>
              </c:numCache>
            </c:numRef>
          </c:val>
          <c:smooth val="1"/>
          <c:extLst xmlns:c16r2="http://schemas.microsoft.com/office/drawing/2015/06/chart">
            <c:ext xmlns:c16="http://schemas.microsoft.com/office/drawing/2014/chart" uri="{C3380CC4-5D6E-409C-BE32-E72D297353CC}">
              <c16:uniqueId val="{00000006-99B6-47BE-A05B-EBBF36543BF2}"/>
            </c:ext>
          </c:extLst>
        </c:ser>
        <c:dLbls>
          <c:showLegendKey val="0"/>
          <c:showVal val="0"/>
          <c:showCatName val="0"/>
          <c:showSerName val="0"/>
          <c:showPercent val="0"/>
          <c:showBubbleSize val="0"/>
        </c:dLbls>
        <c:smooth val="0"/>
        <c:axId val="868003920"/>
        <c:axId val="868005008"/>
      </c:lineChart>
      <c:dateAx>
        <c:axId val="868003920"/>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90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68005008"/>
        <c:crosses val="autoZero"/>
        <c:auto val="0"/>
        <c:lblOffset val="100"/>
        <c:baseTimeUnit val="days"/>
      </c:dateAx>
      <c:valAx>
        <c:axId val="868005008"/>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90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68003920"/>
        <c:crosses val="autoZero"/>
        <c:crossBetween val="between"/>
      </c:valAx>
      <c:spPr>
        <a:noFill/>
        <a:ln w="25400">
          <a:noFill/>
        </a:ln>
      </c:spPr>
    </c:plotArea>
    <c:legend>
      <c:legendPos val="t"/>
      <c:layout>
        <c:manualLayout>
          <c:xMode val="edge"/>
          <c:yMode val="edge"/>
          <c:x val="0"/>
          <c:y val="0"/>
          <c:w val="1"/>
          <c:h val="0.15872338754823337"/>
        </c:manualLayout>
      </c:layout>
      <c:overlay val="0"/>
      <c:spPr>
        <a:noFill/>
        <a:ln w="25400">
          <a:noFill/>
        </a:ln>
        <a:effectLst/>
      </c:spPr>
      <c:txPr>
        <a:bodyPr rot="0" spcFirstLastPara="0" vertOverflow="ellipsis" vert="horz" wrap="square" anchor="ctr" anchorCtr="1"/>
        <a:lstStyle/>
        <a:p>
          <a:pPr>
            <a:defRPr lang="zh-CN" sz="9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chemeClr val="bg1"/>
    </a:solidFill>
    <a:ln w="25400" cap="flat" cmpd="sng" algn="ctr">
      <a:noFill/>
      <a:prstDash val="solid"/>
      <a:round/>
    </a:ln>
  </c:spPr>
  <c:txPr>
    <a:bodyPr/>
    <a:lstStyle/>
    <a:p>
      <a:pPr>
        <a:defRPr lang="zh-CN" sz="900">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848710680322"/>
          <c:y val="0.11212245400321064"/>
          <c:w val="0.85517905908639502"/>
          <c:h val="0.79403161136435119"/>
        </c:manualLayout>
      </c:layout>
      <c:lineChart>
        <c:grouping val="standard"/>
        <c:varyColors val="0"/>
        <c:ser>
          <c:idx val="0"/>
          <c:order val="0"/>
          <c:tx>
            <c:strRef>
              <c:f>'图49-57'!$B$3</c:f>
              <c:strCache>
                <c:ptCount val="1"/>
                <c:pt idx="0">
                  <c:v>磷酸(元/吨）</c:v>
                </c:pt>
              </c:strCache>
            </c:strRef>
          </c:tx>
          <c:spPr>
            <a:ln w="12700" cap="rnd" cmpd="sng" algn="ctr">
              <a:solidFill>
                <a:srgbClr val="E10000"/>
              </a:solidFill>
              <a:prstDash val="solid"/>
              <a:round/>
            </a:ln>
          </c:spPr>
          <c:marker>
            <c:symbol val="none"/>
          </c:marker>
          <c:cat>
            <c:numRef>
              <c:f>'图49-57'!$A$4:$A$1848</c:f>
              <c:numCache>
                <c:formatCode>yyyy/mm/dd;@</c:formatCode>
                <c:ptCount val="1845"/>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pt idx="1018">
                  <c:v>43580</c:v>
                </c:pt>
                <c:pt idx="1019">
                  <c:v>43579</c:v>
                </c:pt>
                <c:pt idx="1020">
                  <c:v>43578</c:v>
                </c:pt>
                <c:pt idx="1021">
                  <c:v>43577</c:v>
                </c:pt>
                <c:pt idx="1022">
                  <c:v>43574</c:v>
                </c:pt>
                <c:pt idx="1023">
                  <c:v>43573</c:v>
                </c:pt>
                <c:pt idx="1024">
                  <c:v>43572</c:v>
                </c:pt>
                <c:pt idx="1025">
                  <c:v>43571</c:v>
                </c:pt>
                <c:pt idx="1026">
                  <c:v>43570</c:v>
                </c:pt>
                <c:pt idx="1027">
                  <c:v>43567</c:v>
                </c:pt>
                <c:pt idx="1028">
                  <c:v>43566</c:v>
                </c:pt>
                <c:pt idx="1029">
                  <c:v>43565</c:v>
                </c:pt>
                <c:pt idx="1030">
                  <c:v>43564</c:v>
                </c:pt>
                <c:pt idx="1031">
                  <c:v>43563</c:v>
                </c:pt>
                <c:pt idx="1032">
                  <c:v>43559</c:v>
                </c:pt>
                <c:pt idx="1033">
                  <c:v>43558</c:v>
                </c:pt>
                <c:pt idx="1034">
                  <c:v>43557</c:v>
                </c:pt>
                <c:pt idx="1035">
                  <c:v>43556</c:v>
                </c:pt>
                <c:pt idx="1036">
                  <c:v>43553</c:v>
                </c:pt>
                <c:pt idx="1037">
                  <c:v>43552</c:v>
                </c:pt>
                <c:pt idx="1038">
                  <c:v>43551</c:v>
                </c:pt>
                <c:pt idx="1039">
                  <c:v>43550</c:v>
                </c:pt>
                <c:pt idx="1040">
                  <c:v>43549</c:v>
                </c:pt>
                <c:pt idx="1041">
                  <c:v>43546</c:v>
                </c:pt>
                <c:pt idx="1042">
                  <c:v>43545</c:v>
                </c:pt>
                <c:pt idx="1043">
                  <c:v>43544</c:v>
                </c:pt>
                <c:pt idx="1044">
                  <c:v>43543</c:v>
                </c:pt>
                <c:pt idx="1045">
                  <c:v>43542</c:v>
                </c:pt>
                <c:pt idx="1046">
                  <c:v>43539</c:v>
                </c:pt>
                <c:pt idx="1047">
                  <c:v>43538</c:v>
                </c:pt>
                <c:pt idx="1048">
                  <c:v>43537</c:v>
                </c:pt>
                <c:pt idx="1049">
                  <c:v>43536</c:v>
                </c:pt>
                <c:pt idx="1050">
                  <c:v>43535</c:v>
                </c:pt>
                <c:pt idx="1051">
                  <c:v>43532</c:v>
                </c:pt>
                <c:pt idx="1052">
                  <c:v>43531</c:v>
                </c:pt>
                <c:pt idx="1053">
                  <c:v>43530</c:v>
                </c:pt>
                <c:pt idx="1054">
                  <c:v>43529</c:v>
                </c:pt>
                <c:pt idx="1055">
                  <c:v>43528</c:v>
                </c:pt>
                <c:pt idx="1056">
                  <c:v>43525</c:v>
                </c:pt>
                <c:pt idx="1057">
                  <c:v>43524</c:v>
                </c:pt>
                <c:pt idx="1058">
                  <c:v>43523</c:v>
                </c:pt>
                <c:pt idx="1059">
                  <c:v>43522</c:v>
                </c:pt>
                <c:pt idx="1060">
                  <c:v>43521</c:v>
                </c:pt>
                <c:pt idx="1061">
                  <c:v>43518</c:v>
                </c:pt>
                <c:pt idx="1062">
                  <c:v>43517</c:v>
                </c:pt>
                <c:pt idx="1063">
                  <c:v>43516</c:v>
                </c:pt>
                <c:pt idx="1064">
                  <c:v>43515</c:v>
                </c:pt>
                <c:pt idx="1065">
                  <c:v>43514</c:v>
                </c:pt>
                <c:pt idx="1066">
                  <c:v>43511</c:v>
                </c:pt>
                <c:pt idx="1067">
                  <c:v>43510</c:v>
                </c:pt>
                <c:pt idx="1068">
                  <c:v>43509</c:v>
                </c:pt>
                <c:pt idx="1069">
                  <c:v>43508</c:v>
                </c:pt>
                <c:pt idx="1070">
                  <c:v>43507</c:v>
                </c:pt>
                <c:pt idx="1071">
                  <c:v>43499</c:v>
                </c:pt>
                <c:pt idx="1072">
                  <c:v>43498</c:v>
                </c:pt>
                <c:pt idx="1073">
                  <c:v>43497</c:v>
                </c:pt>
                <c:pt idx="1074">
                  <c:v>43496</c:v>
                </c:pt>
                <c:pt idx="1075">
                  <c:v>43495</c:v>
                </c:pt>
                <c:pt idx="1076">
                  <c:v>43494</c:v>
                </c:pt>
                <c:pt idx="1077">
                  <c:v>43493</c:v>
                </c:pt>
                <c:pt idx="1078">
                  <c:v>43490</c:v>
                </c:pt>
                <c:pt idx="1079">
                  <c:v>43489</c:v>
                </c:pt>
                <c:pt idx="1080">
                  <c:v>43488</c:v>
                </c:pt>
                <c:pt idx="1081">
                  <c:v>43487</c:v>
                </c:pt>
                <c:pt idx="1082">
                  <c:v>43486</c:v>
                </c:pt>
                <c:pt idx="1083">
                  <c:v>43483</c:v>
                </c:pt>
                <c:pt idx="1084">
                  <c:v>43482</c:v>
                </c:pt>
                <c:pt idx="1085">
                  <c:v>43481</c:v>
                </c:pt>
                <c:pt idx="1086">
                  <c:v>43480</c:v>
                </c:pt>
                <c:pt idx="1087">
                  <c:v>43479</c:v>
                </c:pt>
                <c:pt idx="1088">
                  <c:v>43476</c:v>
                </c:pt>
                <c:pt idx="1089">
                  <c:v>43475</c:v>
                </c:pt>
                <c:pt idx="1090">
                  <c:v>43474</c:v>
                </c:pt>
                <c:pt idx="1091">
                  <c:v>43473</c:v>
                </c:pt>
                <c:pt idx="1092">
                  <c:v>43472</c:v>
                </c:pt>
                <c:pt idx="1093">
                  <c:v>43469</c:v>
                </c:pt>
                <c:pt idx="1094">
                  <c:v>43468</c:v>
                </c:pt>
                <c:pt idx="1095">
                  <c:v>43467</c:v>
                </c:pt>
                <c:pt idx="1096">
                  <c:v>43463</c:v>
                </c:pt>
                <c:pt idx="1097">
                  <c:v>43462</c:v>
                </c:pt>
                <c:pt idx="1098">
                  <c:v>43461</c:v>
                </c:pt>
                <c:pt idx="1099">
                  <c:v>43460</c:v>
                </c:pt>
                <c:pt idx="1100">
                  <c:v>43459</c:v>
                </c:pt>
                <c:pt idx="1101">
                  <c:v>43458</c:v>
                </c:pt>
                <c:pt idx="1102">
                  <c:v>43455</c:v>
                </c:pt>
                <c:pt idx="1103">
                  <c:v>43454</c:v>
                </c:pt>
                <c:pt idx="1104">
                  <c:v>43453</c:v>
                </c:pt>
                <c:pt idx="1105">
                  <c:v>43452</c:v>
                </c:pt>
                <c:pt idx="1106">
                  <c:v>43451</c:v>
                </c:pt>
                <c:pt idx="1107">
                  <c:v>43448</c:v>
                </c:pt>
                <c:pt idx="1108">
                  <c:v>43447</c:v>
                </c:pt>
                <c:pt idx="1109">
                  <c:v>43446</c:v>
                </c:pt>
                <c:pt idx="1110">
                  <c:v>43445</c:v>
                </c:pt>
                <c:pt idx="1111">
                  <c:v>43444</c:v>
                </c:pt>
                <c:pt idx="1112">
                  <c:v>43441</c:v>
                </c:pt>
                <c:pt idx="1113">
                  <c:v>43440</c:v>
                </c:pt>
                <c:pt idx="1114">
                  <c:v>43439</c:v>
                </c:pt>
                <c:pt idx="1115">
                  <c:v>43438</c:v>
                </c:pt>
                <c:pt idx="1116">
                  <c:v>43437</c:v>
                </c:pt>
                <c:pt idx="1117">
                  <c:v>43434</c:v>
                </c:pt>
                <c:pt idx="1118">
                  <c:v>43433</c:v>
                </c:pt>
                <c:pt idx="1119">
                  <c:v>43432</c:v>
                </c:pt>
                <c:pt idx="1120">
                  <c:v>43431</c:v>
                </c:pt>
                <c:pt idx="1121">
                  <c:v>43430</c:v>
                </c:pt>
                <c:pt idx="1122">
                  <c:v>43427</c:v>
                </c:pt>
                <c:pt idx="1123">
                  <c:v>43426</c:v>
                </c:pt>
                <c:pt idx="1124">
                  <c:v>43425</c:v>
                </c:pt>
                <c:pt idx="1125">
                  <c:v>43424</c:v>
                </c:pt>
                <c:pt idx="1126">
                  <c:v>43423</c:v>
                </c:pt>
                <c:pt idx="1127">
                  <c:v>43420</c:v>
                </c:pt>
                <c:pt idx="1128">
                  <c:v>43419</c:v>
                </c:pt>
                <c:pt idx="1129">
                  <c:v>43418</c:v>
                </c:pt>
                <c:pt idx="1130">
                  <c:v>43417</c:v>
                </c:pt>
                <c:pt idx="1131">
                  <c:v>43416</c:v>
                </c:pt>
                <c:pt idx="1132">
                  <c:v>43413</c:v>
                </c:pt>
                <c:pt idx="1133">
                  <c:v>43412</c:v>
                </c:pt>
                <c:pt idx="1134">
                  <c:v>43411</c:v>
                </c:pt>
                <c:pt idx="1135">
                  <c:v>43410</c:v>
                </c:pt>
                <c:pt idx="1136">
                  <c:v>43409</c:v>
                </c:pt>
                <c:pt idx="1137">
                  <c:v>43406</c:v>
                </c:pt>
                <c:pt idx="1138">
                  <c:v>43405</c:v>
                </c:pt>
                <c:pt idx="1139">
                  <c:v>43404</c:v>
                </c:pt>
                <c:pt idx="1140">
                  <c:v>43403</c:v>
                </c:pt>
                <c:pt idx="1141">
                  <c:v>43402</c:v>
                </c:pt>
                <c:pt idx="1142">
                  <c:v>43399</c:v>
                </c:pt>
                <c:pt idx="1143">
                  <c:v>43398</c:v>
                </c:pt>
                <c:pt idx="1144">
                  <c:v>43397</c:v>
                </c:pt>
                <c:pt idx="1145">
                  <c:v>43396</c:v>
                </c:pt>
                <c:pt idx="1146">
                  <c:v>43395</c:v>
                </c:pt>
                <c:pt idx="1147">
                  <c:v>43392</c:v>
                </c:pt>
                <c:pt idx="1148">
                  <c:v>43391</c:v>
                </c:pt>
                <c:pt idx="1149">
                  <c:v>43390</c:v>
                </c:pt>
                <c:pt idx="1150">
                  <c:v>43389</c:v>
                </c:pt>
                <c:pt idx="1151">
                  <c:v>43388</c:v>
                </c:pt>
                <c:pt idx="1152">
                  <c:v>43385</c:v>
                </c:pt>
                <c:pt idx="1153">
                  <c:v>43384</c:v>
                </c:pt>
                <c:pt idx="1154">
                  <c:v>43383</c:v>
                </c:pt>
                <c:pt idx="1155">
                  <c:v>43382</c:v>
                </c:pt>
                <c:pt idx="1156">
                  <c:v>43381</c:v>
                </c:pt>
                <c:pt idx="1157">
                  <c:v>43373</c:v>
                </c:pt>
                <c:pt idx="1158">
                  <c:v>43372</c:v>
                </c:pt>
                <c:pt idx="1159">
                  <c:v>43371</c:v>
                </c:pt>
                <c:pt idx="1160">
                  <c:v>43370</c:v>
                </c:pt>
                <c:pt idx="1161">
                  <c:v>43369</c:v>
                </c:pt>
                <c:pt idx="1162">
                  <c:v>43368</c:v>
                </c:pt>
                <c:pt idx="1163">
                  <c:v>43364</c:v>
                </c:pt>
                <c:pt idx="1164">
                  <c:v>43363</c:v>
                </c:pt>
                <c:pt idx="1165">
                  <c:v>43362</c:v>
                </c:pt>
                <c:pt idx="1166">
                  <c:v>43361</c:v>
                </c:pt>
                <c:pt idx="1167">
                  <c:v>43360</c:v>
                </c:pt>
                <c:pt idx="1168">
                  <c:v>43357</c:v>
                </c:pt>
                <c:pt idx="1169">
                  <c:v>43356</c:v>
                </c:pt>
                <c:pt idx="1170">
                  <c:v>43355</c:v>
                </c:pt>
                <c:pt idx="1171">
                  <c:v>43354</c:v>
                </c:pt>
                <c:pt idx="1172">
                  <c:v>43353</c:v>
                </c:pt>
                <c:pt idx="1173">
                  <c:v>43350</c:v>
                </c:pt>
                <c:pt idx="1174">
                  <c:v>43349</c:v>
                </c:pt>
                <c:pt idx="1175">
                  <c:v>43348</c:v>
                </c:pt>
                <c:pt idx="1176">
                  <c:v>43347</c:v>
                </c:pt>
                <c:pt idx="1177">
                  <c:v>43346</c:v>
                </c:pt>
                <c:pt idx="1178">
                  <c:v>43343</c:v>
                </c:pt>
                <c:pt idx="1179">
                  <c:v>43342</c:v>
                </c:pt>
                <c:pt idx="1180">
                  <c:v>43341</c:v>
                </c:pt>
                <c:pt idx="1181">
                  <c:v>43340</c:v>
                </c:pt>
                <c:pt idx="1182">
                  <c:v>43339</c:v>
                </c:pt>
                <c:pt idx="1183">
                  <c:v>43336</c:v>
                </c:pt>
                <c:pt idx="1184">
                  <c:v>43335</c:v>
                </c:pt>
                <c:pt idx="1185">
                  <c:v>43334</c:v>
                </c:pt>
                <c:pt idx="1186">
                  <c:v>43333</c:v>
                </c:pt>
                <c:pt idx="1187">
                  <c:v>43332</c:v>
                </c:pt>
                <c:pt idx="1188">
                  <c:v>43329</c:v>
                </c:pt>
                <c:pt idx="1189">
                  <c:v>43328</c:v>
                </c:pt>
                <c:pt idx="1190">
                  <c:v>43327</c:v>
                </c:pt>
                <c:pt idx="1191">
                  <c:v>43326</c:v>
                </c:pt>
                <c:pt idx="1192">
                  <c:v>43325</c:v>
                </c:pt>
                <c:pt idx="1193">
                  <c:v>43322</c:v>
                </c:pt>
                <c:pt idx="1194">
                  <c:v>43321</c:v>
                </c:pt>
                <c:pt idx="1195">
                  <c:v>43320</c:v>
                </c:pt>
                <c:pt idx="1196">
                  <c:v>43319</c:v>
                </c:pt>
                <c:pt idx="1197">
                  <c:v>43318</c:v>
                </c:pt>
                <c:pt idx="1198">
                  <c:v>43315</c:v>
                </c:pt>
                <c:pt idx="1199">
                  <c:v>43314</c:v>
                </c:pt>
                <c:pt idx="1200">
                  <c:v>43313</c:v>
                </c:pt>
                <c:pt idx="1201">
                  <c:v>43312</c:v>
                </c:pt>
                <c:pt idx="1202">
                  <c:v>43311</c:v>
                </c:pt>
                <c:pt idx="1203">
                  <c:v>43308</c:v>
                </c:pt>
                <c:pt idx="1204">
                  <c:v>43307</c:v>
                </c:pt>
                <c:pt idx="1205">
                  <c:v>43306</c:v>
                </c:pt>
                <c:pt idx="1206">
                  <c:v>43305</c:v>
                </c:pt>
                <c:pt idx="1207">
                  <c:v>43304</c:v>
                </c:pt>
                <c:pt idx="1208">
                  <c:v>43301</c:v>
                </c:pt>
                <c:pt idx="1209">
                  <c:v>43300</c:v>
                </c:pt>
                <c:pt idx="1210">
                  <c:v>43299</c:v>
                </c:pt>
                <c:pt idx="1211">
                  <c:v>43298</c:v>
                </c:pt>
                <c:pt idx="1212">
                  <c:v>43297</c:v>
                </c:pt>
                <c:pt idx="1213">
                  <c:v>43294</c:v>
                </c:pt>
                <c:pt idx="1214">
                  <c:v>43293</c:v>
                </c:pt>
                <c:pt idx="1215">
                  <c:v>43292</c:v>
                </c:pt>
                <c:pt idx="1216">
                  <c:v>43291</c:v>
                </c:pt>
                <c:pt idx="1217">
                  <c:v>43290</c:v>
                </c:pt>
                <c:pt idx="1218">
                  <c:v>43287</c:v>
                </c:pt>
                <c:pt idx="1219">
                  <c:v>43286</c:v>
                </c:pt>
                <c:pt idx="1220">
                  <c:v>43285</c:v>
                </c:pt>
                <c:pt idx="1221">
                  <c:v>43284</c:v>
                </c:pt>
                <c:pt idx="1222">
                  <c:v>43283</c:v>
                </c:pt>
                <c:pt idx="1223">
                  <c:v>43280</c:v>
                </c:pt>
                <c:pt idx="1224">
                  <c:v>43279</c:v>
                </c:pt>
                <c:pt idx="1225">
                  <c:v>43278</c:v>
                </c:pt>
                <c:pt idx="1226">
                  <c:v>43277</c:v>
                </c:pt>
                <c:pt idx="1227">
                  <c:v>43276</c:v>
                </c:pt>
                <c:pt idx="1228">
                  <c:v>43273</c:v>
                </c:pt>
                <c:pt idx="1229">
                  <c:v>43272</c:v>
                </c:pt>
                <c:pt idx="1230">
                  <c:v>43271</c:v>
                </c:pt>
                <c:pt idx="1231">
                  <c:v>43270</c:v>
                </c:pt>
                <c:pt idx="1232">
                  <c:v>43266</c:v>
                </c:pt>
                <c:pt idx="1233">
                  <c:v>43265</c:v>
                </c:pt>
                <c:pt idx="1234">
                  <c:v>43264</c:v>
                </c:pt>
                <c:pt idx="1235">
                  <c:v>43263</c:v>
                </c:pt>
                <c:pt idx="1236">
                  <c:v>43262</c:v>
                </c:pt>
                <c:pt idx="1237">
                  <c:v>43259</c:v>
                </c:pt>
                <c:pt idx="1238">
                  <c:v>43258</c:v>
                </c:pt>
                <c:pt idx="1239">
                  <c:v>43257</c:v>
                </c:pt>
                <c:pt idx="1240">
                  <c:v>43256</c:v>
                </c:pt>
                <c:pt idx="1241">
                  <c:v>43255</c:v>
                </c:pt>
                <c:pt idx="1242">
                  <c:v>43252</c:v>
                </c:pt>
                <c:pt idx="1243">
                  <c:v>43251</c:v>
                </c:pt>
                <c:pt idx="1244">
                  <c:v>43250</c:v>
                </c:pt>
                <c:pt idx="1245">
                  <c:v>43249</c:v>
                </c:pt>
                <c:pt idx="1246">
                  <c:v>43248</c:v>
                </c:pt>
                <c:pt idx="1247">
                  <c:v>43245</c:v>
                </c:pt>
                <c:pt idx="1248">
                  <c:v>43244</c:v>
                </c:pt>
                <c:pt idx="1249">
                  <c:v>43243</c:v>
                </c:pt>
                <c:pt idx="1250">
                  <c:v>43242</c:v>
                </c:pt>
                <c:pt idx="1251">
                  <c:v>43241</c:v>
                </c:pt>
                <c:pt idx="1252">
                  <c:v>43238</c:v>
                </c:pt>
                <c:pt idx="1253">
                  <c:v>43237</c:v>
                </c:pt>
                <c:pt idx="1254">
                  <c:v>43236</c:v>
                </c:pt>
                <c:pt idx="1255">
                  <c:v>43235</c:v>
                </c:pt>
                <c:pt idx="1256">
                  <c:v>43234</c:v>
                </c:pt>
                <c:pt idx="1257">
                  <c:v>43231</c:v>
                </c:pt>
                <c:pt idx="1258">
                  <c:v>43230</c:v>
                </c:pt>
                <c:pt idx="1259">
                  <c:v>43229</c:v>
                </c:pt>
                <c:pt idx="1260">
                  <c:v>43228</c:v>
                </c:pt>
                <c:pt idx="1261">
                  <c:v>43227</c:v>
                </c:pt>
                <c:pt idx="1262">
                  <c:v>43224</c:v>
                </c:pt>
                <c:pt idx="1263">
                  <c:v>43223</c:v>
                </c:pt>
                <c:pt idx="1264">
                  <c:v>43222</c:v>
                </c:pt>
                <c:pt idx="1265">
                  <c:v>43218</c:v>
                </c:pt>
                <c:pt idx="1266">
                  <c:v>43217</c:v>
                </c:pt>
                <c:pt idx="1267">
                  <c:v>43216</c:v>
                </c:pt>
                <c:pt idx="1268">
                  <c:v>43215</c:v>
                </c:pt>
                <c:pt idx="1269">
                  <c:v>43214</c:v>
                </c:pt>
                <c:pt idx="1270">
                  <c:v>43213</c:v>
                </c:pt>
                <c:pt idx="1271">
                  <c:v>43210</c:v>
                </c:pt>
                <c:pt idx="1272">
                  <c:v>43209</c:v>
                </c:pt>
                <c:pt idx="1273">
                  <c:v>43208</c:v>
                </c:pt>
                <c:pt idx="1274">
                  <c:v>43207</c:v>
                </c:pt>
                <c:pt idx="1275">
                  <c:v>43206</c:v>
                </c:pt>
                <c:pt idx="1276">
                  <c:v>43203</c:v>
                </c:pt>
                <c:pt idx="1277">
                  <c:v>43202</c:v>
                </c:pt>
                <c:pt idx="1278">
                  <c:v>43201</c:v>
                </c:pt>
                <c:pt idx="1279">
                  <c:v>43200</c:v>
                </c:pt>
                <c:pt idx="1280">
                  <c:v>43199</c:v>
                </c:pt>
                <c:pt idx="1281">
                  <c:v>43198</c:v>
                </c:pt>
                <c:pt idx="1282">
                  <c:v>43194</c:v>
                </c:pt>
                <c:pt idx="1283">
                  <c:v>43193</c:v>
                </c:pt>
                <c:pt idx="1284">
                  <c:v>43192</c:v>
                </c:pt>
                <c:pt idx="1285">
                  <c:v>43189</c:v>
                </c:pt>
                <c:pt idx="1286">
                  <c:v>43188</c:v>
                </c:pt>
                <c:pt idx="1287">
                  <c:v>43187</c:v>
                </c:pt>
                <c:pt idx="1288">
                  <c:v>43186</c:v>
                </c:pt>
                <c:pt idx="1289">
                  <c:v>43185</c:v>
                </c:pt>
                <c:pt idx="1290">
                  <c:v>43182</c:v>
                </c:pt>
                <c:pt idx="1291">
                  <c:v>43181</c:v>
                </c:pt>
                <c:pt idx="1292">
                  <c:v>43180</c:v>
                </c:pt>
                <c:pt idx="1293">
                  <c:v>43179</c:v>
                </c:pt>
                <c:pt idx="1294">
                  <c:v>43178</c:v>
                </c:pt>
                <c:pt idx="1295">
                  <c:v>43175</c:v>
                </c:pt>
                <c:pt idx="1296">
                  <c:v>43174</c:v>
                </c:pt>
                <c:pt idx="1297">
                  <c:v>43173</c:v>
                </c:pt>
                <c:pt idx="1298">
                  <c:v>43172</c:v>
                </c:pt>
                <c:pt idx="1299">
                  <c:v>43171</c:v>
                </c:pt>
                <c:pt idx="1300">
                  <c:v>43168</c:v>
                </c:pt>
                <c:pt idx="1301">
                  <c:v>43167</c:v>
                </c:pt>
                <c:pt idx="1302">
                  <c:v>43166</c:v>
                </c:pt>
                <c:pt idx="1303">
                  <c:v>43165</c:v>
                </c:pt>
                <c:pt idx="1304">
                  <c:v>43164</c:v>
                </c:pt>
                <c:pt idx="1305">
                  <c:v>43161</c:v>
                </c:pt>
                <c:pt idx="1306">
                  <c:v>43160</c:v>
                </c:pt>
                <c:pt idx="1307">
                  <c:v>43159</c:v>
                </c:pt>
                <c:pt idx="1308">
                  <c:v>43158</c:v>
                </c:pt>
                <c:pt idx="1309">
                  <c:v>43157</c:v>
                </c:pt>
                <c:pt idx="1310">
                  <c:v>43155</c:v>
                </c:pt>
                <c:pt idx="1311">
                  <c:v>43154</c:v>
                </c:pt>
                <c:pt idx="1312">
                  <c:v>43153</c:v>
                </c:pt>
                <c:pt idx="1313">
                  <c:v>43145</c:v>
                </c:pt>
                <c:pt idx="1314">
                  <c:v>43144</c:v>
                </c:pt>
                <c:pt idx="1315">
                  <c:v>43143</c:v>
                </c:pt>
                <c:pt idx="1316">
                  <c:v>43142</c:v>
                </c:pt>
                <c:pt idx="1317">
                  <c:v>43140</c:v>
                </c:pt>
                <c:pt idx="1318">
                  <c:v>43139</c:v>
                </c:pt>
                <c:pt idx="1319">
                  <c:v>43138</c:v>
                </c:pt>
                <c:pt idx="1320">
                  <c:v>43137</c:v>
                </c:pt>
                <c:pt idx="1321">
                  <c:v>43136</c:v>
                </c:pt>
                <c:pt idx="1322">
                  <c:v>43133</c:v>
                </c:pt>
                <c:pt idx="1323">
                  <c:v>43132</c:v>
                </c:pt>
                <c:pt idx="1324">
                  <c:v>43131</c:v>
                </c:pt>
                <c:pt idx="1325">
                  <c:v>43130</c:v>
                </c:pt>
                <c:pt idx="1326">
                  <c:v>43129</c:v>
                </c:pt>
                <c:pt idx="1327">
                  <c:v>43126</c:v>
                </c:pt>
                <c:pt idx="1328">
                  <c:v>43125</c:v>
                </c:pt>
                <c:pt idx="1329">
                  <c:v>43124</c:v>
                </c:pt>
                <c:pt idx="1330">
                  <c:v>43123</c:v>
                </c:pt>
                <c:pt idx="1331">
                  <c:v>43122</c:v>
                </c:pt>
                <c:pt idx="1332">
                  <c:v>43119</c:v>
                </c:pt>
                <c:pt idx="1333">
                  <c:v>43118</c:v>
                </c:pt>
                <c:pt idx="1334">
                  <c:v>43117</c:v>
                </c:pt>
                <c:pt idx="1335">
                  <c:v>43116</c:v>
                </c:pt>
                <c:pt idx="1336">
                  <c:v>43115</c:v>
                </c:pt>
                <c:pt idx="1337">
                  <c:v>43112</c:v>
                </c:pt>
                <c:pt idx="1338">
                  <c:v>43111</c:v>
                </c:pt>
                <c:pt idx="1339">
                  <c:v>43110</c:v>
                </c:pt>
                <c:pt idx="1340">
                  <c:v>43109</c:v>
                </c:pt>
                <c:pt idx="1341">
                  <c:v>43108</c:v>
                </c:pt>
                <c:pt idx="1342">
                  <c:v>43105</c:v>
                </c:pt>
                <c:pt idx="1343">
                  <c:v>43104</c:v>
                </c:pt>
                <c:pt idx="1344">
                  <c:v>43103</c:v>
                </c:pt>
                <c:pt idx="1345">
                  <c:v>43102</c:v>
                </c:pt>
                <c:pt idx="1346">
                  <c:v>43098</c:v>
                </c:pt>
                <c:pt idx="1347">
                  <c:v>43097</c:v>
                </c:pt>
                <c:pt idx="1348">
                  <c:v>43096</c:v>
                </c:pt>
                <c:pt idx="1349">
                  <c:v>43095</c:v>
                </c:pt>
                <c:pt idx="1350">
                  <c:v>43094</c:v>
                </c:pt>
                <c:pt idx="1351">
                  <c:v>43091</c:v>
                </c:pt>
                <c:pt idx="1352">
                  <c:v>43090</c:v>
                </c:pt>
                <c:pt idx="1353">
                  <c:v>43089</c:v>
                </c:pt>
                <c:pt idx="1354">
                  <c:v>43088</c:v>
                </c:pt>
                <c:pt idx="1355">
                  <c:v>43087</c:v>
                </c:pt>
                <c:pt idx="1356">
                  <c:v>43084</c:v>
                </c:pt>
                <c:pt idx="1357">
                  <c:v>43083</c:v>
                </c:pt>
                <c:pt idx="1358">
                  <c:v>43082</c:v>
                </c:pt>
                <c:pt idx="1359">
                  <c:v>43081</c:v>
                </c:pt>
                <c:pt idx="1360">
                  <c:v>43080</c:v>
                </c:pt>
                <c:pt idx="1361">
                  <c:v>43077</c:v>
                </c:pt>
                <c:pt idx="1362">
                  <c:v>43076</c:v>
                </c:pt>
                <c:pt idx="1363">
                  <c:v>43075</c:v>
                </c:pt>
                <c:pt idx="1364">
                  <c:v>43074</c:v>
                </c:pt>
                <c:pt idx="1365">
                  <c:v>43073</c:v>
                </c:pt>
                <c:pt idx="1366">
                  <c:v>43070</c:v>
                </c:pt>
                <c:pt idx="1367">
                  <c:v>43069</c:v>
                </c:pt>
                <c:pt idx="1368">
                  <c:v>43068</c:v>
                </c:pt>
                <c:pt idx="1369">
                  <c:v>43067</c:v>
                </c:pt>
                <c:pt idx="1370">
                  <c:v>43066</c:v>
                </c:pt>
                <c:pt idx="1371">
                  <c:v>43063</c:v>
                </c:pt>
                <c:pt idx="1372">
                  <c:v>43062</c:v>
                </c:pt>
                <c:pt idx="1373">
                  <c:v>43061</c:v>
                </c:pt>
                <c:pt idx="1374">
                  <c:v>43060</c:v>
                </c:pt>
                <c:pt idx="1375">
                  <c:v>43059</c:v>
                </c:pt>
                <c:pt idx="1376">
                  <c:v>43056</c:v>
                </c:pt>
                <c:pt idx="1377">
                  <c:v>43055</c:v>
                </c:pt>
                <c:pt idx="1378">
                  <c:v>43054</c:v>
                </c:pt>
                <c:pt idx="1379">
                  <c:v>43053</c:v>
                </c:pt>
                <c:pt idx="1380">
                  <c:v>43052</c:v>
                </c:pt>
                <c:pt idx="1381">
                  <c:v>43049</c:v>
                </c:pt>
                <c:pt idx="1382">
                  <c:v>43048</c:v>
                </c:pt>
                <c:pt idx="1383">
                  <c:v>43047</c:v>
                </c:pt>
                <c:pt idx="1384">
                  <c:v>43046</c:v>
                </c:pt>
                <c:pt idx="1385">
                  <c:v>43045</c:v>
                </c:pt>
                <c:pt idx="1386">
                  <c:v>43042</c:v>
                </c:pt>
                <c:pt idx="1387">
                  <c:v>43041</c:v>
                </c:pt>
                <c:pt idx="1388">
                  <c:v>43040</c:v>
                </c:pt>
                <c:pt idx="1389">
                  <c:v>43039</c:v>
                </c:pt>
                <c:pt idx="1390">
                  <c:v>43038</c:v>
                </c:pt>
                <c:pt idx="1391">
                  <c:v>43035</c:v>
                </c:pt>
                <c:pt idx="1392">
                  <c:v>43034</c:v>
                </c:pt>
                <c:pt idx="1393">
                  <c:v>43033</c:v>
                </c:pt>
                <c:pt idx="1394">
                  <c:v>43032</c:v>
                </c:pt>
                <c:pt idx="1395">
                  <c:v>43031</c:v>
                </c:pt>
                <c:pt idx="1396">
                  <c:v>43028</c:v>
                </c:pt>
                <c:pt idx="1397">
                  <c:v>43027</c:v>
                </c:pt>
                <c:pt idx="1398">
                  <c:v>43026</c:v>
                </c:pt>
                <c:pt idx="1399">
                  <c:v>43025</c:v>
                </c:pt>
                <c:pt idx="1400">
                  <c:v>43024</c:v>
                </c:pt>
                <c:pt idx="1401">
                  <c:v>43021</c:v>
                </c:pt>
                <c:pt idx="1402">
                  <c:v>43020</c:v>
                </c:pt>
                <c:pt idx="1403">
                  <c:v>43019</c:v>
                </c:pt>
                <c:pt idx="1404">
                  <c:v>43018</c:v>
                </c:pt>
                <c:pt idx="1405">
                  <c:v>43017</c:v>
                </c:pt>
                <c:pt idx="1406">
                  <c:v>43008</c:v>
                </c:pt>
                <c:pt idx="1407">
                  <c:v>43007</c:v>
                </c:pt>
                <c:pt idx="1408">
                  <c:v>43006</c:v>
                </c:pt>
                <c:pt idx="1409">
                  <c:v>43005</c:v>
                </c:pt>
                <c:pt idx="1410">
                  <c:v>43004</c:v>
                </c:pt>
                <c:pt idx="1411">
                  <c:v>43003</c:v>
                </c:pt>
                <c:pt idx="1412">
                  <c:v>43000</c:v>
                </c:pt>
                <c:pt idx="1413">
                  <c:v>42999</c:v>
                </c:pt>
                <c:pt idx="1414">
                  <c:v>42998</c:v>
                </c:pt>
                <c:pt idx="1415">
                  <c:v>42997</c:v>
                </c:pt>
                <c:pt idx="1416">
                  <c:v>42996</c:v>
                </c:pt>
                <c:pt idx="1417">
                  <c:v>42993</c:v>
                </c:pt>
                <c:pt idx="1418">
                  <c:v>42992</c:v>
                </c:pt>
                <c:pt idx="1419">
                  <c:v>42991</c:v>
                </c:pt>
                <c:pt idx="1420">
                  <c:v>42990</c:v>
                </c:pt>
                <c:pt idx="1421">
                  <c:v>42989</c:v>
                </c:pt>
                <c:pt idx="1422">
                  <c:v>42986</c:v>
                </c:pt>
                <c:pt idx="1423">
                  <c:v>42985</c:v>
                </c:pt>
                <c:pt idx="1424">
                  <c:v>42984</c:v>
                </c:pt>
                <c:pt idx="1425">
                  <c:v>42983</c:v>
                </c:pt>
                <c:pt idx="1426">
                  <c:v>42982</c:v>
                </c:pt>
                <c:pt idx="1427">
                  <c:v>42979</c:v>
                </c:pt>
                <c:pt idx="1428">
                  <c:v>42978</c:v>
                </c:pt>
                <c:pt idx="1429">
                  <c:v>42977</c:v>
                </c:pt>
                <c:pt idx="1430">
                  <c:v>42976</c:v>
                </c:pt>
                <c:pt idx="1431">
                  <c:v>42975</c:v>
                </c:pt>
                <c:pt idx="1432">
                  <c:v>42972</c:v>
                </c:pt>
                <c:pt idx="1433">
                  <c:v>42971</c:v>
                </c:pt>
                <c:pt idx="1434">
                  <c:v>42970</c:v>
                </c:pt>
                <c:pt idx="1435">
                  <c:v>42969</c:v>
                </c:pt>
                <c:pt idx="1436">
                  <c:v>42968</c:v>
                </c:pt>
                <c:pt idx="1437">
                  <c:v>42965</c:v>
                </c:pt>
                <c:pt idx="1438">
                  <c:v>42964</c:v>
                </c:pt>
                <c:pt idx="1439">
                  <c:v>42963</c:v>
                </c:pt>
                <c:pt idx="1440">
                  <c:v>42962</c:v>
                </c:pt>
                <c:pt idx="1441">
                  <c:v>42961</c:v>
                </c:pt>
                <c:pt idx="1442">
                  <c:v>42958</c:v>
                </c:pt>
                <c:pt idx="1443">
                  <c:v>42957</c:v>
                </c:pt>
                <c:pt idx="1444">
                  <c:v>42956</c:v>
                </c:pt>
                <c:pt idx="1445">
                  <c:v>42955</c:v>
                </c:pt>
                <c:pt idx="1446">
                  <c:v>42954</c:v>
                </c:pt>
                <c:pt idx="1447">
                  <c:v>42951</c:v>
                </c:pt>
                <c:pt idx="1448">
                  <c:v>42950</c:v>
                </c:pt>
                <c:pt idx="1449">
                  <c:v>42949</c:v>
                </c:pt>
                <c:pt idx="1450">
                  <c:v>42948</c:v>
                </c:pt>
                <c:pt idx="1451">
                  <c:v>42947</c:v>
                </c:pt>
                <c:pt idx="1452">
                  <c:v>42944</c:v>
                </c:pt>
                <c:pt idx="1453">
                  <c:v>42943</c:v>
                </c:pt>
                <c:pt idx="1454">
                  <c:v>42942</c:v>
                </c:pt>
                <c:pt idx="1455">
                  <c:v>42941</c:v>
                </c:pt>
                <c:pt idx="1456">
                  <c:v>42940</c:v>
                </c:pt>
                <c:pt idx="1457">
                  <c:v>42937</c:v>
                </c:pt>
                <c:pt idx="1458">
                  <c:v>42936</c:v>
                </c:pt>
                <c:pt idx="1459">
                  <c:v>42935</c:v>
                </c:pt>
                <c:pt idx="1460">
                  <c:v>42934</c:v>
                </c:pt>
                <c:pt idx="1461">
                  <c:v>42933</c:v>
                </c:pt>
                <c:pt idx="1462">
                  <c:v>42930</c:v>
                </c:pt>
                <c:pt idx="1463">
                  <c:v>42929</c:v>
                </c:pt>
                <c:pt idx="1464">
                  <c:v>42928</c:v>
                </c:pt>
                <c:pt idx="1465">
                  <c:v>42927</c:v>
                </c:pt>
                <c:pt idx="1466">
                  <c:v>42926</c:v>
                </c:pt>
                <c:pt idx="1467">
                  <c:v>42923</c:v>
                </c:pt>
                <c:pt idx="1468">
                  <c:v>42922</c:v>
                </c:pt>
                <c:pt idx="1469">
                  <c:v>42921</c:v>
                </c:pt>
                <c:pt idx="1470">
                  <c:v>42920</c:v>
                </c:pt>
                <c:pt idx="1471">
                  <c:v>42919</c:v>
                </c:pt>
                <c:pt idx="1472">
                  <c:v>42916</c:v>
                </c:pt>
                <c:pt idx="1473">
                  <c:v>42915</c:v>
                </c:pt>
                <c:pt idx="1474">
                  <c:v>42914</c:v>
                </c:pt>
                <c:pt idx="1475">
                  <c:v>42913</c:v>
                </c:pt>
                <c:pt idx="1476">
                  <c:v>42912</c:v>
                </c:pt>
                <c:pt idx="1477">
                  <c:v>42909</c:v>
                </c:pt>
                <c:pt idx="1478">
                  <c:v>42908</c:v>
                </c:pt>
                <c:pt idx="1479">
                  <c:v>42907</c:v>
                </c:pt>
                <c:pt idx="1480">
                  <c:v>42906</c:v>
                </c:pt>
                <c:pt idx="1481">
                  <c:v>42905</c:v>
                </c:pt>
                <c:pt idx="1482">
                  <c:v>42902</c:v>
                </c:pt>
                <c:pt idx="1483">
                  <c:v>42901</c:v>
                </c:pt>
                <c:pt idx="1484">
                  <c:v>42900</c:v>
                </c:pt>
                <c:pt idx="1485">
                  <c:v>42899</c:v>
                </c:pt>
                <c:pt idx="1486">
                  <c:v>42898</c:v>
                </c:pt>
                <c:pt idx="1487">
                  <c:v>42895</c:v>
                </c:pt>
                <c:pt idx="1488">
                  <c:v>42894</c:v>
                </c:pt>
                <c:pt idx="1489">
                  <c:v>42893</c:v>
                </c:pt>
                <c:pt idx="1490">
                  <c:v>42892</c:v>
                </c:pt>
                <c:pt idx="1491">
                  <c:v>42891</c:v>
                </c:pt>
                <c:pt idx="1492">
                  <c:v>42888</c:v>
                </c:pt>
                <c:pt idx="1493">
                  <c:v>42887</c:v>
                </c:pt>
                <c:pt idx="1494">
                  <c:v>42886</c:v>
                </c:pt>
                <c:pt idx="1495">
                  <c:v>42882</c:v>
                </c:pt>
                <c:pt idx="1496">
                  <c:v>42881</c:v>
                </c:pt>
                <c:pt idx="1497">
                  <c:v>42880</c:v>
                </c:pt>
                <c:pt idx="1498">
                  <c:v>42879</c:v>
                </c:pt>
                <c:pt idx="1499">
                  <c:v>42878</c:v>
                </c:pt>
                <c:pt idx="1500">
                  <c:v>42877</c:v>
                </c:pt>
                <c:pt idx="1501">
                  <c:v>42874</c:v>
                </c:pt>
                <c:pt idx="1502">
                  <c:v>42873</c:v>
                </c:pt>
                <c:pt idx="1503">
                  <c:v>42872</c:v>
                </c:pt>
                <c:pt idx="1504">
                  <c:v>42871</c:v>
                </c:pt>
                <c:pt idx="1505">
                  <c:v>42870</c:v>
                </c:pt>
                <c:pt idx="1506">
                  <c:v>42867</c:v>
                </c:pt>
                <c:pt idx="1507">
                  <c:v>42866</c:v>
                </c:pt>
                <c:pt idx="1508">
                  <c:v>42865</c:v>
                </c:pt>
                <c:pt idx="1509">
                  <c:v>42864</c:v>
                </c:pt>
                <c:pt idx="1510">
                  <c:v>42863</c:v>
                </c:pt>
                <c:pt idx="1511">
                  <c:v>42860</c:v>
                </c:pt>
                <c:pt idx="1512">
                  <c:v>42859</c:v>
                </c:pt>
                <c:pt idx="1513">
                  <c:v>42858</c:v>
                </c:pt>
                <c:pt idx="1514">
                  <c:v>42857</c:v>
                </c:pt>
                <c:pt idx="1515">
                  <c:v>42853</c:v>
                </c:pt>
                <c:pt idx="1516">
                  <c:v>42852</c:v>
                </c:pt>
                <c:pt idx="1517">
                  <c:v>42851</c:v>
                </c:pt>
                <c:pt idx="1518">
                  <c:v>42850</c:v>
                </c:pt>
                <c:pt idx="1519">
                  <c:v>42849</c:v>
                </c:pt>
                <c:pt idx="1520">
                  <c:v>42846</c:v>
                </c:pt>
                <c:pt idx="1521">
                  <c:v>42845</c:v>
                </c:pt>
                <c:pt idx="1522">
                  <c:v>42844</c:v>
                </c:pt>
                <c:pt idx="1523">
                  <c:v>42843</c:v>
                </c:pt>
                <c:pt idx="1524">
                  <c:v>42842</c:v>
                </c:pt>
                <c:pt idx="1525">
                  <c:v>42839</c:v>
                </c:pt>
                <c:pt idx="1526">
                  <c:v>42838</c:v>
                </c:pt>
                <c:pt idx="1527">
                  <c:v>42837</c:v>
                </c:pt>
                <c:pt idx="1528">
                  <c:v>42836</c:v>
                </c:pt>
                <c:pt idx="1529">
                  <c:v>42835</c:v>
                </c:pt>
                <c:pt idx="1530">
                  <c:v>42832</c:v>
                </c:pt>
                <c:pt idx="1531">
                  <c:v>42831</c:v>
                </c:pt>
                <c:pt idx="1532">
                  <c:v>42830</c:v>
                </c:pt>
                <c:pt idx="1533">
                  <c:v>42826</c:v>
                </c:pt>
                <c:pt idx="1534">
                  <c:v>42825</c:v>
                </c:pt>
                <c:pt idx="1535">
                  <c:v>42824</c:v>
                </c:pt>
                <c:pt idx="1536">
                  <c:v>42823</c:v>
                </c:pt>
                <c:pt idx="1537">
                  <c:v>42822</c:v>
                </c:pt>
                <c:pt idx="1538">
                  <c:v>42821</c:v>
                </c:pt>
                <c:pt idx="1539">
                  <c:v>42818</c:v>
                </c:pt>
                <c:pt idx="1540">
                  <c:v>42817</c:v>
                </c:pt>
                <c:pt idx="1541">
                  <c:v>42816</c:v>
                </c:pt>
                <c:pt idx="1542">
                  <c:v>42815</c:v>
                </c:pt>
                <c:pt idx="1543">
                  <c:v>42814</c:v>
                </c:pt>
                <c:pt idx="1544">
                  <c:v>42811</c:v>
                </c:pt>
                <c:pt idx="1545">
                  <c:v>42810</c:v>
                </c:pt>
                <c:pt idx="1546">
                  <c:v>42809</c:v>
                </c:pt>
                <c:pt idx="1547">
                  <c:v>42808</c:v>
                </c:pt>
                <c:pt idx="1548">
                  <c:v>42807</c:v>
                </c:pt>
                <c:pt idx="1549">
                  <c:v>42804</c:v>
                </c:pt>
                <c:pt idx="1550">
                  <c:v>42803</c:v>
                </c:pt>
                <c:pt idx="1551">
                  <c:v>42802</c:v>
                </c:pt>
                <c:pt idx="1552">
                  <c:v>42801</c:v>
                </c:pt>
                <c:pt idx="1553">
                  <c:v>42800</c:v>
                </c:pt>
                <c:pt idx="1554">
                  <c:v>42797</c:v>
                </c:pt>
                <c:pt idx="1555">
                  <c:v>42796</c:v>
                </c:pt>
                <c:pt idx="1556">
                  <c:v>42795</c:v>
                </c:pt>
                <c:pt idx="1557">
                  <c:v>42794</c:v>
                </c:pt>
                <c:pt idx="1558">
                  <c:v>42793</c:v>
                </c:pt>
                <c:pt idx="1559">
                  <c:v>42790</c:v>
                </c:pt>
                <c:pt idx="1560">
                  <c:v>42789</c:v>
                </c:pt>
                <c:pt idx="1561">
                  <c:v>42788</c:v>
                </c:pt>
                <c:pt idx="1562">
                  <c:v>42787</c:v>
                </c:pt>
                <c:pt idx="1563">
                  <c:v>42786</c:v>
                </c:pt>
                <c:pt idx="1564">
                  <c:v>42783</c:v>
                </c:pt>
                <c:pt idx="1565">
                  <c:v>42782</c:v>
                </c:pt>
                <c:pt idx="1566">
                  <c:v>42781</c:v>
                </c:pt>
                <c:pt idx="1567">
                  <c:v>42780</c:v>
                </c:pt>
                <c:pt idx="1568">
                  <c:v>42779</c:v>
                </c:pt>
                <c:pt idx="1569">
                  <c:v>42776</c:v>
                </c:pt>
                <c:pt idx="1570">
                  <c:v>42775</c:v>
                </c:pt>
                <c:pt idx="1571">
                  <c:v>42774</c:v>
                </c:pt>
                <c:pt idx="1572">
                  <c:v>42773</c:v>
                </c:pt>
                <c:pt idx="1573">
                  <c:v>42772</c:v>
                </c:pt>
                <c:pt idx="1574">
                  <c:v>42770</c:v>
                </c:pt>
                <c:pt idx="1575">
                  <c:v>42769</c:v>
                </c:pt>
                <c:pt idx="1576">
                  <c:v>42761</c:v>
                </c:pt>
                <c:pt idx="1577">
                  <c:v>42760</c:v>
                </c:pt>
                <c:pt idx="1578">
                  <c:v>42759</c:v>
                </c:pt>
                <c:pt idx="1579">
                  <c:v>42758</c:v>
                </c:pt>
                <c:pt idx="1580">
                  <c:v>42757</c:v>
                </c:pt>
                <c:pt idx="1581">
                  <c:v>42755</c:v>
                </c:pt>
                <c:pt idx="1582">
                  <c:v>42754</c:v>
                </c:pt>
                <c:pt idx="1583">
                  <c:v>42753</c:v>
                </c:pt>
                <c:pt idx="1584">
                  <c:v>42752</c:v>
                </c:pt>
                <c:pt idx="1585">
                  <c:v>42751</c:v>
                </c:pt>
                <c:pt idx="1586">
                  <c:v>42748</c:v>
                </c:pt>
                <c:pt idx="1587">
                  <c:v>42747</c:v>
                </c:pt>
                <c:pt idx="1588">
                  <c:v>42746</c:v>
                </c:pt>
                <c:pt idx="1589">
                  <c:v>42745</c:v>
                </c:pt>
                <c:pt idx="1590">
                  <c:v>42744</c:v>
                </c:pt>
                <c:pt idx="1591">
                  <c:v>42741</c:v>
                </c:pt>
                <c:pt idx="1592">
                  <c:v>42740</c:v>
                </c:pt>
                <c:pt idx="1593">
                  <c:v>42739</c:v>
                </c:pt>
                <c:pt idx="1594">
                  <c:v>42738</c:v>
                </c:pt>
                <c:pt idx="1595">
                  <c:v>42734</c:v>
                </c:pt>
                <c:pt idx="1596">
                  <c:v>42733</c:v>
                </c:pt>
                <c:pt idx="1597">
                  <c:v>42732</c:v>
                </c:pt>
                <c:pt idx="1598">
                  <c:v>42731</c:v>
                </c:pt>
                <c:pt idx="1599">
                  <c:v>42730</c:v>
                </c:pt>
                <c:pt idx="1600">
                  <c:v>42727</c:v>
                </c:pt>
                <c:pt idx="1601">
                  <c:v>42726</c:v>
                </c:pt>
                <c:pt idx="1602">
                  <c:v>42725</c:v>
                </c:pt>
                <c:pt idx="1603">
                  <c:v>42724</c:v>
                </c:pt>
                <c:pt idx="1604">
                  <c:v>42723</c:v>
                </c:pt>
                <c:pt idx="1605">
                  <c:v>42720</c:v>
                </c:pt>
                <c:pt idx="1606">
                  <c:v>42719</c:v>
                </c:pt>
                <c:pt idx="1607">
                  <c:v>42718</c:v>
                </c:pt>
                <c:pt idx="1608">
                  <c:v>42717</c:v>
                </c:pt>
                <c:pt idx="1609">
                  <c:v>42716</c:v>
                </c:pt>
                <c:pt idx="1610">
                  <c:v>42713</c:v>
                </c:pt>
                <c:pt idx="1611">
                  <c:v>42712</c:v>
                </c:pt>
                <c:pt idx="1612">
                  <c:v>42711</c:v>
                </c:pt>
                <c:pt idx="1613">
                  <c:v>42710</c:v>
                </c:pt>
                <c:pt idx="1614">
                  <c:v>42709</c:v>
                </c:pt>
                <c:pt idx="1615">
                  <c:v>42706</c:v>
                </c:pt>
                <c:pt idx="1616">
                  <c:v>42705</c:v>
                </c:pt>
                <c:pt idx="1617">
                  <c:v>42704</c:v>
                </c:pt>
                <c:pt idx="1618">
                  <c:v>42703</c:v>
                </c:pt>
                <c:pt idx="1619">
                  <c:v>42702</c:v>
                </c:pt>
                <c:pt idx="1620">
                  <c:v>42699</c:v>
                </c:pt>
                <c:pt idx="1621">
                  <c:v>42698</c:v>
                </c:pt>
                <c:pt idx="1622">
                  <c:v>42697</c:v>
                </c:pt>
                <c:pt idx="1623">
                  <c:v>42696</c:v>
                </c:pt>
                <c:pt idx="1624">
                  <c:v>42695</c:v>
                </c:pt>
                <c:pt idx="1625">
                  <c:v>42692</c:v>
                </c:pt>
                <c:pt idx="1626">
                  <c:v>42691</c:v>
                </c:pt>
                <c:pt idx="1627">
                  <c:v>42690</c:v>
                </c:pt>
                <c:pt idx="1628">
                  <c:v>42689</c:v>
                </c:pt>
                <c:pt idx="1629">
                  <c:v>42688</c:v>
                </c:pt>
                <c:pt idx="1630">
                  <c:v>42685</c:v>
                </c:pt>
                <c:pt idx="1631">
                  <c:v>42684</c:v>
                </c:pt>
                <c:pt idx="1632">
                  <c:v>42683</c:v>
                </c:pt>
                <c:pt idx="1633">
                  <c:v>42682</c:v>
                </c:pt>
                <c:pt idx="1634">
                  <c:v>42681</c:v>
                </c:pt>
                <c:pt idx="1635">
                  <c:v>42678</c:v>
                </c:pt>
                <c:pt idx="1636">
                  <c:v>42677</c:v>
                </c:pt>
                <c:pt idx="1637">
                  <c:v>42676</c:v>
                </c:pt>
                <c:pt idx="1638">
                  <c:v>42675</c:v>
                </c:pt>
                <c:pt idx="1639">
                  <c:v>42674</c:v>
                </c:pt>
                <c:pt idx="1640">
                  <c:v>42671</c:v>
                </c:pt>
                <c:pt idx="1641">
                  <c:v>42670</c:v>
                </c:pt>
                <c:pt idx="1642">
                  <c:v>42669</c:v>
                </c:pt>
                <c:pt idx="1643">
                  <c:v>42668</c:v>
                </c:pt>
                <c:pt idx="1644">
                  <c:v>42667</c:v>
                </c:pt>
                <c:pt idx="1645">
                  <c:v>42664</c:v>
                </c:pt>
                <c:pt idx="1646">
                  <c:v>42663</c:v>
                </c:pt>
                <c:pt idx="1647">
                  <c:v>42662</c:v>
                </c:pt>
                <c:pt idx="1648">
                  <c:v>42661</c:v>
                </c:pt>
                <c:pt idx="1649">
                  <c:v>42660</c:v>
                </c:pt>
                <c:pt idx="1650">
                  <c:v>42657</c:v>
                </c:pt>
                <c:pt idx="1651">
                  <c:v>42656</c:v>
                </c:pt>
                <c:pt idx="1652">
                  <c:v>42655</c:v>
                </c:pt>
                <c:pt idx="1653">
                  <c:v>42654</c:v>
                </c:pt>
                <c:pt idx="1654">
                  <c:v>42653</c:v>
                </c:pt>
                <c:pt idx="1655">
                  <c:v>42652</c:v>
                </c:pt>
                <c:pt idx="1656">
                  <c:v>42651</c:v>
                </c:pt>
                <c:pt idx="1657">
                  <c:v>42643</c:v>
                </c:pt>
                <c:pt idx="1658">
                  <c:v>42642</c:v>
                </c:pt>
                <c:pt idx="1659">
                  <c:v>42641</c:v>
                </c:pt>
                <c:pt idx="1660">
                  <c:v>42640</c:v>
                </c:pt>
                <c:pt idx="1661">
                  <c:v>42639</c:v>
                </c:pt>
                <c:pt idx="1662">
                  <c:v>42636</c:v>
                </c:pt>
                <c:pt idx="1663">
                  <c:v>42635</c:v>
                </c:pt>
                <c:pt idx="1664">
                  <c:v>42634</c:v>
                </c:pt>
                <c:pt idx="1665">
                  <c:v>42633</c:v>
                </c:pt>
                <c:pt idx="1666">
                  <c:v>42632</c:v>
                </c:pt>
                <c:pt idx="1667">
                  <c:v>42631</c:v>
                </c:pt>
                <c:pt idx="1668">
                  <c:v>42627</c:v>
                </c:pt>
                <c:pt idx="1669">
                  <c:v>42626</c:v>
                </c:pt>
                <c:pt idx="1670">
                  <c:v>42625</c:v>
                </c:pt>
                <c:pt idx="1671">
                  <c:v>42622</c:v>
                </c:pt>
                <c:pt idx="1672">
                  <c:v>42621</c:v>
                </c:pt>
                <c:pt idx="1673">
                  <c:v>42620</c:v>
                </c:pt>
                <c:pt idx="1674">
                  <c:v>42619</c:v>
                </c:pt>
                <c:pt idx="1675">
                  <c:v>42618</c:v>
                </c:pt>
                <c:pt idx="1676">
                  <c:v>42615</c:v>
                </c:pt>
                <c:pt idx="1677">
                  <c:v>42614</c:v>
                </c:pt>
                <c:pt idx="1678">
                  <c:v>42613</c:v>
                </c:pt>
                <c:pt idx="1679">
                  <c:v>42612</c:v>
                </c:pt>
                <c:pt idx="1680">
                  <c:v>42611</c:v>
                </c:pt>
                <c:pt idx="1681">
                  <c:v>42608</c:v>
                </c:pt>
                <c:pt idx="1682">
                  <c:v>42607</c:v>
                </c:pt>
                <c:pt idx="1683">
                  <c:v>42606</c:v>
                </c:pt>
                <c:pt idx="1684">
                  <c:v>42605</c:v>
                </c:pt>
                <c:pt idx="1685">
                  <c:v>42604</c:v>
                </c:pt>
                <c:pt idx="1686">
                  <c:v>42601</c:v>
                </c:pt>
                <c:pt idx="1687">
                  <c:v>42600</c:v>
                </c:pt>
                <c:pt idx="1688">
                  <c:v>42599</c:v>
                </c:pt>
                <c:pt idx="1689">
                  <c:v>42598</c:v>
                </c:pt>
                <c:pt idx="1690">
                  <c:v>42597</c:v>
                </c:pt>
                <c:pt idx="1691">
                  <c:v>42594</c:v>
                </c:pt>
                <c:pt idx="1692">
                  <c:v>42593</c:v>
                </c:pt>
                <c:pt idx="1693">
                  <c:v>42592</c:v>
                </c:pt>
                <c:pt idx="1694">
                  <c:v>42591</c:v>
                </c:pt>
                <c:pt idx="1695">
                  <c:v>42590</c:v>
                </c:pt>
                <c:pt idx="1696">
                  <c:v>42587</c:v>
                </c:pt>
                <c:pt idx="1697">
                  <c:v>42586</c:v>
                </c:pt>
                <c:pt idx="1698">
                  <c:v>42585</c:v>
                </c:pt>
                <c:pt idx="1699">
                  <c:v>42584</c:v>
                </c:pt>
                <c:pt idx="1700">
                  <c:v>42583</c:v>
                </c:pt>
                <c:pt idx="1701">
                  <c:v>42580</c:v>
                </c:pt>
                <c:pt idx="1702">
                  <c:v>42579</c:v>
                </c:pt>
                <c:pt idx="1703">
                  <c:v>42578</c:v>
                </c:pt>
                <c:pt idx="1704">
                  <c:v>42577</c:v>
                </c:pt>
                <c:pt idx="1705">
                  <c:v>42576</c:v>
                </c:pt>
                <c:pt idx="1706">
                  <c:v>42573</c:v>
                </c:pt>
                <c:pt idx="1707">
                  <c:v>42572</c:v>
                </c:pt>
                <c:pt idx="1708">
                  <c:v>42571</c:v>
                </c:pt>
                <c:pt idx="1709">
                  <c:v>42570</c:v>
                </c:pt>
                <c:pt idx="1710">
                  <c:v>42569</c:v>
                </c:pt>
                <c:pt idx="1711">
                  <c:v>42566</c:v>
                </c:pt>
                <c:pt idx="1712">
                  <c:v>42565</c:v>
                </c:pt>
                <c:pt idx="1713">
                  <c:v>42564</c:v>
                </c:pt>
                <c:pt idx="1714">
                  <c:v>42563</c:v>
                </c:pt>
                <c:pt idx="1715">
                  <c:v>42562</c:v>
                </c:pt>
                <c:pt idx="1716">
                  <c:v>42559</c:v>
                </c:pt>
                <c:pt idx="1717">
                  <c:v>42558</c:v>
                </c:pt>
                <c:pt idx="1718">
                  <c:v>42557</c:v>
                </c:pt>
                <c:pt idx="1719">
                  <c:v>42556</c:v>
                </c:pt>
                <c:pt idx="1720">
                  <c:v>42555</c:v>
                </c:pt>
                <c:pt idx="1721">
                  <c:v>42552</c:v>
                </c:pt>
                <c:pt idx="1722">
                  <c:v>42551</c:v>
                </c:pt>
                <c:pt idx="1723">
                  <c:v>42550</c:v>
                </c:pt>
                <c:pt idx="1724">
                  <c:v>42549</c:v>
                </c:pt>
                <c:pt idx="1725">
                  <c:v>42548</c:v>
                </c:pt>
                <c:pt idx="1726">
                  <c:v>42545</c:v>
                </c:pt>
                <c:pt idx="1727">
                  <c:v>42544</c:v>
                </c:pt>
                <c:pt idx="1728">
                  <c:v>42543</c:v>
                </c:pt>
                <c:pt idx="1729">
                  <c:v>42542</c:v>
                </c:pt>
                <c:pt idx="1730">
                  <c:v>42541</c:v>
                </c:pt>
                <c:pt idx="1731">
                  <c:v>42538</c:v>
                </c:pt>
                <c:pt idx="1732">
                  <c:v>42537</c:v>
                </c:pt>
                <c:pt idx="1733">
                  <c:v>42536</c:v>
                </c:pt>
                <c:pt idx="1734">
                  <c:v>42535</c:v>
                </c:pt>
                <c:pt idx="1735">
                  <c:v>42534</c:v>
                </c:pt>
                <c:pt idx="1736">
                  <c:v>42533</c:v>
                </c:pt>
                <c:pt idx="1737">
                  <c:v>42529</c:v>
                </c:pt>
                <c:pt idx="1738">
                  <c:v>42528</c:v>
                </c:pt>
                <c:pt idx="1739">
                  <c:v>42527</c:v>
                </c:pt>
                <c:pt idx="1740">
                  <c:v>42524</c:v>
                </c:pt>
                <c:pt idx="1741">
                  <c:v>42523</c:v>
                </c:pt>
                <c:pt idx="1742">
                  <c:v>42522</c:v>
                </c:pt>
                <c:pt idx="1743">
                  <c:v>42521</c:v>
                </c:pt>
                <c:pt idx="1744">
                  <c:v>42520</c:v>
                </c:pt>
                <c:pt idx="1745">
                  <c:v>42517</c:v>
                </c:pt>
                <c:pt idx="1746">
                  <c:v>42516</c:v>
                </c:pt>
                <c:pt idx="1747">
                  <c:v>42515</c:v>
                </c:pt>
                <c:pt idx="1748">
                  <c:v>42514</c:v>
                </c:pt>
                <c:pt idx="1749">
                  <c:v>42513</c:v>
                </c:pt>
                <c:pt idx="1750">
                  <c:v>42510</c:v>
                </c:pt>
                <c:pt idx="1751">
                  <c:v>42509</c:v>
                </c:pt>
                <c:pt idx="1752">
                  <c:v>42508</c:v>
                </c:pt>
                <c:pt idx="1753">
                  <c:v>42507</c:v>
                </c:pt>
                <c:pt idx="1754">
                  <c:v>42506</c:v>
                </c:pt>
                <c:pt idx="1755">
                  <c:v>42503</c:v>
                </c:pt>
                <c:pt idx="1756">
                  <c:v>42502</c:v>
                </c:pt>
                <c:pt idx="1757">
                  <c:v>42501</c:v>
                </c:pt>
                <c:pt idx="1758">
                  <c:v>42500</c:v>
                </c:pt>
                <c:pt idx="1759">
                  <c:v>42499</c:v>
                </c:pt>
                <c:pt idx="1760">
                  <c:v>42496</c:v>
                </c:pt>
                <c:pt idx="1761">
                  <c:v>42495</c:v>
                </c:pt>
                <c:pt idx="1762">
                  <c:v>42494</c:v>
                </c:pt>
                <c:pt idx="1763">
                  <c:v>42493</c:v>
                </c:pt>
                <c:pt idx="1764">
                  <c:v>42489</c:v>
                </c:pt>
                <c:pt idx="1765">
                  <c:v>42488</c:v>
                </c:pt>
                <c:pt idx="1766">
                  <c:v>42487</c:v>
                </c:pt>
                <c:pt idx="1767">
                  <c:v>42486</c:v>
                </c:pt>
                <c:pt idx="1768">
                  <c:v>42485</c:v>
                </c:pt>
                <c:pt idx="1769">
                  <c:v>42482</c:v>
                </c:pt>
                <c:pt idx="1770">
                  <c:v>42481</c:v>
                </c:pt>
                <c:pt idx="1771">
                  <c:v>42480</c:v>
                </c:pt>
                <c:pt idx="1772">
                  <c:v>42479</c:v>
                </c:pt>
                <c:pt idx="1773">
                  <c:v>42478</c:v>
                </c:pt>
                <c:pt idx="1774">
                  <c:v>42475</c:v>
                </c:pt>
                <c:pt idx="1775">
                  <c:v>42474</c:v>
                </c:pt>
                <c:pt idx="1776">
                  <c:v>42473</c:v>
                </c:pt>
                <c:pt idx="1777">
                  <c:v>42472</c:v>
                </c:pt>
                <c:pt idx="1778">
                  <c:v>42471</c:v>
                </c:pt>
                <c:pt idx="1779">
                  <c:v>42468</c:v>
                </c:pt>
                <c:pt idx="1780">
                  <c:v>42467</c:v>
                </c:pt>
                <c:pt idx="1781">
                  <c:v>42466</c:v>
                </c:pt>
                <c:pt idx="1782">
                  <c:v>42465</c:v>
                </c:pt>
                <c:pt idx="1783">
                  <c:v>42461</c:v>
                </c:pt>
                <c:pt idx="1784">
                  <c:v>42460</c:v>
                </c:pt>
                <c:pt idx="1785">
                  <c:v>42459</c:v>
                </c:pt>
                <c:pt idx="1786">
                  <c:v>42458</c:v>
                </c:pt>
                <c:pt idx="1787">
                  <c:v>42457</c:v>
                </c:pt>
                <c:pt idx="1788">
                  <c:v>42454</c:v>
                </c:pt>
                <c:pt idx="1789">
                  <c:v>42453</c:v>
                </c:pt>
                <c:pt idx="1790">
                  <c:v>42452</c:v>
                </c:pt>
                <c:pt idx="1791">
                  <c:v>42451</c:v>
                </c:pt>
                <c:pt idx="1792">
                  <c:v>42450</c:v>
                </c:pt>
                <c:pt idx="1793">
                  <c:v>42447</c:v>
                </c:pt>
                <c:pt idx="1794">
                  <c:v>42446</c:v>
                </c:pt>
                <c:pt idx="1795">
                  <c:v>42445</c:v>
                </c:pt>
                <c:pt idx="1796">
                  <c:v>42444</c:v>
                </c:pt>
                <c:pt idx="1797">
                  <c:v>42443</c:v>
                </c:pt>
                <c:pt idx="1798">
                  <c:v>42440</c:v>
                </c:pt>
                <c:pt idx="1799">
                  <c:v>42439</c:v>
                </c:pt>
                <c:pt idx="1800">
                  <c:v>42438</c:v>
                </c:pt>
                <c:pt idx="1801">
                  <c:v>42437</c:v>
                </c:pt>
                <c:pt idx="1802">
                  <c:v>42436</c:v>
                </c:pt>
                <c:pt idx="1803">
                  <c:v>42433</c:v>
                </c:pt>
                <c:pt idx="1804">
                  <c:v>42432</c:v>
                </c:pt>
                <c:pt idx="1805">
                  <c:v>42431</c:v>
                </c:pt>
                <c:pt idx="1806">
                  <c:v>42430</c:v>
                </c:pt>
                <c:pt idx="1807">
                  <c:v>42429</c:v>
                </c:pt>
                <c:pt idx="1808">
                  <c:v>42426</c:v>
                </c:pt>
                <c:pt idx="1809">
                  <c:v>42425</c:v>
                </c:pt>
                <c:pt idx="1810">
                  <c:v>42424</c:v>
                </c:pt>
                <c:pt idx="1811">
                  <c:v>42423</c:v>
                </c:pt>
                <c:pt idx="1812">
                  <c:v>42422</c:v>
                </c:pt>
                <c:pt idx="1813">
                  <c:v>42419</c:v>
                </c:pt>
                <c:pt idx="1814">
                  <c:v>42418</c:v>
                </c:pt>
                <c:pt idx="1815">
                  <c:v>42417</c:v>
                </c:pt>
                <c:pt idx="1816">
                  <c:v>42416</c:v>
                </c:pt>
                <c:pt idx="1817">
                  <c:v>42415</c:v>
                </c:pt>
                <c:pt idx="1818">
                  <c:v>42414</c:v>
                </c:pt>
                <c:pt idx="1819">
                  <c:v>42406</c:v>
                </c:pt>
                <c:pt idx="1820">
                  <c:v>42405</c:v>
                </c:pt>
                <c:pt idx="1821">
                  <c:v>42404</c:v>
                </c:pt>
                <c:pt idx="1822">
                  <c:v>42403</c:v>
                </c:pt>
                <c:pt idx="1823">
                  <c:v>42402</c:v>
                </c:pt>
                <c:pt idx="1824">
                  <c:v>42401</c:v>
                </c:pt>
                <c:pt idx="1825">
                  <c:v>42398</c:v>
                </c:pt>
                <c:pt idx="1826">
                  <c:v>42397</c:v>
                </c:pt>
                <c:pt idx="1827">
                  <c:v>42396</c:v>
                </c:pt>
                <c:pt idx="1828">
                  <c:v>42395</c:v>
                </c:pt>
                <c:pt idx="1829">
                  <c:v>42394</c:v>
                </c:pt>
                <c:pt idx="1830">
                  <c:v>42391</c:v>
                </c:pt>
                <c:pt idx="1831">
                  <c:v>42390</c:v>
                </c:pt>
                <c:pt idx="1832">
                  <c:v>42389</c:v>
                </c:pt>
                <c:pt idx="1833">
                  <c:v>42388</c:v>
                </c:pt>
                <c:pt idx="1834">
                  <c:v>42387</c:v>
                </c:pt>
                <c:pt idx="1835">
                  <c:v>42384</c:v>
                </c:pt>
                <c:pt idx="1836">
                  <c:v>42383</c:v>
                </c:pt>
                <c:pt idx="1837">
                  <c:v>42382</c:v>
                </c:pt>
                <c:pt idx="1838">
                  <c:v>42381</c:v>
                </c:pt>
                <c:pt idx="1839">
                  <c:v>42380</c:v>
                </c:pt>
                <c:pt idx="1840">
                  <c:v>42377</c:v>
                </c:pt>
                <c:pt idx="1841">
                  <c:v>42376</c:v>
                </c:pt>
                <c:pt idx="1842">
                  <c:v>42375</c:v>
                </c:pt>
                <c:pt idx="1843">
                  <c:v>42374</c:v>
                </c:pt>
                <c:pt idx="1844">
                  <c:v>42373</c:v>
                </c:pt>
              </c:numCache>
            </c:numRef>
          </c:cat>
          <c:val>
            <c:numRef>
              <c:f>'图49-57'!$B$172:$B$1848</c:f>
              <c:numCache>
                <c:formatCode>General</c:formatCode>
                <c:ptCount val="1677"/>
                <c:pt idx="0">
                  <c:v>9500</c:v>
                </c:pt>
                <c:pt idx="1">
                  <c:v>9500</c:v>
                </c:pt>
                <c:pt idx="2">
                  <c:v>9500</c:v>
                </c:pt>
                <c:pt idx="3">
                  <c:v>9500</c:v>
                </c:pt>
                <c:pt idx="4">
                  <c:v>9500</c:v>
                </c:pt>
                <c:pt idx="5">
                  <c:v>8800</c:v>
                </c:pt>
                <c:pt idx="6">
                  <c:v>8800</c:v>
                </c:pt>
                <c:pt idx="7">
                  <c:v>8800</c:v>
                </c:pt>
                <c:pt idx="8">
                  <c:v>8800</c:v>
                </c:pt>
                <c:pt idx="9">
                  <c:v>8800</c:v>
                </c:pt>
                <c:pt idx="10">
                  <c:v>8800</c:v>
                </c:pt>
                <c:pt idx="11">
                  <c:v>8500</c:v>
                </c:pt>
                <c:pt idx="12">
                  <c:v>8500</c:v>
                </c:pt>
                <c:pt idx="13">
                  <c:v>8500</c:v>
                </c:pt>
                <c:pt idx="14">
                  <c:v>8500</c:v>
                </c:pt>
                <c:pt idx="15">
                  <c:v>8500</c:v>
                </c:pt>
                <c:pt idx="16">
                  <c:v>8500</c:v>
                </c:pt>
                <c:pt idx="17">
                  <c:v>8500</c:v>
                </c:pt>
                <c:pt idx="18">
                  <c:v>8500</c:v>
                </c:pt>
                <c:pt idx="19">
                  <c:v>8500</c:v>
                </c:pt>
                <c:pt idx="20">
                  <c:v>8500</c:v>
                </c:pt>
                <c:pt idx="21">
                  <c:v>8500</c:v>
                </c:pt>
                <c:pt idx="22">
                  <c:v>8500</c:v>
                </c:pt>
                <c:pt idx="23">
                  <c:v>8500</c:v>
                </c:pt>
                <c:pt idx="24">
                  <c:v>8500</c:v>
                </c:pt>
                <c:pt idx="25">
                  <c:v>8500</c:v>
                </c:pt>
                <c:pt idx="26">
                  <c:v>8500</c:v>
                </c:pt>
                <c:pt idx="27">
                  <c:v>8000</c:v>
                </c:pt>
                <c:pt idx="28">
                  <c:v>8000</c:v>
                </c:pt>
                <c:pt idx="29">
                  <c:v>8000</c:v>
                </c:pt>
                <c:pt idx="30">
                  <c:v>8000</c:v>
                </c:pt>
                <c:pt idx="31">
                  <c:v>8000</c:v>
                </c:pt>
                <c:pt idx="32">
                  <c:v>8000</c:v>
                </c:pt>
                <c:pt idx="33">
                  <c:v>8000</c:v>
                </c:pt>
                <c:pt idx="34">
                  <c:v>8000</c:v>
                </c:pt>
                <c:pt idx="35">
                  <c:v>8000</c:v>
                </c:pt>
                <c:pt idx="36">
                  <c:v>8000</c:v>
                </c:pt>
                <c:pt idx="37">
                  <c:v>8000</c:v>
                </c:pt>
                <c:pt idx="38">
                  <c:v>8500</c:v>
                </c:pt>
                <c:pt idx="39">
                  <c:v>8500</c:v>
                </c:pt>
                <c:pt idx="40">
                  <c:v>8500</c:v>
                </c:pt>
                <c:pt idx="41">
                  <c:v>8500</c:v>
                </c:pt>
                <c:pt idx="42">
                  <c:v>8500</c:v>
                </c:pt>
                <c:pt idx="43">
                  <c:v>8500</c:v>
                </c:pt>
                <c:pt idx="44">
                  <c:v>8500</c:v>
                </c:pt>
                <c:pt idx="45">
                  <c:v>8500</c:v>
                </c:pt>
                <c:pt idx="46">
                  <c:v>8500</c:v>
                </c:pt>
                <c:pt idx="47">
                  <c:v>8500</c:v>
                </c:pt>
                <c:pt idx="48">
                  <c:v>8500</c:v>
                </c:pt>
                <c:pt idx="49">
                  <c:v>9600</c:v>
                </c:pt>
                <c:pt idx="50">
                  <c:v>9600</c:v>
                </c:pt>
                <c:pt idx="51">
                  <c:v>9600</c:v>
                </c:pt>
                <c:pt idx="52">
                  <c:v>9600</c:v>
                </c:pt>
                <c:pt idx="53">
                  <c:v>10500</c:v>
                </c:pt>
                <c:pt idx="54">
                  <c:v>10500</c:v>
                </c:pt>
                <c:pt idx="55">
                  <c:v>10500</c:v>
                </c:pt>
                <c:pt idx="56">
                  <c:v>10500</c:v>
                </c:pt>
                <c:pt idx="57">
                  <c:v>10500</c:v>
                </c:pt>
                <c:pt idx="58">
                  <c:v>10500</c:v>
                </c:pt>
                <c:pt idx="59">
                  <c:v>10500</c:v>
                </c:pt>
                <c:pt idx="60">
                  <c:v>10500</c:v>
                </c:pt>
                <c:pt idx="61">
                  <c:v>10500</c:v>
                </c:pt>
                <c:pt idx="62">
                  <c:v>10500</c:v>
                </c:pt>
                <c:pt idx="63">
                  <c:v>10500</c:v>
                </c:pt>
                <c:pt idx="64">
                  <c:v>10500</c:v>
                </c:pt>
                <c:pt idx="65">
                  <c:v>10500</c:v>
                </c:pt>
                <c:pt idx="66">
                  <c:v>10500</c:v>
                </c:pt>
                <c:pt idx="67">
                  <c:v>10500</c:v>
                </c:pt>
                <c:pt idx="68">
                  <c:v>10500</c:v>
                </c:pt>
                <c:pt idx="69">
                  <c:v>10500</c:v>
                </c:pt>
                <c:pt idx="70">
                  <c:v>11000</c:v>
                </c:pt>
                <c:pt idx="71">
                  <c:v>11000</c:v>
                </c:pt>
                <c:pt idx="72">
                  <c:v>11000</c:v>
                </c:pt>
                <c:pt idx="73">
                  <c:v>11000</c:v>
                </c:pt>
                <c:pt idx="74">
                  <c:v>11000</c:v>
                </c:pt>
                <c:pt idx="75">
                  <c:v>11000</c:v>
                </c:pt>
                <c:pt idx="76">
                  <c:v>12000</c:v>
                </c:pt>
                <c:pt idx="77">
                  <c:v>12000</c:v>
                </c:pt>
                <c:pt idx="78">
                  <c:v>12000</c:v>
                </c:pt>
                <c:pt idx="79">
                  <c:v>12000</c:v>
                </c:pt>
                <c:pt idx="80">
                  <c:v>12000</c:v>
                </c:pt>
                <c:pt idx="81">
                  <c:v>12000</c:v>
                </c:pt>
                <c:pt idx="82">
                  <c:v>12000</c:v>
                </c:pt>
                <c:pt idx="83">
                  <c:v>12000</c:v>
                </c:pt>
                <c:pt idx="84">
                  <c:v>12000</c:v>
                </c:pt>
                <c:pt idx="85">
                  <c:v>12000</c:v>
                </c:pt>
                <c:pt idx="86">
                  <c:v>12000</c:v>
                </c:pt>
                <c:pt idx="87">
                  <c:v>12000</c:v>
                </c:pt>
                <c:pt idx="88">
                  <c:v>12000</c:v>
                </c:pt>
                <c:pt idx="89">
                  <c:v>12000</c:v>
                </c:pt>
                <c:pt idx="90">
                  <c:v>12000</c:v>
                </c:pt>
                <c:pt idx="91">
                  <c:v>12000</c:v>
                </c:pt>
                <c:pt idx="92">
                  <c:v>12000</c:v>
                </c:pt>
                <c:pt idx="93">
                  <c:v>12000</c:v>
                </c:pt>
                <c:pt idx="94">
                  <c:v>12000</c:v>
                </c:pt>
                <c:pt idx="95">
                  <c:v>12000</c:v>
                </c:pt>
                <c:pt idx="96">
                  <c:v>12000</c:v>
                </c:pt>
                <c:pt idx="97">
                  <c:v>12000</c:v>
                </c:pt>
                <c:pt idx="98">
                  <c:v>11000</c:v>
                </c:pt>
                <c:pt idx="99">
                  <c:v>11000</c:v>
                </c:pt>
                <c:pt idx="100">
                  <c:v>11000</c:v>
                </c:pt>
                <c:pt idx="101">
                  <c:v>11000</c:v>
                </c:pt>
                <c:pt idx="102">
                  <c:v>11000</c:v>
                </c:pt>
                <c:pt idx="103">
                  <c:v>11000</c:v>
                </c:pt>
                <c:pt idx="104">
                  <c:v>11000</c:v>
                </c:pt>
                <c:pt idx="105">
                  <c:v>11000</c:v>
                </c:pt>
                <c:pt idx="106">
                  <c:v>11000</c:v>
                </c:pt>
                <c:pt idx="107">
                  <c:v>11000</c:v>
                </c:pt>
                <c:pt idx="108">
                  <c:v>11000</c:v>
                </c:pt>
                <c:pt idx="109">
                  <c:v>11000</c:v>
                </c:pt>
                <c:pt idx="110">
                  <c:v>11000</c:v>
                </c:pt>
                <c:pt idx="111">
                  <c:v>11000</c:v>
                </c:pt>
                <c:pt idx="112">
                  <c:v>11000</c:v>
                </c:pt>
                <c:pt idx="113">
                  <c:v>11000</c:v>
                </c:pt>
                <c:pt idx="114">
                  <c:v>11000</c:v>
                </c:pt>
                <c:pt idx="115">
                  <c:v>11000</c:v>
                </c:pt>
                <c:pt idx="116">
                  <c:v>11000</c:v>
                </c:pt>
                <c:pt idx="117">
                  <c:v>11000</c:v>
                </c:pt>
                <c:pt idx="118">
                  <c:v>11000</c:v>
                </c:pt>
                <c:pt idx="119">
                  <c:v>11000</c:v>
                </c:pt>
                <c:pt idx="120">
                  <c:v>11000</c:v>
                </c:pt>
                <c:pt idx="121">
                  <c:v>11000</c:v>
                </c:pt>
                <c:pt idx="122">
                  <c:v>11000</c:v>
                </c:pt>
                <c:pt idx="123">
                  <c:v>11000</c:v>
                </c:pt>
                <c:pt idx="124">
                  <c:v>11000</c:v>
                </c:pt>
                <c:pt idx="125">
                  <c:v>11000</c:v>
                </c:pt>
                <c:pt idx="126">
                  <c:v>11000</c:v>
                </c:pt>
                <c:pt idx="127">
                  <c:v>11000</c:v>
                </c:pt>
                <c:pt idx="128">
                  <c:v>11000</c:v>
                </c:pt>
                <c:pt idx="129">
                  <c:v>11000</c:v>
                </c:pt>
                <c:pt idx="130">
                  <c:v>11000</c:v>
                </c:pt>
                <c:pt idx="131">
                  <c:v>11000</c:v>
                </c:pt>
                <c:pt idx="132">
                  <c:v>11000</c:v>
                </c:pt>
                <c:pt idx="133">
                  <c:v>11000</c:v>
                </c:pt>
                <c:pt idx="134">
                  <c:v>11000</c:v>
                </c:pt>
                <c:pt idx="135">
                  <c:v>11000</c:v>
                </c:pt>
                <c:pt idx="136">
                  <c:v>11000</c:v>
                </c:pt>
                <c:pt idx="137">
                  <c:v>11000</c:v>
                </c:pt>
                <c:pt idx="138">
                  <c:v>11000</c:v>
                </c:pt>
                <c:pt idx="139">
                  <c:v>11000</c:v>
                </c:pt>
                <c:pt idx="140">
                  <c:v>11000</c:v>
                </c:pt>
                <c:pt idx="141">
                  <c:v>11000</c:v>
                </c:pt>
                <c:pt idx="142">
                  <c:v>11000</c:v>
                </c:pt>
                <c:pt idx="143">
                  <c:v>11000</c:v>
                </c:pt>
                <c:pt idx="144">
                  <c:v>11000</c:v>
                </c:pt>
                <c:pt idx="145">
                  <c:v>11000</c:v>
                </c:pt>
                <c:pt idx="146">
                  <c:v>11000</c:v>
                </c:pt>
                <c:pt idx="147">
                  <c:v>11000</c:v>
                </c:pt>
                <c:pt idx="148">
                  <c:v>11000</c:v>
                </c:pt>
                <c:pt idx="149">
                  <c:v>11000</c:v>
                </c:pt>
                <c:pt idx="150">
                  <c:v>11000</c:v>
                </c:pt>
                <c:pt idx="151">
                  <c:v>11000</c:v>
                </c:pt>
                <c:pt idx="152">
                  <c:v>11000</c:v>
                </c:pt>
                <c:pt idx="153">
                  <c:v>11000</c:v>
                </c:pt>
                <c:pt idx="154">
                  <c:v>11000</c:v>
                </c:pt>
                <c:pt idx="155">
                  <c:v>11000</c:v>
                </c:pt>
                <c:pt idx="156">
                  <c:v>11000</c:v>
                </c:pt>
                <c:pt idx="157">
                  <c:v>11000</c:v>
                </c:pt>
                <c:pt idx="158">
                  <c:v>11000</c:v>
                </c:pt>
                <c:pt idx="159">
                  <c:v>11000</c:v>
                </c:pt>
                <c:pt idx="160">
                  <c:v>11000</c:v>
                </c:pt>
                <c:pt idx="161">
                  <c:v>11000</c:v>
                </c:pt>
                <c:pt idx="162">
                  <c:v>11000</c:v>
                </c:pt>
                <c:pt idx="163">
                  <c:v>11000</c:v>
                </c:pt>
                <c:pt idx="164">
                  <c:v>11000</c:v>
                </c:pt>
                <c:pt idx="165">
                  <c:v>11000</c:v>
                </c:pt>
                <c:pt idx="166">
                  <c:v>11000</c:v>
                </c:pt>
                <c:pt idx="167">
                  <c:v>11000</c:v>
                </c:pt>
                <c:pt idx="168">
                  <c:v>11000</c:v>
                </c:pt>
                <c:pt idx="169">
                  <c:v>11000</c:v>
                </c:pt>
                <c:pt idx="170">
                  <c:v>11000</c:v>
                </c:pt>
                <c:pt idx="171">
                  <c:v>11000</c:v>
                </c:pt>
                <c:pt idx="172">
                  <c:v>11000</c:v>
                </c:pt>
                <c:pt idx="173">
                  <c:v>11000</c:v>
                </c:pt>
                <c:pt idx="174">
                  <c:v>11000</c:v>
                </c:pt>
                <c:pt idx="175">
                  <c:v>11000</c:v>
                </c:pt>
                <c:pt idx="176">
                  <c:v>10500</c:v>
                </c:pt>
                <c:pt idx="177">
                  <c:v>10500</c:v>
                </c:pt>
                <c:pt idx="178">
                  <c:v>10500</c:v>
                </c:pt>
                <c:pt idx="179">
                  <c:v>11000</c:v>
                </c:pt>
                <c:pt idx="180">
                  <c:v>11000</c:v>
                </c:pt>
                <c:pt idx="181">
                  <c:v>11000</c:v>
                </c:pt>
                <c:pt idx="182">
                  <c:v>11000</c:v>
                </c:pt>
                <c:pt idx="183">
                  <c:v>11000</c:v>
                </c:pt>
                <c:pt idx="184">
                  <c:v>11000</c:v>
                </c:pt>
                <c:pt idx="185">
                  <c:v>11000</c:v>
                </c:pt>
                <c:pt idx="186">
                  <c:v>11000</c:v>
                </c:pt>
                <c:pt idx="187">
                  <c:v>11000</c:v>
                </c:pt>
                <c:pt idx="188">
                  <c:v>11000</c:v>
                </c:pt>
                <c:pt idx="189">
                  <c:v>11000</c:v>
                </c:pt>
                <c:pt idx="190">
                  <c:v>11000</c:v>
                </c:pt>
                <c:pt idx="191">
                  <c:v>11000</c:v>
                </c:pt>
                <c:pt idx="192">
                  <c:v>11000</c:v>
                </c:pt>
                <c:pt idx="193">
                  <c:v>11000</c:v>
                </c:pt>
                <c:pt idx="194">
                  <c:v>11000</c:v>
                </c:pt>
                <c:pt idx="195">
                  <c:v>11000</c:v>
                </c:pt>
                <c:pt idx="196">
                  <c:v>11000</c:v>
                </c:pt>
                <c:pt idx="197">
                  <c:v>11000</c:v>
                </c:pt>
                <c:pt idx="198">
                  <c:v>11000</c:v>
                </c:pt>
                <c:pt idx="199">
                  <c:v>11000</c:v>
                </c:pt>
                <c:pt idx="200">
                  <c:v>11000</c:v>
                </c:pt>
                <c:pt idx="201">
                  <c:v>11000</c:v>
                </c:pt>
                <c:pt idx="202">
                  <c:v>13000</c:v>
                </c:pt>
                <c:pt idx="203">
                  <c:v>13000</c:v>
                </c:pt>
                <c:pt idx="204">
                  <c:v>13000</c:v>
                </c:pt>
                <c:pt idx="205">
                  <c:v>13000</c:v>
                </c:pt>
                <c:pt idx="206">
                  <c:v>13000</c:v>
                </c:pt>
                <c:pt idx="207">
                  <c:v>13000</c:v>
                </c:pt>
                <c:pt idx="208">
                  <c:v>13000</c:v>
                </c:pt>
                <c:pt idx="209">
                  <c:v>13000</c:v>
                </c:pt>
                <c:pt idx="210">
                  <c:v>13000</c:v>
                </c:pt>
                <c:pt idx="211">
                  <c:v>13000</c:v>
                </c:pt>
                <c:pt idx="212">
                  <c:v>13000</c:v>
                </c:pt>
                <c:pt idx="213">
                  <c:v>13000</c:v>
                </c:pt>
                <c:pt idx="214">
                  <c:v>13000</c:v>
                </c:pt>
                <c:pt idx="215">
                  <c:v>13000</c:v>
                </c:pt>
                <c:pt idx="216">
                  <c:v>13000</c:v>
                </c:pt>
                <c:pt idx="217">
                  <c:v>13000</c:v>
                </c:pt>
                <c:pt idx="218">
                  <c:v>13000</c:v>
                </c:pt>
                <c:pt idx="219">
                  <c:v>13000</c:v>
                </c:pt>
                <c:pt idx="220">
                  <c:v>13000</c:v>
                </c:pt>
                <c:pt idx="221">
                  <c:v>13000</c:v>
                </c:pt>
                <c:pt idx="222">
                  <c:v>13000</c:v>
                </c:pt>
                <c:pt idx="223">
                  <c:v>13000</c:v>
                </c:pt>
                <c:pt idx="224">
                  <c:v>13000</c:v>
                </c:pt>
                <c:pt idx="225">
                  <c:v>13000</c:v>
                </c:pt>
                <c:pt idx="226">
                  <c:v>13000</c:v>
                </c:pt>
                <c:pt idx="227">
                  <c:v>13000</c:v>
                </c:pt>
                <c:pt idx="228">
                  <c:v>13000</c:v>
                </c:pt>
                <c:pt idx="229">
                  <c:v>13000</c:v>
                </c:pt>
                <c:pt idx="230">
                  <c:v>13000</c:v>
                </c:pt>
                <c:pt idx="231">
                  <c:v>13000</c:v>
                </c:pt>
                <c:pt idx="232">
                  <c:v>13000</c:v>
                </c:pt>
                <c:pt idx="233">
                  <c:v>13000</c:v>
                </c:pt>
                <c:pt idx="234">
                  <c:v>13000</c:v>
                </c:pt>
                <c:pt idx="235">
                  <c:v>13000</c:v>
                </c:pt>
                <c:pt idx="236">
                  <c:v>13000</c:v>
                </c:pt>
                <c:pt idx="237">
                  <c:v>16000</c:v>
                </c:pt>
                <c:pt idx="238">
                  <c:v>16000</c:v>
                </c:pt>
                <c:pt idx="239">
                  <c:v>16000</c:v>
                </c:pt>
                <c:pt idx="240">
                  <c:v>16000</c:v>
                </c:pt>
                <c:pt idx="241">
                  <c:v>16000</c:v>
                </c:pt>
                <c:pt idx="242">
                  <c:v>16000</c:v>
                </c:pt>
                <c:pt idx="243">
                  <c:v>16000</c:v>
                </c:pt>
                <c:pt idx="244">
                  <c:v>16000</c:v>
                </c:pt>
                <c:pt idx="245">
                  <c:v>16000</c:v>
                </c:pt>
                <c:pt idx="246">
                  <c:v>17500</c:v>
                </c:pt>
                <c:pt idx="247">
                  <c:v>17000</c:v>
                </c:pt>
                <c:pt idx="248">
                  <c:v>16000</c:v>
                </c:pt>
                <c:pt idx="249">
                  <c:v>16000</c:v>
                </c:pt>
                <c:pt idx="250">
                  <c:v>16000</c:v>
                </c:pt>
                <c:pt idx="251">
                  <c:v>15000</c:v>
                </c:pt>
                <c:pt idx="252">
                  <c:v>15000</c:v>
                </c:pt>
                <c:pt idx="253">
                  <c:v>13500</c:v>
                </c:pt>
                <c:pt idx="254">
                  <c:v>13500</c:v>
                </c:pt>
                <c:pt idx="255">
                  <c:v>13500</c:v>
                </c:pt>
                <c:pt idx="256">
                  <c:v>12000</c:v>
                </c:pt>
                <c:pt idx="257">
                  <c:v>12000</c:v>
                </c:pt>
                <c:pt idx="258">
                  <c:v>10000</c:v>
                </c:pt>
                <c:pt idx="259">
                  <c:v>10000</c:v>
                </c:pt>
                <c:pt idx="260">
                  <c:v>10000</c:v>
                </c:pt>
                <c:pt idx="261">
                  <c:v>10000</c:v>
                </c:pt>
                <c:pt idx="262">
                  <c:v>10000</c:v>
                </c:pt>
                <c:pt idx="263">
                  <c:v>10000</c:v>
                </c:pt>
                <c:pt idx="264">
                  <c:v>10000</c:v>
                </c:pt>
                <c:pt idx="265">
                  <c:v>10000</c:v>
                </c:pt>
                <c:pt idx="266">
                  <c:v>10000</c:v>
                </c:pt>
                <c:pt idx="267">
                  <c:v>10000</c:v>
                </c:pt>
                <c:pt idx="268">
                  <c:v>10000</c:v>
                </c:pt>
                <c:pt idx="269">
                  <c:v>10000</c:v>
                </c:pt>
                <c:pt idx="270">
                  <c:v>8500</c:v>
                </c:pt>
                <c:pt idx="271">
                  <c:v>8000</c:v>
                </c:pt>
                <c:pt idx="272">
                  <c:v>8000</c:v>
                </c:pt>
                <c:pt idx="273">
                  <c:v>8000</c:v>
                </c:pt>
                <c:pt idx="274">
                  <c:v>8000</c:v>
                </c:pt>
                <c:pt idx="275">
                  <c:v>7400</c:v>
                </c:pt>
                <c:pt idx="276">
                  <c:v>7400</c:v>
                </c:pt>
                <c:pt idx="277">
                  <c:v>7400</c:v>
                </c:pt>
                <c:pt idx="278">
                  <c:v>7400</c:v>
                </c:pt>
                <c:pt idx="279">
                  <c:v>7400</c:v>
                </c:pt>
                <c:pt idx="280">
                  <c:v>7400</c:v>
                </c:pt>
                <c:pt idx="281">
                  <c:v>7400</c:v>
                </c:pt>
                <c:pt idx="282">
                  <c:v>7400</c:v>
                </c:pt>
                <c:pt idx="283">
                  <c:v>7400</c:v>
                </c:pt>
                <c:pt idx="284">
                  <c:v>7200</c:v>
                </c:pt>
                <c:pt idx="285">
                  <c:v>7200</c:v>
                </c:pt>
                <c:pt idx="286">
                  <c:v>7200</c:v>
                </c:pt>
                <c:pt idx="287">
                  <c:v>7200</c:v>
                </c:pt>
                <c:pt idx="288">
                  <c:v>7200</c:v>
                </c:pt>
                <c:pt idx="289">
                  <c:v>7200</c:v>
                </c:pt>
                <c:pt idx="290">
                  <c:v>7400</c:v>
                </c:pt>
                <c:pt idx="291">
                  <c:v>7400</c:v>
                </c:pt>
                <c:pt idx="292">
                  <c:v>7400</c:v>
                </c:pt>
                <c:pt idx="293">
                  <c:v>7400</c:v>
                </c:pt>
                <c:pt idx="294">
                  <c:v>7400</c:v>
                </c:pt>
                <c:pt idx="295">
                  <c:v>7400</c:v>
                </c:pt>
                <c:pt idx="296">
                  <c:v>7400</c:v>
                </c:pt>
                <c:pt idx="297">
                  <c:v>7400</c:v>
                </c:pt>
                <c:pt idx="298">
                  <c:v>7400</c:v>
                </c:pt>
                <c:pt idx="299">
                  <c:v>7400</c:v>
                </c:pt>
                <c:pt idx="300">
                  <c:v>6000</c:v>
                </c:pt>
                <c:pt idx="301">
                  <c:v>6000</c:v>
                </c:pt>
                <c:pt idx="302">
                  <c:v>6000</c:v>
                </c:pt>
                <c:pt idx="303">
                  <c:v>6000</c:v>
                </c:pt>
                <c:pt idx="304">
                  <c:v>6000</c:v>
                </c:pt>
                <c:pt idx="305">
                  <c:v>6000</c:v>
                </c:pt>
                <c:pt idx="306">
                  <c:v>6000</c:v>
                </c:pt>
                <c:pt idx="307">
                  <c:v>6000</c:v>
                </c:pt>
                <c:pt idx="308">
                  <c:v>6000</c:v>
                </c:pt>
                <c:pt idx="309">
                  <c:v>6000</c:v>
                </c:pt>
                <c:pt idx="310">
                  <c:v>6000</c:v>
                </c:pt>
                <c:pt idx="311">
                  <c:v>6000</c:v>
                </c:pt>
                <c:pt idx="312">
                  <c:v>6000</c:v>
                </c:pt>
                <c:pt idx="313">
                  <c:v>6000</c:v>
                </c:pt>
                <c:pt idx="314">
                  <c:v>6000</c:v>
                </c:pt>
                <c:pt idx="315">
                  <c:v>6000</c:v>
                </c:pt>
                <c:pt idx="316">
                  <c:v>6000</c:v>
                </c:pt>
                <c:pt idx="317">
                  <c:v>6000</c:v>
                </c:pt>
                <c:pt idx="318">
                  <c:v>6000</c:v>
                </c:pt>
                <c:pt idx="319">
                  <c:v>6000</c:v>
                </c:pt>
                <c:pt idx="320">
                  <c:v>6000</c:v>
                </c:pt>
                <c:pt idx="321">
                  <c:v>6000</c:v>
                </c:pt>
                <c:pt idx="322">
                  <c:v>6000</c:v>
                </c:pt>
                <c:pt idx="323">
                  <c:v>6000</c:v>
                </c:pt>
                <c:pt idx="324">
                  <c:v>6000</c:v>
                </c:pt>
                <c:pt idx="325">
                  <c:v>6000</c:v>
                </c:pt>
                <c:pt idx="326">
                  <c:v>6000</c:v>
                </c:pt>
                <c:pt idx="327">
                  <c:v>6000</c:v>
                </c:pt>
                <c:pt idx="328">
                  <c:v>6000</c:v>
                </c:pt>
                <c:pt idx="329">
                  <c:v>6000</c:v>
                </c:pt>
                <c:pt idx="330">
                  <c:v>6000</c:v>
                </c:pt>
                <c:pt idx="331">
                  <c:v>6000</c:v>
                </c:pt>
                <c:pt idx="332">
                  <c:v>6000</c:v>
                </c:pt>
                <c:pt idx="333">
                  <c:v>6000</c:v>
                </c:pt>
                <c:pt idx="334">
                  <c:v>6000</c:v>
                </c:pt>
                <c:pt idx="335">
                  <c:v>6000</c:v>
                </c:pt>
                <c:pt idx="336">
                  <c:v>5000</c:v>
                </c:pt>
                <c:pt idx="337">
                  <c:v>5000</c:v>
                </c:pt>
                <c:pt idx="338">
                  <c:v>5000</c:v>
                </c:pt>
                <c:pt idx="339">
                  <c:v>5000</c:v>
                </c:pt>
                <c:pt idx="340">
                  <c:v>5000</c:v>
                </c:pt>
                <c:pt idx="341">
                  <c:v>5000</c:v>
                </c:pt>
                <c:pt idx="342">
                  <c:v>5000</c:v>
                </c:pt>
                <c:pt idx="343">
                  <c:v>5000</c:v>
                </c:pt>
                <c:pt idx="344">
                  <c:v>5000</c:v>
                </c:pt>
                <c:pt idx="345">
                  <c:v>5000</c:v>
                </c:pt>
                <c:pt idx="346">
                  <c:v>5000</c:v>
                </c:pt>
                <c:pt idx="347">
                  <c:v>5000</c:v>
                </c:pt>
                <c:pt idx="348">
                  <c:v>5000</c:v>
                </c:pt>
                <c:pt idx="349">
                  <c:v>5000</c:v>
                </c:pt>
                <c:pt idx="350">
                  <c:v>5000</c:v>
                </c:pt>
                <c:pt idx="351">
                  <c:v>5000</c:v>
                </c:pt>
                <c:pt idx="352">
                  <c:v>5000</c:v>
                </c:pt>
                <c:pt idx="353">
                  <c:v>5000</c:v>
                </c:pt>
                <c:pt idx="354">
                  <c:v>5000</c:v>
                </c:pt>
                <c:pt idx="355">
                  <c:v>5000</c:v>
                </c:pt>
                <c:pt idx="356">
                  <c:v>5000</c:v>
                </c:pt>
                <c:pt idx="357">
                  <c:v>5000</c:v>
                </c:pt>
                <c:pt idx="358">
                  <c:v>5000</c:v>
                </c:pt>
                <c:pt idx="359">
                  <c:v>5000</c:v>
                </c:pt>
                <c:pt idx="360">
                  <c:v>5000</c:v>
                </c:pt>
                <c:pt idx="361">
                  <c:v>5000</c:v>
                </c:pt>
                <c:pt idx="362">
                  <c:v>5000</c:v>
                </c:pt>
                <c:pt idx="363">
                  <c:v>5000</c:v>
                </c:pt>
                <c:pt idx="364">
                  <c:v>5000</c:v>
                </c:pt>
                <c:pt idx="365">
                  <c:v>5000</c:v>
                </c:pt>
                <c:pt idx="366">
                  <c:v>5000</c:v>
                </c:pt>
                <c:pt idx="367">
                  <c:v>5000</c:v>
                </c:pt>
                <c:pt idx="368">
                  <c:v>5000</c:v>
                </c:pt>
                <c:pt idx="369">
                  <c:v>5000</c:v>
                </c:pt>
                <c:pt idx="370">
                  <c:v>5000</c:v>
                </c:pt>
                <c:pt idx="371">
                  <c:v>5000</c:v>
                </c:pt>
                <c:pt idx="372">
                  <c:v>5000</c:v>
                </c:pt>
                <c:pt idx="373">
                  <c:v>5000</c:v>
                </c:pt>
                <c:pt idx="374">
                  <c:v>5000</c:v>
                </c:pt>
                <c:pt idx="375">
                  <c:v>5000</c:v>
                </c:pt>
                <c:pt idx="376">
                  <c:v>5100</c:v>
                </c:pt>
                <c:pt idx="377">
                  <c:v>5100</c:v>
                </c:pt>
                <c:pt idx="378">
                  <c:v>5100</c:v>
                </c:pt>
                <c:pt idx="379">
                  <c:v>5100</c:v>
                </c:pt>
                <c:pt idx="380">
                  <c:v>5100</c:v>
                </c:pt>
                <c:pt idx="381">
                  <c:v>5100</c:v>
                </c:pt>
                <c:pt idx="382">
                  <c:v>5100</c:v>
                </c:pt>
                <c:pt idx="383">
                  <c:v>5100</c:v>
                </c:pt>
                <c:pt idx="384">
                  <c:v>5100</c:v>
                </c:pt>
                <c:pt idx="385">
                  <c:v>5100</c:v>
                </c:pt>
                <c:pt idx="386">
                  <c:v>5100</c:v>
                </c:pt>
                <c:pt idx="387">
                  <c:v>5100</c:v>
                </c:pt>
                <c:pt idx="388">
                  <c:v>5100</c:v>
                </c:pt>
                <c:pt idx="389">
                  <c:v>5100</c:v>
                </c:pt>
                <c:pt idx="390">
                  <c:v>5100</c:v>
                </c:pt>
                <c:pt idx="391">
                  <c:v>5100</c:v>
                </c:pt>
                <c:pt idx="392">
                  <c:v>5100</c:v>
                </c:pt>
                <c:pt idx="393">
                  <c:v>5100</c:v>
                </c:pt>
                <c:pt idx="394">
                  <c:v>5100</c:v>
                </c:pt>
                <c:pt idx="395">
                  <c:v>5100</c:v>
                </c:pt>
                <c:pt idx="396">
                  <c:v>5100</c:v>
                </c:pt>
                <c:pt idx="397">
                  <c:v>5100</c:v>
                </c:pt>
                <c:pt idx="398">
                  <c:v>5100</c:v>
                </c:pt>
                <c:pt idx="399">
                  <c:v>5100</c:v>
                </c:pt>
                <c:pt idx="400">
                  <c:v>5100</c:v>
                </c:pt>
                <c:pt idx="401">
                  <c:v>5100</c:v>
                </c:pt>
                <c:pt idx="402">
                  <c:v>4800</c:v>
                </c:pt>
                <c:pt idx="403">
                  <c:v>4800</c:v>
                </c:pt>
                <c:pt idx="404">
                  <c:v>4800</c:v>
                </c:pt>
                <c:pt idx="405">
                  <c:v>4800</c:v>
                </c:pt>
                <c:pt idx="406">
                  <c:v>4800</c:v>
                </c:pt>
                <c:pt idx="407">
                  <c:v>4800</c:v>
                </c:pt>
                <c:pt idx="408">
                  <c:v>4800</c:v>
                </c:pt>
                <c:pt idx="409">
                  <c:v>4800</c:v>
                </c:pt>
                <c:pt idx="410">
                  <c:v>4800</c:v>
                </c:pt>
                <c:pt idx="411">
                  <c:v>4800</c:v>
                </c:pt>
                <c:pt idx="412">
                  <c:v>4800</c:v>
                </c:pt>
                <c:pt idx="413">
                  <c:v>4800</c:v>
                </c:pt>
                <c:pt idx="414">
                  <c:v>4800</c:v>
                </c:pt>
                <c:pt idx="415">
                  <c:v>4800</c:v>
                </c:pt>
                <c:pt idx="416">
                  <c:v>4800</c:v>
                </c:pt>
                <c:pt idx="417">
                  <c:v>4800</c:v>
                </c:pt>
                <c:pt idx="418">
                  <c:v>4800</c:v>
                </c:pt>
                <c:pt idx="419">
                  <c:v>4800</c:v>
                </c:pt>
                <c:pt idx="420">
                  <c:v>4800</c:v>
                </c:pt>
                <c:pt idx="421">
                  <c:v>4800</c:v>
                </c:pt>
                <c:pt idx="422">
                  <c:v>4800</c:v>
                </c:pt>
                <c:pt idx="423">
                  <c:v>4800</c:v>
                </c:pt>
                <c:pt idx="424">
                  <c:v>4800</c:v>
                </c:pt>
                <c:pt idx="425">
                  <c:v>4800</c:v>
                </c:pt>
                <c:pt idx="426">
                  <c:v>4800</c:v>
                </c:pt>
                <c:pt idx="427">
                  <c:v>4800</c:v>
                </c:pt>
                <c:pt idx="428">
                  <c:v>4800</c:v>
                </c:pt>
                <c:pt idx="429">
                  <c:v>4800</c:v>
                </c:pt>
                <c:pt idx="430">
                  <c:v>4800</c:v>
                </c:pt>
                <c:pt idx="431">
                  <c:v>4800</c:v>
                </c:pt>
                <c:pt idx="432">
                  <c:v>4800</c:v>
                </c:pt>
                <c:pt idx="433">
                  <c:v>4800</c:v>
                </c:pt>
                <c:pt idx="434">
                  <c:v>4800</c:v>
                </c:pt>
                <c:pt idx="435">
                  <c:v>4800</c:v>
                </c:pt>
                <c:pt idx="436">
                  <c:v>4800</c:v>
                </c:pt>
                <c:pt idx="437">
                  <c:v>4800</c:v>
                </c:pt>
                <c:pt idx="438">
                  <c:v>4800</c:v>
                </c:pt>
                <c:pt idx="439">
                  <c:v>4800</c:v>
                </c:pt>
                <c:pt idx="440">
                  <c:v>4800</c:v>
                </c:pt>
                <c:pt idx="441">
                  <c:v>4800</c:v>
                </c:pt>
                <c:pt idx="442">
                  <c:v>4800</c:v>
                </c:pt>
                <c:pt idx="443">
                  <c:v>4800</c:v>
                </c:pt>
                <c:pt idx="444">
                  <c:v>4800</c:v>
                </c:pt>
                <c:pt idx="445">
                  <c:v>4800</c:v>
                </c:pt>
                <c:pt idx="446">
                  <c:v>4800</c:v>
                </c:pt>
                <c:pt idx="447">
                  <c:v>4800</c:v>
                </c:pt>
                <c:pt idx="448">
                  <c:v>4800</c:v>
                </c:pt>
                <c:pt idx="449">
                  <c:v>4800</c:v>
                </c:pt>
                <c:pt idx="450">
                  <c:v>4800</c:v>
                </c:pt>
                <c:pt idx="451">
                  <c:v>4800</c:v>
                </c:pt>
                <c:pt idx="452">
                  <c:v>4800</c:v>
                </c:pt>
                <c:pt idx="453">
                  <c:v>4800</c:v>
                </c:pt>
                <c:pt idx="454">
                  <c:v>4800</c:v>
                </c:pt>
                <c:pt idx="455">
                  <c:v>4800</c:v>
                </c:pt>
                <c:pt idx="456">
                  <c:v>4800</c:v>
                </c:pt>
                <c:pt idx="457">
                  <c:v>4800</c:v>
                </c:pt>
                <c:pt idx="458">
                  <c:v>4800</c:v>
                </c:pt>
                <c:pt idx="459">
                  <c:v>4800</c:v>
                </c:pt>
                <c:pt idx="460">
                  <c:v>4800</c:v>
                </c:pt>
                <c:pt idx="461">
                  <c:v>4800</c:v>
                </c:pt>
                <c:pt idx="462">
                  <c:v>4800</c:v>
                </c:pt>
                <c:pt idx="463">
                  <c:v>4800</c:v>
                </c:pt>
                <c:pt idx="464">
                  <c:v>4800</c:v>
                </c:pt>
                <c:pt idx="465">
                  <c:v>4800</c:v>
                </c:pt>
                <c:pt idx="466">
                  <c:v>4800</c:v>
                </c:pt>
                <c:pt idx="467">
                  <c:v>4800</c:v>
                </c:pt>
                <c:pt idx="468">
                  <c:v>4800</c:v>
                </c:pt>
                <c:pt idx="469">
                  <c:v>4800</c:v>
                </c:pt>
                <c:pt idx="470">
                  <c:v>4800</c:v>
                </c:pt>
                <c:pt idx="471">
                  <c:v>4800</c:v>
                </c:pt>
                <c:pt idx="472">
                  <c:v>4800</c:v>
                </c:pt>
                <c:pt idx="473">
                  <c:v>4800</c:v>
                </c:pt>
                <c:pt idx="474">
                  <c:v>4800</c:v>
                </c:pt>
                <c:pt idx="475">
                  <c:v>4800</c:v>
                </c:pt>
                <c:pt idx="476">
                  <c:v>4800</c:v>
                </c:pt>
                <c:pt idx="477">
                  <c:v>4800</c:v>
                </c:pt>
                <c:pt idx="478">
                  <c:v>4800</c:v>
                </c:pt>
                <c:pt idx="479">
                  <c:v>4800</c:v>
                </c:pt>
                <c:pt idx="480">
                  <c:v>4600</c:v>
                </c:pt>
                <c:pt idx="481">
                  <c:v>4600</c:v>
                </c:pt>
                <c:pt idx="482">
                  <c:v>4600</c:v>
                </c:pt>
                <c:pt idx="483">
                  <c:v>4600</c:v>
                </c:pt>
                <c:pt idx="484">
                  <c:v>4600</c:v>
                </c:pt>
                <c:pt idx="485">
                  <c:v>4600</c:v>
                </c:pt>
                <c:pt idx="486">
                  <c:v>4600</c:v>
                </c:pt>
                <c:pt idx="487">
                  <c:v>4600</c:v>
                </c:pt>
                <c:pt idx="488">
                  <c:v>4600</c:v>
                </c:pt>
                <c:pt idx="489">
                  <c:v>4600</c:v>
                </c:pt>
                <c:pt idx="490">
                  <c:v>4600</c:v>
                </c:pt>
                <c:pt idx="491">
                  <c:v>4600</c:v>
                </c:pt>
                <c:pt idx="492">
                  <c:v>4600</c:v>
                </c:pt>
                <c:pt idx="493">
                  <c:v>4600</c:v>
                </c:pt>
                <c:pt idx="494">
                  <c:v>4600</c:v>
                </c:pt>
                <c:pt idx="495">
                  <c:v>4600</c:v>
                </c:pt>
                <c:pt idx="496">
                  <c:v>4600</c:v>
                </c:pt>
                <c:pt idx="497">
                  <c:v>4600</c:v>
                </c:pt>
                <c:pt idx="498">
                  <c:v>4600</c:v>
                </c:pt>
                <c:pt idx="499">
                  <c:v>4600</c:v>
                </c:pt>
                <c:pt idx="500">
                  <c:v>4600</c:v>
                </c:pt>
                <c:pt idx="501">
                  <c:v>4600</c:v>
                </c:pt>
                <c:pt idx="502">
                  <c:v>4600</c:v>
                </c:pt>
                <c:pt idx="503">
                  <c:v>4600</c:v>
                </c:pt>
                <c:pt idx="504">
                  <c:v>4600</c:v>
                </c:pt>
                <c:pt idx="505">
                  <c:v>4600</c:v>
                </c:pt>
                <c:pt idx="506">
                  <c:v>4600</c:v>
                </c:pt>
                <c:pt idx="507">
                  <c:v>4600</c:v>
                </c:pt>
                <c:pt idx="508">
                  <c:v>4600</c:v>
                </c:pt>
                <c:pt idx="509">
                  <c:v>4600</c:v>
                </c:pt>
                <c:pt idx="510">
                  <c:v>4600</c:v>
                </c:pt>
                <c:pt idx="511">
                  <c:v>4600</c:v>
                </c:pt>
                <c:pt idx="512">
                  <c:v>4600</c:v>
                </c:pt>
                <c:pt idx="513">
                  <c:v>4600</c:v>
                </c:pt>
                <c:pt idx="514">
                  <c:v>4600</c:v>
                </c:pt>
                <c:pt idx="515">
                  <c:v>4600</c:v>
                </c:pt>
                <c:pt idx="516">
                  <c:v>4600</c:v>
                </c:pt>
                <c:pt idx="517">
                  <c:v>4600</c:v>
                </c:pt>
                <c:pt idx="518">
                  <c:v>4600</c:v>
                </c:pt>
                <c:pt idx="519">
                  <c:v>4600</c:v>
                </c:pt>
                <c:pt idx="520">
                  <c:v>4600</c:v>
                </c:pt>
                <c:pt idx="521">
                  <c:v>4600</c:v>
                </c:pt>
                <c:pt idx="522">
                  <c:v>4600</c:v>
                </c:pt>
                <c:pt idx="523">
                  <c:v>4600</c:v>
                </c:pt>
                <c:pt idx="524">
                  <c:v>4600</c:v>
                </c:pt>
                <c:pt idx="525">
                  <c:v>4600</c:v>
                </c:pt>
                <c:pt idx="526">
                  <c:v>4600</c:v>
                </c:pt>
                <c:pt idx="527">
                  <c:v>4600</c:v>
                </c:pt>
                <c:pt idx="528">
                  <c:v>4600</c:v>
                </c:pt>
                <c:pt idx="529">
                  <c:v>4600</c:v>
                </c:pt>
                <c:pt idx="530">
                  <c:v>4600</c:v>
                </c:pt>
                <c:pt idx="531">
                  <c:v>4600</c:v>
                </c:pt>
                <c:pt idx="532">
                  <c:v>4600</c:v>
                </c:pt>
                <c:pt idx="533">
                  <c:v>4600</c:v>
                </c:pt>
                <c:pt idx="534">
                  <c:v>4600</c:v>
                </c:pt>
                <c:pt idx="535">
                  <c:v>4600</c:v>
                </c:pt>
                <c:pt idx="536">
                  <c:v>4600</c:v>
                </c:pt>
                <c:pt idx="537">
                  <c:v>4600</c:v>
                </c:pt>
                <c:pt idx="538">
                  <c:v>4600</c:v>
                </c:pt>
                <c:pt idx="539">
                  <c:v>4600</c:v>
                </c:pt>
                <c:pt idx="540">
                  <c:v>4600</c:v>
                </c:pt>
                <c:pt idx="541">
                  <c:v>4600</c:v>
                </c:pt>
                <c:pt idx="542">
                  <c:v>4600</c:v>
                </c:pt>
                <c:pt idx="543">
                  <c:v>4600</c:v>
                </c:pt>
                <c:pt idx="544">
                  <c:v>4600</c:v>
                </c:pt>
                <c:pt idx="545">
                  <c:v>4600</c:v>
                </c:pt>
                <c:pt idx="546">
                  <c:v>4600</c:v>
                </c:pt>
                <c:pt idx="547">
                  <c:v>4600</c:v>
                </c:pt>
                <c:pt idx="548">
                  <c:v>4600</c:v>
                </c:pt>
                <c:pt idx="549">
                  <c:v>4600</c:v>
                </c:pt>
                <c:pt idx="550">
                  <c:v>4600</c:v>
                </c:pt>
                <c:pt idx="551">
                  <c:v>4600</c:v>
                </c:pt>
                <c:pt idx="552">
                  <c:v>4600</c:v>
                </c:pt>
                <c:pt idx="553">
                  <c:v>4600</c:v>
                </c:pt>
                <c:pt idx="554">
                  <c:v>4600</c:v>
                </c:pt>
                <c:pt idx="555">
                  <c:v>4600</c:v>
                </c:pt>
                <c:pt idx="556">
                  <c:v>4600</c:v>
                </c:pt>
                <c:pt idx="557">
                  <c:v>4600</c:v>
                </c:pt>
                <c:pt idx="558">
                  <c:v>4600</c:v>
                </c:pt>
                <c:pt idx="559">
                  <c:v>4600</c:v>
                </c:pt>
                <c:pt idx="560">
                  <c:v>4600</c:v>
                </c:pt>
                <c:pt idx="561">
                  <c:v>4600</c:v>
                </c:pt>
                <c:pt idx="562">
                  <c:v>4600</c:v>
                </c:pt>
                <c:pt idx="563">
                  <c:v>4600</c:v>
                </c:pt>
                <c:pt idx="564">
                  <c:v>4600</c:v>
                </c:pt>
                <c:pt idx="565">
                  <c:v>4600</c:v>
                </c:pt>
                <c:pt idx="566">
                  <c:v>4600</c:v>
                </c:pt>
                <c:pt idx="567">
                  <c:v>4600</c:v>
                </c:pt>
                <c:pt idx="568">
                  <c:v>4600</c:v>
                </c:pt>
                <c:pt idx="569">
                  <c:v>4500</c:v>
                </c:pt>
                <c:pt idx="570">
                  <c:v>4500</c:v>
                </c:pt>
                <c:pt idx="571">
                  <c:v>4500</c:v>
                </c:pt>
                <c:pt idx="572">
                  <c:v>4600</c:v>
                </c:pt>
                <c:pt idx="573">
                  <c:v>4600</c:v>
                </c:pt>
                <c:pt idx="574">
                  <c:v>4600</c:v>
                </c:pt>
                <c:pt idx="575">
                  <c:v>4600</c:v>
                </c:pt>
                <c:pt idx="576">
                  <c:v>4600</c:v>
                </c:pt>
                <c:pt idx="577">
                  <c:v>4700</c:v>
                </c:pt>
                <c:pt idx="578">
                  <c:v>4700</c:v>
                </c:pt>
                <c:pt idx="579">
                  <c:v>4700</c:v>
                </c:pt>
                <c:pt idx="580">
                  <c:v>4700</c:v>
                </c:pt>
                <c:pt idx="581">
                  <c:v>4700</c:v>
                </c:pt>
                <c:pt idx="582">
                  <c:v>4850</c:v>
                </c:pt>
                <c:pt idx="583">
                  <c:v>4850</c:v>
                </c:pt>
                <c:pt idx="584">
                  <c:v>4850</c:v>
                </c:pt>
                <c:pt idx="585">
                  <c:v>4850</c:v>
                </c:pt>
                <c:pt idx="586">
                  <c:v>4850</c:v>
                </c:pt>
                <c:pt idx="587">
                  <c:v>4850</c:v>
                </c:pt>
                <c:pt idx="588">
                  <c:v>4850</c:v>
                </c:pt>
                <c:pt idx="589">
                  <c:v>4850</c:v>
                </c:pt>
                <c:pt idx="590">
                  <c:v>4850</c:v>
                </c:pt>
                <c:pt idx="591">
                  <c:v>4850</c:v>
                </c:pt>
                <c:pt idx="592">
                  <c:v>5000</c:v>
                </c:pt>
                <c:pt idx="593">
                  <c:v>5000</c:v>
                </c:pt>
                <c:pt idx="594">
                  <c:v>5000</c:v>
                </c:pt>
                <c:pt idx="595">
                  <c:v>5150</c:v>
                </c:pt>
                <c:pt idx="596">
                  <c:v>5150</c:v>
                </c:pt>
                <c:pt idx="597">
                  <c:v>5150</c:v>
                </c:pt>
                <c:pt idx="598">
                  <c:v>5150</c:v>
                </c:pt>
                <c:pt idx="599">
                  <c:v>5150</c:v>
                </c:pt>
                <c:pt idx="600">
                  <c:v>5150</c:v>
                </c:pt>
                <c:pt idx="601">
                  <c:v>5150</c:v>
                </c:pt>
                <c:pt idx="602">
                  <c:v>5150</c:v>
                </c:pt>
                <c:pt idx="603">
                  <c:v>5150</c:v>
                </c:pt>
                <c:pt idx="604">
                  <c:v>4950</c:v>
                </c:pt>
                <c:pt idx="605">
                  <c:v>4950</c:v>
                </c:pt>
                <c:pt idx="606">
                  <c:v>4950</c:v>
                </c:pt>
                <c:pt idx="607">
                  <c:v>4950</c:v>
                </c:pt>
                <c:pt idx="608">
                  <c:v>4950</c:v>
                </c:pt>
                <c:pt idx="609">
                  <c:v>4700</c:v>
                </c:pt>
                <c:pt idx="610">
                  <c:v>4700</c:v>
                </c:pt>
                <c:pt idx="611">
                  <c:v>4700</c:v>
                </c:pt>
                <c:pt idx="612">
                  <c:v>4700</c:v>
                </c:pt>
                <c:pt idx="613">
                  <c:v>4700</c:v>
                </c:pt>
                <c:pt idx="614">
                  <c:v>4700</c:v>
                </c:pt>
                <c:pt idx="615">
                  <c:v>4700</c:v>
                </c:pt>
                <c:pt idx="616">
                  <c:v>4700</c:v>
                </c:pt>
                <c:pt idx="617">
                  <c:v>4700</c:v>
                </c:pt>
                <c:pt idx="618">
                  <c:v>4700</c:v>
                </c:pt>
                <c:pt idx="619">
                  <c:v>4700</c:v>
                </c:pt>
                <c:pt idx="620">
                  <c:v>4700</c:v>
                </c:pt>
                <c:pt idx="621">
                  <c:v>4700</c:v>
                </c:pt>
                <c:pt idx="622">
                  <c:v>4700</c:v>
                </c:pt>
                <c:pt idx="623">
                  <c:v>4950</c:v>
                </c:pt>
                <c:pt idx="624">
                  <c:v>4950</c:v>
                </c:pt>
                <c:pt idx="625">
                  <c:v>4950</c:v>
                </c:pt>
                <c:pt idx="626">
                  <c:v>4950</c:v>
                </c:pt>
                <c:pt idx="627">
                  <c:v>4950</c:v>
                </c:pt>
                <c:pt idx="628">
                  <c:v>4950</c:v>
                </c:pt>
                <c:pt idx="629">
                  <c:v>4950</c:v>
                </c:pt>
                <c:pt idx="630">
                  <c:v>4950</c:v>
                </c:pt>
                <c:pt idx="631">
                  <c:v>5150</c:v>
                </c:pt>
                <c:pt idx="632">
                  <c:v>5150</c:v>
                </c:pt>
                <c:pt idx="633">
                  <c:v>5150</c:v>
                </c:pt>
                <c:pt idx="634">
                  <c:v>5150</c:v>
                </c:pt>
                <c:pt idx="635">
                  <c:v>5150</c:v>
                </c:pt>
                <c:pt idx="636">
                  <c:v>5150</c:v>
                </c:pt>
                <c:pt idx="637">
                  <c:v>5150</c:v>
                </c:pt>
                <c:pt idx="638">
                  <c:v>5150</c:v>
                </c:pt>
                <c:pt idx="639">
                  <c:v>5150</c:v>
                </c:pt>
                <c:pt idx="640">
                  <c:v>5150</c:v>
                </c:pt>
                <c:pt idx="641">
                  <c:v>5150</c:v>
                </c:pt>
                <c:pt idx="642">
                  <c:v>5150</c:v>
                </c:pt>
                <c:pt idx="643">
                  <c:v>5150</c:v>
                </c:pt>
                <c:pt idx="644">
                  <c:v>5150</c:v>
                </c:pt>
                <c:pt idx="645">
                  <c:v>5150</c:v>
                </c:pt>
                <c:pt idx="646">
                  <c:v>5150</c:v>
                </c:pt>
                <c:pt idx="647">
                  <c:v>5150</c:v>
                </c:pt>
                <c:pt idx="648">
                  <c:v>5150</c:v>
                </c:pt>
                <c:pt idx="649">
                  <c:v>5150</c:v>
                </c:pt>
                <c:pt idx="650">
                  <c:v>5150</c:v>
                </c:pt>
                <c:pt idx="651">
                  <c:v>5150</c:v>
                </c:pt>
                <c:pt idx="652">
                  <c:v>5150</c:v>
                </c:pt>
                <c:pt idx="653">
                  <c:v>5150</c:v>
                </c:pt>
                <c:pt idx="654">
                  <c:v>5150</c:v>
                </c:pt>
                <c:pt idx="655">
                  <c:v>5150</c:v>
                </c:pt>
                <c:pt idx="656">
                  <c:v>5150</c:v>
                </c:pt>
                <c:pt idx="657">
                  <c:v>5150</c:v>
                </c:pt>
                <c:pt idx="658">
                  <c:v>5150</c:v>
                </c:pt>
                <c:pt idx="659">
                  <c:v>5150</c:v>
                </c:pt>
                <c:pt idx="660">
                  <c:v>5150</c:v>
                </c:pt>
                <c:pt idx="661">
                  <c:v>5150</c:v>
                </c:pt>
                <c:pt idx="662">
                  <c:v>5150</c:v>
                </c:pt>
                <c:pt idx="663">
                  <c:v>5150</c:v>
                </c:pt>
                <c:pt idx="664">
                  <c:v>5150</c:v>
                </c:pt>
                <c:pt idx="665">
                  <c:v>5150</c:v>
                </c:pt>
                <c:pt idx="666">
                  <c:v>5150</c:v>
                </c:pt>
                <c:pt idx="667">
                  <c:v>5150</c:v>
                </c:pt>
                <c:pt idx="668">
                  <c:v>5150</c:v>
                </c:pt>
                <c:pt idx="669">
                  <c:v>5150</c:v>
                </c:pt>
                <c:pt idx="670">
                  <c:v>5150</c:v>
                </c:pt>
                <c:pt idx="671">
                  <c:v>5150</c:v>
                </c:pt>
                <c:pt idx="672">
                  <c:v>5150</c:v>
                </c:pt>
                <c:pt idx="673">
                  <c:v>5150</c:v>
                </c:pt>
                <c:pt idx="674">
                  <c:v>5150</c:v>
                </c:pt>
                <c:pt idx="675">
                  <c:v>5150</c:v>
                </c:pt>
                <c:pt idx="676">
                  <c:v>5150</c:v>
                </c:pt>
                <c:pt idx="677">
                  <c:v>5150</c:v>
                </c:pt>
                <c:pt idx="678">
                  <c:v>5150</c:v>
                </c:pt>
                <c:pt idx="679">
                  <c:v>5150</c:v>
                </c:pt>
                <c:pt idx="680">
                  <c:v>5150</c:v>
                </c:pt>
                <c:pt idx="681">
                  <c:v>5150</c:v>
                </c:pt>
                <c:pt idx="682">
                  <c:v>5150</c:v>
                </c:pt>
                <c:pt idx="683">
                  <c:v>5150</c:v>
                </c:pt>
                <c:pt idx="684">
                  <c:v>5150</c:v>
                </c:pt>
                <c:pt idx="685">
                  <c:v>5150</c:v>
                </c:pt>
                <c:pt idx="686">
                  <c:v>5150</c:v>
                </c:pt>
                <c:pt idx="687">
                  <c:v>5150</c:v>
                </c:pt>
                <c:pt idx="688">
                  <c:v>5150</c:v>
                </c:pt>
                <c:pt idx="689">
                  <c:v>5150</c:v>
                </c:pt>
                <c:pt idx="690">
                  <c:v>5150</c:v>
                </c:pt>
                <c:pt idx="691">
                  <c:v>5150</c:v>
                </c:pt>
                <c:pt idx="692">
                  <c:v>5150</c:v>
                </c:pt>
                <c:pt idx="693">
                  <c:v>5150</c:v>
                </c:pt>
                <c:pt idx="694">
                  <c:v>5150</c:v>
                </c:pt>
                <c:pt idx="695">
                  <c:v>5150</c:v>
                </c:pt>
                <c:pt idx="696">
                  <c:v>5150</c:v>
                </c:pt>
                <c:pt idx="697">
                  <c:v>5150</c:v>
                </c:pt>
                <c:pt idx="698">
                  <c:v>5150</c:v>
                </c:pt>
                <c:pt idx="699">
                  <c:v>5150</c:v>
                </c:pt>
                <c:pt idx="700">
                  <c:v>5150</c:v>
                </c:pt>
                <c:pt idx="701">
                  <c:v>5150</c:v>
                </c:pt>
                <c:pt idx="702">
                  <c:v>5150</c:v>
                </c:pt>
                <c:pt idx="703">
                  <c:v>5150</c:v>
                </c:pt>
                <c:pt idx="704">
                  <c:v>5150</c:v>
                </c:pt>
                <c:pt idx="705">
                  <c:v>5150</c:v>
                </c:pt>
                <c:pt idx="706">
                  <c:v>5150</c:v>
                </c:pt>
                <c:pt idx="707">
                  <c:v>5150</c:v>
                </c:pt>
                <c:pt idx="708">
                  <c:v>5150</c:v>
                </c:pt>
                <c:pt idx="709">
                  <c:v>5150</c:v>
                </c:pt>
                <c:pt idx="710">
                  <c:v>5150</c:v>
                </c:pt>
                <c:pt idx="711">
                  <c:v>5150</c:v>
                </c:pt>
                <c:pt idx="712">
                  <c:v>5150</c:v>
                </c:pt>
                <c:pt idx="713">
                  <c:v>5150</c:v>
                </c:pt>
                <c:pt idx="714">
                  <c:v>5150</c:v>
                </c:pt>
                <c:pt idx="715">
                  <c:v>5150</c:v>
                </c:pt>
                <c:pt idx="716">
                  <c:v>5150</c:v>
                </c:pt>
                <c:pt idx="717">
                  <c:v>5150</c:v>
                </c:pt>
                <c:pt idx="718">
                  <c:v>5150</c:v>
                </c:pt>
                <c:pt idx="719">
                  <c:v>5150</c:v>
                </c:pt>
                <c:pt idx="720">
                  <c:v>5150</c:v>
                </c:pt>
                <c:pt idx="721">
                  <c:v>5150</c:v>
                </c:pt>
                <c:pt idx="722">
                  <c:v>5150</c:v>
                </c:pt>
                <c:pt idx="723">
                  <c:v>5150</c:v>
                </c:pt>
                <c:pt idx="724">
                  <c:v>5150</c:v>
                </c:pt>
                <c:pt idx="725">
                  <c:v>5150</c:v>
                </c:pt>
                <c:pt idx="726">
                  <c:v>5000</c:v>
                </c:pt>
                <c:pt idx="727">
                  <c:v>5000</c:v>
                </c:pt>
                <c:pt idx="728">
                  <c:v>5000</c:v>
                </c:pt>
                <c:pt idx="729">
                  <c:v>5000</c:v>
                </c:pt>
                <c:pt idx="730">
                  <c:v>5000</c:v>
                </c:pt>
                <c:pt idx="731">
                  <c:v>5000</c:v>
                </c:pt>
                <c:pt idx="732">
                  <c:v>5000</c:v>
                </c:pt>
                <c:pt idx="733">
                  <c:v>5000</c:v>
                </c:pt>
                <c:pt idx="734">
                  <c:v>5000</c:v>
                </c:pt>
                <c:pt idx="735">
                  <c:v>5000</c:v>
                </c:pt>
                <c:pt idx="736">
                  <c:v>5000</c:v>
                </c:pt>
                <c:pt idx="737">
                  <c:v>4900</c:v>
                </c:pt>
                <c:pt idx="738">
                  <c:v>4900</c:v>
                </c:pt>
                <c:pt idx="739">
                  <c:v>4900</c:v>
                </c:pt>
                <c:pt idx="740">
                  <c:v>4900</c:v>
                </c:pt>
                <c:pt idx="741">
                  <c:v>4900</c:v>
                </c:pt>
                <c:pt idx="742">
                  <c:v>4900</c:v>
                </c:pt>
                <c:pt idx="743">
                  <c:v>4900</c:v>
                </c:pt>
                <c:pt idx="744">
                  <c:v>4900</c:v>
                </c:pt>
                <c:pt idx="745">
                  <c:v>4700</c:v>
                </c:pt>
                <c:pt idx="746">
                  <c:v>4700</c:v>
                </c:pt>
                <c:pt idx="747">
                  <c:v>4700</c:v>
                </c:pt>
                <c:pt idx="748">
                  <c:v>4700</c:v>
                </c:pt>
                <c:pt idx="749">
                  <c:v>4700</c:v>
                </c:pt>
                <c:pt idx="750">
                  <c:v>4700</c:v>
                </c:pt>
                <c:pt idx="751">
                  <c:v>4700</c:v>
                </c:pt>
                <c:pt idx="752">
                  <c:v>4550</c:v>
                </c:pt>
                <c:pt idx="753">
                  <c:v>4550</c:v>
                </c:pt>
                <c:pt idx="754">
                  <c:v>4550</c:v>
                </c:pt>
                <c:pt idx="755">
                  <c:v>4550</c:v>
                </c:pt>
                <c:pt idx="756">
                  <c:v>4550</c:v>
                </c:pt>
                <c:pt idx="757">
                  <c:v>4550</c:v>
                </c:pt>
                <c:pt idx="758">
                  <c:v>4550</c:v>
                </c:pt>
                <c:pt idx="759">
                  <c:v>4550</c:v>
                </c:pt>
                <c:pt idx="760">
                  <c:v>4550</c:v>
                </c:pt>
                <c:pt idx="761">
                  <c:v>4650</c:v>
                </c:pt>
                <c:pt idx="762">
                  <c:v>4650</c:v>
                </c:pt>
                <c:pt idx="763">
                  <c:v>4650</c:v>
                </c:pt>
                <c:pt idx="764">
                  <c:v>4650</c:v>
                </c:pt>
                <c:pt idx="765">
                  <c:v>4650</c:v>
                </c:pt>
                <c:pt idx="766">
                  <c:v>4900</c:v>
                </c:pt>
                <c:pt idx="767">
                  <c:v>4900</c:v>
                </c:pt>
                <c:pt idx="768">
                  <c:v>4900</c:v>
                </c:pt>
                <c:pt idx="769">
                  <c:v>4900</c:v>
                </c:pt>
                <c:pt idx="770">
                  <c:v>4950</c:v>
                </c:pt>
                <c:pt idx="771">
                  <c:v>4950</c:v>
                </c:pt>
                <c:pt idx="772">
                  <c:v>4950</c:v>
                </c:pt>
                <c:pt idx="773">
                  <c:v>5550</c:v>
                </c:pt>
                <c:pt idx="774">
                  <c:v>5550</c:v>
                </c:pt>
                <c:pt idx="775">
                  <c:v>5550</c:v>
                </c:pt>
                <c:pt idx="776">
                  <c:v>5550</c:v>
                </c:pt>
                <c:pt idx="777">
                  <c:v>5550</c:v>
                </c:pt>
                <c:pt idx="778">
                  <c:v>5550</c:v>
                </c:pt>
                <c:pt idx="779">
                  <c:v>5550</c:v>
                </c:pt>
                <c:pt idx="780">
                  <c:v>5550</c:v>
                </c:pt>
                <c:pt idx="781">
                  <c:v>5550</c:v>
                </c:pt>
                <c:pt idx="782">
                  <c:v>5550</c:v>
                </c:pt>
                <c:pt idx="783">
                  <c:v>5550</c:v>
                </c:pt>
                <c:pt idx="784">
                  <c:v>5550</c:v>
                </c:pt>
                <c:pt idx="785">
                  <c:v>5550</c:v>
                </c:pt>
                <c:pt idx="786">
                  <c:v>5550</c:v>
                </c:pt>
                <c:pt idx="787">
                  <c:v>5550</c:v>
                </c:pt>
                <c:pt idx="788">
                  <c:v>5250</c:v>
                </c:pt>
                <c:pt idx="789">
                  <c:v>5250</c:v>
                </c:pt>
                <c:pt idx="790">
                  <c:v>5250</c:v>
                </c:pt>
                <c:pt idx="791">
                  <c:v>5250</c:v>
                </c:pt>
                <c:pt idx="792">
                  <c:v>5250</c:v>
                </c:pt>
                <c:pt idx="793">
                  <c:v>5250</c:v>
                </c:pt>
                <c:pt idx="794">
                  <c:v>5250</c:v>
                </c:pt>
                <c:pt idx="795">
                  <c:v>5250</c:v>
                </c:pt>
                <c:pt idx="796">
                  <c:v>4450</c:v>
                </c:pt>
                <c:pt idx="797">
                  <c:v>4450</c:v>
                </c:pt>
                <c:pt idx="798">
                  <c:v>4450</c:v>
                </c:pt>
                <c:pt idx="799">
                  <c:v>4450</c:v>
                </c:pt>
                <c:pt idx="800">
                  <c:v>4450</c:v>
                </c:pt>
                <c:pt idx="801">
                  <c:v>4600</c:v>
                </c:pt>
                <c:pt idx="802">
                  <c:v>4600</c:v>
                </c:pt>
                <c:pt idx="803">
                  <c:v>4600</c:v>
                </c:pt>
                <c:pt idx="804">
                  <c:v>4600</c:v>
                </c:pt>
                <c:pt idx="805">
                  <c:v>4600</c:v>
                </c:pt>
                <c:pt idx="806">
                  <c:v>4600</c:v>
                </c:pt>
                <c:pt idx="807">
                  <c:v>4600</c:v>
                </c:pt>
                <c:pt idx="808">
                  <c:v>4600</c:v>
                </c:pt>
                <c:pt idx="809">
                  <c:v>4600</c:v>
                </c:pt>
                <c:pt idx="810">
                  <c:v>4600</c:v>
                </c:pt>
                <c:pt idx="811">
                  <c:v>4600</c:v>
                </c:pt>
                <c:pt idx="812">
                  <c:v>4600</c:v>
                </c:pt>
                <c:pt idx="813">
                  <c:v>4600</c:v>
                </c:pt>
                <c:pt idx="814">
                  <c:v>4600</c:v>
                </c:pt>
                <c:pt idx="815">
                  <c:v>4600</c:v>
                </c:pt>
                <c:pt idx="816">
                  <c:v>4600</c:v>
                </c:pt>
                <c:pt idx="817">
                  <c:v>4600</c:v>
                </c:pt>
                <c:pt idx="818">
                  <c:v>4600</c:v>
                </c:pt>
                <c:pt idx="819">
                  <c:v>4600</c:v>
                </c:pt>
                <c:pt idx="820">
                  <c:v>4600</c:v>
                </c:pt>
                <c:pt idx="821">
                  <c:v>4600</c:v>
                </c:pt>
                <c:pt idx="822">
                  <c:v>4600</c:v>
                </c:pt>
                <c:pt idx="823">
                  <c:v>4600</c:v>
                </c:pt>
                <c:pt idx="824">
                  <c:v>4600</c:v>
                </c:pt>
                <c:pt idx="825">
                  <c:v>4600</c:v>
                </c:pt>
                <c:pt idx="826">
                  <c:v>4600</c:v>
                </c:pt>
                <c:pt idx="827">
                  <c:v>4600</c:v>
                </c:pt>
                <c:pt idx="828">
                  <c:v>4600</c:v>
                </c:pt>
                <c:pt idx="829">
                  <c:v>4600</c:v>
                </c:pt>
                <c:pt idx="830">
                  <c:v>4600</c:v>
                </c:pt>
                <c:pt idx="831">
                  <c:v>4600</c:v>
                </c:pt>
                <c:pt idx="832">
                  <c:v>4600</c:v>
                </c:pt>
                <c:pt idx="833">
                  <c:v>4600</c:v>
                </c:pt>
                <c:pt idx="834">
                  <c:v>4600</c:v>
                </c:pt>
                <c:pt idx="835">
                  <c:v>4600</c:v>
                </c:pt>
                <c:pt idx="836">
                  <c:v>4600</c:v>
                </c:pt>
                <c:pt idx="837">
                  <c:v>4600</c:v>
                </c:pt>
                <c:pt idx="838">
                  <c:v>4600</c:v>
                </c:pt>
                <c:pt idx="839">
                  <c:v>4600</c:v>
                </c:pt>
                <c:pt idx="840">
                  <c:v>4600</c:v>
                </c:pt>
                <c:pt idx="841">
                  <c:v>4600</c:v>
                </c:pt>
                <c:pt idx="842">
                  <c:v>4600</c:v>
                </c:pt>
                <c:pt idx="843">
                  <c:v>4600</c:v>
                </c:pt>
                <c:pt idx="844">
                  <c:v>4600</c:v>
                </c:pt>
                <c:pt idx="845">
                  <c:v>4600</c:v>
                </c:pt>
                <c:pt idx="846">
                  <c:v>4600</c:v>
                </c:pt>
                <c:pt idx="847">
                  <c:v>4600</c:v>
                </c:pt>
                <c:pt idx="848">
                  <c:v>4600</c:v>
                </c:pt>
                <c:pt idx="849">
                  <c:v>4600</c:v>
                </c:pt>
                <c:pt idx="850">
                  <c:v>4600</c:v>
                </c:pt>
                <c:pt idx="851">
                  <c:v>4600</c:v>
                </c:pt>
                <c:pt idx="852">
                  <c:v>4600</c:v>
                </c:pt>
                <c:pt idx="853">
                  <c:v>4600</c:v>
                </c:pt>
                <c:pt idx="854">
                  <c:v>4600</c:v>
                </c:pt>
                <c:pt idx="855">
                  <c:v>4600</c:v>
                </c:pt>
                <c:pt idx="856">
                  <c:v>4600</c:v>
                </c:pt>
                <c:pt idx="857">
                  <c:v>4600</c:v>
                </c:pt>
                <c:pt idx="858">
                  <c:v>4600</c:v>
                </c:pt>
                <c:pt idx="859">
                  <c:v>4600</c:v>
                </c:pt>
                <c:pt idx="860">
                  <c:v>4600</c:v>
                </c:pt>
                <c:pt idx="861">
                  <c:v>4600</c:v>
                </c:pt>
                <c:pt idx="862">
                  <c:v>4600</c:v>
                </c:pt>
                <c:pt idx="863">
                  <c:v>4600</c:v>
                </c:pt>
                <c:pt idx="864">
                  <c:v>4600</c:v>
                </c:pt>
                <c:pt idx="865">
                  <c:v>4600</c:v>
                </c:pt>
                <c:pt idx="866">
                  <c:v>4600</c:v>
                </c:pt>
                <c:pt idx="867">
                  <c:v>4600</c:v>
                </c:pt>
                <c:pt idx="868">
                  <c:v>4600</c:v>
                </c:pt>
                <c:pt idx="869">
                  <c:v>4600</c:v>
                </c:pt>
                <c:pt idx="870">
                  <c:v>4600</c:v>
                </c:pt>
                <c:pt idx="871">
                  <c:v>4600</c:v>
                </c:pt>
                <c:pt idx="872">
                  <c:v>4600</c:v>
                </c:pt>
                <c:pt idx="873">
                  <c:v>4600</c:v>
                </c:pt>
                <c:pt idx="874">
                  <c:v>4600</c:v>
                </c:pt>
                <c:pt idx="875">
                  <c:v>4600</c:v>
                </c:pt>
                <c:pt idx="876">
                  <c:v>4600</c:v>
                </c:pt>
                <c:pt idx="877">
                  <c:v>4600</c:v>
                </c:pt>
                <c:pt idx="878">
                  <c:v>4600</c:v>
                </c:pt>
                <c:pt idx="879">
                  <c:v>4600</c:v>
                </c:pt>
                <c:pt idx="880">
                  <c:v>4600</c:v>
                </c:pt>
                <c:pt idx="881">
                  <c:v>4600</c:v>
                </c:pt>
                <c:pt idx="882">
                  <c:v>4600</c:v>
                </c:pt>
                <c:pt idx="883">
                  <c:v>4600</c:v>
                </c:pt>
                <c:pt idx="884">
                  <c:v>4600</c:v>
                </c:pt>
                <c:pt idx="885">
                  <c:v>4600</c:v>
                </c:pt>
                <c:pt idx="886">
                  <c:v>4600</c:v>
                </c:pt>
                <c:pt idx="887">
                  <c:v>4600</c:v>
                </c:pt>
                <c:pt idx="888">
                  <c:v>4600</c:v>
                </c:pt>
                <c:pt idx="889">
                  <c:v>4600</c:v>
                </c:pt>
                <c:pt idx="890">
                  <c:v>4600</c:v>
                </c:pt>
                <c:pt idx="891">
                  <c:v>4600</c:v>
                </c:pt>
                <c:pt idx="892">
                  <c:v>4600</c:v>
                </c:pt>
                <c:pt idx="893">
                  <c:v>4600</c:v>
                </c:pt>
                <c:pt idx="894">
                  <c:v>4600</c:v>
                </c:pt>
                <c:pt idx="895">
                  <c:v>4600</c:v>
                </c:pt>
                <c:pt idx="896">
                  <c:v>4600</c:v>
                </c:pt>
                <c:pt idx="897">
                  <c:v>4600</c:v>
                </c:pt>
                <c:pt idx="898">
                  <c:v>4600</c:v>
                </c:pt>
                <c:pt idx="899">
                  <c:v>4600</c:v>
                </c:pt>
                <c:pt idx="900">
                  <c:v>4600</c:v>
                </c:pt>
                <c:pt idx="901">
                  <c:v>4600</c:v>
                </c:pt>
                <c:pt idx="902">
                  <c:v>4600</c:v>
                </c:pt>
                <c:pt idx="903">
                  <c:v>4600</c:v>
                </c:pt>
                <c:pt idx="904">
                  <c:v>4600</c:v>
                </c:pt>
                <c:pt idx="905">
                  <c:v>4600</c:v>
                </c:pt>
                <c:pt idx="906">
                  <c:v>4600</c:v>
                </c:pt>
                <c:pt idx="907">
                  <c:v>4600</c:v>
                </c:pt>
                <c:pt idx="908">
                  <c:v>4600</c:v>
                </c:pt>
                <c:pt idx="909">
                  <c:v>4600</c:v>
                </c:pt>
                <c:pt idx="910">
                  <c:v>4600</c:v>
                </c:pt>
                <c:pt idx="911">
                  <c:v>4600</c:v>
                </c:pt>
                <c:pt idx="912">
                  <c:v>4600</c:v>
                </c:pt>
                <c:pt idx="913">
                  <c:v>4600</c:v>
                </c:pt>
                <c:pt idx="914">
                  <c:v>4600</c:v>
                </c:pt>
                <c:pt idx="915">
                  <c:v>4600</c:v>
                </c:pt>
                <c:pt idx="916">
                  <c:v>4600</c:v>
                </c:pt>
                <c:pt idx="917">
                  <c:v>4600</c:v>
                </c:pt>
                <c:pt idx="918">
                  <c:v>4600</c:v>
                </c:pt>
                <c:pt idx="919">
                  <c:v>4600</c:v>
                </c:pt>
                <c:pt idx="920">
                  <c:v>4600</c:v>
                </c:pt>
                <c:pt idx="921">
                  <c:v>4600</c:v>
                </c:pt>
                <c:pt idx="922">
                  <c:v>4600</c:v>
                </c:pt>
                <c:pt idx="923">
                  <c:v>4600</c:v>
                </c:pt>
                <c:pt idx="924">
                  <c:v>4600</c:v>
                </c:pt>
                <c:pt idx="925">
                  <c:v>4600</c:v>
                </c:pt>
                <c:pt idx="926">
                  <c:v>4600</c:v>
                </c:pt>
                <c:pt idx="927">
                  <c:v>4600</c:v>
                </c:pt>
                <c:pt idx="928">
                  <c:v>4600</c:v>
                </c:pt>
                <c:pt idx="929">
                  <c:v>4600</c:v>
                </c:pt>
                <c:pt idx="930">
                  <c:v>4600</c:v>
                </c:pt>
                <c:pt idx="931">
                  <c:v>4600</c:v>
                </c:pt>
                <c:pt idx="932">
                  <c:v>4600</c:v>
                </c:pt>
                <c:pt idx="933">
                  <c:v>4600</c:v>
                </c:pt>
                <c:pt idx="934">
                  <c:v>4600</c:v>
                </c:pt>
                <c:pt idx="935">
                  <c:v>4600</c:v>
                </c:pt>
                <c:pt idx="936">
                  <c:v>4600</c:v>
                </c:pt>
                <c:pt idx="937">
                  <c:v>4600</c:v>
                </c:pt>
                <c:pt idx="938">
                  <c:v>4600</c:v>
                </c:pt>
                <c:pt idx="939">
                  <c:v>4600</c:v>
                </c:pt>
                <c:pt idx="940">
                  <c:v>4600</c:v>
                </c:pt>
                <c:pt idx="941">
                  <c:v>4600</c:v>
                </c:pt>
                <c:pt idx="942">
                  <c:v>4600</c:v>
                </c:pt>
                <c:pt idx="943">
                  <c:v>4600</c:v>
                </c:pt>
                <c:pt idx="944">
                  <c:v>4600</c:v>
                </c:pt>
                <c:pt idx="945">
                  <c:v>4600</c:v>
                </c:pt>
                <c:pt idx="946">
                  <c:v>4600</c:v>
                </c:pt>
                <c:pt idx="947">
                  <c:v>4600</c:v>
                </c:pt>
                <c:pt idx="948">
                  <c:v>4600</c:v>
                </c:pt>
                <c:pt idx="949">
                  <c:v>4600</c:v>
                </c:pt>
                <c:pt idx="950">
                  <c:v>4600</c:v>
                </c:pt>
                <c:pt idx="951">
                  <c:v>4600</c:v>
                </c:pt>
                <c:pt idx="952">
                  <c:v>4300</c:v>
                </c:pt>
                <c:pt idx="953">
                  <c:v>4300</c:v>
                </c:pt>
                <c:pt idx="954">
                  <c:v>4300</c:v>
                </c:pt>
                <c:pt idx="955">
                  <c:v>4300</c:v>
                </c:pt>
                <c:pt idx="956">
                  <c:v>4300</c:v>
                </c:pt>
                <c:pt idx="957">
                  <c:v>4300</c:v>
                </c:pt>
                <c:pt idx="958">
                  <c:v>4300</c:v>
                </c:pt>
                <c:pt idx="959">
                  <c:v>4300</c:v>
                </c:pt>
                <c:pt idx="960">
                  <c:v>4300</c:v>
                </c:pt>
                <c:pt idx="961">
                  <c:v>4300</c:v>
                </c:pt>
                <c:pt idx="962">
                  <c:v>4300</c:v>
                </c:pt>
                <c:pt idx="963">
                  <c:v>4300</c:v>
                </c:pt>
                <c:pt idx="964">
                  <c:v>4300</c:v>
                </c:pt>
                <c:pt idx="965">
                  <c:v>4300</c:v>
                </c:pt>
                <c:pt idx="966">
                  <c:v>4300</c:v>
                </c:pt>
                <c:pt idx="967">
                  <c:v>4300</c:v>
                </c:pt>
                <c:pt idx="968">
                  <c:v>4300</c:v>
                </c:pt>
                <c:pt idx="969">
                  <c:v>4300</c:v>
                </c:pt>
                <c:pt idx="970">
                  <c:v>4300</c:v>
                </c:pt>
                <c:pt idx="971">
                  <c:v>4300</c:v>
                </c:pt>
                <c:pt idx="972">
                  <c:v>4300</c:v>
                </c:pt>
                <c:pt idx="973">
                  <c:v>4300</c:v>
                </c:pt>
                <c:pt idx="974">
                  <c:v>4300</c:v>
                </c:pt>
                <c:pt idx="975">
                  <c:v>4300</c:v>
                </c:pt>
                <c:pt idx="976">
                  <c:v>4300</c:v>
                </c:pt>
                <c:pt idx="977">
                  <c:v>4300</c:v>
                </c:pt>
                <c:pt idx="978">
                  <c:v>4300</c:v>
                </c:pt>
                <c:pt idx="979">
                  <c:v>4300</c:v>
                </c:pt>
                <c:pt idx="980">
                  <c:v>4300</c:v>
                </c:pt>
                <c:pt idx="981">
                  <c:v>4300</c:v>
                </c:pt>
                <c:pt idx="982">
                  <c:v>4300</c:v>
                </c:pt>
                <c:pt idx="983">
                  <c:v>4300</c:v>
                </c:pt>
                <c:pt idx="984">
                  <c:v>4300</c:v>
                </c:pt>
                <c:pt idx="985">
                  <c:v>4300</c:v>
                </c:pt>
                <c:pt idx="986">
                  <c:v>4300</c:v>
                </c:pt>
                <c:pt idx="987">
                  <c:v>4300</c:v>
                </c:pt>
                <c:pt idx="988">
                  <c:v>4300</c:v>
                </c:pt>
                <c:pt idx="989">
                  <c:v>4300</c:v>
                </c:pt>
                <c:pt idx="990">
                  <c:v>4300</c:v>
                </c:pt>
                <c:pt idx="991">
                  <c:v>4300</c:v>
                </c:pt>
                <c:pt idx="992">
                  <c:v>4300</c:v>
                </c:pt>
                <c:pt idx="993">
                  <c:v>4300</c:v>
                </c:pt>
                <c:pt idx="994">
                  <c:v>4300</c:v>
                </c:pt>
                <c:pt idx="995">
                  <c:v>4300</c:v>
                </c:pt>
                <c:pt idx="996">
                  <c:v>4300</c:v>
                </c:pt>
                <c:pt idx="997">
                  <c:v>4300</c:v>
                </c:pt>
                <c:pt idx="998">
                  <c:v>4300</c:v>
                </c:pt>
                <c:pt idx="999">
                  <c:v>4300</c:v>
                </c:pt>
                <c:pt idx="1000">
                  <c:v>4300</c:v>
                </c:pt>
                <c:pt idx="1001">
                  <c:v>4300</c:v>
                </c:pt>
                <c:pt idx="1002">
                  <c:v>4300</c:v>
                </c:pt>
                <c:pt idx="1003">
                  <c:v>4300</c:v>
                </c:pt>
                <c:pt idx="1004">
                  <c:v>4300</c:v>
                </c:pt>
                <c:pt idx="1005">
                  <c:v>4300</c:v>
                </c:pt>
                <c:pt idx="1006">
                  <c:v>4300</c:v>
                </c:pt>
                <c:pt idx="1007">
                  <c:v>4300</c:v>
                </c:pt>
                <c:pt idx="1008">
                  <c:v>4300</c:v>
                </c:pt>
                <c:pt idx="1009">
                  <c:v>4300</c:v>
                </c:pt>
                <c:pt idx="1010">
                  <c:v>4300</c:v>
                </c:pt>
                <c:pt idx="1011">
                  <c:v>4300</c:v>
                </c:pt>
                <c:pt idx="1012">
                  <c:v>4300</c:v>
                </c:pt>
                <c:pt idx="1013">
                  <c:v>4300</c:v>
                </c:pt>
                <c:pt idx="1014">
                  <c:v>4300</c:v>
                </c:pt>
                <c:pt idx="1015">
                  <c:v>4300</c:v>
                </c:pt>
                <c:pt idx="1016">
                  <c:v>4400</c:v>
                </c:pt>
                <c:pt idx="1017">
                  <c:v>4400</c:v>
                </c:pt>
                <c:pt idx="1018">
                  <c:v>4400</c:v>
                </c:pt>
                <c:pt idx="1019">
                  <c:v>4400</c:v>
                </c:pt>
                <c:pt idx="1020">
                  <c:v>4400</c:v>
                </c:pt>
                <c:pt idx="1021">
                  <c:v>4400</c:v>
                </c:pt>
                <c:pt idx="1022">
                  <c:v>4400</c:v>
                </c:pt>
                <c:pt idx="1023">
                  <c:v>4400</c:v>
                </c:pt>
                <c:pt idx="1024">
                  <c:v>4400</c:v>
                </c:pt>
                <c:pt idx="1025">
                  <c:v>4400</c:v>
                </c:pt>
                <c:pt idx="1026">
                  <c:v>4400</c:v>
                </c:pt>
                <c:pt idx="1027">
                  <c:v>4400</c:v>
                </c:pt>
                <c:pt idx="1028">
                  <c:v>4400</c:v>
                </c:pt>
                <c:pt idx="1029">
                  <c:v>4400</c:v>
                </c:pt>
                <c:pt idx="1030">
                  <c:v>4400</c:v>
                </c:pt>
                <c:pt idx="1031">
                  <c:v>4400</c:v>
                </c:pt>
                <c:pt idx="1032">
                  <c:v>4400</c:v>
                </c:pt>
                <c:pt idx="1033">
                  <c:v>4400</c:v>
                </c:pt>
                <c:pt idx="1034">
                  <c:v>4400</c:v>
                </c:pt>
                <c:pt idx="1035">
                  <c:v>4400</c:v>
                </c:pt>
                <c:pt idx="1036">
                  <c:v>4400</c:v>
                </c:pt>
                <c:pt idx="1037">
                  <c:v>4400</c:v>
                </c:pt>
                <c:pt idx="1038">
                  <c:v>4400</c:v>
                </c:pt>
                <c:pt idx="1039">
                  <c:v>4400</c:v>
                </c:pt>
                <c:pt idx="1040">
                  <c:v>4400</c:v>
                </c:pt>
                <c:pt idx="1041">
                  <c:v>4400</c:v>
                </c:pt>
                <c:pt idx="1042">
                  <c:v>4400</c:v>
                </c:pt>
                <c:pt idx="1043">
                  <c:v>4400</c:v>
                </c:pt>
                <c:pt idx="1044">
                  <c:v>4400</c:v>
                </c:pt>
                <c:pt idx="1045">
                  <c:v>4400</c:v>
                </c:pt>
                <c:pt idx="1046">
                  <c:v>4400</c:v>
                </c:pt>
                <c:pt idx="1047">
                  <c:v>4400</c:v>
                </c:pt>
                <c:pt idx="1048">
                  <c:v>4400</c:v>
                </c:pt>
                <c:pt idx="1049">
                  <c:v>4400</c:v>
                </c:pt>
                <c:pt idx="1050">
                  <c:v>4400</c:v>
                </c:pt>
                <c:pt idx="1051">
                  <c:v>4400</c:v>
                </c:pt>
                <c:pt idx="1052">
                  <c:v>4400</c:v>
                </c:pt>
                <c:pt idx="1053">
                  <c:v>4400</c:v>
                </c:pt>
                <c:pt idx="1054">
                  <c:v>4400</c:v>
                </c:pt>
                <c:pt idx="1055">
                  <c:v>4800</c:v>
                </c:pt>
                <c:pt idx="1056">
                  <c:v>4800</c:v>
                </c:pt>
                <c:pt idx="1057">
                  <c:v>4800</c:v>
                </c:pt>
                <c:pt idx="1058">
                  <c:v>4800</c:v>
                </c:pt>
                <c:pt idx="1059">
                  <c:v>4800</c:v>
                </c:pt>
                <c:pt idx="1060">
                  <c:v>4800</c:v>
                </c:pt>
                <c:pt idx="1061">
                  <c:v>4800</c:v>
                </c:pt>
                <c:pt idx="1062">
                  <c:v>4800</c:v>
                </c:pt>
                <c:pt idx="1063">
                  <c:v>4800</c:v>
                </c:pt>
                <c:pt idx="1064">
                  <c:v>4800</c:v>
                </c:pt>
                <c:pt idx="1065">
                  <c:v>4800</c:v>
                </c:pt>
                <c:pt idx="1066">
                  <c:v>4800</c:v>
                </c:pt>
                <c:pt idx="1067">
                  <c:v>4800</c:v>
                </c:pt>
                <c:pt idx="1068">
                  <c:v>4800</c:v>
                </c:pt>
                <c:pt idx="1069">
                  <c:v>4800</c:v>
                </c:pt>
                <c:pt idx="1070">
                  <c:v>4800</c:v>
                </c:pt>
                <c:pt idx="1071">
                  <c:v>4800</c:v>
                </c:pt>
                <c:pt idx="1072">
                  <c:v>4800</c:v>
                </c:pt>
                <c:pt idx="1073">
                  <c:v>4800</c:v>
                </c:pt>
                <c:pt idx="1074">
                  <c:v>4800</c:v>
                </c:pt>
                <c:pt idx="1075">
                  <c:v>4800</c:v>
                </c:pt>
                <c:pt idx="1076">
                  <c:v>4800</c:v>
                </c:pt>
                <c:pt idx="1077">
                  <c:v>4800</c:v>
                </c:pt>
                <c:pt idx="1078">
                  <c:v>4800</c:v>
                </c:pt>
                <c:pt idx="1079">
                  <c:v>4800</c:v>
                </c:pt>
                <c:pt idx="1080">
                  <c:v>4800</c:v>
                </c:pt>
                <c:pt idx="1081">
                  <c:v>4800</c:v>
                </c:pt>
                <c:pt idx="1082">
                  <c:v>4800</c:v>
                </c:pt>
                <c:pt idx="1083">
                  <c:v>4800</c:v>
                </c:pt>
                <c:pt idx="1084">
                  <c:v>4800</c:v>
                </c:pt>
                <c:pt idx="1085">
                  <c:v>4800</c:v>
                </c:pt>
                <c:pt idx="1086">
                  <c:v>4800</c:v>
                </c:pt>
                <c:pt idx="1087">
                  <c:v>4800</c:v>
                </c:pt>
                <c:pt idx="1088">
                  <c:v>4800</c:v>
                </c:pt>
                <c:pt idx="1089">
                  <c:v>4800</c:v>
                </c:pt>
                <c:pt idx="1090">
                  <c:v>4800</c:v>
                </c:pt>
                <c:pt idx="1091">
                  <c:v>4800</c:v>
                </c:pt>
                <c:pt idx="1092">
                  <c:v>4800</c:v>
                </c:pt>
                <c:pt idx="1093">
                  <c:v>4800</c:v>
                </c:pt>
                <c:pt idx="1094">
                  <c:v>4800</c:v>
                </c:pt>
                <c:pt idx="1095">
                  <c:v>4800</c:v>
                </c:pt>
                <c:pt idx="1096">
                  <c:v>4800</c:v>
                </c:pt>
                <c:pt idx="1097">
                  <c:v>4800</c:v>
                </c:pt>
                <c:pt idx="1098">
                  <c:v>4800</c:v>
                </c:pt>
                <c:pt idx="1099">
                  <c:v>4800</c:v>
                </c:pt>
                <c:pt idx="1100">
                  <c:v>4800</c:v>
                </c:pt>
                <c:pt idx="1101">
                  <c:v>4800</c:v>
                </c:pt>
                <c:pt idx="1102">
                  <c:v>4800</c:v>
                </c:pt>
                <c:pt idx="1103">
                  <c:v>4800</c:v>
                </c:pt>
                <c:pt idx="1104">
                  <c:v>4800</c:v>
                </c:pt>
                <c:pt idx="1105">
                  <c:v>4800</c:v>
                </c:pt>
                <c:pt idx="1106">
                  <c:v>4800</c:v>
                </c:pt>
                <c:pt idx="1107">
                  <c:v>4800</c:v>
                </c:pt>
                <c:pt idx="1108">
                  <c:v>4800</c:v>
                </c:pt>
                <c:pt idx="1109">
                  <c:v>4800</c:v>
                </c:pt>
                <c:pt idx="1110">
                  <c:v>4800</c:v>
                </c:pt>
                <c:pt idx="1111">
                  <c:v>4800</c:v>
                </c:pt>
                <c:pt idx="1112">
                  <c:v>4800</c:v>
                </c:pt>
                <c:pt idx="1113">
                  <c:v>4800</c:v>
                </c:pt>
                <c:pt idx="1114">
                  <c:v>4800</c:v>
                </c:pt>
                <c:pt idx="1115">
                  <c:v>4800</c:v>
                </c:pt>
                <c:pt idx="1116">
                  <c:v>4800</c:v>
                </c:pt>
                <c:pt idx="1117">
                  <c:v>4800</c:v>
                </c:pt>
                <c:pt idx="1118">
                  <c:v>4800</c:v>
                </c:pt>
                <c:pt idx="1119">
                  <c:v>4800</c:v>
                </c:pt>
                <c:pt idx="1120">
                  <c:v>4800</c:v>
                </c:pt>
                <c:pt idx="1121">
                  <c:v>4800</c:v>
                </c:pt>
                <c:pt idx="1122">
                  <c:v>4800</c:v>
                </c:pt>
                <c:pt idx="1123">
                  <c:v>4800</c:v>
                </c:pt>
                <c:pt idx="1124">
                  <c:v>4800</c:v>
                </c:pt>
                <c:pt idx="1125">
                  <c:v>4800</c:v>
                </c:pt>
                <c:pt idx="1126">
                  <c:v>4800</c:v>
                </c:pt>
                <c:pt idx="1127">
                  <c:v>4800</c:v>
                </c:pt>
                <c:pt idx="1128">
                  <c:v>4800</c:v>
                </c:pt>
                <c:pt idx="1129">
                  <c:v>4800</c:v>
                </c:pt>
                <c:pt idx="1130">
                  <c:v>4800</c:v>
                </c:pt>
                <c:pt idx="1131">
                  <c:v>4800</c:v>
                </c:pt>
                <c:pt idx="1132">
                  <c:v>4800</c:v>
                </c:pt>
                <c:pt idx="1133">
                  <c:v>4800</c:v>
                </c:pt>
                <c:pt idx="1134">
                  <c:v>4800</c:v>
                </c:pt>
                <c:pt idx="1135">
                  <c:v>4800</c:v>
                </c:pt>
                <c:pt idx="1136">
                  <c:v>4800</c:v>
                </c:pt>
                <c:pt idx="1137">
                  <c:v>4800</c:v>
                </c:pt>
                <c:pt idx="1138">
                  <c:v>4800</c:v>
                </c:pt>
                <c:pt idx="1139">
                  <c:v>4800</c:v>
                </c:pt>
                <c:pt idx="1140">
                  <c:v>4800</c:v>
                </c:pt>
                <c:pt idx="1141">
                  <c:v>4800</c:v>
                </c:pt>
                <c:pt idx="1142">
                  <c:v>4800</c:v>
                </c:pt>
                <c:pt idx="1143">
                  <c:v>4800</c:v>
                </c:pt>
                <c:pt idx="1144">
                  <c:v>4800</c:v>
                </c:pt>
                <c:pt idx="1145">
                  <c:v>4800</c:v>
                </c:pt>
                <c:pt idx="1146">
                  <c:v>4800</c:v>
                </c:pt>
                <c:pt idx="1147">
                  <c:v>4800</c:v>
                </c:pt>
                <c:pt idx="1148">
                  <c:v>4800</c:v>
                </c:pt>
                <c:pt idx="1149">
                  <c:v>4800</c:v>
                </c:pt>
                <c:pt idx="1150">
                  <c:v>4800</c:v>
                </c:pt>
                <c:pt idx="1151">
                  <c:v>4800</c:v>
                </c:pt>
                <c:pt idx="1152">
                  <c:v>4800</c:v>
                </c:pt>
                <c:pt idx="1153">
                  <c:v>4800</c:v>
                </c:pt>
                <c:pt idx="1154">
                  <c:v>4800</c:v>
                </c:pt>
                <c:pt idx="1155">
                  <c:v>4800</c:v>
                </c:pt>
                <c:pt idx="1156">
                  <c:v>4800</c:v>
                </c:pt>
                <c:pt idx="1157">
                  <c:v>4800</c:v>
                </c:pt>
                <c:pt idx="1158">
                  <c:v>4800</c:v>
                </c:pt>
                <c:pt idx="1159">
                  <c:v>4800</c:v>
                </c:pt>
                <c:pt idx="1160">
                  <c:v>4800</c:v>
                </c:pt>
                <c:pt idx="1161">
                  <c:v>4800</c:v>
                </c:pt>
                <c:pt idx="1162">
                  <c:v>4800</c:v>
                </c:pt>
                <c:pt idx="1163">
                  <c:v>4800</c:v>
                </c:pt>
                <c:pt idx="1164">
                  <c:v>4800</c:v>
                </c:pt>
                <c:pt idx="1165">
                  <c:v>4800</c:v>
                </c:pt>
                <c:pt idx="1166">
                  <c:v>4800</c:v>
                </c:pt>
                <c:pt idx="1167">
                  <c:v>4800</c:v>
                </c:pt>
                <c:pt idx="1168">
                  <c:v>4800</c:v>
                </c:pt>
                <c:pt idx="1169">
                  <c:v>4800</c:v>
                </c:pt>
                <c:pt idx="1170">
                  <c:v>4800</c:v>
                </c:pt>
                <c:pt idx="1171">
                  <c:v>4800</c:v>
                </c:pt>
                <c:pt idx="1172">
                  <c:v>4800</c:v>
                </c:pt>
                <c:pt idx="1173">
                  <c:v>4800</c:v>
                </c:pt>
                <c:pt idx="1174">
                  <c:v>4800</c:v>
                </c:pt>
                <c:pt idx="1175">
                  <c:v>4800</c:v>
                </c:pt>
                <c:pt idx="1176">
                  <c:v>4800</c:v>
                </c:pt>
                <c:pt idx="1177">
                  <c:v>4800</c:v>
                </c:pt>
                <c:pt idx="1178">
                  <c:v>4800</c:v>
                </c:pt>
                <c:pt idx="1179">
                  <c:v>4800</c:v>
                </c:pt>
                <c:pt idx="1180">
                  <c:v>4800</c:v>
                </c:pt>
                <c:pt idx="1181">
                  <c:v>4800</c:v>
                </c:pt>
                <c:pt idx="1182">
                  <c:v>4800</c:v>
                </c:pt>
                <c:pt idx="1183">
                  <c:v>4800</c:v>
                </c:pt>
                <c:pt idx="1184">
                  <c:v>4800</c:v>
                </c:pt>
                <c:pt idx="1185">
                  <c:v>4800</c:v>
                </c:pt>
                <c:pt idx="1186">
                  <c:v>4800</c:v>
                </c:pt>
                <c:pt idx="1187">
                  <c:v>4800</c:v>
                </c:pt>
                <c:pt idx="1188">
                  <c:v>4800</c:v>
                </c:pt>
                <c:pt idx="1189">
                  <c:v>4800</c:v>
                </c:pt>
                <c:pt idx="1190">
                  <c:v>4800</c:v>
                </c:pt>
                <c:pt idx="1191">
                  <c:v>4800</c:v>
                </c:pt>
                <c:pt idx="1192">
                  <c:v>4800</c:v>
                </c:pt>
                <c:pt idx="1193">
                  <c:v>4800</c:v>
                </c:pt>
                <c:pt idx="1194">
                  <c:v>4800</c:v>
                </c:pt>
                <c:pt idx="1195">
                  <c:v>4800</c:v>
                </c:pt>
                <c:pt idx="1196">
                  <c:v>4800</c:v>
                </c:pt>
                <c:pt idx="1197">
                  <c:v>4800</c:v>
                </c:pt>
                <c:pt idx="1198">
                  <c:v>4800</c:v>
                </c:pt>
                <c:pt idx="1199">
                  <c:v>4800</c:v>
                </c:pt>
                <c:pt idx="1200">
                  <c:v>4800</c:v>
                </c:pt>
                <c:pt idx="1201">
                  <c:v>4800</c:v>
                </c:pt>
                <c:pt idx="1202">
                  <c:v>4800</c:v>
                </c:pt>
                <c:pt idx="1203">
                  <c:v>4800</c:v>
                </c:pt>
                <c:pt idx="1204">
                  <c:v>4800</c:v>
                </c:pt>
                <c:pt idx="1205">
                  <c:v>4800</c:v>
                </c:pt>
                <c:pt idx="1206">
                  <c:v>4800</c:v>
                </c:pt>
                <c:pt idx="1207">
                  <c:v>4800</c:v>
                </c:pt>
                <c:pt idx="1208">
                  <c:v>4800</c:v>
                </c:pt>
                <c:pt idx="1209">
                  <c:v>4800</c:v>
                </c:pt>
                <c:pt idx="1210">
                  <c:v>4800</c:v>
                </c:pt>
                <c:pt idx="1211">
                  <c:v>4800</c:v>
                </c:pt>
                <c:pt idx="1212">
                  <c:v>4800</c:v>
                </c:pt>
                <c:pt idx="1213">
                  <c:v>4800</c:v>
                </c:pt>
                <c:pt idx="1214">
                  <c:v>4800</c:v>
                </c:pt>
                <c:pt idx="1215">
                  <c:v>4800</c:v>
                </c:pt>
                <c:pt idx="1216">
                  <c:v>4800</c:v>
                </c:pt>
                <c:pt idx="1217">
                  <c:v>4800</c:v>
                </c:pt>
                <c:pt idx="1218">
                  <c:v>4800</c:v>
                </c:pt>
                <c:pt idx="1219">
                  <c:v>4800</c:v>
                </c:pt>
                <c:pt idx="1220">
                  <c:v>4800</c:v>
                </c:pt>
                <c:pt idx="1221">
                  <c:v>4800</c:v>
                </c:pt>
                <c:pt idx="1222">
                  <c:v>4800</c:v>
                </c:pt>
                <c:pt idx="1223">
                  <c:v>4800</c:v>
                </c:pt>
                <c:pt idx="1224">
                  <c:v>4800</c:v>
                </c:pt>
                <c:pt idx="1225">
                  <c:v>4800</c:v>
                </c:pt>
                <c:pt idx="1226">
                  <c:v>4800</c:v>
                </c:pt>
                <c:pt idx="1227">
                  <c:v>4800</c:v>
                </c:pt>
                <c:pt idx="1228">
                  <c:v>4800</c:v>
                </c:pt>
                <c:pt idx="1229">
                  <c:v>4800</c:v>
                </c:pt>
                <c:pt idx="1230">
                  <c:v>4800</c:v>
                </c:pt>
                <c:pt idx="1231">
                  <c:v>4800</c:v>
                </c:pt>
                <c:pt idx="1232">
                  <c:v>4800</c:v>
                </c:pt>
                <c:pt idx="1233">
                  <c:v>4800</c:v>
                </c:pt>
                <c:pt idx="1234">
                  <c:v>4800</c:v>
                </c:pt>
                <c:pt idx="1235">
                  <c:v>4800</c:v>
                </c:pt>
                <c:pt idx="1236">
                  <c:v>4800</c:v>
                </c:pt>
                <c:pt idx="1237">
                  <c:v>4800</c:v>
                </c:pt>
                <c:pt idx="1238">
                  <c:v>4800</c:v>
                </c:pt>
                <c:pt idx="1239">
                  <c:v>4800</c:v>
                </c:pt>
                <c:pt idx="1240">
                  <c:v>4800</c:v>
                </c:pt>
                <c:pt idx="1241">
                  <c:v>4800</c:v>
                </c:pt>
                <c:pt idx="1242">
                  <c:v>4800</c:v>
                </c:pt>
                <c:pt idx="1243">
                  <c:v>4800</c:v>
                </c:pt>
                <c:pt idx="1244">
                  <c:v>4800</c:v>
                </c:pt>
                <c:pt idx="1245">
                  <c:v>4800</c:v>
                </c:pt>
                <c:pt idx="1246">
                  <c:v>4800</c:v>
                </c:pt>
                <c:pt idx="1247">
                  <c:v>4800</c:v>
                </c:pt>
                <c:pt idx="1248">
                  <c:v>4800</c:v>
                </c:pt>
                <c:pt idx="1249">
                  <c:v>4800</c:v>
                </c:pt>
                <c:pt idx="1250">
                  <c:v>4800</c:v>
                </c:pt>
                <c:pt idx="1251">
                  <c:v>4800</c:v>
                </c:pt>
                <c:pt idx="1252">
                  <c:v>4800</c:v>
                </c:pt>
                <c:pt idx="1253">
                  <c:v>4800</c:v>
                </c:pt>
                <c:pt idx="1254">
                  <c:v>4800</c:v>
                </c:pt>
                <c:pt idx="1255">
                  <c:v>4800</c:v>
                </c:pt>
                <c:pt idx="1256">
                  <c:v>4800</c:v>
                </c:pt>
                <c:pt idx="1257">
                  <c:v>4800</c:v>
                </c:pt>
                <c:pt idx="1258">
                  <c:v>4800</c:v>
                </c:pt>
                <c:pt idx="1259">
                  <c:v>4800</c:v>
                </c:pt>
                <c:pt idx="1260">
                  <c:v>4800</c:v>
                </c:pt>
                <c:pt idx="1261">
                  <c:v>4800</c:v>
                </c:pt>
                <c:pt idx="1262">
                  <c:v>4800</c:v>
                </c:pt>
                <c:pt idx="1263">
                  <c:v>4800</c:v>
                </c:pt>
                <c:pt idx="1264">
                  <c:v>4800</c:v>
                </c:pt>
                <c:pt idx="1265">
                  <c:v>4800</c:v>
                </c:pt>
                <c:pt idx="1266">
                  <c:v>4800</c:v>
                </c:pt>
                <c:pt idx="1267">
                  <c:v>4800</c:v>
                </c:pt>
                <c:pt idx="1268">
                  <c:v>4800</c:v>
                </c:pt>
                <c:pt idx="1269">
                  <c:v>4800</c:v>
                </c:pt>
                <c:pt idx="1270">
                  <c:v>4800</c:v>
                </c:pt>
                <c:pt idx="1271">
                  <c:v>4800</c:v>
                </c:pt>
                <c:pt idx="1272">
                  <c:v>4800</c:v>
                </c:pt>
                <c:pt idx="1273">
                  <c:v>4800</c:v>
                </c:pt>
                <c:pt idx="1274">
                  <c:v>4800</c:v>
                </c:pt>
                <c:pt idx="1275">
                  <c:v>4800</c:v>
                </c:pt>
                <c:pt idx="1276">
                  <c:v>4800</c:v>
                </c:pt>
                <c:pt idx="1277">
                  <c:v>4800</c:v>
                </c:pt>
                <c:pt idx="1278">
                  <c:v>4800</c:v>
                </c:pt>
                <c:pt idx="1279">
                  <c:v>4800</c:v>
                </c:pt>
                <c:pt idx="1280">
                  <c:v>4800</c:v>
                </c:pt>
                <c:pt idx="1281">
                  <c:v>4800</c:v>
                </c:pt>
                <c:pt idx="1282">
                  <c:v>4800</c:v>
                </c:pt>
                <c:pt idx="1283">
                  <c:v>4800</c:v>
                </c:pt>
                <c:pt idx="1284">
                  <c:v>4800</c:v>
                </c:pt>
                <c:pt idx="1285">
                  <c:v>4800</c:v>
                </c:pt>
                <c:pt idx="1286">
                  <c:v>4800</c:v>
                </c:pt>
                <c:pt idx="1287">
                  <c:v>4800</c:v>
                </c:pt>
                <c:pt idx="1288">
                  <c:v>4800</c:v>
                </c:pt>
                <c:pt idx="1289">
                  <c:v>4800</c:v>
                </c:pt>
                <c:pt idx="1290">
                  <c:v>4800</c:v>
                </c:pt>
                <c:pt idx="1291">
                  <c:v>4800</c:v>
                </c:pt>
                <c:pt idx="1292">
                  <c:v>4800</c:v>
                </c:pt>
                <c:pt idx="1293">
                  <c:v>4800</c:v>
                </c:pt>
                <c:pt idx="1294">
                  <c:v>4800</c:v>
                </c:pt>
                <c:pt idx="1295">
                  <c:v>4800</c:v>
                </c:pt>
                <c:pt idx="1296">
                  <c:v>4800</c:v>
                </c:pt>
                <c:pt idx="1297">
                  <c:v>4800</c:v>
                </c:pt>
                <c:pt idx="1298">
                  <c:v>4800</c:v>
                </c:pt>
                <c:pt idx="1299">
                  <c:v>4800</c:v>
                </c:pt>
                <c:pt idx="1300">
                  <c:v>4800</c:v>
                </c:pt>
                <c:pt idx="1301">
                  <c:v>4800</c:v>
                </c:pt>
                <c:pt idx="1302">
                  <c:v>4800</c:v>
                </c:pt>
                <c:pt idx="1303">
                  <c:v>4800</c:v>
                </c:pt>
                <c:pt idx="1304">
                  <c:v>4800</c:v>
                </c:pt>
                <c:pt idx="1305">
                  <c:v>4800</c:v>
                </c:pt>
                <c:pt idx="1306">
                  <c:v>4800</c:v>
                </c:pt>
                <c:pt idx="1307">
                  <c:v>4800</c:v>
                </c:pt>
                <c:pt idx="1308">
                  <c:v>4800</c:v>
                </c:pt>
                <c:pt idx="1309">
                  <c:v>4800</c:v>
                </c:pt>
                <c:pt idx="1310">
                  <c:v>4800</c:v>
                </c:pt>
                <c:pt idx="1311">
                  <c:v>4800</c:v>
                </c:pt>
                <c:pt idx="1312">
                  <c:v>4800</c:v>
                </c:pt>
                <c:pt idx="1313">
                  <c:v>4800</c:v>
                </c:pt>
                <c:pt idx="1314">
                  <c:v>5000</c:v>
                </c:pt>
                <c:pt idx="1315">
                  <c:v>5000</c:v>
                </c:pt>
                <c:pt idx="1316">
                  <c:v>5000</c:v>
                </c:pt>
                <c:pt idx="1317">
                  <c:v>5000</c:v>
                </c:pt>
                <c:pt idx="1318">
                  <c:v>5000</c:v>
                </c:pt>
                <c:pt idx="1319">
                  <c:v>5000</c:v>
                </c:pt>
                <c:pt idx="1320">
                  <c:v>5000</c:v>
                </c:pt>
                <c:pt idx="1321">
                  <c:v>5000</c:v>
                </c:pt>
                <c:pt idx="1322">
                  <c:v>5000</c:v>
                </c:pt>
                <c:pt idx="1323">
                  <c:v>5000</c:v>
                </c:pt>
                <c:pt idx="1324">
                  <c:v>5000</c:v>
                </c:pt>
                <c:pt idx="1325">
                  <c:v>5000</c:v>
                </c:pt>
                <c:pt idx="1326">
                  <c:v>5000</c:v>
                </c:pt>
                <c:pt idx="1327">
                  <c:v>5000</c:v>
                </c:pt>
                <c:pt idx="1328">
                  <c:v>5000</c:v>
                </c:pt>
                <c:pt idx="1329">
                  <c:v>5000</c:v>
                </c:pt>
                <c:pt idx="1330">
                  <c:v>5000</c:v>
                </c:pt>
                <c:pt idx="1331">
                  <c:v>5000</c:v>
                </c:pt>
                <c:pt idx="1332">
                  <c:v>5000</c:v>
                </c:pt>
                <c:pt idx="1333">
                  <c:v>5000</c:v>
                </c:pt>
                <c:pt idx="1334">
                  <c:v>5000</c:v>
                </c:pt>
                <c:pt idx="1335">
                  <c:v>5000</c:v>
                </c:pt>
                <c:pt idx="1336">
                  <c:v>5000</c:v>
                </c:pt>
                <c:pt idx="1337">
                  <c:v>5000</c:v>
                </c:pt>
                <c:pt idx="1338">
                  <c:v>5000</c:v>
                </c:pt>
                <c:pt idx="1339">
                  <c:v>5000</c:v>
                </c:pt>
                <c:pt idx="1340">
                  <c:v>5000</c:v>
                </c:pt>
                <c:pt idx="1341">
                  <c:v>5000</c:v>
                </c:pt>
                <c:pt idx="1342">
                  <c:v>5000</c:v>
                </c:pt>
                <c:pt idx="1343">
                  <c:v>5000</c:v>
                </c:pt>
                <c:pt idx="1344">
                  <c:v>5000</c:v>
                </c:pt>
                <c:pt idx="1345">
                  <c:v>5000</c:v>
                </c:pt>
                <c:pt idx="1346">
                  <c:v>5000</c:v>
                </c:pt>
                <c:pt idx="1347">
                  <c:v>5000</c:v>
                </c:pt>
                <c:pt idx="1348">
                  <c:v>5000</c:v>
                </c:pt>
                <c:pt idx="1349">
                  <c:v>5000</c:v>
                </c:pt>
                <c:pt idx="1350">
                  <c:v>5000</c:v>
                </c:pt>
                <c:pt idx="1351">
                  <c:v>5000</c:v>
                </c:pt>
                <c:pt idx="1352">
                  <c:v>5000</c:v>
                </c:pt>
                <c:pt idx="1353">
                  <c:v>5000</c:v>
                </c:pt>
                <c:pt idx="1354">
                  <c:v>5000</c:v>
                </c:pt>
                <c:pt idx="1355">
                  <c:v>5000</c:v>
                </c:pt>
                <c:pt idx="1356">
                  <c:v>5000</c:v>
                </c:pt>
                <c:pt idx="1357">
                  <c:v>5000</c:v>
                </c:pt>
                <c:pt idx="1358">
                  <c:v>5000</c:v>
                </c:pt>
                <c:pt idx="1359">
                  <c:v>4600</c:v>
                </c:pt>
                <c:pt idx="1360">
                  <c:v>4600</c:v>
                </c:pt>
                <c:pt idx="1361">
                  <c:v>4600</c:v>
                </c:pt>
                <c:pt idx="1362">
                  <c:v>4600</c:v>
                </c:pt>
                <c:pt idx="1363">
                  <c:v>4600</c:v>
                </c:pt>
                <c:pt idx="1364">
                  <c:v>4600</c:v>
                </c:pt>
                <c:pt idx="1365">
                  <c:v>4600</c:v>
                </c:pt>
                <c:pt idx="1366">
                  <c:v>4600</c:v>
                </c:pt>
                <c:pt idx="1367">
                  <c:v>4600</c:v>
                </c:pt>
                <c:pt idx="1368">
                  <c:v>4600</c:v>
                </c:pt>
                <c:pt idx="1369">
                  <c:v>4600</c:v>
                </c:pt>
                <c:pt idx="1370">
                  <c:v>4600</c:v>
                </c:pt>
                <c:pt idx="1371">
                  <c:v>4600</c:v>
                </c:pt>
                <c:pt idx="1372">
                  <c:v>4600</c:v>
                </c:pt>
                <c:pt idx="1373">
                  <c:v>4600</c:v>
                </c:pt>
                <c:pt idx="1374">
                  <c:v>4600</c:v>
                </c:pt>
                <c:pt idx="1375">
                  <c:v>4600</c:v>
                </c:pt>
                <c:pt idx="1376">
                  <c:v>4600</c:v>
                </c:pt>
                <c:pt idx="1377">
                  <c:v>4600</c:v>
                </c:pt>
                <c:pt idx="1378">
                  <c:v>4600</c:v>
                </c:pt>
                <c:pt idx="1379">
                  <c:v>4600</c:v>
                </c:pt>
                <c:pt idx="1380">
                  <c:v>4600</c:v>
                </c:pt>
                <c:pt idx="1381">
                  <c:v>4600</c:v>
                </c:pt>
                <c:pt idx="1382">
                  <c:v>4600</c:v>
                </c:pt>
                <c:pt idx="1383">
                  <c:v>4600</c:v>
                </c:pt>
                <c:pt idx="1384">
                  <c:v>4600</c:v>
                </c:pt>
                <c:pt idx="1385">
                  <c:v>4600</c:v>
                </c:pt>
                <c:pt idx="1386">
                  <c:v>4600</c:v>
                </c:pt>
                <c:pt idx="1387">
                  <c:v>4600</c:v>
                </c:pt>
                <c:pt idx="1388">
                  <c:v>4600</c:v>
                </c:pt>
                <c:pt idx="1389">
                  <c:v>4600</c:v>
                </c:pt>
                <c:pt idx="1390">
                  <c:v>4600</c:v>
                </c:pt>
                <c:pt idx="1391">
                  <c:v>4600</c:v>
                </c:pt>
                <c:pt idx="1392">
                  <c:v>4600</c:v>
                </c:pt>
                <c:pt idx="1393">
                  <c:v>4600</c:v>
                </c:pt>
                <c:pt idx="1394">
                  <c:v>4600</c:v>
                </c:pt>
                <c:pt idx="1395">
                  <c:v>4600</c:v>
                </c:pt>
                <c:pt idx="1396">
                  <c:v>4600</c:v>
                </c:pt>
                <c:pt idx="1397">
                  <c:v>4600</c:v>
                </c:pt>
                <c:pt idx="1398">
                  <c:v>4600</c:v>
                </c:pt>
                <c:pt idx="1399">
                  <c:v>4600</c:v>
                </c:pt>
                <c:pt idx="1400">
                  <c:v>4600</c:v>
                </c:pt>
                <c:pt idx="1401">
                  <c:v>4600</c:v>
                </c:pt>
                <c:pt idx="1402">
                  <c:v>4600</c:v>
                </c:pt>
                <c:pt idx="1403">
                  <c:v>4600</c:v>
                </c:pt>
                <c:pt idx="1404">
                  <c:v>4600</c:v>
                </c:pt>
                <c:pt idx="1405">
                  <c:v>4600</c:v>
                </c:pt>
                <c:pt idx="1406">
                  <c:v>4600</c:v>
                </c:pt>
                <c:pt idx="1407">
                  <c:v>4600</c:v>
                </c:pt>
                <c:pt idx="1408">
                  <c:v>4600</c:v>
                </c:pt>
                <c:pt idx="1409">
                  <c:v>4600</c:v>
                </c:pt>
                <c:pt idx="1410">
                  <c:v>4600</c:v>
                </c:pt>
                <c:pt idx="1411">
                  <c:v>4600</c:v>
                </c:pt>
                <c:pt idx="1412">
                  <c:v>4600</c:v>
                </c:pt>
                <c:pt idx="1413">
                  <c:v>4600</c:v>
                </c:pt>
                <c:pt idx="1414">
                  <c:v>4600</c:v>
                </c:pt>
                <c:pt idx="1415">
                  <c:v>4600</c:v>
                </c:pt>
                <c:pt idx="1416">
                  <c:v>4600</c:v>
                </c:pt>
                <c:pt idx="1417">
                  <c:v>4600</c:v>
                </c:pt>
                <c:pt idx="1418">
                  <c:v>4600</c:v>
                </c:pt>
                <c:pt idx="1419">
                  <c:v>4600</c:v>
                </c:pt>
                <c:pt idx="1420">
                  <c:v>4600</c:v>
                </c:pt>
                <c:pt idx="1421">
                  <c:v>4600</c:v>
                </c:pt>
                <c:pt idx="1422">
                  <c:v>4600</c:v>
                </c:pt>
                <c:pt idx="1423">
                  <c:v>4600</c:v>
                </c:pt>
                <c:pt idx="1424">
                  <c:v>4600</c:v>
                </c:pt>
                <c:pt idx="1425">
                  <c:v>4600</c:v>
                </c:pt>
                <c:pt idx="1426">
                  <c:v>4600</c:v>
                </c:pt>
                <c:pt idx="1427">
                  <c:v>4600</c:v>
                </c:pt>
                <c:pt idx="1428">
                  <c:v>4600</c:v>
                </c:pt>
                <c:pt idx="1429">
                  <c:v>4600</c:v>
                </c:pt>
                <c:pt idx="1430">
                  <c:v>4600</c:v>
                </c:pt>
                <c:pt idx="1431">
                  <c:v>4600</c:v>
                </c:pt>
                <c:pt idx="1432">
                  <c:v>4600</c:v>
                </c:pt>
                <c:pt idx="1433">
                  <c:v>4600</c:v>
                </c:pt>
                <c:pt idx="1434">
                  <c:v>4600</c:v>
                </c:pt>
                <c:pt idx="1435">
                  <c:v>4600</c:v>
                </c:pt>
                <c:pt idx="1436">
                  <c:v>4600</c:v>
                </c:pt>
                <c:pt idx="1437">
                  <c:v>4600</c:v>
                </c:pt>
                <c:pt idx="1438">
                  <c:v>4600</c:v>
                </c:pt>
                <c:pt idx="1439">
                  <c:v>4600</c:v>
                </c:pt>
                <c:pt idx="1440">
                  <c:v>4600</c:v>
                </c:pt>
                <c:pt idx="1441">
                  <c:v>4600</c:v>
                </c:pt>
                <c:pt idx="1442">
                  <c:v>4600</c:v>
                </c:pt>
                <c:pt idx="1443">
                  <c:v>4600</c:v>
                </c:pt>
                <c:pt idx="1444">
                  <c:v>4600</c:v>
                </c:pt>
                <c:pt idx="1445">
                  <c:v>4600</c:v>
                </c:pt>
                <c:pt idx="1446">
                  <c:v>4600</c:v>
                </c:pt>
                <c:pt idx="1447">
                  <c:v>4600</c:v>
                </c:pt>
                <c:pt idx="1448">
                  <c:v>4600</c:v>
                </c:pt>
                <c:pt idx="1449">
                  <c:v>4600</c:v>
                </c:pt>
                <c:pt idx="1450">
                  <c:v>4600</c:v>
                </c:pt>
                <c:pt idx="1451">
                  <c:v>4600</c:v>
                </c:pt>
                <c:pt idx="1452">
                  <c:v>4600</c:v>
                </c:pt>
                <c:pt idx="1453">
                  <c:v>4600</c:v>
                </c:pt>
                <c:pt idx="1454">
                  <c:v>4600</c:v>
                </c:pt>
                <c:pt idx="1455">
                  <c:v>4600</c:v>
                </c:pt>
                <c:pt idx="1456">
                  <c:v>4600</c:v>
                </c:pt>
                <c:pt idx="1457">
                  <c:v>4600</c:v>
                </c:pt>
                <c:pt idx="1458">
                  <c:v>4600</c:v>
                </c:pt>
                <c:pt idx="1459">
                  <c:v>4600</c:v>
                </c:pt>
                <c:pt idx="1460">
                  <c:v>4600</c:v>
                </c:pt>
                <c:pt idx="1461">
                  <c:v>4600</c:v>
                </c:pt>
                <c:pt idx="1462">
                  <c:v>4600</c:v>
                </c:pt>
                <c:pt idx="1463">
                  <c:v>4600</c:v>
                </c:pt>
                <c:pt idx="1464">
                  <c:v>4600</c:v>
                </c:pt>
                <c:pt idx="1465">
                  <c:v>4600</c:v>
                </c:pt>
                <c:pt idx="1466">
                  <c:v>4600</c:v>
                </c:pt>
                <c:pt idx="1467">
                  <c:v>4600</c:v>
                </c:pt>
                <c:pt idx="1468">
                  <c:v>4600</c:v>
                </c:pt>
                <c:pt idx="1469">
                  <c:v>4600</c:v>
                </c:pt>
                <c:pt idx="1470">
                  <c:v>4600</c:v>
                </c:pt>
                <c:pt idx="1471">
                  <c:v>4600</c:v>
                </c:pt>
                <c:pt idx="1472">
                  <c:v>4600</c:v>
                </c:pt>
                <c:pt idx="1473">
                  <c:v>4600</c:v>
                </c:pt>
                <c:pt idx="1474">
                  <c:v>4600</c:v>
                </c:pt>
                <c:pt idx="1475">
                  <c:v>4600</c:v>
                </c:pt>
                <c:pt idx="1476">
                  <c:v>4600</c:v>
                </c:pt>
                <c:pt idx="1477">
                  <c:v>4600</c:v>
                </c:pt>
                <c:pt idx="1478">
                  <c:v>4600</c:v>
                </c:pt>
                <c:pt idx="1479">
                  <c:v>4600</c:v>
                </c:pt>
                <c:pt idx="1480">
                  <c:v>4600</c:v>
                </c:pt>
                <c:pt idx="1481">
                  <c:v>4600</c:v>
                </c:pt>
                <c:pt idx="1482">
                  <c:v>4600</c:v>
                </c:pt>
                <c:pt idx="1483">
                  <c:v>4600</c:v>
                </c:pt>
                <c:pt idx="1484">
                  <c:v>4600</c:v>
                </c:pt>
                <c:pt idx="1485">
                  <c:v>4600</c:v>
                </c:pt>
                <c:pt idx="1486">
                  <c:v>4600</c:v>
                </c:pt>
                <c:pt idx="1487">
                  <c:v>4600</c:v>
                </c:pt>
                <c:pt idx="1488">
                  <c:v>4600</c:v>
                </c:pt>
                <c:pt idx="1489">
                  <c:v>4600</c:v>
                </c:pt>
                <c:pt idx="1490">
                  <c:v>4600</c:v>
                </c:pt>
                <c:pt idx="1491">
                  <c:v>4600</c:v>
                </c:pt>
                <c:pt idx="1492">
                  <c:v>4600</c:v>
                </c:pt>
                <c:pt idx="1493">
                  <c:v>4600</c:v>
                </c:pt>
                <c:pt idx="1494">
                  <c:v>4600</c:v>
                </c:pt>
                <c:pt idx="1495">
                  <c:v>4600</c:v>
                </c:pt>
                <c:pt idx="1496">
                  <c:v>4600</c:v>
                </c:pt>
                <c:pt idx="1497">
                  <c:v>4600</c:v>
                </c:pt>
                <c:pt idx="1498">
                  <c:v>4600</c:v>
                </c:pt>
                <c:pt idx="1499">
                  <c:v>4600</c:v>
                </c:pt>
                <c:pt idx="1500">
                  <c:v>4600</c:v>
                </c:pt>
                <c:pt idx="1501">
                  <c:v>4600</c:v>
                </c:pt>
                <c:pt idx="1502">
                  <c:v>4600</c:v>
                </c:pt>
                <c:pt idx="1503">
                  <c:v>4600</c:v>
                </c:pt>
                <c:pt idx="1504">
                  <c:v>4600</c:v>
                </c:pt>
                <c:pt idx="1505">
                  <c:v>4600</c:v>
                </c:pt>
                <c:pt idx="1506">
                  <c:v>4600</c:v>
                </c:pt>
                <c:pt idx="1507">
                  <c:v>4600</c:v>
                </c:pt>
                <c:pt idx="1508">
                  <c:v>4600</c:v>
                </c:pt>
                <c:pt idx="1509">
                  <c:v>4600</c:v>
                </c:pt>
                <c:pt idx="1510">
                  <c:v>4600</c:v>
                </c:pt>
                <c:pt idx="1511">
                  <c:v>4600</c:v>
                </c:pt>
                <c:pt idx="1512">
                  <c:v>4600</c:v>
                </c:pt>
                <c:pt idx="1513">
                  <c:v>4600</c:v>
                </c:pt>
                <c:pt idx="1514">
                  <c:v>4600</c:v>
                </c:pt>
                <c:pt idx="1515">
                  <c:v>4600</c:v>
                </c:pt>
                <c:pt idx="1516">
                  <c:v>4600</c:v>
                </c:pt>
                <c:pt idx="1517">
                  <c:v>4600</c:v>
                </c:pt>
                <c:pt idx="1518">
                  <c:v>4600</c:v>
                </c:pt>
                <c:pt idx="1519">
                  <c:v>4600</c:v>
                </c:pt>
                <c:pt idx="1520">
                  <c:v>4600</c:v>
                </c:pt>
                <c:pt idx="1521">
                  <c:v>4600</c:v>
                </c:pt>
                <c:pt idx="1522">
                  <c:v>4600</c:v>
                </c:pt>
                <c:pt idx="1523">
                  <c:v>4600</c:v>
                </c:pt>
                <c:pt idx="1524">
                  <c:v>4600</c:v>
                </c:pt>
                <c:pt idx="1525">
                  <c:v>4600</c:v>
                </c:pt>
                <c:pt idx="1526">
                  <c:v>4600</c:v>
                </c:pt>
                <c:pt idx="1527">
                  <c:v>4600</c:v>
                </c:pt>
                <c:pt idx="1528">
                  <c:v>4600</c:v>
                </c:pt>
                <c:pt idx="1529">
                  <c:v>4600</c:v>
                </c:pt>
                <c:pt idx="1530">
                  <c:v>4600</c:v>
                </c:pt>
                <c:pt idx="1531">
                  <c:v>4600</c:v>
                </c:pt>
                <c:pt idx="1532">
                  <c:v>4600</c:v>
                </c:pt>
                <c:pt idx="1533">
                  <c:v>4600</c:v>
                </c:pt>
                <c:pt idx="1534">
                  <c:v>4600</c:v>
                </c:pt>
                <c:pt idx="1535">
                  <c:v>4600</c:v>
                </c:pt>
                <c:pt idx="1536">
                  <c:v>4600</c:v>
                </c:pt>
                <c:pt idx="1537">
                  <c:v>4600</c:v>
                </c:pt>
                <c:pt idx="1538">
                  <c:v>4600</c:v>
                </c:pt>
                <c:pt idx="1539">
                  <c:v>4600</c:v>
                </c:pt>
                <c:pt idx="1540">
                  <c:v>4600</c:v>
                </c:pt>
                <c:pt idx="1541">
                  <c:v>4600</c:v>
                </c:pt>
                <c:pt idx="1542">
                  <c:v>4600</c:v>
                </c:pt>
                <c:pt idx="1543">
                  <c:v>4600</c:v>
                </c:pt>
                <c:pt idx="1544">
                  <c:v>4600</c:v>
                </c:pt>
                <c:pt idx="1545">
                  <c:v>4600</c:v>
                </c:pt>
                <c:pt idx="1546">
                  <c:v>4600</c:v>
                </c:pt>
                <c:pt idx="1547">
                  <c:v>4600</c:v>
                </c:pt>
                <c:pt idx="1548">
                  <c:v>4600</c:v>
                </c:pt>
                <c:pt idx="1549">
                  <c:v>4600</c:v>
                </c:pt>
                <c:pt idx="1550">
                  <c:v>4600</c:v>
                </c:pt>
                <c:pt idx="1551">
                  <c:v>4600</c:v>
                </c:pt>
                <c:pt idx="1552">
                  <c:v>4600</c:v>
                </c:pt>
                <c:pt idx="1553">
                  <c:v>4600</c:v>
                </c:pt>
                <c:pt idx="1554">
                  <c:v>4600</c:v>
                </c:pt>
                <c:pt idx="1555">
                  <c:v>4600</c:v>
                </c:pt>
                <c:pt idx="1556">
                  <c:v>4600</c:v>
                </c:pt>
                <c:pt idx="1557">
                  <c:v>4600</c:v>
                </c:pt>
                <c:pt idx="1558">
                  <c:v>4600</c:v>
                </c:pt>
                <c:pt idx="1559">
                  <c:v>4600</c:v>
                </c:pt>
                <c:pt idx="1560">
                  <c:v>4600</c:v>
                </c:pt>
                <c:pt idx="1561">
                  <c:v>4600</c:v>
                </c:pt>
                <c:pt idx="1562">
                  <c:v>4600</c:v>
                </c:pt>
                <c:pt idx="1563">
                  <c:v>4600</c:v>
                </c:pt>
                <c:pt idx="1564">
                  <c:v>4600</c:v>
                </c:pt>
                <c:pt idx="1565">
                  <c:v>4600</c:v>
                </c:pt>
                <c:pt idx="1566">
                  <c:v>4600</c:v>
                </c:pt>
                <c:pt idx="1567">
                  <c:v>4600</c:v>
                </c:pt>
                <c:pt idx="1568">
                  <c:v>4600</c:v>
                </c:pt>
                <c:pt idx="1569">
                  <c:v>4600</c:v>
                </c:pt>
                <c:pt idx="1570">
                  <c:v>4600</c:v>
                </c:pt>
                <c:pt idx="1571">
                  <c:v>4600</c:v>
                </c:pt>
                <c:pt idx="1572">
                  <c:v>4600</c:v>
                </c:pt>
                <c:pt idx="1573">
                  <c:v>4600</c:v>
                </c:pt>
                <c:pt idx="1574">
                  <c:v>4600</c:v>
                </c:pt>
                <c:pt idx="1575">
                  <c:v>4600</c:v>
                </c:pt>
                <c:pt idx="1576">
                  <c:v>4600</c:v>
                </c:pt>
                <c:pt idx="1577">
                  <c:v>4600</c:v>
                </c:pt>
                <c:pt idx="1578">
                  <c:v>4600</c:v>
                </c:pt>
                <c:pt idx="1579">
                  <c:v>4600</c:v>
                </c:pt>
                <c:pt idx="1580">
                  <c:v>4600</c:v>
                </c:pt>
                <c:pt idx="1581">
                  <c:v>4600</c:v>
                </c:pt>
                <c:pt idx="1582">
                  <c:v>4900</c:v>
                </c:pt>
                <c:pt idx="1583">
                  <c:v>4900</c:v>
                </c:pt>
                <c:pt idx="1584">
                  <c:v>4900</c:v>
                </c:pt>
                <c:pt idx="1585">
                  <c:v>4900</c:v>
                </c:pt>
                <c:pt idx="1586">
                  <c:v>4900</c:v>
                </c:pt>
                <c:pt idx="1587">
                  <c:v>4900</c:v>
                </c:pt>
                <c:pt idx="1588">
                  <c:v>4900</c:v>
                </c:pt>
                <c:pt idx="1589">
                  <c:v>4900</c:v>
                </c:pt>
                <c:pt idx="1590">
                  <c:v>4900</c:v>
                </c:pt>
                <c:pt idx="1591">
                  <c:v>4900</c:v>
                </c:pt>
                <c:pt idx="1592">
                  <c:v>4900</c:v>
                </c:pt>
                <c:pt idx="1593">
                  <c:v>4900</c:v>
                </c:pt>
                <c:pt idx="1594">
                  <c:v>4900</c:v>
                </c:pt>
                <c:pt idx="1595">
                  <c:v>4900</c:v>
                </c:pt>
                <c:pt idx="1596">
                  <c:v>4900</c:v>
                </c:pt>
                <c:pt idx="1597">
                  <c:v>4900</c:v>
                </c:pt>
                <c:pt idx="1598">
                  <c:v>4900</c:v>
                </c:pt>
                <c:pt idx="1599">
                  <c:v>4900</c:v>
                </c:pt>
                <c:pt idx="1600">
                  <c:v>4900</c:v>
                </c:pt>
                <c:pt idx="1601">
                  <c:v>4900</c:v>
                </c:pt>
                <c:pt idx="1602">
                  <c:v>4900</c:v>
                </c:pt>
                <c:pt idx="1603">
                  <c:v>4900</c:v>
                </c:pt>
                <c:pt idx="1604">
                  <c:v>4900</c:v>
                </c:pt>
                <c:pt idx="1605">
                  <c:v>4900</c:v>
                </c:pt>
                <c:pt idx="1606">
                  <c:v>4900</c:v>
                </c:pt>
                <c:pt idx="1607">
                  <c:v>4900</c:v>
                </c:pt>
                <c:pt idx="1608">
                  <c:v>4900</c:v>
                </c:pt>
                <c:pt idx="1609">
                  <c:v>4900</c:v>
                </c:pt>
                <c:pt idx="1610">
                  <c:v>4900</c:v>
                </c:pt>
                <c:pt idx="1611">
                  <c:v>4900</c:v>
                </c:pt>
                <c:pt idx="1612">
                  <c:v>4900</c:v>
                </c:pt>
                <c:pt idx="1613">
                  <c:v>4900</c:v>
                </c:pt>
                <c:pt idx="1614">
                  <c:v>4900</c:v>
                </c:pt>
                <c:pt idx="1615">
                  <c:v>4900</c:v>
                </c:pt>
                <c:pt idx="1616">
                  <c:v>4900</c:v>
                </c:pt>
                <c:pt idx="1617">
                  <c:v>4900</c:v>
                </c:pt>
                <c:pt idx="1618">
                  <c:v>4900</c:v>
                </c:pt>
                <c:pt idx="1619">
                  <c:v>4900</c:v>
                </c:pt>
                <c:pt idx="1620">
                  <c:v>4900</c:v>
                </c:pt>
                <c:pt idx="1621">
                  <c:v>4900</c:v>
                </c:pt>
                <c:pt idx="1622">
                  <c:v>4900</c:v>
                </c:pt>
                <c:pt idx="1623">
                  <c:v>4900</c:v>
                </c:pt>
                <c:pt idx="1624">
                  <c:v>4900</c:v>
                </c:pt>
                <c:pt idx="1625">
                  <c:v>4900</c:v>
                </c:pt>
                <c:pt idx="1626">
                  <c:v>4900</c:v>
                </c:pt>
                <c:pt idx="1627">
                  <c:v>4900</c:v>
                </c:pt>
                <c:pt idx="1628">
                  <c:v>4900</c:v>
                </c:pt>
                <c:pt idx="1629">
                  <c:v>4900</c:v>
                </c:pt>
                <c:pt idx="1630">
                  <c:v>4900</c:v>
                </c:pt>
                <c:pt idx="1631">
                  <c:v>4900</c:v>
                </c:pt>
                <c:pt idx="1632">
                  <c:v>4900</c:v>
                </c:pt>
                <c:pt idx="1633">
                  <c:v>4900</c:v>
                </c:pt>
                <c:pt idx="1634">
                  <c:v>4900</c:v>
                </c:pt>
                <c:pt idx="1635">
                  <c:v>4900</c:v>
                </c:pt>
                <c:pt idx="1636">
                  <c:v>4900</c:v>
                </c:pt>
                <c:pt idx="1637">
                  <c:v>4900</c:v>
                </c:pt>
                <c:pt idx="1638">
                  <c:v>4900</c:v>
                </c:pt>
                <c:pt idx="1639">
                  <c:v>4900</c:v>
                </c:pt>
                <c:pt idx="1640">
                  <c:v>4900</c:v>
                </c:pt>
                <c:pt idx="1641">
                  <c:v>4900</c:v>
                </c:pt>
                <c:pt idx="1642">
                  <c:v>4900</c:v>
                </c:pt>
                <c:pt idx="1643">
                  <c:v>4900</c:v>
                </c:pt>
                <c:pt idx="1644">
                  <c:v>4900</c:v>
                </c:pt>
                <c:pt idx="1645">
                  <c:v>4900</c:v>
                </c:pt>
                <c:pt idx="1646">
                  <c:v>4900</c:v>
                </c:pt>
                <c:pt idx="1647">
                  <c:v>4900</c:v>
                </c:pt>
                <c:pt idx="1648">
                  <c:v>4900</c:v>
                </c:pt>
                <c:pt idx="1649">
                  <c:v>4900</c:v>
                </c:pt>
                <c:pt idx="1650">
                  <c:v>4900</c:v>
                </c:pt>
                <c:pt idx="1651">
                  <c:v>4900</c:v>
                </c:pt>
                <c:pt idx="1652">
                  <c:v>4900</c:v>
                </c:pt>
                <c:pt idx="1653">
                  <c:v>4900</c:v>
                </c:pt>
                <c:pt idx="1654">
                  <c:v>4900</c:v>
                </c:pt>
                <c:pt idx="1655">
                  <c:v>4900</c:v>
                </c:pt>
                <c:pt idx="1656">
                  <c:v>4900</c:v>
                </c:pt>
                <c:pt idx="1657">
                  <c:v>4900</c:v>
                </c:pt>
                <c:pt idx="1658">
                  <c:v>4900</c:v>
                </c:pt>
                <c:pt idx="1659">
                  <c:v>4900</c:v>
                </c:pt>
                <c:pt idx="1660">
                  <c:v>4900</c:v>
                </c:pt>
                <c:pt idx="1661">
                  <c:v>4900</c:v>
                </c:pt>
                <c:pt idx="1662">
                  <c:v>4900</c:v>
                </c:pt>
                <c:pt idx="1663">
                  <c:v>4900</c:v>
                </c:pt>
                <c:pt idx="1664">
                  <c:v>4900</c:v>
                </c:pt>
                <c:pt idx="1665">
                  <c:v>4900</c:v>
                </c:pt>
                <c:pt idx="1666">
                  <c:v>4900</c:v>
                </c:pt>
                <c:pt idx="1667">
                  <c:v>4900</c:v>
                </c:pt>
                <c:pt idx="1668">
                  <c:v>4900</c:v>
                </c:pt>
                <c:pt idx="1669">
                  <c:v>4900</c:v>
                </c:pt>
                <c:pt idx="1670">
                  <c:v>4900</c:v>
                </c:pt>
                <c:pt idx="1671">
                  <c:v>4900</c:v>
                </c:pt>
                <c:pt idx="1672">
                  <c:v>4900</c:v>
                </c:pt>
                <c:pt idx="1673">
                  <c:v>4900</c:v>
                </c:pt>
                <c:pt idx="1674">
                  <c:v>4900</c:v>
                </c:pt>
                <c:pt idx="1675">
                  <c:v>4900</c:v>
                </c:pt>
                <c:pt idx="1676">
                  <c:v>4900</c:v>
                </c:pt>
              </c:numCache>
            </c:numRef>
          </c:val>
          <c:smooth val="1"/>
          <c:extLst xmlns:c16r2="http://schemas.microsoft.com/office/drawing/2015/06/chart">
            <c:ext xmlns:c16="http://schemas.microsoft.com/office/drawing/2014/chart" uri="{C3380CC4-5D6E-409C-BE32-E72D297353CC}">
              <c16:uniqueId val="{00000000-EBEE-4BB7-A4D4-53F8C5C6807C}"/>
            </c:ext>
          </c:extLst>
        </c:ser>
        <c:dLbls>
          <c:showLegendKey val="0"/>
          <c:showVal val="0"/>
          <c:showCatName val="0"/>
          <c:showSerName val="0"/>
          <c:showPercent val="0"/>
          <c:showBubbleSize val="0"/>
        </c:dLbls>
        <c:smooth val="0"/>
        <c:axId val="868005552"/>
        <c:axId val="868006640"/>
      </c:lineChart>
      <c:dateAx>
        <c:axId val="868005552"/>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68006640"/>
        <c:crosses val="autoZero"/>
        <c:auto val="0"/>
        <c:lblOffset val="100"/>
        <c:baseTimeUnit val="days"/>
      </c:dateAx>
      <c:valAx>
        <c:axId val="868006640"/>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68005552"/>
        <c:crosses val="autoZero"/>
        <c:crossBetween val="between"/>
        <c:majorUnit val="5000"/>
      </c:valAx>
      <c:spPr>
        <a:noFill/>
        <a:ln w="25400">
          <a:noFill/>
        </a:ln>
      </c:spPr>
    </c:plotArea>
    <c:legend>
      <c:legendPos val="t"/>
      <c:layout>
        <c:manualLayout>
          <c:xMode val="edge"/>
          <c:yMode val="edge"/>
          <c:x val="0"/>
          <c:y val="0"/>
          <c:w val="1"/>
          <c:h val="0.13114803274862882"/>
        </c:manualLayout>
      </c:layout>
      <c:overlay val="0"/>
      <c:spPr>
        <a:noFill/>
        <a:ln w="25400">
          <a:noFill/>
        </a:ln>
        <a:effectLst/>
      </c:spPr>
      <c:txPr>
        <a:bodyPr rot="0" spcFirstLastPara="0" vertOverflow="ellipsis" vert="horz" wrap="square" anchor="ctr" anchorCtr="1"/>
        <a:lstStyle/>
        <a:p>
          <a:pPr>
            <a:defRPr lang="zh-CN" sz="105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chemeClr val="bg1"/>
    </a:solidFill>
    <a:ln w="25400" cap="flat" cmpd="sng" algn="ctr">
      <a:noFill/>
      <a:prstDash val="solid"/>
      <a:round/>
    </a:ln>
  </c:spPr>
  <c:txPr>
    <a:bodyPr/>
    <a:lstStyle/>
    <a:p>
      <a:pPr>
        <a:defRPr lang="zh-CN" sz="900">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848710680322"/>
          <c:y val="0.11212245400321064"/>
          <c:w val="0.85517905908639502"/>
          <c:h val="0.79403161136435119"/>
        </c:manualLayout>
      </c:layout>
      <c:lineChart>
        <c:grouping val="standard"/>
        <c:varyColors val="0"/>
        <c:ser>
          <c:idx val="0"/>
          <c:order val="0"/>
          <c:tx>
            <c:strRef>
              <c:f>'图49-57'!$C$3</c:f>
              <c:strCache>
                <c:ptCount val="1"/>
                <c:pt idx="0">
                  <c:v>磷酸一铵（元/吨）</c:v>
                </c:pt>
              </c:strCache>
            </c:strRef>
          </c:tx>
          <c:spPr>
            <a:ln w="12700" cap="rnd" cmpd="sng" algn="ctr">
              <a:solidFill>
                <a:srgbClr val="E10000"/>
              </a:solidFill>
              <a:prstDash val="solid"/>
              <a:round/>
            </a:ln>
          </c:spPr>
          <c:marker>
            <c:symbol val="none"/>
          </c:marker>
          <c:cat>
            <c:numRef>
              <c:f>'图49-57'!$A$4:$A$1848</c:f>
              <c:numCache>
                <c:formatCode>yyyy/mm/dd;@</c:formatCode>
                <c:ptCount val="1845"/>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pt idx="1018">
                  <c:v>43580</c:v>
                </c:pt>
                <c:pt idx="1019">
                  <c:v>43579</c:v>
                </c:pt>
                <c:pt idx="1020">
                  <c:v>43578</c:v>
                </c:pt>
                <c:pt idx="1021">
                  <c:v>43577</c:v>
                </c:pt>
                <c:pt idx="1022">
                  <c:v>43574</c:v>
                </c:pt>
                <c:pt idx="1023">
                  <c:v>43573</c:v>
                </c:pt>
                <c:pt idx="1024">
                  <c:v>43572</c:v>
                </c:pt>
                <c:pt idx="1025">
                  <c:v>43571</c:v>
                </c:pt>
                <c:pt idx="1026">
                  <c:v>43570</c:v>
                </c:pt>
                <c:pt idx="1027">
                  <c:v>43567</c:v>
                </c:pt>
                <c:pt idx="1028">
                  <c:v>43566</c:v>
                </c:pt>
                <c:pt idx="1029">
                  <c:v>43565</c:v>
                </c:pt>
                <c:pt idx="1030">
                  <c:v>43564</c:v>
                </c:pt>
                <c:pt idx="1031">
                  <c:v>43563</c:v>
                </c:pt>
                <c:pt idx="1032">
                  <c:v>43559</c:v>
                </c:pt>
                <c:pt idx="1033">
                  <c:v>43558</c:v>
                </c:pt>
                <c:pt idx="1034">
                  <c:v>43557</c:v>
                </c:pt>
                <c:pt idx="1035">
                  <c:v>43556</c:v>
                </c:pt>
                <c:pt idx="1036">
                  <c:v>43553</c:v>
                </c:pt>
                <c:pt idx="1037">
                  <c:v>43552</c:v>
                </c:pt>
                <c:pt idx="1038">
                  <c:v>43551</c:v>
                </c:pt>
                <c:pt idx="1039">
                  <c:v>43550</c:v>
                </c:pt>
                <c:pt idx="1040">
                  <c:v>43549</c:v>
                </c:pt>
                <c:pt idx="1041">
                  <c:v>43546</c:v>
                </c:pt>
                <c:pt idx="1042">
                  <c:v>43545</c:v>
                </c:pt>
                <c:pt idx="1043">
                  <c:v>43544</c:v>
                </c:pt>
                <c:pt idx="1044">
                  <c:v>43543</c:v>
                </c:pt>
                <c:pt idx="1045">
                  <c:v>43542</c:v>
                </c:pt>
                <c:pt idx="1046">
                  <c:v>43539</c:v>
                </c:pt>
                <c:pt idx="1047">
                  <c:v>43538</c:v>
                </c:pt>
                <c:pt idx="1048">
                  <c:v>43537</c:v>
                </c:pt>
                <c:pt idx="1049">
                  <c:v>43536</c:v>
                </c:pt>
                <c:pt idx="1050">
                  <c:v>43535</c:v>
                </c:pt>
                <c:pt idx="1051">
                  <c:v>43532</c:v>
                </c:pt>
                <c:pt idx="1052">
                  <c:v>43531</c:v>
                </c:pt>
                <c:pt idx="1053">
                  <c:v>43530</c:v>
                </c:pt>
                <c:pt idx="1054">
                  <c:v>43529</c:v>
                </c:pt>
                <c:pt idx="1055">
                  <c:v>43528</c:v>
                </c:pt>
                <c:pt idx="1056">
                  <c:v>43525</c:v>
                </c:pt>
                <c:pt idx="1057">
                  <c:v>43524</c:v>
                </c:pt>
                <c:pt idx="1058">
                  <c:v>43523</c:v>
                </c:pt>
                <c:pt idx="1059">
                  <c:v>43522</c:v>
                </c:pt>
                <c:pt idx="1060">
                  <c:v>43521</c:v>
                </c:pt>
                <c:pt idx="1061">
                  <c:v>43518</c:v>
                </c:pt>
                <c:pt idx="1062">
                  <c:v>43517</c:v>
                </c:pt>
                <c:pt idx="1063">
                  <c:v>43516</c:v>
                </c:pt>
                <c:pt idx="1064">
                  <c:v>43515</c:v>
                </c:pt>
                <c:pt idx="1065">
                  <c:v>43514</c:v>
                </c:pt>
                <c:pt idx="1066">
                  <c:v>43511</c:v>
                </c:pt>
                <c:pt idx="1067">
                  <c:v>43510</c:v>
                </c:pt>
                <c:pt idx="1068">
                  <c:v>43509</c:v>
                </c:pt>
                <c:pt idx="1069">
                  <c:v>43508</c:v>
                </c:pt>
                <c:pt idx="1070">
                  <c:v>43507</c:v>
                </c:pt>
                <c:pt idx="1071">
                  <c:v>43499</c:v>
                </c:pt>
                <c:pt idx="1072">
                  <c:v>43498</c:v>
                </c:pt>
                <c:pt idx="1073">
                  <c:v>43497</c:v>
                </c:pt>
                <c:pt idx="1074">
                  <c:v>43496</c:v>
                </c:pt>
                <c:pt idx="1075">
                  <c:v>43495</c:v>
                </c:pt>
                <c:pt idx="1076">
                  <c:v>43494</c:v>
                </c:pt>
                <c:pt idx="1077">
                  <c:v>43493</c:v>
                </c:pt>
                <c:pt idx="1078">
                  <c:v>43490</c:v>
                </c:pt>
                <c:pt idx="1079">
                  <c:v>43489</c:v>
                </c:pt>
                <c:pt idx="1080">
                  <c:v>43488</c:v>
                </c:pt>
                <c:pt idx="1081">
                  <c:v>43487</c:v>
                </c:pt>
                <c:pt idx="1082">
                  <c:v>43486</c:v>
                </c:pt>
                <c:pt idx="1083">
                  <c:v>43483</c:v>
                </c:pt>
                <c:pt idx="1084">
                  <c:v>43482</c:v>
                </c:pt>
                <c:pt idx="1085">
                  <c:v>43481</c:v>
                </c:pt>
                <c:pt idx="1086">
                  <c:v>43480</c:v>
                </c:pt>
                <c:pt idx="1087">
                  <c:v>43479</c:v>
                </c:pt>
                <c:pt idx="1088">
                  <c:v>43476</c:v>
                </c:pt>
                <c:pt idx="1089">
                  <c:v>43475</c:v>
                </c:pt>
                <c:pt idx="1090">
                  <c:v>43474</c:v>
                </c:pt>
                <c:pt idx="1091">
                  <c:v>43473</c:v>
                </c:pt>
                <c:pt idx="1092">
                  <c:v>43472</c:v>
                </c:pt>
                <c:pt idx="1093">
                  <c:v>43469</c:v>
                </c:pt>
                <c:pt idx="1094">
                  <c:v>43468</c:v>
                </c:pt>
                <c:pt idx="1095">
                  <c:v>43467</c:v>
                </c:pt>
                <c:pt idx="1096">
                  <c:v>43463</c:v>
                </c:pt>
                <c:pt idx="1097">
                  <c:v>43462</c:v>
                </c:pt>
                <c:pt idx="1098">
                  <c:v>43461</c:v>
                </c:pt>
                <c:pt idx="1099">
                  <c:v>43460</c:v>
                </c:pt>
                <c:pt idx="1100">
                  <c:v>43459</c:v>
                </c:pt>
                <c:pt idx="1101">
                  <c:v>43458</c:v>
                </c:pt>
                <c:pt idx="1102">
                  <c:v>43455</c:v>
                </c:pt>
                <c:pt idx="1103">
                  <c:v>43454</c:v>
                </c:pt>
                <c:pt idx="1104">
                  <c:v>43453</c:v>
                </c:pt>
                <c:pt idx="1105">
                  <c:v>43452</c:v>
                </c:pt>
                <c:pt idx="1106">
                  <c:v>43451</c:v>
                </c:pt>
                <c:pt idx="1107">
                  <c:v>43448</c:v>
                </c:pt>
                <c:pt idx="1108">
                  <c:v>43447</c:v>
                </c:pt>
                <c:pt idx="1109">
                  <c:v>43446</c:v>
                </c:pt>
                <c:pt idx="1110">
                  <c:v>43445</c:v>
                </c:pt>
                <c:pt idx="1111">
                  <c:v>43444</c:v>
                </c:pt>
                <c:pt idx="1112">
                  <c:v>43441</c:v>
                </c:pt>
                <c:pt idx="1113">
                  <c:v>43440</c:v>
                </c:pt>
                <c:pt idx="1114">
                  <c:v>43439</c:v>
                </c:pt>
                <c:pt idx="1115">
                  <c:v>43438</c:v>
                </c:pt>
                <c:pt idx="1116">
                  <c:v>43437</c:v>
                </c:pt>
                <c:pt idx="1117">
                  <c:v>43434</c:v>
                </c:pt>
                <c:pt idx="1118">
                  <c:v>43433</c:v>
                </c:pt>
                <c:pt idx="1119">
                  <c:v>43432</c:v>
                </c:pt>
                <c:pt idx="1120">
                  <c:v>43431</c:v>
                </c:pt>
                <c:pt idx="1121">
                  <c:v>43430</c:v>
                </c:pt>
                <c:pt idx="1122">
                  <c:v>43427</c:v>
                </c:pt>
                <c:pt idx="1123">
                  <c:v>43426</c:v>
                </c:pt>
                <c:pt idx="1124">
                  <c:v>43425</c:v>
                </c:pt>
                <c:pt idx="1125">
                  <c:v>43424</c:v>
                </c:pt>
                <c:pt idx="1126">
                  <c:v>43423</c:v>
                </c:pt>
                <c:pt idx="1127">
                  <c:v>43420</c:v>
                </c:pt>
                <c:pt idx="1128">
                  <c:v>43419</c:v>
                </c:pt>
                <c:pt idx="1129">
                  <c:v>43418</c:v>
                </c:pt>
                <c:pt idx="1130">
                  <c:v>43417</c:v>
                </c:pt>
                <c:pt idx="1131">
                  <c:v>43416</c:v>
                </c:pt>
                <c:pt idx="1132">
                  <c:v>43413</c:v>
                </c:pt>
                <c:pt idx="1133">
                  <c:v>43412</c:v>
                </c:pt>
                <c:pt idx="1134">
                  <c:v>43411</c:v>
                </c:pt>
                <c:pt idx="1135">
                  <c:v>43410</c:v>
                </c:pt>
                <c:pt idx="1136">
                  <c:v>43409</c:v>
                </c:pt>
                <c:pt idx="1137">
                  <c:v>43406</c:v>
                </c:pt>
                <c:pt idx="1138">
                  <c:v>43405</c:v>
                </c:pt>
                <c:pt idx="1139">
                  <c:v>43404</c:v>
                </c:pt>
                <c:pt idx="1140">
                  <c:v>43403</c:v>
                </c:pt>
                <c:pt idx="1141">
                  <c:v>43402</c:v>
                </c:pt>
                <c:pt idx="1142">
                  <c:v>43399</c:v>
                </c:pt>
                <c:pt idx="1143">
                  <c:v>43398</c:v>
                </c:pt>
                <c:pt idx="1144">
                  <c:v>43397</c:v>
                </c:pt>
                <c:pt idx="1145">
                  <c:v>43396</c:v>
                </c:pt>
                <c:pt idx="1146">
                  <c:v>43395</c:v>
                </c:pt>
                <c:pt idx="1147">
                  <c:v>43392</c:v>
                </c:pt>
                <c:pt idx="1148">
                  <c:v>43391</c:v>
                </c:pt>
                <c:pt idx="1149">
                  <c:v>43390</c:v>
                </c:pt>
                <c:pt idx="1150">
                  <c:v>43389</c:v>
                </c:pt>
                <c:pt idx="1151">
                  <c:v>43388</c:v>
                </c:pt>
                <c:pt idx="1152">
                  <c:v>43385</c:v>
                </c:pt>
                <c:pt idx="1153">
                  <c:v>43384</c:v>
                </c:pt>
                <c:pt idx="1154">
                  <c:v>43383</c:v>
                </c:pt>
                <c:pt idx="1155">
                  <c:v>43382</c:v>
                </c:pt>
                <c:pt idx="1156">
                  <c:v>43381</c:v>
                </c:pt>
                <c:pt idx="1157">
                  <c:v>43373</c:v>
                </c:pt>
                <c:pt idx="1158">
                  <c:v>43372</c:v>
                </c:pt>
                <c:pt idx="1159">
                  <c:v>43371</c:v>
                </c:pt>
                <c:pt idx="1160">
                  <c:v>43370</c:v>
                </c:pt>
                <c:pt idx="1161">
                  <c:v>43369</c:v>
                </c:pt>
                <c:pt idx="1162">
                  <c:v>43368</c:v>
                </c:pt>
                <c:pt idx="1163">
                  <c:v>43364</c:v>
                </c:pt>
                <c:pt idx="1164">
                  <c:v>43363</c:v>
                </c:pt>
                <c:pt idx="1165">
                  <c:v>43362</c:v>
                </c:pt>
                <c:pt idx="1166">
                  <c:v>43361</c:v>
                </c:pt>
                <c:pt idx="1167">
                  <c:v>43360</c:v>
                </c:pt>
                <c:pt idx="1168">
                  <c:v>43357</c:v>
                </c:pt>
                <c:pt idx="1169">
                  <c:v>43356</c:v>
                </c:pt>
                <c:pt idx="1170">
                  <c:v>43355</c:v>
                </c:pt>
                <c:pt idx="1171">
                  <c:v>43354</c:v>
                </c:pt>
                <c:pt idx="1172">
                  <c:v>43353</c:v>
                </c:pt>
                <c:pt idx="1173">
                  <c:v>43350</c:v>
                </c:pt>
                <c:pt idx="1174">
                  <c:v>43349</c:v>
                </c:pt>
                <c:pt idx="1175">
                  <c:v>43348</c:v>
                </c:pt>
                <c:pt idx="1176">
                  <c:v>43347</c:v>
                </c:pt>
                <c:pt idx="1177">
                  <c:v>43346</c:v>
                </c:pt>
                <c:pt idx="1178">
                  <c:v>43343</c:v>
                </c:pt>
                <c:pt idx="1179">
                  <c:v>43342</c:v>
                </c:pt>
                <c:pt idx="1180">
                  <c:v>43341</c:v>
                </c:pt>
                <c:pt idx="1181">
                  <c:v>43340</c:v>
                </c:pt>
                <c:pt idx="1182">
                  <c:v>43339</c:v>
                </c:pt>
                <c:pt idx="1183">
                  <c:v>43336</c:v>
                </c:pt>
                <c:pt idx="1184">
                  <c:v>43335</c:v>
                </c:pt>
                <c:pt idx="1185">
                  <c:v>43334</c:v>
                </c:pt>
                <c:pt idx="1186">
                  <c:v>43333</c:v>
                </c:pt>
                <c:pt idx="1187">
                  <c:v>43332</c:v>
                </c:pt>
                <c:pt idx="1188">
                  <c:v>43329</c:v>
                </c:pt>
                <c:pt idx="1189">
                  <c:v>43328</c:v>
                </c:pt>
                <c:pt idx="1190">
                  <c:v>43327</c:v>
                </c:pt>
                <c:pt idx="1191">
                  <c:v>43326</c:v>
                </c:pt>
                <c:pt idx="1192">
                  <c:v>43325</c:v>
                </c:pt>
                <c:pt idx="1193">
                  <c:v>43322</c:v>
                </c:pt>
                <c:pt idx="1194">
                  <c:v>43321</c:v>
                </c:pt>
                <c:pt idx="1195">
                  <c:v>43320</c:v>
                </c:pt>
                <c:pt idx="1196">
                  <c:v>43319</c:v>
                </c:pt>
                <c:pt idx="1197">
                  <c:v>43318</c:v>
                </c:pt>
                <c:pt idx="1198">
                  <c:v>43315</c:v>
                </c:pt>
                <c:pt idx="1199">
                  <c:v>43314</c:v>
                </c:pt>
                <c:pt idx="1200">
                  <c:v>43313</c:v>
                </c:pt>
                <c:pt idx="1201">
                  <c:v>43312</c:v>
                </c:pt>
                <c:pt idx="1202">
                  <c:v>43311</c:v>
                </c:pt>
                <c:pt idx="1203">
                  <c:v>43308</c:v>
                </c:pt>
                <c:pt idx="1204">
                  <c:v>43307</c:v>
                </c:pt>
                <c:pt idx="1205">
                  <c:v>43306</c:v>
                </c:pt>
                <c:pt idx="1206">
                  <c:v>43305</c:v>
                </c:pt>
                <c:pt idx="1207">
                  <c:v>43304</c:v>
                </c:pt>
                <c:pt idx="1208">
                  <c:v>43301</c:v>
                </c:pt>
                <c:pt idx="1209">
                  <c:v>43300</c:v>
                </c:pt>
                <c:pt idx="1210">
                  <c:v>43299</c:v>
                </c:pt>
                <c:pt idx="1211">
                  <c:v>43298</c:v>
                </c:pt>
                <c:pt idx="1212">
                  <c:v>43297</c:v>
                </c:pt>
                <c:pt idx="1213">
                  <c:v>43294</c:v>
                </c:pt>
                <c:pt idx="1214">
                  <c:v>43293</c:v>
                </c:pt>
                <c:pt idx="1215">
                  <c:v>43292</c:v>
                </c:pt>
                <c:pt idx="1216">
                  <c:v>43291</c:v>
                </c:pt>
                <c:pt idx="1217">
                  <c:v>43290</c:v>
                </c:pt>
                <c:pt idx="1218">
                  <c:v>43287</c:v>
                </c:pt>
                <c:pt idx="1219">
                  <c:v>43286</c:v>
                </c:pt>
                <c:pt idx="1220">
                  <c:v>43285</c:v>
                </c:pt>
                <c:pt idx="1221">
                  <c:v>43284</c:v>
                </c:pt>
                <c:pt idx="1222">
                  <c:v>43283</c:v>
                </c:pt>
                <c:pt idx="1223">
                  <c:v>43280</c:v>
                </c:pt>
                <c:pt idx="1224">
                  <c:v>43279</c:v>
                </c:pt>
                <c:pt idx="1225">
                  <c:v>43278</c:v>
                </c:pt>
                <c:pt idx="1226">
                  <c:v>43277</c:v>
                </c:pt>
                <c:pt idx="1227">
                  <c:v>43276</c:v>
                </c:pt>
                <c:pt idx="1228">
                  <c:v>43273</c:v>
                </c:pt>
                <c:pt idx="1229">
                  <c:v>43272</c:v>
                </c:pt>
                <c:pt idx="1230">
                  <c:v>43271</c:v>
                </c:pt>
                <c:pt idx="1231">
                  <c:v>43270</c:v>
                </c:pt>
                <c:pt idx="1232">
                  <c:v>43266</c:v>
                </c:pt>
                <c:pt idx="1233">
                  <c:v>43265</c:v>
                </c:pt>
                <c:pt idx="1234">
                  <c:v>43264</c:v>
                </c:pt>
                <c:pt idx="1235">
                  <c:v>43263</c:v>
                </c:pt>
                <c:pt idx="1236">
                  <c:v>43262</c:v>
                </c:pt>
                <c:pt idx="1237">
                  <c:v>43259</c:v>
                </c:pt>
                <c:pt idx="1238">
                  <c:v>43258</c:v>
                </c:pt>
                <c:pt idx="1239">
                  <c:v>43257</c:v>
                </c:pt>
                <c:pt idx="1240">
                  <c:v>43256</c:v>
                </c:pt>
                <c:pt idx="1241">
                  <c:v>43255</c:v>
                </c:pt>
                <c:pt idx="1242">
                  <c:v>43252</c:v>
                </c:pt>
                <c:pt idx="1243">
                  <c:v>43251</c:v>
                </c:pt>
                <c:pt idx="1244">
                  <c:v>43250</c:v>
                </c:pt>
                <c:pt idx="1245">
                  <c:v>43249</c:v>
                </c:pt>
                <c:pt idx="1246">
                  <c:v>43248</c:v>
                </c:pt>
                <c:pt idx="1247">
                  <c:v>43245</c:v>
                </c:pt>
                <c:pt idx="1248">
                  <c:v>43244</c:v>
                </c:pt>
                <c:pt idx="1249">
                  <c:v>43243</c:v>
                </c:pt>
                <c:pt idx="1250">
                  <c:v>43242</c:v>
                </c:pt>
                <c:pt idx="1251">
                  <c:v>43241</c:v>
                </c:pt>
                <c:pt idx="1252">
                  <c:v>43238</c:v>
                </c:pt>
                <c:pt idx="1253">
                  <c:v>43237</c:v>
                </c:pt>
                <c:pt idx="1254">
                  <c:v>43236</c:v>
                </c:pt>
                <c:pt idx="1255">
                  <c:v>43235</c:v>
                </c:pt>
                <c:pt idx="1256">
                  <c:v>43234</c:v>
                </c:pt>
                <c:pt idx="1257">
                  <c:v>43231</c:v>
                </c:pt>
                <c:pt idx="1258">
                  <c:v>43230</c:v>
                </c:pt>
                <c:pt idx="1259">
                  <c:v>43229</c:v>
                </c:pt>
                <c:pt idx="1260">
                  <c:v>43228</c:v>
                </c:pt>
                <c:pt idx="1261">
                  <c:v>43227</c:v>
                </c:pt>
                <c:pt idx="1262">
                  <c:v>43224</c:v>
                </c:pt>
                <c:pt idx="1263">
                  <c:v>43223</c:v>
                </c:pt>
                <c:pt idx="1264">
                  <c:v>43222</c:v>
                </c:pt>
                <c:pt idx="1265">
                  <c:v>43218</c:v>
                </c:pt>
                <c:pt idx="1266">
                  <c:v>43217</c:v>
                </c:pt>
                <c:pt idx="1267">
                  <c:v>43216</c:v>
                </c:pt>
                <c:pt idx="1268">
                  <c:v>43215</c:v>
                </c:pt>
                <c:pt idx="1269">
                  <c:v>43214</c:v>
                </c:pt>
                <c:pt idx="1270">
                  <c:v>43213</c:v>
                </c:pt>
                <c:pt idx="1271">
                  <c:v>43210</c:v>
                </c:pt>
                <c:pt idx="1272">
                  <c:v>43209</c:v>
                </c:pt>
                <c:pt idx="1273">
                  <c:v>43208</c:v>
                </c:pt>
                <c:pt idx="1274">
                  <c:v>43207</c:v>
                </c:pt>
                <c:pt idx="1275">
                  <c:v>43206</c:v>
                </c:pt>
                <c:pt idx="1276">
                  <c:v>43203</c:v>
                </c:pt>
                <c:pt idx="1277">
                  <c:v>43202</c:v>
                </c:pt>
                <c:pt idx="1278">
                  <c:v>43201</c:v>
                </c:pt>
                <c:pt idx="1279">
                  <c:v>43200</c:v>
                </c:pt>
                <c:pt idx="1280">
                  <c:v>43199</c:v>
                </c:pt>
                <c:pt idx="1281">
                  <c:v>43198</c:v>
                </c:pt>
                <c:pt idx="1282">
                  <c:v>43194</c:v>
                </c:pt>
                <c:pt idx="1283">
                  <c:v>43193</c:v>
                </c:pt>
                <c:pt idx="1284">
                  <c:v>43192</c:v>
                </c:pt>
                <c:pt idx="1285">
                  <c:v>43189</c:v>
                </c:pt>
                <c:pt idx="1286">
                  <c:v>43188</c:v>
                </c:pt>
                <c:pt idx="1287">
                  <c:v>43187</c:v>
                </c:pt>
                <c:pt idx="1288">
                  <c:v>43186</c:v>
                </c:pt>
                <c:pt idx="1289">
                  <c:v>43185</c:v>
                </c:pt>
                <c:pt idx="1290">
                  <c:v>43182</c:v>
                </c:pt>
                <c:pt idx="1291">
                  <c:v>43181</c:v>
                </c:pt>
                <c:pt idx="1292">
                  <c:v>43180</c:v>
                </c:pt>
                <c:pt idx="1293">
                  <c:v>43179</c:v>
                </c:pt>
                <c:pt idx="1294">
                  <c:v>43178</c:v>
                </c:pt>
                <c:pt idx="1295">
                  <c:v>43175</c:v>
                </c:pt>
                <c:pt idx="1296">
                  <c:v>43174</c:v>
                </c:pt>
                <c:pt idx="1297">
                  <c:v>43173</c:v>
                </c:pt>
                <c:pt idx="1298">
                  <c:v>43172</c:v>
                </c:pt>
                <c:pt idx="1299">
                  <c:v>43171</c:v>
                </c:pt>
                <c:pt idx="1300">
                  <c:v>43168</c:v>
                </c:pt>
                <c:pt idx="1301">
                  <c:v>43167</c:v>
                </c:pt>
                <c:pt idx="1302">
                  <c:v>43166</c:v>
                </c:pt>
                <c:pt idx="1303">
                  <c:v>43165</c:v>
                </c:pt>
                <c:pt idx="1304">
                  <c:v>43164</c:v>
                </c:pt>
                <c:pt idx="1305">
                  <c:v>43161</c:v>
                </c:pt>
                <c:pt idx="1306">
                  <c:v>43160</c:v>
                </c:pt>
                <c:pt idx="1307">
                  <c:v>43159</c:v>
                </c:pt>
                <c:pt idx="1308">
                  <c:v>43158</c:v>
                </c:pt>
                <c:pt idx="1309">
                  <c:v>43157</c:v>
                </c:pt>
                <c:pt idx="1310">
                  <c:v>43155</c:v>
                </c:pt>
                <c:pt idx="1311">
                  <c:v>43154</c:v>
                </c:pt>
                <c:pt idx="1312">
                  <c:v>43153</c:v>
                </c:pt>
                <c:pt idx="1313">
                  <c:v>43145</c:v>
                </c:pt>
                <c:pt idx="1314">
                  <c:v>43144</c:v>
                </c:pt>
                <c:pt idx="1315">
                  <c:v>43143</c:v>
                </c:pt>
                <c:pt idx="1316">
                  <c:v>43142</c:v>
                </c:pt>
                <c:pt idx="1317">
                  <c:v>43140</c:v>
                </c:pt>
                <c:pt idx="1318">
                  <c:v>43139</c:v>
                </c:pt>
                <c:pt idx="1319">
                  <c:v>43138</c:v>
                </c:pt>
                <c:pt idx="1320">
                  <c:v>43137</c:v>
                </c:pt>
                <c:pt idx="1321">
                  <c:v>43136</c:v>
                </c:pt>
                <c:pt idx="1322">
                  <c:v>43133</c:v>
                </c:pt>
                <c:pt idx="1323">
                  <c:v>43132</c:v>
                </c:pt>
                <c:pt idx="1324">
                  <c:v>43131</c:v>
                </c:pt>
                <c:pt idx="1325">
                  <c:v>43130</c:v>
                </c:pt>
                <c:pt idx="1326">
                  <c:v>43129</c:v>
                </c:pt>
                <c:pt idx="1327">
                  <c:v>43126</c:v>
                </c:pt>
                <c:pt idx="1328">
                  <c:v>43125</c:v>
                </c:pt>
                <c:pt idx="1329">
                  <c:v>43124</c:v>
                </c:pt>
                <c:pt idx="1330">
                  <c:v>43123</c:v>
                </c:pt>
                <c:pt idx="1331">
                  <c:v>43122</c:v>
                </c:pt>
                <c:pt idx="1332">
                  <c:v>43119</c:v>
                </c:pt>
                <c:pt idx="1333">
                  <c:v>43118</c:v>
                </c:pt>
                <c:pt idx="1334">
                  <c:v>43117</c:v>
                </c:pt>
                <c:pt idx="1335">
                  <c:v>43116</c:v>
                </c:pt>
                <c:pt idx="1336">
                  <c:v>43115</c:v>
                </c:pt>
                <c:pt idx="1337">
                  <c:v>43112</c:v>
                </c:pt>
                <c:pt idx="1338">
                  <c:v>43111</c:v>
                </c:pt>
                <c:pt idx="1339">
                  <c:v>43110</c:v>
                </c:pt>
                <c:pt idx="1340">
                  <c:v>43109</c:v>
                </c:pt>
                <c:pt idx="1341">
                  <c:v>43108</c:v>
                </c:pt>
                <c:pt idx="1342">
                  <c:v>43105</c:v>
                </c:pt>
                <c:pt idx="1343">
                  <c:v>43104</c:v>
                </c:pt>
                <c:pt idx="1344">
                  <c:v>43103</c:v>
                </c:pt>
                <c:pt idx="1345">
                  <c:v>43102</c:v>
                </c:pt>
                <c:pt idx="1346">
                  <c:v>43098</c:v>
                </c:pt>
                <c:pt idx="1347">
                  <c:v>43097</c:v>
                </c:pt>
                <c:pt idx="1348">
                  <c:v>43096</c:v>
                </c:pt>
                <c:pt idx="1349">
                  <c:v>43095</c:v>
                </c:pt>
                <c:pt idx="1350">
                  <c:v>43094</c:v>
                </c:pt>
                <c:pt idx="1351">
                  <c:v>43091</c:v>
                </c:pt>
                <c:pt idx="1352">
                  <c:v>43090</c:v>
                </c:pt>
                <c:pt idx="1353">
                  <c:v>43089</c:v>
                </c:pt>
                <c:pt idx="1354">
                  <c:v>43088</c:v>
                </c:pt>
                <c:pt idx="1355">
                  <c:v>43087</c:v>
                </c:pt>
                <c:pt idx="1356">
                  <c:v>43084</c:v>
                </c:pt>
                <c:pt idx="1357">
                  <c:v>43083</c:v>
                </c:pt>
                <c:pt idx="1358">
                  <c:v>43082</c:v>
                </c:pt>
                <c:pt idx="1359">
                  <c:v>43081</c:v>
                </c:pt>
                <c:pt idx="1360">
                  <c:v>43080</c:v>
                </c:pt>
                <c:pt idx="1361">
                  <c:v>43077</c:v>
                </c:pt>
                <c:pt idx="1362">
                  <c:v>43076</c:v>
                </c:pt>
                <c:pt idx="1363">
                  <c:v>43075</c:v>
                </c:pt>
                <c:pt idx="1364">
                  <c:v>43074</c:v>
                </c:pt>
                <c:pt idx="1365">
                  <c:v>43073</c:v>
                </c:pt>
                <c:pt idx="1366">
                  <c:v>43070</c:v>
                </c:pt>
                <c:pt idx="1367">
                  <c:v>43069</c:v>
                </c:pt>
                <c:pt idx="1368">
                  <c:v>43068</c:v>
                </c:pt>
                <c:pt idx="1369">
                  <c:v>43067</c:v>
                </c:pt>
                <c:pt idx="1370">
                  <c:v>43066</c:v>
                </c:pt>
                <c:pt idx="1371">
                  <c:v>43063</c:v>
                </c:pt>
                <c:pt idx="1372">
                  <c:v>43062</c:v>
                </c:pt>
                <c:pt idx="1373">
                  <c:v>43061</c:v>
                </c:pt>
                <c:pt idx="1374">
                  <c:v>43060</c:v>
                </c:pt>
                <c:pt idx="1375">
                  <c:v>43059</c:v>
                </c:pt>
                <c:pt idx="1376">
                  <c:v>43056</c:v>
                </c:pt>
                <c:pt idx="1377">
                  <c:v>43055</c:v>
                </c:pt>
                <c:pt idx="1378">
                  <c:v>43054</c:v>
                </c:pt>
                <c:pt idx="1379">
                  <c:v>43053</c:v>
                </c:pt>
                <c:pt idx="1380">
                  <c:v>43052</c:v>
                </c:pt>
                <c:pt idx="1381">
                  <c:v>43049</c:v>
                </c:pt>
                <c:pt idx="1382">
                  <c:v>43048</c:v>
                </c:pt>
                <c:pt idx="1383">
                  <c:v>43047</c:v>
                </c:pt>
                <c:pt idx="1384">
                  <c:v>43046</c:v>
                </c:pt>
                <c:pt idx="1385">
                  <c:v>43045</c:v>
                </c:pt>
                <c:pt idx="1386">
                  <c:v>43042</c:v>
                </c:pt>
                <c:pt idx="1387">
                  <c:v>43041</c:v>
                </c:pt>
                <c:pt idx="1388">
                  <c:v>43040</c:v>
                </c:pt>
                <c:pt idx="1389">
                  <c:v>43039</c:v>
                </c:pt>
                <c:pt idx="1390">
                  <c:v>43038</c:v>
                </c:pt>
                <c:pt idx="1391">
                  <c:v>43035</c:v>
                </c:pt>
                <c:pt idx="1392">
                  <c:v>43034</c:v>
                </c:pt>
                <c:pt idx="1393">
                  <c:v>43033</c:v>
                </c:pt>
                <c:pt idx="1394">
                  <c:v>43032</c:v>
                </c:pt>
                <c:pt idx="1395">
                  <c:v>43031</c:v>
                </c:pt>
                <c:pt idx="1396">
                  <c:v>43028</c:v>
                </c:pt>
                <c:pt idx="1397">
                  <c:v>43027</c:v>
                </c:pt>
                <c:pt idx="1398">
                  <c:v>43026</c:v>
                </c:pt>
                <c:pt idx="1399">
                  <c:v>43025</c:v>
                </c:pt>
                <c:pt idx="1400">
                  <c:v>43024</c:v>
                </c:pt>
                <c:pt idx="1401">
                  <c:v>43021</c:v>
                </c:pt>
                <c:pt idx="1402">
                  <c:v>43020</c:v>
                </c:pt>
                <c:pt idx="1403">
                  <c:v>43019</c:v>
                </c:pt>
                <c:pt idx="1404">
                  <c:v>43018</c:v>
                </c:pt>
                <c:pt idx="1405">
                  <c:v>43017</c:v>
                </c:pt>
                <c:pt idx="1406">
                  <c:v>43008</c:v>
                </c:pt>
                <c:pt idx="1407">
                  <c:v>43007</c:v>
                </c:pt>
                <c:pt idx="1408">
                  <c:v>43006</c:v>
                </c:pt>
                <c:pt idx="1409">
                  <c:v>43005</c:v>
                </c:pt>
                <c:pt idx="1410">
                  <c:v>43004</c:v>
                </c:pt>
                <c:pt idx="1411">
                  <c:v>43003</c:v>
                </c:pt>
                <c:pt idx="1412">
                  <c:v>43000</c:v>
                </c:pt>
                <c:pt idx="1413">
                  <c:v>42999</c:v>
                </c:pt>
                <c:pt idx="1414">
                  <c:v>42998</c:v>
                </c:pt>
                <c:pt idx="1415">
                  <c:v>42997</c:v>
                </c:pt>
                <c:pt idx="1416">
                  <c:v>42996</c:v>
                </c:pt>
                <c:pt idx="1417">
                  <c:v>42993</c:v>
                </c:pt>
                <c:pt idx="1418">
                  <c:v>42992</c:v>
                </c:pt>
                <c:pt idx="1419">
                  <c:v>42991</c:v>
                </c:pt>
                <c:pt idx="1420">
                  <c:v>42990</c:v>
                </c:pt>
                <c:pt idx="1421">
                  <c:v>42989</c:v>
                </c:pt>
                <c:pt idx="1422">
                  <c:v>42986</c:v>
                </c:pt>
                <c:pt idx="1423">
                  <c:v>42985</c:v>
                </c:pt>
                <c:pt idx="1424">
                  <c:v>42984</c:v>
                </c:pt>
                <c:pt idx="1425">
                  <c:v>42983</c:v>
                </c:pt>
                <c:pt idx="1426">
                  <c:v>42982</c:v>
                </c:pt>
                <c:pt idx="1427">
                  <c:v>42979</c:v>
                </c:pt>
                <c:pt idx="1428">
                  <c:v>42978</c:v>
                </c:pt>
                <c:pt idx="1429">
                  <c:v>42977</c:v>
                </c:pt>
                <c:pt idx="1430">
                  <c:v>42976</c:v>
                </c:pt>
                <c:pt idx="1431">
                  <c:v>42975</c:v>
                </c:pt>
                <c:pt idx="1432">
                  <c:v>42972</c:v>
                </c:pt>
                <c:pt idx="1433">
                  <c:v>42971</c:v>
                </c:pt>
                <c:pt idx="1434">
                  <c:v>42970</c:v>
                </c:pt>
                <c:pt idx="1435">
                  <c:v>42969</c:v>
                </c:pt>
                <c:pt idx="1436">
                  <c:v>42968</c:v>
                </c:pt>
                <c:pt idx="1437">
                  <c:v>42965</c:v>
                </c:pt>
                <c:pt idx="1438">
                  <c:v>42964</c:v>
                </c:pt>
                <c:pt idx="1439">
                  <c:v>42963</c:v>
                </c:pt>
                <c:pt idx="1440">
                  <c:v>42962</c:v>
                </c:pt>
                <c:pt idx="1441">
                  <c:v>42961</c:v>
                </c:pt>
                <c:pt idx="1442">
                  <c:v>42958</c:v>
                </c:pt>
                <c:pt idx="1443">
                  <c:v>42957</c:v>
                </c:pt>
                <c:pt idx="1444">
                  <c:v>42956</c:v>
                </c:pt>
                <c:pt idx="1445">
                  <c:v>42955</c:v>
                </c:pt>
                <c:pt idx="1446">
                  <c:v>42954</c:v>
                </c:pt>
                <c:pt idx="1447">
                  <c:v>42951</c:v>
                </c:pt>
                <c:pt idx="1448">
                  <c:v>42950</c:v>
                </c:pt>
                <c:pt idx="1449">
                  <c:v>42949</c:v>
                </c:pt>
                <c:pt idx="1450">
                  <c:v>42948</c:v>
                </c:pt>
                <c:pt idx="1451">
                  <c:v>42947</c:v>
                </c:pt>
                <c:pt idx="1452">
                  <c:v>42944</c:v>
                </c:pt>
                <c:pt idx="1453">
                  <c:v>42943</c:v>
                </c:pt>
                <c:pt idx="1454">
                  <c:v>42942</c:v>
                </c:pt>
                <c:pt idx="1455">
                  <c:v>42941</c:v>
                </c:pt>
                <c:pt idx="1456">
                  <c:v>42940</c:v>
                </c:pt>
                <c:pt idx="1457">
                  <c:v>42937</c:v>
                </c:pt>
                <c:pt idx="1458">
                  <c:v>42936</c:v>
                </c:pt>
                <c:pt idx="1459">
                  <c:v>42935</c:v>
                </c:pt>
                <c:pt idx="1460">
                  <c:v>42934</c:v>
                </c:pt>
                <c:pt idx="1461">
                  <c:v>42933</c:v>
                </c:pt>
                <c:pt idx="1462">
                  <c:v>42930</c:v>
                </c:pt>
                <c:pt idx="1463">
                  <c:v>42929</c:v>
                </c:pt>
                <c:pt idx="1464">
                  <c:v>42928</c:v>
                </c:pt>
                <c:pt idx="1465">
                  <c:v>42927</c:v>
                </c:pt>
                <c:pt idx="1466">
                  <c:v>42926</c:v>
                </c:pt>
                <c:pt idx="1467">
                  <c:v>42923</c:v>
                </c:pt>
                <c:pt idx="1468">
                  <c:v>42922</c:v>
                </c:pt>
                <c:pt idx="1469">
                  <c:v>42921</c:v>
                </c:pt>
                <c:pt idx="1470">
                  <c:v>42920</c:v>
                </c:pt>
                <c:pt idx="1471">
                  <c:v>42919</c:v>
                </c:pt>
                <c:pt idx="1472">
                  <c:v>42916</c:v>
                </c:pt>
                <c:pt idx="1473">
                  <c:v>42915</c:v>
                </c:pt>
                <c:pt idx="1474">
                  <c:v>42914</c:v>
                </c:pt>
                <c:pt idx="1475">
                  <c:v>42913</c:v>
                </c:pt>
                <c:pt idx="1476">
                  <c:v>42912</c:v>
                </c:pt>
                <c:pt idx="1477">
                  <c:v>42909</c:v>
                </c:pt>
                <c:pt idx="1478">
                  <c:v>42908</c:v>
                </c:pt>
                <c:pt idx="1479">
                  <c:v>42907</c:v>
                </c:pt>
                <c:pt idx="1480">
                  <c:v>42906</c:v>
                </c:pt>
                <c:pt idx="1481">
                  <c:v>42905</c:v>
                </c:pt>
                <c:pt idx="1482">
                  <c:v>42902</c:v>
                </c:pt>
                <c:pt idx="1483">
                  <c:v>42901</c:v>
                </c:pt>
                <c:pt idx="1484">
                  <c:v>42900</c:v>
                </c:pt>
                <c:pt idx="1485">
                  <c:v>42899</c:v>
                </c:pt>
                <c:pt idx="1486">
                  <c:v>42898</c:v>
                </c:pt>
                <c:pt idx="1487">
                  <c:v>42895</c:v>
                </c:pt>
                <c:pt idx="1488">
                  <c:v>42894</c:v>
                </c:pt>
                <c:pt idx="1489">
                  <c:v>42893</c:v>
                </c:pt>
                <c:pt idx="1490">
                  <c:v>42892</c:v>
                </c:pt>
                <c:pt idx="1491">
                  <c:v>42891</c:v>
                </c:pt>
                <c:pt idx="1492">
                  <c:v>42888</c:v>
                </c:pt>
                <c:pt idx="1493">
                  <c:v>42887</c:v>
                </c:pt>
                <c:pt idx="1494">
                  <c:v>42886</c:v>
                </c:pt>
                <c:pt idx="1495">
                  <c:v>42882</c:v>
                </c:pt>
                <c:pt idx="1496">
                  <c:v>42881</c:v>
                </c:pt>
                <c:pt idx="1497">
                  <c:v>42880</c:v>
                </c:pt>
                <c:pt idx="1498">
                  <c:v>42879</c:v>
                </c:pt>
                <c:pt idx="1499">
                  <c:v>42878</c:v>
                </c:pt>
                <c:pt idx="1500">
                  <c:v>42877</c:v>
                </c:pt>
                <c:pt idx="1501">
                  <c:v>42874</c:v>
                </c:pt>
                <c:pt idx="1502">
                  <c:v>42873</c:v>
                </c:pt>
                <c:pt idx="1503">
                  <c:v>42872</c:v>
                </c:pt>
                <c:pt idx="1504">
                  <c:v>42871</c:v>
                </c:pt>
                <c:pt idx="1505">
                  <c:v>42870</c:v>
                </c:pt>
                <c:pt idx="1506">
                  <c:v>42867</c:v>
                </c:pt>
                <c:pt idx="1507">
                  <c:v>42866</c:v>
                </c:pt>
                <c:pt idx="1508">
                  <c:v>42865</c:v>
                </c:pt>
                <c:pt idx="1509">
                  <c:v>42864</c:v>
                </c:pt>
                <c:pt idx="1510">
                  <c:v>42863</c:v>
                </c:pt>
                <c:pt idx="1511">
                  <c:v>42860</c:v>
                </c:pt>
                <c:pt idx="1512">
                  <c:v>42859</c:v>
                </c:pt>
                <c:pt idx="1513">
                  <c:v>42858</c:v>
                </c:pt>
                <c:pt idx="1514">
                  <c:v>42857</c:v>
                </c:pt>
                <c:pt idx="1515">
                  <c:v>42853</c:v>
                </c:pt>
                <c:pt idx="1516">
                  <c:v>42852</c:v>
                </c:pt>
                <c:pt idx="1517">
                  <c:v>42851</c:v>
                </c:pt>
                <c:pt idx="1518">
                  <c:v>42850</c:v>
                </c:pt>
                <c:pt idx="1519">
                  <c:v>42849</c:v>
                </c:pt>
                <c:pt idx="1520">
                  <c:v>42846</c:v>
                </c:pt>
                <c:pt idx="1521">
                  <c:v>42845</c:v>
                </c:pt>
                <c:pt idx="1522">
                  <c:v>42844</c:v>
                </c:pt>
                <c:pt idx="1523">
                  <c:v>42843</c:v>
                </c:pt>
                <c:pt idx="1524">
                  <c:v>42842</c:v>
                </c:pt>
                <c:pt idx="1525">
                  <c:v>42839</c:v>
                </c:pt>
                <c:pt idx="1526">
                  <c:v>42838</c:v>
                </c:pt>
                <c:pt idx="1527">
                  <c:v>42837</c:v>
                </c:pt>
                <c:pt idx="1528">
                  <c:v>42836</c:v>
                </c:pt>
                <c:pt idx="1529">
                  <c:v>42835</c:v>
                </c:pt>
                <c:pt idx="1530">
                  <c:v>42832</c:v>
                </c:pt>
                <c:pt idx="1531">
                  <c:v>42831</c:v>
                </c:pt>
                <c:pt idx="1532">
                  <c:v>42830</c:v>
                </c:pt>
                <c:pt idx="1533">
                  <c:v>42826</c:v>
                </c:pt>
                <c:pt idx="1534">
                  <c:v>42825</c:v>
                </c:pt>
                <c:pt idx="1535">
                  <c:v>42824</c:v>
                </c:pt>
                <c:pt idx="1536">
                  <c:v>42823</c:v>
                </c:pt>
                <c:pt idx="1537">
                  <c:v>42822</c:v>
                </c:pt>
                <c:pt idx="1538">
                  <c:v>42821</c:v>
                </c:pt>
                <c:pt idx="1539">
                  <c:v>42818</c:v>
                </c:pt>
                <c:pt idx="1540">
                  <c:v>42817</c:v>
                </c:pt>
                <c:pt idx="1541">
                  <c:v>42816</c:v>
                </c:pt>
                <c:pt idx="1542">
                  <c:v>42815</c:v>
                </c:pt>
                <c:pt idx="1543">
                  <c:v>42814</c:v>
                </c:pt>
                <c:pt idx="1544">
                  <c:v>42811</c:v>
                </c:pt>
                <c:pt idx="1545">
                  <c:v>42810</c:v>
                </c:pt>
                <c:pt idx="1546">
                  <c:v>42809</c:v>
                </c:pt>
                <c:pt idx="1547">
                  <c:v>42808</c:v>
                </c:pt>
                <c:pt idx="1548">
                  <c:v>42807</c:v>
                </c:pt>
                <c:pt idx="1549">
                  <c:v>42804</c:v>
                </c:pt>
                <c:pt idx="1550">
                  <c:v>42803</c:v>
                </c:pt>
                <c:pt idx="1551">
                  <c:v>42802</c:v>
                </c:pt>
                <c:pt idx="1552">
                  <c:v>42801</c:v>
                </c:pt>
                <c:pt idx="1553">
                  <c:v>42800</c:v>
                </c:pt>
                <c:pt idx="1554">
                  <c:v>42797</c:v>
                </c:pt>
                <c:pt idx="1555">
                  <c:v>42796</c:v>
                </c:pt>
                <c:pt idx="1556">
                  <c:v>42795</c:v>
                </c:pt>
                <c:pt idx="1557">
                  <c:v>42794</c:v>
                </c:pt>
                <c:pt idx="1558">
                  <c:v>42793</c:v>
                </c:pt>
                <c:pt idx="1559">
                  <c:v>42790</c:v>
                </c:pt>
                <c:pt idx="1560">
                  <c:v>42789</c:v>
                </c:pt>
                <c:pt idx="1561">
                  <c:v>42788</c:v>
                </c:pt>
                <c:pt idx="1562">
                  <c:v>42787</c:v>
                </c:pt>
                <c:pt idx="1563">
                  <c:v>42786</c:v>
                </c:pt>
                <c:pt idx="1564">
                  <c:v>42783</c:v>
                </c:pt>
                <c:pt idx="1565">
                  <c:v>42782</c:v>
                </c:pt>
                <c:pt idx="1566">
                  <c:v>42781</c:v>
                </c:pt>
                <c:pt idx="1567">
                  <c:v>42780</c:v>
                </c:pt>
                <c:pt idx="1568">
                  <c:v>42779</c:v>
                </c:pt>
                <c:pt idx="1569">
                  <c:v>42776</c:v>
                </c:pt>
                <c:pt idx="1570">
                  <c:v>42775</c:v>
                </c:pt>
                <c:pt idx="1571">
                  <c:v>42774</c:v>
                </c:pt>
                <c:pt idx="1572">
                  <c:v>42773</c:v>
                </c:pt>
                <c:pt idx="1573">
                  <c:v>42772</c:v>
                </c:pt>
                <c:pt idx="1574">
                  <c:v>42770</c:v>
                </c:pt>
                <c:pt idx="1575">
                  <c:v>42769</c:v>
                </c:pt>
                <c:pt idx="1576">
                  <c:v>42761</c:v>
                </c:pt>
                <c:pt idx="1577">
                  <c:v>42760</c:v>
                </c:pt>
                <c:pt idx="1578">
                  <c:v>42759</c:v>
                </c:pt>
                <c:pt idx="1579">
                  <c:v>42758</c:v>
                </c:pt>
                <c:pt idx="1580">
                  <c:v>42757</c:v>
                </c:pt>
                <c:pt idx="1581">
                  <c:v>42755</c:v>
                </c:pt>
                <c:pt idx="1582">
                  <c:v>42754</c:v>
                </c:pt>
                <c:pt idx="1583">
                  <c:v>42753</c:v>
                </c:pt>
                <c:pt idx="1584">
                  <c:v>42752</c:v>
                </c:pt>
                <c:pt idx="1585">
                  <c:v>42751</c:v>
                </c:pt>
                <c:pt idx="1586">
                  <c:v>42748</c:v>
                </c:pt>
                <c:pt idx="1587">
                  <c:v>42747</c:v>
                </c:pt>
                <c:pt idx="1588">
                  <c:v>42746</c:v>
                </c:pt>
                <c:pt idx="1589">
                  <c:v>42745</c:v>
                </c:pt>
                <c:pt idx="1590">
                  <c:v>42744</c:v>
                </c:pt>
                <c:pt idx="1591">
                  <c:v>42741</c:v>
                </c:pt>
                <c:pt idx="1592">
                  <c:v>42740</c:v>
                </c:pt>
                <c:pt idx="1593">
                  <c:v>42739</c:v>
                </c:pt>
                <c:pt idx="1594">
                  <c:v>42738</c:v>
                </c:pt>
                <c:pt idx="1595">
                  <c:v>42734</c:v>
                </c:pt>
                <c:pt idx="1596">
                  <c:v>42733</c:v>
                </c:pt>
                <c:pt idx="1597">
                  <c:v>42732</c:v>
                </c:pt>
                <c:pt idx="1598">
                  <c:v>42731</c:v>
                </c:pt>
                <c:pt idx="1599">
                  <c:v>42730</c:v>
                </c:pt>
                <c:pt idx="1600">
                  <c:v>42727</c:v>
                </c:pt>
                <c:pt idx="1601">
                  <c:v>42726</c:v>
                </c:pt>
                <c:pt idx="1602">
                  <c:v>42725</c:v>
                </c:pt>
                <c:pt idx="1603">
                  <c:v>42724</c:v>
                </c:pt>
                <c:pt idx="1604">
                  <c:v>42723</c:v>
                </c:pt>
                <c:pt idx="1605">
                  <c:v>42720</c:v>
                </c:pt>
                <c:pt idx="1606">
                  <c:v>42719</c:v>
                </c:pt>
                <c:pt idx="1607">
                  <c:v>42718</c:v>
                </c:pt>
                <c:pt idx="1608">
                  <c:v>42717</c:v>
                </c:pt>
                <c:pt idx="1609">
                  <c:v>42716</c:v>
                </c:pt>
                <c:pt idx="1610">
                  <c:v>42713</c:v>
                </c:pt>
                <c:pt idx="1611">
                  <c:v>42712</c:v>
                </c:pt>
                <c:pt idx="1612">
                  <c:v>42711</c:v>
                </c:pt>
                <c:pt idx="1613">
                  <c:v>42710</c:v>
                </c:pt>
                <c:pt idx="1614">
                  <c:v>42709</c:v>
                </c:pt>
                <c:pt idx="1615">
                  <c:v>42706</c:v>
                </c:pt>
                <c:pt idx="1616">
                  <c:v>42705</c:v>
                </c:pt>
                <c:pt idx="1617">
                  <c:v>42704</c:v>
                </c:pt>
                <c:pt idx="1618">
                  <c:v>42703</c:v>
                </c:pt>
                <c:pt idx="1619">
                  <c:v>42702</c:v>
                </c:pt>
                <c:pt idx="1620">
                  <c:v>42699</c:v>
                </c:pt>
                <c:pt idx="1621">
                  <c:v>42698</c:v>
                </c:pt>
                <c:pt idx="1622">
                  <c:v>42697</c:v>
                </c:pt>
                <c:pt idx="1623">
                  <c:v>42696</c:v>
                </c:pt>
                <c:pt idx="1624">
                  <c:v>42695</c:v>
                </c:pt>
                <c:pt idx="1625">
                  <c:v>42692</c:v>
                </c:pt>
                <c:pt idx="1626">
                  <c:v>42691</c:v>
                </c:pt>
                <c:pt idx="1627">
                  <c:v>42690</c:v>
                </c:pt>
                <c:pt idx="1628">
                  <c:v>42689</c:v>
                </c:pt>
                <c:pt idx="1629">
                  <c:v>42688</c:v>
                </c:pt>
                <c:pt idx="1630">
                  <c:v>42685</c:v>
                </c:pt>
                <c:pt idx="1631">
                  <c:v>42684</c:v>
                </c:pt>
                <c:pt idx="1632">
                  <c:v>42683</c:v>
                </c:pt>
                <c:pt idx="1633">
                  <c:v>42682</c:v>
                </c:pt>
                <c:pt idx="1634">
                  <c:v>42681</c:v>
                </c:pt>
                <c:pt idx="1635">
                  <c:v>42678</c:v>
                </c:pt>
                <c:pt idx="1636">
                  <c:v>42677</c:v>
                </c:pt>
                <c:pt idx="1637">
                  <c:v>42676</c:v>
                </c:pt>
                <c:pt idx="1638">
                  <c:v>42675</c:v>
                </c:pt>
                <c:pt idx="1639">
                  <c:v>42674</c:v>
                </c:pt>
                <c:pt idx="1640">
                  <c:v>42671</c:v>
                </c:pt>
                <c:pt idx="1641">
                  <c:v>42670</c:v>
                </c:pt>
                <c:pt idx="1642">
                  <c:v>42669</c:v>
                </c:pt>
                <c:pt idx="1643">
                  <c:v>42668</c:v>
                </c:pt>
                <c:pt idx="1644">
                  <c:v>42667</c:v>
                </c:pt>
                <c:pt idx="1645">
                  <c:v>42664</c:v>
                </c:pt>
                <c:pt idx="1646">
                  <c:v>42663</c:v>
                </c:pt>
                <c:pt idx="1647">
                  <c:v>42662</c:v>
                </c:pt>
                <c:pt idx="1648">
                  <c:v>42661</c:v>
                </c:pt>
                <c:pt idx="1649">
                  <c:v>42660</c:v>
                </c:pt>
                <c:pt idx="1650">
                  <c:v>42657</c:v>
                </c:pt>
                <c:pt idx="1651">
                  <c:v>42656</c:v>
                </c:pt>
                <c:pt idx="1652">
                  <c:v>42655</c:v>
                </c:pt>
                <c:pt idx="1653">
                  <c:v>42654</c:v>
                </c:pt>
                <c:pt idx="1654">
                  <c:v>42653</c:v>
                </c:pt>
                <c:pt idx="1655">
                  <c:v>42652</c:v>
                </c:pt>
                <c:pt idx="1656">
                  <c:v>42651</c:v>
                </c:pt>
                <c:pt idx="1657">
                  <c:v>42643</c:v>
                </c:pt>
                <c:pt idx="1658">
                  <c:v>42642</c:v>
                </c:pt>
                <c:pt idx="1659">
                  <c:v>42641</c:v>
                </c:pt>
                <c:pt idx="1660">
                  <c:v>42640</c:v>
                </c:pt>
                <c:pt idx="1661">
                  <c:v>42639</c:v>
                </c:pt>
                <c:pt idx="1662">
                  <c:v>42636</c:v>
                </c:pt>
                <c:pt idx="1663">
                  <c:v>42635</c:v>
                </c:pt>
                <c:pt idx="1664">
                  <c:v>42634</c:v>
                </c:pt>
                <c:pt idx="1665">
                  <c:v>42633</c:v>
                </c:pt>
                <c:pt idx="1666">
                  <c:v>42632</c:v>
                </c:pt>
                <c:pt idx="1667">
                  <c:v>42631</c:v>
                </c:pt>
                <c:pt idx="1668">
                  <c:v>42627</c:v>
                </c:pt>
                <c:pt idx="1669">
                  <c:v>42626</c:v>
                </c:pt>
                <c:pt idx="1670">
                  <c:v>42625</c:v>
                </c:pt>
                <c:pt idx="1671">
                  <c:v>42622</c:v>
                </c:pt>
                <c:pt idx="1672">
                  <c:v>42621</c:v>
                </c:pt>
                <c:pt idx="1673">
                  <c:v>42620</c:v>
                </c:pt>
                <c:pt idx="1674">
                  <c:v>42619</c:v>
                </c:pt>
                <c:pt idx="1675">
                  <c:v>42618</c:v>
                </c:pt>
                <c:pt idx="1676">
                  <c:v>42615</c:v>
                </c:pt>
                <c:pt idx="1677">
                  <c:v>42614</c:v>
                </c:pt>
                <c:pt idx="1678">
                  <c:v>42613</c:v>
                </c:pt>
                <c:pt idx="1679">
                  <c:v>42612</c:v>
                </c:pt>
                <c:pt idx="1680">
                  <c:v>42611</c:v>
                </c:pt>
                <c:pt idx="1681">
                  <c:v>42608</c:v>
                </c:pt>
                <c:pt idx="1682">
                  <c:v>42607</c:v>
                </c:pt>
                <c:pt idx="1683">
                  <c:v>42606</c:v>
                </c:pt>
                <c:pt idx="1684">
                  <c:v>42605</c:v>
                </c:pt>
                <c:pt idx="1685">
                  <c:v>42604</c:v>
                </c:pt>
                <c:pt idx="1686">
                  <c:v>42601</c:v>
                </c:pt>
                <c:pt idx="1687">
                  <c:v>42600</c:v>
                </c:pt>
                <c:pt idx="1688">
                  <c:v>42599</c:v>
                </c:pt>
                <c:pt idx="1689">
                  <c:v>42598</c:v>
                </c:pt>
                <c:pt idx="1690">
                  <c:v>42597</c:v>
                </c:pt>
                <c:pt idx="1691">
                  <c:v>42594</c:v>
                </c:pt>
                <c:pt idx="1692">
                  <c:v>42593</c:v>
                </c:pt>
                <c:pt idx="1693">
                  <c:v>42592</c:v>
                </c:pt>
                <c:pt idx="1694">
                  <c:v>42591</c:v>
                </c:pt>
                <c:pt idx="1695">
                  <c:v>42590</c:v>
                </c:pt>
                <c:pt idx="1696">
                  <c:v>42587</c:v>
                </c:pt>
                <c:pt idx="1697">
                  <c:v>42586</c:v>
                </c:pt>
                <c:pt idx="1698">
                  <c:v>42585</c:v>
                </c:pt>
                <c:pt idx="1699">
                  <c:v>42584</c:v>
                </c:pt>
                <c:pt idx="1700">
                  <c:v>42583</c:v>
                </c:pt>
                <c:pt idx="1701">
                  <c:v>42580</c:v>
                </c:pt>
                <c:pt idx="1702">
                  <c:v>42579</c:v>
                </c:pt>
                <c:pt idx="1703">
                  <c:v>42578</c:v>
                </c:pt>
                <c:pt idx="1704">
                  <c:v>42577</c:v>
                </c:pt>
                <c:pt idx="1705">
                  <c:v>42576</c:v>
                </c:pt>
                <c:pt idx="1706">
                  <c:v>42573</c:v>
                </c:pt>
                <c:pt idx="1707">
                  <c:v>42572</c:v>
                </c:pt>
                <c:pt idx="1708">
                  <c:v>42571</c:v>
                </c:pt>
                <c:pt idx="1709">
                  <c:v>42570</c:v>
                </c:pt>
                <c:pt idx="1710">
                  <c:v>42569</c:v>
                </c:pt>
                <c:pt idx="1711">
                  <c:v>42566</c:v>
                </c:pt>
                <c:pt idx="1712">
                  <c:v>42565</c:v>
                </c:pt>
                <c:pt idx="1713">
                  <c:v>42564</c:v>
                </c:pt>
                <c:pt idx="1714">
                  <c:v>42563</c:v>
                </c:pt>
                <c:pt idx="1715">
                  <c:v>42562</c:v>
                </c:pt>
                <c:pt idx="1716">
                  <c:v>42559</c:v>
                </c:pt>
                <c:pt idx="1717">
                  <c:v>42558</c:v>
                </c:pt>
                <c:pt idx="1718">
                  <c:v>42557</c:v>
                </c:pt>
                <c:pt idx="1719">
                  <c:v>42556</c:v>
                </c:pt>
                <c:pt idx="1720">
                  <c:v>42555</c:v>
                </c:pt>
                <c:pt idx="1721">
                  <c:v>42552</c:v>
                </c:pt>
                <c:pt idx="1722">
                  <c:v>42551</c:v>
                </c:pt>
                <c:pt idx="1723">
                  <c:v>42550</c:v>
                </c:pt>
                <c:pt idx="1724">
                  <c:v>42549</c:v>
                </c:pt>
                <c:pt idx="1725">
                  <c:v>42548</c:v>
                </c:pt>
                <c:pt idx="1726">
                  <c:v>42545</c:v>
                </c:pt>
                <c:pt idx="1727">
                  <c:v>42544</c:v>
                </c:pt>
                <c:pt idx="1728">
                  <c:v>42543</c:v>
                </c:pt>
                <c:pt idx="1729">
                  <c:v>42542</c:v>
                </c:pt>
                <c:pt idx="1730">
                  <c:v>42541</c:v>
                </c:pt>
                <c:pt idx="1731">
                  <c:v>42538</c:v>
                </c:pt>
                <c:pt idx="1732">
                  <c:v>42537</c:v>
                </c:pt>
                <c:pt idx="1733">
                  <c:v>42536</c:v>
                </c:pt>
                <c:pt idx="1734">
                  <c:v>42535</c:v>
                </c:pt>
                <c:pt idx="1735">
                  <c:v>42534</c:v>
                </c:pt>
                <c:pt idx="1736">
                  <c:v>42533</c:v>
                </c:pt>
                <c:pt idx="1737">
                  <c:v>42529</c:v>
                </c:pt>
                <c:pt idx="1738">
                  <c:v>42528</c:v>
                </c:pt>
                <c:pt idx="1739">
                  <c:v>42527</c:v>
                </c:pt>
                <c:pt idx="1740">
                  <c:v>42524</c:v>
                </c:pt>
                <c:pt idx="1741">
                  <c:v>42523</c:v>
                </c:pt>
                <c:pt idx="1742">
                  <c:v>42522</c:v>
                </c:pt>
                <c:pt idx="1743">
                  <c:v>42521</c:v>
                </c:pt>
                <c:pt idx="1744">
                  <c:v>42520</c:v>
                </c:pt>
                <c:pt idx="1745">
                  <c:v>42517</c:v>
                </c:pt>
                <c:pt idx="1746">
                  <c:v>42516</c:v>
                </c:pt>
                <c:pt idx="1747">
                  <c:v>42515</c:v>
                </c:pt>
                <c:pt idx="1748">
                  <c:v>42514</c:v>
                </c:pt>
                <c:pt idx="1749">
                  <c:v>42513</c:v>
                </c:pt>
                <c:pt idx="1750">
                  <c:v>42510</c:v>
                </c:pt>
                <c:pt idx="1751">
                  <c:v>42509</c:v>
                </c:pt>
                <c:pt idx="1752">
                  <c:v>42508</c:v>
                </c:pt>
                <c:pt idx="1753">
                  <c:v>42507</c:v>
                </c:pt>
                <c:pt idx="1754">
                  <c:v>42506</c:v>
                </c:pt>
                <c:pt idx="1755">
                  <c:v>42503</c:v>
                </c:pt>
                <c:pt idx="1756">
                  <c:v>42502</c:v>
                </c:pt>
                <c:pt idx="1757">
                  <c:v>42501</c:v>
                </c:pt>
                <c:pt idx="1758">
                  <c:v>42500</c:v>
                </c:pt>
                <c:pt idx="1759">
                  <c:v>42499</c:v>
                </c:pt>
                <c:pt idx="1760">
                  <c:v>42496</c:v>
                </c:pt>
                <c:pt idx="1761">
                  <c:v>42495</c:v>
                </c:pt>
                <c:pt idx="1762">
                  <c:v>42494</c:v>
                </c:pt>
                <c:pt idx="1763">
                  <c:v>42493</c:v>
                </c:pt>
                <c:pt idx="1764">
                  <c:v>42489</c:v>
                </c:pt>
                <c:pt idx="1765">
                  <c:v>42488</c:v>
                </c:pt>
                <c:pt idx="1766">
                  <c:v>42487</c:v>
                </c:pt>
                <c:pt idx="1767">
                  <c:v>42486</c:v>
                </c:pt>
                <c:pt idx="1768">
                  <c:v>42485</c:v>
                </c:pt>
                <c:pt idx="1769">
                  <c:v>42482</c:v>
                </c:pt>
                <c:pt idx="1770">
                  <c:v>42481</c:v>
                </c:pt>
                <c:pt idx="1771">
                  <c:v>42480</c:v>
                </c:pt>
                <c:pt idx="1772">
                  <c:v>42479</c:v>
                </c:pt>
                <c:pt idx="1773">
                  <c:v>42478</c:v>
                </c:pt>
                <c:pt idx="1774">
                  <c:v>42475</c:v>
                </c:pt>
                <c:pt idx="1775">
                  <c:v>42474</c:v>
                </c:pt>
                <c:pt idx="1776">
                  <c:v>42473</c:v>
                </c:pt>
                <c:pt idx="1777">
                  <c:v>42472</c:v>
                </c:pt>
                <c:pt idx="1778">
                  <c:v>42471</c:v>
                </c:pt>
                <c:pt idx="1779">
                  <c:v>42468</c:v>
                </c:pt>
                <c:pt idx="1780">
                  <c:v>42467</c:v>
                </c:pt>
                <c:pt idx="1781">
                  <c:v>42466</c:v>
                </c:pt>
                <c:pt idx="1782">
                  <c:v>42465</c:v>
                </c:pt>
                <c:pt idx="1783">
                  <c:v>42461</c:v>
                </c:pt>
                <c:pt idx="1784">
                  <c:v>42460</c:v>
                </c:pt>
                <c:pt idx="1785">
                  <c:v>42459</c:v>
                </c:pt>
                <c:pt idx="1786">
                  <c:v>42458</c:v>
                </c:pt>
                <c:pt idx="1787">
                  <c:v>42457</c:v>
                </c:pt>
                <c:pt idx="1788">
                  <c:v>42454</c:v>
                </c:pt>
                <c:pt idx="1789">
                  <c:v>42453</c:v>
                </c:pt>
                <c:pt idx="1790">
                  <c:v>42452</c:v>
                </c:pt>
                <c:pt idx="1791">
                  <c:v>42451</c:v>
                </c:pt>
                <c:pt idx="1792">
                  <c:v>42450</c:v>
                </c:pt>
                <c:pt idx="1793">
                  <c:v>42447</c:v>
                </c:pt>
                <c:pt idx="1794">
                  <c:v>42446</c:v>
                </c:pt>
                <c:pt idx="1795">
                  <c:v>42445</c:v>
                </c:pt>
                <c:pt idx="1796">
                  <c:v>42444</c:v>
                </c:pt>
                <c:pt idx="1797">
                  <c:v>42443</c:v>
                </c:pt>
                <c:pt idx="1798">
                  <c:v>42440</c:v>
                </c:pt>
                <c:pt idx="1799">
                  <c:v>42439</c:v>
                </c:pt>
                <c:pt idx="1800">
                  <c:v>42438</c:v>
                </c:pt>
                <c:pt idx="1801">
                  <c:v>42437</c:v>
                </c:pt>
                <c:pt idx="1802">
                  <c:v>42436</c:v>
                </c:pt>
                <c:pt idx="1803">
                  <c:v>42433</c:v>
                </c:pt>
                <c:pt idx="1804">
                  <c:v>42432</c:v>
                </c:pt>
                <c:pt idx="1805">
                  <c:v>42431</c:v>
                </c:pt>
                <c:pt idx="1806">
                  <c:v>42430</c:v>
                </c:pt>
                <c:pt idx="1807">
                  <c:v>42429</c:v>
                </c:pt>
                <c:pt idx="1808">
                  <c:v>42426</c:v>
                </c:pt>
                <c:pt idx="1809">
                  <c:v>42425</c:v>
                </c:pt>
                <c:pt idx="1810">
                  <c:v>42424</c:v>
                </c:pt>
                <c:pt idx="1811">
                  <c:v>42423</c:v>
                </c:pt>
                <c:pt idx="1812">
                  <c:v>42422</c:v>
                </c:pt>
                <c:pt idx="1813">
                  <c:v>42419</c:v>
                </c:pt>
                <c:pt idx="1814">
                  <c:v>42418</c:v>
                </c:pt>
                <c:pt idx="1815">
                  <c:v>42417</c:v>
                </c:pt>
                <c:pt idx="1816">
                  <c:v>42416</c:v>
                </c:pt>
                <c:pt idx="1817">
                  <c:v>42415</c:v>
                </c:pt>
                <c:pt idx="1818">
                  <c:v>42414</c:v>
                </c:pt>
                <c:pt idx="1819">
                  <c:v>42406</c:v>
                </c:pt>
                <c:pt idx="1820">
                  <c:v>42405</c:v>
                </c:pt>
                <c:pt idx="1821">
                  <c:v>42404</c:v>
                </c:pt>
                <c:pt idx="1822">
                  <c:v>42403</c:v>
                </c:pt>
                <c:pt idx="1823">
                  <c:v>42402</c:v>
                </c:pt>
                <c:pt idx="1824">
                  <c:v>42401</c:v>
                </c:pt>
                <c:pt idx="1825">
                  <c:v>42398</c:v>
                </c:pt>
                <c:pt idx="1826">
                  <c:v>42397</c:v>
                </c:pt>
                <c:pt idx="1827">
                  <c:v>42396</c:v>
                </c:pt>
                <c:pt idx="1828">
                  <c:v>42395</c:v>
                </c:pt>
                <c:pt idx="1829">
                  <c:v>42394</c:v>
                </c:pt>
                <c:pt idx="1830">
                  <c:v>42391</c:v>
                </c:pt>
                <c:pt idx="1831">
                  <c:v>42390</c:v>
                </c:pt>
                <c:pt idx="1832">
                  <c:v>42389</c:v>
                </c:pt>
                <c:pt idx="1833">
                  <c:v>42388</c:v>
                </c:pt>
                <c:pt idx="1834">
                  <c:v>42387</c:v>
                </c:pt>
                <c:pt idx="1835">
                  <c:v>42384</c:v>
                </c:pt>
                <c:pt idx="1836">
                  <c:v>42383</c:v>
                </c:pt>
                <c:pt idx="1837">
                  <c:v>42382</c:v>
                </c:pt>
                <c:pt idx="1838">
                  <c:v>42381</c:v>
                </c:pt>
                <c:pt idx="1839">
                  <c:v>42380</c:v>
                </c:pt>
                <c:pt idx="1840">
                  <c:v>42377</c:v>
                </c:pt>
                <c:pt idx="1841">
                  <c:v>42376</c:v>
                </c:pt>
                <c:pt idx="1842">
                  <c:v>42375</c:v>
                </c:pt>
                <c:pt idx="1843">
                  <c:v>42374</c:v>
                </c:pt>
                <c:pt idx="1844">
                  <c:v>42373</c:v>
                </c:pt>
              </c:numCache>
            </c:numRef>
          </c:cat>
          <c:val>
            <c:numRef>
              <c:f>'图49-57'!$C$172:$C$1848</c:f>
              <c:numCache>
                <c:formatCode>General</c:formatCode>
                <c:ptCount val="1677"/>
                <c:pt idx="0">
                  <c:v>2750</c:v>
                </c:pt>
                <c:pt idx="1">
                  <c:v>2750</c:v>
                </c:pt>
                <c:pt idx="2">
                  <c:v>2750</c:v>
                </c:pt>
                <c:pt idx="3">
                  <c:v>2750</c:v>
                </c:pt>
                <c:pt idx="4">
                  <c:v>2850</c:v>
                </c:pt>
                <c:pt idx="5">
                  <c:v>2850</c:v>
                </c:pt>
                <c:pt idx="6">
                  <c:v>2850</c:v>
                </c:pt>
                <c:pt idx="7">
                  <c:v>2850</c:v>
                </c:pt>
                <c:pt idx="8">
                  <c:v>2850</c:v>
                </c:pt>
                <c:pt idx="9">
                  <c:v>2850</c:v>
                </c:pt>
                <c:pt idx="10">
                  <c:v>2850</c:v>
                </c:pt>
                <c:pt idx="11">
                  <c:v>2900</c:v>
                </c:pt>
                <c:pt idx="12">
                  <c:v>2900</c:v>
                </c:pt>
                <c:pt idx="13">
                  <c:v>2900</c:v>
                </c:pt>
                <c:pt idx="14">
                  <c:v>2900</c:v>
                </c:pt>
                <c:pt idx="15">
                  <c:v>2900</c:v>
                </c:pt>
                <c:pt idx="16">
                  <c:v>2900</c:v>
                </c:pt>
                <c:pt idx="17">
                  <c:v>2900</c:v>
                </c:pt>
                <c:pt idx="18">
                  <c:v>2950</c:v>
                </c:pt>
                <c:pt idx="19">
                  <c:v>2950</c:v>
                </c:pt>
                <c:pt idx="20">
                  <c:v>2950</c:v>
                </c:pt>
                <c:pt idx="21">
                  <c:v>3150</c:v>
                </c:pt>
                <c:pt idx="22">
                  <c:v>3150</c:v>
                </c:pt>
                <c:pt idx="23">
                  <c:v>3150</c:v>
                </c:pt>
                <c:pt idx="24">
                  <c:v>3150</c:v>
                </c:pt>
                <c:pt idx="25">
                  <c:v>3150</c:v>
                </c:pt>
                <c:pt idx="26">
                  <c:v>3150</c:v>
                </c:pt>
                <c:pt idx="27">
                  <c:v>3150</c:v>
                </c:pt>
                <c:pt idx="28">
                  <c:v>3150</c:v>
                </c:pt>
                <c:pt idx="29">
                  <c:v>3150</c:v>
                </c:pt>
                <c:pt idx="30">
                  <c:v>3150</c:v>
                </c:pt>
                <c:pt idx="31">
                  <c:v>3150</c:v>
                </c:pt>
                <c:pt idx="32">
                  <c:v>3150</c:v>
                </c:pt>
                <c:pt idx="33">
                  <c:v>3350</c:v>
                </c:pt>
                <c:pt idx="34">
                  <c:v>3350</c:v>
                </c:pt>
                <c:pt idx="35">
                  <c:v>3500</c:v>
                </c:pt>
                <c:pt idx="36">
                  <c:v>3500</c:v>
                </c:pt>
                <c:pt idx="37">
                  <c:v>3500</c:v>
                </c:pt>
                <c:pt idx="38">
                  <c:v>3500</c:v>
                </c:pt>
                <c:pt idx="39">
                  <c:v>3600</c:v>
                </c:pt>
                <c:pt idx="40">
                  <c:v>3800</c:v>
                </c:pt>
                <c:pt idx="41">
                  <c:v>4000</c:v>
                </c:pt>
                <c:pt idx="42">
                  <c:v>4000</c:v>
                </c:pt>
                <c:pt idx="43">
                  <c:v>4000</c:v>
                </c:pt>
                <c:pt idx="44">
                  <c:v>4000</c:v>
                </c:pt>
                <c:pt idx="45">
                  <c:v>4000</c:v>
                </c:pt>
                <c:pt idx="46">
                  <c:v>4000</c:v>
                </c:pt>
                <c:pt idx="47">
                  <c:v>4200</c:v>
                </c:pt>
                <c:pt idx="48">
                  <c:v>4200</c:v>
                </c:pt>
                <c:pt idx="49">
                  <c:v>4200</c:v>
                </c:pt>
                <c:pt idx="50">
                  <c:v>4200</c:v>
                </c:pt>
                <c:pt idx="51">
                  <c:v>4200</c:v>
                </c:pt>
                <c:pt idx="52">
                  <c:v>4350</c:v>
                </c:pt>
                <c:pt idx="53">
                  <c:v>4450</c:v>
                </c:pt>
                <c:pt idx="54">
                  <c:v>4450</c:v>
                </c:pt>
                <c:pt idx="55">
                  <c:v>4450</c:v>
                </c:pt>
                <c:pt idx="56">
                  <c:v>4450</c:v>
                </c:pt>
                <c:pt idx="57">
                  <c:v>4450</c:v>
                </c:pt>
                <c:pt idx="58">
                  <c:v>4450</c:v>
                </c:pt>
                <c:pt idx="59">
                  <c:v>4550</c:v>
                </c:pt>
                <c:pt idx="60">
                  <c:v>4550</c:v>
                </c:pt>
                <c:pt idx="61">
                  <c:v>4550</c:v>
                </c:pt>
                <c:pt idx="62">
                  <c:v>4550</c:v>
                </c:pt>
                <c:pt idx="63">
                  <c:v>4550</c:v>
                </c:pt>
                <c:pt idx="64">
                  <c:v>4550</c:v>
                </c:pt>
                <c:pt idx="65">
                  <c:v>4550</c:v>
                </c:pt>
                <c:pt idx="66">
                  <c:v>4550</c:v>
                </c:pt>
                <c:pt idx="67">
                  <c:v>4600</c:v>
                </c:pt>
                <c:pt idx="68">
                  <c:v>4600</c:v>
                </c:pt>
                <c:pt idx="69">
                  <c:v>4600</c:v>
                </c:pt>
                <c:pt idx="70">
                  <c:v>4650</c:v>
                </c:pt>
                <c:pt idx="71">
                  <c:v>4650</c:v>
                </c:pt>
                <c:pt idx="72">
                  <c:v>4650</c:v>
                </c:pt>
                <c:pt idx="73">
                  <c:v>4650</c:v>
                </c:pt>
                <c:pt idx="74">
                  <c:v>4650</c:v>
                </c:pt>
                <c:pt idx="75">
                  <c:v>4650</c:v>
                </c:pt>
                <c:pt idx="76">
                  <c:v>4650</c:v>
                </c:pt>
                <c:pt idx="77">
                  <c:v>4650</c:v>
                </c:pt>
                <c:pt idx="78">
                  <c:v>4650</c:v>
                </c:pt>
                <c:pt idx="79">
                  <c:v>4650</c:v>
                </c:pt>
                <c:pt idx="80">
                  <c:v>4650</c:v>
                </c:pt>
                <c:pt idx="81">
                  <c:v>4650</c:v>
                </c:pt>
                <c:pt idx="82">
                  <c:v>4650</c:v>
                </c:pt>
                <c:pt idx="83">
                  <c:v>4650</c:v>
                </c:pt>
                <c:pt idx="84">
                  <c:v>4650</c:v>
                </c:pt>
                <c:pt idx="85">
                  <c:v>4650</c:v>
                </c:pt>
                <c:pt idx="86">
                  <c:v>4650</c:v>
                </c:pt>
                <c:pt idx="87">
                  <c:v>4650</c:v>
                </c:pt>
                <c:pt idx="88">
                  <c:v>4650</c:v>
                </c:pt>
                <c:pt idx="89">
                  <c:v>4650</c:v>
                </c:pt>
                <c:pt idx="90">
                  <c:v>4650</c:v>
                </c:pt>
                <c:pt idx="91">
                  <c:v>4650</c:v>
                </c:pt>
                <c:pt idx="92">
                  <c:v>4650</c:v>
                </c:pt>
                <c:pt idx="93">
                  <c:v>4600</c:v>
                </c:pt>
                <c:pt idx="94">
                  <c:v>4600</c:v>
                </c:pt>
                <c:pt idx="95">
                  <c:v>4600</c:v>
                </c:pt>
                <c:pt idx="96">
                  <c:v>4600</c:v>
                </c:pt>
                <c:pt idx="97">
                  <c:v>4600</c:v>
                </c:pt>
                <c:pt idx="98">
                  <c:v>4450</c:v>
                </c:pt>
                <c:pt idx="99">
                  <c:v>4450</c:v>
                </c:pt>
                <c:pt idx="100">
                  <c:v>4450</c:v>
                </c:pt>
                <c:pt idx="101">
                  <c:v>4450</c:v>
                </c:pt>
                <c:pt idx="102">
                  <c:v>4400</c:v>
                </c:pt>
                <c:pt idx="103">
                  <c:v>4400</c:v>
                </c:pt>
                <c:pt idx="104">
                  <c:v>4400</c:v>
                </c:pt>
                <c:pt idx="105">
                  <c:v>4400</c:v>
                </c:pt>
                <c:pt idx="106">
                  <c:v>4400</c:v>
                </c:pt>
                <c:pt idx="107">
                  <c:v>4400</c:v>
                </c:pt>
                <c:pt idx="108">
                  <c:v>4400</c:v>
                </c:pt>
                <c:pt idx="109">
                  <c:v>4400</c:v>
                </c:pt>
                <c:pt idx="110">
                  <c:v>4400</c:v>
                </c:pt>
                <c:pt idx="111">
                  <c:v>4400</c:v>
                </c:pt>
                <c:pt idx="112">
                  <c:v>4400</c:v>
                </c:pt>
                <c:pt idx="113">
                  <c:v>4400</c:v>
                </c:pt>
                <c:pt idx="114">
                  <c:v>4400</c:v>
                </c:pt>
                <c:pt idx="115">
                  <c:v>4400</c:v>
                </c:pt>
                <c:pt idx="116">
                  <c:v>4200</c:v>
                </c:pt>
                <c:pt idx="117">
                  <c:v>4200</c:v>
                </c:pt>
                <c:pt idx="118">
                  <c:v>4200</c:v>
                </c:pt>
                <c:pt idx="119">
                  <c:v>4200</c:v>
                </c:pt>
                <c:pt idx="120">
                  <c:v>4200</c:v>
                </c:pt>
                <c:pt idx="121">
                  <c:v>4200</c:v>
                </c:pt>
                <c:pt idx="122">
                  <c:v>4200</c:v>
                </c:pt>
                <c:pt idx="123">
                  <c:v>4200</c:v>
                </c:pt>
                <c:pt idx="124">
                  <c:v>4200</c:v>
                </c:pt>
                <c:pt idx="125">
                  <c:v>3900</c:v>
                </c:pt>
                <c:pt idx="126">
                  <c:v>3900</c:v>
                </c:pt>
                <c:pt idx="127">
                  <c:v>3900</c:v>
                </c:pt>
                <c:pt idx="128">
                  <c:v>3900</c:v>
                </c:pt>
                <c:pt idx="129">
                  <c:v>3700</c:v>
                </c:pt>
                <c:pt idx="130">
                  <c:v>3700</c:v>
                </c:pt>
                <c:pt idx="131">
                  <c:v>3700</c:v>
                </c:pt>
                <c:pt idx="132">
                  <c:v>3700</c:v>
                </c:pt>
                <c:pt idx="133">
                  <c:v>3700</c:v>
                </c:pt>
                <c:pt idx="134">
                  <c:v>3700</c:v>
                </c:pt>
                <c:pt idx="135">
                  <c:v>3700</c:v>
                </c:pt>
                <c:pt idx="136">
                  <c:v>3700</c:v>
                </c:pt>
                <c:pt idx="137">
                  <c:v>3700</c:v>
                </c:pt>
                <c:pt idx="138">
                  <c:v>3500</c:v>
                </c:pt>
                <c:pt idx="139">
                  <c:v>3500</c:v>
                </c:pt>
                <c:pt idx="140">
                  <c:v>3500</c:v>
                </c:pt>
                <c:pt idx="141">
                  <c:v>3500</c:v>
                </c:pt>
                <c:pt idx="142">
                  <c:v>3500</c:v>
                </c:pt>
                <c:pt idx="143">
                  <c:v>3500</c:v>
                </c:pt>
                <c:pt idx="144">
                  <c:v>3500</c:v>
                </c:pt>
                <c:pt idx="145">
                  <c:v>3500</c:v>
                </c:pt>
                <c:pt idx="146">
                  <c:v>3500</c:v>
                </c:pt>
                <c:pt idx="147">
                  <c:v>3500</c:v>
                </c:pt>
                <c:pt idx="148">
                  <c:v>3500</c:v>
                </c:pt>
                <c:pt idx="149">
                  <c:v>3500</c:v>
                </c:pt>
                <c:pt idx="150">
                  <c:v>3500</c:v>
                </c:pt>
                <c:pt idx="151">
                  <c:v>3500</c:v>
                </c:pt>
                <c:pt idx="152">
                  <c:v>3500</c:v>
                </c:pt>
                <c:pt idx="153">
                  <c:v>3500</c:v>
                </c:pt>
                <c:pt idx="154">
                  <c:v>3500</c:v>
                </c:pt>
                <c:pt idx="155">
                  <c:v>3500</c:v>
                </c:pt>
                <c:pt idx="156">
                  <c:v>3500</c:v>
                </c:pt>
                <c:pt idx="157">
                  <c:v>3500</c:v>
                </c:pt>
                <c:pt idx="158">
                  <c:v>3500</c:v>
                </c:pt>
                <c:pt idx="159">
                  <c:v>3500</c:v>
                </c:pt>
                <c:pt idx="160">
                  <c:v>3200</c:v>
                </c:pt>
                <c:pt idx="161">
                  <c:v>3200</c:v>
                </c:pt>
                <c:pt idx="162">
                  <c:v>3200</c:v>
                </c:pt>
                <c:pt idx="163">
                  <c:v>3200</c:v>
                </c:pt>
                <c:pt idx="164">
                  <c:v>3200</c:v>
                </c:pt>
                <c:pt idx="165">
                  <c:v>3100</c:v>
                </c:pt>
                <c:pt idx="166">
                  <c:v>3100</c:v>
                </c:pt>
                <c:pt idx="167">
                  <c:v>3100</c:v>
                </c:pt>
                <c:pt idx="168">
                  <c:v>3100</c:v>
                </c:pt>
                <c:pt idx="169">
                  <c:v>3050</c:v>
                </c:pt>
                <c:pt idx="170">
                  <c:v>3050</c:v>
                </c:pt>
                <c:pt idx="171">
                  <c:v>3050</c:v>
                </c:pt>
                <c:pt idx="172">
                  <c:v>3050</c:v>
                </c:pt>
                <c:pt idx="173">
                  <c:v>3050</c:v>
                </c:pt>
                <c:pt idx="174">
                  <c:v>3050</c:v>
                </c:pt>
                <c:pt idx="175">
                  <c:v>3050</c:v>
                </c:pt>
                <c:pt idx="176">
                  <c:v>3050</c:v>
                </c:pt>
                <c:pt idx="177">
                  <c:v>3050</c:v>
                </c:pt>
                <c:pt idx="178">
                  <c:v>3050</c:v>
                </c:pt>
                <c:pt idx="179">
                  <c:v>3050</c:v>
                </c:pt>
                <c:pt idx="180">
                  <c:v>3050</c:v>
                </c:pt>
                <c:pt idx="181">
                  <c:v>3050</c:v>
                </c:pt>
                <c:pt idx="182">
                  <c:v>3050</c:v>
                </c:pt>
                <c:pt idx="183">
                  <c:v>3050</c:v>
                </c:pt>
                <c:pt idx="184">
                  <c:v>3050</c:v>
                </c:pt>
                <c:pt idx="185">
                  <c:v>3000</c:v>
                </c:pt>
                <c:pt idx="186">
                  <c:v>3000</c:v>
                </c:pt>
                <c:pt idx="187">
                  <c:v>3000</c:v>
                </c:pt>
                <c:pt idx="188">
                  <c:v>3000</c:v>
                </c:pt>
                <c:pt idx="189">
                  <c:v>3000</c:v>
                </c:pt>
                <c:pt idx="190">
                  <c:v>3000</c:v>
                </c:pt>
                <c:pt idx="191">
                  <c:v>3000</c:v>
                </c:pt>
                <c:pt idx="192">
                  <c:v>3000</c:v>
                </c:pt>
                <c:pt idx="193">
                  <c:v>3000</c:v>
                </c:pt>
                <c:pt idx="194">
                  <c:v>3000</c:v>
                </c:pt>
                <c:pt idx="195">
                  <c:v>3000</c:v>
                </c:pt>
                <c:pt idx="196">
                  <c:v>3000</c:v>
                </c:pt>
                <c:pt idx="197">
                  <c:v>3000</c:v>
                </c:pt>
                <c:pt idx="198">
                  <c:v>3000</c:v>
                </c:pt>
                <c:pt idx="199">
                  <c:v>3000</c:v>
                </c:pt>
                <c:pt idx="200">
                  <c:v>3000</c:v>
                </c:pt>
                <c:pt idx="201">
                  <c:v>3000</c:v>
                </c:pt>
                <c:pt idx="202">
                  <c:v>3000</c:v>
                </c:pt>
                <c:pt idx="203">
                  <c:v>3000</c:v>
                </c:pt>
                <c:pt idx="204">
                  <c:v>3000</c:v>
                </c:pt>
                <c:pt idx="205">
                  <c:v>3000</c:v>
                </c:pt>
                <c:pt idx="206">
                  <c:v>3000</c:v>
                </c:pt>
                <c:pt idx="207">
                  <c:v>3000</c:v>
                </c:pt>
                <c:pt idx="208">
                  <c:v>3000</c:v>
                </c:pt>
                <c:pt idx="209">
                  <c:v>3000</c:v>
                </c:pt>
                <c:pt idx="210">
                  <c:v>3000</c:v>
                </c:pt>
                <c:pt idx="211">
                  <c:v>3000</c:v>
                </c:pt>
                <c:pt idx="212">
                  <c:v>3000</c:v>
                </c:pt>
                <c:pt idx="213">
                  <c:v>3000</c:v>
                </c:pt>
                <c:pt idx="214">
                  <c:v>3000</c:v>
                </c:pt>
                <c:pt idx="215">
                  <c:v>3000</c:v>
                </c:pt>
                <c:pt idx="216">
                  <c:v>3000</c:v>
                </c:pt>
                <c:pt idx="217">
                  <c:v>3000</c:v>
                </c:pt>
                <c:pt idx="218">
                  <c:v>3000</c:v>
                </c:pt>
                <c:pt idx="219">
                  <c:v>3000</c:v>
                </c:pt>
                <c:pt idx="220">
                  <c:v>3000</c:v>
                </c:pt>
                <c:pt idx="221">
                  <c:v>3000</c:v>
                </c:pt>
                <c:pt idx="222">
                  <c:v>3050</c:v>
                </c:pt>
                <c:pt idx="223">
                  <c:v>3050</c:v>
                </c:pt>
                <c:pt idx="224">
                  <c:v>3100</c:v>
                </c:pt>
                <c:pt idx="225">
                  <c:v>3100</c:v>
                </c:pt>
                <c:pt idx="226">
                  <c:v>3100</c:v>
                </c:pt>
                <c:pt idx="227">
                  <c:v>3100</c:v>
                </c:pt>
                <c:pt idx="228">
                  <c:v>3100</c:v>
                </c:pt>
                <c:pt idx="229">
                  <c:v>3250</c:v>
                </c:pt>
                <c:pt idx="230">
                  <c:v>3250</c:v>
                </c:pt>
                <c:pt idx="231">
                  <c:v>3250</c:v>
                </c:pt>
                <c:pt idx="232">
                  <c:v>3250</c:v>
                </c:pt>
                <c:pt idx="233">
                  <c:v>3250</c:v>
                </c:pt>
                <c:pt idx="234">
                  <c:v>3250</c:v>
                </c:pt>
                <c:pt idx="235">
                  <c:v>3250</c:v>
                </c:pt>
                <c:pt idx="236">
                  <c:v>3250</c:v>
                </c:pt>
                <c:pt idx="237">
                  <c:v>3325</c:v>
                </c:pt>
                <c:pt idx="238">
                  <c:v>3400</c:v>
                </c:pt>
                <c:pt idx="239">
                  <c:v>3400</c:v>
                </c:pt>
                <c:pt idx="240">
                  <c:v>3400</c:v>
                </c:pt>
                <c:pt idx="241">
                  <c:v>3400</c:v>
                </c:pt>
                <c:pt idx="242">
                  <c:v>3400</c:v>
                </c:pt>
                <c:pt idx="243">
                  <c:v>3400</c:v>
                </c:pt>
                <c:pt idx="244">
                  <c:v>3400</c:v>
                </c:pt>
                <c:pt idx="245">
                  <c:v>3400</c:v>
                </c:pt>
                <c:pt idx="246">
                  <c:v>3400</c:v>
                </c:pt>
                <c:pt idx="247">
                  <c:v>3400</c:v>
                </c:pt>
                <c:pt idx="248">
                  <c:v>3400</c:v>
                </c:pt>
                <c:pt idx="249">
                  <c:v>3400</c:v>
                </c:pt>
                <c:pt idx="250">
                  <c:v>3400</c:v>
                </c:pt>
                <c:pt idx="251">
                  <c:v>3400</c:v>
                </c:pt>
                <c:pt idx="252">
                  <c:v>3400</c:v>
                </c:pt>
                <c:pt idx="253">
                  <c:v>3400</c:v>
                </c:pt>
                <c:pt idx="254">
                  <c:v>3400</c:v>
                </c:pt>
                <c:pt idx="255">
                  <c:v>3400</c:v>
                </c:pt>
                <c:pt idx="256">
                  <c:v>3400</c:v>
                </c:pt>
                <c:pt idx="257">
                  <c:v>3400</c:v>
                </c:pt>
                <c:pt idx="258">
                  <c:v>3400</c:v>
                </c:pt>
                <c:pt idx="259">
                  <c:v>3400</c:v>
                </c:pt>
                <c:pt idx="260">
                  <c:v>3400</c:v>
                </c:pt>
                <c:pt idx="261">
                  <c:v>3400</c:v>
                </c:pt>
                <c:pt idx="262">
                  <c:v>3400</c:v>
                </c:pt>
                <c:pt idx="263">
                  <c:v>3400</c:v>
                </c:pt>
                <c:pt idx="264">
                  <c:v>3400</c:v>
                </c:pt>
                <c:pt idx="265">
                  <c:v>3400</c:v>
                </c:pt>
                <c:pt idx="266">
                  <c:v>3400</c:v>
                </c:pt>
                <c:pt idx="267">
                  <c:v>3400</c:v>
                </c:pt>
                <c:pt idx="268">
                  <c:v>3400</c:v>
                </c:pt>
                <c:pt idx="269">
                  <c:v>3400</c:v>
                </c:pt>
                <c:pt idx="270">
                  <c:v>3400</c:v>
                </c:pt>
                <c:pt idx="271">
                  <c:v>3400</c:v>
                </c:pt>
                <c:pt idx="272">
                  <c:v>3400</c:v>
                </c:pt>
                <c:pt idx="273">
                  <c:v>3400</c:v>
                </c:pt>
                <c:pt idx="274">
                  <c:v>3400</c:v>
                </c:pt>
                <c:pt idx="275">
                  <c:v>3400</c:v>
                </c:pt>
                <c:pt idx="276">
                  <c:v>3400</c:v>
                </c:pt>
                <c:pt idx="277">
                  <c:v>3400</c:v>
                </c:pt>
                <c:pt idx="278">
                  <c:v>3400</c:v>
                </c:pt>
                <c:pt idx="279">
                  <c:v>3400</c:v>
                </c:pt>
                <c:pt idx="280">
                  <c:v>3400</c:v>
                </c:pt>
                <c:pt idx="281">
                  <c:v>3400</c:v>
                </c:pt>
                <c:pt idx="282">
                  <c:v>3400</c:v>
                </c:pt>
                <c:pt idx="283">
                  <c:v>3400</c:v>
                </c:pt>
                <c:pt idx="284">
                  <c:v>3400</c:v>
                </c:pt>
                <c:pt idx="285">
                  <c:v>3400</c:v>
                </c:pt>
                <c:pt idx="286">
                  <c:v>3400</c:v>
                </c:pt>
                <c:pt idx="287">
                  <c:v>3400</c:v>
                </c:pt>
                <c:pt idx="288">
                  <c:v>3400</c:v>
                </c:pt>
                <c:pt idx="289">
                  <c:v>3400</c:v>
                </c:pt>
                <c:pt idx="290">
                  <c:v>3400</c:v>
                </c:pt>
                <c:pt idx="291">
                  <c:v>3400</c:v>
                </c:pt>
                <c:pt idx="292">
                  <c:v>3400</c:v>
                </c:pt>
                <c:pt idx="293">
                  <c:v>3400</c:v>
                </c:pt>
                <c:pt idx="294">
                  <c:v>3400</c:v>
                </c:pt>
                <c:pt idx="295">
                  <c:v>2600</c:v>
                </c:pt>
                <c:pt idx="296">
                  <c:v>2600</c:v>
                </c:pt>
                <c:pt idx="297">
                  <c:v>2600</c:v>
                </c:pt>
                <c:pt idx="298">
                  <c:v>2600</c:v>
                </c:pt>
                <c:pt idx="299">
                  <c:v>2600</c:v>
                </c:pt>
                <c:pt idx="300">
                  <c:v>2600</c:v>
                </c:pt>
                <c:pt idx="301">
                  <c:v>2600</c:v>
                </c:pt>
                <c:pt idx="302">
                  <c:v>2600</c:v>
                </c:pt>
                <c:pt idx="303">
                  <c:v>2600</c:v>
                </c:pt>
                <c:pt idx="304">
                  <c:v>2600</c:v>
                </c:pt>
                <c:pt idx="305">
                  <c:v>2600</c:v>
                </c:pt>
                <c:pt idx="306">
                  <c:v>2600</c:v>
                </c:pt>
                <c:pt idx="307">
                  <c:v>2600</c:v>
                </c:pt>
                <c:pt idx="308">
                  <c:v>2600</c:v>
                </c:pt>
                <c:pt idx="309">
                  <c:v>2600</c:v>
                </c:pt>
                <c:pt idx="310">
                  <c:v>2600</c:v>
                </c:pt>
                <c:pt idx="311">
                  <c:v>2600</c:v>
                </c:pt>
                <c:pt idx="312">
                  <c:v>2600</c:v>
                </c:pt>
                <c:pt idx="313">
                  <c:v>2600</c:v>
                </c:pt>
                <c:pt idx="314">
                  <c:v>2600</c:v>
                </c:pt>
                <c:pt idx="315">
                  <c:v>2600</c:v>
                </c:pt>
                <c:pt idx="316">
                  <c:v>2600</c:v>
                </c:pt>
                <c:pt idx="317">
                  <c:v>2600</c:v>
                </c:pt>
                <c:pt idx="318">
                  <c:v>2600</c:v>
                </c:pt>
                <c:pt idx="319">
                  <c:v>2600</c:v>
                </c:pt>
                <c:pt idx="320">
                  <c:v>2600</c:v>
                </c:pt>
                <c:pt idx="321">
                  <c:v>2600</c:v>
                </c:pt>
                <c:pt idx="322">
                  <c:v>2600</c:v>
                </c:pt>
                <c:pt idx="323">
                  <c:v>2600</c:v>
                </c:pt>
                <c:pt idx="324">
                  <c:v>2600</c:v>
                </c:pt>
                <c:pt idx="325">
                  <c:v>2600</c:v>
                </c:pt>
                <c:pt idx="326">
                  <c:v>2600</c:v>
                </c:pt>
                <c:pt idx="327">
                  <c:v>2600</c:v>
                </c:pt>
                <c:pt idx="328">
                  <c:v>2600</c:v>
                </c:pt>
                <c:pt idx="329">
                  <c:v>2600</c:v>
                </c:pt>
                <c:pt idx="330">
                  <c:v>2600</c:v>
                </c:pt>
                <c:pt idx="331">
                  <c:v>2600</c:v>
                </c:pt>
                <c:pt idx="332">
                  <c:v>2600</c:v>
                </c:pt>
                <c:pt idx="333">
                  <c:v>2600</c:v>
                </c:pt>
                <c:pt idx="334">
                  <c:v>2600</c:v>
                </c:pt>
                <c:pt idx="335">
                  <c:v>2600</c:v>
                </c:pt>
                <c:pt idx="336">
                  <c:v>2600</c:v>
                </c:pt>
                <c:pt idx="337">
                  <c:v>2600</c:v>
                </c:pt>
                <c:pt idx="338">
                  <c:v>2600</c:v>
                </c:pt>
                <c:pt idx="339">
                  <c:v>2600</c:v>
                </c:pt>
                <c:pt idx="340">
                  <c:v>2600</c:v>
                </c:pt>
                <c:pt idx="341">
                  <c:v>2600</c:v>
                </c:pt>
                <c:pt idx="342">
                  <c:v>2600</c:v>
                </c:pt>
                <c:pt idx="343">
                  <c:v>2600</c:v>
                </c:pt>
                <c:pt idx="344">
                  <c:v>2600</c:v>
                </c:pt>
                <c:pt idx="345">
                  <c:v>2550</c:v>
                </c:pt>
                <c:pt idx="346">
                  <c:v>2550</c:v>
                </c:pt>
                <c:pt idx="347">
                  <c:v>2550</c:v>
                </c:pt>
                <c:pt idx="348">
                  <c:v>2550</c:v>
                </c:pt>
                <c:pt idx="349">
                  <c:v>2550</c:v>
                </c:pt>
                <c:pt idx="350">
                  <c:v>2550</c:v>
                </c:pt>
                <c:pt idx="351">
                  <c:v>2550</c:v>
                </c:pt>
                <c:pt idx="352">
                  <c:v>2550</c:v>
                </c:pt>
                <c:pt idx="353">
                  <c:v>2550</c:v>
                </c:pt>
                <c:pt idx="354">
                  <c:v>2550</c:v>
                </c:pt>
                <c:pt idx="355">
                  <c:v>2550</c:v>
                </c:pt>
                <c:pt idx="356">
                  <c:v>2550</c:v>
                </c:pt>
                <c:pt idx="357">
                  <c:v>2550</c:v>
                </c:pt>
                <c:pt idx="358">
                  <c:v>2550</c:v>
                </c:pt>
                <c:pt idx="359">
                  <c:v>2550</c:v>
                </c:pt>
                <c:pt idx="360">
                  <c:v>2550</c:v>
                </c:pt>
                <c:pt idx="361">
                  <c:v>2550</c:v>
                </c:pt>
                <c:pt idx="362">
                  <c:v>2550</c:v>
                </c:pt>
                <c:pt idx="363">
                  <c:v>2550</c:v>
                </c:pt>
                <c:pt idx="364">
                  <c:v>2550</c:v>
                </c:pt>
                <c:pt idx="365">
                  <c:v>2550</c:v>
                </c:pt>
                <c:pt idx="366">
                  <c:v>2550</c:v>
                </c:pt>
                <c:pt idx="367">
                  <c:v>2550</c:v>
                </c:pt>
                <c:pt idx="368">
                  <c:v>2550</c:v>
                </c:pt>
                <c:pt idx="369">
                  <c:v>2550</c:v>
                </c:pt>
                <c:pt idx="370">
                  <c:v>2550</c:v>
                </c:pt>
                <c:pt idx="371">
                  <c:v>2550</c:v>
                </c:pt>
                <c:pt idx="372">
                  <c:v>2550</c:v>
                </c:pt>
                <c:pt idx="373">
                  <c:v>2550</c:v>
                </c:pt>
                <c:pt idx="374">
                  <c:v>2550</c:v>
                </c:pt>
                <c:pt idx="375">
                  <c:v>2550</c:v>
                </c:pt>
                <c:pt idx="376">
                  <c:v>2550</c:v>
                </c:pt>
                <c:pt idx="377">
                  <c:v>2550</c:v>
                </c:pt>
                <c:pt idx="378">
                  <c:v>2550</c:v>
                </c:pt>
                <c:pt idx="379">
                  <c:v>2550</c:v>
                </c:pt>
                <c:pt idx="380">
                  <c:v>2550</c:v>
                </c:pt>
                <c:pt idx="381">
                  <c:v>2550</c:v>
                </c:pt>
                <c:pt idx="382">
                  <c:v>2550</c:v>
                </c:pt>
                <c:pt idx="383">
                  <c:v>2550</c:v>
                </c:pt>
                <c:pt idx="384">
                  <c:v>2550</c:v>
                </c:pt>
                <c:pt idx="385">
                  <c:v>2050</c:v>
                </c:pt>
                <c:pt idx="386">
                  <c:v>2050</c:v>
                </c:pt>
                <c:pt idx="387">
                  <c:v>2050</c:v>
                </c:pt>
                <c:pt idx="388">
                  <c:v>2050</c:v>
                </c:pt>
                <c:pt idx="389">
                  <c:v>2050</c:v>
                </c:pt>
                <c:pt idx="390">
                  <c:v>2050</c:v>
                </c:pt>
                <c:pt idx="391">
                  <c:v>2050</c:v>
                </c:pt>
                <c:pt idx="392">
                  <c:v>2050</c:v>
                </c:pt>
                <c:pt idx="393">
                  <c:v>2050</c:v>
                </c:pt>
                <c:pt idx="394">
                  <c:v>2050</c:v>
                </c:pt>
                <c:pt idx="395">
                  <c:v>2050</c:v>
                </c:pt>
                <c:pt idx="396">
                  <c:v>2050</c:v>
                </c:pt>
                <c:pt idx="397">
                  <c:v>2050</c:v>
                </c:pt>
                <c:pt idx="398">
                  <c:v>2050</c:v>
                </c:pt>
                <c:pt idx="399">
                  <c:v>2050</c:v>
                </c:pt>
                <c:pt idx="400">
                  <c:v>2050</c:v>
                </c:pt>
                <c:pt idx="401">
                  <c:v>2050</c:v>
                </c:pt>
                <c:pt idx="402">
                  <c:v>2050</c:v>
                </c:pt>
                <c:pt idx="403">
                  <c:v>2050</c:v>
                </c:pt>
                <c:pt idx="404">
                  <c:v>2050</c:v>
                </c:pt>
                <c:pt idx="405">
                  <c:v>2050</c:v>
                </c:pt>
                <c:pt idx="406">
                  <c:v>2050</c:v>
                </c:pt>
                <c:pt idx="407">
                  <c:v>2050</c:v>
                </c:pt>
                <c:pt idx="408">
                  <c:v>2050</c:v>
                </c:pt>
                <c:pt idx="409">
                  <c:v>2050</c:v>
                </c:pt>
                <c:pt idx="410">
                  <c:v>2050</c:v>
                </c:pt>
                <c:pt idx="411">
                  <c:v>2050</c:v>
                </c:pt>
                <c:pt idx="412">
                  <c:v>2050</c:v>
                </c:pt>
                <c:pt idx="413">
                  <c:v>2050</c:v>
                </c:pt>
                <c:pt idx="414">
                  <c:v>2050</c:v>
                </c:pt>
                <c:pt idx="415">
                  <c:v>2050</c:v>
                </c:pt>
                <c:pt idx="416">
                  <c:v>2050</c:v>
                </c:pt>
                <c:pt idx="417">
                  <c:v>2050</c:v>
                </c:pt>
                <c:pt idx="418">
                  <c:v>2050</c:v>
                </c:pt>
                <c:pt idx="419">
                  <c:v>2050</c:v>
                </c:pt>
                <c:pt idx="420">
                  <c:v>2050</c:v>
                </c:pt>
                <c:pt idx="421">
                  <c:v>2050</c:v>
                </c:pt>
                <c:pt idx="422">
                  <c:v>2050</c:v>
                </c:pt>
                <c:pt idx="423">
                  <c:v>2050</c:v>
                </c:pt>
                <c:pt idx="424">
                  <c:v>2050</c:v>
                </c:pt>
                <c:pt idx="425">
                  <c:v>2050</c:v>
                </c:pt>
                <c:pt idx="426">
                  <c:v>2050</c:v>
                </c:pt>
                <c:pt idx="427">
                  <c:v>2050</c:v>
                </c:pt>
                <c:pt idx="428">
                  <c:v>2050</c:v>
                </c:pt>
                <c:pt idx="429">
                  <c:v>2050</c:v>
                </c:pt>
                <c:pt idx="430">
                  <c:v>2050</c:v>
                </c:pt>
                <c:pt idx="431">
                  <c:v>2050</c:v>
                </c:pt>
                <c:pt idx="432">
                  <c:v>2050</c:v>
                </c:pt>
                <c:pt idx="433">
                  <c:v>2050</c:v>
                </c:pt>
                <c:pt idx="434">
                  <c:v>2050</c:v>
                </c:pt>
                <c:pt idx="435">
                  <c:v>2050</c:v>
                </c:pt>
                <c:pt idx="436">
                  <c:v>2050</c:v>
                </c:pt>
                <c:pt idx="437">
                  <c:v>2050</c:v>
                </c:pt>
                <c:pt idx="438">
                  <c:v>2050</c:v>
                </c:pt>
                <c:pt idx="439">
                  <c:v>2050</c:v>
                </c:pt>
                <c:pt idx="440">
                  <c:v>2050</c:v>
                </c:pt>
                <c:pt idx="441">
                  <c:v>2050</c:v>
                </c:pt>
                <c:pt idx="442">
                  <c:v>2050</c:v>
                </c:pt>
                <c:pt idx="443">
                  <c:v>2050</c:v>
                </c:pt>
                <c:pt idx="444">
                  <c:v>2050</c:v>
                </c:pt>
                <c:pt idx="445">
                  <c:v>2050</c:v>
                </c:pt>
                <c:pt idx="446">
                  <c:v>2050</c:v>
                </c:pt>
                <c:pt idx="447">
                  <c:v>2050</c:v>
                </c:pt>
                <c:pt idx="448">
                  <c:v>2050</c:v>
                </c:pt>
                <c:pt idx="449">
                  <c:v>2050</c:v>
                </c:pt>
                <c:pt idx="450">
                  <c:v>2050</c:v>
                </c:pt>
                <c:pt idx="451">
                  <c:v>2050</c:v>
                </c:pt>
                <c:pt idx="452">
                  <c:v>2050</c:v>
                </c:pt>
                <c:pt idx="453">
                  <c:v>2050</c:v>
                </c:pt>
                <c:pt idx="454">
                  <c:v>2050</c:v>
                </c:pt>
                <c:pt idx="455">
                  <c:v>2050</c:v>
                </c:pt>
                <c:pt idx="456">
                  <c:v>2050</c:v>
                </c:pt>
                <c:pt idx="457">
                  <c:v>2050</c:v>
                </c:pt>
                <c:pt idx="458">
                  <c:v>2050</c:v>
                </c:pt>
                <c:pt idx="459">
                  <c:v>2050</c:v>
                </c:pt>
                <c:pt idx="460">
                  <c:v>2050</c:v>
                </c:pt>
                <c:pt idx="461">
                  <c:v>2050</c:v>
                </c:pt>
                <c:pt idx="462">
                  <c:v>2050</c:v>
                </c:pt>
                <c:pt idx="463">
                  <c:v>2050</c:v>
                </c:pt>
                <c:pt idx="464">
                  <c:v>2050</c:v>
                </c:pt>
                <c:pt idx="465">
                  <c:v>2050</c:v>
                </c:pt>
                <c:pt idx="466">
                  <c:v>2050</c:v>
                </c:pt>
                <c:pt idx="467">
                  <c:v>2050</c:v>
                </c:pt>
                <c:pt idx="468">
                  <c:v>2050</c:v>
                </c:pt>
                <c:pt idx="469">
                  <c:v>2050</c:v>
                </c:pt>
                <c:pt idx="470">
                  <c:v>2050</c:v>
                </c:pt>
                <c:pt idx="471">
                  <c:v>2050</c:v>
                </c:pt>
                <c:pt idx="472">
                  <c:v>2050</c:v>
                </c:pt>
                <c:pt idx="473">
                  <c:v>2050</c:v>
                </c:pt>
                <c:pt idx="474">
                  <c:v>2050</c:v>
                </c:pt>
                <c:pt idx="475">
                  <c:v>2050</c:v>
                </c:pt>
                <c:pt idx="476">
                  <c:v>2050</c:v>
                </c:pt>
                <c:pt idx="477">
                  <c:v>2050</c:v>
                </c:pt>
                <c:pt idx="478">
                  <c:v>2050</c:v>
                </c:pt>
                <c:pt idx="479">
                  <c:v>2050</c:v>
                </c:pt>
                <c:pt idx="480">
                  <c:v>2050</c:v>
                </c:pt>
                <c:pt idx="481">
                  <c:v>2050</c:v>
                </c:pt>
                <c:pt idx="482">
                  <c:v>2050</c:v>
                </c:pt>
                <c:pt idx="483">
                  <c:v>2050</c:v>
                </c:pt>
                <c:pt idx="484">
                  <c:v>2050</c:v>
                </c:pt>
                <c:pt idx="485">
                  <c:v>2050</c:v>
                </c:pt>
                <c:pt idx="486">
                  <c:v>2050</c:v>
                </c:pt>
                <c:pt idx="487">
                  <c:v>2050</c:v>
                </c:pt>
                <c:pt idx="488">
                  <c:v>2050</c:v>
                </c:pt>
                <c:pt idx="489">
                  <c:v>2050</c:v>
                </c:pt>
                <c:pt idx="490">
                  <c:v>2050</c:v>
                </c:pt>
                <c:pt idx="491">
                  <c:v>2050</c:v>
                </c:pt>
                <c:pt idx="492">
                  <c:v>2050</c:v>
                </c:pt>
                <c:pt idx="493">
                  <c:v>2050</c:v>
                </c:pt>
                <c:pt idx="494">
                  <c:v>2050</c:v>
                </c:pt>
                <c:pt idx="495">
                  <c:v>2050</c:v>
                </c:pt>
                <c:pt idx="496">
                  <c:v>2050</c:v>
                </c:pt>
                <c:pt idx="497">
                  <c:v>2050</c:v>
                </c:pt>
                <c:pt idx="498">
                  <c:v>2050</c:v>
                </c:pt>
                <c:pt idx="499">
                  <c:v>2050</c:v>
                </c:pt>
                <c:pt idx="500">
                  <c:v>2050</c:v>
                </c:pt>
                <c:pt idx="501">
                  <c:v>2050</c:v>
                </c:pt>
                <c:pt idx="502">
                  <c:v>2050</c:v>
                </c:pt>
                <c:pt idx="503">
                  <c:v>2050</c:v>
                </c:pt>
                <c:pt idx="504">
                  <c:v>2050</c:v>
                </c:pt>
                <c:pt idx="505">
                  <c:v>2050</c:v>
                </c:pt>
                <c:pt idx="506">
                  <c:v>2050</c:v>
                </c:pt>
                <c:pt idx="507">
                  <c:v>2050</c:v>
                </c:pt>
                <c:pt idx="508">
                  <c:v>2050</c:v>
                </c:pt>
                <c:pt idx="509">
                  <c:v>2050</c:v>
                </c:pt>
                <c:pt idx="510">
                  <c:v>2050</c:v>
                </c:pt>
                <c:pt idx="511">
                  <c:v>2050</c:v>
                </c:pt>
                <c:pt idx="512">
                  <c:v>2050</c:v>
                </c:pt>
                <c:pt idx="513">
                  <c:v>2050</c:v>
                </c:pt>
                <c:pt idx="514">
                  <c:v>2050</c:v>
                </c:pt>
                <c:pt idx="515">
                  <c:v>2050</c:v>
                </c:pt>
                <c:pt idx="516">
                  <c:v>2050</c:v>
                </c:pt>
                <c:pt idx="517">
                  <c:v>2050</c:v>
                </c:pt>
                <c:pt idx="518">
                  <c:v>2050</c:v>
                </c:pt>
                <c:pt idx="519">
                  <c:v>2050</c:v>
                </c:pt>
                <c:pt idx="520">
                  <c:v>2050</c:v>
                </c:pt>
                <c:pt idx="521">
                  <c:v>2050</c:v>
                </c:pt>
                <c:pt idx="522">
                  <c:v>2050</c:v>
                </c:pt>
                <c:pt idx="523">
                  <c:v>2050</c:v>
                </c:pt>
                <c:pt idx="524">
                  <c:v>2050</c:v>
                </c:pt>
                <c:pt idx="525">
                  <c:v>2050</c:v>
                </c:pt>
                <c:pt idx="526">
                  <c:v>2050</c:v>
                </c:pt>
                <c:pt idx="527">
                  <c:v>2050</c:v>
                </c:pt>
                <c:pt idx="528">
                  <c:v>2050</c:v>
                </c:pt>
                <c:pt idx="529">
                  <c:v>2050</c:v>
                </c:pt>
                <c:pt idx="530">
                  <c:v>2050</c:v>
                </c:pt>
                <c:pt idx="531">
                  <c:v>2050</c:v>
                </c:pt>
                <c:pt idx="532">
                  <c:v>2050</c:v>
                </c:pt>
                <c:pt idx="533">
                  <c:v>2050</c:v>
                </c:pt>
                <c:pt idx="534">
                  <c:v>2050</c:v>
                </c:pt>
                <c:pt idx="535">
                  <c:v>2050</c:v>
                </c:pt>
                <c:pt idx="536">
                  <c:v>2050</c:v>
                </c:pt>
                <c:pt idx="537">
                  <c:v>2050</c:v>
                </c:pt>
                <c:pt idx="538">
                  <c:v>2050</c:v>
                </c:pt>
                <c:pt idx="539">
                  <c:v>2050</c:v>
                </c:pt>
                <c:pt idx="540">
                  <c:v>2050</c:v>
                </c:pt>
                <c:pt idx="541">
                  <c:v>2050</c:v>
                </c:pt>
                <c:pt idx="542">
                  <c:v>2050</c:v>
                </c:pt>
                <c:pt idx="543">
                  <c:v>2050</c:v>
                </c:pt>
                <c:pt idx="544">
                  <c:v>2050</c:v>
                </c:pt>
                <c:pt idx="545">
                  <c:v>2050</c:v>
                </c:pt>
                <c:pt idx="546">
                  <c:v>2050</c:v>
                </c:pt>
                <c:pt idx="547">
                  <c:v>2050</c:v>
                </c:pt>
                <c:pt idx="548">
                  <c:v>2050</c:v>
                </c:pt>
                <c:pt idx="549">
                  <c:v>2050</c:v>
                </c:pt>
                <c:pt idx="550">
                  <c:v>2050</c:v>
                </c:pt>
                <c:pt idx="551">
                  <c:v>2050</c:v>
                </c:pt>
                <c:pt idx="552">
                  <c:v>2050</c:v>
                </c:pt>
                <c:pt idx="553">
                  <c:v>2050</c:v>
                </c:pt>
                <c:pt idx="554">
                  <c:v>2050</c:v>
                </c:pt>
                <c:pt idx="555">
                  <c:v>2050</c:v>
                </c:pt>
                <c:pt idx="556">
                  <c:v>2050</c:v>
                </c:pt>
                <c:pt idx="557">
                  <c:v>2050</c:v>
                </c:pt>
                <c:pt idx="558">
                  <c:v>2050</c:v>
                </c:pt>
                <c:pt idx="559">
                  <c:v>2050</c:v>
                </c:pt>
                <c:pt idx="560">
                  <c:v>2050</c:v>
                </c:pt>
                <c:pt idx="561">
                  <c:v>2050</c:v>
                </c:pt>
                <c:pt idx="562">
                  <c:v>2050</c:v>
                </c:pt>
                <c:pt idx="563">
                  <c:v>2050</c:v>
                </c:pt>
                <c:pt idx="564">
                  <c:v>2050</c:v>
                </c:pt>
                <c:pt idx="565">
                  <c:v>2050</c:v>
                </c:pt>
                <c:pt idx="566">
                  <c:v>2050</c:v>
                </c:pt>
                <c:pt idx="567">
                  <c:v>2050</c:v>
                </c:pt>
                <c:pt idx="568">
                  <c:v>2050</c:v>
                </c:pt>
                <c:pt idx="569">
                  <c:v>2050</c:v>
                </c:pt>
                <c:pt idx="570">
                  <c:v>2050</c:v>
                </c:pt>
                <c:pt idx="571">
                  <c:v>2050</c:v>
                </c:pt>
                <c:pt idx="572">
                  <c:v>2050</c:v>
                </c:pt>
                <c:pt idx="573">
                  <c:v>2050</c:v>
                </c:pt>
                <c:pt idx="574">
                  <c:v>2050</c:v>
                </c:pt>
                <c:pt idx="575">
                  <c:v>2050</c:v>
                </c:pt>
                <c:pt idx="576">
                  <c:v>2050</c:v>
                </c:pt>
                <c:pt idx="577">
                  <c:v>2050</c:v>
                </c:pt>
                <c:pt idx="578">
                  <c:v>2050</c:v>
                </c:pt>
                <c:pt idx="579">
                  <c:v>2050</c:v>
                </c:pt>
                <c:pt idx="580">
                  <c:v>2050</c:v>
                </c:pt>
                <c:pt idx="581">
                  <c:v>2050</c:v>
                </c:pt>
                <c:pt idx="582">
                  <c:v>2050</c:v>
                </c:pt>
                <c:pt idx="583">
                  <c:v>2050</c:v>
                </c:pt>
                <c:pt idx="584">
                  <c:v>2050</c:v>
                </c:pt>
                <c:pt idx="585">
                  <c:v>2050</c:v>
                </c:pt>
                <c:pt idx="586">
                  <c:v>2050</c:v>
                </c:pt>
                <c:pt idx="587">
                  <c:v>2050</c:v>
                </c:pt>
                <c:pt idx="588">
                  <c:v>2050</c:v>
                </c:pt>
                <c:pt idx="589">
                  <c:v>2050</c:v>
                </c:pt>
                <c:pt idx="590">
                  <c:v>2050</c:v>
                </c:pt>
                <c:pt idx="591">
                  <c:v>2050</c:v>
                </c:pt>
                <c:pt idx="592">
                  <c:v>2050</c:v>
                </c:pt>
                <c:pt idx="593">
                  <c:v>2050</c:v>
                </c:pt>
                <c:pt idx="594">
                  <c:v>2050</c:v>
                </c:pt>
                <c:pt idx="595">
                  <c:v>2050</c:v>
                </c:pt>
                <c:pt idx="596">
                  <c:v>2050</c:v>
                </c:pt>
                <c:pt idx="597">
                  <c:v>2050</c:v>
                </c:pt>
                <c:pt idx="598">
                  <c:v>2050</c:v>
                </c:pt>
                <c:pt idx="599">
                  <c:v>2050</c:v>
                </c:pt>
                <c:pt idx="600">
                  <c:v>2050</c:v>
                </c:pt>
                <c:pt idx="601">
                  <c:v>2050</c:v>
                </c:pt>
                <c:pt idx="602">
                  <c:v>2050</c:v>
                </c:pt>
                <c:pt idx="603">
                  <c:v>2050</c:v>
                </c:pt>
                <c:pt idx="604">
                  <c:v>2050</c:v>
                </c:pt>
                <c:pt idx="605">
                  <c:v>2050</c:v>
                </c:pt>
                <c:pt idx="606">
                  <c:v>2050</c:v>
                </c:pt>
                <c:pt idx="607">
                  <c:v>2050</c:v>
                </c:pt>
                <c:pt idx="608">
                  <c:v>2050</c:v>
                </c:pt>
                <c:pt idx="609">
                  <c:v>2050</c:v>
                </c:pt>
                <c:pt idx="610">
                  <c:v>2050</c:v>
                </c:pt>
                <c:pt idx="611">
                  <c:v>2050</c:v>
                </c:pt>
                <c:pt idx="612">
                  <c:v>2050</c:v>
                </c:pt>
                <c:pt idx="613">
                  <c:v>2050</c:v>
                </c:pt>
                <c:pt idx="614">
                  <c:v>2050</c:v>
                </c:pt>
                <c:pt idx="615">
                  <c:v>2050</c:v>
                </c:pt>
                <c:pt idx="616">
                  <c:v>2050</c:v>
                </c:pt>
                <c:pt idx="617">
                  <c:v>2050</c:v>
                </c:pt>
                <c:pt idx="618">
                  <c:v>2050</c:v>
                </c:pt>
                <c:pt idx="619">
                  <c:v>2050</c:v>
                </c:pt>
                <c:pt idx="620">
                  <c:v>2050</c:v>
                </c:pt>
                <c:pt idx="621">
                  <c:v>2050</c:v>
                </c:pt>
                <c:pt idx="622">
                  <c:v>2050</c:v>
                </c:pt>
                <c:pt idx="623">
                  <c:v>2050</c:v>
                </c:pt>
                <c:pt idx="624">
                  <c:v>2050</c:v>
                </c:pt>
                <c:pt idx="625">
                  <c:v>2050</c:v>
                </c:pt>
                <c:pt idx="626">
                  <c:v>2050</c:v>
                </c:pt>
                <c:pt idx="627">
                  <c:v>2050</c:v>
                </c:pt>
                <c:pt idx="628">
                  <c:v>2050</c:v>
                </c:pt>
                <c:pt idx="629">
                  <c:v>2050</c:v>
                </c:pt>
                <c:pt idx="630">
                  <c:v>2050</c:v>
                </c:pt>
                <c:pt idx="631">
                  <c:v>2050</c:v>
                </c:pt>
                <c:pt idx="632">
                  <c:v>2050</c:v>
                </c:pt>
                <c:pt idx="633">
                  <c:v>2050</c:v>
                </c:pt>
                <c:pt idx="634">
                  <c:v>2050</c:v>
                </c:pt>
                <c:pt idx="635">
                  <c:v>2050</c:v>
                </c:pt>
                <c:pt idx="636">
                  <c:v>2050</c:v>
                </c:pt>
                <c:pt idx="637">
                  <c:v>2050</c:v>
                </c:pt>
                <c:pt idx="638">
                  <c:v>2050</c:v>
                </c:pt>
                <c:pt idx="639">
                  <c:v>2050</c:v>
                </c:pt>
                <c:pt idx="640">
                  <c:v>2050</c:v>
                </c:pt>
                <c:pt idx="641">
                  <c:v>2050</c:v>
                </c:pt>
                <c:pt idx="642">
                  <c:v>2050</c:v>
                </c:pt>
                <c:pt idx="643">
                  <c:v>2050</c:v>
                </c:pt>
                <c:pt idx="644">
                  <c:v>2050</c:v>
                </c:pt>
                <c:pt idx="645">
                  <c:v>2050</c:v>
                </c:pt>
                <c:pt idx="646">
                  <c:v>2050</c:v>
                </c:pt>
                <c:pt idx="647">
                  <c:v>2050</c:v>
                </c:pt>
                <c:pt idx="648">
                  <c:v>2050</c:v>
                </c:pt>
                <c:pt idx="649">
                  <c:v>2050</c:v>
                </c:pt>
                <c:pt idx="650">
                  <c:v>2050</c:v>
                </c:pt>
                <c:pt idx="651">
                  <c:v>2050</c:v>
                </c:pt>
                <c:pt idx="652">
                  <c:v>2050</c:v>
                </c:pt>
                <c:pt idx="653">
                  <c:v>2050</c:v>
                </c:pt>
                <c:pt idx="654">
                  <c:v>2050</c:v>
                </c:pt>
                <c:pt idx="655">
                  <c:v>2050</c:v>
                </c:pt>
                <c:pt idx="656">
                  <c:v>2050</c:v>
                </c:pt>
                <c:pt idx="657">
                  <c:v>2050</c:v>
                </c:pt>
                <c:pt idx="658">
                  <c:v>2050</c:v>
                </c:pt>
                <c:pt idx="659">
                  <c:v>2050</c:v>
                </c:pt>
                <c:pt idx="660">
                  <c:v>2050</c:v>
                </c:pt>
                <c:pt idx="661">
                  <c:v>2050</c:v>
                </c:pt>
                <c:pt idx="662">
                  <c:v>2050</c:v>
                </c:pt>
                <c:pt idx="663">
                  <c:v>2050</c:v>
                </c:pt>
                <c:pt idx="664">
                  <c:v>2050</c:v>
                </c:pt>
                <c:pt idx="665">
                  <c:v>2050</c:v>
                </c:pt>
                <c:pt idx="666">
                  <c:v>2050</c:v>
                </c:pt>
                <c:pt idx="667">
                  <c:v>2050</c:v>
                </c:pt>
                <c:pt idx="668">
                  <c:v>2050</c:v>
                </c:pt>
                <c:pt idx="669">
                  <c:v>2050</c:v>
                </c:pt>
                <c:pt idx="670">
                  <c:v>2050</c:v>
                </c:pt>
                <c:pt idx="671">
                  <c:v>2050</c:v>
                </c:pt>
                <c:pt idx="672">
                  <c:v>2050</c:v>
                </c:pt>
                <c:pt idx="673">
                  <c:v>2050</c:v>
                </c:pt>
                <c:pt idx="674">
                  <c:v>2050</c:v>
                </c:pt>
                <c:pt idx="675">
                  <c:v>2050</c:v>
                </c:pt>
                <c:pt idx="676">
                  <c:v>2050</c:v>
                </c:pt>
                <c:pt idx="677">
                  <c:v>2050</c:v>
                </c:pt>
                <c:pt idx="678">
                  <c:v>2050</c:v>
                </c:pt>
                <c:pt idx="679">
                  <c:v>2050</c:v>
                </c:pt>
                <c:pt idx="680">
                  <c:v>2050</c:v>
                </c:pt>
                <c:pt idx="681">
                  <c:v>2050</c:v>
                </c:pt>
                <c:pt idx="682">
                  <c:v>2050</c:v>
                </c:pt>
                <c:pt idx="683">
                  <c:v>2050</c:v>
                </c:pt>
                <c:pt idx="684">
                  <c:v>2050</c:v>
                </c:pt>
                <c:pt idx="685">
                  <c:v>2050</c:v>
                </c:pt>
                <c:pt idx="686">
                  <c:v>2050</c:v>
                </c:pt>
                <c:pt idx="687">
                  <c:v>2050</c:v>
                </c:pt>
                <c:pt idx="688">
                  <c:v>2050</c:v>
                </c:pt>
                <c:pt idx="689">
                  <c:v>2050</c:v>
                </c:pt>
                <c:pt idx="690">
                  <c:v>2050</c:v>
                </c:pt>
                <c:pt idx="691">
                  <c:v>2050</c:v>
                </c:pt>
                <c:pt idx="692">
                  <c:v>2050</c:v>
                </c:pt>
                <c:pt idx="693">
                  <c:v>2050</c:v>
                </c:pt>
                <c:pt idx="694">
                  <c:v>2050</c:v>
                </c:pt>
                <c:pt idx="695">
                  <c:v>2050</c:v>
                </c:pt>
                <c:pt idx="696">
                  <c:v>2050</c:v>
                </c:pt>
                <c:pt idx="697">
                  <c:v>2050</c:v>
                </c:pt>
                <c:pt idx="698">
                  <c:v>2050</c:v>
                </c:pt>
                <c:pt idx="699">
                  <c:v>2050</c:v>
                </c:pt>
                <c:pt idx="700">
                  <c:v>2050</c:v>
                </c:pt>
                <c:pt idx="701">
                  <c:v>2050</c:v>
                </c:pt>
                <c:pt idx="702">
                  <c:v>2050</c:v>
                </c:pt>
                <c:pt idx="703">
                  <c:v>2050</c:v>
                </c:pt>
                <c:pt idx="704">
                  <c:v>2050</c:v>
                </c:pt>
                <c:pt idx="705">
                  <c:v>2050</c:v>
                </c:pt>
                <c:pt idx="706">
                  <c:v>2050</c:v>
                </c:pt>
                <c:pt idx="707">
                  <c:v>2050</c:v>
                </c:pt>
                <c:pt idx="708">
                  <c:v>2050</c:v>
                </c:pt>
                <c:pt idx="709">
                  <c:v>2050</c:v>
                </c:pt>
                <c:pt idx="710">
                  <c:v>2050</c:v>
                </c:pt>
                <c:pt idx="711">
                  <c:v>2050</c:v>
                </c:pt>
                <c:pt idx="712">
                  <c:v>2050</c:v>
                </c:pt>
                <c:pt idx="713">
                  <c:v>2050</c:v>
                </c:pt>
                <c:pt idx="714">
                  <c:v>2050</c:v>
                </c:pt>
                <c:pt idx="715">
                  <c:v>2050</c:v>
                </c:pt>
                <c:pt idx="716">
                  <c:v>2050</c:v>
                </c:pt>
                <c:pt idx="717">
                  <c:v>2050</c:v>
                </c:pt>
                <c:pt idx="718">
                  <c:v>2050</c:v>
                </c:pt>
                <c:pt idx="719">
                  <c:v>2050</c:v>
                </c:pt>
                <c:pt idx="720">
                  <c:v>2050</c:v>
                </c:pt>
                <c:pt idx="721">
                  <c:v>2050</c:v>
                </c:pt>
                <c:pt idx="722">
                  <c:v>2050</c:v>
                </c:pt>
                <c:pt idx="723">
                  <c:v>2050</c:v>
                </c:pt>
                <c:pt idx="724">
                  <c:v>2050</c:v>
                </c:pt>
                <c:pt idx="725">
                  <c:v>2050</c:v>
                </c:pt>
                <c:pt idx="726">
                  <c:v>2050</c:v>
                </c:pt>
                <c:pt idx="727">
                  <c:v>2050</c:v>
                </c:pt>
                <c:pt idx="728">
                  <c:v>2050</c:v>
                </c:pt>
                <c:pt idx="729">
                  <c:v>2050</c:v>
                </c:pt>
                <c:pt idx="730">
                  <c:v>2050</c:v>
                </c:pt>
                <c:pt idx="731">
                  <c:v>2050</c:v>
                </c:pt>
                <c:pt idx="732">
                  <c:v>2050</c:v>
                </c:pt>
                <c:pt idx="733">
                  <c:v>2050</c:v>
                </c:pt>
                <c:pt idx="734">
                  <c:v>2050</c:v>
                </c:pt>
                <c:pt idx="735">
                  <c:v>2050</c:v>
                </c:pt>
                <c:pt idx="736">
                  <c:v>2050</c:v>
                </c:pt>
                <c:pt idx="737">
                  <c:v>2050</c:v>
                </c:pt>
                <c:pt idx="738">
                  <c:v>2050</c:v>
                </c:pt>
                <c:pt idx="739">
                  <c:v>2050</c:v>
                </c:pt>
                <c:pt idx="740">
                  <c:v>2050</c:v>
                </c:pt>
                <c:pt idx="741">
                  <c:v>2050</c:v>
                </c:pt>
                <c:pt idx="742">
                  <c:v>2050</c:v>
                </c:pt>
                <c:pt idx="743">
                  <c:v>2050</c:v>
                </c:pt>
                <c:pt idx="744">
                  <c:v>2050</c:v>
                </c:pt>
                <c:pt idx="745">
                  <c:v>2050</c:v>
                </c:pt>
                <c:pt idx="746">
                  <c:v>2050</c:v>
                </c:pt>
                <c:pt idx="747">
                  <c:v>2050</c:v>
                </c:pt>
                <c:pt idx="748">
                  <c:v>2050</c:v>
                </c:pt>
                <c:pt idx="749">
                  <c:v>2050</c:v>
                </c:pt>
                <c:pt idx="750">
                  <c:v>2050</c:v>
                </c:pt>
                <c:pt idx="751">
                  <c:v>2050</c:v>
                </c:pt>
                <c:pt idx="752">
                  <c:v>2100</c:v>
                </c:pt>
                <c:pt idx="753">
                  <c:v>2100</c:v>
                </c:pt>
                <c:pt idx="754">
                  <c:v>2100</c:v>
                </c:pt>
                <c:pt idx="755">
                  <c:v>2100</c:v>
                </c:pt>
                <c:pt idx="756">
                  <c:v>2100</c:v>
                </c:pt>
                <c:pt idx="757">
                  <c:v>2100</c:v>
                </c:pt>
                <c:pt idx="758">
                  <c:v>2100</c:v>
                </c:pt>
                <c:pt idx="759">
                  <c:v>2100</c:v>
                </c:pt>
                <c:pt idx="760">
                  <c:v>2100</c:v>
                </c:pt>
                <c:pt idx="761">
                  <c:v>2100</c:v>
                </c:pt>
                <c:pt idx="762">
                  <c:v>2100</c:v>
                </c:pt>
                <c:pt idx="763">
                  <c:v>2100</c:v>
                </c:pt>
                <c:pt idx="764">
                  <c:v>2100</c:v>
                </c:pt>
                <c:pt idx="765">
                  <c:v>2100</c:v>
                </c:pt>
                <c:pt idx="766">
                  <c:v>2100</c:v>
                </c:pt>
                <c:pt idx="767">
                  <c:v>2100</c:v>
                </c:pt>
                <c:pt idx="768">
                  <c:v>2100</c:v>
                </c:pt>
                <c:pt idx="769">
                  <c:v>2100</c:v>
                </c:pt>
                <c:pt idx="770">
                  <c:v>2100</c:v>
                </c:pt>
                <c:pt idx="771">
                  <c:v>2100</c:v>
                </c:pt>
                <c:pt idx="772">
                  <c:v>2100</c:v>
                </c:pt>
                <c:pt idx="773">
                  <c:v>2100</c:v>
                </c:pt>
                <c:pt idx="774">
                  <c:v>2100</c:v>
                </c:pt>
                <c:pt idx="775">
                  <c:v>2100</c:v>
                </c:pt>
                <c:pt idx="776">
                  <c:v>2100</c:v>
                </c:pt>
                <c:pt idx="777">
                  <c:v>2100</c:v>
                </c:pt>
                <c:pt idx="778">
                  <c:v>2100</c:v>
                </c:pt>
                <c:pt idx="779">
                  <c:v>2100</c:v>
                </c:pt>
                <c:pt idx="780">
                  <c:v>2100</c:v>
                </c:pt>
                <c:pt idx="781">
                  <c:v>2100</c:v>
                </c:pt>
                <c:pt idx="782">
                  <c:v>2100</c:v>
                </c:pt>
                <c:pt idx="783">
                  <c:v>2100</c:v>
                </c:pt>
                <c:pt idx="784">
                  <c:v>2100</c:v>
                </c:pt>
                <c:pt idx="785">
                  <c:v>2100</c:v>
                </c:pt>
                <c:pt idx="786">
                  <c:v>2100</c:v>
                </c:pt>
                <c:pt idx="787">
                  <c:v>2100</c:v>
                </c:pt>
                <c:pt idx="788">
                  <c:v>2100</c:v>
                </c:pt>
                <c:pt idx="789">
                  <c:v>2100</c:v>
                </c:pt>
                <c:pt idx="790">
                  <c:v>2100</c:v>
                </c:pt>
                <c:pt idx="791">
                  <c:v>2100</c:v>
                </c:pt>
                <c:pt idx="792">
                  <c:v>2100</c:v>
                </c:pt>
                <c:pt idx="793">
                  <c:v>2100</c:v>
                </c:pt>
                <c:pt idx="794">
                  <c:v>2100</c:v>
                </c:pt>
                <c:pt idx="795">
                  <c:v>2100</c:v>
                </c:pt>
                <c:pt idx="796">
                  <c:v>2100</c:v>
                </c:pt>
                <c:pt idx="797">
                  <c:v>2100</c:v>
                </c:pt>
                <c:pt idx="798">
                  <c:v>2100</c:v>
                </c:pt>
                <c:pt idx="799">
                  <c:v>2100</c:v>
                </c:pt>
                <c:pt idx="800">
                  <c:v>2100</c:v>
                </c:pt>
                <c:pt idx="801">
                  <c:v>2100</c:v>
                </c:pt>
                <c:pt idx="802">
                  <c:v>2100</c:v>
                </c:pt>
                <c:pt idx="803">
                  <c:v>2100</c:v>
                </c:pt>
                <c:pt idx="804">
                  <c:v>2100</c:v>
                </c:pt>
                <c:pt idx="805">
                  <c:v>2100</c:v>
                </c:pt>
                <c:pt idx="806">
                  <c:v>2100</c:v>
                </c:pt>
                <c:pt idx="807">
                  <c:v>2100</c:v>
                </c:pt>
                <c:pt idx="808">
                  <c:v>2100</c:v>
                </c:pt>
                <c:pt idx="809">
                  <c:v>2100</c:v>
                </c:pt>
                <c:pt idx="810">
                  <c:v>2100</c:v>
                </c:pt>
                <c:pt idx="811">
                  <c:v>2100</c:v>
                </c:pt>
                <c:pt idx="812">
                  <c:v>2100</c:v>
                </c:pt>
                <c:pt idx="813">
                  <c:v>2100</c:v>
                </c:pt>
                <c:pt idx="814">
                  <c:v>2100</c:v>
                </c:pt>
                <c:pt idx="815">
                  <c:v>2100</c:v>
                </c:pt>
                <c:pt idx="816">
                  <c:v>2100</c:v>
                </c:pt>
                <c:pt idx="817">
                  <c:v>2100</c:v>
                </c:pt>
                <c:pt idx="818">
                  <c:v>2100</c:v>
                </c:pt>
                <c:pt idx="819">
                  <c:v>2100</c:v>
                </c:pt>
                <c:pt idx="820">
                  <c:v>2100</c:v>
                </c:pt>
                <c:pt idx="821">
                  <c:v>2100</c:v>
                </c:pt>
                <c:pt idx="822">
                  <c:v>2100</c:v>
                </c:pt>
                <c:pt idx="823">
                  <c:v>2100</c:v>
                </c:pt>
                <c:pt idx="824">
                  <c:v>2100</c:v>
                </c:pt>
                <c:pt idx="825">
                  <c:v>2100</c:v>
                </c:pt>
                <c:pt idx="826">
                  <c:v>2100</c:v>
                </c:pt>
                <c:pt idx="827">
                  <c:v>2100</c:v>
                </c:pt>
                <c:pt idx="828">
                  <c:v>2100</c:v>
                </c:pt>
                <c:pt idx="829">
                  <c:v>2100</c:v>
                </c:pt>
                <c:pt idx="830">
                  <c:v>2100</c:v>
                </c:pt>
                <c:pt idx="831">
                  <c:v>2100</c:v>
                </c:pt>
                <c:pt idx="832">
                  <c:v>2100</c:v>
                </c:pt>
                <c:pt idx="833">
                  <c:v>2100</c:v>
                </c:pt>
                <c:pt idx="834">
                  <c:v>2100</c:v>
                </c:pt>
                <c:pt idx="835">
                  <c:v>2100</c:v>
                </c:pt>
                <c:pt idx="836">
                  <c:v>2100</c:v>
                </c:pt>
                <c:pt idx="837">
                  <c:v>2100</c:v>
                </c:pt>
                <c:pt idx="838">
                  <c:v>2100</c:v>
                </c:pt>
                <c:pt idx="839">
                  <c:v>2100</c:v>
                </c:pt>
                <c:pt idx="840">
                  <c:v>2100</c:v>
                </c:pt>
                <c:pt idx="841">
                  <c:v>2100</c:v>
                </c:pt>
                <c:pt idx="842">
                  <c:v>2100</c:v>
                </c:pt>
                <c:pt idx="843">
                  <c:v>2100</c:v>
                </c:pt>
                <c:pt idx="844">
                  <c:v>2100</c:v>
                </c:pt>
                <c:pt idx="845">
                  <c:v>2100</c:v>
                </c:pt>
                <c:pt idx="846">
                  <c:v>2100</c:v>
                </c:pt>
                <c:pt idx="847">
                  <c:v>2100</c:v>
                </c:pt>
                <c:pt idx="848">
                  <c:v>2100</c:v>
                </c:pt>
                <c:pt idx="849">
                  <c:v>2100</c:v>
                </c:pt>
                <c:pt idx="850">
                  <c:v>2100</c:v>
                </c:pt>
                <c:pt idx="851">
                  <c:v>2100</c:v>
                </c:pt>
                <c:pt idx="852">
                  <c:v>2100</c:v>
                </c:pt>
                <c:pt idx="853">
                  <c:v>2100</c:v>
                </c:pt>
                <c:pt idx="854">
                  <c:v>2100</c:v>
                </c:pt>
                <c:pt idx="855">
                  <c:v>2100</c:v>
                </c:pt>
                <c:pt idx="856">
                  <c:v>2100</c:v>
                </c:pt>
                <c:pt idx="857">
                  <c:v>2100</c:v>
                </c:pt>
                <c:pt idx="858">
                  <c:v>2100</c:v>
                </c:pt>
                <c:pt idx="859">
                  <c:v>2100</c:v>
                </c:pt>
                <c:pt idx="860">
                  <c:v>2100</c:v>
                </c:pt>
                <c:pt idx="861">
                  <c:v>2100</c:v>
                </c:pt>
                <c:pt idx="862">
                  <c:v>2100</c:v>
                </c:pt>
                <c:pt idx="863">
                  <c:v>2100</c:v>
                </c:pt>
                <c:pt idx="864">
                  <c:v>2100</c:v>
                </c:pt>
                <c:pt idx="865">
                  <c:v>2100</c:v>
                </c:pt>
                <c:pt idx="866">
                  <c:v>2100</c:v>
                </c:pt>
                <c:pt idx="867">
                  <c:v>2100</c:v>
                </c:pt>
                <c:pt idx="868">
                  <c:v>2100</c:v>
                </c:pt>
                <c:pt idx="869">
                  <c:v>2100</c:v>
                </c:pt>
                <c:pt idx="870">
                  <c:v>2100</c:v>
                </c:pt>
                <c:pt idx="871">
                  <c:v>2100</c:v>
                </c:pt>
                <c:pt idx="872">
                  <c:v>2100</c:v>
                </c:pt>
                <c:pt idx="873">
                  <c:v>2100</c:v>
                </c:pt>
                <c:pt idx="874">
                  <c:v>2100</c:v>
                </c:pt>
                <c:pt idx="875">
                  <c:v>2100</c:v>
                </c:pt>
                <c:pt idx="876">
                  <c:v>2100</c:v>
                </c:pt>
                <c:pt idx="877">
                  <c:v>2100</c:v>
                </c:pt>
                <c:pt idx="878">
                  <c:v>2100</c:v>
                </c:pt>
                <c:pt idx="879">
                  <c:v>2100</c:v>
                </c:pt>
                <c:pt idx="880">
                  <c:v>2300</c:v>
                </c:pt>
                <c:pt idx="881">
                  <c:v>2300</c:v>
                </c:pt>
                <c:pt idx="882">
                  <c:v>2300</c:v>
                </c:pt>
                <c:pt idx="883">
                  <c:v>2300</c:v>
                </c:pt>
                <c:pt idx="884">
                  <c:v>2300</c:v>
                </c:pt>
                <c:pt idx="885">
                  <c:v>2300</c:v>
                </c:pt>
                <c:pt idx="886">
                  <c:v>2300</c:v>
                </c:pt>
                <c:pt idx="887">
                  <c:v>2300</c:v>
                </c:pt>
                <c:pt idx="888">
                  <c:v>2300</c:v>
                </c:pt>
                <c:pt idx="889">
                  <c:v>2300</c:v>
                </c:pt>
                <c:pt idx="890">
                  <c:v>2300</c:v>
                </c:pt>
                <c:pt idx="891">
                  <c:v>2300</c:v>
                </c:pt>
                <c:pt idx="892">
                  <c:v>2300</c:v>
                </c:pt>
                <c:pt idx="893">
                  <c:v>2300</c:v>
                </c:pt>
                <c:pt idx="894">
                  <c:v>2300</c:v>
                </c:pt>
                <c:pt idx="895">
                  <c:v>2300</c:v>
                </c:pt>
                <c:pt idx="896">
                  <c:v>2300</c:v>
                </c:pt>
                <c:pt idx="897">
                  <c:v>2300</c:v>
                </c:pt>
                <c:pt idx="898">
                  <c:v>2300</c:v>
                </c:pt>
                <c:pt idx="899">
                  <c:v>2300</c:v>
                </c:pt>
                <c:pt idx="900">
                  <c:v>2300</c:v>
                </c:pt>
                <c:pt idx="901">
                  <c:v>2300</c:v>
                </c:pt>
                <c:pt idx="902">
                  <c:v>2300</c:v>
                </c:pt>
                <c:pt idx="903">
                  <c:v>2300</c:v>
                </c:pt>
                <c:pt idx="904">
                  <c:v>2300</c:v>
                </c:pt>
                <c:pt idx="905">
                  <c:v>2300</c:v>
                </c:pt>
                <c:pt idx="906">
                  <c:v>2300</c:v>
                </c:pt>
                <c:pt idx="907">
                  <c:v>2300</c:v>
                </c:pt>
                <c:pt idx="908">
                  <c:v>2300</c:v>
                </c:pt>
                <c:pt idx="909">
                  <c:v>2300</c:v>
                </c:pt>
                <c:pt idx="910">
                  <c:v>2300</c:v>
                </c:pt>
                <c:pt idx="911">
                  <c:v>2300</c:v>
                </c:pt>
                <c:pt idx="912">
                  <c:v>2300</c:v>
                </c:pt>
                <c:pt idx="913">
                  <c:v>2300</c:v>
                </c:pt>
                <c:pt idx="914">
                  <c:v>2300</c:v>
                </c:pt>
                <c:pt idx="915">
                  <c:v>2300</c:v>
                </c:pt>
                <c:pt idx="916">
                  <c:v>2300</c:v>
                </c:pt>
                <c:pt idx="917">
                  <c:v>2300</c:v>
                </c:pt>
                <c:pt idx="918">
                  <c:v>2300</c:v>
                </c:pt>
                <c:pt idx="919">
                  <c:v>2300</c:v>
                </c:pt>
                <c:pt idx="920">
                  <c:v>2300</c:v>
                </c:pt>
                <c:pt idx="921">
                  <c:v>2300</c:v>
                </c:pt>
                <c:pt idx="922">
                  <c:v>2300</c:v>
                </c:pt>
                <c:pt idx="923">
                  <c:v>2300</c:v>
                </c:pt>
                <c:pt idx="924">
                  <c:v>2300</c:v>
                </c:pt>
                <c:pt idx="925">
                  <c:v>2300</c:v>
                </c:pt>
                <c:pt idx="926">
                  <c:v>2300</c:v>
                </c:pt>
                <c:pt idx="927">
                  <c:v>2300</c:v>
                </c:pt>
                <c:pt idx="928">
                  <c:v>2300</c:v>
                </c:pt>
                <c:pt idx="929">
                  <c:v>2300</c:v>
                </c:pt>
                <c:pt idx="930">
                  <c:v>2300</c:v>
                </c:pt>
                <c:pt idx="931">
                  <c:v>2300</c:v>
                </c:pt>
                <c:pt idx="932">
                  <c:v>2300</c:v>
                </c:pt>
                <c:pt idx="933">
                  <c:v>2300</c:v>
                </c:pt>
                <c:pt idx="934">
                  <c:v>2300</c:v>
                </c:pt>
                <c:pt idx="935">
                  <c:v>2300</c:v>
                </c:pt>
                <c:pt idx="936">
                  <c:v>2300</c:v>
                </c:pt>
                <c:pt idx="937">
                  <c:v>2300</c:v>
                </c:pt>
                <c:pt idx="938">
                  <c:v>2300</c:v>
                </c:pt>
                <c:pt idx="939">
                  <c:v>2300</c:v>
                </c:pt>
                <c:pt idx="940">
                  <c:v>2300</c:v>
                </c:pt>
                <c:pt idx="941">
                  <c:v>2300</c:v>
                </c:pt>
                <c:pt idx="942">
                  <c:v>2300</c:v>
                </c:pt>
                <c:pt idx="943">
                  <c:v>2300</c:v>
                </c:pt>
                <c:pt idx="944">
                  <c:v>2300</c:v>
                </c:pt>
                <c:pt idx="945">
                  <c:v>2300</c:v>
                </c:pt>
                <c:pt idx="946">
                  <c:v>2300</c:v>
                </c:pt>
                <c:pt idx="947">
                  <c:v>2300</c:v>
                </c:pt>
                <c:pt idx="948">
                  <c:v>2300</c:v>
                </c:pt>
                <c:pt idx="949">
                  <c:v>2300</c:v>
                </c:pt>
                <c:pt idx="950">
                  <c:v>2300</c:v>
                </c:pt>
                <c:pt idx="951">
                  <c:v>2300</c:v>
                </c:pt>
                <c:pt idx="952">
                  <c:v>2300</c:v>
                </c:pt>
                <c:pt idx="953">
                  <c:v>2300</c:v>
                </c:pt>
                <c:pt idx="954">
                  <c:v>2300</c:v>
                </c:pt>
                <c:pt idx="955">
                  <c:v>2300</c:v>
                </c:pt>
                <c:pt idx="956">
                  <c:v>2300</c:v>
                </c:pt>
                <c:pt idx="957">
                  <c:v>2300</c:v>
                </c:pt>
                <c:pt idx="958">
                  <c:v>2300</c:v>
                </c:pt>
                <c:pt idx="959">
                  <c:v>2300</c:v>
                </c:pt>
                <c:pt idx="960">
                  <c:v>2300</c:v>
                </c:pt>
                <c:pt idx="961">
                  <c:v>2300</c:v>
                </c:pt>
                <c:pt idx="962">
                  <c:v>2300</c:v>
                </c:pt>
                <c:pt idx="963">
                  <c:v>2300</c:v>
                </c:pt>
                <c:pt idx="964">
                  <c:v>2300</c:v>
                </c:pt>
                <c:pt idx="965">
                  <c:v>2300</c:v>
                </c:pt>
                <c:pt idx="966">
                  <c:v>2300</c:v>
                </c:pt>
                <c:pt idx="967">
                  <c:v>2300</c:v>
                </c:pt>
                <c:pt idx="968">
                  <c:v>2300</c:v>
                </c:pt>
                <c:pt idx="969">
                  <c:v>2230</c:v>
                </c:pt>
                <c:pt idx="970">
                  <c:v>2230</c:v>
                </c:pt>
                <c:pt idx="971">
                  <c:v>2230</c:v>
                </c:pt>
                <c:pt idx="972">
                  <c:v>2230</c:v>
                </c:pt>
                <c:pt idx="973">
                  <c:v>2230</c:v>
                </c:pt>
                <c:pt idx="974">
                  <c:v>2300</c:v>
                </c:pt>
                <c:pt idx="975">
                  <c:v>2300</c:v>
                </c:pt>
                <c:pt idx="976">
                  <c:v>2300</c:v>
                </c:pt>
                <c:pt idx="977">
                  <c:v>2300</c:v>
                </c:pt>
                <c:pt idx="978">
                  <c:v>2200</c:v>
                </c:pt>
                <c:pt idx="979">
                  <c:v>2200</c:v>
                </c:pt>
                <c:pt idx="980">
                  <c:v>2200</c:v>
                </c:pt>
                <c:pt idx="981">
                  <c:v>2200</c:v>
                </c:pt>
                <c:pt idx="982">
                  <c:v>2200</c:v>
                </c:pt>
                <c:pt idx="983">
                  <c:v>2200</c:v>
                </c:pt>
                <c:pt idx="984">
                  <c:v>2200</c:v>
                </c:pt>
                <c:pt idx="985">
                  <c:v>2200</c:v>
                </c:pt>
                <c:pt idx="986">
                  <c:v>2200</c:v>
                </c:pt>
                <c:pt idx="987">
                  <c:v>2200</c:v>
                </c:pt>
                <c:pt idx="988">
                  <c:v>2200</c:v>
                </c:pt>
                <c:pt idx="989">
                  <c:v>2200</c:v>
                </c:pt>
                <c:pt idx="990">
                  <c:v>2200</c:v>
                </c:pt>
                <c:pt idx="991">
                  <c:v>2200</c:v>
                </c:pt>
                <c:pt idx="992">
                  <c:v>2200</c:v>
                </c:pt>
                <c:pt idx="993">
                  <c:v>2200</c:v>
                </c:pt>
                <c:pt idx="994">
                  <c:v>2200</c:v>
                </c:pt>
                <c:pt idx="995">
                  <c:v>2200</c:v>
                </c:pt>
                <c:pt idx="996">
                  <c:v>2200</c:v>
                </c:pt>
                <c:pt idx="997">
                  <c:v>2200</c:v>
                </c:pt>
                <c:pt idx="998">
                  <c:v>2200</c:v>
                </c:pt>
                <c:pt idx="999">
                  <c:v>2200</c:v>
                </c:pt>
                <c:pt idx="1000">
                  <c:v>2200</c:v>
                </c:pt>
                <c:pt idx="1001">
                  <c:v>2200</c:v>
                </c:pt>
                <c:pt idx="1002">
                  <c:v>2200</c:v>
                </c:pt>
                <c:pt idx="1003">
                  <c:v>2200</c:v>
                </c:pt>
                <c:pt idx="1004">
                  <c:v>2200</c:v>
                </c:pt>
                <c:pt idx="1005">
                  <c:v>2200</c:v>
                </c:pt>
                <c:pt idx="1006">
                  <c:v>2200</c:v>
                </c:pt>
                <c:pt idx="1007">
                  <c:v>2200</c:v>
                </c:pt>
                <c:pt idx="1008">
                  <c:v>2200</c:v>
                </c:pt>
                <c:pt idx="1009">
                  <c:v>2200</c:v>
                </c:pt>
                <c:pt idx="1010">
                  <c:v>2200</c:v>
                </c:pt>
                <c:pt idx="1011">
                  <c:v>2200</c:v>
                </c:pt>
                <c:pt idx="1012">
                  <c:v>2200</c:v>
                </c:pt>
                <c:pt idx="1013">
                  <c:v>2200</c:v>
                </c:pt>
                <c:pt idx="1014">
                  <c:v>2200</c:v>
                </c:pt>
                <c:pt idx="1015">
                  <c:v>2200</c:v>
                </c:pt>
                <c:pt idx="1016">
                  <c:v>2200</c:v>
                </c:pt>
                <c:pt idx="1017">
                  <c:v>2200</c:v>
                </c:pt>
                <c:pt idx="1018">
                  <c:v>2200</c:v>
                </c:pt>
                <c:pt idx="1019">
                  <c:v>2200</c:v>
                </c:pt>
                <c:pt idx="1020">
                  <c:v>2200</c:v>
                </c:pt>
                <c:pt idx="1021">
                  <c:v>2200</c:v>
                </c:pt>
                <c:pt idx="1022">
                  <c:v>2200</c:v>
                </c:pt>
                <c:pt idx="1023">
                  <c:v>2200</c:v>
                </c:pt>
                <c:pt idx="1024">
                  <c:v>2200</c:v>
                </c:pt>
                <c:pt idx="1025">
                  <c:v>2200</c:v>
                </c:pt>
                <c:pt idx="1026">
                  <c:v>2200</c:v>
                </c:pt>
                <c:pt idx="1027">
                  <c:v>2200</c:v>
                </c:pt>
                <c:pt idx="1028">
                  <c:v>2200</c:v>
                </c:pt>
                <c:pt idx="1029">
                  <c:v>2200</c:v>
                </c:pt>
                <c:pt idx="1030">
                  <c:v>2200</c:v>
                </c:pt>
                <c:pt idx="1031">
                  <c:v>2200</c:v>
                </c:pt>
                <c:pt idx="1032">
                  <c:v>2200</c:v>
                </c:pt>
                <c:pt idx="1033">
                  <c:v>2200</c:v>
                </c:pt>
                <c:pt idx="1034">
                  <c:v>2200</c:v>
                </c:pt>
                <c:pt idx="1035">
                  <c:v>2200</c:v>
                </c:pt>
                <c:pt idx="1036">
                  <c:v>2200</c:v>
                </c:pt>
                <c:pt idx="1037">
                  <c:v>2200</c:v>
                </c:pt>
                <c:pt idx="1038">
                  <c:v>2200</c:v>
                </c:pt>
                <c:pt idx="1039">
                  <c:v>2200</c:v>
                </c:pt>
                <c:pt idx="1040">
                  <c:v>2200</c:v>
                </c:pt>
                <c:pt idx="1041">
                  <c:v>2200</c:v>
                </c:pt>
                <c:pt idx="1042">
                  <c:v>2200</c:v>
                </c:pt>
                <c:pt idx="1043">
                  <c:v>2200</c:v>
                </c:pt>
                <c:pt idx="1044">
                  <c:v>2200</c:v>
                </c:pt>
                <c:pt idx="1045">
                  <c:v>2200</c:v>
                </c:pt>
                <c:pt idx="1046">
                  <c:v>2200</c:v>
                </c:pt>
                <c:pt idx="1047">
                  <c:v>2200</c:v>
                </c:pt>
                <c:pt idx="1048">
                  <c:v>2200</c:v>
                </c:pt>
                <c:pt idx="1049">
                  <c:v>2200</c:v>
                </c:pt>
                <c:pt idx="1050">
                  <c:v>2200</c:v>
                </c:pt>
                <c:pt idx="1051">
                  <c:v>2200</c:v>
                </c:pt>
                <c:pt idx="1052">
                  <c:v>2200</c:v>
                </c:pt>
                <c:pt idx="1053">
                  <c:v>2200</c:v>
                </c:pt>
                <c:pt idx="1054">
                  <c:v>2200</c:v>
                </c:pt>
                <c:pt idx="1055">
                  <c:v>2200</c:v>
                </c:pt>
                <c:pt idx="1056">
                  <c:v>2200</c:v>
                </c:pt>
                <c:pt idx="1057">
                  <c:v>2200</c:v>
                </c:pt>
                <c:pt idx="1058">
                  <c:v>2200</c:v>
                </c:pt>
                <c:pt idx="1059">
                  <c:v>2200</c:v>
                </c:pt>
                <c:pt idx="1060">
                  <c:v>2200</c:v>
                </c:pt>
                <c:pt idx="1061">
                  <c:v>2200</c:v>
                </c:pt>
                <c:pt idx="1062">
                  <c:v>2200</c:v>
                </c:pt>
                <c:pt idx="1063">
                  <c:v>2200</c:v>
                </c:pt>
                <c:pt idx="1064">
                  <c:v>2200</c:v>
                </c:pt>
                <c:pt idx="1065">
                  <c:v>2200</c:v>
                </c:pt>
                <c:pt idx="1066">
                  <c:v>2200</c:v>
                </c:pt>
                <c:pt idx="1067">
                  <c:v>2200</c:v>
                </c:pt>
                <c:pt idx="1068">
                  <c:v>2200</c:v>
                </c:pt>
                <c:pt idx="1069">
                  <c:v>2200</c:v>
                </c:pt>
                <c:pt idx="1070">
                  <c:v>2200</c:v>
                </c:pt>
                <c:pt idx="1071">
                  <c:v>2200</c:v>
                </c:pt>
                <c:pt idx="1072">
                  <c:v>2200</c:v>
                </c:pt>
                <c:pt idx="1073">
                  <c:v>2200</c:v>
                </c:pt>
                <c:pt idx="1074">
                  <c:v>2200</c:v>
                </c:pt>
                <c:pt idx="1075">
                  <c:v>2200</c:v>
                </c:pt>
                <c:pt idx="1076">
                  <c:v>2200</c:v>
                </c:pt>
                <c:pt idx="1077">
                  <c:v>2200</c:v>
                </c:pt>
                <c:pt idx="1078">
                  <c:v>2200</c:v>
                </c:pt>
                <c:pt idx="1079">
                  <c:v>2200</c:v>
                </c:pt>
                <c:pt idx="1080">
                  <c:v>2200</c:v>
                </c:pt>
                <c:pt idx="1081">
                  <c:v>2200</c:v>
                </c:pt>
                <c:pt idx="1082">
                  <c:v>2200</c:v>
                </c:pt>
                <c:pt idx="1083">
                  <c:v>2200</c:v>
                </c:pt>
                <c:pt idx="1084">
                  <c:v>2200</c:v>
                </c:pt>
                <c:pt idx="1085">
                  <c:v>2200</c:v>
                </c:pt>
                <c:pt idx="1086">
                  <c:v>2200</c:v>
                </c:pt>
                <c:pt idx="1087">
                  <c:v>2200</c:v>
                </c:pt>
                <c:pt idx="1088">
                  <c:v>2200</c:v>
                </c:pt>
                <c:pt idx="1089">
                  <c:v>2200</c:v>
                </c:pt>
                <c:pt idx="1090">
                  <c:v>2200</c:v>
                </c:pt>
                <c:pt idx="1091">
                  <c:v>2200</c:v>
                </c:pt>
                <c:pt idx="1092">
                  <c:v>2200</c:v>
                </c:pt>
                <c:pt idx="1093">
                  <c:v>2200</c:v>
                </c:pt>
                <c:pt idx="1094">
                  <c:v>2200</c:v>
                </c:pt>
                <c:pt idx="1095">
                  <c:v>2200</c:v>
                </c:pt>
                <c:pt idx="1096">
                  <c:v>2200</c:v>
                </c:pt>
                <c:pt idx="1097">
                  <c:v>2200</c:v>
                </c:pt>
                <c:pt idx="1098">
                  <c:v>2200</c:v>
                </c:pt>
                <c:pt idx="1099">
                  <c:v>2200</c:v>
                </c:pt>
                <c:pt idx="1100">
                  <c:v>2200</c:v>
                </c:pt>
                <c:pt idx="1101">
                  <c:v>2200</c:v>
                </c:pt>
                <c:pt idx="1102">
                  <c:v>2200</c:v>
                </c:pt>
                <c:pt idx="1103">
                  <c:v>2200</c:v>
                </c:pt>
                <c:pt idx="1104">
                  <c:v>2200</c:v>
                </c:pt>
                <c:pt idx="1105">
                  <c:v>2200</c:v>
                </c:pt>
                <c:pt idx="1106">
                  <c:v>2200</c:v>
                </c:pt>
                <c:pt idx="1107">
                  <c:v>2200</c:v>
                </c:pt>
                <c:pt idx="1108">
                  <c:v>2200</c:v>
                </c:pt>
                <c:pt idx="1109">
                  <c:v>2200</c:v>
                </c:pt>
                <c:pt idx="1110">
                  <c:v>2200</c:v>
                </c:pt>
                <c:pt idx="1111">
                  <c:v>2200</c:v>
                </c:pt>
                <c:pt idx="1112">
                  <c:v>2200</c:v>
                </c:pt>
                <c:pt idx="1113">
                  <c:v>2200</c:v>
                </c:pt>
                <c:pt idx="1114">
                  <c:v>2200</c:v>
                </c:pt>
                <c:pt idx="1115">
                  <c:v>2200</c:v>
                </c:pt>
                <c:pt idx="1116">
                  <c:v>2200</c:v>
                </c:pt>
                <c:pt idx="1117">
                  <c:v>2200</c:v>
                </c:pt>
                <c:pt idx="1118">
                  <c:v>2200</c:v>
                </c:pt>
                <c:pt idx="1119">
                  <c:v>2200</c:v>
                </c:pt>
                <c:pt idx="1120">
                  <c:v>2200</c:v>
                </c:pt>
                <c:pt idx="1121">
                  <c:v>2200</c:v>
                </c:pt>
                <c:pt idx="1122">
                  <c:v>2200</c:v>
                </c:pt>
                <c:pt idx="1123">
                  <c:v>2200</c:v>
                </c:pt>
                <c:pt idx="1124">
                  <c:v>2200</c:v>
                </c:pt>
                <c:pt idx="1125">
                  <c:v>2200</c:v>
                </c:pt>
                <c:pt idx="1126">
                  <c:v>2200</c:v>
                </c:pt>
                <c:pt idx="1127">
                  <c:v>2200</c:v>
                </c:pt>
                <c:pt idx="1128">
                  <c:v>2200</c:v>
                </c:pt>
                <c:pt idx="1129">
                  <c:v>2200</c:v>
                </c:pt>
                <c:pt idx="1130">
                  <c:v>2200</c:v>
                </c:pt>
                <c:pt idx="1131">
                  <c:v>2200</c:v>
                </c:pt>
                <c:pt idx="1132">
                  <c:v>2200</c:v>
                </c:pt>
                <c:pt idx="1133">
                  <c:v>2200</c:v>
                </c:pt>
                <c:pt idx="1134">
                  <c:v>2200</c:v>
                </c:pt>
                <c:pt idx="1135">
                  <c:v>2200</c:v>
                </c:pt>
                <c:pt idx="1136">
                  <c:v>2200</c:v>
                </c:pt>
                <c:pt idx="1137">
                  <c:v>2200</c:v>
                </c:pt>
                <c:pt idx="1138">
                  <c:v>2200</c:v>
                </c:pt>
                <c:pt idx="1139">
                  <c:v>2200</c:v>
                </c:pt>
                <c:pt idx="1140">
                  <c:v>2200</c:v>
                </c:pt>
                <c:pt idx="1141">
                  <c:v>2200</c:v>
                </c:pt>
                <c:pt idx="1142">
                  <c:v>2200</c:v>
                </c:pt>
                <c:pt idx="1143">
                  <c:v>2200</c:v>
                </c:pt>
                <c:pt idx="1144">
                  <c:v>2200</c:v>
                </c:pt>
                <c:pt idx="1145">
                  <c:v>2200</c:v>
                </c:pt>
                <c:pt idx="1146">
                  <c:v>2200</c:v>
                </c:pt>
                <c:pt idx="1147">
                  <c:v>2200</c:v>
                </c:pt>
                <c:pt idx="1148">
                  <c:v>2200</c:v>
                </c:pt>
                <c:pt idx="1149">
                  <c:v>2200</c:v>
                </c:pt>
                <c:pt idx="1150">
                  <c:v>2200</c:v>
                </c:pt>
                <c:pt idx="1151">
                  <c:v>2200</c:v>
                </c:pt>
                <c:pt idx="1152">
                  <c:v>2200</c:v>
                </c:pt>
                <c:pt idx="1153">
                  <c:v>2200</c:v>
                </c:pt>
                <c:pt idx="1154">
                  <c:v>2200</c:v>
                </c:pt>
                <c:pt idx="1155">
                  <c:v>2200</c:v>
                </c:pt>
                <c:pt idx="1156">
                  <c:v>2200</c:v>
                </c:pt>
                <c:pt idx="1157">
                  <c:v>2200</c:v>
                </c:pt>
                <c:pt idx="1158">
                  <c:v>2200</c:v>
                </c:pt>
                <c:pt idx="1159">
                  <c:v>2200</c:v>
                </c:pt>
                <c:pt idx="1160">
                  <c:v>2200</c:v>
                </c:pt>
                <c:pt idx="1161">
                  <c:v>2200</c:v>
                </c:pt>
                <c:pt idx="1162">
                  <c:v>2200</c:v>
                </c:pt>
                <c:pt idx="1163">
                  <c:v>2200</c:v>
                </c:pt>
                <c:pt idx="1164">
                  <c:v>2200</c:v>
                </c:pt>
                <c:pt idx="1165">
                  <c:v>2200</c:v>
                </c:pt>
                <c:pt idx="1166">
                  <c:v>2200</c:v>
                </c:pt>
                <c:pt idx="1167">
                  <c:v>2200</c:v>
                </c:pt>
                <c:pt idx="1168">
                  <c:v>2200</c:v>
                </c:pt>
                <c:pt idx="1169">
                  <c:v>2200</c:v>
                </c:pt>
                <c:pt idx="1170">
                  <c:v>2200</c:v>
                </c:pt>
                <c:pt idx="1171">
                  <c:v>2200</c:v>
                </c:pt>
                <c:pt idx="1172">
                  <c:v>2200</c:v>
                </c:pt>
                <c:pt idx="1173">
                  <c:v>2200</c:v>
                </c:pt>
                <c:pt idx="1174">
                  <c:v>2200</c:v>
                </c:pt>
                <c:pt idx="1175">
                  <c:v>2200</c:v>
                </c:pt>
                <c:pt idx="1176">
                  <c:v>2200</c:v>
                </c:pt>
                <c:pt idx="1177">
                  <c:v>2200</c:v>
                </c:pt>
                <c:pt idx="1178">
                  <c:v>2200</c:v>
                </c:pt>
                <c:pt idx="1179">
                  <c:v>2200</c:v>
                </c:pt>
                <c:pt idx="1180">
                  <c:v>2200</c:v>
                </c:pt>
                <c:pt idx="1181">
                  <c:v>2200</c:v>
                </c:pt>
                <c:pt idx="1182">
                  <c:v>2200</c:v>
                </c:pt>
                <c:pt idx="1183">
                  <c:v>2200</c:v>
                </c:pt>
                <c:pt idx="1184">
                  <c:v>2200</c:v>
                </c:pt>
                <c:pt idx="1185">
                  <c:v>2200</c:v>
                </c:pt>
                <c:pt idx="1186">
                  <c:v>2200</c:v>
                </c:pt>
                <c:pt idx="1187">
                  <c:v>2200</c:v>
                </c:pt>
                <c:pt idx="1188">
                  <c:v>2200</c:v>
                </c:pt>
                <c:pt idx="1189">
                  <c:v>2200</c:v>
                </c:pt>
                <c:pt idx="1190">
                  <c:v>2200</c:v>
                </c:pt>
                <c:pt idx="1191">
                  <c:v>2200</c:v>
                </c:pt>
                <c:pt idx="1192">
                  <c:v>2200</c:v>
                </c:pt>
                <c:pt idx="1193">
                  <c:v>2200</c:v>
                </c:pt>
                <c:pt idx="1194">
                  <c:v>2200</c:v>
                </c:pt>
                <c:pt idx="1195">
                  <c:v>2200</c:v>
                </c:pt>
                <c:pt idx="1196">
                  <c:v>2200</c:v>
                </c:pt>
                <c:pt idx="1197">
                  <c:v>2200</c:v>
                </c:pt>
                <c:pt idx="1198">
                  <c:v>2200</c:v>
                </c:pt>
                <c:pt idx="1199">
                  <c:v>2200</c:v>
                </c:pt>
                <c:pt idx="1200">
                  <c:v>2200</c:v>
                </c:pt>
                <c:pt idx="1201">
                  <c:v>2200</c:v>
                </c:pt>
                <c:pt idx="1202">
                  <c:v>2200</c:v>
                </c:pt>
                <c:pt idx="1203">
                  <c:v>2200</c:v>
                </c:pt>
                <c:pt idx="1204">
                  <c:v>2200</c:v>
                </c:pt>
                <c:pt idx="1205">
                  <c:v>2200</c:v>
                </c:pt>
                <c:pt idx="1206">
                  <c:v>2200</c:v>
                </c:pt>
                <c:pt idx="1207">
                  <c:v>2200</c:v>
                </c:pt>
                <c:pt idx="1208">
                  <c:v>2200</c:v>
                </c:pt>
                <c:pt idx="1209">
                  <c:v>2200</c:v>
                </c:pt>
                <c:pt idx="1210">
                  <c:v>2200</c:v>
                </c:pt>
                <c:pt idx="1211">
                  <c:v>2200</c:v>
                </c:pt>
                <c:pt idx="1212">
                  <c:v>2200</c:v>
                </c:pt>
                <c:pt idx="1213">
                  <c:v>2200</c:v>
                </c:pt>
                <c:pt idx="1214">
                  <c:v>2200</c:v>
                </c:pt>
                <c:pt idx="1215">
                  <c:v>2200</c:v>
                </c:pt>
                <c:pt idx="1216">
                  <c:v>2200</c:v>
                </c:pt>
                <c:pt idx="1217">
                  <c:v>2200</c:v>
                </c:pt>
                <c:pt idx="1218">
                  <c:v>2200</c:v>
                </c:pt>
                <c:pt idx="1219">
                  <c:v>2200</c:v>
                </c:pt>
                <c:pt idx="1220">
                  <c:v>2100</c:v>
                </c:pt>
                <c:pt idx="1221">
                  <c:v>2100</c:v>
                </c:pt>
                <c:pt idx="1222">
                  <c:v>2100</c:v>
                </c:pt>
                <c:pt idx="1223">
                  <c:v>2100</c:v>
                </c:pt>
                <c:pt idx="1224">
                  <c:v>2100</c:v>
                </c:pt>
                <c:pt idx="1225">
                  <c:v>2100</c:v>
                </c:pt>
                <c:pt idx="1226">
                  <c:v>1800</c:v>
                </c:pt>
                <c:pt idx="1227">
                  <c:v>1800</c:v>
                </c:pt>
                <c:pt idx="1228">
                  <c:v>1800</c:v>
                </c:pt>
                <c:pt idx="1229">
                  <c:v>1800</c:v>
                </c:pt>
                <c:pt idx="1230">
                  <c:v>1800</c:v>
                </c:pt>
                <c:pt idx="1231">
                  <c:v>1800</c:v>
                </c:pt>
                <c:pt idx="1232">
                  <c:v>1800</c:v>
                </c:pt>
                <c:pt idx="1233">
                  <c:v>1800</c:v>
                </c:pt>
                <c:pt idx="1234">
                  <c:v>1800</c:v>
                </c:pt>
                <c:pt idx="1235">
                  <c:v>1800</c:v>
                </c:pt>
                <c:pt idx="1236">
                  <c:v>1800</c:v>
                </c:pt>
                <c:pt idx="1237">
                  <c:v>1800</c:v>
                </c:pt>
                <c:pt idx="1238">
                  <c:v>1800</c:v>
                </c:pt>
                <c:pt idx="1239">
                  <c:v>1800</c:v>
                </c:pt>
                <c:pt idx="1240">
                  <c:v>1800</c:v>
                </c:pt>
                <c:pt idx="1241">
                  <c:v>1800</c:v>
                </c:pt>
                <c:pt idx="1242">
                  <c:v>1800</c:v>
                </c:pt>
                <c:pt idx="1243">
                  <c:v>1800</c:v>
                </c:pt>
                <c:pt idx="1244">
                  <c:v>1800</c:v>
                </c:pt>
                <c:pt idx="1245">
                  <c:v>1800</c:v>
                </c:pt>
                <c:pt idx="1246">
                  <c:v>1800</c:v>
                </c:pt>
                <c:pt idx="1247">
                  <c:v>1800</c:v>
                </c:pt>
                <c:pt idx="1248">
                  <c:v>1800</c:v>
                </c:pt>
                <c:pt idx="1249">
                  <c:v>1800</c:v>
                </c:pt>
                <c:pt idx="1250">
                  <c:v>1800</c:v>
                </c:pt>
                <c:pt idx="1251">
                  <c:v>1800</c:v>
                </c:pt>
                <c:pt idx="1252">
                  <c:v>1800</c:v>
                </c:pt>
                <c:pt idx="1253">
                  <c:v>1800</c:v>
                </c:pt>
                <c:pt idx="1254">
                  <c:v>1800</c:v>
                </c:pt>
                <c:pt idx="1255">
                  <c:v>1800</c:v>
                </c:pt>
                <c:pt idx="1256">
                  <c:v>1800</c:v>
                </c:pt>
                <c:pt idx="1257">
                  <c:v>1800</c:v>
                </c:pt>
                <c:pt idx="1258">
                  <c:v>1800</c:v>
                </c:pt>
                <c:pt idx="1259">
                  <c:v>1800</c:v>
                </c:pt>
                <c:pt idx="1260">
                  <c:v>1800</c:v>
                </c:pt>
                <c:pt idx="1261">
                  <c:v>1800</c:v>
                </c:pt>
                <c:pt idx="1262">
                  <c:v>1800</c:v>
                </c:pt>
                <c:pt idx="1263">
                  <c:v>1800</c:v>
                </c:pt>
                <c:pt idx="1264">
                  <c:v>1800</c:v>
                </c:pt>
                <c:pt idx="1265">
                  <c:v>1800</c:v>
                </c:pt>
                <c:pt idx="1266">
                  <c:v>1800</c:v>
                </c:pt>
                <c:pt idx="1267">
                  <c:v>1800</c:v>
                </c:pt>
                <c:pt idx="1268">
                  <c:v>1800</c:v>
                </c:pt>
                <c:pt idx="1269">
                  <c:v>1800</c:v>
                </c:pt>
                <c:pt idx="1270">
                  <c:v>1800</c:v>
                </c:pt>
                <c:pt idx="1271">
                  <c:v>1800</c:v>
                </c:pt>
                <c:pt idx="1272">
                  <c:v>1800</c:v>
                </c:pt>
                <c:pt idx="1273">
                  <c:v>1800</c:v>
                </c:pt>
                <c:pt idx="1274">
                  <c:v>1800</c:v>
                </c:pt>
                <c:pt idx="1275">
                  <c:v>1800</c:v>
                </c:pt>
                <c:pt idx="1276">
                  <c:v>1800</c:v>
                </c:pt>
                <c:pt idx="1277">
                  <c:v>1800</c:v>
                </c:pt>
                <c:pt idx="1278">
                  <c:v>1800</c:v>
                </c:pt>
                <c:pt idx="1279">
                  <c:v>1800</c:v>
                </c:pt>
                <c:pt idx="1280">
                  <c:v>1800</c:v>
                </c:pt>
                <c:pt idx="1281">
                  <c:v>1800</c:v>
                </c:pt>
                <c:pt idx="1282">
                  <c:v>1800</c:v>
                </c:pt>
                <c:pt idx="1283">
                  <c:v>1800</c:v>
                </c:pt>
                <c:pt idx="1284">
                  <c:v>1800</c:v>
                </c:pt>
                <c:pt idx="1285">
                  <c:v>1800</c:v>
                </c:pt>
                <c:pt idx="1286">
                  <c:v>1800</c:v>
                </c:pt>
                <c:pt idx="1287">
                  <c:v>1800</c:v>
                </c:pt>
                <c:pt idx="1288">
                  <c:v>1800</c:v>
                </c:pt>
                <c:pt idx="1289">
                  <c:v>1800</c:v>
                </c:pt>
                <c:pt idx="1290">
                  <c:v>1800</c:v>
                </c:pt>
                <c:pt idx="1291">
                  <c:v>1800</c:v>
                </c:pt>
                <c:pt idx="1292">
                  <c:v>1800</c:v>
                </c:pt>
                <c:pt idx="1293">
                  <c:v>1800</c:v>
                </c:pt>
                <c:pt idx="1294">
                  <c:v>1800</c:v>
                </c:pt>
                <c:pt idx="1295">
                  <c:v>1800</c:v>
                </c:pt>
                <c:pt idx="1296">
                  <c:v>1800</c:v>
                </c:pt>
                <c:pt idx="1297">
                  <c:v>1800</c:v>
                </c:pt>
                <c:pt idx="1298">
                  <c:v>1800</c:v>
                </c:pt>
                <c:pt idx="1299">
                  <c:v>1800</c:v>
                </c:pt>
                <c:pt idx="1300">
                  <c:v>1800</c:v>
                </c:pt>
                <c:pt idx="1301">
                  <c:v>1800</c:v>
                </c:pt>
                <c:pt idx="1302">
                  <c:v>1800</c:v>
                </c:pt>
                <c:pt idx="1303">
                  <c:v>1800</c:v>
                </c:pt>
                <c:pt idx="1304">
                  <c:v>1800</c:v>
                </c:pt>
                <c:pt idx="1305">
                  <c:v>1800</c:v>
                </c:pt>
                <c:pt idx="1306">
                  <c:v>1800</c:v>
                </c:pt>
                <c:pt idx="1307">
                  <c:v>1800</c:v>
                </c:pt>
                <c:pt idx="1308">
                  <c:v>1800</c:v>
                </c:pt>
                <c:pt idx="1309">
                  <c:v>1800</c:v>
                </c:pt>
                <c:pt idx="1310">
                  <c:v>1800</c:v>
                </c:pt>
                <c:pt idx="1311">
                  <c:v>1800</c:v>
                </c:pt>
                <c:pt idx="1312">
                  <c:v>1800</c:v>
                </c:pt>
                <c:pt idx="1313">
                  <c:v>1800</c:v>
                </c:pt>
                <c:pt idx="1314">
                  <c:v>1800</c:v>
                </c:pt>
                <c:pt idx="1315">
                  <c:v>1800</c:v>
                </c:pt>
                <c:pt idx="1316">
                  <c:v>1800</c:v>
                </c:pt>
                <c:pt idx="1317">
                  <c:v>1800</c:v>
                </c:pt>
                <c:pt idx="1318">
                  <c:v>1800</c:v>
                </c:pt>
                <c:pt idx="1319">
                  <c:v>1800</c:v>
                </c:pt>
                <c:pt idx="1320">
                  <c:v>1800</c:v>
                </c:pt>
                <c:pt idx="1321">
                  <c:v>1800</c:v>
                </c:pt>
                <c:pt idx="1322">
                  <c:v>1800</c:v>
                </c:pt>
                <c:pt idx="1323">
                  <c:v>1800</c:v>
                </c:pt>
                <c:pt idx="1324">
                  <c:v>1800</c:v>
                </c:pt>
                <c:pt idx="1325">
                  <c:v>1800</c:v>
                </c:pt>
                <c:pt idx="1326">
                  <c:v>1800</c:v>
                </c:pt>
                <c:pt idx="1327">
                  <c:v>1800</c:v>
                </c:pt>
                <c:pt idx="1328">
                  <c:v>1800</c:v>
                </c:pt>
                <c:pt idx="1329">
                  <c:v>1800</c:v>
                </c:pt>
                <c:pt idx="1330">
                  <c:v>1800</c:v>
                </c:pt>
                <c:pt idx="1331">
                  <c:v>1800</c:v>
                </c:pt>
                <c:pt idx="1332">
                  <c:v>1800</c:v>
                </c:pt>
                <c:pt idx="1333">
                  <c:v>1800</c:v>
                </c:pt>
                <c:pt idx="1334">
                  <c:v>1800</c:v>
                </c:pt>
                <c:pt idx="1335">
                  <c:v>1800</c:v>
                </c:pt>
                <c:pt idx="1336">
                  <c:v>1800</c:v>
                </c:pt>
                <c:pt idx="1337">
                  <c:v>1800</c:v>
                </c:pt>
                <c:pt idx="1338">
                  <c:v>1800</c:v>
                </c:pt>
                <c:pt idx="1339">
                  <c:v>1800</c:v>
                </c:pt>
                <c:pt idx="1340">
                  <c:v>1800</c:v>
                </c:pt>
                <c:pt idx="1341">
                  <c:v>1800</c:v>
                </c:pt>
                <c:pt idx="1342">
                  <c:v>1800</c:v>
                </c:pt>
                <c:pt idx="1343">
                  <c:v>1800</c:v>
                </c:pt>
                <c:pt idx="1344">
                  <c:v>1800</c:v>
                </c:pt>
                <c:pt idx="1345">
                  <c:v>1800</c:v>
                </c:pt>
                <c:pt idx="1346">
                  <c:v>1800</c:v>
                </c:pt>
                <c:pt idx="1347">
                  <c:v>1800</c:v>
                </c:pt>
                <c:pt idx="1348">
                  <c:v>1800</c:v>
                </c:pt>
                <c:pt idx="1349">
                  <c:v>1800</c:v>
                </c:pt>
                <c:pt idx="1350">
                  <c:v>1800</c:v>
                </c:pt>
                <c:pt idx="1351">
                  <c:v>1800</c:v>
                </c:pt>
                <c:pt idx="1352">
                  <c:v>1800</c:v>
                </c:pt>
                <c:pt idx="1353">
                  <c:v>1800</c:v>
                </c:pt>
                <c:pt idx="1354">
                  <c:v>1800</c:v>
                </c:pt>
                <c:pt idx="1355">
                  <c:v>1800</c:v>
                </c:pt>
                <c:pt idx="1356">
                  <c:v>1800</c:v>
                </c:pt>
                <c:pt idx="1357">
                  <c:v>1800</c:v>
                </c:pt>
                <c:pt idx="1358">
                  <c:v>1800</c:v>
                </c:pt>
                <c:pt idx="1359">
                  <c:v>1800</c:v>
                </c:pt>
                <c:pt idx="1360">
                  <c:v>1800</c:v>
                </c:pt>
                <c:pt idx="1361">
                  <c:v>1800</c:v>
                </c:pt>
                <c:pt idx="1362">
                  <c:v>1800</c:v>
                </c:pt>
                <c:pt idx="1363">
                  <c:v>1800</c:v>
                </c:pt>
                <c:pt idx="1364">
                  <c:v>1800</c:v>
                </c:pt>
                <c:pt idx="1365">
                  <c:v>1800</c:v>
                </c:pt>
                <c:pt idx="1366">
                  <c:v>1800</c:v>
                </c:pt>
                <c:pt idx="1367">
                  <c:v>1800</c:v>
                </c:pt>
                <c:pt idx="1368">
                  <c:v>1800</c:v>
                </c:pt>
                <c:pt idx="1369">
                  <c:v>1800</c:v>
                </c:pt>
                <c:pt idx="1370">
                  <c:v>1800</c:v>
                </c:pt>
                <c:pt idx="1371">
                  <c:v>1800</c:v>
                </c:pt>
                <c:pt idx="1372">
                  <c:v>1800</c:v>
                </c:pt>
                <c:pt idx="1373">
                  <c:v>1800</c:v>
                </c:pt>
                <c:pt idx="1374">
                  <c:v>1800</c:v>
                </c:pt>
                <c:pt idx="1375">
                  <c:v>1800</c:v>
                </c:pt>
                <c:pt idx="1376">
                  <c:v>1800</c:v>
                </c:pt>
                <c:pt idx="1377">
                  <c:v>1800</c:v>
                </c:pt>
                <c:pt idx="1378">
                  <c:v>1900</c:v>
                </c:pt>
                <c:pt idx="1379">
                  <c:v>1900</c:v>
                </c:pt>
                <c:pt idx="1380">
                  <c:v>1900</c:v>
                </c:pt>
                <c:pt idx="1381">
                  <c:v>1900</c:v>
                </c:pt>
                <c:pt idx="1382">
                  <c:v>1900</c:v>
                </c:pt>
                <c:pt idx="1383">
                  <c:v>1900</c:v>
                </c:pt>
                <c:pt idx="1384">
                  <c:v>1900</c:v>
                </c:pt>
                <c:pt idx="1385">
                  <c:v>1900</c:v>
                </c:pt>
                <c:pt idx="1386">
                  <c:v>1900</c:v>
                </c:pt>
                <c:pt idx="1387">
                  <c:v>1900</c:v>
                </c:pt>
                <c:pt idx="1388">
                  <c:v>1900</c:v>
                </c:pt>
                <c:pt idx="1389">
                  <c:v>1900</c:v>
                </c:pt>
                <c:pt idx="1390">
                  <c:v>1900</c:v>
                </c:pt>
                <c:pt idx="1391">
                  <c:v>1900</c:v>
                </c:pt>
                <c:pt idx="1392">
                  <c:v>1900</c:v>
                </c:pt>
                <c:pt idx="1393">
                  <c:v>1900</c:v>
                </c:pt>
                <c:pt idx="1394">
                  <c:v>1900</c:v>
                </c:pt>
                <c:pt idx="1395">
                  <c:v>1950</c:v>
                </c:pt>
                <c:pt idx="1396">
                  <c:v>1950</c:v>
                </c:pt>
                <c:pt idx="1397">
                  <c:v>1950</c:v>
                </c:pt>
                <c:pt idx="1398">
                  <c:v>1950</c:v>
                </c:pt>
                <c:pt idx="1399">
                  <c:v>1950</c:v>
                </c:pt>
                <c:pt idx="1400">
                  <c:v>1950</c:v>
                </c:pt>
                <c:pt idx="1401">
                  <c:v>1950</c:v>
                </c:pt>
                <c:pt idx="1402">
                  <c:v>1950</c:v>
                </c:pt>
                <c:pt idx="1403">
                  <c:v>1950</c:v>
                </c:pt>
                <c:pt idx="1404">
                  <c:v>1950</c:v>
                </c:pt>
                <c:pt idx="1405">
                  <c:v>1950</c:v>
                </c:pt>
                <c:pt idx="1406">
                  <c:v>1950</c:v>
                </c:pt>
                <c:pt idx="1407">
                  <c:v>1950</c:v>
                </c:pt>
                <c:pt idx="1408">
                  <c:v>1950</c:v>
                </c:pt>
                <c:pt idx="1409">
                  <c:v>1950</c:v>
                </c:pt>
                <c:pt idx="1410">
                  <c:v>1950</c:v>
                </c:pt>
                <c:pt idx="1411">
                  <c:v>1950</c:v>
                </c:pt>
                <c:pt idx="1412">
                  <c:v>1950</c:v>
                </c:pt>
                <c:pt idx="1413">
                  <c:v>1950</c:v>
                </c:pt>
                <c:pt idx="1414">
                  <c:v>1950</c:v>
                </c:pt>
                <c:pt idx="1415">
                  <c:v>1950</c:v>
                </c:pt>
                <c:pt idx="1416">
                  <c:v>1950</c:v>
                </c:pt>
                <c:pt idx="1417">
                  <c:v>1950</c:v>
                </c:pt>
                <c:pt idx="1418">
                  <c:v>1950</c:v>
                </c:pt>
                <c:pt idx="1419">
                  <c:v>1950</c:v>
                </c:pt>
                <c:pt idx="1420">
                  <c:v>1950</c:v>
                </c:pt>
                <c:pt idx="1421">
                  <c:v>1950</c:v>
                </c:pt>
                <c:pt idx="1422">
                  <c:v>1950</c:v>
                </c:pt>
                <c:pt idx="1423">
                  <c:v>2050</c:v>
                </c:pt>
                <c:pt idx="1424">
                  <c:v>2050</c:v>
                </c:pt>
                <c:pt idx="1425">
                  <c:v>2050</c:v>
                </c:pt>
                <c:pt idx="1426">
                  <c:v>2050</c:v>
                </c:pt>
                <c:pt idx="1427">
                  <c:v>2050</c:v>
                </c:pt>
                <c:pt idx="1428">
                  <c:v>2050</c:v>
                </c:pt>
                <c:pt idx="1429">
                  <c:v>2050</c:v>
                </c:pt>
                <c:pt idx="1430">
                  <c:v>2050</c:v>
                </c:pt>
                <c:pt idx="1431">
                  <c:v>2050</c:v>
                </c:pt>
                <c:pt idx="1432">
                  <c:v>2050</c:v>
                </c:pt>
                <c:pt idx="1433">
                  <c:v>2050</c:v>
                </c:pt>
                <c:pt idx="1434">
                  <c:v>2050</c:v>
                </c:pt>
                <c:pt idx="1435">
                  <c:v>2050</c:v>
                </c:pt>
                <c:pt idx="1436">
                  <c:v>2050</c:v>
                </c:pt>
                <c:pt idx="1437">
                  <c:v>1950</c:v>
                </c:pt>
                <c:pt idx="1438">
                  <c:v>1950</c:v>
                </c:pt>
                <c:pt idx="1439">
                  <c:v>1950</c:v>
                </c:pt>
                <c:pt idx="1440">
                  <c:v>1950</c:v>
                </c:pt>
                <c:pt idx="1441">
                  <c:v>1700</c:v>
                </c:pt>
                <c:pt idx="1442">
                  <c:v>1700</c:v>
                </c:pt>
                <c:pt idx="1443">
                  <c:v>1700</c:v>
                </c:pt>
                <c:pt idx="1444">
                  <c:v>1700</c:v>
                </c:pt>
                <c:pt idx="1445">
                  <c:v>1700</c:v>
                </c:pt>
                <c:pt idx="1446">
                  <c:v>1700</c:v>
                </c:pt>
                <c:pt idx="1447">
                  <c:v>1700</c:v>
                </c:pt>
                <c:pt idx="1448">
                  <c:v>1650</c:v>
                </c:pt>
                <c:pt idx="1449">
                  <c:v>1650</c:v>
                </c:pt>
                <c:pt idx="1450">
                  <c:v>1650</c:v>
                </c:pt>
                <c:pt idx="1451">
                  <c:v>1650</c:v>
                </c:pt>
                <c:pt idx="1452">
                  <c:v>1650</c:v>
                </c:pt>
                <c:pt idx="1453">
                  <c:v>1650</c:v>
                </c:pt>
                <c:pt idx="1454">
                  <c:v>1650</c:v>
                </c:pt>
                <c:pt idx="1455">
                  <c:v>1650</c:v>
                </c:pt>
                <c:pt idx="1456">
                  <c:v>1650</c:v>
                </c:pt>
                <c:pt idx="1457">
                  <c:v>1650</c:v>
                </c:pt>
                <c:pt idx="1458">
                  <c:v>1650</c:v>
                </c:pt>
                <c:pt idx="1459">
                  <c:v>1550</c:v>
                </c:pt>
                <c:pt idx="1460">
                  <c:v>1550</c:v>
                </c:pt>
                <c:pt idx="1461">
                  <c:v>1550</c:v>
                </c:pt>
                <c:pt idx="1462">
                  <c:v>1550</c:v>
                </c:pt>
                <c:pt idx="1463">
                  <c:v>1550</c:v>
                </c:pt>
                <c:pt idx="1464">
                  <c:v>1550</c:v>
                </c:pt>
                <c:pt idx="1465">
                  <c:v>1550</c:v>
                </c:pt>
                <c:pt idx="1466">
                  <c:v>1550</c:v>
                </c:pt>
                <c:pt idx="1467">
                  <c:v>1550</c:v>
                </c:pt>
                <c:pt idx="1468">
                  <c:v>1550</c:v>
                </c:pt>
                <c:pt idx="1469">
                  <c:v>1550</c:v>
                </c:pt>
                <c:pt idx="1470">
                  <c:v>1550</c:v>
                </c:pt>
                <c:pt idx="1471">
                  <c:v>1550</c:v>
                </c:pt>
                <c:pt idx="1472">
                  <c:v>1700</c:v>
                </c:pt>
                <c:pt idx="1473">
                  <c:v>1700</c:v>
                </c:pt>
                <c:pt idx="1474">
                  <c:v>1700</c:v>
                </c:pt>
                <c:pt idx="1475">
                  <c:v>1700</c:v>
                </c:pt>
                <c:pt idx="1476">
                  <c:v>1700</c:v>
                </c:pt>
                <c:pt idx="1477">
                  <c:v>1700</c:v>
                </c:pt>
                <c:pt idx="1478">
                  <c:v>1700</c:v>
                </c:pt>
                <c:pt idx="1479">
                  <c:v>1700</c:v>
                </c:pt>
                <c:pt idx="1480">
                  <c:v>1700</c:v>
                </c:pt>
                <c:pt idx="1481">
                  <c:v>1700</c:v>
                </c:pt>
                <c:pt idx="1482">
                  <c:v>1700</c:v>
                </c:pt>
                <c:pt idx="1483">
                  <c:v>1700</c:v>
                </c:pt>
                <c:pt idx="1484">
                  <c:v>1700</c:v>
                </c:pt>
                <c:pt idx="1485">
                  <c:v>1700</c:v>
                </c:pt>
                <c:pt idx="1486">
                  <c:v>1700</c:v>
                </c:pt>
                <c:pt idx="1487">
                  <c:v>1700</c:v>
                </c:pt>
                <c:pt idx="1488">
                  <c:v>1700</c:v>
                </c:pt>
                <c:pt idx="1489">
                  <c:v>1700</c:v>
                </c:pt>
                <c:pt idx="1490">
                  <c:v>1700</c:v>
                </c:pt>
                <c:pt idx="1491">
                  <c:v>1700</c:v>
                </c:pt>
                <c:pt idx="1492">
                  <c:v>1700</c:v>
                </c:pt>
                <c:pt idx="1493">
                  <c:v>1700</c:v>
                </c:pt>
                <c:pt idx="1494">
                  <c:v>1700</c:v>
                </c:pt>
                <c:pt idx="1495">
                  <c:v>1700</c:v>
                </c:pt>
                <c:pt idx="1496">
                  <c:v>1700</c:v>
                </c:pt>
                <c:pt idx="1497">
                  <c:v>1700</c:v>
                </c:pt>
                <c:pt idx="1498">
                  <c:v>1700</c:v>
                </c:pt>
                <c:pt idx="1499">
                  <c:v>1700</c:v>
                </c:pt>
                <c:pt idx="1500">
                  <c:v>1700</c:v>
                </c:pt>
                <c:pt idx="1501">
                  <c:v>1700</c:v>
                </c:pt>
                <c:pt idx="1502">
                  <c:v>1700</c:v>
                </c:pt>
                <c:pt idx="1503">
                  <c:v>1700</c:v>
                </c:pt>
                <c:pt idx="1504">
                  <c:v>1700</c:v>
                </c:pt>
                <c:pt idx="1505">
                  <c:v>1700</c:v>
                </c:pt>
                <c:pt idx="1506">
                  <c:v>1700</c:v>
                </c:pt>
                <c:pt idx="1507">
                  <c:v>1700</c:v>
                </c:pt>
                <c:pt idx="1508">
                  <c:v>1700</c:v>
                </c:pt>
                <c:pt idx="1509">
                  <c:v>1700</c:v>
                </c:pt>
                <c:pt idx="1510">
                  <c:v>1700</c:v>
                </c:pt>
                <c:pt idx="1511">
                  <c:v>1700</c:v>
                </c:pt>
                <c:pt idx="1512">
                  <c:v>1700</c:v>
                </c:pt>
                <c:pt idx="1513">
                  <c:v>1700</c:v>
                </c:pt>
                <c:pt idx="1514">
                  <c:v>1700</c:v>
                </c:pt>
                <c:pt idx="1515">
                  <c:v>1700</c:v>
                </c:pt>
                <c:pt idx="1516">
                  <c:v>1700</c:v>
                </c:pt>
                <c:pt idx="1517">
                  <c:v>1700</c:v>
                </c:pt>
                <c:pt idx="1518">
                  <c:v>1700</c:v>
                </c:pt>
                <c:pt idx="1519">
                  <c:v>1700</c:v>
                </c:pt>
                <c:pt idx="1520">
                  <c:v>1700</c:v>
                </c:pt>
                <c:pt idx="1521">
                  <c:v>1700</c:v>
                </c:pt>
                <c:pt idx="1522">
                  <c:v>1700</c:v>
                </c:pt>
                <c:pt idx="1523">
                  <c:v>1700</c:v>
                </c:pt>
                <c:pt idx="1524">
                  <c:v>1700</c:v>
                </c:pt>
                <c:pt idx="1525">
                  <c:v>1700</c:v>
                </c:pt>
                <c:pt idx="1526">
                  <c:v>1700</c:v>
                </c:pt>
                <c:pt idx="1527">
                  <c:v>1700</c:v>
                </c:pt>
                <c:pt idx="1528">
                  <c:v>1700</c:v>
                </c:pt>
                <c:pt idx="1529">
                  <c:v>1700</c:v>
                </c:pt>
                <c:pt idx="1530">
                  <c:v>1700</c:v>
                </c:pt>
                <c:pt idx="1531">
                  <c:v>1700</c:v>
                </c:pt>
                <c:pt idx="1532">
                  <c:v>1700</c:v>
                </c:pt>
                <c:pt idx="1533">
                  <c:v>1700</c:v>
                </c:pt>
                <c:pt idx="1534">
                  <c:v>1700</c:v>
                </c:pt>
                <c:pt idx="1535">
                  <c:v>1700</c:v>
                </c:pt>
                <c:pt idx="1536">
                  <c:v>1700</c:v>
                </c:pt>
                <c:pt idx="1537">
                  <c:v>1700</c:v>
                </c:pt>
                <c:pt idx="1538">
                  <c:v>1700</c:v>
                </c:pt>
                <c:pt idx="1539">
                  <c:v>1700</c:v>
                </c:pt>
                <c:pt idx="1540">
                  <c:v>1700</c:v>
                </c:pt>
                <c:pt idx="1541">
                  <c:v>1700</c:v>
                </c:pt>
                <c:pt idx="1542">
                  <c:v>1700</c:v>
                </c:pt>
                <c:pt idx="1543">
                  <c:v>1700</c:v>
                </c:pt>
                <c:pt idx="1544">
                  <c:v>1700</c:v>
                </c:pt>
                <c:pt idx="1545">
                  <c:v>1700</c:v>
                </c:pt>
                <c:pt idx="1546">
                  <c:v>1700</c:v>
                </c:pt>
                <c:pt idx="1547">
                  <c:v>1700</c:v>
                </c:pt>
                <c:pt idx="1548">
                  <c:v>1700</c:v>
                </c:pt>
                <c:pt idx="1549">
                  <c:v>1700</c:v>
                </c:pt>
                <c:pt idx="1550">
                  <c:v>1700</c:v>
                </c:pt>
                <c:pt idx="1551">
                  <c:v>1700</c:v>
                </c:pt>
                <c:pt idx="1552">
                  <c:v>1700</c:v>
                </c:pt>
                <c:pt idx="1553">
                  <c:v>1700</c:v>
                </c:pt>
                <c:pt idx="1554">
                  <c:v>1700</c:v>
                </c:pt>
                <c:pt idx="1555">
                  <c:v>1700</c:v>
                </c:pt>
                <c:pt idx="1556">
                  <c:v>1700</c:v>
                </c:pt>
                <c:pt idx="1557">
                  <c:v>1700</c:v>
                </c:pt>
                <c:pt idx="1558">
                  <c:v>1700</c:v>
                </c:pt>
                <c:pt idx="1559">
                  <c:v>1700</c:v>
                </c:pt>
                <c:pt idx="1560">
                  <c:v>1950</c:v>
                </c:pt>
                <c:pt idx="1561">
                  <c:v>1950</c:v>
                </c:pt>
                <c:pt idx="1562">
                  <c:v>1950</c:v>
                </c:pt>
                <c:pt idx="1563">
                  <c:v>1950</c:v>
                </c:pt>
                <c:pt idx="1564">
                  <c:v>1950</c:v>
                </c:pt>
                <c:pt idx="1565">
                  <c:v>1950</c:v>
                </c:pt>
                <c:pt idx="1566">
                  <c:v>1950</c:v>
                </c:pt>
                <c:pt idx="1567">
                  <c:v>1950</c:v>
                </c:pt>
                <c:pt idx="1568">
                  <c:v>1950</c:v>
                </c:pt>
                <c:pt idx="1569">
                  <c:v>1950</c:v>
                </c:pt>
                <c:pt idx="1570">
                  <c:v>1950</c:v>
                </c:pt>
                <c:pt idx="1571">
                  <c:v>1950</c:v>
                </c:pt>
                <c:pt idx="1572">
                  <c:v>1950</c:v>
                </c:pt>
                <c:pt idx="1573">
                  <c:v>1950</c:v>
                </c:pt>
                <c:pt idx="1574">
                  <c:v>1950</c:v>
                </c:pt>
                <c:pt idx="1575">
                  <c:v>1950</c:v>
                </c:pt>
                <c:pt idx="1576">
                  <c:v>1950</c:v>
                </c:pt>
                <c:pt idx="1577">
                  <c:v>1950</c:v>
                </c:pt>
                <c:pt idx="1578">
                  <c:v>1950</c:v>
                </c:pt>
                <c:pt idx="1579">
                  <c:v>1950</c:v>
                </c:pt>
                <c:pt idx="1580">
                  <c:v>1950</c:v>
                </c:pt>
                <c:pt idx="1581">
                  <c:v>1950</c:v>
                </c:pt>
                <c:pt idx="1582">
                  <c:v>1950</c:v>
                </c:pt>
                <c:pt idx="1583">
                  <c:v>1950</c:v>
                </c:pt>
                <c:pt idx="1584">
                  <c:v>1950</c:v>
                </c:pt>
                <c:pt idx="1585">
                  <c:v>1950</c:v>
                </c:pt>
                <c:pt idx="1586">
                  <c:v>1950</c:v>
                </c:pt>
                <c:pt idx="1587">
                  <c:v>1950</c:v>
                </c:pt>
                <c:pt idx="1588">
                  <c:v>1950</c:v>
                </c:pt>
                <c:pt idx="1589">
                  <c:v>1950</c:v>
                </c:pt>
                <c:pt idx="1590">
                  <c:v>1950</c:v>
                </c:pt>
                <c:pt idx="1591">
                  <c:v>1950</c:v>
                </c:pt>
                <c:pt idx="1592">
                  <c:v>1950</c:v>
                </c:pt>
                <c:pt idx="1593">
                  <c:v>1950</c:v>
                </c:pt>
                <c:pt idx="1594">
                  <c:v>1950</c:v>
                </c:pt>
                <c:pt idx="1595">
                  <c:v>1950</c:v>
                </c:pt>
                <c:pt idx="1596">
                  <c:v>1950</c:v>
                </c:pt>
                <c:pt idx="1597">
                  <c:v>1950</c:v>
                </c:pt>
                <c:pt idx="1598">
                  <c:v>1950</c:v>
                </c:pt>
                <c:pt idx="1599">
                  <c:v>1950</c:v>
                </c:pt>
                <c:pt idx="1600">
                  <c:v>1950</c:v>
                </c:pt>
                <c:pt idx="1601">
                  <c:v>1950</c:v>
                </c:pt>
                <c:pt idx="1602">
                  <c:v>1950</c:v>
                </c:pt>
                <c:pt idx="1603">
                  <c:v>1950</c:v>
                </c:pt>
                <c:pt idx="1604">
                  <c:v>1950</c:v>
                </c:pt>
                <c:pt idx="1605">
                  <c:v>1950</c:v>
                </c:pt>
                <c:pt idx="1606">
                  <c:v>1950</c:v>
                </c:pt>
                <c:pt idx="1607">
                  <c:v>1950</c:v>
                </c:pt>
                <c:pt idx="1608">
                  <c:v>1950</c:v>
                </c:pt>
                <c:pt idx="1609">
                  <c:v>1950</c:v>
                </c:pt>
                <c:pt idx="1610">
                  <c:v>1950</c:v>
                </c:pt>
                <c:pt idx="1611">
                  <c:v>1950</c:v>
                </c:pt>
                <c:pt idx="1612">
                  <c:v>1950</c:v>
                </c:pt>
                <c:pt idx="1613">
                  <c:v>1950</c:v>
                </c:pt>
                <c:pt idx="1614">
                  <c:v>1950</c:v>
                </c:pt>
                <c:pt idx="1615">
                  <c:v>1950</c:v>
                </c:pt>
                <c:pt idx="1616">
                  <c:v>1950</c:v>
                </c:pt>
                <c:pt idx="1617">
                  <c:v>1950</c:v>
                </c:pt>
                <c:pt idx="1618">
                  <c:v>1950</c:v>
                </c:pt>
                <c:pt idx="1619">
                  <c:v>1950</c:v>
                </c:pt>
                <c:pt idx="1620">
                  <c:v>1950</c:v>
                </c:pt>
                <c:pt idx="1621">
                  <c:v>1950</c:v>
                </c:pt>
                <c:pt idx="1622">
                  <c:v>1950</c:v>
                </c:pt>
                <c:pt idx="1623">
                  <c:v>1950</c:v>
                </c:pt>
                <c:pt idx="1624">
                  <c:v>1950</c:v>
                </c:pt>
                <c:pt idx="1625">
                  <c:v>1950</c:v>
                </c:pt>
                <c:pt idx="1626">
                  <c:v>1950</c:v>
                </c:pt>
                <c:pt idx="1627">
                  <c:v>1950</c:v>
                </c:pt>
                <c:pt idx="1628">
                  <c:v>1950</c:v>
                </c:pt>
                <c:pt idx="1629">
                  <c:v>1950</c:v>
                </c:pt>
                <c:pt idx="1630">
                  <c:v>1950</c:v>
                </c:pt>
                <c:pt idx="1631">
                  <c:v>1950</c:v>
                </c:pt>
                <c:pt idx="1632">
                  <c:v>1950</c:v>
                </c:pt>
                <c:pt idx="1633">
                  <c:v>1950</c:v>
                </c:pt>
                <c:pt idx="1634">
                  <c:v>1950</c:v>
                </c:pt>
                <c:pt idx="1635">
                  <c:v>1950</c:v>
                </c:pt>
                <c:pt idx="1636">
                  <c:v>1950</c:v>
                </c:pt>
                <c:pt idx="1637">
                  <c:v>1950</c:v>
                </c:pt>
                <c:pt idx="1638">
                  <c:v>1950</c:v>
                </c:pt>
                <c:pt idx="1639">
                  <c:v>1950</c:v>
                </c:pt>
                <c:pt idx="1640">
                  <c:v>1950</c:v>
                </c:pt>
                <c:pt idx="1641">
                  <c:v>1950</c:v>
                </c:pt>
                <c:pt idx="1642">
                  <c:v>1950</c:v>
                </c:pt>
                <c:pt idx="1643">
                  <c:v>1950</c:v>
                </c:pt>
                <c:pt idx="1644">
                  <c:v>1950</c:v>
                </c:pt>
                <c:pt idx="1645">
                  <c:v>1950</c:v>
                </c:pt>
                <c:pt idx="1646">
                  <c:v>1950</c:v>
                </c:pt>
                <c:pt idx="1647">
                  <c:v>1950</c:v>
                </c:pt>
                <c:pt idx="1648">
                  <c:v>1950</c:v>
                </c:pt>
                <c:pt idx="1649">
                  <c:v>1950</c:v>
                </c:pt>
                <c:pt idx="1650">
                  <c:v>1950</c:v>
                </c:pt>
                <c:pt idx="1651">
                  <c:v>1950</c:v>
                </c:pt>
                <c:pt idx="1652">
                  <c:v>1950</c:v>
                </c:pt>
                <c:pt idx="1653">
                  <c:v>1950</c:v>
                </c:pt>
                <c:pt idx="1654">
                  <c:v>1950</c:v>
                </c:pt>
                <c:pt idx="1655">
                  <c:v>1950</c:v>
                </c:pt>
                <c:pt idx="1656">
                  <c:v>1950</c:v>
                </c:pt>
                <c:pt idx="1657">
                  <c:v>1950</c:v>
                </c:pt>
                <c:pt idx="1658">
                  <c:v>1950</c:v>
                </c:pt>
                <c:pt idx="1659">
                  <c:v>1950</c:v>
                </c:pt>
                <c:pt idx="1660">
                  <c:v>1950</c:v>
                </c:pt>
                <c:pt idx="1661">
                  <c:v>1950</c:v>
                </c:pt>
                <c:pt idx="1662">
                  <c:v>1950</c:v>
                </c:pt>
                <c:pt idx="1663">
                  <c:v>1950</c:v>
                </c:pt>
                <c:pt idx="1664">
                  <c:v>1950</c:v>
                </c:pt>
                <c:pt idx="1665">
                  <c:v>1950</c:v>
                </c:pt>
                <c:pt idx="1666">
                  <c:v>1950</c:v>
                </c:pt>
                <c:pt idx="1667">
                  <c:v>1950</c:v>
                </c:pt>
                <c:pt idx="1668">
                  <c:v>1950</c:v>
                </c:pt>
                <c:pt idx="1669">
                  <c:v>1950</c:v>
                </c:pt>
                <c:pt idx="1670">
                  <c:v>1950</c:v>
                </c:pt>
                <c:pt idx="1671">
                  <c:v>1950</c:v>
                </c:pt>
                <c:pt idx="1672">
                  <c:v>1950</c:v>
                </c:pt>
                <c:pt idx="1673">
                  <c:v>1950</c:v>
                </c:pt>
                <c:pt idx="1674">
                  <c:v>1950</c:v>
                </c:pt>
                <c:pt idx="1675">
                  <c:v>1950</c:v>
                </c:pt>
                <c:pt idx="1676">
                  <c:v>1950</c:v>
                </c:pt>
              </c:numCache>
            </c:numRef>
          </c:val>
          <c:smooth val="1"/>
          <c:extLst xmlns:c16r2="http://schemas.microsoft.com/office/drawing/2015/06/chart">
            <c:ext xmlns:c16="http://schemas.microsoft.com/office/drawing/2014/chart" uri="{C3380CC4-5D6E-409C-BE32-E72D297353CC}">
              <c16:uniqueId val="{00000000-95DB-4E29-B23C-D5E14AD585BD}"/>
            </c:ext>
          </c:extLst>
        </c:ser>
        <c:dLbls>
          <c:showLegendKey val="0"/>
          <c:showVal val="0"/>
          <c:showCatName val="0"/>
          <c:showSerName val="0"/>
          <c:showPercent val="0"/>
          <c:showBubbleSize val="0"/>
        </c:dLbls>
        <c:smooth val="0"/>
        <c:axId val="868007184"/>
        <c:axId val="875924240"/>
      </c:lineChart>
      <c:dateAx>
        <c:axId val="868007184"/>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24240"/>
        <c:crosses val="autoZero"/>
        <c:auto val="0"/>
        <c:lblOffset val="100"/>
        <c:baseTimeUnit val="days"/>
      </c:dateAx>
      <c:valAx>
        <c:axId val="875924240"/>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68007184"/>
        <c:crosses val="autoZero"/>
        <c:crossBetween val="between"/>
        <c:majorUnit val="1000"/>
      </c:valAx>
      <c:spPr>
        <a:noFill/>
        <a:ln w="25400">
          <a:noFill/>
        </a:ln>
      </c:spPr>
    </c:plotArea>
    <c:legend>
      <c:legendPos val="t"/>
      <c:layout>
        <c:manualLayout>
          <c:xMode val="edge"/>
          <c:yMode val="edge"/>
          <c:x val="0"/>
          <c:y val="0"/>
          <c:w val="1"/>
          <c:h val="0.13114803274862882"/>
        </c:manualLayout>
      </c:layout>
      <c:overlay val="0"/>
      <c:spPr>
        <a:noFill/>
        <a:ln w="25400">
          <a:noFill/>
        </a:ln>
        <a:effectLst/>
      </c:spPr>
      <c:txPr>
        <a:bodyPr rot="0" spcFirstLastPara="0" vertOverflow="ellipsis" vert="horz" wrap="square" anchor="ctr" anchorCtr="1"/>
        <a:lstStyle/>
        <a:p>
          <a:pPr>
            <a:defRPr lang="zh-CN" sz="105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chemeClr val="bg1"/>
    </a:solidFill>
    <a:ln w="25400" cap="flat" cmpd="sng" algn="ctr">
      <a:noFill/>
      <a:prstDash val="solid"/>
      <a:round/>
    </a:ln>
  </c:spPr>
  <c:txPr>
    <a:bodyPr/>
    <a:lstStyle/>
    <a:p>
      <a:pPr>
        <a:defRPr lang="zh-CN" sz="900">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848710680322"/>
          <c:y val="0.11212245400321064"/>
          <c:w val="0.85517905908639502"/>
          <c:h val="0.79403161136435119"/>
        </c:manualLayout>
      </c:layout>
      <c:lineChart>
        <c:grouping val="standard"/>
        <c:varyColors val="0"/>
        <c:ser>
          <c:idx val="0"/>
          <c:order val="0"/>
          <c:tx>
            <c:strRef>
              <c:f>'图49-57'!$D$3</c:f>
              <c:strCache>
                <c:ptCount val="1"/>
                <c:pt idx="0">
                  <c:v>液氨（元/吨）</c:v>
                </c:pt>
              </c:strCache>
            </c:strRef>
          </c:tx>
          <c:spPr>
            <a:ln w="12700" cap="rnd" cmpd="sng" algn="ctr">
              <a:solidFill>
                <a:srgbClr val="E10000"/>
              </a:solidFill>
              <a:prstDash val="solid"/>
              <a:round/>
            </a:ln>
          </c:spPr>
          <c:marker>
            <c:symbol val="none"/>
          </c:marker>
          <c:cat>
            <c:numRef>
              <c:f>'图49-57'!$A$4:$A$1848</c:f>
              <c:numCache>
                <c:formatCode>yyyy/mm/dd;@</c:formatCode>
                <c:ptCount val="1845"/>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pt idx="1018">
                  <c:v>43580</c:v>
                </c:pt>
                <c:pt idx="1019">
                  <c:v>43579</c:v>
                </c:pt>
                <c:pt idx="1020">
                  <c:v>43578</c:v>
                </c:pt>
                <c:pt idx="1021">
                  <c:v>43577</c:v>
                </c:pt>
                <c:pt idx="1022">
                  <c:v>43574</c:v>
                </c:pt>
                <c:pt idx="1023">
                  <c:v>43573</c:v>
                </c:pt>
                <c:pt idx="1024">
                  <c:v>43572</c:v>
                </c:pt>
                <c:pt idx="1025">
                  <c:v>43571</c:v>
                </c:pt>
                <c:pt idx="1026">
                  <c:v>43570</c:v>
                </c:pt>
                <c:pt idx="1027">
                  <c:v>43567</c:v>
                </c:pt>
                <c:pt idx="1028">
                  <c:v>43566</c:v>
                </c:pt>
                <c:pt idx="1029">
                  <c:v>43565</c:v>
                </c:pt>
                <c:pt idx="1030">
                  <c:v>43564</c:v>
                </c:pt>
                <c:pt idx="1031">
                  <c:v>43563</c:v>
                </c:pt>
                <c:pt idx="1032">
                  <c:v>43559</c:v>
                </c:pt>
                <c:pt idx="1033">
                  <c:v>43558</c:v>
                </c:pt>
                <c:pt idx="1034">
                  <c:v>43557</c:v>
                </c:pt>
                <c:pt idx="1035">
                  <c:v>43556</c:v>
                </c:pt>
                <c:pt idx="1036">
                  <c:v>43553</c:v>
                </c:pt>
                <c:pt idx="1037">
                  <c:v>43552</c:v>
                </c:pt>
                <c:pt idx="1038">
                  <c:v>43551</c:v>
                </c:pt>
                <c:pt idx="1039">
                  <c:v>43550</c:v>
                </c:pt>
                <c:pt idx="1040">
                  <c:v>43549</c:v>
                </c:pt>
                <c:pt idx="1041">
                  <c:v>43546</c:v>
                </c:pt>
                <c:pt idx="1042">
                  <c:v>43545</c:v>
                </c:pt>
                <c:pt idx="1043">
                  <c:v>43544</c:v>
                </c:pt>
                <c:pt idx="1044">
                  <c:v>43543</c:v>
                </c:pt>
                <c:pt idx="1045">
                  <c:v>43542</c:v>
                </c:pt>
                <c:pt idx="1046">
                  <c:v>43539</c:v>
                </c:pt>
                <c:pt idx="1047">
                  <c:v>43538</c:v>
                </c:pt>
                <c:pt idx="1048">
                  <c:v>43537</c:v>
                </c:pt>
                <c:pt idx="1049">
                  <c:v>43536</c:v>
                </c:pt>
                <c:pt idx="1050">
                  <c:v>43535</c:v>
                </c:pt>
                <c:pt idx="1051">
                  <c:v>43532</c:v>
                </c:pt>
                <c:pt idx="1052">
                  <c:v>43531</c:v>
                </c:pt>
                <c:pt idx="1053">
                  <c:v>43530</c:v>
                </c:pt>
                <c:pt idx="1054">
                  <c:v>43529</c:v>
                </c:pt>
                <c:pt idx="1055">
                  <c:v>43528</c:v>
                </c:pt>
                <c:pt idx="1056">
                  <c:v>43525</c:v>
                </c:pt>
                <c:pt idx="1057">
                  <c:v>43524</c:v>
                </c:pt>
                <c:pt idx="1058">
                  <c:v>43523</c:v>
                </c:pt>
                <c:pt idx="1059">
                  <c:v>43522</c:v>
                </c:pt>
                <c:pt idx="1060">
                  <c:v>43521</c:v>
                </c:pt>
                <c:pt idx="1061">
                  <c:v>43518</c:v>
                </c:pt>
                <c:pt idx="1062">
                  <c:v>43517</c:v>
                </c:pt>
                <c:pt idx="1063">
                  <c:v>43516</c:v>
                </c:pt>
                <c:pt idx="1064">
                  <c:v>43515</c:v>
                </c:pt>
                <c:pt idx="1065">
                  <c:v>43514</c:v>
                </c:pt>
                <c:pt idx="1066">
                  <c:v>43511</c:v>
                </c:pt>
                <c:pt idx="1067">
                  <c:v>43510</c:v>
                </c:pt>
                <c:pt idx="1068">
                  <c:v>43509</c:v>
                </c:pt>
                <c:pt idx="1069">
                  <c:v>43508</c:v>
                </c:pt>
                <c:pt idx="1070">
                  <c:v>43507</c:v>
                </c:pt>
                <c:pt idx="1071">
                  <c:v>43499</c:v>
                </c:pt>
                <c:pt idx="1072">
                  <c:v>43498</c:v>
                </c:pt>
                <c:pt idx="1073">
                  <c:v>43497</c:v>
                </c:pt>
                <c:pt idx="1074">
                  <c:v>43496</c:v>
                </c:pt>
                <c:pt idx="1075">
                  <c:v>43495</c:v>
                </c:pt>
                <c:pt idx="1076">
                  <c:v>43494</c:v>
                </c:pt>
                <c:pt idx="1077">
                  <c:v>43493</c:v>
                </c:pt>
                <c:pt idx="1078">
                  <c:v>43490</c:v>
                </c:pt>
                <c:pt idx="1079">
                  <c:v>43489</c:v>
                </c:pt>
                <c:pt idx="1080">
                  <c:v>43488</c:v>
                </c:pt>
                <c:pt idx="1081">
                  <c:v>43487</c:v>
                </c:pt>
                <c:pt idx="1082">
                  <c:v>43486</c:v>
                </c:pt>
                <c:pt idx="1083">
                  <c:v>43483</c:v>
                </c:pt>
                <c:pt idx="1084">
                  <c:v>43482</c:v>
                </c:pt>
                <c:pt idx="1085">
                  <c:v>43481</c:v>
                </c:pt>
                <c:pt idx="1086">
                  <c:v>43480</c:v>
                </c:pt>
                <c:pt idx="1087">
                  <c:v>43479</c:v>
                </c:pt>
                <c:pt idx="1088">
                  <c:v>43476</c:v>
                </c:pt>
                <c:pt idx="1089">
                  <c:v>43475</c:v>
                </c:pt>
                <c:pt idx="1090">
                  <c:v>43474</c:v>
                </c:pt>
                <c:pt idx="1091">
                  <c:v>43473</c:v>
                </c:pt>
                <c:pt idx="1092">
                  <c:v>43472</c:v>
                </c:pt>
                <c:pt idx="1093">
                  <c:v>43469</c:v>
                </c:pt>
                <c:pt idx="1094">
                  <c:v>43468</c:v>
                </c:pt>
                <c:pt idx="1095">
                  <c:v>43467</c:v>
                </c:pt>
                <c:pt idx="1096">
                  <c:v>43463</c:v>
                </c:pt>
                <c:pt idx="1097">
                  <c:v>43462</c:v>
                </c:pt>
                <c:pt idx="1098">
                  <c:v>43461</c:v>
                </c:pt>
                <c:pt idx="1099">
                  <c:v>43460</c:v>
                </c:pt>
                <c:pt idx="1100">
                  <c:v>43459</c:v>
                </c:pt>
                <c:pt idx="1101">
                  <c:v>43458</c:v>
                </c:pt>
                <c:pt idx="1102">
                  <c:v>43455</c:v>
                </c:pt>
                <c:pt idx="1103">
                  <c:v>43454</c:v>
                </c:pt>
                <c:pt idx="1104">
                  <c:v>43453</c:v>
                </c:pt>
                <c:pt idx="1105">
                  <c:v>43452</c:v>
                </c:pt>
                <c:pt idx="1106">
                  <c:v>43451</c:v>
                </c:pt>
                <c:pt idx="1107">
                  <c:v>43448</c:v>
                </c:pt>
                <c:pt idx="1108">
                  <c:v>43447</c:v>
                </c:pt>
                <c:pt idx="1109">
                  <c:v>43446</c:v>
                </c:pt>
                <c:pt idx="1110">
                  <c:v>43445</c:v>
                </c:pt>
                <c:pt idx="1111">
                  <c:v>43444</c:v>
                </c:pt>
                <c:pt idx="1112">
                  <c:v>43441</c:v>
                </c:pt>
                <c:pt idx="1113">
                  <c:v>43440</c:v>
                </c:pt>
                <c:pt idx="1114">
                  <c:v>43439</c:v>
                </c:pt>
                <c:pt idx="1115">
                  <c:v>43438</c:v>
                </c:pt>
                <c:pt idx="1116">
                  <c:v>43437</c:v>
                </c:pt>
                <c:pt idx="1117">
                  <c:v>43434</c:v>
                </c:pt>
                <c:pt idx="1118">
                  <c:v>43433</c:v>
                </c:pt>
                <c:pt idx="1119">
                  <c:v>43432</c:v>
                </c:pt>
                <c:pt idx="1120">
                  <c:v>43431</c:v>
                </c:pt>
                <c:pt idx="1121">
                  <c:v>43430</c:v>
                </c:pt>
                <c:pt idx="1122">
                  <c:v>43427</c:v>
                </c:pt>
                <c:pt idx="1123">
                  <c:v>43426</c:v>
                </c:pt>
                <c:pt idx="1124">
                  <c:v>43425</c:v>
                </c:pt>
                <c:pt idx="1125">
                  <c:v>43424</c:v>
                </c:pt>
                <c:pt idx="1126">
                  <c:v>43423</c:v>
                </c:pt>
                <c:pt idx="1127">
                  <c:v>43420</c:v>
                </c:pt>
                <c:pt idx="1128">
                  <c:v>43419</c:v>
                </c:pt>
                <c:pt idx="1129">
                  <c:v>43418</c:v>
                </c:pt>
                <c:pt idx="1130">
                  <c:v>43417</c:v>
                </c:pt>
                <c:pt idx="1131">
                  <c:v>43416</c:v>
                </c:pt>
                <c:pt idx="1132">
                  <c:v>43413</c:v>
                </c:pt>
                <c:pt idx="1133">
                  <c:v>43412</c:v>
                </c:pt>
                <c:pt idx="1134">
                  <c:v>43411</c:v>
                </c:pt>
                <c:pt idx="1135">
                  <c:v>43410</c:v>
                </c:pt>
                <c:pt idx="1136">
                  <c:v>43409</c:v>
                </c:pt>
                <c:pt idx="1137">
                  <c:v>43406</c:v>
                </c:pt>
                <c:pt idx="1138">
                  <c:v>43405</c:v>
                </c:pt>
                <c:pt idx="1139">
                  <c:v>43404</c:v>
                </c:pt>
                <c:pt idx="1140">
                  <c:v>43403</c:v>
                </c:pt>
                <c:pt idx="1141">
                  <c:v>43402</c:v>
                </c:pt>
                <c:pt idx="1142">
                  <c:v>43399</c:v>
                </c:pt>
                <c:pt idx="1143">
                  <c:v>43398</c:v>
                </c:pt>
                <c:pt idx="1144">
                  <c:v>43397</c:v>
                </c:pt>
                <c:pt idx="1145">
                  <c:v>43396</c:v>
                </c:pt>
                <c:pt idx="1146">
                  <c:v>43395</c:v>
                </c:pt>
                <c:pt idx="1147">
                  <c:v>43392</c:v>
                </c:pt>
                <c:pt idx="1148">
                  <c:v>43391</c:v>
                </c:pt>
                <c:pt idx="1149">
                  <c:v>43390</c:v>
                </c:pt>
                <c:pt idx="1150">
                  <c:v>43389</c:v>
                </c:pt>
                <c:pt idx="1151">
                  <c:v>43388</c:v>
                </c:pt>
                <c:pt idx="1152">
                  <c:v>43385</c:v>
                </c:pt>
                <c:pt idx="1153">
                  <c:v>43384</c:v>
                </c:pt>
                <c:pt idx="1154">
                  <c:v>43383</c:v>
                </c:pt>
                <c:pt idx="1155">
                  <c:v>43382</c:v>
                </c:pt>
                <c:pt idx="1156">
                  <c:v>43381</c:v>
                </c:pt>
                <c:pt idx="1157">
                  <c:v>43373</c:v>
                </c:pt>
                <c:pt idx="1158">
                  <c:v>43372</c:v>
                </c:pt>
                <c:pt idx="1159">
                  <c:v>43371</c:v>
                </c:pt>
                <c:pt idx="1160">
                  <c:v>43370</c:v>
                </c:pt>
                <c:pt idx="1161">
                  <c:v>43369</c:v>
                </c:pt>
                <c:pt idx="1162">
                  <c:v>43368</c:v>
                </c:pt>
                <c:pt idx="1163">
                  <c:v>43364</c:v>
                </c:pt>
                <c:pt idx="1164">
                  <c:v>43363</c:v>
                </c:pt>
                <c:pt idx="1165">
                  <c:v>43362</c:v>
                </c:pt>
                <c:pt idx="1166">
                  <c:v>43361</c:v>
                </c:pt>
                <c:pt idx="1167">
                  <c:v>43360</c:v>
                </c:pt>
                <c:pt idx="1168">
                  <c:v>43357</c:v>
                </c:pt>
                <c:pt idx="1169">
                  <c:v>43356</c:v>
                </c:pt>
                <c:pt idx="1170">
                  <c:v>43355</c:v>
                </c:pt>
                <c:pt idx="1171">
                  <c:v>43354</c:v>
                </c:pt>
                <c:pt idx="1172">
                  <c:v>43353</c:v>
                </c:pt>
                <c:pt idx="1173">
                  <c:v>43350</c:v>
                </c:pt>
                <c:pt idx="1174">
                  <c:v>43349</c:v>
                </c:pt>
                <c:pt idx="1175">
                  <c:v>43348</c:v>
                </c:pt>
                <c:pt idx="1176">
                  <c:v>43347</c:v>
                </c:pt>
                <c:pt idx="1177">
                  <c:v>43346</c:v>
                </c:pt>
                <c:pt idx="1178">
                  <c:v>43343</c:v>
                </c:pt>
                <c:pt idx="1179">
                  <c:v>43342</c:v>
                </c:pt>
                <c:pt idx="1180">
                  <c:v>43341</c:v>
                </c:pt>
                <c:pt idx="1181">
                  <c:v>43340</c:v>
                </c:pt>
                <c:pt idx="1182">
                  <c:v>43339</c:v>
                </c:pt>
                <c:pt idx="1183">
                  <c:v>43336</c:v>
                </c:pt>
                <c:pt idx="1184">
                  <c:v>43335</c:v>
                </c:pt>
                <c:pt idx="1185">
                  <c:v>43334</c:v>
                </c:pt>
                <c:pt idx="1186">
                  <c:v>43333</c:v>
                </c:pt>
                <c:pt idx="1187">
                  <c:v>43332</c:v>
                </c:pt>
                <c:pt idx="1188">
                  <c:v>43329</c:v>
                </c:pt>
                <c:pt idx="1189">
                  <c:v>43328</c:v>
                </c:pt>
                <c:pt idx="1190">
                  <c:v>43327</c:v>
                </c:pt>
                <c:pt idx="1191">
                  <c:v>43326</c:v>
                </c:pt>
                <c:pt idx="1192">
                  <c:v>43325</c:v>
                </c:pt>
                <c:pt idx="1193">
                  <c:v>43322</c:v>
                </c:pt>
                <c:pt idx="1194">
                  <c:v>43321</c:v>
                </c:pt>
                <c:pt idx="1195">
                  <c:v>43320</c:v>
                </c:pt>
                <c:pt idx="1196">
                  <c:v>43319</c:v>
                </c:pt>
                <c:pt idx="1197">
                  <c:v>43318</c:v>
                </c:pt>
                <c:pt idx="1198">
                  <c:v>43315</c:v>
                </c:pt>
                <c:pt idx="1199">
                  <c:v>43314</c:v>
                </c:pt>
                <c:pt idx="1200">
                  <c:v>43313</c:v>
                </c:pt>
                <c:pt idx="1201">
                  <c:v>43312</c:v>
                </c:pt>
                <c:pt idx="1202">
                  <c:v>43311</c:v>
                </c:pt>
                <c:pt idx="1203">
                  <c:v>43308</c:v>
                </c:pt>
                <c:pt idx="1204">
                  <c:v>43307</c:v>
                </c:pt>
                <c:pt idx="1205">
                  <c:v>43306</c:v>
                </c:pt>
                <c:pt idx="1206">
                  <c:v>43305</c:v>
                </c:pt>
                <c:pt idx="1207">
                  <c:v>43304</c:v>
                </c:pt>
                <c:pt idx="1208">
                  <c:v>43301</c:v>
                </c:pt>
                <c:pt idx="1209">
                  <c:v>43300</c:v>
                </c:pt>
                <c:pt idx="1210">
                  <c:v>43299</c:v>
                </c:pt>
                <c:pt idx="1211">
                  <c:v>43298</c:v>
                </c:pt>
                <c:pt idx="1212">
                  <c:v>43297</c:v>
                </c:pt>
                <c:pt idx="1213">
                  <c:v>43294</c:v>
                </c:pt>
                <c:pt idx="1214">
                  <c:v>43293</c:v>
                </c:pt>
                <c:pt idx="1215">
                  <c:v>43292</c:v>
                </c:pt>
                <c:pt idx="1216">
                  <c:v>43291</c:v>
                </c:pt>
                <c:pt idx="1217">
                  <c:v>43290</c:v>
                </c:pt>
                <c:pt idx="1218">
                  <c:v>43287</c:v>
                </c:pt>
                <c:pt idx="1219">
                  <c:v>43286</c:v>
                </c:pt>
                <c:pt idx="1220">
                  <c:v>43285</c:v>
                </c:pt>
                <c:pt idx="1221">
                  <c:v>43284</c:v>
                </c:pt>
                <c:pt idx="1222">
                  <c:v>43283</c:v>
                </c:pt>
                <c:pt idx="1223">
                  <c:v>43280</c:v>
                </c:pt>
                <c:pt idx="1224">
                  <c:v>43279</c:v>
                </c:pt>
                <c:pt idx="1225">
                  <c:v>43278</c:v>
                </c:pt>
                <c:pt idx="1226">
                  <c:v>43277</c:v>
                </c:pt>
                <c:pt idx="1227">
                  <c:v>43276</c:v>
                </c:pt>
                <c:pt idx="1228">
                  <c:v>43273</c:v>
                </c:pt>
                <c:pt idx="1229">
                  <c:v>43272</c:v>
                </c:pt>
                <c:pt idx="1230">
                  <c:v>43271</c:v>
                </c:pt>
                <c:pt idx="1231">
                  <c:v>43270</c:v>
                </c:pt>
                <c:pt idx="1232">
                  <c:v>43266</c:v>
                </c:pt>
                <c:pt idx="1233">
                  <c:v>43265</c:v>
                </c:pt>
                <c:pt idx="1234">
                  <c:v>43264</c:v>
                </c:pt>
                <c:pt idx="1235">
                  <c:v>43263</c:v>
                </c:pt>
                <c:pt idx="1236">
                  <c:v>43262</c:v>
                </c:pt>
                <c:pt idx="1237">
                  <c:v>43259</c:v>
                </c:pt>
                <c:pt idx="1238">
                  <c:v>43258</c:v>
                </c:pt>
                <c:pt idx="1239">
                  <c:v>43257</c:v>
                </c:pt>
                <c:pt idx="1240">
                  <c:v>43256</c:v>
                </c:pt>
                <c:pt idx="1241">
                  <c:v>43255</c:v>
                </c:pt>
                <c:pt idx="1242">
                  <c:v>43252</c:v>
                </c:pt>
                <c:pt idx="1243">
                  <c:v>43251</c:v>
                </c:pt>
                <c:pt idx="1244">
                  <c:v>43250</c:v>
                </c:pt>
                <c:pt idx="1245">
                  <c:v>43249</c:v>
                </c:pt>
                <c:pt idx="1246">
                  <c:v>43248</c:v>
                </c:pt>
                <c:pt idx="1247">
                  <c:v>43245</c:v>
                </c:pt>
                <c:pt idx="1248">
                  <c:v>43244</c:v>
                </c:pt>
                <c:pt idx="1249">
                  <c:v>43243</c:v>
                </c:pt>
                <c:pt idx="1250">
                  <c:v>43242</c:v>
                </c:pt>
                <c:pt idx="1251">
                  <c:v>43241</c:v>
                </c:pt>
                <c:pt idx="1252">
                  <c:v>43238</c:v>
                </c:pt>
                <c:pt idx="1253">
                  <c:v>43237</c:v>
                </c:pt>
                <c:pt idx="1254">
                  <c:v>43236</c:v>
                </c:pt>
                <c:pt idx="1255">
                  <c:v>43235</c:v>
                </c:pt>
                <c:pt idx="1256">
                  <c:v>43234</c:v>
                </c:pt>
                <c:pt idx="1257">
                  <c:v>43231</c:v>
                </c:pt>
                <c:pt idx="1258">
                  <c:v>43230</c:v>
                </c:pt>
                <c:pt idx="1259">
                  <c:v>43229</c:v>
                </c:pt>
                <c:pt idx="1260">
                  <c:v>43228</c:v>
                </c:pt>
                <c:pt idx="1261">
                  <c:v>43227</c:v>
                </c:pt>
                <c:pt idx="1262">
                  <c:v>43224</c:v>
                </c:pt>
                <c:pt idx="1263">
                  <c:v>43223</c:v>
                </c:pt>
                <c:pt idx="1264">
                  <c:v>43222</c:v>
                </c:pt>
                <c:pt idx="1265">
                  <c:v>43218</c:v>
                </c:pt>
                <c:pt idx="1266">
                  <c:v>43217</c:v>
                </c:pt>
                <c:pt idx="1267">
                  <c:v>43216</c:v>
                </c:pt>
                <c:pt idx="1268">
                  <c:v>43215</c:v>
                </c:pt>
                <c:pt idx="1269">
                  <c:v>43214</c:v>
                </c:pt>
                <c:pt idx="1270">
                  <c:v>43213</c:v>
                </c:pt>
                <c:pt idx="1271">
                  <c:v>43210</c:v>
                </c:pt>
                <c:pt idx="1272">
                  <c:v>43209</c:v>
                </c:pt>
                <c:pt idx="1273">
                  <c:v>43208</c:v>
                </c:pt>
                <c:pt idx="1274">
                  <c:v>43207</c:v>
                </c:pt>
                <c:pt idx="1275">
                  <c:v>43206</c:v>
                </c:pt>
                <c:pt idx="1276">
                  <c:v>43203</c:v>
                </c:pt>
                <c:pt idx="1277">
                  <c:v>43202</c:v>
                </c:pt>
                <c:pt idx="1278">
                  <c:v>43201</c:v>
                </c:pt>
                <c:pt idx="1279">
                  <c:v>43200</c:v>
                </c:pt>
                <c:pt idx="1280">
                  <c:v>43199</c:v>
                </c:pt>
                <c:pt idx="1281">
                  <c:v>43198</c:v>
                </c:pt>
                <c:pt idx="1282">
                  <c:v>43194</c:v>
                </c:pt>
                <c:pt idx="1283">
                  <c:v>43193</c:v>
                </c:pt>
                <c:pt idx="1284">
                  <c:v>43192</c:v>
                </c:pt>
                <c:pt idx="1285">
                  <c:v>43189</c:v>
                </c:pt>
                <c:pt idx="1286">
                  <c:v>43188</c:v>
                </c:pt>
                <c:pt idx="1287">
                  <c:v>43187</c:v>
                </c:pt>
                <c:pt idx="1288">
                  <c:v>43186</c:v>
                </c:pt>
                <c:pt idx="1289">
                  <c:v>43185</c:v>
                </c:pt>
                <c:pt idx="1290">
                  <c:v>43182</c:v>
                </c:pt>
                <c:pt idx="1291">
                  <c:v>43181</c:v>
                </c:pt>
                <c:pt idx="1292">
                  <c:v>43180</c:v>
                </c:pt>
                <c:pt idx="1293">
                  <c:v>43179</c:v>
                </c:pt>
                <c:pt idx="1294">
                  <c:v>43178</c:v>
                </c:pt>
                <c:pt idx="1295">
                  <c:v>43175</c:v>
                </c:pt>
                <c:pt idx="1296">
                  <c:v>43174</c:v>
                </c:pt>
                <c:pt idx="1297">
                  <c:v>43173</c:v>
                </c:pt>
                <c:pt idx="1298">
                  <c:v>43172</c:v>
                </c:pt>
                <c:pt idx="1299">
                  <c:v>43171</c:v>
                </c:pt>
                <c:pt idx="1300">
                  <c:v>43168</c:v>
                </c:pt>
                <c:pt idx="1301">
                  <c:v>43167</c:v>
                </c:pt>
                <c:pt idx="1302">
                  <c:v>43166</c:v>
                </c:pt>
                <c:pt idx="1303">
                  <c:v>43165</c:v>
                </c:pt>
                <c:pt idx="1304">
                  <c:v>43164</c:v>
                </c:pt>
                <c:pt idx="1305">
                  <c:v>43161</c:v>
                </c:pt>
                <c:pt idx="1306">
                  <c:v>43160</c:v>
                </c:pt>
                <c:pt idx="1307">
                  <c:v>43159</c:v>
                </c:pt>
                <c:pt idx="1308">
                  <c:v>43158</c:v>
                </c:pt>
                <c:pt idx="1309">
                  <c:v>43157</c:v>
                </c:pt>
                <c:pt idx="1310">
                  <c:v>43155</c:v>
                </c:pt>
                <c:pt idx="1311">
                  <c:v>43154</c:v>
                </c:pt>
                <c:pt idx="1312">
                  <c:v>43153</c:v>
                </c:pt>
                <c:pt idx="1313">
                  <c:v>43145</c:v>
                </c:pt>
                <c:pt idx="1314">
                  <c:v>43144</c:v>
                </c:pt>
                <c:pt idx="1315">
                  <c:v>43143</c:v>
                </c:pt>
                <c:pt idx="1316">
                  <c:v>43142</c:v>
                </c:pt>
                <c:pt idx="1317">
                  <c:v>43140</c:v>
                </c:pt>
                <c:pt idx="1318">
                  <c:v>43139</c:v>
                </c:pt>
                <c:pt idx="1319">
                  <c:v>43138</c:v>
                </c:pt>
                <c:pt idx="1320">
                  <c:v>43137</c:v>
                </c:pt>
                <c:pt idx="1321">
                  <c:v>43136</c:v>
                </c:pt>
                <c:pt idx="1322">
                  <c:v>43133</c:v>
                </c:pt>
                <c:pt idx="1323">
                  <c:v>43132</c:v>
                </c:pt>
                <c:pt idx="1324">
                  <c:v>43131</c:v>
                </c:pt>
                <c:pt idx="1325">
                  <c:v>43130</c:v>
                </c:pt>
                <c:pt idx="1326">
                  <c:v>43129</c:v>
                </c:pt>
                <c:pt idx="1327">
                  <c:v>43126</c:v>
                </c:pt>
                <c:pt idx="1328">
                  <c:v>43125</c:v>
                </c:pt>
                <c:pt idx="1329">
                  <c:v>43124</c:v>
                </c:pt>
                <c:pt idx="1330">
                  <c:v>43123</c:v>
                </c:pt>
                <c:pt idx="1331">
                  <c:v>43122</c:v>
                </c:pt>
                <c:pt idx="1332">
                  <c:v>43119</c:v>
                </c:pt>
                <c:pt idx="1333">
                  <c:v>43118</c:v>
                </c:pt>
                <c:pt idx="1334">
                  <c:v>43117</c:v>
                </c:pt>
                <c:pt idx="1335">
                  <c:v>43116</c:v>
                </c:pt>
                <c:pt idx="1336">
                  <c:v>43115</c:v>
                </c:pt>
                <c:pt idx="1337">
                  <c:v>43112</c:v>
                </c:pt>
                <c:pt idx="1338">
                  <c:v>43111</c:v>
                </c:pt>
                <c:pt idx="1339">
                  <c:v>43110</c:v>
                </c:pt>
                <c:pt idx="1340">
                  <c:v>43109</c:v>
                </c:pt>
                <c:pt idx="1341">
                  <c:v>43108</c:v>
                </c:pt>
                <c:pt idx="1342">
                  <c:v>43105</c:v>
                </c:pt>
                <c:pt idx="1343">
                  <c:v>43104</c:v>
                </c:pt>
                <c:pt idx="1344">
                  <c:v>43103</c:v>
                </c:pt>
                <c:pt idx="1345">
                  <c:v>43102</c:v>
                </c:pt>
                <c:pt idx="1346">
                  <c:v>43098</c:v>
                </c:pt>
                <c:pt idx="1347">
                  <c:v>43097</c:v>
                </c:pt>
                <c:pt idx="1348">
                  <c:v>43096</c:v>
                </c:pt>
                <c:pt idx="1349">
                  <c:v>43095</c:v>
                </c:pt>
                <c:pt idx="1350">
                  <c:v>43094</c:v>
                </c:pt>
                <c:pt idx="1351">
                  <c:v>43091</c:v>
                </c:pt>
                <c:pt idx="1352">
                  <c:v>43090</c:v>
                </c:pt>
                <c:pt idx="1353">
                  <c:v>43089</c:v>
                </c:pt>
                <c:pt idx="1354">
                  <c:v>43088</c:v>
                </c:pt>
                <c:pt idx="1355">
                  <c:v>43087</c:v>
                </c:pt>
                <c:pt idx="1356">
                  <c:v>43084</c:v>
                </c:pt>
                <c:pt idx="1357">
                  <c:v>43083</c:v>
                </c:pt>
                <c:pt idx="1358">
                  <c:v>43082</c:v>
                </c:pt>
                <c:pt idx="1359">
                  <c:v>43081</c:v>
                </c:pt>
                <c:pt idx="1360">
                  <c:v>43080</c:v>
                </c:pt>
                <c:pt idx="1361">
                  <c:v>43077</c:v>
                </c:pt>
                <c:pt idx="1362">
                  <c:v>43076</c:v>
                </c:pt>
                <c:pt idx="1363">
                  <c:v>43075</c:v>
                </c:pt>
                <c:pt idx="1364">
                  <c:v>43074</c:v>
                </c:pt>
                <c:pt idx="1365">
                  <c:v>43073</c:v>
                </c:pt>
                <c:pt idx="1366">
                  <c:v>43070</c:v>
                </c:pt>
                <c:pt idx="1367">
                  <c:v>43069</c:v>
                </c:pt>
                <c:pt idx="1368">
                  <c:v>43068</c:v>
                </c:pt>
                <c:pt idx="1369">
                  <c:v>43067</c:v>
                </c:pt>
                <c:pt idx="1370">
                  <c:v>43066</c:v>
                </c:pt>
                <c:pt idx="1371">
                  <c:v>43063</c:v>
                </c:pt>
                <c:pt idx="1372">
                  <c:v>43062</c:v>
                </c:pt>
                <c:pt idx="1373">
                  <c:v>43061</c:v>
                </c:pt>
                <c:pt idx="1374">
                  <c:v>43060</c:v>
                </c:pt>
                <c:pt idx="1375">
                  <c:v>43059</c:v>
                </c:pt>
                <c:pt idx="1376">
                  <c:v>43056</c:v>
                </c:pt>
                <c:pt idx="1377">
                  <c:v>43055</c:v>
                </c:pt>
                <c:pt idx="1378">
                  <c:v>43054</c:v>
                </c:pt>
                <c:pt idx="1379">
                  <c:v>43053</c:v>
                </c:pt>
                <c:pt idx="1380">
                  <c:v>43052</c:v>
                </c:pt>
                <c:pt idx="1381">
                  <c:v>43049</c:v>
                </c:pt>
                <c:pt idx="1382">
                  <c:v>43048</c:v>
                </c:pt>
                <c:pt idx="1383">
                  <c:v>43047</c:v>
                </c:pt>
                <c:pt idx="1384">
                  <c:v>43046</c:v>
                </c:pt>
                <c:pt idx="1385">
                  <c:v>43045</c:v>
                </c:pt>
                <c:pt idx="1386">
                  <c:v>43042</c:v>
                </c:pt>
                <c:pt idx="1387">
                  <c:v>43041</c:v>
                </c:pt>
                <c:pt idx="1388">
                  <c:v>43040</c:v>
                </c:pt>
                <c:pt idx="1389">
                  <c:v>43039</c:v>
                </c:pt>
                <c:pt idx="1390">
                  <c:v>43038</c:v>
                </c:pt>
                <c:pt idx="1391">
                  <c:v>43035</c:v>
                </c:pt>
                <c:pt idx="1392">
                  <c:v>43034</c:v>
                </c:pt>
                <c:pt idx="1393">
                  <c:v>43033</c:v>
                </c:pt>
                <c:pt idx="1394">
                  <c:v>43032</c:v>
                </c:pt>
                <c:pt idx="1395">
                  <c:v>43031</c:v>
                </c:pt>
                <c:pt idx="1396">
                  <c:v>43028</c:v>
                </c:pt>
                <c:pt idx="1397">
                  <c:v>43027</c:v>
                </c:pt>
                <c:pt idx="1398">
                  <c:v>43026</c:v>
                </c:pt>
                <c:pt idx="1399">
                  <c:v>43025</c:v>
                </c:pt>
                <c:pt idx="1400">
                  <c:v>43024</c:v>
                </c:pt>
                <c:pt idx="1401">
                  <c:v>43021</c:v>
                </c:pt>
                <c:pt idx="1402">
                  <c:v>43020</c:v>
                </c:pt>
                <c:pt idx="1403">
                  <c:v>43019</c:v>
                </c:pt>
                <c:pt idx="1404">
                  <c:v>43018</c:v>
                </c:pt>
                <c:pt idx="1405">
                  <c:v>43017</c:v>
                </c:pt>
                <c:pt idx="1406">
                  <c:v>43008</c:v>
                </c:pt>
                <c:pt idx="1407">
                  <c:v>43007</c:v>
                </c:pt>
                <c:pt idx="1408">
                  <c:v>43006</c:v>
                </c:pt>
                <c:pt idx="1409">
                  <c:v>43005</c:v>
                </c:pt>
                <c:pt idx="1410">
                  <c:v>43004</c:v>
                </c:pt>
                <c:pt idx="1411">
                  <c:v>43003</c:v>
                </c:pt>
                <c:pt idx="1412">
                  <c:v>43000</c:v>
                </c:pt>
                <c:pt idx="1413">
                  <c:v>42999</c:v>
                </c:pt>
                <c:pt idx="1414">
                  <c:v>42998</c:v>
                </c:pt>
                <c:pt idx="1415">
                  <c:v>42997</c:v>
                </c:pt>
                <c:pt idx="1416">
                  <c:v>42996</c:v>
                </c:pt>
                <c:pt idx="1417">
                  <c:v>42993</c:v>
                </c:pt>
                <c:pt idx="1418">
                  <c:v>42992</c:v>
                </c:pt>
                <c:pt idx="1419">
                  <c:v>42991</c:v>
                </c:pt>
                <c:pt idx="1420">
                  <c:v>42990</c:v>
                </c:pt>
                <c:pt idx="1421">
                  <c:v>42989</c:v>
                </c:pt>
                <c:pt idx="1422">
                  <c:v>42986</c:v>
                </c:pt>
                <c:pt idx="1423">
                  <c:v>42985</c:v>
                </c:pt>
                <c:pt idx="1424">
                  <c:v>42984</c:v>
                </c:pt>
                <c:pt idx="1425">
                  <c:v>42983</c:v>
                </c:pt>
                <c:pt idx="1426">
                  <c:v>42982</c:v>
                </c:pt>
                <c:pt idx="1427">
                  <c:v>42979</c:v>
                </c:pt>
                <c:pt idx="1428">
                  <c:v>42978</c:v>
                </c:pt>
                <c:pt idx="1429">
                  <c:v>42977</c:v>
                </c:pt>
                <c:pt idx="1430">
                  <c:v>42976</c:v>
                </c:pt>
                <c:pt idx="1431">
                  <c:v>42975</c:v>
                </c:pt>
                <c:pt idx="1432">
                  <c:v>42972</c:v>
                </c:pt>
                <c:pt idx="1433">
                  <c:v>42971</c:v>
                </c:pt>
                <c:pt idx="1434">
                  <c:v>42970</c:v>
                </c:pt>
                <c:pt idx="1435">
                  <c:v>42969</c:v>
                </c:pt>
                <c:pt idx="1436">
                  <c:v>42968</c:v>
                </c:pt>
                <c:pt idx="1437">
                  <c:v>42965</c:v>
                </c:pt>
                <c:pt idx="1438">
                  <c:v>42964</c:v>
                </c:pt>
                <c:pt idx="1439">
                  <c:v>42963</c:v>
                </c:pt>
                <c:pt idx="1440">
                  <c:v>42962</c:v>
                </c:pt>
                <c:pt idx="1441">
                  <c:v>42961</c:v>
                </c:pt>
                <c:pt idx="1442">
                  <c:v>42958</c:v>
                </c:pt>
                <c:pt idx="1443">
                  <c:v>42957</c:v>
                </c:pt>
                <c:pt idx="1444">
                  <c:v>42956</c:v>
                </c:pt>
                <c:pt idx="1445">
                  <c:v>42955</c:v>
                </c:pt>
                <c:pt idx="1446">
                  <c:v>42954</c:v>
                </c:pt>
                <c:pt idx="1447">
                  <c:v>42951</c:v>
                </c:pt>
                <c:pt idx="1448">
                  <c:v>42950</c:v>
                </c:pt>
                <c:pt idx="1449">
                  <c:v>42949</c:v>
                </c:pt>
                <c:pt idx="1450">
                  <c:v>42948</c:v>
                </c:pt>
                <c:pt idx="1451">
                  <c:v>42947</c:v>
                </c:pt>
                <c:pt idx="1452">
                  <c:v>42944</c:v>
                </c:pt>
                <c:pt idx="1453">
                  <c:v>42943</c:v>
                </c:pt>
                <c:pt idx="1454">
                  <c:v>42942</c:v>
                </c:pt>
                <c:pt idx="1455">
                  <c:v>42941</c:v>
                </c:pt>
                <c:pt idx="1456">
                  <c:v>42940</c:v>
                </c:pt>
                <c:pt idx="1457">
                  <c:v>42937</c:v>
                </c:pt>
                <c:pt idx="1458">
                  <c:v>42936</c:v>
                </c:pt>
                <c:pt idx="1459">
                  <c:v>42935</c:v>
                </c:pt>
                <c:pt idx="1460">
                  <c:v>42934</c:v>
                </c:pt>
                <c:pt idx="1461">
                  <c:v>42933</c:v>
                </c:pt>
                <c:pt idx="1462">
                  <c:v>42930</c:v>
                </c:pt>
                <c:pt idx="1463">
                  <c:v>42929</c:v>
                </c:pt>
                <c:pt idx="1464">
                  <c:v>42928</c:v>
                </c:pt>
                <c:pt idx="1465">
                  <c:v>42927</c:v>
                </c:pt>
                <c:pt idx="1466">
                  <c:v>42926</c:v>
                </c:pt>
                <c:pt idx="1467">
                  <c:v>42923</c:v>
                </c:pt>
                <c:pt idx="1468">
                  <c:v>42922</c:v>
                </c:pt>
                <c:pt idx="1469">
                  <c:v>42921</c:v>
                </c:pt>
                <c:pt idx="1470">
                  <c:v>42920</c:v>
                </c:pt>
                <c:pt idx="1471">
                  <c:v>42919</c:v>
                </c:pt>
                <c:pt idx="1472">
                  <c:v>42916</c:v>
                </c:pt>
                <c:pt idx="1473">
                  <c:v>42915</c:v>
                </c:pt>
                <c:pt idx="1474">
                  <c:v>42914</c:v>
                </c:pt>
                <c:pt idx="1475">
                  <c:v>42913</c:v>
                </c:pt>
                <c:pt idx="1476">
                  <c:v>42912</c:v>
                </c:pt>
                <c:pt idx="1477">
                  <c:v>42909</c:v>
                </c:pt>
                <c:pt idx="1478">
                  <c:v>42908</c:v>
                </c:pt>
                <c:pt idx="1479">
                  <c:v>42907</c:v>
                </c:pt>
                <c:pt idx="1480">
                  <c:v>42906</c:v>
                </c:pt>
                <c:pt idx="1481">
                  <c:v>42905</c:v>
                </c:pt>
                <c:pt idx="1482">
                  <c:v>42902</c:v>
                </c:pt>
                <c:pt idx="1483">
                  <c:v>42901</c:v>
                </c:pt>
                <c:pt idx="1484">
                  <c:v>42900</c:v>
                </c:pt>
                <c:pt idx="1485">
                  <c:v>42899</c:v>
                </c:pt>
                <c:pt idx="1486">
                  <c:v>42898</c:v>
                </c:pt>
                <c:pt idx="1487">
                  <c:v>42895</c:v>
                </c:pt>
                <c:pt idx="1488">
                  <c:v>42894</c:v>
                </c:pt>
                <c:pt idx="1489">
                  <c:v>42893</c:v>
                </c:pt>
                <c:pt idx="1490">
                  <c:v>42892</c:v>
                </c:pt>
                <c:pt idx="1491">
                  <c:v>42891</c:v>
                </c:pt>
                <c:pt idx="1492">
                  <c:v>42888</c:v>
                </c:pt>
                <c:pt idx="1493">
                  <c:v>42887</c:v>
                </c:pt>
                <c:pt idx="1494">
                  <c:v>42886</c:v>
                </c:pt>
                <c:pt idx="1495">
                  <c:v>42882</c:v>
                </c:pt>
                <c:pt idx="1496">
                  <c:v>42881</c:v>
                </c:pt>
                <c:pt idx="1497">
                  <c:v>42880</c:v>
                </c:pt>
                <c:pt idx="1498">
                  <c:v>42879</c:v>
                </c:pt>
                <c:pt idx="1499">
                  <c:v>42878</c:v>
                </c:pt>
                <c:pt idx="1500">
                  <c:v>42877</c:v>
                </c:pt>
                <c:pt idx="1501">
                  <c:v>42874</c:v>
                </c:pt>
                <c:pt idx="1502">
                  <c:v>42873</c:v>
                </c:pt>
                <c:pt idx="1503">
                  <c:v>42872</c:v>
                </c:pt>
                <c:pt idx="1504">
                  <c:v>42871</c:v>
                </c:pt>
                <c:pt idx="1505">
                  <c:v>42870</c:v>
                </c:pt>
                <c:pt idx="1506">
                  <c:v>42867</c:v>
                </c:pt>
                <c:pt idx="1507">
                  <c:v>42866</c:v>
                </c:pt>
                <c:pt idx="1508">
                  <c:v>42865</c:v>
                </c:pt>
                <c:pt idx="1509">
                  <c:v>42864</c:v>
                </c:pt>
                <c:pt idx="1510">
                  <c:v>42863</c:v>
                </c:pt>
                <c:pt idx="1511">
                  <c:v>42860</c:v>
                </c:pt>
                <c:pt idx="1512">
                  <c:v>42859</c:v>
                </c:pt>
                <c:pt idx="1513">
                  <c:v>42858</c:v>
                </c:pt>
                <c:pt idx="1514">
                  <c:v>42857</c:v>
                </c:pt>
                <c:pt idx="1515">
                  <c:v>42853</c:v>
                </c:pt>
                <c:pt idx="1516">
                  <c:v>42852</c:v>
                </c:pt>
                <c:pt idx="1517">
                  <c:v>42851</c:v>
                </c:pt>
                <c:pt idx="1518">
                  <c:v>42850</c:v>
                </c:pt>
                <c:pt idx="1519">
                  <c:v>42849</c:v>
                </c:pt>
                <c:pt idx="1520">
                  <c:v>42846</c:v>
                </c:pt>
                <c:pt idx="1521">
                  <c:v>42845</c:v>
                </c:pt>
                <c:pt idx="1522">
                  <c:v>42844</c:v>
                </c:pt>
                <c:pt idx="1523">
                  <c:v>42843</c:v>
                </c:pt>
                <c:pt idx="1524">
                  <c:v>42842</c:v>
                </c:pt>
                <c:pt idx="1525">
                  <c:v>42839</c:v>
                </c:pt>
                <c:pt idx="1526">
                  <c:v>42838</c:v>
                </c:pt>
                <c:pt idx="1527">
                  <c:v>42837</c:v>
                </c:pt>
                <c:pt idx="1528">
                  <c:v>42836</c:v>
                </c:pt>
                <c:pt idx="1529">
                  <c:v>42835</c:v>
                </c:pt>
                <c:pt idx="1530">
                  <c:v>42832</c:v>
                </c:pt>
                <c:pt idx="1531">
                  <c:v>42831</c:v>
                </c:pt>
                <c:pt idx="1532">
                  <c:v>42830</c:v>
                </c:pt>
                <c:pt idx="1533">
                  <c:v>42826</c:v>
                </c:pt>
                <c:pt idx="1534">
                  <c:v>42825</c:v>
                </c:pt>
                <c:pt idx="1535">
                  <c:v>42824</c:v>
                </c:pt>
                <c:pt idx="1536">
                  <c:v>42823</c:v>
                </c:pt>
                <c:pt idx="1537">
                  <c:v>42822</c:v>
                </c:pt>
                <c:pt idx="1538">
                  <c:v>42821</c:v>
                </c:pt>
                <c:pt idx="1539">
                  <c:v>42818</c:v>
                </c:pt>
                <c:pt idx="1540">
                  <c:v>42817</c:v>
                </c:pt>
                <c:pt idx="1541">
                  <c:v>42816</c:v>
                </c:pt>
                <c:pt idx="1542">
                  <c:v>42815</c:v>
                </c:pt>
                <c:pt idx="1543">
                  <c:v>42814</c:v>
                </c:pt>
                <c:pt idx="1544">
                  <c:v>42811</c:v>
                </c:pt>
                <c:pt idx="1545">
                  <c:v>42810</c:v>
                </c:pt>
                <c:pt idx="1546">
                  <c:v>42809</c:v>
                </c:pt>
                <c:pt idx="1547">
                  <c:v>42808</c:v>
                </c:pt>
                <c:pt idx="1548">
                  <c:v>42807</c:v>
                </c:pt>
                <c:pt idx="1549">
                  <c:v>42804</c:v>
                </c:pt>
                <c:pt idx="1550">
                  <c:v>42803</c:v>
                </c:pt>
                <c:pt idx="1551">
                  <c:v>42802</c:v>
                </c:pt>
                <c:pt idx="1552">
                  <c:v>42801</c:v>
                </c:pt>
                <c:pt idx="1553">
                  <c:v>42800</c:v>
                </c:pt>
                <c:pt idx="1554">
                  <c:v>42797</c:v>
                </c:pt>
                <c:pt idx="1555">
                  <c:v>42796</c:v>
                </c:pt>
                <c:pt idx="1556">
                  <c:v>42795</c:v>
                </c:pt>
                <c:pt idx="1557">
                  <c:v>42794</c:v>
                </c:pt>
                <c:pt idx="1558">
                  <c:v>42793</c:v>
                </c:pt>
                <c:pt idx="1559">
                  <c:v>42790</c:v>
                </c:pt>
                <c:pt idx="1560">
                  <c:v>42789</c:v>
                </c:pt>
                <c:pt idx="1561">
                  <c:v>42788</c:v>
                </c:pt>
                <c:pt idx="1562">
                  <c:v>42787</c:v>
                </c:pt>
                <c:pt idx="1563">
                  <c:v>42786</c:v>
                </c:pt>
                <c:pt idx="1564">
                  <c:v>42783</c:v>
                </c:pt>
                <c:pt idx="1565">
                  <c:v>42782</c:v>
                </c:pt>
                <c:pt idx="1566">
                  <c:v>42781</c:v>
                </c:pt>
                <c:pt idx="1567">
                  <c:v>42780</c:v>
                </c:pt>
                <c:pt idx="1568">
                  <c:v>42779</c:v>
                </c:pt>
                <c:pt idx="1569">
                  <c:v>42776</c:v>
                </c:pt>
                <c:pt idx="1570">
                  <c:v>42775</c:v>
                </c:pt>
                <c:pt idx="1571">
                  <c:v>42774</c:v>
                </c:pt>
                <c:pt idx="1572">
                  <c:v>42773</c:v>
                </c:pt>
                <c:pt idx="1573">
                  <c:v>42772</c:v>
                </c:pt>
                <c:pt idx="1574">
                  <c:v>42770</c:v>
                </c:pt>
                <c:pt idx="1575">
                  <c:v>42769</c:v>
                </c:pt>
                <c:pt idx="1576">
                  <c:v>42761</c:v>
                </c:pt>
                <c:pt idx="1577">
                  <c:v>42760</c:v>
                </c:pt>
                <c:pt idx="1578">
                  <c:v>42759</c:v>
                </c:pt>
                <c:pt idx="1579">
                  <c:v>42758</c:v>
                </c:pt>
                <c:pt idx="1580">
                  <c:v>42757</c:v>
                </c:pt>
                <c:pt idx="1581">
                  <c:v>42755</c:v>
                </c:pt>
                <c:pt idx="1582">
                  <c:v>42754</c:v>
                </c:pt>
                <c:pt idx="1583">
                  <c:v>42753</c:v>
                </c:pt>
                <c:pt idx="1584">
                  <c:v>42752</c:v>
                </c:pt>
                <c:pt idx="1585">
                  <c:v>42751</c:v>
                </c:pt>
                <c:pt idx="1586">
                  <c:v>42748</c:v>
                </c:pt>
                <c:pt idx="1587">
                  <c:v>42747</c:v>
                </c:pt>
                <c:pt idx="1588">
                  <c:v>42746</c:v>
                </c:pt>
                <c:pt idx="1589">
                  <c:v>42745</c:v>
                </c:pt>
                <c:pt idx="1590">
                  <c:v>42744</c:v>
                </c:pt>
                <c:pt idx="1591">
                  <c:v>42741</c:v>
                </c:pt>
                <c:pt idx="1592">
                  <c:v>42740</c:v>
                </c:pt>
                <c:pt idx="1593">
                  <c:v>42739</c:v>
                </c:pt>
                <c:pt idx="1594">
                  <c:v>42738</c:v>
                </c:pt>
                <c:pt idx="1595">
                  <c:v>42734</c:v>
                </c:pt>
                <c:pt idx="1596">
                  <c:v>42733</c:v>
                </c:pt>
                <c:pt idx="1597">
                  <c:v>42732</c:v>
                </c:pt>
                <c:pt idx="1598">
                  <c:v>42731</c:v>
                </c:pt>
                <c:pt idx="1599">
                  <c:v>42730</c:v>
                </c:pt>
                <c:pt idx="1600">
                  <c:v>42727</c:v>
                </c:pt>
                <c:pt idx="1601">
                  <c:v>42726</c:v>
                </c:pt>
                <c:pt idx="1602">
                  <c:v>42725</c:v>
                </c:pt>
                <c:pt idx="1603">
                  <c:v>42724</c:v>
                </c:pt>
                <c:pt idx="1604">
                  <c:v>42723</c:v>
                </c:pt>
                <c:pt idx="1605">
                  <c:v>42720</c:v>
                </c:pt>
                <c:pt idx="1606">
                  <c:v>42719</c:v>
                </c:pt>
                <c:pt idx="1607">
                  <c:v>42718</c:v>
                </c:pt>
                <c:pt idx="1608">
                  <c:v>42717</c:v>
                </c:pt>
                <c:pt idx="1609">
                  <c:v>42716</c:v>
                </c:pt>
                <c:pt idx="1610">
                  <c:v>42713</c:v>
                </c:pt>
                <c:pt idx="1611">
                  <c:v>42712</c:v>
                </c:pt>
                <c:pt idx="1612">
                  <c:v>42711</c:v>
                </c:pt>
                <c:pt idx="1613">
                  <c:v>42710</c:v>
                </c:pt>
                <c:pt idx="1614">
                  <c:v>42709</c:v>
                </c:pt>
                <c:pt idx="1615">
                  <c:v>42706</c:v>
                </c:pt>
                <c:pt idx="1616">
                  <c:v>42705</c:v>
                </c:pt>
                <c:pt idx="1617">
                  <c:v>42704</c:v>
                </c:pt>
                <c:pt idx="1618">
                  <c:v>42703</c:v>
                </c:pt>
                <c:pt idx="1619">
                  <c:v>42702</c:v>
                </c:pt>
                <c:pt idx="1620">
                  <c:v>42699</c:v>
                </c:pt>
                <c:pt idx="1621">
                  <c:v>42698</c:v>
                </c:pt>
                <c:pt idx="1622">
                  <c:v>42697</c:v>
                </c:pt>
                <c:pt idx="1623">
                  <c:v>42696</c:v>
                </c:pt>
                <c:pt idx="1624">
                  <c:v>42695</c:v>
                </c:pt>
                <c:pt idx="1625">
                  <c:v>42692</c:v>
                </c:pt>
                <c:pt idx="1626">
                  <c:v>42691</c:v>
                </c:pt>
                <c:pt idx="1627">
                  <c:v>42690</c:v>
                </c:pt>
                <c:pt idx="1628">
                  <c:v>42689</c:v>
                </c:pt>
                <c:pt idx="1629">
                  <c:v>42688</c:v>
                </c:pt>
                <c:pt idx="1630">
                  <c:v>42685</c:v>
                </c:pt>
                <c:pt idx="1631">
                  <c:v>42684</c:v>
                </c:pt>
                <c:pt idx="1632">
                  <c:v>42683</c:v>
                </c:pt>
                <c:pt idx="1633">
                  <c:v>42682</c:v>
                </c:pt>
                <c:pt idx="1634">
                  <c:v>42681</c:v>
                </c:pt>
                <c:pt idx="1635">
                  <c:v>42678</c:v>
                </c:pt>
                <c:pt idx="1636">
                  <c:v>42677</c:v>
                </c:pt>
                <c:pt idx="1637">
                  <c:v>42676</c:v>
                </c:pt>
                <c:pt idx="1638">
                  <c:v>42675</c:v>
                </c:pt>
                <c:pt idx="1639">
                  <c:v>42674</c:v>
                </c:pt>
                <c:pt idx="1640">
                  <c:v>42671</c:v>
                </c:pt>
                <c:pt idx="1641">
                  <c:v>42670</c:v>
                </c:pt>
                <c:pt idx="1642">
                  <c:v>42669</c:v>
                </c:pt>
                <c:pt idx="1643">
                  <c:v>42668</c:v>
                </c:pt>
                <c:pt idx="1644">
                  <c:v>42667</c:v>
                </c:pt>
                <c:pt idx="1645">
                  <c:v>42664</c:v>
                </c:pt>
                <c:pt idx="1646">
                  <c:v>42663</c:v>
                </c:pt>
                <c:pt idx="1647">
                  <c:v>42662</c:v>
                </c:pt>
                <c:pt idx="1648">
                  <c:v>42661</c:v>
                </c:pt>
                <c:pt idx="1649">
                  <c:v>42660</c:v>
                </c:pt>
                <c:pt idx="1650">
                  <c:v>42657</c:v>
                </c:pt>
                <c:pt idx="1651">
                  <c:v>42656</c:v>
                </c:pt>
                <c:pt idx="1652">
                  <c:v>42655</c:v>
                </c:pt>
                <c:pt idx="1653">
                  <c:v>42654</c:v>
                </c:pt>
                <c:pt idx="1654">
                  <c:v>42653</c:v>
                </c:pt>
                <c:pt idx="1655">
                  <c:v>42652</c:v>
                </c:pt>
                <c:pt idx="1656">
                  <c:v>42651</c:v>
                </c:pt>
                <c:pt idx="1657">
                  <c:v>42643</c:v>
                </c:pt>
                <c:pt idx="1658">
                  <c:v>42642</c:v>
                </c:pt>
                <c:pt idx="1659">
                  <c:v>42641</c:v>
                </c:pt>
                <c:pt idx="1660">
                  <c:v>42640</c:v>
                </c:pt>
                <c:pt idx="1661">
                  <c:v>42639</c:v>
                </c:pt>
                <c:pt idx="1662">
                  <c:v>42636</c:v>
                </c:pt>
                <c:pt idx="1663">
                  <c:v>42635</c:v>
                </c:pt>
                <c:pt idx="1664">
                  <c:v>42634</c:v>
                </c:pt>
                <c:pt idx="1665">
                  <c:v>42633</c:v>
                </c:pt>
                <c:pt idx="1666">
                  <c:v>42632</c:v>
                </c:pt>
                <c:pt idx="1667">
                  <c:v>42631</c:v>
                </c:pt>
                <c:pt idx="1668">
                  <c:v>42627</c:v>
                </c:pt>
                <c:pt idx="1669">
                  <c:v>42626</c:v>
                </c:pt>
                <c:pt idx="1670">
                  <c:v>42625</c:v>
                </c:pt>
                <c:pt idx="1671">
                  <c:v>42622</c:v>
                </c:pt>
                <c:pt idx="1672">
                  <c:v>42621</c:v>
                </c:pt>
                <c:pt idx="1673">
                  <c:v>42620</c:v>
                </c:pt>
                <c:pt idx="1674">
                  <c:v>42619</c:v>
                </c:pt>
                <c:pt idx="1675">
                  <c:v>42618</c:v>
                </c:pt>
                <c:pt idx="1676">
                  <c:v>42615</c:v>
                </c:pt>
                <c:pt idx="1677">
                  <c:v>42614</c:v>
                </c:pt>
                <c:pt idx="1678">
                  <c:v>42613</c:v>
                </c:pt>
                <c:pt idx="1679">
                  <c:v>42612</c:v>
                </c:pt>
                <c:pt idx="1680">
                  <c:v>42611</c:v>
                </c:pt>
                <c:pt idx="1681">
                  <c:v>42608</c:v>
                </c:pt>
                <c:pt idx="1682">
                  <c:v>42607</c:v>
                </c:pt>
                <c:pt idx="1683">
                  <c:v>42606</c:v>
                </c:pt>
                <c:pt idx="1684">
                  <c:v>42605</c:v>
                </c:pt>
                <c:pt idx="1685">
                  <c:v>42604</c:v>
                </c:pt>
                <c:pt idx="1686">
                  <c:v>42601</c:v>
                </c:pt>
                <c:pt idx="1687">
                  <c:v>42600</c:v>
                </c:pt>
                <c:pt idx="1688">
                  <c:v>42599</c:v>
                </c:pt>
                <c:pt idx="1689">
                  <c:v>42598</c:v>
                </c:pt>
                <c:pt idx="1690">
                  <c:v>42597</c:v>
                </c:pt>
                <c:pt idx="1691">
                  <c:v>42594</c:v>
                </c:pt>
                <c:pt idx="1692">
                  <c:v>42593</c:v>
                </c:pt>
                <c:pt idx="1693">
                  <c:v>42592</c:v>
                </c:pt>
                <c:pt idx="1694">
                  <c:v>42591</c:v>
                </c:pt>
                <c:pt idx="1695">
                  <c:v>42590</c:v>
                </c:pt>
                <c:pt idx="1696">
                  <c:v>42587</c:v>
                </c:pt>
                <c:pt idx="1697">
                  <c:v>42586</c:v>
                </c:pt>
                <c:pt idx="1698">
                  <c:v>42585</c:v>
                </c:pt>
                <c:pt idx="1699">
                  <c:v>42584</c:v>
                </c:pt>
                <c:pt idx="1700">
                  <c:v>42583</c:v>
                </c:pt>
                <c:pt idx="1701">
                  <c:v>42580</c:v>
                </c:pt>
                <c:pt idx="1702">
                  <c:v>42579</c:v>
                </c:pt>
                <c:pt idx="1703">
                  <c:v>42578</c:v>
                </c:pt>
                <c:pt idx="1704">
                  <c:v>42577</c:v>
                </c:pt>
                <c:pt idx="1705">
                  <c:v>42576</c:v>
                </c:pt>
                <c:pt idx="1706">
                  <c:v>42573</c:v>
                </c:pt>
                <c:pt idx="1707">
                  <c:v>42572</c:v>
                </c:pt>
                <c:pt idx="1708">
                  <c:v>42571</c:v>
                </c:pt>
                <c:pt idx="1709">
                  <c:v>42570</c:v>
                </c:pt>
                <c:pt idx="1710">
                  <c:v>42569</c:v>
                </c:pt>
                <c:pt idx="1711">
                  <c:v>42566</c:v>
                </c:pt>
                <c:pt idx="1712">
                  <c:v>42565</c:v>
                </c:pt>
                <c:pt idx="1713">
                  <c:v>42564</c:v>
                </c:pt>
                <c:pt idx="1714">
                  <c:v>42563</c:v>
                </c:pt>
                <c:pt idx="1715">
                  <c:v>42562</c:v>
                </c:pt>
                <c:pt idx="1716">
                  <c:v>42559</c:v>
                </c:pt>
                <c:pt idx="1717">
                  <c:v>42558</c:v>
                </c:pt>
                <c:pt idx="1718">
                  <c:v>42557</c:v>
                </c:pt>
                <c:pt idx="1719">
                  <c:v>42556</c:v>
                </c:pt>
                <c:pt idx="1720">
                  <c:v>42555</c:v>
                </c:pt>
                <c:pt idx="1721">
                  <c:v>42552</c:v>
                </c:pt>
                <c:pt idx="1722">
                  <c:v>42551</c:v>
                </c:pt>
                <c:pt idx="1723">
                  <c:v>42550</c:v>
                </c:pt>
                <c:pt idx="1724">
                  <c:v>42549</c:v>
                </c:pt>
                <c:pt idx="1725">
                  <c:v>42548</c:v>
                </c:pt>
                <c:pt idx="1726">
                  <c:v>42545</c:v>
                </c:pt>
                <c:pt idx="1727">
                  <c:v>42544</c:v>
                </c:pt>
                <c:pt idx="1728">
                  <c:v>42543</c:v>
                </c:pt>
                <c:pt idx="1729">
                  <c:v>42542</c:v>
                </c:pt>
                <c:pt idx="1730">
                  <c:v>42541</c:v>
                </c:pt>
                <c:pt idx="1731">
                  <c:v>42538</c:v>
                </c:pt>
                <c:pt idx="1732">
                  <c:v>42537</c:v>
                </c:pt>
                <c:pt idx="1733">
                  <c:v>42536</c:v>
                </c:pt>
                <c:pt idx="1734">
                  <c:v>42535</c:v>
                </c:pt>
                <c:pt idx="1735">
                  <c:v>42534</c:v>
                </c:pt>
                <c:pt idx="1736">
                  <c:v>42533</c:v>
                </c:pt>
                <c:pt idx="1737">
                  <c:v>42529</c:v>
                </c:pt>
                <c:pt idx="1738">
                  <c:v>42528</c:v>
                </c:pt>
                <c:pt idx="1739">
                  <c:v>42527</c:v>
                </c:pt>
                <c:pt idx="1740">
                  <c:v>42524</c:v>
                </c:pt>
                <c:pt idx="1741">
                  <c:v>42523</c:v>
                </c:pt>
                <c:pt idx="1742">
                  <c:v>42522</c:v>
                </c:pt>
                <c:pt idx="1743">
                  <c:v>42521</c:v>
                </c:pt>
                <c:pt idx="1744">
                  <c:v>42520</c:v>
                </c:pt>
                <c:pt idx="1745">
                  <c:v>42517</c:v>
                </c:pt>
                <c:pt idx="1746">
                  <c:v>42516</c:v>
                </c:pt>
                <c:pt idx="1747">
                  <c:v>42515</c:v>
                </c:pt>
                <c:pt idx="1748">
                  <c:v>42514</c:v>
                </c:pt>
                <c:pt idx="1749">
                  <c:v>42513</c:v>
                </c:pt>
                <c:pt idx="1750">
                  <c:v>42510</c:v>
                </c:pt>
                <c:pt idx="1751">
                  <c:v>42509</c:v>
                </c:pt>
                <c:pt idx="1752">
                  <c:v>42508</c:v>
                </c:pt>
                <c:pt idx="1753">
                  <c:v>42507</c:v>
                </c:pt>
                <c:pt idx="1754">
                  <c:v>42506</c:v>
                </c:pt>
                <c:pt idx="1755">
                  <c:v>42503</c:v>
                </c:pt>
                <c:pt idx="1756">
                  <c:v>42502</c:v>
                </c:pt>
                <c:pt idx="1757">
                  <c:v>42501</c:v>
                </c:pt>
                <c:pt idx="1758">
                  <c:v>42500</c:v>
                </c:pt>
                <c:pt idx="1759">
                  <c:v>42499</c:v>
                </c:pt>
                <c:pt idx="1760">
                  <c:v>42496</c:v>
                </c:pt>
                <c:pt idx="1761">
                  <c:v>42495</c:v>
                </c:pt>
                <c:pt idx="1762">
                  <c:v>42494</c:v>
                </c:pt>
                <c:pt idx="1763">
                  <c:v>42493</c:v>
                </c:pt>
                <c:pt idx="1764">
                  <c:v>42489</c:v>
                </c:pt>
                <c:pt idx="1765">
                  <c:v>42488</c:v>
                </c:pt>
                <c:pt idx="1766">
                  <c:v>42487</c:v>
                </c:pt>
                <c:pt idx="1767">
                  <c:v>42486</c:v>
                </c:pt>
                <c:pt idx="1768">
                  <c:v>42485</c:v>
                </c:pt>
                <c:pt idx="1769">
                  <c:v>42482</c:v>
                </c:pt>
                <c:pt idx="1770">
                  <c:v>42481</c:v>
                </c:pt>
                <c:pt idx="1771">
                  <c:v>42480</c:v>
                </c:pt>
                <c:pt idx="1772">
                  <c:v>42479</c:v>
                </c:pt>
                <c:pt idx="1773">
                  <c:v>42478</c:v>
                </c:pt>
                <c:pt idx="1774">
                  <c:v>42475</c:v>
                </c:pt>
                <c:pt idx="1775">
                  <c:v>42474</c:v>
                </c:pt>
                <c:pt idx="1776">
                  <c:v>42473</c:v>
                </c:pt>
                <c:pt idx="1777">
                  <c:v>42472</c:v>
                </c:pt>
                <c:pt idx="1778">
                  <c:v>42471</c:v>
                </c:pt>
                <c:pt idx="1779">
                  <c:v>42468</c:v>
                </c:pt>
                <c:pt idx="1780">
                  <c:v>42467</c:v>
                </c:pt>
                <c:pt idx="1781">
                  <c:v>42466</c:v>
                </c:pt>
                <c:pt idx="1782">
                  <c:v>42465</c:v>
                </c:pt>
                <c:pt idx="1783">
                  <c:v>42461</c:v>
                </c:pt>
                <c:pt idx="1784">
                  <c:v>42460</c:v>
                </c:pt>
                <c:pt idx="1785">
                  <c:v>42459</c:v>
                </c:pt>
                <c:pt idx="1786">
                  <c:v>42458</c:v>
                </c:pt>
                <c:pt idx="1787">
                  <c:v>42457</c:v>
                </c:pt>
                <c:pt idx="1788">
                  <c:v>42454</c:v>
                </c:pt>
                <c:pt idx="1789">
                  <c:v>42453</c:v>
                </c:pt>
                <c:pt idx="1790">
                  <c:v>42452</c:v>
                </c:pt>
                <c:pt idx="1791">
                  <c:v>42451</c:v>
                </c:pt>
                <c:pt idx="1792">
                  <c:v>42450</c:v>
                </c:pt>
                <c:pt idx="1793">
                  <c:v>42447</c:v>
                </c:pt>
                <c:pt idx="1794">
                  <c:v>42446</c:v>
                </c:pt>
                <c:pt idx="1795">
                  <c:v>42445</c:v>
                </c:pt>
                <c:pt idx="1796">
                  <c:v>42444</c:v>
                </c:pt>
                <c:pt idx="1797">
                  <c:v>42443</c:v>
                </c:pt>
                <c:pt idx="1798">
                  <c:v>42440</c:v>
                </c:pt>
                <c:pt idx="1799">
                  <c:v>42439</c:v>
                </c:pt>
                <c:pt idx="1800">
                  <c:v>42438</c:v>
                </c:pt>
                <c:pt idx="1801">
                  <c:v>42437</c:v>
                </c:pt>
                <c:pt idx="1802">
                  <c:v>42436</c:v>
                </c:pt>
                <c:pt idx="1803">
                  <c:v>42433</c:v>
                </c:pt>
                <c:pt idx="1804">
                  <c:v>42432</c:v>
                </c:pt>
                <c:pt idx="1805">
                  <c:v>42431</c:v>
                </c:pt>
                <c:pt idx="1806">
                  <c:v>42430</c:v>
                </c:pt>
                <c:pt idx="1807">
                  <c:v>42429</c:v>
                </c:pt>
                <c:pt idx="1808">
                  <c:v>42426</c:v>
                </c:pt>
                <c:pt idx="1809">
                  <c:v>42425</c:v>
                </c:pt>
                <c:pt idx="1810">
                  <c:v>42424</c:v>
                </c:pt>
                <c:pt idx="1811">
                  <c:v>42423</c:v>
                </c:pt>
                <c:pt idx="1812">
                  <c:v>42422</c:v>
                </c:pt>
                <c:pt idx="1813">
                  <c:v>42419</c:v>
                </c:pt>
                <c:pt idx="1814">
                  <c:v>42418</c:v>
                </c:pt>
                <c:pt idx="1815">
                  <c:v>42417</c:v>
                </c:pt>
                <c:pt idx="1816">
                  <c:v>42416</c:v>
                </c:pt>
                <c:pt idx="1817">
                  <c:v>42415</c:v>
                </c:pt>
                <c:pt idx="1818">
                  <c:v>42414</c:v>
                </c:pt>
                <c:pt idx="1819">
                  <c:v>42406</c:v>
                </c:pt>
                <c:pt idx="1820">
                  <c:v>42405</c:v>
                </c:pt>
                <c:pt idx="1821">
                  <c:v>42404</c:v>
                </c:pt>
                <c:pt idx="1822">
                  <c:v>42403</c:v>
                </c:pt>
                <c:pt idx="1823">
                  <c:v>42402</c:v>
                </c:pt>
                <c:pt idx="1824">
                  <c:v>42401</c:v>
                </c:pt>
                <c:pt idx="1825">
                  <c:v>42398</c:v>
                </c:pt>
                <c:pt idx="1826">
                  <c:v>42397</c:v>
                </c:pt>
                <c:pt idx="1827">
                  <c:v>42396</c:v>
                </c:pt>
                <c:pt idx="1828">
                  <c:v>42395</c:v>
                </c:pt>
                <c:pt idx="1829">
                  <c:v>42394</c:v>
                </c:pt>
                <c:pt idx="1830">
                  <c:v>42391</c:v>
                </c:pt>
                <c:pt idx="1831">
                  <c:v>42390</c:v>
                </c:pt>
                <c:pt idx="1832">
                  <c:v>42389</c:v>
                </c:pt>
                <c:pt idx="1833">
                  <c:v>42388</c:v>
                </c:pt>
                <c:pt idx="1834">
                  <c:v>42387</c:v>
                </c:pt>
                <c:pt idx="1835">
                  <c:v>42384</c:v>
                </c:pt>
                <c:pt idx="1836">
                  <c:v>42383</c:v>
                </c:pt>
                <c:pt idx="1837">
                  <c:v>42382</c:v>
                </c:pt>
                <c:pt idx="1838">
                  <c:v>42381</c:v>
                </c:pt>
                <c:pt idx="1839">
                  <c:v>42380</c:v>
                </c:pt>
                <c:pt idx="1840">
                  <c:v>42377</c:v>
                </c:pt>
                <c:pt idx="1841">
                  <c:v>42376</c:v>
                </c:pt>
                <c:pt idx="1842">
                  <c:v>42375</c:v>
                </c:pt>
                <c:pt idx="1843">
                  <c:v>42374</c:v>
                </c:pt>
                <c:pt idx="1844">
                  <c:v>42373</c:v>
                </c:pt>
              </c:numCache>
            </c:numRef>
          </c:cat>
          <c:val>
            <c:numRef>
              <c:f>'图49-57'!$D$172:$D$1848</c:f>
              <c:numCache>
                <c:formatCode>General</c:formatCode>
                <c:ptCount val="1677"/>
                <c:pt idx="0">
                  <c:v>3900</c:v>
                </c:pt>
                <c:pt idx="1">
                  <c:v>3900</c:v>
                </c:pt>
                <c:pt idx="2">
                  <c:v>3900</c:v>
                </c:pt>
                <c:pt idx="3">
                  <c:v>3900</c:v>
                </c:pt>
                <c:pt idx="4">
                  <c:v>3900</c:v>
                </c:pt>
                <c:pt idx="5">
                  <c:v>3900</c:v>
                </c:pt>
                <c:pt idx="6">
                  <c:v>3900</c:v>
                </c:pt>
                <c:pt idx="7">
                  <c:v>3650</c:v>
                </c:pt>
                <c:pt idx="8">
                  <c:v>3650</c:v>
                </c:pt>
                <c:pt idx="9">
                  <c:v>3650</c:v>
                </c:pt>
                <c:pt idx="10">
                  <c:v>3600</c:v>
                </c:pt>
                <c:pt idx="11">
                  <c:v>3550</c:v>
                </c:pt>
                <c:pt idx="12">
                  <c:v>3500</c:v>
                </c:pt>
                <c:pt idx="13">
                  <c:v>3500</c:v>
                </c:pt>
                <c:pt idx="14">
                  <c:v>3500</c:v>
                </c:pt>
                <c:pt idx="15">
                  <c:v>3500</c:v>
                </c:pt>
                <c:pt idx="16">
                  <c:v>3500</c:v>
                </c:pt>
                <c:pt idx="17">
                  <c:v>3500</c:v>
                </c:pt>
                <c:pt idx="18">
                  <c:v>3500</c:v>
                </c:pt>
                <c:pt idx="19">
                  <c:v>3500</c:v>
                </c:pt>
                <c:pt idx="20">
                  <c:v>3500</c:v>
                </c:pt>
                <c:pt idx="21">
                  <c:v>3500</c:v>
                </c:pt>
                <c:pt idx="22">
                  <c:v>3500</c:v>
                </c:pt>
                <c:pt idx="23">
                  <c:v>3500</c:v>
                </c:pt>
                <c:pt idx="24">
                  <c:v>3500</c:v>
                </c:pt>
                <c:pt idx="25">
                  <c:v>3500</c:v>
                </c:pt>
                <c:pt idx="26">
                  <c:v>3500</c:v>
                </c:pt>
                <c:pt idx="27">
                  <c:v>3500</c:v>
                </c:pt>
                <c:pt idx="28">
                  <c:v>3600</c:v>
                </c:pt>
                <c:pt idx="29">
                  <c:v>3600</c:v>
                </c:pt>
                <c:pt idx="30">
                  <c:v>3600</c:v>
                </c:pt>
                <c:pt idx="31">
                  <c:v>3600</c:v>
                </c:pt>
                <c:pt idx="32">
                  <c:v>3600</c:v>
                </c:pt>
                <c:pt idx="33">
                  <c:v>3600</c:v>
                </c:pt>
                <c:pt idx="34">
                  <c:v>3600</c:v>
                </c:pt>
                <c:pt idx="35">
                  <c:v>3600</c:v>
                </c:pt>
                <c:pt idx="36">
                  <c:v>3600</c:v>
                </c:pt>
                <c:pt idx="37">
                  <c:v>3600</c:v>
                </c:pt>
                <c:pt idx="38">
                  <c:v>3600</c:v>
                </c:pt>
                <c:pt idx="39">
                  <c:v>3550</c:v>
                </c:pt>
                <c:pt idx="40">
                  <c:v>3500</c:v>
                </c:pt>
                <c:pt idx="41">
                  <c:v>3400</c:v>
                </c:pt>
                <c:pt idx="42">
                  <c:v>3300</c:v>
                </c:pt>
                <c:pt idx="43">
                  <c:v>3300</c:v>
                </c:pt>
                <c:pt idx="44">
                  <c:v>3300</c:v>
                </c:pt>
                <c:pt idx="45">
                  <c:v>3500</c:v>
                </c:pt>
                <c:pt idx="46">
                  <c:v>3700</c:v>
                </c:pt>
                <c:pt idx="47">
                  <c:v>3700</c:v>
                </c:pt>
                <c:pt idx="48">
                  <c:v>3700</c:v>
                </c:pt>
                <c:pt idx="49">
                  <c:v>3550</c:v>
                </c:pt>
                <c:pt idx="50">
                  <c:v>3550</c:v>
                </c:pt>
                <c:pt idx="51">
                  <c:v>3550</c:v>
                </c:pt>
                <c:pt idx="52">
                  <c:v>3500</c:v>
                </c:pt>
                <c:pt idx="53">
                  <c:v>3500</c:v>
                </c:pt>
                <c:pt idx="54">
                  <c:v>3700</c:v>
                </c:pt>
                <c:pt idx="55">
                  <c:v>4000</c:v>
                </c:pt>
                <c:pt idx="56">
                  <c:v>4000</c:v>
                </c:pt>
                <c:pt idx="57">
                  <c:v>4000</c:v>
                </c:pt>
                <c:pt idx="58">
                  <c:v>4000</c:v>
                </c:pt>
                <c:pt idx="59">
                  <c:v>3850</c:v>
                </c:pt>
                <c:pt idx="60">
                  <c:v>3500</c:v>
                </c:pt>
                <c:pt idx="61">
                  <c:v>3400</c:v>
                </c:pt>
                <c:pt idx="62">
                  <c:v>3500</c:v>
                </c:pt>
                <c:pt idx="63">
                  <c:v>3700</c:v>
                </c:pt>
                <c:pt idx="64">
                  <c:v>3700</c:v>
                </c:pt>
                <c:pt idx="65">
                  <c:v>3700</c:v>
                </c:pt>
                <c:pt idx="66">
                  <c:v>3900</c:v>
                </c:pt>
                <c:pt idx="67">
                  <c:v>4100</c:v>
                </c:pt>
                <c:pt idx="68">
                  <c:v>4350</c:v>
                </c:pt>
                <c:pt idx="69">
                  <c:v>4400</c:v>
                </c:pt>
                <c:pt idx="70">
                  <c:v>4550</c:v>
                </c:pt>
                <c:pt idx="71">
                  <c:v>4550</c:v>
                </c:pt>
                <c:pt idx="72">
                  <c:v>4550</c:v>
                </c:pt>
                <c:pt idx="73">
                  <c:v>4550</c:v>
                </c:pt>
                <c:pt idx="74">
                  <c:v>4550</c:v>
                </c:pt>
                <c:pt idx="75">
                  <c:v>4550</c:v>
                </c:pt>
                <c:pt idx="76">
                  <c:v>4550</c:v>
                </c:pt>
                <c:pt idx="77">
                  <c:v>4630</c:v>
                </c:pt>
                <c:pt idx="78">
                  <c:v>4630</c:v>
                </c:pt>
                <c:pt idx="79">
                  <c:v>4630</c:v>
                </c:pt>
                <c:pt idx="80">
                  <c:v>4630</c:v>
                </c:pt>
                <c:pt idx="81">
                  <c:v>4630</c:v>
                </c:pt>
                <c:pt idx="82">
                  <c:v>4600</c:v>
                </c:pt>
                <c:pt idx="83">
                  <c:v>4600</c:v>
                </c:pt>
                <c:pt idx="84">
                  <c:v>4700</c:v>
                </c:pt>
                <c:pt idx="85">
                  <c:v>4700</c:v>
                </c:pt>
                <c:pt idx="86">
                  <c:v>4700</c:v>
                </c:pt>
                <c:pt idx="87">
                  <c:v>4700</c:v>
                </c:pt>
                <c:pt idx="88">
                  <c:v>4670</c:v>
                </c:pt>
                <c:pt idx="89">
                  <c:v>4670</c:v>
                </c:pt>
                <c:pt idx="90">
                  <c:v>4750</c:v>
                </c:pt>
                <c:pt idx="91">
                  <c:v>5000</c:v>
                </c:pt>
                <c:pt idx="92">
                  <c:v>5000</c:v>
                </c:pt>
                <c:pt idx="93">
                  <c:v>5000</c:v>
                </c:pt>
                <c:pt idx="94">
                  <c:v>5050</c:v>
                </c:pt>
                <c:pt idx="95">
                  <c:v>5070</c:v>
                </c:pt>
                <c:pt idx="96">
                  <c:v>5070</c:v>
                </c:pt>
                <c:pt idx="97">
                  <c:v>5070</c:v>
                </c:pt>
                <c:pt idx="98">
                  <c:v>5070</c:v>
                </c:pt>
                <c:pt idx="99">
                  <c:v>5070</c:v>
                </c:pt>
                <c:pt idx="100">
                  <c:v>5070</c:v>
                </c:pt>
                <c:pt idx="101">
                  <c:v>5070</c:v>
                </c:pt>
                <c:pt idx="102">
                  <c:v>5120</c:v>
                </c:pt>
                <c:pt idx="103">
                  <c:v>5120</c:v>
                </c:pt>
                <c:pt idx="104">
                  <c:v>5120</c:v>
                </c:pt>
                <c:pt idx="105">
                  <c:v>5120</c:v>
                </c:pt>
                <c:pt idx="106">
                  <c:v>5120</c:v>
                </c:pt>
                <c:pt idx="107">
                  <c:v>5120</c:v>
                </c:pt>
                <c:pt idx="108">
                  <c:v>5120</c:v>
                </c:pt>
                <c:pt idx="109">
                  <c:v>5050</c:v>
                </c:pt>
                <c:pt idx="110">
                  <c:v>5050</c:v>
                </c:pt>
                <c:pt idx="111">
                  <c:v>5050</c:v>
                </c:pt>
                <c:pt idx="112">
                  <c:v>4880</c:v>
                </c:pt>
                <c:pt idx="113">
                  <c:v>4880</c:v>
                </c:pt>
                <c:pt idx="114">
                  <c:v>4880</c:v>
                </c:pt>
                <c:pt idx="115">
                  <c:v>4950</c:v>
                </c:pt>
                <c:pt idx="116">
                  <c:v>5200</c:v>
                </c:pt>
                <c:pt idx="117">
                  <c:v>5200</c:v>
                </c:pt>
                <c:pt idx="118">
                  <c:v>5200</c:v>
                </c:pt>
                <c:pt idx="119">
                  <c:v>5200</c:v>
                </c:pt>
                <c:pt idx="120">
                  <c:v>5200</c:v>
                </c:pt>
                <c:pt idx="121">
                  <c:v>5200</c:v>
                </c:pt>
                <c:pt idx="122">
                  <c:v>5200</c:v>
                </c:pt>
                <c:pt idx="123">
                  <c:v>5200</c:v>
                </c:pt>
                <c:pt idx="124">
                  <c:v>5150</c:v>
                </c:pt>
                <c:pt idx="125">
                  <c:v>5050</c:v>
                </c:pt>
                <c:pt idx="126">
                  <c:v>5050</c:v>
                </c:pt>
                <c:pt idx="127">
                  <c:v>5050</c:v>
                </c:pt>
                <c:pt idx="128">
                  <c:v>5050</c:v>
                </c:pt>
                <c:pt idx="129">
                  <c:v>5000</c:v>
                </c:pt>
                <c:pt idx="130">
                  <c:v>5000</c:v>
                </c:pt>
                <c:pt idx="131">
                  <c:v>5000</c:v>
                </c:pt>
                <c:pt idx="132">
                  <c:v>4950</c:v>
                </c:pt>
                <c:pt idx="133">
                  <c:v>4900</c:v>
                </c:pt>
                <c:pt idx="134">
                  <c:v>4900</c:v>
                </c:pt>
                <c:pt idx="135">
                  <c:v>4900</c:v>
                </c:pt>
                <c:pt idx="136">
                  <c:v>4900</c:v>
                </c:pt>
                <c:pt idx="137">
                  <c:v>4900</c:v>
                </c:pt>
                <c:pt idx="138">
                  <c:v>4900</c:v>
                </c:pt>
                <c:pt idx="139">
                  <c:v>4900</c:v>
                </c:pt>
                <c:pt idx="140">
                  <c:v>4900</c:v>
                </c:pt>
                <c:pt idx="141">
                  <c:v>4900</c:v>
                </c:pt>
                <c:pt idx="142">
                  <c:v>4900</c:v>
                </c:pt>
                <c:pt idx="143">
                  <c:v>4900</c:v>
                </c:pt>
                <c:pt idx="144">
                  <c:v>4900</c:v>
                </c:pt>
                <c:pt idx="145">
                  <c:v>4900</c:v>
                </c:pt>
                <c:pt idx="146">
                  <c:v>4850</c:v>
                </c:pt>
                <c:pt idx="147">
                  <c:v>4850</c:v>
                </c:pt>
                <c:pt idx="148">
                  <c:v>4850</c:v>
                </c:pt>
                <c:pt idx="149">
                  <c:v>4850</c:v>
                </c:pt>
                <c:pt idx="150">
                  <c:v>4850</c:v>
                </c:pt>
                <c:pt idx="151">
                  <c:v>4850</c:v>
                </c:pt>
                <c:pt idx="152">
                  <c:v>4850</c:v>
                </c:pt>
                <c:pt idx="153">
                  <c:v>4850</c:v>
                </c:pt>
                <c:pt idx="154">
                  <c:v>4850</c:v>
                </c:pt>
                <c:pt idx="155">
                  <c:v>4850</c:v>
                </c:pt>
                <c:pt idx="156">
                  <c:v>4850</c:v>
                </c:pt>
                <c:pt idx="157">
                  <c:v>4850</c:v>
                </c:pt>
                <c:pt idx="158">
                  <c:v>4850</c:v>
                </c:pt>
                <c:pt idx="159">
                  <c:v>4850</c:v>
                </c:pt>
                <c:pt idx="160">
                  <c:v>4700</c:v>
                </c:pt>
                <c:pt idx="161">
                  <c:v>4700</c:v>
                </c:pt>
                <c:pt idx="162">
                  <c:v>4600</c:v>
                </c:pt>
                <c:pt idx="163">
                  <c:v>4550</c:v>
                </c:pt>
                <c:pt idx="164">
                  <c:v>4500</c:v>
                </c:pt>
                <c:pt idx="165">
                  <c:v>4350</c:v>
                </c:pt>
                <c:pt idx="166">
                  <c:v>4300</c:v>
                </c:pt>
                <c:pt idx="167">
                  <c:v>4200</c:v>
                </c:pt>
                <c:pt idx="168">
                  <c:v>4200</c:v>
                </c:pt>
                <c:pt idx="169">
                  <c:v>4100</c:v>
                </c:pt>
                <c:pt idx="170">
                  <c:v>4100</c:v>
                </c:pt>
                <c:pt idx="171">
                  <c:v>4100</c:v>
                </c:pt>
                <c:pt idx="172">
                  <c:v>4100</c:v>
                </c:pt>
                <c:pt idx="173">
                  <c:v>4100</c:v>
                </c:pt>
                <c:pt idx="174">
                  <c:v>4130</c:v>
                </c:pt>
                <c:pt idx="175">
                  <c:v>4130</c:v>
                </c:pt>
                <c:pt idx="176">
                  <c:v>4130</c:v>
                </c:pt>
                <c:pt idx="177">
                  <c:v>4130</c:v>
                </c:pt>
                <c:pt idx="178">
                  <c:v>4130</c:v>
                </c:pt>
                <c:pt idx="179">
                  <c:v>4130</c:v>
                </c:pt>
                <c:pt idx="180">
                  <c:v>4100</c:v>
                </c:pt>
                <c:pt idx="181">
                  <c:v>4050</c:v>
                </c:pt>
                <c:pt idx="182">
                  <c:v>4100</c:v>
                </c:pt>
                <c:pt idx="183">
                  <c:v>4150</c:v>
                </c:pt>
                <c:pt idx="184">
                  <c:v>4150</c:v>
                </c:pt>
                <c:pt idx="185">
                  <c:v>4150</c:v>
                </c:pt>
                <c:pt idx="186">
                  <c:v>4200</c:v>
                </c:pt>
                <c:pt idx="187">
                  <c:v>4200</c:v>
                </c:pt>
                <c:pt idx="188">
                  <c:v>4200</c:v>
                </c:pt>
                <c:pt idx="189">
                  <c:v>4200</c:v>
                </c:pt>
                <c:pt idx="190">
                  <c:v>4200</c:v>
                </c:pt>
                <c:pt idx="191">
                  <c:v>4100</c:v>
                </c:pt>
                <c:pt idx="192">
                  <c:v>4100</c:v>
                </c:pt>
                <c:pt idx="193">
                  <c:v>4100</c:v>
                </c:pt>
                <c:pt idx="194">
                  <c:v>4100</c:v>
                </c:pt>
                <c:pt idx="195">
                  <c:v>4100</c:v>
                </c:pt>
                <c:pt idx="196">
                  <c:v>4100</c:v>
                </c:pt>
                <c:pt idx="197">
                  <c:v>4100</c:v>
                </c:pt>
                <c:pt idx="198">
                  <c:v>4100</c:v>
                </c:pt>
                <c:pt idx="199">
                  <c:v>4150</c:v>
                </c:pt>
                <c:pt idx="200">
                  <c:v>4150</c:v>
                </c:pt>
                <c:pt idx="201">
                  <c:v>4150</c:v>
                </c:pt>
                <c:pt idx="202">
                  <c:v>4150</c:v>
                </c:pt>
                <c:pt idx="203">
                  <c:v>4150</c:v>
                </c:pt>
                <c:pt idx="204">
                  <c:v>4150</c:v>
                </c:pt>
                <c:pt idx="205">
                  <c:v>4150</c:v>
                </c:pt>
                <c:pt idx="206">
                  <c:v>4150</c:v>
                </c:pt>
                <c:pt idx="207">
                  <c:v>4020</c:v>
                </c:pt>
                <c:pt idx="208">
                  <c:v>4020</c:v>
                </c:pt>
                <c:pt idx="209">
                  <c:v>4020</c:v>
                </c:pt>
                <c:pt idx="210">
                  <c:v>4020</c:v>
                </c:pt>
                <c:pt idx="211">
                  <c:v>4020</c:v>
                </c:pt>
                <c:pt idx="212">
                  <c:v>4020</c:v>
                </c:pt>
                <c:pt idx="213">
                  <c:v>4020</c:v>
                </c:pt>
                <c:pt idx="214">
                  <c:v>4020</c:v>
                </c:pt>
                <c:pt idx="215">
                  <c:v>4020</c:v>
                </c:pt>
                <c:pt idx="216">
                  <c:v>4020</c:v>
                </c:pt>
                <c:pt idx="217">
                  <c:v>4020</c:v>
                </c:pt>
                <c:pt idx="218">
                  <c:v>4020</c:v>
                </c:pt>
                <c:pt idx="219">
                  <c:v>4020</c:v>
                </c:pt>
                <c:pt idx="220">
                  <c:v>4020</c:v>
                </c:pt>
                <c:pt idx="221">
                  <c:v>4020</c:v>
                </c:pt>
                <c:pt idx="222">
                  <c:v>4020</c:v>
                </c:pt>
                <c:pt idx="223">
                  <c:v>4020</c:v>
                </c:pt>
                <c:pt idx="224">
                  <c:v>4020</c:v>
                </c:pt>
                <c:pt idx="225">
                  <c:v>4000</c:v>
                </c:pt>
                <c:pt idx="226">
                  <c:v>3950</c:v>
                </c:pt>
                <c:pt idx="227">
                  <c:v>3900</c:v>
                </c:pt>
                <c:pt idx="228">
                  <c:v>4050</c:v>
                </c:pt>
                <c:pt idx="229">
                  <c:v>4050</c:v>
                </c:pt>
                <c:pt idx="230">
                  <c:v>4100</c:v>
                </c:pt>
                <c:pt idx="231">
                  <c:v>4300</c:v>
                </c:pt>
                <c:pt idx="232">
                  <c:v>4350</c:v>
                </c:pt>
                <c:pt idx="233">
                  <c:v>4300</c:v>
                </c:pt>
                <c:pt idx="234">
                  <c:v>4200</c:v>
                </c:pt>
                <c:pt idx="235">
                  <c:v>4050</c:v>
                </c:pt>
                <c:pt idx="236">
                  <c:v>4050</c:v>
                </c:pt>
                <c:pt idx="237">
                  <c:v>4950</c:v>
                </c:pt>
                <c:pt idx="238">
                  <c:v>4850</c:v>
                </c:pt>
                <c:pt idx="239">
                  <c:v>4850</c:v>
                </c:pt>
                <c:pt idx="240">
                  <c:v>4900</c:v>
                </c:pt>
                <c:pt idx="241">
                  <c:v>5200</c:v>
                </c:pt>
                <c:pt idx="242">
                  <c:v>5200</c:v>
                </c:pt>
                <c:pt idx="243">
                  <c:v>5200</c:v>
                </c:pt>
                <c:pt idx="244">
                  <c:v>5200</c:v>
                </c:pt>
                <c:pt idx="245">
                  <c:v>5200</c:v>
                </c:pt>
                <c:pt idx="246">
                  <c:v>4850</c:v>
                </c:pt>
                <c:pt idx="247">
                  <c:v>4850</c:v>
                </c:pt>
                <c:pt idx="248">
                  <c:v>4850</c:v>
                </c:pt>
                <c:pt idx="249">
                  <c:v>4850</c:v>
                </c:pt>
                <c:pt idx="250">
                  <c:v>4850</c:v>
                </c:pt>
                <c:pt idx="251">
                  <c:v>4700</c:v>
                </c:pt>
                <c:pt idx="252">
                  <c:v>4650</c:v>
                </c:pt>
                <c:pt idx="253">
                  <c:v>4650</c:v>
                </c:pt>
                <c:pt idx="254">
                  <c:v>4650</c:v>
                </c:pt>
                <c:pt idx="255">
                  <c:v>4650</c:v>
                </c:pt>
                <c:pt idx="256">
                  <c:v>4650</c:v>
                </c:pt>
                <c:pt idx="257">
                  <c:v>4650</c:v>
                </c:pt>
                <c:pt idx="258">
                  <c:v>4650</c:v>
                </c:pt>
                <c:pt idx="259">
                  <c:v>4650</c:v>
                </c:pt>
                <c:pt idx="260">
                  <c:v>4650</c:v>
                </c:pt>
                <c:pt idx="261">
                  <c:v>4650</c:v>
                </c:pt>
                <c:pt idx="262">
                  <c:v>4650</c:v>
                </c:pt>
                <c:pt idx="263">
                  <c:v>4680</c:v>
                </c:pt>
                <c:pt idx="264">
                  <c:v>4650</c:v>
                </c:pt>
                <c:pt idx="265">
                  <c:v>4400</c:v>
                </c:pt>
                <c:pt idx="266">
                  <c:v>4400</c:v>
                </c:pt>
                <c:pt idx="267">
                  <c:v>4400</c:v>
                </c:pt>
                <c:pt idx="268">
                  <c:v>4400</c:v>
                </c:pt>
                <c:pt idx="269">
                  <c:v>4400</c:v>
                </c:pt>
                <c:pt idx="270">
                  <c:v>4250</c:v>
                </c:pt>
                <c:pt idx="271">
                  <c:v>4150</c:v>
                </c:pt>
                <c:pt idx="272">
                  <c:v>3900</c:v>
                </c:pt>
                <c:pt idx="273">
                  <c:v>3700</c:v>
                </c:pt>
                <c:pt idx="274">
                  <c:v>3600</c:v>
                </c:pt>
                <c:pt idx="275">
                  <c:v>3230</c:v>
                </c:pt>
                <c:pt idx="276">
                  <c:v>3230</c:v>
                </c:pt>
                <c:pt idx="277">
                  <c:v>3230</c:v>
                </c:pt>
                <c:pt idx="278">
                  <c:v>3230</c:v>
                </c:pt>
                <c:pt idx="279">
                  <c:v>3230</c:v>
                </c:pt>
                <c:pt idx="280">
                  <c:v>3680</c:v>
                </c:pt>
                <c:pt idx="281">
                  <c:v>3780</c:v>
                </c:pt>
                <c:pt idx="282">
                  <c:v>3980</c:v>
                </c:pt>
                <c:pt idx="283">
                  <c:v>4080</c:v>
                </c:pt>
                <c:pt idx="284">
                  <c:v>4080</c:v>
                </c:pt>
                <c:pt idx="285">
                  <c:v>4410</c:v>
                </c:pt>
                <c:pt idx="286">
                  <c:v>4410</c:v>
                </c:pt>
                <c:pt idx="287">
                  <c:v>4460</c:v>
                </c:pt>
                <c:pt idx="288">
                  <c:v>4510</c:v>
                </c:pt>
                <c:pt idx="289">
                  <c:v>4510</c:v>
                </c:pt>
                <c:pt idx="290">
                  <c:v>4510</c:v>
                </c:pt>
                <c:pt idx="291">
                  <c:v>4510</c:v>
                </c:pt>
                <c:pt idx="292">
                  <c:v>4510</c:v>
                </c:pt>
                <c:pt idx="293">
                  <c:v>4510</c:v>
                </c:pt>
                <c:pt idx="294">
                  <c:v>4510</c:v>
                </c:pt>
                <c:pt idx="295">
                  <c:v>4100</c:v>
                </c:pt>
                <c:pt idx="296">
                  <c:v>4100</c:v>
                </c:pt>
                <c:pt idx="297">
                  <c:v>4100</c:v>
                </c:pt>
                <c:pt idx="298">
                  <c:v>4100</c:v>
                </c:pt>
                <c:pt idx="299">
                  <c:v>4100</c:v>
                </c:pt>
                <c:pt idx="300">
                  <c:v>4100</c:v>
                </c:pt>
                <c:pt idx="301">
                  <c:v>4100</c:v>
                </c:pt>
                <c:pt idx="302">
                  <c:v>4100</c:v>
                </c:pt>
                <c:pt idx="303">
                  <c:v>4100</c:v>
                </c:pt>
                <c:pt idx="304">
                  <c:v>4100</c:v>
                </c:pt>
                <c:pt idx="305">
                  <c:v>4100</c:v>
                </c:pt>
                <c:pt idx="306">
                  <c:v>4100</c:v>
                </c:pt>
                <c:pt idx="307">
                  <c:v>4100</c:v>
                </c:pt>
                <c:pt idx="308">
                  <c:v>4100</c:v>
                </c:pt>
                <c:pt idx="309">
                  <c:v>4100</c:v>
                </c:pt>
                <c:pt idx="310">
                  <c:v>4100</c:v>
                </c:pt>
                <c:pt idx="311">
                  <c:v>4100</c:v>
                </c:pt>
                <c:pt idx="312">
                  <c:v>4100</c:v>
                </c:pt>
                <c:pt idx="313">
                  <c:v>4100</c:v>
                </c:pt>
                <c:pt idx="314">
                  <c:v>4100</c:v>
                </c:pt>
                <c:pt idx="315">
                  <c:v>4100</c:v>
                </c:pt>
                <c:pt idx="316">
                  <c:v>4100</c:v>
                </c:pt>
                <c:pt idx="317">
                  <c:v>4100</c:v>
                </c:pt>
                <c:pt idx="318">
                  <c:v>4100</c:v>
                </c:pt>
                <c:pt idx="319">
                  <c:v>4100</c:v>
                </c:pt>
                <c:pt idx="320">
                  <c:v>4100</c:v>
                </c:pt>
                <c:pt idx="321">
                  <c:v>4100</c:v>
                </c:pt>
                <c:pt idx="322">
                  <c:v>4100</c:v>
                </c:pt>
                <c:pt idx="323">
                  <c:v>4100</c:v>
                </c:pt>
                <c:pt idx="324">
                  <c:v>4100</c:v>
                </c:pt>
                <c:pt idx="325">
                  <c:v>4100</c:v>
                </c:pt>
                <c:pt idx="326">
                  <c:v>4100</c:v>
                </c:pt>
                <c:pt idx="327">
                  <c:v>4100</c:v>
                </c:pt>
                <c:pt idx="328">
                  <c:v>4100</c:v>
                </c:pt>
                <c:pt idx="329">
                  <c:v>4100</c:v>
                </c:pt>
                <c:pt idx="330">
                  <c:v>4100</c:v>
                </c:pt>
                <c:pt idx="331">
                  <c:v>4100</c:v>
                </c:pt>
                <c:pt idx="332">
                  <c:v>4100</c:v>
                </c:pt>
                <c:pt idx="333">
                  <c:v>4100</c:v>
                </c:pt>
                <c:pt idx="334">
                  <c:v>4100</c:v>
                </c:pt>
                <c:pt idx="335">
                  <c:v>4100</c:v>
                </c:pt>
                <c:pt idx="336">
                  <c:v>4100</c:v>
                </c:pt>
                <c:pt idx="337">
                  <c:v>4100</c:v>
                </c:pt>
                <c:pt idx="338">
                  <c:v>4100</c:v>
                </c:pt>
                <c:pt idx="339">
                  <c:v>4100</c:v>
                </c:pt>
                <c:pt idx="340">
                  <c:v>4100</c:v>
                </c:pt>
                <c:pt idx="341">
                  <c:v>3900</c:v>
                </c:pt>
                <c:pt idx="342">
                  <c:v>3900</c:v>
                </c:pt>
                <c:pt idx="343">
                  <c:v>3900</c:v>
                </c:pt>
                <c:pt idx="344">
                  <c:v>3900</c:v>
                </c:pt>
                <c:pt idx="345">
                  <c:v>3700</c:v>
                </c:pt>
                <c:pt idx="346">
                  <c:v>3700</c:v>
                </c:pt>
                <c:pt idx="347">
                  <c:v>3700</c:v>
                </c:pt>
                <c:pt idx="348">
                  <c:v>3700</c:v>
                </c:pt>
                <c:pt idx="349">
                  <c:v>3700</c:v>
                </c:pt>
                <c:pt idx="350">
                  <c:v>3700</c:v>
                </c:pt>
                <c:pt idx="351">
                  <c:v>3650</c:v>
                </c:pt>
                <c:pt idx="352">
                  <c:v>3600</c:v>
                </c:pt>
                <c:pt idx="353">
                  <c:v>3570</c:v>
                </c:pt>
                <c:pt idx="354">
                  <c:v>3500</c:v>
                </c:pt>
                <c:pt idx="355">
                  <c:v>3500</c:v>
                </c:pt>
                <c:pt idx="356">
                  <c:v>3500</c:v>
                </c:pt>
                <c:pt idx="357">
                  <c:v>3500</c:v>
                </c:pt>
                <c:pt idx="358">
                  <c:v>3500</c:v>
                </c:pt>
                <c:pt idx="359">
                  <c:v>3520</c:v>
                </c:pt>
                <c:pt idx="360">
                  <c:v>3570</c:v>
                </c:pt>
                <c:pt idx="361">
                  <c:v>3570</c:v>
                </c:pt>
                <c:pt idx="362">
                  <c:v>3570</c:v>
                </c:pt>
                <c:pt idx="363">
                  <c:v>3570</c:v>
                </c:pt>
                <c:pt idx="364">
                  <c:v>3570</c:v>
                </c:pt>
                <c:pt idx="365">
                  <c:v>3550</c:v>
                </c:pt>
                <c:pt idx="366">
                  <c:v>3500</c:v>
                </c:pt>
                <c:pt idx="367">
                  <c:v>3500</c:v>
                </c:pt>
                <c:pt idx="368">
                  <c:v>3500</c:v>
                </c:pt>
                <c:pt idx="369">
                  <c:v>3480</c:v>
                </c:pt>
                <c:pt idx="370">
                  <c:v>3480</c:v>
                </c:pt>
                <c:pt idx="371">
                  <c:v>3500</c:v>
                </c:pt>
                <c:pt idx="372">
                  <c:v>3550</c:v>
                </c:pt>
                <c:pt idx="373">
                  <c:v>3620</c:v>
                </c:pt>
                <c:pt idx="374">
                  <c:v>3620</c:v>
                </c:pt>
                <c:pt idx="375">
                  <c:v>3620</c:v>
                </c:pt>
                <c:pt idx="376">
                  <c:v>3750</c:v>
                </c:pt>
                <c:pt idx="377">
                  <c:v>3750</c:v>
                </c:pt>
                <c:pt idx="378">
                  <c:v>3750</c:v>
                </c:pt>
                <c:pt idx="379">
                  <c:v>3730</c:v>
                </c:pt>
                <c:pt idx="380">
                  <c:v>2950</c:v>
                </c:pt>
                <c:pt idx="381">
                  <c:v>2950</c:v>
                </c:pt>
                <c:pt idx="382">
                  <c:v>2950</c:v>
                </c:pt>
                <c:pt idx="383">
                  <c:v>2950</c:v>
                </c:pt>
                <c:pt idx="384">
                  <c:v>2950</c:v>
                </c:pt>
                <c:pt idx="385">
                  <c:v>2950</c:v>
                </c:pt>
                <c:pt idx="386">
                  <c:v>2950</c:v>
                </c:pt>
                <c:pt idx="387">
                  <c:v>2950</c:v>
                </c:pt>
                <c:pt idx="388">
                  <c:v>2950</c:v>
                </c:pt>
                <c:pt idx="389">
                  <c:v>2950</c:v>
                </c:pt>
                <c:pt idx="390">
                  <c:v>2950</c:v>
                </c:pt>
                <c:pt idx="391">
                  <c:v>2950</c:v>
                </c:pt>
                <c:pt idx="392">
                  <c:v>2950</c:v>
                </c:pt>
                <c:pt idx="393">
                  <c:v>2950</c:v>
                </c:pt>
                <c:pt idx="394">
                  <c:v>2950</c:v>
                </c:pt>
                <c:pt idx="395">
                  <c:v>2950</c:v>
                </c:pt>
                <c:pt idx="396">
                  <c:v>2950</c:v>
                </c:pt>
                <c:pt idx="397">
                  <c:v>2950</c:v>
                </c:pt>
                <c:pt idx="398">
                  <c:v>2950</c:v>
                </c:pt>
                <c:pt idx="399">
                  <c:v>2950</c:v>
                </c:pt>
                <c:pt idx="400">
                  <c:v>2950</c:v>
                </c:pt>
                <c:pt idx="401">
                  <c:v>2950</c:v>
                </c:pt>
                <c:pt idx="402">
                  <c:v>2950</c:v>
                </c:pt>
                <c:pt idx="403">
                  <c:v>2950</c:v>
                </c:pt>
                <c:pt idx="404">
                  <c:v>2950</c:v>
                </c:pt>
                <c:pt idx="405">
                  <c:v>2950</c:v>
                </c:pt>
                <c:pt idx="406">
                  <c:v>2950</c:v>
                </c:pt>
                <c:pt idx="407">
                  <c:v>2950</c:v>
                </c:pt>
                <c:pt idx="408">
                  <c:v>2950</c:v>
                </c:pt>
                <c:pt idx="409">
                  <c:v>2950</c:v>
                </c:pt>
                <c:pt idx="410">
                  <c:v>2950</c:v>
                </c:pt>
                <c:pt idx="411">
                  <c:v>2950</c:v>
                </c:pt>
                <c:pt idx="412">
                  <c:v>2950</c:v>
                </c:pt>
                <c:pt idx="413">
                  <c:v>2950</c:v>
                </c:pt>
                <c:pt idx="414">
                  <c:v>2950</c:v>
                </c:pt>
                <c:pt idx="415">
                  <c:v>2950</c:v>
                </c:pt>
                <c:pt idx="416">
                  <c:v>2950</c:v>
                </c:pt>
                <c:pt idx="417">
                  <c:v>2950</c:v>
                </c:pt>
                <c:pt idx="418">
                  <c:v>2950</c:v>
                </c:pt>
                <c:pt idx="419">
                  <c:v>2950</c:v>
                </c:pt>
                <c:pt idx="420">
                  <c:v>2950</c:v>
                </c:pt>
                <c:pt idx="421">
                  <c:v>2950</c:v>
                </c:pt>
                <c:pt idx="422">
                  <c:v>2950</c:v>
                </c:pt>
                <c:pt idx="423">
                  <c:v>2950</c:v>
                </c:pt>
                <c:pt idx="424">
                  <c:v>2950</c:v>
                </c:pt>
                <c:pt idx="425">
                  <c:v>2950</c:v>
                </c:pt>
                <c:pt idx="426">
                  <c:v>2950</c:v>
                </c:pt>
                <c:pt idx="427">
                  <c:v>2950</c:v>
                </c:pt>
                <c:pt idx="428">
                  <c:v>2950</c:v>
                </c:pt>
                <c:pt idx="429">
                  <c:v>2950</c:v>
                </c:pt>
                <c:pt idx="430">
                  <c:v>2950</c:v>
                </c:pt>
                <c:pt idx="431">
                  <c:v>2950</c:v>
                </c:pt>
                <c:pt idx="432">
                  <c:v>2950</c:v>
                </c:pt>
                <c:pt idx="433">
                  <c:v>2950</c:v>
                </c:pt>
                <c:pt idx="434">
                  <c:v>2950</c:v>
                </c:pt>
                <c:pt idx="435">
                  <c:v>2950</c:v>
                </c:pt>
                <c:pt idx="436">
                  <c:v>2950</c:v>
                </c:pt>
                <c:pt idx="437">
                  <c:v>2950</c:v>
                </c:pt>
                <c:pt idx="438">
                  <c:v>2950</c:v>
                </c:pt>
                <c:pt idx="439">
                  <c:v>2950</c:v>
                </c:pt>
                <c:pt idx="440">
                  <c:v>2950</c:v>
                </c:pt>
                <c:pt idx="441">
                  <c:v>2950</c:v>
                </c:pt>
                <c:pt idx="442">
                  <c:v>2950</c:v>
                </c:pt>
                <c:pt idx="443">
                  <c:v>2950</c:v>
                </c:pt>
                <c:pt idx="444">
                  <c:v>2950</c:v>
                </c:pt>
                <c:pt idx="445">
                  <c:v>2950</c:v>
                </c:pt>
                <c:pt idx="446">
                  <c:v>2950</c:v>
                </c:pt>
                <c:pt idx="447">
                  <c:v>2950</c:v>
                </c:pt>
                <c:pt idx="448">
                  <c:v>2950</c:v>
                </c:pt>
                <c:pt idx="449">
                  <c:v>2950</c:v>
                </c:pt>
                <c:pt idx="450">
                  <c:v>2950</c:v>
                </c:pt>
                <c:pt idx="451">
                  <c:v>2950</c:v>
                </c:pt>
                <c:pt idx="452">
                  <c:v>2950</c:v>
                </c:pt>
                <c:pt idx="453">
                  <c:v>2950</c:v>
                </c:pt>
                <c:pt idx="454">
                  <c:v>2950</c:v>
                </c:pt>
                <c:pt idx="455">
                  <c:v>2950</c:v>
                </c:pt>
                <c:pt idx="456">
                  <c:v>2950</c:v>
                </c:pt>
                <c:pt idx="457">
                  <c:v>2950</c:v>
                </c:pt>
                <c:pt idx="458">
                  <c:v>2950</c:v>
                </c:pt>
                <c:pt idx="459">
                  <c:v>2950</c:v>
                </c:pt>
                <c:pt idx="460">
                  <c:v>2950</c:v>
                </c:pt>
                <c:pt idx="461">
                  <c:v>2950</c:v>
                </c:pt>
                <c:pt idx="462">
                  <c:v>2950</c:v>
                </c:pt>
                <c:pt idx="463">
                  <c:v>2950</c:v>
                </c:pt>
                <c:pt idx="464">
                  <c:v>2950</c:v>
                </c:pt>
                <c:pt idx="465">
                  <c:v>2950</c:v>
                </c:pt>
                <c:pt idx="466">
                  <c:v>2950</c:v>
                </c:pt>
                <c:pt idx="467">
                  <c:v>2950</c:v>
                </c:pt>
                <c:pt idx="468">
                  <c:v>2950</c:v>
                </c:pt>
                <c:pt idx="469">
                  <c:v>2950</c:v>
                </c:pt>
                <c:pt idx="470">
                  <c:v>2950</c:v>
                </c:pt>
                <c:pt idx="471">
                  <c:v>2950</c:v>
                </c:pt>
                <c:pt idx="472">
                  <c:v>2950</c:v>
                </c:pt>
                <c:pt idx="473">
                  <c:v>2950</c:v>
                </c:pt>
                <c:pt idx="474">
                  <c:v>2950</c:v>
                </c:pt>
                <c:pt idx="475">
                  <c:v>2950</c:v>
                </c:pt>
                <c:pt idx="476">
                  <c:v>2950</c:v>
                </c:pt>
                <c:pt idx="477">
                  <c:v>2950</c:v>
                </c:pt>
                <c:pt idx="478">
                  <c:v>2950</c:v>
                </c:pt>
                <c:pt idx="479">
                  <c:v>2950</c:v>
                </c:pt>
                <c:pt idx="480">
                  <c:v>2950</c:v>
                </c:pt>
                <c:pt idx="481">
                  <c:v>2950</c:v>
                </c:pt>
                <c:pt idx="482">
                  <c:v>2950</c:v>
                </c:pt>
                <c:pt idx="483">
                  <c:v>2950</c:v>
                </c:pt>
                <c:pt idx="484">
                  <c:v>2950</c:v>
                </c:pt>
                <c:pt idx="485">
                  <c:v>2950</c:v>
                </c:pt>
                <c:pt idx="486">
                  <c:v>2950</c:v>
                </c:pt>
                <c:pt idx="487">
                  <c:v>2950</c:v>
                </c:pt>
                <c:pt idx="488">
                  <c:v>2950</c:v>
                </c:pt>
                <c:pt idx="489">
                  <c:v>2950</c:v>
                </c:pt>
                <c:pt idx="490">
                  <c:v>2950</c:v>
                </c:pt>
                <c:pt idx="491">
                  <c:v>2950</c:v>
                </c:pt>
                <c:pt idx="492">
                  <c:v>2950</c:v>
                </c:pt>
                <c:pt idx="493">
                  <c:v>2950</c:v>
                </c:pt>
                <c:pt idx="494">
                  <c:v>2950</c:v>
                </c:pt>
                <c:pt idx="495">
                  <c:v>2950</c:v>
                </c:pt>
                <c:pt idx="496">
                  <c:v>2950</c:v>
                </c:pt>
                <c:pt idx="497">
                  <c:v>2950</c:v>
                </c:pt>
                <c:pt idx="498">
                  <c:v>2950</c:v>
                </c:pt>
                <c:pt idx="499">
                  <c:v>2950</c:v>
                </c:pt>
                <c:pt idx="500">
                  <c:v>2950</c:v>
                </c:pt>
                <c:pt idx="501">
                  <c:v>2950</c:v>
                </c:pt>
                <c:pt idx="502">
                  <c:v>2950</c:v>
                </c:pt>
                <c:pt idx="503">
                  <c:v>2950</c:v>
                </c:pt>
                <c:pt idx="504">
                  <c:v>2950</c:v>
                </c:pt>
                <c:pt idx="505">
                  <c:v>2950</c:v>
                </c:pt>
                <c:pt idx="506">
                  <c:v>2950</c:v>
                </c:pt>
                <c:pt idx="507">
                  <c:v>2950</c:v>
                </c:pt>
                <c:pt idx="508">
                  <c:v>2950</c:v>
                </c:pt>
                <c:pt idx="509">
                  <c:v>2950</c:v>
                </c:pt>
                <c:pt idx="510">
                  <c:v>2950</c:v>
                </c:pt>
                <c:pt idx="511">
                  <c:v>2950</c:v>
                </c:pt>
                <c:pt idx="512">
                  <c:v>2950</c:v>
                </c:pt>
                <c:pt idx="513">
                  <c:v>2950</c:v>
                </c:pt>
                <c:pt idx="514">
                  <c:v>2950</c:v>
                </c:pt>
                <c:pt idx="515">
                  <c:v>2950</c:v>
                </c:pt>
                <c:pt idx="516">
                  <c:v>2950</c:v>
                </c:pt>
                <c:pt idx="517">
                  <c:v>2950</c:v>
                </c:pt>
                <c:pt idx="518">
                  <c:v>2950</c:v>
                </c:pt>
                <c:pt idx="519">
                  <c:v>2950</c:v>
                </c:pt>
                <c:pt idx="520">
                  <c:v>2950</c:v>
                </c:pt>
                <c:pt idx="521">
                  <c:v>2950</c:v>
                </c:pt>
                <c:pt idx="522">
                  <c:v>2950</c:v>
                </c:pt>
                <c:pt idx="523">
                  <c:v>2950</c:v>
                </c:pt>
                <c:pt idx="524">
                  <c:v>2950</c:v>
                </c:pt>
                <c:pt idx="525">
                  <c:v>2950</c:v>
                </c:pt>
                <c:pt idx="526">
                  <c:v>2950</c:v>
                </c:pt>
                <c:pt idx="527">
                  <c:v>2950</c:v>
                </c:pt>
                <c:pt idx="528">
                  <c:v>2950</c:v>
                </c:pt>
                <c:pt idx="529">
                  <c:v>2950</c:v>
                </c:pt>
                <c:pt idx="530">
                  <c:v>2950</c:v>
                </c:pt>
                <c:pt idx="531">
                  <c:v>2950</c:v>
                </c:pt>
                <c:pt idx="532">
                  <c:v>2950</c:v>
                </c:pt>
                <c:pt idx="533">
                  <c:v>2950</c:v>
                </c:pt>
                <c:pt idx="534">
                  <c:v>2950</c:v>
                </c:pt>
                <c:pt idx="535">
                  <c:v>2950</c:v>
                </c:pt>
                <c:pt idx="536">
                  <c:v>2950</c:v>
                </c:pt>
                <c:pt idx="537">
                  <c:v>2950</c:v>
                </c:pt>
                <c:pt idx="538">
                  <c:v>2950</c:v>
                </c:pt>
                <c:pt idx="539">
                  <c:v>2950</c:v>
                </c:pt>
                <c:pt idx="540">
                  <c:v>2950</c:v>
                </c:pt>
                <c:pt idx="541">
                  <c:v>2950</c:v>
                </c:pt>
                <c:pt idx="542">
                  <c:v>2950</c:v>
                </c:pt>
                <c:pt idx="543">
                  <c:v>2950</c:v>
                </c:pt>
                <c:pt idx="544">
                  <c:v>2950</c:v>
                </c:pt>
                <c:pt idx="545">
                  <c:v>2950</c:v>
                </c:pt>
                <c:pt idx="546">
                  <c:v>2950</c:v>
                </c:pt>
                <c:pt idx="547">
                  <c:v>2950</c:v>
                </c:pt>
                <c:pt idx="548">
                  <c:v>2950</c:v>
                </c:pt>
                <c:pt idx="549">
                  <c:v>2950</c:v>
                </c:pt>
                <c:pt idx="550">
                  <c:v>2950</c:v>
                </c:pt>
                <c:pt idx="551">
                  <c:v>2950</c:v>
                </c:pt>
                <c:pt idx="552">
                  <c:v>2950</c:v>
                </c:pt>
                <c:pt idx="553">
                  <c:v>2950</c:v>
                </c:pt>
                <c:pt idx="554">
                  <c:v>2950</c:v>
                </c:pt>
                <c:pt idx="555">
                  <c:v>2950</c:v>
                </c:pt>
                <c:pt idx="556">
                  <c:v>2950</c:v>
                </c:pt>
                <c:pt idx="557">
                  <c:v>2950</c:v>
                </c:pt>
                <c:pt idx="558">
                  <c:v>2950</c:v>
                </c:pt>
                <c:pt idx="559">
                  <c:v>2950</c:v>
                </c:pt>
                <c:pt idx="560">
                  <c:v>2950</c:v>
                </c:pt>
                <c:pt idx="561">
                  <c:v>2950</c:v>
                </c:pt>
                <c:pt idx="562">
                  <c:v>2950</c:v>
                </c:pt>
                <c:pt idx="563">
                  <c:v>2950</c:v>
                </c:pt>
                <c:pt idx="564">
                  <c:v>2900</c:v>
                </c:pt>
                <c:pt idx="565">
                  <c:v>2900</c:v>
                </c:pt>
                <c:pt idx="566">
                  <c:v>2900</c:v>
                </c:pt>
                <c:pt idx="567">
                  <c:v>2900</c:v>
                </c:pt>
                <c:pt idx="568">
                  <c:v>2900</c:v>
                </c:pt>
                <c:pt idx="569">
                  <c:v>2900</c:v>
                </c:pt>
                <c:pt idx="570">
                  <c:v>2900</c:v>
                </c:pt>
                <c:pt idx="571">
                  <c:v>2850</c:v>
                </c:pt>
                <c:pt idx="572">
                  <c:v>2850</c:v>
                </c:pt>
                <c:pt idx="573">
                  <c:v>2850</c:v>
                </c:pt>
                <c:pt idx="574">
                  <c:v>2850</c:v>
                </c:pt>
                <c:pt idx="575">
                  <c:v>2850</c:v>
                </c:pt>
                <c:pt idx="576">
                  <c:v>2850</c:v>
                </c:pt>
                <c:pt idx="577">
                  <c:v>2850</c:v>
                </c:pt>
                <c:pt idx="578">
                  <c:v>2850</c:v>
                </c:pt>
                <c:pt idx="579">
                  <c:v>2850</c:v>
                </c:pt>
                <c:pt idx="580">
                  <c:v>2850</c:v>
                </c:pt>
                <c:pt idx="581">
                  <c:v>2850</c:v>
                </c:pt>
                <c:pt idx="582">
                  <c:v>2750</c:v>
                </c:pt>
                <c:pt idx="583">
                  <c:v>2750</c:v>
                </c:pt>
                <c:pt idx="584">
                  <c:v>2750</c:v>
                </c:pt>
                <c:pt idx="585">
                  <c:v>2750</c:v>
                </c:pt>
                <c:pt idx="586">
                  <c:v>2750</c:v>
                </c:pt>
                <c:pt idx="587">
                  <c:v>2750</c:v>
                </c:pt>
                <c:pt idx="588">
                  <c:v>2750</c:v>
                </c:pt>
                <c:pt idx="589">
                  <c:v>2750</c:v>
                </c:pt>
                <c:pt idx="590">
                  <c:v>2750</c:v>
                </c:pt>
                <c:pt idx="591">
                  <c:v>2950</c:v>
                </c:pt>
                <c:pt idx="592">
                  <c:v>2950</c:v>
                </c:pt>
                <c:pt idx="593">
                  <c:v>2950</c:v>
                </c:pt>
                <c:pt idx="594">
                  <c:v>2950</c:v>
                </c:pt>
                <c:pt idx="595">
                  <c:v>2950</c:v>
                </c:pt>
                <c:pt idx="596">
                  <c:v>2950</c:v>
                </c:pt>
                <c:pt idx="597">
                  <c:v>2950</c:v>
                </c:pt>
                <c:pt idx="598">
                  <c:v>2950</c:v>
                </c:pt>
                <c:pt idx="599">
                  <c:v>2950</c:v>
                </c:pt>
                <c:pt idx="600">
                  <c:v>2950</c:v>
                </c:pt>
                <c:pt idx="601">
                  <c:v>2950</c:v>
                </c:pt>
                <c:pt idx="602">
                  <c:v>2850</c:v>
                </c:pt>
                <c:pt idx="603">
                  <c:v>2850</c:v>
                </c:pt>
                <c:pt idx="604">
                  <c:v>2850</c:v>
                </c:pt>
                <c:pt idx="605">
                  <c:v>2750</c:v>
                </c:pt>
                <c:pt idx="606">
                  <c:v>2750</c:v>
                </c:pt>
                <c:pt idx="607">
                  <c:v>2750</c:v>
                </c:pt>
                <c:pt idx="608">
                  <c:v>2750</c:v>
                </c:pt>
                <c:pt idx="609">
                  <c:v>2850</c:v>
                </c:pt>
                <c:pt idx="610">
                  <c:v>2850</c:v>
                </c:pt>
                <c:pt idx="611">
                  <c:v>2850</c:v>
                </c:pt>
                <c:pt idx="612">
                  <c:v>2850</c:v>
                </c:pt>
                <c:pt idx="613">
                  <c:v>2900</c:v>
                </c:pt>
                <c:pt idx="614">
                  <c:v>2900</c:v>
                </c:pt>
                <c:pt idx="615">
                  <c:v>2950</c:v>
                </c:pt>
                <c:pt idx="616">
                  <c:v>2950</c:v>
                </c:pt>
                <c:pt idx="617">
                  <c:v>2950</c:v>
                </c:pt>
                <c:pt idx="618">
                  <c:v>2950</c:v>
                </c:pt>
                <c:pt idx="619">
                  <c:v>2920</c:v>
                </c:pt>
                <c:pt idx="620">
                  <c:v>2920</c:v>
                </c:pt>
                <c:pt idx="621">
                  <c:v>2920</c:v>
                </c:pt>
                <c:pt idx="622">
                  <c:v>2870</c:v>
                </c:pt>
                <c:pt idx="623">
                  <c:v>2870</c:v>
                </c:pt>
                <c:pt idx="624">
                  <c:v>2870</c:v>
                </c:pt>
                <c:pt idx="625">
                  <c:v>2870</c:v>
                </c:pt>
                <c:pt idx="626">
                  <c:v>2870</c:v>
                </c:pt>
                <c:pt idx="627">
                  <c:v>3020</c:v>
                </c:pt>
                <c:pt idx="628">
                  <c:v>3070</c:v>
                </c:pt>
                <c:pt idx="629">
                  <c:v>3070</c:v>
                </c:pt>
                <c:pt idx="630">
                  <c:v>3070</c:v>
                </c:pt>
                <c:pt idx="631">
                  <c:v>3070</c:v>
                </c:pt>
                <c:pt idx="632">
                  <c:v>3070</c:v>
                </c:pt>
                <c:pt idx="633">
                  <c:v>3070</c:v>
                </c:pt>
                <c:pt idx="634">
                  <c:v>3070</c:v>
                </c:pt>
                <c:pt idx="635">
                  <c:v>3070</c:v>
                </c:pt>
                <c:pt idx="636">
                  <c:v>3070</c:v>
                </c:pt>
                <c:pt idx="637">
                  <c:v>3070</c:v>
                </c:pt>
                <c:pt idx="638">
                  <c:v>3020</c:v>
                </c:pt>
                <c:pt idx="639">
                  <c:v>2970</c:v>
                </c:pt>
                <c:pt idx="640">
                  <c:v>2970</c:v>
                </c:pt>
                <c:pt idx="641">
                  <c:v>2970</c:v>
                </c:pt>
                <c:pt idx="642">
                  <c:v>2970</c:v>
                </c:pt>
                <c:pt idx="643">
                  <c:v>2970</c:v>
                </c:pt>
                <c:pt idx="644">
                  <c:v>2950</c:v>
                </c:pt>
                <c:pt idx="645">
                  <c:v>2920</c:v>
                </c:pt>
                <c:pt idx="646">
                  <c:v>2900</c:v>
                </c:pt>
                <c:pt idx="647">
                  <c:v>2900</c:v>
                </c:pt>
                <c:pt idx="648">
                  <c:v>2900</c:v>
                </c:pt>
                <c:pt idx="649">
                  <c:v>2900</c:v>
                </c:pt>
                <c:pt idx="650">
                  <c:v>2900</c:v>
                </c:pt>
                <c:pt idx="651">
                  <c:v>2800</c:v>
                </c:pt>
                <c:pt idx="652">
                  <c:v>2800</c:v>
                </c:pt>
                <c:pt idx="653">
                  <c:v>2800</c:v>
                </c:pt>
                <c:pt idx="654">
                  <c:v>2800</c:v>
                </c:pt>
                <c:pt idx="655">
                  <c:v>2800</c:v>
                </c:pt>
                <c:pt idx="656">
                  <c:v>2800</c:v>
                </c:pt>
                <c:pt idx="657">
                  <c:v>2800</c:v>
                </c:pt>
                <c:pt idx="658">
                  <c:v>2800</c:v>
                </c:pt>
                <c:pt idx="659">
                  <c:v>2800</c:v>
                </c:pt>
                <c:pt idx="660">
                  <c:v>2800</c:v>
                </c:pt>
                <c:pt idx="661">
                  <c:v>2800</c:v>
                </c:pt>
                <c:pt idx="662">
                  <c:v>2800</c:v>
                </c:pt>
                <c:pt idx="663">
                  <c:v>2900</c:v>
                </c:pt>
                <c:pt idx="664">
                  <c:v>2900</c:v>
                </c:pt>
                <c:pt idx="665">
                  <c:v>2900</c:v>
                </c:pt>
                <c:pt idx="666">
                  <c:v>2900</c:v>
                </c:pt>
                <c:pt idx="667">
                  <c:v>2900</c:v>
                </c:pt>
                <c:pt idx="668">
                  <c:v>2900</c:v>
                </c:pt>
                <c:pt idx="669">
                  <c:v>2900</c:v>
                </c:pt>
                <c:pt idx="670">
                  <c:v>2900</c:v>
                </c:pt>
                <c:pt idx="671">
                  <c:v>2900</c:v>
                </c:pt>
                <c:pt idx="672">
                  <c:v>2800</c:v>
                </c:pt>
                <c:pt idx="673">
                  <c:v>2800</c:v>
                </c:pt>
                <c:pt idx="674">
                  <c:v>2800</c:v>
                </c:pt>
                <c:pt idx="675">
                  <c:v>2800</c:v>
                </c:pt>
                <c:pt idx="676">
                  <c:v>2800</c:v>
                </c:pt>
                <c:pt idx="677">
                  <c:v>2800</c:v>
                </c:pt>
                <c:pt idx="678">
                  <c:v>2800</c:v>
                </c:pt>
                <c:pt idx="679">
                  <c:v>2800</c:v>
                </c:pt>
                <c:pt idx="680">
                  <c:v>2900</c:v>
                </c:pt>
                <c:pt idx="681">
                  <c:v>2950</c:v>
                </c:pt>
                <c:pt idx="682">
                  <c:v>3000</c:v>
                </c:pt>
                <c:pt idx="683">
                  <c:v>3000</c:v>
                </c:pt>
                <c:pt idx="684">
                  <c:v>3000</c:v>
                </c:pt>
                <c:pt idx="685">
                  <c:v>3000</c:v>
                </c:pt>
                <c:pt idx="686">
                  <c:v>3000</c:v>
                </c:pt>
                <c:pt idx="687">
                  <c:v>3000</c:v>
                </c:pt>
                <c:pt idx="688">
                  <c:v>3000</c:v>
                </c:pt>
                <c:pt idx="689">
                  <c:v>3000</c:v>
                </c:pt>
                <c:pt idx="690">
                  <c:v>3000</c:v>
                </c:pt>
                <c:pt idx="691">
                  <c:v>3000</c:v>
                </c:pt>
                <c:pt idx="692">
                  <c:v>3000</c:v>
                </c:pt>
                <c:pt idx="693">
                  <c:v>3000</c:v>
                </c:pt>
                <c:pt idx="694">
                  <c:v>3000</c:v>
                </c:pt>
                <c:pt idx="695">
                  <c:v>3000</c:v>
                </c:pt>
                <c:pt idx="696">
                  <c:v>2900</c:v>
                </c:pt>
                <c:pt idx="697">
                  <c:v>2900</c:v>
                </c:pt>
                <c:pt idx="698">
                  <c:v>2900</c:v>
                </c:pt>
                <c:pt idx="699">
                  <c:v>3000</c:v>
                </c:pt>
                <c:pt idx="700">
                  <c:v>3000</c:v>
                </c:pt>
                <c:pt idx="701">
                  <c:v>3000</c:v>
                </c:pt>
                <c:pt idx="702">
                  <c:v>3000</c:v>
                </c:pt>
                <c:pt idx="703">
                  <c:v>3000</c:v>
                </c:pt>
                <c:pt idx="704">
                  <c:v>3000</c:v>
                </c:pt>
                <c:pt idx="705">
                  <c:v>3000</c:v>
                </c:pt>
                <c:pt idx="706">
                  <c:v>3000</c:v>
                </c:pt>
                <c:pt idx="707">
                  <c:v>3000</c:v>
                </c:pt>
                <c:pt idx="708">
                  <c:v>3000</c:v>
                </c:pt>
                <c:pt idx="709">
                  <c:v>3000</c:v>
                </c:pt>
                <c:pt idx="710">
                  <c:v>3000</c:v>
                </c:pt>
                <c:pt idx="711">
                  <c:v>3000</c:v>
                </c:pt>
                <c:pt idx="712">
                  <c:v>3000</c:v>
                </c:pt>
                <c:pt idx="713">
                  <c:v>3000</c:v>
                </c:pt>
                <c:pt idx="714">
                  <c:v>3000</c:v>
                </c:pt>
                <c:pt idx="715">
                  <c:v>3100</c:v>
                </c:pt>
                <c:pt idx="716">
                  <c:v>3100</c:v>
                </c:pt>
                <c:pt idx="717">
                  <c:v>3100</c:v>
                </c:pt>
                <c:pt idx="718">
                  <c:v>3100</c:v>
                </c:pt>
                <c:pt idx="719">
                  <c:v>3100</c:v>
                </c:pt>
                <c:pt idx="720">
                  <c:v>3100</c:v>
                </c:pt>
                <c:pt idx="721">
                  <c:v>3100</c:v>
                </c:pt>
                <c:pt idx="722">
                  <c:v>3100</c:v>
                </c:pt>
                <c:pt idx="723">
                  <c:v>3100</c:v>
                </c:pt>
                <c:pt idx="724">
                  <c:v>3100</c:v>
                </c:pt>
                <c:pt idx="725">
                  <c:v>3100</c:v>
                </c:pt>
                <c:pt idx="726">
                  <c:v>3100</c:v>
                </c:pt>
                <c:pt idx="727">
                  <c:v>3100</c:v>
                </c:pt>
                <c:pt idx="728">
                  <c:v>3100</c:v>
                </c:pt>
                <c:pt idx="729">
                  <c:v>3100</c:v>
                </c:pt>
                <c:pt idx="730">
                  <c:v>3100</c:v>
                </c:pt>
                <c:pt idx="731">
                  <c:v>3100</c:v>
                </c:pt>
                <c:pt idx="732">
                  <c:v>3100</c:v>
                </c:pt>
                <c:pt idx="733">
                  <c:v>3100</c:v>
                </c:pt>
                <c:pt idx="734">
                  <c:v>3100</c:v>
                </c:pt>
                <c:pt idx="735">
                  <c:v>3100</c:v>
                </c:pt>
                <c:pt idx="736">
                  <c:v>3100</c:v>
                </c:pt>
                <c:pt idx="737">
                  <c:v>3100</c:v>
                </c:pt>
                <c:pt idx="738">
                  <c:v>3100</c:v>
                </c:pt>
                <c:pt idx="739">
                  <c:v>3100</c:v>
                </c:pt>
                <c:pt idx="740">
                  <c:v>3100</c:v>
                </c:pt>
                <c:pt idx="741">
                  <c:v>3100</c:v>
                </c:pt>
                <c:pt idx="742">
                  <c:v>3100</c:v>
                </c:pt>
                <c:pt idx="743">
                  <c:v>3100</c:v>
                </c:pt>
                <c:pt idx="744">
                  <c:v>3100</c:v>
                </c:pt>
                <c:pt idx="745">
                  <c:v>3100</c:v>
                </c:pt>
                <c:pt idx="746">
                  <c:v>3100</c:v>
                </c:pt>
                <c:pt idx="747">
                  <c:v>3100</c:v>
                </c:pt>
                <c:pt idx="748">
                  <c:v>3100</c:v>
                </c:pt>
                <c:pt idx="749">
                  <c:v>3100</c:v>
                </c:pt>
                <c:pt idx="750">
                  <c:v>3100</c:v>
                </c:pt>
                <c:pt idx="751">
                  <c:v>3100</c:v>
                </c:pt>
                <c:pt idx="752">
                  <c:v>3100</c:v>
                </c:pt>
                <c:pt idx="753">
                  <c:v>3100</c:v>
                </c:pt>
                <c:pt idx="754">
                  <c:v>3200</c:v>
                </c:pt>
                <c:pt idx="755">
                  <c:v>3200</c:v>
                </c:pt>
                <c:pt idx="756">
                  <c:v>3200</c:v>
                </c:pt>
                <c:pt idx="757">
                  <c:v>3200</c:v>
                </c:pt>
                <c:pt idx="758">
                  <c:v>3200</c:v>
                </c:pt>
                <c:pt idx="759">
                  <c:v>3200</c:v>
                </c:pt>
                <c:pt idx="760">
                  <c:v>3200</c:v>
                </c:pt>
                <c:pt idx="761">
                  <c:v>3200</c:v>
                </c:pt>
                <c:pt idx="762">
                  <c:v>3200</c:v>
                </c:pt>
                <c:pt idx="763">
                  <c:v>3200</c:v>
                </c:pt>
                <c:pt idx="764">
                  <c:v>3200</c:v>
                </c:pt>
                <c:pt idx="765">
                  <c:v>3200</c:v>
                </c:pt>
                <c:pt idx="766">
                  <c:v>3200</c:v>
                </c:pt>
                <c:pt idx="767">
                  <c:v>3200</c:v>
                </c:pt>
                <c:pt idx="768">
                  <c:v>3200</c:v>
                </c:pt>
                <c:pt idx="769">
                  <c:v>3200</c:v>
                </c:pt>
                <c:pt idx="770">
                  <c:v>3200</c:v>
                </c:pt>
                <c:pt idx="771">
                  <c:v>3200</c:v>
                </c:pt>
                <c:pt idx="772">
                  <c:v>3200</c:v>
                </c:pt>
                <c:pt idx="773">
                  <c:v>3200</c:v>
                </c:pt>
                <c:pt idx="774">
                  <c:v>3200</c:v>
                </c:pt>
                <c:pt idx="775">
                  <c:v>3200</c:v>
                </c:pt>
                <c:pt idx="776">
                  <c:v>3000</c:v>
                </c:pt>
                <c:pt idx="777">
                  <c:v>3000</c:v>
                </c:pt>
                <c:pt idx="778">
                  <c:v>3000</c:v>
                </c:pt>
                <c:pt idx="779">
                  <c:v>3000</c:v>
                </c:pt>
                <c:pt idx="780">
                  <c:v>3000</c:v>
                </c:pt>
                <c:pt idx="781">
                  <c:v>2900</c:v>
                </c:pt>
                <c:pt idx="782">
                  <c:v>2900</c:v>
                </c:pt>
                <c:pt idx="783">
                  <c:v>2900</c:v>
                </c:pt>
                <c:pt idx="784">
                  <c:v>2900</c:v>
                </c:pt>
                <c:pt idx="785">
                  <c:v>2900</c:v>
                </c:pt>
                <c:pt idx="786">
                  <c:v>2900</c:v>
                </c:pt>
                <c:pt idx="787">
                  <c:v>2900</c:v>
                </c:pt>
                <c:pt idx="788">
                  <c:v>2900</c:v>
                </c:pt>
                <c:pt idx="789">
                  <c:v>2900</c:v>
                </c:pt>
                <c:pt idx="790">
                  <c:v>2900</c:v>
                </c:pt>
                <c:pt idx="791">
                  <c:v>2900</c:v>
                </c:pt>
                <c:pt idx="792">
                  <c:v>2900</c:v>
                </c:pt>
                <c:pt idx="793">
                  <c:v>2900</c:v>
                </c:pt>
                <c:pt idx="794">
                  <c:v>2900</c:v>
                </c:pt>
                <c:pt idx="795">
                  <c:v>2900</c:v>
                </c:pt>
                <c:pt idx="796">
                  <c:v>2900</c:v>
                </c:pt>
                <c:pt idx="797">
                  <c:v>2900</c:v>
                </c:pt>
                <c:pt idx="798">
                  <c:v>2900</c:v>
                </c:pt>
                <c:pt idx="799">
                  <c:v>2900</c:v>
                </c:pt>
                <c:pt idx="800">
                  <c:v>2900</c:v>
                </c:pt>
                <c:pt idx="801">
                  <c:v>2850</c:v>
                </c:pt>
                <c:pt idx="802">
                  <c:v>2850</c:v>
                </c:pt>
                <c:pt idx="803">
                  <c:v>2850</c:v>
                </c:pt>
                <c:pt idx="804">
                  <c:v>2850</c:v>
                </c:pt>
                <c:pt idx="805">
                  <c:v>2850</c:v>
                </c:pt>
                <c:pt idx="806">
                  <c:v>2850</c:v>
                </c:pt>
                <c:pt idx="807">
                  <c:v>2850</c:v>
                </c:pt>
                <c:pt idx="808">
                  <c:v>2850</c:v>
                </c:pt>
                <c:pt idx="809">
                  <c:v>2850</c:v>
                </c:pt>
                <c:pt idx="810">
                  <c:v>2850</c:v>
                </c:pt>
                <c:pt idx="811">
                  <c:v>2850</c:v>
                </c:pt>
                <c:pt idx="812">
                  <c:v>2850</c:v>
                </c:pt>
                <c:pt idx="813">
                  <c:v>2850</c:v>
                </c:pt>
                <c:pt idx="814">
                  <c:v>2850</c:v>
                </c:pt>
                <c:pt idx="815">
                  <c:v>2850</c:v>
                </c:pt>
                <c:pt idx="816">
                  <c:v>2850</c:v>
                </c:pt>
                <c:pt idx="817">
                  <c:v>2850</c:v>
                </c:pt>
                <c:pt idx="818">
                  <c:v>2850</c:v>
                </c:pt>
                <c:pt idx="819">
                  <c:v>2850</c:v>
                </c:pt>
                <c:pt idx="820">
                  <c:v>2850</c:v>
                </c:pt>
                <c:pt idx="821">
                  <c:v>2850</c:v>
                </c:pt>
                <c:pt idx="822">
                  <c:v>2850</c:v>
                </c:pt>
                <c:pt idx="823">
                  <c:v>2850</c:v>
                </c:pt>
                <c:pt idx="824">
                  <c:v>2850</c:v>
                </c:pt>
                <c:pt idx="825">
                  <c:v>2850</c:v>
                </c:pt>
                <c:pt idx="826">
                  <c:v>2850</c:v>
                </c:pt>
                <c:pt idx="827">
                  <c:v>2850</c:v>
                </c:pt>
                <c:pt idx="828">
                  <c:v>2850</c:v>
                </c:pt>
                <c:pt idx="829">
                  <c:v>2850</c:v>
                </c:pt>
                <c:pt idx="830">
                  <c:v>2860</c:v>
                </c:pt>
                <c:pt idx="831">
                  <c:v>2860</c:v>
                </c:pt>
                <c:pt idx="832">
                  <c:v>2860</c:v>
                </c:pt>
                <c:pt idx="833">
                  <c:v>2860</c:v>
                </c:pt>
                <c:pt idx="834">
                  <c:v>2860</c:v>
                </c:pt>
                <c:pt idx="835">
                  <c:v>2860</c:v>
                </c:pt>
                <c:pt idx="836">
                  <c:v>2860</c:v>
                </c:pt>
                <c:pt idx="837">
                  <c:v>2860</c:v>
                </c:pt>
                <c:pt idx="838">
                  <c:v>2860</c:v>
                </c:pt>
                <c:pt idx="839">
                  <c:v>2860</c:v>
                </c:pt>
                <c:pt idx="840">
                  <c:v>2860</c:v>
                </c:pt>
                <c:pt idx="841">
                  <c:v>2860</c:v>
                </c:pt>
                <c:pt idx="842">
                  <c:v>2860</c:v>
                </c:pt>
                <c:pt idx="843">
                  <c:v>2860</c:v>
                </c:pt>
                <c:pt idx="844">
                  <c:v>2860</c:v>
                </c:pt>
                <c:pt idx="845">
                  <c:v>2860</c:v>
                </c:pt>
                <c:pt idx="846">
                  <c:v>2860</c:v>
                </c:pt>
                <c:pt idx="847">
                  <c:v>2860</c:v>
                </c:pt>
                <c:pt idx="848">
                  <c:v>2860</c:v>
                </c:pt>
                <c:pt idx="849">
                  <c:v>2860</c:v>
                </c:pt>
                <c:pt idx="850">
                  <c:v>2860</c:v>
                </c:pt>
                <c:pt idx="851">
                  <c:v>2860</c:v>
                </c:pt>
                <c:pt idx="852">
                  <c:v>2860</c:v>
                </c:pt>
                <c:pt idx="853">
                  <c:v>2860</c:v>
                </c:pt>
                <c:pt idx="854">
                  <c:v>2860</c:v>
                </c:pt>
                <c:pt idx="855">
                  <c:v>2860</c:v>
                </c:pt>
                <c:pt idx="856">
                  <c:v>2860</c:v>
                </c:pt>
                <c:pt idx="857">
                  <c:v>2860</c:v>
                </c:pt>
                <c:pt idx="858">
                  <c:v>2860</c:v>
                </c:pt>
                <c:pt idx="859">
                  <c:v>2860</c:v>
                </c:pt>
                <c:pt idx="860">
                  <c:v>2860</c:v>
                </c:pt>
                <c:pt idx="861">
                  <c:v>2860</c:v>
                </c:pt>
                <c:pt idx="862">
                  <c:v>2860</c:v>
                </c:pt>
                <c:pt idx="863">
                  <c:v>2860</c:v>
                </c:pt>
                <c:pt idx="864">
                  <c:v>2860</c:v>
                </c:pt>
                <c:pt idx="865">
                  <c:v>2860</c:v>
                </c:pt>
                <c:pt idx="866">
                  <c:v>2860</c:v>
                </c:pt>
                <c:pt idx="867">
                  <c:v>2860</c:v>
                </c:pt>
                <c:pt idx="868">
                  <c:v>2860</c:v>
                </c:pt>
                <c:pt idx="869">
                  <c:v>2860</c:v>
                </c:pt>
                <c:pt idx="870">
                  <c:v>2860</c:v>
                </c:pt>
                <c:pt idx="871">
                  <c:v>2860</c:v>
                </c:pt>
                <c:pt idx="872">
                  <c:v>2860</c:v>
                </c:pt>
                <c:pt idx="873">
                  <c:v>2860</c:v>
                </c:pt>
                <c:pt idx="874">
                  <c:v>2860</c:v>
                </c:pt>
                <c:pt idx="875">
                  <c:v>2860</c:v>
                </c:pt>
                <c:pt idx="876">
                  <c:v>2860</c:v>
                </c:pt>
                <c:pt idx="877">
                  <c:v>2860</c:v>
                </c:pt>
                <c:pt idx="878">
                  <c:v>2860</c:v>
                </c:pt>
                <c:pt idx="879">
                  <c:v>2860</c:v>
                </c:pt>
                <c:pt idx="880">
                  <c:v>2860</c:v>
                </c:pt>
                <c:pt idx="881">
                  <c:v>2860</c:v>
                </c:pt>
                <c:pt idx="882">
                  <c:v>2860</c:v>
                </c:pt>
                <c:pt idx="883">
                  <c:v>2860</c:v>
                </c:pt>
                <c:pt idx="884">
                  <c:v>2860</c:v>
                </c:pt>
                <c:pt idx="885">
                  <c:v>2860</c:v>
                </c:pt>
                <c:pt idx="886">
                  <c:v>2860</c:v>
                </c:pt>
                <c:pt idx="887">
                  <c:v>2860</c:v>
                </c:pt>
                <c:pt idx="888">
                  <c:v>2860</c:v>
                </c:pt>
                <c:pt idx="889">
                  <c:v>2860</c:v>
                </c:pt>
                <c:pt idx="890">
                  <c:v>2860</c:v>
                </c:pt>
                <c:pt idx="891">
                  <c:v>2860</c:v>
                </c:pt>
                <c:pt idx="892">
                  <c:v>2860</c:v>
                </c:pt>
                <c:pt idx="893">
                  <c:v>2860</c:v>
                </c:pt>
                <c:pt idx="894">
                  <c:v>2860</c:v>
                </c:pt>
                <c:pt idx="895">
                  <c:v>2910</c:v>
                </c:pt>
                <c:pt idx="896">
                  <c:v>2960</c:v>
                </c:pt>
                <c:pt idx="897">
                  <c:v>2960</c:v>
                </c:pt>
                <c:pt idx="898">
                  <c:v>2930</c:v>
                </c:pt>
                <c:pt idx="899">
                  <c:v>3000</c:v>
                </c:pt>
                <c:pt idx="900">
                  <c:v>3000</c:v>
                </c:pt>
                <c:pt idx="901">
                  <c:v>3000</c:v>
                </c:pt>
                <c:pt idx="902">
                  <c:v>3000</c:v>
                </c:pt>
                <c:pt idx="903">
                  <c:v>3100</c:v>
                </c:pt>
                <c:pt idx="904">
                  <c:v>3100</c:v>
                </c:pt>
                <c:pt idx="905">
                  <c:v>3100</c:v>
                </c:pt>
                <c:pt idx="906">
                  <c:v>3100</c:v>
                </c:pt>
                <c:pt idx="907">
                  <c:v>3100</c:v>
                </c:pt>
                <c:pt idx="908">
                  <c:v>3100</c:v>
                </c:pt>
                <c:pt idx="909">
                  <c:v>3100</c:v>
                </c:pt>
                <c:pt idx="910">
                  <c:v>3200</c:v>
                </c:pt>
                <c:pt idx="911">
                  <c:v>3200</c:v>
                </c:pt>
                <c:pt idx="912">
                  <c:v>3200</c:v>
                </c:pt>
                <c:pt idx="913">
                  <c:v>3200</c:v>
                </c:pt>
                <c:pt idx="914">
                  <c:v>3200</c:v>
                </c:pt>
                <c:pt idx="915">
                  <c:v>3200</c:v>
                </c:pt>
                <c:pt idx="916">
                  <c:v>3200</c:v>
                </c:pt>
                <c:pt idx="917">
                  <c:v>3200</c:v>
                </c:pt>
                <c:pt idx="918">
                  <c:v>3200</c:v>
                </c:pt>
                <c:pt idx="919">
                  <c:v>3200</c:v>
                </c:pt>
                <c:pt idx="920">
                  <c:v>3200</c:v>
                </c:pt>
                <c:pt idx="921">
                  <c:v>3200</c:v>
                </c:pt>
                <c:pt idx="922">
                  <c:v>3200</c:v>
                </c:pt>
                <c:pt idx="923">
                  <c:v>3200</c:v>
                </c:pt>
                <c:pt idx="924">
                  <c:v>3200</c:v>
                </c:pt>
                <c:pt idx="925">
                  <c:v>3200</c:v>
                </c:pt>
                <c:pt idx="926">
                  <c:v>3200</c:v>
                </c:pt>
                <c:pt idx="927">
                  <c:v>3200</c:v>
                </c:pt>
                <c:pt idx="928">
                  <c:v>3200</c:v>
                </c:pt>
                <c:pt idx="929">
                  <c:v>3200</c:v>
                </c:pt>
                <c:pt idx="930">
                  <c:v>3200</c:v>
                </c:pt>
                <c:pt idx="931">
                  <c:v>3200</c:v>
                </c:pt>
                <c:pt idx="932">
                  <c:v>3200</c:v>
                </c:pt>
                <c:pt idx="933">
                  <c:v>3200</c:v>
                </c:pt>
                <c:pt idx="934">
                  <c:v>3200</c:v>
                </c:pt>
                <c:pt idx="935">
                  <c:v>3200</c:v>
                </c:pt>
                <c:pt idx="936">
                  <c:v>3200</c:v>
                </c:pt>
                <c:pt idx="937">
                  <c:v>3200</c:v>
                </c:pt>
                <c:pt idx="938">
                  <c:v>3200</c:v>
                </c:pt>
                <c:pt idx="939">
                  <c:v>3180</c:v>
                </c:pt>
                <c:pt idx="940">
                  <c:v>3180</c:v>
                </c:pt>
                <c:pt idx="941">
                  <c:v>3180</c:v>
                </c:pt>
                <c:pt idx="942">
                  <c:v>3180</c:v>
                </c:pt>
                <c:pt idx="943">
                  <c:v>3200</c:v>
                </c:pt>
                <c:pt idx="944">
                  <c:v>3200</c:v>
                </c:pt>
                <c:pt idx="945">
                  <c:v>3200</c:v>
                </c:pt>
                <c:pt idx="946">
                  <c:v>3200</c:v>
                </c:pt>
                <c:pt idx="947">
                  <c:v>3200</c:v>
                </c:pt>
                <c:pt idx="948">
                  <c:v>3350</c:v>
                </c:pt>
                <c:pt idx="949">
                  <c:v>3350</c:v>
                </c:pt>
                <c:pt idx="950">
                  <c:v>3350</c:v>
                </c:pt>
                <c:pt idx="951">
                  <c:v>3350</c:v>
                </c:pt>
                <c:pt idx="952">
                  <c:v>3350</c:v>
                </c:pt>
                <c:pt idx="953">
                  <c:v>3350</c:v>
                </c:pt>
                <c:pt idx="954">
                  <c:v>3350</c:v>
                </c:pt>
                <c:pt idx="955">
                  <c:v>3350</c:v>
                </c:pt>
                <c:pt idx="956">
                  <c:v>3350</c:v>
                </c:pt>
                <c:pt idx="957">
                  <c:v>3350</c:v>
                </c:pt>
                <c:pt idx="958">
                  <c:v>3350</c:v>
                </c:pt>
                <c:pt idx="959">
                  <c:v>3350</c:v>
                </c:pt>
                <c:pt idx="960">
                  <c:v>3350</c:v>
                </c:pt>
                <c:pt idx="961">
                  <c:v>3350</c:v>
                </c:pt>
                <c:pt idx="962">
                  <c:v>3350</c:v>
                </c:pt>
                <c:pt idx="963">
                  <c:v>3350</c:v>
                </c:pt>
                <c:pt idx="964">
                  <c:v>3560</c:v>
                </c:pt>
                <c:pt idx="965">
                  <c:v>3560</c:v>
                </c:pt>
                <c:pt idx="966">
                  <c:v>3560</c:v>
                </c:pt>
                <c:pt idx="967">
                  <c:v>3560</c:v>
                </c:pt>
                <c:pt idx="968">
                  <c:v>3560</c:v>
                </c:pt>
                <c:pt idx="969">
                  <c:v>3550</c:v>
                </c:pt>
                <c:pt idx="970">
                  <c:v>3550</c:v>
                </c:pt>
                <c:pt idx="971">
                  <c:v>3550</c:v>
                </c:pt>
                <c:pt idx="972">
                  <c:v>3550</c:v>
                </c:pt>
                <c:pt idx="973">
                  <c:v>3600</c:v>
                </c:pt>
                <c:pt idx="974">
                  <c:v>3600</c:v>
                </c:pt>
                <c:pt idx="975">
                  <c:v>3600</c:v>
                </c:pt>
                <c:pt idx="976">
                  <c:v>3600</c:v>
                </c:pt>
                <c:pt idx="977">
                  <c:v>3600</c:v>
                </c:pt>
                <c:pt idx="978">
                  <c:v>3600</c:v>
                </c:pt>
                <c:pt idx="979">
                  <c:v>3600</c:v>
                </c:pt>
                <c:pt idx="980">
                  <c:v>3600</c:v>
                </c:pt>
                <c:pt idx="981">
                  <c:v>3600</c:v>
                </c:pt>
                <c:pt idx="982">
                  <c:v>3600</c:v>
                </c:pt>
                <c:pt idx="983">
                  <c:v>3500</c:v>
                </c:pt>
                <c:pt idx="984">
                  <c:v>3450</c:v>
                </c:pt>
                <c:pt idx="985">
                  <c:v>3450</c:v>
                </c:pt>
                <c:pt idx="986">
                  <c:v>3450</c:v>
                </c:pt>
                <c:pt idx="987">
                  <c:v>3360</c:v>
                </c:pt>
                <c:pt idx="988">
                  <c:v>3360</c:v>
                </c:pt>
                <c:pt idx="989">
                  <c:v>3360</c:v>
                </c:pt>
                <c:pt idx="990">
                  <c:v>3360</c:v>
                </c:pt>
                <c:pt idx="991">
                  <c:v>3300</c:v>
                </c:pt>
                <c:pt idx="992">
                  <c:v>3300</c:v>
                </c:pt>
                <c:pt idx="993">
                  <c:v>3300</c:v>
                </c:pt>
                <c:pt idx="994">
                  <c:v>3300</c:v>
                </c:pt>
                <c:pt idx="995">
                  <c:v>3300</c:v>
                </c:pt>
                <c:pt idx="996">
                  <c:v>3300</c:v>
                </c:pt>
                <c:pt idx="997">
                  <c:v>3300</c:v>
                </c:pt>
                <c:pt idx="998">
                  <c:v>3300</c:v>
                </c:pt>
                <c:pt idx="999">
                  <c:v>3300</c:v>
                </c:pt>
                <c:pt idx="1000">
                  <c:v>3300</c:v>
                </c:pt>
                <c:pt idx="1001">
                  <c:v>3300</c:v>
                </c:pt>
                <c:pt idx="1002">
                  <c:v>3300</c:v>
                </c:pt>
                <c:pt idx="1003">
                  <c:v>3300</c:v>
                </c:pt>
                <c:pt idx="1004">
                  <c:v>3300</c:v>
                </c:pt>
                <c:pt idx="1005">
                  <c:v>3250</c:v>
                </c:pt>
                <c:pt idx="1006">
                  <c:v>3250</c:v>
                </c:pt>
                <c:pt idx="1007">
                  <c:v>3250</c:v>
                </c:pt>
                <c:pt idx="1008">
                  <c:v>3250</c:v>
                </c:pt>
                <c:pt idx="1009">
                  <c:v>3250</c:v>
                </c:pt>
                <c:pt idx="1010">
                  <c:v>3250</c:v>
                </c:pt>
                <c:pt idx="1011">
                  <c:v>3250</c:v>
                </c:pt>
                <c:pt idx="1012">
                  <c:v>3250</c:v>
                </c:pt>
                <c:pt idx="1013">
                  <c:v>3250</c:v>
                </c:pt>
                <c:pt idx="1014">
                  <c:v>3250</c:v>
                </c:pt>
                <c:pt idx="1015">
                  <c:v>3150</c:v>
                </c:pt>
                <c:pt idx="1016">
                  <c:v>3150</c:v>
                </c:pt>
                <c:pt idx="1017">
                  <c:v>3100</c:v>
                </c:pt>
                <c:pt idx="1018">
                  <c:v>3100</c:v>
                </c:pt>
                <c:pt idx="1019">
                  <c:v>3100</c:v>
                </c:pt>
                <c:pt idx="1020">
                  <c:v>3000</c:v>
                </c:pt>
                <c:pt idx="1021">
                  <c:v>3000</c:v>
                </c:pt>
                <c:pt idx="1022">
                  <c:v>3000</c:v>
                </c:pt>
                <c:pt idx="1023">
                  <c:v>3000</c:v>
                </c:pt>
                <c:pt idx="1024">
                  <c:v>3000</c:v>
                </c:pt>
                <c:pt idx="1025">
                  <c:v>3000</c:v>
                </c:pt>
                <c:pt idx="1026">
                  <c:v>3000</c:v>
                </c:pt>
                <c:pt idx="1027">
                  <c:v>3000</c:v>
                </c:pt>
                <c:pt idx="1028">
                  <c:v>3000</c:v>
                </c:pt>
                <c:pt idx="1029">
                  <c:v>3000</c:v>
                </c:pt>
                <c:pt idx="1030">
                  <c:v>2850</c:v>
                </c:pt>
                <c:pt idx="1031">
                  <c:v>2850</c:v>
                </c:pt>
                <c:pt idx="1032">
                  <c:v>2850</c:v>
                </c:pt>
                <c:pt idx="1033">
                  <c:v>2850</c:v>
                </c:pt>
                <c:pt idx="1034">
                  <c:v>2850</c:v>
                </c:pt>
                <c:pt idx="1035">
                  <c:v>2850</c:v>
                </c:pt>
                <c:pt idx="1036">
                  <c:v>2850</c:v>
                </c:pt>
                <c:pt idx="1037">
                  <c:v>2850</c:v>
                </c:pt>
                <c:pt idx="1038">
                  <c:v>2850</c:v>
                </c:pt>
                <c:pt idx="1039">
                  <c:v>2850</c:v>
                </c:pt>
                <c:pt idx="1040">
                  <c:v>2770</c:v>
                </c:pt>
                <c:pt idx="1041">
                  <c:v>2770</c:v>
                </c:pt>
                <c:pt idx="1042">
                  <c:v>2770</c:v>
                </c:pt>
                <c:pt idx="1043">
                  <c:v>2770</c:v>
                </c:pt>
                <c:pt idx="1044">
                  <c:v>2770</c:v>
                </c:pt>
                <c:pt idx="1045">
                  <c:v>2770</c:v>
                </c:pt>
                <c:pt idx="1046">
                  <c:v>2770</c:v>
                </c:pt>
                <c:pt idx="1047">
                  <c:v>2770</c:v>
                </c:pt>
                <c:pt idx="1048">
                  <c:v>2770</c:v>
                </c:pt>
                <c:pt idx="1049">
                  <c:v>2770</c:v>
                </c:pt>
                <c:pt idx="1050">
                  <c:v>2770</c:v>
                </c:pt>
                <c:pt idx="1051">
                  <c:v>2770</c:v>
                </c:pt>
                <c:pt idx="1052">
                  <c:v>2770</c:v>
                </c:pt>
                <c:pt idx="1053">
                  <c:v>2770</c:v>
                </c:pt>
                <c:pt idx="1054">
                  <c:v>2770</c:v>
                </c:pt>
                <c:pt idx="1055">
                  <c:v>2770</c:v>
                </c:pt>
                <c:pt idx="1056">
                  <c:v>2770</c:v>
                </c:pt>
                <c:pt idx="1057">
                  <c:v>2770</c:v>
                </c:pt>
                <c:pt idx="1058">
                  <c:v>2770</c:v>
                </c:pt>
                <c:pt idx="1059">
                  <c:v>2770</c:v>
                </c:pt>
                <c:pt idx="1060">
                  <c:v>2770</c:v>
                </c:pt>
                <c:pt idx="1061">
                  <c:v>2770</c:v>
                </c:pt>
                <c:pt idx="1062">
                  <c:v>2770</c:v>
                </c:pt>
                <c:pt idx="1063">
                  <c:v>2770</c:v>
                </c:pt>
                <c:pt idx="1064">
                  <c:v>2770</c:v>
                </c:pt>
                <c:pt idx="1065">
                  <c:v>2770</c:v>
                </c:pt>
                <c:pt idx="1066">
                  <c:v>2770</c:v>
                </c:pt>
                <c:pt idx="1067">
                  <c:v>2770</c:v>
                </c:pt>
                <c:pt idx="1068">
                  <c:v>2770</c:v>
                </c:pt>
                <c:pt idx="1069">
                  <c:v>2770</c:v>
                </c:pt>
                <c:pt idx="1070">
                  <c:v>2870</c:v>
                </c:pt>
                <c:pt idx="1071">
                  <c:v>2950</c:v>
                </c:pt>
                <c:pt idx="1072">
                  <c:v>3000</c:v>
                </c:pt>
                <c:pt idx="1073">
                  <c:v>3100</c:v>
                </c:pt>
                <c:pt idx="1074">
                  <c:v>3200</c:v>
                </c:pt>
                <c:pt idx="1075">
                  <c:v>3200</c:v>
                </c:pt>
                <c:pt idx="1076">
                  <c:v>3200</c:v>
                </c:pt>
                <c:pt idx="1077">
                  <c:v>3200</c:v>
                </c:pt>
                <c:pt idx="1078">
                  <c:v>3200</c:v>
                </c:pt>
                <c:pt idx="1079">
                  <c:v>3045</c:v>
                </c:pt>
                <c:pt idx="1080">
                  <c:v>3045</c:v>
                </c:pt>
                <c:pt idx="1081">
                  <c:v>3045</c:v>
                </c:pt>
                <c:pt idx="1082">
                  <c:v>3045</c:v>
                </c:pt>
                <c:pt idx="1083">
                  <c:v>3045</c:v>
                </c:pt>
                <c:pt idx="1084">
                  <c:v>3045</c:v>
                </c:pt>
                <c:pt idx="1085">
                  <c:v>3045</c:v>
                </c:pt>
                <c:pt idx="1086">
                  <c:v>3045</c:v>
                </c:pt>
                <c:pt idx="1087">
                  <c:v>3045</c:v>
                </c:pt>
                <c:pt idx="1088">
                  <c:v>3045</c:v>
                </c:pt>
                <c:pt idx="1089">
                  <c:v>3045</c:v>
                </c:pt>
                <c:pt idx="1090">
                  <c:v>2995</c:v>
                </c:pt>
                <c:pt idx="1091">
                  <c:v>2975</c:v>
                </c:pt>
                <c:pt idx="1092">
                  <c:v>2945</c:v>
                </c:pt>
                <c:pt idx="1093">
                  <c:v>2895</c:v>
                </c:pt>
                <c:pt idx="1094">
                  <c:v>2795</c:v>
                </c:pt>
                <c:pt idx="1095">
                  <c:v>2795</c:v>
                </c:pt>
                <c:pt idx="1096">
                  <c:v>2795</c:v>
                </c:pt>
                <c:pt idx="1097">
                  <c:v>2795</c:v>
                </c:pt>
                <c:pt idx="1098">
                  <c:v>2795</c:v>
                </c:pt>
                <c:pt idx="1099">
                  <c:v>2795</c:v>
                </c:pt>
                <c:pt idx="1100">
                  <c:v>2795</c:v>
                </c:pt>
                <c:pt idx="1101">
                  <c:v>2795</c:v>
                </c:pt>
                <c:pt idx="1102">
                  <c:v>2795</c:v>
                </c:pt>
                <c:pt idx="1103">
                  <c:v>2795</c:v>
                </c:pt>
                <c:pt idx="1104">
                  <c:v>2795</c:v>
                </c:pt>
                <c:pt idx="1105">
                  <c:v>2825</c:v>
                </c:pt>
                <c:pt idx="1106">
                  <c:v>2825</c:v>
                </c:pt>
                <c:pt idx="1107">
                  <c:v>2905</c:v>
                </c:pt>
                <c:pt idx="1108">
                  <c:v>2905</c:v>
                </c:pt>
                <c:pt idx="1109">
                  <c:v>2905</c:v>
                </c:pt>
                <c:pt idx="1110">
                  <c:v>2905</c:v>
                </c:pt>
                <c:pt idx="1111">
                  <c:v>2935</c:v>
                </c:pt>
                <c:pt idx="1112">
                  <c:v>2955</c:v>
                </c:pt>
                <c:pt idx="1113">
                  <c:v>2955</c:v>
                </c:pt>
                <c:pt idx="1114">
                  <c:v>2955</c:v>
                </c:pt>
                <c:pt idx="1115">
                  <c:v>2955</c:v>
                </c:pt>
                <c:pt idx="1116">
                  <c:v>2955</c:v>
                </c:pt>
                <c:pt idx="1117">
                  <c:v>2955</c:v>
                </c:pt>
                <c:pt idx="1118">
                  <c:v>2955</c:v>
                </c:pt>
                <c:pt idx="1119">
                  <c:v>2955</c:v>
                </c:pt>
                <c:pt idx="1120">
                  <c:v>2955</c:v>
                </c:pt>
                <c:pt idx="1121">
                  <c:v>2955</c:v>
                </c:pt>
                <c:pt idx="1122">
                  <c:v>2855</c:v>
                </c:pt>
                <c:pt idx="1123">
                  <c:v>2805</c:v>
                </c:pt>
                <c:pt idx="1124">
                  <c:v>2755</c:v>
                </c:pt>
                <c:pt idx="1125">
                  <c:v>2705</c:v>
                </c:pt>
                <c:pt idx="1126">
                  <c:v>2655</c:v>
                </c:pt>
                <c:pt idx="1127">
                  <c:v>2585</c:v>
                </c:pt>
                <c:pt idx="1128">
                  <c:v>2585</c:v>
                </c:pt>
                <c:pt idx="1129">
                  <c:v>2585</c:v>
                </c:pt>
                <c:pt idx="1130">
                  <c:v>2585</c:v>
                </c:pt>
                <c:pt idx="1131">
                  <c:v>2555</c:v>
                </c:pt>
                <c:pt idx="1132">
                  <c:v>2535</c:v>
                </c:pt>
                <c:pt idx="1133">
                  <c:v>2685</c:v>
                </c:pt>
                <c:pt idx="1134">
                  <c:v>2685</c:v>
                </c:pt>
                <c:pt idx="1135">
                  <c:v>2685</c:v>
                </c:pt>
                <c:pt idx="1136">
                  <c:v>2685</c:v>
                </c:pt>
                <c:pt idx="1137">
                  <c:v>2685</c:v>
                </c:pt>
                <c:pt idx="1138">
                  <c:v>2685</c:v>
                </c:pt>
                <c:pt idx="1139">
                  <c:v>2685</c:v>
                </c:pt>
                <c:pt idx="1140">
                  <c:v>2685</c:v>
                </c:pt>
                <c:pt idx="1141">
                  <c:v>2685</c:v>
                </c:pt>
                <c:pt idx="1142">
                  <c:v>2605</c:v>
                </c:pt>
                <c:pt idx="1143">
                  <c:v>2555</c:v>
                </c:pt>
                <c:pt idx="1144">
                  <c:v>2555</c:v>
                </c:pt>
                <c:pt idx="1145">
                  <c:v>2785</c:v>
                </c:pt>
                <c:pt idx="1146">
                  <c:v>2785</c:v>
                </c:pt>
                <c:pt idx="1147">
                  <c:v>2785</c:v>
                </c:pt>
                <c:pt idx="1148">
                  <c:v>2785</c:v>
                </c:pt>
                <c:pt idx="1149">
                  <c:v>2785</c:v>
                </c:pt>
                <c:pt idx="1150">
                  <c:v>2885</c:v>
                </c:pt>
                <c:pt idx="1151">
                  <c:v>2935</c:v>
                </c:pt>
                <c:pt idx="1152">
                  <c:v>2935</c:v>
                </c:pt>
                <c:pt idx="1153">
                  <c:v>2935</c:v>
                </c:pt>
                <c:pt idx="1154">
                  <c:v>2935</c:v>
                </c:pt>
                <c:pt idx="1155">
                  <c:v>2935</c:v>
                </c:pt>
                <c:pt idx="1156">
                  <c:v>2935</c:v>
                </c:pt>
                <c:pt idx="1157">
                  <c:v>2935</c:v>
                </c:pt>
                <c:pt idx="1158">
                  <c:v>2935</c:v>
                </c:pt>
                <c:pt idx="1159">
                  <c:v>2935</c:v>
                </c:pt>
                <c:pt idx="1160">
                  <c:v>2935</c:v>
                </c:pt>
                <c:pt idx="1161">
                  <c:v>2935</c:v>
                </c:pt>
                <c:pt idx="1162">
                  <c:v>2935</c:v>
                </c:pt>
                <c:pt idx="1163">
                  <c:v>2935</c:v>
                </c:pt>
                <c:pt idx="1164">
                  <c:v>2905</c:v>
                </c:pt>
                <c:pt idx="1165">
                  <c:v>2875</c:v>
                </c:pt>
                <c:pt idx="1166">
                  <c:v>2875</c:v>
                </c:pt>
                <c:pt idx="1167">
                  <c:v>2875</c:v>
                </c:pt>
                <c:pt idx="1168">
                  <c:v>2875</c:v>
                </c:pt>
                <c:pt idx="1169">
                  <c:v>2805</c:v>
                </c:pt>
                <c:pt idx="1170">
                  <c:v>2805</c:v>
                </c:pt>
                <c:pt idx="1171">
                  <c:v>2785</c:v>
                </c:pt>
                <c:pt idx="1172">
                  <c:v>2785</c:v>
                </c:pt>
                <c:pt idx="1173">
                  <c:v>2785</c:v>
                </c:pt>
                <c:pt idx="1174">
                  <c:v>2755</c:v>
                </c:pt>
                <c:pt idx="1175">
                  <c:v>2755</c:v>
                </c:pt>
                <c:pt idx="1176">
                  <c:v>2755</c:v>
                </c:pt>
                <c:pt idx="1177">
                  <c:v>2755</c:v>
                </c:pt>
                <c:pt idx="1178">
                  <c:v>2905</c:v>
                </c:pt>
                <c:pt idx="1179">
                  <c:v>2905</c:v>
                </c:pt>
                <c:pt idx="1180">
                  <c:v>2905</c:v>
                </c:pt>
                <c:pt idx="1181">
                  <c:v>2905</c:v>
                </c:pt>
                <c:pt idx="1182">
                  <c:v>2905</c:v>
                </c:pt>
                <c:pt idx="1183">
                  <c:v>2905</c:v>
                </c:pt>
                <c:pt idx="1184">
                  <c:v>2905</c:v>
                </c:pt>
                <c:pt idx="1185">
                  <c:v>2905</c:v>
                </c:pt>
                <c:pt idx="1186">
                  <c:v>2905</c:v>
                </c:pt>
                <c:pt idx="1187">
                  <c:v>2855</c:v>
                </c:pt>
                <c:pt idx="1188">
                  <c:v>2835</c:v>
                </c:pt>
                <c:pt idx="1189">
                  <c:v>2835</c:v>
                </c:pt>
                <c:pt idx="1190">
                  <c:v>2805</c:v>
                </c:pt>
                <c:pt idx="1191">
                  <c:v>2805</c:v>
                </c:pt>
                <c:pt idx="1192">
                  <c:v>2805</c:v>
                </c:pt>
                <c:pt idx="1193">
                  <c:v>2805</c:v>
                </c:pt>
                <c:pt idx="1194">
                  <c:v>2775</c:v>
                </c:pt>
                <c:pt idx="1195">
                  <c:v>2775</c:v>
                </c:pt>
                <c:pt idx="1196">
                  <c:v>2775</c:v>
                </c:pt>
                <c:pt idx="1197">
                  <c:v>2775</c:v>
                </c:pt>
                <c:pt idx="1198">
                  <c:v>2825</c:v>
                </c:pt>
                <c:pt idx="1199">
                  <c:v>2825</c:v>
                </c:pt>
                <c:pt idx="1200">
                  <c:v>2835</c:v>
                </c:pt>
                <c:pt idx="1201">
                  <c:v>2835</c:v>
                </c:pt>
                <c:pt idx="1202">
                  <c:v>2835</c:v>
                </c:pt>
                <c:pt idx="1203">
                  <c:v>2835</c:v>
                </c:pt>
                <c:pt idx="1204">
                  <c:v>2835</c:v>
                </c:pt>
                <c:pt idx="1205">
                  <c:v>2835</c:v>
                </c:pt>
                <c:pt idx="1206">
                  <c:v>2835</c:v>
                </c:pt>
                <c:pt idx="1207">
                  <c:v>2835</c:v>
                </c:pt>
                <c:pt idx="1208">
                  <c:v>2805</c:v>
                </c:pt>
                <c:pt idx="1209">
                  <c:v>2785</c:v>
                </c:pt>
                <c:pt idx="1210">
                  <c:v>2785</c:v>
                </c:pt>
                <c:pt idx="1211">
                  <c:v>2755</c:v>
                </c:pt>
                <c:pt idx="1212">
                  <c:v>2755</c:v>
                </c:pt>
                <c:pt idx="1213">
                  <c:v>2755</c:v>
                </c:pt>
                <c:pt idx="1214">
                  <c:v>2755</c:v>
                </c:pt>
                <c:pt idx="1215">
                  <c:v>2755</c:v>
                </c:pt>
                <c:pt idx="1216">
                  <c:v>2755</c:v>
                </c:pt>
                <c:pt idx="1217">
                  <c:v>2755</c:v>
                </c:pt>
                <c:pt idx="1218">
                  <c:v>2655</c:v>
                </c:pt>
                <c:pt idx="1219">
                  <c:v>2605</c:v>
                </c:pt>
                <c:pt idx="1220">
                  <c:v>2605</c:v>
                </c:pt>
                <c:pt idx="1221">
                  <c:v>2605</c:v>
                </c:pt>
                <c:pt idx="1222">
                  <c:v>2605</c:v>
                </c:pt>
                <c:pt idx="1223">
                  <c:v>2805</c:v>
                </c:pt>
                <c:pt idx="1224">
                  <c:v>2855</c:v>
                </c:pt>
                <c:pt idx="1225">
                  <c:v>2855</c:v>
                </c:pt>
                <c:pt idx="1226">
                  <c:v>2855</c:v>
                </c:pt>
                <c:pt idx="1227">
                  <c:v>2900</c:v>
                </c:pt>
                <c:pt idx="1228">
                  <c:v>2830</c:v>
                </c:pt>
                <c:pt idx="1229">
                  <c:v>2780</c:v>
                </c:pt>
                <c:pt idx="1230">
                  <c:v>2780</c:v>
                </c:pt>
                <c:pt idx="1231">
                  <c:v>2750</c:v>
                </c:pt>
                <c:pt idx="1232">
                  <c:v>2750</c:v>
                </c:pt>
                <c:pt idx="1233">
                  <c:v>2750</c:v>
                </c:pt>
                <c:pt idx="1234">
                  <c:v>2750</c:v>
                </c:pt>
                <c:pt idx="1235">
                  <c:v>2700</c:v>
                </c:pt>
                <c:pt idx="1236">
                  <c:v>2680</c:v>
                </c:pt>
                <c:pt idx="1237">
                  <c:v>2630</c:v>
                </c:pt>
                <c:pt idx="1238">
                  <c:v>2585</c:v>
                </c:pt>
                <c:pt idx="1239">
                  <c:v>2585</c:v>
                </c:pt>
                <c:pt idx="1240">
                  <c:v>2585</c:v>
                </c:pt>
                <c:pt idx="1241">
                  <c:v>2585</c:v>
                </c:pt>
                <c:pt idx="1242">
                  <c:v>2585</c:v>
                </c:pt>
                <c:pt idx="1243">
                  <c:v>2585</c:v>
                </c:pt>
                <c:pt idx="1244">
                  <c:v>2585</c:v>
                </c:pt>
                <c:pt idx="1245">
                  <c:v>2555</c:v>
                </c:pt>
                <c:pt idx="1246">
                  <c:v>2505</c:v>
                </c:pt>
                <c:pt idx="1247">
                  <c:v>2455</c:v>
                </c:pt>
                <c:pt idx="1248">
                  <c:v>2425</c:v>
                </c:pt>
                <c:pt idx="1249">
                  <c:v>2385</c:v>
                </c:pt>
                <c:pt idx="1250">
                  <c:v>2385</c:v>
                </c:pt>
                <c:pt idx="1251">
                  <c:v>2385</c:v>
                </c:pt>
                <c:pt idx="1252">
                  <c:v>2385</c:v>
                </c:pt>
                <c:pt idx="1253">
                  <c:v>2385</c:v>
                </c:pt>
                <c:pt idx="1254">
                  <c:v>2385</c:v>
                </c:pt>
                <c:pt idx="1255">
                  <c:v>2355</c:v>
                </c:pt>
                <c:pt idx="1256">
                  <c:v>2305</c:v>
                </c:pt>
                <c:pt idx="1257">
                  <c:v>2255</c:v>
                </c:pt>
                <c:pt idx="1258">
                  <c:v>2225</c:v>
                </c:pt>
                <c:pt idx="1259">
                  <c:v>2175</c:v>
                </c:pt>
                <c:pt idx="1260">
                  <c:v>2175</c:v>
                </c:pt>
                <c:pt idx="1261">
                  <c:v>2175</c:v>
                </c:pt>
                <c:pt idx="1262">
                  <c:v>2175</c:v>
                </c:pt>
                <c:pt idx="1263">
                  <c:v>2175</c:v>
                </c:pt>
                <c:pt idx="1264">
                  <c:v>2175</c:v>
                </c:pt>
                <c:pt idx="1265">
                  <c:v>2175</c:v>
                </c:pt>
                <c:pt idx="1266">
                  <c:v>2175</c:v>
                </c:pt>
                <c:pt idx="1267">
                  <c:v>2175</c:v>
                </c:pt>
                <c:pt idx="1268">
                  <c:v>2175</c:v>
                </c:pt>
                <c:pt idx="1269">
                  <c:v>2175</c:v>
                </c:pt>
                <c:pt idx="1270">
                  <c:v>2155</c:v>
                </c:pt>
                <c:pt idx="1271">
                  <c:v>2155</c:v>
                </c:pt>
                <c:pt idx="1272">
                  <c:v>2205</c:v>
                </c:pt>
                <c:pt idx="1273">
                  <c:v>2305</c:v>
                </c:pt>
                <c:pt idx="1274">
                  <c:v>2455</c:v>
                </c:pt>
                <c:pt idx="1275">
                  <c:v>2505</c:v>
                </c:pt>
                <c:pt idx="1276">
                  <c:v>2505</c:v>
                </c:pt>
                <c:pt idx="1277">
                  <c:v>2505</c:v>
                </c:pt>
                <c:pt idx="1278">
                  <c:v>2505</c:v>
                </c:pt>
                <c:pt idx="1279">
                  <c:v>2505</c:v>
                </c:pt>
                <c:pt idx="1280">
                  <c:v>2535</c:v>
                </c:pt>
                <c:pt idx="1281">
                  <c:v>2535</c:v>
                </c:pt>
                <c:pt idx="1282">
                  <c:v>2535</c:v>
                </c:pt>
                <c:pt idx="1283">
                  <c:v>2535</c:v>
                </c:pt>
                <c:pt idx="1284">
                  <c:v>2535</c:v>
                </c:pt>
                <c:pt idx="1285">
                  <c:v>2565</c:v>
                </c:pt>
                <c:pt idx="1286">
                  <c:v>2565</c:v>
                </c:pt>
                <c:pt idx="1287">
                  <c:v>2565</c:v>
                </c:pt>
                <c:pt idx="1288">
                  <c:v>2565</c:v>
                </c:pt>
                <c:pt idx="1289">
                  <c:v>2505</c:v>
                </c:pt>
                <c:pt idx="1290">
                  <c:v>2505</c:v>
                </c:pt>
                <c:pt idx="1291">
                  <c:v>2505</c:v>
                </c:pt>
                <c:pt idx="1292">
                  <c:v>2505</c:v>
                </c:pt>
                <c:pt idx="1293">
                  <c:v>2505</c:v>
                </c:pt>
                <c:pt idx="1294">
                  <c:v>2475</c:v>
                </c:pt>
                <c:pt idx="1295">
                  <c:v>2455</c:v>
                </c:pt>
                <c:pt idx="1296">
                  <c:v>2385</c:v>
                </c:pt>
                <c:pt idx="1297">
                  <c:v>2385</c:v>
                </c:pt>
                <c:pt idx="1298">
                  <c:v>2385</c:v>
                </c:pt>
                <c:pt idx="1299">
                  <c:v>2355</c:v>
                </c:pt>
                <c:pt idx="1300">
                  <c:v>2355</c:v>
                </c:pt>
                <c:pt idx="1301">
                  <c:v>2335</c:v>
                </c:pt>
                <c:pt idx="1302">
                  <c:v>2305</c:v>
                </c:pt>
                <c:pt idx="1303">
                  <c:v>2305</c:v>
                </c:pt>
                <c:pt idx="1304">
                  <c:v>2355</c:v>
                </c:pt>
                <c:pt idx="1305">
                  <c:v>2355</c:v>
                </c:pt>
                <c:pt idx="1306">
                  <c:v>2355</c:v>
                </c:pt>
                <c:pt idx="1307">
                  <c:v>2380</c:v>
                </c:pt>
                <c:pt idx="1308">
                  <c:v>2400</c:v>
                </c:pt>
                <c:pt idx="1309">
                  <c:v>2400</c:v>
                </c:pt>
                <c:pt idx="1310">
                  <c:v>2400</c:v>
                </c:pt>
                <c:pt idx="1311">
                  <c:v>2400</c:v>
                </c:pt>
                <c:pt idx="1312">
                  <c:v>2400</c:v>
                </c:pt>
                <c:pt idx="1313">
                  <c:v>2400</c:v>
                </c:pt>
                <c:pt idx="1314">
                  <c:v>2400</c:v>
                </c:pt>
                <c:pt idx="1315">
                  <c:v>2400</c:v>
                </c:pt>
                <c:pt idx="1316">
                  <c:v>2400</c:v>
                </c:pt>
                <c:pt idx="1317">
                  <c:v>2400</c:v>
                </c:pt>
                <c:pt idx="1318">
                  <c:v>2370</c:v>
                </c:pt>
                <c:pt idx="1319">
                  <c:v>2370</c:v>
                </c:pt>
                <c:pt idx="1320">
                  <c:v>2370</c:v>
                </c:pt>
                <c:pt idx="1321">
                  <c:v>2370</c:v>
                </c:pt>
                <c:pt idx="1322">
                  <c:v>2370</c:v>
                </c:pt>
                <c:pt idx="1323">
                  <c:v>2370</c:v>
                </c:pt>
                <c:pt idx="1324">
                  <c:v>2270</c:v>
                </c:pt>
                <c:pt idx="1325">
                  <c:v>2270</c:v>
                </c:pt>
                <c:pt idx="1326">
                  <c:v>2220</c:v>
                </c:pt>
                <c:pt idx="1327">
                  <c:v>2220</c:v>
                </c:pt>
                <c:pt idx="1328">
                  <c:v>2220</c:v>
                </c:pt>
                <c:pt idx="1329">
                  <c:v>2220</c:v>
                </c:pt>
                <c:pt idx="1330">
                  <c:v>2250</c:v>
                </c:pt>
                <c:pt idx="1331">
                  <c:v>2250</c:v>
                </c:pt>
                <c:pt idx="1332">
                  <c:v>2250</c:v>
                </c:pt>
                <c:pt idx="1333">
                  <c:v>2250</c:v>
                </c:pt>
                <c:pt idx="1334">
                  <c:v>2250</c:v>
                </c:pt>
                <c:pt idx="1335">
                  <c:v>2250</c:v>
                </c:pt>
                <c:pt idx="1336">
                  <c:v>2250</c:v>
                </c:pt>
                <c:pt idx="1337">
                  <c:v>2250</c:v>
                </c:pt>
                <c:pt idx="1338">
                  <c:v>2300</c:v>
                </c:pt>
                <c:pt idx="1339">
                  <c:v>2300</c:v>
                </c:pt>
                <c:pt idx="1340">
                  <c:v>2330</c:v>
                </c:pt>
                <c:pt idx="1341">
                  <c:v>2350</c:v>
                </c:pt>
                <c:pt idx="1342">
                  <c:v>2350</c:v>
                </c:pt>
                <c:pt idx="1343">
                  <c:v>2310</c:v>
                </c:pt>
                <c:pt idx="1344">
                  <c:v>2280</c:v>
                </c:pt>
                <c:pt idx="1345">
                  <c:v>2280</c:v>
                </c:pt>
                <c:pt idx="1346">
                  <c:v>2250</c:v>
                </c:pt>
                <c:pt idx="1347">
                  <c:v>2220</c:v>
                </c:pt>
                <c:pt idx="1348">
                  <c:v>2220</c:v>
                </c:pt>
                <c:pt idx="1349">
                  <c:v>2200</c:v>
                </c:pt>
                <c:pt idx="1350">
                  <c:v>2200</c:v>
                </c:pt>
                <c:pt idx="1351">
                  <c:v>2200</c:v>
                </c:pt>
                <c:pt idx="1352">
                  <c:v>2200</c:v>
                </c:pt>
                <c:pt idx="1353">
                  <c:v>2200</c:v>
                </c:pt>
                <c:pt idx="1354">
                  <c:v>2200</c:v>
                </c:pt>
                <c:pt idx="1355">
                  <c:v>2200</c:v>
                </c:pt>
                <c:pt idx="1356">
                  <c:v>2200</c:v>
                </c:pt>
                <c:pt idx="1357">
                  <c:v>2350</c:v>
                </c:pt>
                <c:pt idx="1358">
                  <c:v>2350</c:v>
                </c:pt>
                <c:pt idx="1359">
                  <c:v>2350</c:v>
                </c:pt>
                <c:pt idx="1360">
                  <c:v>2390</c:v>
                </c:pt>
                <c:pt idx="1361">
                  <c:v>2420</c:v>
                </c:pt>
                <c:pt idx="1362">
                  <c:v>2520</c:v>
                </c:pt>
                <c:pt idx="1363">
                  <c:v>2520</c:v>
                </c:pt>
                <c:pt idx="1364">
                  <c:v>2520</c:v>
                </c:pt>
                <c:pt idx="1365">
                  <c:v>2550</c:v>
                </c:pt>
                <c:pt idx="1366">
                  <c:v>2550</c:v>
                </c:pt>
                <c:pt idx="1367">
                  <c:v>2550</c:v>
                </c:pt>
                <c:pt idx="1368">
                  <c:v>2550</c:v>
                </c:pt>
                <c:pt idx="1369">
                  <c:v>2550</c:v>
                </c:pt>
                <c:pt idx="1370">
                  <c:v>2550</c:v>
                </c:pt>
                <c:pt idx="1371">
                  <c:v>2550</c:v>
                </c:pt>
                <c:pt idx="1372">
                  <c:v>2550</c:v>
                </c:pt>
                <c:pt idx="1373">
                  <c:v>2550</c:v>
                </c:pt>
                <c:pt idx="1374">
                  <c:v>2550</c:v>
                </c:pt>
                <c:pt idx="1375">
                  <c:v>2580</c:v>
                </c:pt>
                <c:pt idx="1376">
                  <c:v>2680</c:v>
                </c:pt>
                <c:pt idx="1377">
                  <c:v>2680</c:v>
                </c:pt>
                <c:pt idx="1378">
                  <c:v>2680</c:v>
                </c:pt>
                <c:pt idx="1379">
                  <c:v>2680</c:v>
                </c:pt>
                <c:pt idx="1380">
                  <c:v>2680</c:v>
                </c:pt>
                <c:pt idx="1381">
                  <c:v>2650</c:v>
                </c:pt>
                <c:pt idx="1382">
                  <c:v>2650</c:v>
                </c:pt>
                <c:pt idx="1383">
                  <c:v>2700</c:v>
                </c:pt>
                <c:pt idx="1384">
                  <c:v>2700</c:v>
                </c:pt>
                <c:pt idx="1385">
                  <c:v>2700</c:v>
                </c:pt>
                <c:pt idx="1386">
                  <c:v>2730</c:v>
                </c:pt>
                <c:pt idx="1387">
                  <c:v>2730</c:v>
                </c:pt>
                <c:pt idx="1388">
                  <c:v>2730</c:v>
                </c:pt>
                <c:pt idx="1389">
                  <c:v>2730</c:v>
                </c:pt>
                <c:pt idx="1390">
                  <c:v>2730</c:v>
                </c:pt>
                <c:pt idx="1391">
                  <c:v>2730</c:v>
                </c:pt>
                <c:pt idx="1392">
                  <c:v>2730</c:v>
                </c:pt>
                <c:pt idx="1393">
                  <c:v>2730</c:v>
                </c:pt>
                <c:pt idx="1394">
                  <c:v>2730</c:v>
                </c:pt>
                <c:pt idx="1395">
                  <c:v>2700</c:v>
                </c:pt>
                <c:pt idx="1396">
                  <c:v>2700</c:v>
                </c:pt>
                <c:pt idx="1397">
                  <c:v>2700</c:v>
                </c:pt>
                <c:pt idx="1398">
                  <c:v>2700</c:v>
                </c:pt>
                <c:pt idx="1399">
                  <c:v>2700</c:v>
                </c:pt>
                <c:pt idx="1400">
                  <c:v>2700</c:v>
                </c:pt>
                <c:pt idx="1401">
                  <c:v>2700</c:v>
                </c:pt>
                <c:pt idx="1402">
                  <c:v>2700</c:v>
                </c:pt>
                <c:pt idx="1403">
                  <c:v>2680</c:v>
                </c:pt>
                <c:pt idx="1404">
                  <c:v>2650</c:v>
                </c:pt>
                <c:pt idx="1405">
                  <c:v>2650</c:v>
                </c:pt>
                <c:pt idx="1406">
                  <c:v>2650</c:v>
                </c:pt>
                <c:pt idx="1407">
                  <c:v>2550</c:v>
                </c:pt>
                <c:pt idx="1408">
                  <c:v>2500</c:v>
                </c:pt>
                <c:pt idx="1409">
                  <c:v>2500</c:v>
                </c:pt>
                <c:pt idx="1410">
                  <c:v>2500</c:v>
                </c:pt>
                <c:pt idx="1411">
                  <c:v>2500</c:v>
                </c:pt>
                <c:pt idx="1412">
                  <c:v>2500</c:v>
                </c:pt>
                <c:pt idx="1413">
                  <c:v>2500</c:v>
                </c:pt>
                <c:pt idx="1414">
                  <c:v>2450</c:v>
                </c:pt>
                <c:pt idx="1415">
                  <c:v>2430</c:v>
                </c:pt>
                <c:pt idx="1416">
                  <c:v>2430</c:v>
                </c:pt>
                <c:pt idx="1417">
                  <c:v>2430</c:v>
                </c:pt>
                <c:pt idx="1418">
                  <c:v>2400</c:v>
                </c:pt>
                <c:pt idx="1419">
                  <c:v>2400</c:v>
                </c:pt>
                <c:pt idx="1420">
                  <c:v>2400</c:v>
                </c:pt>
                <c:pt idx="1421">
                  <c:v>2400</c:v>
                </c:pt>
                <c:pt idx="1422">
                  <c:v>2370</c:v>
                </c:pt>
                <c:pt idx="1423">
                  <c:v>2370</c:v>
                </c:pt>
                <c:pt idx="1424">
                  <c:v>2370</c:v>
                </c:pt>
                <c:pt idx="1425">
                  <c:v>2370</c:v>
                </c:pt>
                <c:pt idx="1426">
                  <c:v>2370</c:v>
                </c:pt>
                <c:pt idx="1427">
                  <c:v>2370</c:v>
                </c:pt>
                <c:pt idx="1428">
                  <c:v>2350</c:v>
                </c:pt>
                <c:pt idx="1429">
                  <c:v>2350</c:v>
                </c:pt>
                <c:pt idx="1430">
                  <c:v>2330</c:v>
                </c:pt>
                <c:pt idx="1431">
                  <c:v>2330</c:v>
                </c:pt>
                <c:pt idx="1432">
                  <c:v>2330</c:v>
                </c:pt>
                <c:pt idx="1433">
                  <c:v>2330</c:v>
                </c:pt>
                <c:pt idx="1434">
                  <c:v>2380</c:v>
                </c:pt>
                <c:pt idx="1435">
                  <c:v>2380</c:v>
                </c:pt>
                <c:pt idx="1436">
                  <c:v>2400</c:v>
                </c:pt>
                <c:pt idx="1437">
                  <c:v>2450</c:v>
                </c:pt>
                <c:pt idx="1438">
                  <c:v>2450</c:v>
                </c:pt>
                <c:pt idx="1439">
                  <c:v>2450</c:v>
                </c:pt>
                <c:pt idx="1440">
                  <c:v>2450</c:v>
                </c:pt>
                <c:pt idx="1441">
                  <c:v>2450</c:v>
                </c:pt>
                <c:pt idx="1442">
                  <c:v>2400</c:v>
                </c:pt>
                <c:pt idx="1443">
                  <c:v>2370</c:v>
                </c:pt>
                <c:pt idx="1444">
                  <c:v>2370</c:v>
                </c:pt>
                <c:pt idx="1445">
                  <c:v>2370</c:v>
                </c:pt>
                <c:pt idx="1446">
                  <c:v>2370</c:v>
                </c:pt>
                <c:pt idx="1447">
                  <c:v>2370</c:v>
                </c:pt>
                <c:pt idx="1448">
                  <c:v>2370</c:v>
                </c:pt>
                <c:pt idx="1449">
                  <c:v>2400</c:v>
                </c:pt>
                <c:pt idx="1450">
                  <c:v>2430</c:v>
                </c:pt>
                <c:pt idx="1451">
                  <c:v>2430</c:v>
                </c:pt>
                <c:pt idx="1452">
                  <c:v>2430</c:v>
                </c:pt>
                <c:pt idx="1453">
                  <c:v>2380</c:v>
                </c:pt>
                <c:pt idx="1454">
                  <c:v>2380</c:v>
                </c:pt>
                <c:pt idx="1455">
                  <c:v>2380</c:v>
                </c:pt>
                <c:pt idx="1456">
                  <c:v>2380</c:v>
                </c:pt>
                <c:pt idx="1457">
                  <c:v>2290</c:v>
                </c:pt>
                <c:pt idx="1458">
                  <c:v>2290</c:v>
                </c:pt>
                <c:pt idx="1459">
                  <c:v>2290</c:v>
                </c:pt>
                <c:pt idx="1460">
                  <c:v>2290</c:v>
                </c:pt>
                <c:pt idx="1461">
                  <c:v>2290</c:v>
                </c:pt>
                <c:pt idx="1462">
                  <c:v>2210</c:v>
                </c:pt>
                <c:pt idx="1463">
                  <c:v>2210</c:v>
                </c:pt>
                <c:pt idx="1464">
                  <c:v>2170</c:v>
                </c:pt>
                <c:pt idx="1465">
                  <c:v>2170</c:v>
                </c:pt>
                <c:pt idx="1466">
                  <c:v>2170</c:v>
                </c:pt>
                <c:pt idx="1467">
                  <c:v>2050</c:v>
                </c:pt>
                <c:pt idx="1468">
                  <c:v>2050</c:v>
                </c:pt>
                <c:pt idx="1469">
                  <c:v>2010</c:v>
                </c:pt>
                <c:pt idx="1470">
                  <c:v>1980</c:v>
                </c:pt>
                <c:pt idx="1471">
                  <c:v>1950</c:v>
                </c:pt>
                <c:pt idx="1472">
                  <c:v>1920</c:v>
                </c:pt>
                <c:pt idx="1473">
                  <c:v>1920</c:v>
                </c:pt>
                <c:pt idx="1474">
                  <c:v>1920</c:v>
                </c:pt>
                <c:pt idx="1475">
                  <c:v>1920</c:v>
                </c:pt>
                <c:pt idx="1476">
                  <c:v>1950</c:v>
                </c:pt>
                <c:pt idx="1477">
                  <c:v>1950</c:v>
                </c:pt>
                <c:pt idx="1478">
                  <c:v>1950</c:v>
                </c:pt>
                <c:pt idx="1479">
                  <c:v>1950</c:v>
                </c:pt>
                <c:pt idx="1480">
                  <c:v>1950</c:v>
                </c:pt>
                <c:pt idx="1481">
                  <c:v>1950</c:v>
                </c:pt>
                <c:pt idx="1482">
                  <c:v>1900</c:v>
                </c:pt>
                <c:pt idx="1483">
                  <c:v>1900</c:v>
                </c:pt>
                <c:pt idx="1484">
                  <c:v>1900</c:v>
                </c:pt>
                <c:pt idx="1485">
                  <c:v>1900</c:v>
                </c:pt>
                <c:pt idx="1486">
                  <c:v>1900</c:v>
                </c:pt>
                <c:pt idx="1487">
                  <c:v>1900</c:v>
                </c:pt>
                <c:pt idx="1488">
                  <c:v>1900</c:v>
                </c:pt>
                <c:pt idx="1489">
                  <c:v>1900</c:v>
                </c:pt>
                <c:pt idx="1490">
                  <c:v>1900</c:v>
                </c:pt>
                <c:pt idx="1491">
                  <c:v>1900</c:v>
                </c:pt>
                <c:pt idx="1492">
                  <c:v>1900</c:v>
                </c:pt>
                <c:pt idx="1493">
                  <c:v>1900</c:v>
                </c:pt>
                <c:pt idx="1494">
                  <c:v>1900</c:v>
                </c:pt>
                <c:pt idx="1495">
                  <c:v>1900</c:v>
                </c:pt>
                <c:pt idx="1496">
                  <c:v>1900</c:v>
                </c:pt>
                <c:pt idx="1497">
                  <c:v>1900</c:v>
                </c:pt>
                <c:pt idx="1498">
                  <c:v>1900</c:v>
                </c:pt>
                <c:pt idx="1499">
                  <c:v>1850</c:v>
                </c:pt>
                <c:pt idx="1500">
                  <c:v>1850</c:v>
                </c:pt>
                <c:pt idx="1501">
                  <c:v>1850</c:v>
                </c:pt>
                <c:pt idx="1502">
                  <c:v>1850</c:v>
                </c:pt>
                <c:pt idx="1503">
                  <c:v>1810</c:v>
                </c:pt>
                <c:pt idx="1504">
                  <c:v>1810</c:v>
                </c:pt>
                <c:pt idx="1505">
                  <c:v>1810</c:v>
                </c:pt>
                <c:pt idx="1506">
                  <c:v>1780</c:v>
                </c:pt>
                <c:pt idx="1507">
                  <c:v>1780</c:v>
                </c:pt>
                <c:pt idx="1508">
                  <c:v>1780</c:v>
                </c:pt>
                <c:pt idx="1509">
                  <c:v>1780</c:v>
                </c:pt>
                <c:pt idx="1510">
                  <c:v>1780</c:v>
                </c:pt>
                <c:pt idx="1511">
                  <c:v>1780</c:v>
                </c:pt>
                <c:pt idx="1512">
                  <c:v>1780</c:v>
                </c:pt>
                <c:pt idx="1513">
                  <c:v>1750</c:v>
                </c:pt>
                <c:pt idx="1514">
                  <c:v>1750</c:v>
                </c:pt>
                <c:pt idx="1515">
                  <c:v>1750</c:v>
                </c:pt>
                <c:pt idx="1516">
                  <c:v>1720</c:v>
                </c:pt>
                <c:pt idx="1517">
                  <c:v>1720</c:v>
                </c:pt>
                <c:pt idx="1518">
                  <c:v>1690</c:v>
                </c:pt>
                <c:pt idx="1519">
                  <c:v>1690</c:v>
                </c:pt>
                <c:pt idx="1520">
                  <c:v>1720</c:v>
                </c:pt>
                <c:pt idx="1521">
                  <c:v>1720</c:v>
                </c:pt>
                <c:pt idx="1522">
                  <c:v>1720</c:v>
                </c:pt>
                <c:pt idx="1523">
                  <c:v>1720</c:v>
                </c:pt>
                <c:pt idx="1524">
                  <c:v>1720</c:v>
                </c:pt>
                <c:pt idx="1525">
                  <c:v>1720</c:v>
                </c:pt>
                <c:pt idx="1526">
                  <c:v>1720</c:v>
                </c:pt>
                <c:pt idx="1527">
                  <c:v>1720</c:v>
                </c:pt>
                <c:pt idx="1528">
                  <c:v>1750</c:v>
                </c:pt>
                <c:pt idx="1529">
                  <c:v>1790</c:v>
                </c:pt>
                <c:pt idx="1530">
                  <c:v>1790</c:v>
                </c:pt>
                <c:pt idx="1531">
                  <c:v>1820</c:v>
                </c:pt>
                <c:pt idx="1532">
                  <c:v>1820</c:v>
                </c:pt>
                <c:pt idx="1533">
                  <c:v>1900</c:v>
                </c:pt>
                <c:pt idx="1534">
                  <c:v>1900</c:v>
                </c:pt>
                <c:pt idx="1535">
                  <c:v>1900</c:v>
                </c:pt>
                <c:pt idx="1536">
                  <c:v>1900</c:v>
                </c:pt>
                <c:pt idx="1537">
                  <c:v>1900</c:v>
                </c:pt>
                <c:pt idx="1538">
                  <c:v>1880</c:v>
                </c:pt>
                <c:pt idx="1539">
                  <c:v>1860</c:v>
                </c:pt>
                <c:pt idx="1540">
                  <c:v>1860</c:v>
                </c:pt>
                <c:pt idx="1541">
                  <c:v>1860</c:v>
                </c:pt>
                <c:pt idx="1542">
                  <c:v>1830</c:v>
                </c:pt>
                <c:pt idx="1543">
                  <c:v>1800</c:v>
                </c:pt>
                <c:pt idx="1544">
                  <c:v>1780</c:v>
                </c:pt>
                <c:pt idx="1545">
                  <c:v>1780</c:v>
                </c:pt>
                <c:pt idx="1546">
                  <c:v>1780</c:v>
                </c:pt>
                <c:pt idx="1547">
                  <c:v>1750</c:v>
                </c:pt>
                <c:pt idx="1548">
                  <c:v>1750</c:v>
                </c:pt>
                <c:pt idx="1549">
                  <c:v>1750</c:v>
                </c:pt>
                <c:pt idx="1550">
                  <c:v>1750</c:v>
                </c:pt>
                <c:pt idx="1551">
                  <c:v>1750</c:v>
                </c:pt>
                <c:pt idx="1552">
                  <c:v>1750</c:v>
                </c:pt>
                <c:pt idx="1553">
                  <c:v>1750</c:v>
                </c:pt>
                <c:pt idx="1554">
                  <c:v>1750</c:v>
                </c:pt>
                <c:pt idx="1555">
                  <c:v>1750</c:v>
                </c:pt>
                <c:pt idx="1556">
                  <c:v>1750</c:v>
                </c:pt>
                <c:pt idx="1557">
                  <c:v>1750</c:v>
                </c:pt>
                <c:pt idx="1558">
                  <c:v>1750</c:v>
                </c:pt>
                <c:pt idx="1559">
                  <c:v>1750</c:v>
                </c:pt>
                <c:pt idx="1560">
                  <c:v>1770</c:v>
                </c:pt>
                <c:pt idx="1561">
                  <c:v>1800</c:v>
                </c:pt>
                <c:pt idx="1562">
                  <c:v>1800</c:v>
                </c:pt>
                <c:pt idx="1563">
                  <c:v>1820</c:v>
                </c:pt>
                <c:pt idx="1564">
                  <c:v>1850</c:v>
                </c:pt>
                <c:pt idx="1565">
                  <c:v>1850</c:v>
                </c:pt>
                <c:pt idx="1566">
                  <c:v>1870</c:v>
                </c:pt>
                <c:pt idx="1567">
                  <c:v>1870</c:v>
                </c:pt>
                <c:pt idx="1568">
                  <c:v>1870</c:v>
                </c:pt>
                <c:pt idx="1569">
                  <c:v>1870</c:v>
                </c:pt>
                <c:pt idx="1570">
                  <c:v>1870</c:v>
                </c:pt>
                <c:pt idx="1571">
                  <c:v>1870</c:v>
                </c:pt>
                <c:pt idx="1572">
                  <c:v>1920</c:v>
                </c:pt>
                <c:pt idx="1573">
                  <c:v>1920</c:v>
                </c:pt>
                <c:pt idx="1574">
                  <c:v>1920</c:v>
                </c:pt>
                <c:pt idx="1575">
                  <c:v>1920</c:v>
                </c:pt>
                <c:pt idx="1576">
                  <c:v>1950</c:v>
                </c:pt>
                <c:pt idx="1577">
                  <c:v>1950</c:v>
                </c:pt>
                <c:pt idx="1578">
                  <c:v>1950</c:v>
                </c:pt>
                <c:pt idx="1579">
                  <c:v>1930</c:v>
                </c:pt>
                <c:pt idx="1580">
                  <c:v>1930</c:v>
                </c:pt>
                <c:pt idx="1581">
                  <c:v>1930</c:v>
                </c:pt>
                <c:pt idx="1582">
                  <c:v>1930</c:v>
                </c:pt>
                <c:pt idx="1583">
                  <c:v>1930</c:v>
                </c:pt>
                <c:pt idx="1584">
                  <c:v>1960</c:v>
                </c:pt>
                <c:pt idx="1585">
                  <c:v>2010</c:v>
                </c:pt>
                <c:pt idx="1586">
                  <c:v>2010</c:v>
                </c:pt>
                <c:pt idx="1587">
                  <c:v>2010</c:v>
                </c:pt>
                <c:pt idx="1588">
                  <c:v>2050</c:v>
                </c:pt>
                <c:pt idx="1589">
                  <c:v>2050</c:v>
                </c:pt>
                <c:pt idx="1590">
                  <c:v>2090</c:v>
                </c:pt>
                <c:pt idx="1591">
                  <c:v>2120</c:v>
                </c:pt>
                <c:pt idx="1592">
                  <c:v>2170</c:v>
                </c:pt>
                <c:pt idx="1593">
                  <c:v>2170</c:v>
                </c:pt>
                <c:pt idx="1594">
                  <c:v>2170</c:v>
                </c:pt>
                <c:pt idx="1595">
                  <c:v>2170</c:v>
                </c:pt>
                <c:pt idx="1596">
                  <c:v>2170</c:v>
                </c:pt>
                <c:pt idx="1597">
                  <c:v>2170</c:v>
                </c:pt>
                <c:pt idx="1598">
                  <c:v>2170</c:v>
                </c:pt>
                <c:pt idx="1599">
                  <c:v>2170</c:v>
                </c:pt>
                <c:pt idx="1600">
                  <c:v>2170</c:v>
                </c:pt>
                <c:pt idx="1601">
                  <c:v>2170</c:v>
                </c:pt>
                <c:pt idx="1602">
                  <c:v>2170</c:v>
                </c:pt>
                <c:pt idx="1603">
                  <c:v>2170</c:v>
                </c:pt>
                <c:pt idx="1604">
                  <c:v>2170</c:v>
                </c:pt>
                <c:pt idx="1605">
                  <c:v>2170</c:v>
                </c:pt>
                <c:pt idx="1606">
                  <c:v>2170</c:v>
                </c:pt>
                <c:pt idx="1607">
                  <c:v>2170</c:v>
                </c:pt>
                <c:pt idx="1608">
                  <c:v>2170</c:v>
                </c:pt>
                <c:pt idx="1609">
                  <c:v>2170</c:v>
                </c:pt>
                <c:pt idx="1610">
                  <c:v>2170</c:v>
                </c:pt>
                <c:pt idx="1611">
                  <c:v>2170</c:v>
                </c:pt>
                <c:pt idx="1612">
                  <c:v>2150</c:v>
                </c:pt>
                <c:pt idx="1613">
                  <c:v>2130</c:v>
                </c:pt>
                <c:pt idx="1614">
                  <c:v>2080</c:v>
                </c:pt>
                <c:pt idx="1615">
                  <c:v>2030</c:v>
                </c:pt>
                <c:pt idx="1616">
                  <c:v>2030</c:v>
                </c:pt>
                <c:pt idx="1617">
                  <c:v>2030</c:v>
                </c:pt>
                <c:pt idx="1618">
                  <c:v>2030</c:v>
                </c:pt>
                <c:pt idx="1619">
                  <c:v>2030</c:v>
                </c:pt>
                <c:pt idx="1620">
                  <c:v>2030</c:v>
                </c:pt>
                <c:pt idx="1621">
                  <c:v>2000</c:v>
                </c:pt>
                <c:pt idx="1622">
                  <c:v>2000</c:v>
                </c:pt>
                <c:pt idx="1623">
                  <c:v>1980</c:v>
                </c:pt>
                <c:pt idx="1624">
                  <c:v>1960</c:v>
                </c:pt>
                <c:pt idx="1625">
                  <c:v>1930</c:v>
                </c:pt>
                <c:pt idx="1626">
                  <c:v>1880</c:v>
                </c:pt>
                <c:pt idx="1627">
                  <c:v>1880</c:v>
                </c:pt>
                <c:pt idx="1628">
                  <c:v>1850</c:v>
                </c:pt>
                <c:pt idx="1629">
                  <c:v>1850</c:v>
                </c:pt>
                <c:pt idx="1630">
                  <c:v>1850</c:v>
                </c:pt>
                <c:pt idx="1631">
                  <c:v>1850</c:v>
                </c:pt>
                <c:pt idx="1632">
                  <c:v>1850</c:v>
                </c:pt>
                <c:pt idx="1633">
                  <c:v>1850</c:v>
                </c:pt>
                <c:pt idx="1634">
                  <c:v>1900</c:v>
                </c:pt>
                <c:pt idx="1635">
                  <c:v>1900</c:v>
                </c:pt>
                <c:pt idx="1636">
                  <c:v>1900</c:v>
                </c:pt>
                <c:pt idx="1637">
                  <c:v>1900</c:v>
                </c:pt>
                <c:pt idx="1638">
                  <c:v>1880</c:v>
                </c:pt>
                <c:pt idx="1639">
                  <c:v>1880</c:v>
                </c:pt>
                <c:pt idx="1640">
                  <c:v>1850</c:v>
                </c:pt>
                <c:pt idx="1641">
                  <c:v>1830</c:v>
                </c:pt>
                <c:pt idx="1642">
                  <c:v>1800</c:v>
                </c:pt>
                <c:pt idx="1643">
                  <c:v>1800</c:v>
                </c:pt>
                <c:pt idx="1644">
                  <c:v>1800</c:v>
                </c:pt>
                <c:pt idx="1645">
                  <c:v>1800</c:v>
                </c:pt>
                <c:pt idx="1646">
                  <c:v>1850</c:v>
                </c:pt>
                <c:pt idx="1647">
                  <c:v>1850</c:v>
                </c:pt>
                <c:pt idx="1648">
                  <c:v>1850</c:v>
                </c:pt>
                <c:pt idx="1649">
                  <c:v>1850</c:v>
                </c:pt>
                <c:pt idx="1650">
                  <c:v>1850</c:v>
                </c:pt>
                <c:pt idx="1651">
                  <c:v>1900</c:v>
                </c:pt>
                <c:pt idx="1652">
                  <c:v>1900</c:v>
                </c:pt>
                <c:pt idx="1653">
                  <c:v>1900</c:v>
                </c:pt>
                <c:pt idx="1654">
                  <c:v>1900</c:v>
                </c:pt>
                <c:pt idx="1655">
                  <c:v>1950</c:v>
                </c:pt>
                <c:pt idx="1656">
                  <c:v>2000</c:v>
                </c:pt>
                <c:pt idx="1657">
                  <c:v>2000</c:v>
                </c:pt>
                <c:pt idx="1658">
                  <c:v>2000</c:v>
                </c:pt>
                <c:pt idx="1659">
                  <c:v>1950</c:v>
                </c:pt>
                <c:pt idx="1660">
                  <c:v>1900</c:v>
                </c:pt>
                <c:pt idx="1661">
                  <c:v>1900</c:v>
                </c:pt>
                <c:pt idx="1662">
                  <c:v>1850</c:v>
                </c:pt>
                <c:pt idx="1663">
                  <c:v>1850</c:v>
                </c:pt>
                <c:pt idx="1664">
                  <c:v>1825</c:v>
                </c:pt>
                <c:pt idx="1665">
                  <c:v>1820</c:v>
                </c:pt>
                <c:pt idx="1666">
                  <c:v>1820</c:v>
                </c:pt>
                <c:pt idx="1667">
                  <c:v>1870</c:v>
                </c:pt>
                <c:pt idx="1668">
                  <c:v>1870</c:v>
                </c:pt>
                <c:pt idx="1669">
                  <c:v>1870</c:v>
                </c:pt>
                <c:pt idx="1670">
                  <c:v>1900</c:v>
                </c:pt>
                <c:pt idx="1671">
                  <c:v>1900</c:v>
                </c:pt>
                <c:pt idx="1672">
                  <c:v>1930</c:v>
                </c:pt>
                <c:pt idx="1673">
                  <c:v>1930</c:v>
                </c:pt>
                <c:pt idx="1674">
                  <c:v>1930</c:v>
                </c:pt>
                <c:pt idx="1675">
                  <c:v>1930</c:v>
                </c:pt>
                <c:pt idx="1676">
                  <c:v>1930</c:v>
                </c:pt>
              </c:numCache>
            </c:numRef>
          </c:val>
          <c:smooth val="1"/>
          <c:extLst xmlns:c16r2="http://schemas.microsoft.com/office/drawing/2015/06/chart">
            <c:ext xmlns:c16="http://schemas.microsoft.com/office/drawing/2014/chart" uri="{C3380CC4-5D6E-409C-BE32-E72D297353CC}">
              <c16:uniqueId val="{00000000-6ACE-4DBD-9606-E2000C065AD5}"/>
            </c:ext>
          </c:extLst>
        </c:ser>
        <c:dLbls>
          <c:showLegendKey val="0"/>
          <c:showVal val="0"/>
          <c:showCatName val="0"/>
          <c:showSerName val="0"/>
          <c:showPercent val="0"/>
          <c:showBubbleSize val="0"/>
        </c:dLbls>
        <c:smooth val="0"/>
        <c:axId val="875931856"/>
        <c:axId val="875925872"/>
      </c:lineChart>
      <c:dateAx>
        <c:axId val="875931856"/>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25872"/>
        <c:crosses val="autoZero"/>
        <c:auto val="0"/>
        <c:lblOffset val="100"/>
        <c:baseTimeUnit val="days"/>
      </c:dateAx>
      <c:valAx>
        <c:axId val="875925872"/>
        <c:scaling>
          <c:orientation val="minMax"/>
          <c:max val="6000"/>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31856"/>
        <c:crosses val="autoZero"/>
        <c:crossBetween val="between"/>
        <c:majorUnit val="1000"/>
      </c:valAx>
      <c:spPr>
        <a:noFill/>
        <a:ln w="25400">
          <a:noFill/>
        </a:ln>
      </c:spPr>
    </c:plotArea>
    <c:legend>
      <c:legendPos val="t"/>
      <c:layout>
        <c:manualLayout>
          <c:xMode val="edge"/>
          <c:yMode val="edge"/>
          <c:x val="0"/>
          <c:y val="0"/>
          <c:w val="1"/>
          <c:h val="0.13114803274862882"/>
        </c:manualLayout>
      </c:layout>
      <c:overlay val="0"/>
      <c:spPr>
        <a:noFill/>
        <a:ln w="25400">
          <a:noFill/>
        </a:ln>
        <a:effectLst/>
      </c:spPr>
      <c:txPr>
        <a:bodyPr rot="0" spcFirstLastPara="0" vertOverflow="ellipsis" vert="horz" wrap="square" anchor="ctr" anchorCtr="1"/>
        <a:lstStyle/>
        <a:p>
          <a:pPr>
            <a:defRPr lang="zh-CN" sz="105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chemeClr val="bg1"/>
    </a:solidFill>
    <a:ln w="25400" cap="flat" cmpd="sng" algn="ctr">
      <a:noFill/>
      <a:prstDash val="solid"/>
      <a:round/>
    </a:ln>
  </c:spPr>
  <c:txPr>
    <a:bodyPr/>
    <a:lstStyle/>
    <a:p>
      <a:pPr>
        <a:defRPr lang="zh-CN" sz="900">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848710680322"/>
          <c:y val="0.11212245400321064"/>
          <c:w val="0.85517905908639502"/>
          <c:h val="0.79403161136435119"/>
        </c:manualLayout>
      </c:layout>
      <c:lineChart>
        <c:grouping val="standard"/>
        <c:varyColors val="0"/>
        <c:ser>
          <c:idx val="0"/>
          <c:order val="0"/>
          <c:tx>
            <c:strRef>
              <c:f>'图49-57'!$E$3</c:f>
              <c:strCache>
                <c:ptCount val="1"/>
                <c:pt idx="0">
                  <c:v>双氧水（元/吨）</c:v>
                </c:pt>
              </c:strCache>
            </c:strRef>
          </c:tx>
          <c:spPr>
            <a:ln w="12700" cap="rnd" cmpd="sng" algn="ctr">
              <a:solidFill>
                <a:srgbClr val="E10000"/>
              </a:solidFill>
              <a:prstDash val="solid"/>
              <a:round/>
            </a:ln>
          </c:spPr>
          <c:marker>
            <c:symbol val="none"/>
          </c:marker>
          <c:cat>
            <c:numRef>
              <c:f>'图49-57'!$A$4:$A$1848</c:f>
              <c:numCache>
                <c:formatCode>yyyy/mm/dd;@</c:formatCode>
                <c:ptCount val="1845"/>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pt idx="1018">
                  <c:v>43580</c:v>
                </c:pt>
                <c:pt idx="1019">
                  <c:v>43579</c:v>
                </c:pt>
                <c:pt idx="1020">
                  <c:v>43578</c:v>
                </c:pt>
                <c:pt idx="1021">
                  <c:v>43577</c:v>
                </c:pt>
                <c:pt idx="1022">
                  <c:v>43574</c:v>
                </c:pt>
                <c:pt idx="1023">
                  <c:v>43573</c:v>
                </c:pt>
                <c:pt idx="1024">
                  <c:v>43572</c:v>
                </c:pt>
                <c:pt idx="1025">
                  <c:v>43571</c:v>
                </c:pt>
                <c:pt idx="1026">
                  <c:v>43570</c:v>
                </c:pt>
                <c:pt idx="1027">
                  <c:v>43567</c:v>
                </c:pt>
                <c:pt idx="1028">
                  <c:v>43566</c:v>
                </c:pt>
                <c:pt idx="1029">
                  <c:v>43565</c:v>
                </c:pt>
                <c:pt idx="1030">
                  <c:v>43564</c:v>
                </c:pt>
                <c:pt idx="1031">
                  <c:v>43563</c:v>
                </c:pt>
                <c:pt idx="1032">
                  <c:v>43559</c:v>
                </c:pt>
                <c:pt idx="1033">
                  <c:v>43558</c:v>
                </c:pt>
                <c:pt idx="1034">
                  <c:v>43557</c:v>
                </c:pt>
                <c:pt idx="1035">
                  <c:v>43556</c:v>
                </c:pt>
                <c:pt idx="1036">
                  <c:v>43553</c:v>
                </c:pt>
                <c:pt idx="1037">
                  <c:v>43552</c:v>
                </c:pt>
                <c:pt idx="1038">
                  <c:v>43551</c:v>
                </c:pt>
                <c:pt idx="1039">
                  <c:v>43550</c:v>
                </c:pt>
                <c:pt idx="1040">
                  <c:v>43549</c:v>
                </c:pt>
                <c:pt idx="1041">
                  <c:v>43546</c:v>
                </c:pt>
                <c:pt idx="1042">
                  <c:v>43545</c:v>
                </c:pt>
                <c:pt idx="1043">
                  <c:v>43544</c:v>
                </c:pt>
                <c:pt idx="1044">
                  <c:v>43543</c:v>
                </c:pt>
                <c:pt idx="1045">
                  <c:v>43542</c:v>
                </c:pt>
                <c:pt idx="1046">
                  <c:v>43539</c:v>
                </c:pt>
                <c:pt idx="1047">
                  <c:v>43538</c:v>
                </c:pt>
                <c:pt idx="1048">
                  <c:v>43537</c:v>
                </c:pt>
                <c:pt idx="1049">
                  <c:v>43536</c:v>
                </c:pt>
                <c:pt idx="1050">
                  <c:v>43535</c:v>
                </c:pt>
                <c:pt idx="1051">
                  <c:v>43532</c:v>
                </c:pt>
                <c:pt idx="1052">
                  <c:v>43531</c:v>
                </c:pt>
                <c:pt idx="1053">
                  <c:v>43530</c:v>
                </c:pt>
                <c:pt idx="1054">
                  <c:v>43529</c:v>
                </c:pt>
                <c:pt idx="1055">
                  <c:v>43528</c:v>
                </c:pt>
                <c:pt idx="1056">
                  <c:v>43525</c:v>
                </c:pt>
                <c:pt idx="1057">
                  <c:v>43524</c:v>
                </c:pt>
                <c:pt idx="1058">
                  <c:v>43523</c:v>
                </c:pt>
                <c:pt idx="1059">
                  <c:v>43522</c:v>
                </c:pt>
                <c:pt idx="1060">
                  <c:v>43521</c:v>
                </c:pt>
                <c:pt idx="1061">
                  <c:v>43518</c:v>
                </c:pt>
                <c:pt idx="1062">
                  <c:v>43517</c:v>
                </c:pt>
                <c:pt idx="1063">
                  <c:v>43516</c:v>
                </c:pt>
                <c:pt idx="1064">
                  <c:v>43515</c:v>
                </c:pt>
                <c:pt idx="1065">
                  <c:v>43514</c:v>
                </c:pt>
                <c:pt idx="1066">
                  <c:v>43511</c:v>
                </c:pt>
                <c:pt idx="1067">
                  <c:v>43510</c:v>
                </c:pt>
                <c:pt idx="1068">
                  <c:v>43509</c:v>
                </c:pt>
                <c:pt idx="1069">
                  <c:v>43508</c:v>
                </c:pt>
                <c:pt idx="1070">
                  <c:v>43507</c:v>
                </c:pt>
                <c:pt idx="1071">
                  <c:v>43499</c:v>
                </c:pt>
                <c:pt idx="1072">
                  <c:v>43498</c:v>
                </c:pt>
                <c:pt idx="1073">
                  <c:v>43497</c:v>
                </c:pt>
                <c:pt idx="1074">
                  <c:v>43496</c:v>
                </c:pt>
                <c:pt idx="1075">
                  <c:v>43495</c:v>
                </c:pt>
                <c:pt idx="1076">
                  <c:v>43494</c:v>
                </c:pt>
                <c:pt idx="1077">
                  <c:v>43493</c:v>
                </c:pt>
                <c:pt idx="1078">
                  <c:v>43490</c:v>
                </c:pt>
                <c:pt idx="1079">
                  <c:v>43489</c:v>
                </c:pt>
                <c:pt idx="1080">
                  <c:v>43488</c:v>
                </c:pt>
                <c:pt idx="1081">
                  <c:v>43487</c:v>
                </c:pt>
                <c:pt idx="1082">
                  <c:v>43486</c:v>
                </c:pt>
                <c:pt idx="1083">
                  <c:v>43483</c:v>
                </c:pt>
                <c:pt idx="1084">
                  <c:v>43482</c:v>
                </c:pt>
                <c:pt idx="1085">
                  <c:v>43481</c:v>
                </c:pt>
                <c:pt idx="1086">
                  <c:v>43480</c:v>
                </c:pt>
                <c:pt idx="1087">
                  <c:v>43479</c:v>
                </c:pt>
                <c:pt idx="1088">
                  <c:v>43476</c:v>
                </c:pt>
                <c:pt idx="1089">
                  <c:v>43475</c:v>
                </c:pt>
                <c:pt idx="1090">
                  <c:v>43474</c:v>
                </c:pt>
                <c:pt idx="1091">
                  <c:v>43473</c:v>
                </c:pt>
                <c:pt idx="1092">
                  <c:v>43472</c:v>
                </c:pt>
                <c:pt idx="1093">
                  <c:v>43469</c:v>
                </c:pt>
                <c:pt idx="1094">
                  <c:v>43468</c:v>
                </c:pt>
                <c:pt idx="1095">
                  <c:v>43467</c:v>
                </c:pt>
                <c:pt idx="1096">
                  <c:v>43463</c:v>
                </c:pt>
                <c:pt idx="1097">
                  <c:v>43462</c:v>
                </c:pt>
                <c:pt idx="1098">
                  <c:v>43461</c:v>
                </c:pt>
                <c:pt idx="1099">
                  <c:v>43460</c:v>
                </c:pt>
                <c:pt idx="1100">
                  <c:v>43459</c:v>
                </c:pt>
                <c:pt idx="1101">
                  <c:v>43458</c:v>
                </c:pt>
                <c:pt idx="1102">
                  <c:v>43455</c:v>
                </c:pt>
                <c:pt idx="1103">
                  <c:v>43454</c:v>
                </c:pt>
                <c:pt idx="1104">
                  <c:v>43453</c:v>
                </c:pt>
                <c:pt idx="1105">
                  <c:v>43452</c:v>
                </c:pt>
                <c:pt idx="1106">
                  <c:v>43451</c:v>
                </c:pt>
                <c:pt idx="1107">
                  <c:v>43448</c:v>
                </c:pt>
                <c:pt idx="1108">
                  <c:v>43447</c:v>
                </c:pt>
                <c:pt idx="1109">
                  <c:v>43446</c:v>
                </c:pt>
                <c:pt idx="1110">
                  <c:v>43445</c:v>
                </c:pt>
                <c:pt idx="1111">
                  <c:v>43444</c:v>
                </c:pt>
                <c:pt idx="1112">
                  <c:v>43441</c:v>
                </c:pt>
                <c:pt idx="1113">
                  <c:v>43440</c:v>
                </c:pt>
                <c:pt idx="1114">
                  <c:v>43439</c:v>
                </c:pt>
                <c:pt idx="1115">
                  <c:v>43438</c:v>
                </c:pt>
                <c:pt idx="1116">
                  <c:v>43437</c:v>
                </c:pt>
                <c:pt idx="1117">
                  <c:v>43434</c:v>
                </c:pt>
                <c:pt idx="1118">
                  <c:v>43433</c:v>
                </c:pt>
                <c:pt idx="1119">
                  <c:v>43432</c:v>
                </c:pt>
                <c:pt idx="1120">
                  <c:v>43431</c:v>
                </c:pt>
                <c:pt idx="1121">
                  <c:v>43430</c:v>
                </c:pt>
                <c:pt idx="1122">
                  <c:v>43427</c:v>
                </c:pt>
                <c:pt idx="1123">
                  <c:v>43426</c:v>
                </c:pt>
                <c:pt idx="1124">
                  <c:v>43425</c:v>
                </c:pt>
                <c:pt idx="1125">
                  <c:v>43424</c:v>
                </c:pt>
                <c:pt idx="1126">
                  <c:v>43423</c:v>
                </c:pt>
                <c:pt idx="1127">
                  <c:v>43420</c:v>
                </c:pt>
                <c:pt idx="1128">
                  <c:v>43419</c:v>
                </c:pt>
                <c:pt idx="1129">
                  <c:v>43418</c:v>
                </c:pt>
                <c:pt idx="1130">
                  <c:v>43417</c:v>
                </c:pt>
                <c:pt idx="1131">
                  <c:v>43416</c:v>
                </c:pt>
                <c:pt idx="1132">
                  <c:v>43413</c:v>
                </c:pt>
                <c:pt idx="1133">
                  <c:v>43412</c:v>
                </c:pt>
                <c:pt idx="1134">
                  <c:v>43411</c:v>
                </c:pt>
                <c:pt idx="1135">
                  <c:v>43410</c:v>
                </c:pt>
                <c:pt idx="1136">
                  <c:v>43409</c:v>
                </c:pt>
                <c:pt idx="1137">
                  <c:v>43406</c:v>
                </c:pt>
                <c:pt idx="1138">
                  <c:v>43405</c:v>
                </c:pt>
                <c:pt idx="1139">
                  <c:v>43404</c:v>
                </c:pt>
                <c:pt idx="1140">
                  <c:v>43403</c:v>
                </c:pt>
                <c:pt idx="1141">
                  <c:v>43402</c:v>
                </c:pt>
                <c:pt idx="1142">
                  <c:v>43399</c:v>
                </c:pt>
                <c:pt idx="1143">
                  <c:v>43398</c:v>
                </c:pt>
                <c:pt idx="1144">
                  <c:v>43397</c:v>
                </c:pt>
                <c:pt idx="1145">
                  <c:v>43396</c:v>
                </c:pt>
                <c:pt idx="1146">
                  <c:v>43395</c:v>
                </c:pt>
                <c:pt idx="1147">
                  <c:v>43392</c:v>
                </c:pt>
                <c:pt idx="1148">
                  <c:v>43391</c:v>
                </c:pt>
                <c:pt idx="1149">
                  <c:v>43390</c:v>
                </c:pt>
                <c:pt idx="1150">
                  <c:v>43389</c:v>
                </c:pt>
                <c:pt idx="1151">
                  <c:v>43388</c:v>
                </c:pt>
                <c:pt idx="1152">
                  <c:v>43385</c:v>
                </c:pt>
                <c:pt idx="1153">
                  <c:v>43384</c:v>
                </c:pt>
                <c:pt idx="1154">
                  <c:v>43383</c:v>
                </c:pt>
                <c:pt idx="1155">
                  <c:v>43382</c:v>
                </c:pt>
                <c:pt idx="1156">
                  <c:v>43381</c:v>
                </c:pt>
                <c:pt idx="1157">
                  <c:v>43373</c:v>
                </c:pt>
                <c:pt idx="1158">
                  <c:v>43372</c:v>
                </c:pt>
                <c:pt idx="1159">
                  <c:v>43371</c:v>
                </c:pt>
                <c:pt idx="1160">
                  <c:v>43370</c:v>
                </c:pt>
                <c:pt idx="1161">
                  <c:v>43369</c:v>
                </c:pt>
                <c:pt idx="1162">
                  <c:v>43368</c:v>
                </c:pt>
                <c:pt idx="1163">
                  <c:v>43364</c:v>
                </c:pt>
                <c:pt idx="1164">
                  <c:v>43363</c:v>
                </c:pt>
                <c:pt idx="1165">
                  <c:v>43362</c:v>
                </c:pt>
                <c:pt idx="1166">
                  <c:v>43361</c:v>
                </c:pt>
                <c:pt idx="1167">
                  <c:v>43360</c:v>
                </c:pt>
                <c:pt idx="1168">
                  <c:v>43357</c:v>
                </c:pt>
                <c:pt idx="1169">
                  <c:v>43356</c:v>
                </c:pt>
                <c:pt idx="1170">
                  <c:v>43355</c:v>
                </c:pt>
                <c:pt idx="1171">
                  <c:v>43354</c:v>
                </c:pt>
                <c:pt idx="1172">
                  <c:v>43353</c:v>
                </c:pt>
                <c:pt idx="1173">
                  <c:v>43350</c:v>
                </c:pt>
                <c:pt idx="1174">
                  <c:v>43349</c:v>
                </c:pt>
                <c:pt idx="1175">
                  <c:v>43348</c:v>
                </c:pt>
                <c:pt idx="1176">
                  <c:v>43347</c:v>
                </c:pt>
                <c:pt idx="1177">
                  <c:v>43346</c:v>
                </c:pt>
                <c:pt idx="1178">
                  <c:v>43343</c:v>
                </c:pt>
                <c:pt idx="1179">
                  <c:v>43342</c:v>
                </c:pt>
                <c:pt idx="1180">
                  <c:v>43341</c:v>
                </c:pt>
                <c:pt idx="1181">
                  <c:v>43340</c:v>
                </c:pt>
                <c:pt idx="1182">
                  <c:v>43339</c:v>
                </c:pt>
                <c:pt idx="1183">
                  <c:v>43336</c:v>
                </c:pt>
                <c:pt idx="1184">
                  <c:v>43335</c:v>
                </c:pt>
                <c:pt idx="1185">
                  <c:v>43334</c:v>
                </c:pt>
                <c:pt idx="1186">
                  <c:v>43333</c:v>
                </c:pt>
                <c:pt idx="1187">
                  <c:v>43332</c:v>
                </c:pt>
                <c:pt idx="1188">
                  <c:v>43329</c:v>
                </c:pt>
                <c:pt idx="1189">
                  <c:v>43328</c:v>
                </c:pt>
                <c:pt idx="1190">
                  <c:v>43327</c:v>
                </c:pt>
                <c:pt idx="1191">
                  <c:v>43326</c:v>
                </c:pt>
                <c:pt idx="1192">
                  <c:v>43325</c:v>
                </c:pt>
                <c:pt idx="1193">
                  <c:v>43322</c:v>
                </c:pt>
                <c:pt idx="1194">
                  <c:v>43321</c:v>
                </c:pt>
                <c:pt idx="1195">
                  <c:v>43320</c:v>
                </c:pt>
                <c:pt idx="1196">
                  <c:v>43319</c:v>
                </c:pt>
                <c:pt idx="1197">
                  <c:v>43318</c:v>
                </c:pt>
                <c:pt idx="1198">
                  <c:v>43315</c:v>
                </c:pt>
                <c:pt idx="1199">
                  <c:v>43314</c:v>
                </c:pt>
                <c:pt idx="1200">
                  <c:v>43313</c:v>
                </c:pt>
                <c:pt idx="1201">
                  <c:v>43312</c:v>
                </c:pt>
                <c:pt idx="1202">
                  <c:v>43311</c:v>
                </c:pt>
                <c:pt idx="1203">
                  <c:v>43308</c:v>
                </c:pt>
                <c:pt idx="1204">
                  <c:v>43307</c:v>
                </c:pt>
                <c:pt idx="1205">
                  <c:v>43306</c:v>
                </c:pt>
                <c:pt idx="1206">
                  <c:v>43305</c:v>
                </c:pt>
                <c:pt idx="1207">
                  <c:v>43304</c:v>
                </c:pt>
                <c:pt idx="1208">
                  <c:v>43301</c:v>
                </c:pt>
                <c:pt idx="1209">
                  <c:v>43300</c:v>
                </c:pt>
                <c:pt idx="1210">
                  <c:v>43299</c:v>
                </c:pt>
                <c:pt idx="1211">
                  <c:v>43298</c:v>
                </c:pt>
                <c:pt idx="1212">
                  <c:v>43297</c:v>
                </c:pt>
                <c:pt idx="1213">
                  <c:v>43294</c:v>
                </c:pt>
                <c:pt idx="1214">
                  <c:v>43293</c:v>
                </c:pt>
                <c:pt idx="1215">
                  <c:v>43292</c:v>
                </c:pt>
                <c:pt idx="1216">
                  <c:v>43291</c:v>
                </c:pt>
                <c:pt idx="1217">
                  <c:v>43290</c:v>
                </c:pt>
                <c:pt idx="1218">
                  <c:v>43287</c:v>
                </c:pt>
                <c:pt idx="1219">
                  <c:v>43286</c:v>
                </c:pt>
                <c:pt idx="1220">
                  <c:v>43285</c:v>
                </c:pt>
                <c:pt idx="1221">
                  <c:v>43284</c:v>
                </c:pt>
                <c:pt idx="1222">
                  <c:v>43283</c:v>
                </c:pt>
                <c:pt idx="1223">
                  <c:v>43280</c:v>
                </c:pt>
                <c:pt idx="1224">
                  <c:v>43279</c:v>
                </c:pt>
                <c:pt idx="1225">
                  <c:v>43278</c:v>
                </c:pt>
                <c:pt idx="1226">
                  <c:v>43277</c:v>
                </c:pt>
                <c:pt idx="1227">
                  <c:v>43276</c:v>
                </c:pt>
                <c:pt idx="1228">
                  <c:v>43273</c:v>
                </c:pt>
                <c:pt idx="1229">
                  <c:v>43272</c:v>
                </c:pt>
                <c:pt idx="1230">
                  <c:v>43271</c:v>
                </c:pt>
                <c:pt idx="1231">
                  <c:v>43270</c:v>
                </c:pt>
                <c:pt idx="1232">
                  <c:v>43266</c:v>
                </c:pt>
                <c:pt idx="1233">
                  <c:v>43265</c:v>
                </c:pt>
                <c:pt idx="1234">
                  <c:v>43264</c:v>
                </c:pt>
                <c:pt idx="1235">
                  <c:v>43263</c:v>
                </c:pt>
                <c:pt idx="1236">
                  <c:v>43262</c:v>
                </c:pt>
                <c:pt idx="1237">
                  <c:v>43259</c:v>
                </c:pt>
                <c:pt idx="1238">
                  <c:v>43258</c:v>
                </c:pt>
                <c:pt idx="1239">
                  <c:v>43257</c:v>
                </c:pt>
                <c:pt idx="1240">
                  <c:v>43256</c:v>
                </c:pt>
                <c:pt idx="1241">
                  <c:v>43255</c:v>
                </c:pt>
                <c:pt idx="1242">
                  <c:v>43252</c:v>
                </c:pt>
                <c:pt idx="1243">
                  <c:v>43251</c:v>
                </c:pt>
                <c:pt idx="1244">
                  <c:v>43250</c:v>
                </c:pt>
                <c:pt idx="1245">
                  <c:v>43249</c:v>
                </c:pt>
                <c:pt idx="1246">
                  <c:v>43248</c:v>
                </c:pt>
                <c:pt idx="1247">
                  <c:v>43245</c:v>
                </c:pt>
                <c:pt idx="1248">
                  <c:v>43244</c:v>
                </c:pt>
                <c:pt idx="1249">
                  <c:v>43243</c:v>
                </c:pt>
                <c:pt idx="1250">
                  <c:v>43242</c:v>
                </c:pt>
                <c:pt idx="1251">
                  <c:v>43241</c:v>
                </c:pt>
                <c:pt idx="1252">
                  <c:v>43238</c:v>
                </c:pt>
                <c:pt idx="1253">
                  <c:v>43237</c:v>
                </c:pt>
                <c:pt idx="1254">
                  <c:v>43236</c:v>
                </c:pt>
                <c:pt idx="1255">
                  <c:v>43235</c:v>
                </c:pt>
                <c:pt idx="1256">
                  <c:v>43234</c:v>
                </c:pt>
                <c:pt idx="1257">
                  <c:v>43231</c:v>
                </c:pt>
                <c:pt idx="1258">
                  <c:v>43230</c:v>
                </c:pt>
                <c:pt idx="1259">
                  <c:v>43229</c:v>
                </c:pt>
                <c:pt idx="1260">
                  <c:v>43228</c:v>
                </c:pt>
                <c:pt idx="1261">
                  <c:v>43227</c:v>
                </c:pt>
                <c:pt idx="1262">
                  <c:v>43224</c:v>
                </c:pt>
                <c:pt idx="1263">
                  <c:v>43223</c:v>
                </c:pt>
                <c:pt idx="1264">
                  <c:v>43222</c:v>
                </c:pt>
                <c:pt idx="1265">
                  <c:v>43218</c:v>
                </c:pt>
                <c:pt idx="1266">
                  <c:v>43217</c:v>
                </c:pt>
                <c:pt idx="1267">
                  <c:v>43216</c:v>
                </c:pt>
                <c:pt idx="1268">
                  <c:v>43215</c:v>
                </c:pt>
                <c:pt idx="1269">
                  <c:v>43214</c:v>
                </c:pt>
                <c:pt idx="1270">
                  <c:v>43213</c:v>
                </c:pt>
                <c:pt idx="1271">
                  <c:v>43210</c:v>
                </c:pt>
                <c:pt idx="1272">
                  <c:v>43209</c:v>
                </c:pt>
                <c:pt idx="1273">
                  <c:v>43208</c:v>
                </c:pt>
                <c:pt idx="1274">
                  <c:v>43207</c:v>
                </c:pt>
                <c:pt idx="1275">
                  <c:v>43206</c:v>
                </c:pt>
                <c:pt idx="1276">
                  <c:v>43203</c:v>
                </c:pt>
                <c:pt idx="1277">
                  <c:v>43202</c:v>
                </c:pt>
                <c:pt idx="1278">
                  <c:v>43201</c:v>
                </c:pt>
                <c:pt idx="1279">
                  <c:v>43200</c:v>
                </c:pt>
                <c:pt idx="1280">
                  <c:v>43199</c:v>
                </c:pt>
                <c:pt idx="1281">
                  <c:v>43198</c:v>
                </c:pt>
                <c:pt idx="1282">
                  <c:v>43194</c:v>
                </c:pt>
                <c:pt idx="1283">
                  <c:v>43193</c:v>
                </c:pt>
                <c:pt idx="1284">
                  <c:v>43192</c:v>
                </c:pt>
                <c:pt idx="1285">
                  <c:v>43189</c:v>
                </c:pt>
                <c:pt idx="1286">
                  <c:v>43188</c:v>
                </c:pt>
                <c:pt idx="1287">
                  <c:v>43187</c:v>
                </c:pt>
                <c:pt idx="1288">
                  <c:v>43186</c:v>
                </c:pt>
                <c:pt idx="1289">
                  <c:v>43185</c:v>
                </c:pt>
                <c:pt idx="1290">
                  <c:v>43182</c:v>
                </c:pt>
                <c:pt idx="1291">
                  <c:v>43181</c:v>
                </c:pt>
                <c:pt idx="1292">
                  <c:v>43180</c:v>
                </c:pt>
                <c:pt idx="1293">
                  <c:v>43179</c:v>
                </c:pt>
                <c:pt idx="1294">
                  <c:v>43178</c:v>
                </c:pt>
                <c:pt idx="1295">
                  <c:v>43175</c:v>
                </c:pt>
                <c:pt idx="1296">
                  <c:v>43174</c:v>
                </c:pt>
                <c:pt idx="1297">
                  <c:v>43173</c:v>
                </c:pt>
                <c:pt idx="1298">
                  <c:v>43172</c:v>
                </c:pt>
                <c:pt idx="1299">
                  <c:v>43171</c:v>
                </c:pt>
                <c:pt idx="1300">
                  <c:v>43168</c:v>
                </c:pt>
                <c:pt idx="1301">
                  <c:v>43167</c:v>
                </c:pt>
                <c:pt idx="1302">
                  <c:v>43166</c:v>
                </c:pt>
                <c:pt idx="1303">
                  <c:v>43165</c:v>
                </c:pt>
                <c:pt idx="1304">
                  <c:v>43164</c:v>
                </c:pt>
                <c:pt idx="1305">
                  <c:v>43161</c:v>
                </c:pt>
                <c:pt idx="1306">
                  <c:v>43160</c:v>
                </c:pt>
                <c:pt idx="1307">
                  <c:v>43159</c:v>
                </c:pt>
                <c:pt idx="1308">
                  <c:v>43158</c:v>
                </c:pt>
                <c:pt idx="1309">
                  <c:v>43157</c:v>
                </c:pt>
                <c:pt idx="1310">
                  <c:v>43155</c:v>
                </c:pt>
                <c:pt idx="1311">
                  <c:v>43154</c:v>
                </c:pt>
                <c:pt idx="1312">
                  <c:v>43153</c:v>
                </c:pt>
                <c:pt idx="1313">
                  <c:v>43145</c:v>
                </c:pt>
                <c:pt idx="1314">
                  <c:v>43144</c:v>
                </c:pt>
                <c:pt idx="1315">
                  <c:v>43143</c:v>
                </c:pt>
                <c:pt idx="1316">
                  <c:v>43142</c:v>
                </c:pt>
                <c:pt idx="1317">
                  <c:v>43140</c:v>
                </c:pt>
                <c:pt idx="1318">
                  <c:v>43139</c:v>
                </c:pt>
                <c:pt idx="1319">
                  <c:v>43138</c:v>
                </c:pt>
                <c:pt idx="1320">
                  <c:v>43137</c:v>
                </c:pt>
                <c:pt idx="1321">
                  <c:v>43136</c:v>
                </c:pt>
                <c:pt idx="1322">
                  <c:v>43133</c:v>
                </c:pt>
                <c:pt idx="1323">
                  <c:v>43132</c:v>
                </c:pt>
                <c:pt idx="1324">
                  <c:v>43131</c:v>
                </c:pt>
                <c:pt idx="1325">
                  <c:v>43130</c:v>
                </c:pt>
                <c:pt idx="1326">
                  <c:v>43129</c:v>
                </c:pt>
                <c:pt idx="1327">
                  <c:v>43126</c:v>
                </c:pt>
                <c:pt idx="1328">
                  <c:v>43125</c:v>
                </c:pt>
                <c:pt idx="1329">
                  <c:v>43124</c:v>
                </c:pt>
                <c:pt idx="1330">
                  <c:v>43123</c:v>
                </c:pt>
                <c:pt idx="1331">
                  <c:v>43122</c:v>
                </c:pt>
                <c:pt idx="1332">
                  <c:v>43119</c:v>
                </c:pt>
                <c:pt idx="1333">
                  <c:v>43118</c:v>
                </c:pt>
                <c:pt idx="1334">
                  <c:v>43117</c:v>
                </c:pt>
                <c:pt idx="1335">
                  <c:v>43116</c:v>
                </c:pt>
                <c:pt idx="1336">
                  <c:v>43115</c:v>
                </c:pt>
                <c:pt idx="1337">
                  <c:v>43112</c:v>
                </c:pt>
                <c:pt idx="1338">
                  <c:v>43111</c:v>
                </c:pt>
                <c:pt idx="1339">
                  <c:v>43110</c:v>
                </c:pt>
                <c:pt idx="1340">
                  <c:v>43109</c:v>
                </c:pt>
                <c:pt idx="1341">
                  <c:v>43108</c:v>
                </c:pt>
                <c:pt idx="1342">
                  <c:v>43105</c:v>
                </c:pt>
                <c:pt idx="1343">
                  <c:v>43104</c:v>
                </c:pt>
                <c:pt idx="1344">
                  <c:v>43103</c:v>
                </c:pt>
                <c:pt idx="1345">
                  <c:v>43102</c:v>
                </c:pt>
                <c:pt idx="1346">
                  <c:v>43098</c:v>
                </c:pt>
                <c:pt idx="1347">
                  <c:v>43097</c:v>
                </c:pt>
                <c:pt idx="1348">
                  <c:v>43096</c:v>
                </c:pt>
                <c:pt idx="1349">
                  <c:v>43095</c:v>
                </c:pt>
                <c:pt idx="1350">
                  <c:v>43094</c:v>
                </c:pt>
                <c:pt idx="1351">
                  <c:v>43091</c:v>
                </c:pt>
                <c:pt idx="1352">
                  <c:v>43090</c:v>
                </c:pt>
                <c:pt idx="1353">
                  <c:v>43089</c:v>
                </c:pt>
                <c:pt idx="1354">
                  <c:v>43088</c:v>
                </c:pt>
                <c:pt idx="1355">
                  <c:v>43087</c:v>
                </c:pt>
                <c:pt idx="1356">
                  <c:v>43084</c:v>
                </c:pt>
                <c:pt idx="1357">
                  <c:v>43083</c:v>
                </c:pt>
                <c:pt idx="1358">
                  <c:v>43082</c:v>
                </c:pt>
                <c:pt idx="1359">
                  <c:v>43081</c:v>
                </c:pt>
                <c:pt idx="1360">
                  <c:v>43080</c:v>
                </c:pt>
                <c:pt idx="1361">
                  <c:v>43077</c:v>
                </c:pt>
                <c:pt idx="1362">
                  <c:v>43076</c:v>
                </c:pt>
                <c:pt idx="1363">
                  <c:v>43075</c:v>
                </c:pt>
                <c:pt idx="1364">
                  <c:v>43074</c:v>
                </c:pt>
                <c:pt idx="1365">
                  <c:v>43073</c:v>
                </c:pt>
                <c:pt idx="1366">
                  <c:v>43070</c:v>
                </c:pt>
                <c:pt idx="1367">
                  <c:v>43069</c:v>
                </c:pt>
                <c:pt idx="1368">
                  <c:v>43068</c:v>
                </c:pt>
                <c:pt idx="1369">
                  <c:v>43067</c:v>
                </c:pt>
                <c:pt idx="1370">
                  <c:v>43066</c:v>
                </c:pt>
                <c:pt idx="1371">
                  <c:v>43063</c:v>
                </c:pt>
                <c:pt idx="1372">
                  <c:v>43062</c:v>
                </c:pt>
                <c:pt idx="1373">
                  <c:v>43061</c:v>
                </c:pt>
                <c:pt idx="1374">
                  <c:v>43060</c:v>
                </c:pt>
                <c:pt idx="1375">
                  <c:v>43059</c:v>
                </c:pt>
                <c:pt idx="1376">
                  <c:v>43056</c:v>
                </c:pt>
                <c:pt idx="1377">
                  <c:v>43055</c:v>
                </c:pt>
                <c:pt idx="1378">
                  <c:v>43054</c:v>
                </c:pt>
                <c:pt idx="1379">
                  <c:v>43053</c:v>
                </c:pt>
                <c:pt idx="1380">
                  <c:v>43052</c:v>
                </c:pt>
                <c:pt idx="1381">
                  <c:v>43049</c:v>
                </c:pt>
                <c:pt idx="1382">
                  <c:v>43048</c:v>
                </c:pt>
                <c:pt idx="1383">
                  <c:v>43047</c:v>
                </c:pt>
                <c:pt idx="1384">
                  <c:v>43046</c:v>
                </c:pt>
                <c:pt idx="1385">
                  <c:v>43045</c:v>
                </c:pt>
                <c:pt idx="1386">
                  <c:v>43042</c:v>
                </c:pt>
                <c:pt idx="1387">
                  <c:v>43041</c:v>
                </c:pt>
                <c:pt idx="1388">
                  <c:v>43040</c:v>
                </c:pt>
                <c:pt idx="1389">
                  <c:v>43039</c:v>
                </c:pt>
                <c:pt idx="1390">
                  <c:v>43038</c:v>
                </c:pt>
                <c:pt idx="1391">
                  <c:v>43035</c:v>
                </c:pt>
                <c:pt idx="1392">
                  <c:v>43034</c:v>
                </c:pt>
                <c:pt idx="1393">
                  <c:v>43033</c:v>
                </c:pt>
                <c:pt idx="1394">
                  <c:v>43032</c:v>
                </c:pt>
                <c:pt idx="1395">
                  <c:v>43031</c:v>
                </c:pt>
                <c:pt idx="1396">
                  <c:v>43028</c:v>
                </c:pt>
                <c:pt idx="1397">
                  <c:v>43027</c:v>
                </c:pt>
                <c:pt idx="1398">
                  <c:v>43026</c:v>
                </c:pt>
                <c:pt idx="1399">
                  <c:v>43025</c:v>
                </c:pt>
                <c:pt idx="1400">
                  <c:v>43024</c:v>
                </c:pt>
                <c:pt idx="1401">
                  <c:v>43021</c:v>
                </c:pt>
                <c:pt idx="1402">
                  <c:v>43020</c:v>
                </c:pt>
                <c:pt idx="1403">
                  <c:v>43019</c:v>
                </c:pt>
                <c:pt idx="1404">
                  <c:v>43018</c:v>
                </c:pt>
                <c:pt idx="1405">
                  <c:v>43017</c:v>
                </c:pt>
                <c:pt idx="1406">
                  <c:v>43008</c:v>
                </c:pt>
                <c:pt idx="1407">
                  <c:v>43007</c:v>
                </c:pt>
                <c:pt idx="1408">
                  <c:v>43006</c:v>
                </c:pt>
                <c:pt idx="1409">
                  <c:v>43005</c:v>
                </c:pt>
                <c:pt idx="1410">
                  <c:v>43004</c:v>
                </c:pt>
                <c:pt idx="1411">
                  <c:v>43003</c:v>
                </c:pt>
                <c:pt idx="1412">
                  <c:v>43000</c:v>
                </c:pt>
                <c:pt idx="1413">
                  <c:v>42999</c:v>
                </c:pt>
                <c:pt idx="1414">
                  <c:v>42998</c:v>
                </c:pt>
                <c:pt idx="1415">
                  <c:v>42997</c:v>
                </c:pt>
                <c:pt idx="1416">
                  <c:v>42996</c:v>
                </c:pt>
                <c:pt idx="1417">
                  <c:v>42993</c:v>
                </c:pt>
                <c:pt idx="1418">
                  <c:v>42992</c:v>
                </c:pt>
                <c:pt idx="1419">
                  <c:v>42991</c:v>
                </c:pt>
                <c:pt idx="1420">
                  <c:v>42990</c:v>
                </c:pt>
                <c:pt idx="1421">
                  <c:v>42989</c:v>
                </c:pt>
                <c:pt idx="1422">
                  <c:v>42986</c:v>
                </c:pt>
                <c:pt idx="1423">
                  <c:v>42985</c:v>
                </c:pt>
                <c:pt idx="1424">
                  <c:v>42984</c:v>
                </c:pt>
                <c:pt idx="1425">
                  <c:v>42983</c:v>
                </c:pt>
                <c:pt idx="1426">
                  <c:v>42982</c:v>
                </c:pt>
                <c:pt idx="1427">
                  <c:v>42979</c:v>
                </c:pt>
                <c:pt idx="1428">
                  <c:v>42978</c:v>
                </c:pt>
                <c:pt idx="1429">
                  <c:v>42977</c:v>
                </c:pt>
                <c:pt idx="1430">
                  <c:v>42976</c:v>
                </c:pt>
                <c:pt idx="1431">
                  <c:v>42975</c:v>
                </c:pt>
                <c:pt idx="1432">
                  <c:v>42972</c:v>
                </c:pt>
                <c:pt idx="1433">
                  <c:v>42971</c:v>
                </c:pt>
                <c:pt idx="1434">
                  <c:v>42970</c:v>
                </c:pt>
                <c:pt idx="1435">
                  <c:v>42969</c:v>
                </c:pt>
                <c:pt idx="1436">
                  <c:v>42968</c:v>
                </c:pt>
                <c:pt idx="1437">
                  <c:v>42965</c:v>
                </c:pt>
                <c:pt idx="1438">
                  <c:v>42964</c:v>
                </c:pt>
                <c:pt idx="1439">
                  <c:v>42963</c:v>
                </c:pt>
                <c:pt idx="1440">
                  <c:v>42962</c:v>
                </c:pt>
                <c:pt idx="1441">
                  <c:v>42961</c:v>
                </c:pt>
                <c:pt idx="1442">
                  <c:v>42958</c:v>
                </c:pt>
                <c:pt idx="1443">
                  <c:v>42957</c:v>
                </c:pt>
                <c:pt idx="1444">
                  <c:v>42956</c:v>
                </c:pt>
                <c:pt idx="1445">
                  <c:v>42955</c:v>
                </c:pt>
                <c:pt idx="1446">
                  <c:v>42954</c:v>
                </c:pt>
                <c:pt idx="1447">
                  <c:v>42951</c:v>
                </c:pt>
                <c:pt idx="1448">
                  <c:v>42950</c:v>
                </c:pt>
                <c:pt idx="1449">
                  <c:v>42949</c:v>
                </c:pt>
                <c:pt idx="1450">
                  <c:v>42948</c:v>
                </c:pt>
                <c:pt idx="1451">
                  <c:v>42947</c:v>
                </c:pt>
                <c:pt idx="1452">
                  <c:v>42944</c:v>
                </c:pt>
                <c:pt idx="1453">
                  <c:v>42943</c:v>
                </c:pt>
                <c:pt idx="1454">
                  <c:v>42942</c:v>
                </c:pt>
                <c:pt idx="1455">
                  <c:v>42941</c:v>
                </c:pt>
                <c:pt idx="1456">
                  <c:v>42940</c:v>
                </c:pt>
                <c:pt idx="1457">
                  <c:v>42937</c:v>
                </c:pt>
                <c:pt idx="1458">
                  <c:v>42936</c:v>
                </c:pt>
                <c:pt idx="1459">
                  <c:v>42935</c:v>
                </c:pt>
                <c:pt idx="1460">
                  <c:v>42934</c:v>
                </c:pt>
                <c:pt idx="1461">
                  <c:v>42933</c:v>
                </c:pt>
                <c:pt idx="1462">
                  <c:v>42930</c:v>
                </c:pt>
                <c:pt idx="1463">
                  <c:v>42929</c:v>
                </c:pt>
                <c:pt idx="1464">
                  <c:v>42928</c:v>
                </c:pt>
                <c:pt idx="1465">
                  <c:v>42927</c:v>
                </c:pt>
                <c:pt idx="1466">
                  <c:v>42926</c:v>
                </c:pt>
                <c:pt idx="1467">
                  <c:v>42923</c:v>
                </c:pt>
                <c:pt idx="1468">
                  <c:v>42922</c:v>
                </c:pt>
                <c:pt idx="1469">
                  <c:v>42921</c:v>
                </c:pt>
                <c:pt idx="1470">
                  <c:v>42920</c:v>
                </c:pt>
                <c:pt idx="1471">
                  <c:v>42919</c:v>
                </c:pt>
                <c:pt idx="1472">
                  <c:v>42916</c:v>
                </c:pt>
                <c:pt idx="1473">
                  <c:v>42915</c:v>
                </c:pt>
                <c:pt idx="1474">
                  <c:v>42914</c:v>
                </c:pt>
                <c:pt idx="1475">
                  <c:v>42913</c:v>
                </c:pt>
                <c:pt idx="1476">
                  <c:v>42912</c:v>
                </c:pt>
                <c:pt idx="1477">
                  <c:v>42909</c:v>
                </c:pt>
                <c:pt idx="1478">
                  <c:v>42908</c:v>
                </c:pt>
                <c:pt idx="1479">
                  <c:v>42907</c:v>
                </c:pt>
                <c:pt idx="1480">
                  <c:v>42906</c:v>
                </c:pt>
                <c:pt idx="1481">
                  <c:v>42905</c:v>
                </c:pt>
                <c:pt idx="1482">
                  <c:v>42902</c:v>
                </c:pt>
                <c:pt idx="1483">
                  <c:v>42901</c:v>
                </c:pt>
                <c:pt idx="1484">
                  <c:v>42900</c:v>
                </c:pt>
                <c:pt idx="1485">
                  <c:v>42899</c:v>
                </c:pt>
                <c:pt idx="1486">
                  <c:v>42898</c:v>
                </c:pt>
                <c:pt idx="1487">
                  <c:v>42895</c:v>
                </c:pt>
                <c:pt idx="1488">
                  <c:v>42894</c:v>
                </c:pt>
                <c:pt idx="1489">
                  <c:v>42893</c:v>
                </c:pt>
                <c:pt idx="1490">
                  <c:v>42892</c:v>
                </c:pt>
                <c:pt idx="1491">
                  <c:v>42891</c:v>
                </c:pt>
                <c:pt idx="1492">
                  <c:v>42888</c:v>
                </c:pt>
                <c:pt idx="1493">
                  <c:v>42887</c:v>
                </c:pt>
                <c:pt idx="1494">
                  <c:v>42886</c:v>
                </c:pt>
                <c:pt idx="1495">
                  <c:v>42882</c:v>
                </c:pt>
                <c:pt idx="1496">
                  <c:v>42881</c:v>
                </c:pt>
                <c:pt idx="1497">
                  <c:v>42880</c:v>
                </c:pt>
                <c:pt idx="1498">
                  <c:v>42879</c:v>
                </c:pt>
                <c:pt idx="1499">
                  <c:v>42878</c:v>
                </c:pt>
                <c:pt idx="1500">
                  <c:v>42877</c:v>
                </c:pt>
                <c:pt idx="1501">
                  <c:v>42874</c:v>
                </c:pt>
                <c:pt idx="1502">
                  <c:v>42873</c:v>
                </c:pt>
                <c:pt idx="1503">
                  <c:v>42872</c:v>
                </c:pt>
                <c:pt idx="1504">
                  <c:v>42871</c:v>
                </c:pt>
                <c:pt idx="1505">
                  <c:v>42870</c:v>
                </c:pt>
                <c:pt idx="1506">
                  <c:v>42867</c:v>
                </c:pt>
                <c:pt idx="1507">
                  <c:v>42866</c:v>
                </c:pt>
                <c:pt idx="1508">
                  <c:v>42865</c:v>
                </c:pt>
                <c:pt idx="1509">
                  <c:v>42864</c:v>
                </c:pt>
                <c:pt idx="1510">
                  <c:v>42863</c:v>
                </c:pt>
                <c:pt idx="1511">
                  <c:v>42860</c:v>
                </c:pt>
                <c:pt idx="1512">
                  <c:v>42859</c:v>
                </c:pt>
                <c:pt idx="1513">
                  <c:v>42858</c:v>
                </c:pt>
                <c:pt idx="1514">
                  <c:v>42857</c:v>
                </c:pt>
                <c:pt idx="1515">
                  <c:v>42853</c:v>
                </c:pt>
                <c:pt idx="1516">
                  <c:v>42852</c:v>
                </c:pt>
                <c:pt idx="1517">
                  <c:v>42851</c:v>
                </c:pt>
                <c:pt idx="1518">
                  <c:v>42850</c:v>
                </c:pt>
                <c:pt idx="1519">
                  <c:v>42849</c:v>
                </c:pt>
                <c:pt idx="1520">
                  <c:v>42846</c:v>
                </c:pt>
                <c:pt idx="1521">
                  <c:v>42845</c:v>
                </c:pt>
                <c:pt idx="1522">
                  <c:v>42844</c:v>
                </c:pt>
                <c:pt idx="1523">
                  <c:v>42843</c:v>
                </c:pt>
                <c:pt idx="1524">
                  <c:v>42842</c:v>
                </c:pt>
                <c:pt idx="1525">
                  <c:v>42839</c:v>
                </c:pt>
                <c:pt idx="1526">
                  <c:v>42838</c:v>
                </c:pt>
                <c:pt idx="1527">
                  <c:v>42837</c:v>
                </c:pt>
                <c:pt idx="1528">
                  <c:v>42836</c:v>
                </c:pt>
                <c:pt idx="1529">
                  <c:v>42835</c:v>
                </c:pt>
                <c:pt idx="1530">
                  <c:v>42832</c:v>
                </c:pt>
                <c:pt idx="1531">
                  <c:v>42831</c:v>
                </c:pt>
                <c:pt idx="1532">
                  <c:v>42830</c:v>
                </c:pt>
                <c:pt idx="1533">
                  <c:v>42826</c:v>
                </c:pt>
                <c:pt idx="1534">
                  <c:v>42825</c:v>
                </c:pt>
                <c:pt idx="1535">
                  <c:v>42824</c:v>
                </c:pt>
                <c:pt idx="1536">
                  <c:v>42823</c:v>
                </c:pt>
                <c:pt idx="1537">
                  <c:v>42822</c:v>
                </c:pt>
                <c:pt idx="1538">
                  <c:v>42821</c:v>
                </c:pt>
                <c:pt idx="1539">
                  <c:v>42818</c:v>
                </c:pt>
                <c:pt idx="1540">
                  <c:v>42817</c:v>
                </c:pt>
                <c:pt idx="1541">
                  <c:v>42816</c:v>
                </c:pt>
                <c:pt idx="1542">
                  <c:v>42815</c:v>
                </c:pt>
                <c:pt idx="1543">
                  <c:v>42814</c:v>
                </c:pt>
                <c:pt idx="1544">
                  <c:v>42811</c:v>
                </c:pt>
                <c:pt idx="1545">
                  <c:v>42810</c:v>
                </c:pt>
                <c:pt idx="1546">
                  <c:v>42809</c:v>
                </c:pt>
                <c:pt idx="1547">
                  <c:v>42808</c:v>
                </c:pt>
                <c:pt idx="1548">
                  <c:v>42807</c:v>
                </c:pt>
                <c:pt idx="1549">
                  <c:v>42804</c:v>
                </c:pt>
                <c:pt idx="1550">
                  <c:v>42803</c:v>
                </c:pt>
                <c:pt idx="1551">
                  <c:v>42802</c:v>
                </c:pt>
                <c:pt idx="1552">
                  <c:v>42801</c:v>
                </c:pt>
                <c:pt idx="1553">
                  <c:v>42800</c:v>
                </c:pt>
                <c:pt idx="1554">
                  <c:v>42797</c:v>
                </c:pt>
                <c:pt idx="1555">
                  <c:v>42796</c:v>
                </c:pt>
                <c:pt idx="1556">
                  <c:v>42795</c:v>
                </c:pt>
                <c:pt idx="1557">
                  <c:v>42794</c:v>
                </c:pt>
                <c:pt idx="1558">
                  <c:v>42793</c:v>
                </c:pt>
                <c:pt idx="1559">
                  <c:v>42790</c:v>
                </c:pt>
                <c:pt idx="1560">
                  <c:v>42789</c:v>
                </c:pt>
                <c:pt idx="1561">
                  <c:v>42788</c:v>
                </c:pt>
                <c:pt idx="1562">
                  <c:v>42787</c:v>
                </c:pt>
                <c:pt idx="1563">
                  <c:v>42786</c:v>
                </c:pt>
                <c:pt idx="1564">
                  <c:v>42783</c:v>
                </c:pt>
                <c:pt idx="1565">
                  <c:v>42782</c:v>
                </c:pt>
                <c:pt idx="1566">
                  <c:v>42781</c:v>
                </c:pt>
                <c:pt idx="1567">
                  <c:v>42780</c:v>
                </c:pt>
                <c:pt idx="1568">
                  <c:v>42779</c:v>
                </c:pt>
                <c:pt idx="1569">
                  <c:v>42776</c:v>
                </c:pt>
                <c:pt idx="1570">
                  <c:v>42775</c:v>
                </c:pt>
                <c:pt idx="1571">
                  <c:v>42774</c:v>
                </c:pt>
                <c:pt idx="1572">
                  <c:v>42773</c:v>
                </c:pt>
                <c:pt idx="1573">
                  <c:v>42772</c:v>
                </c:pt>
                <c:pt idx="1574">
                  <c:v>42770</c:v>
                </c:pt>
                <c:pt idx="1575">
                  <c:v>42769</c:v>
                </c:pt>
                <c:pt idx="1576">
                  <c:v>42761</c:v>
                </c:pt>
                <c:pt idx="1577">
                  <c:v>42760</c:v>
                </c:pt>
                <c:pt idx="1578">
                  <c:v>42759</c:v>
                </c:pt>
                <c:pt idx="1579">
                  <c:v>42758</c:v>
                </c:pt>
                <c:pt idx="1580">
                  <c:v>42757</c:v>
                </c:pt>
                <c:pt idx="1581">
                  <c:v>42755</c:v>
                </c:pt>
                <c:pt idx="1582">
                  <c:v>42754</c:v>
                </c:pt>
                <c:pt idx="1583">
                  <c:v>42753</c:v>
                </c:pt>
                <c:pt idx="1584">
                  <c:v>42752</c:v>
                </c:pt>
                <c:pt idx="1585">
                  <c:v>42751</c:v>
                </c:pt>
                <c:pt idx="1586">
                  <c:v>42748</c:v>
                </c:pt>
                <c:pt idx="1587">
                  <c:v>42747</c:v>
                </c:pt>
                <c:pt idx="1588">
                  <c:v>42746</c:v>
                </c:pt>
                <c:pt idx="1589">
                  <c:v>42745</c:v>
                </c:pt>
                <c:pt idx="1590">
                  <c:v>42744</c:v>
                </c:pt>
                <c:pt idx="1591">
                  <c:v>42741</c:v>
                </c:pt>
                <c:pt idx="1592">
                  <c:v>42740</c:v>
                </c:pt>
                <c:pt idx="1593">
                  <c:v>42739</c:v>
                </c:pt>
                <c:pt idx="1594">
                  <c:v>42738</c:v>
                </c:pt>
                <c:pt idx="1595">
                  <c:v>42734</c:v>
                </c:pt>
                <c:pt idx="1596">
                  <c:v>42733</c:v>
                </c:pt>
                <c:pt idx="1597">
                  <c:v>42732</c:v>
                </c:pt>
                <c:pt idx="1598">
                  <c:v>42731</c:v>
                </c:pt>
                <c:pt idx="1599">
                  <c:v>42730</c:v>
                </c:pt>
                <c:pt idx="1600">
                  <c:v>42727</c:v>
                </c:pt>
                <c:pt idx="1601">
                  <c:v>42726</c:v>
                </c:pt>
                <c:pt idx="1602">
                  <c:v>42725</c:v>
                </c:pt>
                <c:pt idx="1603">
                  <c:v>42724</c:v>
                </c:pt>
                <c:pt idx="1604">
                  <c:v>42723</c:v>
                </c:pt>
                <c:pt idx="1605">
                  <c:v>42720</c:v>
                </c:pt>
                <c:pt idx="1606">
                  <c:v>42719</c:v>
                </c:pt>
                <c:pt idx="1607">
                  <c:v>42718</c:v>
                </c:pt>
                <c:pt idx="1608">
                  <c:v>42717</c:v>
                </c:pt>
                <c:pt idx="1609">
                  <c:v>42716</c:v>
                </c:pt>
                <c:pt idx="1610">
                  <c:v>42713</c:v>
                </c:pt>
                <c:pt idx="1611">
                  <c:v>42712</c:v>
                </c:pt>
                <c:pt idx="1612">
                  <c:v>42711</c:v>
                </c:pt>
                <c:pt idx="1613">
                  <c:v>42710</c:v>
                </c:pt>
                <c:pt idx="1614">
                  <c:v>42709</c:v>
                </c:pt>
                <c:pt idx="1615">
                  <c:v>42706</c:v>
                </c:pt>
                <c:pt idx="1616">
                  <c:v>42705</c:v>
                </c:pt>
                <c:pt idx="1617">
                  <c:v>42704</c:v>
                </c:pt>
                <c:pt idx="1618">
                  <c:v>42703</c:v>
                </c:pt>
                <c:pt idx="1619">
                  <c:v>42702</c:v>
                </c:pt>
                <c:pt idx="1620">
                  <c:v>42699</c:v>
                </c:pt>
                <c:pt idx="1621">
                  <c:v>42698</c:v>
                </c:pt>
                <c:pt idx="1622">
                  <c:v>42697</c:v>
                </c:pt>
                <c:pt idx="1623">
                  <c:v>42696</c:v>
                </c:pt>
                <c:pt idx="1624">
                  <c:v>42695</c:v>
                </c:pt>
                <c:pt idx="1625">
                  <c:v>42692</c:v>
                </c:pt>
                <c:pt idx="1626">
                  <c:v>42691</c:v>
                </c:pt>
                <c:pt idx="1627">
                  <c:v>42690</c:v>
                </c:pt>
                <c:pt idx="1628">
                  <c:v>42689</c:v>
                </c:pt>
                <c:pt idx="1629">
                  <c:v>42688</c:v>
                </c:pt>
                <c:pt idx="1630">
                  <c:v>42685</c:v>
                </c:pt>
                <c:pt idx="1631">
                  <c:v>42684</c:v>
                </c:pt>
                <c:pt idx="1632">
                  <c:v>42683</c:v>
                </c:pt>
                <c:pt idx="1633">
                  <c:v>42682</c:v>
                </c:pt>
                <c:pt idx="1634">
                  <c:v>42681</c:v>
                </c:pt>
                <c:pt idx="1635">
                  <c:v>42678</c:v>
                </c:pt>
                <c:pt idx="1636">
                  <c:v>42677</c:v>
                </c:pt>
                <c:pt idx="1637">
                  <c:v>42676</c:v>
                </c:pt>
                <c:pt idx="1638">
                  <c:v>42675</c:v>
                </c:pt>
                <c:pt idx="1639">
                  <c:v>42674</c:v>
                </c:pt>
                <c:pt idx="1640">
                  <c:v>42671</c:v>
                </c:pt>
                <c:pt idx="1641">
                  <c:v>42670</c:v>
                </c:pt>
                <c:pt idx="1642">
                  <c:v>42669</c:v>
                </c:pt>
                <c:pt idx="1643">
                  <c:v>42668</c:v>
                </c:pt>
                <c:pt idx="1644">
                  <c:v>42667</c:v>
                </c:pt>
                <c:pt idx="1645">
                  <c:v>42664</c:v>
                </c:pt>
                <c:pt idx="1646">
                  <c:v>42663</c:v>
                </c:pt>
                <c:pt idx="1647">
                  <c:v>42662</c:v>
                </c:pt>
                <c:pt idx="1648">
                  <c:v>42661</c:v>
                </c:pt>
                <c:pt idx="1649">
                  <c:v>42660</c:v>
                </c:pt>
                <c:pt idx="1650">
                  <c:v>42657</c:v>
                </c:pt>
                <c:pt idx="1651">
                  <c:v>42656</c:v>
                </c:pt>
                <c:pt idx="1652">
                  <c:v>42655</c:v>
                </c:pt>
                <c:pt idx="1653">
                  <c:v>42654</c:v>
                </c:pt>
                <c:pt idx="1654">
                  <c:v>42653</c:v>
                </c:pt>
                <c:pt idx="1655">
                  <c:v>42652</c:v>
                </c:pt>
                <c:pt idx="1656">
                  <c:v>42651</c:v>
                </c:pt>
                <c:pt idx="1657">
                  <c:v>42643</c:v>
                </c:pt>
                <c:pt idx="1658">
                  <c:v>42642</c:v>
                </c:pt>
                <c:pt idx="1659">
                  <c:v>42641</c:v>
                </c:pt>
                <c:pt idx="1660">
                  <c:v>42640</c:v>
                </c:pt>
                <c:pt idx="1661">
                  <c:v>42639</c:v>
                </c:pt>
                <c:pt idx="1662">
                  <c:v>42636</c:v>
                </c:pt>
                <c:pt idx="1663">
                  <c:v>42635</c:v>
                </c:pt>
                <c:pt idx="1664">
                  <c:v>42634</c:v>
                </c:pt>
                <c:pt idx="1665">
                  <c:v>42633</c:v>
                </c:pt>
                <c:pt idx="1666">
                  <c:v>42632</c:v>
                </c:pt>
                <c:pt idx="1667">
                  <c:v>42631</c:v>
                </c:pt>
                <c:pt idx="1668">
                  <c:v>42627</c:v>
                </c:pt>
                <c:pt idx="1669">
                  <c:v>42626</c:v>
                </c:pt>
                <c:pt idx="1670">
                  <c:v>42625</c:v>
                </c:pt>
                <c:pt idx="1671">
                  <c:v>42622</c:v>
                </c:pt>
                <c:pt idx="1672">
                  <c:v>42621</c:v>
                </c:pt>
                <c:pt idx="1673">
                  <c:v>42620</c:v>
                </c:pt>
                <c:pt idx="1674">
                  <c:v>42619</c:v>
                </c:pt>
                <c:pt idx="1675">
                  <c:v>42618</c:v>
                </c:pt>
                <c:pt idx="1676">
                  <c:v>42615</c:v>
                </c:pt>
                <c:pt idx="1677">
                  <c:v>42614</c:v>
                </c:pt>
                <c:pt idx="1678">
                  <c:v>42613</c:v>
                </c:pt>
                <c:pt idx="1679">
                  <c:v>42612</c:v>
                </c:pt>
                <c:pt idx="1680">
                  <c:v>42611</c:v>
                </c:pt>
                <c:pt idx="1681">
                  <c:v>42608</c:v>
                </c:pt>
                <c:pt idx="1682">
                  <c:v>42607</c:v>
                </c:pt>
                <c:pt idx="1683">
                  <c:v>42606</c:v>
                </c:pt>
                <c:pt idx="1684">
                  <c:v>42605</c:v>
                </c:pt>
                <c:pt idx="1685">
                  <c:v>42604</c:v>
                </c:pt>
                <c:pt idx="1686">
                  <c:v>42601</c:v>
                </c:pt>
                <c:pt idx="1687">
                  <c:v>42600</c:v>
                </c:pt>
                <c:pt idx="1688">
                  <c:v>42599</c:v>
                </c:pt>
                <c:pt idx="1689">
                  <c:v>42598</c:v>
                </c:pt>
                <c:pt idx="1690">
                  <c:v>42597</c:v>
                </c:pt>
                <c:pt idx="1691">
                  <c:v>42594</c:v>
                </c:pt>
                <c:pt idx="1692">
                  <c:v>42593</c:v>
                </c:pt>
                <c:pt idx="1693">
                  <c:v>42592</c:v>
                </c:pt>
                <c:pt idx="1694">
                  <c:v>42591</c:v>
                </c:pt>
                <c:pt idx="1695">
                  <c:v>42590</c:v>
                </c:pt>
                <c:pt idx="1696">
                  <c:v>42587</c:v>
                </c:pt>
                <c:pt idx="1697">
                  <c:v>42586</c:v>
                </c:pt>
                <c:pt idx="1698">
                  <c:v>42585</c:v>
                </c:pt>
                <c:pt idx="1699">
                  <c:v>42584</c:v>
                </c:pt>
                <c:pt idx="1700">
                  <c:v>42583</c:v>
                </c:pt>
                <c:pt idx="1701">
                  <c:v>42580</c:v>
                </c:pt>
                <c:pt idx="1702">
                  <c:v>42579</c:v>
                </c:pt>
                <c:pt idx="1703">
                  <c:v>42578</c:v>
                </c:pt>
                <c:pt idx="1704">
                  <c:v>42577</c:v>
                </c:pt>
                <c:pt idx="1705">
                  <c:v>42576</c:v>
                </c:pt>
                <c:pt idx="1706">
                  <c:v>42573</c:v>
                </c:pt>
                <c:pt idx="1707">
                  <c:v>42572</c:v>
                </c:pt>
                <c:pt idx="1708">
                  <c:v>42571</c:v>
                </c:pt>
                <c:pt idx="1709">
                  <c:v>42570</c:v>
                </c:pt>
                <c:pt idx="1710">
                  <c:v>42569</c:v>
                </c:pt>
                <c:pt idx="1711">
                  <c:v>42566</c:v>
                </c:pt>
                <c:pt idx="1712">
                  <c:v>42565</c:v>
                </c:pt>
                <c:pt idx="1713">
                  <c:v>42564</c:v>
                </c:pt>
                <c:pt idx="1714">
                  <c:v>42563</c:v>
                </c:pt>
                <c:pt idx="1715">
                  <c:v>42562</c:v>
                </c:pt>
                <c:pt idx="1716">
                  <c:v>42559</c:v>
                </c:pt>
                <c:pt idx="1717">
                  <c:v>42558</c:v>
                </c:pt>
                <c:pt idx="1718">
                  <c:v>42557</c:v>
                </c:pt>
                <c:pt idx="1719">
                  <c:v>42556</c:v>
                </c:pt>
                <c:pt idx="1720">
                  <c:v>42555</c:v>
                </c:pt>
                <c:pt idx="1721">
                  <c:v>42552</c:v>
                </c:pt>
                <c:pt idx="1722">
                  <c:v>42551</c:v>
                </c:pt>
                <c:pt idx="1723">
                  <c:v>42550</c:v>
                </c:pt>
                <c:pt idx="1724">
                  <c:v>42549</c:v>
                </c:pt>
                <c:pt idx="1725">
                  <c:v>42548</c:v>
                </c:pt>
                <c:pt idx="1726">
                  <c:v>42545</c:v>
                </c:pt>
                <c:pt idx="1727">
                  <c:v>42544</c:v>
                </c:pt>
                <c:pt idx="1728">
                  <c:v>42543</c:v>
                </c:pt>
                <c:pt idx="1729">
                  <c:v>42542</c:v>
                </c:pt>
                <c:pt idx="1730">
                  <c:v>42541</c:v>
                </c:pt>
                <c:pt idx="1731">
                  <c:v>42538</c:v>
                </c:pt>
                <c:pt idx="1732">
                  <c:v>42537</c:v>
                </c:pt>
                <c:pt idx="1733">
                  <c:v>42536</c:v>
                </c:pt>
                <c:pt idx="1734">
                  <c:v>42535</c:v>
                </c:pt>
                <c:pt idx="1735">
                  <c:v>42534</c:v>
                </c:pt>
                <c:pt idx="1736">
                  <c:v>42533</c:v>
                </c:pt>
                <c:pt idx="1737">
                  <c:v>42529</c:v>
                </c:pt>
                <c:pt idx="1738">
                  <c:v>42528</c:v>
                </c:pt>
                <c:pt idx="1739">
                  <c:v>42527</c:v>
                </c:pt>
                <c:pt idx="1740">
                  <c:v>42524</c:v>
                </c:pt>
                <c:pt idx="1741">
                  <c:v>42523</c:v>
                </c:pt>
                <c:pt idx="1742">
                  <c:v>42522</c:v>
                </c:pt>
                <c:pt idx="1743">
                  <c:v>42521</c:v>
                </c:pt>
                <c:pt idx="1744">
                  <c:v>42520</c:v>
                </c:pt>
                <c:pt idx="1745">
                  <c:v>42517</c:v>
                </c:pt>
                <c:pt idx="1746">
                  <c:v>42516</c:v>
                </c:pt>
                <c:pt idx="1747">
                  <c:v>42515</c:v>
                </c:pt>
                <c:pt idx="1748">
                  <c:v>42514</c:v>
                </c:pt>
                <c:pt idx="1749">
                  <c:v>42513</c:v>
                </c:pt>
                <c:pt idx="1750">
                  <c:v>42510</c:v>
                </c:pt>
                <c:pt idx="1751">
                  <c:v>42509</c:v>
                </c:pt>
                <c:pt idx="1752">
                  <c:v>42508</c:v>
                </c:pt>
                <c:pt idx="1753">
                  <c:v>42507</c:v>
                </c:pt>
                <c:pt idx="1754">
                  <c:v>42506</c:v>
                </c:pt>
                <c:pt idx="1755">
                  <c:v>42503</c:v>
                </c:pt>
                <c:pt idx="1756">
                  <c:v>42502</c:v>
                </c:pt>
                <c:pt idx="1757">
                  <c:v>42501</c:v>
                </c:pt>
                <c:pt idx="1758">
                  <c:v>42500</c:v>
                </c:pt>
                <c:pt idx="1759">
                  <c:v>42499</c:v>
                </c:pt>
                <c:pt idx="1760">
                  <c:v>42496</c:v>
                </c:pt>
                <c:pt idx="1761">
                  <c:v>42495</c:v>
                </c:pt>
                <c:pt idx="1762">
                  <c:v>42494</c:v>
                </c:pt>
                <c:pt idx="1763">
                  <c:v>42493</c:v>
                </c:pt>
                <c:pt idx="1764">
                  <c:v>42489</c:v>
                </c:pt>
                <c:pt idx="1765">
                  <c:v>42488</c:v>
                </c:pt>
                <c:pt idx="1766">
                  <c:v>42487</c:v>
                </c:pt>
                <c:pt idx="1767">
                  <c:v>42486</c:v>
                </c:pt>
                <c:pt idx="1768">
                  <c:v>42485</c:v>
                </c:pt>
                <c:pt idx="1769">
                  <c:v>42482</c:v>
                </c:pt>
                <c:pt idx="1770">
                  <c:v>42481</c:v>
                </c:pt>
                <c:pt idx="1771">
                  <c:v>42480</c:v>
                </c:pt>
                <c:pt idx="1772">
                  <c:v>42479</c:v>
                </c:pt>
                <c:pt idx="1773">
                  <c:v>42478</c:v>
                </c:pt>
                <c:pt idx="1774">
                  <c:v>42475</c:v>
                </c:pt>
                <c:pt idx="1775">
                  <c:v>42474</c:v>
                </c:pt>
                <c:pt idx="1776">
                  <c:v>42473</c:v>
                </c:pt>
                <c:pt idx="1777">
                  <c:v>42472</c:v>
                </c:pt>
                <c:pt idx="1778">
                  <c:v>42471</c:v>
                </c:pt>
                <c:pt idx="1779">
                  <c:v>42468</c:v>
                </c:pt>
                <c:pt idx="1780">
                  <c:v>42467</c:v>
                </c:pt>
                <c:pt idx="1781">
                  <c:v>42466</c:v>
                </c:pt>
                <c:pt idx="1782">
                  <c:v>42465</c:v>
                </c:pt>
                <c:pt idx="1783">
                  <c:v>42461</c:v>
                </c:pt>
                <c:pt idx="1784">
                  <c:v>42460</c:v>
                </c:pt>
                <c:pt idx="1785">
                  <c:v>42459</c:v>
                </c:pt>
                <c:pt idx="1786">
                  <c:v>42458</c:v>
                </c:pt>
                <c:pt idx="1787">
                  <c:v>42457</c:v>
                </c:pt>
                <c:pt idx="1788">
                  <c:v>42454</c:v>
                </c:pt>
                <c:pt idx="1789">
                  <c:v>42453</c:v>
                </c:pt>
                <c:pt idx="1790">
                  <c:v>42452</c:v>
                </c:pt>
                <c:pt idx="1791">
                  <c:v>42451</c:v>
                </c:pt>
                <c:pt idx="1792">
                  <c:v>42450</c:v>
                </c:pt>
                <c:pt idx="1793">
                  <c:v>42447</c:v>
                </c:pt>
                <c:pt idx="1794">
                  <c:v>42446</c:v>
                </c:pt>
                <c:pt idx="1795">
                  <c:v>42445</c:v>
                </c:pt>
                <c:pt idx="1796">
                  <c:v>42444</c:v>
                </c:pt>
                <c:pt idx="1797">
                  <c:v>42443</c:v>
                </c:pt>
                <c:pt idx="1798">
                  <c:v>42440</c:v>
                </c:pt>
                <c:pt idx="1799">
                  <c:v>42439</c:v>
                </c:pt>
                <c:pt idx="1800">
                  <c:v>42438</c:v>
                </c:pt>
                <c:pt idx="1801">
                  <c:v>42437</c:v>
                </c:pt>
                <c:pt idx="1802">
                  <c:v>42436</c:v>
                </c:pt>
                <c:pt idx="1803">
                  <c:v>42433</c:v>
                </c:pt>
                <c:pt idx="1804">
                  <c:v>42432</c:v>
                </c:pt>
                <c:pt idx="1805">
                  <c:v>42431</c:v>
                </c:pt>
                <c:pt idx="1806">
                  <c:v>42430</c:v>
                </c:pt>
                <c:pt idx="1807">
                  <c:v>42429</c:v>
                </c:pt>
                <c:pt idx="1808">
                  <c:v>42426</c:v>
                </c:pt>
                <c:pt idx="1809">
                  <c:v>42425</c:v>
                </c:pt>
                <c:pt idx="1810">
                  <c:v>42424</c:v>
                </c:pt>
                <c:pt idx="1811">
                  <c:v>42423</c:v>
                </c:pt>
                <c:pt idx="1812">
                  <c:v>42422</c:v>
                </c:pt>
                <c:pt idx="1813">
                  <c:v>42419</c:v>
                </c:pt>
                <c:pt idx="1814">
                  <c:v>42418</c:v>
                </c:pt>
                <c:pt idx="1815">
                  <c:v>42417</c:v>
                </c:pt>
                <c:pt idx="1816">
                  <c:v>42416</c:v>
                </c:pt>
                <c:pt idx="1817">
                  <c:v>42415</c:v>
                </c:pt>
                <c:pt idx="1818">
                  <c:v>42414</c:v>
                </c:pt>
                <c:pt idx="1819">
                  <c:v>42406</c:v>
                </c:pt>
                <c:pt idx="1820">
                  <c:v>42405</c:v>
                </c:pt>
                <c:pt idx="1821">
                  <c:v>42404</c:v>
                </c:pt>
                <c:pt idx="1822">
                  <c:v>42403</c:v>
                </c:pt>
                <c:pt idx="1823">
                  <c:v>42402</c:v>
                </c:pt>
                <c:pt idx="1824">
                  <c:v>42401</c:v>
                </c:pt>
                <c:pt idx="1825">
                  <c:v>42398</c:v>
                </c:pt>
                <c:pt idx="1826">
                  <c:v>42397</c:v>
                </c:pt>
                <c:pt idx="1827">
                  <c:v>42396</c:v>
                </c:pt>
                <c:pt idx="1828">
                  <c:v>42395</c:v>
                </c:pt>
                <c:pt idx="1829">
                  <c:v>42394</c:v>
                </c:pt>
                <c:pt idx="1830">
                  <c:v>42391</c:v>
                </c:pt>
                <c:pt idx="1831">
                  <c:v>42390</c:v>
                </c:pt>
                <c:pt idx="1832">
                  <c:v>42389</c:v>
                </c:pt>
                <c:pt idx="1833">
                  <c:v>42388</c:v>
                </c:pt>
                <c:pt idx="1834">
                  <c:v>42387</c:v>
                </c:pt>
                <c:pt idx="1835">
                  <c:v>42384</c:v>
                </c:pt>
                <c:pt idx="1836">
                  <c:v>42383</c:v>
                </c:pt>
                <c:pt idx="1837">
                  <c:v>42382</c:v>
                </c:pt>
                <c:pt idx="1838">
                  <c:v>42381</c:v>
                </c:pt>
                <c:pt idx="1839">
                  <c:v>42380</c:v>
                </c:pt>
                <c:pt idx="1840">
                  <c:v>42377</c:v>
                </c:pt>
                <c:pt idx="1841">
                  <c:v>42376</c:v>
                </c:pt>
                <c:pt idx="1842">
                  <c:v>42375</c:v>
                </c:pt>
                <c:pt idx="1843">
                  <c:v>42374</c:v>
                </c:pt>
                <c:pt idx="1844">
                  <c:v>42373</c:v>
                </c:pt>
              </c:numCache>
            </c:numRef>
          </c:cat>
          <c:val>
            <c:numRef>
              <c:f>'图49-57'!$E$172:$E$1848</c:f>
              <c:numCache>
                <c:formatCode>General</c:formatCode>
                <c:ptCount val="1677"/>
                <c:pt idx="0">
                  <c:v>830</c:v>
                </c:pt>
                <c:pt idx="1">
                  <c:v>830</c:v>
                </c:pt>
                <c:pt idx="2">
                  <c:v>830</c:v>
                </c:pt>
                <c:pt idx="3">
                  <c:v>830</c:v>
                </c:pt>
                <c:pt idx="4">
                  <c:v>830</c:v>
                </c:pt>
                <c:pt idx="5">
                  <c:v>830</c:v>
                </c:pt>
                <c:pt idx="6">
                  <c:v>820</c:v>
                </c:pt>
                <c:pt idx="7">
                  <c:v>820</c:v>
                </c:pt>
                <c:pt idx="8">
                  <c:v>820</c:v>
                </c:pt>
                <c:pt idx="9">
                  <c:v>820</c:v>
                </c:pt>
                <c:pt idx="10">
                  <c:v>820</c:v>
                </c:pt>
                <c:pt idx="11">
                  <c:v>820</c:v>
                </c:pt>
                <c:pt idx="12">
                  <c:v>810</c:v>
                </c:pt>
                <c:pt idx="13">
                  <c:v>810</c:v>
                </c:pt>
                <c:pt idx="14">
                  <c:v>810</c:v>
                </c:pt>
                <c:pt idx="15">
                  <c:v>810</c:v>
                </c:pt>
                <c:pt idx="16">
                  <c:v>810</c:v>
                </c:pt>
                <c:pt idx="17">
                  <c:v>810</c:v>
                </c:pt>
                <c:pt idx="18">
                  <c:v>810</c:v>
                </c:pt>
                <c:pt idx="19">
                  <c:v>800</c:v>
                </c:pt>
                <c:pt idx="20">
                  <c:v>800</c:v>
                </c:pt>
                <c:pt idx="21">
                  <c:v>790</c:v>
                </c:pt>
                <c:pt idx="22">
                  <c:v>790</c:v>
                </c:pt>
                <c:pt idx="23">
                  <c:v>790</c:v>
                </c:pt>
                <c:pt idx="24">
                  <c:v>790</c:v>
                </c:pt>
                <c:pt idx="25">
                  <c:v>790</c:v>
                </c:pt>
                <c:pt idx="26">
                  <c:v>790</c:v>
                </c:pt>
                <c:pt idx="27">
                  <c:v>790</c:v>
                </c:pt>
                <c:pt idx="28">
                  <c:v>790</c:v>
                </c:pt>
                <c:pt idx="29">
                  <c:v>790</c:v>
                </c:pt>
                <c:pt idx="30">
                  <c:v>790</c:v>
                </c:pt>
                <c:pt idx="31">
                  <c:v>790</c:v>
                </c:pt>
                <c:pt idx="32">
                  <c:v>780</c:v>
                </c:pt>
                <c:pt idx="33">
                  <c:v>760</c:v>
                </c:pt>
                <c:pt idx="34">
                  <c:v>760</c:v>
                </c:pt>
                <c:pt idx="35">
                  <c:v>760</c:v>
                </c:pt>
                <c:pt idx="36">
                  <c:v>760</c:v>
                </c:pt>
                <c:pt idx="37">
                  <c:v>760</c:v>
                </c:pt>
                <c:pt idx="38">
                  <c:v>760</c:v>
                </c:pt>
                <c:pt idx="39">
                  <c:v>760</c:v>
                </c:pt>
                <c:pt idx="40">
                  <c:v>760</c:v>
                </c:pt>
                <c:pt idx="41">
                  <c:v>760</c:v>
                </c:pt>
                <c:pt idx="42">
                  <c:v>770</c:v>
                </c:pt>
                <c:pt idx="43">
                  <c:v>770</c:v>
                </c:pt>
                <c:pt idx="44">
                  <c:v>770</c:v>
                </c:pt>
                <c:pt idx="45">
                  <c:v>770</c:v>
                </c:pt>
                <c:pt idx="46">
                  <c:v>780</c:v>
                </c:pt>
                <c:pt idx="47">
                  <c:v>780</c:v>
                </c:pt>
                <c:pt idx="48">
                  <c:v>780</c:v>
                </c:pt>
                <c:pt idx="49">
                  <c:v>800</c:v>
                </c:pt>
                <c:pt idx="50">
                  <c:v>800</c:v>
                </c:pt>
                <c:pt idx="51">
                  <c:v>800</c:v>
                </c:pt>
                <c:pt idx="52">
                  <c:v>800</c:v>
                </c:pt>
                <c:pt idx="53">
                  <c:v>810</c:v>
                </c:pt>
                <c:pt idx="54">
                  <c:v>820</c:v>
                </c:pt>
                <c:pt idx="55">
                  <c:v>830</c:v>
                </c:pt>
                <c:pt idx="56">
                  <c:v>840</c:v>
                </c:pt>
                <c:pt idx="57">
                  <c:v>840</c:v>
                </c:pt>
                <c:pt idx="58">
                  <c:v>840</c:v>
                </c:pt>
                <c:pt idx="59">
                  <c:v>840</c:v>
                </c:pt>
                <c:pt idx="60">
                  <c:v>840</c:v>
                </c:pt>
                <c:pt idx="61">
                  <c:v>850</c:v>
                </c:pt>
                <c:pt idx="62">
                  <c:v>870</c:v>
                </c:pt>
                <c:pt idx="63">
                  <c:v>870</c:v>
                </c:pt>
                <c:pt idx="64">
                  <c:v>870</c:v>
                </c:pt>
                <c:pt idx="65">
                  <c:v>870</c:v>
                </c:pt>
                <c:pt idx="66">
                  <c:v>870</c:v>
                </c:pt>
                <c:pt idx="67">
                  <c:v>870</c:v>
                </c:pt>
                <c:pt idx="68">
                  <c:v>880</c:v>
                </c:pt>
                <c:pt idx="69">
                  <c:v>880</c:v>
                </c:pt>
                <c:pt idx="70">
                  <c:v>880</c:v>
                </c:pt>
                <c:pt idx="71">
                  <c:v>880</c:v>
                </c:pt>
                <c:pt idx="72">
                  <c:v>880</c:v>
                </c:pt>
                <c:pt idx="73">
                  <c:v>890</c:v>
                </c:pt>
                <c:pt idx="74">
                  <c:v>890</c:v>
                </c:pt>
                <c:pt idx="75">
                  <c:v>890</c:v>
                </c:pt>
                <c:pt idx="76">
                  <c:v>890</c:v>
                </c:pt>
                <c:pt idx="77">
                  <c:v>880</c:v>
                </c:pt>
                <c:pt idx="78">
                  <c:v>880</c:v>
                </c:pt>
                <c:pt idx="79">
                  <c:v>880</c:v>
                </c:pt>
                <c:pt idx="80">
                  <c:v>890</c:v>
                </c:pt>
                <c:pt idx="81">
                  <c:v>890</c:v>
                </c:pt>
                <c:pt idx="82">
                  <c:v>900</c:v>
                </c:pt>
                <c:pt idx="83">
                  <c:v>920</c:v>
                </c:pt>
                <c:pt idx="84">
                  <c:v>930</c:v>
                </c:pt>
                <c:pt idx="85">
                  <c:v>930</c:v>
                </c:pt>
                <c:pt idx="86">
                  <c:v>930</c:v>
                </c:pt>
                <c:pt idx="87">
                  <c:v>930</c:v>
                </c:pt>
                <c:pt idx="88">
                  <c:v>930</c:v>
                </c:pt>
                <c:pt idx="89">
                  <c:v>930</c:v>
                </c:pt>
                <c:pt idx="90">
                  <c:v>940</c:v>
                </c:pt>
                <c:pt idx="91">
                  <c:v>940</c:v>
                </c:pt>
                <c:pt idx="92">
                  <c:v>940</c:v>
                </c:pt>
                <c:pt idx="93">
                  <c:v>940</c:v>
                </c:pt>
                <c:pt idx="94">
                  <c:v>950</c:v>
                </c:pt>
                <c:pt idx="95">
                  <c:v>950</c:v>
                </c:pt>
                <c:pt idx="96">
                  <c:v>950</c:v>
                </c:pt>
                <c:pt idx="97">
                  <c:v>960</c:v>
                </c:pt>
                <c:pt idx="98">
                  <c:v>970</c:v>
                </c:pt>
                <c:pt idx="99">
                  <c:v>970</c:v>
                </c:pt>
                <c:pt idx="100">
                  <c:v>970</c:v>
                </c:pt>
                <c:pt idx="101">
                  <c:v>970</c:v>
                </c:pt>
                <c:pt idx="102">
                  <c:v>970</c:v>
                </c:pt>
                <c:pt idx="103">
                  <c:v>970</c:v>
                </c:pt>
                <c:pt idx="104">
                  <c:v>970</c:v>
                </c:pt>
                <c:pt idx="105">
                  <c:v>970</c:v>
                </c:pt>
                <c:pt idx="106">
                  <c:v>970</c:v>
                </c:pt>
                <c:pt idx="107">
                  <c:v>970</c:v>
                </c:pt>
                <c:pt idx="108">
                  <c:v>980</c:v>
                </c:pt>
                <c:pt idx="109">
                  <c:v>990</c:v>
                </c:pt>
                <c:pt idx="110">
                  <c:v>990</c:v>
                </c:pt>
                <c:pt idx="111">
                  <c:v>1030</c:v>
                </c:pt>
                <c:pt idx="112">
                  <c:v>1090</c:v>
                </c:pt>
                <c:pt idx="113">
                  <c:v>1090</c:v>
                </c:pt>
                <c:pt idx="114">
                  <c:v>1090</c:v>
                </c:pt>
                <c:pt idx="115">
                  <c:v>1120</c:v>
                </c:pt>
                <c:pt idx="116">
                  <c:v>1130</c:v>
                </c:pt>
                <c:pt idx="117">
                  <c:v>1130</c:v>
                </c:pt>
                <c:pt idx="118">
                  <c:v>1150</c:v>
                </c:pt>
                <c:pt idx="119">
                  <c:v>1160</c:v>
                </c:pt>
                <c:pt idx="120">
                  <c:v>1160</c:v>
                </c:pt>
                <c:pt idx="121">
                  <c:v>1160</c:v>
                </c:pt>
                <c:pt idx="122">
                  <c:v>1140</c:v>
                </c:pt>
                <c:pt idx="123">
                  <c:v>1140</c:v>
                </c:pt>
                <c:pt idx="124">
                  <c:v>1100</c:v>
                </c:pt>
                <c:pt idx="125">
                  <c:v>1070</c:v>
                </c:pt>
                <c:pt idx="126">
                  <c:v>1050</c:v>
                </c:pt>
                <c:pt idx="127">
                  <c:v>1030</c:v>
                </c:pt>
                <c:pt idx="128">
                  <c:v>1010</c:v>
                </c:pt>
                <c:pt idx="129">
                  <c:v>990</c:v>
                </c:pt>
                <c:pt idx="130">
                  <c:v>990</c:v>
                </c:pt>
                <c:pt idx="131">
                  <c:v>990</c:v>
                </c:pt>
                <c:pt idx="132">
                  <c:v>990</c:v>
                </c:pt>
                <c:pt idx="133">
                  <c:v>980</c:v>
                </c:pt>
                <c:pt idx="134">
                  <c:v>970</c:v>
                </c:pt>
                <c:pt idx="135">
                  <c:v>970</c:v>
                </c:pt>
                <c:pt idx="136">
                  <c:v>970</c:v>
                </c:pt>
                <c:pt idx="137">
                  <c:v>970</c:v>
                </c:pt>
                <c:pt idx="138">
                  <c:v>970</c:v>
                </c:pt>
                <c:pt idx="139">
                  <c:v>960</c:v>
                </c:pt>
                <c:pt idx="140">
                  <c:v>950</c:v>
                </c:pt>
                <c:pt idx="141">
                  <c:v>950</c:v>
                </c:pt>
                <c:pt idx="142">
                  <c:v>950</c:v>
                </c:pt>
                <c:pt idx="143">
                  <c:v>930</c:v>
                </c:pt>
                <c:pt idx="144">
                  <c:v>920</c:v>
                </c:pt>
                <c:pt idx="145">
                  <c:v>900</c:v>
                </c:pt>
                <c:pt idx="146">
                  <c:v>880</c:v>
                </c:pt>
                <c:pt idx="147">
                  <c:v>880</c:v>
                </c:pt>
                <c:pt idx="148">
                  <c:v>870</c:v>
                </c:pt>
                <c:pt idx="149">
                  <c:v>870</c:v>
                </c:pt>
                <c:pt idx="150">
                  <c:v>870</c:v>
                </c:pt>
                <c:pt idx="151">
                  <c:v>870</c:v>
                </c:pt>
                <c:pt idx="152">
                  <c:v>870</c:v>
                </c:pt>
                <c:pt idx="153">
                  <c:v>880</c:v>
                </c:pt>
                <c:pt idx="154">
                  <c:v>880</c:v>
                </c:pt>
                <c:pt idx="155">
                  <c:v>880</c:v>
                </c:pt>
                <c:pt idx="156">
                  <c:v>870</c:v>
                </c:pt>
                <c:pt idx="157">
                  <c:v>870</c:v>
                </c:pt>
                <c:pt idx="158">
                  <c:v>870</c:v>
                </c:pt>
                <c:pt idx="159">
                  <c:v>870</c:v>
                </c:pt>
                <c:pt idx="160">
                  <c:v>870</c:v>
                </c:pt>
                <c:pt idx="161">
                  <c:v>860</c:v>
                </c:pt>
                <c:pt idx="162">
                  <c:v>860</c:v>
                </c:pt>
                <c:pt idx="163">
                  <c:v>860</c:v>
                </c:pt>
                <c:pt idx="164">
                  <c:v>860</c:v>
                </c:pt>
                <c:pt idx="165">
                  <c:v>860</c:v>
                </c:pt>
                <c:pt idx="166">
                  <c:v>850</c:v>
                </c:pt>
                <c:pt idx="167">
                  <c:v>880</c:v>
                </c:pt>
                <c:pt idx="168">
                  <c:v>880</c:v>
                </c:pt>
                <c:pt idx="169">
                  <c:v>890</c:v>
                </c:pt>
                <c:pt idx="170">
                  <c:v>900</c:v>
                </c:pt>
                <c:pt idx="171">
                  <c:v>920</c:v>
                </c:pt>
                <c:pt idx="172">
                  <c:v>900</c:v>
                </c:pt>
                <c:pt idx="173">
                  <c:v>840</c:v>
                </c:pt>
                <c:pt idx="174">
                  <c:v>810</c:v>
                </c:pt>
                <c:pt idx="175">
                  <c:v>810</c:v>
                </c:pt>
                <c:pt idx="176">
                  <c:v>800</c:v>
                </c:pt>
                <c:pt idx="177">
                  <c:v>800</c:v>
                </c:pt>
                <c:pt idx="178">
                  <c:v>800</c:v>
                </c:pt>
                <c:pt idx="179">
                  <c:v>800</c:v>
                </c:pt>
                <c:pt idx="180">
                  <c:v>800</c:v>
                </c:pt>
                <c:pt idx="181">
                  <c:v>800</c:v>
                </c:pt>
                <c:pt idx="182">
                  <c:v>800</c:v>
                </c:pt>
                <c:pt idx="183">
                  <c:v>800</c:v>
                </c:pt>
                <c:pt idx="184">
                  <c:v>800</c:v>
                </c:pt>
                <c:pt idx="185">
                  <c:v>800</c:v>
                </c:pt>
                <c:pt idx="186">
                  <c:v>780</c:v>
                </c:pt>
                <c:pt idx="187">
                  <c:v>780</c:v>
                </c:pt>
                <c:pt idx="188">
                  <c:v>780</c:v>
                </c:pt>
                <c:pt idx="189">
                  <c:v>780</c:v>
                </c:pt>
                <c:pt idx="190">
                  <c:v>780</c:v>
                </c:pt>
                <c:pt idx="191">
                  <c:v>790</c:v>
                </c:pt>
                <c:pt idx="192">
                  <c:v>790</c:v>
                </c:pt>
                <c:pt idx="193">
                  <c:v>790</c:v>
                </c:pt>
                <c:pt idx="194">
                  <c:v>790</c:v>
                </c:pt>
                <c:pt idx="195">
                  <c:v>810</c:v>
                </c:pt>
                <c:pt idx="196">
                  <c:v>820</c:v>
                </c:pt>
                <c:pt idx="197">
                  <c:v>820</c:v>
                </c:pt>
                <c:pt idx="198">
                  <c:v>820</c:v>
                </c:pt>
                <c:pt idx="199">
                  <c:v>820</c:v>
                </c:pt>
                <c:pt idx="200">
                  <c:v>820</c:v>
                </c:pt>
                <c:pt idx="201">
                  <c:v>820</c:v>
                </c:pt>
                <c:pt idx="202">
                  <c:v>810</c:v>
                </c:pt>
                <c:pt idx="203">
                  <c:v>810</c:v>
                </c:pt>
                <c:pt idx="204">
                  <c:v>800</c:v>
                </c:pt>
                <c:pt idx="205">
                  <c:v>800</c:v>
                </c:pt>
                <c:pt idx="206">
                  <c:v>790</c:v>
                </c:pt>
                <c:pt idx="207">
                  <c:v>770</c:v>
                </c:pt>
                <c:pt idx="208">
                  <c:v>770</c:v>
                </c:pt>
                <c:pt idx="209">
                  <c:v>780</c:v>
                </c:pt>
                <c:pt idx="210">
                  <c:v>780</c:v>
                </c:pt>
                <c:pt idx="211">
                  <c:v>790</c:v>
                </c:pt>
                <c:pt idx="212">
                  <c:v>790</c:v>
                </c:pt>
                <c:pt idx="213">
                  <c:v>790</c:v>
                </c:pt>
                <c:pt idx="214">
                  <c:v>800</c:v>
                </c:pt>
                <c:pt idx="215">
                  <c:v>810</c:v>
                </c:pt>
                <c:pt idx="216">
                  <c:v>810</c:v>
                </c:pt>
                <c:pt idx="217">
                  <c:v>820</c:v>
                </c:pt>
                <c:pt idx="218">
                  <c:v>820</c:v>
                </c:pt>
                <c:pt idx="219">
                  <c:v>820</c:v>
                </c:pt>
                <c:pt idx="220">
                  <c:v>830</c:v>
                </c:pt>
                <c:pt idx="221">
                  <c:v>850</c:v>
                </c:pt>
                <c:pt idx="222">
                  <c:v>850</c:v>
                </c:pt>
                <c:pt idx="223">
                  <c:v>850</c:v>
                </c:pt>
                <c:pt idx="224">
                  <c:v>860</c:v>
                </c:pt>
                <c:pt idx="225">
                  <c:v>870</c:v>
                </c:pt>
                <c:pt idx="226">
                  <c:v>890</c:v>
                </c:pt>
                <c:pt idx="227">
                  <c:v>900</c:v>
                </c:pt>
                <c:pt idx="228">
                  <c:v>910</c:v>
                </c:pt>
                <c:pt idx="229">
                  <c:v>910</c:v>
                </c:pt>
                <c:pt idx="230">
                  <c:v>910</c:v>
                </c:pt>
                <c:pt idx="231">
                  <c:v>920</c:v>
                </c:pt>
                <c:pt idx="232">
                  <c:v>940</c:v>
                </c:pt>
                <c:pt idx="233">
                  <c:v>960</c:v>
                </c:pt>
                <c:pt idx="234">
                  <c:v>970</c:v>
                </c:pt>
                <c:pt idx="235">
                  <c:v>970</c:v>
                </c:pt>
                <c:pt idx="236">
                  <c:v>970</c:v>
                </c:pt>
                <c:pt idx="237">
                  <c:v>1160</c:v>
                </c:pt>
                <c:pt idx="238">
                  <c:v>1250</c:v>
                </c:pt>
                <c:pt idx="239">
                  <c:v>1380</c:v>
                </c:pt>
                <c:pt idx="240">
                  <c:v>1560</c:v>
                </c:pt>
                <c:pt idx="241">
                  <c:v>1830</c:v>
                </c:pt>
                <c:pt idx="242">
                  <c:v>1850</c:v>
                </c:pt>
                <c:pt idx="243">
                  <c:v>1850</c:v>
                </c:pt>
                <c:pt idx="244">
                  <c:v>1730</c:v>
                </c:pt>
                <c:pt idx="245">
                  <c:v>1630</c:v>
                </c:pt>
                <c:pt idx="246">
                  <c:v>1330</c:v>
                </c:pt>
                <c:pt idx="247">
                  <c:v>1190</c:v>
                </c:pt>
                <c:pt idx="248">
                  <c:v>1150</c:v>
                </c:pt>
                <c:pt idx="249">
                  <c:v>1110</c:v>
                </c:pt>
                <c:pt idx="250">
                  <c:v>1030</c:v>
                </c:pt>
                <c:pt idx="251">
                  <c:v>970</c:v>
                </c:pt>
                <c:pt idx="252">
                  <c:v>970</c:v>
                </c:pt>
                <c:pt idx="253">
                  <c:v>910</c:v>
                </c:pt>
                <c:pt idx="254">
                  <c:v>910</c:v>
                </c:pt>
                <c:pt idx="255">
                  <c:v>910</c:v>
                </c:pt>
                <c:pt idx="256">
                  <c:v>910</c:v>
                </c:pt>
                <c:pt idx="257">
                  <c:v>910</c:v>
                </c:pt>
                <c:pt idx="258">
                  <c:v>910</c:v>
                </c:pt>
                <c:pt idx="259">
                  <c:v>900</c:v>
                </c:pt>
                <c:pt idx="260">
                  <c:v>900</c:v>
                </c:pt>
                <c:pt idx="261">
                  <c:v>890</c:v>
                </c:pt>
                <c:pt idx="262">
                  <c:v>870</c:v>
                </c:pt>
                <c:pt idx="263">
                  <c:v>850</c:v>
                </c:pt>
                <c:pt idx="264">
                  <c:v>850</c:v>
                </c:pt>
                <c:pt idx="265">
                  <c:v>840</c:v>
                </c:pt>
                <c:pt idx="266">
                  <c:v>840</c:v>
                </c:pt>
                <c:pt idx="267">
                  <c:v>850</c:v>
                </c:pt>
                <c:pt idx="268">
                  <c:v>850</c:v>
                </c:pt>
                <c:pt idx="269">
                  <c:v>850</c:v>
                </c:pt>
                <c:pt idx="270">
                  <c:v>860</c:v>
                </c:pt>
                <c:pt idx="271">
                  <c:v>860</c:v>
                </c:pt>
                <c:pt idx="272">
                  <c:v>860</c:v>
                </c:pt>
                <c:pt idx="273">
                  <c:v>860</c:v>
                </c:pt>
                <c:pt idx="274">
                  <c:v>860</c:v>
                </c:pt>
                <c:pt idx="275">
                  <c:v>870</c:v>
                </c:pt>
                <c:pt idx="276">
                  <c:v>860</c:v>
                </c:pt>
                <c:pt idx="277">
                  <c:v>860</c:v>
                </c:pt>
                <c:pt idx="278">
                  <c:v>860</c:v>
                </c:pt>
                <c:pt idx="279">
                  <c:v>860</c:v>
                </c:pt>
                <c:pt idx="280">
                  <c:v>860</c:v>
                </c:pt>
                <c:pt idx="281">
                  <c:v>870</c:v>
                </c:pt>
                <c:pt idx="282">
                  <c:v>870</c:v>
                </c:pt>
                <c:pt idx="283">
                  <c:v>870</c:v>
                </c:pt>
                <c:pt idx="284">
                  <c:v>870</c:v>
                </c:pt>
                <c:pt idx="285">
                  <c:v>870</c:v>
                </c:pt>
                <c:pt idx="286">
                  <c:v>860</c:v>
                </c:pt>
                <c:pt idx="287">
                  <c:v>860</c:v>
                </c:pt>
                <c:pt idx="288">
                  <c:v>860</c:v>
                </c:pt>
                <c:pt idx="289">
                  <c:v>860</c:v>
                </c:pt>
                <c:pt idx="290">
                  <c:v>860</c:v>
                </c:pt>
                <c:pt idx="291">
                  <c:v>840</c:v>
                </c:pt>
                <c:pt idx="292">
                  <c:v>840</c:v>
                </c:pt>
                <c:pt idx="293">
                  <c:v>820</c:v>
                </c:pt>
                <c:pt idx="294">
                  <c:v>810</c:v>
                </c:pt>
                <c:pt idx="295">
                  <c:v>800</c:v>
                </c:pt>
                <c:pt idx="296">
                  <c:v>800</c:v>
                </c:pt>
                <c:pt idx="297">
                  <c:v>800</c:v>
                </c:pt>
                <c:pt idx="298">
                  <c:v>830</c:v>
                </c:pt>
                <c:pt idx="299">
                  <c:v>830</c:v>
                </c:pt>
                <c:pt idx="300">
                  <c:v>840</c:v>
                </c:pt>
                <c:pt idx="301">
                  <c:v>850</c:v>
                </c:pt>
                <c:pt idx="302">
                  <c:v>850</c:v>
                </c:pt>
                <c:pt idx="303">
                  <c:v>850</c:v>
                </c:pt>
                <c:pt idx="304">
                  <c:v>850</c:v>
                </c:pt>
                <c:pt idx="305">
                  <c:v>850</c:v>
                </c:pt>
                <c:pt idx="306">
                  <c:v>850</c:v>
                </c:pt>
                <c:pt idx="307">
                  <c:v>850</c:v>
                </c:pt>
                <c:pt idx="308">
                  <c:v>840</c:v>
                </c:pt>
                <c:pt idx="309">
                  <c:v>850</c:v>
                </c:pt>
                <c:pt idx="310">
                  <c:v>860</c:v>
                </c:pt>
                <c:pt idx="311">
                  <c:v>860</c:v>
                </c:pt>
                <c:pt idx="312">
                  <c:v>860</c:v>
                </c:pt>
                <c:pt idx="313">
                  <c:v>870</c:v>
                </c:pt>
                <c:pt idx="314">
                  <c:v>870</c:v>
                </c:pt>
                <c:pt idx="315">
                  <c:v>880</c:v>
                </c:pt>
                <c:pt idx="316">
                  <c:v>890</c:v>
                </c:pt>
                <c:pt idx="317">
                  <c:v>900</c:v>
                </c:pt>
                <c:pt idx="318">
                  <c:v>900</c:v>
                </c:pt>
                <c:pt idx="319">
                  <c:v>910</c:v>
                </c:pt>
                <c:pt idx="320">
                  <c:v>920</c:v>
                </c:pt>
                <c:pt idx="321">
                  <c:v>920</c:v>
                </c:pt>
                <c:pt idx="322">
                  <c:v>930</c:v>
                </c:pt>
                <c:pt idx="323">
                  <c:v>950</c:v>
                </c:pt>
                <c:pt idx="324">
                  <c:v>1010</c:v>
                </c:pt>
                <c:pt idx="325">
                  <c:v>1010</c:v>
                </c:pt>
                <c:pt idx="326">
                  <c:v>1020</c:v>
                </c:pt>
                <c:pt idx="327">
                  <c:v>1020</c:v>
                </c:pt>
                <c:pt idx="328">
                  <c:v>1030</c:v>
                </c:pt>
                <c:pt idx="329">
                  <c:v>1040</c:v>
                </c:pt>
                <c:pt idx="330">
                  <c:v>1060</c:v>
                </c:pt>
                <c:pt idx="331">
                  <c:v>1060</c:v>
                </c:pt>
                <c:pt idx="332">
                  <c:v>1060</c:v>
                </c:pt>
                <c:pt idx="333">
                  <c:v>1060</c:v>
                </c:pt>
                <c:pt idx="334">
                  <c:v>1070</c:v>
                </c:pt>
                <c:pt idx="335">
                  <c:v>1080</c:v>
                </c:pt>
                <c:pt idx="336">
                  <c:v>1080</c:v>
                </c:pt>
                <c:pt idx="337">
                  <c:v>1080</c:v>
                </c:pt>
                <c:pt idx="338">
                  <c:v>1080</c:v>
                </c:pt>
                <c:pt idx="339">
                  <c:v>1100</c:v>
                </c:pt>
                <c:pt idx="340">
                  <c:v>1100</c:v>
                </c:pt>
                <c:pt idx="341">
                  <c:v>1100</c:v>
                </c:pt>
                <c:pt idx="342">
                  <c:v>1100</c:v>
                </c:pt>
                <c:pt idx="343">
                  <c:v>1120</c:v>
                </c:pt>
                <c:pt idx="344">
                  <c:v>1120</c:v>
                </c:pt>
                <c:pt idx="345">
                  <c:v>1130</c:v>
                </c:pt>
                <c:pt idx="346">
                  <c:v>1130</c:v>
                </c:pt>
                <c:pt idx="347">
                  <c:v>1140</c:v>
                </c:pt>
                <c:pt idx="348">
                  <c:v>1140</c:v>
                </c:pt>
                <c:pt idx="349">
                  <c:v>1120</c:v>
                </c:pt>
                <c:pt idx="350">
                  <c:v>1120</c:v>
                </c:pt>
                <c:pt idx="351">
                  <c:v>1130</c:v>
                </c:pt>
                <c:pt idx="352">
                  <c:v>1130</c:v>
                </c:pt>
                <c:pt idx="353">
                  <c:v>1130</c:v>
                </c:pt>
                <c:pt idx="354">
                  <c:v>1110</c:v>
                </c:pt>
                <c:pt idx="355">
                  <c:v>1090</c:v>
                </c:pt>
                <c:pt idx="356">
                  <c:v>1080</c:v>
                </c:pt>
                <c:pt idx="357">
                  <c:v>1080</c:v>
                </c:pt>
                <c:pt idx="358">
                  <c:v>1080</c:v>
                </c:pt>
                <c:pt idx="359">
                  <c:v>1080</c:v>
                </c:pt>
                <c:pt idx="360">
                  <c:v>1110</c:v>
                </c:pt>
                <c:pt idx="361">
                  <c:v>1130</c:v>
                </c:pt>
                <c:pt idx="362">
                  <c:v>1160</c:v>
                </c:pt>
                <c:pt idx="363">
                  <c:v>1160</c:v>
                </c:pt>
                <c:pt idx="364">
                  <c:v>1150</c:v>
                </c:pt>
                <c:pt idx="365">
                  <c:v>1170</c:v>
                </c:pt>
                <c:pt idx="366">
                  <c:v>1170</c:v>
                </c:pt>
                <c:pt idx="367">
                  <c:v>1170</c:v>
                </c:pt>
                <c:pt idx="368">
                  <c:v>1140</c:v>
                </c:pt>
                <c:pt idx="369">
                  <c:v>1110</c:v>
                </c:pt>
                <c:pt idx="370">
                  <c:v>1110</c:v>
                </c:pt>
                <c:pt idx="371">
                  <c:v>1050</c:v>
                </c:pt>
                <c:pt idx="372">
                  <c:v>1050</c:v>
                </c:pt>
                <c:pt idx="373">
                  <c:v>1050</c:v>
                </c:pt>
                <c:pt idx="374">
                  <c:v>1050</c:v>
                </c:pt>
                <c:pt idx="375">
                  <c:v>1050</c:v>
                </c:pt>
                <c:pt idx="376">
                  <c:v>1040</c:v>
                </c:pt>
                <c:pt idx="377">
                  <c:v>1040</c:v>
                </c:pt>
                <c:pt idx="378">
                  <c:v>1040</c:v>
                </c:pt>
                <c:pt idx="379">
                  <c:v>1040</c:v>
                </c:pt>
                <c:pt idx="380">
                  <c:v>1050</c:v>
                </c:pt>
                <c:pt idx="381">
                  <c:v>1050</c:v>
                </c:pt>
                <c:pt idx="382">
                  <c:v>1050</c:v>
                </c:pt>
                <c:pt idx="383">
                  <c:v>1060</c:v>
                </c:pt>
                <c:pt idx="384">
                  <c:v>1060</c:v>
                </c:pt>
                <c:pt idx="385">
                  <c:v>1070</c:v>
                </c:pt>
                <c:pt idx="386">
                  <c:v>1070</c:v>
                </c:pt>
                <c:pt idx="387">
                  <c:v>1070</c:v>
                </c:pt>
                <c:pt idx="388">
                  <c:v>1070</c:v>
                </c:pt>
                <c:pt idx="389">
                  <c:v>1060</c:v>
                </c:pt>
                <c:pt idx="390">
                  <c:v>1050</c:v>
                </c:pt>
                <c:pt idx="391">
                  <c:v>1050</c:v>
                </c:pt>
                <c:pt idx="392">
                  <c:v>1050</c:v>
                </c:pt>
                <c:pt idx="393">
                  <c:v>1050</c:v>
                </c:pt>
                <c:pt idx="394">
                  <c:v>1050</c:v>
                </c:pt>
                <c:pt idx="395">
                  <c:v>1010</c:v>
                </c:pt>
                <c:pt idx="396">
                  <c:v>990</c:v>
                </c:pt>
                <c:pt idx="397">
                  <c:v>960</c:v>
                </c:pt>
                <c:pt idx="398">
                  <c:v>960</c:v>
                </c:pt>
                <c:pt idx="399">
                  <c:v>960</c:v>
                </c:pt>
                <c:pt idx="400">
                  <c:v>970</c:v>
                </c:pt>
                <c:pt idx="401">
                  <c:v>970</c:v>
                </c:pt>
                <c:pt idx="402">
                  <c:v>970</c:v>
                </c:pt>
                <c:pt idx="403">
                  <c:v>970</c:v>
                </c:pt>
                <c:pt idx="404">
                  <c:v>990</c:v>
                </c:pt>
                <c:pt idx="405">
                  <c:v>990</c:v>
                </c:pt>
                <c:pt idx="406">
                  <c:v>1000</c:v>
                </c:pt>
                <c:pt idx="407">
                  <c:v>1010</c:v>
                </c:pt>
                <c:pt idx="408">
                  <c:v>1010</c:v>
                </c:pt>
                <c:pt idx="409">
                  <c:v>1020</c:v>
                </c:pt>
                <c:pt idx="410">
                  <c:v>1070</c:v>
                </c:pt>
                <c:pt idx="411">
                  <c:v>1070</c:v>
                </c:pt>
                <c:pt idx="412">
                  <c:v>1070</c:v>
                </c:pt>
                <c:pt idx="413">
                  <c:v>1140</c:v>
                </c:pt>
                <c:pt idx="414">
                  <c:v>1140</c:v>
                </c:pt>
                <c:pt idx="415">
                  <c:v>1140</c:v>
                </c:pt>
                <c:pt idx="416">
                  <c:v>1210</c:v>
                </c:pt>
                <c:pt idx="417">
                  <c:v>1230</c:v>
                </c:pt>
                <c:pt idx="418">
                  <c:v>1280</c:v>
                </c:pt>
                <c:pt idx="419">
                  <c:v>1280</c:v>
                </c:pt>
                <c:pt idx="420">
                  <c:v>1290</c:v>
                </c:pt>
                <c:pt idx="421">
                  <c:v>1320</c:v>
                </c:pt>
                <c:pt idx="422">
                  <c:v>1330</c:v>
                </c:pt>
                <c:pt idx="423">
                  <c:v>1330</c:v>
                </c:pt>
                <c:pt idx="424">
                  <c:v>1330</c:v>
                </c:pt>
                <c:pt idx="425">
                  <c:v>1330</c:v>
                </c:pt>
                <c:pt idx="426">
                  <c:v>1340</c:v>
                </c:pt>
                <c:pt idx="427">
                  <c:v>1340</c:v>
                </c:pt>
                <c:pt idx="428">
                  <c:v>1340</c:v>
                </c:pt>
                <c:pt idx="429">
                  <c:v>1340</c:v>
                </c:pt>
                <c:pt idx="430">
                  <c:v>1340</c:v>
                </c:pt>
                <c:pt idx="431">
                  <c:v>1350</c:v>
                </c:pt>
                <c:pt idx="432">
                  <c:v>1350</c:v>
                </c:pt>
                <c:pt idx="433">
                  <c:v>1350</c:v>
                </c:pt>
                <c:pt idx="434">
                  <c:v>1350</c:v>
                </c:pt>
                <c:pt idx="435">
                  <c:v>1370</c:v>
                </c:pt>
                <c:pt idx="436">
                  <c:v>1380</c:v>
                </c:pt>
                <c:pt idx="437">
                  <c:v>1390</c:v>
                </c:pt>
                <c:pt idx="438">
                  <c:v>1390</c:v>
                </c:pt>
                <c:pt idx="439">
                  <c:v>1400</c:v>
                </c:pt>
                <c:pt idx="440">
                  <c:v>1410</c:v>
                </c:pt>
                <c:pt idx="441">
                  <c:v>1420</c:v>
                </c:pt>
                <c:pt idx="442">
                  <c:v>1420</c:v>
                </c:pt>
                <c:pt idx="443">
                  <c:v>1420</c:v>
                </c:pt>
                <c:pt idx="444">
                  <c:v>1420</c:v>
                </c:pt>
                <c:pt idx="445">
                  <c:v>1420</c:v>
                </c:pt>
                <c:pt idx="446">
                  <c:v>1420</c:v>
                </c:pt>
                <c:pt idx="447">
                  <c:v>1430</c:v>
                </c:pt>
                <c:pt idx="448">
                  <c:v>1430</c:v>
                </c:pt>
                <c:pt idx="449">
                  <c:v>1450</c:v>
                </c:pt>
                <c:pt idx="450">
                  <c:v>1460</c:v>
                </c:pt>
                <c:pt idx="451">
                  <c:v>1460</c:v>
                </c:pt>
                <c:pt idx="452">
                  <c:v>1450</c:v>
                </c:pt>
                <c:pt idx="453">
                  <c:v>1450</c:v>
                </c:pt>
                <c:pt idx="454">
                  <c:v>1450</c:v>
                </c:pt>
                <c:pt idx="455">
                  <c:v>1450</c:v>
                </c:pt>
                <c:pt idx="456">
                  <c:v>1390</c:v>
                </c:pt>
                <c:pt idx="457">
                  <c:v>1380</c:v>
                </c:pt>
                <c:pt idx="458">
                  <c:v>1370</c:v>
                </c:pt>
                <c:pt idx="459">
                  <c:v>1370</c:v>
                </c:pt>
                <c:pt idx="460">
                  <c:v>1320</c:v>
                </c:pt>
                <c:pt idx="461">
                  <c:v>1320</c:v>
                </c:pt>
                <c:pt idx="462">
                  <c:v>1310</c:v>
                </c:pt>
                <c:pt idx="463">
                  <c:v>1310</c:v>
                </c:pt>
                <c:pt idx="464">
                  <c:v>1310</c:v>
                </c:pt>
                <c:pt idx="465">
                  <c:v>1310</c:v>
                </c:pt>
                <c:pt idx="466">
                  <c:v>1310</c:v>
                </c:pt>
                <c:pt idx="467">
                  <c:v>1310</c:v>
                </c:pt>
                <c:pt idx="468">
                  <c:v>1310</c:v>
                </c:pt>
                <c:pt idx="469">
                  <c:v>1310</c:v>
                </c:pt>
                <c:pt idx="470">
                  <c:v>1310</c:v>
                </c:pt>
                <c:pt idx="471">
                  <c:v>1310</c:v>
                </c:pt>
                <c:pt idx="472">
                  <c:v>1320</c:v>
                </c:pt>
                <c:pt idx="473">
                  <c:v>1310</c:v>
                </c:pt>
                <c:pt idx="474">
                  <c:v>1310</c:v>
                </c:pt>
                <c:pt idx="475">
                  <c:v>1310</c:v>
                </c:pt>
                <c:pt idx="476">
                  <c:v>1310</c:v>
                </c:pt>
                <c:pt idx="477">
                  <c:v>1310</c:v>
                </c:pt>
                <c:pt idx="478">
                  <c:v>1310</c:v>
                </c:pt>
                <c:pt idx="479">
                  <c:v>1310</c:v>
                </c:pt>
                <c:pt idx="480">
                  <c:v>1340</c:v>
                </c:pt>
                <c:pt idx="481">
                  <c:v>1340</c:v>
                </c:pt>
                <c:pt idx="482">
                  <c:v>1340</c:v>
                </c:pt>
                <c:pt idx="483">
                  <c:v>1350</c:v>
                </c:pt>
                <c:pt idx="484">
                  <c:v>1350</c:v>
                </c:pt>
                <c:pt idx="485">
                  <c:v>1400</c:v>
                </c:pt>
                <c:pt idx="486">
                  <c:v>1410</c:v>
                </c:pt>
                <c:pt idx="487">
                  <c:v>1410</c:v>
                </c:pt>
                <c:pt idx="488">
                  <c:v>1410</c:v>
                </c:pt>
                <c:pt idx="489">
                  <c:v>1390</c:v>
                </c:pt>
                <c:pt idx="490">
                  <c:v>1390</c:v>
                </c:pt>
                <c:pt idx="491">
                  <c:v>1380</c:v>
                </c:pt>
                <c:pt idx="492">
                  <c:v>1300</c:v>
                </c:pt>
                <c:pt idx="493">
                  <c:v>1290</c:v>
                </c:pt>
                <c:pt idx="494">
                  <c:v>1280</c:v>
                </c:pt>
                <c:pt idx="495">
                  <c:v>1170</c:v>
                </c:pt>
                <c:pt idx="496">
                  <c:v>1160</c:v>
                </c:pt>
                <c:pt idx="497">
                  <c:v>1150</c:v>
                </c:pt>
                <c:pt idx="498">
                  <c:v>1140</c:v>
                </c:pt>
                <c:pt idx="499">
                  <c:v>1140</c:v>
                </c:pt>
                <c:pt idx="500">
                  <c:v>1130</c:v>
                </c:pt>
                <c:pt idx="501">
                  <c:v>1090</c:v>
                </c:pt>
                <c:pt idx="502">
                  <c:v>1090</c:v>
                </c:pt>
                <c:pt idx="503">
                  <c:v>1090</c:v>
                </c:pt>
                <c:pt idx="504">
                  <c:v>1090</c:v>
                </c:pt>
                <c:pt idx="505">
                  <c:v>1060</c:v>
                </c:pt>
                <c:pt idx="506">
                  <c:v>1050</c:v>
                </c:pt>
                <c:pt idx="507">
                  <c:v>1050</c:v>
                </c:pt>
                <c:pt idx="508">
                  <c:v>1050</c:v>
                </c:pt>
                <c:pt idx="509">
                  <c:v>1090</c:v>
                </c:pt>
                <c:pt idx="510">
                  <c:v>1090</c:v>
                </c:pt>
                <c:pt idx="511">
                  <c:v>1090</c:v>
                </c:pt>
                <c:pt idx="512">
                  <c:v>1100</c:v>
                </c:pt>
                <c:pt idx="513">
                  <c:v>1100</c:v>
                </c:pt>
                <c:pt idx="514">
                  <c:v>1100</c:v>
                </c:pt>
                <c:pt idx="515">
                  <c:v>1100</c:v>
                </c:pt>
                <c:pt idx="516">
                  <c:v>1100</c:v>
                </c:pt>
                <c:pt idx="517">
                  <c:v>1080</c:v>
                </c:pt>
                <c:pt idx="518">
                  <c:v>1070</c:v>
                </c:pt>
                <c:pt idx="519">
                  <c:v>1050</c:v>
                </c:pt>
                <c:pt idx="520">
                  <c:v>1010</c:v>
                </c:pt>
                <c:pt idx="521">
                  <c:v>1000</c:v>
                </c:pt>
                <c:pt idx="522">
                  <c:v>970</c:v>
                </c:pt>
                <c:pt idx="523">
                  <c:v>970</c:v>
                </c:pt>
                <c:pt idx="524">
                  <c:v>940</c:v>
                </c:pt>
                <c:pt idx="525">
                  <c:v>940</c:v>
                </c:pt>
                <c:pt idx="526">
                  <c:v>940</c:v>
                </c:pt>
                <c:pt idx="527">
                  <c:v>940</c:v>
                </c:pt>
                <c:pt idx="528">
                  <c:v>940</c:v>
                </c:pt>
                <c:pt idx="529">
                  <c:v>940</c:v>
                </c:pt>
                <c:pt idx="530">
                  <c:v>920</c:v>
                </c:pt>
                <c:pt idx="531">
                  <c:v>920</c:v>
                </c:pt>
                <c:pt idx="532">
                  <c:v>930</c:v>
                </c:pt>
                <c:pt idx="533">
                  <c:v>930</c:v>
                </c:pt>
                <c:pt idx="534">
                  <c:v>930</c:v>
                </c:pt>
                <c:pt idx="535">
                  <c:v>930</c:v>
                </c:pt>
                <c:pt idx="536">
                  <c:v>930</c:v>
                </c:pt>
                <c:pt idx="537">
                  <c:v>930</c:v>
                </c:pt>
                <c:pt idx="538">
                  <c:v>930</c:v>
                </c:pt>
                <c:pt idx="539">
                  <c:v>940</c:v>
                </c:pt>
                <c:pt idx="540">
                  <c:v>940</c:v>
                </c:pt>
                <c:pt idx="541">
                  <c:v>940</c:v>
                </c:pt>
                <c:pt idx="542">
                  <c:v>940</c:v>
                </c:pt>
                <c:pt idx="543">
                  <c:v>920</c:v>
                </c:pt>
                <c:pt idx="544">
                  <c:v>910</c:v>
                </c:pt>
                <c:pt idx="545">
                  <c:v>920</c:v>
                </c:pt>
                <c:pt idx="546">
                  <c:v>920</c:v>
                </c:pt>
                <c:pt idx="547">
                  <c:v>920</c:v>
                </c:pt>
                <c:pt idx="548">
                  <c:v>930</c:v>
                </c:pt>
                <c:pt idx="549">
                  <c:v>950</c:v>
                </c:pt>
                <c:pt idx="550">
                  <c:v>980</c:v>
                </c:pt>
                <c:pt idx="551">
                  <c:v>980</c:v>
                </c:pt>
                <c:pt idx="552">
                  <c:v>980</c:v>
                </c:pt>
                <c:pt idx="553">
                  <c:v>990</c:v>
                </c:pt>
                <c:pt idx="554">
                  <c:v>1010</c:v>
                </c:pt>
                <c:pt idx="555">
                  <c:v>1010</c:v>
                </c:pt>
                <c:pt idx="556">
                  <c:v>1010</c:v>
                </c:pt>
                <c:pt idx="557">
                  <c:v>1010</c:v>
                </c:pt>
                <c:pt idx="558">
                  <c:v>1010</c:v>
                </c:pt>
                <c:pt idx="559">
                  <c:v>1030</c:v>
                </c:pt>
                <c:pt idx="560">
                  <c:v>1030</c:v>
                </c:pt>
                <c:pt idx="561">
                  <c:v>1040</c:v>
                </c:pt>
                <c:pt idx="562">
                  <c:v>1040</c:v>
                </c:pt>
                <c:pt idx="563">
                  <c:v>1040</c:v>
                </c:pt>
                <c:pt idx="564">
                  <c:v>1040</c:v>
                </c:pt>
                <c:pt idx="565">
                  <c:v>1040</c:v>
                </c:pt>
                <c:pt idx="566">
                  <c:v>1030</c:v>
                </c:pt>
                <c:pt idx="567">
                  <c:v>1030</c:v>
                </c:pt>
                <c:pt idx="568">
                  <c:v>1010</c:v>
                </c:pt>
                <c:pt idx="569">
                  <c:v>980</c:v>
                </c:pt>
                <c:pt idx="570">
                  <c:v>920</c:v>
                </c:pt>
                <c:pt idx="571">
                  <c:v>910</c:v>
                </c:pt>
                <c:pt idx="572">
                  <c:v>900</c:v>
                </c:pt>
                <c:pt idx="573">
                  <c:v>900</c:v>
                </c:pt>
                <c:pt idx="574">
                  <c:v>900</c:v>
                </c:pt>
                <c:pt idx="575">
                  <c:v>900</c:v>
                </c:pt>
                <c:pt idx="576">
                  <c:v>890</c:v>
                </c:pt>
                <c:pt idx="577">
                  <c:v>890</c:v>
                </c:pt>
                <c:pt idx="578">
                  <c:v>880</c:v>
                </c:pt>
                <c:pt idx="579">
                  <c:v>880</c:v>
                </c:pt>
                <c:pt idx="580">
                  <c:v>880</c:v>
                </c:pt>
                <c:pt idx="581">
                  <c:v>880</c:v>
                </c:pt>
                <c:pt idx="582">
                  <c:v>860</c:v>
                </c:pt>
                <c:pt idx="583">
                  <c:v>860</c:v>
                </c:pt>
                <c:pt idx="584">
                  <c:v>830</c:v>
                </c:pt>
                <c:pt idx="585">
                  <c:v>830</c:v>
                </c:pt>
                <c:pt idx="586">
                  <c:v>830</c:v>
                </c:pt>
                <c:pt idx="587">
                  <c:v>820</c:v>
                </c:pt>
                <c:pt idx="588">
                  <c:v>810</c:v>
                </c:pt>
                <c:pt idx="589">
                  <c:v>790</c:v>
                </c:pt>
                <c:pt idx="590">
                  <c:v>790</c:v>
                </c:pt>
                <c:pt idx="591">
                  <c:v>800</c:v>
                </c:pt>
                <c:pt idx="592">
                  <c:v>810</c:v>
                </c:pt>
                <c:pt idx="593">
                  <c:v>790</c:v>
                </c:pt>
                <c:pt idx="594">
                  <c:v>790</c:v>
                </c:pt>
                <c:pt idx="595">
                  <c:v>790</c:v>
                </c:pt>
                <c:pt idx="596">
                  <c:v>780</c:v>
                </c:pt>
                <c:pt idx="597">
                  <c:v>760</c:v>
                </c:pt>
                <c:pt idx="598">
                  <c:v>750</c:v>
                </c:pt>
                <c:pt idx="599">
                  <c:v>750</c:v>
                </c:pt>
                <c:pt idx="600">
                  <c:v>750</c:v>
                </c:pt>
                <c:pt idx="601">
                  <c:v>750</c:v>
                </c:pt>
                <c:pt idx="602">
                  <c:v>750</c:v>
                </c:pt>
                <c:pt idx="603">
                  <c:v>750</c:v>
                </c:pt>
                <c:pt idx="604">
                  <c:v>750</c:v>
                </c:pt>
                <c:pt idx="605">
                  <c:v>720</c:v>
                </c:pt>
                <c:pt idx="606">
                  <c:v>720</c:v>
                </c:pt>
                <c:pt idx="607">
                  <c:v>720</c:v>
                </c:pt>
                <c:pt idx="608">
                  <c:v>720</c:v>
                </c:pt>
                <c:pt idx="609">
                  <c:v>730</c:v>
                </c:pt>
                <c:pt idx="610">
                  <c:v>730</c:v>
                </c:pt>
                <c:pt idx="611">
                  <c:v>740</c:v>
                </c:pt>
                <c:pt idx="612">
                  <c:v>760</c:v>
                </c:pt>
                <c:pt idx="613">
                  <c:v>790</c:v>
                </c:pt>
                <c:pt idx="614">
                  <c:v>800</c:v>
                </c:pt>
                <c:pt idx="615">
                  <c:v>800</c:v>
                </c:pt>
                <c:pt idx="616">
                  <c:v>800</c:v>
                </c:pt>
                <c:pt idx="617">
                  <c:v>800</c:v>
                </c:pt>
                <c:pt idx="618">
                  <c:v>800</c:v>
                </c:pt>
                <c:pt idx="619">
                  <c:v>830</c:v>
                </c:pt>
                <c:pt idx="620">
                  <c:v>840</c:v>
                </c:pt>
                <c:pt idx="621">
                  <c:v>850</c:v>
                </c:pt>
                <c:pt idx="622">
                  <c:v>870</c:v>
                </c:pt>
                <c:pt idx="623">
                  <c:v>870</c:v>
                </c:pt>
                <c:pt idx="624">
                  <c:v>870</c:v>
                </c:pt>
                <c:pt idx="625">
                  <c:v>890</c:v>
                </c:pt>
                <c:pt idx="626">
                  <c:v>890</c:v>
                </c:pt>
                <c:pt idx="627">
                  <c:v>900</c:v>
                </c:pt>
                <c:pt idx="628">
                  <c:v>900</c:v>
                </c:pt>
                <c:pt idx="629">
                  <c:v>900</c:v>
                </c:pt>
                <c:pt idx="630">
                  <c:v>900</c:v>
                </c:pt>
                <c:pt idx="631">
                  <c:v>900</c:v>
                </c:pt>
                <c:pt idx="632">
                  <c:v>900</c:v>
                </c:pt>
                <c:pt idx="633">
                  <c:v>900</c:v>
                </c:pt>
                <c:pt idx="634">
                  <c:v>890</c:v>
                </c:pt>
                <c:pt idx="635">
                  <c:v>890</c:v>
                </c:pt>
                <c:pt idx="636">
                  <c:v>890</c:v>
                </c:pt>
                <c:pt idx="637">
                  <c:v>890</c:v>
                </c:pt>
                <c:pt idx="638">
                  <c:v>870</c:v>
                </c:pt>
                <c:pt idx="639">
                  <c:v>870</c:v>
                </c:pt>
                <c:pt idx="640">
                  <c:v>870</c:v>
                </c:pt>
                <c:pt idx="641">
                  <c:v>900</c:v>
                </c:pt>
                <c:pt idx="642">
                  <c:v>900</c:v>
                </c:pt>
                <c:pt idx="643">
                  <c:v>900</c:v>
                </c:pt>
                <c:pt idx="644">
                  <c:v>890</c:v>
                </c:pt>
                <c:pt idx="645">
                  <c:v>890</c:v>
                </c:pt>
                <c:pt idx="646">
                  <c:v>890</c:v>
                </c:pt>
                <c:pt idx="647">
                  <c:v>900</c:v>
                </c:pt>
                <c:pt idx="648">
                  <c:v>920</c:v>
                </c:pt>
                <c:pt idx="649">
                  <c:v>940</c:v>
                </c:pt>
                <c:pt idx="650">
                  <c:v>940</c:v>
                </c:pt>
                <c:pt idx="651">
                  <c:v>940</c:v>
                </c:pt>
                <c:pt idx="652">
                  <c:v>930</c:v>
                </c:pt>
                <c:pt idx="653">
                  <c:v>900</c:v>
                </c:pt>
                <c:pt idx="654">
                  <c:v>900</c:v>
                </c:pt>
                <c:pt idx="655">
                  <c:v>900</c:v>
                </c:pt>
                <c:pt idx="656">
                  <c:v>930</c:v>
                </c:pt>
                <c:pt idx="657">
                  <c:v>950</c:v>
                </c:pt>
                <c:pt idx="658">
                  <c:v>1000</c:v>
                </c:pt>
                <c:pt idx="659">
                  <c:v>1030</c:v>
                </c:pt>
                <c:pt idx="660">
                  <c:v>1030</c:v>
                </c:pt>
                <c:pt idx="661">
                  <c:v>1050</c:v>
                </c:pt>
                <c:pt idx="662">
                  <c:v>1050</c:v>
                </c:pt>
                <c:pt idx="663">
                  <c:v>1100</c:v>
                </c:pt>
                <c:pt idx="664">
                  <c:v>1100</c:v>
                </c:pt>
                <c:pt idx="665">
                  <c:v>1100</c:v>
                </c:pt>
                <c:pt idx="666">
                  <c:v>1120</c:v>
                </c:pt>
                <c:pt idx="667">
                  <c:v>1130</c:v>
                </c:pt>
                <c:pt idx="668">
                  <c:v>1130</c:v>
                </c:pt>
                <c:pt idx="669">
                  <c:v>1130</c:v>
                </c:pt>
                <c:pt idx="670">
                  <c:v>1140</c:v>
                </c:pt>
                <c:pt idx="671">
                  <c:v>1140</c:v>
                </c:pt>
                <c:pt idx="672">
                  <c:v>1130</c:v>
                </c:pt>
                <c:pt idx="673">
                  <c:v>1130</c:v>
                </c:pt>
                <c:pt idx="674">
                  <c:v>1130</c:v>
                </c:pt>
                <c:pt idx="675">
                  <c:v>1130</c:v>
                </c:pt>
                <c:pt idx="676">
                  <c:v>1130</c:v>
                </c:pt>
                <c:pt idx="677">
                  <c:v>1100</c:v>
                </c:pt>
                <c:pt idx="678">
                  <c:v>1100</c:v>
                </c:pt>
                <c:pt idx="679">
                  <c:v>1090</c:v>
                </c:pt>
                <c:pt idx="680">
                  <c:v>1090</c:v>
                </c:pt>
                <c:pt idx="681">
                  <c:v>1070</c:v>
                </c:pt>
                <c:pt idx="682">
                  <c:v>1050</c:v>
                </c:pt>
                <c:pt idx="683">
                  <c:v>1050</c:v>
                </c:pt>
                <c:pt idx="684">
                  <c:v>1060</c:v>
                </c:pt>
                <c:pt idx="685">
                  <c:v>1070</c:v>
                </c:pt>
                <c:pt idx="686">
                  <c:v>1080</c:v>
                </c:pt>
                <c:pt idx="687">
                  <c:v>1090</c:v>
                </c:pt>
                <c:pt idx="688">
                  <c:v>1090</c:v>
                </c:pt>
                <c:pt idx="689">
                  <c:v>1100</c:v>
                </c:pt>
                <c:pt idx="690">
                  <c:v>1100</c:v>
                </c:pt>
                <c:pt idx="691">
                  <c:v>1100</c:v>
                </c:pt>
                <c:pt idx="692">
                  <c:v>1100</c:v>
                </c:pt>
                <c:pt idx="693">
                  <c:v>1100</c:v>
                </c:pt>
                <c:pt idx="694">
                  <c:v>1140</c:v>
                </c:pt>
                <c:pt idx="695">
                  <c:v>1140</c:v>
                </c:pt>
                <c:pt idx="696">
                  <c:v>1140</c:v>
                </c:pt>
                <c:pt idx="697">
                  <c:v>1170</c:v>
                </c:pt>
                <c:pt idx="698">
                  <c:v>1180</c:v>
                </c:pt>
                <c:pt idx="699">
                  <c:v>1190</c:v>
                </c:pt>
                <c:pt idx="700">
                  <c:v>1190</c:v>
                </c:pt>
                <c:pt idx="701">
                  <c:v>1210</c:v>
                </c:pt>
                <c:pt idx="702">
                  <c:v>1210</c:v>
                </c:pt>
                <c:pt idx="703">
                  <c:v>1210</c:v>
                </c:pt>
                <c:pt idx="704">
                  <c:v>1230</c:v>
                </c:pt>
                <c:pt idx="705">
                  <c:v>1230</c:v>
                </c:pt>
                <c:pt idx="706">
                  <c:v>1230</c:v>
                </c:pt>
                <c:pt idx="707">
                  <c:v>1250</c:v>
                </c:pt>
                <c:pt idx="708">
                  <c:v>1250</c:v>
                </c:pt>
                <c:pt idx="709">
                  <c:v>1250</c:v>
                </c:pt>
                <c:pt idx="710">
                  <c:v>1270</c:v>
                </c:pt>
                <c:pt idx="711">
                  <c:v>1290</c:v>
                </c:pt>
                <c:pt idx="712">
                  <c:v>1290</c:v>
                </c:pt>
                <c:pt idx="713">
                  <c:v>1290</c:v>
                </c:pt>
                <c:pt idx="714">
                  <c:v>1290</c:v>
                </c:pt>
                <c:pt idx="715">
                  <c:v>1290</c:v>
                </c:pt>
                <c:pt idx="716">
                  <c:v>1320</c:v>
                </c:pt>
                <c:pt idx="717">
                  <c:v>1320</c:v>
                </c:pt>
                <c:pt idx="718">
                  <c:v>1320</c:v>
                </c:pt>
                <c:pt idx="719">
                  <c:v>1360</c:v>
                </c:pt>
                <c:pt idx="720">
                  <c:v>1370</c:v>
                </c:pt>
                <c:pt idx="721">
                  <c:v>1420</c:v>
                </c:pt>
                <c:pt idx="722">
                  <c:v>1450</c:v>
                </c:pt>
                <c:pt idx="723">
                  <c:v>1470</c:v>
                </c:pt>
                <c:pt idx="724">
                  <c:v>1490</c:v>
                </c:pt>
                <c:pt idx="725">
                  <c:v>1500</c:v>
                </c:pt>
                <c:pt idx="726">
                  <c:v>1550</c:v>
                </c:pt>
                <c:pt idx="727">
                  <c:v>1550</c:v>
                </c:pt>
                <c:pt idx="728">
                  <c:v>1550</c:v>
                </c:pt>
                <c:pt idx="729">
                  <c:v>1550</c:v>
                </c:pt>
                <c:pt idx="730">
                  <c:v>1550</c:v>
                </c:pt>
                <c:pt idx="731">
                  <c:v>1510</c:v>
                </c:pt>
                <c:pt idx="732">
                  <c:v>1470</c:v>
                </c:pt>
                <c:pt idx="733">
                  <c:v>1440</c:v>
                </c:pt>
                <c:pt idx="734">
                  <c:v>1420</c:v>
                </c:pt>
                <c:pt idx="735">
                  <c:v>1400</c:v>
                </c:pt>
                <c:pt idx="736">
                  <c:v>1350</c:v>
                </c:pt>
                <c:pt idx="737">
                  <c:v>1330</c:v>
                </c:pt>
                <c:pt idx="738">
                  <c:v>1290</c:v>
                </c:pt>
                <c:pt idx="739">
                  <c:v>1290</c:v>
                </c:pt>
                <c:pt idx="740">
                  <c:v>1290</c:v>
                </c:pt>
                <c:pt idx="741">
                  <c:v>1290</c:v>
                </c:pt>
                <c:pt idx="742">
                  <c:v>1290</c:v>
                </c:pt>
                <c:pt idx="743">
                  <c:v>1290</c:v>
                </c:pt>
                <c:pt idx="744">
                  <c:v>1280</c:v>
                </c:pt>
                <c:pt idx="745">
                  <c:v>1280</c:v>
                </c:pt>
                <c:pt idx="746">
                  <c:v>1300</c:v>
                </c:pt>
                <c:pt idx="747">
                  <c:v>1300</c:v>
                </c:pt>
                <c:pt idx="748">
                  <c:v>1310</c:v>
                </c:pt>
                <c:pt idx="749">
                  <c:v>1310</c:v>
                </c:pt>
                <c:pt idx="750">
                  <c:v>1320</c:v>
                </c:pt>
                <c:pt idx="751">
                  <c:v>1340</c:v>
                </c:pt>
                <c:pt idx="752">
                  <c:v>1380</c:v>
                </c:pt>
                <c:pt idx="753">
                  <c:v>1380</c:v>
                </c:pt>
                <c:pt idx="754">
                  <c:v>1390</c:v>
                </c:pt>
                <c:pt idx="755">
                  <c:v>1400</c:v>
                </c:pt>
                <c:pt idx="756">
                  <c:v>1440</c:v>
                </c:pt>
                <c:pt idx="757">
                  <c:v>1450</c:v>
                </c:pt>
                <c:pt idx="758">
                  <c:v>1460</c:v>
                </c:pt>
                <c:pt idx="759">
                  <c:v>1470</c:v>
                </c:pt>
                <c:pt idx="760">
                  <c:v>1470</c:v>
                </c:pt>
                <c:pt idx="761">
                  <c:v>1470</c:v>
                </c:pt>
                <c:pt idx="762">
                  <c:v>1380</c:v>
                </c:pt>
                <c:pt idx="763">
                  <c:v>1330</c:v>
                </c:pt>
                <c:pt idx="764">
                  <c:v>1230</c:v>
                </c:pt>
                <c:pt idx="765">
                  <c:v>1160</c:v>
                </c:pt>
                <c:pt idx="766">
                  <c:v>1160</c:v>
                </c:pt>
                <c:pt idx="767">
                  <c:v>1160</c:v>
                </c:pt>
                <c:pt idx="768">
                  <c:v>1160</c:v>
                </c:pt>
                <c:pt idx="769">
                  <c:v>1150</c:v>
                </c:pt>
                <c:pt idx="770">
                  <c:v>1150</c:v>
                </c:pt>
                <c:pt idx="771">
                  <c:v>1140</c:v>
                </c:pt>
                <c:pt idx="772">
                  <c:v>1140</c:v>
                </c:pt>
                <c:pt idx="773">
                  <c:v>1130</c:v>
                </c:pt>
                <c:pt idx="774">
                  <c:v>1130</c:v>
                </c:pt>
                <c:pt idx="775">
                  <c:v>1130</c:v>
                </c:pt>
                <c:pt idx="776">
                  <c:v>1100</c:v>
                </c:pt>
                <c:pt idx="777">
                  <c:v>1090</c:v>
                </c:pt>
                <c:pt idx="778">
                  <c:v>1070</c:v>
                </c:pt>
                <c:pt idx="779">
                  <c:v>1030</c:v>
                </c:pt>
                <c:pt idx="780">
                  <c:v>1010</c:v>
                </c:pt>
                <c:pt idx="781">
                  <c:v>920</c:v>
                </c:pt>
                <c:pt idx="782">
                  <c:v>910</c:v>
                </c:pt>
                <c:pt idx="783">
                  <c:v>910</c:v>
                </c:pt>
                <c:pt idx="784">
                  <c:v>910</c:v>
                </c:pt>
                <c:pt idx="785">
                  <c:v>930</c:v>
                </c:pt>
                <c:pt idx="786">
                  <c:v>960</c:v>
                </c:pt>
                <c:pt idx="787">
                  <c:v>970</c:v>
                </c:pt>
                <c:pt idx="788">
                  <c:v>980</c:v>
                </c:pt>
                <c:pt idx="789">
                  <c:v>990</c:v>
                </c:pt>
                <c:pt idx="790">
                  <c:v>1000</c:v>
                </c:pt>
                <c:pt idx="791">
                  <c:v>990</c:v>
                </c:pt>
                <c:pt idx="792">
                  <c:v>990</c:v>
                </c:pt>
                <c:pt idx="793">
                  <c:v>970</c:v>
                </c:pt>
                <c:pt idx="794">
                  <c:v>960</c:v>
                </c:pt>
                <c:pt idx="795">
                  <c:v>920</c:v>
                </c:pt>
                <c:pt idx="796">
                  <c:v>890</c:v>
                </c:pt>
                <c:pt idx="797">
                  <c:v>880</c:v>
                </c:pt>
                <c:pt idx="798">
                  <c:v>880</c:v>
                </c:pt>
                <c:pt idx="799">
                  <c:v>880</c:v>
                </c:pt>
                <c:pt idx="800">
                  <c:v>890</c:v>
                </c:pt>
                <c:pt idx="801">
                  <c:v>910</c:v>
                </c:pt>
                <c:pt idx="802">
                  <c:v>920</c:v>
                </c:pt>
                <c:pt idx="803">
                  <c:v>930</c:v>
                </c:pt>
                <c:pt idx="804">
                  <c:v>940</c:v>
                </c:pt>
                <c:pt idx="805">
                  <c:v>940</c:v>
                </c:pt>
                <c:pt idx="806">
                  <c:v>980</c:v>
                </c:pt>
                <c:pt idx="807">
                  <c:v>1000</c:v>
                </c:pt>
                <c:pt idx="808">
                  <c:v>1010</c:v>
                </c:pt>
                <c:pt idx="809">
                  <c:v>1020</c:v>
                </c:pt>
                <c:pt idx="810">
                  <c:v>1030</c:v>
                </c:pt>
                <c:pt idx="811">
                  <c:v>1070</c:v>
                </c:pt>
                <c:pt idx="812">
                  <c:v>1080</c:v>
                </c:pt>
                <c:pt idx="813">
                  <c:v>1090</c:v>
                </c:pt>
                <c:pt idx="814">
                  <c:v>1090</c:v>
                </c:pt>
                <c:pt idx="815">
                  <c:v>1100</c:v>
                </c:pt>
                <c:pt idx="816">
                  <c:v>1150</c:v>
                </c:pt>
                <c:pt idx="817">
                  <c:v>1160</c:v>
                </c:pt>
                <c:pt idx="818">
                  <c:v>1170</c:v>
                </c:pt>
                <c:pt idx="819">
                  <c:v>1180</c:v>
                </c:pt>
                <c:pt idx="820">
                  <c:v>1190</c:v>
                </c:pt>
                <c:pt idx="821">
                  <c:v>1220</c:v>
                </c:pt>
                <c:pt idx="822">
                  <c:v>1230</c:v>
                </c:pt>
                <c:pt idx="823">
                  <c:v>1230</c:v>
                </c:pt>
                <c:pt idx="824">
                  <c:v>1240</c:v>
                </c:pt>
                <c:pt idx="825">
                  <c:v>1250</c:v>
                </c:pt>
                <c:pt idx="826">
                  <c:v>1250</c:v>
                </c:pt>
                <c:pt idx="827">
                  <c:v>1250</c:v>
                </c:pt>
                <c:pt idx="828">
                  <c:v>1250</c:v>
                </c:pt>
                <c:pt idx="829">
                  <c:v>1250</c:v>
                </c:pt>
                <c:pt idx="830">
                  <c:v>1260</c:v>
                </c:pt>
                <c:pt idx="831">
                  <c:v>1260</c:v>
                </c:pt>
                <c:pt idx="832">
                  <c:v>1260</c:v>
                </c:pt>
                <c:pt idx="833">
                  <c:v>1260</c:v>
                </c:pt>
                <c:pt idx="834">
                  <c:v>1260</c:v>
                </c:pt>
                <c:pt idx="835">
                  <c:v>1250</c:v>
                </c:pt>
                <c:pt idx="836">
                  <c:v>1250</c:v>
                </c:pt>
                <c:pt idx="837">
                  <c:v>1260</c:v>
                </c:pt>
                <c:pt idx="838">
                  <c:v>1260</c:v>
                </c:pt>
                <c:pt idx="839">
                  <c:v>1260</c:v>
                </c:pt>
                <c:pt idx="840">
                  <c:v>1210</c:v>
                </c:pt>
                <c:pt idx="841">
                  <c:v>1190</c:v>
                </c:pt>
                <c:pt idx="842">
                  <c:v>1190</c:v>
                </c:pt>
                <c:pt idx="843">
                  <c:v>1190</c:v>
                </c:pt>
                <c:pt idx="844">
                  <c:v>1170</c:v>
                </c:pt>
                <c:pt idx="845">
                  <c:v>1170</c:v>
                </c:pt>
                <c:pt idx="846">
                  <c:v>1170</c:v>
                </c:pt>
                <c:pt idx="847">
                  <c:v>1190</c:v>
                </c:pt>
                <c:pt idx="848">
                  <c:v>1190</c:v>
                </c:pt>
                <c:pt idx="849">
                  <c:v>1190</c:v>
                </c:pt>
                <c:pt idx="850">
                  <c:v>1200</c:v>
                </c:pt>
                <c:pt idx="851">
                  <c:v>1200</c:v>
                </c:pt>
                <c:pt idx="852">
                  <c:v>1200</c:v>
                </c:pt>
                <c:pt idx="853">
                  <c:v>1160</c:v>
                </c:pt>
                <c:pt idx="854">
                  <c:v>1150</c:v>
                </c:pt>
                <c:pt idx="855">
                  <c:v>1140</c:v>
                </c:pt>
                <c:pt idx="856">
                  <c:v>1140</c:v>
                </c:pt>
                <c:pt idx="857">
                  <c:v>1090</c:v>
                </c:pt>
                <c:pt idx="858">
                  <c:v>1020</c:v>
                </c:pt>
                <c:pt idx="859">
                  <c:v>1030</c:v>
                </c:pt>
                <c:pt idx="860">
                  <c:v>1030</c:v>
                </c:pt>
                <c:pt idx="861">
                  <c:v>1030</c:v>
                </c:pt>
                <c:pt idx="862">
                  <c:v>1030</c:v>
                </c:pt>
                <c:pt idx="863">
                  <c:v>1030</c:v>
                </c:pt>
                <c:pt idx="864">
                  <c:v>1030</c:v>
                </c:pt>
                <c:pt idx="865">
                  <c:v>1030</c:v>
                </c:pt>
                <c:pt idx="866">
                  <c:v>1030</c:v>
                </c:pt>
                <c:pt idx="867">
                  <c:v>1020</c:v>
                </c:pt>
                <c:pt idx="868">
                  <c:v>1020</c:v>
                </c:pt>
                <c:pt idx="869">
                  <c:v>1020</c:v>
                </c:pt>
                <c:pt idx="870">
                  <c:v>1010</c:v>
                </c:pt>
                <c:pt idx="871">
                  <c:v>1010</c:v>
                </c:pt>
                <c:pt idx="872">
                  <c:v>980</c:v>
                </c:pt>
                <c:pt idx="873">
                  <c:v>960</c:v>
                </c:pt>
                <c:pt idx="874">
                  <c:v>960</c:v>
                </c:pt>
                <c:pt idx="875">
                  <c:v>960</c:v>
                </c:pt>
                <c:pt idx="876">
                  <c:v>940</c:v>
                </c:pt>
                <c:pt idx="877">
                  <c:v>940</c:v>
                </c:pt>
                <c:pt idx="878">
                  <c:v>930</c:v>
                </c:pt>
                <c:pt idx="879">
                  <c:v>930</c:v>
                </c:pt>
                <c:pt idx="880">
                  <c:v>930</c:v>
                </c:pt>
                <c:pt idx="881">
                  <c:v>930</c:v>
                </c:pt>
                <c:pt idx="882">
                  <c:v>930</c:v>
                </c:pt>
                <c:pt idx="883">
                  <c:v>930</c:v>
                </c:pt>
                <c:pt idx="884">
                  <c:v>930</c:v>
                </c:pt>
                <c:pt idx="885">
                  <c:v>930</c:v>
                </c:pt>
                <c:pt idx="886">
                  <c:v>900</c:v>
                </c:pt>
                <c:pt idx="887">
                  <c:v>900</c:v>
                </c:pt>
                <c:pt idx="888">
                  <c:v>900</c:v>
                </c:pt>
                <c:pt idx="889">
                  <c:v>900</c:v>
                </c:pt>
                <c:pt idx="890">
                  <c:v>900</c:v>
                </c:pt>
                <c:pt idx="891">
                  <c:v>900</c:v>
                </c:pt>
                <c:pt idx="892">
                  <c:v>900</c:v>
                </c:pt>
                <c:pt idx="893">
                  <c:v>900</c:v>
                </c:pt>
                <c:pt idx="894">
                  <c:v>900</c:v>
                </c:pt>
                <c:pt idx="895">
                  <c:v>900</c:v>
                </c:pt>
                <c:pt idx="896">
                  <c:v>900</c:v>
                </c:pt>
                <c:pt idx="897">
                  <c:v>900</c:v>
                </c:pt>
                <c:pt idx="898">
                  <c:v>900</c:v>
                </c:pt>
                <c:pt idx="899">
                  <c:v>880</c:v>
                </c:pt>
                <c:pt idx="900">
                  <c:v>880</c:v>
                </c:pt>
                <c:pt idx="901">
                  <c:v>880</c:v>
                </c:pt>
                <c:pt idx="902">
                  <c:v>880</c:v>
                </c:pt>
                <c:pt idx="903">
                  <c:v>880</c:v>
                </c:pt>
                <c:pt idx="904">
                  <c:v>880</c:v>
                </c:pt>
                <c:pt idx="905">
                  <c:v>880</c:v>
                </c:pt>
                <c:pt idx="906">
                  <c:v>880</c:v>
                </c:pt>
                <c:pt idx="907">
                  <c:v>880</c:v>
                </c:pt>
                <c:pt idx="908">
                  <c:v>880</c:v>
                </c:pt>
                <c:pt idx="909">
                  <c:v>880</c:v>
                </c:pt>
                <c:pt idx="910">
                  <c:v>900</c:v>
                </c:pt>
                <c:pt idx="911">
                  <c:v>900</c:v>
                </c:pt>
                <c:pt idx="912">
                  <c:v>900</c:v>
                </c:pt>
                <c:pt idx="913">
                  <c:v>900</c:v>
                </c:pt>
                <c:pt idx="914">
                  <c:v>920</c:v>
                </c:pt>
                <c:pt idx="915">
                  <c:v>920</c:v>
                </c:pt>
                <c:pt idx="916">
                  <c:v>920</c:v>
                </c:pt>
                <c:pt idx="917">
                  <c:v>920</c:v>
                </c:pt>
                <c:pt idx="918">
                  <c:v>920</c:v>
                </c:pt>
                <c:pt idx="919">
                  <c:v>920</c:v>
                </c:pt>
                <c:pt idx="920">
                  <c:v>930</c:v>
                </c:pt>
                <c:pt idx="921">
                  <c:v>950</c:v>
                </c:pt>
                <c:pt idx="922">
                  <c:v>950</c:v>
                </c:pt>
                <c:pt idx="923">
                  <c:v>1000</c:v>
                </c:pt>
                <c:pt idx="924">
                  <c:v>1000</c:v>
                </c:pt>
                <c:pt idx="925">
                  <c:v>1000</c:v>
                </c:pt>
                <c:pt idx="926">
                  <c:v>1010</c:v>
                </c:pt>
                <c:pt idx="927">
                  <c:v>1020</c:v>
                </c:pt>
                <c:pt idx="928">
                  <c:v>1030</c:v>
                </c:pt>
                <c:pt idx="929">
                  <c:v>1040</c:v>
                </c:pt>
                <c:pt idx="930">
                  <c:v>1040</c:v>
                </c:pt>
                <c:pt idx="931">
                  <c:v>1040</c:v>
                </c:pt>
                <c:pt idx="932">
                  <c:v>1040</c:v>
                </c:pt>
                <c:pt idx="933">
                  <c:v>1040</c:v>
                </c:pt>
                <c:pt idx="934">
                  <c:v>1060</c:v>
                </c:pt>
                <c:pt idx="935">
                  <c:v>1060</c:v>
                </c:pt>
                <c:pt idx="936">
                  <c:v>1060</c:v>
                </c:pt>
                <c:pt idx="937">
                  <c:v>1060</c:v>
                </c:pt>
                <c:pt idx="938">
                  <c:v>1060</c:v>
                </c:pt>
                <c:pt idx="939">
                  <c:v>1060</c:v>
                </c:pt>
                <c:pt idx="940">
                  <c:v>1060</c:v>
                </c:pt>
                <c:pt idx="941">
                  <c:v>1060</c:v>
                </c:pt>
                <c:pt idx="942">
                  <c:v>1060</c:v>
                </c:pt>
                <c:pt idx="943">
                  <c:v>1060</c:v>
                </c:pt>
                <c:pt idx="944">
                  <c:v>1060</c:v>
                </c:pt>
                <c:pt idx="945">
                  <c:v>1060</c:v>
                </c:pt>
                <c:pt idx="946">
                  <c:v>1050</c:v>
                </c:pt>
                <c:pt idx="947">
                  <c:v>1050</c:v>
                </c:pt>
                <c:pt idx="948">
                  <c:v>1000</c:v>
                </c:pt>
                <c:pt idx="949">
                  <c:v>1050</c:v>
                </c:pt>
                <c:pt idx="950">
                  <c:v>1100</c:v>
                </c:pt>
                <c:pt idx="951">
                  <c:v>1120</c:v>
                </c:pt>
                <c:pt idx="952">
                  <c:v>1150</c:v>
                </c:pt>
                <c:pt idx="953">
                  <c:v>1180</c:v>
                </c:pt>
                <c:pt idx="954">
                  <c:v>1200</c:v>
                </c:pt>
                <c:pt idx="955">
                  <c:v>1210</c:v>
                </c:pt>
                <c:pt idx="956">
                  <c:v>1220</c:v>
                </c:pt>
                <c:pt idx="957">
                  <c:v>1230</c:v>
                </c:pt>
                <c:pt idx="958">
                  <c:v>1250</c:v>
                </c:pt>
                <c:pt idx="959">
                  <c:v>1280</c:v>
                </c:pt>
                <c:pt idx="960">
                  <c:v>1280</c:v>
                </c:pt>
                <c:pt idx="961">
                  <c:v>1280</c:v>
                </c:pt>
                <c:pt idx="962">
                  <c:v>1300</c:v>
                </c:pt>
                <c:pt idx="963">
                  <c:v>1300</c:v>
                </c:pt>
                <c:pt idx="964">
                  <c:v>1320</c:v>
                </c:pt>
                <c:pt idx="965">
                  <c:v>1340</c:v>
                </c:pt>
                <c:pt idx="966">
                  <c:v>1340</c:v>
                </c:pt>
                <c:pt idx="967">
                  <c:v>1350</c:v>
                </c:pt>
                <c:pt idx="968">
                  <c:v>1350</c:v>
                </c:pt>
                <c:pt idx="969">
                  <c:v>1350</c:v>
                </c:pt>
                <c:pt idx="970">
                  <c:v>1350</c:v>
                </c:pt>
                <c:pt idx="971">
                  <c:v>1350</c:v>
                </c:pt>
                <c:pt idx="972">
                  <c:v>1350</c:v>
                </c:pt>
                <c:pt idx="973">
                  <c:v>1350</c:v>
                </c:pt>
                <c:pt idx="974">
                  <c:v>1350</c:v>
                </c:pt>
                <c:pt idx="975">
                  <c:v>1350</c:v>
                </c:pt>
                <c:pt idx="976">
                  <c:v>1350</c:v>
                </c:pt>
                <c:pt idx="977">
                  <c:v>1350</c:v>
                </c:pt>
                <c:pt idx="978">
                  <c:v>1350</c:v>
                </c:pt>
                <c:pt idx="979">
                  <c:v>1330</c:v>
                </c:pt>
                <c:pt idx="980">
                  <c:v>1320</c:v>
                </c:pt>
                <c:pt idx="981">
                  <c:v>1320</c:v>
                </c:pt>
                <c:pt idx="982">
                  <c:v>1320</c:v>
                </c:pt>
                <c:pt idx="983">
                  <c:v>1300</c:v>
                </c:pt>
                <c:pt idx="984">
                  <c:v>1290</c:v>
                </c:pt>
                <c:pt idx="985">
                  <c:v>1270</c:v>
                </c:pt>
                <c:pt idx="986">
                  <c:v>1260</c:v>
                </c:pt>
                <c:pt idx="987">
                  <c:v>1260</c:v>
                </c:pt>
                <c:pt idx="988">
                  <c:v>1250</c:v>
                </c:pt>
                <c:pt idx="989">
                  <c:v>1240</c:v>
                </c:pt>
                <c:pt idx="990">
                  <c:v>1240</c:v>
                </c:pt>
                <c:pt idx="991">
                  <c:v>1240</c:v>
                </c:pt>
                <c:pt idx="992">
                  <c:v>1240</c:v>
                </c:pt>
                <c:pt idx="993">
                  <c:v>1240</c:v>
                </c:pt>
                <c:pt idx="994">
                  <c:v>1240</c:v>
                </c:pt>
                <c:pt idx="995">
                  <c:v>1240</c:v>
                </c:pt>
                <c:pt idx="996">
                  <c:v>1240</c:v>
                </c:pt>
                <c:pt idx="997">
                  <c:v>1240</c:v>
                </c:pt>
                <c:pt idx="998">
                  <c:v>1240</c:v>
                </c:pt>
                <c:pt idx="999">
                  <c:v>1230</c:v>
                </c:pt>
                <c:pt idx="1000">
                  <c:v>1220</c:v>
                </c:pt>
                <c:pt idx="1001">
                  <c:v>1210</c:v>
                </c:pt>
                <c:pt idx="1002">
                  <c:v>1200</c:v>
                </c:pt>
                <c:pt idx="1003">
                  <c:v>1170</c:v>
                </c:pt>
                <c:pt idx="1004">
                  <c:v>1160</c:v>
                </c:pt>
                <c:pt idx="1005">
                  <c:v>1160</c:v>
                </c:pt>
                <c:pt idx="1006">
                  <c:v>1160</c:v>
                </c:pt>
                <c:pt idx="1007">
                  <c:v>1155</c:v>
                </c:pt>
                <c:pt idx="1008">
                  <c:v>1150</c:v>
                </c:pt>
                <c:pt idx="1009">
                  <c:v>1140</c:v>
                </c:pt>
                <c:pt idx="1010">
                  <c:v>1120</c:v>
                </c:pt>
                <c:pt idx="1011">
                  <c:v>1120</c:v>
                </c:pt>
                <c:pt idx="1012">
                  <c:v>1110</c:v>
                </c:pt>
                <c:pt idx="1013">
                  <c:v>1100</c:v>
                </c:pt>
                <c:pt idx="1014">
                  <c:v>1090</c:v>
                </c:pt>
                <c:pt idx="1015">
                  <c:v>1085</c:v>
                </c:pt>
                <c:pt idx="1016">
                  <c:v>1085</c:v>
                </c:pt>
                <c:pt idx="1017">
                  <c:v>1080</c:v>
                </c:pt>
                <c:pt idx="1018">
                  <c:v>1080</c:v>
                </c:pt>
                <c:pt idx="1019">
                  <c:v>1080</c:v>
                </c:pt>
                <c:pt idx="1020">
                  <c:v>1090</c:v>
                </c:pt>
                <c:pt idx="1021">
                  <c:v>1100</c:v>
                </c:pt>
                <c:pt idx="1022">
                  <c:v>1100</c:v>
                </c:pt>
                <c:pt idx="1023">
                  <c:v>1100</c:v>
                </c:pt>
                <c:pt idx="1024">
                  <c:v>1100</c:v>
                </c:pt>
                <c:pt idx="1025">
                  <c:v>1100</c:v>
                </c:pt>
                <c:pt idx="1026">
                  <c:v>1100</c:v>
                </c:pt>
                <c:pt idx="1027">
                  <c:v>1100</c:v>
                </c:pt>
                <c:pt idx="1028">
                  <c:v>1100</c:v>
                </c:pt>
                <c:pt idx="1029">
                  <c:v>1100</c:v>
                </c:pt>
                <c:pt idx="1030">
                  <c:v>1100</c:v>
                </c:pt>
                <c:pt idx="1031">
                  <c:v>1100</c:v>
                </c:pt>
                <c:pt idx="1032">
                  <c:v>1100</c:v>
                </c:pt>
                <c:pt idx="1033">
                  <c:v>1100</c:v>
                </c:pt>
                <c:pt idx="1034">
                  <c:v>1100</c:v>
                </c:pt>
                <c:pt idx="1035">
                  <c:v>1100</c:v>
                </c:pt>
                <c:pt idx="1036">
                  <c:v>1110</c:v>
                </c:pt>
                <c:pt idx="1037">
                  <c:v>1120</c:v>
                </c:pt>
                <c:pt idx="1038">
                  <c:v>1130</c:v>
                </c:pt>
                <c:pt idx="1039">
                  <c:v>1150</c:v>
                </c:pt>
                <c:pt idx="1040">
                  <c:v>1200</c:v>
                </c:pt>
                <c:pt idx="1041">
                  <c:v>1250</c:v>
                </c:pt>
                <c:pt idx="1042">
                  <c:v>1310</c:v>
                </c:pt>
                <c:pt idx="1043">
                  <c:v>1310</c:v>
                </c:pt>
                <c:pt idx="1044">
                  <c:v>1320</c:v>
                </c:pt>
                <c:pt idx="1045">
                  <c:v>1350</c:v>
                </c:pt>
                <c:pt idx="1046">
                  <c:v>1350</c:v>
                </c:pt>
                <c:pt idx="1047">
                  <c:v>1350</c:v>
                </c:pt>
                <c:pt idx="1048">
                  <c:v>1400</c:v>
                </c:pt>
                <c:pt idx="1049">
                  <c:v>1450</c:v>
                </c:pt>
                <c:pt idx="1050">
                  <c:v>1480</c:v>
                </c:pt>
                <c:pt idx="1051">
                  <c:v>1550</c:v>
                </c:pt>
                <c:pt idx="1052">
                  <c:v>1600</c:v>
                </c:pt>
                <c:pt idx="1053">
                  <c:v>1600</c:v>
                </c:pt>
                <c:pt idx="1054">
                  <c:v>1620</c:v>
                </c:pt>
                <c:pt idx="1055">
                  <c:v>1630</c:v>
                </c:pt>
                <c:pt idx="1056">
                  <c:v>1630</c:v>
                </c:pt>
                <c:pt idx="1057">
                  <c:v>1630</c:v>
                </c:pt>
                <c:pt idx="1058">
                  <c:v>1630</c:v>
                </c:pt>
                <c:pt idx="1059">
                  <c:v>1640</c:v>
                </c:pt>
                <c:pt idx="1060">
                  <c:v>1640</c:v>
                </c:pt>
                <c:pt idx="1061">
                  <c:v>1640</c:v>
                </c:pt>
                <c:pt idx="1062">
                  <c:v>1640</c:v>
                </c:pt>
                <c:pt idx="1063">
                  <c:v>1640</c:v>
                </c:pt>
                <c:pt idx="1064">
                  <c:v>1630</c:v>
                </c:pt>
                <c:pt idx="1065">
                  <c:v>1630</c:v>
                </c:pt>
                <c:pt idx="1066">
                  <c:v>1630</c:v>
                </c:pt>
                <c:pt idx="1067">
                  <c:v>1630</c:v>
                </c:pt>
                <c:pt idx="1068">
                  <c:v>1620</c:v>
                </c:pt>
                <c:pt idx="1069">
                  <c:v>1600</c:v>
                </c:pt>
                <c:pt idx="1070">
                  <c:v>1600</c:v>
                </c:pt>
                <c:pt idx="1071">
                  <c:v>1580</c:v>
                </c:pt>
                <c:pt idx="1072">
                  <c:v>1570</c:v>
                </c:pt>
                <c:pt idx="1073">
                  <c:v>1570</c:v>
                </c:pt>
                <c:pt idx="1074">
                  <c:v>1570</c:v>
                </c:pt>
                <c:pt idx="1075">
                  <c:v>1570</c:v>
                </c:pt>
                <c:pt idx="1076">
                  <c:v>1570</c:v>
                </c:pt>
                <c:pt idx="1077">
                  <c:v>1570</c:v>
                </c:pt>
                <c:pt idx="1078">
                  <c:v>1570</c:v>
                </c:pt>
                <c:pt idx="1079">
                  <c:v>1570</c:v>
                </c:pt>
                <c:pt idx="1080">
                  <c:v>1570</c:v>
                </c:pt>
                <c:pt idx="1081">
                  <c:v>1570</c:v>
                </c:pt>
                <c:pt idx="1082">
                  <c:v>1570</c:v>
                </c:pt>
                <c:pt idx="1083">
                  <c:v>1570</c:v>
                </c:pt>
                <c:pt idx="1084">
                  <c:v>1580</c:v>
                </c:pt>
                <c:pt idx="1085">
                  <c:v>1590</c:v>
                </c:pt>
                <c:pt idx="1086">
                  <c:v>1590</c:v>
                </c:pt>
                <c:pt idx="1087">
                  <c:v>1600</c:v>
                </c:pt>
                <c:pt idx="1088">
                  <c:v>1610</c:v>
                </c:pt>
                <c:pt idx="1089">
                  <c:v>1630</c:v>
                </c:pt>
                <c:pt idx="1090">
                  <c:v>1630</c:v>
                </c:pt>
                <c:pt idx="1091">
                  <c:v>1630</c:v>
                </c:pt>
                <c:pt idx="1092">
                  <c:v>1630</c:v>
                </c:pt>
                <c:pt idx="1093">
                  <c:v>1620</c:v>
                </c:pt>
                <c:pt idx="1094">
                  <c:v>1620</c:v>
                </c:pt>
                <c:pt idx="1095">
                  <c:v>1620</c:v>
                </c:pt>
                <c:pt idx="1096">
                  <c:v>1610</c:v>
                </c:pt>
                <c:pt idx="1097">
                  <c:v>1610</c:v>
                </c:pt>
                <c:pt idx="1098">
                  <c:v>1610</c:v>
                </c:pt>
                <c:pt idx="1099">
                  <c:v>1610</c:v>
                </c:pt>
                <c:pt idx="1100">
                  <c:v>1610</c:v>
                </c:pt>
                <c:pt idx="1101">
                  <c:v>1610</c:v>
                </c:pt>
                <c:pt idx="1102">
                  <c:v>1610</c:v>
                </c:pt>
                <c:pt idx="1103">
                  <c:v>1610</c:v>
                </c:pt>
                <c:pt idx="1104">
                  <c:v>1600</c:v>
                </c:pt>
                <c:pt idx="1105">
                  <c:v>1600</c:v>
                </c:pt>
                <c:pt idx="1106">
                  <c:v>1600</c:v>
                </c:pt>
                <c:pt idx="1107">
                  <c:v>1590</c:v>
                </c:pt>
                <c:pt idx="1108">
                  <c:v>1590</c:v>
                </c:pt>
                <c:pt idx="1109">
                  <c:v>1590</c:v>
                </c:pt>
                <c:pt idx="1110">
                  <c:v>1580</c:v>
                </c:pt>
                <c:pt idx="1111">
                  <c:v>1580</c:v>
                </c:pt>
                <c:pt idx="1112">
                  <c:v>1580</c:v>
                </c:pt>
                <c:pt idx="1113">
                  <c:v>1590</c:v>
                </c:pt>
                <c:pt idx="1114">
                  <c:v>1590</c:v>
                </c:pt>
                <c:pt idx="1115">
                  <c:v>1580</c:v>
                </c:pt>
                <c:pt idx="1116">
                  <c:v>1580</c:v>
                </c:pt>
                <c:pt idx="1117">
                  <c:v>1580</c:v>
                </c:pt>
                <c:pt idx="1118">
                  <c:v>1550</c:v>
                </c:pt>
                <c:pt idx="1119">
                  <c:v>1540</c:v>
                </c:pt>
                <c:pt idx="1120">
                  <c:v>1550</c:v>
                </c:pt>
                <c:pt idx="1121">
                  <c:v>1590</c:v>
                </c:pt>
                <c:pt idx="1122">
                  <c:v>1600</c:v>
                </c:pt>
                <c:pt idx="1123">
                  <c:v>1600</c:v>
                </c:pt>
                <c:pt idx="1124">
                  <c:v>1600</c:v>
                </c:pt>
                <c:pt idx="1125">
                  <c:v>1630</c:v>
                </c:pt>
                <c:pt idx="1126">
                  <c:v>1630</c:v>
                </c:pt>
                <c:pt idx="1127">
                  <c:v>1620</c:v>
                </c:pt>
                <c:pt idx="1128">
                  <c:v>1630</c:v>
                </c:pt>
                <c:pt idx="1129">
                  <c:v>1630</c:v>
                </c:pt>
                <c:pt idx="1130">
                  <c:v>1630</c:v>
                </c:pt>
                <c:pt idx="1131">
                  <c:v>1620</c:v>
                </c:pt>
                <c:pt idx="1132">
                  <c:v>1620</c:v>
                </c:pt>
                <c:pt idx="1133">
                  <c:v>1620</c:v>
                </c:pt>
                <c:pt idx="1134">
                  <c:v>1620</c:v>
                </c:pt>
                <c:pt idx="1135">
                  <c:v>1610</c:v>
                </c:pt>
                <c:pt idx="1136">
                  <c:v>1610</c:v>
                </c:pt>
                <c:pt idx="1137">
                  <c:v>1610</c:v>
                </c:pt>
                <c:pt idx="1138">
                  <c:v>1600</c:v>
                </c:pt>
                <c:pt idx="1139">
                  <c:v>1600</c:v>
                </c:pt>
                <c:pt idx="1140">
                  <c:v>1600</c:v>
                </c:pt>
                <c:pt idx="1141">
                  <c:v>1580</c:v>
                </c:pt>
                <c:pt idx="1142">
                  <c:v>1570</c:v>
                </c:pt>
                <c:pt idx="1143">
                  <c:v>1550</c:v>
                </c:pt>
                <c:pt idx="1144">
                  <c:v>1550</c:v>
                </c:pt>
                <c:pt idx="1145">
                  <c:v>1550</c:v>
                </c:pt>
                <c:pt idx="1146">
                  <c:v>1550</c:v>
                </c:pt>
                <c:pt idx="1147">
                  <c:v>1550</c:v>
                </c:pt>
                <c:pt idx="1148">
                  <c:v>1550</c:v>
                </c:pt>
                <c:pt idx="1149">
                  <c:v>1550</c:v>
                </c:pt>
                <c:pt idx="1150">
                  <c:v>1550</c:v>
                </c:pt>
                <c:pt idx="1151">
                  <c:v>1550</c:v>
                </c:pt>
                <c:pt idx="1152">
                  <c:v>1550</c:v>
                </c:pt>
                <c:pt idx="1153">
                  <c:v>1550</c:v>
                </c:pt>
                <c:pt idx="1154">
                  <c:v>1550</c:v>
                </c:pt>
                <c:pt idx="1155">
                  <c:v>1550</c:v>
                </c:pt>
                <c:pt idx="1156">
                  <c:v>1550</c:v>
                </c:pt>
                <c:pt idx="1157">
                  <c:v>1550</c:v>
                </c:pt>
                <c:pt idx="1158">
                  <c:v>1550</c:v>
                </c:pt>
                <c:pt idx="1159">
                  <c:v>1550</c:v>
                </c:pt>
                <c:pt idx="1160">
                  <c:v>1550</c:v>
                </c:pt>
                <c:pt idx="1161">
                  <c:v>1550</c:v>
                </c:pt>
                <c:pt idx="1162">
                  <c:v>1560</c:v>
                </c:pt>
                <c:pt idx="1163">
                  <c:v>1580</c:v>
                </c:pt>
                <c:pt idx="1164">
                  <c:v>1580</c:v>
                </c:pt>
                <c:pt idx="1165">
                  <c:v>1580</c:v>
                </c:pt>
                <c:pt idx="1166">
                  <c:v>1580</c:v>
                </c:pt>
                <c:pt idx="1167">
                  <c:v>1580</c:v>
                </c:pt>
                <c:pt idx="1168">
                  <c:v>1580</c:v>
                </c:pt>
                <c:pt idx="1169">
                  <c:v>1600</c:v>
                </c:pt>
                <c:pt idx="1170">
                  <c:v>1600</c:v>
                </c:pt>
                <c:pt idx="1171">
                  <c:v>1600</c:v>
                </c:pt>
                <c:pt idx="1172">
                  <c:v>1600</c:v>
                </c:pt>
                <c:pt idx="1173">
                  <c:v>1600</c:v>
                </c:pt>
                <c:pt idx="1174">
                  <c:v>1600</c:v>
                </c:pt>
                <c:pt idx="1175">
                  <c:v>1650</c:v>
                </c:pt>
                <c:pt idx="1176">
                  <c:v>1680</c:v>
                </c:pt>
                <c:pt idx="1177">
                  <c:v>1700</c:v>
                </c:pt>
                <c:pt idx="1178">
                  <c:v>1700</c:v>
                </c:pt>
                <c:pt idx="1179">
                  <c:v>1750</c:v>
                </c:pt>
                <c:pt idx="1180">
                  <c:v>1800</c:v>
                </c:pt>
                <c:pt idx="1181">
                  <c:v>1800</c:v>
                </c:pt>
                <c:pt idx="1182">
                  <c:v>1800</c:v>
                </c:pt>
                <c:pt idx="1183">
                  <c:v>1800</c:v>
                </c:pt>
                <c:pt idx="1184">
                  <c:v>1800</c:v>
                </c:pt>
                <c:pt idx="1185">
                  <c:v>1800</c:v>
                </c:pt>
                <c:pt idx="1186">
                  <c:v>1800</c:v>
                </c:pt>
                <c:pt idx="1187">
                  <c:v>1800</c:v>
                </c:pt>
                <c:pt idx="1188">
                  <c:v>1800</c:v>
                </c:pt>
                <c:pt idx="1189">
                  <c:v>1800</c:v>
                </c:pt>
                <c:pt idx="1190">
                  <c:v>1750</c:v>
                </c:pt>
                <c:pt idx="1191">
                  <c:v>1750</c:v>
                </c:pt>
                <c:pt idx="1192">
                  <c:v>1700</c:v>
                </c:pt>
                <c:pt idx="1193">
                  <c:v>1700</c:v>
                </c:pt>
                <c:pt idx="1194">
                  <c:v>1700</c:v>
                </c:pt>
                <c:pt idx="1195">
                  <c:v>1700</c:v>
                </c:pt>
                <c:pt idx="1196">
                  <c:v>1700</c:v>
                </c:pt>
                <c:pt idx="1197">
                  <c:v>1650</c:v>
                </c:pt>
                <c:pt idx="1198">
                  <c:v>1600</c:v>
                </c:pt>
                <c:pt idx="1199">
                  <c:v>1600</c:v>
                </c:pt>
                <c:pt idx="1200">
                  <c:v>1600</c:v>
                </c:pt>
                <c:pt idx="1201">
                  <c:v>1550</c:v>
                </c:pt>
                <c:pt idx="1202">
                  <c:v>1500</c:v>
                </c:pt>
                <c:pt idx="1203">
                  <c:v>1500</c:v>
                </c:pt>
                <c:pt idx="1204">
                  <c:v>1500</c:v>
                </c:pt>
                <c:pt idx="1205">
                  <c:v>1500</c:v>
                </c:pt>
                <c:pt idx="1206">
                  <c:v>1500</c:v>
                </c:pt>
                <c:pt idx="1207">
                  <c:v>1500</c:v>
                </c:pt>
                <c:pt idx="1208">
                  <c:v>1500</c:v>
                </c:pt>
                <c:pt idx="1209">
                  <c:v>1500</c:v>
                </c:pt>
                <c:pt idx="1210">
                  <c:v>1500</c:v>
                </c:pt>
                <c:pt idx="1211">
                  <c:v>1450</c:v>
                </c:pt>
                <c:pt idx="1212">
                  <c:v>1400</c:v>
                </c:pt>
                <c:pt idx="1213">
                  <c:v>1250</c:v>
                </c:pt>
                <c:pt idx="1214">
                  <c:v>1300</c:v>
                </c:pt>
                <c:pt idx="1215">
                  <c:v>1300</c:v>
                </c:pt>
                <c:pt idx="1216">
                  <c:v>1350</c:v>
                </c:pt>
                <c:pt idx="1217">
                  <c:v>1350</c:v>
                </c:pt>
                <c:pt idx="1218">
                  <c:v>1350</c:v>
                </c:pt>
                <c:pt idx="1219">
                  <c:v>1350</c:v>
                </c:pt>
                <c:pt idx="1220">
                  <c:v>1400</c:v>
                </c:pt>
                <c:pt idx="1221">
                  <c:v>1400</c:v>
                </c:pt>
                <c:pt idx="1222">
                  <c:v>1400</c:v>
                </c:pt>
                <c:pt idx="1223">
                  <c:v>1400</c:v>
                </c:pt>
                <c:pt idx="1224">
                  <c:v>1400</c:v>
                </c:pt>
                <c:pt idx="1225">
                  <c:v>1350</c:v>
                </c:pt>
                <c:pt idx="1226">
                  <c:v>1350</c:v>
                </c:pt>
                <c:pt idx="1227">
                  <c:v>1350</c:v>
                </c:pt>
                <c:pt idx="1228">
                  <c:v>1300</c:v>
                </c:pt>
                <c:pt idx="1229">
                  <c:v>1250</c:v>
                </c:pt>
                <c:pt idx="1230">
                  <c:v>1200</c:v>
                </c:pt>
                <c:pt idx="1231">
                  <c:v>1150</c:v>
                </c:pt>
                <c:pt idx="1232">
                  <c:v>1100</c:v>
                </c:pt>
                <c:pt idx="1233">
                  <c:v>1050</c:v>
                </c:pt>
                <c:pt idx="1234">
                  <c:v>1050</c:v>
                </c:pt>
                <c:pt idx="1235">
                  <c:v>1050</c:v>
                </c:pt>
                <c:pt idx="1236">
                  <c:v>1000</c:v>
                </c:pt>
                <c:pt idx="1237">
                  <c:v>950</c:v>
                </c:pt>
                <c:pt idx="1238">
                  <c:v>950</c:v>
                </c:pt>
                <c:pt idx="1239">
                  <c:v>950</c:v>
                </c:pt>
                <c:pt idx="1240">
                  <c:v>950</c:v>
                </c:pt>
                <c:pt idx="1241">
                  <c:v>950</c:v>
                </c:pt>
                <c:pt idx="1242">
                  <c:v>950</c:v>
                </c:pt>
                <c:pt idx="1243">
                  <c:v>950</c:v>
                </c:pt>
                <c:pt idx="1244">
                  <c:v>950</c:v>
                </c:pt>
                <c:pt idx="1245">
                  <c:v>950</c:v>
                </c:pt>
                <c:pt idx="1246">
                  <c:v>950</c:v>
                </c:pt>
                <c:pt idx="1247">
                  <c:v>950</c:v>
                </c:pt>
                <c:pt idx="1248">
                  <c:v>950</c:v>
                </c:pt>
                <c:pt idx="1249">
                  <c:v>950</c:v>
                </c:pt>
                <c:pt idx="1250">
                  <c:v>950</c:v>
                </c:pt>
                <c:pt idx="1251">
                  <c:v>950</c:v>
                </c:pt>
                <c:pt idx="1252">
                  <c:v>950</c:v>
                </c:pt>
                <c:pt idx="1253">
                  <c:v>950</c:v>
                </c:pt>
                <c:pt idx="1254">
                  <c:v>960</c:v>
                </c:pt>
                <c:pt idx="1255">
                  <c:v>960</c:v>
                </c:pt>
                <c:pt idx="1256">
                  <c:v>960</c:v>
                </c:pt>
                <c:pt idx="1257">
                  <c:v>970</c:v>
                </c:pt>
                <c:pt idx="1258">
                  <c:v>970</c:v>
                </c:pt>
                <c:pt idx="1259">
                  <c:v>970</c:v>
                </c:pt>
                <c:pt idx="1260">
                  <c:v>970</c:v>
                </c:pt>
                <c:pt idx="1261">
                  <c:v>970</c:v>
                </c:pt>
                <c:pt idx="1262">
                  <c:v>970</c:v>
                </c:pt>
                <c:pt idx="1263">
                  <c:v>970</c:v>
                </c:pt>
                <c:pt idx="1264">
                  <c:v>970</c:v>
                </c:pt>
                <c:pt idx="1265">
                  <c:v>970</c:v>
                </c:pt>
                <c:pt idx="1266">
                  <c:v>970</c:v>
                </c:pt>
                <c:pt idx="1267">
                  <c:v>970</c:v>
                </c:pt>
                <c:pt idx="1268">
                  <c:v>865</c:v>
                </c:pt>
                <c:pt idx="1269">
                  <c:v>865</c:v>
                </c:pt>
                <c:pt idx="1270">
                  <c:v>865</c:v>
                </c:pt>
                <c:pt idx="1271">
                  <c:v>865</c:v>
                </c:pt>
                <c:pt idx="1272">
                  <c:v>860</c:v>
                </c:pt>
                <c:pt idx="1273">
                  <c:v>860</c:v>
                </c:pt>
                <c:pt idx="1274">
                  <c:v>855</c:v>
                </c:pt>
                <c:pt idx="1275">
                  <c:v>855</c:v>
                </c:pt>
                <c:pt idx="1276">
                  <c:v>850</c:v>
                </c:pt>
                <c:pt idx="1277">
                  <c:v>850</c:v>
                </c:pt>
                <c:pt idx="1278">
                  <c:v>850</c:v>
                </c:pt>
                <c:pt idx="1279">
                  <c:v>845</c:v>
                </c:pt>
                <c:pt idx="1280">
                  <c:v>840</c:v>
                </c:pt>
                <c:pt idx="1281">
                  <c:v>825</c:v>
                </c:pt>
                <c:pt idx="1282">
                  <c:v>820</c:v>
                </c:pt>
                <c:pt idx="1283">
                  <c:v>820</c:v>
                </c:pt>
                <c:pt idx="1284">
                  <c:v>820</c:v>
                </c:pt>
                <c:pt idx="1285">
                  <c:v>820</c:v>
                </c:pt>
                <c:pt idx="1286">
                  <c:v>820</c:v>
                </c:pt>
                <c:pt idx="1287">
                  <c:v>815</c:v>
                </c:pt>
                <c:pt idx="1288">
                  <c:v>815</c:v>
                </c:pt>
                <c:pt idx="1289">
                  <c:v>815</c:v>
                </c:pt>
                <c:pt idx="1290">
                  <c:v>815</c:v>
                </c:pt>
                <c:pt idx="1291">
                  <c:v>815</c:v>
                </c:pt>
                <c:pt idx="1292">
                  <c:v>810</c:v>
                </c:pt>
                <c:pt idx="1293">
                  <c:v>810</c:v>
                </c:pt>
                <c:pt idx="1294">
                  <c:v>810</c:v>
                </c:pt>
                <c:pt idx="1295">
                  <c:v>800</c:v>
                </c:pt>
                <c:pt idx="1296">
                  <c:v>800</c:v>
                </c:pt>
                <c:pt idx="1297">
                  <c:v>800</c:v>
                </c:pt>
                <c:pt idx="1298">
                  <c:v>790</c:v>
                </c:pt>
                <c:pt idx="1299">
                  <c:v>790</c:v>
                </c:pt>
                <c:pt idx="1300">
                  <c:v>790</c:v>
                </c:pt>
                <c:pt idx="1301">
                  <c:v>790</c:v>
                </c:pt>
                <c:pt idx="1302">
                  <c:v>790</c:v>
                </c:pt>
                <c:pt idx="1303">
                  <c:v>790</c:v>
                </c:pt>
                <c:pt idx="1304">
                  <c:v>790</c:v>
                </c:pt>
                <c:pt idx="1305">
                  <c:v>790</c:v>
                </c:pt>
                <c:pt idx="1306">
                  <c:v>790</c:v>
                </c:pt>
                <c:pt idx="1307">
                  <c:v>790</c:v>
                </c:pt>
                <c:pt idx="1308">
                  <c:v>790</c:v>
                </c:pt>
                <c:pt idx="1309">
                  <c:v>790</c:v>
                </c:pt>
                <c:pt idx="1310">
                  <c:v>790</c:v>
                </c:pt>
                <c:pt idx="1311">
                  <c:v>790</c:v>
                </c:pt>
                <c:pt idx="1312">
                  <c:v>800</c:v>
                </c:pt>
                <c:pt idx="1313">
                  <c:v>800</c:v>
                </c:pt>
                <c:pt idx="1314">
                  <c:v>800</c:v>
                </c:pt>
                <c:pt idx="1315">
                  <c:v>810</c:v>
                </c:pt>
                <c:pt idx="1316">
                  <c:v>830</c:v>
                </c:pt>
                <c:pt idx="1317">
                  <c:v>850</c:v>
                </c:pt>
                <c:pt idx="1318">
                  <c:v>860</c:v>
                </c:pt>
                <c:pt idx="1319">
                  <c:v>865</c:v>
                </c:pt>
                <c:pt idx="1320">
                  <c:v>865</c:v>
                </c:pt>
                <c:pt idx="1321">
                  <c:v>870</c:v>
                </c:pt>
                <c:pt idx="1322">
                  <c:v>880</c:v>
                </c:pt>
                <c:pt idx="1323">
                  <c:v>890</c:v>
                </c:pt>
                <c:pt idx="1324">
                  <c:v>890</c:v>
                </c:pt>
                <c:pt idx="1325">
                  <c:v>890</c:v>
                </c:pt>
                <c:pt idx="1326">
                  <c:v>890</c:v>
                </c:pt>
                <c:pt idx="1327">
                  <c:v>890</c:v>
                </c:pt>
                <c:pt idx="1328">
                  <c:v>890</c:v>
                </c:pt>
                <c:pt idx="1329">
                  <c:v>890</c:v>
                </c:pt>
                <c:pt idx="1330">
                  <c:v>890</c:v>
                </c:pt>
                <c:pt idx="1331">
                  <c:v>890</c:v>
                </c:pt>
                <c:pt idx="1332">
                  <c:v>880</c:v>
                </c:pt>
                <c:pt idx="1333">
                  <c:v>880</c:v>
                </c:pt>
                <c:pt idx="1334">
                  <c:v>880</c:v>
                </c:pt>
                <c:pt idx="1335">
                  <c:v>880</c:v>
                </c:pt>
                <c:pt idx="1336">
                  <c:v>880</c:v>
                </c:pt>
                <c:pt idx="1337">
                  <c:v>870</c:v>
                </c:pt>
                <c:pt idx="1338">
                  <c:v>870</c:v>
                </c:pt>
                <c:pt idx="1339">
                  <c:v>865</c:v>
                </c:pt>
                <c:pt idx="1340">
                  <c:v>860</c:v>
                </c:pt>
                <c:pt idx="1341">
                  <c:v>850</c:v>
                </c:pt>
                <c:pt idx="1342">
                  <c:v>845</c:v>
                </c:pt>
                <c:pt idx="1343">
                  <c:v>840</c:v>
                </c:pt>
                <c:pt idx="1344">
                  <c:v>840</c:v>
                </c:pt>
                <c:pt idx="1345">
                  <c:v>830</c:v>
                </c:pt>
                <c:pt idx="1346">
                  <c:v>830</c:v>
                </c:pt>
                <c:pt idx="1347">
                  <c:v>830</c:v>
                </c:pt>
                <c:pt idx="1348">
                  <c:v>830</c:v>
                </c:pt>
                <c:pt idx="1349">
                  <c:v>845</c:v>
                </c:pt>
                <c:pt idx="1350">
                  <c:v>840</c:v>
                </c:pt>
                <c:pt idx="1351">
                  <c:v>830</c:v>
                </c:pt>
                <c:pt idx="1352">
                  <c:v>830</c:v>
                </c:pt>
                <c:pt idx="1353">
                  <c:v>830</c:v>
                </c:pt>
                <c:pt idx="1354">
                  <c:v>830</c:v>
                </c:pt>
                <c:pt idx="1355">
                  <c:v>840</c:v>
                </c:pt>
                <c:pt idx="1356">
                  <c:v>850</c:v>
                </c:pt>
                <c:pt idx="1357">
                  <c:v>850</c:v>
                </c:pt>
                <c:pt idx="1358">
                  <c:v>850</c:v>
                </c:pt>
                <c:pt idx="1359">
                  <c:v>850</c:v>
                </c:pt>
                <c:pt idx="1360">
                  <c:v>850</c:v>
                </c:pt>
                <c:pt idx="1361">
                  <c:v>850</c:v>
                </c:pt>
                <c:pt idx="1362">
                  <c:v>860</c:v>
                </c:pt>
                <c:pt idx="1363">
                  <c:v>860</c:v>
                </c:pt>
                <c:pt idx="1364">
                  <c:v>870</c:v>
                </c:pt>
                <c:pt idx="1365">
                  <c:v>870</c:v>
                </c:pt>
                <c:pt idx="1366">
                  <c:v>870</c:v>
                </c:pt>
                <c:pt idx="1367">
                  <c:v>870</c:v>
                </c:pt>
                <c:pt idx="1368">
                  <c:v>880</c:v>
                </c:pt>
                <c:pt idx="1369">
                  <c:v>890</c:v>
                </c:pt>
                <c:pt idx="1370">
                  <c:v>900</c:v>
                </c:pt>
                <c:pt idx="1371">
                  <c:v>900</c:v>
                </c:pt>
                <c:pt idx="1372">
                  <c:v>910</c:v>
                </c:pt>
                <c:pt idx="1373">
                  <c:v>910</c:v>
                </c:pt>
                <c:pt idx="1374">
                  <c:v>910</c:v>
                </c:pt>
                <c:pt idx="1375">
                  <c:v>910</c:v>
                </c:pt>
                <c:pt idx="1376">
                  <c:v>900</c:v>
                </c:pt>
                <c:pt idx="1377">
                  <c:v>860</c:v>
                </c:pt>
                <c:pt idx="1378">
                  <c:v>850</c:v>
                </c:pt>
                <c:pt idx="1379">
                  <c:v>830</c:v>
                </c:pt>
                <c:pt idx="1380">
                  <c:v>800</c:v>
                </c:pt>
                <c:pt idx="1381">
                  <c:v>780</c:v>
                </c:pt>
                <c:pt idx="1382">
                  <c:v>780</c:v>
                </c:pt>
                <c:pt idx="1383">
                  <c:v>780</c:v>
                </c:pt>
                <c:pt idx="1384">
                  <c:v>780</c:v>
                </c:pt>
                <c:pt idx="1385">
                  <c:v>780</c:v>
                </c:pt>
                <c:pt idx="1386">
                  <c:v>750</c:v>
                </c:pt>
                <c:pt idx="1387">
                  <c:v>750</c:v>
                </c:pt>
                <c:pt idx="1388">
                  <c:v>750</c:v>
                </c:pt>
                <c:pt idx="1389">
                  <c:v>750</c:v>
                </c:pt>
                <c:pt idx="1390">
                  <c:v>750</c:v>
                </c:pt>
                <c:pt idx="1391">
                  <c:v>750</c:v>
                </c:pt>
                <c:pt idx="1392">
                  <c:v>750</c:v>
                </c:pt>
                <c:pt idx="1393">
                  <c:v>750</c:v>
                </c:pt>
                <c:pt idx="1394">
                  <c:v>750</c:v>
                </c:pt>
                <c:pt idx="1395">
                  <c:v>750</c:v>
                </c:pt>
                <c:pt idx="1396">
                  <c:v>750</c:v>
                </c:pt>
                <c:pt idx="1397">
                  <c:v>750</c:v>
                </c:pt>
                <c:pt idx="1398">
                  <c:v>740</c:v>
                </c:pt>
                <c:pt idx="1399">
                  <c:v>730</c:v>
                </c:pt>
                <c:pt idx="1400">
                  <c:v>730</c:v>
                </c:pt>
                <c:pt idx="1401">
                  <c:v>720</c:v>
                </c:pt>
                <c:pt idx="1402">
                  <c:v>720</c:v>
                </c:pt>
                <c:pt idx="1403">
                  <c:v>720</c:v>
                </c:pt>
                <c:pt idx="1404">
                  <c:v>720</c:v>
                </c:pt>
                <c:pt idx="1405">
                  <c:v>720</c:v>
                </c:pt>
                <c:pt idx="1406">
                  <c:v>720</c:v>
                </c:pt>
                <c:pt idx="1407">
                  <c:v>720</c:v>
                </c:pt>
                <c:pt idx="1408">
                  <c:v>720</c:v>
                </c:pt>
                <c:pt idx="1409">
                  <c:v>720</c:v>
                </c:pt>
                <c:pt idx="1410">
                  <c:v>720</c:v>
                </c:pt>
                <c:pt idx="1411">
                  <c:v>720</c:v>
                </c:pt>
                <c:pt idx="1412">
                  <c:v>740</c:v>
                </c:pt>
                <c:pt idx="1413">
                  <c:v>760</c:v>
                </c:pt>
                <c:pt idx="1414">
                  <c:v>760</c:v>
                </c:pt>
                <c:pt idx="1415">
                  <c:v>760</c:v>
                </c:pt>
                <c:pt idx="1416">
                  <c:v>760</c:v>
                </c:pt>
                <c:pt idx="1417">
                  <c:v>760</c:v>
                </c:pt>
                <c:pt idx="1418">
                  <c:v>750</c:v>
                </c:pt>
                <c:pt idx="1419">
                  <c:v>737</c:v>
                </c:pt>
                <c:pt idx="1420">
                  <c:v>737</c:v>
                </c:pt>
                <c:pt idx="1421">
                  <c:v>717</c:v>
                </c:pt>
                <c:pt idx="1422">
                  <c:v>717</c:v>
                </c:pt>
                <c:pt idx="1423">
                  <c:v>717</c:v>
                </c:pt>
                <c:pt idx="1424">
                  <c:v>707</c:v>
                </c:pt>
                <c:pt idx="1425">
                  <c:v>687</c:v>
                </c:pt>
                <c:pt idx="1426">
                  <c:v>687</c:v>
                </c:pt>
                <c:pt idx="1427">
                  <c:v>687</c:v>
                </c:pt>
                <c:pt idx="1428">
                  <c:v>687</c:v>
                </c:pt>
                <c:pt idx="1429">
                  <c:v>687</c:v>
                </c:pt>
                <c:pt idx="1430">
                  <c:v>687</c:v>
                </c:pt>
                <c:pt idx="1431">
                  <c:v>687</c:v>
                </c:pt>
                <c:pt idx="1432">
                  <c:v>690</c:v>
                </c:pt>
                <c:pt idx="1433">
                  <c:v>690</c:v>
                </c:pt>
                <c:pt idx="1434">
                  <c:v>690</c:v>
                </c:pt>
                <c:pt idx="1435">
                  <c:v>690</c:v>
                </c:pt>
                <c:pt idx="1436">
                  <c:v>690</c:v>
                </c:pt>
                <c:pt idx="1437">
                  <c:v>690</c:v>
                </c:pt>
                <c:pt idx="1438">
                  <c:v>680</c:v>
                </c:pt>
                <c:pt idx="1439">
                  <c:v>680</c:v>
                </c:pt>
                <c:pt idx="1440">
                  <c:v>680</c:v>
                </c:pt>
                <c:pt idx="1441">
                  <c:v>680</c:v>
                </c:pt>
                <c:pt idx="1442">
                  <c:v>690</c:v>
                </c:pt>
                <c:pt idx="1443">
                  <c:v>700</c:v>
                </c:pt>
                <c:pt idx="1444">
                  <c:v>730</c:v>
                </c:pt>
                <c:pt idx="1445">
                  <c:v>730</c:v>
                </c:pt>
                <c:pt idx="1446">
                  <c:v>730</c:v>
                </c:pt>
                <c:pt idx="1447">
                  <c:v>730</c:v>
                </c:pt>
                <c:pt idx="1448">
                  <c:v>750</c:v>
                </c:pt>
                <c:pt idx="1449">
                  <c:v>770</c:v>
                </c:pt>
                <c:pt idx="1450">
                  <c:v>770</c:v>
                </c:pt>
                <c:pt idx="1451">
                  <c:v>760</c:v>
                </c:pt>
                <c:pt idx="1452">
                  <c:v>740</c:v>
                </c:pt>
                <c:pt idx="1453">
                  <c:v>740</c:v>
                </c:pt>
                <c:pt idx="1454">
                  <c:v>740</c:v>
                </c:pt>
                <c:pt idx="1455">
                  <c:v>740</c:v>
                </c:pt>
                <c:pt idx="1456">
                  <c:v>740</c:v>
                </c:pt>
                <c:pt idx="1457">
                  <c:v>740</c:v>
                </c:pt>
                <c:pt idx="1458">
                  <c:v>750</c:v>
                </c:pt>
                <c:pt idx="1459">
                  <c:v>770</c:v>
                </c:pt>
                <c:pt idx="1460">
                  <c:v>770</c:v>
                </c:pt>
                <c:pt idx="1461">
                  <c:v>770</c:v>
                </c:pt>
                <c:pt idx="1462">
                  <c:v>770</c:v>
                </c:pt>
                <c:pt idx="1463">
                  <c:v>800</c:v>
                </c:pt>
                <c:pt idx="1464">
                  <c:v>860</c:v>
                </c:pt>
                <c:pt idx="1465">
                  <c:v>860</c:v>
                </c:pt>
                <c:pt idx="1466">
                  <c:v>860</c:v>
                </c:pt>
                <c:pt idx="1467">
                  <c:v>850</c:v>
                </c:pt>
                <c:pt idx="1468">
                  <c:v>850</c:v>
                </c:pt>
                <c:pt idx="1469">
                  <c:v>850</c:v>
                </c:pt>
                <c:pt idx="1470">
                  <c:v>850</c:v>
                </c:pt>
                <c:pt idx="1471">
                  <c:v>850</c:v>
                </c:pt>
                <c:pt idx="1472">
                  <c:v>830</c:v>
                </c:pt>
                <c:pt idx="1473">
                  <c:v>790</c:v>
                </c:pt>
                <c:pt idx="1474">
                  <c:v>790</c:v>
                </c:pt>
                <c:pt idx="1475">
                  <c:v>790</c:v>
                </c:pt>
                <c:pt idx="1476">
                  <c:v>800</c:v>
                </c:pt>
                <c:pt idx="1477">
                  <c:v>820</c:v>
                </c:pt>
                <c:pt idx="1478">
                  <c:v>830</c:v>
                </c:pt>
                <c:pt idx="1479">
                  <c:v>840</c:v>
                </c:pt>
                <c:pt idx="1480">
                  <c:v>850</c:v>
                </c:pt>
                <c:pt idx="1481">
                  <c:v>850</c:v>
                </c:pt>
                <c:pt idx="1482">
                  <c:v>850</c:v>
                </c:pt>
                <c:pt idx="1483">
                  <c:v>850</c:v>
                </c:pt>
                <c:pt idx="1484">
                  <c:v>850</c:v>
                </c:pt>
                <c:pt idx="1485">
                  <c:v>850</c:v>
                </c:pt>
                <c:pt idx="1486">
                  <c:v>870</c:v>
                </c:pt>
                <c:pt idx="1487">
                  <c:v>890</c:v>
                </c:pt>
                <c:pt idx="1488">
                  <c:v>890</c:v>
                </c:pt>
                <c:pt idx="1489">
                  <c:v>900</c:v>
                </c:pt>
                <c:pt idx="1490">
                  <c:v>920</c:v>
                </c:pt>
                <c:pt idx="1491">
                  <c:v>940</c:v>
                </c:pt>
                <c:pt idx="1492">
                  <c:v>960</c:v>
                </c:pt>
                <c:pt idx="1493">
                  <c:v>960</c:v>
                </c:pt>
                <c:pt idx="1494">
                  <c:v>950</c:v>
                </c:pt>
                <c:pt idx="1495">
                  <c:v>910</c:v>
                </c:pt>
                <c:pt idx="1496">
                  <c:v>910</c:v>
                </c:pt>
                <c:pt idx="1497">
                  <c:v>880</c:v>
                </c:pt>
                <c:pt idx="1498">
                  <c:v>850</c:v>
                </c:pt>
                <c:pt idx="1499">
                  <c:v>820</c:v>
                </c:pt>
                <c:pt idx="1500">
                  <c:v>800</c:v>
                </c:pt>
                <c:pt idx="1501">
                  <c:v>780</c:v>
                </c:pt>
                <c:pt idx="1502">
                  <c:v>760</c:v>
                </c:pt>
                <c:pt idx="1503">
                  <c:v>710</c:v>
                </c:pt>
                <c:pt idx="1504">
                  <c:v>710</c:v>
                </c:pt>
                <c:pt idx="1505">
                  <c:v>710</c:v>
                </c:pt>
                <c:pt idx="1506">
                  <c:v>710</c:v>
                </c:pt>
                <c:pt idx="1507">
                  <c:v>710</c:v>
                </c:pt>
                <c:pt idx="1508">
                  <c:v>710</c:v>
                </c:pt>
                <c:pt idx="1509">
                  <c:v>710</c:v>
                </c:pt>
                <c:pt idx="1510">
                  <c:v>710</c:v>
                </c:pt>
                <c:pt idx="1511">
                  <c:v>710</c:v>
                </c:pt>
                <c:pt idx="1512">
                  <c:v>710</c:v>
                </c:pt>
                <c:pt idx="1513">
                  <c:v>710</c:v>
                </c:pt>
                <c:pt idx="1514">
                  <c:v>707</c:v>
                </c:pt>
                <c:pt idx="1515">
                  <c:v>707</c:v>
                </c:pt>
                <c:pt idx="1516">
                  <c:v>707</c:v>
                </c:pt>
                <c:pt idx="1517">
                  <c:v>707</c:v>
                </c:pt>
                <c:pt idx="1518">
                  <c:v>700</c:v>
                </c:pt>
                <c:pt idx="1519">
                  <c:v>700</c:v>
                </c:pt>
                <c:pt idx="1520">
                  <c:v>700</c:v>
                </c:pt>
                <c:pt idx="1521">
                  <c:v>700</c:v>
                </c:pt>
                <c:pt idx="1522">
                  <c:v>690</c:v>
                </c:pt>
                <c:pt idx="1523">
                  <c:v>681</c:v>
                </c:pt>
                <c:pt idx="1524">
                  <c:v>673</c:v>
                </c:pt>
                <c:pt idx="1525">
                  <c:v>673</c:v>
                </c:pt>
                <c:pt idx="1526">
                  <c:v>670</c:v>
                </c:pt>
                <c:pt idx="1527">
                  <c:v>662</c:v>
                </c:pt>
                <c:pt idx="1528">
                  <c:v>662</c:v>
                </c:pt>
                <c:pt idx="1529">
                  <c:v>660</c:v>
                </c:pt>
                <c:pt idx="1530">
                  <c:v>671</c:v>
                </c:pt>
                <c:pt idx="1531">
                  <c:v>671</c:v>
                </c:pt>
                <c:pt idx="1532">
                  <c:v>677</c:v>
                </c:pt>
                <c:pt idx="1533">
                  <c:v>677</c:v>
                </c:pt>
                <c:pt idx="1534">
                  <c:v>677</c:v>
                </c:pt>
                <c:pt idx="1535">
                  <c:v>682</c:v>
                </c:pt>
                <c:pt idx="1536">
                  <c:v>685</c:v>
                </c:pt>
                <c:pt idx="1537">
                  <c:v>685</c:v>
                </c:pt>
                <c:pt idx="1538">
                  <c:v>685</c:v>
                </c:pt>
                <c:pt idx="1539">
                  <c:v>685</c:v>
                </c:pt>
                <c:pt idx="1540">
                  <c:v>687</c:v>
                </c:pt>
                <c:pt idx="1541">
                  <c:v>700</c:v>
                </c:pt>
                <c:pt idx="1542">
                  <c:v>707</c:v>
                </c:pt>
                <c:pt idx="1543">
                  <c:v>707</c:v>
                </c:pt>
                <c:pt idx="1544">
                  <c:v>707</c:v>
                </c:pt>
                <c:pt idx="1545">
                  <c:v>713</c:v>
                </c:pt>
                <c:pt idx="1546">
                  <c:v>716</c:v>
                </c:pt>
                <c:pt idx="1547">
                  <c:v>719</c:v>
                </c:pt>
                <c:pt idx="1548">
                  <c:v>719</c:v>
                </c:pt>
                <c:pt idx="1549">
                  <c:v>719</c:v>
                </c:pt>
                <c:pt idx="1550">
                  <c:v>727</c:v>
                </c:pt>
                <c:pt idx="1551">
                  <c:v>743</c:v>
                </c:pt>
                <c:pt idx="1552">
                  <c:v>743</c:v>
                </c:pt>
                <c:pt idx="1553">
                  <c:v>748</c:v>
                </c:pt>
                <c:pt idx="1554">
                  <c:v>748</c:v>
                </c:pt>
                <c:pt idx="1555">
                  <c:v>748</c:v>
                </c:pt>
                <c:pt idx="1556">
                  <c:v>748</c:v>
                </c:pt>
                <c:pt idx="1557">
                  <c:v>750</c:v>
                </c:pt>
                <c:pt idx="1558">
                  <c:v>750</c:v>
                </c:pt>
                <c:pt idx="1559">
                  <c:v>750</c:v>
                </c:pt>
                <c:pt idx="1560">
                  <c:v>758</c:v>
                </c:pt>
                <c:pt idx="1561">
                  <c:v>762</c:v>
                </c:pt>
                <c:pt idx="1562">
                  <c:v>776</c:v>
                </c:pt>
                <c:pt idx="1563">
                  <c:v>782</c:v>
                </c:pt>
                <c:pt idx="1564">
                  <c:v>793</c:v>
                </c:pt>
                <c:pt idx="1565">
                  <c:v>800</c:v>
                </c:pt>
                <c:pt idx="1566">
                  <c:v>800</c:v>
                </c:pt>
                <c:pt idx="1567">
                  <c:v>806</c:v>
                </c:pt>
                <c:pt idx="1568">
                  <c:v>806</c:v>
                </c:pt>
                <c:pt idx="1569">
                  <c:v>806</c:v>
                </c:pt>
                <c:pt idx="1570">
                  <c:v>810</c:v>
                </c:pt>
                <c:pt idx="1571">
                  <c:v>813</c:v>
                </c:pt>
                <c:pt idx="1572">
                  <c:v>818</c:v>
                </c:pt>
                <c:pt idx="1573">
                  <c:v>820</c:v>
                </c:pt>
                <c:pt idx="1574">
                  <c:v>828</c:v>
                </c:pt>
                <c:pt idx="1575">
                  <c:v>832</c:v>
                </c:pt>
                <c:pt idx="1576">
                  <c:v>832</c:v>
                </c:pt>
                <c:pt idx="1577">
                  <c:v>843</c:v>
                </c:pt>
                <c:pt idx="1578">
                  <c:v>843</c:v>
                </c:pt>
                <c:pt idx="1579">
                  <c:v>849</c:v>
                </c:pt>
                <c:pt idx="1580">
                  <c:v>852</c:v>
                </c:pt>
                <c:pt idx="1581">
                  <c:v>859</c:v>
                </c:pt>
                <c:pt idx="1582">
                  <c:v>859</c:v>
                </c:pt>
                <c:pt idx="1583">
                  <c:v>862</c:v>
                </c:pt>
                <c:pt idx="1584">
                  <c:v>862</c:v>
                </c:pt>
                <c:pt idx="1585">
                  <c:v>870</c:v>
                </c:pt>
                <c:pt idx="1586">
                  <c:v>875</c:v>
                </c:pt>
                <c:pt idx="1587">
                  <c:v>880</c:v>
                </c:pt>
                <c:pt idx="1588">
                  <c:v>890</c:v>
                </c:pt>
                <c:pt idx="1589">
                  <c:v>890</c:v>
                </c:pt>
                <c:pt idx="1590">
                  <c:v>890</c:v>
                </c:pt>
                <c:pt idx="1591">
                  <c:v>890</c:v>
                </c:pt>
                <c:pt idx="1592">
                  <c:v>890</c:v>
                </c:pt>
                <c:pt idx="1593">
                  <c:v>900</c:v>
                </c:pt>
                <c:pt idx="1594">
                  <c:v>900</c:v>
                </c:pt>
                <c:pt idx="1595">
                  <c:v>900</c:v>
                </c:pt>
                <c:pt idx="1596">
                  <c:v>900</c:v>
                </c:pt>
                <c:pt idx="1597">
                  <c:v>900</c:v>
                </c:pt>
                <c:pt idx="1598">
                  <c:v>900</c:v>
                </c:pt>
                <c:pt idx="1599">
                  <c:v>910</c:v>
                </c:pt>
                <c:pt idx="1600">
                  <c:v>910</c:v>
                </c:pt>
                <c:pt idx="1601">
                  <c:v>910</c:v>
                </c:pt>
                <c:pt idx="1602">
                  <c:v>910</c:v>
                </c:pt>
                <c:pt idx="1603">
                  <c:v>910</c:v>
                </c:pt>
                <c:pt idx="1604">
                  <c:v>900</c:v>
                </c:pt>
                <c:pt idx="1605">
                  <c:v>900</c:v>
                </c:pt>
                <c:pt idx="1606">
                  <c:v>910</c:v>
                </c:pt>
                <c:pt idx="1607">
                  <c:v>910</c:v>
                </c:pt>
                <c:pt idx="1608">
                  <c:v>900</c:v>
                </c:pt>
                <c:pt idx="1609">
                  <c:v>900</c:v>
                </c:pt>
                <c:pt idx="1610">
                  <c:v>900</c:v>
                </c:pt>
                <c:pt idx="1611">
                  <c:v>880</c:v>
                </c:pt>
                <c:pt idx="1612">
                  <c:v>880</c:v>
                </c:pt>
                <c:pt idx="1613">
                  <c:v>880</c:v>
                </c:pt>
                <c:pt idx="1614">
                  <c:v>880</c:v>
                </c:pt>
                <c:pt idx="1615">
                  <c:v>880</c:v>
                </c:pt>
                <c:pt idx="1616">
                  <c:v>880</c:v>
                </c:pt>
                <c:pt idx="1617">
                  <c:v>880</c:v>
                </c:pt>
                <c:pt idx="1618">
                  <c:v>880</c:v>
                </c:pt>
                <c:pt idx="1619">
                  <c:v>880</c:v>
                </c:pt>
                <c:pt idx="1620">
                  <c:v>880</c:v>
                </c:pt>
                <c:pt idx="1621">
                  <c:v>880</c:v>
                </c:pt>
                <c:pt idx="1622">
                  <c:v>870</c:v>
                </c:pt>
                <c:pt idx="1623">
                  <c:v>870</c:v>
                </c:pt>
                <c:pt idx="1624">
                  <c:v>870</c:v>
                </c:pt>
                <c:pt idx="1625">
                  <c:v>870</c:v>
                </c:pt>
                <c:pt idx="1626">
                  <c:v>870</c:v>
                </c:pt>
                <c:pt idx="1627">
                  <c:v>870</c:v>
                </c:pt>
                <c:pt idx="1628">
                  <c:v>850</c:v>
                </c:pt>
                <c:pt idx="1629">
                  <c:v>850</c:v>
                </c:pt>
                <c:pt idx="1630">
                  <c:v>840</c:v>
                </c:pt>
                <c:pt idx="1631">
                  <c:v>840</c:v>
                </c:pt>
                <c:pt idx="1632">
                  <c:v>840</c:v>
                </c:pt>
                <c:pt idx="1633">
                  <c:v>840</c:v>
                </c:pt>
                <c:pt idx="1634">
                  <c:v>830</c:v>
                </c:pt>
                <c:pt idx="1635">
                  <c:v>830</c:v>
                </c:pt>
                <c:pt idx="1636">
                  <c:v>820</c:v>
                </c:pt>
                <c:pt idx="1637">
                  <c:v>820</c:v>
                </c:pt>
                <c:pt idx="1638">
                  <c:v>810</c:v>
                </c:pt>
                <c:pt idx="1639">
                  <c:v>800</c:v>
                </c:pt>
                <c:pt idx="1640">
                  <c:v>800</c:v>
                </c:pt>
                <c:pt idx="1641">
                  <c:v>790</c:v>
                </c:pt>
                <c:pt idx="1642">
                  <c:v>780</c:v>
                </c:pt>
                <c:pt idx="1643">
                  <c:v>780</c:v>
                </c:pt>
                <c:pt idx="1644">
                  <c:v>770</c:v>
                </c:pt>
                <c:pt idx="1645">
                  <c:v>750</c:v>
                </c:pt>
                <c:pt idx="1646">
                  <c:v>750</c:v>
                </c:pt>
                <c:pt idx="1647">
                  <c:v>750</c:v>
                </c:pt>
                <c:pt idx="1648">
                  <c:v>750</c:v>
                </c:pt>
                <c:pt idx="1649">
                  <c:v>750</c:v>
                </c:pt>
                <c:pt idx="1650">
                  <c:v>750</c:v>
                </c:pt>
                <c:pt idx="1651">
                  <c:v>750</c:v>
                </c:pt>
                <c:pt idx="1652">
                  <c:v>750</c:v>
                </c:pt>
                <c:pt idx="1653">
                  <c:v>750</c:v>
                </c:pt>
                <c:pt idx="1654">
                  <c:v>750</c:v>
                </c:pt>
                <c:pt idx="1655">
                  <c:v>750</c:v>
                </c:pt>
                <c:pt idx="1656">
                  <c:v>750</c:v>
                </c:pt>
                <c:pt idx="1657">
                  <c:v>750</c:v>
                </c:pt>
                <c:pt idx="1658">
                  <c:v>750</c:v>
                </c:pt>
                <c:pt idx="1659">
                  <c:v>760</c:v>
                </c:pt>
                <c:pt idx="1660">
                  <c:v>760</c:v>
                </c:pt>
                <c:pt idx="1661">
                  <c:v>760</c:v>
                </c:pt>
                <c:pt idx="1662">
                  <c:v>760</c:v>
                </c:pt>
                <c:pt idx="1663">
                  <c:v>770</c:v>
                </c:pt>
                <c:pt idx="1664">
                  <c:v>770</c:v>
                </c:pt>
                <c:pt idx="1665">
                  <c:v>780</c:v>
                </c:pt>
                <c:pt idx="1666">
                  <c:v>780</c:v>
                </c:pt>
                <c:pt idx="1667">
                  <c:v>800</c:v>
                </c:pt>
                <c:pt idx="1668">
                  <c:v>850</c:v>
                </c:pt>
                <c:pt idx="1669">
                  <c:v>890</c:v>
                </c:pt>
                <c:pt idx="1670">
                  <c:v>920</c:v>
                </c:pt>
                <c:pt idx="1671">
                  <c:v>940</c:v>
                </c:pt>
                <c:pt idx="1672">
                  <c:v>950</c:v>
                </c:pt>
                <c:pt idx="1673">
                  <c:v>960</c:v>
                </c:pt>
                <c:pt idx="1674">
                  <c:v>960</c:v>
                </c:pt>
                <c:pt idx="1675">
                  <c:v>980</c:v>
                </c:pt>
                <c:pt idx="1676">
                  <c:v>990</c:v>
                </c:pt>
              </c:numCache>
            </c:numRef>
          </c:val>
          <c:smooth val="1"/>
          <c:extLst xmlns:c16r2="http://schemas.microsoft.com/office/drawing/2015/06/chart">
            <c:ext xmlns:c16="http://schemas.microsoft.com/office/drawing/2014/chart" uri="{C3380CC4-5D6E-409C-BE32-E72D297353CC}">
              <c16:uniqueId val="{00000000-72B3-4DAC-8840-543E63BA405B}"/>
            </c:ext>
          </c:extLst>
        </c:ser>
        <c:dLbls>
          <c:showLegendKey val="0"/>
          <c:showVal val="0"/>
          <c:showCatName val="0"/>
          <c:showSerName val="0"/>
          <c:showPercent val="0"/>
          <c:showBubbleSize val="0"/>
        </c:dLbls>
        <c:smooth val="0"/>
        <c:axId val="875922608"/>
        <c:axId val="875932400"/>
      </c:lineChart>
      <c:dateAx>
        <c:axId val="875922608"/>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32400"/>
        <c:crosses val="autoZero"/>
        <c:auto val="0"/>
        <c:lblOffset val="100"/>
        <c:baseTimeUnit val="days"/>
      </c:dateAx>
      <c:valAx>
        <c:axId val="875932400"/>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22608"/>
        <c:crosses val="autoZero"/>
        <c:crossBetween val="between"/>
        <c:majorUnit val="500"/>
      </c:valAx>
      <c:spPr>
        <a:noFill/>
        <a:ln w="25400">
          <a:noFill/>
        </a:ln>
      </c:spPr>
    </c:plotArea>
    <c:legend>
      <c:legendPos val="t"/>
      <c:layout>
        <c:manualLayout>
          <c:xMode val="edge"/>
          <c:yMode val="edge"/>
          <c:x val="0"/>
          <c:y val="0"/>
          <c:w val="1"/>
          <c:h val="0.13114803274862882"/>
        </c:manualLayout>
      </c:layout>
      <c:overlay val="0"/>
      <c:spPr>
        <a:noFill/>
        <a:ln w="25400">
          <a:noFill/>
        </a:ln>
        <a:effectLst/>
      </c:spPr>
      <c:txPr>
        <a:bodyPr rot="0" spcFirstLastPara="0" vertOverflow="ellipsis" vert="horz" wrap="square" anchor="ctr" anchorCtr="1"/>
        <a:lstStyle/>
        <a:p>
          <a:pPr>
            <a:defRPr lang="zh-CN" sz="105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chemeClr val="bg1"/>
    </a:solidFill>
    <a:ln w="25400" cap="flat" cmpd="sng" algn="ctr">
      <a:noFill/>
      <a:prstDash val="solid"/>
      <a:round/>
    </a:ln>
  </c:spPr>
  <c:txPr>
    <a:bodyPr/>
    <a:lstStyle/>
    <a:p>
      <a:pPr>
        <a:defRPr lang="zh-CN" sz="900">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848710680322"/>
          <c:y val="0.11212245400321064"/>
          <c:w val="0.85517905908639502"/>
          <c:h val="0.79403161136435119"/>
        </c:manualLayout>
      </c:layout>
      <c:lineChart>
        <c:grouping val="standard"/>
        <c:varyColors val="0"/>
        <c:ser>
          <c:idx val="0"/>
          <c:order val="0"/>
          <c:tx>
            <c:strRef>
              <c:f>'图49-57'!$H$3</c:f>
              <c:strCache>
                <c:ptCount val="1"/>
                <c:pt idx="0">
                  <c:v>磷酸氢钙（元/吨）</c:v>
                </c:pt>
              </c:strCache>
            </c:strRef>
          </c:tx>
          <c:spPr>
            <a:ln w="12700" cap="rnd" cmpd="sng" algn="ctr">
              <a:solidFill>
                <a:srgbClr val="E10000"/>
              </a:solidFill>
              <a:prstDash val="solid"/>
              <a:round/>
            </a:ln>
          </c:spPr>
          <c:marker>
            <c:symbol val="none"/>
          </c:marker>
          <c:cat>
            <c:numRef>
              <c:f>'图49-57'!$A$4:$A$1848</c:f>
              <c:numCache>
                <c:formatCode>yyyy/mm/dd;@</c:formatCode>
                <c:ptCount val="1845"/>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pt idx="1018">
                  <c:v>43580</c:v>
                </c:pt>
                <c:pt idx="1019">
                  <c:v>43579</c:v>
                </c:pt>
                <c:pt idx="1020">
                  <c:v>43578</c:v>
                </c:pt>
                <c:pt idx="1021">
                  <c:v>43577</c:v>
                </c:pt>
                <c:pt idx="1022">
                  <c:v>43574</c:v>
                </c:pt>
                <c:pt idx="1023">
                  <c:v>43573</c:v>
                </c:pt>
                <c:pt idx="1024">
                  <c:v>43572</c:v>
                </c:pt>
                <c:pt idx="1025">
                  <c:v>43571</c:v>
                </c:pt>
                <c:pt idx="1026">
                  <c:v>43570</c:v>
                </c:pt>
                <c:pt idx="1027">
                  <c:v>43567</c:v>
                </c:pt>
                <c:pt idx="1028">
                  <c:v>43566</c:v>
                </c:pt>
                <c:pt idx="1029">
                  <c:v>43565</c:v>
                </c:pt>
                <c:pt idx="1030">
                  <c:v>43564</c:v>
                </c:pt>
                <c:pt idx="1031">
                  <c:v>43563</c:v>
                </c:pt>
                <c:pt idx="1032">
                  <c:v>43559</c:v>
                </c:pt>
                <c:pt idx="1033">
                  <c:v>43558</c:v>
                </c:pt>
                <c:pt idx="1034">
                  <c:v>43557</c:v>
                </c:pt>
                <c:pt idx="1035">
                  <c:v>43556</c:v>
                </c:pt>
                <c:pt idx="1036">
                  <c:v>43553</c:v>
                </c:pt>
                <c:pt idx="1037">
                  <c:v>43552</c:v>
                </c:pt>
                <c:pt idx="1038">
                  <c:v>43551</c:v>
                </c:pt>
                <c:pt idx="1039">
                  <c:v>43550</c:v>
                </c:pt>
                <c:pt idx="1040">
                  <c:v>43549</c:v>
                </c:pt>
                <c:pt idx="1041">
                  <c:v>43546</c:v>
                </c:pt>
                <c:pt idx="1042">
                  <c:v>43545</c:v>
                </c:pt>
                <c:pt idx="1043">
                  <c:v>43544</c:v>
                </c:pt>
                <c:pt idx="1044">
                  <c:v>43543</c:v>
                </c:pt>
                <c:pt idx="1045">
                  <c:v>43542</c:v>
                </c:pt>
                <c:pt idx="1046">
                  <c:v>43539</c:v>
                </c:pt>
                <c:pt idx="1047">
                  <c:v>43538</c:v>
                </c:pt>
                <c:pt idx="1048">
                  <c:v>43537</c:v>
                </c:pt>
                <c:pt idx="1049">
                  <c:v>43536</c:v>
                </c:pt>
                <c:pt idx="1050">
                  <c:v>43535</c:v>
                </c:pt>
                <c:pt idx="1051">
                  <c:v>43532</c:v>
                </c:pt>
                <c:pt idx="1052">
                  <c:v>43531</c:v>
                </c:pt>
                <c:pt idx="1053">
                  <c:v>43530</c:v>
                </c:pt>
                <c:pt idx="1054">
                  <c:v>43529</c:v>
                </c:pt>
                <c:pt idx="1055">
                  <c:v>43528</c:v>
                </c:pt>
                <c:pt idx="1056">
                  <c:v>43525</c:v>
                </c:pt>
                <c:pt idx="1057">
                  <c:v>43524</c:v>
                </c:pt>
                <c:pt idx="1058">
                  <c:v>43523</c:v>
                </c:pt>
                <c:pt idx="1059">
                  <c:v>43522</c:v>
                </c:pt>
                <c:pt idx="1060">
                  <c:v>43521</c:v>
                </c:pt>
                <c:pt idx="1061">
                  <c:v>43518</c:v>
                </c:pt>
                <c:pt idx="1062">
                  <c:v>43517</c:v>
                </c:pt>
                <c:pt idx="1063">
                  <c:v>43516</c:v>
                </c:pt>
                <c:pt idx="1064">
                  <c:v>43515</c:v>
                </c:pt>
                <c:pt idx="1065">
                  <c:v>43514</c:v>
                </c:pt>
                <c:pt idx="1066">
                  <c:v>43511</c:v>
                </c:pt>
                <c:pt idx="1067">
                  <c:v>43510</c:v>
                </c:pt>
                <c:pt idx="1068">
                  <c:v>43509</c:v>
                </c:pt>
                <c:pt idx="1069">
                  <c:v>43508</c:v>
                </c:pt>
                <c:pt idx="1070">
                  <c:v>43507</c:v>
                </c:pt>
                <c:pt idx="1071">
                  <c:v>43499</c:v>
                </c:pt>
                <c:pt idx="1072">
                  <c:v>43498</c:v>
                </c:pt>
                <c:pt idx="1073">
                  <c:v>43497</c:v>
                </c:pt>
                <c:pt idx="1074">
                  <c:v>43496</c:v>
                </c:pt>
                <c:pt idx="1075">
                  <c:v>43495</c:v>
                </c:pt>
                <c:pt idx="1076">
                  <c:v>43494</c:v>
                </c:pt>
                <c:pt idx="1077">
                  <c:v>43493</c:v>
                </c:pt>
                <c:pt idx="1078">
                  <c:v>43490</c:v>
                </c:pt>
                <c:pt idx="1079">
                  <c:v>43489</c:v>
                </c:pt>
                <c:pt idx="1080">
                  <c:v>43488</c:v>
                </c:pt>
                <c:pt idx="1081">
                  <c:v>43487</c:v>
                </c:pt>
                <c:pt idx="1082">
                  <c:v>43486</c:v>
                </c:pt>
                <c:pt idx="1083">
                  <c:v>43483</c:v>
                </c:pt>
                <c:pt idx="1084">
                  <c:v>43482</c:v>
                </c:pt>
                <c:pt idx="1085">
                  <c:v>43481</c:v>
                </c:pt>
                <c:pt idx="1086">
                  <c:v>43480</c:v>
                </c:pt>
                <c:pt idx="1087">
                  <c:v>43479</c:v>
                </c:pt>
                <c:pt idx="1088">
                  <c:v>43476</c:v>
                </c:pt>
                <c:pt idx="1089">
                  <c:v>43475</c:v>
                </c:pt>
                <c:pt idx="1090">
                  <c:v>43474</c:v>
                </c:pt>
                <c:pt idx="1091">
                  <c:v>43473</c:v>
                </c:pt>
                <c:pt idx="1092">
                  <c:v>43472</c:v>
                </c:pt>
                <c:pt idx="1093">
                  <c:v>43469</c:v>
                </c:pt>
                <c:pt idx="1094">
                  <c:v>43468</c:v>
                </c:pt>
                <c:pt idx="1095">
                  <c:v>43467</c:v>
                </c:pt>
                <c:pt idx="1096">
                  <c:v>43463</c:v>
                </c:pt>
                <c:pt idx="1097">
                  <c:v>43462</c:v>
                </c:pt>
                <c:pt idx="1098">
                  <c:v>43461</c:v>
                </c:pt>
                <c:pt idx="1099">
                  <c:v>43460</c:v>
                </c:pt>
                <c:pt idx="1100">
                  <c:v>43459</c:v>
                </c:pt>
                <c:pt idx="1101">
                  <c:v>43458</c:v>
                </c:pt>
                <c:pt idx="1102">
                  <c:v>43455</c:v>
                </c:pt>
                <c:pt idx="1103">
                  <c:v>43454</c:v>
                </c:pt>
                <c:pt idx="1104">
                  <c:v>43453</c:v>
                </c:pt>
                <c:pt idx="1105">
                  <c:v>43452</c:v>
                </c:pt>
                <c:pt idx="1106">
                  <c:v>43451</c:v>
                </c:pt>
                <c:pt idx="1107">
                  <c:v>43448</c:v>
                </c:pt>
                <c:pt idx="1108">
                  <c:v>43447</c:v>
                </c:pt>
                <c:pt idx="1109">
                  <c:v>43446</c:v>
                </c:pt>
                <c:pt idx="1110">
                  <c:v>43445</c:v>
                </c:pt>
                <c:pt idx="1111">
                  <c:v>43444</c:v>
                </c:pt>
                <c:pt idx="1112">
                  <c:v>43441</c:v>
                </c:pt>
                <c:pt idx="1113">
                  <c:v>43440</c:v>
                </c:pt>
                <c:pt idx="1114">
                  <c:v>43439</c:v>
                </c:pt>
                <c:pt idx="1115">
                  <c:v>43438</c:v>
                </c:pt>
                <c:pt idx="1116">
                  <c:v>43437</c:v>
                </c:pt>
                <c:pt idx="1117">
                  <c:v>43434</c:v>
                </c:pt>
                <c:pt idx="1118">
                  <c:v>43433</c:v>
                </c:pt>
                <c:pt idx="1119">
                  <c:v>43432</c:v>
                </c:pt>
                <c:pt idx="1120">
                  <c:v>43431</c:v>
                </c:pt>
                <c:pt idx="1121">
                  <c:v>43430</c:v>
                </c:pt>
                <c:pt idx="1122">
                  <c:v>43427</c:v>
                </c:pt>
                <c:pt idx="1123">
                  <c:v>43426</c:v>
                </c:pt>
                <c:pt idx="1124">
                  <c:v>43425</c:v>
                </c:pt>
                <c:pt idx="1125">
                  <c:v>43424</c:v>
                </c:pt>
                <c:pt idx="1126">
                  <c:v>43423</c:v>
                </c:pt>
                <c:pt idx="1127">
                  <c:v>43420</c:v>
                </c:pt>
                <c:pt idx="1128">
                  <c:v>43419</c:v>
                </c:pt>
                <c:pt idx="1129">
                  <c:v>43418</c:v>
                </c:pt>
                <c:pt idx="1130">
                  <c:v>43417</c:v>
                </c:pt>
                <c:pt idx="1131">
                  <c:v>43416</c:v>
                </c:pt>
                <c:pt idx="1132">
                  <c:v>43413</c:v>
                </c:pt>
                <c:pt idx="1133">
                  <c:v>43412</c:v>
                </c:pt>
                <c:pt idx="1134">
                  <c:v>43411</c:v>
                </c:pt>
                <c:pt idx="1135">
                  <c:v>43410</c:v>
                </c:pt>
                <c:pt idx="1136">
                  <c:v>43409</c:v>
                </c:pt>
                <c:pt idx="1137">
                  <c:v>43406</c:v>
                </c:pt>
                <c:pt idx="1138">
                  <c:v>43405</c:v>
                </c:pt>
                <c:pt idx="1139">
                  <c:v>43404</c:v>
                </c:pt>
                <c:pt idx="1140">
                  <c:v>43403</c:v>
                </c:pt>
                <c:pt idx="1141">
                  <c:v>43402</c:v>
                </c:pt>
                <c:pt idx="1142">
                  <c:v>43399</c:v>
                </c:pt>
                <c:pt idx="1143">
                  <c:v>43398</c:v>
                </c:pt>
                <c:pt idx="1144">
                  <c:v>43397</c:v>
                </c:pt>
                <c:pt idx="1145">
                  <c:v>43396</c:v>
                </c:pt>
                <c:pt idx="1146">
                  <c:v>43395</c:v>
                </c:pt>
                <c:pt idx="1147">
                  <c:v>43392</c:v>
                </c:pt>
                <c:pt idx="1148">
                  <c:v>43391</c:v>
                </c:pt>
                <c:pt idx="1149">
                  <c:v>43390</c:v>
                </c:pt>
                <c:pt idx="1150">
                  <c:v>43389</c:v>
                </c:pt>
                <c:pt idx="1151">
                  <c:v>43388</c:v>
                </c:pt>
                <c:pt idx="1152">
                  <c:v>43385</c:v>
                </c:pt>
                <c:pt idx="1153">
                  <c:v>43384</c:v>
                </c:pt>
                <c:pt idx="1154">
                  <c:v>43383</c:v>
                </c:pt>
                <c:pt idx="1155">
                  <c:v>43382</c:v>
                </c:pt>
                <c:pt idx="1156">
                  <c:v>43381</c:v>
                </c:pt>
                <c:pt idx="1157">
                  <c:v>43373</c:v>
                </c:pt>
                <c:pt idx="1158">
                  <c:v>43372</c:v>
                </c:pt>
                <c:pt idx="1159">
                  <c:v>43371</c:v>
                </c:pt>
                <c:pt idx="1160">
                  <c:v>43370</c:v>
                </c:pt>
                <c:pt idx="1161">
                  <c:v>43369</c:v>
                </c:pt>
                <c:pt idx="1162">
                  <c:v>43368</c:v>
                </c:pt>
                <c:pt idx="1163">
                  <c:v>43364</c:v>
                </c:pt>
                <c:pt idx="1164">
                  <c:v>43363</c:v>
                </c:pt>
                <c:pt idx="1165">
                  <c:v>43362</c:v>
                </c:pt>
                <c:pt idx="1166">
                  <c:v>43361</c:v>
                </c:pt>
                <c:pt idx="1167">
                  <c:v>43360</c:v>
                </c:pt>
                <c:pt idx="1168">
                  <c:v>43357</c:v>
                </c:pt>
                <c:pt idx="1169">
                  <c:v>43356</c:v>
                </c:pt>
                <c:pt idx="1170">
                  <c:v>43355</c:v>
                </c:pt>
                <c:pt idx="1171">
                  <c:v>43354</c:v>
                </c:pt>
                <c:pt idx="1172">
                  <c:v>43353</c:v>
                </c:pt>
                <c:pt idx="1173">
                  <c:v>43350</c:v>
                </c:pt>
                <c:pt idx="1174">
                  <c:v>43349</c:v>
                </c:pt>
                <c:pt idx="1175">
                  <c:v>43348</c:v>
                </c:pt>
                <c:pt idx="1176">
                  <c:v>43347</c:v>
                </c:pt>
                <c:pt idx="1177">
                  <c:v>43346</c:v>
                </c:pt>
                <c:pt idx="1178">
                  <c:v>43343</c:v>
                </c:pt>
                <c:pt idx="1179">
                  <c:v>43342</c:v>
                </c:pt>
                <c:pt idx="1180">
                  <c:v>43341</c:v>
                </c:pt>
                <c:pt idx="1181">
                  <c:v>43340</c:v>
                </c:pt>
                <c:pt idx="1182">
                  <c:v>43339</c:v>
                </c:pt>
                <c:pt idx="1183">
                  <c:v>43336</c:v>
                </c:pt>
                <c:pt idx="1184">
                  <c:v>43335</c:v>
                </c:pt>
                <c:pt idx="1185">
                  <c:v>43334</c:v>
                </c:pt>
                <c:pt idx="1186">
                  <c:v>43333</c:v>
                </c:pt>
                <c:pt idx="1187">
                  <c:v>43332</c:v>
                </c:pt>
                <c:pt idx="1188">
                  <c:v>43329</c:v>
                </c:pt>
                <c:pt idx="1189">
                  <c:v>43328</c:v>
                </c:pt>
                <c:pt idx="1190">
                  <c:v>43327</c:v>
                </c:pt>
                <c:pt idx="1191">
                  <c:v>43326</c:v>
                </c:pt>
                <c:pt idx="1192">
                  <c:v>43325</c:v>
                </c:pt>
                <c:pt idx="1193">
                  <c:v>43322</c:v>
                </c:pt>
                <c:pt idx="1194">
                  <c:v>43321</c:v>
                </c:pt>
                <c:pt idx="1195">
                  <c:v>43320</c:v>
                </c:pt>
                <c:pt idx="1196">
                  <c:v>43319</c:v>
                </c:pt>
                <c:pt idx="1197">
                  <c:v>43318</c:v>
                </c:pt>
                <c:pt idx="1198">
                  <c:v>43315</c:v>
                </c:pt>
                <c:pt idx="1199">
                  <c:v>43314</c:v>
                </c:pt>
                <c:pt idx="1200">
                  <c:v>43313</c:v>
                </c:pt>
                <c:pt idx="1201">
                  <c:v>43312</c:v>
                </c:pt>
                <c:pt idx="1202">
                  <c:v>43311</c:v>
                </c:pt>
                <c:pt idx="1203">
                  <c:v>43308</c:v>
                </c:pt>
                <c:pt idx="1204">
                  <c:v>43307</c:v>
                </c:pt>
                <c:pt idx="1205">
                  <c:v>43306</c:v>
                </c:pt>
                <c:pt idx="1206">
                  <c:v>43305</c:v>
                </c:pt>
                <c:pt idx="1207">
                  <c:v>43304</c:v>
                </c:pt>
                <c:pt idx="1208">
                  <c:v>43301</c:v>
                </c:pt>
                <c:pt idx="1209">
                  <c:v>43300</c:v>
                </c:pt>
                <c:pt idx="1210">
                  <c:v>43299</c:v>
                </c:pt>
                <c:pt idx="1211">
                  <c:v>43298</c:v>
                </c:pt>
                <c:pt idx="1212">
                  <c:v>43297</c:v>
                </c:pt>
                <c:pt idx="1213">
                  <c:v>43294</c:v>
                </c:pt>
                <c:pt idx="1214">
                  <c:v>43293</c:v>
                </c:pt>
                <c:pt idx="1215">
                  <c:v>43292</c:v>
                </c:pt>
                <c:pt idx="1216">
                  <c:v>43291</c:v>
                </c:pt>
                <c:pt idx="1217">
                  <c:v>43290</c:v>
                </c:pt>
                <c:pt idx="1218">
                  <c:v>43287</c:v>
                </c:pt>
                <c:pt idx="1219">
                  <c:v>43286</c:v>
                </c:pt>
                <c:pt idx="1220">
                  <c:v>43285</c:v>
                </c:pt>
                <c:pt idx="1221">
                  <c:v>43284</c:v>
                </c:pt>
                <c:pt idx="1222">
                  <c:v>43283</c:v>
                </c:pt>
                <c:pt idx="1223">
                  <c:v>43280</c:v>
                </c:pt>
                <c:pt idx="1224">
                  <c:v>43279</c:v>
                </c:pt>
                <c:pt idx="1225">
                  <c:v>43278</c:v>
                </c:pt>
                <c:pt idx="1226">
                  <c:v>43277</c:v>
                </c:pt>
                <c:pt idx="1227">
                  <c:v>43276</c:v>
                </c:pt>
                <c:pt idx="1228">
                  <c:v>43273</c:v>
                </c:pt>
                <c:pt idx="1229">
                  <c:v>43272</c:v>
                </c:pt>
                <c:pt idx="1230">
                  <c:v>43271</c:v>
                </c:pt>
                <c:pt idx="1231">
                  <c:v>43270</c:v>
                </c:pt>
                <c:pt idx="1232">
                  <c:v>43266</c:v>
                </c:pt>
                <c:pt idx="1233">
                  <c:v>43265</c:v>
                </c:pt>
                <c:pt idx="1234">
                  <c:v>43264</c:v>
                </c:pt>
                <c:pt idx="1235">
                  <c:v>43263</c:v>
                </c:pt>
                <c:pt idx="1236">
                  <c:v>43262</c:v>
                </c:pt>
                <c:pt idx="1237">
                  <c:v>43259</c:v>
                </c:pt>
                <c:pt idx="1238">
                  <c:v>43258</c:v>
                </c:pt>
                <c:pt idx="1239">
                  <c:v>43257</c:v>
                </c:pt>
                <c:pt idx="1240">
                  <c:v>43256</c:v>
                </c:pt>
                <c:pt idx="1241">
                  <c:v>43255</c:v>
                </c:pt>
                <c:pt idx="1242">
                  <c:v>43252</c:v>
                </c:pt>
                <c:pt idx="1243">
                  <c:v>43251</c:v>
                </c:pt>
                <c:pt idx="1244">
                  <c:v>43250</c:v>
                </c:pt>
                <c:pt idx="1245">
                  <c:v>43249</c:v>
                </c:pt>
                <c:pt idx="1246">
                  <c:v>43248</c:v>
                </c:pt>
                <c:pt idx="1247">
                  <c:v>43245</c:v>
                </c:pt>
                <c:pt idx="1248">
                  <c:v>43244</c:v>
                </c:pt>
                <c:pt idx="1249">
                  <c:v>43243</c:v>
                </c:pt>
                <c:pt idx="1250">
                  <c:v>43242</c:v>
                </c:pt>
                <c:pt idx="1251">
                  <c:v>43241</c:v>
                </c:pt>
                <c:pt idx="1252">
                  <c:v>43238</c:v>
                </c:pt>
                <c:pt idx="1253">
                  <c:v>43237</c:v>
                </c:pt>
                <c:pt idx="1254">
                  <c:v>43236</c:v>
                </c:pt>
                <c:pt idx="1255">
                  <c:v>43235</c:v>
                </c:pt>
                <c:pt idx="1256">
                  <c:v>43234</c:v>
                </c:pt>
                <c:pt idx="1257">
                  <c:v>43231</c:v>
                </c:pt>
                <c:pt idx="1258">
                  <c:v>43230</c:v>
                </c:pt>
                <c:pt idx="1259">
                  <c:v>43229</c:v>
                </c:pt>
                <c:pt idx="1260">
                  <c:v>43228</c:v>
                </c:pt>
                <c:pt idx="1261">
                  <c:v>43227</c:v>
                </c:pt>
                <c:pt idx="1262">
                  <c:v>43224</c:v>
                </c:pt>
                <c:pt idx="1263">
                  <c:v>43223</c:v>
                </c:pt>
                <c:pt idx="1264">
                  <c:v>43222</c:v>
                </c:pt>
                <c:pt idx="1265">
                  <c:v>43218</c:v>
                </c:pt>
                <c:pt idx="1266">
                  <c:v>43217</c:v>
                </c:pt>
                <c:pt idx="1267">
                  <c:v>43216</c:v>
                </c:pt>
                <c:pt idx="1268">
                  <c:v>43215</c:v>
                </c:pt>
                <c:pt idx="1269">
                  <c:v>43214</c:v>
                </c:pt>
                <c:pt idx="1270">
                  <c:v>43213</c:v>
                </c:pt>
                <c:pt idx="1271">
                  <c:v>43210</c:v>
                </c:pt>
                <c:pt idx="1272">
                  <c:v>43209</c:v>
                </c:pt>
                <c:pt idx="1273">
                  <c:v>43208</c:v>
                </c:pt>
                <c:pt idx="1274">
                  <c:v>43207</c:v>
                </c:pt>
                <c:pt idx="1275">
                  <c:v>43206</c:v>
                </c:pt>
                <c:pt idx="1276">
                  <c:v>43203</c:v>
                </c:pt>
                <c:pt idx="1277">
                  <c:v>43202</c:v>
                </c:pt>
                <c:pt idx="1278">
                  <c:v>43201</c:v>
                </c:pt>
                <c:pt idx="1279">
                  <c:v>43200</c:v>
                </c:pt>
                <c:pt idx="1280">
                  <c:v>43199</c:v>
                </c:pt>
                <c:pt idx="1281">
                  <c:v>43198</c:v>
                </c:pt>
                <c:pt idx="1282">
                  <c:v>43194</c:v>
                </c:pt>
                <c:pt idx="1283">
                  <c:v>43193</c:v>
                </c:pt>
                <c:pt idx="1284">
                  <c:v>43192</c:v>
                </c:pt>
                <c:pt idx="1285">
                  <c:v>43189</c:v>
                </c:pt>
                <c:pt idx="1286">
                  <c:v>43188</c:v>
                </c:pt>
                <c:pt idx="1287">
                  <c:v>43187</c:v>
                </c:pt>
                <c:pt idx="1288">
                  <c:v>43186</c:v>
                </c:pt>
                <c:pt idx="1289">
                  <c:v>43185</c:v>
                </c:pt>
                <c:pt idx="1290">
                  <c:v>43182</c:v>
                </c:pt>
                <c:pt idx="1291">
                  <c:v>43181</c:v>
                </c:pt>
                <c:pt idx="1292">
                  <c:v>43180</c:v>
                </c:pt>
                <c:pt idx="1293">
                  <c:v>43179</c:v>
                </c:pt>
                <c:pt idx="1294">
                  <c:v>43178</c:v>
                </c:pt>
                <c:pt idx="1295">
                  <c:v>43175</c:v>
                </c:pt>
                <c:pt idx="1296">
                  <c:v>43174</c:v>
                </c:pt>
                <c:pt idx="1297">
                  <c:v>43173</c:v>
                </c:pt>
                <c:pt idx="1298">
                  <c:v>43172</c:v>
                </c:pt>
                <c:pt idx="1299">
                  <c:v>43171</c:v>
                </c:pt>
                <c:pt idx="1300">
                  <c:v>43168</c:v>
                </c:pt>
                <c:pt idx="1301">
                  <c:v>43167</c:v>
                </c:pt>
                <c:pt idx="1302">
                  <c:v>43166</c:v>
                </c:pt>
                <c:pt idx="1303">
                  <c:v>43165</c:v>
                </c:pt>
                <c:pt idx="1304">
                  <c:v>43164</c:v>
                </c:pt>
                <c:pt idx="1305">
                  <c:v>43161</c:v>
                </c:pt>
                <c:pt idx="1306">
                  <c:v>43160</c:v>
                </c:pt>
                <c:pt idx="1307">
                  <c:v>43159</c:v>
                </c:pt>
                <c:pt idx="1308">
                  <c:v>43158</c:v>
                </c:pt>
                <c:pt idx="1309">
                  <c:v>43157</c:v>
                </c:pt>
                <c:pt idx="1310">
                  <c:v>43155</c:v>
                </c:pt>
                <c:pt idx="1311">
                  <c:v>43154</c:v>
                </c:pt>
                <c:pt idx="1312">
                  <c:v>43153</c:v>
                </c:pt>
                <c:pt idx="1313">
                  <c:v>43145</c:v>
                </c:pt>
                <c:pt idx="1314">
                  <c:v>43144</c:v>
                </c:pt>
                <c:pt idx="1315">
                  <c:v>43143</c:v>
                </c:pt>
                <c:pt idx="1316">
                  <c:v>43142</c:v>
                </c:pt>
                <c:pt idx="1317">
                  <c:v>43140</c:v>
                </c:pt>
                <c:pt idx="1318">
                  <c:v>43139</c:v>
                </c:pt>
                <c:pt idx="1319">
                  <c:v>43138</c:v>
                </c:pt>
                <c:pt idx="1320">
                  <c:v>43137</c:v>
                </c:pt>
                <c:pt idx="1321">
                  <c:v>43136</c:v>
                </c:pt>
                <c:pt idx="1322">
                  <c:v>43133</c:v>
                </c:pt>
                <c:pt idx="1323">
                  <c:v>43132</c:v>
                </c:pt>
                <c:pt idx="1324">
                  <c:v>43131</c:v>
                </c:pt>
                <c:pt idx="1325">
                  <c:v>43130</c:v>
                </c:pt>
                <c:pt idx="1326">
                  <c:v>43129</c:v>
                </c:pt>
                <c:pt idx="1327">
                  <c:v>43126</c:v>
                </c:pt>
                <c:pt idx="1328">
                  <c:v>43125</c:v>
                </c:pt>
                <c:pt idx="1329">
                  <c:v>43124</c:v>
                </c:pt>
                <c:pt idx="1330">
                  <c:v>43123</c:v>
                </c:pt>
                <c:pt idx="1331">
                  <c:v>43122</c:v>
                </c:pt>
                <c:pt idx="1332">
                  <c:v>43119</c:v>
                </c:pt>
                <c:pt idx="1333">
                  <c:v>43118</c:v>
                </c:pt>
                <c:pt idx="1334">
                  <c:v>43117</c:v>
                </c:pt>
                <c:pt idx="1335">
                  <c:v>43116</c:v>
                </c:pt>
                <c:pt idx="1336">
                  <c:v>43115</c:v>
                </c:pt>
                <c:pt idx="1337">
                  <c:v>43112</c:v>
                </c:pt>
                <c:pt idx="1338">
                  <c:v>43111</c:v>
                </c:pt>
                <c:pt idx="1339">
                  <c:v>43110</c:v>
                </c:pt>
                <c:pt idx="1340">
                  <c:v>43109</c:v>
                </c:pt>
                <c:pt idx="1341">
                  <c:v>43108</c:v>
                </c:pt>
                <c:pt idx="1342">
                  <c:v>43105</c:v>
                </c:pt>
                <c:pt idx="1343">
                  <c:v>43104</c:v>
                </c:pt>
                <c:pt idx="1344">
                  <c:v>43103</c:v>
                </c:pt>
                <c:pt idx="1345">
                  <c:v>43102</c:v>
                </c:pt>
                <c:pt idx="1346">
                  <c:v>43098</c:v>
                </c:pt>
                <c:pt idx="1347">
                  <c:v>43097</c:v>
                </c:pt>
                <c:pt idx="1348">
                  <c:v>43096</c:v>
                </c:pt>
                <c:pt idx="1349">
                  <c:v>43095</c:v>
                </c:pt>
                <c:pt idx="1350">
                  <c:v>43094</c:v>
                </c:pt>
                <c:pt idx="1351">
                  <c:v>43091</c:v>
                </c:pt>
                <c:pt idx="1352">
                  <c:v>43090</c:v>
                </c:pt>
                <c:pt idx="1353">
                  <c:v>43089</c:v>
                </c:pt>
                <c:pt idx="1354">
                  <c:v>43088</c:v>
                </c:pt>
                <c:pt idx="1355">
                  <c:v>43087</c:v>
                </c:pt>
                <c:pt idx="1356">
                  <c:v>43084</c:v>
                </c:pt>
                <c:pt idx="1357">
                  <c:v>43083</c:v>
                </c:pt>
                <c:pt idx="1358">
                  <c:v>43082</c:v>
                </c:pt>
                <c:pt idx="1359">
                  <c:v>43081</c:v>
                </c:pt>
                <c:pt idx="1360">
                  <c:v>43080</c:v>
                </c:pt>
                <c:pt idx="1361">
                  <c:v>43077</c:v>
                </c:pt>
                <c:pt idx="1362">
                  <c:v>43076</c:v>
                </c:pt>
                <c:pt idx="1363">
                  <c:v>43075</c:v>
                </c:pt>
                <c:pt idx="1364">
                  <c:v>43074</c:v>
                </c:pt>
                <c:pt idx="1365">
                  <c:v>43073</c:v>
                </c:pt>
                <c:pt idx="1366">
                  <c:v>43070</c:v>
                </c:pt>
                <c:pt idx="1367">
                  <c:v>43069</c:v>
                </c:pt>
                <c:pt idx="1368">
                  <c:v>43068</c:v>
                </c:pt>
                <c:pt idx="1369">
                  <c:v>43067</c:v>
                </c:pt>
                <c:pt idx="1370">
                  <c:v>43066</c:v>
                </c:pt>
                <c:pt idx="1371">
                  <c:v>43063</c:v>
                </c:pt>
                <c:pt idx="1372">
                  <c:v>43062</c:v>
                </c:pt>
                <c:pt idx="1373">
                  <c:v>43061</c:v>
                </c:pt>
                <c:pt idx="1374">
                  <c:v>43060</c:v>
                </c:pt>
                <c:pt idx="1375">
                  <c:v>43059</c:v>
                </c:pt>
                <c:pt idx="1376">
                  <c:v>43056</c:v>
                </c:pt>
                <c:pt idx="1377">
                  <c:v>43055</c:v>
                </c:pt>
                <c:pt idx="1378">
                  <c:v>43054</c:v>
                </c:pt>
                <c:pt idx="1379">
                  <c:v>43053</c:v>
                </c:pt>
                <c:pt idx="1380">
                  <c:v>43052</c:v>
                </c:pt>
                <c:pt idx="1381">
                  <c:v>43049</c:v>
                </c:pt>
                <c:pt idx="1382">
                  <c:v>43048</c:v>
                </c:pt>
                <c:pt idx="1383">
                  <c:v>43047</c:v>
                </c:pt>
                <c:pt idx="1384">
                  <c:v>43046</c:v>
                </c:pt>
                <c:pt idx="1385">
                  <c:v>43045</c:v>
                </c:pt>
                <c:pt idx="1386">
                  <c:v>43042</c:v>
                </c:pt>
                <c:pt idx="1387">
                  <c:v>43041</c:v>
                </c:pt>
                <c:pt idx="1388">
                  <c:v>43040</c:v>
                </c:pt>
                <c:pt idx="1389">
                  <c:v>43039</c:v>
                </c:pt>
                <c:pt idx="1390">
                  <c:v>43038</c:v>
                </c:pt>
                <c:pt idx="1391">
                  <c:v>43035</c:v>
                </c:pt>
                <c:pt idx="1392">
                  <c:v>43034</c:v>
                </c:pt>
                <c:pt idx="1393">
                  <c:v>43033</c:v>
                </c:pt>
                <c:pt idx="1394">
                  <c:v>43032</c:v>
                </c:pt>
                <c:pt idx="1395">
                  <c:v>43031</c:v>
                </c:pt>
                <c:pt idx="1396">
                  <c:v>43028</c:v>
                </c:pt>
                <c:pt idx="1397">
                  <c:v>43027</c:v>
                </c:pt>
                <c:pt idx="1398">
                  <c:v>43026</c:v>
                </c:pt>
                <c:pt idx="1399">
                  <c:v>43025</c:v>
                </c:pt>
                <c:pt idx="1400">
                  <c:v>43024</c:v>
                </c:pt>
                <c:pt idx="1401">
                  <c:v>43021</c:v>
                </c:pt>
                <c:pt idx="1402">
                  <c:v>43020</c:v>
                </c:pt>
                <c:pt idx="1403">
                  <c:v>43019</c:v>
                </c:pt>
                <c:pt idx="1404">
                  <c:v>43018</c:v>
                </c:pt>
                <c:pt idx="1405">
                  <c:v>43017</c:v>
                </c:pt>
                <c:pt idx="1406">
                  <c:v>43008</c:v>
                </c:pt>
                <c:pt idx="1407">
                  <c:v>43007</c:v>
                </c:pt>
                <c:pt idx="1408">
                  <c:v>43006</c:v>
                </c:pt>
                <c:pt idx="1409">
                  <c:v>43005</c:v>
                </c:pt>
                <c:pt idx="1410">
                  <c:v>43004</c:v>
                </c:pt>
                <c:pt idx="1411">
                  <c:v>43003</c:v>
                </c:pt>
                <c:pt idx="1412">
                  <c:v>43000</c:v>
                </c:pt>
                <c:pt idx="1413">
                  <c:v>42999</c:v>
                </c:pt>
                <c:pt idx="1414">
                  <c:v>42998</c:v>
                </c:pt>
                <c:pt idx="1415">
                  <c:v>42997</c:v>
                </c:pt>
                <c:pt idx="1416">
                  <c:v>42996</c:v>
                </c:pt>
                <c:pt idx="1417">
                  <c:v>42993</c:v>
                </c:pt>
                <c:pt idx="1418">
                  <c:v>42992</c:v>
                </c:pt>
                <c:pt idx="1419">
                  <c:v>42991</c:v>
                </c:pt>
                <c:pt idx="1420">
                  <c:v>42990</c:v>
                </c:pt>
                <c:pt idx="1421">
                  <c:v>42989</c:v>
                </c:pt>
                <c:pt idx="1422">
                  <c:v>42986</c:v>
                </c:pt>
                <c:pt idx="1423">
                  <c:v>42985</c:v>
                </c:pt>
                <c:pt idx="1424">
                  <c:v>42984</c:v>
                </c:pt>
                <c:pt idx="1425">
                  <c:v>42983</c:v>
                </c:pt>
                <c:pt idx="1426">
                  <c:v>42982</c:v>
                </c:pt>
                <c:pt idx="1427">
                  <c:v>42979</c:v>
                </c:pt>
                <c:pt idx="1428">
                  <c:v>42978</c:v>
                </c:pt>
                <c:pt idx="1429">
                  <c:v>42977</c:v>
                </c:pt>
                <c:pt idx="1430">
                  <c:v>42976</c:v>
                </c:pt>
                <c:pt idx="1431">
                  <c:v>42975</c:v>
                </c:pt>
                <c:pt idx="1432">
                  <c:v>42972</c:v>
                </c:pt>
                <c:pt idx="1433">
                  <c:v>42971</c:v>
                </c:pt>
                <c:pt idx="1434">
                  <c:v>42970</c:v>
                </c:pt>
                <c:pt idx="1435">
                  <c:v>42969</c:v>
                </c:pt>
                <c:pt idx="1436">
                  <c:v>42968</c:v>
                </c:pt>
                <c:pt idx="1437">
                  <c:v>42965</c:v>
                </c:pt>
                <c:pt idx="1438">
                  <c:v>42964</c:v>
                </c:pt>
                <c:pt idx="1439">
                  <c:v>42963</c:v>
                </c:pt>
                <c:pt idx="1440">
                  <c:v>42962</c:v>
                </c:pt>
                <c:pt idx="1441">
                  <c:v>42961</c:v>
                </c:pt>
                <c:pt idx="1442">
                  <c:v>42958</c:v>
                </c:pt>
                <c:pt idx="1443">
                  <c:v>42957</c:v>
                </c:pt>
                <c:pt idx="1444">
                  <c:v>42956</c:v>
                </c:pt>
                <c:pt idx="1445">
                  <c:v>42955</c:v>
                </c:pt>
                <c:pt idx="1446">
                  <c:v>42954</c:v>
                </c:pt>
                <c:pt idx="1447">
                  <c:v>42951</c:v>
                </c:pt>
                <c:pt idx="1448">
                  <c:v>42950</c:v>
                </c:pt>
                <c:pt idx="1449">
                  <c:v>42949</c:v>
                </c:pt>
                <c:pt idx="1450">
                  <c:v>42948</c:v>
                </c:pt>
                <c:pt idx="1451">
                  <c:v>42947</c:v>
                </c:pt>
                <c:pt idx="1452">
                  <c:v>42944</c:v>
                </c:pt>
                <c:pt idx="1453">
                  <c:v>42943</c:v>
                </c:pt>
                <c:pt idx="1454">
                  <c:v>42942</c:v>
                </c:pt>
                <c:pt idx="1455">
                  <c:v>42941</c:v>
                </c:pt>
                <c:pt idx="1456">
                  <c:v>42940</c:v>
                </c:pt>
                <c:pt idx="1457">
                  <c:v>42937</c:v>
                </c:pt>
                <c:pt idx="1458">
                  <c:v>42936</c:v>
                </c:pt>
                <c:pt idx="1459">
                  <c:v>42935</c:v>
                </c:pt>
                <c:pt idx="1460">
                  <c:v>42934</c:v>
                </c:pt>
                <c:pt idx="1461">
                  <c:v>42933</c:v>
                </c:pt>
                <c:pt idx="1462">
                  <c:v>42930</c:v>
                </c:pt>
                <c:pt idx="1463">
                  <c:v>42929</c:v>
                </c:pt>
                <c:pt idx="1464">
                  <c:v>42928</c:v>
                </c:pt>
                <c:pt idx="1465">
                  <c:v>42927</c:v>
                </c:pt>
                <c:pt idx="1466">
                  <c:v>42926</c:v>
                </c:pt>
                <c:pt idx="1467">
                  <c:v>42923</c:v>
                </c:pt>
                <c:pt idx="1468">
                  <c:v>42922</c:v>
                </c:pt>
                <c:pt idx="1469">
                  <c:v>42921</c:v>
                </c:pt>
                <c:pt idx="1470">
                  <c:v>42920</c:v>
                </c:pt>
                <c:pt idx="1471">
                  <c:v>42919</c:v>
                </c:pt>
                <c:pt idx="1472">
                  <c:v>42916</c:v>
                </c:pt>
                <c:pt idx="1473">
                  <c:v>42915</c:v>
                </c:pt>
                <c:pt idx="1474">
                  <c:v>42914</c:v>
                </c:pt>
                <c:pt idx="1475">
                  <c:v>42913</c:v>
                </c:pt>
                <c:pt idx="1476">
                  <c:v>42912</c:v>
                </c:pt>
                <c:pt idx="1477">
                  <c:v>42909</c:v>
                </c:pt>
                <c:pt idx="1478">
                  <c:v>42908</c:v>
                </c:pt>
                <c:pt idx="1479">
                  <c:v>42907</c:v>
                </c:pt>
                <c:pt idx="1480">
                  <c:v>42906</c:v>
                </c:pt>
                <c:pt idx="1481">
                  <c:v>42905</c:v>
                </c:pt>
                <c:pt idx="1482">
                  <c:v>42902</c:v>
                </c:pt>
                <c:pt idx="1483">
                  <c:v>42901</c:v>
                </c:pt>
                <c:pt idx="1484">
                  <c:v>42900</c:v>
                </c:pt>
                <c:pt idx="1485">
                  <c:v>42899</c:v>
                </c:pt>
                <c:pt idx="1486">
                  <c:v>42898</c:v>
                </c:pt>
                <c:pt idx="1487">
                  <c:v>42895</c:v>
                </c:pt>
                <c:pt idx="1488">
                  <c:v>42894</c:v>
                </c:pt>
                <c:pt idx="1489">
                  <c:v>42893</c:v>
                </c:pt>
                <c:pt idx="1490">
                  <c:v>42892</c:v>
                </c:pt>
                <c:pt idx="1491">
                  <c:v>42891</c:v>
                </c:pt>
                <c:pt idx="1492">
                  <c:v>42888</c:v>
                </c:pt>
                <c:pt idx="1493">
                  <c:v>42887</c:v>
                </c:pt>
                <c:pt idx="1494">
                  <c:v>42886</c:v>
                </c:pt>
                <c:pt idx="1495">
                  <c:v>42882</c:v>
                </c:pt>
                <c:pt idx="1496">
                  <c:v>42881</c:v>
                </c:pt>
                <c:pt idx="1497">
                  <c:v>42880</c:v>
                </c:pt>
                <c:pt idx="1498">
                  <c:v>42879</c:v>
                </c:pt>
                <c:pt idx="1499">
                  <c:v>42878</c:v>
                </c:pt>
                <c:pt idx="1500">
                  <c:v>42877</c:v>
                </c:pt>
                <c:pt idx="1501">
                  <c:v>42874</c:v>
                </c:pt>
                <c:pt idx="1502">
                  <c:v>42873</c:v>
                </c:pt>
                <c:pt idx="1503">
                  <c:v>42872</c:v>
                </c:pt>
                <c:pt idx="1504">
                  <c:v>42871</c:v>
                </c:pt>
                <c:pt idx="1505">
                  <c:v>42870</c:v>
                </c:pt>
                <c:pt idx="1506">
                  <c:v>42867</c:v>
                </c:pt>
                <c:pt idx="1507">
                  <c:v>42866</c:v>
                </c:pt>
                <c:pt idx="1508">
                  <c:v>42865</c:v>
                </c:pt>
                <c:pt idx="1509">
                  <c:v>42864</c:v>
                </c:pt>
                <c:pt idx="1510">
                  <c:v>42863</c:v>
                </c:pt>
                <c:pt idx="1511">
                  <c:v>42860</c:v>
                </c:pt>
                <c:pt idx="1512">
                  <c:v>42859</c:v>
                </c:pt>
                <c:pt idx="1513">
                  <c:v>42858</c:v>
                </c:pt>
                <c:pt idx="1514">
                  <c:v>42857</c:v>
                </c:pt>
                <c:pt idx="1515">
                  <c:v>42853</c:v>
                </c:pt>
                <c:pt idx="1516">
                  <c:v>42852</c:v>
                </c:pt>
                <c:pt idx="1517">
                  <c:v>42851</c:v>
                </c:pt>
                <c:pt idx="1518">
                  <c:v>42850</c:v>
                </c:pt>
                <c:pt idx="1519">
                  <c:v>42849</c:v>
                </c:pt>
                <c:pt idx="1520">
                  <c:v>42846</c:v>
                </c:pt>
                <c:pt idx="1521">
                  <c:v>42845</c:v>
                </c:pt>
                <c:pt idx="1522">
                  <c:v>42844</c:v>
                </c:pt>
                <c:pt idx="1523">
                  <c:v>42843</c:v>
                </c:pt>
                <c:pt idx="1524">
                  <c:v>42842</c:v>
                </c:pt>
                <c:pt idx="1525">
                  <c:v>42839</c:v>
                </c:pt>
                <c:pt idx="1526">
                  <c:v>42838</c:v>
                </c:pt>
                <c:pt idx="1527">
                  <c:v>42837</c:v>
                </c:pt>
                <c:pt idx="1528">
                  <c:v>42836</c:v>
                </c:pt>
                <c:pt idx="1529">
                  <c:v>42835</c:v>
                </c:pt>
                <c:pt idx="1530">
                  <c:v>42832</c:v>
                </c:pt>
                <c:pt idx="1531">
                  <c:v>42831</c:v>
                </c:pt>
                <c:pt idx="1532">
                  <c:v>42830</c:v>
                </c:pt>
                <c:pt idx="1533">
                  <c:v>42826</c:v>
                </c:pt>
                <c:pt idx="1534">
                  <c:v>42825</c:v>
                </c:pt>
                <c:pt idx="1535">
                  <c:v>42824</c:v>
                </c:pt>
                <c:pt idx="1536">
                  <c:v>42823</c:v>
                </c:pt>
                <c:pt idx="1537">
                  <c:v>42822</c:v>
                </c:pt>
                <c:pt idx="1538">
                  <c:v>42821</c:v>
                </c:pt>
                <c:pt idx="1539">
                  <c:v>42818</c:v>
                </c:pt>
                <c:pt idx="1540">
                  <c:v>42817</c:v>
                </c:pt>
                <c:pt idx="1541">
                  <c:v>42816</c:v>
                </c:pt>
                <c:pt idx="1542">
                  <c:v>42815</c:v>
                </c:pt>
                <c:pt idx="1543">
                  <c:v>42814</c:v>
                </c:pt>
                <c:pt idx="1544">
                  <c:v>42811</c:v>
                </c:pt>
                <c:pt idx="1545">
                  <c:v>42810</c:v>
                </c:pt>
                <c:pt idx="1546">
                  <c:v>42809</c:v>
                </c:pt>
                <c:pt idx="1547">
                  <c:v>42808</c:v>
                </c:pt>
                <c:pt idx="1548">
                  <c:v>42807</c:v>
                </c:pt>
                <c:pt idx="1549">
                  <c:v>42804</c:v>
                </c:pt>
                <c:pt idx="1550">
                  <c:v>42803</c:v>
                </c:pt>
                <c:pt idx="1551">
                  <c:v>42802</c:v>
                </c:pt>
                <c:pt idx="1552">
                  <c:v>42801</c:v>
                </c:pt>
                <c:pt idx="1553">
                  <c:v>42800</c:v>
                </c:pt>
                <c:pt idx="1554">
                  <c:v>42797</c:v>
                </c:pt>
                <c:pt idx="1555">
                  <c:v>42796</c:v>
                </c:pt>
                <c:pt idx="1556">
                  <c:v>42795</c:v>
                </c:pt>
                <c:pt idx="1557">
                  <c:v>42794</c:v>
                </c:pt>
                <c:pt idx="1558">
                  <c:v>42793</c:v>
                </c:pt>
                <c:pt idx="1559">
                  <c:v>42790</c:v>
                </c:pt>
                <c:pt idx="1560">
                  <c:v>42789</c:v>
                </c:pt>
                <c:pt idx="1561">
                  <c:v>42788</c:v>
                </c:pt>
                <c:pt idx="1562">
                  <c:v>42787</c:v>
                </c:pt>
                <c:pt idx="1563">
                  <c:v>42786</c:v>
                </c:pt>
                <c:pt idx="1564">
                  <c:v>42783</c:v>
                </c:pt>
                <c:pt idx="1565">
                  <c:v>42782</c:v>
                </c:pt>
                <c:pt idx="1566">
                  <c:v>42781</c:v>
                </c:pt>
                <c:pt idx="1567">
                  <c:v>42780</c:v>
                </c:pt>
                <c:pt idx="1568">
                  <c:v>42779</c:v>
                </c:pt>
                <c:pt idx="1569">
                  <c:v>42776</c:v>
                </c:pt>
                <c:pt idx="1570">
                  <c:v>42775</c:v>
                </c:pt>
                <c:pt idx="1571">
                  <c:v>42774</c:v>
                </c:pt>
                <c:pt idx="1572">
                  <c:v>42773</c:v>
                </c:pt>
                <c:pt idx="1573">
                  <c:v>42772</c:v>
                </c:pt>
                <c:pt idx="1574">
                  <c:v>42770</c:v>
                </c:pt>
                <c:pt idx="1575">
                  <c:v>42769</c:v>
                </c:pt>
                <c:pt idx="1576">
                  <c:v>42761</c:v>
                </c:pt>
                <c:pt idx="1577">
                  <c:v>42760</c:v>
                </c:pt>
                <c:pt idx="1578">
                  <c:v>42759</c:v>
                </c:pt>
                <c:pt idx="1579">
                  <c:v>42758</c:v>
                </c:pt>
                <c:pt idx="1580">
                  <c:v>42757</c:v>
                </c:pt>
                <c:pt idx="1581">
                  <c:v>42755</c:v>
                </c:pt>
                <c:pt idx="1582">
                  <c:v>42754</c:v>
                </c:pt>
                <c:pt idx="1583">
                  <c:v>42753</c:v>
                </c:pt>
                <c:pt idx="1584">
                  <c:v>42752</c:v>
                </c:pt>
                <c:pt idx="1585">
                  <c:v>42751</c:v>
                </c:pt>
                <c:pt idx="1586">
                  <c:v>42748</c:v>
                </c:pt>
                <c:pt idx="1587">
                  <c:v>42747</c:v>
                </c:pt>
                <c:pt idx="1588">
                  <c:v>42746</c:v>
                </c:pt>
                <c:pt idx="1589">
                  <c:v>42745</c:v>
                </c:pt>
                <c:pt idx="1590">
                  <c:v>42744</c:v>
                </c:pt>
                <c:pt idx="1591">
                  <c:v>42741</c:v>
                </c:pt>
                <c:pt idx="1592">
                  <c:v>42740</c:v>
                </c:pt>
                <c:pt idx="1593">
                  <c:v>42739</c:v>
                </c:pt>
                <c:pt idx="1594">
                  <c:v>42738</c:v>
                </c:pt>
                <c:pt idx="1595">
                  <c:v>42734</c:v>
                </c:pt>
                <c:pt idx="1596">
                  <c:v>42733</c:v>
                </c:pt>
                <c:pt idx="1597">
                  <c:v>42732</c:v>
                </c:pt>
                <c:pt idx="1598">
                  <c:v>42731</c:v>
                </c:pt>
                <c:pt idx="1599">
                  <c:v>42730</c:v>
                </c:pt>
                <c:pt idx="1600">
                  <c:v>42727</c:v>
                </c:pt>
                <c:pt idx="1601">
                  <c:v>42726</c:v>
                </c:pt>
                <c:pt idx="1602">
                  <c:v>42725</c:v>
                </c:pt>
                <c:pt idx="1603">
                  <c:v>42724</c:v>
                </c:pt>
                <c:pt idx="1604">
                  <c:v>42723</c:v>
                </c:pt>
                <c:pt idx="1605">
                  <c:v>42720</c:v>
                </c:pt>
                <c:pt idx="1606">
                  <c:v>42719</c:v>
                </c:pt>
                <c:pt idx="1607">
                  <c:v>42718</c:v>
                </c:pt>
                <c:pt idx="1608">
                  <c:v>42717</c:v>
                </c:pt>
                <c:pt idx="1609">
                  <c:v>42716</c:v>
                </c:pt>
                <c:pt idx="1610">
                  <c:v>42713</c:v>
                </c:pt>
                <c:pt idx="1611">
                  <c:v>42712</c:v>
                </c:pt>
                <c:pt idx="1612">
                  <c:v>42711</c:v>
                </c:pt>
                <c:pt idx="1613">
                  <c:v>42710</c:v>
                </c:pt>
                <c:pt idx="1614">
                  <c:v>42709</c:v>
                </c:pt>
                <c:pt idx="1615">
                  <c:v>42706</c:v>
                </c:pt>
                <c:pt idx="1616">
                  <c:v>42705</c:v>
                </c:pt>
                <c:pt idx="1617">
                  <c:v>42704</c:v>
                </c:pt>
                <c:pt idx="1618">
                  <c:v>42703</c:v>
                </c:pt>
                <c:pt idx="1619">
                  <c:v>42702</c:v>
                </c:pt>
                <c:pt idx="1620">
                  <c:v>42699</c:v>
                </c:pt>
                <c:pt idx="1621">
                  <c:v>42698</c:v>
                </c:pt>
                <c:pt idx="1622">
                  <c:v>42697</c:v>
                </c:pt>
                <c:pt idx="1623">
                  <c:v>42696</c:v>
                </c:pt>
                <c:pt idx="1624">
                  <c:v>42695</c:v>
                </c:pt>
                <c:pt idx="1625">
                  <c:v>42692</c:v>
                </c:pt>
                <c:pt idx="1626">
                  <c:v>42691</c:v>
                </c:pt>
                <c:pt idx="1627">
                  <c:v>42690</c:v>
                </c:pt>
                <c:pt idx="1628">
                  <c:v>42689</c:v>
                </c:pt>
                <c:pt idx="1629">
                  <c:v>42688</c:v>
                </c:pt>
                <c:pt idx="1630">
                  <c:v>42685</c:v>
                </c:pt>
                <c:pt idx="1631">
                  <c:v>42684</c:v>
                </c:pt>
                <c:pt idx="1632">
                  <c:v>42683</c:v>
                </c:pt>
                <c:pt idx="1633">
                  <c:v>42682</c:v>
                </c:pt>
                <c:pt idx="1634">
                  <c:v>42681</c:v>
                </c:pt>
                <c:pt idx="1635">
                  <c:v>42678</c:v>
                </c:pt>
                <c:pt idx="1636">
                  <c:v>42677</c:v>
                </c:pt>
                <c:pt idx="1637">
                  <c:v>42676</c:v>
                </c:pt>
                <c:pt idx="1638">
                  <c:v>42675</c:v>
                </c:pt>
                <c:pt idx="1639">
                  <c:v>42674</c:v>
                </c:pt>
                <c:pt idx="1640">
                  <c:v>42671</c:v>
                </c:pt>
                <c:pt idx="1641">
                  <c:v>42670</c:v>
                </c:pt>
                <c:pt idx="1642">
                  <c:v>42669</c:v>
                </c:pt>
                <c:pt idx="1643">
                  <c:v>42668</c:v>
                </c:pt>
                <c:pt idx="1644">
                  <c:v>42667</c:v>
                </c:pt>
                <c:pt idx="1645">
                  <c:v>42664</c:v>
                </c:pt>
                <c:pt idx="1646">
                  <c:v>42663</c:v>
                </c:pt>
                <c:pt idx="1647">
                  <c:v>42662</c:v>
                </c:pt>
                <c:pt idx="1648">
                  <c:v>42661</c:v>
                </c:pt>
                <c:pt idx="1649">
                  <c:v>42660</c:v>
                </c:pt>
                <c:pt idx="1650">
                  <c:v>42657</c:v>
                </c:pt>
                <c:pt idx="1651">
                  <c:v>42656</c:v>
                </c:pt>
                <c:pt idx="1652">
                  <c:v>42655</c:v>
                </c:pt>
                <c:pt idx="1653">
                  <c:v>42654</c:v>
                </c:pt>
                <c:pt idx="1654">
                  <c:v>42653</c:v>
                </c:pt>
                <c:pt idx="1655">
                  <c:v>42652</c:v>
                </c:pt>
                <c:pt idx="1656">
                  <c:v>42651</c:v>
                </c:pt>
                <c:pt idx="1657">
                  <c:v>42643</c:v>
                </c:pt>
                <c:pt idx="1658">
                  <c:v>42642</c:v>
                </c:pt>
                <c:pt idx="1659">
                  <c:v>42641</c:v>
                </c:pt>
                <c:pt idx="1660">
                  <c:v>42640</c:v>
                </c:pt>
                <c:pt idx="1661">
                  <c:v>42639</c:v>
                </c:pt>
                <c:pt idx="1662">
                  <c:v>42636</c:v>
                </c:pt>
                <c:pt idx="1663">
                  <c:v>42635</c:v>
                </c:pt>
                <c:pt idx="1664">
                  <c:v>42634</c:v>
                </c:pt>
                <c:pt idx="1665">
                  <c:v>42633</c:v>
                </c:pt>
                <c:pt idx="1666">
                  <c:v>42632</c:v>
                </c:pt>
                <c:pt idx="1667">
                  <c:v>42631</c:v>
                </c:pt>
                <c:pt idx="1668">
                  <c:v>42627</c:v>
                </c:pt>
                <c:pt idx="1669">
                  <c:v>42626</c:v>
                </c:pt>
                <c:pt idx="1670">
                  <c:v>42625</c:v>
                </c:pt>
                <c:pt idx="1671">
                  <c:v>42622</c:v>
                </c:pt>
                <c:pt idx="1672">
                  <c:v>42621</c:v>
                </c:pt>
                <c:pt idx="1673">
                  <c:v>42620</c:v>
                </c:pt>
                <c:pt idx="1674">
                  <c:v>42619</c:v>
                </c:pt>
                <c:pt idx="1675">
                  <c:v>42618</c:v>
                </c:pt>
                <c:pt idx="1676">
                  <c:v>42615</c:v>
                </c:pt>
                <c:pt idx="1677">
                  <c:v>42614</c:v>
                </c:pt>
                <c:pt idx="1678">
                  <c:v>42613</c:v>
                </c:pt>
                <c:pt idx="1679">
                  <c:v>42612</c:v>
                </c:pt>
                <c:pt idx="1680">
                  <c:v>42611</c:v>
                </c:pt>
                <c:pt idx="1681">
                  <c:v>42608</c:v>
                </c:pt>
                <c:pt idx="1682">
                  <c:v>42607</c:v>
                </c:pt>
                <c:pt idx="1683">
                  <c:v>42606</c:v>
                </c:pt>
                <c:pt idx="1684">
                  <c:v>42605</c:v>
                </c:pt>
                <c:pt idx="1685">
                  <c:v>42604</c:v>
                </c:pt>
                <c:pt idx="1686">
                  <c:v>42601</c:v>
                </c:pt>
                <c:pt idx="1687">
                  <c:v>42600</c:v>
                </c:pt>
                <c:pt idx="1688">
                  <c:v>42599</c:v>
                </c:pt>
                <c:pt idx="1689">
                  <c:v>42598</c:v>
                </c:pt>
                <c:pt idx="1690">
                  <c:v>42597</c:v>
                </c:pt>
                <c:pt idx="1691">
                  <c:v>42594</c:v>
                </c:pt>
                <c:pt idx="1692">
                  <c:v>42593</c:v>
                </c:pt>
                <c:pt idx="1693">
                  <c:v>42592</c:v>
                </c:pt>
                <c:pt idx="1694">
                  <c:v>42591</c:v>
                </c:pt>
                <c:pt idx="1695">
                  <c:v>42590</c:v>
                </c:pt>
                <c:pt idx="1696">
                  <c:v>42587</c:v>
                </c:pt>
                <c:pt idx="1697">
                  <c:v>42586</c:v>
                </c:pt>
                <c:pt idx="1698">
                  <c:v>42585</c:v>
                </c:pt>
                <c:pt idx="1699">
                  <c:v>42584</c:v>
                </c:pt>
                <c:pt idx="1700">
                  <c:v>42583</c:v>
                </c:pt>
                <c:pt idx="1701">
                  <c:v>42580</c:v>
                </c:pt>
                <c:pt idx="1702">
                  <c:v>42579</c:v>
                </c:pt>
                <c:pt idx="1703">
                  <c:v>42578</c:v>
                </c:pt>
                <c:pt idx="1704">
                  <c:v>42577</c:v>
                </c:pt>
                <c:pt idx="1705">
                  <c:v>42576</c:v>
                </c:pt>
                <c:pt idx="1706">
                  <c:v>42573</c:v>
                </c:pt>
                <c:pt idx="1707">
                  <c:v>42572</c:v>
                </c:pt>
                <c:pt idx="1708">
                  <c:v>42571</c:v>
                </c:pt>
                <c:pt idx="1709">
                  <c:v>42570</c:v>
                </c:pt>
                <c:pt idx="1710">
                  <c:v>42569</c:v>
                </c:pt>
                <c:pt idx="1711">
                  <c:v>42566</c:v>
                </c:pt>
                <c:pt idx="1712">
                  <c:v>42565</c:v>
                </c:pt>
                <c:pt idx="1713">
                  <c:v>42564</c:v>
                </c:pt>
                <c:pt idx="1714">
                  <c:v>42563</c:v>
                </c:pt>
                <c:pt idx="1715">
                  <c:v>42562</c:v>
                </c:pt>
                <c:pt idx="1716">
                  <c:v>42559</c:v>
                </c:pt>
                <c:pt idx="1717">
                  <c:v>42558</c:v>
                </c:pt>
                <c:pt idx="1718">
                  <c:v>42557</c:v>
                </c:pt>
                <c:pt idx="1719">
                  <c:v>42556</c:v>
                </c:pt>
                <c:pt idx="1720">
                  <c:v>42555</c:v>
                </c:pt>
                <c:pt idx="1721">
                  <c:v>42552</c:v>
                </c:pt>
                <c:pt idx="1722">
                  <c:v>42551</c:v>
                </c:pt>
                <c:pt idx="1723">
                  <c:v>42550</c:v>
                </c:pt>
                <c:pt idx="1724">
                  <c:v>42549</c:v>
                </c:pt>
                <c:pt idx="1725">
                  <c:v>42548</c:v>
                </c:pt>
                <c:pt idx="1726">
                  <c:v>42545</c:v>
                </c:pt>
                <c:pt idx="1727">
                  <c:v>42544</c:v>
                </c:pt>
                <c:pt idx="1728">
                  <c:v>42543</c:v>
                </c:pt>
                <c:pt idx="1729">
                  <c:v>42542</c:v>
                </c:pt>
                <c:pt idx="1730">
                  <c:v>42541</c:v>
                </c:pt>
                <c:pt idx="1731">
                  <c:v>42538</c:v>
                </c:pt>
                <c:pt idx="1732">
                  <c:v>42537</c:v>
                </c:pt>
                <c:pt idx="1733">
                  <c:v>42536</c:v>
                </c:pt>
                <c:pt idx="1734">
                  <c:v>42535</c:v>
                </c:pt>
                <c:pt idx="1735">
                  <c:v>42534</c:v>
                </c:pt>
                <c:pt idx="1736">
                  <c:v>42533</c:v>
                </c:pt>
                <c:pt idx="1737">
                  <c:v>42529</c:v>
                </c:pt>
                <c:pt idx="1738">
                  <c:v>42528</c:v>
                </c:pt>
                <c:pt idx="1739">
                  <c:v>42527</c:v>
                </c:pt>
                <c:pt idx="1740">
                  <c:v>42524</c:v>
                </c:pt>
                <c:pt idx="1741">
                  <c:v>42523</c:v>
                </c:pt>
                <c:pt idx="1742">
                  <c:v>42522</c:v>
                </c:pt>
                <c:pt idx="1743">
                  <c:v>42521</c:v>
                </c:pt>
                <c:pt idx="1744">
                  <c:v>42520</c:v>
                </c:pt>
                <c:pt idx="1745">
                  <c:v>42517</c:v>
                </c:pt>
                <c:pt idx="1746">
                  <c:v>42516</c:v>
                </c:pt>
                <c:pt idx="1747">
                  <c:v>42515</c:v>
                </c:pt>
                <c:pt idx="1748">
                  <c:v>42514</c:v>
                </c:pt>
                <c:pt idx="1749">
                  <c:v>42513</c:v>
                </c:pt>
                <c:pt idx="1750">
                  <c:v>42510</c:v>
                </c:pt>
                <c:pt idx="1751">
                  <c:v>42509</c:v>
                </c:pt>
                <c:pt idx="1752">
                  <c:v>42508</c:v>
                </c:pt>
                <c:pt idx="1753">
                  <c:v>42507</c:v>
                </c:pt>
                <c:pt idx="1754">
                  <c:v>42506</c:v>
                </c:pt>
                <c:pt idx="1755">
                  <c:v>42503</c:v>
                </c:pt>
                <c:pt idx="1756">
                  <c:v>42502</c:v>
                </c:pt>
                <c:pt idx="1757">
                  <c:v>42501</c:v>
                </c:pt>
                <c:pt idx="1758">
                  <c:v>42500</c:v>
                </c:pt>
                <c:pt idx="1759">
                  <c:v>42499</c:v>
                </c:pt>
                <c:pt idx="1760">
                  <c:v>42496</c:v>
                </c:pt>
                <c:pt idx="1761">
                  <c:v>42495</c:v>
                </c:pt>
                <c:pt idx="1762">
                  <c:v>42494</c:v>
                </c:pt>
                <c:pt idx="1763">
                  <c:v>42493</c:v>
                </c:pt>
                <c:pt idx="1764">
                  <c:v>42489</c:v>
                </c:pt>
                <c:pt idx="1765">
                  <c:v>42488</c:v>
                </c:pt>
                <c:pt idx="1766">
                  <c:v>42487</c:v>
                </c:pt>
                <c:pt idx="1767">
                  <c:v>42486</c:v>
                </c:pt>
                <c:pt idx="1768">
                  <c:v>42485</c:v>
                </c:pt>
                <c:pt idx="1769">
                  <c:v>42482</c:v>
                </c:pt>
                <c:pt idx="1770">
                  <c:v>42481</c:v>
                </c:pt>
                <c:pt idx="1771">
                  <c:v>42480</c:v>
                </c:pt>
                <c:pt idx="1772">
                  <c:v>42479</c:v>
                </c:pt>
                <c:pt idx="1773">
                  <c:v>42478</c:v>
                </c:pt>
                <c:pt idx="1774">
                  <c:v>42475</c:v>
                </c:pt>
                <c:pt idx="1775">
                  <c:v>42474</c:v>
                </c:pt>
                <c:pt idx="1776">
                  <c:v>42473</c:v>
                </c:pt>
                <c:pt idx="1777">
                  <c:v>42472</c:v>
                </c:pt>
                <c:pt idx="1778">
                  <c:v>42471</c:v>
                </c:pt>
                <c:pt idx="1779">
                  <c:v>42468</c:v>
                </c:pt>
                <c:pt idx="1780">
                  <c:v>42467</c:v>
                </c:pt>
                <c:pt idx="1781">
                  <c:v>42466</c:v>
                </c:pt>
                <c:pt idx="1782">
                  <c:v>42465</c:v>
                </c:pt>
                <c:pt idx="1783">
                  <c:v>42461</c:v>
                </c:pt>
                <c:pt idx="1784">
                  <c:v>42460</c:v>
                </c:pt>
                <c:pt idx="1785">
                  <c:v>42459</c:v>
                </c:pt>
                <c:pt idx="1786">
                  <c:v>42458</c:v>
                </c:pt>
                <c:pt idx="1787">
                  <c:v>42457</c:v>
                </c:pt>
                <c:pt idx="1788">
                  <c:v>42454</c:v>
                </c:pt>
                <c:pt idx="1789">
                  <c:v>42453</c:v>
                </c:pt>
                <c:pt idx="1790">
                  <c:v>42452</c:v>
                </c:pt>
                <c:pt idx="1791">
                  <c:v>42451</c:v>
                </c:pt>
                <c:pt idx="1792">
                  <c:v>42450</c:v>
                </c:pt>
                <c:pt idx="1793">
                  <c:v>42447</c:v>
                </c:pt>
                <c:pt idx="1794">
                  <c:v>42446</c:v>
                </c:pt>
                <c:pt idx="1795">
                  <c:v>42445</c:v>
                </c:pt>
                <c:pt idx="1796">
                  <c:v>42444</c:v>
                </c:pt>
                <c:pt idx="1797">
                  <c:v>42443</c:v>
                </c:pt>
                <c:pt idx="1798">
                  <c:v>42440</c:v>
                </c:pt>
                <c:pt idx="1799">
                  <c:v>42439</c:v>
                </c:pt>
                <c:pt idx="1800">
                  <c:v>42438</c:v>
                </c:pt>
                <c:pt idx="1801">
                  <c:v>42437</c:v>
                </c:pt>
                <c:pt idx="1802">
                  <c:v>42436</c:v>
                </c:pt>
                <c:pt idx="1803">
                  <c:v>42433</c:v>
                </c:pt>
                <c:pt idx="1804">
                  <c:v>42432</c:v>
                </c:pt>
                <c:pt idx="1805">
                  <c:v>42431</c:v>
                </c:pt>
                <c:pt idx="1806">
                  <c:v>42430</c:v>
                </c:pt>
                <c:pt idx="1807">
                  <c:v>42429</c:v>
                </c:pt>
                <c:pt idx="1808">
                  <c:v>42426</c:v>
                </c:pt>
                <c:pt idx="1809">
                  <c:v>42425</c:v>
                </c:pt>
                <c:pt idx="1810">
                  <c:v>42424</c:v>
                </c:pt>
                <c:pt idx="1811">
                  <c:v>42423</c:v>
                </c:pt>
                <c:pt idx="1812">
                  <c:v>42422</c:v>
                </c:pt>
                <c:pt idx="1813">
                  <c:v>42419</c:v>
                </c:pt>
                <c:pt idx="1814">
                  <c:v>42418</c:v>
                </c:pt>
                <c:pt idx="1815">
                  <c:v>42417</c:v>
                </c:pt>
                <c:pt idx="1816">
                  <c:v>42416</c:v>
                </c:pt>
                <c:pt idx="1817">
                  <c:v>42415</c:v>
                </c:pt>
                <c:pt idx="1818">
                  <c:v>42414</c:v>
                </c:pt>
                <c:pt idx="1819">
                  <c:v>42406</c:v>
                </c:pt>
                <c:pt idx="1820">
                  <c:v>42405</c:v>
                </c:pt>
                <c:pt idx="1821">
                  <c:v>42404</c:v>
                </c:pt>
                <c:pt idx="1822">
                  <c:v>42403</c:v>
                </c:pt>
                <c:pt idx="1823">
                  <c:v>42402</c:v>
                </c:pt>
                <c:pt idx="1824">
                  <c:v>42401</c:v>
                </c:pt>
                <c:pt idx="1825">
                  <c:v>42398</c:v>
                </c:pt>
                <c:pt idx="1826">
                  <c:v>42397</c:v>
                </c:pt>
                <c:pt idx="1827">
                  <c:v>42396</c:v>
                </c:pt>
                <c:pt idx="1828">
                  <c:v>42395</c:v>
                </c:pt>
                <c:pt idx="1829">
                  <c:v>42394</c:v>
                </c:pt>
                <c:pt idx="1830">
                  <c:v>42391</c:v>
                </c:pt>
                <c:pt idx="1831">
                  <c:v>42390</c:v>
                </c:pt>
                <c:pt idx="1832">
                  <c:v>42389</c:v>
                </c:pt>
                <c:pt idx="1833">
                  <c:v>42388</c:v>
                </c:pt>
                <c:pt idx="1834">
                  <c:v>42387</c:v>
                </c:pt>
                <c:pt idx="1835">
                  <c:v>42384</c:v>
                </c:pt>
                <c:pt idx="1836">
                  <c:v>42383</c:v>
                </c:pt>
                <c:pt idx="1837">
                  <c:v>42382</c:v>
                </c:pt>
                <c:pt idx="1838">
                  <c:v>42381</c:v>
                </c:pt>
                <c:pt idx="1839">
                  <c:v>42380</c:v>
                </c:pt>
                <c:pt idx="1840">
                  <c:v>42377</c:v>
                </c:pt>
                <c:pt idx="1841">
                  <c:v>42376</c:v>
                </c:pt>
                <c:pt idx="1842">
                  <c:v>42375</c:v>
                </c:pt>
                <c:pt idx="1843">
                  <c:v>42374</c:v>
                </c:pt>
                <c:pt idx="1844">
                  <c:v>42373</c:v>
                </c:pt>
              </c:numCache>
            </c:numRef>
          </c:cat>
          <c:val>
            <c:numRef>
              <c:f>'图49-57'!$H$172:$H$1848</c:f>
              <c:numCache>
                <c:formatCode>0</c:formatCode>
                <c:ptCount val="1677"/>
                <c:pt idx="0">
                  <c:v>2546</c:v>
                </c:pt>
                <c:pt idx="1">
                  <c:v>2546</c:v>
                </c:pt>
                <c:pt idx="2">
                  <c:v>2546</c:v>
                </c:pt>
                <c:pt idx="3">
                  <c:v>2546</c:v>
                </c:pt>
                <c:pt idx="4">
                  <c:v>2527</c:v>
                </c:pt>
                <c:pt idx="5">
                  <c:v>2527</c:v>
                </c:pt>
                <c:pt idx="6">
                  <c:v>2527</c:v>
                </c:pt>
                <c:pt idx="7">
                  <c:v>2548</c:v>
                </c:pt>
                <c:pt idx="8">
                  <c:v>2548</c:v>
                </c:pt>
                <c:pt idx="9">
                  <c:v>2548</c:v>
                </c:pt>
                <c:pt idx="10">
                  <c:v>2633</c:v>
                </c:pt>
                <c:pt idx="11">
                  <c:v>2633</c:v>
                </c:pt>
                <c:pt idx="12">
                  <c:v>2733</c:v>
                </c:pt>
                <c:pt idx="13">
                  <c:v>2733</c:v>
                </c:pt>
                <c:pt idx="14">
                  <c:v>2733</c:v>
                </c:pt>
                <c:pt idx="15">
                  <c:v>2733</c:v>
                </c:pt>
                <c:pt idx="16">
                  <c:v>2733</c:v>
                </c:pt>
                <c:pt idx="17">
                  <c:v>2733</c:v>
                </c:pt>
                <c:pt idx="18">
                  <c:v>2733</c:v>
                </c:pt>
                <c:pt idx="19">
                  <c:v>2733</c:v>
                </c:pt>
                <c:pt idx="20">
                  <c:v>2733</c:v>
                </c:pt>
                <c:pt idx="21">
                  <c:v>2733</c:v>
                </c:pt>
                <c:pt idx="22">
                  <c:v>2733</c:v>
                </c:pt>
                <c:pt idx="23">
                  <c:v>2733</c:v>
                </c:pt>
                <c:pt idx="24">
                  <c:v>2767</c:v>
                </c:pt>
                <c:pt idx="25">
                  <c:v>2767</c:v>
                </c:pt>
                <c:pt idx="26">
                  <c:v>2767</c:v>
                </c:pt>
                <c:pt idx="27">
                  <c:v>2767</c:v>
                </c:pt>
                <c:pt idx="28">
                  <c:v>2767</c:v>
                </c:pt>
                <c:pt idx="29">
                  <c:v>2767</c:v>
                </c:pt>
                <c:pt idx="30">
                  <c:v>2767</c:v>
                </c:pt>
                <c:pt idx="31">
                  <c:v>2767</c:v>
                </c:pt>
                <c:pt idx="32">
                  <c:v>2767</c:v>
                </c:pt>
                <c:pt idx="33">
                  <c:v>2767</c:v>
                </c:pt>
                <c:pt idx="34">
                  <c:v>2767</c:v>
                </c:pt>
                <c:pt idx="35">
                  <c:v>2750</c:v>
                </c:pt>
                <c:pt idx="36">
                  <c:v>2750</c:v>
                </c:pt>
                <c:pt idx="37">
                  <c:v>2750</c:v>
                </c:pt>
                <c:pt idx="38">
                  <c:v>2750</c:v>
                </c:pt>
                <c:pt idx="39">
                  <c:v>2750</c:v>
                </c:pt>
                <c:pt idx="40">
                  <c:v>2750</c:v>
                </c:pt>
                <c:pt idx="41">
                  <c:v>2750</c:v>
                </c:pt>
                <c:pt idx="42">
                  <c:v>2750</c:v>
                </c:pt>
                <c:pt idx="43">
                  <c:v>2750</c:v>
                </c:pt>
                <c:pt idx="44">
                  <c:v>2750</c:v>
                </c:pt>
                <c:pt idx="45">
                  <c:v>2750</c:v>
                </c:pt>
                <c:pt idx="46">
                  <c:v>2767</c:v>
                </c:pt>
                <c:pt idx="47">
                  <c:v>2750</c:v>
                </c:pt>
                <c:pt idx="48">
                  <c:v>2767</c:v>
                </c:pt>
                <c:pt idx="49">
                  <c:v>2800</c:v>
                </c:pt>
                <c:pt idx="50">
                  <c:v>2800</c:v>
                </c:pt>
                <c:pt idx="51">
                  <c:v>2800</c:v>
                </c:pt>
                <c:pt idx="52">
                  <c:v>2800</c:v>
                </c:pt>
                <c:pt idx="53">
                  <c:v>2817</c:v>
                </c:pt>
                <c:pt idx="54">
                  <c:v>2833</c:v>
                </c:pt>
                <c:pt idx="55">
                  <c:v>2967</c:v>
                </c:pt>
                <c:pt idx="56">
                  <c:v>3217</c:v>
                </c:pt>
                <c:pt idx="57">
                  <c:v>3217</c:v>
                </c:pt>
                <c:pt idx="58">
                  <c:v>3217</c:v>
                </c:pt>
                <c:pt idx="59">
                  <c:v>3217</c:v>
                </c:pt>
                <c:pt idx="60">
                  <c:v>3250</c:v>
                </c:pt>
                <c:pt idx="61">
                  <c:v>3317</c:v>
                </c:pt>
                <c:pt idx="62">
                  <c:v>3317</c:v>
                </c:pt>
                <c:pt idx="63">
                  <c:v>3467</c:v>
                </c:pt>
                <c:pt idx="64">
                  <c:v>3467</c:v>
                </c:pt>
                <c:pt idx="65">
                  <c:v>3467</c:v>
                </c:pt>
                <c:pt idx="66">
                  <c:v>3467</c:v>
                </c:pt>
                <c:pt idx="67">
                  <c:v>3533</c:v>
                </c:pt>
                <c:pt idx="68">
                  <c:v>3533</c:v>
                </c:pt>
                <c:pt idx="69">
                  <c:v>3567</c:v>
                </c:pt>
                <c:pt idx="70">
                  <c:v>3650</c:v>
                </c:pt>
                <c:pt idx="71">
                  <c:v>3650</c:v>
                </c:pt>
                <c:pt idx="72">
                  <c:v>3650</c:v>
                </c:pt>
                <c:pt idx="73">
                  <c:v>3650</c:v>
                </c:pt>
                <c:pt idx="74">
                  <c:v>3650</c:v>
                </c:pt>
                <c:pt idx="75">
                  <c:v>3667</c:v>
                </c:pt>
                <c:pt idx="76">
                  <c:v>3667</c:v>
                </c:pt>
                <c:pt idx="77">
                  <c:v>3683</c:v>
                </c:pt>
                <c:pt idx="78">
                  <c:v>3683</c:v>
                </c:pt>
                <c:pt idx="79">
                  <c:v>3683</c:v>
                </c:pt>
                <c:pt idx="80">
                  <c:v>3683</c:v>
                </c:pt>
                <c:pt idx="81">
                  <c:v>3692</c:v>
                </c:pt>
                <c:pt idx="82">
                  <c:v>3708</c:v>
                </c:pt>
                <c:pt idx="83">
                  <c:v>3708</c:v>
                </c:pt>
                <c:pt idx="84">
                  <c:v>3733</c:v>
                </c:pt>
                <c:pt idx="85">
                  <c:v>3733</c:v>
                </c:pt>
                <c:pt idx="86">
                  <c:v>3733</c:v>
                </c:pt>
                <c:pt idx="87">
                  <c:v>3733</c:v>
                </c:pt>
                <c:pt idx="88">
                  <c:v>3733</c:v>
                </c:pt>
                <c:pt idx="89">
                  <c:v>3733</c:v>
                </c:pt>
                <c:pt idx="90">
                  <c:v>3733</c:v>
                </c:pt>
                <c:pt idx="91">
                  <c:v>3733</c:v>
                </c:pt>
                <c:pt idx="92">
                  <c:v>3733</c:v>
                </c:pt>
                <c:pt idx="93">
                  <c:v>3733</c:v>
                </c:pt>
                <c:pt idx="94">
                  <c:v>3733</c:v>
                </c:pt>
                <c:pt idx="95">
                  <c:v>3733</c:v>
                </c:pt>
                <c:pt idx="96">
                  <c:v>3767</c:v>
                </c:pt>
                <c:pt idx="97">
                  <c:v>3767</c:v>
                </c:pt>
                <c:pt idx="98">
                  <c:v>3767</c:v>
                </c:pt>
                <c:pt idx="99">
                  <c:v>3767</c:v>
                </c:pt>
                <c:pt idx="100">
                  <c:v>3767</c:v>
                </c:pt>
                <c:pt idx="101">
                  <c:v>3767</c:v>
                </c:pt>
                <c:pt idx="102">
                  <c:v>3767</c:v>
                </c:pt>
                <c:pt idx="103">
                  <c:v>3767</c:v>
                </c:pt>
                <c:pt idx="104">
                  <c:v>3750</c:v>
                </c:pt>
                <c:pt idx="105">
                  <c:v>3733</c:v>
                </c:pt>
                <c:pt idx="106">
                  <c:v>3733</c:v>
                </c:pt>
                <c:pt idx="107">
                  <c:v>3733</c:v>
                </c:pt>
                <c:pt idx="108">
                  <c:v>3733</c:v>
                </c:pt>
                <c:pt idx="109">
                  <c:v>3733</c:v>
                </c:pt>
                <c:pt idx="110">
                  <c:v>3717</c:v>
                </c:pt>
                <c:pt idx="111">
                  <c:v>3717</c:v>
                </c:pt>
                <c:pt idx="112">
                  <c:v>3717</c:v>
                </c:pt>
                <c:pt idx="113">
                  <c:v>3717</c:v>
                </c:pt>
                <c:pt idx="114">
                  <c:v>3717</c:v>
                </c:pt>
                <c:pt idx="115">
                  <c:v>3717</c:v>
                </c:pt>
                <c:pt idx="116">
                  <c:v>3717</c:v>
                </c:pt>
                <c:pt idx="117">
                  <c:v>3717</c:v>
                </c:pt>
                <c:pt idx="118">
                  <c:v>3717</c:v>
                </c:pt>
                <c:pt idx="119">
                  <c:v>3650</c:v>
                </c:pt>
                <c:pt idx="120">
                  <c:v>3650</c:v>
                </c:pt>
                <c:pt idx="121">
                  <c:v>3650</c:v>
                </c:pt>
                <c:pt idx="122">
                  <c:v>3650</c:v>
                </c:pt>
                <c:pt idx="123">
                  <c:v>3650</c:v>
                </c:pt>
                <c:pt idx="124">
                  <c:v>3650</c:v>
                </c:pt>
                <c:pt idx="125">
                  <c:v>3650</c:v>
                </c:pt>
                <c:pt idx="126">
                  <c:v>3633</c:v>
                </c:pt>
                <c:pt idx="127">
                  <c:v>3633</c:v>
                </c:pt>
                <c:pt idx="128">
                  <c:v>3633</c:v>
                </c:pt>
                <c:pt idx="129">
                  <c:v>3625</c:v>
                </c:pt>
                <c:pt idx="130">
                  <c:v>3633</c:v>
                </c:pt>
                <c:pt idx="131">
                  <c:v>3633</c:v>
                </c:pt>
                <c:pt idx="132">
                  <c:v>3633</c:v>
                </c:pt>
                <c:pt idx="133">
                  <c:v>3650</c:v>
                </c:pt>
                <c:pt idx="134">
                  <c:v>3650</c:v>
                </c:pt>
                <c:pt idx="135">
                  <c:v>3650</c:v>
                </c:pt>
                <c:pt idx="136">
                  <c:v>3650</c:v>
                </c:pt>
                <c:pt idx="137">
                  <c:v>3650</c:v>
                </c:pt>
                <c:pt idx="138">
                  <c:v>3650</c:v>
                </c:pt>
                <c:pt idx="139">
                  <c:v>3650</c:v>
                </c:pt>
                <c:pt idx="140">
                  <c:v>3667</c:v>
                </c:pt>
                <c:pt idx="141">
                  <c:v>3667</c:v>
                </c:pt>
                <c:pt idx="142">
                  <c:v>3667</c:v>
                </c:pt>
                <c:pt idx="143">
                  <c:v>3667</c:v>
                </c:pt>
                <c:pt idx="144">
                  <c:v>3667</c:v>
                </c:pt>
                <c:pt idx="145">
                  <c:v>3667</c:v>
                </c:pt>
                <c:pt idx="146">
                  <c:v>3667</c:v>
                </c:pt>
                <c:pt idx="147">
                  <c:v>3700</c:v>
                </c:pt>
                <c:pt idx="148">
                  <c:v>3700</c:v>
                </c:pt>
                <c:pt idx="149">
                  <c:v>3700</c:v>
                </c:pt>
                <c:pt idx="150">
                  <c:v>3700</c:v>
                </c:pt>
                <c:pt idx="151">
                  <c:v>3700</c:v>
                </c:pt>
                <c:pt idx="152">
                  <c:v>3558</c:v>
                </c:pt>
                <c:pt idx="153">
                  <c:v>3558</c:v>
                </c:pt>
                <c:pt idx="154">
                  <c:v>3558</c:v>
                </c:pt>
                <c:pt idx="155">
                  <c:v>3558</c:v>
                </c:pt>
                <c:pt idx="156">
                  <c:v>3375</c:v>
                </c:pt>
                <c:pt idx="157">
                  <c:v>3375</c:v>
                </c:pt>
                <c:pt idx="158">
                  <c:v>3375</c:v>
                </c:pt>
                <c:pt idx="159">
                  <c:v>3342</c:v>
                </c:pt>
                <c:pt idx="160">
                  <c:v>3300</c:v>
                </c:pt>
                <c:pt idx="161">
                  <c:v>3300</c:v>
                </c:pt>
                <c:pt idx="162">
                  <c:v>3300</c:v>
                </c:pt>
                <c:pt idx="163">
                  <c:v>3300</c:v>
                </c:pt>
                <c:pt idx="164">
                  <c:v>3250</c:v>
                </c:pt>
                <c:pt idx="165">
                  <c:v>3250</c:v>
                </c:pt>
                <c:pt idx="166">
                  <c:v>3200</c:v>
                </c:pt>
                <c:pt idx="167">
                  <c:v>3183</c:v>
                </c:pt>
                <c:pt idx="168">
                  <c:v>3183</c:v>
                </c:pt>
                <c:pt idx="169">
                  <c:v>3117</c:v>
                </c:pt>
                <c:pt idx="170">
                  <c:v>3088</c:v>
                </c:pt>
                <c:pt idx="171">
                  <c:v>3033</c:v>
                </c:pt>
                <c:pt idx="172">
                  <c:v>3033</c:v>
                </c:pt>
                <c:pt idx="173">
                  <c:v>3033</c:v>
                </c:pt>
                <c:pt idx="174">
                  <c:v>3033</c:v>
                </c:pt>
                <c:pt idx="175">
                  <c:v>3033</c:v>
                </c:pt>
                <c:pt idx="176">
                  <c:v>2967</c:v>
                </c:pt>
                <c:pt idx="177">
                  <c:v>2967</c:v>
                </c:pt>
                <c:pt idx="178">
                  <c:v>2933</c:v>
                </c:pt>
                <c:pt idx="179">
                  <c:v>2933</c:v>
                </c:pt>
                <c:pt idx="180">
                  <c:v>2900</c:v>
                </c:pt>
                <c:pt idx="181">
                  <c:v>2900</c:v>
                </c:pt>
                <c:pt idx="182">
                  <c:v>2900</c:v>
                </c:pt>
                <c:pt idx="183">
                  <c:v>2900</c:v>
                </c:pt>
                <c:pt idx="184">
                  <c:v>2850</c:v>
                </c:pt>
                <c:pt idx="185">
                  <c:v>2850</c:v>
                </c:pt>
                <c:pt idx="186">
                  <c:v>2800</c:v>
                </c:pt>
                <c:pt idx="187">
                  <c:v>2767</c:v>
                </c:pt>
                <c:pt idx="188">
                  <c:v>2700</c:v>
                </c:pt>
                <c:pt idx="189">
                  <c:v>2700</c:v>
                </c:pt>
                <c:pt idx="190">
                  <c:v>2700</c:v>
                </c:pt>
                <c:pt idx="191">
                  <c:v>2700</c:v>
                </c:pt>
                <c:pt idx="192">
                  <c:v>2700</c:v>
                </c:pt>
                <c:pt idx="193">
                  <c:v>2700</c:v>
                </c:pt>
                <c:pt idx="194">
                  <c:v>2700</c:v>
                </c:pt>
                <c:pt idx="195">
                  <c:v>2700</c:v>
                </c:pt>
                <c:pt idx="196">
                  <c:v>2700</c:v>
                </c:pt>
                <c:pt idx="197">
                  <c:v>2667</c:v>
                </c:pt>
                <c:pt idx="198">
                  <c:v>2667</c:v>
                </c:pt>
                <c:pt idx="199">
                  <c:v>2667</c:v>
                </c:pt>
                <c:pt idx="200">
                  <c:v>2667</c:v>
                </c:pt>
                <c:pt idx="201">
                  <c:v>2667</c:v>
                </c:pt>
                <c:pt idx="202">
                  <c:v>2683</c:v>
                </c:pt>
                <c:pt idx="203">
                  <c:v>2683</c:v>
                </c:pt>
                <c:pt idx="204">
                  <c:v>2683</c:v>
                </c:pt>
                <c:pt idx="205">
                  <c:v>2717</c:v>
                </c:pt>
                <c:pt idx="206">
                  <c:v>2760</c:v>
                </c:pt>
                <c:pt idx="207">
                  <c:v>2800</c:v>
                </c:pt>
                <c:pt idx="208">
                  <c:v>2800</c:v>
                </c:pt>
                <c:pt idx="209">
                  <c:v>2800</c:v>
                </c:pt>
                <c:pt idx="210">
                  <c:v>2850</c:v>
                </c:pt>
                <c:pt idx="211">
                  <c:v>2900</c:v>
                </c:pt>
                <c:pt idx="212">
                  <c:v>2900</c:v>
                </c:pt>
                <c:pt idx="213">
                  <c:v>2917</c:v>
                </c:pt>
                <c:pt idx="214">
                  <c:v>2950</c:v>
                </c:pt>
                <c:pt idx="215">
                  <c:v>2950</c:v>
                </c:pt>
                <c:pt idx="216">
                  <c:v>2967</c:v>
                </c:pt>
                <c:pt idx="217">
                  <c:v>3033</c:v>
                </c:pt>
                <c:pt idx="218">
                  <c:v>3050</c:v>
                </c:pt>
                <c:pt idx="219">
                  <c:v>3083</c:v>
                </c:pt>
                <c:pt idx="220">
                  <c:v>3133</c:v>
                </c:pt>
                <c:pt idx="221">
                  <c:v>3150</c:v>
                </c:pt>
                <c:pt idx="222">
                  <c:v>3183</c:v>
                </c:pt>
                <c:pt idx="223">
                  <c:v>3283</c:v>
                </c:pt>
                <c:pt idx="224">
                  <c:v>3283</c:v>
                </c:pt>
                <c:pt idx="225">
                  <c:v>3317</c:v>
                </c:pt>
                <c:pt idx="226">
                  <c:v>3367</c:v>
                </c:pt>
                <c:pt idx="227">
                  <c:v>3367</c:v>
                </c:pt>
                <c:pt idx="228">
                  <c:v>3367</c:v>
                </c:pt>
                <c:pt idx="229">
                  <c:v>3367</c:v>
                </c:pt>
                <c:pt idx="230">
                  <c:v>3367</c:v>
                </c:pt>
                <c:pt idx="231">
                  <c:v>3367</c:v>
                </c:pt>
                <c:pt idx="232">
                  <c:v>3367</c:v>
                </c:pt>
                <c:pt idx="233">
                  <c:v>3367</c:v>
                </c:pt>
                <c:pt idx="234">
                  <c:v>3367</c:v>
                </c:pt>
                <c:pt idx="235">
                  <c:v>3367</c:v>
                </c:pt>
                <c:pt idx="236">
                  <c:v>3367</c:v>
                </c:pt>
                <c:pt idx="237">
                  <c:v>3150</c:v>
                </c:pt>
                <c:pt idx="238">
                  <c:v>3150</c:v>
                </c:pt>
                <c:pt idx="239">
                  <c:v>3150</c:v>
                </c:pt>
                <c:pt idx="240">
                  <c:v>3150</c:v>
                </c:pt>
                <c:pt idx="241">
                  <c:v>3150</c:v>
                </c:pt>
                <c:pt idx="242">
                  <c:v>3150</c:v>
                </c:pt>
                <c:pt idx="243">
                  <c:v>3150</c:v>
                </c:pt>
                <c:pt idx="244">
                  <c:v>3150</c:v>
                </c:pt>
                <c:pt idx="245">
                  <c:v>3100</c:v>
                </c:pt>
                <c:pt idx="246">
                  <c:v>3100</c:v>
                </c:pt>
                <c:pt idx="247">
                  <c:v>3100</c:v>
                </c:pt>
                <c:pt idx="248">
                  <c:v>3100</c:v>
                </c:pt>
                <c:pt idx="249">
                  <c:v>3100</c:v>
                </c:pt>
                <c:pt idx="250">
                  <c:v>3100</c:v>
                </c:pt>
                <c:pt idx="251">
                  <c:v>3100</c:v>
                </c:pt>
                <c:pt idx="252">
                  <c:v>2950</c:v>
                </c:pt>
                <c:pt idx="253">
                  <c:v>2950</c:v>
                </c:pt>
                <c:pt idx="254">
                  <c:v>2950</c:v>
                </c:pt>
                <c:pt idx="255">
                  <c:v>2950</c:v>
                </c:pt>
                <c:pt idx="256">
                  <c:v>2950</c:v>
                </c:pt>
                <c:pt idx="257">
                  <c:v>2950</c:v>
                </c:pt>
                <c:pt idx="258">
                  <c:v>2950</c:v>
                </c:pt>
                <c:pt idx="259">
                  <c:v>2950</c:v>
                </c:pt>
                <c:pt idx="260">
                  <c:v>2950</c:v>
                </c:pt>
                <c:pt idx="261">
                  <c:v>2950</c:v>
                </c:pt>
                <c:pt idx="262">
                  <c:v>2950</c:v>
                </c:pt>
                <c:pt idx="263">
                  <c:v>2950</c:v>
                </c:pt>
                <c:pt idx="264">
                  <c:v>2950</c:v>
                </c:pt>
                <c:pt idx="265">
                  <c:v>2950</c:v>
                </c:pt>
                <c:pt idx="266">
                  <c:v>2950</c:v>
                </c:pt>
                <c:pt idx="267">
                  <c:v>2950</c:v>
                </c:pt>
                <c:pt idx="268">
                  <c:v>2950</c:v>
                </c:pt>
                <c:pt idx="269">
                  <c:v>2950</c:v>
                </c:pt>
                <c:pt idx="270">
                  <c:v>2850</c:v>
                </c:pt>
                <c:pt idx="271">
                  <c:v>2850</c:v>
                </c:pt>
                <c:pt idx="272">
                  <c:v>2850</c:v>
                </c:pt>
                <c:pt idx="273">
                  <c:v>2850</c:v>
                </c:pt>
                <c:pt idx="274">
                  <c:v>2850</c:v>
                </c:pt>
                <c:pt idx="275">
                  <c:v>2850</c:v>
                </c:pt>
                <c:pt idx="276">
                  <c:v>2850</c:v>
                </c:pt>
                <c:pt idx="277">
                  <c:v>2850</c:v>
                </c:pt>
                <c:pt idx="278">
                  <c:v>2850</c:v>
                </c:pt>
                <c:pt idx="279">
                  <c:v>2850</c:v>
                </c:pt>
                <c:pt idx="280">
                  <c:v>2850</c:v>
                </c:pt>
                <c:pt idx="281">
                  <c:v>2850</c:v>
                </c:pt>
                <c:pt idx="282">
                  <c:v>2850</c:v>
                </c:pt>
                <c:pt idx="283">
                  <c:v>2850</c:v>
                </c:pt>
                <c:pt idx="284">
                  <c:v>2850</c:v>
                </c:pt>
                <c:pt idx="285">
                  <c:v>2850</c:v>
                </c:pt>
                <c:pt idx="286">
                  <c:v>2850</c:v>
                </c:pt>
                <c:pt idx="287">
                  <c:v>2850</c:v>
                </c:pt>
                <c:pt idx="288">
                  <c:v>2850</c:v>
                </c:pt>
                <c:pt idx="289">
                  <c:v>2850</c:v>
                </c:pt>
                <c:pt idx="290">
                  <c:v>2833</c:v>
                </c:pt>
                <c:pt idx="291">
                  <c:v>2833</c:v>
                </c:pt>
                <c:pt idx="292">
                  <c:v>2833</c:v>
                </c:pt>
                <c:pt idx="293">
                  <c:v>2800</c:v>
                </c:pt>
                <c:pt idx="294">
                  <c:v>2800</c:v>
                </c:pt>
                <c:pt idx="295">
                  <c:v>2800</c:v>
                </c:pt>
                <c:pt idx="296">
                  <c:v>2800</c:v>
                </c:pt>
                <c:pt idx="297">
                  <c:v>2800</c:v>
                </c:pt>
                <c:pt idx="298">
                  <c:v>2767</c:v>
                </c:pt>
                <c:pt idx="299">
                  <c:v>2733</c:v>
                </c:pt>
                <c:pt idx="300">
                  <c:v>2683</c:v>
                </c:pt>
                <c:pt idx="301">
                  <c:v>2683</c:v>
                </c:pt>
                <c:pt idx="302">
                  <c:v>2683</c:v>
                </c:pt>
                <c:pt idx="303">
                  <c:v>2683</c:v>
                </c:pt>
                <c:pt idx="304">
                  <c:v>2600</c:v>
                </c:pt>
                <c:pt idx="305">
                  <c:v>2600</c:v>
                </c:pt>
                <c:pt idx="306">
                  <c:v>2600</c:v>
                </c:pt>
                <c:pt idx="307">
                  <c:v>2600</c:v>
                </c:pt>
                <c:pt idx="308">
                  <c:v>2583</c:v>
                </c:pt>
                <c:pt idx="309">
                  <c:v>2567</c:v>
                </c:pt>
                <c:pt idx="310">
                  <c:v>2567</c:v>
                </c:pt>
                <c:pt idx="311">
                  <c:v>2567</c:v>
                </c:pt>
                <c:pt idx="312">
                  <c:v>2567</c:v>
                </c:pt>
                <c:pt idx="313">
                  <c:v>2567</c:v>
                </c:pt>
                <c:pt idx="314">
                  <c:v>2567</c:v>
                </c:pt>
                <c:pt idx="315">
                  <c:v>2567</c:v>
                </c:pt>
                <c:pt idx="316">
                  <c:v>2567</c:v>
                </c:pt>
                <c:pt idx="317">
                  <c:v>2567</c:v>
                </c:pt>
                <c:pt idx="318">
                  <c:v>2567</c:v>
                </c:pt>
                <c:pt idx="319">
                  <c:v>2567</c:v>
                </c:pt>
                <c:pt idx="320">
                  <c:v>2567</c:v>
                </c:pt>
                <c:pt idx="321">
                  <c:v>2533</c:v>
                </c:pt>
                <c:pt idx="322">
                  <c:v>2533</c:v>
                </c:pt>
                <c:pt idx="323">
                  <c:v>2533</c:v>
                </c:pt>
                <c:pt idx="324">
                  <c:v>2533</c:v>
                </c:pt>
                <c:pt idx="325">
                  <c:v>2533</c:v>
                </c:pt>
                <c:pt idx="326">
                  <c:v>2533</c:v>
                </c:pt>
                <c:pt idx="327">
                  <c:v>2533</c:v>
                </c:pt>
                <c:pt idx="328">
                  <c:v>2533</c:v>
                </c:pt>
                <c:pt idx="329">
                  <c:v>2533</c:v>
                </c:pt>
                <c:pt idx="330">
                  <c:v>2533</c:v>
                </c:pt>
                <c:pt idx="331">
                  <c:v>2533</c:v>
                </c:pt>
                <c:pt idx="332">
                  <c:v>2533</c:v>
                </c:pt>
                <c:pt idx="333">
                  <c:v>2517</c:v>
                </c:pt>
                <c:pt idx="334">
                  <c:v>2450</c:v>
                </c:pt>
                <c:pt idx="335">
                  <c:v>2450</c:v>
                </c:pt>
                <c:pt idx="336">
                  <c:v>2367</c:v>
                </c:pt>
                <c:pt idx="337">
                  <c:v>2367</c:v>
                </c:pt>
                <c:pt idx="338">
                  <c:v>2333</c:v>
                </c:pt>
                <c:pt idx="339">
                  <c:v>2300</c:v>
                </c:pt>
                <c:pt idx="340">
                  <c:v>2300</c:v>
                </c:pt>
                <c:pt idx="341">
                  <c:v>2250</c:v>
                </c:pt>
                <c:pt idx="342">
                  <c:v>2217</c:v>
                </c:pt>
                <c:pt idx="343">
                  <c:v>2117</c:v>
                </c:pt>
                <c:pt idx="344">
                  <c:v>2117</c:v>
                </c:pt>
                <c:pt idx="345">
                  <c:v>2033</c:v>
                </c:pt>
                <c:pt idx="346">
                  <c:v>2000</c:v>
                </c:pt>
                <c:pt idx="347">
                  <c:v>2000</c:v>
                </c:pt>
                <c:pt idx="348">
                  <c:v>2000</c:v>
                </c:pt>
                <c:pt idx="349">
                  <c:v>1943</c:v>
                </c:pt>
                <c:pt idx="350">
                  <c:v>1943</c:v>
                </c:pt>
                <c:pt idx="351">
                  <c:v>1917</c:v>
                </c:pt>
                <c:pt idx="352">
                  <c:v>1900</c:v>
                </c:pt>
                <c:pt idx="353">
                  <c:v>1900</c:v>
                </c:pt>
                <c:pt idx="354">
                  <c:v>1843</c:v>
                </c:pt>
                <c:pt idx="355">
                  <c:v>1843</c:v>
                </c:pt>
                <c:pt idx="356">
                  <c:v>1843</c:v>
                </c:pt>
                <c:pt idx="357">
                  <c:v>1843</c:v>
                </c:pt>
                <c:pt idx="358">
                  <c:v>1810</c:v>
                </c:pt>
                <c:pt idx="359">
                  <c:v>1810</c:v>
                </c:pt>
                <c:pt idx="360">
                  <c:v>1800</c:v>
                </c:pt>
                <c:pt idx="361">
                  <c:v>1800</c:v>
                </c:pt>
                <c:pt idx="362">
                  <c:v>1800</c:v>
                </c:pt>
                <c:pt idx="363">
                  <c:v>1783</c:v>
                </c:pt>
                <c:pt idx="364">
                  <c:v>1783</c:v>
                </c:pt>
                <c:pt idx="365">
                  <c:v>1783</c:v>
                </c:pt>
                <c:pt idx="366">
                  <c:v>1783</c:v>
                </c:pt>
                <c:pt idx="367">
                  <c:v>1783</c:v>
                </c:pt>
                <c:pt idx="368">
                  <c:v>1723</c:v>
                </c:pt>
                <c:pt idx="369">
                  <c:v>1723</c:v>
                </c:pt>
                <c:pt idx="370">
                  <c:v>1723</c:v>
                </c:pt>
                <c:pt idx="371">
                  <c:v>1723</c:v>
                </c:pt>
                <c:pt idx="372">
                  <c:v>1750</c:v>
                </c:pt>
                <c:pt idx="373">
                  <c:v>1750</c:v>
                </c:pt>
                <c:pt idx="374">
                  <c:v>1750</c:v>
                </c:pt>
                <c:pt idx="375">
                  <c:v>1750</c:v>
                </c:pt>
                <c:pt idx="376">
                  <c:v>1750</c:v>
                </c:pt>
                <c:pt idx="377">
                  <c:v>1750</c:v>
                </c:pt>
                <c:pt idx="378">
                  <c:v>1750</c:v>
                </c:pt>
                <c:pt idx="379">
                  <c:v>1757</c:v>
                </c:pt>
                <c:pt idx="380">
                  <c:v>1757</c:v>
                </c:pt>
                <c:pt idx="381">
                  <c:v>1757</c:v>
                </c:pt>
                <c:pt idx="382">
                  <c:v>1757</c:v>
                </c:pt>
                <c:pt idx="383">
                  <c:v>1757</c:v>
                </c:pt>
                <c:pt idx="384">
                  <c:v>1757</c:v>
                </c:pt>
                <c:pt idx="385">
                  <c:v>1757</c:v>
                </c:pt>
                <c:pt idx="386">
                  <c:v>1757</c:v>
                </c:pt>
                <c:pt idx="387">
                  <c:v>1757</c:v>
                </c:pt>
                <c:pt idx="388">
                  <c:v>1757</c:v>
                </c:pt>
                <c:pt idx="389">
                  <c:v>1757</c:v>
                </c:pt>
                <c:pt idx="390">
                  <c:v>1757</c:v>
                </c:pt>
                <c:pt idx="391">
                  <c:v>1757</c:v>
                </c:pt>
                <c:pt idx="392">
                  <c:v>1757</c:v>
                </c:pt>
                <c:pt idx="393">
                  <c:v>1757</c:v>
                </c:pt>
                <c:pt idx="394">
                  <c:v>1727</c:v>
                </c:pt>
                <c:pt idx="395">
                  <c:v>1727</c:v>
                </c:pt>
                <c:pt idx="396">
                  <c:v>1723</c:v>
                </c:pt>
                <c:pt idx="397">
                  <c:v>1723</c:v>
                </c:pt>
                <c:pt idx="398">
                  <c:v>1723</c:v>
                </c:pt>
                <c:pt idx="399">
                  <c:v>1723</c:v>
                </c:pt>
                <c:pt idx="400">
                  <c:v>1723</c:v>
                </c:pt>
                <c:pt idx="401">
                  <c:v>1723</c:v>
                </c:pt>
                <c:pt idx="402">
                  <c:v>1707</c:v>
                </c:pt>
                <c:pt idx="403">
                  <c:v>1707</c:v>
                </c:pt>
                <c:pt idx="404">
                  <c:v>1707</c:v>
                </c:pt>
                <c:pt idx="405">
                  <c:v>1690</c:v>
                </c:pt>
                <c:pt idx="406">
                  <c:v>1690</c:v>
                </c:pt>
                <c:pt idx="407">
                  <c:v>1646</c:v>
                </c:pt>
                <c:pt idx="408">
                  <c:v>1646</c:v>
                </c:pt>
                <c:pt idx="409">
                  <c:v>1566</c:v>
                </c:pt>
                <c:pt idx="410">
                  <c:v>1533</c:v>
                </c:pt>
                <c:pt idx="411">
                  <c:v>1533</c:v>
                </c:pt>
                <c:pt idx="412">
                  <c:v>1533</c:v>
                </c:pt>
                <c:pt idx="413">
                  <c:v>1533</c:v>
                </c:pt>
                <c:pt idx="414">
                  <c:v>1533</c:v>
                </c:pt>
                <c:pt idx="415">
                  <c:v>1533</c:v>
                </c:pt>
                <c:pt idx="416">
                  <c:v>1533</c:v>
                </c:pt>
                <c:pt idx="417">
                  <c:v>1533</c:v>
                </c:pt>
                <c:pt idx="418">
                  <c:v>1533</c:v>
                </c:pt>
                <c:pt idx="419">
                  <c:v>1533</c:v>
                </c:pt>
                <c:pt idx="420">
                  <c:v>1533</c:v>
                </c:pt>
                <c:pt idx="421">
                  <c:v>1533</c:v>
                </c:pt>
                <c:pt idx="422">
                  <c:v>1533</c:v>
                </c:pt>
                <c:pt idx="423">
                  <c:v>1533</c:v>
                </c:pt>
                <c:pt idx="424">
                  <c:v>1533</c:v>
                </c:pt>
                <c:pt idx="425">
                  <c:v>1533</c:v>
                </c:pt>
                <c:pt idx="426">
                  <c:v>1527</c:v>
                </c:pt>
                <c:pt idx="427">
                  <c:v>1527</c:v>
                </c:pt>
                <c:pt idx="428">
                  <c:v>1527</c:v>
                </c:pt>
                <c:pt idx="429">
                  <c:v>1527</c:v>
                </c:pt>
                <c:pt idx="430">
                  <c:v>1533</c:v>
                </c:pt>
                <c:pt idx="431">
                  <c:v>1533</c:v>
                </c:pt>
                <c:pt idx="432">
                  <c:v>1533</c:v>
                </c:pt>
                <c:pt idx="433">
                  <c:v>1533</c:v>
                </c:pt>
                <c:pt idx="434">
                  <c:v>1533</c:v>
                </c:pt>
                <c:pt idx="435">
                  <c:v>1533</c:v>
                </c:pt>
                <c:pt idx="436">
                  <c:v>1533</c:v>
                </c:pt>
                <c:pt idx="437">
                  <c:v>1533</c:v>
                </c:pt>
                <c:pt idx="438">
                  <c:v>1570</c:v>
                </c:pt>
                <c:pt idx="439">
                  <c:v>1570</c:v>
                </c:pt>
                <c:pt idx="440">
                  <c:v>1570</c:v>
                </c:pt>
                <c:pt idx="441">
                  <c:v>1614</c:v>
                </c:pt>
                <c:pt idx="442">
                  <c:v>1614</c:v>
                </c:pt>
                <c:pt idx="443">
                  <c:v>1614</c:v>
                </c:pt>
                <c:pt idx="444">
                  <c:v>1655</c:v>
                </c:pt>
                <c:pt idx="445">
                  <c:v>1661</c:v>
                </c:pt>
                <c:pt idx="446">
                  <c:v>1661</c:v>
                </c:pt>
                <c:pt idx="447">
                  <c:v>1661</c:v>
                </c:pt>
                <c:pt idx="448">
                  <c:v>1670</c:v>
                </c:pt>
                <c:pt idx="449">
                  <c:v>1670</c:v>
                </c:pt>
                <c:pt idx="450">
                  <c:v>1668</c:v>
                </c:pt>
                <c:pt idx="451">
                  <c:v>1668</c:v>
                </c:pt>
                <c:pt idx="452">
                  <c:v>1673</c:v>
                </c:pt>
                <c:pt idx="453">
                  <c:v>1673</c:v>
                </c:pt>
                <c:pt idx="454">
                  <c:v>1673</c:v>
                </c:pt>
                <c:pt idx="455">
                  <c:v>1673</c:v>
                </c:pt>
                <c:pt idx="456">
                  <c:v>1673</c:v>
                </c:pt>
                <c:pt idx="457">
                  <c:v>1623</c:v>
                </c:pt>
                <c:pt idx="458">
                  <c:v>1623</c:v>
                </c:pt>
                <c:pt idx="459">
                  <c:v>1623</c:v>
                </c:pt>
                <c:pt idx="460">
                  <c:v>1623</c:v>
                </c:pt>
                <c:pt idx="461">
                  <c:v>1623</c:v>
                </c:pt>
                <c:pt idx="462">
                  <c:v>1623</c:v>
                </c:pt>
                <c:pt idx="463">
                  <c:v>1623</c:v>
                </c:pt>
                <c:pt idx="464">
                  <c:v>1603</c:v>
                </c:pt>
                <c:pt idx="465">
                  <c:v>1603</c:v>
                </c:pt>
                <c:pt idx="466">
                  <c:v>1603</c:v>
                </c:pt>
                <c:pt idx="467">
                  <c:v>1603</c:v>
                </c:pt>
                <c:pt idx="468">
                  <c:v>1603</c:v>
                </c:pt>
                <c:pt idx="469">
                  <c:v>1603</c:v>
                </c:pt>
                <c:pt idx="470">
                  <c:v>1587</c:v>
                </c:pt>
                <c:pt idx="471">
                  <c:v>1570</c:v>
                </c:pt>
                <c:pt idx="472">
                  <c:v>1570</c:v>
                </c:pt>
                <c:pt idx="473">
                  <c:v>1570</c:v>
                </c:pt>
                <c:pt idx="474">
                  <c:v>1556</c:v>
                </c:pt>
                <c:pt idx="475">
                  <c:v>1556</c:v>
                </c:pt>
                <c:pt idx="476">
                  <c:v>1556</c:v>
                </c:pt>
                <c:pt idx="477">
                  <c:v>1556</c:v>
                </c:pt>
                <c:pt idx="478">
                  <c:v>1543</c:v>
                </c:pt>
                <c:pt idx="479">
                  <c:v>1543</c:v>
                </c:pt>
                <c:pt idx="480">
                  <c:v>1543</c:v>
                </c:pt>
                <c:pt idx="481">
                  <c:v>1543</c:v>
                </c:pt>
                <c:pt idx="482">
                  <c:v>1543</c:v>
                </c:pt>
                <c:pt idx="483">
                  <c:v>1543</c:v>
                </c:pt>
                <c:pt idx="484">
                  <c:v>1538</c:v>
                </c:pt>
                <c:pt idx="485">
                  <c:v>1538</c:v>
                </c:pt>
                <c:pt idx="486">
                  <c:v>1538</c:v>
                </c:pt>
                <c:pt idx="487">
                  <c:v>1538</c:v>
                </c:pt>
                <c:pt idx="488">
                  <c:v>1538</c:v>
                </c:pt>
                <c:pt idx="489">
                  <c:v>1538</c:v>
                </c:pt>
                <c:pt idx="490">
                  <c:v>1523</c:v>
                </c:pt>
                <c:pt idx="491">
                  <c:v>1523</c:v>
                </c:pt>
                <c:pt idx="492">
                  <c:v>1507</c:v>
                </c:pt>
                <c:pt idx="493">
                  <c:v>1507</c:v>
                </c:pt>
                <c:pt idx="494">
                  <c:v>1507</c:v>
                </c:pt>
                <c:pt idx="495">
                  <c:v>1507</c:v>
                </c:pt>
                <c:pt idx="496">
                  <c:v>1507</c:v>
                </c:pt>
                <c:pt idx="497">
                  <c:v>1497</c:v>
                </c:pt>
                <c:pt idx="498">
                  <c:v>1497</c:v>
                </c:pt>
                <c:pt idx="499">
                  <c:v>1507</c:v>
                </c:pt>
                <c:pt idx="500">
                  <c:v>1507</c:v>
                </c:pt>
                <c:pt idx="501">
                  <c:v>1507</c:v>
                </c:pt>
                <c:pt idx="502">
                  <c:v>1507</c:v>
                </c:pt>
                <c:pt idx="503">
                  <c:v>1507</c:v>
                </c:pt>
                <c:pt idx="504">
                  <c:v>1507</c:v>
                </c:pt>
                <c:pt idx="505">
                  <c:v>1507</c:v>
                </c:pt>
                <c:pt idx="506">
                  <c:v>1507</c:v>
                </c:pt>
                <c:pt idx="507">
                  <c:v>1507</c:v>
                </c:pt>
                <c:pt idx="508">
                  <c:v>1507</c:v>
                </c:pt>
                <c:pt idx="509">
                  <c:v>1507</c:v>
                </c:pt>
                <c:pt idx="510">
                  <c:v>1507</c:v>
                </c:pt>
                <c:pt idx="511">
                  <c:v>1507</c:v>
                </c:pt>
                <c:pt idx="512">
                  <c:v>1500</c:v>
                </c:pt>
                <c:pt idx="513">
                  <c:v>1500</c:v>
                </c:pt>
                <c:pt idx="514">
                  <c:v>1500</c:v>
                </c:pt>
                <c:pt idx="515">
                  <c:v>1500</c:v>
                </c:pt>
                <c:pt idx="516">
                  <c:v>1500</c:v>
                </c:pt>
                <c:pt idx="517">
                  <c:v>1508</c:v>
                </c:pt>
                <c:pt idx="518">
                  <c:v>1508</c:v>
                </c:pt>
                <c:pt idx="519">
                  <c:v>1508</c:v>
                </c:pt>
                <c:pt idx="520">
                  <c:v>1508</c:v>
                </c:pt>
                <c:pt idx="521">
                  <c:v>1508</c:v>
                </c:pt>
                <c:pt idx="522">
                  <c:v>1508</c:v>
                </c:pt>
                <c:pt idx="523">
                  <c:v>1508</c:v>
                </c:pt>
                <c:pt idx="524">
                  <c:v>1508</c:v>
                </c:pt>
                <c:pt idx="525">
                  <c:v>1508</c:v>
                </c:pt>
                <c:pt idx="526">
                  <c:v>1508</c:v>
                </c:pt>
                <c:pt idx="527">
                  <c:v>1508</c:v>
                </c:pt>
                <c:pt idx="528">
                  <c:v>1508</c:v>
                </c:pt>
                <c:pt idx="529">
                  <c:v>1508</c:v>
                </c:pt>
                <c:pt idx="530">
                  <c:v>1508</c:v>
                </c:pt>
                <c:pt idx="531">
                  <c:v>1508</c:v>
                </c:pt>
                <c:pt idx="532">
                  <c:v>1508</c:v>
                </c:pt>
                <c:pt idx="533">
                  <c:v>1508</c:v>
                </c:pt>
                <c:pt idx="534">
                  <c:v>1508</c:v>
                </c:pt>
                <c:pt idx="535">
                  <c:v>1508</c:v>
                </c:pt>
                <c:pt idx="536">
                  <c:v>1508</c:v>
                </c:pt>
                <c:pt idx="537">
                  <c:v>1508</c:v>
                </c:pt>
                <c:pt idx="538">
                  <c:v>1508</c:v>
                </c:pt>
                <c:pt idx="539">
                  <c:v>1508</c:v>
                </c:pt>
                <c:pt idx="540">
                  <c:v>1508</c:v>
                </c:pt>
                <c:pt idx="541">
                  <c:v>1508</c:v>
                </c:pt>
                <c:pt idx="542">
                  <c:v>1500</c:v>
                </c:pt>
                <c:pt idx="543">
                  <c:v>1500</c:v>
                </c:pt>
                <c:pt idx="544">
                  <c:v>1500</c:v>
                </c:pt>
                <c:pt idx="545">
                  <c:v>1500</c:v>
                </c:pt>
                <c:pt idx="546">
                  <c:v>1500</c:v>
                </c:pt>
                <c:pt idx="547">
                  <c:v>1500</c:v>
                </c:pt>
                <c:pt idx="548">
                  <c:v>1500</c:v>
                </c:pt>
                <c:pt idx="549">
                  <c:v>1500</c:v>
                </c:pt>
                <c:pt idx="550">
                  <c:v>1500</c:v>
                </c:pt>
                <c:pt idx="551">
                  <c:v>1500</c:v>
                </c:pt>
                <c:pt idx="552">
                  <c:v>1500</c:v>
                </c:pt>
                <c:pt idx="553">
                  <c:v>1510</c:v>
                </c:pt>
                <c:pt idx="554">
                  <c:v>1548</c:v>
                </c:pt>
                <c:pt idx="555">
                  <c:v>1548</c:v>
                </c:pt>
                <c:pt idx="556">
                  <c:v>1556</c:v>
                </c:pt>
                <c:pt idx="557">
                  <c:v>1556</c:v>
                </c:pt>
                <c:pt idx="558">
                  <c:v>1576</c:v>
                </c:pt>
                <c:pt idx="559">
                  <c:v>1576</c:v>
                </c:pt>
                <c:pt idx="560">
                  <c:v>1576</c:v>
                </c:pt>
                <c:pt idx="561">
                  <c:v>1576</c:v>
                </c:pt>
                <c:pt idx="562">
                  <c:v>1576</c:v>
                </c:pt>
                <c:pt idx="563">
                  <c:v>1588</c:v>
                </c:pt>
                <c:pt idx="564">
                  <c:v>1588</c:v>
                </c:pt>
                <c:pt idx="565">
                  <c:v>1588</c:v>
                </c:pt>
                <c:pt idx="566">
                  <c:v>1598</c:v>
                </c:pt>
                <c:pt idx="567">
                  <c:v>1598</c:v>
                </c:pt>
                <c:pt idx="568">
                  <c:v>1598</c:v>
                </c:pt>
                <c:pt idx="569">
                  <c:v>1615</c:v>
                </c:pt>
                <c:pt idx="570">
                  <c:v>1615</c:v>
                </c:pt>
                <c:pt idx="571">
                  <c:v>1615</c:v>
                </c:pt>
                <c:pt idx="572">
                  <c:v>1615</c:v>
                </c:pt>
                <c:pt idx="573">
                  <c:v>1615</c:v>
                </c:pt>
                <c:pt idx="574">
                  <c:v>1615</c:v>
                </c:pt>
                <c:pt idx="575">
                  <c:v>1615</c:v>
                </c:pt>
                <c:pt idx="576">
                  <c:v>1615</c:v>
                </c:pt>
                <c:pt idx="577">
                  <c:v>1615</c:v>
                </c:pt>
                <c:pt idx="578">
                  <c:v>1615</c:v>
                </c:pt>
                <c:pt idx="579">
                  <c:v>1615</c:v>
                </c:pt>
                <c:pt idx="580">
                  <c:v>1615</c:v>
                </c:pt>
                <c:pt idx="581">
                  <c:v>1615</c:v>
                </c:pt>
                <c:pt idx="582">
                  <c:v>1615</c:v>
                </c:pt>
                <c:pt idx="583">
                  <c:v>1615</c:v>
                </c:pt>
                <c:pt idx="584">
                  <c:v>1621</c:v>
                </c:pt>
                <c:pt idx="585">
                  <c:v>1621</c:v>
                </c:pt>
                <c:pt idx="586">
                  <c:v>1639</c:v>
                </c:pt>
                <c:pt idx="587">
                  <c:v>1656</c:v>
                </c:pt>
                <c:pt idx="588">
                  <c:v>1656</c:v>
                </c:pt>
                <c:pt idx="589">
                  <c:v>1656</c:v>
                </c:pt>
                <c:pt idx="590">
                  <c:v>1664</c:v>
                </c:pt>
                <c:pt idx="591">
                  <c:v>1664</c:v>
                </c:pt>
                <c:pt idx="592">
                  <c:v>1664</c:v>
                </c:pt>
                <c:pt idx="593">
                  <c:v>1664</c:v>
                </c:pt>
                <c:pt idx="594">
                  <c:v>1666</c:v>
                </c:pt>
                <c:pt idx="595">
                  <c:v>1666</c:v>
                </c:pt>
                <c:pt idx="596">
                  <c:v>1666</c:v>
                </c:pt>
                <c:pt idx="597">
                  <c:v>1666</c:v>
                </c:pt>
                <c:pt idx="598">
                  <c:v>1666</c:v>
                </c:pt>
                <c:pt idx="599">
                  <c:v>1666</c:v>
                </c:pt>
                <c:pt idx="600">
                  <c:v>1672</c:v>
                </c:pt>
                <c:pt idx="601">
                  <c:v>1672</c:v>
                </c:pt>
                <c:pt idx="602">
                  <c:v>1672</c:v>
                </c:pt>
                <c:pt idx="603">
                  <c:v>1672</c:v>
                </c:pt>
                <c:pt idx="604">
                  <c:v>1672</c:v>
                </c:pt>
                <c:pt idx="605">
                  <c:v>1672</c:v>
                </c:pt>
                <c:pt idx="606">
                  <c:v>1672</c:v>
                </c:pt>
                <c:pt idx="607">
                  <c:v>1672</c:v>
                </c:pt>
                <c:pt idx="608">
                  <c:v>1672</c:v>
                </c:pt>
                <c:pt idx="609">
                  <c:v>1672</c:v>
                </c:pt>
                <c:pt idx="610">
                  <c:v>1672</c:v>
                </c:pt>
                <c:pt idx="611">
                  <c:v>1672</c:v>
                </c:pt>
                <c:pt idx="612">
                  <c:v>1672</c:v>
                </c:pt>
                <c:pt idx="613">
                  <c:v>1672</c:v>
                </c:pt>
                <c:pt idx="614">
                  <c:v>1672</c:v>
                </c:pt>
                <c:pt idx="615">
                  <c:v>1672</c:v>
                </c:pt>
                <c:pt idx="616">
                  <c:v>1666</c:v>
                </c:pt>
                <c:pt idx="617">
                  <c:v>1666</c:v>
                </c:pt>
                <c:pt idx="618">
                  <c:v>1666</c:v>
                </c:pt>
                <c:pt idx="619">
                  <c:v>1666</c:v>
                </c:pt>
                <c:pt idx="620">
                  <c:v>1666</c:v>
                </c:pt>
                <c:pt idx="621">
                  <c:v>1666</c:v>
                </c:pt>
                <c:pt idx="622">
                  <c:v>1666</c:v>
                </c:pt>
                <c:pt idx="623">
                  <c:v>1666</c:v>
                </c:pt>
                <c:pt idx="624">
                  <c:v>1666</c:v>
                </c:pt>
                <c:pt idx="625">
                  <c:v>1666</c:v>
                </c:pt>
                <c:pt idx="626">
                  <c:v>1666</c:v>
                </c:pt>
                <c:pt idx="627">
                  <c:v>1666</c:v>
                </c:pt>
                <c:pt idx="628">
                  <c:v>1637</c:v>
                </c:pt>
                <c:pt idx="629">
                  <c:v>1637</c:v>
                </c:pt>
                <c:pt idx="630">
                  <c:v>1637</c:v>
                </c:pt>
                <c:pt idx="631">
                  <c:v>1649</c:v>
                </c:pt>
                <c:pt idx="632">
                  <c:v>1649</c:v>
                </c:pt>
                <c:pt idx="633">
                  <c:v>1649</c:v>
                </c:pt>
                <c:pt idx="634">
                  <c:v>1649</c:v>
                </c:pt>
                <c:pt idx="635">
                  <c:v>1663</c:v>
                </c:pt>
                <c:pt idx="636">
                  <c:v>1663</c:v>
                </c:pt>
                <c:pt idx="637">
                  <c:v>1701</c:v>
                </c:pt>
                <c:pt idx="638">
                  <c:v>1729</c:v>
                </c:pt>
                <c:pt idx="639">
                  <c:v>1729</c:v>
                </c:pt>
                <c:pt idx="640">
                  <c:v>1729</c:v>
                </c:pt>
                <c:pt idx="641">
                  <c:v>1729</c:v>
                </c:pt>
                <c:pt idx="642">
                  <c:v>1729</c:v>
                </c:pt>
                <c:pt idx="643">
                  <c:v>1773</c:v>
                </c:pt>
                <c:pt idx="644">
                  <c:v>1773</c:v>
                </c:pt>
                <c:pt idx="645">
                  <c:v>1773</c:v>
                </c:pt>
                <c:pt idx="646">
                  <c:v>1773</c:v>
                </c:pt>
                <c:pt idx="647">
                  <c:v>1773</c:v>
                </c:pt>
                <c:pt idx="648">
                  <c:v>1796</c:v>
                </c:pt>
                <c:pt idx="649">
                  <c:v>1796</c:v>
                </c:pt>
                <c:pt idx="650">
                  <c:v>1796</c:v>
                </c:pt>
                <c:pt idx="651">
                  <c:v>1796</c:v>
                </c:pt>
                <c:pt idx="652">
                  <c:v>1796</c:v>
                </c:pt>
                <c:pt idx="653">
                  <c:v>1796</c:v>
                </c:pt>
                <c:pt idx="654">
                  <c:v>1796</c:v>
                </c:pt>
                <c:pt idx="655">
                  <c:v>1796</c:v>
                </c:pt>
                <c:pt idx="656">
                  <c:v>1791</c:v>
                </c:pt>
                <c:pt idx="657">
                  <c:v>1791</c:v>
                </c:pt>
                <c:pt idx="658">
                  <c:v>1698</c:v>
                </c:pt>
                <c:pt idx="659">
                  <c:v>1698</c:v>
                </c:pt>
                <c:pt idx="660">
                  <c:v>1674</c:v>
                </c:pt>
                <c:pt idx="661">
                  <c:v>1674</c:v>
                </c:pt>
                <c:pt idx="662">
                  <c:v>1674</c:v>
                </c:pt>
                <c:pt idx="663">
                  <c:v>1674</c:v>
                </c:pt>
                <c:pt idx="664">
                  <c:v>1674</c:v>
                </c:pt>
                <c:pt idx="665">
                  <c:v>1674</c:v>
                </c:pt>
                <c:pt idx="666">
                  <c:v>1674</c:v>
                </c:pt>
                <c:pt idx="667">
                  <c:v>1674</c:v>
                </c:pt>
                <c:pt idx="668">
                  <c:v>1674</c:v>
                </c:pt>
                <c:pt idx="669">
                  <c:v>1674</c:v>
                </c:pt>
                <c:pt idx="670">
                  <c:v>1674</c:v>
                </c:pt>
                <c:pt idx="671">
                  <c:v>1674</c:v>
                </c:pt>
                <c:pt idx="672">
                  <c:v>1681</c:v>
                </c:pt>
                <c:pt idx="673">
                  <c:v>1681</c:v>
                </c:pt>
                <c:pt idx="674">
                  <c:v>1681</c:v>
                </c:pt>
                <c:pt idx="675">
                  <c:v>1681</c:v>
                </c:pt>
                <c:pt idx="676">
                  <c:v>1681</c:v>
                </c:pt>
                <c:pt idx="677">
                  <c:v>1681</c:v>
                </c:pt>
                <c:pt idx="678">
                  <c:v>1681</c:v>
                </c:pt>
                <c:pt idx="679">
                  <c:v>1681</c:v>
                </c:pt>
                <c:pt idx="680">
                  <c:v>1681</c:v>
                </c:pt>
                <c:pt idx="681">
                  <c:v>1691</c:v>
                </c:pt>
                <c:pt idx="682">
                  <c:v>1691</c:v>
                </c:pt>
                <c:pt idx="683">
                  <c:v>1691</c:v>
                </c:pt>
                <c:pt idx="684">
                  <c:v>1691</c:v>
                </c:pt>
                <c:pt idx="685">
                  <c:v>1691</c:v>
                </c:pt>
                <c:pt idx="686">
                  <c:v>1691</c:v>
                </c:pt>
                <c:pt idx="687">
                  <c:v>1691</c:v>
                </c:pt>
                <c:pt idx="688">
                  <c:v>1691</c:v>
                </c:pt>
                <c:pt idx="689">
                  <c:v>1691</c:v>
                </c:pt>
                <c:pt idx="690">
                  <c:v>1707</c:v>
                </c:pt>
                <c:pt idx="691">
                  <c:v>1727</c:v>
                </c:pt>
                <c:pt idx="692">
                  <c:v>1727</c:v>
                </c:pt>
                <c:pt idx="693">
                  <c:v>1727</c:v>
                </c:pt>
                <c:pt idx="694">
                  <c:v>1727</c:v>
                </c:pt>
                <c:pt idx="695">
                  <c:v>1727</c:v>
                </c:pt>
                <c:pt idx="696">
                  <c:v>1727</c:v>
                </c:pt>
                <c:pt idx="697">
                  <c:v>1727</c:v>
                </c:pt>
                <c:pt idx="698">
                  <c:v>1727</c:v>
                </c:pt>
                <c:pt idx="699">
                  <c:v>1727</c:v>
                </c:pt>
                <c:pt idx="700">
                  <c:v>1727</c:v>
                </c:pt>
                <c:pt idx="701">
                  <c:v>1727</c:v>
                </c:pt>
                <c:pt idx="702">
                  <c:v>1727</c:v>
                </c:pt>
                <c:pt idx="703">
                  <c:v>1745</c:v>
                </c:pt>
                <c:pt idx="704">
                  <c:v>1745</c:v>
                </c:pt>
                <c:pt idx="705">
                  <c:v>1745</c:v>
                </c:pt>
                <c:pt idx="706">
                  <c:v>1745</c:v>
                </c:pt>
                <c:pt idx="707">
                  <c:v>1745</c:v>
                </c:pt>
                <c:pt idx="708">
                  <c:v>1751</c:v>
                </c:pt>
                <c:pt idx="709">
                  <c:v>1751</c:v>
                </c:pt>
                <c:pt idx="710">
                  <c:v>1751</c:v>
                </c:pt>
                <c:pt idx="711">
                  <c:v>1751</c:v>
                </c:pt>
                <c:pt idx="712">
                  <c:v>1751</c:v>
                </c:pt>
                <c:pt idx="713">
                  <c:v>1751</c:v>
                </c:pt>
                <c:pt idx="714">
                  <c:v>1782</c:v>
                </c:pt>
                <c:pt idx="715">
                  <c:v>1782</c:v>
                </c:pt>
                <c:pt idx="716">
                  <c:v>1782</c:v>
                </c:pt>
                <c:pt idx="717">
                  <c:v>1782</c:v>
                </c:pt>
                <c:pt idx="718">
                  <c:v>1782</c:v>
                </c:pt>
                <c:pt idx="719">
                  <c:v>1782</c:v>
                </c:pt>
                <c:pt idx="720">
                  <c:v>1782</c:v>
                </c:pt>
                <c:pt idx="721">
                  <c:v>1782</c:v>
                </c:pt>
                <c:pt idx="722">
                  <c:v>1782</c:v>
                </c:pt>
                <c:pt idx="723">
                  <c:v>1782</c:v>
                </c:pt>
                <c:pt idx="724">
                  <c:v>1782</c:v>
                </c:pt>
                <c:pt idx="725">
                  <c:v>1782</c:v>
                </c:pt>
                <c:pt idx="726">
                  <c:v>1782</c:v>
                </c:pt>
                <c:pt idx="727">
                  <c:v>1782</c:v>
                </c:pt>
                <c:pt idx="728">
                  <c:v>1744</c:v>
                </c:pt>
                <c:pt idx="729">
                  <c:v>1744</c:v>
                </c:pt>
                <c:pt idx="730">
                  <c:v>1744</c:v>
                </c:pt>
                <c:pt idx="731">
                  <c:v>1744</c:v>
                </c:pt>
                <c:pt idx="732">
                  <c:v>1744</c:v>
                </c:pt>
                <c:pt idx="733">
                  <c:v>1744</c:v>
                </c:pt>
                <c:pt idx="734">
                  <c:v>1744</c:v>
                </c:pt>
                <c:pt idx="735">
                  <c:v>1725</c:v>
                </c:pt>
                <c:pt idx="736">
                  <c:v>1725</c:v>
                </c:pt>
                <c:pt idx="737">
                  <c:v>1725</c:v>
                </c:pt>
                <c:pt idx="738">
                  <c:v>1725</c:v>
                </c:pt>
                <c:pt idx="739">
                  <c:v>1725</c:v>
                </c:pt>
                <c:pt idx="740">
                  <c:v>1714</c:v>
                </c:pt>
                <c:pt idx="741">
                  <c:v>1714</c:v>
                </c:pt>
                <c:pt idx="742">
                  <c:v>1714</c:v>
                </c:pt>
                <c:pt idx="743">
                  <c:v>1708</c:v>
                </c:pt>
                <c:pt idx="744">
                  <c:v>1708</c:v>
                </c:pt>
                <c:pt idx="745">
                  <c:v>1708</c:v>
                </c:pt>
                <c:pt idx="746">
                  <c:v>1708</c:v>
                </c:pt>
                <c:pt idx="747">
                  <c:v>1691</c:v>
                </c:pt>
                <c:pt idx="748">
                  <c:v>1691</c:v>
                </c:pt>
                <c:pt idx="749">
                  <c:v>1691</c:v>
                </c:pt>
                <c:pt idx="750">
                  <c:v>1691</c:v>
                </c:pt>
                <c:pt idx="751">
                  <c:v>1691</c:v>
                </c:pt>
                <c:pt idx="752">
                  <c:v>1691</c:v>
                </c:pt>
                <c:pt idx="753">
                  <c:v>1691</c:v>
                </c:pt>
                <c:pt idx="754">
                  <c:v>1691</c:v>
                </c:pt>
                <c:pt idx="755">
                  <c:v>1691</c:v>
                </c:pt>
                <c:pt idx="756">
                  <c:v>1691</c:v>
                </c:pt>
                <c:pt idx="757">
                  <c:v>1691</c:v>
                </c:pt>
                <c:pt idx="758">
                  <c:v>1691</c:v>
                </c:pt>
                <c:pt idx="759">
                  <c:v>1691</c:v>
                </c:pt>
                <c:pt idx="760">
                  <c:v>1672</c:v>
                </c:pt>
                <c:pt idx="761">
                  <c:v>1672</c:v>
                </c:pt>
                <c:pt idx="762">
                  <c:v>1672</c:v>
                </c:pt>
                <c:pt idx="763">
                  <c:v>1672</c:v>
                </c:pt>
                <c:pt idx="764">
                  <c:v>1688</c:v>
                </c:pt>
                <c:pt idx="765">
                  <c:v>1688</c:v>
                </c:pt>
                <c:pt idx="766">
                  <c:v>1688</c:v>
                </c:pt>
                <c:pt idx="767">
                  <c:v>1688</c:v>
                </c:pt>
                <c:pt idx="768">
                  <c:v>1688</c:v>
                </c:pt>
                <c:pt idx="769">
                  <c:v>1773</c:v>
                </c:pt>
                <c:pt idx="770">
                  <c:v>1773</c:v>
                </c:pt>
                <c:pt idx="771">
                  <c:v>1773</c:v>
                </c:pt>
                <c:pt idx="772">
                  <c:v>1773</c:v>
                </c:pt>
                <c:pt idx="773">
                  <c:v>1773</c:v>
                </c:pt>
                <c:pt idx="774">
                  <c:v>1773</c:v>
                </c:pt>
                <c:pt idx="775">
                  <c:v>1773</c:v>
                </c:pt>
                <c:pt idx="776">
                  <c:v>1813</c:v>
                </c:pt>
                <c:pt idx="777">
                  <c:v>1813</c:v>
                </c:pt>
                <c:pt idx="778">
                  <c:v>1845</c:v>
                </c:pt>
                <c:pt idx="779">
                  <c:v>1845</c:v>
                </c:pt>
                <c:pt idx="780">
                  <c:v>1845</c:v>
                </c:pt>
                <c:pt idx="781">
                  <c:v>1845</c:v>
                </c:pt>
                <c:pt idx="782">
                  <c:v>1845</c:v>
                </c:pt>
                <c:pt idx="783">
                  <c:v>1845</c:v>
                </c:pt>
                <c:pt idx="784">
                  <c:v>1845</c:v>
                </c:pt>
                <c:pt idx="785">
                  <c:v>1850</c:v>
                </c:pt>
                <c:pt idx="786">
                  <c:v>1855</c:v>
                </c:pt>
                <c:pt idx="787">
                  <c:v>1855</c:v>
                </c:pt>
                <c:pt idx="788">
                  <c:v>1855</c:v>
                </c:pt>
                <c:pt idx="789">
                  <c:v>1855</c:v>
                </c:pt>
                <c:pt idx="790">
                  <c:v>1855</c:v>
                </c:pt>
                <c:pt idx="791">
                  <c:v>1866</c:v>
                </c:pt>
                <c:pt idx="792">
                  <c:v>1866</c:v>
                </c:pt>
                <c:pt idx="793">
                  <c:v>1866</c:v>
                </c:pt>
                <c:pt idx="794">
                  <c:v>1866</c:v>
                </c:pt>
                <c:pt idx="795">
                  <c:v>1866</c:v>
                </c:pt>
                <c:pt idx="796">
                  <c:v>1866</c:v>
                </c:pt>
                <c:pt idx="797">
                  <c:v>1866</c:v>
                </c:pt>
                <c:pt idx="798">
                  <c:v>1866</c:v>
                </c:pt>
                <c:pt idx="799">
                  <c:v>1866</c:v>
                </c:pt>
                <c:pt idx="800">
                  <c:v>1866</c:v>
                </c:pt>
                <c:pt idx="801">
                  <c:v>1866</c:v>
                </c:pt>
                <c:pt idx="802">
                  <c:v>1866</c:v>
                </c:pt>
                <c:pt idx="803">
                  <c:v>1866</c:v>
                </c:pt>
                <c:pt idx="804">
                  <c:v>1866</c:v>
                </c:pt>
                <c:pt idx="805">
                  <c:v>1866</c:v>
                </c:pt>
                <c:pt idx="806">
                  <c:v>1866</c:v>
                </c:pt>
                <c:pt idx="807">
                  <c:v>1866</c:v>
                </c:pt>
                <c:pt idx="808">
                  <c:v>1866</c:v>
                </c:pt>
                <c:pt idx="809">
                  <c:v>1815</c:v>
                </c:pt>
                <c:pt idx="810">
                  <c:v>1815</c:v>
                </c:pt>
                <c:pt idx="811">
                  <c:v>1815</c:v>
                </c:pt>
                <c:pt idx="812">
                  <c:v>1815</c:v>
                </c:pt>
                <c:pt idx="813">
                  <c:v>1815</c:v>
                </c:pt>
                <c:pt idx="814">
                  <c:v>1815</c:v>
                </c:pt>
                <c:pt idx="815">
                  <c:v>1815</c:v>
                </c:pt>
                <c:pt idx="816">
                  <c:v>1815</c:v>
                </c:pt>
                <c:pt idx="817">
                  <c:v>1815</c:v>
                </c:pt>
                <c:pt idx="818">
                  <c:v>1815</c:v>
                </c:pt>
                <c:pt idx="819">
                  <c:v>1815</c:v>
                </c:pt>
                <c:pt idx="820">
                  <c:v>1815</c:v>
                </c:pt>
                <c:pt idx="821">
                  <c:v>1815</c:v>
                </c:pt>
                <c:pt idx="822">
                  <c:v>1815</c:v>
                </c:pt>
                <c:pt idx="823">
                  <c:v>1815</c:v>
                </c:pt>
                <c:pt idx="824">
                  <c:v>1815</c:v>
                </c:pt>
                <c:pt idx="825">
                  <c:v>1815</c:v>
                </c:pt>
                <c:pt idx="826">
                  <c:v>1815</c:v>
                </c:pt>
                <c:pt idx="827">
                  <c:v>1815</c:v>
                </c:pt>
                <c:pt idx="828">
                  <c:v>1815</c:v>
                </c:pt>
                <c:pt idx="829">
                  <c:v>1815</c:v>
                </c:pt>
                <c:pt idx="830">
                  <c:v>1815</c:v>
                </c:pt>
                <c:pt idx="831">
                  <c:v>1815</c:v>
                </c:pt>
                <c:pt idx="832">
                  <c:v>1815</c:v>
                </c:pt>
                <c:pt idx="833">
                  <c:v>1815</c:v>
                </c:pt>
                <c:pt idx="834">
                  <c:v>1771</c:v>
                </c:pt>
                <c:pt idx="835">
                  <c:v>1771</c:v>
                </c:pt>
                <c:pt idx="836">
                  <c:v>1771</c:v>
                </c:pt>
                <c:pt idx="837">
                  <c:v>1771</c:v>
                </c:pt>
                <c:pt idx="838">
                  <c:v>1771</c:v>
                </c:pt>
                <c:pt idx="839">
                  <c:v>1771</c:v>
                </c:pt>
                <c:pt idx="840">
                  <c:v>1771</c:v>
                </c:pt>
                <c:pt idx="841">
                  <c:v>1771</c:v>
                </c:pt>
                <c:pt idx="842">
                  <c:v>1771</c:v>
                </c:pt>
                <c:pt idx="843">
                  <c:v>1771</c:v>
                </c:pt>
                <c:pt idx="844">
                  <c:v>1771</c:v>
                </c:pt>
                <c:pt idx="845">
                  <c:v>1771</c:v>
                </c:pt>
                <c:pt idx="846">
                  <c:v>1771</c:v>
                </c:pt>
                <c:pt idx="847">
                  <c:v>1771</c:v>
                </c:pt>
                <c:pt idx="848">
                  <c:v>1771</c:v>
                </c:pt>
                <c:pt idx="849">
                  <c:v>1771</c:v>
                </c:pt>
                <c:pt idx="850">
                  <c:v>1771</c:v>
                </c:pt>
                <c:pt idx="851">
                  <c:v>1771</c:v>
                </c:pt>
                <c:pt idx="852">
                  <c:v>1771</c:v>
                </c:pt>
                <c:pt idx="853">
                  <c:v>1771</c:v>
                </c:pt>
                <c:pt idx="854">
                  <c:v>1771</c:v>
                </c:pt>
                <c:pt idx="855">
                  <c:v>1771</c:v>
                </c:pt>
                <c:pt idx="856">
                  <c:v>1771</c:v>
                </c:pt>
                <c:pt idx="857">
                  <c:v>1771</c:v>
                </c:pt>
                <c:pt idx="858">
                  <c:v>1771</c:v>
                </c:pt>
                <c:pt idx="859">
                  <c:v>1737</c:v>
                </c:pt>
                <c:pt idx="860">
                  <c:v>1737</c:v>
                </c:pt>
                <c:pt idx="861">
                  <c:v>1691</c:v>
                </c:pt>
                <c:pt idx="862">
                  <c:v>1691</c:v>
                </c:pt>
                <c:pt idx="863">
                  <c:v>1691</c:v>
                </c:pt>
                <c:pt idx="864">
                  <c:v>1678</c:v>
                </c:pt>
                <c:pt idx="865">
                  <c:v>1678</c:v>
                </c:pt>
                <c:pt idx="866">
                  <c:v>1678</c:v>
                </c:pt>
                <c:pt idx="867">
                  <c:v>1678</c:v>
                </c:pt>
                <c:pt idx="868">
                  <c:v>1678</c:v>
                </c:pt>
                <c:pt idx="869">
                  <c:v>1678</c:v>
                </c:pt>
                <c:pt idx="870">
                  <c:v>1678</c:v>
                </c:pt>
                <c:pt idx="871">
                  <c:v>1678</c:v>
                </c:pt>
                <c:pt idx="872">
                  <c:v>1678</c:v>
                </c:pt>
                <c:pt idx="873">
                  <c:v>1700</c:v>
                </c:pt>
                <c:pt idx="874">
                  <c:v>1700</c:v>
                </c:pt>
                <c:pt idx="875">
                  <c:v>1709</c:v>
                </c:pt>
                <c:pt idx="876">
                  <c:v>1709</c:v>
                </c:pt>
                <c:pt idx="877">
                  <c:v>1732</c:v>
                </c:pt>
                <c:pt idx="878">
                  <c:v>1732</c:v>
                </c:pt>
                <c:pt idx="879">
                  <c:v>1732</c:v>
                </c:pt>
                <c:pt idx="880">
                  <c:v>1732</c:v>
                </c:pt>
                <c:pt idx="881">
                  <c:v>1732</c:v>
                </c:pt>
                <c:pt idx="882">
                  <c:v>1732</c:v>
                </c:pt>
                <c:pt idx="883">
                  <c:v>1732</c:v>
                </c:pt>
                <c:pt idx="884">
                  <c:v>1732</c:v>
                </c:pt>
                <c:pt idx="885">
                  <c:v>1732</c:v>
                </c:pt>
                <c:pt idx="886">
                  <c:v>1732</c:v>
                </c:pt>
                <c:pt idx="887">
                  <c:v>1732</c:v>
                </c:pt>
                <c:pt idx="888">
                  <c:v>1782</c:v>
                </c:pt>
                <c:pt idx="889">
                  <c:v>1782</c:v>
                </c:pt>
                <c:pt idx="890">
                  <c:v>1782</c:v>
                </c:pt>
                <c:pt idx="891">
                  <c:v>1782</c:v>
                </c:pt>
                <c:pt idx="892">
                  <c:v>1782</c:v>
                </c:pt>
                <c:pt idx="893">
                  <c:v>1782</c:v>
                </c:pt>
                <c:pt idx="894">
                  <c:v>1782</c:v>
                </c:pt>
                <c:pt idx="895">
                  <c:v>1782</c:v>
                </c:pt>
                <c:pt idx="896">
                  <c:v>1782</c:v>
                </c:pt>
                <c:pt idx="897">
                  <c:v>1782</c:v>
                </c:pt>
                <c:pt idx="898">
                  <c:v>1782</c:v>
                </c:pt>
                <c:pt idx="899">
                  <c:v>1782</c:v>
                </c:pt>
                <c:pt idx="900">
                  <c:v>1815</c:v>
                </c:pt>
                <c:pt idx="901">
                  <c:v>1815</c:v>
                </c:pt>
                <c:pt idx="902">
                  <c:v>1815</c:v>
                </c:pt>
                <c:pt idx="903">
                  <c:v>1815</c:v>
                </c:pt>
                <c:pt idx="904">
                  <c:v>1815</c:v>
                </c:pt>
                <c:pt idx="905">
                  <c:v>1815</c:v>
                </c:pt>
                <c:pt idx="906">
                  <c:v>1815</c:v>
                </c:pt>
                <c:pt idx="907">
                  <c:v>1815</c:v>
                </c:pt>
                <c:pt idx="908">
                  <c:v>1815</c:v>
                </c:pt>
                <c:pt idx="909">
                  <c:v>1815</c:v>
                </c:pt>
                <c:pt idx="910">
                  <c:v>1815</c:v>
                </c:pt>
                <c:pt idx="911">
                  <c:v>1815</c:v>
                </c:pt>
                <c:pt idx="912">
                  <c:v>1815</c:v>
                </c:pt>
                <c:pt idx="913">
                  <c:v>1815</c:v>
                </c:pt>
                <c:pt idx="914">
                  <c:v>1815</c:v>
                </c:pt>
                <c:pt idx="915">
                  <c:v>1826</c:v>
                </c:pt>
                <c:pt idx="916">
                  <c:v>1826</c:v>
                </c:pt>
                <c:pt idx="917">
                  <c:v>1826</c:v>
                </c:pt>
                <c:pt idx="918">
                  <c:v>1826</c:v>
                </c:pt>
                <c:pt idx="919">
                  <c:v>1826</c:v>
                </c:pt>
                <c:pt idx="920">
                  <c:v>1845</c:v>
                </c:pt>
                <c:pt idx="921">
                  <c:v>1845</c:v>
                </c:pt>
                <c:pt idx="922">
                  <c:v>1845</c:v>
                </c:pt>
                <c:pt idx="923">
                  <c:v>1875</c:v>
                </c:pt>
                <c:pt idx="924">
                  <c:v>1875</c:v>
                </c:pt>
                <c:pt idx="925">
                  <c:v>1910</c:v>
                </c:pt>
                <c:pt idx="926">
                  <c:v>1910</c:v>
                </c:pt>
                <c:pt idx="927">
                  <c:v>1965</c:v>
                </c:pt>
                <c:pt idx="928">
                  <c:v>1965</c:v>
                </c:pt>
                <c:pt idx="929">
                  <c:v>1965</c:v>
                </c:pt>
                <c:pt idx="930">
                  <c:v>1965</c:v>
                </c:pt>
                <c:pt idx="931">
                  <c:v>1965</c:v>
                </c:pt>
                <c:pt idx="932">
                  <c:v>1965</c:v>
                </c:pt>
                <c:pt idx="933">
                  <c:v>1965</c:v>
                </c:pt>
                <c:pt idx="934">
                  <c:v>1984</c:v>
                </c:pt>
                <c:pt idx="935">
                  <c:v>1984</c:v>
                </c:pt>
                <c:pt idx="936">
                  <c:v>2002</c:v>
                </c:pt>
                <c:pt idx="937">
                  <c:v>2002</c:v>
                </c:pt>
                <c:pt idx="938">
                  <c:v>2002</c:v>
                </c:pt>
                <c:pt idx="939">
                  <c:v>2019</c:v>
                </c:pt>
                <c:pt idx="940">
                  <c:v>2019</c:v>
                </c:pt>
                <c:pt idx="941">
                  <c:v>2019</c:v>
                </c:pt>
                <c:pt idx="942">
                  <c:v>2030</c:v>
                </c:pt>
                <c:pt idx="943">
                  <c:v>2030</c:v>
                </c:pt>
                <c:pt idx="944">
                  <c:v>2030</c:v>
                </c:pt>
                <c:pt idx="945">
                  <c:v>2030</c:v>
                </c:pt>
                <c:pt idx="946">
                  <c:v>2030</c:v>
                </c:pt>
                <c:pt idx="947">
                  <c:v>2030</c:v>
                </c:pt>
                <c:pt idx="948">
                  <c:v>2054</c:v>
                </c:pt>
                <c:pt idx="949">
                  <c:v>2054</c:v>
                </c:pt>
                <c:pt idx="950">
                  <c:v>2054</c:v>
                </c:pt>
                <c:pt idx="951">
                  <c:v>2054</c:v>
                </c:pt>
                <c:pt idx="952">
                  <c:v>2054</c:v>
                </c:pt>
                <c:pt idx="953">
                  <c:v>2054</c:v>
                </c:pt>
                <c:pt idx="954">
                  <c:v>2054</c:v>
                </c:pt>
                <c:pt idx="955">
                  <c:v>2054</c:v>
                </c:pt>
                <c:pt idx="956">
                  <c:v>2060</c:v>
                </c:pt>
                <c:pt idx="957">
                  <c:v>2060</c:v>
                </c:pt>
                <c:pt idx="958">
                  <c:v>2060</c:v>
                </c:pt>
                <c:pt idx="959">
                  <c:v>2086</c:v>
                </c:pt>
                <c:pt idx="960">
                  <c:v>2086</c:v>
                </c:pt>
                <c:pt idx="961">
                  <c:v>2086</c:v>
                </c:pt>
                <c:pt idx="962">
                  <c:v>2086</c:v>
                </c:pt>
                <c:pt idx="963">
                  <c:v>2086</c:v>
                </c:pt>
                <c:pt idx="964">
                  <c:v>2101</c:v>
                </c:pt>
                <c:pt idx="965">
                  <c:v>2101</c:v>
                </c:pt>
                <c:pt idx="966">
                  <c:v>2101</c:v>
                </c:pt>
                <c:pt idx="967">
                  <c:v>2101</c:v>
                </c:pt>
                <c:pt idx="968">
                  <c:v>2101</c:v>
                </c:pt>
                <c:pt idx="969">
                  <c:v>2101</c:v>
                </c:pt>
                <c:pt idx="970">
                  <c:v>2101</c:v>
                </c:pt>
                <c:pt idx="971">
                  <c:v>2101</c:v>
                </c:pt>
                <c:pt idx="972">
                  <c:v>2101</c:v>
                </c:pt>
                <c:pt idx="973">
                  <c:v>2085</c:v>
                </c:pt>
                <c:pt idx="974">
                  <c:v>2085</c:v>
                </c:pt>
                <c:pt idx="975">
                  <c:v>2085</c:v>
                </c:pt>
                <c:pt idx="976">
                  <c:v>2085</c:v>
                </c:pt>
                <c:pt idx="977">
                  <c:v>2085</c:v>
                </c:pt>
                <c:pt idx="978">
                  <c:v>2085</c:v>
                </c:pt>
                <c:pt idx="979">
                  <c:v>2085</c:v>
                </c:pt>
                <c:pt idx="980">
                  <c:v>2085</c:v>
                </c:pt>
                <c:pt idx="981">
                  <c:v>2085</c:v>
                </c:pt>
                <c:pt idx="982">
                  <c:v>2056</c:v>
                </c:pt>
                <c:pt idx="983">
                  <c:v>2029</c:v>
                </c:pt>
                <c:pt idx="984">
                  <c:v>2029</c:v>
                </c:pt>
                <c:pt idx="985">
                  <c:v>2029</c:v>
                </c:pt>
                <c:pt idx="986">
                  <c:v>1985</c:v>
                </c:pt>
                <c:pt idx="987">
                  <c:v>1985</c:v>
                </c:pt>
                <c:pt idx="988">
                  <c:v>1985</c:v>
                </c:pt>
                <c:pt idx="989">
                  <c:v>1985</c:v>
                </c:pt>
                <c:pt idx="990">
                  <c:v>1985</c:v>
                </c:pt>
                <c:pt idx="991">
                  <c:v>1985</c:v>
                </c:pt>
                <c:pt idx="992">
                  <c:v>1985</c:v>
                </c:pt>
                <c:pt idx="993">
                  <c:v>1985</c:v>
                </c:pt>
                <c:pt idx="994">
                  <c:v>1985</c:v>
                </c:pt>
                <c:pt idx="995">
                  <c:v>1953</c:v>
                </c:pt>
                <c:pt idx="996">
                  <c:v>1953</c:v>
                </c:pt>
                <c:pt idx="997">
                  <c:v>1953</c:v>
                </c:pt>
                <c:pt idx="998">
                  <c:v>1937</c:v>
                </c:pt>
                <c:pt idx="999">
                  <c:v>1937</c:v>
                </c:pt>
                <c:pt idx="1000">
                  <c:v>1937</c:v>
                </c:pt>
                <c:pt idx="1001">
                  <c:v>1937</c:v>
                </c:pt>
                <c:pt idx="1002">
                  <c:v>1937</c:v>
                </c:pt>
                <c:pt idx="1003">
                  <c:v>1937</c:v>
                </c:pt>
                <c:pt idx="1004">
                  <c:v>1937</c:v>
                </c:pt>
                <c:pt idx="1005">
                  <c:v>1916</c:v>
                </c:pt>
                <c:pt idx="1006">
                  <c:v>1916</c:v>
                </c:pt>
                <c:pt idx="1007">
                  <c:v>1883</c:v>
                </c:pt>
                <c:pt idx="1008">
                  <c:v>1883</c:v>
                </c:pt>
                <c:pt idx="1009">
                  <c:v>1883</c:v>
                </c:pt>
                <c:pt idx="1010">
                  <c:v>1852</c:v>
                </c:pt>
                <c:pt idx="1011">
                  <c:v>1852</c:v>
                </c:pt>
                <c:pt idx="1012">
                  <c:v>1852</c:v>
                </c:pt>
                <c:pt idx="1013">
                  <c:v>1852</c:v>
                </c:pt>
                <c:pt idx="1014">
                  <c:v>1852</c:v>
                </c:pt>
                <c:pt idx="1015">
                  <c:v>1845</c:v>
                </c:pt>
                <c:pt idx="1016">
                  <c:v>1845</c:v>
                </c:pt>
                <c:pt idx="1017">
                  <c:v>1845</c:v>
                </c:pt>
                <c:pt idx="1018">
                  <c:v>1815</c:v>
                </c:pt>
                <c:pt idx="1019">
                  <c:v>1815</c:v>
                </c:pt>
                <c:pt idx="1020">
                  <c:v>1801</c:v>
                </c:pt>
                <c:pt idx="1021">
                  <c:v>1801</c:v>
                </c:pt>
                <c:pt idx="1022">
                  <c:v>1794</c:v>
                </c:pt>
                <c:pt idx="1023">
                  <c:v>1794</c:v>
                </c:pt>
                <c:pt idx="1024">
                  <c:v>1794</c:v>
                </c:pt>
                <c:pt idx="1025">
                  <c:v>1775</c:v>
                </c:pt>
                <c:pt idx="1026">
                  <c:v>1775</c:v>
                </c:pt>
                <c:pt idx="1027">
                  <c:v>1775</c:v>
                </c:pt>
                <c:pt idx="1028">
                  <c:v>1775</c:v>
                </c:pt>
                <c:pt idx="1029">
                  <c:v>1775</c:v>
                </c:pt>
                <c:pt idx="1030">
                  <c:v>1762</c:v>
                </c:pt>
                <c:pt idx="1031">
                  <c:v>1762</c:v>
                </c:pt>
                <c:pt idx="1032">
                  <c:v>1695</c:v>
                </c:pt>
                <c:pt idx="1033">
                  <c:v>1695</c:v>
                </c:pt>
                <c:pt idx="1034">
                  <c:v>1695</c:v>
                </c:pt>
                <c:pt idx="1035">
                  <c:v>1695</c:v>
                </c:pt>
                <c:pt idx="1036">
                  <c:v>1695</c:v>
                </c:pt>
                <c:pt idx="1037">
                  <c:v>1687</c:v>
                </c:pt>
                <c:pt idx="1038">
                  <c:v>1687</c:v>
                </c:pt>
                <c:pt idx="1039">
                  <c:v>1687</c:v>
                </c:pt>
                <c:pt idx="1040">
                  <c:v>1672</c:v>
                </c:pt>
                <c:pt idx="1041">
                  <c:v>1672</c:v>
                </c:pt>
                <c:pt idx="1042">
                  <c:v>1662</c:v>
                </c:pt>
                <c:pt idx="1043">
                  <c:v>1662</c:v>
                </c:pt>
                <c:pt idx="1044">
                  <c:v>1662</c:v>
                </c:pt>
                <c:pt idx="1045">
                  <c:v>1662</c:v>
                </c:pt>
                <c:pt idx="1046">
                  <c:v>1662</c:v>
                </c:pt>
                <c:pt idx="1047">
                  <c:v>1662</c:v>
                </c:pt>
                <c:pt idx="1048">
                  <c:v>1662</c:v>
                </c:pt>
                <c:pt idx="1049">
                  <c:v>1662</c:v>
                </c:pt>
                <c:pt idx="1050">
                  <c:v>1662</c:v>
                </c:pt>
                <c:pt idx="1051">
                  <c:v>1662</c:v>
                </c:pt>
                <c:pt idx="1052">
                  <c:v>1662</c:v>
                </c:pt>
                <c:pt idx="1053">
                  <c:v>1662</c:v>
                </c:pt>
                <c:pt idx="1054">
                  <c:v>1662</c:v>
                </c:pt>
                <c:pt idx="1055">
                  <c:v>1662</c:v>
                </c:pt>
                <c:pt idx="1056">
                  <c:v>1662</c:v>
                </c:pt>
                <c:pt idx="1057">
                  <c:v>1669</c:v>
                </c:pt>
                <c:pt idx="1058">
                  <c:v>1673</c:v>
                </c:pt>
                <c:pt idx="1059">
                  <c:v>1673</c:v>
                </c:pt>
                <c:pt idx="1060">
                  <c:v>1673</c:v>
                </c:pt>
                <c:pt idx="1061">
                  <c:v>1673</c:v>
                </c:pt>
                <c:pt idx="1062">
                  <c:v>1673</c:v>
                </c:pt>
                <c:pt idx="1063">
                  <c:v>1696</c:v>
                </c:pt>
                <c:pt idx="1064">
                  <c:v>1696</c:v>
                </c:pt>
                <c:pt idx="1065">
                  <c:v>1696</c:v>
                </c:pt>
                <c:pt idx="1066">
                  <c:v>1708</c:v>
                </c:pt>
                <c:pt idx="1067">
                  <c:v>1708</c:v>
                </c:pt>
                <c:pt idx="1068">
                  <c:v>1708</c:v>
                </c:pt>
                <c:pt idx="1069">
                  <c:v>1708</c:v>
                </c:pt>
                <c:pt idx="1070">
                  <c:v>1708</c:v>
                </c:pt>
                <c:pt idx="1071">
                  <c:v>1708</c:v>
                </c:pt>
                <c:pt idx="1072">
                  <c:v>1708</c:v>
                </c:pt>
                <c:pt idx="1073">
                  <c:v>1708</c:v>
                </c:pt>
                <c:pt idx="1074">
                  <c:v>1729</c:v>
                </c:pt>
                <c:pt idx="1075">
                  <c:v>1729</c:v>
                </c:pt>
                <c:pt idx="1076">
                  <c:v>1729</c:v>
                </c:pt>
                <c:pt idx="1077">
                  <c:v>1729</c:v>
                </c:pt>
                <c:pt idx="1078">
                  <c:v>1743</c:v>
                </c:pt>
                <c:pt idx="1079">
                  <c:v>1743</c:v>
                </c:pt>
                <c:pt idx="1080">
                  <c:v>1743</c:v>
                </c:pt>
                <c:pt idx="1081">
                  <c:v>1743</c:v>
                </c:pt>
                <c:pt idx="1082">
                  <c:v>1753</c:v>
                </c:pt>
                <c:pt idx="1083">
                  <c:v>1785</c:v>
                </c:pt>
                <c:pt idx="1084">
                  <c:v>1785</c:v>
                </c:pt>
                <c:pt idx="1085">
                  <c:v>1785</c:v>
                </c:pt>
                <c:pt idx="1086">
                  <c:v>1785</c:v>
                </c:pt>
                <c:pt idx="1087">
                  <c:v>1793</c:v>
                </c:pt>
                <c:pt idx="1088">
                  <c:v>1793</c:v>
                </c:pt>
                <c:pt idx="1089">
                  <c:v>1793</c:v>
                </c:pt>
                <c:pt idx="1090">
                  <c:v>1793</c:v>
                </c:pt>
                <c:pt idx="1091">
                  <c:v>1793</c:v>
                </c:pt>
                <c:pt idx="1092">
                  <c:v>1793</c:v>
                </c:pt>
                <c:pt idx="1093">
                  <c:v>1793</c:v>
                </c:pt>
                <c:pt idx="1094">
                  <c:v>1793</c:v>
                </c:pt>
                <c:pt idx="1095">
                  <c:v>1793</c:v>
                </c:pt>
                <c:pt idx="1096">
                  <c:v>1793</c:v>
                </c:pt>
                <c:pt idx="1097">
                  <c:v>1793</c:v>
                </c:pt>
                <c:pt idx="1098">
                  <c:v>1793</c:v>
                </c:pt>
                <c:pt idx="1099">
                  <c:v>1793</c:v>
                </c:pt>
                <c:pt idx="1100">
                  <c:v>1793</c:v>
                </c:pt>
                <c:pt idx="1101">
                  <c:v>1793</c:v>
                </c:pt>
                <c:pt idx="1102">
                  <c:v>1793</c:v>
                </c:pt>
                <c:pt idx="1103">
                  <c:v>1781</c:v>
                </c:pt>
                <c:pt idx="1104">
                  <c:v>1781</c:v>
                </c:pt>
                <c:pt idx="1105">
                  <c:v>1781</c:v>
                </c:pt>
                <c:pt idx="1106">
                  <c:v>1770</c:v>
                </c:pt>
                <c:pt idx="1107">
                  <c:v>1770</c:v>
                </c:pt>
                <c:pt idx="1108">
                  <c:v>1770</c:v>
                </c:pt>
                <c:pt idx="1109">
                  <c:v>1770</c:v>
                </c:pt>
                <c:pt idx="1110">
                  <c:v>1770</c:v>
                </c:pt>
                <c:pt idx="1111">
                  <c:v>1770</c:v>
                </c:pt>
                <c:pt idx="1112">
                  <c:v>1764</c:v>
                </c:pt>
                <c:pt idx="1113">
                  <c:v>1764</c:v>
                </c:pt>
                <c:pt idx="1114">
                  <c:v>1764</c:v>
                </c:pt>
                <c:pt idx="1115">
                  <c:v>1764</c:v>
                </c:pt>
                <c:pt idx="1116">
                  <c:v>1764</c:v>
                </c:pt>
                <c:pt idx="1117">
                  <c:v>1764</c:v>
                </c:pt>
                <c:pt idx="1118">
                  <c:v>1764</c:v>
                </c:pt>
                <c:pt idx="1119">
                  <c:v>1764</c:v>
                </c:pt>
                <c:pt idx="1120">
                  <c:v>1764</c:v>
                </c:pt>
                <c:pt idx="1121">
                  <c:v>1764</c:v>
                </c:pt>
                <c:pt idx="1122">
                  <c:v>1764</c:v>
                </c:pt>
                <c:pt idx="1123">
                  <c:v>1764</c:v>
                </c:pt>
                <c:pt idx="1124">
                  <c:v>1764</c:v>
                </c:pt>
                <c:pt idx="1125">
                  <c:v>1764</c:v>
                </c:pt>
                <c:pt idx="1126">
                  <c:v>1764</c:v>
                </c:pt>
                <c:pt idx="1127">
                  <c:v>1764</c:v>
                </c:pt>
                <c:pt idx="1128">
                  <c:v>1764</c:v>
                </c:pt>
                <c:pt idx="1129">
                  <c:v>1764</c:v>
                </c:pt>
                <c:pt idx="1130">
                  <c:v>1764</c:v>
                </c:pt>
                <c:pt idx="1131">
                  <c:v>1764</c:v>
                </c:pt>
                <c:pt idx="1132">
                  <c:v>1764</c:v>
                </c:pt>
                <c:pt idx="1133">
                  <c:v>1764</c:v>
                </c:pt>
                <c:pt idx="1134">
                  <c:v>1764</c:v>
                </c:pt>
                <c:pt idx="1135">
                  <c:v>1779</c:v>
                </c:pt>
                <c:pt idx="1136">
                  <c:v>1779</c:v>
                </c:pt>
                <c:pt idx="1137">
                  <c:v>1779</c:v>
                </c:pt>
                <c:pt idx="1138">
                  <c:v>1779</c:v>
                </c:pt>
                <c:pt idx="1139">
                  <c:v>1779</c:v>
                </c:pt>
                <c:pt idx="1140">
                  <c:v>1842</c:v>
                </c:pt>
                <c:pt idx="1141">
                  <c:v>1842</c:v>
                </c:pt>
                <c:pt idx="1142">
                  <c:v>1857</c:v>
                </c:pt>
                <c:pt idx="1143">
                  <c:v>1857</c:v>
                </c:pt>
                <c:pt idx="1144">
                  <c:v>1857</c:v>
                </c:pt>
                <c:pt idx="1145">
                  <c:v>1857</c:v>
                </c:pt>
                <c:pt idx="1146">
                  <c:v>1857</c:v>
                </c:pt>
                <c:pt idx="1147">
                  <c:v>1857</c:v>
                </c:pt>
                <c:pt idx="1148">
                  <c:v>1857</c:v>
                </c:pt>
                <c:pt idx="1149">
                  <c:v>1857</c:v>
                </c:pt>
                <c:pt idx="1150">
                  <c:v>1857</c:v>
                </c:pt>
                <c:pt idx="1151">
                  <c:v>1857</c:v>
                </c:pt>
                <c:pt idx="1152">
                  <c:v>1865</c:v>
                </c:pt>
                <c:pt idx="1153">
                  <c:v>1865</c:v>
                </c:pt>
                <c:pt idx="1154">
                  <c:v>1880</c:v>
                </c:pt>
                <c:pt idx="1155">
                  <c:v>1880</c:v>
                </c:pt>
                <c:pt idx="1156">
                  <c:v>1880</c:v>
                </c:pt>
                <c:pt idx="1157">
                  <c:v>1902</c:v>
                </c:pt>
                <c:pt idx="1158">
                  <c:v>1902</c:v>
                </c:pt>
                <c:pt idx="1159">
                  <c:v>1902</c:v>
                </c:pt>
                <c:pt idx="1160">
                  <c:v>1902</c:v>
                </c:pt>
                <c:pt idx="1161">
                  <c:v>1902</c:v>
                </c:pt>
                <c:pt idx="1162">
                  <c:v>1902</c:v>
                </c:pt>
                <c:pt idx="1163">
                  <c:v>1902</c:v>
                </c:pt>
                <c:pt idx="1164">
                  <c:v>1938</c:v>
                </c:pt>
                <c:pt idx="1165">
                  <c:v>1938</c:v>
                </c:pt>
                <c:pt idx="1166">
                  <c:v>1938</c:v>
                </c:pt>
                <c:pt idx="1167">
                  <c:v>1938</c:v>
                </c:pt>
                <c:pt idx="1168">
                  <c:v>1951</c:v>
                </c:pt>
                <c:pt idx="1169">
                  <c:v>1951</c:v>
                </c:pt>
                <c:pt idx="1170">
                  <c:v>1951</c:v>
                </c:pt>
                <c:pt idx="1171">
                  <c:v>1951</c:v>
                </c:pt>
                <c:pt idx="1172">
                  <c:v>1964</c:v>
                </c:pt>
                <c:pt idx="1173">
                  <c:v>1964</c:v>
                </c:pt>
                <c:pt idx="1174">
                  <c:v>2024</c:v>
                </c:pt>
                <c:pt idx="1175">
                  <c:v>2024</c:v>
                </c:pt>
                <c:pt idx="1176">
                  <c:v>2024</c:v>
                </c:pt>
                <c:pt idx="1177">
                  <c:v>2024</c:v>
                </c:pt>
                <c:pt idx="1178">
                  <c:v>2024</c:v>
                </c:pt>
                <c:pt idx="1179">
                  <c:v>2024</c:v>
                </c:pt>
                <c:pt idx="1180">
                  <c:v>2024</c:v>
                </c:pt>
                <c:pt idx="1181">
                  <c:v>2024</c:v>
                </c:pt>
                <c:pt idx="1182">
                  <c:v>2024</c:v>
                </c:pt>
                <c:pt idx="1183">
                  <c:v>2024</c:v>
                </c:pt>
                <c:pt idx="1184">
                  <c:v>2024</c:v>
                </c:pt>
                <c:pt idx="1185">
                  <c:v>2024</c:v>
                </c:pt>
                <c:pt idx="1186">
                  <c:v>2015</c:v>
                </c:pt>
                <c:pt idx="1187">
                  <c:v>2015</c:v>
                </c:pt>
                <c:pt idx="1188">
                  <c:v>2015</c:v>
                </c:pt>
                <c:pt idx="1189">
                  <c:v>2015</c:v>
                </c:pt>
                <c:pt idx="1190">
                  <c:v>2015</c:v>
                </c:pt>
                <c:pt idx="1191">
                  <c:v>2015</c:v>
                </c:pt>
                <c:pt idx="1192">
                  <c:v>2015</c:v>
                </c:pt>
                <c:pt idx="1193">
                  <c:v>2049</c:v>
                </c:pt>
                <c:pt idx="1194">
                  <c:v>2049</c:v>
                </c:pt>
                <c:pt idx="1195">
                  <c:v>2055</c:v>
                </c:pt>
                <c:pt idx="1196">
                  <c:v>2055</c:v>
                </c:pt>
                <c:pt idx="1197">
                  <c:v>2055</c:v>
                </c:pt>
                <c:pt idx="1198">
                  <c:v>2055</c:v>
                </c:pt>
                <c:pt idx="1199">
                  <c:v>2055</c:v>
                </c:pt>
                <c:pt idx="1200">
                  <c:v>2055</c:v>
                </c:pt>
                <c:pt idx="1201">
                  <c:v>2055</c:v>
                </c:pt>
                <c:pt idx="1202">
                  <c:v>2055</c:v>
                </c:pt>
                <c:pt idx="1203">
                  <c:v>2055</c:v>
                </c:pt>
                <c:pt idx="1204">
                  <c:v>2055</c:v>
                </c:pt>
                <c:pt idx="1205">
                  <c:v>2055</c:v>
                </c:pt>
                <c:pt idx="1206">
                  <c:v>2055</c:v>
                </c:pt>
                <c:pt idx="1207">
                  <c:v>2055</c:v>
                </c:pt>
                <c:pt idx="1208">
                  <c:v>2055</c:v>
                </c:pt>
                <c:pt idx="1209">
                  <c:v>2055</c:v>
                </c:pt>
                <c:pt idx="1210">
                  <c:v>2055</c:v>
                </c:pt>
                <c:pt idx="1211">
                  <c:v>2055</c:v>
                </c:pt>
                <c:pt idx="1212">
                  <c:v>2023</c:v>
                </c:pt>
                <c:pt idx="1213">
                  <c:v>2023</c:v>
                </c:pt>
                <c:pt idx="1214">
                  <c:v>2023</c:v>
                </c:pt>
                <c:pt idx="1215">
                  <c:v>2023</c:v>
                </c:pt>
                <c:pt idx="1216">
                  <c:v>2023</c:v>
                </c:pt>
                <c:pt idx="1217">
                  <c:v>2023</c:v>
                </c:pt>
                <c:pt idx="1218">
                  <c:v>2004</c:v>
                </c:pt>
                <c:pt idx="1219">
                  <c:v>2004</c:v>
                </c:pt>
                <c:pt idx="1220">
                  <c:v>2004</c:v>
                </c:pt>
                <c:pt idx="1221">
                  <c:v>1962</c:v>
                </c:pt>
                <c:pt idx="1222">
                  <c:v>1962</c:v>
                </c:pt>
                <c:pt idx="1223">
                  <c:v>1962</c:v>
                </c:pt>
                <c:pt idx="1224">
                  <c:v>1962</c:v>
                </c:pt>
                <c:pt idx="1225">
                  <c:v>1962</c:v>
                </c:pt>
                <c:pt idx="1226">
                  <c:v>1962</c:v>
                </c:pt>
                <c:pt idx="1227">
                  <c:v>1962</c:v>
                </c:pt>
                <c:pt idx="1228">
                  <c:v>1962</c:v>
                </c:pt>
                <c:pt idx="1229">
                  <c:v>1962</c:v>
                </c:pt>
                <c:pt idx="1230">
                  <c:v>1954</c:v>
                </c:pt>
                <c:pt idx="1231">
                  <c:v>1901</c:v>
                </c:pt>
                <c:pt idx="1232">
                  <c:v>1901</c:v>
                </c:pt>
                <c:pt idx="1233">
                  <c:v>1816</c:v>
                </c:pt>
                <c:pt idx="1234">
                  <c:v>1750</c:v>
                </c:pt>
                <c:pt idx="1235">
                  <c:v>1649</c:v>
                </c:pt>
                <c:pt idx="1236">
                  <c:v>1636</c:v>
                </c:pt>
                <c:pt idx="1237">
                  <c:v>1624</c:v>
                </c:pt>
                <c:pt idx="1238">
                  <c:v>1616</c:v>
                </c:pt>
                <c:pt idx="1239">
                  <c:v>1616</c:v>
                </c:pt>
                <c:pt idx="1240">
                  <c:v>1616</c:v>
                </c:pt>
                <c:pt idx="1241">
                  <c:v>1616</c:v>
                </c:pt>
                <c:pt idx="1242">
                  <c:v>1615</c:v>
                </c:pt>
                <c:pt idx="1243">
                  <c:v>1582</c:v>
                </c:pt>
                <c:pt idx="1244">
                  <c:v>1574</c:v>
                </c:pt>
                <c:pt idx="1245">
                  <c:v>1574</c:v>
                </c:pt>
                <c:pt idx="1246">
                  <c:v>1570</c:v>
                </c:pt>
                <c:pt idx="1247">
                  <c:v>1569</c:v>
                </c:pt>
                <c:pt idx="1248">
                  <c:v>1561</c:v>
                </c:pt>
                <c:pt idx="1249">
                  <c:v>1551</c:v>
                </c:pt>
                <c:pt idx="1250">
                  <c:v>1551</c:v>
                </c:pt>
                <c:pt idx="1251">
                  <c:v>1551</c:v>
                </c:pt>
                <c:pt idx="1252">
                  <c:v>1551</c:v>
                </c:pt>
                <c:pt idx="1253">
                  <c:v>1559</c:v>
                </c:pt>
                <c:pt idx="1254">
                  <c:v>1559</c:v>
                </c:pt>
                <c:pt idx="1255">
                  <c:v>1559</c:v>
                </c:pt>
                <c:pt idx="1256">
                  <c:v>1559</c:v>
                </c:pt>
                <c:pt idx="1257">
                  <c:v>1559</c:v>
                </c:pt>
                <c:pt idx="1258">
                  <c:v>1559</c:v>
                </c:pt>
                <c:pt idx="1259">
                  <c:v>1562</c:v>
                </c:pt>
                <c:pt idx="1260">
                  <c:v>1562</c:v>
                </c:pt>
                <c:pt idx="1261">
                  <c:v>1562</c:v>
                </c:pt>
                <c:pt idx="1262">
                  <c:v>1562</c:v>
                </c:pt>
                <c:pt idx="1263">
                  <c:v>1562</c:v>
                </c:pt>
                <c:pt idx="1264">
                  <c:v>1559</c:v>
                </c:pt>
                <c:pt idx="1265">
                  <c:v>1559</c:v>
                </c:pt>
                <c:pt idx="1266">
                  <c:v>1559</c:v>
                </c:pt>
                <c:pt idx="1267">
                  <c:v>1559</c:v>
                </c:pt>
                <c:pt idx="1268">
                  <c:v>1559</c:v>
                </c:pt>
                <c:pt idx="1269">
                  <c:v>1559</c:v>
                </c:pt>
                <c:pt idx="1270">
                  <c:v>1556</c:v>
                </c:pt>
                <c:pt idx="1271">
                  <c:v>1556</c:v>
                </c:pt>
                <c:pt idx="1272">
                  <c:v>1556</c:v>
                </c:pt>
                <c:pt idx="1273">
                  <c:v>1556</c:v>
                </c:pt>
                <c:pt idx="1274">
                  <c:v>1556</c:v>
                </c:pt>
                <c:pt idx="1275">
                  <c:v>1556</c:v>
                </c:pt>
                <c:pt idx="1276">
                  <c:v>1556</c:v>
                </c:pt>
                <c:pt idx="1277">
                  <c:v>1556</c:v>
                </c:pt>
                <c:pt idx="1278">
                  <c:v>1556</c:v>
                </c:pt>
                <c:pt idx="1279">
                  <c:v>1556</c:v>
                </c:pt>
                <c:pt idx="1280">
                  <c:v>1556</c:v>
                </c:pt>
                <c:pt idx="1281">
                  <c:v>1556</c:v>
                </c:pt>
                <c:pt idx="1282">
                  <c:v>1556</c:v>
                </c:pt>
                <c:pt idx="1283">
                  <c:v>1556</c:v>
                </c:pt>
                <c:pt idx="1284">
                  <c:v>1556</c:v>
                </c:pt>
                <c:pt idx="1285">
                  <c:v>1556</c:v>
                </c:pt>
                <c:pt idx="1286">
                  <c:v>1556</c:v>
                </c:pt>
                <c:pt idx="1287">
                  <c:v>1556</c:v>
                </c:pt>
                <c:pt idx="1288">
                  <c:v>1556</c:v>
                </c:pt>
                <c:pt idx="1289">
                  <c:v>1556</c:v>
                </c:pt>
                <c:pt idx="1290">
                  <c:v>1556</c:v>
                </c:pt>
                <c:pt idx="1291">
                  <c:v>1556</c:v>
                </c:pt>
                <c:pt idx="1292">
                  <c:v>1556</c:v>
                </c:pt>
                <c:pt idx="1293">
                  <c:v>1556</c:v>
                </c:pt>
                <c:pt idx="1294">
                  <c:v>1556</c:v>
                </c:pt>
                <c:pt idx="1295">
                  <c:v>1556</c:v>
                </c:pt>
                <c:pt idx="1296">
                  <c:v>1556</c:v>
                </c:pt>
                <c:pt idx="1297">
                  <c:v>1556</c:v>
                </c:pt>
                <c:pt idx="1298">
                  <c:v>1556</c:v>
                </c:pt>
                <c:pt idx="1299">
                  <c:v>1556</c:v>
                </c:pt>
                <c:pt idx="1300">
                  <c:v>1556</c:v>
                </c:pt>
                <c:pt idx="1301">
                  <c:v>1556</c:v>
                </c:pt>
                <c:pt idx="1302">
                  <c:v>1556</c:v>
                </c:pt>
                <c:pt idx="1303">
                  <c:v>1556</c:v>
                </c:pt>
                <c:pt idx="1304">
                  <c:v>1556</c:v>
                </c:pt>
                <c:pt idx="1305">
                  <c:v>1556</c:v>
                </c:pt>
                <c:pt idx="1306">
                  <c:v>1556</c:v>
                </c:pt>
                <c:pt idx="1307">
                  <c:v>1556</c:v>
                </c:pt>
                <c:pt idx="1308">
                  <c:v>1556</c:v>
                </c:pt>
                <c:pt idx="1309">
                  <c:v>1556</c:v>
                </c:pt>
                <c:pt idx="1310">
                  <c:v>1556</c:v>
                </c:pt>
                <c:pt idx="1311">
                  <c:v>1556</c:v>
                </c:pt>
                <c:pt idx="1312">
                  <c:v>1556</c:v>
                </c:pt>
                <c:pt idx="1313">
                  <c:v>1556</c:v>
                </c:pt>
                <c:pt idx="1314">
                  <c:v>1556</c:v>
                </c:pt>
                <c:pt idx="1315">
                  <c:v>1556</c:v>
                </c:pt>
                <c:pt idx="1316">
                  <c:v>1556</c:v>
                </c:pt>
                <c:pt idx="1317">
                  <c:v>1556</c:v>
                </c:pt>
                <c:pt idx="1318">
                  <c:v>1556</c:v>
                </c:pt>
                <c:pt idx="1319">
                  <c:v>1556</c:v>
                </c:pt>
                <c:pt idx="1320">
                  <c:v>1556</c:v>
                </c:pt>
                <c:pt idx="1321">
                  <c:v>1556</c:v>
                </c:pt>
                <c:pt idx="1322">
                  <c:v>1556</c:v>
                </c:pt>
                <c:pt idx="1323">
                  <c:v>1556</c:v>
                </c:pt>
                <c:pt idx="1324">
                  <c:v>1556</c:v>
                </c:pt>
                <c:pt idx="1325">
                  <c:v>1556</c:v>
                </c:pt>
                <c:pt idx="1326">
                  <c:v>1556</c:v>
                </c:pt>
                <c:pt idx="1327">
                  <c:v>1556</c:v>
                </c:pt>
                <c:pt idx="1328">
                  <c:v>1556</c:v>
                </c:pt>
                <c:pt idx="1329">
                  <c:v>1556</c:v>
                </c:pt>
                <c:pt idx="1330">
                  <c:v>1556</c:v>
                </c:pt>
                <c:pt idx="1331">
                  <c:v>1556</c:v>
                </c:pt>
                <c:pt idx="1332">
                  <c:v>1556</c:v>
                </c:pt>
                <c:pt idx="1333">
                  <c:v>1556</c:v>
                </c:pt>
                <c:pt idx="1334">
                  <c:v>1556</c:v>
                </c:pt>
                <c:pt idx="1335">
                  <c:v>1556</c:v>
                </c:pt>
                <c:pt idx="1336">
                  <c:v>1556</c:v>
                </c:pt>
                <c:pt idx="1337">
                  <c:v>1556</c:v>
                </c:pt>
                <c:pt idx="1338">
                  <c:v>1556</c:v>
                </c:pt>
                <c:pt idx="1339">
                  <c:v>1556</c:v>
                </c:pt>
                <c:pt idx="1340">
                  <c:v>1556</c:v>
                </c:pt>
                <c:pt idx="1341">
                  <c:v>1556</c:v>
                </c:pt>
                <c:pt idx="1342">
                  <c:v>1556</c:v>
                </c:pt>
                <c:pt idx="1343">
                  <c:v>1556</c:v>
                </c:pt>
                <c:pt idx="1344">
                  <c:v>1556</c:v>
                </c:pt>
                <c:pt idx="1345">
                  <c:v>1556</c:v>
                </c:pt>
                <c:pt idx="1346">
                  <c:v>1556</c:v>
                </c:pt>
                <c:pt idx="1347">
                  <c:v>1556</c:v>
                </c:pt>
                <c:pt idx="1348">
                  <c:v>1556</c:v>
                </c:pt>
                <c:pt idx="1349">
                  <c:v>1556</c:v>
                </c:pt>
                <c:pt idx="1350">
                  <c:v>1556</c:v>
                </c:pt>
                <c:pt idx="1351">
                  <c:v>1556</c:v>
                </c:pt>
                <c:pt idx="1352">
                  <c:v>1556</c:v>
                </c:pt>
                <c:pt idx="1353">
                  <c:v>1556</c:v>
                </c:pt>
                <c:pt idx="1354">
                  <c:v>1556</c:v>
                </c:pt>
                <c:pt idx="1355">
                  <c:v>1556</c:v>
                </c:pt>
                <c:pt idx="1356">
                  <c:v>1556</c:v>
                </c:pt>
                <c:pt idx="1357">
                  <c:v>1556</c:v>
                </c:pt>
                <c:pt idx="1358">
                  <c:v>1556</c:v>
                </c:pt>
                <c:pt idx="1359">
                  <c:v>1556</c:v>
                </c:pt>
                <c:pt idx="1360">
                  <c:v>1556</c:v>
                </c:pt>
                <c:pt idx="1361">
                  <c:v>1556</c:v>
                </c:pt>
                <c:pt idx="1362">
                  <c:v>1556</c:v>
                </c:pt>
                <c:pt idx="1363">
                  <c:v>1556</c:v>
                </c:pt>
                <c:pt idx="1364">
                  <c:v>1556</c:v>
                </c:pt>
                <c:pt idx="1365">
                  <c:v>1556</c:v>
                </c:pt>
                <c:pt idx="1366">
                  <c:v>1556</c:v>
                </c:pt>
                <c:pt idx="1367">
                  <c:v>1556</c:v>
                </c:pt>
                <c:pt idx="1368">
                  <c:v>1556</c:v>
                </c:pt>
                <c:pt idx="1369">
                  <c:v>1556</c:v>
                </c:pt>
                <c:pt idx="1370">
                  <c:v>1556</c:v>
                </c:pt>
                <c:pt idx="1371">
                  <c:v>1556</c:v>
                </c:pt>
                <c:pt idx="1372">
                  <c:v>1556</c:v>
                </c:pt>
                <c:pt idx="1373">
                  <c:v>1556</c:v>
                </c:pt>
                <c:pt idx="1374">
                  <c:v>1556</c:v>
                </c:pt>
                <c:pt idx="1375">
                  <c:v>1556</c:v>
                </c:pt>
                <c:pt idx="1376">
                  <c:v>1556</c:v>
                </c:pt>
                <c:pt idx="1377">
                  <c:v>1556</c:v>
                </c:pt>
                <c:pt idx="1378">
                  <c:v>1556</c:v>
                </c:pt>
                <c:pt idx="1379">
                  <c:v>1556</c:v>
                </c:pt>
                <c:pt idx="1380">
                  <c:v>1556</c:v>
                </c:pt>
                <c:pt idx="1381">
                  <c:v>1556</c:v>
                </c:pt>
                <c:pt idx="1382">
                  <c:v>1556</c:v>
                </c:pt>
                <c:pt idx="1383">
                  <c:v>1556</c:v>
                </c:pt>
                <c:pt idx="1384">
                  <c:v>1556</c:v>
                </c:pt>
                <c:pt idx="1385">
                  <c:v>1556</c:v>
                </c:pt>
                <c:pt idx="1386">
                  <c:v>1556</c:v>
                </c:pt>
                <c:pt idx="1387">
                  <c:v>1556</c:v>
                </c:pt>
                <c:pt idx="1388">
                  <c:v>1556</c:v>
                </c:pt>
                <c:pt idx="1389">
                  <c:v>1556</c:v>
                </c:pt>
                <c:pt idx="1390">
                  <c:v>1556</c:v>
                </c:pt>
                <c:pt idx="1391">
                  <c:v>1556</c:v>
                </c:pt>
                <c:pt idx="1392">
                  <c:v>1556</c:v>
                </c:pt>
                <c:pt idx="1393">
                  <c:v>1556</c:v>
                </c:pt>
                <c:pt idx="1394">
                  <c:v>1556</c:v>
                </c:pt>
                <c:pt idx="1395">
                  <c:v>1556</c:v>
                </c:pt>
                <c:pt idx="1396">
                  <c:v>1556</c:v>
                </c:pt>
                <c:pt idx="1397">
                  <c:v>1556</c:v>
                </c:pt>
                <c:pt idx="1398">
                  <c:v>1556</c:v>
                </c:pt>
                <c:pt idx="1399">
                  <c:v>1556</c:v>
                </c:pt>
                <c:pt idx="1400">
                  <c:v>1556</c:v>
                </c:pt>
                <c:pt idx="1401">
                  <c:v>1556</c:v>
                </c:pt>
                <c:pt idx="1402">
                  <c:v>1556</c:v>
                </c:pt>
                <c:pt idx="1403">
                  <c:v>1556</c:v>
                </c:pt>
                <c:pt idx="1404">
                  <c:v>1556</c:v>
                </c:pt>
                <c:pt idx="1405">
                  <c:v>1556</c:v>
                </c:pt>
                <c:pt idx="1406">
                  <c:v>1556</c:v>
                </c:pt>
                <c:pt idx="1407">
                  <c:v>1556</c:v>
                </c:pt>
                <c:pt idx="1408">
                  <c:v>1556</c:v>
                </c:pt>
                <c:pt idx="1409">
                  <c:v>1556</c:v>
                </c:pt>
                <c:pt idx="1410">
                  <c:v>1556</c:v>
                </c:pt>
                <c:pt idx="1411">
                  <c:v>1556</c:v>
                </c:pt>
                <c:pt idx="1412">
                  <c:v>1556</c:v>
                </c:pt>
                <c:pt idx="1413">
                  <c:v>1556</c:v>
                </c:pt>
                <c:pt idx="1414">
                  <c:v>1556</c:v>
                </c:pt>
                <c:pt idx="1415">
                  <c:v>1556</c:v>
                </c:pt>
                <c:pt idx="1416">
                  <c:v>1556</c:v>
                </c:pt>
                <c:pt idx="1417">
                  <c:v>1556</c:v>
                </c:pt>
                <c:pt idx="1418">
                  <c:v>1556</c:v>
                </c:pt>
                <c:pt idx="1419">
                  <c:v>1556</c:v>
                </c:pt>
                <c:pt idx="1420">
                  <c:v>1556</c:v>
                </c:pt>
                <c:pt idx="1421">
                  <c:v>1556</c:v>
                </c:pt>
                <c:pt idx="1422">
                  <c:v>1556</c:v>
                </c:pt>
                <c:pt idx="1423">
                  <c:v>1556</c:v>
                </c:pt>
                <c:pt idx="1424">
                  <c:v>1556</c:v>
                </c:pt>
                <c:pt idx="1425">
                  <c:v>1556</c:v>
                </c:pt>
                <c:pt idx="1426">
                  <c:v>1556</c:v>
                </c:pt>
                <c:pt idx="1427">
                  <c:v>1556</c:v>
                </c:pt>
                <c:pt idx="1428">
                  <c:v>1556</c:v>
                </c:pt>
                <c:pt idx="1429">
                  <c:v>1556</c:v>
                </c:pt>
                <c:pt idx="1430">
                  <c:v>1556</c:v>
                </c:pt>
                <c:pt idx="1431">
                  <c:v>1556</c:v>
                </c:pt>
                <c:pt idx="1432">
                  <c:v>1556</c:v>
                </c:pt>
                <c:pt idx="1433">
                  <c:v>1556</c:v>
                </c:pt>
                <c:pt idx="1434">
                  <c:v>1556</c:v>
                </c:pt>
                <c:pt idx="1435">
                  <c:v>1556</c:v>
                </c:pt>
                <c:pt idx="1436">
                  <c:v>1556</c:v>
                </c:pt>
                <c:pt idx="1437">
                  <c:v>1556</c:v>
                </c:pt>
                <c:pt idx="1438">
                  <c:v>1556</c:v>
                </c:pt>
                <c:pt idx="1439">
                  <c:v>1556</c:v>
                </c:pt>
                <c:pt idx="1440">
                  <c:v>1556</c:v>
                </c:pt>
                <c:pt idx="1441">
                  <c:v>1556</c:v>
                </c:pt>
                <c:pt idx="1442">
                  <c:v>1556</c:v>
                </c:pt>
                <c:pt idx="1443">
                  <c:v>1556</c:v>
                </c:pt>
                <c:pt idx="1444">
                  <c:v>1556</c:v>
                </c:pt>
                <c:pt idx="1445">
                  <c:v>1556</c:v>
                </c:pt>
                <c:pt idx="1446">
                  <c:v>1556</c:v>
                </c:pt>
                <c:pt idx="1447">
                  <c:v>1556</c:v>
                </c:pt>
                <c:pt idx="1448">
                  <c:v>1556</c:v>
                </c:pt>
                <c:pt idx="1449">
                  <c:v>1556</c:v>
                </c:pt>
                <c:pt idx="1450">
                  <c:v>1556</c:v>
                </c:pt>
                <c:pt idx="1451">
                  <c:v>1556</c:v>
                </c:pt>
                <c:pt idx="1452">
                  <c:v>1556</c:v>
                </c:pt>
                <c:pt idx="1453">
                  <c:v>1556</c:v>
                </c:pt>
                <c:pt idx="1454">
                  <c:v>1556</c:v>
                </c:pt>
                <c:pt idx="1455">
                  <c:v>1556</c:v>
                </c:pt>
                <c:pt idx="1456">
                  <c:v>1556</c:v>
                </c:pt>
                <c:pt idx="1457">
                  <c:v>1556</c:v>
                </c:pt>
                <c:pt idx="1458">
                  <c:v>1556</c:v>
                </c:pt>
                <c:pt idx="1459">
                  <c:v>1556</c:v>
                </c:pt>
                <c:pt idx="1460">
                  <c:v>1556</c:v>
                </c:pt>
                <c:pt idx="1461">
                  <c:v>1556</c:v>
                </c:pt>
                <c:pt idx="1462">
                  <c:v>1556</c:v>
                </c:pt>
                <c:pt idx="1463">
                  <c:v>1556</c:v>
                </c:pt>
                <c:pt idx="1464">
                  <c:v>1556</c:v>
                </c:pt>
                <c:pt idx="1465">
                  <c:v>1556</c:v>
                </c:pt>
                <c:pt idx="1466">
                  <c:v>1556</c:v>
                </c:pt>
                <c:pt idx="1467">
                  <c:v>1556</c:v>
                </c:pt>
                <c:pt idx="1468">
                  <c:v>1556</c:v>
                </c:pt>
                <c:pt idx="1469">
                  <c:v>1556</c:v>
                </c:pt>
                <c:pt idx="1470">
                  <c:v>1556</c:v>
                </c:pt>
                <c:pt idx="1471">
                  <c:v>1556</c:v>
                </c:pt>
                <c:pt idx="1472">
                  <c:v>1556</c:v>
                </c:pt>
                <c:pt idx="1473">
                  <c:v>1556</c:v>
                </c:pt>
                <c:pt idx="1474">
                  <c:v>1556</c:v>
                </c:pt>
                <c:pt idx="1475">
                  <c:v>1556</c:v>
                </c:pt>
                <c:pt idx="1476">
                  <c:v>1556</c:v>
                </c:pt>
                <c:pt idx="1477">
                  <c:v>1556</c:v>
                </c:pt>
                <c:pt idx="1478">
                  <c:v>1556</c:v>
                </c:pt>
                <c:pt idx="1479">
                  <c:v>1556</c:v>
                </c:pt>
                <c:pt idx="1480">
                  <c:v>1556</c:v>
                </c:pt>
                <c:pt idx="1481">
                  <c:v>1556</c:v>
                </c:pt>
                <c:pt idx="1482">
                  <c:v>1556</c:v>
                </c:pt>
                <c:pt idx="1483">
                  <c:v>1556</c:v>
                </c:pt>
                <c:pt idx="1484">
                  <c:v>1556</c:v>
                </c:pt>
                <c:pt idx="1485">
                  <c:v>1556</c:v>
                </c:pt>
                <c:pt idx="1486">
                  <c:v>1556</c:v>
                </c:pt>
                <c:pt idx="1487">
                  <c:v>1556</c:v>
                </c:pt>
                <c:pt idx="1488">
                  <c:v>1556</c:v>
                </c:pt>
                <c:pt idx="1489">
                  <c:v>1556</c:v>
                </c:pt>
                <c:pt idx="1490">
                  <c:v>1556</c:v>
                </c:pt>
                <c:pt idx="1491">
                  <c:v>1556</c:v>
                </c:pt>
                <c:pt idx="1492">
                  <c:v>1556</c:v>
                </c:pt>
                <c:pt idx="1493">
                  <c:v>1556</c:v>
                </c:pt>
                <c:pt idx="1494">
                  <c:v>1556</c:v>
                </c:pt>
                <c:pt idx="1495">
                  <c:v>1556</c:v>
                </c:pt>
                <c:pt idx="1496">
                  <c:v>1556</c:v>
                </c:pt>
                <c:pt idx="1497">
                  <c:v>1556</c:v>
                </c:pt>
                <c:pt idx="1498">
                  <c:v>1556</c:v>
                </c:pt>
                <c:pt idx="1499">
                  <c:v>1556</c:v>
                </c:pt>
                <c:pt idx="1500">
                  <c:v>1556</c:v>
                </c:pt>
                <c:pt idx="1501">
                  <c:v>1556</c:v>
                </c:pt>
                <c:pt idx="1502">
                  <c:v>1556</c:v>
                </c:pt>
                <c:pt idx="1503">
                  <c:v>1556</c:v>
                </c:pt>
                <c:pt idx="1504">
                  <c:v>1556</c:v>
                </c:pt>
                <c:pt idx="1505">
                  <c:v>1556</c:v>
                </c:pt>
                <c:pt idx="1506">
                  <c:v>1556</c:v>
                </c:pt>
                <c:pt idx="1507">
                  <c:v>1556</c:v>
                </c:pt>
                <c:pt idx="1508">
                  <c:v>1556</c:v>
                </c:pt>
                <c:pt idx="1509">
                  <c:v>1556</c:v>
                </c:pt>
                <c:pt idx="1510">
                  <c:v>1556</c:v>
                </c:pt>
                <c:pt idx="1511">
                  <c:v>1556</c:v>
                </c:pt>
                <c:pt idx="1512">
                  <c:v>1556</c:v>
                </c:pt>
                <c:pt idx="1513">
                  <c:v>1556</c:v>
                </c:pt>
                <c:pt idx="1514">
                  <c:v>1556</c:v>
                </c:pt>
                <c:pt idx="1515">
                  <c:v>1556</c:v>
                </c:pt>
                <c:pt idx="1516">
                  <c:v>1556</c:v>
                </c:pt>
                <c:pt idx="1517">
                  <c:v>1556</c:v>
                </c:pt>
                <c:pt idx="1518">
                  <c:v>1556</c:v>
                </c:pt>
                <c:pt idx="1519">
                  <c:v>1556</c:v>
                </c:pt>
                <c:pt idx="1520">
                  <c:v>1556</c:v>
                </c:pt>
                <c:pt idx="1521">
                  <c:v>1556</c:v>
                </c:pt>
                <c:pt idx="1522">
                  <c:v>1556</c:v>
                </c:pt>
                <c:pt idx="1523">
                  <c:v>1556</c:v>
                </c:pt>
                <c:pt idx="1524">
                  <c:v>1556</c:v>
                </c:pt>
                <c:pt idx="1525">
                  <c:v>1556</c:v>
                </c:pt>
                <c:pt idx="1526">
                  <c:v>1556</c:v>
                </c:pt>
                <c:pt idx="1527">
                  <c:v>1556</c:v>
                </c:pt>
                <c:pt idx="1528">
                  <c:v>1556</c:v>
                </c:pt>
                <c:pt idx="1529">
                  <c:v>1556</c:v>
                </c:pt>
                <c:pt idx="1530">
                  <c:v>1556</c:v>
                </c:pt>
                <c:pt idx="1531">
                  <c:v>1556</c:v>
                </c:pt>
                <c:pt idx="1532">
                  <c:v>1556</c:v>
                </c:pt>
                <c:pt idx="1533">
                  <c:v>1556</c:v>
                </c:pt>
                <c:pt idx="1534">
                  <c:v>1556</c:v>
                </c:pt>
                <c:pt idx="1535">
                  <c:v>1556</c:v>
                </c:pt>
                <c:pt idx="1536">
                  <c:v>1556</c:v>
                </c:pt>
                <c:pt idx="1537">
                  <c:v>1556</c:v>
                </c:pt>
                <c:pt idx="1538">
                  <c:v>1556</c:v>
                </c:pt>
                <c:pt idx="1539">
                  <c:v>1556</c:v>
                </c:pt>
                <c:pt idx="1540">
                  <c:v>1556</c:v>
                </c:pt>
                <c:pt idx="1541">
                  <c:v>1556</c:v>
                </c:pt>
                <c:pt idx="1542">
                  <c:v>1556</c:v>
                </c:pt>
                <c:pt idx="1543">
                  <c:v>1556</c:v>
                </c:pt>
                <c:pt idx="1544">
                  <c:v>1556</c:v>
                </c:pt>
                <c:pt idx="1545">
                  <c:v>1556</c:v>
                </c:pt>
                <c:pt idx="1546">
                  <c:v>1556</c:v>
                </c:pt>
                <c:pt idx="1547">
                  <c:v>1556</c:v>
                </c:pt>
                <c:pt idx="1548">
                  <c:v>1556</c:v>
                </c:pt>
                <c:pt idx="1549">
                  <c:v>1556</c:v>
                </c:pt>
                <c:pt idx="1550">
                  <c:v>1556</c:v>
                </c:pt>
                <c:pt idx="1551">
                  <c:v>1556</c:v>
                </c:pt>
                <c:pt idx="1552">
                  <c:v>1556</c:v>
                </c:pt>
                <c:pt idx="1553">
                  <c:v>1556</c:v>
                </c:pt>
                <c:pt idx="1554">
                  <c:v>1556</c:v>
                </c:pt>
                <c:pt idx="1555">
                  <c:v>1556</c:v>
                </c:pt>
                <c:pt idx="1556">
                  <c:v>1556</c:v>
                </c:pt>
                <c:pt idx="1557">
                  <c:v>1556</c:v>
                </c:pt>
                <c:pt idx="1558">
                  <c:v>1556</c:v>
                </c:pt>
                <c:pt idx="1559">
                  <c:v>1556</c:v>
                </c:pt>
                <c:pt idx="1560">
                  <c:v>1556</c:v>
                </c:pt>
                <c:pt idx="1561">
                  <c:v>1556</c:v>
                </c:pt>
                <c:pt idx="1562">
                  <c:v>1556</c:v>
                </c:pt>
                <c:pt idx="1563">
                  <c:v>1556</c:v>
                </c:pt>
                <c:pt idx="1564">
                  <c:v>1556</c:v>
                </c:pt>
                <c:pt idx="1565">
                  <c:v>1556</c:v>
                </c:pt>
                <c:pt idx="1566">
                  <c:v>1556</c:v>
                </c:pt>
                <c:pt idx="1567">
                  <c:v>1556</c:v>
                </c:pt>
                <c:pt idx="1568">
                  <c:v>1556</c:v>
                </c:pt>
                <c:pt idx="1569">
                  <c:v>1556</c:v>
                </c:pt>
                <c:pt idx="1570">
                  <c:v>1556</c:v>
                </c:pt>
                <c:pt idx="1571">
                  <c:v>1556</c:v>
                </c:pt>
                <c:pt idx="1572">
                  <c:v>1556</c:v>
                </c:pt>
                <c:pt idx="1573">
                  <c:v>1556</c:v>
                </c:pt>
                <c:pt idx="1574">
                  <c:v>1556</c:v>
                </c:pt>
                <c:pt idx="1575">
                  <c:v>1556</c:v>
                </c:pt>
                <c:pt idx="1576">
                  <c:v>1556</c:v>
                </c:pt>
                <c:pt idx="1577">
                  <c:v>1556</c:v>
                </c:pt>
                <c:pt idx="1578">
                  <c:v>1556</c:v>
                </c:pt>
                <c:pt idx="1579">
                  <c:v>1556</c:v>
                </c:pt>
                <c:pt idx="1580">
                  <c:v>1556</c:v>
                </c:pt>
                <c:pt idx="1581">
                  <c:v>1556</c:v>
                </c:pt>
                <c:pt idx="1582">
                  <c:v>1556</c:v>
                </c:pt>
                <c:pt idx="1583">
                  <c:v>1556</c:v>
                </c:pt>
                <c:pt idx="1584">
                  <c:v>1556</c:v>
                </c:pt>
                <c:pt idx="1585">
                  <c:v>1556</c:v>
                </c:pt>
                <c:pt idx="1586">
                  <c:v>1556</c:v>
                </c:pt>
                <c:pt idx="1587">
                  <c:v>1556</c:v>
                </c:pt>
                <c:pt idx="1588">
                  <c:v>1556</c:v>
                </c:pt>
                <c:pt idx="1589">
                  <c:v>1556</c:v>
                </c:pt>
                <c:pt idx="1590">
                  <c:v>1556</c:v>
                </c:pt>
                <c:pt idx="1591">
                  <c:v>1556</c:v>
                </c:pt>
                <c:pt idx="1592">
                  <c:v>1556</c:v>
                </c:pt>
                <c:pt idx="1593">
                  <c:v>1556</c:v>
                </c:pt>
                <c:pt idx="1594">
                  <c:v>1556</c:v>
                </c:pt>
                <c:pt idx="1595">
                  <c:v>1556</c:v>
                </c:pt>
                <c:pt idx="1596">
                  <c:v>1556</c:v>
                </c:pt>
                <c:pt idx="1597">
                  <c:v>1556</c:v>
                </c:pt>
                <c:pt idx="1598">
                  <c:v>1556</c:v>
                </c:pt>
                <c:pt idx="1599">
                  <c:v>1556</c:v>
                </c:pt>
                <c:pt idx="1600">
                  <c:v>1556</c:v>
                </c:pt>
                <c:pt idx="1601">
                  <c:v>1556</c:v>
                </c:pt>
                <c:pt idx="1602">
                  <c:v>1556</c:v>
                </c:pt>
                <c:pt idx="1603">
                  <c:v>1556</c:v>
                </c:pt>
                <c:pt idx="1604">
                  <c:v>1556</c:v>
                </c:pt>
                <c:pt idx="1605">
                  <c:v>1556</c:v>
                </c:pt>
                <c:pt idx="1606">
                  <c:v>1556</c:v>
                </c:pt>
                <c:pt idx="1607">
                  <c:v>1556</c:v>
                </c:pt>
                <c:pt idx="1608">
                  <c:v>1556</c:v>
                </c:pt>
                <c:pt idx="1609">
                  <c:v>1556</c:v>
                </c:pt>
                <c:pt idx="1610">
                  <c:v>1556</c:v>
                </c:pt>
                <c:pt idx="1611">
                  <c:v>1556</c:v>
                </c:pt>
                <c:pt idx="1612">
                  <c:v>1556</c:v>
                </c:pt>
                <c:pt idx="1613">
                  <c:v>1556</c:v>
                </c:pt>
                <c:pt idx="1614">
                  <c:v>1556</c:v>
                </c:pt>
                <c:pt idx="1615">
                  <c:v>1556</c:v>
                </c:pt>
                <c:pt idx="1616">
                  <c:v>1556</c:v>
                </c:pt>
                <c:pt idx="1617">
                  <c:v>1556</c:v>
                </c:pt>
                <c:pt idx="1618">
                  <c:v>1556</c:v>
                </c:pt>
                <c:pt idx="1619">
                  <c:v>1556</c:v>
                </c:pt>
                <c:pt idx="1620">
                  <c:v>1556</c:v>
                </c:pt>
                <c:pt idx="1621">
                  <c:v>1556</c:v>
                </c:pt>
                <c:pt idx="1622">
                  <c:v>1556</c:v>
                </c:pt>
                <c:pt idx="1623">
                  <c:v>1556</c:v>
                </c:pt>
                <c:pt idx="1624">
                  <c:v>1556</c:v>
                </c:pt>
                <c:pt idx="1625">
                  <c:v>1556</c:v>
                </c:pt>
                <c:pt idx="1626">
                  <c:v>1556</c:v>
                </c:pt>
                <c:pt idx="1627">
                  <c:v>1556</c:v>
                </c:pt>
                <c:pt idx="1628">
                  <c:v>1556</c:v>
                </c:pt>
                <c:pt idx="1629">
                  <c:v>1556</c:v>
                </c:pt>
                <c:pt idx="1630">
                  <c:v>1556</c:v>
                </c:pt>
                <c:pt idx="1631">
                  <c:v>1556</c:v>
                </c:pt>
                <c:pt idx="1632">
                  <c:v>1556</c:v>
                </c:pt>
                <c:pt idx="1633">
                  <c:v>1556</c:v>
                </c:pt>
                <c:pt idx="1634">
                  <c:v>1556</c:v>
                </c:pt>
                <c:pt idx="1635">
                  <c:v>1556</c:v>
                </c:pt>
                <c:pt idx="1636">
                  <c:v>1556</c:v>
                </c:pt>
                <c:pt idx="1637">
                  <c:v>1556</c:v>
                </c:pt>
                <c:pt idx="1638">
                  <c:v>1556</c:v>
                </c:pt>
                <c:pt idx="1639">
                  <c:v>1556</c:v>
                </c:pt>
                <c:pt idx="1640">
                  <c:v>1556</c:v>
                </c:pt>
                <c:pt idx="1641">
                  <c:v>1556</c:v>
                </c:pt>
                <c:pt idx="1642">
                  <c:v>1556</c:v>
                </c:pt>
                <c:pt idx="1643">
                  <c:v>1556</c:v>
                </c:pt>
                <c:pt idx="1644">
                  <c:v>1556</c:v>
                </c:pt>
                <c:pt idx="1645">
                  <c:v>1556</c:v>
                </c:pt>
                <c:pt idx="1646">
                  <c:v>1556</c:v>
                </c:pt>
                <c:pt idx="1647">
                  <c:v>1556</c:v>
                </c:pt>
                <c:pt idx="1648">
                  <c:v>1556</c:v>
                </c:pt>
                <c:pt idx="1649">
                  <c:v>1556</c:v>
                </c:pt>
                <c:pt idx="1650">
                  <c:v>1556</c:v>
                </c:pt>
                <c:pt idx="1651">
                  <c:v>1556</c:v>
                </c:pt>
                <c:pt idx="1652">
                  <c:v>1556</c:v>
                </c:pt>
                <c:pt idx="1653">
                  <c:v>1556</c:v>
                </c:pt>
                <c:pt idx="1654">
                  <c:v>1556</c:v>
                </c:pt>
                <c:pt idx="1655">
                  <c:v>1556</c:v>
                </c:pt>
                <c:pt idx="1656">
                  <c:v>1556</c:v>
                </c:pt>
                <c:pt idx="1657">
                  <c:v>1556</c:v>
                </c:pt>
                <c:pt idx="1658">
                  <c:v>1556</c:v>
                </c:pt>
                <c:pt idx="1659">
                  <c:v>1556</c:v>
                </c:pt>
                <c:pt idx="1660">
                  <c:v>1556</c:v>
                </c:pt>
                <c:pt idx="1661">
                  <c:v>1556</c:v>
                </c:pt>
                <c:pt idx="1662">
                  <c:v>1556</c:v>
                </c:pt>
                <c:pt idx="1663">
                  <c:v>1556</c:v>
                </c:pt>
                <c:pt idx="1664">
                  <c:v>1556</c:v>
                </c:pt>
                <c:pt idx="1665">
                  <c:v>1556</c:v>
                </c:pt>
                <c:pt idx="1666">
                  <c:v>1556</c:v>
                </c:pt>
                <c:pt idx="1667">
                  <c:v>1556</c:v>
                </c:pt>
                <c:pt idx="1668">
                  <c:v>1556</c:v>
                </c:pt>
                <c:pt idx="1669">
                  <c:v>1556</c:v>
                </c:pt>
                <c:pt idx="1670">
                  <c:v>1556</c:v>
                </c:pt>
                <c:pt idx="1671">
                  <c:v>1556</c:v>
                </c:pt>
                <c:pt idx="1672">
                  <c:v>1556</c:v>
                </c:pt>
                <c:pt idx="1673">
                  <c:v>1556</c:v>
                </c:pt>
                <c:pt idx="1674">
                  <c:v>1556</c:v>
                </c:pt>
                <c:pt idx="1675">
                  <c:v>1556</c:v>
                </c:pt>
                <c:pt idx="1676">
                  <c:v>1556</c:v>
                </c:pt>
              </c:numCache>
            </c:numRef>
          </c:val>
          <c:smooth val="1"/>
          <c:extLst xmlns:c16r2="http://schemas.microsoft.com/office/drawing/2015/06/chart">
            <c:ext xmlns:c16="http://schemas.microsoft.com/office/drawing/2014/chart" uri="{C3380CC4-5D6E-409C-BE32-E72D297353CC}">
              <c16:uniqueId val="{00000000-F826-4A77-8884-622F46F711DA}"/>
            </c:ext>
          </c:extLst>
        </c:ser>
        <c:dLbls>
          <c:showLegendKey val="0"/>
          <c:showVal val="0"/>
          <c:showCatName val="0"/>
          <c:showSerName val="0"/>
          <c:showPercent val="0"/>
          <c:showBubbleSize val="0"/>
        </c:dLbls>
        <c:smooth val="0"/>
        <c:axId val="875928592"/>
        <c:axId val="875934576"/>
      </c:lineChart>
      <c:dateAx>
        <c:axId val="875928592"/>
        <c:scaling>
          <c:orientation val="minMax"/>
          <c:min val="42979"/>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34576"/>
        <c:crosses val="autoZero"/>
        <c:auto val="0"/>
        <c:lblOffset val="100"/>
        <c:baseTimeUnit val="days"/>
        <c:majorUnit val="1"/>
        <c:majorTimeUnit val="years"/>
      </c:dateAx>
      <c:valAx>
        <c:axId val="875934576"/>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28592"/>
        <c:crosses val="autoZero"/>
        <c:crossBetween val="between"/>
        <c:majorUnit val="1000"/>
      </c:valAx>
      <c:spPr>
        <a:noFill/>
        <a:ln w="25400">
          <a:noFill/>
        </a:ln>
      </c:spPr>
    </c:plotArea>
    <c:legend>
      <c:legendPos val="t"/>
      <c:layout>
        <c:manualLayout>
          <c:xMode val="edge"/>
          <c:yMode val="edge"/>
          <c:x val="0"/>
          <c:y val="0"/>
          <c:w val="1"/>
          <c:h val="0.13114803274862882"/>
        </c:manualLayout>
      </c:layout>
      <c:overlay val="0"/>
      <c:spPr>
        <a:noFill/>
        <a:ln w="25400">
          <a:noFill/>
        </a:ln>
        <a:effectLst/>
      </c:spPr>
      <c:txPr>
        <a:bodyPr rot="0" spcFirstLastPara="0" vertOverflow="ellipsis" vert="horz" wrap="square" anchor="ctr" anchorCtr="1"/>
        <a:lstStyle/>
        <a:p>
          <a:pPr>
            <a:defRPr lang="zh-CN" sz="105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chemeClr val="bg1"/>
    </a:solidFill>
    <a:ln w="25400" cap="flat" cmpd="sng" algn="ctr">
      <a:noFill/>
      <a:prstDash val="solid"/>
      <a:round/>
    </a:ln>
  </c:spPr>
  <c:txPr>
    <a:bodyPr/>
    <a:lstStyle/>
    <a:p>
      <a:pPr>
        <a:defRPr lang="zh-CN" sz="900">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848710680322"/>
          <c:y val="0.11212245400321064"/>
          <c:w val="0.85517905908639502"/>
          <c:h val="0.79403161136435119"/>
        </c:manualLayout>
      </c:layout>
      <c:lineChart>
        <c:grouping val="standard"/>
        <c:varyColors val="0"/>
        <c:ser>
          <c:idx val="0"/>
          <c:order val="0"/>
          <c:tx>
            <c:strRef>
              <c:f>'图49-57'!$G$3</c:f>
              <c:strCache>
                <c:ptCount val="1"/>
                <c:pt idx="0">
                  <c:v>氢氧化钠（元/吨）</c:v>
                </c:pt>
              </c:strCache>
            </c:strRef>
          </c:tx>
          <c:spPr>
            <a:ln w="12700" cap="rnd" cmpd="sng" algn="ctr">
              <a:solidFill>
                <a:srgbClr val="E10000"/>
              </a:solidFill>
              <a:prstDash val="solid"/>
              <a:round/>
            </a:ln>
          </c:spPr>
          <c:marker>
            <c:symbol val="none"/>
          </c:marker>
          <c:cat>
            <c:numRef>
              <c:f>'图49-57'!$A$4:$A$1848</c:f>
              <c:numCache>
                <c:formatCode>yyyy/mm/dd;@</c:formatCode>
                <c:ptCount val="1845"/>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pt idx="1018">
                  <c:v>43580</c:v>
                </c:pt>
                <c:pt idx="1019">
                  <c:v>43579</c:v>
                </c:pt>
                <c:pt idx="1020">
                  <c:v>43578</c:v>
                </c:pt>
                <c:pt idx="1021">
                  <c:v>43577</c:v>
                </c:pt>
                <c:pt idx="1022">
                  <c:v>43574</c:v>
                </c:pt>
                <c:pt idx="1023">
                  <c:v>43573</c:v>
                </c:pt>
                <c:pt idx="1024">
                  <c:v>43572</c:v>
                </c:pt>
                <c:pt idx="1025">
                  <c:v>43571</c:v>
                </c:pt>
                <c:pt idx="1026">
                  <c:v>43570</c:v>
                </c:pt>
                <c:pt idx="1027">
                  <c:v>43567</c:v>
                </c:pt>
                <c:pt idx="1028">
                  <c:v>43566</c:v>
                </c:pt>
                <c:pt idx="1029">
                  <c:v>43565</c:v>
                </c:pt>
                <c:pt idx="1030">
                  <c:v>43564</c:v>
                </c:pt>
                <c:pt idx="1031">
                  <c:v>43563</c:v>
                </c:pt>
                <c:pt idx="1032">
                  <c:v>43559</c:v>
                </c:pt>
                <c:pt idx="1033">
                  <c:v>43558</c:v>
                </c:pt>
                <c:pt idx="1034">
                  <c:v>43557</c:v>
                </c:pt>
                <c:pt idx="1035">
                  <c:v>43556</c:v>
                </c:pt>
                <c:pt idx="1036">
                  <c:v>43553</c:v>
                </c:pt>
                <c:pt idx="1037">
                  <c:v>43552</c:v>
                </c:pt>
                <c:pt idx="1038">
                  <c:v>43551</c:v>
                </c:pt>
                <c:pt idx="1039">
                  <c:v>43550</c:v>
                </c:pt>
                <c:pt idx="1040">
                  <c:v>43549</c:v>
                </c:pt>
                <c:pt idx="1041">
                  <c:v>43546</c:v>
                </c:pt>
                <c:pt idx="1042">
                  <c:v>43545</c:v>
                </c:pt>
                <c:pt idx="1043">
                  <c:v>43544</c:v>
                </c:pt>
                <c:pt idx="1044">
                  <c:v>43543</c:v>
                </c:pt>
                <c:pt idx="1045">
                  <c:v>43542</c:v>
                </c:pt>
                <c:pt idx="1046">
                  <c:v>43539</c:v>
                </c:pt>
                <c:pt idx="1047">
                  <c:v>43538</c:v>
                </c:pt>
                <c:pt idx="1048">
                  <c:v>43537</c:v>
                </c:pt>
                <c:pt idx="1049">
                  <c:v>43536</c:v>
                </c:pt>
                <c:pt idx="1050">
                  <c:v>43535</c:v>
                </c:pt>
                <c:pt idx="1051">
                  <c:v>43532</c:v>
                </c:pt>
                <c:pt idx="1052">
                  <c:v>43531</c:v>
                </c:pt>
                <c:pt idx="1053">
                  <c:v>43530</c:v>
                </c:pt>
                <c:pt idx="1054">
                  <c:v>43529</c:v>
                </c:pt>
                <c:pt idx="1055">
                  <c:v>43528</c:v>
                </c:pt>
                <c:pt idx="1056">
                  <c:v>43525</c:v>
                </c:pt>
                <c:pt idx="1057">
                  <c:v>43524</c:v>
                </c:pt>
                <c:pt idx="1058">
                  <c:v>43523</c:v>
                </c:pt>
                <c:pt idx="1059">
                  <c:v>43522</c:v>
                </c:pt>
                <c:pt idx="1060">
                  <c:v>43521</c:v>
                </c:pt>
                <c:pt idx="1061">
                  <c:v>43518</c:v>
                </c:pt>
                <c:pt idx="1062">
                  <c:v>43517</c:v>
                </c:pt>
                <c:pt idx="1063">
                  <c:v>43516</c:v>
                </c:pt>
                <c:pt idx="1064">
                  <c:v>43515</c:v>
                </c:pt>
                <c:pt idx="1065">
                  <c:v>43514</c:v>
                </c:pt>
                <c:pt idx="1066">
                  <c:v>43511</c:v>
                </c:pt>
                <c:pt idx="1067">
                  <c:v>43510</c:v>
                </c:pt>
                <c:pt idx="1068">
                  <c:v>43509</c:v>
                </c:pt>
                <c:pt idx="1069">
                  <c:v>43508</c:v>
                </c:pt>
                <c:pt idx="1070">
                  <c:v>43507</c:v>
                </c:pt>
                <c:pt idx="1071">
                  <c:v>43499</c:v>
                </c:pt>
                <c:pt idx="1072">
                  <c:v>43498</c:v>
                </c:pt>
                <c:pt idx="1073">
                  <c:v>43497</c:v>
                </c:pt>
                <c:pt idx="1074">
                  <c:v>43496</c:v>
                </c:pt>
                <c:pt idx="1075">
                  <c:v>43495</c:v>
                </c:pt>
                <c:pt idx="1076">
                  <c:v>43494</c:v>
                </c:pt>
                <c:pt idx="1077">
                  <c:v>43493</c:v>
                </c:pt>
                <c:pt idx="1078">
                  <c:v>43490</c:v>
                </c:pt>
                <c:pt idx="1079">
                  <c:v>43489</c:v>
                </c:pt>
                <c:pt idx="1080">
                  <c:v>43488</c:v>
                </c:pt>
                <c:pt idx="1081">
                  <c:v>43487</c:v>
                </c:pt>
                <c:pt idx="1082">
                  <c:v>43486</c:v>
                </c:pt>
                <c:pt idx="1083">
                  <c:v>43483</c:v>
                </c:pt>
                <c:pt idx="1084">
                  <c:v>43482</c:v>
                </c:pt>
                <c:pt idx="1085">
                  <c:v>43481</c:v>
                </c:pt>
                <c:pt idx="1086">
                  <c:v>43480</c:v>
                </c:pt>
                <c:pt idx="1087">
                  <c:v>43479</c:v>
                </c:pt>
                <c:pt idx="1088">
                  <c:v>43476</c:v>
                </c:pt>
                <c:pt idx="1089">
                  <c:v>43475</c:v>
                </c:pt>
                <c:pt idx="1090">
                  <c:v>43474</c:v>
                </c:pt>
                <c:pt idx="1091">
                  <c:v>43473</c:v>
                </c:pt>
                <c:pt idx="1092">
                  <c:v>43472</c:v>
                </c:pt>
                <c:pt idx="1093">
                  <c:v>43469</c:v>
                </c:pt>
                <c:pt idx="1094">
                  <c:v>43468</c:v>
                </c:pt>
                <c:pt idx="1095">
                  <c:v>43467</c:v>
                </c:pt>
                <c:pt idx="1096">
                  <c:v>43463</c:v>
                </c:pt>
                <c:pt idx="1097">
                  <c:v>43462</c:v>
                </c:pt>
                <c:pt idx="1098">
                  <c:v>43461</c:v>
                </c:pt>
                <c:pt idx="1099">
                  <c:v>43460</c:v>
                </c:pt>
                <c:pt idx="1100">
                  <c:v>43459</c:v>
                </c:pt>
                <c:pt idx="1101">
                  <c:v>43458</c:v>
                </c:pt>
                <c:pt idx="1102">
                  <c:v>43455</c:v>
                </c:pt>
                <c:pt idx="1103">
                  <c:v>43454</c:v>
                </c:pt>
                <c:pt idx="1104">
                  <c:v>43453</c:v>
                </c:pt>
                <c:pt idx="1105">
                  <c:v>43452</c:v>
                </c:pt>
                <c:pt idx="1106">
                  <c:v>43451</c:v>
                </c:pt>
                <c:pt idx="1107">
                  <c:v>43448</c:v>
                </c:pt>
                <c:pt idx="1108">
                  <c:v>43447</c:v>
                </c:pt>
                <c:pt idx="1109">
                  <c:v>43446</c:v>
                </c:pt>
                <c:pt idx="1110">
                  <c:v>43445</c:v>
                </c:pt>
                <c:pt idx="1111">
                  <c:v>43444</c:v>
                </c:pt>
                <c:pt idx="1112">
                  <c:v>43441</c:v>
                </c:pt>
                <c:pt idx="1113">
                  <c:v>43440</c:v>
                </c:pt>
                <c:pt idx="1114">
                  <c:v>43439</c:v>
                </c:pt>
                <c:pt idx="1115">
                  <c:v>43438</c:v>
                </c:pt>
                <c:pt idx="1116">
                  <c:v>43437</c:v>
                </c:pt>
                <c:pt idx="1117">
                  <c:v>43434</c:v>
                </c:pt>
                <c:pt idx="1118">
                  <c:v>43433</c:v>
                </c:pt>
                <c:pt idx="1119">
                  <c:v>43432</c:v>
                </c:pt>
                <c:pt idx="1120">
                  <c:v>43431</c:v>
                </c:pt>
                <c:pt idx="1121">
                  <c:v>43430</c:v>
                </c:pt>
                <c:pt idx="1122">
                  <c:v>43427</c:v>
                </c:pt>
                <c:pt idx="1123">
                  <c:v>43426</c:v>
                </c:pt>
                <c:pt idx="1124">
                  <c:v>43425</c:v>
                </c:pt>
                <c:pt idx="1125">
                  <c:v>43424</c:v>
                </c:pt>
                <c:pt idx="1126">
                  <c:v>43423</c:v>
                </c:pt>
                <c:pt idx="1127">
                  <c:v>43420</c:v>
                </c:pt>
                <c:pt idx="1128">
                  <c:v>43419</c:v>
                </c:pt>
                <c:pt idx="1129">
                  <c:v>43418</c:v>
                </c:pt>
                <c:pt idx="1130">
                  <c:v>43417</c:v>
                </c:pt>
                <c:pt idx="1131">
                  <c:v>43416</c:v>
                </c:pt>
                <c:pt idx="1132">
                  <c:v>43413</c:v>
                </c:pt>
                <c:pt idx="1133">
                  <c:v>43412</c:v>
                </c:pt>
                <c:pt idx="1134">
                  <c:v>43411</c:v>
                </c:pt>
                <c:pt idx="1135">
                  <c:v>43410</c:v>
                </c:pt>
                <c:pt idx="1136">
                  <c:v>43409</c:v>
                </c:pt>
                <c:pt idx="1137">
                  <c:v>43406</c:v>
                </c:pt>
                <c:pt idx="1138">
                  <c:v>43405</c:v>
                </c:pt>
                <c:pt idx="1139">
                  <c:v>43404</c:v>
                </c:pt>
                <c:pt idx="1140">
                  <c:v>43403</c:v>
                </c:pt>
                <c:pt idx="1141">
                  <c:v>43402</c:v>
                </c:pt>
                <c:pt idx="1142">
                  <c:v>43399</c:v>
                </c:pt>
                <c:pt idx="1143">
                  <c:v>43398</c:v>
                </c:pt>
                <c:pt idx="1144">
                  <c:v>43397</c:v>
                </c:pt>
                <c:pt idx="1145">
                  <c:v>43396</c:v>
                </c:pt>
                <c:pt idx="1146">
                  <c:v>43395</c:v>
                </c:pt>
                <c:pt idx="1147">
                  <c:v>43392</c:v>
                </c:pt>
                <c:pt idx="1148">
                  <c:v>43391</c:v>
                </c:pt>
                <c:pt idx="1149">
                  <c:v>43390</c:v>
                </c:pt>
                <c:pt idx="1150">
                  <c:v>43389</c:v>
                </c:pt>
                <c:pt idx="1151">
                  <c:v>43388</c:v>
                </c:pt>
                <c:pt idx="1152">
                  <c:v>43385</c:v>
                </c:pt>
                <c:pt idx="1153">
                  <c:v>43384</c:v>
                </c:pt>
                <c:pt idx="1154">
                  <c:v>43383</c:v>
                </c:pt>
                <c:pt idx="1155">
                  <c:v>43382</c:v>
                </c:pt>
                <c:pt idx="1156">
                  <c:v>43381</c:v>
                </c:pt>
                <c:pt idx="1157">
                  <c:v>43373</c:v>
                </c:pt>
                <c:pt idx="1158">
                  <c:v>43372</c:v>
                </c:pt>
                <c:pt idx="1159">
                  <c:v>43371</c:v>
                </c:pt>
                <c:pt idx="1160">
                  <c:v>43370</c:v>
                </c:pt>
                <c:pt idx="1161">
                  <c:v>43369</c:v>
                </c:pt>
                <c:pt idx="1162">
                  <c:v>43368</c:v>
                </c:pt>
                <c:pt idx="1163">
                  <c:v>43364</c:v>
                </c:pt>
                <c:pt idx="1164">
                  <c:v>43363</c:v>
                </c:pt>
                <c:pt idx="1165">
                  <c:v>43362</c:v>
                </c:pt>
                <c:pt idx="1166">
                  <c:v>43361</c:v>
                </c:pt>
                <c:pt idx="1167">
                  <c:v>43360</c:v>
                </c:pt>
                <c:pt idx="1168">
                  <c:v>43357</c:v>
                </c:pt>
                <c:pt idx="1169">
                  <c:v>43356</c:v>
                </c:pt>
                <c:pt idx="1170">
                  <c:v>43355</c:v>
                </c:pt>
                <c:pt idx="1171">
                  <c:v>43354</c:v>
                </c:pt>
                <c:pt idx="1172">
                  <c:v>43353</c:v>
                </c:pt>
                <c:pt idx="1173">
                  <c:v>43350</c:v>
                </c:pt>
                <c:pt idx="1174">
                  <c:v>43349</c:v>
                </c:pt>
                <c:pt idx="1175">
                  <c:v>43348</c:v>
                </c:pt>
                <c:pt idx="1176">
                  <c:v>43347</c:v>
                </c:pt>
                <c:pt idx="1177">
                  <c:v>43346</c:v>
                </c:pt>
                <c:pt idx="1178">
                  <c:v>43343</c:v>
                </c:pt>
                <c:pt idx="1179">
                  <c:v>43342</c:v>
                </c:pt>
                <c:pt idx="1180">
                  <c:v>43341</c:v>
                </c:pt>
                <c:pt idx="1181">
                  <c:v>43340</c:v>
                </c:pt>
                <c:pt idx="1182">
                  <c:v>43339</c:v>
                </c:pt>
                <c:pt idx="1183">
                  <c:v>43336</c:v>
                </c:pt>
                <c:pt idx="1184">
                  <c:v>43335</c:v>
                </c:pt>
                <c:pt idx="1185">
                  <c:v>43334</c:v>
                </c:pt>
                <c:pt idx="1186">
                  <c:v>43333</c:v>
                </c:pt>
                <c:pt idx="1187">
                  <c:v>43332</c:v>
                </c:pt>
                <c:pt idx="1188">
                  <c:v>43329</c:v>
                </c:pt>
                <c:pt idx="1189">
                  <c:v>43328</c:v>
                </c:pt>
                <c:pt idx="1190">
                  <c:v>43327</c:v>
                </c:pt>
                <c:pt idx="1191">
                  <c:v>43326</c:v>
                </c:pt>
                <c:pt idx="1192">
                  <c:v>43325</c:v>
                </c:pt>
                <c:pt idx="1193">
                  <c:v>43322</c:v>
                </c:pt>
                <c:pt idx="1194">
                  <c:v>43321</c:v>
                </c:pt>
                <c:pt idx="1195">
                  <c:v>43320</c:v>
                </c:pt>
                <c:pt idx="1196">
                  <c:v>43319</c:v>
                </c:pt>
                <c:pt idx="1197">
                  <c:v>43318</c:v>
                </c:pt>
                <c:pt idx="1198">
                  <c:v>43315</c:v>
                </c:pt>
                <c:pt idx="1199">
                  <c:v>43314</c:v>
                </c:pt>
                <c:pt idx="1200">
                  <c:v>43313</c:v>
                </c:pt>
                <c:pt idx="1201">
                  <c:v>43312</c:v>
                </c:pt>
                <c:pt idx="1202">
                  <c:v>43311</c:v>
                </c:pt>
                <c:pt idx="1203">
                  <c:v>43308</c:v>
                </c:pt>
                <c:pt idx="1204">
                  <c:v>43307</c:v>
                </c:pt>
                <c:pt idx="1205">
                  <c:v>43306</c:v>
                </c:pt>
                <c:pt idx="1206">
                  <c:v>43305</c:v>
                </c:pt>
                <c:pt idx="1207">
                  <c:v>43304</c:v>
                </c:pt>
                <c:pt idx="1208">
                  <c:v>43301</c:v>
                </c:pt>
                <c:pt idx="1209">
                  <c:v>43300</c:v>
                </c:pt>
                <c:pt idx="1210">
                  <c:v>43299</c:v>
                </c:pt>
                <c:pt idx="1211">
                  <c:v>43298</c:v>
                </c:pt>
                <c:pt idx="1212">
                  <c:v>43297</c:v>
                </c:pt>
                <c:pt idx="1213">
                  <c:v>43294</c:v>
                </c:pt>
                <c:pt idx="1214">
                  <c:v>43293</c:v>
                </c:pt>
                <c:pt idx="1215">
                  <c:v>43292</c:v>
                </c:pt>
                <c:pt idx="1216">
                  <c:v>43291</c:v>
                </c:pt>
                <c:pt idx="1217">
                  <c:v>43290</c:v>
                </c:pt>
                <c:pt idx="1218">
                  <c:v>43287</c:v>
                </c:pt>
                <c:pt idx="1219">
                  <c:v>43286</c:v>
                </c:pt>
                <c:pt idx="1220">
                  <c:v>43285</c:v>
                </c:pt>
                <c:pt idx="1221">
                  <c:v>43284</c:v>
                </c:pt>
                <c:pt idx="1222">
                  <c:v>43283</c:v>
                </c:pt>
                <c:pt idx="1223">
                  <c:v>43280</c:v>
                </c:pt>
                <c:pt idx="1224">
                  <c:v>43279</c:v>
                </c:pt>
                <c:pt idx="1225">
                  <c:v>43278</c:v>
                </c:pt>
                <c:pt idx="1226">
                  <c:v>43277</c:v>
                </c:pt>
                <c:pt idx="1227">
                  <c:v>43276</c:v>
                </c:pt>
                <c:pt idx="1228">
                  <c:v>43273</c:v>
                </c:pt>
                <c:pt idx="1229">
                  <c:v>43272</c:v>
                </c:pt>
                <c:pt idx="1230">
                  <c:v>43271</c:v>
                </c:pt>
                <c:pt idx="1231">
                  <c:v>43270</c:v>
                </c:pt>
                <c:pt idx="1232">
                  <c:v>43266</c:v>
                </c:pt>
                <c:pt idx="1233">
                  <c:v>43265</c:v>
                </c:pt>
                <c:pt idx="1234">
                  <c:v>43264</c:v>
                </c:pt>
                <c:pt idx="1235">
                  <c:v>43263</c:v>
                </c:pt>
                <c:pt idx="1236">
                  <c:v>43262</c:v>
                </c:pt>
                <c:pt idx="1237">
                  <c:v>43259</c:v>
                </c:pt>
                <c:pt idx="1238">
                  <c:v>43258</c:v>
                </c:pt>
                <c:pt idx="1239">
                  <c:v>43257</c:v>
                </c:pt>
                <c:pt idx="1240">
                  <c:v>43256</c:v>
                </c:pt>
                <c:pt idx="1241">
                  <c:v>43255</c:v>
                </c:pt>
                <c:pt idx="1242">
                  <c:v>43252</c:v>
                </c:pt>
                <c:pt idx="1243">
                  <c:v>43251</c:v>
                </c:pt>
                <c:pt idx="1244">
                  <c:v>43250</c:v>
                </c:pt>
                <c:pt idx="1245">
                  <c:v>43249</c:v>
                </c:pt>
                <c:pt idx="1246">
                  <c:v>43248</c:v>
                </c:pt>
                <c:pt idx="1247">
                  <c:v>43245</c:v>
                </c:pt>
                <c:pt idx="1248">
                  <c:v>43244</c:v>
                </c:pt>
                <c:pt idx="1249">
                  <c:v>43243</c:v>
                </c:pt>
                <c:pt idx="1250">
                  <c:v>43242</c:v>
                </c:pt>
                <c:pt idx="1251">
                  <c:v>43241</c:v>
                </c:pt>
                <c:pt idx="1252">
                  <c:v>43238</c:v>
                </c:pt>
                <c:pt idx="1253">
                  <c:v>43237</c:v>
                </c:pt>
                <c:pt idx="1254">
                  <c:v>43236</c:v>
                </c:pt>
                <c:pt idx="1255">
                  <c:v>43235</c:v>
                </c:pt>
                <c:pt idx="1256">
                  <c:v>43234</c:v>
                </c:pt>
                <c:pt idx="1257">
                  <c:v>43231</c:v>
                </c:pt>
                <c:pt idx="1258">
                  <c:v>43230</c:v>
                </c:pt>
                <c:pt idx="1259">
                  <c:v>43229</c:v>
                </c:pt>
                <c:pt idx="1260">
                  <c:v>43228</c:v>
                </c:pt>
                <c:pt idx="1261">
                  <c:v>43227</c:v>
                </c:pt>
                <c:pt idx="1262">
                  <c:v>43224</c:v>
                </c:pt>
                <c:pt idx="1263">
                  <c:v>43223</c:v>
                </c:pt>
                <c:pt idx="1264">
                  <c:v>43222</c:v>
                </c:pt>
                <c:pt idx="1265">
                  <c:v>43218</c:v>
                </c:pt>
                <c:pt idx="1266">
                  <c:v>43217</c:v>
                </c:pt>
                <c:pt idx="1267">
                  <c:v>43216</c:v>
                </c:pt>
                <c:pt idx="1268">
                  <c:v>43215</c:v>
                </c:pt>
                <c:pt idx="1269">
                  <c:v>43214</c:v>
                </c:pt>
                <c:pt idx="1270">
                  <c:v>43213</c:v>
                </c:pt>
                <c:pt idx="1271">
                  <c:v>43210</c:v>
                </c:pt>
                <c:pt idx="1272">
                  <c:v>43209</c:v>
                </c:pt>
                <c:pt idx="1273">
                  <c:v>43208</c:v>
                </c:pt>
                <c:pt idx="1274">
                  <c:v>43207</c:v>
                </c:pt>
                <c:pt idx="1275">
                  <c:v>43206</c:v>
                </c:pt>
                <c:pt idx="1276">
                  <c:v>43203</c:v>
                </c:pt>
                <c:pt idx="1277">
                  <c:v>43202</c:v>
                </c:pt>
                <c:pt idx="1278">
                  <c:v>43201</c:v>
                </c:pt>
                <c:pt idx="1279">
                  <c:v>43200</c:v>
                </c:pt>
                <c:pt idx="1280">
                  <c:v>43199</c:v>
                </c:pt>
                <c:pt idx="1281">
                  <c:v>43198</c:v>
                </c:pt>
                <c:pt idx="1282">
                  <c:v>43194</c:v>
                </c:pt>
                <c:pt idx="1283">
                  <c:v>43193</c:v>
                </c:pt>
                <c:pt idx="1284">
                  <c:v>43192</c:v>
                </c:pt>
                <c:pt idx="1285">
                  <c:v>43189</c:v>
                </c:pt>
                <c:pt idx="1286">
                  <c:v>43188</c:v>
                </c:pt>
                <c:pt idx="1287">
                  <c:v>43187</c:v>
                </c:pt>
                <c:pt idx="1288">
                  <c:v>43186</c:v>
                </c:pt>
                <c:pt idx="1289">
                  <c:v>43185</c:v>
                </c:pt>
                <c:pt idx="1290">
                  <c:v>43182</c:v>
                </c:pt>
                <c:pt idx="1291">
                  <c:v>43181</c:v>
                </c:pt>
                <c:pt idx="1292">
                  <c:v>43180</c:v>
                </c:pt>
                <c:pt idx="1293">
                  <c:v>43179</c:v>
                </c:pt>
                <c:pt idx="1294">
                  <c:v>43178</c:v>
                </c:pt>
                <c:pt idx="1295">
                  <c:v>43175</c:v>
                </c:pt>
                <c:pt idx="1296">
                  <c:v>43174</c:v>
                </c:pt>
                <c:pt idx="1297">
                  <c:v>43173</c:v>
                </c:pt>
                <c:pt idx="1298">
                  <c:v>43172</c:v>
                </c:pt>
                <c:pt idx="1299">
                  <c:v>43171</c:v>
                </c:pt>
                <c:pt idx="1300">
                  <c:v>43168</c:v>
                </c:pt>
                <c:pt idx="1301">
                  <c:v>43167</c:v>
                </c:pt>
                <c:pt idx="1302">
                  <c:v>43166</c:v>
                </c:pt>
                <c:pt idx="1303">
                  <c:v>43165</c:v>
                </c:pt>
                <c:pt idx="1304">
                  <c:v>43164</c:v>
                </c:pt>
                <c:pt idx="1305">
                  <c:v>43161</c:v>
                </c:pt>
                <c:pt idx="1306">
                  <c:v>43160</c:v>
                </c:pt>
                <c:pt idx="1307">
                  <c:v>43159</c:v>
                </c:pt>
                <c:pt idx="1308">
                  <c:v>43158</c:v>
                </c:pt>
                <c:pt idx="1309">
                  <c:v>43157</c:v>
                </c:pt>
                <c:pt idx="1310">
                  <c:v>43155</c:v>
                </c:pt>
                <c:pt idx="1311">
                  <c:v>43154</c:v>
                </c:pt>
                <c:pt idx="1312">
                  <c:v>43153</c:v>
                </c:pt>
                <c:pt idx="1313">
                  <c:v>43145</c:v>
                </c:pt>
                <c:pt idx="1314">
                  <c:v>43144</c:v>
                </c:pt>
                <c:pt idx="1315">
                  <c:v>43143</c:v>
                </c:pt>
                <c:pt idx="1316">
                  <c:v>43142</c:v>
                </c:pt>
                <c:pt idx="1317">
                  <c:v>43140</c:v>
                </c:pt>
                <c:pt idx="1318">
                  <c:v>43139</c:v>
                </c:pt>
                <c:pt idx="1319">
                  <c:v>43138</c:v>
                </c:pt>
                <c:pt idx="1320">
                  <c:v>43137</c:v>
                </c:pt>
                <c:pt idx="1321">
                  <c:v>43136</c:v>
                </c:pt>
                <c:pt idx="1322">
                  <c:v>43133</c:v>
                </c:pt>
                <c:pt idx="1323">
                  <c:v>43132</c:v>
                </c:pt>
                <c:pt idx="1324">
                  <c:v>43131</c:v>
                </c:pt>
                <c:pt idx="1325">
                  <c:v>43130</c:v>
                </c:pt>
                <c:pt idx="1326">
                  <c:v>43129</c:v>
                </c:pt>
                <c:pt idx="1327">
                  <c:v>43126</c:v>
                </c:pt>
                <c:pt idx="1328">
                  <c:v>43125</c:v>
                </c:pt>
                <c:pt idx="1329">
                  <c:v>43124</c:v>
                </c:pt>
                <c:pt idx="1330">
                  <c:v>43123</c:v>
                </c:pt>
                <c:pt idx="1331">
                  <c:v>43122</c:v>
                </c:pt>
                <c:pt idx="1332">
                  <c:v>43119</c:v>
                </c:pt>
                <c:pt idx="1333">
                  <c:v>43118</c:v>
                </c:pt>
                <c:pt idx="1334">
                  <c:v>43117</c:v>
                </c:pt>
                <c:pt idx="1335">
                  <c:v>43116</c:v>
                </c:pt>
                <c:pt idx="1336">
                  <c:v>43115</c:v>
                </c:pt>
                <c:pt idx="1337">
                  <c:v>43112</c:v>
                </c:pt>
                <c:pt idx="1338">
                  <c:v>43111</c:v>
                </c:pt>
                <c:pt idx="1339">
                  <c:v>43110</c:v>
                </c:pt>
                <c:pt idx="1340">
                  <c:v>43109</c:v>
                </c:pt>
                <c:pt idx="1341">
                  <c:v>43108</c:v>
                </c:pt>
                <c:pt idx="1342">
                  <c:v>43105</c:v>
                </c:pt>
                <c:pt idx="1343">
                  <c:v>43104</c:v>
                </c:pt>
                <c:pt idx="1344">
                  <c:v>43103</c:v>
                </c:pt>
                <c:pt idx="1345">
                  <c:v>43102</c:v>
                </c:pt>
                <c:pt idx="1346">
                  <c:v>43098</c:v>
                </c:pt>
                <c:pt idx="1347">
                  <c:v>43097</c:v>
                </c:pt>
                <c:pt idx="1348">
                  <c:v>43096</c:v>
                </c:pt>
                <c:pt idx="1349">
                  <c:v>43095</c:v>
                </c:pt>
                <c:pt idx="1350">
                  <c:v>43094</c:v>
                </c:pt>
                <c:pt idx="1351">
                  <c:v>43091</c:v>
                </c:pt>
                <c:pt idx="1352">
                  <c:v>43090</c:v>
                </c:pt>
                <c:pt idx="1353">
                  <c:v>43089</c:v>
                </c:pt>
                <c:pt idx="1354">
                  <c:v>43088</c:v>
                </c:pt>
                <c:pt idx="1355">
                  <c:v>43087</c:v>
                </c:pt>
                <c:pt idx="1356">
                  <c:v>43084</c:v>
                </c:pt>
                <c:pt idx="1357">
                  <c:v>43083</c:v>
                </c:pt>
                <c:pt idx="1358">
                  <c:v>43082</c:v>
                </c:pt>
                <c:pt idx="1359">
                  <c:v>43081</c:v>
                </c:pt>
                <c:pt idx="1360">
                  <c:v>43080</c:v>
                </c:pt>
                <c:pt idx="1361">
                  <c:v>43077</c:v>
                </c:pt>
                <c:pt idx="1362">
                  <c:v>43076</c:v>
                </c:pt>
                <c:pt idx="1363">
                  <c:v>43075</c:v>
                </c:pt>
                <c:pt idx="1364">
                  <c:v>43074</c:v>
                </c:pt>
                <c:pt idx="1365">
                  <c:v>43073</c:v>
                </c:pt>
                <c:pt idx="1366">
                  <c:v>43070</c:v>
                </c:pt>
                <c:pt idx="1367">
                  <c:v>43069</c:v>
                </c:pt>
                <c:pt idx="1368">
                  <c:v>43068</c:v>
                </c:pt>
                <c:pt idx="1369">
                  <c:v>43067</c:v>
                </c:pt>
                <c:pt idx="1370">
                  <c:v>43066</c:v>
                </c:pt>
                <c:pt idx="1371">
                  <c:v>43063</c:v>
                </c:pt>
                <c:pt idx="1372">
                  <c:v>43062</c:v>
                </c:pt>
                <c:pt idx="1373">
                  <c:v>43061</c:v>
                </c:pt>
                <c:pt idx="1374">
                  <c:v>43060</c:v>
                </c:pt>
                <c:pt idx="1375">
                  <c:v>43059</c:v>
                </c:pt>
                <c:pt idx="1376">
                  <c:v>43056</c:v>
                </c:pt>
                <c:pt idx="1377">
                  <c:v>43055</c:v>
                </c:pt>
                <c:pt idx="1378">
                  <c:v>43054</c:v>
                </c:pt>
                <c:pt idx="1379">
                  <c:v>43053</c:v>
                </c:pt>
                <c:pt idx="1380">
                  <c:v>43052</c:v>
                </c:pt>
                <c:pt idx="1381">
                  <c:v>43049</c:v>
                </c:pt>
                <c:pt idx="1382">
                  <c:v>43048</c:v>
                </c:pt>
                <c:pt idx="1383">
                  <c:v>43047</c:v>
                </c:pt>
                <c:pt idx="1384">
                  <c:v>43046</c:v>
                </c:pt>
                <c:pt idx="1385">
                  <c:v>43045</c:v>
                </c:pt>
                <c:pt idx="1386">
                  <c:v>43042</c:v>
                </c:pt>
                <c:pt idx="1387">
                  <c:v>43041</c:v>
                </c:pt>
                <c:pt idx="1388">
                  <c:v>43040</c:v>
                </c:pt>
                <c:pt idx="1389">
                  <c:v>43039</c:v>
                </c:pt>
                <c:pt idx="1390">
                  <c:v>43038</c:v>
                </c:pt>
                <c:pt idx="1391">
                  <c:v>43035</c:v>
                </c:pt>
                <c:pt idx="1392">
                  <c:v>43034</c:v>
                </c:pt>
                <c:pt idx="1393">
                  <c:v>43033</c:v>
                </c:pt>
                <c:pt idx="1394">
                  <c:v>43032</c:v>
                </c:pt>
                <c:pt idx="1395">
                  <c:v>43031</c:v>
                </c:pt>
                <c:pt idx="1396">
                  <c:v>43028</c:v>
                </c:pt>
                <c:pt idx="1397">
                  <c:v>43027</c:v>
                </c:pt>
                <c:pt idx="1398">
                  <c:v>43026</c:v>
                </c:pt>
                <c:pt idx="1399">
                  <c:v>43025</c:v>
                </c:pt>
                <c:pt idx="1400">
                  <c:v>43024</c:v>
                </c:pt>
                <c:pt idx="1401">
                  <c:v>43021</c:v>
                </c:pt>
                <c:pt idx="1402">
                  <c:v>43020</c:v>
                </c:pt>
                <c:pt idx="1403">
                  <c:v>43019</c:v>
                </c:pt>
                <c:pt idx="1404">
                  <c:v>43018</c:v>
                </c:pt>
                <c:pt idx="1405">
                  <c:v>43017</c:v>
                </c:pt>
                <c:pt idx="1406">
                  <c:v>43008</c:v>
                </c:pt>
                <c:pt idx="1407">
                  <c:v>43007</c:v>
                </c:pt>
                <c:pt idx="1408">
                  <c:v>43006</c:v>
                </c:pt>
                <c:pt idx="1409">
                  <c:v>43005</c:v>
                </c:pt>
                <c:pt idx="1410">
                  <c:v>43004</c:v>
                </c:pt>
                <c:pt idx="1411">
                  <c:v>43003</c:v>
                </c:pt>
                <c:pt idx="1412">
                  <c:v>43000</c:v>
                </c:pt>
                <c:pt idx="1413">
                  <c:v>42999</c:v>
                </c:pt>
                <c:pt idx="1414">
                  <c:v>42998</c:v>
                </c:pt>
                <c:pt idx="1415">
                  <c:v>42997</c:v>
                </c:pt>
                <c:pt idx="1416">
                  <c:v>42996</c:v>
                </c:pt>
                <c:pt idx="1417">
                  <c:v>42993</c:v>
                </c:pt>
                <c:pt idx="1418">
                  <c:v>42992</c:v>
                </c:pt>
                <c:pt idx="1419">
                  <c:v>42991</c:v>
                </c:pt>
                <c:pt idx="1420">
                  <c:v>42990</c:v>
                </c:pt>
                <c:pt idx="1421">
                  <c:v>42989</c:v>
                </c:pt>
                <c:pt idx="1422">
                  <c:v>42986</c:v>
                </c:pt>
                <c:pt idx="1423">
                  <c:v>42985</c:v>
                </c:pt>
                <c:pt idx="1424">
                  <c:v>42984</c:v>
                </c:pt>
                <c:pt idx="1425">
                  <c:v>42983</c:v>
                </c:pt>
                <c:pt idx="1426">
                  <c:v>42982</c:v>
                </c:pt>
                <c:pt idx="1427">
                  <c:v>42979</c:v>
                </c:pt>
                <c:pt idx="1428">
                  <c:v>42978</c:v>
                </c:pt>
                <c:pt idx="1429">
                  <c:v>42977</c:v>
                </c:pt>
                <c:pt idx="1430">
                  <c:v>42976</c:v>
                </c:pt>
                <c:pt idx="1431">
                  <c:v>42975</c:v>
                </c:pt>
                <c:pt idx="1432">
                  <c:v>42972</c:v>
                </c:pt>
                <c:pt idx="1433">
                  <c:v>42971</c:v>
                </c:pt>
                <c:pt idx="1434">
                  <c:v>42970</c:v>
                </c:pt>
                <c:pt idx="1435">
                  <c:v>42969</c:v>
                </c:pt>
                <c:pt idx="1436">
                  <c:v>42968</c:v>
                </c:pt>
                <c:pt idx="1437">
                  <c:v>42965</c:v>
                </c:pt>
                <c:pt idx="1438">
                  <c:v>42964</c:v>
                </c:pt>
                <c:pt idx="1439">
                  <c:v>42963</c:v>
                </c:pt>
                <c:pt idx="1440">
                  <c:v>42962</c:v>
                </c:pt>
                <c:pt idx="1441">
                  <c:v>42961</c:v>
                </c:pt>
                <c:pt idx="1442">
                  <c:v>42958</c:v>
                </c:pt>
                <c:pt idx="1443">
                  <c:v>42957</c:v>
                </c:pt>
                <c:pt idx="1444">
                  <c:v>42956</c:v>
                </c:pt>
                <c:pt idx="1445">
                  <c:v>42955</c:v>
                </c:pt>
                <c:pt idx="1446">
                  <c:v>42954</c:v>
                </c:pt>
                <c:pt idx="1447">
                  <c:v>42951</c:v>
                </c:pt>
                <c:pt idx="1448">
                  <c:v>42950</c:v>
                </c:pt>
                <c:pt idx="1449">
                  <c:v>42949</c:v>
                </c:pt>
                <c:pt idx="1450">
                  <c:v>42948</c:v>
                </c:pt>
                <c:pt idx="1451">
                  <c:v>42947</c:v>
                </c:pt>
                <c:pt idx="1452">
                  <c:v>42944</c:v>
                </c:pt>
                <c:pt idx="1453">
                  <c:v>42943</c:v>
                </c:pt>
                <c:pt idx="1454">
                  <c:v>42942</c:v>
                </c:pt>
                <c:pt idx="1455">
                  <c:v>42941</c:v>
                </c:pt>
                <c:pt idx="1456">
                  <c:v>42940</c:v>
                </c:pt>
                <c:pt idx="1457">
                  <c:v>42937</c:v>
                </c:pt>
                <c:pt idx="1458">
                  <c:v>42936</c:v>
                </c:pt>
                <c:pt idx="1459">
                  <c:v>42935</c:v>
                </c:pt>
                <c:pt idx="1460">
                  <c:v>42934</c:v>
                </c:pt>
                <c:pt idx="1461">
                  <c:v>42933</c:v>
                </c:pt>
                <c:pt idx="1462">
                  <c:v>42930</c:v>
                </c:pt>
                <c:pt idx="1463">
                  <c:v>42929</c:v>
                </c:pt>
                <c:pt idx="1464">
                  <c:v>42928</c:v>
                </c:pt>
                <c:pt idx="1465">
                  <c:v>42927</c:v>
                </c:pt>
                <c:pt idx="1466">
                  <c:v>42926</c:v>
                </c:pt>
                <c:pt idx="1467">
                  <c:v>42923</c:v>
                </c:pt>
                <c:pt idx="1468">
                  <c:v>42922</c:v>
                </c:pt>
                <c:pt idx="1469">
                  <c:v>42921</c:v>
                </c:pt>
                <c:pt idx="1470">
                  <c:v>42920</c:v>
                </c:pt>
                <c:pt idx="1471">
                  <c:v>42919</c:v>
                </c:pt>
                <c:pt idx="1472">
                  <c:v>42916</c:v>
                </c:pt>
                <c:pt idx="1473">
                  <c:v>42915</c:v>
                </c:pt>
                <c:pt idx="1474">
                  <c:v>42914</c:v>
                </c:pt>
                <c:pt idx="1475">
                  <c:v>42913</c:v>
                </c:pt>
                <c:pt idx="1476">
                  <c:v>42912</c:v>
                </c:pt>
                <c:pt idx="1477">
                  <c:v>42909</c:v>
                </c:pt>
                <c:pt idx="1478">
                  <c:v>42908</c:v>
                </c:pt>
                <c:pt idx="1479">
                  <c:v>42907</c:v>
                </c:pt>
                <c:pt idx="1480">
                  <c:v>42906</c:v>
                </c:pt>
                <c:pt idx="1481">
                  <c:v>42905</c:v>
                </c:pt>
                <c:pt idx="1482">
                  <c:v>42902</c:v>
                </c:pt>
                <c:pt idx="1483">
                  <c:v>42901</c:v>
                </c:pt>
                <c:pt idx="1484">
                  <c:v>42900</c:v>
                </c:pt>
                <c:pt idx="1485">
                  <c:v>42899</c:v>
                </c:pt>
                <c:pt idx="1486">
                  <c:v>42898</c:v>
                </c:pt>
                <c:pt idx="1487">
                  <c:v>42895</c:v>
                </c:pt>
                <c:pt idx="1488">
                  <c:v>42894</c:v>
                </c:pt>
                <c:pt idx="1489">
                  <c:v>42893</c:v>
                </c:pt>
                <c:pt idx="1490">
                  <c:v>42892</c:v>
                </c:pt>
                <c:pt idx="1491">
                  <c:v>42891</c:v>
                </c:pt>
                <c:pt idx="1492">
                  <c:v>42888</c:v>
                </c:pt>
                <c:pt idx="1493">
                  <c:v>42887</c:v>
                </c:pt>
                <c:pt idx="1494">
                  <c:v>42886</c:v>
                </c:pt>
                <c:pt idx="1495">
                  <c:v>42882</c:v>
                </c:pt>
                <c:pt idx="1496">
                  <c:v>42881</c:v>
                </c:pt>
                <c:pt idx="1497">
                  <c:v>42880</c:v>
                </c:pt>
                <c:pt idx="1498">
                  <c:v>42879</c:v>
                </c:pt>
                <c:pt idx="1499">
                  <c:v>42878</c:v>
                </c:pt>
                <c:pt idx="1500">
                  <c:v>42877</c:v>
                </c:pt>
                <c:pt idx="1501">
                  <c:v>42874</c:v>
                </c:pt>
                <c:pt idx="1502">
                  <c:v>42873</c:v>
                </c:pt>
                <c:pt idx="1503">
                  <c:v>42872</c:v>
                </c:pt>
                <c:pt idx="1504">
                  <c:v>42871</c:v>
                </c:pt>
                <c:pt idx="1505">
                  <c:v>42870</c:v>
                </c:pt>
                <c:pt idx="1506">
                  <c:v>42867</c:v>
                </c:pt>
                <c:pt idx="1507">
                  <c:v>42866</c:v>
                </c:pt>
                <c:pt idx="1508">
                  <c:v>42865</c:v>
                </c:pt>
                <c:pt idx="1509">
                  <c:v>42864</c:v>
                </c:pt>
                <c:pt idx="1510">
                  <c:v>42863</c:v>
                </c:pt>
                <c:pt idx="1511">
                  <c:v>42860</c:v>
                </c:pt>
                <c:pt idx="1512">
                  <c:v>42859</c:v>
                </c:pt>
                <c:pt idx="1513">
                  <c:v>42858</c:v>
                </c:pt>
                <c:pt idx="1514">
                  <c:v>42857</c:v>
                </c:pt>
                <c:pt idx="1515">
                  <c:v>42853</c:v>
                </c:pt>
                <c:pt idx="1516">
                  <c:v>42852</c:v>
                </c:pt>
                <c:pt idx="1517">
                  <c:v>42851</c:v>
                </c:pt>
                <c:pt idx="1518">
                  <c:v>42850</c:v>
                </c:pt>
                <c:pt idx="1519">
                  <c:v>42849</c:v>
                </c:pt>
                <c:pt idx="1520">
                  <c:v>42846</c:v>
                </c:pt>
                <c:pt idx="1521">
                  <c:v>42845</c:v>
                </c:pt>
                <c:pt idx="1522">
                  <c:v>42844</c:v>
                </c:pt>
                <c:pt idx="1523">
                  <c:v>42843</c:v>
                </c:pt>
                <c:pt idx="1524">
                  <c:v>42842</c:v>
                </c:pt>
                <c:pt idx="1525">
                  <c:v>42839</c:v>
                </c:pt>
                <c:pt idx="1526">
                  <c:v>42838</c:v>
                </c:pt>
                <c:pt idx="1527">
                  <c:v>42837</c:v>
                </c:pt>
                <c:pt idx="1528">
                  <c:v>42836</c:v>
                </c:pt>
                <c:pt idx="1529">
                  <c:v>42835</c:v>
                </c:pt>
                <c:pt idx="1530">
                  <c:v>42832</c:v>
                </c:pt>
                <c:pt idx="1531">
                  <c:v>42831</c:v>
                </c:pt>
                <c:pt idx="1532">
                  <c:v>42830</c:v>
                </c:pt>
                <c:pt idx="1533">
                  <c:v>42826</c:v>
                </c:pt>
                <c:pt idx="1534">
                  <c:v>42825</c:v>
                </c:pt>
                <c:pt idx="1535">
                  <c:v>42824</c:v>
                </c:pt>
                <c:pt idx="1536">
                  <c:v>42823</c:v>
                </c:pt>
                <c:pt idx="1537">
                  <c:v>42822</c:v>
                </c:pt>
                <c:pt idx="1538">
                  <c:v>42821</c:v>
                </c:pt>
                <c:pt idx="1539">
                  <c:v>42818</c:v>
                </c:pt>
                <c:pt idx="1540">
                  <c:v>42817</c:v>
                </c:pt>
                <c:pt idx="1541">
                  <c:v>42816</c:v>
                </c:pt>
                <c:pt idx="1542">
                  <c:v>42815</c:v>
                </c:pt>
                <c:pt idx="1543">
                  <c:v>42814</c:v>
                </c:pt>
                <c:pt idx="1544">
                  <c:v>42811</c:v>
                </c:pt>
                <c:pt idx="1545">
                  <c:v>42810</c:v>
                </c:pt>
                <c:pt idx="1546">
                  <c:v>42809</c:v>
                </c:pt>
                <c:pt idx="1547">
                  <c:v>42808</c:v>
                </c:pt>
                <c:pt idx="1548">
                  <c:v>42807</c:v>
                </c:pt>
                <c:pt idx="1549">
                  <c:v>42804</c:v>
                </c:pt>
                <c:pt idx="1550">
                  <c:v>42803</c:v>
                </c:pt>
                <c:pt idx="1551">
                  <c:v>42802</c:v>
                </c:pt>
                <c:pt idx="1552">
                  <c:v>42801</c:v>
                </c:pt>
                <c:pt idx="1553">
                  <c:v>42800</c:v>
                </c:pt>
                <c:pt idx="1554">
                  <c:v>42797</c:v>
                </c:pt>
                <c:pt idx="1555">
                  <c:v>42796</c:v>
                </c:pt>
                <c:pt idx="1556">
                  <c:v>42795</c:v>
                </c:pt>
                <c:pt idx="1557">
                  <c:v>42794</c:v>
                </c:pt>
                <c:pt idx="1558">
                  <c:v>42793</c:v>
                </c:pt>
                <c:pt idx="1559">
                  <c:v>42790</c:v>
                </c:pt>
                <c:pt idx="1560">
                  <c:v>42789</c:v>
                </c:pt>
                <c:pt idx="1561">
                  <c:v>42788</c:v>
                </c:pt>
                <c:pt idx="1562">
                  <c:v>42787</c:v>
                </c:pt>
                <c:pt idx="1563">
                  <c:v>42786</c:v>
                </c:pt>
                <c:pt idx="1564">
                  <c:v>42783</c:v>
                </c:pt>
                <c:pt idx="1565">
                  <c:v>42782</c:v>
                </c:pt>
                <c:pt idx="1566">
                  <c:v>42781</c:v>
                </c:pt>
                <c:pt idx="1567">
                  <c:v>42780</c:v>
                </c:pt>
                <c:pt idx="1568">
                  <c:v>42779</c:v>
                </c:pt>
                <c:pt idx="1569">
                  <c:v>42776</c:v>
                </c:pt>
                <c:pt idx="1570">
                  <c:v>42775</c:v>
                </c:pt>
                <c:pt idx="1571">
                  <c:v>42774</c:v>
                </c:pt>
                <c:pt idx="1572">
                  <c:v>42773</c:v>
                </c:pt>
                <c:pt idx="1573">
                  <c:v>42772</c:v>
                </c:pt>
                <c:pt idx="1574">
                  <c:v>42770</c:v>
                </c:pt>
                <c:pt idx="1575">
                  <c:v>42769</c:v>
                </c:pt>
                <c:pt idx="1576">
                  <c:v>42761</c:v>
                </c:pt>
                <c:pt idx="1577">
                  <c:v>42760</c:v>
                </c:pt>
                <c:pt idx="1578">
                  <c:v>42759</c:v>
                </c:pt>
                <c:pt idx="1579">
                  <c:v>42758</c:v>
                </c:pt>
                <c:pt idx="1580">
                  <c:v>42757</c:v>
                </c:pt>
                <c:pt idx="1581">
                  <c:v>42755</c:v>
                </c:pt>
                <c:pt idx="1582">
                  <c:v>42754</c:v>
                </c:pt>
                <c:pt idx="1583">
                  <c:v>42753</c:v>
                </c:pt>
                <c:pt idx="1584">
                  <c:v>42752</c:v>
                </c:pt>
                <c:pt idx="1585">
                  <c:v>42751</c:v>
                </c:pt>
                <c:pt idx="1586">
                  <c:v>42748</c:v>
                </c:pt>
                <c:pt idx="1587">
                  <c:v>42747</c:v>
                </c:pt>
                <c:pt idx="1588">
                  <c:v>42746</c:v>
                </c:pt>
                <c:pt idx="1589">
                  <c:v>42745</c:v>
                </c:pt>
                <c:pt idx="1590">
                  <c:v>42744</c:v>
                </c:pt>
                <c:pt idx="1591">
                  <c:v>42741</c:v>
                </c:pt>
                <c:pt idx="1592">
                  <c:v>42740</c:v>
                </c:pt>
                <c:pt idx="1593">
                  <c:v>42739</c:v>
                </c:pt>
                <c:pt idx="1594">
                  <c:v>42738</c:v>
                </c:pt>
                <c:pt idx="1595">
                  <c:v>42734</c:v>
                </c:pt>
                <c:pt idx="1596">
                  <c:v>42733</c:v>
                </c:pt>
                <c:pt idx="1597">
                  <c:v>42732</c:v>
                </c:pt>
                <c:pt idx="1598">
                  <c:v>42731</c:v>
                </c:pt>
                <c:pt idx="1599">
                  <c:v>42730</c:v>
                </c:pt>
                <c:pt idx="1600">
                  <c:v>42727</c:v>
                </c:pt>
                <c:pt idx="1601">
                  <c:v>42726</c:v>
                </c:pt>
                <c:pt idx="1602">
                  <c:v>42725</c:v>
                </c:pt>
                <c:pt idx="1603">
                  <c:v>42724</c:v>
                </c:pt>
                <c:pt idx="1604">
                  <c:v>42723</c:v>
                </c:pt>
                <c:pt idx="1605">
                  <c:v>42720</c:v>
                </c:pt>
                <c:pt idx="1606">
                  <c:v>42719</c:v>
                </c:pt>
                <c:pt idx="1607">
                  <c:v>42718</c:v>
                </c:pt>
                <c:pt idx="1608">
                  <c:v>42717</c:v>
                </c:pt>
                <c:pt idx="1609">
                  <c:v>42716</c:v>
                </c:pt>
                <c:pt idx="1610">
                  <c:v>42713</c:v>
                </c:pt>
                <c:pt idx="1611">
                  <c:v>42712</c:v>
                </c:pt>
                <c:pt idx="1612">
                  <c:v>42711</c:v>
                </c:pt>
                <c:pt idx="1613">
                  <c:v>42710</c:v>
                </c:pt>
                <c:pt idx="1614">
                  <c:v>42709</c:v>
                </c:pt>
                <c:pt idx="1615">
                  <c:v>42706</c:v>
                </c:pt>
                <c:pt idx="1616">
                  <c:v>42705</c:v>
                </c:pt>
                <c:pt idx="1617">
                  <c:v>42704</c:v>
                </c:pt>
                <c:pt idx="1618">
                  <c:v>42703</c:v>
                </c:pt>
                <c:pt idx="1619">
                  <c:v>42702</c:v>
                </c:pt>
                <c:pt idx="1620">
                  <c:v>42699</c:v>
                </c:pt>
                <c:pt idx="1621">
                  <c:v>42698</c:v>
                </c:pt>
                <c:pt idx="1622">
                  <c:v>42697</c:v>
                </c:pt>
                <c:pt idx="1623">
                  <c:v>42696</c:v>
                </c:pt>
                <c:pt idx="1624">
                  <c:v>42695</c:v>
                </c:pt>
                <c:pt idx="1625">
                  <c:v>42692</c:v>
                </c:pt>
                <c:pt idx="1626">
                  <c:v>42691</c:v>
                </c:pt>
                <c:pt idx="1627">
                  <c:v>42690</c:v>
                </c:pt>
                <c:pt idx="1628">
                  <c:v>42689</c:v>
                </c:pt>
                <c:pt idx="1629">
                  <c:v>42688</c:v>
                </c:pt>
                <c:pt idx="1630">
                  <c:v>42685</c:v>
                </c:pt>
                <c:pt idx="1631">
                  <c:v>42684</c:v>
                </c:pt>
                <c:pt idx="1632">
                  <c:v>42683</c:v>
                </c:pt>
                <c:pt idx="1633">
                  <c:v>42682</c:v>
                </c:pt>
                <c:pt idx="1634">
                  <c:v>42681</c:v>
                </c:pt>
                <c:pt idx="1635">
                  <c:v>42678</c:v>
                </c:pt>
                <c:pt idx="1636">
                  <c:v>42677</c:v>
                </c:pt>
                <c:pt idx="1637">
                  <c:v>42676</c:v>
                </c:pt>
                <c:pt idx="1638">
                  <c:v>42675</c:v>
                </c:pt>
                <c:pt idx="1639">
                  <c:v>42674</c:v>
                </c:pt>
                <c:pt idx="1640">
                  <c:v>42671</c:v>
                </c:pt>
                <c:pt idx="1641">
                  <c:v>42670</c:v>
                </c:pt>
                <c:pt idx="1642">
                  <c:v>42669</c:v>
                </c:pt>
                <c:pt idx="1643">
                  <c:v>42668</c:v>
                </c:pt>
                <c:pt idx="1644">
                  <c:v>42667</c:v>
                </c:pt>
                <c:pt idx="1645">
                  <c:v>42664</c:v>
                </c:pt>
                <c:pt idx="1646">
                  <c:v>42663</c:v>
                </c:pt>
                <c:pt idx="1647">
                  <c:v>42662</c:v>
                </c:pt>
                <c:pt idx="1648">
                  <c:v>42661</c:v>
                </c:pt>
                <c:pt idx="1649">
                  <c:v>42660</c:v>
                </c:pt>
                <c:pt idx="1650">
                  <c:v>42657</c:v>
                </c:pt>
                <c:pt idx="1651">
                  <c:v>42656</c:v>
                </c:pt>
                <c:pt idx="1652">
                  <c:v>42655</c:v>
                </c:pt>
                <c:pt idx="1653">
                  <c:v>42654</c:v>
                </c:pt>
                <c:pt idx="1654">
                  <c:v>42653</c:v>
                </c:pt>
                <c:pt idx="1655">
                  <c:v>42652</c:v>
                </c:pt>
                <c:pt idx="1656">
                  <c:v>42651</c:v>
                </c:pt>
                <c:pt idx="1657">
                  <c:v>42643</c:v>
                </c:pt>
                <c:pt idx="1658">
                  <c:v>42642</c:v>
                </c:pt>
                <c:pt idx="1659">
                  <c:v>42641</c:v>
                </c:pt>
                <c:pt idx="1660">
                  <c:v>42640</c:v>
                </c:pt>
                <c:pt idx="1661">
                  <c:v>42639</c:v>
                </c:pt>
                <c:pt idx="1662">
                  <c:v>42636</c:v>
                </c:pt>
                <c:pt idx="1663">
                  <c:v>42635</c:v>
                </c:pt>
                <c:pt idx="1664">
                  <c:v>42634</c:v>
                </c:pt>
                <c:pt idx="1665">
                  <c:v>42633</c:v>
                </c:pt>
                <c:pt idx="1666">
                  <c:v>42632</c:v>
                </c:pt>
                <c:pt idx="1667">
                  <c:v>42631</c:v>
                </c:pt>
                <c:pt idx="1668">
                  <c:v>42627</c:v>
                </c:pt>
                <c:pt idx="1669">
                  <c:v>42626</c:v>
                </c:pt>
                <c:pt idx="1670">
                  <c:v>42625</c:v>
                </c:pt>
                <c:pt idx="1671">
                  <c:v>42622</c:v>
                </c:pt>
                <c:pt idx="1672">
                  <c:v>42621</c:v>
                </c:pt>
                <c:pt idx="1673">
                  <c:v>42620</c:v>
                </c:pt>
                <c:pt idx="1674">
                  <c:v>42619</c:v>
                </c:pt>
                <c:pt idx="1675">
                  <c:v>42618</c:v>
                </c:pt>
                <c:pt idx="1676">
                  <c:v>42615</c:v>
                </c:pt>
                <c:pt idx="1677">
                  <c:v>42614</c:v>
                </c:pt>
                <c:pt idx="1678">
                  <c:v>42613</c:v>
                </c:pt>
                <c:pt idx="1679">
                  <c:v>42612</c:v>
                </c:pt>
                <c:pt idx="1680">
                  <c:v>42611</c:v>
                </c:pt>
                <c:pt idx="1681">
                  <c:v>42608</c:v>
                </c:pt>
                <c:pt idx="1682">
                  <c:v>42607</c:v>
                </c:pt>
                <c:pt idx="1683">
                  <c:v>42606</c:v>
                </c:pt>
                <c:pt idx="1684">
                  <c:v>42605</c:v>
                </c:pt>
                <c:pt idx="1685">
                  <c:v>42604</c:v>
                </c:pt>
                <c:pt idx="1686">
                  <c:v>42601</c:v>
                </c:pt>
                <c:pt idx="1687">
                  <c:v>42600</c:v>
                </c:pt>
                <c:pt idx="1688">
                  <c:v>42599</c:v>
                </c:pt>
                <c:pt idx="1689">
                  <c:v>42598</c:v>
                </c:pt>
                <c:pt idx="1690">
                  <c:v>42597</c:v>
                </c:pt>
                <c:pt idx="1691">
                  <c:v>42594</c:v>
                </c:pt>
                <c:pt idx="1692">
                  <c:v>42593</c:v>
                </c:pt>
                <c:pt idx="1693">
                  <c:v>42592</c:v>
                </c:pt>
                <c:pt idx="1694">
                  <c:v>42591</c:v>
                </c:pt>
                <c:pt idx="1695">
                  <c:v>42590</c:v>
                </c:pt>
                <c:pt idx="1696">
                  <c:v>42587</c:v>
                </c:pt>
                <c:pt idx="1697">
                  <c:v>42586</c:v>
                </c:pt>
                <c:pt idx="1698">
                  <c:v>42585</c:v>
                </c:pt>
                <c:pt idx="1699">
                  <c:v>42584</c:v>
                </c:pt>
                <c:pt idx="1700">
                  <c:v>42583</c:v>
                </c:pt>
                <c:pt idx="1701">
                  <c:v>42580</c:v>
                </c:pt>
                <c:pt idx="1702">
                  <c:v>42579</c:v>
                </c:pt>
                <c:pt idx="1703">
                  <c:v>42578</c:v>
                </c:pt>
                <c:pt idx="1704">
                  <c:v>42577</c:v>
                </c:pt>
                <c:pt idx="1705">
                  <c:v>42576</c:v>
                </c:pt>
                <c:pt idx="1706">
                  <c:v>42573</c:v>
                </c:pt>
                <c:pt idx="1707">
                  <c:v>42572</c:v>
                </c:pt>
                <c:pt idx="1708">
                  <c:v>42571</c:v>
                </c:pt>
                <c:pt idx="1709">
                  <c:v>42570</c:v>
                </c:pt>
                <c:pt idx="1710">
                  <c:v>42569</c:v>
                </c:pt>
                <c:pt idx="1711">
                  <c:v>42566</c:v>
                </c:pt>
                <c:pt idx="1712">
                  <c:v>42565</c:v>
                </c:pt>
                <c:pt idx="1713">
                  <c:v>42564</c:v>
                </c:pt>
                <c:pt idx="1714">
                  <c:v>42563</c:v>
                </c:pt>
                <c:pt idx="1715">
                  <c:v>42562</c:v>
                </c:pt>
                <c:pt idx="1716">
                  <c:v>42559</c:v>
                </c:pt>
                <c:pt idx="1717">
                  <c:v>42558</c:v>
                </c:pt>
                <c:pt idx="1718">
                  <c:v>42557</c:v>
                </c:pt>
                <c:pt idx="1719">
                  <c:v>42556</c:v>
                </c:pt>
                <c:pt idx="1720">
                  <c:v>42555</c:v>
                </c:pt>
                <c:pt idx="1721">
                  <c:v>42552</c:v>
                </c:pt>
                <c:pt idx="1722">
                  <c:v>42551</c:v>
                </c:pt>
                <c:pt idx="1723">
                  <c:v>42550</c:v>
                </c:pt>
                <c:pt idx="1724">
                  <c:v>42549</c:v>
                </c:pt>
                <c:pt idx="1725">
                  <c:v>42548</c:v>
                </c:pt>
                <c:pt idx="1726">
                  <c:v>42545</c:v>
                </c:pt>
                <c:pt idx="1727">
                  <c:v>42544</c:v>
                </c:pt>
                <c:pt idx="1728">
                  <c:v>42543</c:v>
                </c:pt>
                <c:pt idx="1729">
                  <c:v>42542</c:v>
                </c:pt>
                <c:pt idx="1730">
                  <c:v>42541</c:v>
                </c:pt>
                <c:pt idx="1731">
                  <c:v>42538</c:v>
                </c:pt>
                <c:pt idx="1732">
                  <c:v>42537</c:v>
                </c:pt>
                <c:pt idx="1733">
                  <c:v>42536</c:v>
                </c:pt>
                <c:pt idx="1734">
                  <c:v>42535</c:v>
                </c:pt>
                <c:pt idx="1735">
                  <c:v>42534</c:v>
                </c:pt>
                <c:pt idx="1736">
                  <c:v>42533</c:v>
                </c:pt>
                <c:pt idx="1737">
                  <c:v>42529</c:v>
                </c:pt>
                <c:pt idx="1738">
                  <c:v>42528</c:v>
                </c:pt>
                <c:pt idx="1739">
                  <c:v>42527</c:v>
                </c:pt>
                <c:pt idx="1740">
                  <c:v>42524</c:v>
                </c:pt>
                <c:pt idx="1741">
                  <c:v>42523</c:v>
                </c:pt>
                <c:pt idx="1742">
                  <c:v>42522</c:v>
                </c:pt>
                <c:pt idx="1743">
                  <c:v>42521</c:v>
                </c:pt>
                <c:pt idx="1744">
                  <c:v>42520</c:v>
                </c:pt>
                <c:pt idx="1745">
                  <c:v>42517</c:v>
                </c:pt>
                <c:pt idx="1746">
                  <c:v>42516</c:v>
                </c:pt>
                <c:pt idx="1747">
                  <c:v>42515</c:v>
                </c:pt>
                <c:pt idx="1748">
                  <c:v>42514</c:v>
                </c:pt>
                <c:pt idx="1749">
                  <c:v>42513</c:v>
                </c:pt>
                <c:pt idx="1750">
                  <c:v>42510</c:v>
                </c:pt>
                <c:pt idx="1751">
                  <c:v>42509</c:v>
                </c:pt>
                <c:pt idx="1752">
                  <c:v>42508</c:v>
                </c:pt>
                <c:pt idx="1753">
                  <c:v>42507</c:v>
                </c:pt>
                <c:pt idx="1754">
                  <c:v>42506</c:v>
                </c:pt>
                <c:pt idx="1755">
                  <c:v>42503</c:v>
                </c:pt>
                <c:pt idx="1756">
                  <c:v>42502</c:v>
                </c:pt>
                <c:pt idx="1757">
                  <c:v>42501</c:v>
                </c:pt>
                <c:pt idx="1758">
                  <c:v>42500</c:v>
                </c:pt>
                <c:pt idx="1759">
                  <c:v>42499</c:v>
                </c:pt>
                <c:pt idx="1760">
                  <c:v>42496</c:v>
                </c:pt>
                <c:pt idx="1761">
                  <c:v>42495</c:v>
                </c:pt>
                <c:pt idx="1762">
                  <c:v>42494</c:v>
                </c:pt>
                <c:pt idx="1763">
                  <c:v>42493</c:v>
                </c:pt>
                <c:pt idx="1764">
                  <c:v>42489</c:v>
                </c:pt>
                <c:pt idx="1765">
                  <c:v>42488</c:v>
                </c:pt>
                <c:pt idx="1766">
                  <c:v>42487</c:v>
                </c:pt>
                <c:pt idx="1767">
                  <c:v>42486</c:v>
                </c:pt>
                <c:pt idx="1768">
                  <c:v>42485</c:v>
                </c:pt>
                <c:pt idx="1769">
                  <c:v>42482</c:v>
                </c:pt>
                <c:pt idx="1770">
                  <c:v>42481</c:v>
                </c:pt>
                <c:pt idx="1771">
                  <c:v>42480</c:v>
                </c:pt>
                <c:pt idx="1772">
                  <c:v>42479</c:v>
                </c:pt>
                <c:pt idx="1773">
                  <c:v>42478</c:v>
                </c:pt>
                <c:pt idx="1774">
                  <c:v>42475</c:v>
                </c:pt>
                <c:pt idx="1775">
                  <c:v>42474</c:v>
                </c:pt>
                <c:pt idx="1776">
                  <c:v>42473</c:v>
                </c:pt>
                <c:pt idx="1777">
                  <c:v>42472</c:v>
                </c:pt>
                <c:pt idx="1778">
                  <c:v>42471</c:v>
                </c:pt>
                <c:pt idx="1779">
                  <c:v>42468</c:v>
                </c:pt>
                <c:pt idx="1780">
                  <c:v>42467</c:v>
                </c:pt>
                <c:pt idx="1781">
                  <c:v>42466</c:v>
                </c:pt>
                <c:pt idx="1782">
                  <c:v>42465</c:v>
                </c:pt>
                <c:pt idx="1783">
                  <c:v>42461</c:v>
                </c:pt>
                <c:pt idx="1784">
                  <c:v>42460</c:v>
                </c:pt>
                <c:pt idx="1785">
                  <c:v>42459</c:v>
                </c:pt>
                <c:pt idx="1786">
                  <c:v>42458</c:v>
                </c:pt>
                <c:pt idx="1787">
                  <c:v>42457</c:v>
                </c:pt>
                <c:pt idx="1788">
                  <c:v>42454</c:v>
                </c:pt>
                <c:pt idx="1789">
                  <c:v>42453</c:v>
                </c:pt>
                <c:pt idx="1790">
                  <c:v>42452</c:v>
                </c:pt>
                <c:pt idx="1791">
                  <c:v>42451</c:v>
                </c:pt>
                <c:pt idx="1792">
                  <c:v>42450</c:v>
                </c:pt>
                <c:pt idx="1793">
                  <c:v>42447</c:v>
                </c:pt>
                <c:pt idx="1794">
                  <c:v>42446</c:v>
                </c:pt>
                <c:pt idx="1795">
                  <c:v>42445</c:v>
                </c:pt>
                <c:pt idx="1796">
                  <c:v>42444</c:v>
                </c:pt>
                <c:pt idx="1797">
                  <c:v>42443</c:v>
                </c:pt>
                <c:pt idx="1798">
                  <c:v>42440</c:v>
                </c:pt>
                <c:pt idx="1799">
                  <c:v>42439</c:v>
                </c:pt>
                <c:pt idx="1800">
                  <c:v>42438</c:v>
                </c:pt>
                <c:pt idx="1801">
                  <c:v>42437</c:v>
                </c:pt>
                <c:pt idx="1802">
                  <c:v>42436</c:v>
                </c:pt>
                <c:pt idx="1803">
                  <c:v>42433</c:v>
                </c:pt>
                <c:pt idx="1804">
                  <c:v>42432</c:v>
                </c:pt>
                <c:pt idx="1805">
                  <c:v>42431</c:v>
                </c:pt>
                <c:pt idx="1806">
                  <c:v>42430</c:v>
                </c:pt>
                <c:pt idx="1807">
                  <c:v>42429</c:v>
                </c:pt>
                <c:pt idx="1808">
                  <c:v>42426</c:v>
                </c:pt>
                <c:pt idx="1809">
                  <c:v>42425</c:v>
                </c:pt>
                <c:pt idx="1810">
                  <c:v>42424</c:v>
                </c:pt>
                <c:pt idx="1811">
                  <c:v>42423</c:v>
                </c:pt>
                <c:pt idx="1812">
                  <c:v>42422</c:v>
                </c:pt>
                <c:pt idx="1813">
                  <c:v>42419</c:v>
                </c:pt>
                <c:pt idx="1814">
                  <c:v>42418</c:v>
                </c:pt>
                <c:pt idx="1815">
                  <c:v>42417</c:v>
                </c:pt>
                <c:pt idx="1816">
                  <c:v>42416</c:v>
                </c:pt>
                <c:pt idx="1817">
                  <c:v>42415</c:v>
                </c:pt>
                <c:pt idx="1818">
                  <c:v>42414</c:v>
                </c:pt>
                <c:pt idx="1819">
                  <c:v>42406</c:v>
                </c:pt>
                <c:pt idx="1820">
                  <c:v>42405</c:v>
                </c:pt>
                <c:pt idx="1821">
                  <c:v>42404</c:v>
                </c:pt>
                <c:pt idx="1822">
                  <c:v>42403</c:v>
                </c:pt>
                <c:pt idx="1823">
                  <c:v>42402</c:v>
                </c:pt>
                <c:pt idx="1824">
                  <c:v>42401</c:v>
                </c:pt>
                <c:pt idx="1825">
                  <c:v>42398</c:v>
                </c:pt>
                <c:pt idx="1826">
                  <c:v>42397</c:v>
                </c:pt>
                <c:pt idx="1827">
                  <c:v>42396</c:v>
                </c:pt>
                <c:pt idx="1828">
                  <c:v>42395</c:v>
                </c:pt>
                <c:pt idx="1829">
                  <c:v>42394</c:v>
                </c:pt>
                <c:pt idx="1830">
                  <c:v>42391</c:v>
                </c:pt>
                <c:pt idx="1831">
                  <c:v>42390</c:v>
                </c:pt>
                <c:pt idx="1832">
                  <c:v>42389</c:v>
                </c:pt>
                <c:pt idx="1833">
                  <c:v>42388</c:v>
                </c:pt>
                <c:pt idx="1834">
                  <c:v>42387</c:v>
                </c:pt>
                <c:pt idx="1835">
                  <c:v>42384</c:v>
                </c:pt>
                <c:pt idx="1836">
                  <c:v>42383</c:v>
                </c:pt>
                <c:pt idx="1837">
                  <c:v>42382</c:v>
                </c:pt>
                <c:pt idx="1838">
                  <c:v>42381</c:v>
                </c:pt>
                <c:pt idx="1839">
                  <c:v>42380</c:v>
                </c:pt>
                <c:pt idx="1840">
                  <c:v>42377</c:v>
                </c:pt>
                <c:pt idx="1841">
                  <c:v>42376</c:v>
                </c:pt>
                <c:pt idx="1842">
                  <c:v>42375</c:v>
                </c:pt>
                <c:pt idx="1843">
                  <c:v>42374</c:v>
                </c:pt>
                <c:pt idx="1844">
                  <c:v>42373</c:v>
                </c:pt>
              </c:numCache>
            </c:numRef>
          </c:cat>
          <c:val>
            <c:numRef>
              <c:f>'图49-57'!$G$4:$G$2144</c:f>
              <c:numCache>
                <c:formatCode>General</c:formatCode>
                <c:ptCount val="2141"/>
                <c:pt idx="0">
                  <c:v>3700</c:v>
                </c:pt>
                <c:pt idx="1">
                  <c:v>3700</c:v>
                </c:pt>
                <c:pt idx="2">
                  <c:v>3700</c:v>
                </c:pt>
                <c:pt idx="3">
                  <c:v>3700</c:v>
                </c:pt>
                <c:pt idx="4">
                  <c:v>3700</c:v>
                </c:pt>
                <c:pt idx="5">
                  <c:v>3700</c:v>
                </c:pt>
                <c:pt idx="6">
                  <c:v>4150</c:v>
                </c:pt>
                <c:pt idx="7">
                  <c:v>4150</c:v>
                </c:pt>
                <c:pt idx="8">
                  <c:v>4150</c:v>
                </c:pt>
                <c:pt idx="9">
                  <c:v>4150</c:v>
                </c:pt>
                <c:pt idx="10">
                  <c:v>4150</c:v>
                </c:pt>
                <c:pt idx="11">
                  <c:v>4150</c:v>
                </c:pt>
                <c:pt idx="12">
                  <c:v>4250</c:v>
                </c:pt>
                <c:pt idx="13">
                  <c:v>4350</c:v>
                </c:pt>
                <c:pt idx="14">
                  <c:v>4350</c:v>
                </c:pt>
                <c:pt idx="15">
                  <c:v>4350</c:v>
                </c:pt>
                <c:pt idx="16">
                  <c:v>4350</c:v>
                </c:pt>
                <c:pt idx="17">
                  <c:v>4350</c:v>
                </c:pt>
                <c:pt idx="18">
                  <c:v>4350</c:v>
                </c:pt>
                <c:pt idx="19">
                  <c:v>4350</c:v>
                </c:pt>
                <c:pt idx="20">
                  <c:v>4450</c:v>
                </c:pt>
                <c:pt idx="21">
                  <c:v>4450</c:v>
                </c:pt>
                <c:pt idx="22">
                  <c:v>4450</c:v>
                </c:pt>
                <c:pt idx="23">
                  <c:v>4450</c:v>
                </c:pt>
                <c:pt idx="24">
                  <c:v>4450</c:v>
                </c:pt>
                <c:pt idx="25">
                  <c:v>4800</c:v>
                </c:pt>
                <c:pt idx="26">
                  <c:v>4800</c:v>
                </c:pt>
                <c:pt idx="27">
                  <c:v>4800</c:v>
                </c:pt>
                <c:pt idx="28">
                  <c:v>4800</c:v>
                </c:pt>
                <c:pt idx="29">
                  <c:v>4800</c:v>
                </c:pt>
                <c:pt idx="30">
                  <c:v>4800</c:v>
                </c:pt>
                <c:pt idx="31">
                  <c:v>4800</c:v>
                </c:pt>
                <c:pt idx="32">
                  <c:v>4800</c:v>
                </c:pt>
                <c:pt idx="33">
                  <c:v>4800</c:v>
                </c:pt>
                <c:pt idx="34">
                  <c:v>4800</c:v>
                </c:pt>
                <c:pt idx="35">
                  <c:v>4800</c:v>
                </c:pt>
                <c:pt idx="36">
                  <c:v>4800</c:v>
                </c:pt>
                <c:pt idx="37">
                  <c:v>4800</c:v>
                </c:pt>
                <c:pt idx="38">
                  <c:v>4800</c:v>
                </c:pt>
                <c:pt idx="39">
                  <c:v>4800</c:v>
                </c:pt>
                <c:pt idx="40">
                  <c:v>4800</c:v>
                </c:pt>
                <c:pt idx="41">
                  <c:v>4800</c:v>
                </c:pt>
                <c:pt idx="42">
                  <c:v>4800</c:v>
                </c:pt>
                <c:pt idx="43">
                  <c:v>4800</c:v>
                </c:pt>
                <c:pt idx="44">
                  <c:v>4800</c:v>
                </c:pt>
                <c:pt idx="45">
                  <c:v>4800</c:v>
                </c:pt>
                <c:pt idx="46">
                  <c:v>4800</c:v>
                </c:pt>
                <c:pt idx="47">
                  <c:v>4950</c:v>
                </c:pt>
                <c:pt idx="48">
                  <c:v>4950</c:v>
                </c:pt>
                <c:pt idx="49">
                  <c:v>4950</c:v>
                </c:pt>
                <c:pt idx="50">
                  <c:v>4950</c:v>
                </c:pt>
                <c:pt idx="51">
                  <c:v>4950</c:v>
                </c:pt>
                <c:pt idx="52">
                  <c:v>4950</c:v>
                </c:pt>
                <c:pt idx="53">
                  <c:v>4950</c:v>
                </c:pt>
                <c:pt idx="54">
                  <c:v>4950</c:v>
                </c:pt>
                <c:pt idx="55">
                  <c:v>4950</c:v>
                </c:pt>
                <c:pt idx="56">
                  <c:v>4950</c:v>
                </c:pt>
                <c:pt idx="57">
                  <c:v>4950</c:v>
                </c:pt>
                <c:pt idx="58">
                  <c:v>4950</c:v>
                </c:pt>
                <c:pt idx="59">
                  <c:v>4950</c:v>
                </c:pt>
                <c:pt idx="60">
                  <c:v>4950</c:v>
                </c:pt>
                <c:pt idx="61">
                  <c:v>4950</c:v>
                </c:pt>
                <c:pt idx="62">
                  <c:v>4950</c:v>
                </c:pt>
                <c:pt idx="63">
                  <c:v>4950</c:v>
                </c:pt>
                <c:pt idx="64">
                  <c:v>4950</c:v>
                </c:pt>
                <c:pt idx="65">
                  <c:v>4950</c:v>
                </c:pt>
                <c:pt idx="66">
                  <c:v>4950</c:v>
                </c:pt>
                <c:pt idx="67">
                  <c:v>4950</c:v>
                </c:pt>
                <c:pt idx="68">
                  <c:v>4950</c:v>
                </c:pt>
                <c:pt idx="69">
                  <c:v>4950</c:v>
                </c:pt>
                <c:pt idx="70">
                  <c:v>4950</c:v>
                </c:pt>
                <c:pt idx="71">
                  <c:v>4950</c:v>
                </c:pt>
                <c:pt idx="72">
                  <c:v>4950</c:v>
                </c:pt>
                <c:pt idx="73">
                  <c:v>4950</c:v>
                </c:pt>
                <c:pt idx="74">
                  <c:v>4950</c:v>
                </c:pt>
                <c:pt idx="75">
                  <c:v>4950</c:v>
                </c:pt>
                <c:pt idx="76">
                  <c:v>4950</c:v>
                </c:pt>
                <c:pt idx="77">
                  <c:v>4950</c:v>
                </c:pt>
                <c:pt idx="78">
                  <c:v>4950</c:v>
                </c:pt>
                <c:pt idx="79">
                  <c:v>4950</c:v>
                </c:pt>
                <c:pt idx="80">
                  <c:v>4950</c:v>
                </c:pt>
                <c:pt idx="81">
                  <c:v>4950</c:v>
                </c:pt>
                <c:pt idx="82">
                  <c:v>4950</c:v>
                </c:pt>
                <c:pt idx="83">
                  <c:v>4950</c:v>
                </c:pt>
                <c:pt idx="84">
                  <c:v>4950</c:v>
                </c:pt>
                <c:pt idx="85">
                  <c:v>4950</c:v>
                </c:pt>
                <c:pt idx="86">
                  <c:v>4950</c:v>
                </c:pt>
                <c:pt idx="87">
                  <c:v>4950</c:v>
                </c:pt>
                <c:pt idx="88">
                  <c:v>4950</c:v>
                </c:pt>
                <c:pt idx="89">
                  <c:v>4950</c:v>
                </c:pt>
                <c:pt idx="90">
                  <c:v>4950</c:v>
                </c:pt>
                <c:pt idx="91">
                  <c:v>4950</c:v>
                </c:pt>
                <c:pt idx="92">
                  <c:v>4950</c:v>
                </c:pt>
                <c:pt idx="93">
                  <c:v>4950</c:v>
                </c:pt>
                <c:pt idx="94">
                  <c:v>4950</c:v>
                </c:pt>
                <c:pt idx="95">
                  <c:v>4950</c:v>
                </c:pt>
                <c:pt idx="96">
                  <c:v>4950</c:v>
                </c:pt>
                <c:pt idx="97">
                  <c:v>4950</c:v>
                </c:pt>
                <c:pt idx="98">
                  <c:v>4950</c:v>
                </c:pt>
                <c:pt idx="99">
                  <c:v>4950</c:v>
                </c:pt>
                <c:pt idx="100">
                  <c:v>4950</c:v>
                </c:pt>
                <c:pt idx="101">
                  <c:v>4950</c:v>
                </c:pt>
                <c:pt idx="102">
                  <c:v>4950</c:v>
                </c:pt>
                <c:pt idx="103">
                  <c:v>4950</c:v>
                </c:pt>
                <c:pt idx="104">
                  <c:v>4950</c:v>
                </c:pt>
                <c:pt idx="105">
                  <c:v>4950</c:v>
                </c:pt>
                <c:pt idx="106">
                  <c:v>4950</c:v>
                </c:pt>
                <c:pt idx="107">
                  <c:v>4950</c:v>
                </c:pt>
                <c:pt idx="108">
                  <c:v>4950</c:v>
                </c:pt>
                <c:pt idx="109">
                  <c:v>4950</c:v>
                </c:pt>
                <c:pt idx="110">
                  <c:v>5000</c:v>
                </c:pt>
                <c:pt idx="111">
                  <c:v>5000</c:v>
                </c:pt>
                <c:pt idx="112">
                  <c:v>5000</c:v>
                </c:pt>
                <c:pt idx="113">
                  <c:v>5000</c:v>
                </c:pt>
                <c:pt idx="114">
                  <c:v>5000</c:v>
                </c:pt>
                <c:pt idx="115">
                  <c:v>5000</c:v>
                </c:pt>
                <c:pt idx="116">
                  <c:v>5000</c:v>
                </c:pt>
                <c:pt idx="117">
                  <c:v>5000</c:v>
                </c:pt>
                <c:pt idx="118">
                  <c:v>5000</c:v>
                </c:pt>
                <c:pt idx="119">
                  <c:v>5000</c:v>
                </c:pt>
                <c:pt idx="120">
                  <c:v>5000</c:v>
                </c:pt>
                <c:pt idx="121">
                  <c:v>5000</c:v>
                </c:pt>
                <c:pt idx="122">
                  <c:v>5000</c:v>
                </c:pt>
                <c:pt idx="123">
                  <c:v>5000</c:v>
                </c:pt>
                <c:pt idx="124">
                  <c:v>5000</c:v>
                </c:pt>
                <c:pt idx="125">
                  <c:v>5000</c:v>
                </c:pt>
                <c:pt idx="126">
                  <c:v>5000</c:v>
                </c:pt>
                <c:pt idx="127">
                  <c:v>5000</c:v>
                </c:pt>
                <c:pt idx="128">
                  <c:v>5000</c:v>
                </c:pt>
                <c:pt idx="129">
                  <c:v>5000</c:v>
                </c:pt>
                <c:pt idx="130">
                  <c:v>5000</c:v>
                </c:pt>
                <c:pt idx="131">
                  <c:v>5000</c:v>
                </c:pt>
                <c:pt idx="132">
                  <c:v>4800</c:v>
                </c:pt>
                <c:pt idx="133">
                  <c:v>4800</c:v>
                </c:pt>
                <c:pt idx="134">
                  <c:v>4800</c:v>
                </c:pt>
                <c:pt idx="135">
                  <c:v>4800</c:v>
                </c:pt>
                <c:pt idx="136">
                  <c:v>4800</c:v>
                </c:pt>
                <c:pt idx="137">
                  <c:v>4800</c:v>
                </c:pt>
                <c:pt idx="138">
                  <c:v>4800</c:v>
                </c:pt>
                <c:pt idx="139">
                  <c:v>4700</c:v>
                </c:pt>
                <c:pt idx="140">
                  <c:v>4700</c:v>
                </c:pt>
                <c:pt idx="141">
                  <c:v>4700</c:v>
                </c:pt>
                <c:pt idx="142">
                  <c:v>4700</c:v>
                </c:pt>
                <c:pt idx="143">
                  <c:v>4700</c:v>
                </c:pt>
                <c:pt idx="144">
                  <c:v>4700</c:v>
                </c:pt>
                <c:pt idx="145">
                  <c:v>4700</c:v>
                </c:pt>
                <c:pt idx="146">
                  <c:v>4700</c:v>
                </c:pt>
                <c:pt idx="147">
                  <c:v>4700</c:v>
                </c:pt>
                <c:pt idx="148">
                  <c:v>4700</c:v>
                </c:pt>
                <c:pt idx="149">
                  <c:v>4700</c:v>
                </c:pt>
                <c:pt idx="150">
                  <c:v>4700</c:v>
                </c:pt>
                <c:pt idx="151">
                  <c:v>4700</c:v>
                </c:pt>
                <c:pt idx="152">
                  <c:v>4700</c:v>
                </c:pt>
                <c:pt idx="153">
                  <c:v>4650</c:v>
                </c:pt>
                <c:pt idx="154">
                  <c:v>4650</c:v>
                </c:pt>
                <c:pt idx="155">
                  <c:v>4650</c:v>
                </c:pt>
                <c:pt idx="156">
                  <c:v>4650</c:v>
                </c:pt>
                <c:pt idx="157">
                  <c:v>4650</c:v>
                </c:pt>
                <c:pt idx="158">
                  <c:v>4650</c:v>
                </c:pt>
                <c:pt idx="159">
                  <c:v>4650</c:v>
                </c:pt>
                <c:pt idx="160">
                  <c:v>4800</c:v>
                </c:pt>
                <c:pt idx="161">
                  <c:v>4800</c:v>
                </c:pt>
                <c:pt idx="162">
                  <c:v>4800</c:v>
                </c:pt>
                <c:pt idx="163">
                  <c:v>4800</c:v>
                </c:pt>
                <c:pt idx="164">
                  <c:v>4800</c:v>
                </c:pt>
                <c:pt idx="165">
                  <c:v>4800</c:v>
                </c:pt>
                <c:pt idx="166">
                  <c:v>4850</c:v>
                </c:pt>
                <c:pt idx="167">
                  <c:v>4850</c:v>
                </c:pt>
                <c:pt idx="168">
                  <c:v>4850</c:v>
                </c:pt>
                <c:pt idx="169">
                  <c:v>4850</c:v>
                </c:pt>
                <c:pt idx="170">
                  <c:v>4850</c:v>
                </c:pt>
                <c:pt idx="171">
                  <c:v>4850</c:v>
                </c:pt>
                <c:pt idx="172">
                  <c:v>4850</c:v>
                </c:pt>
                <c:pt idx="173">
                  <c:v>4850</c:v>
                </c:pt>
                <c:pt idx="174">
                  <c:v>4900</c:v>
                </c:pt>
                <c:pt idx="175">
                  <c:v>4900</c:v>
                </c:pt>
                <c:pt idx="176">
                  <c:v>4900</c:v>
                </c:pt>
                <c:pt idx="177">
                  <c:v>4900</c:v>
                </c:pt>
                <c:pt idx="178">
                  <c:v>4900</c:v>
                </c:pt>
                <c:pt idx="179">
                  <c:v>4900</c:v>
                </c:pt>
                <c:pt idx="180">
                  <c:v>4900</c:v>
                </c:pt>
                <c:pt idx="181">
                  <c:v>4900</c:v>
                </c:pt>
                <c:pt idx="182">
                  <c:v>4900</c:v>
                </c:pt>
                <c:pt idx="183">
                  <c:v>4900</c:v>
                </c:pt>
                <c:pt idx="184">
                  <c:v>4900</c:v>
                </c:pt>
                <c:pt idx="185">
                  <c:v>4900</c:v>
                </c:pt>
                <c:pt idx="186">
                  <c:v>4900</c:v>
                </c:pt>
                <c:pt idx="187">
                  <c:v>4900</c:v>
                </c:pt>
                <c:pt idx="188">
                  <c:v>4900</c:v>
                </c:pt>
                <c:pt idx="189">
                  <c:v>4900</c:v>
                </c:pt>
                <c:pt idx="190">
                  <c:v>4900</c:v>
                </c:pt>
                <c:pt idx="191">
                  <c:v>4900</c:v>
                </c:pt>
                <c:pt idx="192">
                  <c:v>4900</c:v>
                </c:pt>
                <c:pt idx="193">
                  <c:v>4900</c:v>
                </c:pt>
                <c:pt idx="194">
                  <c:v>4900</c:v>
                </c:pt>
                <c:pt idx="195">
                  <c:v>4650</c:v>
                </c:pt>
                <c:pt idx="196">
                  <c:v>4650</c:v>
                </c:pt>
                <c:pt idx="197">
                  <c:v>4650</c:v>
                </c:pt>
                <c:pt idx="198">
                  <c:v>4650</c:v>
                </c:pt>
                <c:pt idx="199">
                  <c:v>4650</c:v>
                </c:pt>
                <c:pt idx="200">
                  <c:v>4650</c:v>
                </c:pt>
                <c:pt idx="201">
                  <c:v>4650</c:v>
                </c:pt>
                <c:pt idx="202">
                  <c:v>4550</c:v>
                </c:pt>
                <c:pt idx="203">
                  <c:v>4550</c:v>
                </c:pt>
                <c:pt idx="204">
                  <c:v>4550</c:v>
                </c:pt>
                <c:pt idx="205">
                  <c:v>4550</c:v>
                </c:pt>
                <c:pt idx="206">
                  <c:v>4550</c:v>
                </c:pt>
                <c:pt idx="207">
                  <c:v>4550</c:v>
                </c:pt>
                <c:pt idx="208">
                  <c:v>4550</c:v>
                </c:pt>
                <c:pt idx="209">
                  <c:v>4500</c:v>
                </c:pt>
                <c:pt idx="210">
                  <c:v>4500</c:v>
                </c:pt>
                <c:pt idx="211">
                  <c:v>4500</c:v>
                </c:pt>
                <c:pt idx="212">
                  <c:v>4500</c:v>
                </c:pt>
                <c:pt idx="213">
                  <c:v>4500</c:v>
                </c:pt>
                <c:pt idx="214">
                  <c:v>4500</c:v>
                </c:pt>
                <c:pt idx="215">
                  <c:v>4500</c:v>
                </c:pt>
                <c:pt idx="216">
                  <c:v>4500</c:v>
                </c:pt>
                <c:pt idx="217">
                  <c:v>4500</c:v>
                </c:pt>
                <c:pt idx="218">
                  <c:v>4500</c:v>
                </c:pt>
                <c:pt idx="219">
                  <c:v>4500</c:v>
                </c:pt>
                <c:pt idx="220">
                  <c:v>4500</c:v>
                </c:pt>
                <c:pt idx="221">
                  <c:v>4500</c:v>
                </c:pt>
                <c:pt idx="222">
                  <c:v>4700</c:v>
                </c:pt>
                <c:pt idx="223">
                  <c:v>4700</c:v>
                </c:pt>
                <c:pt idx="224">
                  <c:v>4700</c:v>
                </c:pt>
                <c:pt idx="225">
                  <c:v>4700</c:v>
                </c:pt>
                <c:pt idx="226">
                  <c:v>4700</c:v>
                </c:pt>
                <c:pt idx="227">
                  <c:v>4700</c:v>
                </c:pt>
                <c:pt idx="228">
                  <c:v>4700</c:v>
                </c:pt>
                <c:pt idx="229">
                  <c:v>4900</c:v>
                </c:pt>
                <c:pt idx="230">
                  <c:v>4900</c:v>
                </c:pt>
                <c:pt idx="231">
                  <c:v>4900</c:v>
                </c:pt>
                <c:pt idx="232">
                  <c:v>4900</c:v>
                </c:pt>
                <c:pt idx="233">
                  <c:v>4900</c:v>
                </c:pt>
                <c:pt idx="234">
                  <c:v>4900</c:v>
                </c:pt>
                <c:pt idx="235">
                  <c:v>4900</c:v>
                </c:pt>
                <c:pt idx="236">
                  <c:v>4950</c:v>
                </c:pt>
                <c:pt idx="237">
                  <c:v>4950</c:v>
                </c:pt>
                <c:pt idx="238">
                  <c:v>4950</c:v>
                </c:pt>
                <c:pt idx="239">
                  <c:v>4950</c:v>
                </c:pt>
                <c:pt idx="240">
                  <c:v>4950</c:v>
                </c:pt>
                <c:pt idx="241">
                  <c:v>4950</c:v>
                </c:pt>
                <c:pt idx="242">
                  <c:v>4950</c:v>
                </c:pt>
                <c:pt idx="243">
                  <c:v>4950</c:v>
                </c:pt>
                <c:pt idx="244">
                  <c:v>4950</c:v>
                </c:pt>
                <c:pt idx="245">
                  <c:v>4950</c:v>
                </c:pt>
                <c:pt idx="246">
                  <c:v>4950</c:v>
                </c:pt>
                <c:pt idx="247">
                  <c:v>4950</c:v>
                </c:pt>
                <c:pt idx="248">
                  <c:v>4950</c:v>
                </c:pt>
                <c:pt idx="249">
                  <c:v>4950</c:v>
                </c:pt>
                <c:pt idx="250">
                  <c:v>4950</c:v>
                </c:pt>
                <c:pt idx="251">
                  <c:v>4900</c:v>
                </c:pt>
                <c:pt idx="252">
                  <c:v>4900</c:v>
                </c:pt>
                <c:pt idx="253">
                  <c:v>4900</c:v>
                </c:pt>
                <c:pt idx="254">
                  <c:v>4900</c:v>
                </c:pt>
                <c:pt idx="255">
                  <c:v>4900</c:v>
                </c:pt>
                <c:pt idx="256">
                  <c:v>4900</c:v>
                </c:pt>
                <c:pt idx="257">
                  <c:v>4850</c:v>
                </c:pt>
                <c:pt idx="258">
                  <c:v>4850</c:v>
                </c:pt>
                <c:pt idx="259">
                  <c:v>4800</c:v>
                </c:pt>
                <c:pt idx="260">
                  <c:v>4800</c:v>
                </c:pt>
                <c:pt idx="261">
                  <c:v>4800</c:v>
                </c:pt>
                <c:pt idx="262">
                  <c:v>4800</c:v>
                </c:pt>
                <c:pt idx="263">
                  <c:v>4800</c:v>
                </c:pt>
                <c:pt idx="264">
                  <c:v>4800</c:v>
                </c:pt>
                <c:pt idx="265">
                  <c:v>4800</c:v>
                </c:pt>
                <c:pt idx="266">
                  <c:v>4700</c:v>
                </c:pt>
                <c:pt idx="267">
                  <c:v>4700</c:v>
                </c:pt>
                <c:pt idx="268">
                  <c:v>4700</c:v>
                </c:pt>
                <c:pt idx="269">
                  <c:v>4700</c:v>
                </c:pt>
                <c:pt idx="270">
                  <c:v>4700</c:v>
                </c:pt>
                <c:pt idx="271">
                  <c:v>4700</c:v>
                </c:pt>
                <c:pt idx="272">
                  <c:v>4650</c:v>
                </c:pt>
                <c:pt idx="273">
                  <c:v>4650</c:v>
                </c:pt>
                <c:pt idx="274">
                  <c:v>4650</c:v>
                </c:pt>
                <c:pt idx="275">
                  <c:v>4650</c:v>
                </c:pt>
                <c:pt idx="276">
                  <c:v>4650</c:v>
                </c:pt>
                <c:pt idx="277">
                  <c:v>4650</c:v>
                </c:pt>
                <c:pt idx="278">
                  <c:v>4650</c:v>
                </c:pt>
                <c:pt idx="279">
                  <c:v>4650</c:v>
                </c:pt>
                <c:pt idx="280">
                  <c:v>4550</c:v>
                </c:pt>
                <c:pt idx="281">
                  <c:v>4550</c:v>
                </c:pt>
                <c:pt idx="282">
                  <c:v>4550</c:v>
                </c:pt>
                <c:pt idx="283">
                  <c:v>4450</c:v>
                </c:pt>
                <c:pt idx="284">
                  <c:v>4450</c:v>
                </c:pt>
                <c:pt idx="285">
                  <c:v>4400</c:v>
                </c:pt>
                <c:pt idx="286">
                  <c:v>4300</c:v>
                </c:pt>
                <c:pt idx="287">
                  <c:v>4300</c:v>
                </c:pt>
                <c:pt idx="288">
                  <c:v>4300</c:v>
                </c:pt>
                <c:pt idx="289">
                  <c:v>4300</c:v>
                </c:pt>
                <c:pt idx="290">
                  <c:v>4300</c:v>
                </c:pt>
                <c:pt idx="291">
                  <c:v>4300</c:v>
                </c:pt>
                <c:pt idx="292">
                  <c:v>4300</c:v>
                </c:pt>
                <c:pt idx="293">
                  <c:v>4300</c:v>
                </c:pt>
                <c:pt idx="294">
                  <c:v>4300</c:v>
                </c:pt>
                <c:pt idx="295">
                  <c:v>4300</c:v>
                </c:pt>
                <c:pt idx="296">
                  <c:v>4300</c:v>
                </c:pt>
                <c:pt idx="297">
                  <c:v>4300</c:v>
                </c:pt>
                <c:pt idx="298">
                  <c:v>4300</c:v>
                </c:pt>
                <c:pt idx="299">
                  <c:v>4300</c:v>
                </c:pt>
                <c:pt idx="300">
                  <c:v>4300</c:v>
                </c:pt>
                <c:pt idx="301">
                  <c:v>4300</c:v>
                </c:pt>
                <c:pt idx="302">
                  <c:v>4300</c:v>
                </c:pt>
                <c:pt idx="303">
                  <c:v>4300</c:v>
                </c:pt>
                <c:pt idx="304">
                  <c:v>4300</c:v>
                </c:pt>
                <c:pt idx="305">
                  <c:v>4300</c:v>
                </c:pt>
                <c:pt idx="306">
                  <c:v>4300</c:v>
                </c:pt>
                <c:pt idx="307">
                  <c:v>4300</c:v>
                </c:pt>
                <c:pt idx="308">
                  <c:v>4300</c:v>
                </c:pt>
                <c:pt idx="309">
                  <c:v>4300</c:v>
                </c:pt>
                <c:pt idx="310">
                  <c:v>4300</c:v>
                </c:pt>
                <c:pt idx="311">
                  <c:v>4300</c:v>
                </c:pt>
                <c:pt idx="312">
                  <c:v>4300</c:v>
                </c:pt>
                <c:pt idx="313">
                  <c:v>4100</c:v>
                </c:pt>
                <c:pt idx="314">
                  <c:v>4100</c:v>
                </c:pt>
                <c:pt idx="315">
                  <c:v>4100</c:v>
                </c:pt>
                <c:pt idx="316">
                  <c:v>4100</c:v>
                </c:pt>
                <c:pt idx="317">
                  <c:v>4100</c:v>
                </c:pt>
                <c:pt idx="318">
                  <c:v>4100</c:v>
                </c:pt>
                <c:pt idx="319">
                  <c:v>4100</c:v>
                </c:pt>
                <c:pt idx="320">
                  <c:v>4100</c:v>
                </c:pt>
                <c:pt idx="321">
                  <c:v>4100</c:v>
                </c:pt>
                <c:pt idx="322">
                  <c:v>4100</c:v>
                </c:pt>
                <c:pt idx="323">
                  <c:v>4000</c:v>
                </c:pt>
                <c:pt idx="324">
                  <c:v>4000</c:v>
                </c:pt>
                <c:pt idx="325">
                  <c:v>4000</c:v>
                </c:pt>
                <c:pt idx="326">
                  <c:v>4000</c:v>
                </c:pt>
                <c:pt idx="327">
                  <c:v>3950</c:v>
                </c:pt>
                <c:pt idx="328">
                  <c:v>3950</c:v>
                </c:pt>
                <c:pt idx="329">
                  <c:v>3950</c:v>
                </c:pt>
                <c:pt idx="330">
                  <c:v>3950</c:v>
                </c:pt>
                <c:pt idx="331">
                  <c:v>3950</c:v>
                </c:pt>
                <c:pt idx="332">
                  <c:v>3950</c:v>
                </c:pt>
                <c:pt idx="333">
                  <c:v>3950</c:v>
                </c:pt>
                <c:pt idx="334">
                  <c:v>4050</c:v>
                </c:pt>
                <c:pt idx="335">
                  <c:v>4050</c:v>
                </c:pt>
                <c:pt idx="336">
                  <c:v>4300</c:v>
                </c:pt>
                <c:pt idx="337">
                  <c:v>4700</c:v>
                </c:pt>
                <c:pt idx="338">
                  <c:v>4700</c:v>
                </c:pt>
                <c:pt idx="339">
                  <c:v>4700</c:v>
                </c:pt>
                <c:pt idx="340">
                  <c:v>4700</c:v>
                </c:pt>
                <c:pt idx="341">
                  <c:v>4700</c:v>
                </c:pt>
                <c:pt idx="342">
                  <c:v>4700</c:v>
                </c:pt>
                <c:pt idx="343">
                  <c:v>4700</c:v>
                </c:pt>
                <c:pt idx="344">
                  <c:v>4700</c:v>
                </c:pt>
                <c:pt idx="345">
                  <c:v>4700</c:v>
                </c:pt>
                <c:pt idx="346">
                  <c:v>4700</c:v>
                </c:pt>
                <c:pt idx="347">
                  <c:v>4700</c:v>
                </c:pt>
                <c:pt idx="348">
                  <c:v>4700</c:v>
                </c:pt>
                <c:pt idx="349">
                  <c:v>4700</c:v>
                </c:pt>
                <c:pt idx="350">
                  <c:v>4700</c:v>
                </c:pt>
                <c:pt idx="351">
                  <c:v>4700</c:v>
                </c:pt>
                <c:pt idx="352">
                  <c:v>4600</c:v>
                </c:pt>
                <c:pt idx="353">
                  <c:v>4300</c:v>
                </c:pt>
                <c:pt idx="354">
                  <c:v>4300</c:v>
                </c:pt>
                <c:pt idx="355">
                  <c:v>4300</c:v>
                </c:pt>
                <c:pt idx="356">
                  <c:v>4300</c:v>
                </c:pt>
                <c:pt idx="357">
                  <c:v>4300</c:v>
                </c:pt>
                <c:pt idx="358">
                  <c:v>4300</c:v>
                </c:pt>
                <c:pt idx="359">
                  <c:v>4250</c:v>
                </c:pt>
                <c:pt idx="360">
                  <c:v>4250</c:v>
                </c:pt>
                <c:pt idx="361">
                  <c:v>4250</c:v>
                </c:pt>
                <c:pt idx="362">
                  <c:v>4250</c:v>
                </c:pt>
                <c:pt idx="363">
                  <c:v>4250</c:v>
                </c:pt>
                <c:pt idx="364">
                  <c:v>4250</c:v>
                </c:pt>
                <c:pt idx="365">
                  <c:v>4250</c:v>
                </c:pt>
                <c:pt idx="366">
                  <c:v>4250</c:v>
                </c:pt>
                <c:pt idx="367">
                  <c:v>3850</c:v>
                </c:pt>
                <c:pt idx="368">
                  <c:v>3700</c:v>
                </c:pt>
                <c:pt idx="369">
                  <c:v>3600</c:v>
                </c:pt>
                <c:pt idx="370">
                  <c:v>3600</c:v>
                </c:pt>
                <c:pt idx="371">
                  <c:v>3600</c:v>
                </c:pt>
                <c:pt idx="372">
                  <c:v>3600</c:v>
                </c:pt>
                <c:pt idx="373">
                  <c:v>3600</c:v>
                </c:pt>
                <c:pt idx="374">
                  <c:v>3550</c:v>
                </c:pt>
                <c:pt idx="375">
                  <c:v>3550</c:v>
                </c:pt>
                <c:pt idx="376">
                  <c:v>3550</c:v>
                </c:pt>
                <c:pt idx="377">
                  <c:v>3550</c:v>
                </c:pt>
                <c:pt idx="378">
                  <c:v>3450</c:v>
                </c:pt>
                <c:pt idx="379">
                  <c:v>3450</c:v>
                </c:pt>
                <c:pt idx="380">
                  <c:v>3450</c:v>
                </c:pt>
                <c:pt idx="381">
                  <c:v>3450</c:v>
                </c:pt>
                <c:pt idx="382">
                  <c:v>3450</c:v>
                </c:pt>
                <c:pt idx="383">
                  <c:v>3450</c:v>
                </c:pt>
                <c:pt idx="384">
                  <c:v>3300</c:v>
                </c:pt>
                <c:pt idx="385">
                  <c:v>3300</c:v>
                </c:pt>
                <c:pt idx="386">
                  <c:v>3300</c:v>
                </c:pt>
                <c:pt idx="387">
                  <c:v>3300</c:v>
                </c:pt>
                <c:pt idx="388">
                  <c:v>3300</c:v>
                </c:pt>
                <c:pt idx="389">
                  <c:v>3300</c:v>
                </c:pt>
                <c:pt idx="390">
                  <c:v>3300</c:v>
                </c:pt>
                <c:pt idx="391">
                  <c:v>3300</c:v>
                </c:pt>
                <c:pt idx="392">
                  <c:v>3300</c:v>
                </c:pt>
                <c:pt idx="393">
                  <c:v>3300</c:v>
                </c:pt>
                <c:pt idx="394">
                  <c:v>3300</c:v>
                </c:pt>
                <c:pt idx="395">
                  <c:v>3300</c:v>
                </c:pt>
                <c:pt idx="396">
                  <c:v>3300</c:v>
                </c:pt>
                <c:pt idx="397">
                  <c:v>3300</c:v>
                </c:pt>
                <c:pt idx="398">
                  <c:v>3300</c:v>
                </c:pt>
                <c:pt idx="399">
                  <c:v>3300</c:v>
                </c:pt>
                <c:pt idx="400">
                  <c:v>3300</c:v>
                </c:pt>
                <c:pt idx="401">
                  <c:v>3300</c:v>
                </c:pt>
                <c:pt idx="402">
                  <c:v>3300</c:v>
                </c:pt>
                <c:pt idx="403">
                  <c:v>3300</c:v>
                </c:pt>
                <c:pt idx="404">
                  <c:v>3300</c:v>
                </c:pt>
                <c:pt idx="405">
                  <c:v>6400</c:v>
                </c:pt>
                <c:pt idx="406">
                  <c:v>6400</c:v>
                </c:pt>
                <c:pt idx="407">
                  <c:v>6400</c:v>
                </c:pt>
                <c:pt idx="408">
                  <c:v>6400</c:v>
                </c:pt>
                <c:pt idx="409">
                  <c:v>6400</c:v>
                </c:pt>
                <c:pt idx="410">
                  <c:v>6400</c:v>
                </c:pt>
                <c:pt idx="411">
                  <c:v>6400</c:v>
                </c:pt>
                <c:pt idx="412">
                  <c:v>6400</c:v>
                </c:pt>
                <c:pt idx="413">
                  <c:v>6400</c:v>
                </c:pt>
                <c:pt idx="414">
                  <c:v>6400</c:v>
                </c:pt>
                <c:pt idx="415">
                  <c:v>6400</c:v>
                </c:pt>
                <c:pt idx="416">
                  <c:v>6400</c:v>
                </c:pt>
                <c:pt idx="417">
                  <c:v>6400</c:v>
                </c:pt>
                <c:pt idx="418">
                  <c:v>6400</c:v>
                </c:pt>
                <c:pt idx="419">
                  <c:v>5900</c:v>
                </c:pt>
                <c:pt idx="420">
                  <c:v>5900</c:v>
                </c:pt>
                <c:pt idx="421">
                  <c:v>5900</c:v>
                </c:pt>
                <c:pt idx="422">
                  <c:v>5900</c:v>
                </c:pt>
                <c:pt idx="423">
                  <c:v>5900</c:v>
                </c:pt>
                <c:pt idx="424">
                  <c:v>5900</c:v>
                </c:pt>
                <c:pt idx="425">
                  <c:v>5900</c:v>
                </c:pt>
                <c:pt idx="426">
                  <c:v>5400</c:v>
                </c:pt>
                <c:pt idx="427">
                  <c:v>5400</c:v>
                </c:pt>
                <c:pt idx="428">
                  <c:v>5400</c:v>
                </c:pt>
                <c:pt idx="429">
                  <c:v>5400</c:v>
                </c:pt>
                <c:pt idx="430">
                  <c:v>5400</c:v>
                </c:pt>
                <c:pt idx="431">
                  <c:v>4800</c:v>
                </c:pt>
                <c:pt idx="432">
                  <c:v>3700</c:v>
                </c:pt>
                <c:pt idx="433">
                  <c:v>3700</c:v>
                </c:pt>
                <c:pt idx="434">
                  <c:v>3700</c:v>
                </c:pt>
                <c:pt idx="435">
                  <c:v>3700</c:v>
                </c:pt>
                <c:pt idx="436">
                  <c:v>3300</c:v>
                </c:pt>
                <c:pt idx="437">
                  <c:v>3300</c:v>
                </c:pt>
                <c:pt idx="438">
                  <c:v>3300</c:v>
                </c:pt>
                <c:pt idx="439">
                  <c:v>3300</c:v>
                </c:pt>
                <c:pt idx="440">
                  <c:v>3300</c:v>
                </c:pt>
                <c:pt idx="441">
                  <c:v>3200</c:v>
                </c:pt>
                <c:pt idx="442">
                  <c:v>2900</c:v>
                </c:pt>
                <c:pt idx="443">
                  <c:v>2800</c:v>
                </c:pt>
                <c:pt idx="444">
                  <c:v>2800</c:v>
                </c:pt>
                <c:pt idx="445">
                  <c:v>2800</c:v>
                </c:pt>
                <c:pt idx="446">
                  <c:v>2750</c:v>
                </c:pt>
                <c:pt idx="447">
                  <c:v>2750</c:v>
                </c:pt>
                <c:pt idx="448">
                  <c:v>2700</c:v>
                </c:pt>
                <c:pt idx="449">
                  <c:v>2550</c:v>
                </c:pt>
                <c:pt idx="450">
                  <c:v>2500</c:v>
                </c:pt>
                <c:pt idx="451">
                  <c:v>2500</c:v>
                </c:pt>
                <c:pt idx="452">
                  <c:v>2500</c:v>
                </c:pt>
                <c:pt idx="453">
                  <c:v>2500</c:v>
                </c:pt>
                <c:pt idx="454">
                  <c:v>2500</c:v>
                </c:pt>
                <c:pt idx="455">
                  <c:v>2500</c:v>
                </c:pt>
                <c:pt idx="456">
                  <c:v>2500</c:v>
                </c:pt>
                <c:pt idx="457">
                  <c:v>2500</c:v>
                </c:pt>
                <c:pt idx="458">
                  <c:v>2500</c:v>
                </c:pt>
                <c:pt idx="459">
                  <c:v>2500</c:v>
                </c:pt>
                <c:pt idx="460">
                  <c:v>2500</c:v>
                </c:pt>
                <c:pt idx="461">
                  <c:v>2500</c:v>
                </c:pt>
                <c:pt idx="462">
                  <c:v>2500</c:v>
                </c:pt>
                <c:pt idx="463">
                  <c:v>2500</c:v>
                </c:pt>
                <c:pt idx="464">
                  <c:v>2500</c:v>
                </c:pt>
                <c:pt idx="465">
                  <c:v>2500</c:v>
                </c:pt>
                <c:pt idx="466">
                  <c:v>2400</c:v>
                </c:pt>
                <c:pt idx="467">
                  <c:v>2400</c:v>
                </c:pt>
                <c:pt idx="468">
                  <c:v>2400</c:v>
                </c:pt>
                <c:pt idx="469">
                  <c:v>2400</c:v>
                </c:pt>
                <c:pt idx="470">
                  <c:v>2400</c:v>
                </c:pt>
                <c:pt idx="471">
                  <c:v>2400</c:v>
                </c:pt>
                <c:pt idx="472">
                  <c:v>2250</c:v>
                </c:pt>
                <c:pt idx="473">
                  <c:v>2250</c:v>
                </c:pt>
                <c:pt idx="474">
                  <c:v>2250</c:v>
                </c:pt>
                <c:pt idx="475">
                  <c:v>2250</c:v>
                </c:pt>
                <c:pt idx="476">
                  <c:v>2250</c:v>
                </c:pt>
                <c:pt idx="477">
                  <c:v>2150</c:v>
                </c:pt>
                <c:pt idx="478">
                  <c:v>2150</c:v>
                </c:pt>
                <c:pt idx="479">
                  <c:v>2150</c:v>
                </c:pt>
                <c:pt idx="480">
                  <c:v>2070</c:v>
                </c:pt>
                <c:pt idx="481">
                  <c:v>2070</c:v>
                </c:pt>
                <c:pt idx="482">
                  <c:v>2070</c:v>
                </c:pt>
                <c:pt idx="483">
                  <c:v>2070</c:v>
                </c:pt>
                <c:pt idx="484">
                  <c:v>2070</c:v>
                </c:pt>
                <c:pt idx="485">
                  <c:v>2070</c:v>
                </c:pt>
                <c:pt idx="486">
                  <c:v>2070</c:v>
                </c:pt>
                <c:pt idx="487">
                  <c:v>2070</c:v>
                </c:pt>
                <c:pt idx="488">
                  <c:v>2070</c:v>
                </c:pt>
                <c:pt idx="489">
                  <c:v>2070</c:v>
                </c:pt>
                <c:pt idx="490">
                  <c:v>2070</c:v>
                </c:pt>
                <c:pt idx="491">
                  <c:v>2070</c:v>
                </c:pt>
                <c:pt idx="492">
                  <c:v>2070</c:v>
                </c:pt>
                <c:pt idx="493">
                  <c:v>2070</c:v>
                </c:pt>
                <c:pt idx="494">
                  <c:v>2070</c:v>
                </c:pt>
                <c:pt idx="495">
                  <c:v>2070</c:v>
                </c:pt>
                <c:pt idx="496">
                  <c:v>2070</c:v>
                </c:pt>
                <c:pt idx="497">
                  <c:v>2070</c:v>
                </c:pt>
                <c:pt idx="498">
                  <c:v>2070</c:v>
                </c:pt>
                <c:pt idx="499">
                  <c:v>2070</c:v>
                </c:pt>
                <c:pt idx="500">
                  <c:v>2070</c:v>
                </c:pt>
                <c:pt idx="501">
                  <c:v>2070</c:v>
                </c:pt>
                <c:pt idx="502">
                  <c:v>2070</c:v>
                </c:pt>
                <c:pt idx="503">
                  <c:v>2070</c:v>
                </c:pt>
                <c:pt idx="504">
                  <c:v>2070</c:v>
                </c:pt>
                <c:pt idx="505">
                  <c:v>2070</c:v>
                </c:pt>
                <c:pt idx="506">
                  <c:v>2070</c:v>
                </c:pt>
                <c:pt idx="507">
                  <c:v>2070</c:v>
                </c:pt>
                <c:pt idx="508">
                  <c:v>2070</c:v>
                </c:pt>
                <c:pt idx="509">
                  <c:v>2070</c:v>
                </c:pt>
                <c:pt idx="510">
                  <c:v>2070</c:v>
                </c:pt>
                <c:pt idx="511">
                  <c:v>2070</c:v>
                </c:pt>
                <c:pt idx="512">
                  <c:v>2070</c:v>
                </c:pt>
                <c:pt idx="513">
                  <c:v>2070</c:v>
                </c:pt>
                <c:pt idx="514">
                  <c:v>2070</c:v>
                </c:pt>
                <c:pt idx="515">
                  <c:v>2070</c:v>
                </c:pt>
                <c:pt idx="516">
                  <c:v>2070</c:v>
                </c:pt>
                <c:pt idx="517">
                  <c:v>2070</c:v>
                </c:pt>
                <c:pt idx="518">
                  <c:v>2070</c:v>
                </c:pt>
                <c:pt idx="519">
                  <c:v>2070</c:v>
                </c:pt>
                <c:pt idx="520">
                  <c:v>2070</c:v>
                </c:pt>
                <c:pt idx="521">
                  <c:v>2070</c:v>
                </c:pt>
                <c:pt idx="522">
                  <c:v>2070</c:v>
                </c:pt>
                <c:pt idx="523">
                  <c:v>2070</c:v>
                </c:pt>
                <c:pt idx="524">
                  <c:v>2070</c:v>
                </c:pt>
                <c:pt idx="525">
                  <c:v>2070</c:v>
                </c:pt>
                <c:pt idx="526">
                  <c:v>2070</c:v>
                </c:pt>
                <c:pt idx="527">
                  <c:v>2070</c:v>
                </c:pt>
                <c:pt idx="528">
                  <c:v>2070</c:v>
                </c:pt>
                <c:pt idx="529">
                  <c:v>2070</c:v>
                </c:pt>
                <c:pt idx="530">
                  <c:v>2070</c:v>
                </c:pt>
                <c:pt idx="531">
                  <c:v>2070</c:v>
                </c:pt>
                <c:pt idx="532">
                  <c:v>2070</c:v>
                </c:pt>
                <c:pt idx="533">
                  <c:v>2150</c:v>
                </c:pt>
                <c:pt idx="534">
                  <c:v>2150</c:v>
                </c:pt>
                <c:pt idx="535">
                  <c:v>2150</c:v>
                </c:pt>
                <c:pt idx="536">
                  <c:v>2150</c:v>
                </c:pt>
                <c:pt idx="537">
                  <c:v>2150</c:v>
                </c:pt>
                <c:pt idx="538">
                  <c:v>2200</c:v>
                </c:pt>
                <c:pt idx="539">
                  <c:v>2300</c:v>
                </c:pt>
                <c:pt idx="540">
                  <c:v>2300</c:v>
                </c:pt>
                <c:pt idx="541">
                  <c:v>2300</c:v>
                </c:pt>
                <c:pt idx="542">
                  <c:v>2320</c:v>
                </c:pt>
                <c:pt idx="543">
                  <c:v>2370</c:v>
                </c:pt>
                <c:pt idx="544">
                  <c:v>2370</c:v>
                </c:pt>
                <c:pt idx="545">
                  <c:v>2370</c:v>
                </c:pt>
                <c:pt idx="546">
                  <c:v>2370</c:v>
                </c:pt>
                <c:pt idx="547">
                  <c:v>2390</c:v>
                </c:pt>
                <c:pt idx="548">
                  <c:v>2400</c:v>
                </c:pt>
                <c:pt idx="549">
                  <c:v>2400</c:v>
                </c:pt>
                <c:pt idx="550">
                  <c:v>2400</c:v>
                </c:pt>
                <c:pt idx="551">
                  <c:v>2400</c:v>
                </c:pt>
                <c:pt idx="552">
                  <c:v>2400</c:v>
                </c:pt>
                <c:pt idx="553">
                  <c:v>2400</c:v>
                </c:pt>
                <c:pt idx="554">
                  <c:v>2270</c:v>
                </c:pt>
                <c:pt idx="555">
                  <c:v>2250</c:v>
                </c:pt>
                <c:pt idx="556">
                  <c:v>2250</c:v>
                </c:pt>
                <c:pt idx="557">
                  <c:v>2250</c:v>
                </c:pt>
                <c:pt idx="558">
                  <c:v>2200</c:v>
                </c:pt>
                <c:pt idx="559">
                  <c:v>2200</c:v>
                </c:pt>
                <c:pt idx="560">
                  <c:v>2200</c:v>
                </c:pt>
                <c:pt idx="561">
                  <c:v>2200</c:v>
                </c:pt>
                <c:pt idx="562">
                  <c:v>2200</c:v>
                </c:pt>
                <c:pt idx="563">
                  <c:v>2200</c:v>
                </c:pt>
                <c:pt idx="564">
                  <c:v>2200</c:v>
                </c:pt>
                <c:pt idx="565">
                  <c:v>2200</c:v>
                </c:pt>
                <c:pt idx="566">
                  <c:v>2170</c:v>
                </c:pt>
                <c:pt idx="567">
                  <c:v>2150</c:v>
                </c:pt>
                <c:pt idx="568">
                  <c:v>2150</c:v>
                </c:pt>
                <c:pt idx="569">
                  <c:v>2150</c:v>
                </c:pt>
                <c:pt idx="570">
                  <c:v>2100</c:v>
                </c:pt>
                <c:pt idx="571">
                  <c:v>2005</c:v>
                </c:pt>
                <c:pt idx="572">
                  <c:v>1920</c:v>
                </c:pt>
                <c:pt idx="573">
                  <c:v>1920</c:v>
                </c:pt>
                <c:pt idx="574">
                  <c:v>1920</c:v>
                </c:pt>
                <c:pt idx="575">
                  <c:v>1920</c:v>
                </c:pt>
                <c:pt idx="576">
                  <c:v>1920</c:v>
                </c:pt>
                <c:pt idx="577">
                  <c:v>1920</c:v>
                </c:pt>
                <c:pt idx="578">
                  <c:v>1900</c:v>
                </c:pt>
                <c:pt idx="579">
                  <c:v>1900</c:v>
                </c:pt>
                <c:pt idx="580">
                  <c:v>1900</c:v>
                </c:pt>
                <c:pt idx="581">
                  <c:v>1900</c:v>
                </c:pt>
                <c:pt idx="582">
                  <c:v>1900</c:v>
                </c:pt>
                <c:pt idx="583">
                  <c:v>1900</c:v>
                </c:pt>
                <c:pt idx="584">
                  <c:v>1900</c:v>
                </c:pt>
                <c:pt idx="585">
                  <c:v>1900</c:v>
                </c:pt>
                <c:pt idx="586">
                  <c:v>1900</c:v>
                </c:pt>
                <c:pt idx="587">
                  <c:v>1900</c:v>
                </c:pt>
                <c:pt idx="588">
                  <c:v>1900</c:v>
                </c:pt>
                <c:pt idx="589">
                  <c:v>1900</c:v>
                </c:pt>
                <c:pt idx="590">
                  <c:v>1900</c:v>
                </c:pt>
                <c:pt idx="591">
                  <c:v>1900</c:v>
                </c:pt>
                <c:pt idx="592">
                  <c:v>1900</c:v>
                </c:pt>
                <c:pt idx="593">
                  <c:v>1900</c:v>
                </c:pt>
                <c:pt idx="594">
                  <c:v>1900</c:v>
                </c:pt>
                <c:pt idx="595">
                  <c:v>1900</c:v>
                </c:pt>
                <c:pt idx="596">
                  <c:v>1850</c:v>
                </c:pt>
                <c:pt idx="597">
                  <c:v>1850</c:v>
                </c:pt>
                <c:pt idx="598">
                  <c:v>1850</c:v>
                </c:pt>
                <c:pt idx="599">
                  <c:v>1850</c:v>
                </c:pt>
                <c:pt idx="600">
                  <c:v>1875</c:v>
                </c:pt>
                <c:pt idx="601">
                  <c:v>1900</c:v>
                </c:pt>
                <c:pt idx="602">
                  <c:v>1900</c:v>
                </c:pt>
                <c:pt idx="603">
                  <c:v>2050</c:v>
                </c:pt>
                <c:pt idx="604">
                  <c:v>2050</c:v>
                </c:pt>
                <c:pt idx="605">
                  <c:v>2050</c:v>
                </c:pt>
                <c:pt idx="606">
                  <c:v>2050</c:v>
                </c:pt>
                <c:pt idx="607">
                  <c:v>2050</c:v>
                </c:pt>
                <c:pt idx="608">
                  <c:v>2050</c:v>
                </c:pt>
                <c:pt idx="609">
                  <c:v>2050</c:v>
                </c:pt>
                <c:pt idx="610">
                  <c:v>2050</c:v>
                </c:pt>
                <c:pt idx="611">
                  <c:v>2050</c:v>
                </c:pt>
                <c:pt idx="612">
                  <c:v>2050</c:v>
                </c:pt>
                <c:pt idx="613">
                  <c:v>2050</c:v>
                </c:pt>
                <c:pt idx="614">
                  <c:v>2050</c:v>
                </c:pt>
                <c:pt idx="615">
                  <c:v>2050</c:v>
                </c:pt>
                <c:pt idx="616">
                  <c:v>2050</c:v>
                </c:pt>
                <c:pt idx="617">
                  <c:v>2050</c:v>
                </c:pt>
                <c:pt idx="618">
                  <c:v>2050</c:v>
                </c:pt>
                <c:pt idx="619">
                  <c:v>2050</c:v>
                </c:pt>
                <c:pt idx="620">
                  <c:v>2050</c:v>
                </c:pt>
                <c:pt idx="621">
                  <c:v>2050</c:v>
                </c:pt>
                <c:pt idx="622">
                  <c:v>2050</c:v>
                </c:pt>
                <c:pt idx="623">
                  <c:v>2050</c:v>
                </c:pt>
                <c:pt idx="624">
                  <c:v>2050</c:v>
                </c:pt>
                <c:pt idx="625">
                  <c:v>2050</c:v>
                </c:pt>
                <c:pt idx="626">
                  <c:v>2050</c:v>
                </c:pt>
                <c:pt idx="627">
                  <c:v>2100</c:v>
                </c:pt>
                <c:pt idx="628">
                  <c:v>2100</c:v>
                </c:pt>
                <c:pt idx="629">
                  <c:v>2100</c:v>
                </c:pt>
                <c:pt idx="630">
                  <c:v>2100</c:v>
                </c:pt>
                <c:pt idx="631">
                  <c:v>2100</c:v>
                </c:pt>
                <c:pt idx="632">
                  <c:v>2100</c:v>
                </c:pt>
                <c:pt idx="633">
                  <c:v>2100</c:v>
                </c:pt>
                <c:pt idx="634">
                  <c:v>2100</c:v>
                </c:pt>
                <c:pt idx="635">
                  <c:v>2100</c:v>
                </c:pt>
                <c:pt idx="636">
                  <c:v>2100</c:v>
                </c:pt>
                <c:pt idx="637">
                  <c:v>2100</c:v>
                </c:pt>
                <c:pt idx="638">
                  <c:v>2100</c:v>
                </c:pt>
                <c:pt idx="639">
                  <c:v>2100</c:v>
                </c:pt>
                <c:pt idx="640">
                  <c:v>2100</c:v>
                </c:pt>
                <c:pt idx="641">
                  <c:v>2100</c:v>
                </c:pt>
                <c:pt idx="642">
                  <c:v>2100</c:v>
                </c:pt>
                <c:pt idx="643">
                  <c:v>2100</c:v>
                </c:pt>
                <c:pt idx="644">
                  <c:v>2100</c:v>
                </c:pt>
                <c:pt idx="645">
                  <c:v>2100</c:v>
                </c:pt>
                <c:pt idx="646">
                  <c:v>2150</c:v>
                </c:pt>
                <c:pt idx="647">
                  <c:v>2150</c:v>
                </c:pt>
                <c:pt idx="648">
                  <c:v>2150</c:v>
                </c:pt>
                <c:pt idx="649">
                  <c:v>2150</c:v>
                </c:pt>
                <c:pt idx="650">
                  <c:v>2150</c:v>
                </c:pt>
                <c:pt idx="651">
                  <c:v>2200</c:v>
                </c:pt>
                <c:pt idx="652">
                  <c:v>2200</c:v>
                </c:pt>
                <c:pt idx="653">
                  <c:v>2200</c:v>
                </c:pt>
                <c:pt idx="654">
                  <c:v>2200</c:v>
                </c:pt>
                <c:pt idx="655">
                  <c:v>2200</c:v>
                </c:pt>
                <c:pt idx="656">
                  <c:v>2230</c:v>
                </c:pt>
                <c:pt idx="657">
                  <c:v>2230</c:v>
                </c:pt>
                <c:pt idx="658">
                  <c:v>2230</c:v>
                </c:pt>
                <c:pt idx="659">
                  <c:v>2230</c:v>
                </c:pt>
                <c:pt idx="660">
                  <c:v>2230</c:v>
                </c:pt>
                <c:pt idx="661">
                  <c:v>2230</c:v>
                </c:pt>
                <c:pt idx="662">
                  <c:v>2230</c:v>
                </c:pt>
                <c:pt idx="663">
                  <c:v>2230</c:v>
                </c:pt>
                <c:pt idx="664">
                  <c:v>2230</c:v>
                </c:pt>
                <c:pt idx="665">
                  <c:v>2230</c:v>
                </c:pt>
                <c:pt idx="666">
                  <c:v>2230</c:v>
                </c:pt>
                <c:pt idx="667">
                  <c:v>2230</c:v>
                </c:pt>
                <c:pt idx="668">
                  <c:v>2230</c:v>
                </c:pt>
                <c:pt idx="669">
                  <c:v>2230</c:v>
                </c:pt>
                <c:pt idx="670">
                  <c:v>2230</c:v>
                </c:pt>
                <c:pt idx="671">
                  <c:v>2230</c:v>
                </c:pt>
                <c:pt idx="672">
                  <c:v>2230</c:v>
                </c:pt>
                <c:pt idx="673">
                  <c:v>2230</c:v>
                </c:pt>
                <c:pt idx="674">
                  <c:v>2230</c:v>
                </c:pt>
                <c:pt idx="675">
                  <c:v>2230</c:v>
                </c:pt>
                <c:pt idx="676">
                  <c:v>2230</c:v>
                </c:pt>
                <c:pt idx="677">
                  <c:v>2230</c:v>
                </c:pt>
                <c:pt idx="678">
                  <c:v>2230</c:v>
                </c:pt>
                <c:pt idx="679">
                  <c:v>2230</c:v>
                </c:pt>
                <c:pt idx="680">
                  <c:v>2230</c:v>
                </c:pt>
                <c:pt idx="681">
                  <c:v>2230</c:v>
                </c:pt>
                <c:pt idx="682">
                  <c:v>2230</c:v>
                </c:pt>
                <c:pt idx="683">
                  <c:v>2230</c:v>
                </c:pt>
                <c:pt idx="684">
                  <c:v>2230</c:v>
                </c:pt>
                <c:pt idx="685">
                  <c:v>2230</c:v>
                </c:pt>
                <c:pt idx="686">
                  <c:v>2230</c:v>
                </c:pt>
                <c:pt idx="687">
                  <c:v>2230</c:v>
                </c:pt>
                <c:pt idx="688">
                  <c:v>2130</c:v>
                </c:pt>
                <c:pt idx="689">
                  <c:v>2130</c:v>
                </c:pt>
                <c:pt idx="690">
                  <c:v>2130</c:v>
                </c:pt>
                <c:pt idx="691">
                  <c:v>2130</c:v>
                </c:pt>
                <c:pt idx="692">
                  <c:v>2130</c:v>
                </c:pt>
                <c:pt idx="693">
                  <c:v>2130</c:v>
                </c:pt>
                <c:pt idx="694">
                  <c:v>2130</c:v>
                </c:pt>
                <c:pt idx="695">
                  <c:v>2130</c:v>
                </c:pt>
                <c:pt idx="696">
                  <c:v>2130</c:v>
                </c:pt>
                <c:pt idx="697">
                  <c:v>2130</c:v>
                </c:pt>
                <c:pt idx="698">
                  <c:v>2130</c:v>
                </c:pt>
                <c:pt idx="699">
                  <c:v>2130</c:v>
                </c:pt>
                <c:pt idx="700">
                  <c:v>2130</c:v>
                </c:pt>
                <c:pt idx="701">
                  <c:v>2130</c:v>
                </c:pt>
                <c:pt idx="702">
                  <c:v>2130</c:v>
                </c:pt>
                <c:pt idx="703">
                  <c:v>2130</c:v>
                </c:pt>
                <c:pt idx="704">
                  <c:v>2130</c:v>
                </c:pt>
                <c:pt idx="705">
                  <c:v>2180</c:v>
                </c:pt>
                <c:pt idx="706">
                  <c:v>2180</c:v>
                </c:pt>
                <c:pt idx="707">
                  <c:v>2180</c:v>
                </c:pt>
                <c:pt idx="708">
                  <c:v>2180</c:v>
                </c:pt>
                <c:pt idx="709">
                  <c:v>2180</c:v>
                </c:pt>
                <c:pt idx="710">
                  <c:v>2180</c:v>
                </c:pt>
                <c:pt idx="711">
                  <c:v>2180</c:v>
                </c:pt>
                <c:pt idx="712">
                  <c:v>2180</c:v>
                </c:pt>
                <c:pt idx="713">
                  <c:v>2180</c:v>
                </c:pt>
                <c:pt idx="714">
                  <c:v>2230</c:v>
                </c:pt>
                <c:pt idx="715">
                  <c:v>2230</c:v>
                </c:pt>
                <c:pt idx="716">
                  <c:v>2230</c:v>
                </c:pt>
                <c:pt idx="717">
                  <c:v>2230</c:v>
                </c:pt>
                <c:pt idx="718">
                  <c:v>2230</c:v>
                </c:pt>
                <c:pt idx="719">
                  <c:v>2230</c:v>
                </c:pt>
                <c:pt idx="720">
                  <c:v>2230</c:v>
                </c:pt>
                <c:pt idx="721">
                  <c:v>2230</c:v>
                </c:pt>
                <c:pt idx="722">
                  <c:v>2030</c:v>
                </c:pt>
                <c:pt idx="723">
                  <c:v>2030</c:v>
                </c:pt>
                <c:pt idx="724">
                  <c:v>2030</c:v>
                </c:pt>
                <c:pt idx="725">
                  <c:v>2050</c:v>
                </c:pt>
                <c:pt idx="726">
                  <c:v>2050</c:v>
                </c:pt>
                <c:pt idx="727">
                  <c:v>2050</c:v>
                </c:pt>
                <c:pt idx="728">
                  <c:v>2050</c:v>
                </c:pt>
                <c:pt idx="729">
                  <c:v>2050</c:v>
                </c:pt>
                <c:pt idx="730">
                  <c:v>2025</c:v>
                </c:pt>
                <c:pt idx="731">
                  <c:v>2025</c:v>
                </c:pt>
                <c:pt idx="732">
                  <c:v>2025</c:v>
                </c:pt>
                <c:pt idx="733">
                  <c:v>2025</c:v>
                </c:pt>
                <c:pt idx="734">
                  <c:v>2025</c:v>
                </c:pt>
                <c:pt idx="735">
                  <c:v>2025</c:v>
                </c:pt>
                <c:pt idx="736">
                  <c:v>2050</c:v>
                </c:pt>
                <c:pt idx="737">
                  <c:v>2050</c:v>
                </c:pt>
                <c:pt idx="738">
                  <c:v>2050</c:v>
                </c:pt>
                <c:pt idx="739">
                  <c:v>2125</c:v>
                </c:pt>
                <c:pt idx="740">
                  <c:v>2125</c:v>
                </c:pt>
                <c:pt idx="741">
                  <c:v>2165</c:v>
                </c:pt>
                <c:pt idx="742">
                  <c:v>2190</c:v>
                </c:pt>
                <c:pt idx="743">
                  <c:v>2190</c:v>
                </c:pt>
                <c:pt idx="744">
                  <c:v>2215</c:v>
                </c:pt>
                <c:pt idx="745">
                  <c:v>2215</c:v>
                </c:pt>
                <c:pt idx="746">
                  <c:v>2215</c:v>
                </c:pt>
                <c:pt idx="747">
                  <c:v>2215</c:v>
                </c:pt>
                <c:pt idx="748">
                  <c:v>2215</c:v>
                </c:pt>
                <c:pt idx="749">
                  <c:v>2215</c:v>
                </c:pt>
                <c:pt idx="750">
                  <c:v>2215</c:v>
                </c:pt>
                <c:pt idx="751">
                  <c:v>2215</c:v>
                </c:pt>
                <c:pt idx="752">
                  <c:v>2215</c:v>
                </c:pt>
                <c:pt idx="753">
                  <c:v>2215</c:v>
                </c:pt>
                <c:pt idx="754">
                  <c:v>2215</c:v>
                </c:pt>
                <c:pt idx="755">
                  <c:v>2200</c:v>
                </c:pt>
                <c:pt idx="756">
                  <c:v>2200</c:v>
                </c:pt>
                <c:pt idx="757">
                  <c:v>2200</c:v>
                </c:pt>
                <c:pt idx="758">
                  <c:v>2200</c:v>
                </c:pt>
                <c:pt idx="759">
                  <c:v>2200</c:v>
                </c:pt>
                <c:pt idx="760">
                  <c:v>2200</c:v>
                </c:pt>
                <c:pt idx="761">
                  <c:v>2200</c:v>
                </c:pt>
                <c:pt idx="762">
                  <c:v>2200</c:v>
                </c:pt>
                <c:pt idx="763">
                  <c:v>2200</c:v>
                </c:pt>
                <c:pt idx="764">
                  <c:v>2175</c:v>
                </c:pt>
                <c:pt idx="765">
                  <c:v>2075</c:v>
                </c:pt>
                <c:pt idx="766">
                  <c:v>2075</c:v>
                </c:pt>
                <c:pt idx="767">
                  <c:v>2075</c:v>
                </c:pt>
                <c:pt idx="768">
                  <c:v>2075</c:v>
                </c:pt>
                <c:pt idx="769">
                  <c:v>2075</c:v>
                </c:pt>
                <c:pt idx="770">
                  <c:v>2075</c:v>
                </c:pt>
                <c:pt idx="771">
                  <c:v>2075</c:v>
                </c:pt>
                <c:pt idx="772">
                  <c:v>2025</c:v>
                </c:pt>
                <c:pt idx="773">
                  <c:v>2025</c:v>
                </c:pt>
                <c:pt idx="774">
                  <c:v>2025</c:v>
                </c:pt>
                <c:pt idx="775">
                  <c:v>2025</c:v>
                </c:pt>
                <c:pt idx="776">
                  <c:v>2025</c:v>
                </c:pt>
                <c:pt idx="777">
                  <c:v>2075</c:v>
                </c:pt>
                <c:pt idx="778">
                  <c:v>2075</c:v>
                </c:pt>
                <c:pt idx="779">
                  <c:v>2330</c:v>
                </c:pt>
                <c:pt idx="780">
                  <c:v>2330</c:v>
                </c:pt>
                <c:pt idx="781">
                  <c:v>2330</c:v>
                </c:pt>
                <c:pt idx="782">
                  <c:v>2330</c:v>
                </c:pt>
                <c:pt idx="783">
                  <c:v>2330</c:v>
                </c:pt>
                <c:pt idx="784">
                  <c:v>2330</c:v>
                </c:pt>
                <c:pt idx="785">
                  <c:v>2400</c:v>
                </c:pt>
                <c:pt idx="786">
                  <c:v>2400</c:v>
                </c:pt>
                <c:pt idx="787">
                  <c:v>2400</c:v>
                </c:pt>
                <c:pt idx="788">
                  <c:v>2400</c:v>
                </c:pt>
                <c:pt idx="789">
                  <c:v>2400</c:v>
                </c:pt>
                <c:pt idx="790">
                  <c:v>2425</c:v>
                </c:pt>
                <c:pt idx="791">
                  <c:v>2450</c:v>
                </c:pt>
                <c:pt idx="792">
                  <c:v>2450</c:v>
                </c:pt>
                <c:pt idx="793">
                  <c:v>2450</c:v>
                </c:pt>
                <c:pt idx="794">
                  <c:v>2450</c:v>
                </c:pt>
                <c:pt idx="795">
                  <c:v>2550</c:v>
                </c:pt>
                <c:pt idx="796">
                  <c:v>2550</c:v>
                </c:pt>
                <c:pt idx="797">
                  <c:v>2550</c:v>
                </c:pt>
                <c:pt idx="798">
                  <c:v>2550</c:v>
                </c:pt>
                <c:pt idx="799">
                  <c:v>2550</c:v>
                </c:pt>
                <c:pt idx="800">
                  <c:v>2550</c:v>
                </c:pt>
                <c:pt idx="801">
                  <c:v>2550</c:v>
                </c:pt>
                <c:pt idx="802">
                  <c:v>2550</c:v>
                </c:pt>
                <c:pt idx="803">
                  <c:v>2550</c:v>
                </c:pt>
                <c:pt idx="804">
                  <c:v>2550</c:v>
                </c:pt>
                <c:pt idx="805">
                  <c:v>2550</c:v>
                </c:pt>
                <c:pt idx="806">
                  <c:v>2550</c:v>
                </c:pt>
                <c:pt idx="807">
                  <c:v>2550</c:v>
                </c:pt>
                <c:pt idx="808">
                  <c:v>2550</c:v>
                </c:pt>
                <c:pt idx="809">
                  <c:v>2550</c:v>
                </c:pt>
                <c:pt idx="810">
                  <c:v>2550</c:v>
                </c:pt>
                <c:pt idx="811">
                  <c:v>2550</c:v>
                </c:pt>
                <c:pt idx="812">
                  <c:v>2550</c:v>
                </c:pt>
                <c:pt idx="813">
                  <c:v>2550</c:v>
                </c:pt>
                <c:pt idx="814">
                  <c:v>2550</c:v>
                </c:pt>
                <c:pt idx="815">
                  <c:v>2550</c:v>
                </c:pt>
                <c:pt idx="816">
                  <c:v>2550</c:v>
                </c:pt>
                <c:pt idx="817">
                  <c:v>2450</c:v>
                </c:pt>
                <c:pt idx="818">
                  <c:v>2450</c:v>
                </c:pt>
                <c:pt idx="819">
                  <c:v>2450</c:v>
                </c:pt>
                <c:pt idx="820">
                  <c:v>2650</c:v>
                </c:pt>
                <c:pt idx="821">
                  <c:v>2650</c:v>
                </c:pt>
                <c:pt idx="822">
                  <c:v>2650</c:v>
                </c:pt>
                <c:pt idx="823">
                  <c:v>2650</c:v>
                </c:pt>
                <c:pt idx="824">
                  <c:v>2700</c:v>
                </c:pt>
                <c:pt idx="825">
                  <c:v>2700</c:v>
                </c:pt>
                <c:pt idx="826">
                  <c:v>2700</c:v>
                </c:pt>
                <c:pt idx="827">
                  <c:v>2700</c:v>
                </c:pt>
                <c:pt idx="828">
                  <c:v>2700</c:v>
                </c:pt>
                <c:pt idx="829">
                  <c:v>2700</c:v>
                </c:pt>
                <c:pt idx="830">
                  <c:v>2700</c:v>
                </c:pt>
                <c:pt idx="831">
                  <c:v>2700</c:v>
                </c:pt>
                <c:pt idx="832">
                  <c:v>2700</c:v>
                </c:pt>
                <c:pt idx="833">
                  <c:v>2700</c:v>
                </c:pt>
                <c:pt idx="834">
                  <c:v>2700</c:v>
                </c:pt>
                <c:pt idx="835">
                  <c:v>2700</c:v>
                </c:pt>
                <c:pt idx="836">
                  <c:v>2700</c:v>
                </c:pt>
                <c:pt idx="837">
                  <c:v>2700</c:v>
                </c:pt>
                <c:pt idx="838">
                  <c:v>2700</c:v>
                </c:pt>
                <c:pt idx="839">
                  <c:v>2700</c:v>
                </c:pt>
                <c:pt idx="840">
                  <c:v>2700</c:v>
                </c:pt>
                <c:pt idx="841">
                  <c:v>2700</c:v>
                </c:pt>
                <c:pt idx="842">
                  <c:v>2700</c:v>
                </c:pt>
                <c:pt idx="843">
                  <c:v>2700</c:v>
                </c:pt>
                <c:pt idx="844">
                  <c:v>2700</c:v>
                </c:pt>
                <c:pt idx="845">
                  <c:v>2700</c:v>
                </c:pt>
                <c:pt idx="846">
                  <c:v>2750</c:v>
                </c:pt>
                <c:pt idx="847">
                  <c:v>2795</c:v>
                </c:pt>
                <c:pt idx="848">
                  <c:v>2795</c:v>
                </c:pt>
                <c:pt idx="849">
                  <c:v>2795</c:v>
                </c:pt>
                <c:pt idx="850">
                  <c:v>2795</c:v>
                </c:pt>
                <c:pt idx="851">
                  <c:v>2795</c:v>
                </c:pt>
                <c:pt idx="852">
                  <c:v>2795</c:v>
                </c:pt>
                <c:pt idx="853">
                  <c:v>2795</c:v>
                </c:pt>
                <c:pt idx="854">
                  <c:v>2795</c:v>
                </c:pt>
                <c:pt idx="855">
                  <c:v>2795</c:v>
                </c:pt>
                <c:pt idx="856">
                  <c:v>2795</c:v>
                </c:pt>
                <c:pt idx="857">
                  <c:v>2795</c:v>
                </c:pt>
                <c:pt idx="858">
                  <c:v>2795</c:v>
                </c:pt>
                <c:pt idx="859">
                  <c:v>2795</c:v>
                </c:pt>
                <c:pt idx="860">
                  <c:v>2795</c:v>
                </c:pt>
                <c:pt idx="861">
                  <c:v>2795</c:v>
                </c:pt>
                <c:pt idx="862">
                  <c:v>2795</c:v>
                </c:pt>
                <c:pt idx="863">
                  <c:v>2795</c:v>
                </c:pt>
                <c:pt idx="864">
                  <c:v>2795</c:v>
                </c:pt>
                <c:pt idx="865">
                  <c:v>2795</c:v>
                </c:pt>
                <c:pt idx="866">
                  <c:v>2795</c:v>
                </c:pt>
                <c:pt idx="867">
                  <c:v>2795</c:v>
                </c:pt>
                <c:pt idx="868">
                  <c:v>2795</c:v>
                </c:pt>
                <c:pt idx="869">
                  <c:v>2795</c:v>
                </c:pt>
                <c:pt idx="870">
                  <c:v>2795</c:v>
                </c:pt>
                <c:pt idx="871">
                  <c:v>2795</c:v>
                </c:pt>
                <c:pt idx="872">
                  <c:v>2795</c:v>
                </c:pt>
                <c:pt idx="873">
                  <c:v>2795</c:v>
                </c:pt>
                <c:pt idx="874">
                  <c:v>2775</c:v>
                </c:pt>
                <c:pt idx="875">
                  <c:v>2775</c:v>
                </c:pt>
                <c:pt idx="876">
                  <c:v>2775</c:v>
                </c:pt>
                <c:pt idx="877">
                  <c:v>2800</c:v>
                </c:pt>
                <c:pt idx="878">
                  <c:v>2800</c:v>
                </c:pt>
                <c:pt idx="879">
                  <c:v>2800</c:v>
                </c:pt>
                <c:pt idx="880">
                  <c:v>2800</c:v>
                </c:pt>
                <c:pt idx="881">
                  <c:v>2900</c:v>
                </c:pt>
                <c:pt idx="882">
                  <c:v>2900</c:v>
                </c:pt>
                <c:pt idx="883">
                  <c:v>3000</c:v>
                </c:pt>
                <c:pt idx="884">
                  <c:v>3000</c:v>
                </c:pt>
                <c:pt idx="885">
                  <c:v>3000</c:v>
                </c:pt>
                <c:pt idx="886">
                  <c:v>3000</c:v>
                </c:pt>
                <c:pt idx="887">
                  <c:v>3000</c:v>
                </c:pt>
                <c:pt idx="888">
                  <c:v>3000</c:v>
                </c:pt>
                <c:pt idx="889">
                  <c:v>3000</c:v>
                </c:pt>
                <c:pt idx="890">
                  <c:v>3000</c:v>
                </c:pt>
                <c:pt idx="891">
                  <c:v>3000</c:v>
                </c:pt>
                <c:pt idx="892">
                  <c:v>3000</c:v>
                </c:pt>
                <c:pt idx="893">
                  <c:v>3000</c:v>
                </c:pt>
                <c:pt idx="894">
                  <c:v>3000</c:v>
                </c:pt>
                <c:pt idx="895">
                  <c:v>3000</c:v>
                </c:pt>
                <c:pt idx="896">
                  <c:v>3000</c:v>
                </c:pt>
                <c:pt idx="897">
                  <c:v>3000</c:v>
                </c:pt>
                <c:pt idx="898">
                  <c:v>3000</c:v>
                </c:pt>
                <c:pt idx="899">
                  <c:v>3015</c:v>
                </c:pt>
                <c:pt idx="900">
                  <c:v>3015</c:v>
                </c:pt>
                <c:pt idx="901">
                  <c:v>3015</c:v>
                </c:pt>
                <c:pt idx="902">
                  <c:v>3015</c:v>
                </c:pt>
                <c:pt idx="903">
                  <c:v>3015</c:v>
                </c:pt>
                <c:pt idx="904">
                  <c:v>3015</c:v>
                </c:pt>
                <c:pt idx="905">
                  <c:v>3015</c:v>
                </c:pt>
                <c:pt idx="906">
                  <c:v>3015</c:v>
                </c:pt>
                <c:pt idx="907">
                  <c:v>3015</c:v>
                </c:pt>
                <c:pt idx="908">
                  <c:v>3015</c:v>
                </c:pt>
                <c:pt idx="909">
                  <c:v>3015</c:v>
                </c:pt>
                <c:pt idx="910">
                  <c:v>3015</c:v>
                </c:pt>
                <c:pt idx="911">
                  <c:v>3015</c:v>
                </c:pt>
                <c:pt idx="912">
                  <c:v>2990</c:v>
                </c:pt>
                <c:pt idx="913">
                  <c:v>2990</c:v>
                </c:pt>
                <c:pt idx="914">
                  <c:v>2990</c:v>
                </c:pt>
                <c:pt idx="915">
                  <c:v>2990</c:v>
                </c:pt>
                <c:pt idx="916">
                  <c:v>2990</c:v>
                </c:pt>
                <c:pt idx="917">
                  <c:v>2990</c:v>
                </c:pt>
                <c:pt idx="918">
                  <c:v>2990</c:v>
                </c:pt>
                <c:pt idx="919">
                  <c:v>2965</c:v>
                </c:pt>
                <c:pt idx="920">
                  <c:v>2965</c:v>
                </c:pt>
                <c:pt idx="921">
                  <c:v>2965</c:v>
                </c:pt>
                <c:pt idx="922">
                  <c:v>2965</c:v>
                </c:pt>
                <c:pt idx="923">
                  <c:v>2925</c:v>
                </c:pt>
                <c:pt idx="924">
                  <c:v>2925</c:v>
                </c:pt>
                <c:pt idx="925">
                  <c:v>2925</c:v>
                </c:pt>
                <c:pt idx="926">
                  <c:v>2925</c:v>
                </c:pt>
                <c:pt idx="927">
                  <c:v>2875</c:v>
                </c:pt>
                <c:pt idx="928">
                  <c:v>2875</c:v>
                </c:pt>
                <c:pt idx="929">
                  <c:v>2875</c:v>
                </c:pt>
                <c:pt idx="930">
                  <c:v>2875</c:v>
                </c:pt>
                <c:pt idx="931">
                  <c:v>2875</c:v>
                </c:pt>
                <c:pt idx="932">
                  <c:v>2875</c:v>
                </c:pt>
                <c:pt idx="933">
                  <c:v>2875</c:v>
                </c:pt>
                <c:pt idx="934">
                  <c:v>2875</c:v>
                </c:pt>
                <c:pt idx="935">
                  <c:v>2875</c:v>
                </c:pt>
                <c:pt idx="936">
                  <c:v>2875</c:v>
                </c:pt>
                <c:pt idx="937">
                  <c:v>2875</c:v>
                </c:pt>
                <c:pt idx="938">
                  <c:v>2875</c:v>
                </c:pt>
                <c:pt idx="939">
                  <c:v>2875</c:v>
                </c:pt>
                <c:pt idx="940">
                  <c:v>2875</c:v>
                </c:pt>
                <c:pt idx="941">
                  <c:v>2875</c:v>
                </c:pt>
                <c:pt idx="942">
                  <c:v>2875</c:v>
                </c:pt>
                <c:pt idx="943">
                  <c:v>2875</c:v>
                </c:pt>
                <c:pt idx="944">
                  <c:v>2875</c:v>
                </c:pt>
                <c:pt idx="945">
                  <c:v>2875</c:v>
                </c:pt>
                <c:pt idx="946">
                  <c:v>2875</c:v>
                </c:pt>
                <c:pt idx="947">
                  <c:v>2875</c:v>
                </c:pt>
                <c:pt idx="948">
                  <c:v>2950</c:v>
                </c:pt>
                <c:pt idx="949">
                  <c:v>2950</c:v>
                </c:pt>
                <c:pt idx="950">
                  <c:v>2950</c:v>
                </c:pt>
                <c:pt idx="951">
                  <c:v>2950</c:v>
                </c:pt>
                <c:pt idx="952">
                  <c:v>2975</c:v>
                </c:pt>
                <c:pt idx="953">
                  <c:v>3000</c:v>
                </c:pt>
                <c:pt idx="954">
                  <c:v>3000</c:v>
                </c:pt>
                <c:pt idx="955">
                  <c:v>3050</c:v>
                </c:pt>
                <c:pt idx="956">
                  <c:v>3050</c:v>
                </c:pt>
                <c:pt idx="957">
                  <c:v>3050</c:v>
                </c:pt>
                <c:pt idx="958">
                  <c:v>3050</c:v>
                </c:pt>
                <c:pt idx="959">
                  <c:v>3050</c:v>
                </c:pt>
                <c:pt idx="960">
                  <c:v>3050</c:v>
                </c:pt>
                <c:pt idx="961">
                  <c:v>3050</c:v>
                </c:pt>
                <c:pt idx="962">
                  <c:v>3050</c:v>
                </c:pt>
                <c:pt idx="963">
                  <c:v>3050</c:v>
                </c:pt>
                <c:pt idx="964">
                  <c:v>3050</c:v>
                </c:pt>
                <c:pt idx="965">
                  <c:v>3050</c:v>
                </c:pt>
                <c:pt idx="966">
                  <c:v>3050</c:v>
                </c:pt>
                <c:pt idx="967">
                  <c:v>3050</c:v>
                </c:pt>
                <c:pt idx="968">
                  <c:v>3050</c:v>
                </c:pt>
                <c:pt idx="969">
                  <c:v>3050</c:v>
                </c:pt>
                <c:pt idx="970">
                  <c:v>3050</c:v>
                </c:pt>
                <c:pt idx="971">
                  <c:v>3050</c:v>
                </c:pt>
                <c:pt idx="972">
                  <c:v>3050</c:v>
                </c:pt>
                <c:pt idx="973">
                  <c:v>3050</c:v>
                </c:pt>
                <c:pt idx="974">
                  <c:v>3050</c:v>
                </c:pt>
                <c:pt idx="975">
                  <c:v>3050</c:v>
                </c:pt>
                <c:pt idx="976">
                  <c:v>3050</c:v>
                </c:pt>
                <c:pt idx="977">
                  <c:v>3050</c:v>
                </c:pt>
                <c:pt idx="978">
                  <c:v>3050</c:v>
                </c:pt>
                <c:pt idx="979">
                  <c:v>3050</c:v>
                </c:pt>
                <c:pt idx="980">
                  <c:v>3050</c:v>
                </c:pt>
                <c:pt idx="981">
                  <c:v>3050</c:v>
                </c:pt>
                <c:pt idx="982">
                  <c:v>3050</c:v>
                </c:pt>
                <c:pt idx="983">
                  <c:v>3050</c:v>
                </c:pt>
                <c:pt idx="984">
                  <c:v>2850</c:v>
                </c:pt>
                <c:pt idx="985">
                  <c:v>2850</c:v>
                </c:pt>
                <c:pt idx="986">
                  <c:v>2800</c:v>
                </c:pt>
                <c:pt idx="987">
                  <c:v>2800</c:v>
                </c:pt>
                <c:pt idx="988">
                  <c:v>2800</c:v>
                </c:pt>
                <c:pt idx="989">
                  <c:v>2800</c:v>
                </c:pt>
                <c:pt idx="990">
                  <c:v>2800</c:v>
                </c:pt>
                <c:pt idx="991">
                  <c:v>2800</c:v>
                </c:pt>
                <c:pt idx="992">
                  <c:v>2800</c:v>
                </c:pt>
                <c:pt idx="993">
                  <c:v>2800</c:v>
                </c:pt>
                <c:pt idx="994">
                  <c:v>2700</c:v>
                </c:pt>
                <c:pt idx="995">
                  <c:v>2700</c:v>
                </c:pt>
                <c:pt idx="996">
                  <c:v>2700</c:v>
                </c:pt>
                <c:pt idx="997">
                  <c:v>2700</c:v>
                </c:pt>
                <c:pt idx="998">
                  <c:v>2700</c:v>
                </c:pt>
                <c:pt idx="999">
                  <c:v>2700</c:v>
                </c:pt>
                <c:pt idx="1000">
                  <c:v>2750</c:v>
                </c:pt>
                <c:pt idx="1001">
                  <c:v>2850</c:v>
                </c:pt>
                <c:pt idx="1002">
                  <c:v>2950</c:v>
                </c:pt>
                <c:pt idx="1003">
                  <c:v>2975</c:v>
                </c:pt>
                <c:pt idx="1004">
                  <c:v>2975</c:v>
                </c:pt>
                <c:pt idx="1005">
                  <c:v>3125</c:v>
                </c:pt>
                <c:pt idx="1006">
                  <c:v>3125</c:v>
                </c:pt>
                <c:pt idx="1007">
                  <c:v>3175</c:v>
                </c:pt>
                <c:pt idx="1008">
                  <c:v>3175</c:v>
                </c:pt>
                <c:pt idx="1009">
                  <c:v>3200</c:v>
                </c:pt>
                <c:pt idx="1010">
                  <c:v>3200</c:v>
                </c:pt>
                <c:pt idx="1011">
                  <c:v>3200</c:v>
                </c:pt>
                <c:pt idx="1012">
                  <c:v>3200</c:v>
                </c:pt>
                <c:pt idx="1013">
                  <c:v>3175</c:v>
                </c:pt>
                <c:pt idx="1014">
                  <c:v>3175</c:v>
                </c:pt>
                <c:pt idx="1015">
                  <c:v>3175</c:v>
                </c:pt>
                <c:pt idx="1016">
                  <c:v>3125</c:v>
                </c:pt>
                <c:pt idx="1017">
                  <c:v>3125</c:v>
                </c:pt>
                <c:pt idx="1018">
                  <c:v>3125</c:v>
                </c:pt>
                <c:pt idx="1019">
                  <c:v>3125</c:v>
                </c:pt>
                <c:pt idx="1020">
                  <c:v>3125</c:v>
                </c:pt>
                <c:pt idx="1021">
                  <c:v>3125</c:v>
                </c:pt>
                <c:pt idx="1022">
                  <c:v>3100</c:v>
                </c:pt>
                <c:pt idx="1023">
                  <c:v>3100</c:v>
                </c:pt>
                <c:pt idx="1024">
                  <c:v>2950</c:v>
                </c:pt>
                <c:pt idx="1025">
                  <c:v>2925</c:v>
                </c:pt>
                <c:pt idx="1026">
                  <c:v>2925</c:v>
                </c:pt>
                <c:pt idx="1027">
                  <c:v>2925</c:v>
                </c:pt>
                <c:pt idx="1028">
                  <c:v>2925</c:v>
                </c:pt>
                <c:pt idx="1029">
                  <c:v>2925</c:v>
                </c:pt>
                <c:pt idx="1030">
                  <c:v>2925</c:v>
                </c:pt>
                <c:pt idx="1031">
                  <c:v>3050</c:v>
                </c:pt>
                <c:pt idx="1032">
                  <c:v>3115</c:v>
                </c:pt>
                <c:pt idx="1033">
                  <c:v>3125</c:v>
                </c:pt>
                <c:pt idx="1034">
                  <c:v>3250</c:v>
                </c:pt>
                <c:pt idx="1035">
                  <c:v>3275</c:v>
                </c:pt>
                <c:pt idx="1036">
                  <c:v>3400</c:v>
                </c:pt>
                <c:pt idx="1037">
                  <c:v>3400</c:v>
                </c:pt>
                <c:pt idx="1038">
                  <c:v>3400</c:v>
                </c:pt>
                <c:pt idx="1039">
                  <c:v>3450</c:v>
                </c:pt>
                <c:pt idx="1040">
                  <c:v>3475</c:v>
                </c:pt>
                <c:pt idx="1041">
                  <c:v>3600</c:v>
                </c:pt>
                <c:pt idx="1042">
                  <c:v>3600</c:v>
                </c:pt>
                <c:pt idx="1043">
                  <c:v>3600</c:v>
                </c:pt>
                <c:pt idx="1044">
                  <c:v>3600</c:v>
                </c:pt>
                <c:pt idx="1045">
                  <c:v>3600</c:v>
                </c:pt>
                <c:pt idx="1046">
                  <c:v>3665</c:v>
                </c:pt>
                <c:pt idx="1047">
                  <c:v>3665</c:v>
                </c:pt>
                <c:pt idx="1048">
                  <c:v>3675</c:v>
                </c:pt>
                <c:pt idx="1049">
                  <c:v>3715</c:v>
                </c:pt>
                <c:pt idx="1050">
                  <c:v>3740</c:v>
                </c:pt>
                <c:pt idx="1051">
                  <c:v>3740</c:v>
                </c:pt>
                <c:pt idx="1052">
                  <c:v>3740</c:v>
                </c:pt>
                <c:pt idx="1053">
                  <c:v>3740</c:v>
                </c:pt>
                <c:pt idx="1054">
                  <c:v>3740</c:v>
                </c:pt>
                <c:pt idx="1055">
                  <c:v>3740</c:v>
                </c:pt>
                <c:pt idx="1056">
                  <c:v>3740</c:v>
                </c:pt>
                <c:pt idx="1057">
                  <c:v>3740</c:v>
                </c:pt>
                <c:pt idx="1058">
                  <c:v>3740</c:v>
                </c:pt>
                <c:pt idx="1059">
                  <c:v>3740</c:v>
                </c:pt>
                <c:pt idx="1060">
                  <c:v>3740</c:v>
                </c:pt>
                <c:pt idx="1061">
                  <c:v>3830</c:v>
                </c:pt>
                <c:pt idx="1062">
                  <c:v>3830</c:v>
                </c:pt>
                <c:pt idx="1063">
                  <c:v>3830</c:v>
                </c:pt>
                <c:pt idx="1064">
                  <c:v>3840</c:v>
                </c:pt>
                <c:pt idx="1065">
                  <c:v>3875</c:v>
                </c:pt>
                <c:pt idx="1066">
                  <c:v>3875</c:v>
                </c:pt>
                <c:pt idx="1067">
                  <c:v>3875</c:v>
                </c:pt>
                <c:pt idx="1068">
                  <c:v>3875</c:v>
                </c:pt>
                <c:pt idx="1069">
                  <c:v>3875</c:v>
                </c:pt>
                <c:pt idx="1070">
                  <c:v>3875</c:v>
                </c:pt>
                <c:pt idx="1071">
                  <c:v>3875</c:v>
                </c:pt>
                <c:pt idx="1072">
                  <c:v>3875</c:v>
                </c:pt>
                <c:pt idx="1073">
                  <c:v>3875</c:v>
                </c:pt>
                <c:pt idx="1074">
                  <c:v>3875</c:v>
                </c:pt>
                <c:pt idx="1075">
                  <c:v>3875</c:v>
                </c:pt>
                <c:pt idx="1076">
                  <c:v>3875</c:v>
                </c:pt>
                <c:pt idx="1077">
                  <c:v>3875</c:v>
                </c:pt>
                <c:pt idx="1078">
                  <c:v>3875</c:v>
                </c:pt>
                <c:pt idx="1079">
                  <c:v>3900</c:v>
                </c:pt>
                <c:pt idx="1080">
                  <c:v>3900</c:v>
                </c:pt>
                <c:pt idx="1081">
                  <c:v>3900</c:v>
                </c:pt>
                <c:pt idx="1082">
                  <c:v>3950</c:v>
                </c:pt>
                <c:pt idx="1083">
                  <c:v>4000</c:v>
                </c:pt>
                <c:pt idx="1084">
                  <c:v>4050</c:v>
                </c:pt>
                <c:pt idx="1085">
                  <c:v>4050</c:v>
                </c:pt>
                <c:pt idx="1086">
                  <c:v>4050</c:v>
                </c:pt>
                <c:pt idx="1087">
                  <c:v>4115</c:v>
                </c:pt>
                <c:pt idx="1088">
                  <c:v>4115</c:v>
                </c:pt>
                <c:pt idx="1089">
                  <c:v>4115</c:v>
                </c:pt>
                <c:pt idx="1090">
                  <c:v>4115</c:v>
                </c:pt>
                <c:pt idx="1091">
                  <c:v>4115</c:v>
                </c:pt>
                <c:pt idx="1092">
                  <c:v>4125</c:v>
                </c:pt>
                <c:pt idx="1093">
                  <c:v>4125</c:v>
                </c:pt>
                <c:pt idx="1094">
                  <c:v>4125</c:v>
                </c:pt>
                <c:pt idx="1095">
                  <c:v>4125</c:v>
                </c:pt>
                <c:pt idx="1096">
                  <c:v>4125</c:v>
                </c:pt>
                <c:pt idx="1097">
                  <c:v>4125</c:v>
                </c:pt>
                <c:pt idx="1098">
                  <c:v>4125</c:v>
                </c:pt>
                <c:pt idx="1099">
                  <c:v>4125</c:v>
                </c:pt>
                <c:pt idx="1100">
                  <c:v>4125</c:v>
                </c:pt>
                <c:pt idx="1101">
                  <c:v>4125</c:v>
                </c:pt>
                <c:pt idx="1102">
                  <c:v>4125</c:v>
                </c:pt>
                <c:pt idx="1103">
                  <c:v>4125</c:v>
                </c:pt>
                <c:pt idx="1104">
                  <c:v>4125</c:v>
                </c:pt>
                <c:pt idx="1105">
                  <c:v>4125</c:v>
                </c:pt>
                <c:pt idx="1106">
                  <c:v>4125</c:v>
                </c:pt>
                <c:pt idx="1107">
                  <c:v>4125</c:v>
                </c:pt>
                <c:pt idx="1108">
                  <c:v>4125</c:v>
                </c:pt>
                <c:pt idx="1109">
                  <c:v>4125</c:v>
                </c:pt>
                <c:pt idx="1110">
                  <c:v>4125</c:v>
                </c:pt>
                <c:pt idx="1111">
                  <c:v>4075</c:v>
                </c:pt>
                <c:pt idx="1112">
                  <c:v>4075</c:v>
                </c:pt>
                <c:pt idx="1113">
                  <c:v>4075</c:v>
                </c:pt>
                <c:pt idx="1114">
                  <c:v>4050</c:v>
                </c:pt>
                <c:pt idx="1115">
                  <c:v>4050</c:v>
                </c:pt>
                <c:pt idx="1116">
                  <c:v>4025</c:v>
                </c:pt>
                <c:pt idx="1117">
                  <c:v>4025</c:v>
                </c:pt>
                <c:pt idx="1118">
                  <c:v>4000</c:v>
                </c:pt>
                <c:pt idx="1119">
                  <c:v>4000</c:v>
                </c:pt>
                <c:pt idx="1120">
                  <c:v>4000</c:v>
                </c:pt>
                <c:pt idx="1121">
                  <c:v>4050</c:v>
                </c:pt>
                <c:pt idx="1122">
                  <c:v>4100</c:v>
                </c:pt>
                <c:pt idx="1123">
                  <c:v>4125</c:v>
                </c:pt>
                <c:pt idx="1124">
                  <c:v>4200</c:v>
                </c:pt>
                <c:pt idx="1125">
                  <c:v>4250</c:v>
                </c:pt>
                <c:pt idx="1126">
                  <c:v>4250</c:v>
                </c:pt>
                <c:pt idx="1127">
                  <c:v>4350</c:v>
                </c:pt>
                <c:pt idx="1128">
                  <c:v>4400</c:v>
                </c:pt>
                <c:pt idx="1129">
                  <c:v>4400</c:v>
                </c:pt>
                <c:pt idx="1130">
                  <c:v>4425</c:v>
                </c:pt>
                <c:pt idx="1131">
                  <c:v>4450</c:v>
                </c:pt>
                <c:pt idx="1132">
                  <c:v>4450</c:v>
                </c:pt>
                <c:pt idx="1133">
                  <c:v>4450</c:v>
                </c:pt>
                <c:pt idx="1134">
                  <c:v>4450</c:v>
                </c:pt>
                <c:pt idx="1135">
                  <c:v>4450</c:v>
                </c:pt>
                <c:pt idx="1136">
                  <c:v>4450</c:v>
                </c:pt>
                <c:pt idx="1137">
                  <c:v>4450</c:v>
                </c:pt>
                <c:pt idx="1138">
                  <c:v>4450</c:v>
                </c:pt>
                <c:pt idx="1139">
                  <c:v>4400</c:v>
                </c:pt>
                <c:pt idx="1140">
                  <c:v>4350</c:v>
                </c:pt>
                <c:pt idx="1141">
                  <c:v>4300</c:v>
                </c:pt>
                <c:pt idx="1142">
                  <c:v>4250</c:v>
                </c:pt>
                <c:pt idx="1143">
                  <c:v>4250</c:v>
                </c:pt>
                <c:pt idx="1144">
                  <c:v>4250</c:v>
                </c:pt>
                <c:pt idx="1145">
                  <c:v>4250</c:v>
                </c:pt>
                <c:pt idx="1146">
                  <c:v>4250</c:v>
                </c:pt>
                <c:pt idx="1147">
                  <c:v>4300</c:v>
                </c:pt>
                <c:pt idx="1148">
                  <c:v>4300</c:v>
                </c:pt>
                <c:pt idx="1149">
                  <c:v>4300</c:v>
                </c:pt>
                <c:pt idx="1150">
                  <c:v>4300</c:v>
                </c:pt>
                <c:pt idx="1151">
                  <c:v>4300</c:v>
                </c:pt>
                <c:pt idx="1152">
                  <c:v>4300</c:v>
                </c:pt>
                <c:pt idx="1153">
                  <c:v>4200</c:v>
                </c:pt>
                <c:pt idx="1154">
                  <c:v>4150</c:v>
                </c:pt>
                <c:pt idx="1155">
                  <c:v>4150</c:v>
                </c:pt>
                <c:pt idx="1156">
                  <c:v>4100</c:v>
                </c:pt>
                <c:pt idx="1157">
                  <c:v>4050</c:v>
                </c:pt>
                <c:pt idx="1158">
                  <c:v>4000</c:v>
                </c:pt>
                <c:pt idx="1159">
                  <c:v>4000</c:v>
                </c:pt>
                <c:pt idx="1160">
                  <c:v>3900</c:v>
                </c:pt>
                <c:pt idx="1161">
                  <c:v>3800</c:v>
                </c:pt>
                <c:pt idx="1162">
                  <c:v>3800</c:v>
                </c:pt>
                <c:pt idx="1163">
                  <c:v>3850</c:v>
                </c:pt>
                <c:pt idx="1164">
                  <c:v>3900</c:v>
                </c:pt>
                <c:pt idx="1165">
                  <c:v>4000</c:v>
                </c:pt>
                <c:pt idx="1166">
                  <c:v>4100</c:v>
                </c:pt>
                <c:pt idx="1167">
                  <c:v>4150</c:v>
                </c:pt>
                <c:pt idx="1168">
                  <c:v>4200</c:v>
                </c:pt>
                <c:pt idx="1169">
                  <c:v>4200</c:v>
                </c:pt>
                <c:pt idx="1170">
                  <c:v>4200</c:v>
                </c:pt>
                <c:pt idx="1171">
                  <c:v>4200</c:v>
                </c:pt>
                <c:pt idx="1172">
                  <c:v>4200</c:v>
                </c:pt>
                <c:pt idx="1173">
                  <c:v>4200</c:v>
                </c:pt>
                <c:pt idx="1174">
                  <c:v>4200</c:v>
                </c:pt>
                <c:pt idx="1175">
                  <c:v>4200</c:v>
                </c:pt>
                <c:pt idx="1176">
                  <c:v>4200</c:v>
                </c:pt>
                <c:pt idx="1177">
                  <c:v>4200</c:v>
                </c:pt>
                <c:pt idx="1178">
                  <c:v>4150</c:v>
                </c:pt>
                <c:pt idx="1179">
                  <c:v>4100</c:v>
                </c:pt>
                <c:pt idx="1180">
                  <c:v>4000</c:v>
                </c:pt>
                <c:pt idx="1181">
                  <c:v>3950</c:v>
                </c:pt>
                <c:pt idx="1182">
                  <c:v>3850</c:v>
                </c:pt>
                <c:pt idx="1183">
                  <c:v>3750</c:v>
                </c:pt>
                <c:pt idx="1184">
                  <c:v>3750</c:v>
                </c:pt>
                <c:pt idx="1185">
                  <c:v>3700</c:v>
                </c:pt>
                <c:pt idx="1186">
                  <c:v>3600</c:v>
                </c:pt>
                <c:pt idx="1187">
                  <c:v>3600</c:v>
                </c:pt>
                <c:pt idx="1188">
                  <c:v>3600</c:v>
                </c:pt>
                <c:pt idx="1189">
                  <c:v>3700</c:v>
                </c:pt>
                <c:pt idx="1190">
                  <c:v>3650</c:v>
                </c:pt>
                <c:pt idx="1191">
                  <c:v>3600</c:v>
                </c:pt>
                <c:pt idx="1192">
                  <c:v>3550</c:v>
                </c:pt>
                <c:pt idx="1193">
                  <c:v>3500</c:v>
                </c:pt>
                <c:pt idx="1194">
                  <c:v>3500</c:v>
                </c:pt>
                <c:pt idx="1195">
                  <c:v>3500</c:v>
                </c:pt>
                <c:pt idx="1196">
                  <c:v>3500</c:v>
                </c:pt>
                <c:pt idx="1197">
                  <c:v>3500</c:v>
                </c:pt>
                <c:pt idx="1198">
                  <c:v>3500</c:v>
                </c:pt>
                <c:pt idx="1199">
                  <c:v>3500</c:v>
                </c:pt>
                <c:pt idx="1200">
                  <c:v>3500</c:v>
                </c:pt>
                <c:pt idx="1201">
                  <c:v>3500</c:v>
                </c:pt>
                <c:pt idx="1202">
                  <c:v>3500</c:v>
                </c:pt>
                <c:pt idx="1203">
                  <c:v>3500</c:v>
                </c:pt>
                <c:pt idx="1204">
                  <c:v>3500</c:v>
                </c:pt>
                <c:pt idx="1205">
                  <c:v>3500</c:v>
                </c:pt>
                <c:pt idx="1206">
                  <c:v>3500</c:v>
                </c:pt>
                <c:pt idx="1207">
                  <c:v>3500</c:v>
                </c:pt>
                <c:pt idx="1208">
                  <c:v>3500</c:v>
                </c:pt>
                <c:pt idx="1209">
                  <c:v>3550</c:v>
                </c:pt>
                <c:pt idx="1210">
                  <c:v>3600</c:v>
                </c:pt>
                <c:pt idx="1211">
                  <c:v>3650</c:v>
                </c:pt>
                <c:pt idx="1212">
                  <c:v>3700</c:v>
                </c:pt>
                <c:pt idx="1213">
                  <c:v>3650</c:v>
                </c:pt>
                <c:pt idx="1214">
                  <c:v>3650</c:v>
                </c:pt>
                <c:pt idx="1215">
                  <c:v>3650</c:v>
                </c:pt>
                <c:pt idx="1216">
                  <c:v>3650</c:v>
                </c:pt>
                <c:pt idx="1217">
                  <c:v>3600</c:v>
                </c:pt>
                <c:pt idx="1218">
                  <c:v>3600</c:v>
                </c:pt>
                <c:pt idx="1219">
                  <c:v>3600</c:v>
                </c:pt>
                <c:pt idx="1220">
                  <c:v>3500</c:v>
                </c:pt>
                <c:pt idx="1221">
                  <c:v>3500</c:v>
                </c:pt>
                <c:pt idx="1222">
                  <c:v>3500</c:v>
                </c:pt>
                <c:pt idx="1223">
                  <c:v>3600</c:v>
                </c:pt>
                <c:pt idx="1224">
                  <c:v>3750</c:v>
                </c:pt>
                <c:pt idx="1225">
                  <c:v>3650</c:v>
                </c:pt>
                <c:pt idx="1226">
                  <c:v>3650</c:v>
                </c:pt>
                <c:pt idx="1227">
                  <c:v>3650</c:v>
                </c:pt>
                <c:pt idx="1228">
                  <c:v>3700</c:v>
                </c:pt>
                <c:pt idx="1229">
                  <c:v>3800</c:v>
                </c:pt>
                <c:pt idx="1230">
                  <c:v>3800</c:v>
                </c:pt>
                <c:pt idx="1231">
                  <c:v>3800</c:v>
                </c:pt>
                <c:pt idx="1232">
                  <c:v>3850</c:v>
                </c:pt>
                <c:pt idx="1233">
                  <c:v>3900</c:v>
                </c:pt>
                <c:pt idx="1234">
                  <c:v>3850</c:v>
                </c:pt>
                <c:pt idx="1235">
                  <c:v>3850</c:v>
                </c:pt>
                <c:pt idx="1236">
                  <c:v>3850</c:v>
                </c:pt>
                <c:pt idx="1237">
                  <c:v>3800</c:v>
                </c:pt>
                <c:pt idx="1238">
                  <c:v>3750</c:v>
                </c:pt>
                <c:pt idx="1239">
                  <c:v>3750</c:v>
                </c:pt>
                <c:pt idx="1240">
                  <c:v>3750</c:v>
                </c:pt>
                <c:pt idx="1241">
                  <c:v>3700</c:v>
                </c:pt>
                <c:pt idx="1242">
                  <c:v>3650</c:v>
                </c:pt>
                <c:pt idx="1243">
                  <c:v>3650</c:v>
                </c:pt>
                <c:pt idx="1244">
                  <c:v>3750</c:v>
                </c:pt>
                <c:pt idx="1245">
                  <c:v>3850</c:v>
                </c:pt>
                <c:pt idx="1246">
                  <c:v>3850</c:v>
                </c:pt>
                <c:pt idx="1247">
                  <c:v>3850</c:v>
                </c:pt>
                <c:pt idx="1248">
                  <c:v>3900</c:v>
                </c:pt>
                <c:pt idx="1249">
                  <c:v>3900</c:v>
                </c:pt>
                <c:pt idx="1250">
                  <c:v>3950</c:v>
                </c:pt>
                <c:pt idx="1251">
                  <c:v>3950</c:v>
                </c:pt>
                <c:pt idx="1252">
                  <c:v>4000</c:v>
                </c:pt>
                <c:pt idx="1253">
                  <c:v>4050</c:v>
                </c:pt>
                <c:pt idx="1254">
                  <c:v>4050</c:v>
                </c:pt>
                <c:pt idx="1255">
                  <c:v>4100</c:v>
                </c:pt>
                <c:pt idx="1256">
                  <c:v>4300</c:v>
                </c:pt>
                <c:pt idx="1257">
                  <c:v>4410</c:v>
                </c:pt>
                <c:pt idx="1258">
                  <c:v>4410</c:v>
                </c:pt>
                <c:pt idx="1259">
                  <c:v>4410</c:v>
                </c:pt>
                <c:pt idx="1260">
                  <c:v>4410</c:v>
                </c:pt>
                <c:pt idx="1261">
                  <c:v>4410</c:v>
                </c:pt>
                <c:pt idx="1262">
                  <c:v>4420</c:v>
                </c:pt>
                <c:pt idx="1263">
                  <c:v>4450</c:v>
                </c:pt>
                <c:pt idx="1264">
                  <c:v>4450</c:v>
                </c:pt>
                <c:pt idx="1265">
                  <c:v>4450</c:v>
                </c:pt>
                <c:pt idx="1266">
                  <c:v>4450</c:v>
                </c:pt>
                <c:pt idx="1267">
                  <c:v>4450</c:v>
                </c:pt>
                <c:pt idx="1268">
                  <c:v>4450</c:v>
                </c:pt>
                <c:pt idx="1269">
                  <c:v>4450</c:v>
                </c:pt>
                <c:pt idx="1270">
                  <c:v>4450</c:v>
                </c:pt>
                <c:pt idx="1271">
                  <c:v>4450</c:v>
                </c:pt>
                <c:pt idx="1272">
                  <c:v>4400</c:v>
                </c:pt>
                <c:pt idx="1273">
                  <c:v>4350</c:v>
                </c:pt>
                <c:pt idx="1274">
                  <c:v>4300</c:v>
                </c:pt>
                <c:pt idx="1275">
                  <c:v>4200</c:v>
                </c:pt>
                <c:pt idx="1276">
                  <c:v>4200</c:v>
                </c:pt>
                <c:pt idx="1277">
                  <c:v>4200</c:v>
                </c:pt>
                <c:pt idx="1278">
                  <c:v>4200</c:v>
                </c:pt>
                <c:pt idx="1279">
                  <c:v>4200</c:v>
                </c:pt>
                <c:pt idx="1280">
                  <c:v>4200</c:v>
                </c:pt>
                <c:pt idx="1281">
                  <c:v>4300</c:v>
                </c:pt>
                <c:pt idx="1282">
                  <c:v>4400</c:v>
                </c:pt>
                <c:pt idx="1283">
                  <c:v>4800</c:v>
                </c:pt>
                <c:pt idx="1284">
                  <c:v>5100</c:v>
                </c:pt>
                <c:pt idx="1285">
                  <c:v>5150</c:v>
                </c:pt>
                <c:pt idx="1286">
                  <c:v>5200</c:v>
                </c:pt>
                <c:pt idx="1287">
                  <c:v>5280</c:v>
                </c:pt>
                <c:pt idx="1288">
                  <c:v>5280</c:v>
                </c:pt>
                <c:pt idx="1289">
                  <c:v>5280</c:v>
                </c:pt>
                <c:pt idx="1290">
                  <c:v>5280</c:v>
                </c:pt>
                <c:pt idx="1291">
                  <c:v>5280</c:v>
                </c:pt>
                <c:pt idx="1292">
                  <c:v>5280</c:v>
                </c:pt>
                <c:pt idx="1293">
                  <c:v>5280</c:v>
                </c:pt>
                <c:pt idx="1294">
                  <c:v>5280</c:v>
                </c:pt>
                <c:pt idx="1295">
                  <c:v>5280</c:v>
                </c:pt>
                <c:pt idx="1296">
                  <c:v>5260</c:v>
                </c:pt>
                <c:pt idx="1297">
                  <c:v>5260</c:v>
                </c:pt>
                <c:pt idx="1298">
                  <c:v>5250</c:v>
                </c:pt>
                <c:pt idx="1299">
                  <c:v>5250</c:v>
                </c:pt>
                <c:pt idx="1300">
                  <c:v>5250</c:v>
                </c:pt>
                <c:pt idx="1301">
                  <c:v>5250</c:v>
                </c:pt>
                <c:pt idx="1302">
                  <c:v>5200</c:v>
                </c:pt>
                <c:pt idx="1303">
                  <c:v>5100</c:v>
                </c:pt>
                <c:pt idx="1304">
                  <c:v>4930</c:v>
                </c:pt>
                <c:pt idx="1305">
                  <c:v>4900</c:v>
                </c:pt>
                <c:pt idx="1306">
                  <c:v>4850</c:v>
                </c:pt>
                <c:pt idx="1307">
                  <c:v>4800</c:v>
                </c:pt>
                <c:pt idx="1308">
                  <c:v>4750</c:v>
                </c:pt>
                <c:pt idx="1309">
                  <c:v>4730</c:v>
                </c:pt>
                <c:pt idx="1310">
                  <c:v>4700</c:v>
                </c:pt>
                <c:pt idx="1311">
                  <c:v>4700</c:v>
                </c:pt>
                <c:pt idx="1312">
                  <c:v>4700</c:v>
                </c:pt>
                <c:pt idx="1313">
                  <c:v>4700</c:v>
                </c:pt>
                <c:pt idx="1314">
                  <c:v>4700</c:v>
                </c:pt>
                <c:pt idx="1315">
                  <c:v>4700</c:v>
                </c:pt>
                <c:pt idx="1316">
                  <c:v>4700</c:v>
                </c:pt>
                <c:pt idx="1317">
                  <c:v>4700</c:v>
                </c:pt>
                <c:pt idx="1318">
                  <c:v>4700</c:v>
                </c:pt>
                <c:pt idx="1319">
                  <c:v>4650</c:v>
                </c:pt>
                <c:pt idx="1320">
                  <c:v>4600</c:v>
                </c:pt>
                <c:pt idx="1321">
                  <c:v>4550</c:v>
                </c:pt>
                <c:pt idx="1322">
                  <c:v>4450</c:v>
                </c:pt>
                <c:pt idx="1323">
                  <c:v>4400</c:v>
                </c:pt>
                <c:pt idx="1324">
                  <c:v>4400</c:v>
                </c:pt>
                <c:pt idx="1325">
                  <c:v>4400</c:v>
                </c:pt>
                <c:pt idx="1326">
                  <c:v>4350</c:v>
                </c:pt>
                <c:pt idx="1327">
                  <c:v>4350</c:v>
                </c:pt>
                <c:pt idx="1328">
                  <c:v>4250</c:v>
                </c:pt>
                <c:pt idx="1329">
                  <c:v>4050</c:v>
                </c:pt>
                <c:pt idx="1330">
                  <c:v>4000</c:v>
                </c:pt>
                <c:pt idx="1331">
                  <c:v>3950</c:v>
                </c:pt>
                <c:pt idx="1332">
                  <c:v>3900</c:v>
                </c:pt>
                <c:pt idx="1333">
                  <c:v>3900</c:v>
                </c:pt>
                <c:pt idx="1334">
                  <c:v>3950</c:v>
                </c:pt>
                <c:pt idx="1335">
                  <c:v>4000</c:v>
                </c:pt>
                <c:pt idx="1336">
                  <c:v>4050</c:v>
                </c:pt>
                <c:pt idx="1337">
                  <c:v>4100</c:v>
                </c:pt>
                <c:pt idx="1338">
                  <c:v>4150</c:v>
                </c:pt>
                <c:pt idx="1339">
                  <c:v>4300</c:v>
                </c:pt>
                <c:pt idx="1340">
                  <c:v>4300</c:v>
                </c:pt>
                <c:pt idx="1341">
                  <c:v>4350</c:v>
                </c:pt>
                <c:pt idx="1342">
                  <c:v>4450</c:v>
                </c:pt>
                <c:pt idx="1343">
                  <c:v>4600</c:v>
                </c:pt>
                <c:pt idx="1344">
                  <c:v>4600</c:v>
                </c:pt>
                <c:pt idx="1345">
                  <c:v>4650</c:v>
                </c:pt>
                <c:pt idx="1346">
                  <c:v>4650</c:v>
                </c:pt>
                <c:pt idx="1347">
                  <c:v>4650</c:v>
                </c:pt>
                <c:pt idx="1348">
                  <c:v>4650</c:v>
                </c:pt>
                <c:pt idx="1349">
                  <c:v>4650</c:v>
                </c:pt>
                <c:pt idx="1350">
                  <c:v>4650</c:v>
                </c:pt>
                <c:pt idx="1351">
                  <c:v>4650</c:v>
                </c:pt>
                <c:pt idx="1352">
                  <c:v>4650</c:v>
                </c:pt>
                <c:pt idx="1353">
                  <c:v>4650</c:v>
                </c:pt>
                <c:pt idx="1354">
                  <c:v>4650</c:v>
                </c:pt>
                <c:pt idx="1355">
                  <c:v>4700</c:v>
                </c:pt>
                <c:pt idx="1356">
                  <c:v>4750</c:v>
                </c:pt>
                <c:pt idx="1357">
                  <c:v>5000</c:v>
                </c:pt>
                <c:pt idx="1358">
                  <c:v>5050</c:v>
                </c:pt>
                <c:pt idx="1359">
                  <c:v>5050</c:v>
                </c:pt>
                <c:pt idx="1360">
                  <c:v>5050</c:v>
                </c:pt>
                <c:pt idx="1361">
                  <c:v>5100</c:v>
                </c:pt>
                <c:pt idx="1362">
                  <c:v>5150</c:v>
                </c:pt>
                <c:pt idx="1363">
                  <c:v>5150</c:v>
                </c:pt>
                <c:pt idx="1364">
                  <c:v>5150</c:v>
                </c:pt>
                <c:pt idx="1365">
                  <c:v>5200</c:v>
                </c:pt>
                <c:pt idx="1366">
                  <c:v>5200</c:v>
                </c:pt>
                <c:pt idx="1367">
                  <c:v>5250</c:v>
                </c:pt>
                <c:pt idx="1368">
                  <c:v>5250</c:v>
                </c:pt>
                <c:pt idx="1369">
                  <c:v>5300</c:v>
                </c:pt>
                <c:pt idx="1370">
                  <c:v>5350</c:v>
                </c:pt>
                <c:pt idx="1371">
                  <c:v>5400</c:v>
                </c:pt>
                <c:pt idx="1372">
                  <c:v>5450</c:v>
                </c:pt>
                <c:pt idx="1373">
                  <c:v>5450</c:v>
                </c:pt>
                <c:pt idx="1374">
                  <c:v>5500</c:v>
                </c:pt>
                <c:pt idx="1375">
                  <c:v>5500</c:v>
                </c:pt>
                <c:pt idx="1376">
                  <c:v>5550</c:v>
                </c:pt>
                <c:pt idx="1377">
                  <c:v>5550</c:v>
                </c:pt>
                <c:pt idx="1378">
                  <c:v>5550</c:v>
                </c:pt>
                <c:pt idx="1379">
                  <c:v>5550</c:v>
                </c:pt>
                <c:pt idx="1380">
                  <c:v>5500</c:v>
                </c:pt>
                <c:pt idx="1381">
                  <c:v>5450</c:v>
                </c:pt>
                <c:pt idx="1382">
                  <c:v>5450</c:v>
                </c:pt>
                <c:pt idx="1383">
                  <c:v>5450</c:v>
                </c:pt>
                <c:pt idx="1384">
                  <c:v>5450</c:v>
                </c:pt>
                <c:pt idx="1385">
                  <c:v>5400</c:v>
                </c:pt>
                <c:pt idx="1386">
                  <c:v>5400</c:v>
                </c:pt>
                <c:pt idx="1387">
                  <c:v>5400</c:v>
                </c:pt>
                <c:pt idx="1388">
                  <c:v>5400</c:v>
                </c:pt>
                <c:pt idx="1389">
                  <c:v>5390</c:v>
                </c:pt>
                <c:pt idx="1390">
                  <c:v>5380</c:v>
                </c:pt>
                <c:pt idx="1391">
                  <c:v>5380</c:v>
                </c:pt>
                <c:pt idx="1392">
                  <c:v>5380</c:v>
                </c:pt>
                <c:pt idx="1393">
                  <c:v>5380</c:v>
                </c:pt>
                <c:pt idx="1394">
                  <c:v>5380</c:v>
                </c:pt>
                <c:pt idx="1395">
                  <c:v>5350</c:v>
                </c:pt>
                <c:pt idx="1396">
                  <c:v>5300</c:v>
                </c:pt>
                <c:pt idx="1397">
                  <c:v>5150</c:v>
                </c:pt>
                <c:pt idx="1398">
                  <c:v>5150</c:v>
                </c:pt>
                <c:pt idx="1399">
                  <c:v>5150</c:v>
                </c:pt>
                <c:pt idx="1400">
                  <c:v>5100</c:v>
                </c:pt>
                <c:pt idx="1401">
                  <c:v>5100</c:v>
                </c:pt>
                <c:pt idx="1402">
                  <c:v>5100</c:v>
                </c:pt>
                <c:pt idx="1403">
                  <c:v>5100</c:v>
                </c:pt>
                <c:pt idx="1404">
                  <c:v>5100</c:v>
                </c:pt>
                <c:pt idx="1405">
                  <c:v>5000</c:v>
                </c:pt>
                <c:pt idx="1406">
                  <c:v>5000</c:v>
                </c:pt>
                <c:pt idx="1407">
                  <c:v>5000</c:v>
                </c:pt>
                <c:pt idx="1408">
                  <c:v>4950</c:v>
                </c:pt>
                <c:pt idx="1409">
                  <c:v>4900</c:v>
                </c:pt>
                <c:pt idx="1410">
                  <c:v>4700</c:v>
                </c:pt>
                <c:pt idx="1411">
                  <c:v>4650</c:v>
                </c:pt>
                <c:pt idx="1412">
                  <c:v>4250</c:v>
                </c:pt>
                <c:pt idx="1413">
                  <c:v>4250</c:v>
                </c:pt>
                <c:pt idx="1414">
                  <c:v>4200</c:v>
                </c:pt>
                <c:pt idx="1415">
                  <c:v>4200</c:v>
                </c:pt>
                <c:pt idx="1416">
                  <c:v>4200</c:v>
                </c:pt>
                <c:pt idx="1417">
                  <c:v>4200</c:v>
                </c:pt>
                <c:pt idx="1418">
                  <c:v>4200</c:v>
                </c:pt>
                <c:pt idx="1419">
                  <c:v>4200</c:v>
                </c:pt>
                <c:pt idx="1420">
                  <c:v>4200</c:v>
                </c:pt>
                <c:pt idx="1421">
                  <c:v>4200</c:v>
                </c:pt>
                <c:pt idx="1422">
                  <c:v>4200</c:v>
                </c:pt>
                <c:pt idx="1423">
                  <c:v>4200</c:v>
                </c:pt>
                <c:pt idx="1424">
                  <c:v>4200</c:v>
                </c:pt>
                <c:pt idx="1425">
                  <c:v>4200</c:v>
                </c:pt>
                <c:pt idx="1426">
                  <c:v>4200</c:v>
                </c:pt>
                <c:pt idx="1427">
                  <c:v>4200</c:v>
                </c:pt>
                <c:pt idx="1428">
                  <c:v>4200</c:v>
                </c:pt>
                <c:pt idx="1429">
                  <c:v>4200</c:v>
                </c:pt>
                <c:pt idx="1430">
                  <c:v>4200</c:v>
                </c:pt>
                <c:pt idx="1431">
                  <c:v>4200</c:v>
                </c:pt>
                <c:pt idx="1432">
                  <c:v>4200</c:v>
                </c:pt>
                <c:pt idx="1433">
                  <c:v>4000</c:v>
                </c:pt>
                <c:pt idx="1434">
                  <c:v>4000</c:v>
                </c:pt>
                <c:pt idx="1435">
                  <c:v>4100</c:v>
                </c:pt>
                <c:pt idx="1436">
                  <c:v>4150</c:v>
                </c:pt>
                <c:pt idx="1437">
                  <c:v>4200</c:v>
                </c:pt>
                <c:pt idx="1438">
                  <c:v>4200</c:v>
                </c:pt>
                <c:pt idx="1439">
                  <c:v>4300</c:v>
                </c:pt>
                <c:pt idx="1440">
                  <c:v>4350</c:v>
                </c:pt>
                <c:pt idx="1441">
                  <c:v>4350</c:v>
                </c:pt>
                <c:pt idx="1442">
                  <c:v>4350</c:v>
                </c:pt>
                <c:pt idx="1443">
                  <c:v>4350</c:v>
                </c:pt>
                <c:pt idx="1444">
                  <c:v>4300</c:v>
                </c:pt>
                <c:pt idx="1445">
                  <c:v>4250</c:v>
                </c:pt>
                <c:pt idx="1446">
                  <c:v>4250</c:v>
                </c:pt>
                <c:pt idx="1447">
                  <c:v>4180</c:v>
                </c:pt>
                <c:pt idx="1448">
                  <c:v>4180</c:v>
                </c:pt>
                <c:pt idx="1449">
                  <c:v>4150</c:v>
                </c:pt>
                <c:pt idx="1450">
                  <c:v>4150</c:v>
                </c:pt>
                <c:pt idx="1451">
                  <c:v>4120</c:v>
                </c:pt>
                <c:pt idx="1452">
                  <c:v>4130</c:v>
                </c:pt>
                <c:pt idx="1453">
                  <c:v>4130</c:v>
                </c:pt>
                <c:pt idx="1454">
                  <c:v>4130</c:v>
                </c:pt>
                <c:pt idx="1455">
                  <c:v>4130</c:v>
                </c:pt>
                <c:pt idx="1456">
                  <c:v>4130</c:v>
                </c:pt>
                <c:pt idx="1457">
                  <c:v>4130</c:v>
                </c:pt>
                <c:pt idx="1458">
                  <c:v>4130</c:v>
                </c:pt>
                <c:pt idx="1459">
                  <c:v>4130</c:v>
                </c:pt>
                <c:pt idx="1460">
                  <c:v>4130</c:v>
                </c:pt>
                <c:pt idx="1461">
                  <c:v>4130</c:v>
                </c:pt>
                <c:pt idx="1462">
                  <c:v>4150</c:v>
                </c:pt>
                <c:pt idx="1463">
                  <c:v>4150</c:v>
                </c:pt>
                <c:pt idx="1464">
                  <c:v>4150</c:v>
                </c:pt>
                <c:pt idx="1465">
                  <c:v>4150</c:v>
                </c:pt>
                <c:pt idx="1466">
                  <c:v>4150</c:v>
                </c:pt>
                <c:pt idx="1467">
                  <c:v>4150</c:v>
                </c:pt>
                <c:pt idx="1468">
                  <c:v>4150</c:v>
                </c:pt>
                <c:pt idx="1469">
                  <c:v>4150</c:v>
                </c:pt>
                <c:pt idx="1470">
                  <c:v>4150</c:v>
                </c:pt>
                <c:pt idx="1471">
                  <c:v>4130</c:v>
                </c:pt>
                <c:pt idx="1472">
                  <c:v>4130</c:v>
                </c:pt>
                <c:pt idx="1473">
                  <c:v>4130</c:v>
                </c:pt>
                <c:pt idx="1474">
                  <c:v>4130</c:v>
                </c:pt>
                <c:pt idx="1475">
                  <c:v>4130</c:v>
                </c:pt>
                <c:pt idx="1476">
                  <c:v>4130</c:v>
                </c:pt>
                <c:pt idx="1477">
                  <c:v>4130</c:v>
                </c:pt>
                <c:pt idx="1478">
                  <c:v>4130</c:v>
                </c:pt>
                <c:pt idx="1479">
                  <c:v>4130</c:v>
                </c:pt>
                <c:pt idx="1480">
                  <c:v>4130</c:v>
                </c:pt>
                <c:pt idx="1481">
                  <c:v>4140</c:v>
                </c:pt>
                <c:pt idx="1482">
                  <c:v>4140</c:v>
                </c:pt>
                <c:pt idx="1483">
                  <c:v>4130</c:v>
                </c:pt>
                <c:pt idx="1484">
                  <c:v>4120</c:v>
                </c:pt>
                <c:pt idx="1485">
                  <c:v>4120</c:v>
                </c:pt>
                <c:pt idx="1486">
                  <c:v>4120</c:v>
                </c:pt>
                <c:pt idx="1487">
                  <c:v>4100</c:v>
                </c:pt>
                <c:pt idx="1488">
                  <c:v>4100</c:v>
                </c:pt>
                <c:pt idx="1489">
                  <c:v>4100</c:v>
                </c:pt>
                <c:pt idx="1490">
                  <c:v>4100</c:v>
                </c:pt>
                <c:pt idx="1491">
                  <c:v>4100</c:v>
                </c:pt>
                <c:pt idx="1492">
                  <c:v>4100</c:v>
                </c:pt>
                <c:pt idx="1493">
                  <c:v>4100</c:v>
                </c:pt>
                <c:pt idx="1494">
                  <c:v>4100</c:v>
                </c:pt>
                <c:pt idx="1495">
                  <c:v>4100</c:v>
                </c:pt>
                <c:pt idx="1496">
                  <c:v>4100</c:v>
                </c:pt>
                <c:pt idx="1497">
                  <c:v>4100</c:v>
                </c:pt>
                <c:pt idx="1498">
                  <c:v>4100</c:v>
                </c:pt>
                <c:pt idx="1499">
                  <c:v>4100</c:v>
                </c:pt>
                <c:pt idx="1500">
                  <c:v>4100</c:v>
                </c:pt>
                <c:pt idx="1501">
                  <c:v>4100</c:v>
                </c:pt>
                <c:pt idx="1502">
                  <c:v>4100</c:v>
                </c:pt>
                <c:pt idx="1503">
                  <c:v>4100</c:v>
                </c:pt>
                <c:pt idx="1504">
                  <c:v>4100</c:v>
                </c:pt>
                <c:pt idx="1505">
                  <c:v>4100</c:v>
                </c:pt>
                <c:pt idx="1506">
                  <c:v>4100</c:v>
                </c:pt>
                <c:pt idx="1507">
                  <c:v>4100</c:v>
                </c:pt>
                <c:pt idx="1508">
                  <c:v>4090</c:v>
                </c:pt>
                <c:pt idx="1509">
                  <c:v>4090</c:v>
                </c:pt>
                <c:pt idx="1510">
                  <c:v>4090</c:v>
                </c:pt>
                <c:pt idx="1511">
                  <c:v>4090</c:v>
                </c:pt>
                <c:pt idx="1512">
                  <c:v>4090</c:v>
                </c:pt>
                <c:pt idx="1513">
                  <c:v>4090</c:v>
                </c:pt>
                <c:pt idx="1514">
                  <c:v>4090</c:v>
                </c:pt>
                <c:pt idx="1515">
                  <c:v>4090</c:v>
                </c:pt>
                <c:pt idx="1516">
                  <c:v>4090</c:v>
                </c:pt>
                <c:pt idx="1517">
                  <c:v>4090</c:v>
                </c:pt>
                <c:pt idx="1518">
                  <c:v>4090</c:v>
                </c:pt>
                <c:pt idx="1519">
                  <c:v>4080</c:v>
                </c:pt>
                <c:pt idx="1520">
                  <c:v>4070</c:v>
                </c:pt>
                <c:pt idx="1521">
                  <c:v>4070</c:v>
                </c:pt>
                <c:pt idx="1522">
                  <c:v>4070</c:v>
                </c:pt>
                <c:pt idx="1523">
                  <c:v>4070</c:v>
                </c:pt>
                <c:pt idx="1524">
                  <c:v>4070</c:v>
                </c:pt>
                <c:pt idx="1525">
                  <c:v>4070</c:v>
                </c:pt>
                <c:pt idx="1526">
                  <c:v>4070</c:v>
                </c:pt>
                <c:pt idx="1527">
                  <c:v>4070</c:v>
                </c:pt>
                <c:pt idx="1528">
                  <c:v>4050</c:v>
                </c:pt>
                <c:pt idx="1529">
                  <c:v>4050</c:v>
                </c:pt>
                <c:pt idx="1530">
                  <c:v>4030</c:v>
                </c:pt>
                <c:pt idx="1531">
                  <c:v>4000</c:v>
                </c:pt>
                <c:pt idx="1532">
                  <c:v>4000</c:v>
                </c:pt>
                <c:pt idx="1533">
                  <c:v>4000</c:v>
                </c:pt>
                <c:pt idx="1534">
                  <c:v>4000</c:v>
                </c:pt>
                <c:pt idx="1535">
                  <c:v>4000</c:v>
                </c:pt>
                <c:pt idx="1536">
                  <c:v>4000</c:v>
                </c:pt>
                <c:pt idx="1537">
                  <c:v>4000</c:v>
                </c:pt>
                <c:pt idx="1538">
                  <c:v>4000</c:v>
                </c:pt>
                <c:pt idx="1539">
                  <c:v>4000</c:v>
                </c:pt>
                <c:pt idx="1540">
                  <c:v>4000</c:v>
                </c:pt>
                <c:pt idx="1541">
                  <c:v>4000</c:v>
                </c:pt>
                <c:pt idx="1542">
                  <c:v>4000</c:v>
                </c:pt>
                <c:pt idx="1543">
                  <c:v>4000</c:v>
                </c:pt>
                <c:pt idx="1544">
                  <c:v>4000</c:v>
                </c:pt>
                <c:pt idx="1545">
                  <c:v>4000</c:v>
                </c:pt>
                <c:pt idx="1546">
                  <c:v>4000</c:v>
                </c:pt>
                <c:pt idx="1547">
                  <c:v>4000</c:v>
                </c:pt>
                <c:pt idx="1548">
                  <c:v>4000</c:v>
                </c:pt>
                <c:pt idx="1549">
                  <c:v>4000</c:v>
                </c:pt>
                <c:pt idx="1550">
                  <c:v>4000</c:v>
                </c:pt>
                <c:pt idx="1551">
                  <c:v>3980</c:v>
                </c:pt>
                <c:pt idx="1552">
                  <c:v>3980</c:v>
                </c:pt>
                <c:pt idx="1553">
                  <c:v>3980</c:v>
                </c:pt>
                <c:pt idx="1554">
                  <c:v>3980</c:v>
                </c:pt>
                <c:pt idx="1555">
                  <c:v>3980</c:v>
                </c:pt>
                <c:pt idx="1556">
                  <c:v>3980</c:v>
                </c:pt>
                <c:pt idx="1557">
                  <c:v>3950</c:v>
                </c:pt>
                <c:pt idx="1558">
                  <c:v>3900</c:v>
                </c:pt>
                <c:pt idx="1559">
                  <c:v>3900</c:v>
                </c:pt>
                <c:pt idx="1560">
                  <c:v>3950</c:v>
                </c:pt>
                <c:pt idx="1561">
                  <c:v>4050</c:v>
                </c:pt>
                <c:pt idx="1562">
                  <c:v>4050</c:v>
                </c:pt>
                <c:pt idx="1563">
                  <c:v>4050</c:v>
                </c:pt>
                <c:pt idx="1564">
                  <c:v>4050</c:v>
                </c:pt>
                <c:pt idx="1565">
                  <c:v>4050</c:v>
                </c:pt>
                <c:pt idx="1566">
                  <c:v>4050</c:v>
                </c:pt>
                <c:pt idx="1567">
                  <c:v>4050</c:v>
                </c:pt>
                <c:pt idx="1568">
                  <c:v>4050</c:v>
                </c:pt>
                <c:pt idx="1569">
                  <c:v>4050</c:v>
                </c:pt>
                <c:pt idx="1570">
                  <c:v>4000</c:v>
                </c:pt>
                <c:pt idx="1571">
                  <c:v>3900</c:v>
                </c:pt>
                <c:pt idx="1572">
                  <c:v>3900</c:v>
                </c:pt>
                <c:pt idx="1573">
                  <c:v>3900</c:v>
                </c:pt>
                <c:pt idx="1574">
                  <c:v>3900</c:v>
                </c:pt>
                <c:pt idx="1575">
                  <c:v>3900</c:v>
                </c:pt>
                <c:pt idx="1576">
                  <c:v>3900</c:v>
                </c:pt>
                <c:pt idx="1577">
                  <c:v>3900</c:v>
                </c:pt>
                <c:pt idx="1578">
                  <c:v>3900</c:v>
                </c:pt>
                <c:pt idx="1579">
                  <c:v>3920</c:v>
                </c:pt>
                <c:pt idx="1580">
                  <c:v>3920</c:v>
                </c:pt>
                <c:pt idx="1581">
                  <c:v>3920</c:v>
                </c:pt>
                <c:pt idx="1582">
                  <c:v>3940</c:v>
                </c:pt>
                <c:pt idx="1583">
                  <c:v>3950</c:v>
                </c:pt>
                <c:pt idx="1584">
                  <c:v>3990</c:v>
                </c:pt>
                <c:pt idx="1585">
                  <c:v>4030</c:v>
                </c:pt>
                <c:pt idx="1586">
                  <c:v>4030</c:v>
                </c:pt>
                <c:pt idx="1587">
                  <c:v>4030</c:v>
                </c:pt>
                <c:pt idx="1588">
                  <c:v>4030</c:v>
                </c:pt>
                <c:pt idx="1589">
                  <c:v>4030</c:v>
                </c:pt>
                <c:pt idx="1590">
                  <c:v>4030</c:v>
                </c:pt>
                <c:pt idx="1591">
                  <c:v>4020</c:v>
                </c:pt>
                <c:pt idx="1592">
                  <c:v>4020</c:v>
                </c:pt>
                <c:pt idx="1593">
                  <c:v>4020</c:v>
                </c:pt>
                <c:pt idx="1594">
                  <c:v>4020</c:v>
                </c:pt>
                <c:pt idx="1595">
                  <c:v>4020</c:v>
                </c:pt>
                <c:pt idx="1596">
                  <c:v>4020</c:v>
                </c:pt>
                <c:pt idx="1597">
                  <c:v>4020</c:v>
                </c:pt>
                <c:pt idx="1598">
                  <c:v>4020</c:v>
                </c:pt>
                <c:pt idx="1599">
                  <c:v>4010</c:v>
                </c:pt>
                <c:pt idx="1600">
                  <c:v>4020</c:v>
                </c:pt>
                <c:pt idx="1601">
                  <c:v>4020</c:v>
                </c:pt>
                <c:pt idx="1602">
                  <c:v>4020</c:v>
                </c:pt>
                <c:pt idx="1603">
                  <c:v>4020</c:v>
                </c:pt>
                <c:pt idx="1604">
                  <c:v>4010</c:v>
                </c:pt>
                <c:pt idx="1605">
                  <c:v>3840</c:v>
                </c:pt>
                <c:pt idx="1606">
                  <c:v>3840</c:v>
                </c:pt>
                <c:pt idx="1607">
                  <c:v>3840</c:v>
                </c:pt>
                <c:pt idx="1608">
                  <c:v>3850</c:v>
                </c:pt>
                <c:pt idx="1609">
                  <c:v>3860</c:v>
                </c:pt>
                <c:pt idx="1610">
                  <c:v>3870</c:v>
                </c:pt>
                <c:pt idx="1611">
                  <c:v>3870</c:v>
                </c:pt>
                <c:pt idx="1612">
                  <c:v>3870</c:v>
                </c:pt>
                <c:pt idx="1613">
                  <c:v>3870</c:v>
                </c:pt>
                <c:pt idx="1614">
                  <c:v>3870</c:v>
                </c:pt>
                <c:pt idx="1615">
                  <c:v>3870</c:v>
                </c:pt>
                <c:pt idx="1616">
                  <c:v>3870</c:v>
                </c:pt>
                <c:pt idx="1617">
                  <c:v>3850</c:v>
                </c:pt>
                <c:pt idx="1618">
                  <c:v>3850</c:v>
                </c:pt>
                <c:pt idx="1619">
                  <c:v>3850</c:v>
                </c:pt>
                <c:pt idx="1620">
                  <c:v>3830</c:v>
                </c:pt>
                <c:pt idx="1621">
                  <c:v>3830</c:v>
                </c:pt>
                <c:pt idx="1622">
                  <c:v>3810</c:v>
                </c:pt>
                <c:pt idx="1623">
                  <c:v>3810</c:v>
                </c:pt>
                <c:pt idx="1624">
                  <c:v>3810</c:v>
                </c:pt>
                <c:pt idx="1625">
                  <c:v>3810</c:v>
                </c:pt>
                <c:pt idx="1626">
                  <c:v>3810</c:v>
                </c:pt>
                <c:pt idx="1627">
                  <c:v>3810</c:v>
                </c:pt>
                <c:pt idx="1628">
                  <c:v>3800</c:v>
                </c:pt>
                <c:pt idx="1629">
                  <c:v>3800</c:v>
                </c:pt>
                <c:pt idx="1630">
                  <c:v>3790</c:v>
                </c:pt>
                <c:pt idx="1631">
                  <c:v>3780</c:v>
                </c:pt>
                <c:pt idx="1632">
                  <c:v>3770</c:v>
                </c:pt>
                <c:pt idx="1633">
                  <c:v>3760</c:v>
                </c:pt>
                <c:pt idx="1634">
                  <c:v>3750</c:v>
                </c:pt>
                <c:pt idx="1635">
                  <c:v>3700</c:v>
                </c:pt>
                <c:pt idx="1636">
                  <c:v>3700</c:v>
                </c:pt>
                <c:pt idx="1637">
                  <c:v>3700</c:v>
                </c:pt>
                <c:pt idx="1638">
                  <c:v>3700</c:v>
                </c:pt>
                <c:pt idx="1639">
                  <c:v>3700</c:v>
                </c:pt>
                <c:pt idx="1640">
                  <c:v>3685</c:v>
                </c:pt>
                <c:pt idx="1641">
                  <c:v>3665</c:v>
                </c:pt>
                <c:pt idx="1642">
                  <c:v>3665</c:v>
                </c:pt>
                <c:pt idx="1643">
                  <c:v>3665</c:v>
                </c:pt>
                <c:pt idx="1644">
                  <c:v>3660</c:v>
                </c:pt>
                <c:pt idx="1645">
                  <c:v>3660</c:v>
                </c:pt>
                <c:pt idx="1646">
                  <c:v>3660</c:v>
                </c:pt>
                <c:pt idx="1647">
                  <c:v>3660</c:v>
                </c:pt>
                <c:pt idx="1648">
                  <c:v>3560</c:v>
                </c:pt>
                <c:pt idx="1649">
                  <c:v>3560</c:v>
                </c:pt>
                <c:pt idx="1650">
                  <c:v>3560</c:v>
                </c:pt>
                <c:pt idx="1651">
                  <c:v>3560</c:v>
                </c:pt>
                <c:pt idx="1652">
                  <c:v>3540</c:v>
                </c:pt>
                <c:pt idx="1653">
                  <c:v>3520</c:v>
                </c:pt>
                <c:pt idx="1654">
                  <c:v>3500</c:v>
                </c:pt>
                <c:pt idx="1655">
                  <c:v>3450</c:v>
                </c:pt>
                <c:pt idx="1656">
                  <c:v>3450</c:v>
                </c:pt>
                <c:pt idx="1657">
                  <c:v>3400</c:v>
                </c:pt>
                <c:pt idx="1658">
                  <c:v>3400</c:v>
                </c:pt>
                <c:pt idx="1659">
                  <c:v>3400</c:v>
                </c:pt>
                <c:pt idx="1660">
                  <c:v>3400</c:v>
                </c:pt>
                <c:pt idx="1661">
                  <c:v>3400</c:v>
                </c:pt>
                <c:pt idx="1662">
                  <c:v>3350</c:v>
                </c:pt>
                <c:pt idx="1663">
                  <c:v>3300</c:v>
                </c:pt>
                <c:pt idx="1664">
                  <c:v>3000</c:v>
                </c:pt>
                <c:pt idx="1665">
                  <c:v>2700</c:v>
                </c:pt>
                <c:pt idx="1666">
                  <c:v>2650</c:v>
                </c:pt>
                <c:pt idx="1667">
                  <c:v>2600</c:v>
                </c:pt>
                <c:pt idx="1668">
                  <c:v>2600</c:v>
                </c:pt>
                <c:pt idx="1669">
                  <c:v>2550</c:v>
                </c:pt>
                <c:pt idx="1670">
                  <c:v>2500</c:v>
                </c:pt>
                <c:pt idx="1671">
                  <c:v>2500</c:v>
                </c:pt>
                <c:pt idx="1672">
                  <c:v>2500</c:v>
                </c:pt>
                <c:pt idx="1673">
                  <c:v>2500</c:v>
                </c:pt>
                <c:pt idx="1674">
                  <c:v>2500</c:v>
                </c:pt>
                <c:pt idx="1675">
                  <c:v>2500</c:v>
                </c:pt>
                <c:pt idx="1676">
                  <c:v>2500</c:v>
                </c:pt>
                <c:pt idx="1677">
                  <c:v>2500</c:v>
                </c:pt>
                <c:pt idx="1678">
                  <c:v>2500</c:v>
                </c:pt>
                <c:pt idx="1679">
                  <c:v>2500</c:v>
                </c:pt>
                <c:pt idx="1680">
                  <c:v>2500</c:v>
                </c:pt>
                <c:pt idx="1681">
                  <c:v>2450</c:v>
                </c:pt>
                <c:pt idx="1682">
                  <c:v>2400</c:v>
                </c:pt>
                <c:pt idx="1683">
                  <c:v>2400</c:v>
                </c:pt>
                <c:pt idx="1684">
                  <c:v>2400</c:v>
                </c:pt>
                <c:pt idx="1685">
                  <c:v>2400</c:v>
                </c:pt>
                <c:pt idx="1686">
                  <c:v>2360</c:v>
                </c:pt>
                <c:pt idx="1687">
                  <c:v>2350</c:v>
                </c:pt>
                <c:pt idx="1688">
                  <c:v>2400</c:v>
                </c:pt>
                <c:pt idx="1689">
                  <c:v>2400</c:v>
                </c:pt>
                <c:pt idx="1690">
                  <c:v>2400</c:v>
                </c:pt>
                <c:pt idx="1691">
                  <c:v>2400</c:v>
                </c:pt>
                <c:pt idx="1692">
                  <c:v>2390</c:v>
                </c:pt>
                <c:pt idx="1693">
                  <c:v>2360</c:v>
                </c:pt>
                <c:pt idx="1694">
                  <c:v>2360</c:v>
                </c:pt>
                <c:pt idx="1695">
                  <c:v>2360</c:v>
                </c:pt>
                <c:pt idx="1696">
                  <c:v>2360</c:v>
                </c:pt>
                <c:pt idx="1697">
                  <c:v>2360</c:v>
                </c:pt>
                <c:pt idx="1698">
                  <c:v>2355</c:v>
                </c:pt>
                <c:pt idx="1699">
                  <c:v>2355</c:v>
                </c:pt>
                <c:pt idx="1700">
                  <c:v>2355</c:v>
                </c:pt>
                <c:pt idx="1701">
                  <c:v>2355</c:v>
                </c:pt>
                <c:pt idx="1702">
                  <c:v>2360</c:v>
                </c:pt>
                <c:pt idx="1703">
                  <c:v>2360</c:v>
                </c:pt>
                <c:pt idx="1704">
                  <c:v>2360</c:v>
                </c:pt>
                <c:pt idx="1705">
                  <c:v>2360</c:v>
                </c:pt>
                <c:pt idx="1706">
                  <c:v>2360</c:v>
                </c:pt>
                <c:pt idx="1707">
                  <c:v>2360</c:v>
                </c:pt>
                <c:pt idx="1708">
                  <c:v>2360</c:v>
                </c:pt>
                <c:pt idx="1709">
                  <c:v>2360</c:v>
                </c:pt>
                <c:pt idx="1710">
                  <c:v>2360</c:v>
                </c:pt>
                <c:pt idx="1711">
                  <c:v>2360</c:v>
                </c:pt>
                <c:pt idx="1712">
                  <c:v>2360</c:v>
                </c:pt>
                <c:pt idx="1713">
                  <c:v>2360</c:v>
                </c:pt>
                <c:pt idx="1714">
                  <c:v>2370</c:v>
                </c:pt>
                <c:pt idx="1715">
                  <c:v>2370</c:v>
                </c:pt>
                <c:pt idx="1716">
                  <c:v>2370</c:v>
                </c:pt>
                <c:pt idx="1717">
                  <c:v>2370</c:v>
                </c:pt>
                <c:pt idx="1718">
                  <c:v>2370</c:v>
                </c:pt>
                <c:pt idx="1719">
                  <c:v>2370</c:v>
                </c:pt>
                <c:pt idx="1720">
                  <c:v>2370</c:v>
                </c:pt>
                <c:pt idx="1721">
                  <c:v>2370</c:v>
                </c:pt>
                <c:pt idx="1722">
                  <c:v>2370</c:v>
                </c:pt>
                <c:pt idx="1723">
                  <c:v>2340</c:v>
                </c:pt>
                <c:pt idx="1724">
                  <c:v>2320</c:v>
                </c:pt>
                <c:pt idx="1725">
                  <c:v>2320</c:v>
                </c:pt>
                <c:pt idx="1726">
                  <c:v>2320</c:v>
                </c:pt>
                <c:pt idx="1727">
                  <c:v>2320</c:v>
                </c:pt>
                <c:pt idx="1728">
                  <c:v>2320</c:v>
                </c:pt>
                <c:pt idx="1729">
                  <c:v>2310</c:v>
                </c:pt>
                <c:pt idx="1730">
                  <c:v>2310</c:v>
                </c:pt>
                <c:pt idx="1731">
                  <c:v>2310</c:v>
                </c:pt>
                <c:pt idx="1732">
                  <c:v>2310</c:v>
                </c:pt>
                <c:pt idx="1733">
                  <c:v>2310</c:v>
                </c:pt>
                <c:pt idx="1734">
                  <c:v>2310</c:v>
                </c:pt>
                <c:pt idx="1735">
                  <c:v>2310</c:v>
                </c:pt>
                <c:pt idx="1736">
                  <c:v>2310</c:v>
                </c:pt>
                <c:pt idx="1737">
                  <c:v>2310</c:v>
                </c:pt>
                <c:pt idx="1738">
                  <c:v>2310</c:v>
                </c:pt>
                <c:pt idx="1739">
                  <c:v>2310</c:v>
                </c:pt>
                <c:pt idx="1740">
                  <c:v>2310</c:v>
                </c:pt>
                <c:pt idx="1741">
                  <c:v>2310</c:v>
                </c:pt>
                <c:pt idx="1742">
                  <c:v>2310</c:v>
                </c:pt>
                <c:pt idx="1743">
                  <c:v>2310</c:v>
                </c:pt>
                <c:pt idx="1744">
                  <c:v>2300</c:v>
                </c:pt>
                <c:pt idx="1745">
                  <c:v>2300</c:v>
                </c:pt>
                <c:pt idx="1746">
                  <c:v>2300</c:v>
                </c:pt>
                <c:pt idx="1747">
                  <c:v>2300</c:v>
                </c:pt>
                <c:pt idx="1748">
                  <c:v>2300</c:v>
                </c:pt>
                <c:pt idx="1749">
                  <c:v>2300</c:v>
                </c:pt>
                <c:pt idx="1750">
                  <c:v>2300</c:v>
                </c:pt>
                <c:pt idx="1751">
                  <c:v>2300</c:v>
                </c:pt>
                <c:pt idx="1752">
                  <c:v>2300</c:v>
                </c:pt>
                <c:pt idx="1753">
                  <c:v>2300</c:v>
                </c:pt>
                <c:pt idx="1754">
                  <c:v>2300</c:v>
                </c:pt>
                <c:pt idx="1755">
                  <c:v>2300</c:v>
                </c:pt>
                <c:pt idx="1756">
                  <c:v>2300</c:v>
                </c:pt>
                <c:pt idx="1757">
                  <c:v>2300</c:v>
                </c:pt>
                <c:pt idx="1758">
                  <c:v>2270</c:v>
                </c:pt>
                <c:pt idx="1759">
                  <c:v>2270</c:v>
                </c:pt>
                <c:pt idx="1760">
                  <c:v>2270</c:v>
                </c:pt>
                <c:pt idx="1761">
                  <c:v>2270</c:v>
                </c:pt>
                <c:pt idx="1762">
                  <c:v>2270</c:v>
                </c:pt>
                <c:pt idx="1763">
                  <c:v>2260</c:v>
                </c:pt>
                <c:pt idx="1764">
                  <c:v>2260</c:v>
                </c:pt>
                <c:pt idx="1765">
                  <c:v>2260</c:v>
                </c:pt>
                <c:pt idx="1766">
                  <c:v>2260</c:v>
                </c:pt>
                <c:pt idx="1767">
                  <c:v>2260</c:v>
                </c:pt>
                <c:pt idx="1768">
                  <c:v>2260</c:v>
                </c:pt>
                <c:pt idx="1769">
                  <c:v>2260</c:v>
                </c:pt>
                <c:pt idx="1770">
                  <c:v>2260</c:v>
                </c:pt>
                <c:pt idx="1771">
                  <c:v>2260</c:v>
                </c:pt>
                <c:pt idx="1772">
                  <c:v>2260</c:v>
                </c:pt>
                <c:pt idx="1773">
                  <c:v>2260</c:v>
                </c:pt>
                <c:pt idx="1774">
                  <c:v>2280</c:v>
                </c:pt>
                <c:pt idx="1775">
                  <c:v>2310</c:v>
                </c:pt>
                <c:pt idx="1776">
                  <c:v>2310</c:v>
                </c:pt>
                <c:pt idx="1777">
                  <c:v>2310</c:v>
                </c:pt>
                <c:pt idx="1778">
                  <c:v>2310</c:v>
                </c:pt>
                <c:pt idx="1779">
                  <c:v>2310</c:v>
                </c:pt>
                <c:pt idx="1780">
                  <c:v>2310</c:v>
                </c:pt>
                <c:pt idx="1781">
                  <c:v>2310</c:v>
                </c:pt>
                <c:pt idx="1782">
                  <c:v>2280</c:v>
                </c:pt>
                <c:pt idx="1783">
                  <c:v>2280</c:v>
                </c:pt>
                <c:pt idx="1784">
                  <c:v>2280</c:v>
                </c:pt>
                <c:pt idx="1785">
                  <c:v>2280</c:v>
                </c:pt>
                <c:pt idx="1786">
                  <c:v>2280</c:v>
                </c:pt>
                <c:pt idx="1787">
                  <c:v>2280</c:v>
                </c:pt>
                <c:pt idx="1788">
                  <c:v>2280</c:v>
                </c:pt>
                <c:pt idx="1789">
                  <c:v>2280</c:v>
                </c:pt>
                <c:pt idx="1790">
                  <c:v>2280</c:v>
                </c:pt>
                <c:pt idx="1791">
                  <c:v>2280</c:v>
                </c:pt>
                <c:pt idx="1792">
                  <c:v>2280</c:v>
                </c:pt>
                <c:pt idx="1793">
                  <c:v>2280</c:v>
                </c:pt>
                <c:pt idx="1794">
                  <c:v>2300</c:v>
                </c:pt>
                <c:pt idx="1795">
                  <c:v>2330</c:v>
                </c:pt>
                <c:pt idx="1796">
                  <c:v>2330</c:v>
                </c:pt>
                <c:pt idx="1797">
                  <c:v>2330</c:v>
                </c:pt>
                <c:pt idx="1798">
                  <c:v>2330</c:v>
                </c:pt>
                <c:pt idx="1799">
                  <c:v>2330</c:v>
                </c:pt>
                <c:pt idx="1800">
                  <c:v>2330</c:v>
                </c:pt>
                <c:pt idx="1801">
                  <c:v>2330</c:v>
                </c:pt>
                <c:pt idx="1802">
                  <c:v>2330</c:v>
                </c:pt>
                <c:pt idx="1803">
                  <c:v>2330</c:v>
                </c:pt>
                <c:pt idx="1804">
                  <c:v>2330</c:v>
                </c:pt>
                <c:pt idx="1805">
                  <c:v>2330</c:v>
                </c:pt>
                <c:pt idx="1806">
                  <c:v>2330</c:v>
                </c:pt>
                <c:pt idx="1807">
                  <c:v>2330</c:v>
                </c:pt>
                <c:pt idx="1808">
                  <c:v>2330</c:v>
                </c:pt>
                <c:pt idx="1809">
                  <c:v>2350</c:v>
                </c:pt>
                <c:pt idx="1810">
                  <c:v>2350</c:v>
                </c:pt>
                <c:pt idx="1811">
                  <c:v>2350</c:v>
                </c:pt>
                <c:pt idx="1812">
                  <c:v>2400</c:v>
                </c:pt>
                <c:pt idx="1813">
                  <c:v>2400</c:v>
                </c:pt>
                <c:pt idx="1814">
                  <c:v>2400</c:v>
                </c:pt>
                <c:pt idx="1815">
                  <c:v>2400</c:v>
                </c:pt>
                <c:pt idx="1816">
                  <c:v>2400</c:v>
                </c:pt>
                <c:pt idx="1817">
                  <c:v>2400</c:v>
                </c:pt>
                <c:pt idx="1818">
                  <c:v>2400</c:v>
                </c:pt>
                <c:pt idx="1819">
                  <c:v>2400</c:v>
                </c:pt>
                <c:pt idx="1820">
                  <c:v>2400</c:v>
                </c:pt>
                <c:pt idx="1821">
                  <c:v>2400</c:v>
                </c:pt>
                <c:pt idx="1822">
                  <c:v>2400</c:v>
                </c:pt>
                <c:pt idx="1823">
                  <c:v>2450</c:v>
                </c:pt>
                <c:pt idx="1824">
                  <c:v>2450</c:v>
                </c:pt>
                <c:pt idx="1825">
                  <c:v>2450</c:v>
                </c:pt>
                <c:pt idx="1826">
                  <c:v>2450</c:v>
                </c:pt>
                <c:pt idx="1827">
                  <c:v>2450</c:v>
                </c:pt>
                <c:pt idx="1828">
                  <c:v>2450</c:v>
                </c:pt>
                <c:pt idx="1829">
                  <c:v>2450</c:v>
                </c:pt>
                <c:pt idx="1830">
                  <c:v>2450</c:v>
                </c:pt>
                <c:pt idx="1831">
                  <c:v>2450</c:v>
                </c:pt>
                <c:pt idx="1832">
                  <c:v>2450</c:v>
                </c:pt>
                <c:pt idx="1833">
                  <c:v>2450</c:v>
                </c:pt>
                <c:pt idx="1834">
                  <c:v>2450</c:v>
                </c:pt>
                <c:pt idx="1835">
                  <c:v>2450</c:v>
                </c:pt>
                <c:pt idx="1836">
                  <c:v>2450</c:v>
                </c:pt>
                <c:pt idx="1837">
                  <c:v>2450</c:v>
                </c:pt>
                <c:pt idx="1838">
                  <c:v>2450</c:v>
                </c:pt>
                <c:pt idx="1839">
                  <c:v>2450</c:v>
                </c:pt>
                <c:pt idx="1840">
                  <c:v>2450</c:v>
                </c:pt>
                <c:pt idx="1841">
                  <c:v>2450</c:v>
                </c:pt>
                <c:pt idx="1842">
                  <c:v>2450</c:v>
                </c:pt>
                <c:pt idx="1843">
                  <c:v>2450</c:v>
                </c:pt>
                <c:pt idx="1844">
                  <c:v>2450</c:v>
                </c:pt>
              </c:numCache>
            </c:numRef>
          </c:val>
          <c:smooth val="1"/>
          <c:extLst xmlns:c16r2="http://schemas.microsoft.com/office/drawing/2015/06/chart">
            <c:ext xmlns:c16="http://schemas.microsoft.com/office/drawing/2014/chart" uri="{C3380CC4-5D6E-409C-BE32-E72D297353CC}">
              <c16:uniqueId val="{00000000-4890-44F4-9DE4-ADC838E45D00}"/>
            </c:ext>
          </c:extLst>
        </c:ser>
        <c:dLbls>
          <c:showLegendKey val="0"/>
          <c:showVal val="0"/>
          <c:showCatName val="0"/>
          <c:showSerName val="0"/>
          <c:showPercent val="0"/>
          <c:showBubbleSize val="0"/>
        </c:dLbls>
        <c:smooth val="0"/>
        <c:axId val="875936208"/>
        <c:axId val="875930224"/>
      </c:lineChart>
      <c:dateAx>
        <c:axId val="875936208"/>
        <c:scaling>
          <c:orientation val="minMax"/>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30224"/>
        <c:crosses val="autoZero"/>
        <c:auto val="0"/>
        <c:lblOffset val="100"/>
        <c:baseTimeUnit val="days"/>
      </c:dateAx>
      <c:valAx>
        <c:axId val="875930224"/>
        <c:scaling>
          <c:orientation val="minMax"/>
          <c:max val="8000"/>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36208"/>
        <c:crosses val="autoZero"/>
        <c:crossBetween val="between"/>
        <c:majorUnit val="2000"/>
      </c:valAx>
      <c:spPr>
        <a:noFill/>
        <a:ln w="25400">
          <a:noFill/>
        </a:ln>
      </c:spPr>
    </c:plotArea>
    <c:legend>
      <c:legendPos val="t"/>
      <c:layout>
        <c:manualLayout>
          <c:xMode val="edge"/>
          <c:yMode val="edge"/>
          <c:x val="0"/>
          <c:y val="0"/>
          <c:w val="1"/>
          <c:h val="0.13114803274862882"/>
        </c:manualLayout>
      </c:layout>
      <c:overlay val="0"/>
      <c:spPr>
        <a:noFill/>
        <a:ln w="25400">
          <a:noFill/>
        </a:ln>
        <a:effectLst/>
      </c:spPr>
      <c:txPr>
        <a:bodyPr rot="0" spcFirstLastPara="0" vertOverflow="ellipsis" vert="horz" wrap="square" anchor="ctr" anchorCtr="1"/>
        <a:lstStyle/>
        <a:p>
          <a:pPr>
            <a:defRPr lang="zh-CN" sz="105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chemeClr val="bg1"/>
    </a:solidFill>
    <a:ln w="25400" cap="flat" cmpd="sng" algn="ctr">
      <a:noFill/>
      <a:prstDash val="solid"/>
      <a:round/>
    </a:ln>
  </c:spPr>
  <c:txPr>
    <a:bodyPr/>
    <a:lstStyle/>
    <a:p>
      <a:pPr>
        <a:defRPr lang="zh-CN" sz="900">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1848710680322"/>
          <c:y val="0.11212245400321064"/>
          <c:w val="0.85517905908639502"/>
          <c:h val="0.79403161136435119"/>
        </c:manualLayout>
      </c:layout>
      <c:lineChart>
        <c:grouping val="standard"/>
        <c:varyColors val="0"/>
        <c:ser>
          <c:idx val="0"/>
          <c:order val="0"/>
          <c:tx>
            <c:strRef>
              <c:f>'图49-57'!$I$3</c:f>
              <c:strCache>
                <c:ptCount val="1"/>
                <c:pt idx="0">
                  <c:v>铁粉（元/吨）</c:v>
                </c:pt>
              </c:strCache>
            </c:strRef>
          </c:tx>
          <c:spPr>
            <a:ln w="12700" cap="rnd" cmpd="sng" algn="ctr">
              <a:solidFill>
                <a:srgbClr val="E10000"/>
              </a:solidFill>
              <a:prstDash val="solid"/>
              <a:round/>
            </a:ln>
          </c:spPr>
          <c:marker>
            <c:symbol val="none"/>
          </c:marker>
          <c:cat>
            <c:numRef>
              <c:f>'图49-57'!$A$4:$A$1848</c:f>
              <c:numCache>
                <c:formatCode>yyyy/mm/dd;@</c:formatCode>
                <c:ptCount val="1845"/>
                <c:pt idx="0">
                  <c:v>44983</c:v>
                </c:pt>
                <c:pt idx="1">
                  <c:v>44982</c:v>
                </c:pt>
                <c:pt idx="2">
                  <c:v>44981</c:v>
                </c:pt>
                <c:pt idx="3">
                  <c:v>44980</c:v>
                </c:pt>
                <c:pt idx="4">
                  <c:v>44979</c:v>
                </c:pt>
                <c:pt idx="5">
                  <c:v>44978</c:v>
                </c:pt>
                <c:pt idx="6">
                  <c:v>44977</c:v>
                </c:pt>
                <c:pt idx="7">
                  <c:v>44976</c:v>
                </c:pt>
                <c:pt idx="8">
                  <c:v>44975</c:v>
                </c:pt>
                <c:pt idx="9">
                  <c:v>44974</c:v>
                </c:pt>
                <c:pt idx="10">
                  <c:v>44973</c:v>
                </c:pt>
                <c:pt idx="11">
                  <c:v>44972</c:v>
                </c:pt>
                <c:pt idx="12">
                  <c:v>44971</c:v>
                </c:pt>
                <c:pt idx="13">
                  <c:v>44970</c:v>
                </c:pt>
                <c:pt idx="14">
                  <c:v>44969</c:v>
                </c:pt>
                <c:pt idx="15">
                  <c:v>44968</c:v>
                </c:pt>
                <c:pt idx="16">
                  <c:v>44967</c:v>
                </c:pt>
                <c:pt idx="17">
                  <c:v>44966</c:v>
                </c:pt>
                <c:pt idx="18">
                  <c:v>44965</c:v>
                </c:pt>
                <c:pt idx="19">
                  <c:v>44964</c:v>
                </c:pt>
                <c:pt idx="20">
                  <c:v>44963</c:v>
                </c:pt>
                <c:pt idx="21">
                  <c:v>44962</c:v>
                </c:pt>
                <c:pt idx="22">
                  <c:v>44961</c:v>
                </c:pt>
                <c:pt idx="23">
                  <c:v>44960</c:v>
                </c:pt>
                <c:pt idx="24">
                  <c:v>44959</c:v>
                </c:pt>
                <c:pt idx="25">
                  <c:v>44958</c:v>
                </c:pt>
                <c:pt idx="26">
                  <c:v>44957</c:v>
                </c:pt>
                <c:pt idx="27">
                  <c:v>44956</c:v>
                </c:pt>
                <c:pt idx="28">
                  <c:v>44955</c:v>
                </c:pt>
                <c:pt idx="29">
                  <c:v>44954</c:v>
                </c:pt>
                <c:pt idx="30">
                  <c:v>44953</c:v>
                </c:pt>
                <c:pt idx="31">
                  <c:v>44952</c:v>
                </c:pt>
                <c:pt idx="32">
                  <c:v>44951</c:v>
                </c:pt>
                <c:pt idx="33">
                  <c:v>44950</c:v>
                </c:pt>
                <c:pt idx="34">
                  <c:v>44949</c:v>
                </c:pt>
                <c:pt idx="35">
                  <c:v>44948</c:v>
                </c:pt>
                <c:pt idx="36">
                  <c:v>44947</c:v>
                </c:pt>
                <c:pt idx="37">
                  <c:v>44946</c:v>
                </c:pt>
                <c:pt idx="38">
                  <c:v>44945</c:v>
                </c:pt>
                <c:pt idx="39">
                  <c:v>44944</c:v>
                </c:pt>
                <c:pt idx="40">
                  <c:v>44943</c:v>
                </c:pt>
                <c:pt idx="41">
                  <c:v>44942</c:v>
                </c:pt>
                <c:pt idx="42">
                  <c:v>44941</c:v>
                </c:pt>
                <c:pt idx="43">
                  <c:v>44940</c:v>
                </c:pt>
                <c:pt idx="44">
                  <c:v>44939</c:v>
                </c:pt>
                <c:pt idx="45">
                  <c:v>44938</c:v>
                </c:pt>
                <c:pt idx="46">
                  <c:v>44937</c:v>
                </c:pt>
                <c:pt idx="47">
                  <c:v>44936</c:v>
                </c:pt>
                <c:pt idx="48">
                  <c:v>44935</c:v>
                </c:pt>
                <c:pt idx="49">
                  <c:v>44934</c:v>
                </c:pt>
                <c:pt idx="50">
                  <c:v>44933</c:v>
                </c:pt>
                <c:pt idx="51">
                  <c:v>44932</c:v>
                </c:pt>
                <c:pt idx="52">
                  <c:v>44931</c:v>
                </c:pt>
                <c:pt idx="53">
                  <c:v>44930</c:v>
                </c:pt>
                <c:pt idx="54">
                  <c:v>44929</c:v>
                </c:pt>
                <c:pt idx="55">
                  <c:v>44928</c:v>
                </c:pt>
                <c:pt idx="56">
                  <c:v>44927</c:v>
                </c:pt>
                <c:pt idx="57">
                  <c:v>44926</c:v>
                </c:pt>
                <c:pt idx="58">
                  <c:v>44925</c:v>
                </c:pt>
                <c:pt idx="59">
                  <c:v>44924</c:v>
                </c:pt>
                <c:pt idx="60">
                  <c:v>44923</c:v>
                </c:pt>
                <c:pt idx="61">
                  <c:v>44922</c:v>
                </c:pt>
                <c:pt idx="62">
                  <c:v>44921</c:v>
                </c:pt>
                <c:pt idx="63">
                  <c:v>44920</c:v>
                </c:pt>
                <c:pt idx="64">
                  <c:v>44919</c:v>
                </c:pt>
                <c:pt idx="65">
                  <c:v>44918</c:v>
                </c:pt>
                <c:pt idx="66">
                  <c:v>44917</c:v>
                </c:pt>
                <c:pt idx="67">
                  <c:v>44916</c:v>
                </c:pt>
                <c:pt idx="68">
                  <c:v>44915</c:v>
                </c:pt>
                <c:pt idx="69">
                  <c:v>44914</c:v>
                </c:pt>
                <c:pt idx="70">
                  <c:v>44913</c:v>
                </c:pt>
                <c:pt idx="71">
                  <c:v>44912</c:v>
                </c:pt>
                <c:pt idx="72">
                  <c:v>44911</c:v>
                </c:pt>
                <c:pt idx="73">
                  <c:v>44910</c:v>
                </c:pt>
                <c:pt idx="74">
                  <c:v>44909</c:v>
                </c:pt>
                <c:pt idx="75">
                  <c:v>44908</c:v>
                </c:pt>
                <c:pt idx="76">
                  <c:v>44907</c:v>
                </c:pt>
                <c:pt idx="77">
                  <c:v>44906</c:v>
                </c:pt>
                <c:pt idx="78">
                  <c:v>44905</c:v>
                </c:pt>
                <c:pt idx="79">
                  <c:v>44904</c:v>
                </c:pt>
                <c:pt idx="80">
                  <c:v>44903</c:v>
                </c:pt>
                <c:pt idx="81">
                  <c:v>44902</c:v>
                </c:pt>
                <c:pt idx="82">
                  <c:v>44901</c:v>
                </c:pt>
                <c:pt idx="83">
                  <c:v>44900</c:v>
                </c:pt>
                <c:pt idx="84">
                  <c:v>44899</c:v>
                </c:pt>
                <c:pt idx="85">
                  <c:v>44898</c:v>
                </c:pt>
                <c:pt idx="86">
                  <c:v>44897</c:v>
                </c:pt>
                <c:pt idx="87">
                  <c:v>44896</c:v>
                </c:pt>
                <c:pt idx="88">
                  <c:v>44895</c:v>
                </c:pt>
                <c:pt idx="89">
                  <c:v>44894</c:v>
                </c:pt>
                <c:pt idx="90">
                  <c:v>44893</c:v>
                </c:pt>
                <c:pt idx="91">
                  <c:v>44892</c:v>
                </c:pt>
                <c:pt idx="92">
                  <c:v>44891</c:v>
                </c:pt>
                <c:pt idx="93">
                  <c:v>44890</c:v>
                </c:pt>
                <c:pt idx="94">
                  <c:v>44889</c:v>
                </c:pt>
                <c:pt idx="95">
                  <c:v>44888</c:v>
                </c:pt>
                <c:pt idx="96">
                  <c:v>44887</c:v>
                </c:pt>
                <c:pt idx="97">
                  <c:v>44886</c:v>
                </c:pt>
                <c:pt idx="98">
                  <c:v>44885</c:v>
                </c:pt>
                <c:pt idx="99">
                  <c:v>44884</c:v>
                </c:pt>
                <c:pt idx="100">
                  <c:v>44883</c:v>
                </c:pt>
                <c:pt idx="101">
                  <c:v>44882</c:v>
                </c:pt>
                <c:pt idx="102">
                  <c:v>44881</c:v>
                </c:pt>
                <c:pt idx="103">
                  <c:v>44880</c:v>
                </c:pt>
                <c:pt idx="104">
                  <c:v>44879</c:v>
                </c:pt>
                <c:pt idx="105">
                  <c:v>44878</c:v>
                </c:pt>
                <c:pt idx="106">
                  <c:v>44877</c:v>
                </c:pt>
                <c:pt idx="107">
                  <c:v>44876</c:v>
                </c:pt>
                <c:pt idx="108">
                  <c:v>44875</c:v>
                </c:pt>
                <c:pt idx="109">
                  <c:v>44874</c:v>
                </c:pt>
                <c:pt idx="110">
                  <c:v>44873</c:v>
                </c:pt>
                <c:pt idx="111">
                  <c:v>44872</c:v>
                </c:pt>
                <c:pt idx="112">
                  <c:v>44871</c:v>
                </c:pt>
                <c:pt idx="113">
                  <c:v>44870</c:v>
                </c:pt>
                <c:pt idx="114">
                  <c:v>44869</c:v>
                </c:pt>
                <c:pt idx="115">
                  <c:v>44868</c:v>
                </c:pt>
                <c:pt idx="116">
                  <c:v>44867</c:v>
                </c:pt>
                <c:pt idx="117">
                  <c:v>44866</c:v>
                </c:pt>
                <c:pt idx="118">
                  <c:v>44865</c:v>
                </c:pt>
                <c:pt idx="119">
                  <c:v>44864</c:v>
                </c:pt>
                <c:pt idx="120">
                  <c:v>44863</c:v>
                </c:pt>
                <c:pt idx="121">
                  <c:v>44862</c:v>
                </c:pt>
                <c:pt idx="122">
                  <c:v>44861</c:v>
                </c:pt>
                <c:pt idx="123">
                  <c:v>44860</c:v>
                </c:pt>
                <c:pt idx="124">
                  <c:v>44859</c:v>
                </c:pt>
                <c:pt idx="125">
                  <c:v>44858</c:v>
                </c:pt>
                <c:pt idx="126">
                  <c:v>44857</c:v>
                </c:pt>
                <c:pt idx="127">
                  <c:v>44856</c:v>
                </c:pt>
                <c:pt idx="128">
                  <c:v>44855</c:v>
                </c:pt>
                <c:pt idx="129">
                  <c:v>44854</c:v>
                </c:pt>
                <c:pt idx="130">
                  <c:v>44853</c:v>
                </c:pt>
                <c:pt idx="131">
                  <c:v>44852</c:v>
                </c:pt>
                <c:pt idx="132">
                  <c:v>44851</c:v>
                </c:pt>
                <c:pt idx="133">
                  <c:v>44850</c:v>
                </c:pt>
                <c:pt idx="134">
                  <c:v>44849</c:v>
                </c:pt>
                <c:pt idx="135">
                  <c:v>44848</c:v>
                </c:pt>
                <c:pt idx="136">
                  <c:v>44847</c:v>
                </c:pt>
                <c:pt idx="137">
                  <c:v>44846</c:v>
                </c:pt>
                <c:pt idx="138">
                  <c:v>44845</c:v>
                </c:pt>
                <c:pt idx="139">
                  <c:v>44844</c:v>
                </c:pt>
                <c:pt idx="140">
                  <c:v>44843</c:v>
                </c:pt>
                <c:pt idx="141">
                  <c:v>44842</c:v>
                </c:pt>
                <c:pt idx="142">
                  <c:v>44841</c:v>
                </c:pt>
                <c:pt idx="143">
                  <c:v>44840</c:v>
                </c:pt>
                <c:pt idx="144">
                  <c:v>44839</c:v>
                </c:pt>
                <c:pt idx="145">
                  <c:v>44838</c:v>
                </c:pt>
                <c:pt idx="146">
                  <c:v>44837</c:v>
                </c:pt>
                <c:pt idx="147">
                  <c:v>44836</c:v>
                </c:pt>
                <c:pt idx="148">
                  <c:v>44835</c:v>
                </c:pt>
                <c:pt idx="149">
                  <c:v>44834</c:v>
                </c:pt>
                <c:pt idx="150">
                  <c:v>44833</c:v>
                </c:pt>
                <c:pt idx="151">
                  <c:v>44832</c:v>
                </c:pt>
                <c:pt idx="152">
                  <c:v>44831</c:v>
                </c:pt>
                <c:pt idx="153">
                  <c:v>44830</c:v>
                </c:pt>
                <c:pt idx="154">
                  <c:v>44829</c:v>
                </c:pt>
                <c:pt idx="155">
                  <c:v>44828</c:v>
                </c:pt>
                <c:pt idx="156">
                  <c:v>44827</c:v>
                </c:pt>
                <c:pt idx="157">
                  <c:v>44826</c:v>
                </c:pt>
                <c:pt idx="158">
                  <c:v>44825</c:v>
                </c:pt>
                <c:pt idx="159">
                  <c:v>44824</c:v>
                </c:pt>
                <c:pt idx="160">
                  <c:v>44823</c:v>
                </c:pt>
                <c:pt idx="161">
                  <c:v>44822</c:v>
                </c:pt>
                <c:pt idx="162">
                  <c:v>44821</c:v>
                </c:pt>
                <c:pt idx="163">
                  <c:v>44820</c:v>
                </c:pt>
                <c:pt idx="164">
                  <c:v>44819</c:v>
                </c:pt>
                <c:pt idx="165">
                  <c:v>44818</c:v>
                </c:pt>
                <c:pt idx="166">
                  <c:v>44817</c:v>
                </c:pt>
                <c:pt idx="167">
                  <c:v>44816</c:v>
                </c:pt>
                <c:pt idx="168">
                  <c:v>44815</c:v>
                </c:pt>
                <c:pt idx="169">
                  <c:v>44814</c:v>
                </c:pt>
                <c:pt idx="170">
                  <c:v>44813</c:v>
                </c:pt>
                <c:pt idx="171">
                  <c:v>44812</c:v>
                </c:pt>
                <c:pt idx="172">
                  <c:v>44811</c:v>
                </c:pt>
                <c:pt idx="173">
                  <c:v>44810</c:v>
                </c:pt>
                <c:pt idx="174">
                  <c:v>44809</c:v>
                </c:pt>
                <c:pt idx="175">
                  <c:v>44808</c:v>
                </c:pt>
                <c:pt idx="176">
                  <c:v>44807</c:v>
                </c:pt>
                <c:pt idx="177">
                  <c:v>44806</c:v>
                </c:pt>
                <c:pt idx="178">
                  <c:v>44805</c:v>
                </c:pt>
                <c:pt idx="179">
                  <c:v>44804</c:v>
                </c:pt>
                <c:pt idx="180">
                  <c:v>44803</c:v>
                </c:pt>
                <c:pt idx="181">
                  <c:v>44802</c:v>
                </c:pt>
                <c:pt idx="182">
                  <c:v>44801</c:v>
                </c:pt>
                <c:pt idx="183">
                  <c:v>44800</c:v>
                </c:pt>
                <c:pt idx="184">
                  <c:v>44799</c:v>
                </c:pt>
                <c:pt idx="185">
                  <c:v>44798</c:v>
                </c:pt>
                <c:pt idx="186">
                  <c:v>44797</c:v>
                </c:pt>
                <c:pt idx="187">
                  <c:v>44796</c:v>
                </c:pt>
                <c:pt idx="188">
                  <c:v>44795</c:v>
                </c:pt>
                <c:pt idx="189">
                  <c:v>44794</c:v>
                </c:pt>
                <c:pt idx="190">
                  <c:v>44793</c:v>
                </c:pt>
                <c:pt idx="191">
                  <c:v>44792</c:v>
                </c:pt>
                <c:pt idx="192">
                  <c:v>44791</c:v>
                </c:pt>
                <c:pt idx="193">
                  <c:v>44790</c:v>
                </c:pt>
                <c:pt idx="194">
                  <c:v>44789</c:v>
                </c:pt>
                <c:pt idx="195">
                  <c:v>44788</c:v>
                </c:pt>
                <c:pt idx="196">
                  <c:v>44787</c:v>
                </c:pt>
                <c:pt idx="197">
                  <c:v>44786</c:v>
                </c:pt>
                <c:pt idx="198">
                  <c:v>44785</c:v>
                </c:pt>
                <c:pt idx="199">
                  <c:v>44784</c:v>
                </c:pt>
                <c:pt idx="200">
                  <c:v>44783</c:v>
                </c:pt>
                <c:pt idx="201">
                  <c:v>44782</c:v>
                </c:pt>
                <c:pt idx="202">
                  <c:v>44781</c:v>
                </c:pt>
                <c:pt idx="203">
                  <c:v>44780</c:v>
                </c:pt>
                <c:pt idx="204">
                  <c:v>44779</c:v>
                </c:pt>
                <c:pt idx="205">
                  <c:v>44778</c:v>
                </c:pt>
                <c:pt idx="206">
                  <c:v>44777</c:v>
                </c:pt>
                <c:pt idx="207">
                  <c:v>44776</c:v>
                </c:pt>
                <c:pt idx="208">
                  <c:v>44775</c:v>
                </c:pt>
                <c:pt idx="209">
                  <c:v>44774</c:v>
                </c:pt>
                <c:pt idx="210">
                  <c:v>44773</c:v>
                </c:pt>
                <c:pt idx="211">
                  <c:v>44772</c:v>
                </c:pt>
                <c:pt idx="212">
                  <c:v>44771</c:v>
                </c:pt>
                <c:pt idx="213">
                  <c:v>44770</c:v>
                </c:pt>
                <c:pt idx="214">
                  <c:v>44769</c:v>
                </c:pt>
                <c:pt idx="215">
                  <c:v>44768</c:v>
                </c:pt>
                <c:pt idx="216">
                  <c:v>44767</c:v>
                </c:pt>
                <c:pt idx="217">
                  <c:v>44766</c:v>
                </c:pt>
                <c:pt idx="218">
                  <c:v>44765</c:v>
                </c:pt>
                <c:pt idx="219">
                  <c:v>44764</c:v>
                </c:pt>
                <c:pt idx="220">
                  <c:v>44763</c:v>
                </c:pt>
                <c:pt idx="221">
                  <c:v>44762</c:v>
                </c:pt>
                <c:pt idx="222">
                  <c:v>44761</c:v>
                </c:pt>
                <c:pt idx="223">
                  <c:v>44760</c:v>
                </c:pt>
                <c:pt idx="224">
                  <c:v>44759</c:v>
                </c:pt>
                <c:pt idx="225">
                  <c:v>44758</c:v>
                </c:pt>
                <c:pt idx="226">
                  <c:v>44757</c:v>
                </c:pt>
                <c:pt idx="227">
                  <c:v>44756</c:v>
                </c:pt>
                <c:pt idx="228">
                  <c:v>44755</c:v>
                </c:pt>
                <c:pt idx="229">
                  <c:v>44754</c:v>
                </c:pt>
                <c:pt idx="230">
                  <c:v>44753</c:v>
                </c:pt>
                <c:pt idx="231">
                  <c:v>44752</c:v>
                </c:pt>
                <c:pt idx="232">
                  <c:v>44751</c:v>
                </c:pt>
                <c:pt idx="233">
                  <c:v>44750</c:v>
                </c:pt>
                <c:pt idx="234">
                  <c:v>44749</c:v>
                </c:pt>
                <c:pt idx="235">
                  <c:v>44748</c:v>
                </c:pt>
                <c:pt idx="236">
                  <c:v>44747</c:v>
                </c:pt>
                <c:pt idx="237">
                  <c:v>44746</c:v>
                </c:pt>
                <c:pt idx="238">
                  <c:v>44745</c:v>
                </c:pt>
                <c:pt idx="239">
                  <c:v>44744</c:v>
                </c:pt>
                <c:pt idx="240">
                  <c:v>44743</c:v>
                </c:pt>
                <c:pt idx="241">
                  <c:v>44742</c:v>
                </c:pt>
                <c:pt idx="242">
                  <c:v>44741</c:v>
                </c:pt>
                <c:pt idx="243">
                  <c:v>44740</c:v>
                </c:pt>
                <c:pt idx="244">
                  <c:v>44739</c:v>
                </c:pt>
                <c:pt idx="245">
                  <c:v>44738</c:v>
                </c:pt>
                <c:pt idx="246">
                  <c:v>44737</c:v>
                </c:pt>
                <c:pt idx="247">
                  <c:v>44736</c:v>
                </c:pt>
                <c:pt idx="248">
                  <c:v>44735</c:v>
                </c:pt>
                <c:pt idx="249">
                  <c:v>44734</c:v>
                </c:pt>
                <c:pt idx="250">
                  <c:v>44733</c:v>
                </c:pt>
                <c:pt idx="251">
                  <c:v>44732</c:v>
                </c:pt>
                <c:pt idx="252">
                  <c:v>44731</c:v>
                </c:pt>
                <c:pt idx="253">
                  <c:v>44730</c:v>
                </c:pt>
                <c:pt idx="254">
                  <c:v>44729</c:v>
                </c:pt>
                <c:pt idx="255">
                  <c:v>44728</c:v>
                </c:pt>
                <c:pt idx="256">
                  <c:v>44727</c:v>
                </c:pt>
                <c:pt idx="257">
                  <c:v>44726</c:v>
                </c:pt>
                <c:pt idx="258">
                  <c:v>44725</c:v>
                </c:pt>
                <c:pt idx="259">
                  <c:v>44724</c:v>
                </c:pt>
                <c:pt idx="260">
                  <c:v>44723</c:v>
                </c:pt>
                <c:pt idx="261">
                  <c:v>44722</c:v>
                </c:pt>
                <c:pt idx="262">
                  <c:v>44721</c:v>
                </c:pt>
                <c:pt idx="263">
                  <c:v>44720</c:v>
                </c:pt>
                <c:pt idx="264">
                  <c:v>44719</c:v>
                </c:pt>
                <c:pt idx="265">
                  <c:v>44718</c:v>
                </c:pt>
                <c:pt idx="266">
                  <c:v>44717</c:v>
                </c:pt>
                <c:pt idx="267">
                  <c:v>44716</c:v>
                </c:pt>
                <c:pt idx="268">
                  <c:v>44715</c:v>
                </c:pt>
                <c:pt idx="269">
                  <c:v>44714</c:v>
                </c:pt>
                <c:pt idx="270">
                  <c:v>44713</c:v>
                </c:pt>
                <c:pt idx="271">
                  <c:v>44712</c:v>
                </c:pt>
                <c:pt idx="272">
                  <c:v>44711</c:v>
                </c:pt>
                <c:pt idx="273">
                  <c:v>44710</c:v>
                </c:pt>
                <c:pt idx="274">
                  <c:v>44709</c:v>
                </c:pt>
                <c:pt idx="275">
                  <c:v>44708</c:v>
                </c:pt>
                <c:pt idx="276">
                  <c:v>44707</c:v>
                </c:pt>
                <c:pt idx="277">
                  <c:v>44706</c:v>
                </c:pt>
                <c:pt idx="278">
                  <c:v>44705</c:v>
                </c:pt>
                <c:pt idx="279">
                  <c:v>44704</c:v>
                </c:pt>
                <c:pt idx="280">
                  <c:v>44703</c:v>
                </c:pt>
                <c:pt idx="281">
                  <c:v>44702</c:v>
                </c:pt>
                <c:pt idx="282">
                  <c:v>44701</c:v>
                </c:pt>
                <c:pt idx="283">
                  <c:v>44700</c:v>
                </c:pt>
                <c:pt idx="284">
                  <c:v>44699</c:v>
                </c:pt>
                <c:pt idx="285">
                  <c:v>44698</c:v>
                </c:pt>
                <c:pt idx="286">
                  <c:v>44697</c:v>
                </c:pt>
                <c:pt idx="287">
                  <c:v>44696</c:v>
                </c:pt>
                <c:pt idx="288">
                  <c:v>44695</c:v>
                </c:pt>
                <c:pt idx="289">
                  <c:v>44694</c:v>
                </c:pt>
                <c:pt idx="290">
                  <c:v>44693</c:v>
                </c:pt>
                <c:pt idx="291">
                  <c:v>44692</c:v>
                </c:pt>
                <c:pt idx="292">
                  <c:v>44691</c:v>
                </c:pt>
                <c:pt idx="293">
                  <c:v>44690</c:v>
                </c:pt>
                <c:pt idx="294">
                  <c:v>44688</c:v>
                </c:pt>
                <c:pt idx="295">
                  <c:v>44687</c:v>
                </c:pt>
                <c:pt idx="296">
                  <c:v>44686</c:v>
                </c:pt>
                <c:pt idx="297">
                  <c:v>44680</c:v>
                </c:pt>
                <c:pt idx="298">
                  <c:v>44679</c:v>
                </c:pt>
                <c:pt idx="299">
                  <c:v>44678</c:v>
                </c:pt>
                <c:pt idx="300">
                  <c:v>44677</c:v>
                </c:pt>
                <c:pt idx="301">
                  <c:v>44676</c:v>
                </c:pt>
                <c:pt idx="302">
                  <c:v>44675</c:v>
                </c:pt>
                <c:pt idx="303">
                  <c:v>44673</c:v>
                </c:pt>
                <c:pt idx="304">
                  <c:v>44672</c:v>
                </c:pt>
                <c:pt idx="305">
                  <c:v>44671</c:v>
                </c:pt>
                <c:pt idx="306">
                  <c:v>44670</c:v>
                </c:pt>
                <c:pt idx="307">
                  <c:v>44669</c:v>
                </c:pt>
                <c:pt idx="308">
                  <c:v>44666</c:v>
                </c:pt>
                <c:pt idx="309">
                  <c:v>44665</c:v>
                </c:pt>
                <c:pt idx="310">
                  <c:v>44664</c:v>
                </c:pt>
                <c:pt idx="311">
                  <c:v>44663</c:v>
                </c:pt>
                <c:pt idx="312">
                  <c:v>44662</c:v>
                </c:pt>
                <c:pt idx="313">
                  <c:v>44659</c:v>
                </c:pt>
                <c:pt idx="314">
                  <c:v>44658</c:v>
                </c:pt>
                <c:pt idx="315">
                  <c:v>44657</c:v>
                </c:pt>
                <c:pt idx="316">
                  <c:v>44656</c:v>
                </c:pt>
                <c:pt idx="317">
                  <c:v>44655</c:v>
                </c:pt>
                <c:pt idx="318">
                  <c:v>44653</c:v>
                </c:pt>
                <c:pt idx="319">
                  <c:v>44652</c:v>
                </c:pt>
                <c:pt idx="320">
                  <c:v>44651</c:v>
                </c:pt>
                <c:pt idx="321">
                  <c:v>44650</c:v>
                </c:pt>
                <c:pt idx="322">
                  <c:v>44649</c:v>
                </c:pt>
                <c:pt idx="323">
                  <c:v>44648</c:v>
                </c:pt>
                <c:pt idx="324">
                  <c:v>44645</c:v>
                </c:pt>
                <c:pt idx="325">
                  <c:v>44644</c:v>
                </c:pt>
                <c:pt idx="326">
                  <c:v>44643</c:v>
                </c:pt>
                <c:pt idx="327">
                  <c:v>44642</c:v>
                </c:pt>
                <c:pt idx="328">
                  <c:v>44641</c:v>
                </c:pt>
                <c:pt idx="329">
                  <c:v>44638</c:v>
                </c:pt>
                <c:pt idx="330">
                  <c:v>44637</c:v>
                </c:pt>
                <c:pt idx="331">
                  <c:v>44636</c:v>
                </c:pt>
                <c:pt idx="332">
                  <c:v>44635</c:v>
                </c:pt>
                <c:pt idx="333">
                  <c:v>44634</c:v>
                </c:pt>
                <c:pt idx="334">
                  <c:v>44631</c:v>
                </c:pt>
                <c:pt idx="335">
                  <c:v>44630</c:v>
                </c:pt>
                <c:pt idx="336">
                  <c:v>44629</c:v>
                </c:pt>
                <c:pt idx="337">
                  <c:v>44628</c:v>
                </c:pt>
                <c:pt idx="338">
                  <c:v>44627</c:v>
                </c:pt>
                <c:pt idx="339">
                  <c:v>44624</c:v>
                </c:pt>
                <c:pt idx="340">
                  <c:v>44623</c:v>
                </c:pt>
                <c:pt idx="341">
                  <c:v>44622</c:v>
                </c:pt>
                <c:pt idx="342">
                  <c:v>44621</c:v>
                </c:pt>
                <c:pt idx="343">
                  <c:v>44620</c:v>
                </c:pt>
                <c:pt idx="344">
                  <c:v>44617</c:v>
                </c:pt>
                <c:pt idx="345">
                  <c:v>44616</c:v>
                </c:pt>
                <c:pt idx="346">
                  <c:v>44615</c:v>
                </c:pt>
                <c:pt idx="347">
                  <c:v>44614</c:v>
                </c:pt>
                <c:pt idx="348">
                  <c:v>44613</c:v>
                </c:pt>
                <c:pt idx="349">
                  <c:v>44610</c:v>
                </c:pt>
                <c:pt idx="350">
                  <c:v>44609</c:v>
                </c:pt>
                <c:pt idx="351">
                  <c:v>44608</c:v>
                </c:pt>
                <c:pt idx="352">
                  <c:v>44607</c:v>
                </c:pt>
                <c:pt idx="353">
                  <c:v>44606</c:v>
                </c:pt>
                <c:pt idx="354">
                  <c:v>44603</c:v>
                </c:pt>
                <c:pt idx="355">
                  <c:v>44602</c:v>
                </c:pt>
                <c:pt idx="356">
                  <c:v>44601</c:v>
                </c:pt>
                <c:pt idx="357">
                  <c:v>44600</c:v>
                </c:pt>
                <c:pt idx="358">
                  <c:v>44599</c:v>
                </c:pt>
                <c:pt idx="359">
                  <c:v>44592</c:v>
                </c:pt>
                <c:pt idx="360">
                  <c:v>44589</c:v>
                </c:pt>
                <c:pt idx="361">
                  <c:v>44588</c:v>
                </c:pt>
                <c:pt idx="362">
                  <c:v>44587</c:v>
                </c:pt>
                <c:pt idx="363">
                  <c:v>44586</c:v>
                </c:pt>
                <c:pt idx="364">
                  <c:v>44585</c:v>
                </c:pt>
                <c:pt idx="365">
                  <c:v>44582</c:v>
                </c:pt>
                <c:pt idx="366">
                  <c:v>44581</c:v>
                </c:pt>
                <c:pt idx="367">
                  <c:v>44580</c:v>
                </c:pt>
                <c:pt idx="368">
                  <c:v>44579</c:v>
                </c:pt>
                <c:pt idx="369">
                  <c:v>44578</c:v>
                </c:pt>
                <c:pt idx="370">
                  <c:v>44575</c:v>
                </c:pt>
                <c:pt idx="371">
                  <c:v>44574</c:v>
                </c:pt>
                <c:pt idx="372">
                  <c:v>44573</c:v>
                </c:pt>
                <c:pt idx="373">
                  <c:v>44572</c:v>
                </c:pt>
                <c:pt idx="374">
                  <c:v>44571</c:v>
                </c:pt>
                <c:pt idx="375">
                  <c:v>44568</c:v>
                </c:pt>
                <c:pt idx="376">
                  <c:v>44567</c:v>
                </c:pt>
                <c:pt idx="377">
                  <c:v>44566</c:v>
                </c:pt>
                <c:pt idx="378">
                  <c:v>44565</c:v>
                </c:pt>
                <c:pt idx="379">
                  <c:v>44564</c:v>
                </c:pt>
                <c:pt idx="380">
                  <c:v>44561</c:v>
                </c:pt>
                <c:pt idx="381">
                  <c:v>44560</c:v>
                </c:pt>
                <c:pt idx="382">
                  <c:v>44559</c:v>
                </c:pt>
                <c:pt idx="383">
                  <c:v>44558</c:v>
                </c:pt>
                <c:pt idx="384">
                  <c:v>44557</c:v>
                </c:pt>
                <c:pt idx="385">
                  <c:v>44554</c:v>
                </c:pt>
                <c:pt idx="386">
                  <c:v>44553</c:v>
                </c:pt>
                <c:pt idx="387">
                  <c:v>44552</c:v>
                </c:pt>
                <c:pt idx="388">
                  <c:v>44551</c:v>
                </c:pt>
                <c:pt idx="389">
                  <c:v>44550</c:v>
                </c:pt>
                <c:pt idx="390">
                  <c:v>44547</c:v>
                </c:pt>
                <c:pt idx="391">
                  <c:v>44546</c:v>
                </c:pt>
                <c:pt idx="392">
                  <c:v>44545</c:v>
                </c:pt>
                <c:pt idx="393">
                  <c:v>44544</c:v>
                </c:pt>
                <c:pt idx="394">
                  <c:v>44543</c:v>
                </c:pt>
                <c:pt idx="395">
                  <c:v>44540</c:v>
                </c:pt>
                <c:pt idx="396">
                  <c:v>44539</c:v>
                </c:pt>
                <c:pt idx="397">
                  <c:v>44538</c:v>
                </c:pt>
                <c:pt idx="398">
                  <c:v>44537</c:v>
                </c:pt>
                <c:pt idx="399">
                  <c:v>44536</c:v>
                </c:pt>
                <c:pt idx="400">
                  <c:v>44533</c:v>
                </c:pt>
                <c:pt idx="401">
                  <c:v>44532</c:v>
                </c:pt>
                <c:pt idx="402">
                  <c:v>44531</c:v>
                </c:pt>
                <c:pt idx="403">
                  <c:v>44530</c:v>
                </c:pt>
                <c:pt idx="404">
                  <c:v>44529</c:v>
                </c:pt>
                <c:pt idx="405">
                  <c:v>44497</c:v>
                </c:pt>
                <c:pt idx="406">
                  <c:v>44496</c:v>
                </c:pt>
                <c:pt idx="407">
                  <c:v>44495</c:v>
                </c:pt>
                <c:pt idx="408">
                  <c:v>44494</c:v>
                </c:pt>
                <c:pt idx="409">
                  <c:v>44491</c:v>
                </c:pt>
                <c:pt idx="410">
                  <c:v>44490</c:v>
                </c:pt>
                <c:pt idx="411">
                  <c:v>44489</c:v>
                </c:pt>
                <c:pt idx="412">
                  <c:v>44488</c:v>
                </c:pt>
                <c:pt idx="413">
                  <c:v>44487</c:v>
                </c:pt>
                <c:pt idx="414">
                  <c:v>44484</c:v>
                </c:pt>
                <c:pt idx="415">
                  <c:v>44483</c:v>
                </c:pt>
                <c:pt idx="416">
                  <c:v>44482</c:v>
                </c:pt>
                <c:pt idx="417">
                  <c:v>44481</c:v>
                </c:pt>
                <c:pt idx="418">
                  <c:v>44480</c:v>
                </c:pt>
                <c:pt idx="419">
                  <c:v>44478</c:v>
                </c:pt>
                <c:pt idx="420">
                  <c:v>44477</c:v>
                </c:pt>
                <c:pt idx="421">
                  <c:v>44476</c:v>
                </c:pt>
                <c:pt idx="422">
                  <c:v>44475</c:v>
                </c:pt>
                <c:pt idx="423">
                  <c:v>44474</c:v>
                </c:pt>
                <c:pt idx="424">
                  <c:v>44473</c:v>
                </c:pt>
                <c:pt idx="425">
                  <c:v>44470</c:v>
                </c:pt>
                <c:pt idx="426">
                  <c:v>44469</c:v>
                </c:pt>
                <c:pt idx="427">
                  <c:v>44468</c:v>
                </c:pt>
                <c:pt idx="428">
                  <c:v>44467</c:v>
                </c:pt>
                <c:pt idx="429">
                  <c:v>44466</c:v>
                </c:pt>
                <c:pt idx="430">
                  <c:v>44463</c:v>
                </c:pt>
                <c:pt idx="431">
                  <c:v>44462</c:v>
                </c:pt>
                <c:pt idx="432">
                  <c:v>44461</c:v>
                </c:pt>
                <c:pt idx="433">
                  <c:v>44456</c:v>
                </c:pt>
                <c:pt idx="434">
                  <c:v>44455</c:v>
                </c:pt>
                <c:pt idx="435">
                  <c:v>44454</c:v>
                </c:pt>
                <c:pt idx="436">
                  <c:v>44453</c:v>
                </c:pt>
                <c:pt idx="437">
                  <c:v>44452</c:v>
                </c:pt>
                <c:pt idx="438">
                  <c:v>44449</c:v>
                </c:pt>
                <c:pt idx="439">
                  <c:v>44448</c:v>
                </c:pt>
                <c:pt idx="440">
                  <c:v>44447</c:v>
                </c:pt>
                <c:pt idx="441">
                  <c:v>44446</c:v>
                </c:pt>
                <c:pt idx="442">
                  <c:v>44445</c:v>
                </c:pt>
                <c:pt idx="443">
                  <c:v>44442</c:v>
                </c:pt>
                <c:pt idx="444">
                  <c:v>44441</c:v>
                </c:pt>
                <c:pt idx="445">
                  <c:v>44440</c:v>
                </c:pt>
                <c:pt idx="446">
                  <c:v>44439</c:v>
                </c:pt>
                <c:pt idx="447">
                  <c:v>44438</c:v>
                </c:pt>
                <c:pt idx="448">
                  <c:v>44435</c:v>
                </c:pt>
                <c:pt idx="449">
                  <c:v>44434</c:v>
                </c:pt>
                <c:pt idx="450">
                  <c:v>44433</c:v>
                </c:pt>
                <c:pt idx="451">
                  <c:v>44432</c:v>
                </c:pt>
                <c:pt idx="452">
                  <c:v>44431</c:v>
                </c:pt>
                <c:pt idx="453">
                  <c:v>44428</c:v>
                </c:pt>
                <c:pt idx="454">
                  <c:v>44427</c:v>
                </c:pt>
                <c:pt idx="455">
                  <c:v>44426</c:v>
                </c:pt>
                <c:pt idx="456">
                  <c:v>44425</c:v>
                </c:pt>
                <c:pt idx="457">
                  <c:v>44424</c:v>
                </c:pt>
                <c:pt idx="458">
                  <c:v>44421</c:v>
                </c:pt>
                <c:pt idx="459">
                  <c:v>44420</c:v>
                </c:pt>
                <c:pt idx="460">
                  <c:v>44419</c:v>
                </c:pt>
                <c:pt idx="461">
                  <c:v>44418</c:v>
                </c:pt>
                <c:pt idx="462">
                  <c:v>44417</c:v>
                </c:pt>
                <c:pt idx="463">
                  <c:v>44414</c:v>
                </c:pt>
                <c:pt idx="464">
                  <c:v>44413</c:v>
                </c:pt>
                <c:pt idx="465">
                  <c:v>44412</c:v>
                </c:pt>
                <c:pt idx="466">
                  <c:v>44411</c:v>
                </c:pt>
                <c:pt idx="467">
                  <c:v>44410</c:v>
                </c:pt>
                <c:pt idx="468">
                  <c:v>44407</c:v>
                </c:pt>
                <c:pt idx="469">
                  <c:v>44406</c:v>
                </c:pt>
                <c:pt idx="470">
                  <c:v>44405</c:v>
                </c:pt>
                <c:pt idx="471">
                  <c:v>44404</c:v>
                </c:pt>
                <c:pt idx="472">
                  <c:v>44403</c:v>
                </c:pt>
                <c:pt idx="473">
                  <c:v>44400</c:v>
                </c:pt>
                <c:pt idx="474">
                  <c:v>44399</c:v>
                </c:pt>
                <c:pt idx="475">
                  <c:v>44398</c:v>
                </c:pt>
                <c:pt idx="476">
                  <c:v>44397</c:v>
                </c:pt>
                <c:pt idx="477">
                  <c:v>44396</c:v>
                </c:pt>
                <c:pt idx="478">
                  <c:v>44393</c:v>
                </c:pt>
                <c:pt idx="479">
                  <c:v>44392</c:v>
                </c:pt>
                <c:pt idx="480">
                  <c:v>44391</c:v>
                </c:pt>
                <c:pt idx="481">
                  <c:v>44390</c:v>
                </c:pt>
                <c:pt idx="482">
                  <c:v>44389</c:v>
                </c:pt>
                <c:pt idx="483">
                  <c:v>44386</c:v>
                </c:pt>
                <c:pt idx="484">
                  <c:v>44385</c:v>
                </c:pt>
                <c:pt idx="485">
                  <c:v>44384</c:v>
                </c:pt>
                <c:pt idx="486">
                  <c:v>44383</c:v>
                </c:pt>
                <c:pt idx="487">
                  <c:v>44382</c:v>
                </c:pt>
                <c:pt idx="488">
                  <c:v>44379</c:v>
                </c:pt>
                <c:pt idx="489">
                  <c:v>44378</c:v>
                </c:pt>
                <c:pt idx="490">
                  <c:v>44377</c:v>
                </c:pt>
                <c:pt idx="491">
                  <c:v>44376</c:v>
                </c:pt>
                <c:pt idx="492">
                  <c:v>44375</c:v>
                </c:pt>
                <c:pt idx="493">
                  <c:v>44372</c:v>
                </c:pt>
                <c:pt idx="494">
                  <c:v>44371</c:v>
                </c:pt>
                <c:pt idx="495">
                  <c:v>44370</c:v>
                </c:pt>
                <c:pt idx="496">
                  <c:v>44369</c:v>
                </c:pt>
                <c:pt idx="497">
                  <c:v>44368</c:v>
                </c:pt>
                <c:pt idx="498">
                  <c:v>44365</c:v>
                </c:pt>
                <c:pt idx="499">
                  <c:v>44364</c:v>
                </c:pt>
                <c:pt idx="500">
                  <c:v>44363</c:v>
                </c:pt>
                <c:pt idx="501">
                  <c:v>44362</c:v>
                </c:pt>
                <c:pt idx="502">
                  <c:v>44358</c:v>
                </c:pt>
                <c:pt idx="503">
                  <c:v>44357</c:v>
                </c:pt>
                <c:pt idx="504">
                  <c:v>44356</c:v>
                </c:pt>
                <c:pt idx="505">
                  <c:v>44355</c:v>
                </c:pt>
                <c:pt idx="506">
                  <c:v>44354</c:v>
                </c:pt>
                <c:pt idx="507">
                  <c:v>44351</c:v>
                </c:pt>
                <c:pt idx="508">
                  <c:v>44350</c:v>
                </c:pt>
                <c:pt idx="509">
                  <c:v>44349</c:v>
                </c:pt>
                <c:pt idx="510">
                  <c:v>44348</c:v>
                </c:pt>
                <c:pt idx="511">
                  <c:v>44347</c:v>
                </c:pt>
                <c:pt idx="512">
                  <c:v>44344</c:v>
                </c:pt>
                <c:pt idx="513">
                  <c:v>44343</c:v>
                </c:pt>
                <c:pt idx="514">
                  <c:v>44342</c:v>
                </c:pt>
                <c:pt idx="515">
                  <c:v>44341</c:v>
                </c:pt>
                <c:pt idx="516">
                  <c:v>44340</c:v>
                </c:pt>
                <c:pt idx="517">
                  <c:v>44337</c:v>
                </c:pt>
                <c:pt idx="518">
                  <c:v>44336</c:v>
                </c:pt>
                <c:pt idx="519">
                  <c:v>44335</c:v>
                </c:pt>
                <c:pt idx="520">
                  <c:v>44334</c:v>
                </c:pt>
                <c:pt idx="521">
                  <c:v>44333</c:v>
                </c:pt>
                <c:pt idx="522">
                  <c:v>44330</c:v>
                </c:pt>
                <c:pt idx="523">
                  <c:v>44329</c:v>
                </c:pt>
                <c:pt idx="524">
                  <c:v>44328</c:v>
                </c:pt>
                <c:pt idx="525">
                  <c:v>44327</c:v>
                </c:pt>
                <c:pt idx="526">
                  <c:v>44326</c:v>
                </c:pt>
                <c:pt idx="527">
                  <c:v>44323</c:v>
                </c:pt>
                <c:pt idx="528">
                  <c:v>44322</c:v>
                </c:pt>
                <c:pt idx="529">
                  <c:v>44316</c:v>
                </c:pt>
                <c:pt idx="530">
                  <c:v>44315</c:v>
                </c:pt>
                <c:pt idx="531">
                  <c:v>44314</c:v>
                </c:pt>
                <c:pt idx="532">
                  <c:v>44313</c:v>
                </c:pt>
                <c:pt idx="533">
                  <c:v>44312</c:v>
                </c:pt>
                <c:pt idx="534">
                  <c:v>44309</c:v>
                </c:pt>
                <c:pt idx="535">
                  <c:v>44308</c:v>
                </c:pt>
                <c:pt idx="536">
                  <c:v>44307</c:v>
                </c:pt>
                <c:pt idx="537">
                  <c:v>44306</c:v>
                </c:pt>
                <c:pt idx="538">
                  <c:v>44305</c:v>
                </c:pt>
                <c:pt idx="539">
                  <c:v>44302</c:v>
                </c:pt>
                <c:pt idx="540">
                  <c:v>44301</c:v>
                </c:pt>
                <c:pt idx="541">
                  <c:v>44300</c:v>
                </c:pt>
                <c:pt idx="542">
                  <c:v>44299</c:v>
                </c:pt>
                <c:pt idx="543">
                  <c:v>44298</c:v>
                </c:pt>
                <c:pt idx="544">
                  <c:v>44295</c:v>
                </c:pt>
                <c:pt idx="545">
                  <c:v>44294</c:v>
                </c:pt>
                <c:pt idx="546">
                  <c:v>44293</c:v>
                </c:pt>
                <c:pt idx="547">
                  <c:v>44292</c:v>
                </c:pt>
                <c:pt idx="548">
                  <c:v>44288</c:v>
                </c:pt>
                <c:pt idx="549">
                  <c:v>44287</c:v>
                </c:pt>
                <c:pt idx="550">
                  <c:v>44286</c:v>
                </c:pt>
                <c:pt idx="551">
                  <c:v>44285</c:v>
                </c:pt>
                <c:pt idx="552">
                  <c:v>44284</c:v>
                </c:pt>
                <c:pt idx="553">
                  <c:v>44281</c:v>
                </c:pt>
                <c:pt idx="554">
                  <c:v>44280</c:v>
                </c:pt>
                <c:pt idx="555">
                  <c:v>44279</c:v>
                </c:pt>
                <c:pt idx="556">
                  <c:v>44278</c:v>
                </c:pt>
                <c:pt idx="557">
                  <c:v>44277</c:v>
                </c:pt>
                <c:pt idx="558">
                  <c:v>44274</c:v>
                </c:pt>
                <c:pt idx="559">
                  <c:v>44273</c:v>
                </c:pt>
                <c:pt idx="560">
                  <c:v>44272</c:v>
                </c:pt>
                <c:pt idx="561">
                  <c:v>44271</c:v>
                </c:pt>
                <c:pt idx="562">
                  <c:v>44270</c:v>
                </c:pt>
                <c:pt idx="563">
                  <c:v>44267</c:v>
                </c:pt>
                <c:pt idx="564">
                  <c:v>44266</c:v>
                </c:pt>
                <c:pt idx="565">
                  <c:v>44265</c:v>
                </c:pt>
                <c:pt idx="566">
                  <c:v>44264</c:v>
                </c:pt>
                <c:pt idx="567">
                  <c:v>44263</c:v>
                </c:pt>
                <c:pt idx="568">
                  <c:v>44260</c:v>
                </c:pt>
                <c:pt idx="569">
                  <c:v>44259</c:v>
                </c:pt>
                <c:pt idx="570">
                  <c:v>44258</c:v>
                </c:pt>
                <c:pt idx="571">
                  <c:v>44257</c:v>
                </c:pt>
                <c:pt idx="572">
                  <c:v>44256</c:v>
                </c:pt>
                <c:pt idx="573">
                  <c:v>44253</c:v>
                </c:pt>
                <c:pt idx="574">
                  <c:v>44252</c:v>
                </c:pt>
                <c:pt idx="575">
                  <c:v>44251</c:v>
                </c:pt>
                <c:pt idx="576">
                  <c:v>44250</c:v>
                </c:pt>
                <c:pt idx="577">
                  <c:v>44249</c:v>
                </c:pt>
                <c:pt idx="578">
                  <c:v>44247</c:v>
                </c:pt>
                <c:pt idx="579">
                  <c:v>44246</c:v>
                </c:pt>
                <c:pt idx="580">
                  <c:v>44245</c:v>
                </c:pt>
                <c:pt idx="581">
                  <c:v>44237</c:v>
                </c:pt>
                <c:pt idx="582">
                  <c:v>44236</c:v>
                </c:pt>
                <c:pt idx="583">
                  <c:v>44235</c:v>
                </c:pt>
                <c:pt idx="584">
                  <c:v>44232</c:v>
                </c:pt>
                <c:pt idx="585">
                  <c:v>44231</c:v>
                </c:pt>
                <c:pt idx="586">
                  <c:v>44230</c:v>
                </c:pt>
                <c:pt idx="587">
                  <c:v>44229</c:v>
                </c:pt>
                <c:pt idx="588">
                  <c:v>44228</c:v>
                </c:pt>
                <c:pt idx="589">
                  <c:v>44225</c:v>
                </c:pt>
                <c:pt idx="590">
                  <c:v>44224</c:v>
                </c:pt>
                <c:pt idx="591">
                  <c:v>44223</c:v>
                </c:pt>
                <c:pt idx="592">
                  <c:v>44222</c:v>
                </c:pt>
                <c:pt idx="593">
                  <c:v>44221</c:v>
                </c:pt>
                <c:pt idx="594">
                  <c:v>44218</c:v>
                </c:pt>
                <c:pt idx="595">
                  <c:v>44217</c:v>
                </c:pt>
                <c:pt idx="596">
                  <c:v>44216</c:v>
                </c:pt>
                <c:pt idx="597">
                  <c:v>44215</c:v>
                </c:pt>
                <c:pt idx="598">
                  <c:v>44214</c:v>
                </c:pt>
                <c:pt idx="599">
                  <c:v>44211</c:v>
                </c:pt>
                <c:pt idx="600">
                  <c:v>44210</c:v>
                </c:pt>
                <c:pt idx="601">
                  <c:v>44209</c:v>
                </c:pt>
                <c:pt idx="602">
                  <c:v>44208</c:v>
                </c:pt>
                <c:pt idx="603">
                  <c:v>44207</c:v>
                </c:pt>
                <c:pt idx="604">
                  <c:v>44204</c:v>
                </c:pt>
                <c:pt idx="605">
                  <c:v>44203</c:v>
                </c:pt>
                <c:pt idx="606">
                  <c:v>44202</c:v>
                </c:pt>
                <c:pt idx="607">
                  <c:v>44201</c:v>
                </c:pt>
                <c:pt idx="608">
                  <c:v>44200</c:v>
                </c:pt>
                <c:pt idx="609">
                  <c:v>44196</c:v>
                </c:pt>
                <c:pt idx="610">
                  <c:v>44195</c:v>
                </c:pt>
                <c:pt idx="611">
                  <c:v>44194</c:v>
                </c:pt>
                <c:pt idx="612">
                  <c:v>44193</c:v>
                </c:pt>
                <c:pt idx="613">
                  <c:v>44190</c:v>
                </c:pt>
                <c:pt idx="614">
                  <c:v>44189</c:v>
                </c:pt>
                <c:pt idx="615">
                  <c:v>44188</c:v>
                </c:pt>
                <c:pt idx="616">
                  <c:v>44187</c:v>
                </c:pt>
                <c:pt idx="617">
                  <c:v>44186</c:v>
                </c:pt>
                <c:pt idx="618">
                  <c:v>44183</c:v>
                </c:pt>
                <c:pt idx="619">
                  <c:v>44182</c:v>
                </c:pt>
                <c:pt idx="620">
                  <c:v>44181</c:v>
                </c:pt>
                <c:pt idx="621">
                  <c:v>44180</c:v>
                </c:pt>
                <c:pt idx="622">
                  <c:v>44179</c:v>
                </c:pt>
                <c:pt idx="623">
                  <c:v>44176</c:v>
                </c:pt>
                <c:pt idx="624">
                  <c:v>44175</c:v>
                </c:pt>
                <c:pt idx="625">
                  <c:v>44174</c:v>
                </c:pt>
                <c:pt idx="626">
                  <c:v>44173</c:v>
                </c:pt>
                <c:pt idx="627">
                  <c:v>44172</c:v>
                </c:pt>
                <c:pt idx="628">
                  <c:v>44169</c:v>
                </c:pt>
                <c:pt idx="629">
                  <c:v>44168</c:v>
                </c:pt>
                <c:pt idx="630">
                  <c:v>44167</c:v>
                </c:pt>
                <c:pt idx="631">
                  <c:v>44166</c:v>
                </c:pt>
                <c:pt idx="632">
                  <c:v>44165</c:v>
                </c:pt>
                <c:pt idx="633">
                  <c:v>44162</c:v>
                </c:pt>
                <c:pt idx="634">
                  <c:v>44161</c:v>
                </c:pt>
                <c:pt idx="635">
                  <c:v>44160</c:v>
                </c:pt>
                <c:pt idx="636">
                  <c:v>44159</c:v>
                </c:pt>
                <c:pt idx="637">
                  <c:v>44158</c:v>
                </c:pt>
                <c:pt idx="638">
                  <c:v>44155</c:v>
                </c:pt>
                <c:pt idx="639">
                  <c:v>44154</c:v>
                </c:pt>
                <c:pt idx="640">
                  <c:v>44153</c:v>
                </c:pt>
                <c:pt idx="641">
                  <c:v>44152</c:v>
                </c:pt>
                <c:pt idx="642">
                  <c:v>44151</c:v>
                </c:pt>
                <c:pt idx="643">
                  <c:v>44148</c:v>
                </c:pt>
                <c:pt idx="644">
                  <c:v>44147</c:v>
                </c:pt>
                <c:pt idx="645">
                  <c:v>44146</c:v>
                </c:pt>
                <c:pt idx="646">
                  <c:v>44145</c:v>
                </c:pt>
                <c:pt idx="647">
                  <c:v>44144</c:v>
                </c:pt>
                <c:pt idx="648">
                  <c:v>44141</c:v>
                </c:pt>
                <c:pt idx="649">
                  <c:v>44140</c:v>
                </c:pt>
                <c:pt idx="650">
                  <c:v>44139</c:v>
                </c:pt>
                <c:pt idx="651">
                  <c:v>44138</c:v>
                </c:pt>
                <c:pt idx="652">
                  <c:v>44137</c:v>
                </c:pt>
                <c:pt idx="653">
                  <c:v>44134</c:v>
                </c:pt>
                <c:pt idx="654">
                  <c:v>44133</c:v>
                </c:pt>
                <c:pt idx="655">
                  <c:v>44132</c:v>
                </c:pt>
                <c:pt idx="656">
                  <c:v>44131</c:v>
                </c:pt>
                <c:pt idx="657">
                  <c:v>44130</c:v>
                </c:pt>
                <c:pt idx="658">
                  <c:v>44127</c:v>
                </c:pt>
                <c:pt idx="659">
                  <c:v>44126</c:v>
                </c:pt>
                <c:pt idx="660">
                  <c:v>44125</c:v>
                </c:pt>
                <c:pt idx="661">
                  <c:v>44124</c:v>
                </c:pt>
                <c:pt idx="662">
                  <c:v>44123</c:v>
                </c:pt>
                <c:pt idx="663">
                  <c:v>44120</c:v>
                </c:pt>
                <c:pt idx="664">
                  <c:v>44119</c:v>
                </c:pt>
                <c:pt idx="665">
                  <c:v>44118</c:v>
                </c:pt>
                <c:pt idx="666">
                  <c:v>44117</c:v>
                </c:pt>
                <c:pt idx="667">
                  <c:v>44116</c:v>
                </c:pt>
                <c:pt idx="668">
                  <c:v>44113</c:v>
                </c:pt>
                <c:pt idx="669">
                  <c:v>44104</c:v>
                </c:pt>
                <c:pt idx="670">
                  <c:v>44103</c:v>
                </c:pt>
                <c:pt idx="671">
                  <c:v>44102</c:v>
                </c:pt>
                <c:pt idx="672">
                  <c:v>44099</c:v>
                </c:pt>
                <c:pt idx="673">
                  <c:v>44098</c:v>
                </c:pt>
                <c:pt idx="674">
                  <c:v>44097</c:v>
                </c:pt>
                <c:pt idx="675">
                  <c:v>44096</c:v>
                </c:pt>
                <c:pt idx="676">
                  <c:v>44095</c:v>
                </c:pt>
                <c:pt idx="677">
                  <c:v>44092</c:v>
                </c:pt>
                <c:pt idx="678">
                  <c:v>44091</c:v>
                </c:pt>
                <c:pt idx="679">
                  <c:v>44090</c:v>
                </c:pt>
                <c:pt idx="680">
                  <c:v>44089</c:v>
                </c:pt>
                <c:pt idx="681">
                  <c:v>44088</c:v>
                </c:pt>
                <c:pt idx="682">
                  <c:v>44085</c:v>
                </c:pt>
                <c:pt idx="683">
                  <c:v>44084</c:v>
                </c:pt>
                <c:pt idx="684">
                  <c:v>44083</c:v>
                </c:pt>
                <c:pt idx="685">
                  <c:v>44082</c:v>
                </c:pt>
                <c:pt idx="686">
                  <c:v>44081</c:v>
                </c:pt>
                <c:pt idx="687">
                  <c:v>44078</c:v>
                </c:pt>
                <c:pt idx="688">
                  <c:v>44077</c:v>
                </c:pt>
                <c:pt idx="689">
                  <c:v>44076</c:v>
                </c:pt>
                <c:pt idx="690">
                  <c:v>44075</c:v>
                </c:pt>
                <c:pt idx="691">
                  <c:v>44074</c:v>
                </c:pt>
                <c:pt idx="692">
                  <c:v>44071</c:v>
                </c:pt>
                <c:pt idx="693">
                  <c:v>44070</c:v>
                </c:pt>
                <c:pt idx="694">
                  <c:v>44069</c:v>
                </c:pt>
                <c:pt idx="695">
                  <c:v>44068</c:v>
                </c:pt>
                <c:pt idx="696">
                  <c:v>44067</c:v>
                </c:pt>
                <c:pt idx="697">
                  <c:v>44064</c:v>
                </c:pt>
                <c:pt idx="698">
                  <c:v>44063</c:v>
                </c:pt>
                <c:pt idx="699">
                  <c:v>44062</c:v>
                </c:pt>
                <c:pt idx="700">
                  <c:v>44061</c:v>
                </c:pt>
                <c:pt idx="701">
                  <c:v>44060</c:v>
                </c:pt>
                <c:pt idx="702">
                  <c:v>44057</c:v>
                </c:pt>
                <c:pt idx="703">
                  <c:v>44056</c:v>
                </c:pt>
                <c:pt idx="704">
                  <c:v>44055</c:v>
                </c:pt>
                <c:pt idx="705">
                  <c:v>44054</c:v>
                </c:pt>
                <c:pt idx="706">
                  <c:v>44053</c:v>
                </c:pt>
                <c:pt idx="707">
                  <c:v>44050</c:v>
                </c:pt>
                <c:pt idx="708">
                  <c:v>44049</c:v>
                </c:pt>
                <c:pt idx="709">
                  <c:v>44048</c:v>
                </c:pt>
                <c:pt idx="710">
                  <c:v>44047</c:v>
                </c:pt>
                <c:pt idx="711">
                  <c:v>44046</c:v>
                </c:pt>
                <c:pt idx="712">
                  <c:v>44043</c:v>
                </c:pt>
                <c:pt idx="713">
                  <c:v>44042</c:v>
                </c:pt>
                <c:pt idx="714">
                  <c:v>44041</c:v>
                </c:pt>
                <c:pt idx="715">
                  <c:v>44040</c:v>
                </c:pt>
                <c:pt idx="716">
                  <c:v>44039</c:v>
                </c:pt>
                <c:pt idx="717">
                  <c:v>44036</c:v>
                </c:pt>
                <c:pt idx="718">
                  <c:v>44035</c:v>
                </c:pt>
                <c:pt idx="719">
                  <c:v>44034</c:v>
                </c:pt>
                <c:pt idx="720">
                  <c:v>44033</c:v>
                </c:pt>
                <c:pt idx="721">
                  <c:v>44032</c:v>
                </c:pt>
                <c:pt idx="722">
                  <c:v>44029</c:v>
                </c:pt>
                <c:pt idx="723">
                  <c:v>44028</c:v>
                </c:pt>
                <c:pt idx="724">
                  <c:v>44027</c:v>
                </c:pt>
                <c:pt idx="725">
                  <c:v>44026</c:v>
                </c:pt>
                <c:pt idx="726">
                  <c:v>44025</c:v>
                </c:pt>
                <c:pt idx="727">
                  <c:v>44022</c:v>
                </c:pt>
                <c:pt idx="728">
                  <c:v>44021</c:v>
                </c:pt>
                <c:pt idx="729">
                  <c:v>44020</c:v>
                </c:pt>
                <c:pt idx="730">
                  <c:v>44019</c:v>
                </c:pt>
                <c:pt idx="731">
                  <c:v>44018</c:v>
                </c:pt>
                <c:pt idx="732">
                  <c:v>44015</c:v>
                </c:pt>
                <c:pt idx="733">
                  <c:v>44014</c:v>
                </c:pt>
                <c:pt idx="734">
                  <c:v>44013</c:v>
                </c:pt>
                <c:pt idx="735">
                  <c:v>44012</c:v>
                </c:pt>
                <c:pt idx="736">
                  <c:v>44011</c:v>
                </c:pt>
                <c:pt idx="737">
                  <c:v>44006</c:v>
                </c:pt>
                <c:pt idx="738">
                  <c:v>44005</c:v>
                </c:pt>
                <c:pt idx="739">
                  <c:v>44004</c:v>
                </c:pt>
                <c:pt idx="740">
                  <c:v>44001</c:v>
                </c:pt>
                <c:pt idx="741">
                  <c:v>44000</c:v>
                </c:pt>
                <c:pt idx="742">
                  <c:v>43999</c:v>
                </c:pt>
                <c:pt idx="743">
                  <c:v>43998</c:v>
                </c:pt>
                <c:pt idx="744">
                  <c:v>43997</c:v>
                </c:pt>
                <c:pt idx="745">
                  <c:v>43994</c:v>
                </c:pt>
                <c:pt idx="746">
                  <c:v>43993</c:v>
                </c:pt>
                <c:pt idx="747">
                  <c:v>43992</c:v>
                </c:pt>
                <c:pt idx="748">
                  <c:v>43991</c:v>
                </c:pt>
                <c:pt idx="749">
                  <c:v>43990</c:v>
                </c:pt>
                <c:pt idx="750">
                  <c:v>43987</c:v>
                </c:pt>
                <c:pt idx="751">
                  <c:v>43986</c:v>
                </c:pt>
                <c:pt idx="752">
                  <c:v>43985</c:v>
                </c:pt>
                <c:pt idx="753">
                  <c:v>43984</c:v>
                </c:pt>
                <c:pt idx="754">
                  <c:v>43983</c:v>
                </c:pt>
                <c:pt idx="755">
                  <c:v>43980</c:v>
                </c:pt>
                <c:pt idx="756">
                  <c:v>43979</c:v>
                </c:pt>
                <c:pt idx="757">
                  <c:v>43978</c:v>
                </c:pt>
                <c:pt idx="758">
                  <c:v>43977</c:v>
                </c:pt>
                <c:pt idx="759">
                  <c:v>43976</c:v>
                </c:pt>
                <c:pt idx="760">
                  <c:v>43973</c:v>
                </c:pt>
                <c:pt idx="761">
                  <c:v>43972</c:v>
                </c:pt>
                <c:pt idx="762">
                  <c:v>43971</c:v>
                </c:pt>
                <c:pt idx="763">
                  <c:v>43970</c:v>
                </c:pt>
                <c:pt idx="764">
                  <c:v>43969</c:v>
                </c:pt>
                <c:pt idx="765">
                  <c:v>43966</c:v>
                </c:pt>
                <c:pt idx="766">
                  <c:v>43965</c:v>
                </c:pt>
                <c:pt idx="767">
                  <c:v>43964</c:v>
                </c:pt>
                <c:pt idx="768">
                  <c:v>43963</c:v>
                </c:pt>
                <c:pt idx="769">
                  <c:v>43962</c:v>
                </c:pt>
                <c:pt idx="770">
                  <c:v>43959</c:v>
                </c:pt>
                <c:pt idx="771">
                  <c:v>43958</c:v>
                </c:pt>
                <c:pt idx="772">
                  <c:v>43957</c:v>
                </c:pt>
                <c:pt idx="773">
                  <c:v>43951</c:v>
                </c:pt>
                <c:pt idx="774">
                  <c:v>43950</c:v>
                </c:pt>
                <c:pt idx="775">
                  <c:v>43949</c:v>
                </c:pt>
                <c:pt idx="776">
                  <c:v>43948</c:v>
                </c:pt>
                <c:pt idx="777">
                  <c:v>43945</c:v>
                </c:pt>
                <c:pt idx="778">
                  <c:v>43944</c:v>
                </c:pt>
                <c:pt idx="779">
                  <c:v>43943</c:v>
                </c:pt>
                <c:pt idx="780">
                  <c:v>43942</c:v>
                </c:pt>
                <c:pt idx="781">
                  <c:v>43941</c:v>
                </c:pt>
                <c:pt idx="782">
                  <c:v>43938</c:v>
                </c:pt>
                <c:pt idx="783">
                  <c:v>43937</c:v>
                </c:pt>
                <c:pt idx="784">
                  <c:v>43936</c:v>
                </c:pt>
                <c:pt idx="785">
                  <c:v>43935</c:v>
                </c:pt>
                <c:pt idx="786">
                  <c:v>43934</c:v>
                </c:pt>
                <c:pt idx="787">
                  <c:v>43931</c:v>
                </c:pt>
                <c:pt idx="788">
                  <c:v>43930</c:v>
                </c:pt>
                <c:pt idx="789">
                  <c:v>43929</c:v>
                </c:pt>
                <c:pt idx="790">
                  <c:v>43928</c:v>
                </c:pt>
                <c:pt idx="791">
                  <c:v>43924</c:v>
                </c:pt>
                <c:pt idx="792">
                  <c:v>43923</c:v>
                </c:pt>
                <c:pt idx="793">
                  <c:v>43922</c:v>
                </c:pt>
                <c:pt idx="794">
                  <c:v>43921</c:v>
                </c:pt>
                <c:pt idx="795">
                  <c:v>43920</c:v>
                </c:pt>
                <c:pt idx="796">
                  <c:v>43917</c:v>
                </c:pt>
                <c:pt idx="797">
                  <c:v>43916</c:v>
                </c:pt>
                <c:pt idx="798">
                  <c:v>43915</c:v>
                </c:pt>
                <c:pt idx="799">
                  <c:v>43914</c:v>
                </c:pt>
                <c:pt idx="800">
                  <c:v>43913</c:v>
                </c:pt>
                <c:pt idx="801">
                  <c:v>43910</c:v>
                </c:pt>
                <c:pt idx="802">
                  <c:v>43909</c:v>
                </c:pt>
                <c:pt idx="803">
                  <c:v>43908</c:v>
                </c:pt>
                <c:pt idx="804">
                  <c:v>43907</c:v>
                </c:pt>
                <c:pt idx="805">
                  <c:v>43906</c:v>
                </c:pt>
                <c:pt idx="806">
                  <c:v>43903</c:v>
                </c:pt>
                <c:pt idx="807">
                  <c:v>43902</c:v>
                </c:pt>
                <c:pt idx="808">
                  <c:v>43901</c:v>
                </c:pt>
                <c:pt idx="809">
                  <c:v>43900</c:v>
                </c:pt>
                <c:pt idx="810">
                  <c:v>43899</c:v>
                </c:pt>
                <c:pt idx="811">
                  <c:v>43896</c:v>
                </c:pt>
                <c:pt idx="812">
                  <c:v>43895</c:v>
                </c:pt>
                <c:pt idx="813">
                  <c:v>43894</c:v>
                </c:pt>
                <c:pt idx="814">
                  <c:v>43893</c:v>
                </c:pt>
                <c:pt idx="815">
                  <c:v>43892</c:v>
                </c:pt>
                <c:pt idx="816">
                  <c:v>43889</c:v>
                </c:pt>
                <c:pt idx="817">
                  <c:v>43888</c:v>
                </c:pt>
                <c:pt idx="818">
                  <c:v>43887</c:v>
                </c:pt>
                <c:pt idx="819">
                  <c:v>43886</c:v>
                </c:pt>
                <c:pt idx="820">
                  <c:v>43885</c:v>
                </c:pt>
                <c:pt idx="821">
                  <c:v>43882</c:v>
                </c:pt>
                <c:pt idx="822">
                  <c:v>43881</c:v>
                </c:pt>
                <c:pt idx="823">
                  <c:v>43880</c:v>
                </c:pt>
                <c:pt idx="824">
                  <c:v>43879</c:v>
                </c:pt>
                <c:pt idx="825">
                  <c:v>43878</c:v>
                </c:pt>
                <c:pt idx="826">
                  <c:v>43875</c:v>
                </c:pt>
                <c:pt idx="827">
                  <c:v>43874</c:v>
                </c:pt>
                <c:pt idx="828">
                  <c:v>43873</c:v>
                </c:pt>
                <c:pt idx="829">
                  <c:v>43872</c:v>
                </c:pt>
                <c:pt idx="830">
                  <c:v>43871</c:v>
                </c:pt>
                <c:pt idx="831">
                  <c:v>43853</c:v>
                </c:pt>
                <c:pt idx="832">
                  <c:v>43852</c:v>
                </c:pt>
                <c:pt idx="833">
                  <c:v>43851</c:v>
                </c:pt>
                <c:pt idx="834">
                  <c:v>43850</c:v>
                </c:pt>
                <c:pt idx="835">
                  <c:v>43847</c:v>
                </c:pt>
                <c:pt idx="836">
                  <c:v>43846</c:v>
                </c:pt>
                <c:pt idx="837">
                  <c:v>43845</c:v>
                </c:pt>
                <c:pt idx="838">
                  <c:v>43844</c:v>
                </c:pt>
                <c:pt idx="839">
                  <c:v>43843</c:v>
                </c:pt>
                <c:pt idx="840">
                  <c:v>43840</c:v>
                </c:pt>
                <c:pt idx="841">
                  <c:v>43839</c:v>
                </c:pt>
                <c:pt idx="842">
                  <c:v>43838</c:v>
                </c:pt>
                <c:pt idx="843">
                  <c:v>43837</c:v>
                </c:pt>
                <c:pt idx="844">
                  <c:v>43836</c:v>
                </c:pt>
                <c:pt idx="845">
                  <c:v>43833</c:v>
                </c:pt>
                <c:pt idx="846">
                  <c:v>43832</c:v>
                </c:pt>
                <c:pt idx="847">
                  <c:v>43830</c:v>
                </c:pt>
                <c:pt idx="848">
                  <c:v>43829</c:v>
                </c:pt>
                <c:pt idx="849">
                  <c:v>43826</c:v>
                </c:pt>
                <c:pt idx="850">
                  <c:v>43825</c:v>
                </c:pt>
                <c:pt idx="851">
                  <c:v>43824</c:v>
                </c:pt>
                <c:pt idx="852">
                  <c:v>43823</c:v>
                </c:pt>
                <c:pt idx="853">
                  <c:v>43822</c:v>
                </c:pt>
                <c:pt idx="854">
                  <c:v>43819</c:v>
                </c:pt>
                <c:pt idx="855">
                  <c:v>43818</c:v>
                </c:pt>
                <c:pt idx="856">
                  <c:v>43817</c:v>
                </c:pt>
                <c:pt idx="857">
                  <c:v>43816</c:v>
                </c:pt>
                <c:pt idx="858">
                  <c:v>43815</c:v>
                </c:pt>
                <c:pt idx="859">
                  <c:v>43812</c:v>
                </c:pt>
                <c:pt idx="860">
                  <c:v>43811</c:v>
                </c:pt>
                <c:pt idx="861">
                  <c:v>43810</c:v>
                </c:pt>
                <c:pt idx="862">
                  <c:v>43809</c:v>
                </c:pt>
                <c:pt idx="863">
                  <c:v>43808</c:v>
                </c:pt>
                <c:pt idx="864">
                  <c:v>43805</c:v>
                </c:pt>
                <c:pt idx="865">
                  <c:v>43804</c:v>
                </c:pt>
                <c:pt idx="866">
                  <c:v>43803</c:v>
                </c:pt>
                <c:pt idx="867">
                  <c:v>43802</c:v>
                </c:pt>
                <c:pt idx="868">
                  <c:v>43801</c:v>
                </c:pt>
                <c:pt idx="869">
                  <c:v>43798</c:v>
                </c:pt>
                <c:pt idx="870">
                  <c:v>43797</c:v>
                </c:pt>
                <c:pt idx="871">
                  <c:v>43796</c:v>
                </c:pt>
                <c:pt idx="872">
                  <c:v>43795</c:v>
                </c:pt>
                <c:pt idx="873">
                  <c:v>43794</c:v>
                </c:pt>
                <c:pt idx="874">
                  <c:v>43791</c:v>
                </c:pt>
                <c:pt idx="875">
                  <c:v>43790</c:v>
                </c:pt>
                <c:pt idx="876">
                  <c:v>43789</c:v>
                </c:pt>
                <c:pt idx="877">
                  <c:v>43788</c:v>
                </c:pt>
                <c:pt idx="878">
                  <c:v>43787</c:v>
                </c:pt>
                <c:pt idx="879">
                  <c:v>43784</c:v>
                </c:pt>
                <c:pt idx="880">
                  <c:v>43783</c:v>
                </c:pt>
                <c:pt idx="881">
                  <c:v>43782</c:v>
                </c:pt>
                <c:pt idx="882">
                  <c:v>43781</c:v>
                </c:pt>
                <c:pt idx="883">
                  <c:v>43780</c:v>
                </c:pt>
                <c:pt idx="884">
                  <c:v>43777</c:v>
                </c:pt>
                <c:pt idx="885">
                  <c:v>43776</c:v>
                </c:pt>
                <c:pt idx="886">
                  <c:v>43775</c:v>
                </c:pt>
                <c:pt idx="887">
                  <c:v>43774</c:v>
                </c:pt>
                <c:pt idx="888">
                  <c:v>43773</c:v>
                </c:pt>
                <c:pt idx="889">
                  <c:v>43770</c:v>
                </c:pt>
                <c:pt idx="890">
                  <c:v>43769</c:v>
                </c:pt>
                <c:pt idx="891">
                  <c:v>43768</c:v>
                </c:pt>
                <c:pt idx="892">
                  <c:v>43767</c:v>
                </c:pt>
                <c:pt idx="893">
                  <c:v>43766</c:v>
                </c:pt>
                <c:pt idx="894">
                  <c:v>43763</c:v>
                </c:pt>
                <c:pt idx="895">
                  <c:v>43762</c:v>
                </c:pt>
                <c:pt idx="896">
                  <c:v>43761</c:v>
                </c:pt>
                <c:pt idx="897">
                  <c:v>43760</c:v>
                </c:pt>
                <c:pt idx="898">
                  <c:v>43759</c:v>
                </c:pt>
                <c:pt idx="899">
                  <c:v>43756</c:v>
                </c:pt>
                <c:pt idx="900">
                  <c:v>43755</c:v>
                </c:pt>
                <c:pt idx="901">
                  <c:v>43754</c:v>
                </c:pt>
                <c:pt idx="902">
                  <c:v>43753</c:v>
                </c:pt>
                <c:pt idx="903">
                  <c:v>43752</c:v>
                </c:pt>
                <c:pt idx="904">
                  <c:v>43749</c:v>
                </c:pt>
                <c:pt idx="905">
                  <c:v>43748</c:v>
                </c:pt>
                <c:pt idx="906">
                  <c:v>43747</c:v>
                </c:pt>
                <c:pt idx="907">
                  <c:v>43746</c:v>
                </c:pt>
                <c:pt idx="908">
                  <c:v>43738</c:v>
                </c:pt>
                <c:pt idx="909">
                  <c:v>43737</c:v>
                </c:pt>
                <c:pt idx="910">
                  <c:v>43735</c:v>
                </c:pt>
                <c:pt idx="911">
                  <c:v>43734</c:v>
                </c:pt>
                <c:pt idx="912">
                  <c:v>43733</c:v>
                </c:pt>
                <c:pt idx="913">
                  <c:v>43732</c:v>
                </c:pt>
                <c:pt idx="914">
                  <c:v>43731</c:v>
                </c:pt>
                <c:pt idx="915">
                  <c:v>43728</c:v>
                </c:pt>
                <c:pt idx="916">
                  <c:v>43727</c:v>
                </c:pt>
                <c:pt idx="917">
                  <c:v>43726</c:v>
                </c:pt>
                <c:pt idx="918">
                  <c:v>43725</c:v>
                </c:pt>
                <c:pt idx="919">
                  <c:v>43724</c:v>
                </c:pt>
                <c:pt idx="920">
                  <c:v>43720</c:v>
                </c:pt>
                <c:pt idx="921">
                  <c:v>43719</c:v>
                </c:pt>
                <c:pt idx="922">
                  <c:v>43718</c:v>
                </c:pt>
                <c:pt idx="923">
                  <c:v>43717</c:v>
                </c:pt>
                <c:pt idx="924">
                  <c:v>43714</c:v>
                </c:pt>
                <c:pt idx="925">
                  <c:v>43713</c:v>
                </c:pt>
                <c:pt idx="926">
                  <c:v>43712</c:v>
                </c:pt>
                <c:pt idx="927">
                  <c:v>43711</c:v>
                </c:pt>
                <c:pt idx="928">
                  <c:v>43710</c:v>
                </c:pt>
                <c:pt idx="929">
                  <c:v>43707</c:v>
                </c:pt>
                <c:pt idx="930">
                  <c:v>43706</c:v>
                </c:pt>
                <c:pt idx="931">
                  <c:v>43705</c:v>
                </c:pt>
                <c:pt idx="932">
                  <c:v>43704</c:v>
                </c:pt>
                <c:pt idx="933">
                  <c:v>43703</c:v>
                </c:pt>
                <c:pt idx="934">
                  <c:v>43700</c:v>
                </c:pt>
                <c:pt idx="935">
                  <c:v>43699</c:v>
                </c:pt>
                <c:pt idx="936">
                  <c:v>43698</c:v>
                </c:pt>
                <c:pt idx="937">
                  <c:v>43697</c:v>
                </c:pt>
                <c:pt idx="938">
                  <c:v>43696</c:v>
                </c:pt>
                <c:pt idx="939">
                  <c:v>43693</c:v>
                </c:pt>
                <c:pt idx="940">
                  <c:v>43692</c:v>
                </c:pt>
                <c:pt idx="941">
                  <c:v>43691</c:v>
                </c:pt>
                <c:pt idx="942">
                  <c:v>43690</c:v>
                </c:pt>
                <c:pt idx="943">
                  <c:v>43689</c:v>
                </c:pt>
                <c:pt idx="944">
                  <c:v>43686</c:v>
                </c:pt>
                <c:pt idx="945">
                  <c:v>43685</c:v>
                </c:pt>
                <c:pt idx="946">
                  <c:v>43684</c:v>
                </c:pt>
                <c:pt idx="947">
                  <c:v>43683</c:v>
                </c:pt>
                <c:pt idx="948">
                  <c:v>43682</c:v>
                </c:pt>
                <c:pt idx="949">
                  <c:v>43679</c:v>
                </c:pt>
                <c:pt idx="950">
                  <c:v>43678</c:v>
                </c:pt>
                <c:pt idx="951">
                  <c:v>43677</c:v>
                </c:pt>
                <c:pt idx="952">
                  <c:v>43676</c:v>
                </c:pt>
                <c:pt idx="953">
                  <c:v>43675</c:v>
                </c:pt>
                <c:pt idx="954">
                  <c:v>43672</c:v>
                </c:pt>
                <c:pt idx="955">
                  <c:v>43671</c:v>
                </c:pt>
                <c:pt idx="956">
                  <c:v>43670</c:v>
                </c:pt>
                <c:pt idx="957">
                  <c:v>43669</c:v>
                </c:pt>
                <c:pt idx="958">
                  <c:v>43668</c:v>
                </c:pt>
                <c:pt idx="959">
                  <c:v>43665</c:v>
                </c:pt>
                <c:pt idx="960">
                  <c:v>43664</c:v>
                </c:pt>
                <c:pt idx="961">
                  <c:v>43663</c:v>
                </c:pt>
                <c:pt idx="962">
                  <c:v>43662</c:v>
                </c:pt>
                <c:pt idx="963">
                  <c:v>43661</c:v>
                </c:pt>
                <c:pt idx="964">
                  <c:v>43658</c:v>
                </c:pt>
                <c:pt idx="965">
                  <c:v>43657</c:v>
                </c:pt>
                <c:pt idx="966">
                  <c:v>43656</c:v>
                </c:pt>
                <c:pt idx="967">
                  <c:v>43655</c:v>
                </c:pt>
                <c:pt idx="968">
                  <c:v>43654</c:v>
                </c:pt>
                <c:pt idx="969">
                  <c:v>43651</c:v>
                </c:pt>
                <c:pt idx="970">
                  <c:v>43650</c:v>
                </c:pt>
                <c:pt idx="971">
                  <c:v>43649</c:v>
                </c:pt>
                <c:pt idx="972">
                  <c:v>43648</c:v>
                </c:pt>
                <c:pt idx="973">
                  <c:v>43647</c:v>
                </c:pt>
                <c:pt idx="974">
                  <c:v>43644</c:v>
                </c:pt>
                <c:pt idx="975">
                  <c:v>43643</c:v>
                </c:pt>
                <c:pt idx="976">
                  <c:v>43642</c:v>
                </c:pt>
                <c:pt idx="977">
                  <c:v>43641</c:v>
                </c:pt>
                <c:pt idx="978">
                  <c:v>43640</c:v>
                </c:pt>
                <c:pt idx="979">
                  <c:v>43637</c:v>
                </c:pt>
                <c:pt idx="980">
                  <c:v>43636</c:v>
                </c:pt>
                <c:pt idx="981">
                  <c:v>43635</c:v>
                </c:pt>
                <c:pt idx="982">
                  <c:v>43634</c:v>
                </c:pt>
                <c:pt idx="983">
                  <c:v>43633</c:v>
                </c:pt>
                <c:pt idx="984">
                  <c:v>43630</c:v>
                </c:pt>
                <c:pt idx="985">
                  <c:v>43629</c:v>
                </c:pt>
                <c:pt idx="986">
                  <c:v>43628</c:v>
                </c:pt>
                <c:pt idx="987">
                  <c:v>43627</c:v>
                </c:pt>
                <c:pt idx="988">
                  <c:v>43626</c:v>
                </c:pt>
                <c:pt idx="989">
                  <c:v>43622</c:v>
                </c:pt>
                <c:pt idx="990">
                  <c:v>43621</c:v>
                </c:pt>
                <c:pt idx="991">
                  <c:v>43620</c:v>
                </c:pt>
                <c:pt idx="992">
                  <c:v>43619</c:v>
                </c:pt>
                <c:pt idx="993">
                  <c:v>43616</c:v>
                </c:pt>
                <c:pt idx="994">
                  <c:v>43615</c:v>
                </c:pt>
                <c:pt idx="995">
                  <c:v>43614</c:v>
                </c:pt>
                <c:pt idx="996">
                  <c:v>43613</c:v>
                </c:pt>
                <c:pt idx="997">
                  <c:v>43612</c:v>
                </c:pt>
                <c:pt idx="998">
                  <c:v>43609</c:v>
                </c:pt>
                <c:pt idx="999">
                  <c:v>43608</c:v>
                </c:pt>
                <c:pt idx="1000">
                  <c:v>43607</c:v>
                </c:pt>
                <c:pt idx="1001">
                  <c:v>43606</c:v>
                </c:pt>
                <c:pt idx="1002">
                  <c:v>43605</c:v>
                </c:pt>
                <c:pt idx="1003">
                  <c:v>43602</c:v>
                </c:pt>
                <c:pt idx="1004">
                  <c:v>43601</c:v>
                </c:pt>
                <c:pt idx="1005">
                  <c:v>43600</c:v>
                </c:pt>
                <c:pt idx="1006">
                  <c:v>43599</c:v>
                </c:pt>
                <c:pt idx="1007">
                  <c:v>43598</c:v>
                </c:pt>
                <c:pt idx="1008">
                  <c:v>43595</c:v>
                </c:pt>
                <c:pt idx="1009">
                  <c:v>43594</c:v>
                </c:pt>
                <c:pt idx="1010">
                  <c:v>43593</c:v>
                </c:pt>
                <c:pt idx="1011">
                  <c:v>43592</c:v>
                </c:pt>
                <c:pt idx="1012">
                  <c:v>43591</c:v>
                </c:pt>
                <c:pt idx="1013">
                  <c:v>43590</c:v>
                </c:pt>
                <c:pt idx="1014">
                  <c:v>43585</c:v>
                </c:pt>
                <c:pt idx="1015">
                  <c:v>43584</c:v>
                </c:pt>
                <c:pt idx="1016">
                  <c:v>43583</c:v>
                </c:pt>
                <c:pt idx="1017">
                  <c:v>43581</c:v>
                </c:pt>
                <c:pt idx="1018">
                  <c:v>43580</c:v>
                </c:pt>
                <c:pt idx="1019">
                  <c:v>43579</c:v>
                </c:pt>
                <c:pt idx="1020">
                  <c:v>43578</c:v>
                </c:pt>
                <c:pt idx="1021">
                  <c:v>43577</c:v>
                </c:pt>
                <c:pt idx="1022">
                  <c:v>43574</c:v>
                </c:pt>
                <c:pt idx="1023">
                  <c:v>43573</c:v>
                </c:pt>
                <c:pt idx="1024">
                  <c:v>43572</c:v>
                </c:pt>
                <c:pt idx="1025">
                  <c:v>43571</c:v>
                </c:pt>
                <c:pt idx="1026">
                  <c:v>43570</c:v>
                </c:pt>
                <c:pt idx="1027">
                  <c:v>43567</c:v>
                </c:pt>
                <c:pt idx="1028">
                  <c:v>43566</c:v>
                </c:pt>
                <c:pt idx="1029">
                  <c:v>43565</c:v>
                </c:pt>
                <c:pt idx="1030">
                  <c:v>43564</c:v>
                </c:pt>
                <c:pt idx="1031">
                  <c:v>43563</c:v>
                </c:pt>
                <c:pt idx="1032">
                  <c:v>43559</c:v>
                </c:pt>
                <c:pt idx="1033">
                  <c:v>43558</c:v>
                </c:pt>
                <c:pt idx="1034">
                  <c:v>43557</c:v>
                </c:pt>
                <c:pt idx="1035">
                  <c:v>43556</c:v>
                </c:pt>
                <c:pt idx="1036">
                  <c:v>43553</c:v>
                </c:pt>
                <c:pt idx="1037">
                  <c:v>43552</c:v>
                </c:pt>
                <c:pt idx="1038">
                  <c:v>43551</c:v>
                </c:pt>
                <c:pt idx="1039">
                  <c:v>43550</c:v>
                </c:pt>
                <c:pt idx="1040">
                  <c:v>43549</c:v>
                </c:pt>
                <c:pt idx="1041">
                  <c:v>43546</c:v>
                </c:pt>
                <c:pt idx="1042">
                  <c:v>43545</c:v>
                </c:pt>
                <c:pt idx="1043">
                  <c:v>43544</c:v>
                </c:pt>
                <c:pt idx="1044">
                  <c:v>43543</c:v>
                </c:pt>
                <c:pt idx="1045">
                  <c:v>43542</c:v>
                </c:pt>
                <c:pt idx="1046">
                  <c:v>43539</c:v>
                </c:pt>
                <c:pt idx="1047">
                  <c:v>43538</c:v>
                </c:pt>
                <c:pt idx="1048">
                  <c:v>43537</c:v>
                </c:pt>
                <c:pt idx="1049">
                  <c:v>43536</c:v>
                </c:pt>
                <c:pt idx="1050">
                  <c:v>43535</c:v>
                </c:pt>
                <c:pt idx="1051">
                  <c:v>43532</c:v>
                </c:pt>
                <c:pt idx="1052">
                  <c:v>43531</c:v>
                </c:pt>
                <c:pt idx="1053">
                  <c:v>43530</c:v>
                </c:pt>
                <c:pt idx="1054">
                  <c:v>43529</c:v>
                </c:pt>
                <c:pt idx="1055">
                  <c:v>43528</c:v>
                </c:pt>
                <c:pt idx="1056">
                  <c:v>43525</c:v>
                </c:pt>
                <c:pt idx="1057">
                  <c:v>43524</c:v>
                </c:pt>
                <c:pt idx="1058">
                  <c:v>43523</c:v>
                </c:pt>
                <c:pt idx="1059">
                  <c:v>43522</c:v>
                </c:pt>
                <c:pt idx="1060">
                  <c:v>43521</c:v>
                </c:pt>
                <c:pt idx="1061">
                  <c:v>43518</c:v>
                </c:pt>
                <c:pt idx="1062">
                  <c:v>43517</c:v>
                </c:pt>
                <c:pt idx="1063">
                  <c:v>43516</c:v>
                </c:pt>
                <c:pt idx="1064">
                  <c:v>43515</c:v>
                </c:pt>
                <c:pt idx="1065">
                  <c:v>43514</c:v>
                </c:pt>
                <c:pt idx="1066">
                  <c:v>43511</c:v>
                </c:pt>
                <c:pt idx="1067">
                  <c:v>43510</c:v>
                </c:pt>
                <c:pt idx="1068">
                  <c:v>43509</c:v>
                </c:pt>
                <c:pt idx="1069">
                  <c:v>43508</c:v>
                </c:pt>
                <c:pt idx="1070">
                  <c:v>43507</c:v>
                </c:pt>
                <c:pt idx="1071">
                  <c:v>43499</c:v>
                </c:pt>
                <c:pt idx="1072">
                  <c:v>43498</c:v>
                </c:pt>
                <c:pt idx="1073">
                  <c:v>43497</c:v>
                </c:pt>
                <c:pt idx="1074">
                  <c:v>43496</c:v>
                </c:pt>
                <c:pt idx="1075">
                  <c:v>43495</c:v>
                </c:pt>
                <c:pt idx="1076">
                  <c:v>43494</c:v>
                </c:pt>
                <c:pt idx="1077">
                  <c:v>43493</c:v>
                </c:pt>
                <c:pt idx="1078">
                  <c:v>43490</c:v>
                </c:pt>
                <c:pt idx="1079">
                  <c:v>43489</c:v>
                </c:pt>
                <c:pt idx="1080">
                  <c:v>43488</c:v>
                </c:pt>
                <c:pt idx="1081">
                  <c:v>43487</c:v>
                </c:pt>
                <c:pt idx="1082">
                  <c:v>43486</c:v>
                </c:pt>
                <c:pt idx="1083">
                  <c:v>43483</c:v>
                </c:pt>
                <c:pt idx="1084">
                  <c:v>43482</c:v>
                </c:pt>
                <c:pt idx="1085">
                  <c:v>43481</c:v>
                </c:pt>
                <c:pt idx="1086">
                  <c:v>43480</c:v>
                </c:pt>
                <c:pt idx="1087">
                  <c:v>43479</c:v>
                </c:pt>
                <c:pt idx="1088">
                  <c:v>43476</c:v>
                </c:pt>
                <c:pt idx="1089">
                  <c:v>43475</c:v>
                </c:pt>
                <c:pt idx="1090">
                  <c:v>43474</c:v>
                </c:pt>
                <c:pt idx="1091">
                  <c:v>43473</c:v>
                </c:pt>
                <c:pt idx="1092">
                  <c:v>43472</c:v>
                </c:pt>
                <c:pt idx="1093">
                  <c:v>43469</c:v>
                </c:pt>
                <c:pt idx="1094">
                  <c:v>43468</c:v>
                </c:pt>
                <c:pt idx="1095">
                  <c:v>43467</c:v>
                </c:pt>
                <c:pt idx="1096">
                  <c:v>43463</c:v>
                </c:pt>
                <c:pt idx="1097">
                  <c:v>43462</c:v>
                </c:pt>
                <c:pt idx="1098">
                  <c:v>43461</c:v>
                </c:pt>
                <c:pt idx="1099">
                  <c:v>43460</c:v>
                </c:pt>
                <c:pt idx="1100">
                  <c:v>43459</c:v>
                </c:pt>
                <c:pt idx="1101">
                  <c:v>43458</c:v>
                </c:pt>
                <c:pt idx="1102">
                  <c:v>43455</c:v>
                </c:pt>
                <c:pt idx="1103">
                  <c:v>43454</c:v>
                </c:pt>
                <c:pt idx="1104">
                  <c:v>43453</c:v>
                </c:pt>
                <c:pt idx="1105">
                  <c:v>43452</c:v>
                </c:pt>
                <c:pt idx="1106">
                  <c:v>43451</c:v>
                </c:pt>
                <c:pt idx="1107">
                  <c:v>43448</c:v>
                </c:pt>
                <c:pt idx="1108">
                  <c:v>43447</c:v>
                </c:pt>
                <c:pt idx="1109">
                  <c:v>43446</c:v>
                </c:pt>
                <c:pt idx="1110">
                  <c:v>43445</c:v>
                </c:pt>
                <c:pt idx="1111">
                  <c:v>43444</c:v>
                </c:pt>
                <c:pt idx="1112">
                  <c:v>43441</c:v>
                </c:pt>
                <c:pt idx="1113">
                  <c:v>43440</c:v>
                </c:pt>
                <c:pt idx="1114">
                  <c:v>43439</c:v>
                </c:pt>
                <c:pt idx="1115">
                  <c:v>43438</c:v>
                </c:pt>
                <c:pt idx="1116">
                  <c:v>43437</c:v>
                </c:pt>
                <c:pt idx="1117">
                  <c:v>43434</c:v>
                </c:pt>
                <c:pt idx="1118">
                  <c:v>43433</c:v>
                </c:pt>
                <c:pt idx="1119">
                  <c:v>43432</c:v>
                </c:pt>
                <c:pt idx="1120">
                  <c:v>43431</c:v>
                </c:pt>
                <c:pt idx="1121">
                  <c:v>43430</c:v>
                </c:pt>
                <c:pt idx="1122">
                  <c:v>43427</c:v>
                </c:pt>
                <c:pt idx="1123">
                  <c:v>43426</c:v>
                </c:pt>
                <c:pt idx="1124">
                  <c:v>43425</c:v>
                </c:pt>
                <c:pt idx="1125">
                  <c:v>43424</c:v>
                </c:pt>
                <c:pt idx="1126">
                  <c:v>43423</c:v>
                </c:pt>
                <c:pt idx="1127">
                  <c:v>43420</c:v>
                </c:pt>
                <c:pt idx="1128">
                  <c:v>43419</c:v>
                </c:pt>
                <c:pt idx="1129">
                  <c:v>43418</c:v>
                </c:pt>
                <c:pt idx="1130">
                  <c:v>43417</c:v>
                </c:pt>
                <c:pt idx="1131">
                  <c:v>43416</c:v>
                </c:pt>
                <c:pt idx="1132">
                  <c:v>43413</c:v>
                </c:pt>
                <c:pt idx="1133">
                  <c:v>43412</c:v>
                </c:pt>
                <c:pt idx="1134">
                  <c:v>43411</c:v>
                </c:pt>
                <c:pt idx="1135">
                  <c:v>43410</c:v>
                </c:pt>
                <c:pt idx="1136">
                  <c:v>43409</c:v>
                </c:pt>
                <c:pt idx="1137">
                  <c:v>43406</c:v>
                </c:pt>
                <c:pt idx="1138">
                  <c:v>43405</c:v>
                </c:pt>
                <c:pt idx="1139">
                  <c:v>43404</c:v>
                </c:pt>
                <c:pt idx="1140">
                  <c:v>43403</c:v>
                </c:pt>
                <c:pt idx="1141">
                  <c:v>43402</c:v>
                </c:pt>
                <c:pt idx="1142">
                  <c:v>43399</c:v>
                </c:pt>
                <c:pt idx="1143">
                  <c:v>43398</c:v>
                </c:pt>
                <c:pt idx="1144">
                  <c:v>43397</c:v>
                </c:pt>
                <c:pt idx="1145">
                  <c:v>43396</c:v>
                </c:pt>
                <c:pt idx="1146">
                  <c:v>43395</c:v>
                </c:pt>
                <c:pt idx="1147">
                  <c:v>43392</c:v>
                </c:pt>
                <c:pt idx="1148">
                  <c:v>43391</c:v>
                </c:pt>
                <c:pt idx="1149">
                  <c:v>43390</c:v>
                </c:pt>
                <c:pt idx="1150">
                  <c:v>43389</c:v>
                </c:pt>
                <c:pt idx="1151">
                  <c:v>43388</c:v>
                </c:pt>
                <c:pt idx="1152">
                  <c:v>43385</c:v>
                </c:pt>
                <c:pt idx="1153">
                  <c:v>43384</c:v>
                </c:pt>
                <c:pt idx="1154">
                  <c:v>43383</c:v>
                </c:pt>
                <c:pt idx="1155">
                  <c:v>43382</c:v>
                </c:pt>
                <c:pt idx="1156">
                  <c:v>43381</c:v>
                </c:pt>
                <c:pt idx="1157">
                  <c:v>43373</c:v>
                </c:pt>
                <c:pt idx="1158">
                  <c:v>43372</c:v>
                </c:pt>
                <c:pt idx="1159">
                  <c:v>43371</c:v>
                </c:pt>
                <c:pt idx="1160">
                  <c:v>43370</c:v>
                </c:pt>
                <c:pt idx="1161">
                  <c:v>43369</c:v>
                </c:pt>
                <c:pt idx="1162">
                  <c:v>43368</c:v>
                </c:pt>
                <c:pt idx="1163">
                  <c:v>43364</c:v>
                </c:pt>
                <c:pt idx="1164">
                  <c:v>43363</c:v>
                </c:pt>
                <c:pt idx="1165">
                  <c:v>43362</c:v>
                </c:pt>
                <c:pt idx="1166">
                  <c:v>43361</c:v>
                </c:pt>
                <c:pt idx="1167">
                  <c:v>43360</c:v>
                </c:pt>
                <c:pt idx="1168">
                  <c:v>43357</c:v>
                </c:pt>
                <c:pt idx="1169">
                  <c:v>43356</c:v>
                </c:pt>
                <c:pt idx="1170">
                  <c:v>43355</c:v>
                </c:pt>
                <c:pt idx="1171">
                  <c:v>43354</c:v>
                </c:pt>
                <c:pt idx="1172">
                  <c:v>43353</c:v>
                </c:pt>
                <c:pt idx="1173">
                  <c:v>43350</c:v>
                </c:pt>
                <c:pt idx="1174">
                  <c:v>43349</c:v>
                </c:pt>
                <c:pt idx="1175">
                  <c:v>43348</c:v>
                </c:pt>
                <c:pt idx="1176">
                  <c:v>43347</c:v>
                </c:pt>
                <c:pt idx="1177">
                  <c:v>43346</c:v>
                </c:pt>
                <c:pt idx="1178">
                  <c:v>43343</c:v>
                </c:pt>
                <c:pt idx="1179">
                  <c:v>43342</c:v>
                </c:pt>
                <c:pt idx="1180">
                  <c:v>43341</c:v>
                </c:pt>
                <c:pt idx="1181">
                  <c:v>43340</c:v>
                </c:pt>
                <c:pt idx="1182">
                  <c:v>43339</c:v>
                </c:pt>
                <c:pt idx="1183">
                  <c:v>43336</c:v>
                </c:pt>
                <c:pt idx="1184">
                  <c:v>43335</c:v>
                </c:pt>
                <c:pt idx="1185">
                  <c:v>43334</c:v>
                </c:pt>
                <c:pt idx="1186">
                  <c:v>43333</c:v>
                </c:pt>
                <c:pt idx="1187">
                  <c:v>43332</c:v>
                </c:pt>
                <c:pt idx="1188">
                  <c:v>43329</c:v>
                </c:pt>
                <c:pt idx="1189">
                  <c:v>43328</c:v>
                </c:pt>
                <c:pt idx="1190">
                  <c:v>43327</c:v>
                </c:pt>
                <c:pt idx="1191">
                  <c:v>43326</c:v>
                </c:pt>
                <c:pt idx="1192">
                  <c:v>43325</c:v>
                </c:pt>
                <c:pt idx="1193">
                  <c:v>43322</c:v>
                </c:pt>
                <c:pt idx="1194">
                  <c:v>43321</c:v>
                </c:pt>
                <c:pt idx="1195">
                  <c:v>43320</c:v>
                </c:pt>
                <c:pt idx="1196">
                  <c:v>43319</c:v>
                </c:pt>
                <c:pt idx="1197">
                  <c:v>43318</c:v>
                </c:pt>
                <c:pt idx="1198">
                  <c:v>43315</c:v>
                </c:pt>
                <c:pt idx="1199">
                  <c:v>43314</c:v>
                </c:pt>
                <c:pt idx="1200">
                  <c:v>43313</c:v>
                </c:pt>
                <c:pt idx="1201">
                  <c:v>43312</c:v>
                </c:pt>
                <c:pt idx="1202">
                  <c:v>43311</c:v>
                </c:pt>
                <c:pt idx="1203">
                  <c:v>43308</c:v>
                </c:pt>
                <c:pt idx="1204">
                  <c:v>43307</c:v>
                </c:pt>
                <c:pt idx="1205">
                  <c:v>43306</c:v>
                </c:pt>
                <c:pt idx="1206">
                  <c:v>43305</c:v>
                </c:pt>
                <c:pt idx="1207">
                  <c:v>43304</c:v>
                </c:pt>
                <c:pt idx="1208">
                  <c:v>43301</c:v>
                </c:pt>
                <c:pt idx="1209">
                  <c:v>43300</c:v>
                </c:pt>
                <c:pt idx="1210">
                  <c:v>43299</c:v>
                </c:pt>
                <c:pt idx="1211">
                  <c:v>43298</c:v>
                </c:pt>
                <c:pt idx="1212">
                  <c:v>43297</c:v>
                </c:pt>
                <c:pt idx="1213">
                  <c:v>43294</c:v>
                </c:pt>
                <c:pt idx="1214">
                  <c:v>43293</c:v>
                </c:pt>
                <c:pt idx="1215">
                  <c:v>43292</c:v>
                </c:pt>
                <c:pt idx="1216">
                  <c:v>43291</c:v>
                </c:pt>
                <c:pt idx="1217">
                  <c:v>43290</c:v>
                </c:pt>
                <c:pt idx="1218">
                  <c:v>43287</c:v>
                </c:pt>
                <c:pt idx="1219">
                  <c:v>43286</c:v>
                </c:pt>
                <c:pt idx="1220">
                  <c:v>43285</c:v>
                </c:pt>
                <c:pt idx="1221">
                  <c:v>43284</c:v>
                </c:pt>
                <c:pt idx="1222">
                  <c:v>43283</c:v>
                </c:pt>
                <c:pt idx="1223">
                  <c:v>43280</c:v>
                </c:pt>
                <c:pt idx="1224">
                  <c:v>43279</c:v>
                </c:pt>
                <c:pt idx="1225">
                  <c:v>43278</c:v>
                </c:pt>
                <c:pt idx="1226">
                  <c:v>43277</c:v>
                </c:pt>
                <c:pt idx="1227">
                  <c:v>43276</c:v>
                </c:pt>
                <c:pt idx="1228">
                  <c:v>43273</c:v>
                </c:pt>
                <c:pt idx="1229">
                  <c:v>43272</c:v>
                </c:pt>
                <c:pt idx="1230">
                  <c:v>43271</c:v>
                </c:pt>
                <c:pt idx="1231">
                  <c:v>43270</c:v>
                </c:pt>
                <c:pt idx="1232">
                  <c:v>43266</c:v>
                </c:pt>
                <c:pt idx="1233">
                  <c:v>43265</c:v>
                </c:pt>
                <c:pt idx="1234">
                  <c:v>43264</c:v>
                </c:pt>
                <c:pt idx="1235">
                  <c:v>43263</c:v>
                </c:pt>
                <c:pt idx="1236">
                  <c:v>43262</c:v>
                </c:pt>
                <c:pt idx="1237">
                  <c:v>43259</c:v>
                </c:pt>
                <c:pt idx="1238">
                  <c:v>43258</c:v>
                </c:pt>
                <c:pt idx="1239">
                  <c:v>43257</c:v>
                </c:pt>
                <c:pt idx="1240">
                  <c:v>43256</c:v>
                </c:pt>
                <c:pt idx="1241">
                  <c:v>43255</c:v>
                </c:pt>
                <c:pt idx="1242">
                  <c:v>43252</c:v>
                </c:pt>
                <c:pt idx="1243">
                  <c:v>43251</c:v>
                </c:pt>
                <c:pt idx="1244">
                  <c:v>43250</c:v>
                </c:pt>
                <c:pt idx="1245">
                  <c:v>43249</c:v>
                </c:pt>
                <c:pt idx="1246">
                  <c:v>43248</c:v>
                </c:pt>
                <c:pt idx="1247">
                  <c:v>43245</c:v>
                </c:pt>
                <c:pt idx="1248">
                  <c:v>43244</c:v>
                </c:pt>
                <c:pt idx="1249">
                  <c:v>43243</c:v>
                </c:pt>
                <c:pt idx="1250">
                  <c:v>43242</c:v>
                </c:pt>
                <c:pt idx="1251">
                  <c:v>43241</c:v>
                </c:pt>
                <c:pt idx="1252">
                  <c:v>43238</c:v>
                </c:pt>
                <c:pt idx="1253">
                  <c:v>43237</c:v>
                </c:pt>
                <c:pt idx="1254">
                  <c:v>43236</c:v>
                </c:pt>
                <c:pt idx="1255">
                  <c:v>43235</c:v>
                </c:pt>
                <c:pt idx="1256">
                  <c:v>43234</c:v>
                </c:pt>
                <c:pt idx="1257">
                  <c:v>43231</c:v>
                </c:pt>
                <c:pt idx="1258">
                  <c:v>43230</c:v>
                </c:pt>
                <c:pt idx="1259">
                  <c:v>43229</c:v>
                </c:pt>
                <c:pt idx="1260">
                  <c:v>43228</c:v>
                </c:pt>
                <c:pt idx="1261">
                  <c:v>43227</c:v>
                </c:pt>
                <c:pt idx="1262">
                  <c:v>43224</c:v>
                </c:pt>
                <c:pt idx="1263">
                  <c:v>43223</c:v>
                </c:pt>
                <c:pt idx="1264">
                  <c:v>43222</c:v>
                </c:pt>
                <c:pt idx="1265">
                  <c:v>43218</c:v>
                </c:pt>
                <c:pt idx="1266">
                  <c:v>43217</c:v>
                </c:pt>
                <c:pt idx="1267">
                  <c:v>43216</c:v>
                </c:pt>
                <c:pt idx="1268">
                  <c:v>43215</c:v>
                </c:pt>
                <c:pt idx="1269">
                  <c:v>43214</c:v>
                </c:pt>
                <c:pt idx="1270">
                  <c:v>43213</c:v>
                </c:pt>
                <c:pt idx="1271">
                  <c:v>43210</c:v>
                </c:pt>
                <c:pt idx="1272">
                  <c:v>43209</c:v>
                </c:pt>
                <c:pt idx="1273">
                  <c:v>43208</c:v>
                </c:pt>
                <c:pt idx="1274">
                  <c:v>43207</c:v>
                </c:pt>
                <c:pt idx="1275">
                  <c:v>43206</c:v>
                </c:pt>
                <c:pt idx="1276">
                  <c:v>43203</c:v>
                </c:pt>
                <c:pt idx="1277">
                  <c:v>43202</c:v>
                </c:pt>
                <c:pt idx="1278">
                  <c:v>43201</c:v>
                </c:pt>
                <c:pt idx="1279">
                  <c:v>43200</c:v>
                </c:pt>
                <c:pt idx="1280">
                  <c:v>43199</c:v>
                </c:pt>
                <c:pt idx="1281">
                  <c:v>43198</c:v>
                </c:pt>
                <c:pt idx="1282">
                  <c:v>43194</c:v>
                </c:pt>
                <c:pt idx="1283">
                  <c:v>43193</c:v>
                </c:pt>
                <c:pt idx="1284">
                  <c:v>43192</c:v>
                </c:pt>
                <c:pt idx="1285">
                  <c:v>43189</c:v>
                </c:pt>
                <c:pt idx="1286">
                  <c:v>43188</c:v>
                </c:pt>
                <c:pt idx="1287">
                  <c:v>43187</c:v>
                </c:pt>
                <c:pt idx="1288">
                  <c:v>43186</c:v>
                </c:pt>
                <c:pt idx="1289">
                  <c:v>43185</c:v>
                </c:pt>
                <c:pt idx="1290">
                  <c:v>43182</c:v>
                </c:pt>
                <c:pt idx="1291">
                  <c:v>43181</c:v>
                </c:pt>
                <c:pt idx="1292">
                  <c:v>43180</c:v>
                </c:pt>
                <c:pt idx="1293">
                  <c:v>43179</c:v>
                </c:pt>
                <c:pt idx="1294">
                  <c:v>43178</c:v>
                </c:pt>
                <c:pt idx="1295">
                  <c:v>43175</c:v>
                </c:pt>
                <c:pt idx="1296">
                  <c:v>43174</c:v>
                </c:pt>
                <c:pt idx="1297">
                  <c:v>43173</c:v>
                </c:pt>
                <c:pt idx="1298">
                  <c:v>43172</c:v>
                </c:pt>
                <c:pt idx="1299">
                  <c:v>43171</c:v>
                </c:pt>
                <c:pt idx="1300">
                  <c:v>43168</c:v>
                </c:pt>
                <c:pt idx="1301">
                  <c:v>43167</c:v>
                </c:pt>
                <c:pt idx="1302">
                  <c:v>43166</c:v>
                </c:pt>
                <c:pt idx="1303">
                  <c:v>43165</c:v>
                </c:pt>
                <c:pt idx="1304">
                  <c:v>43164</c:v>
                </c:pt>
                <c:pt idx="1305">
                  <c:v>43161</c:v>
                </c:pt>
                <c:pt idx="1306">
                  <c:v>43160</c:v>
                </c:pt>
                <c:pt idx="1307">
                  <c:v>43159</c:v>
                </c:pt>
                <c:pt idx="1308">
                  <c:v>43158</c:v>
                </c:pt>
                <c:pt idx="1309">
                  <c:v>43157</c:v>
                </c:pt>
                <c:pt idx="1310">
                  <c:v>43155</c:v>
                </c:pt>
                <c:pt idx="1311">
                  <c:v>43154</c:v>
                </c:pt>
                <c:pt idx="1312">
                  <c:v>43153</c:v>
                </c:pt>
                <c:pt idx="1313">
                  <c:v>43145</c:v>
                </c:pt>
                <c:pt idx="1314">
                  <c:v>43144</c:v>
                </c:pt>
                <c:pt idx="1315">
                  <c:v>43143</c:v>
                </c:pt>
                <c:pt idx="1316">
                  <c:v>43142</c:v>
                </c:pt>
                <c:pt idx="1317">
                  <c:v>43140</c:v>
                </c:pt>
                <c:pt idx="1318">
                  <c:v>43139</c:v>
                </c:pt>
                <c:pt idx="1319">
                  <c:v>43138</c:v>
                </c:pt>
                <c:pt idx="1320">
                  <c:v>43137</c:v>
                </c:pt>
                <c:pt idx="1321">
                  <c:v>43136</c:v>
                </c:pt>
                <c:pt idx="1322">
                  <c:v>43133</c:v>
                </c:pt>
                <c:pt idx="1323">
                  <c:v>43132</c:v>
                </c:pt>
                <c:pt idx="1324">
                  <c:v>43131</c:v>
                </c:pt>
                <c:pt idx="1325">
                  <c:v>43130</c:v>
                </c:pt>
                <c:pt idx="1326">
                  <c:v>43129</c:v>
                </c:pt>
                <c:pt idx="1327">
                  <c:v>43126</c:v>
                </c:pt>
                <c:pt idx="1328">
                  <c:v>43125</c:v>
                </c:pt>
                <c:pt idx="1329">
                  <c:v>43124</c:v>
                </c:pt>
                <c:pt idx="1330">
                  <c:v>43123</c:v>
                </c:pt>
                <c:pt idx="1331">
                  <c:v>43122</c:v>
                </c:pt>
                <c:pt idx="1332">
                  <c:v>43119</c:v>
                </c:pt>
                <c:pt idx="1333">
                  <c:v>43118</c:v>
                </c:pt>
                <c:pt idx="1334">
                  <c:v>43117</c:v>
                </c:pt>
                <c:pt idx="1335">
                  <c:v>43116</c:v>
                </c:pt>
                <c:pt idx="1336">
                  <c:v>43115</c:v>
                </c:pt>
                <c:pt idx="1337">
                  <c:v>43112</c:v>
                </c:pt>
                <c:pt idx="1338">
                  <c:v>43111</c:v>
                </c:pt>
                <c:pt idx="1339">
                  <c:v>43110</c:v>
                </c:pt>
                <c:pt idx="1340">
                  <c:v>43109</c:v>
                </c:pt>
                <c:pt idx="1341">
                  <c:v>43108</c:v>
                </c:pt>
                <c:pt idx="1342">
                  <c:v>43105</c:v>
                </c:pt>
                <c:pt idx="1343">
                  <c:v>43104</c:v>
                </c:pt>
                <c:pt idx="1344">
                  <c:v>43103</c:v>
                </c:pt>
                <c:pt idx="1345">
                  <c:v>43102</c:v>
                </c:pt>
                <c:pt idx="1346">
                  <c:v>43098</c:v>
                </c:pt>
                <c:pt idx="1347">
                  <c:v>43097</c:v>
                </c:pt>
                <c:pt idx="1348">
                  <c:v>43096</c:v>
                </c:pt>
                <c:pt idx="1349">
                  <c:v>43095</c:v>
                </c:pt>
                <c:pt idx="1350">
                  <c:v>43094</c:v>
                </c:pt>
                <c:pt idx="1351">
                  <c:v>43091</c:v>
                </c:pt>
                <c:pt idx="1352">
                  <c:v>43090</c:v>
                </c:pt>
                <c:pt idx="1353">
                  <c:v>43089</c:v>
                </c:pt>
                <c:pt idx="1354">
                  <c:v>43088</c:v>
                </c:pt>
                <c:pt idx="1355">
                  <c:v>43087</c:v>
                </c:pt>
                <c:pt idx="1356">
                  <c:v>43084</c:v>
                </c:pt>
                <c:pt idx="1357">
                  <c:v>43083</c:v>
                </c:pt>
                <c:pt idx="1358">
                  <c:v>43082</c:v>
                </c:pt>
                <c:pt idx="1359">
                  <c:v>43081</c:v>
                </c:pt>
                <c:pt idx="1360">
                  <c:v>43080</c:v>
                </c:pt>
                <c:pt idx="1361">
                  <c:v>43077</c:v>
                </c:pt>
                <c:pt idx="1362">
                  <c:v>43076</c:v>
                </c:pt>
                <c:pt idx="1363">
                  <c:v>43075</c:v>
                </c:pt>
                <c:pt idx="1364">
                  <c:v>43074</c:v>
                </c:pt>
                <c:pt idx="1365">
                  <c:v>43073</c:v>
                </c:pt>
                <c:pt idx="1366">
                  <c:v>43070</c:v>
                </c:pt>
                <c:pt idx="1367">
                  <c:v>43069</c:v>
                </c:pt>
                <c:pt idx="1368">
                  <c:v>43068</c:v>
                </c:pt>
                <c:pt idx="1369">
                  <c:v>43067</c:v>
                </c:pt>
                <c:pt idx="1370">
                  <c:v>43066</c:v>
                </c:pt>
                <c:pt idx="1371">
                  <c:v>43063</c:v>
                </c:pt>
                <c:pt idx="1372">
                  <c:v>43062</c:v>
                </c:pt>
                <c:pt idx="1373">
                  <c:v>43061</c:v>
                </c:pt>
                <c:pt idx="1374">
                  <c:v>43060</c:v>
                </c:pt>
                <c:pt idx="1375">
                  <c:v>43059</c:v>
                </c:pt>
                <c:pt idx="1376">
                  <c:v>43056</c:v>
                </c:pt>
                <c:pt idx="1377">
                  <c:v>43055</c:v>
                </c:pt>
                <c:pt idx="1378">
                  <c:v>43054</c:v>
                </c:pt>
                <c:pt idx="1379">
                  <c:v>43053</c:v>
                </c:pt>
                <c:pt idx="1380">
                  <c:v>43052</c:v>
                </c:pt>
                <c:pt idx="1381">
                  <c:v>43049</c:v>
                </c:pt>
                <c:pt idx="1382">
                  <c:v>43048</c:v>
                </c:pt>
                <c:pt idx="1383">
                  <c:v>43047</c:v>
                </c:pt>
                <c:pt idx="1384">
                  <c:v>43046</c:v>
                </c:pt>
                <c:pt idx="1385">
                  <c:v>43045</c:v>
                </c:pt>
                <c:pt idx="1386">
                  <c:v>43042</c:v>
                </c:pt>
                <c:pt idx="1387">
                  <c:v>43041</c:v>
                </c:pt>
                <c:pt idx="1388">
                  <c:v>43040</c:v>
                </c:pt>
                <c:pt idx="1389">
                  <c:v>43039</c:v>
                </c:pt>
                <c:pt idx="1390">
                  <c:v>43038</c:v>
                </c:pt>
                <c:pt idx="1391">
                  <c:v>43035</c:v>
                </c:pt>
                <c:pt idx="1392">
                  <c:v>43034</c:v>
                </c:pt>
                <c:pt idx="1393">
                  <c:v>43033</c:v>
                </c:pt>
                <c:pt idx="1394">
                  <c:v>43032</c:v>
                </c:pt>
                <c:pt idx="1395">
                  <c:v>43031</c:v>
                </c:pt>
                <c:pt idx="1396">
                  <c:v>43028</c:v>
                </c:pt>
                <c:pt idx="1397">
                  <c:v>43027</c:v>
                </c:pt>
                <c:pt idx="1398">
                  <c:v>43026</c:v>
                </c:pt>
                <c:pt idx="1399">
                  <c:v>43025</c:v>
                </c:pt>
                <c:pt idx="1400">
                  <c:v>43024</c:v>
                </c:pt>
                <c:pt idx="1401">
                  <c:v>43021</c:v>
                </c:pt>
                <c:pt idx="1402">
                  <c:v>43020</c:v>
                </c:pt>
                <c:pt idx="1403">
                  <c:v>43019</c:v>
                </c:pt>
                <c:pt idx="1404">
                  <c:v>43018</c:v>
                </c:pt>
                <c:pt idx="1405">
                  <c:v>43017</c:v>
                </c:pt>
                <c:pt idx="1406">
                  <c:v>43008</c:v>
                </c:pt>
                <c:pt idx="1407">
                  <c:v>43007</c:v>
                </c:pt>
                <c:pt idx="1408">
                  <c:v>43006</c:v>
                </c:pt>
                <c:pt idx="1409">
                  <c:v>43005</c:v>
                </c:pt>
                <c:pt idx="1410">
                  <c:v>43004</c:v>
                </c:pt>
                <c:pt idx="1411">
                  <c:v>43003</c:v>
                </c:pt>
                <c:pt idx="1412">
                  <c:v>43000</c:v>
                </c:pt>
                <c:pt idx="1413">
                  <c:v>42999</c:v>
                </c:pt>
                <c:pt idx="1414">
                  <c:v>42998</c:v>
                </c:pt>
                <c:pt idx="1415">
                  <c:v>42997</c:v>
                </c:pt>
                <c:pt idx="1416">
                  <c:v>42996</c:v>
                </c:pt>
                <c:pt idx="1417">
                  <c:v>42993</c:v>
                </c:pt>
                <c:pt idx="1418">
                  <c:v>42992</c:v>
                </c:pt>
                <c:pt idx="1419">
                  <c:v>42991</c:v>
                </c:pt>
                <c:pt idx="1420">
                  <c:v>42990</c:v>
                </c:pt>
                <c:pt idx="1421">
                  <c:v>42989</c:v>
                </c:pt>
                <c:pt idx="1422">
                  <c:v>42986</c:v>
                </c:pt>
                <c:pt idx="1423">
                  <c:v>42985</c:v>
                </c:pt>
                <c:pt idx="1424">
                  <c:v>42984</c:v>
                </c:pt>
                <c:pt idx="1425">
                  <c:v>42983</c:v>
                </c:pt>
                <c:pt idx="1426">
                  <c:v>42982</c:v>
                </c:pt>
                <c:pt idx="1427">
                  <c:v>42979</c:v>
                </c:pt>
                <c:pt idx="1428">
                  <c:v>42978</c:v>
                </c:pt>
                <c:pt idx="1429">
                  <c:v>42977</c:v>
                </c:pt>
                <c:pt idx="1430">
                  <c:v>42976</c:v>
                </c:pt>
                <c:pt idx="1431">
                  <c:v>42975</c:v>
                </c:pt>
                <c:pt idx="1432">
                  <c:v>42972</c:v>
                </c:pt>
                <c:pt idx="1433">
                  <c:v>42971</c:v>
                </c:pt>
                <c:pt idx="1434">
                  <c:v>42970</c:v>
                </c:pt>
                <c:pt idx="1435">
                  <c:v>42969</c:v>
                </c:pt>
                <c:pt idx="1436">
                  <c:v>42968</c:v>
                </c:pt>
                <c:pt idx="1437">
                  <c:v>42965</c:v>
                </c:pt>
                <c:pt idx="1438">
                  <c:v>42964</c:v>
                </c:pt>
                <c:pt idx="1439">
                  <c:v>42963</c:v>
                </c:pt>
                <c:pt idx="1440">
                  <c:v>42962</c:v>
                </c:pt>
                <c:pt idx="1441">
                  <c:v>42961</c:v>
                </c:pt>
                <c:pt idx="1442">
                  <c:v>42958</c:v>
                </c:pt>
                <c:pt idx="1443">
                  <c:v>42957</c:v>
                </c:pt>
                <c:pt idx="1444">
                  <c:v>42956</c:v>
                </c:pt>
                <c:pt idx="1445">
                  <c:v>42955</c:v>
                </c:pt>
                <c:pt idx="1446">
                  <c:v>42954</c:v>
                </c:pt>
                <c:pt idx="1447">
                  <c:v>42951</c:v>
                </c:pt>
                <c:pt idx="1448">
                  <c:v>42950</c:v>
                </c:pt>
                <c:pt idx="1449">
                  <c:v>42949</c:v>
                </c:pt>
                <c:pt idx="1450">
                  <c:v>42948</c:v>
                </c:pt>
                <c:pt idx="1451">
                  <c:v>42947</c:v>
                </c:pt>
                <c:pt idx="1452">
                  <c:v>42944</c:v>
                </c:pt>
                <c:pt idx="1453">
                  <c:v>42943</c:v>
                </c:pt>
                <c:pt idx="1454">
                  <c:v>42942</c:v>
                </c:pt>
                <c:pt idx="1455">
                  <c:v>42941</c:v>
                </c:pt>
                <c:pt idx="1456">
                  <c:v>42940</c:v>
                </c:pt>
                <c:pt idx="1457">
                  <c:v>42937</c:v>
                </c:pt>
                <c:pt idx="1458">
                  <c:v>42936</c:v>
                </c:pt>
                <c:pt idx="1459">
                  <c:v>42935</c:v>
                </c:pt>
                <c:pt idx="1460">
                  <c:v>42934</c:v>
                </c:pt>
                <c:pt idx="1461">
                  <c:v>42933</c:v>
                </c:pt>
                <c:pt idx="1462">
                  <c:v>42930</c:v>
                </c:pt>
                <c:pt idx="1463">
                  <c:v>42929</c:v>
                </c:pt>
                <c:pt idx="1464">
                  <c:v>42928</c:v>
                </c:pt>
                <c:pt idx="1465">
                  <c:v>42927</c:v>
                </c:pt>
                <c:pt idx="1466">
                  <c:v>42926</c:v>
                </c:pt>
                <c:pt idx="1467">
                  <c:v>42923</c:v>
                </c:pt>
                <c:pt idx="1468">
                  <c:v>42922</c:v>
                </c:pt>
                <c:pt idx="1469">
                  <c:v>42921</c:v>
                </c:pt>
                <c:pt idx="1470">
                  <c:v>42920</c:v>
                </c:pt>
                <c:pt idx="1471">
                  <c:v>42919</c:v>
                </c:pt>
                <c:pt idx="1472">
                  <c:v>42916</c:v>
                </c:pt>
                <c:pt idx="1473">
                  <c:v>42915</c:v>
                </c:pt>
                <c:pt idx="1474">
                  <c:v>42914</c:v>
                </c:pt>
                <c:pt idx="1475">
                  <c:v>42913</c:v>
                </c:pt>
                <c:pt idx="1476">
                  <c:v>42912</c:v>
                </c:pt>
                <c:pt idx="1477">
                  <c:v>42909</c:v>
                </c:pt>
                <c:pt idx="1478">
                  <c:v>42908</c:v>
                </c:pt>
                <c:pt idx="1479">
                  <c:v>42907</c:v>
                </c:pt>
                <c:pt idx="1480">
                  <c:v>42906</c:v>
                </c:pt>
                <c:pt idx="1481">
                  <c:v>42905</c:v>
                </c:pt>
                <c:pt idx="1482">
                  <c:v>42902</c:v>
                </c:pt>
                <c:pt idx="1483">
                  <c:v>42901</c:v>
                </c:pt>
                <c:pt idx="1484">
                  <c:v>42900</c:v>
                </c:pt>
                <c:pt idx="1485">
                  <c:v>42899</c:v>
                </c:pt>
                <c:pt idx="1486">
                  <c:v>42898</c:v>
                </c:pt>
                <c:pt idx="1487">
                  <c:v>42895</c:v>
                </c:pt>
                <c:pt idx="1488">
                  <c:v>42894</c:v>
                </c:pt>
                <c:pt idx="1489">
                  <c:v>42893</c:v>
                </c:pt>
                <c:pt idx="1490">
                  <c:v>42892</c:v>
                </c:pt>
                <c:pt idx="1491">
                  <c:v>42891</c:v>
                </c:pt>
                <c:pt idx="1492">
                  <c:v>42888</c:v>
                </c:pt>
                <c:pt idx="1493">
                  <c:v>42887</c:v>
                </c:pt>
                <c:pt idx="1494">
                  <c:v>42886</c:v>
                </c:pt>
                <c:pt idx="1495">
                  <c:v>42882</c:v>
                </c:pt>
                <c:pt idx="1496">
                  <c:v>42881</c:v>
                </c:pt>
                <c:pt idx="1497">
                  <c:v>42880</c:v>
                </c:pt>
                <c:pt idx="1498">
                  <c:v>42879</c:v>
                </c:pt>
                <c:pt idx="1499">
                  <c:v>42878</c:v>
                </c:pt>
                <c:pt idx="1500">
                  <c:v>42877</c:v>
                </c:pt>
                <c:pt idx="1501">
                  <c:v>42874</c:v>
                </c:pt>
                <c:pt idx="1502">
                  <c:v>42873</c:v>
                </c:pt>
                <c:pt idx="1503">
                  <c:v>42872</c:v>
                </c:pt>
                <c:pt idx="1504">
                  <c:v>42871</c:v>
                </c:pt>
                <c:pt idx="1505">
                  <c:v>42870</c:v>
                </c:pt>
                <c:pt idx="1506">
                  <c:v>42867</c:v>
                </c:pt>
                <c:pt idx="1507">
                  <c:v>42866</c:v>
                </c:pt>
                <c:pt idx="1508">
                  <c:v>42865</c:v>
                </c:pt>
                <c:pt idx="1509">
                  <c:v>42864</c:v>
                </c:pt>
                <c:pt idx="1510">
                  <c:v>42863</c:v>
                </c:pt>
                <c:pt idx="1511">
                  <c:v>42860</c:v>
                </c:pt>
                <c:pt idx="1512">
                  <c:v>42859</c:v>
                </c:pt>
                <c:pt idx="1513">
                  <c:v>42858</c:v>
                </c:pt>
                <c:pt idx="1514">
                  <c:v>42857</c:v>
                </c:pt>
                <c:pt idx="1515">
                  <c:v>42853</c:v>
                </c:pt>
                <c:pt idx="1516">
                  <c:v>42852</c:v>
                </c:pt>
                <c:pt idx="1517">
                  <c:v>42851</c:v>
                </c:pt>
                <c:pt idx="1518">
                  <c:v>42850</c:v>
                </c:pt>
                <c:pt idx="1519">
                  <c:v>42849</c:v>
                </c:pt>
                <c:pt idx="1520">
                  <c:v>42846</c:v>
                </c:pt>
                <c:pt idx="1521">
                  <c:v>42845</c:v>
                </c:pt>
                <c:pt idx="1522">
                  <c:v>42844</c:v>
                </c:pt>
                <c:pt idx="1523">
                  <c:v>42843</c:v>
                </c:pt>
                <c:pt idx="1524">
                  <c:v>42842</c:v>
                </c:pt>
                <c:pt idx="1525">
                  <c:v>42839</c:v>
                </c:pt>
                <c:pt idx="1526">
                  <c:v>42838</c:v>
                </c:pt>
                <c:pt idx="1527">
                  <c:v>42837</c:v>
                </c:pt>
                <c:pt idx="1528">
                  <c:v>42836</c:v>
                </c:pt>
                <c:pt idx="1529">
                  <c:v>42835</c:v>
                </c:pt>
                <c:pt idx="1530">
                  <c:v>42832</c:v>
                </c:pt>
                <c:pt idx="1531">
                  <c:v>42831</c:v>
                </c:pt>
                <c:pt idx="1532">
                  <c:v>42830</c:v>
                </c:pt>
                <c:pt idx="1533">
                  <c:v>42826</c:v>
                </c:pt>
                <c:pt idx="1534">
                  <c:v>42825</c:v>
                </c:pt>
                <c:pt idx="1535">
                  <c:v>42824</c:v>
                </c:pt>
                <c:pt idx="1536">
                  <c:v>42823</c:v>
                </c:pt>
                <c:pt idx="1537">
                  <c:v>42822</c:v>
                </c:pt>
                <c:pt idx="1538">
                  <c:v>42821</c:v>
                </c:pt>
                <c:pt idx="1539">
                  <c:v>42818</c:v>
                </c:pt>
                <c:pt idx="1540">
                  <c:v>42817</c:v>
                </c:pt>
                <c:pt idx="1541">
                  <c:v>42816</c:v>
                </c:pt>
                <c:pt idx="1542">
                  <c:v>42815</c:v>
                </c:pt>
                <c:pt idx="1543">
                  <c:v>42814</c:v>
                </c:pt>
                <c:pt idx="1544">
                  <c:v>42811</c:v>
                </c:pt>
                <c:pt idx="1545">
                  <c:v>42810</c:v>
                </c:pt>
                <c:pt idx="1546">
                  <c:v>42809</c:v>
                </c:pt>
                <c:pt idx="1547">
                  <c:v>42808</c:v>
                </c:pt>
                <c:pt idx="1548">
                  <c:v>42807</c:v>
                </c:pt>
                <c:pt idx="1549">
                  <c:v>42804</c:v>
                </c:pt>
                <c:pt idx="1550">
                  <c:v>42803</c:v>
                </c:pt>
                <c:pt idx="1551">
                  <c:v>42802</c:v>
                </c:pt>
                <c:pt idx="1552">
                  <c:v>42801</c:v>
                </c:pt>
                <c:pt idx="1553">
                  <c:v>42800</c:v>
                </c:pt>
                <c:pt idx="1554">
                  <c:v>42797</c:v>
                </c:pt>
                <c:pt idx="1555">
                  <c:v>42796</c:v>
                </c:pt>
                <c:pt idx="1556">
                  <c:v>42795</c:v>
                </c:pt>
                <c:pt idx="1557">
                  <c:v>42794</c:v>
                </c:pt>
                <c:pt idx="1558">
                  <c:v>42793</c:v>
                </c:pt>
                <c:pt idx="1559">
                  <c:v>42790</c:v>
                </c:pt>
                <c:pt idx="1560">
                  <c:v>42789</c:v>
                </c:pt>
                <c:pt idx="1561">
                  <c:v>42788</c:v>
                </c:pt>
                <c:pt idx="1562">
                  <c:v>42787</c:v>
                </c:pt>
                <c:pt idx="1563">
                  <c:v>42786</c:v>
                </c:pt>
                <c:pt idx="1564">
                  <c:v>42783</c:v>
                </c:pt>
                <c:pt idx="1565">
                  <c:v>42782</c:v>
                </c:pt>
                <c:pt idx="1566">
                  <c:v>42781</c:v>
                </c:pt>
                <c:pt idx="1567">
                  <c:v>42780</c:v>
                </c:pt>
                <c:pt idx="1568">
                  <c:v>42779</c:v>
                </c:pt>
                <c:pt idx="1569">
                  <c:v>42776</c:v>
                </c:pt>
                <c:pt idx="1570">
                  <c:v>42775</c:v>
                </c:pt>
                <c:pt idx="1571">
                  <c:v>42774</c:v>
                </c:pt>
                <c:pt idx="1572">
                  <c:v>42773</c:v>
                </c:pt>
                <c:pt idx="1573">
                  <c:v>42772</c:v>
                </c:pt>
                <c:pt idx="1574">
                  <c:v>42770</c:v>
                </c:pt>
                <c:pt idx="1575">
                  <c:v>42769</c:v>
                </c:pt>
                <c:pt idx="1576">
                  <c:v>42761</c:v>
                </c:pt>
                <c:pt idx="1577">
                  <c:v>42760</c:v>
                </c:pt>
                <c:pt idx="1578">
                  <c:v>42759</c:v>
                </c:pt>
                <c:pt idx="1579">
                  <c:v>42758</c:v>
                </c:pt>
                <c:pt idx="1580">
                  <c:v>42757</c:v>
                </c:pt>
                <c:pt idx="1581">
                  <c:v>42755</c:v>
                </c:pt>
                <c:pt idx="1582">
                  <c:v>42754</c:v>
                </c:pt>
                <c:pt idx="1583">
                  <c:v>42753</c:v>
                </c:pt>
                <c:pt idx="1584">
                  <c:v>42752</c:v>
                </c:pt>
                <c:pt idx="1585">
                  <c:v>42751</c:v>
                </c:pt>
                <c:pt idx="1586">
                  <c:v>42748</c:v>
                </c:pt>
                <c:pt idx="1587">
                  <c:v>42747</c:v>
                </c:pt>
                <c:pt idx="1588">
                  <c:v>42746</c:v>
                </c:pt>
                <c:pt idx="1589">
                  <c:v>42745</c:v>
                </c:pt>
                <c:pt idx="1590">
                  <c:v>42744</c:v>
                </c:pt>
                <c:pt idx="1591">
                  <c:v>42741</c:v>
                </c:pt>
                <c:pt idx="1592">
                  <c:v>42740</c:v>
                </c:pt>
                <c:pt idx="1593">
                  <c:v>42739</c:v>
                </c:pt>
                <c:pt idx="1594">
                  <c:v>42738</c:v>
                </c:pt>
                <c:pt idx="1595">
                  <c:v>42734</c:v>
                </c:pt>
                <c:pt idx="1596">
                  <c:v>42733</c:v>
                </c:pt>
                <c:pt idx="1597">
                  <c:v>42732</c:v>
                </c:pt>
                <c:pt idx="1598">
                  <c:v>42731</c:v>
                </c:pt>
                <c:pt idx="1599">
                  <c:v>42730</c:v>
                </c:pt>
                <c:pt idx="1600">
                  <c:v>42727</c:v>
                </c:pt>
                <c:pt idx="1601">
                  <c:v>42726</c:v>
                </c:pt>
                <c:pt idx="1602">
                  <c:v>42725</c:v>
                </c:pt>
                <c:pt idx="1603">
                  <c:v>42724</c:v>
                </c:pt>
                <c:pt idx="1604">
                  <c:v>42723</c:v>
                </c:pt>
                <c:pt idx="1605">
                  <c:v>42720</c:v>
                </c:pt>
                <c:pt idx="1606">
                  <c:v>42719</c:v>
                </c:pt>
                <c:pt idx="1607">
                  <c:v>42718</c:v>
                </c:pt>
                <c:pt idx="1608">
                  <c:v>42717</c:v>
                </c:pt>
                <c:pt idx="1609">
                  <c:v>42716</c:v>
                </c:pt>
                <c:pt idx="1610">
                  <c:v>42713</c:v>
                </c:pt>
                <c:pt idx="1611">
                  <c:v>42712</c:v>
                </c:pt>
                <c:pt idx="1612">
                  <c:v>42711</c:v>
                </c:pt>
                <c:pt idx="1613">
                  <c:v>42710</c:v>
                </c:pt>
                <c:pt idx="1614">
                  <c:v>42709</c:v>
                </c:pt>
                <c:pt idx="1615">
                  <c:v>42706</c:v>
                </c:pt>
                <c:pt idx="1616">
                  <c:v>42705</c:v>
                </c:pt>
                <c:pt idx="1617">
                  <c:v>42704</c:v>
                </c:pt>
                <c:pt idx="1618">
                  <c:v>42703</c:v>
                </c:pt>
                <c:pt idx="1619">
                  <c:v>42702</c:v>
                </c:pt>
                <c:pt idx="1620">
                  <c:v>42699</c:v>
                </c:pt>
                <c:pt idx="1621">
                  <c:v>42698</c:v>
                </c:pt>
                <c:pt idx="1622">
                  <c:v>42697</c:v>
                </c:pt>
                <c:pt idx="1623">
                  <c:v>42696</c:v>
                </c:pt>
                <c:pt idx="1624">
                  <c:v>42695</c:v>
                </c:pt>
                <c:pt idx="1625">
                  <c:v>42692</c:v>
                </c:pt>
                <c:pt idx="1626">
                  <c:v>42691</c:v>
                </c:pt>
                <c:pt idx="1627">
                  <c:v>42690</c:v>
                </c:pt>
                <c:pt idx="1628">
                  <c:v>42689</c:v>
                </c:pt>
                <c:pt idx="1629">
                  <c:v>42688</c:v>
                </c:pt>
                <c:pt idx="1630">
                  <c:v>42685</c:v>
                </c:pt>
                <c:pt idx="1631">
                  <c:v>42684</c:v>
                </c:pt>
                <c:pt idx="1632">
                  <c:v>42683</c:v>
                </c:pt>
                <c:pt idx="1633">
                  <c:v>42682</c:v>
                </c:pt>
                <c:pt idx="1634">
                  <c:v>42681</c:v>
                </c:pt>
                <c:pt idx="1635">
                  <c:v>42678</c:v>
                </c:pt>
                <c:pt idx="1636">
                  <c:v>42677</c:v>
                </c:pt>
                <c:pt idx="1637">
                  <c:v>42676</c:v>
                </c:pt>
                <c:pt idx="1638">
                  <c:v>42675</c:v>
                </c:pt>
                <c:pt idx="1639">
                  <c:v>42674</c:v>
                </c:pt>
                <c:pt idx="1640">
                  <c:v>42671</c:v>
                </c:pt>
                <c:pt idx="1641">
                  <c:v>42670</c:v>
                </c:pt>
                <c:pt idx="1642">
                  <c:v>42669</c:v>
                </c:pt>
                <c:pt idx="1643">
                  <c:v>42668</c:v>
                </c:pt>
                <c:pt idx="1644">
                  <c:v>42667</c:v>
                </c:pt>
                <c:pt idx="1645">
                  <c:v>42664</c:v>
                </c:pt>
                <c:pt idx="1646">
                  <c:v>42663</c:v>
                </c:pt>
                <c:pt idx="1647">
                  <c:v>42662</c:v>
                </c:pt>
                <c:pt idx="1648">
                  <c:v>42661</c:v>
                </c:pt>
                <c:pt idx="1649">
                  <c:v>42660</c:v>
                </c:pt>
                <c:pt idx="1650">
                  <c:v>42657</c:v>
                </c:pt>
                <c:pt idx="1651">
                  <c:v>42656</c:v>
                </c:pt>
                <c:pt idx="1652">
                  <c:v>42655</c:v>
                </c:pt>
                <c:pt idx="1653">
                  <c:v>42654</c:v>
                </c:pt>
                <c:pt idx="1654">
                  <c:v>42653</c:v>
                </c:pt>
                <c:pt idx="1655">
                  <c:v>42652</c:v>
                </c:pt>
                <c:pt idx="1656">
                  <c:v>42651</c:v>
                </c:pt>
                <c:pt idx="1657">
                  <c:v>42643</c:v>
                </c:pt>
                <c:pt idx="1658">
                  <c:v>42642</c:v>
                </c:pt>
                <c:pt idx="1659">
                  <c:v>42641</c:v>
                </c:pt>
                <c:pt idx="1660">
                  <c:v>42640</c:v>
                </c:pt>
                <c:pt idx="1661">
                  <c:v>42639</c:v>
                </c:pt>
                <c:pt idx="1662">
                  <c:v>42636</c:v>
                </c:pt>
                <c:pt idx="1663">
                  <c:v>42635</c:v>
                </c:pt>
                <c:pt idx="1664">
                  <c:v>42634</c:v>
                </c:pt>
                <c:pt idx="1665">
                  <c:v>42633</c:v>
                </c:pt>
                <c:pt idx="1666">
                  <c:v>42632</c:v>
                </c:pt>
                <c:pt idx="1667">
                  <c:v>42631</c:v>
                </c:pt>
                <c:pt idx="1668">
                  <c:v>42627</c:v>
                </c:pt>
                <c:pt idx="1669">
                  <c:v>42626</c:v>
                </c:pt>
                <c:pt idx="1670">
                  <c:v>42625</c:v>
                </c:pt>
                <c:pt idx="1671">
                  <c:v>42622</c:v>
                </c:pt>
                <c:pt idx="1672">
                  <c:v>42621</c:v>
                </c:pt>
                <c:pt idx="1673">
                  <c:v>42620</c:v>
                </c:pt>
                <c:pt idx="1674">
                  <c:v>42619</c:v>
                </c:pt>
                <c:pt idx="1675">
                  <c:v>42618</c:v>
                </c:pt>
                <c:pt idx="1676">
                  <c:v>42615</c:v>
                </c:pt>
                <c:pt idx="1677">
                  <c:v>42614</c:v>
                </c:pt>
                <c:pt idx="1678">
                  <c:v>42613</c:v>
                </c:pt>
                <c:pt idx="1679">
                  <c:v>42612</c:v>
                </c:pt>
                <c:pt idx="1680">
                  <c:v>42611</c:v>
                </c:pt>
                <c:pt idx="1681">
                  <c:v>42608</c:v>
                </c:pt>
                <c:pt idx="1682">
                  <c:v>42607</c:v>
                </c:pt>
                <c:pt idx="1683">
                  <c:v>42606</c:v>
                </c:pt>
                <c:pt idx="1684">
                  <c:v>42605</c:v>
                </c:pt>
                <c:pt idx="1685">
                  <c:v>42604</c:v>
                </c:pt>
                <c:pt idx="1686">
                  <c:v>42601</c:v>
                </c:pt>
                <c:pt idx="1687">
                  <c:v>42600</c:v>
                </c:pt>
                <c:pt idx="1688">
                  <c:v>42599</c:v>
                </c:pt>
                <c:pt idx="1689">
                  <c:v>42598</c:v>
                </c:pt>
                <c:pt idx="1690">
                  <c:v>42597</c:v>
                </c:pt>
                <c:pt idx="1691">
                  <c:v>42594</c:v>
                </c:pt>
                <c:pt idx="1692">
                  <c:v>42593</c:v>
                </c:pt>
                <c:pt idx="1693">
                  <c:v>42592</c:v>
                </c:pt>
                <c:pt idx="1694">
                  <c:v>42591</c:v>
                </c:pt>
                <c:pt idx="1695">
                  <c:v>42590</c:v>
                </c:pt>
                <c:pt idx="1696">
                  <c:v>42587</c:v>
                </c:pt>
                <c:pt idx="1697">
                  <c:v>42586</c:v>
                </c:pt>
                <c:pt idx="1698">
                  <c:v>42585</c:v>
                </c:pt>
                <c:pt idx="1699">
                  <c:v>42584</c:v>
                </c:pt>
                <c:pt idx="1700">
                  <c:v>42583</c:v>
                </c:pt>
                <c:pt idx="1701">
                  <c:v>42580</c:v>
                </c:pt>
                <c:pt idx="1702">
                  <c:v>42579</c:v>
                </c:pt>
                <c:pt idx="1703">
                  <c:v>42578</c:v>
                </c:pt>
                <c:pt idx="1704">
                  <c:v>42577</c:v>
                </c:pt>
                <c:pt idx="1705">
                  <c:v>42576</c:v>
                </c:pt>
                <c:pt idx="1706">
                  <c:v>42573</c:v>
                </c:pt>
                <c:pt idx="1707">
                  <c:v>42572</c:v>
                </c:pt>
                <c:pt idx="1708">
                  <c:v>42571</c:v>
                </c:pt>
                <c:pt idx="1709">
                  <c:v>42570</c:v>
                </c:pt>
                <c:pt idx="1710">
                  <c:v>42569</c:v>
                </c:pt>
                <c:pt idx="1711">
                  <c:v>42566</c:v>
                </c:pt>
                <c:pt idx="1712">
                  <c:v>42565</c:v>
                </c:pt>
                <c:pt idx="1713">
                  <c:v>42564</c:v>
                </c:pt>
                <c:pt idx="1714">
                  <c:v>42563</c:v>
                </c:pt>
                <c:pt idx="1715">
                  <c:v>42562</c:v>
                </c:pt>
                <c:pt idx="1716">
                  <c:v>42559</c:v>
                </c:pt>
                <c:pt idx="1717">
                  <c:v>42558</c:v>
                </c:pt>
                <c:pt idx="1718">
                  <c:v>42557</c:v>
                </c:pt>
                <c:pt idx="1719">
                  <c:v>42556</c:v>
                </c:pt>
                <c:pt idx="1720">
                  <c:v>42555</c:v>
                </c:pt>
                <c:pt idx="1721">
                  <c:v>42552</c:v>
                </c:pt>
                <c:pt idx="1722">
                  <c:v>42551</c:v>
                </c:pt>
                <c:pt idx="1723">
                  <c:v>42550</c:v>
                </c:pt>
                <c:pt idx="1724">
                  <c:v>42549</c:v>
                </c:pt>
                <c:pt idx="1725">
                  <c:v>42548</c:v>
                </c:pt>
                <c:pt idx="1726">
                  <c:v>42545</c:v>
                </c:pt>
                <c:pt idx="1727">
                  <c:v>42544</c:v>
                </c:pt>
                <c:pt idx="1728">
                  <c:v>42543</c:v>
                </c:pt>
                <c:pt idx="1729">
                  <c:v>42542</c:v>
                </c:pt>
                <c:pt idx="1730">
                  <c:v>42541</c:v>
                </c:pt>
                <c:pt idx="1731">
                  <c:v>42538</c:v>
                </c:pt>
                <c:pt idx="1732">
                  <c:v>42537</c:v>
                </c:pt>
                <c:pt idx="1733">
                  <c:v>42536</c:v>
                </c:pt>
                <c:pt idx="1734">
                  <c:v>42535</c:v>
                </c:pt>
                <c:pt idx="1735">
                  <c:v>42534</c:v>
                </c:pt>
                <c:pt idx="1736">
                  <c:v>42533</c:v>
                </c:pt>
                <c:pt idx="1737">
                  <c:v>42529</c:v>
                </c:pt>
                <c:pt idx="1738">
                  <c:v>42528</c:v>
                </c:pt>
                <c:pt idx="1739">
                  <c:v>42527</c:v>
                </c:pt>
                <c:pt idx="1740">
                  <c:v>42524</c:v>
                </c:pt>
                <c:pt idx="1741">
                  <c:v>42523</c:v>
                </c:pt>
                <c:pt idx="1742">
                  <c:v>42522</c:v>
                </c:pt>
                <c:pt idx="1743">
                  <c:v>42521</c:v>
                </c:pt>
                <c:pt idx="1744">
                  <c:v>42520</c:v>
                </c:pt>
                <c:pt idx="1745">
                  <c:v>42517</c:v>
                </c:pt>
                <c:pt idx="1746">
                  <c:v>42516</c:v>
                </c:pt>
                <c:pt idx="1747">
                  <c:v>42515</c:v>
                </c:pt>
                <c:pt idx="1748">
                  <c:v>42514</c:v>
                </c:pt>
                <c:pt idx="1749">
                  <c:v>42513</c:v>
                </c:pt>
                <c:pt idx="1750">
                  <c:v>42510</c:v>
                </c:pt>
                <c:pt idx="1751">
                  <c:v>42509</c:v>
                </c:pt>
                <c:pt idx="1752">
                  <c:v>42508</c:v>
                </c:pt>
                <c:pt idx="1753">
                  <c:v>42507</c:v>
                </c:pt>
                <c:pt idx="1754">
                  <c:v>42506</c:v>
                </c:pt>
                <c:pt idx="1755">
                  <c:v>42503</c:v>
                </c:pt>
                <c:pt idx="1756">
                  <c:v>42502</c:v>
                </c:pt>
                <c:pt idx="1757">
                  <c:v>42501</c:v>
                </c:pt>
                <c:pt idx="1758">
                  <c:v>42500</c:v>
                </c:pt>
                <c:pt idx="1759">
                  <c:v>42499</c:v>
                </c:pt>
                <c:pt idx="1760">
                  <c:v>42496</c:v>
                </c:pt>
                <c:pt idx="1761">
                  <c:v>42495</c:v>
                </c:pt>
                <c:pt idx="1762">
                  <c:v>42494</c:v>
                </c:pt>
                <c:pt idx="1763">
                  <c:v>42493</c:v>
                </c:pt>
                <c:pt idx="1764">
                  <c:v>42489</c:v>
                </c:pt>
                <c:pt idx="1765">
                  <c:v>42488</c:v>
                </c:pt>
                <c:pt idx="1766">
                  <c:v>42487</c:v>
                </c:pt>
                <c:pt idx="1767">
                  <c:v>42486</c:v>
                </c:pt>
                <c:pt idx="1768">
                  <c:v>42485</c:v>
                </c:pt>
                <c:pt idx="1769">
                  <c:v>42482</c:v>
                </c:pt>
                <c:pt idx="1770">
                  <c:v>42481</c:v>
                </c:pt>
                <c:pt idx="1771">
                  <c:v>42480</c:v>
                </c:pt>
                <c:pt idx="1772">
                  <c:v>42479</c:v>
                </c:pt>
                <c:pt idx="1773">
                  <c:v>42478</c:v>
                </c:pt>
                <c:pt idx="1774">
                  <c:v>42475</c:v>
                </c:pt>
                <c:pt idx="1775">
                  <c:v>42474</c:v>
                </c:pt>
                <c:pt idx="1776">
                  <c:v>42473</c:v>
                </c:pt>
                <c:pt idx="1777">
                  <c:v>42472</c:v>
                </c:pt>
                <c:pt idx="1778">
                  <c:v>42471</c:v>
                </c:pt>
                <c:pt idx="1779">
                  <c:v>42468</c:v>
                </c:pt>
                <c:pt idx="1780">
                  <c:v>42467</c:v>
                </c:pt>
                <c:pt idx="1781">
                  <c:v>42466</c:v>
                </c:pt>
                <c:pt idx="1782">
                  <c:v>42465</c:v>
                </c:pt>
                <c:pt idx="1783">
                  <c:v>42461</c:v>
                </c:pt>
                <c:pt idx="1784">
                  <c:v>42460</c:v>
                </c:pt>
                <c:pt idx="1785">
                  <c:v>42459</c:v>
                </c:pt>
                <c:pt idx="1786">
                  <c:v>42458</c:v>
                </c:pt>
                <c:pt idx="1787">
                  <c:v>42457</c:v>
                </c:pt>
                <c:pt idx="1788">
                  <c:v>42454</c:v>
                </c:pt>
                <c:pt idx="1789">
                  <c:v>42453</c:v>
                </c:pt>
                <c:pt idx="1790">
                  <c:v>42452</c:v>
                </c:pt>
                <c:pt idx="1791">
                  <c:v>42451</c:v>
                </c:pt>
                <c:pt idx="1792">
                  <c:v>42450</c:v>
                </c:pt>
                <c:pt idx="1793">
                  <c:v>42447</c:v>
                </c:pt>
                <c:pt idx="1794">
                  <c:v>42446</c:v>
                </c:pt>
                <c:pt idx="1795">
                  <c:v>42445</c:v>
                </c:pt>
                <c:pt idx="1796">
                  <c:v>42444</c:v>
                </c:pt>
                <c:pt idx="1797">
                  <c:v>42443</c:v>
                </c:pt>
                <c:pt idx="1798">
                  <c:v>42440</c:v>
                </c:pt>
                <c:pt idx="1799">
                  <c:v>42439</c:v>
                </c:pt>
                <c:pt idx="1800">
                  <c:v>42438</c:v>
                </c:pt>
                <c:pt idx="1801">
                  <c:v>42437</c:v>
                </c:pt>
                <c:pt idx="1802">
                  <c:v>42436</c:v>
                </c:pt>
                <c:pt idx="1803">
                  <c:v>42433</c:v>
                </c:pt>
                <c:pt idx="1804">
                  <c:v>42432</c:v>
                </c:pt>
                <c:pt idx="1805">
                  <c:v>42431</c:v>
                </c:pt>
                <c:pt idx="1806">
                  <c:v>42430</c:v>
                </c:pt>
                <c:pt idx="1807">
                  <c:v>42429</c:v>
                </c:pt>
                <c:pt idx="1808">
                  <c:v>42426</c:v>
                </c:pt>
                <c:pt idx="1809">
                  <c:v>42425</c:v>
                </c:pt>
                <c:pt idx="1810">
                  <c:v>42424</c:v>
                </c:pt>
                <c:pt idx="1811">
                  <c:v>42423</c:v>
                </c:pt>
                <c:pt idx="1812">
                  <c:v>42422</c:v>
                </c:pt>
                <c:pt idx="1813">
                  <c:v>42419</c:v>
                </c:pt>
                <c:pt idx="1814">
                  <c:v>42418</c:v>
                </c:pt>
                <c:pt idx="1815">
                  <c:v>42417</c:v>
                </c:pt>
                <c:pt idx="1816">
                  <c:v>42416</c:v>
                </c:pt>
                <c:pt idx="1817">
                  <c:v>42415</c:v>
                </c:pt>
                <c:pt idx="1818">
                  <c:v>42414</c:v>
                </c:pt>
                <c:pt idx="1819">
                  <c:v>42406</c:v>
                </c:pt>
                <c:pt idx="1820">
                  <c:v>42405</c:v>
                </c:pt>
                <c:pt idx="1821">
                  <c:v>42404</c:v>
                </c:pt>
                <c:pt idx="1822">
                  <c:v>42403</c:v>
                </c:pt>
                <c:pt idx="1823">
                  <c:v>42402</c:v>
                </c:pt>
                <c:pt idx="1824">
                  <c:v>42401</c:v>
                </c:pt>
                <c:pt idx="1825">
                  <c:v>42398</c:v>
                </c:pt>
                <c:pt idx="1826">
                  <c:v>42397</c:v>
                </c:pt>
                <c:pt idx="1827">
                  <c:v>42396</c:v>
                </c:pt>
                <c:pt idx="1828">
                  <c:v>42395</c:v>
                </c:pt>
                <c:pt idx="1829">
                  <c:v>42394</c:v>
                </c:pt>
                <c:pt idx="1830">
                  <c:v>42391</c:v>
                </c:pt>
                <c:pt idx="1831">
                  <c:v>42390</c:v>
                </c:pt>
                <c:pt idx="1832">
                  <c:v>42389</c:v>
                </c:pt>
                <c:pt idx="1833">
                  <c:v>42388</c:v>
                </c:pt>
                <c:pt idx="1834">
                  <c:v>42387</c:v>
                </c:pt>
                <c:pt idx="1835">
                  <c:v>42384</c:v>
                </c:pt>
                <c:pt idx="1836">
                  <c:v>42383</c:v>
                </c:pt>
                <c:pt idx="1837">
                  <c:v>42382</c:v>
                </c:pt>
                <c:pt idx="1838">
                  <c:v>42381</c:v>
                </c:pt>
                <c:pt idx="1839">
                  <c:v>42380</c:v>
                </c:pt>
                <c:pt idx="1840">
                  <c:v>42377</c:v>
                </c:pt>
                <c:pt idx="1841">
                  <c:v>42376</c:v>
                </c:pt>
                <c:pt idx="1842">
                  <c:v>42375</c:v>
                </c:pt>
                <c:pt idx="1843">
                  <c:v>42374</c:v>
                </c:pt>
                <c:pt idx="1844">
                  <c:v>42373</c:v>
                </c:pt>
              </c:numCache>
            </c:numRef>
          </c:cat>
          <c:val>
            <c:numRef>
              <c:f>'图49-57'!$I$4:$I$2187</c:f>
              <c:numCache>
                <c:formatCode>0</c:formatCode>
                <c:ptCount val="2184"/>
                <c:pt idx="0">
                  <c:v>5700</c:v>
                </c:pt>
                <c:pt idx="1">
                  <c:v>5700</c:v>
                </c:pt>
                <c:pt idx="2">
                  <c:v>5700</c:v>
                </c:pt>
                <c:pt idx="3">
                  <c:v>5700</c:v>
                </c:pt>
                <c:pt idx="4">
                  <c:v>5700</c:v>
                </c:pt>
                <c:pt idx="5">
                  <c:v>5700</c:v>
                </c:pt>
                <c:pt idx="6">
                  <c:v>5700</c:v>
                </c:pt>
                <c:pt idx="7">
                  <c:v>5700</c:v>
                </c:pt>
                <c:pt idx="8">
                  <c:v>5700</c:v>
                </c:pt>
                <c:pt idx="9">
                  <c:v>5700</c:v>
                </c:pt>
                <c:pt idx="10">
                  <c:v>5700</c:v>
                </c:pt>
                <c:pt idx="11">
                  <c:v>5700</c:v>
                </c:pt>
                <c:pt idx="12">
                  <c:v>5700</c:v>
                </c:pt>
                <c:pt idx="13">
                  <c:v>5700</c:v>
                </c:pt>
                <c:pt idx="14">
                  <c:v>5700</c:v>
                </c:pt>
                <c:pt idx="15">
                  <c:v>5700</c:v>
                </c:pt>
                <c:pt idx="16">
                  <c:v>5700</c:v>
                </c:pt>
                <c:pt idx="17">
                  <c:v>5700</c:v>
                </c:pt>
                <c:pt idx="18">
                  <c:v>5700</c:v>
                </c:pt>
                <c:pt idx="19">
                  <c:v>5700</c:v>
                </c:pt>
                <c:pt idx="20">
                  <c:v>5700</c:v>
                </c:pt>
                <c:pt idx="21">
                  <c:v>5700</c:v>
                </c:pt>
                <c:pt idx="22">
                  <c:v>5700</c:v>
                </c:pt>
                <c:pt idx="23">
                  <c:v>5700</c:v>
                </c:pt>
                <c:pt idx="24">
                  <c:v>5700</c:v>
                </c:pt>
                <c:pt idx="25">
                  <c:v>5700</c:v>
                </c:pt>
                <c:pt idx="26">
                  <c:v>5700</c:v>
                </c:pt>
                <c:pt idx="27">
                  <c:v>5700</c:v>
                </c:pt>
                <c:pt idx="28">
                  <c:v>5700</c:v>
                </c:pt>
                <c:pt idx="29">
                  <c:v>5700</c:v>
                </c:pt>
                <c:pt idx="30">
                  <c:v>5700</c:v>
                </c:pt>
                <c:pt idx="31">
                  <c:v>5700</c:v>
                </c:pt>
                <c:pt idx="32">
                  <c:v>5700</c:v>
                </c:pt>
                <c:pt idx="33">
                  <c:v>5700</c:v>
                </c:pt>
                <c:pt idx="34">
                  <c:v>5700</c:v>
                </c:pt>
                <c:pt idx="35">
                  <c:v>5700</c:v>
                </c:pt>
                <c:pt idx="36">
                  <c:v>5700</c:v>
                </c:pt>
                <c:pt idx="37">
                  <c:v>5700</c:v>
                </c:pt>
                <c:pt idx="38">
                  <c:v>5700</c:v>
                </c:pt>
                <c:pt idx="39">
                  <c:v>5700</c:v>
                </c:pt>
                <c:pt idx="40">
                  <c:v>5700</c:v>
                </c:pt>
                <c:pt idx="41">
                  <c:v>5700</c:v>
                </c:pt>
                <c:pt idx="42">
                  <c:v>5700</c:v>
                </c:pt>
                <c:pt idx="43">
                  <c:v>5700</c:v>
                </c:pt>
                <c:pt idx="44">
                  <c:v>5700</c:v>
                </c:pt>
                <c:pt idx="45">
                  <c:v>5700</c:v>
                </c:pt>
                <c:pt idx="46">
                  <c:v>5700</c:v>
                </c:pt>
                <c:pt idx="47">
                  <c:v>5700</c:v>
                </c:pt>
                <c:pt idx="48">
                  <c:v>5700</c:v>
                </c:pt>
                <c:pt idx="49">
                  <c:v>5700</c:v>
                </c:pt>
                <c:pt idx="50">
                  <c:v>5700</c:v>
                </c:pt>
                <c:pt idx="51">
                  <c:v>5700</c:v>
                </c:pt>
                <c:pt idx="52">
                  <c:v>5700</c:v>
                </c:pt>
                <c:pt idx="53">
                  <c:v>5700</c:v>
                </c:pt>
                <c:pt idx="54">
                  <c:v>5700</c:v>
                </c:pt>
                <c:pt idx="55">
                  <c:v>5700</c:v>
                </c:pt>
                <c:pt idx="56">
                  <c:v>5700</c:v>
                </c:pt>
                <c:pt idx="57">
                  <c:v>5700</c:v>
                </c:pt>
                <c:pt idx="58">
                  <c:v>5700</c:v>
                </c:pt>
                <c:pt idx="59">
                  <c:v>5700</c:v>
                </c:pt>
                <c:pt idx="60">
                  <c:v>5700</c:v>
                </c:pt>
                <c:pt idx="61">
                  <c:v>5700</c:v>
                </c:pt>
                <c:pt idx="62">
                  <c:v>5700</c:v>
                </c:pt>
                <c:pt idx="63">
                  <c:v>5700</c:v>
                </c:pt>
                <c:pt idx="64">
                  <c:v>5700</c:v>
                </c:pt>
                <c:pt idx="65">
                  <c:v>5700</c:v>
                </c:pt>
                <c:pt idx="66">
                  <c:v>5700</c:v>
                </c:pt>
                <c:pt idx="67">
                  <c:v>5700</c:v>
                </c:pt>
                <c:pt idx="68">
                  <c:v>5700</c:v>
                </c:pt>
                <c:pt idx="69">
                  <c:v>5700</c:v>
                </c:pt>
                <c:pt idx="70">
                  <c:v>5700</c:v>
                </c:pt>
                <c:pt idx="71">
                  <c:v>5700</c:v>
                </c:pt>
                <c:pt idx="72">
                  <c:v>5700</c:v>
                </c:pt>
                <c:pt idx="73">
                  <c:v>5700</c:v>
                </c:pt>
                <c:pt idx="74">
                  <c:v>5700</c:v>
                </c:pt>
                <c:pt idx="75">
                  <c:v>5700</c:v>
                </c:pt>
                <c:pt idx="76">
                  <c:v>5700</c:v>
                </c:pt>
                <c:pt idx="77">
                  <c:v>5700</c:v>
                </c:pt>
                <c:pt idx="78">
                  <c:v>5700</c:v>
                </c:pt>
                <c:pt idx="79">
                  <c:v>5700</c:v>
                </c:pt>
                <c:pt idx="80">
                  <c:v>5700</c:v>
                </c:pt>
                <c:pt idx="81">
                  <c:v>5700</c:v>
                </c:pt>
                <c:pt idx="82">
                  <c:v>5700</c:v>
                </c:pt>
                <c:pt idx="83">
                  <c:v>5700</c:v>
                </c:pt>
                <c:pt idx="84">
                  <c:v>5700</c:v>
                </c:pt>
                <c:pt idx="85">
                  <c:v>5700</c:v>
                </c:pt>
                <c:pt idx="86">
                  <c:v>5700</c:v>
                </c:pt>
                <c:pt idx="87">
                  <c:v>5700</c:v>
                </c:pt>
                <c:pt idx="88">
                  <c:v>5700</c:v>
                </c:pt>
                <c:pt idx="89">
                  <c:v>5700</c:v>
                </c:pt>
                <c:pt idx="90">
                  <c:v>5700</c:v>
                </c:pt>
                <c:pt idx="91">
                  <c:v>5700</c:v>
                </c:pt>
                <c:pt idx="92">
                  <c:v>5700</c:v>
                </c:pt>
                <c:pt idx="93">
                  <c:v>5700</c:v>
                </c:pt>
                <c:pt idx="94">
                  <c:v>5700</c:v>
                </c:pt>
                <c:pt idx="95">
                  <c:v>5700</c:v>
                </c:pt>
                <c:pt idx="96">
                  <c:v>5700</c:v>
                </c:pt>
                <c:pt idx="97">
                  <c:v>5700</c:v>
                </c:pt>
                <c:pt idx="98">
                  <c:v>5700</c:v>
                </c:pt>
                <c:pt idx="99">
                  <c:v>5700</c:v>
                </c:pt>
                <c:pt idx="100">
                  <c:v>5700</c:v>
                </c:pt>
                <c:pt idx="101">
                  <c:v>5700</c:v>
                </c:pt>
                <c:pt idx="102">
                  <c:v>5700</c:v>
                </c:pt>
                <c:pt idx="103">
                  <c:v>5700</c:v>
                </c:pt>
                <c:pt idx="104">
                  <c:v>5700</c:v>
                </c:pt>
                <c:pt idx="105">
                  <c:v>5700</c:v>
                </c:pt>
                <c:pt idx="106">
                  <c:v>5700</c:v>
                </c:pt>
                <c:pt idx="107">
                  <c:v>5700</c:v>
                </c:pt>
                <c:pt idx="108">
                  <c:v>5700</c:v>
                </c:pt>
                <c:pt idx="109">
                  <c:v>5700</c:v>
                </c:pt>
                <c:pt idx="110">
                  <c:v>5700</c:v>
                </c:pt>
                <c:pt idx="111">
                  <c:v>5700</c:v>
                </c:pt>
                <c:pt idx="112">
                  <c:v>5700</c:v>
                </c:pt>
                <c:pt idx="113">
                  <c:v>5700</c:v>
                </c:pt>
                <c:pt idx="114">
                  <c:v>5700</c:v>
                </c:pt>
                <c:pt idx="115">
                  <c:v>5700</c:v>
                </c:pt>
                <c:pt idx="116">
                  <c:v>5700</c:v>
                </c:pt>
                <c:pt idx="117">
                  <c:v>5900</c:v>
                </c:pt>
                <c:pt idx="118">
                  <c:v>5900</c:v>
                </c:pt>
                <c:pt idx="119">
                  <c:v>5900</c:v>
                </c:pt>
                <c:pt idx="120">
                  <c:v>5900</c:v>
                </c:pt>
                <c:pt idx="121">
                  <c:v>5900</c:v>
                </c:pt>
                <c:pt idx="122">
                  <c:v>5900</c:v>
                </c:pt>
                <c:pt idx="123">
                  <c:v>5900</c:v>
                </c:pt>
                <c:pt idx="124">
                  <c:v>5900</c:v>
                </c:pt>
                <c:pt idx="125">
                  <c:v>5900</c:v>
                </c:pt>
                <c:pt idx="126">
                  <c:v>5900</c:v>
                </c:pt>
                <c:pt idx="127">
                  <c:v>5900</c:v>
                </c:pt>
                <c:pt idx="128">
                  <c:v>5900</c:v>
                </c:pt>
                <c:pt idx="129">
                  <c:v>5700</c:v>
                </c:pt>
                <c:pt idx="130">
                  <c:v>5500</c:v>
                </c:pt>
                <c:pt idx="131">
                  <c:v>5300</c:v>
                </c:pt>
                <c:pt idx="132">
                  <c:v>5300</c:v>
                </c:pt>
                <c:pt idx="133">
                  <c:v>5300</c:v>
                </c:pt>
                <c:pt idx="134">
                  <c:v>5300</c:v>
                </c:pt>
                <c:pt idx="135">
                  <c:v>5300</c:v>
                </c:pt>
                <c:pt idx="136">
                  <c:v>5300</c:v>
                </c:pt>
                <c:pt idx="137">
                  <c:v>5300</c:v>
                </c:pt>
                <c:pt idx="138">
                  <c:v>5300</c:v>
                </c:pt>
                <c:pt idx="139">
                  <c:v>5300</c:v>
                </c:pt>
                <c:pt idx="140">
                  <c:v>5300</c:v>
                </c:pt>
                <c:pt idx="141">
                  <c:v>5300</c:v>
                </c:pt>
                <c:pt idx="142">
                  <c:v>5300</c:v>
                </c:pt>
                <c:pt idx="143">
                  <c:v>5300</c:v>
                </c:pt>
                <c:pt idx="144">
                  <c:v>5300</c:v>
                </c:pt>
                <c:pt idx="145">
                  <c:v>5300</c:v>
                </c:pt>
                <c:pt idx="146">
                  <c:v>5300</c:v>
                </c:pt>
                <c:pt idx="147">
                  <c:v>5300</c:v>
                </c:pt>
                <c:pt idx="148">
                  <c:v>5300</c:v>
                </c:pt>
                <c:pt idx="149">
                  <c:v>5300</c:v>
                </c:pt>
                <c:pt idx="150">
                  <c:v>5300</c:v>
                </c:pt>
                <c:pt idx="151">
                  <c:v>5300</c:v>
                </c:pt>
                <c:pt idx="152">
                  <c:v>5300</c:v>
                </c:pt>
                <c:pt idx="153">
                  <c:v>5500</c:v>
                </c:pt>
                <c:pt idx="154">
                  <c:v>5500</c:v>
                </c:pt>
                <c:pt idx="155">
                  <c:v>5500</c:v>
                </c:pt>
                <c:pt idx="156">
                  <c:v>5500</c:v>
                </c:pt>
                <c:pt idx="157">
                  <c:v>5500</c:v>
                </c:pt>
                <c:pt idx="158">
                  <c:v>5500</c:v>
                </c:pt>
                <c:pt idx="159">
                  <c:v>5500</c:v>
                </c:pt>
                <c:pt idx="160">
                  <c:v>5500</c:v>
                </c:pt>
                <c:pt idx="161">
                  <c:v>5500</c:v>
                </c:pt>
                <c:pt idx="162">
                  <c:v>5500</c:v>
                </c:pt>
                <c:pt idx="163">
                  <c:v>5500</c:v>
                </c:pt>
                <c:pt idx="164">
                  <c:v>5500</c:v>
                </c:pt>
                <c:pt idx="165">
                  <c:v>5500</c:v>
                </c:pt>
                <c:pt idx="166">
                  <c:v>5500</c:v>
                </c:pt>
                <c:pt idx="167">
                  <c:v>5500</c:v>
                </c:pt>
                <c:pt idx="168">
                  <c:v>5400</c:v>
                </c:pt>
                <c:pt idx="169">
                  <c:v>5400</c:v>
                </c:pt>
                <c:pt idx="170">
                  <c:v>5400</c:v>
                </c:pt>
                <c:pt idx="171">
                  <c:v>5400</c:v>
                </c:pt>
                <c:pt idx="172">
                  <c:v>5400</c:v>
                </c:pt>
                <c:pt idx="173">
                  <c:v>5400</c:v>
                </c:pt>
                <c:pt idx="174">
                  <c:v>5400</c:v>
                </c:pt>
                <c:pt idx="175">
                  <c:v>5400</c:v>
                </c:pt>
                <c:pt idx="176">
                  <c:v>5400</c:v>
                </c:pt>
                <c:pt idx="177">
                  <c:v>5400</c:v>
                </c:pt>
                <c:pt idx="178">
                  <c:v>5400</c:v>
                </c:pt>
                <c:pt idx="179">
                  <c:v>5400</c:v>
                </c:pt>
                <c:pt idx="180">
                  <c:v>5400</c:v>
                </c:pt>
                <c:pt idx="181">
                  <c:v>5400</c:v>
                </c:pt>
                <c:pt idx="182">
                  <c:v>5400</c:v>
                </c:pt>
                <c:pt idx="183">
                  <c:v>5400</c:v>
                </c:pt>
                <c:pt idx="184">
                  <c:v>5400</c:v>
                </c:pt>
                <c:pt idx="185">
                  <c:v>5400</c:v>
                </c:pt>
                <c:pt idx="186">
                  <c:v>5400</c:v>
                </c:pt>
                <c:pt idx="187">
                  <c:v>5400</c:v>
                </c:pt>
                <c:pt idx="188">
                  <c:v>5450</c:v>
                </c:pt>
                <c:pt idx="189">
                  <c:v>5450</c:v>
                </c:pt>
                <c:pt idx="190">
                  <c:v>5450</c:v>
                </c:pt>
                <c:pt idx="191">
                  <c:v>5450</c:v>
                </c:pt>
                <c:pt idx="192">
                  <c:v>5450</c:v>
                </c:pt>
                <c:pt idx="193">
                  <c:v>5450</c:v>
                </c:pt>
                <c:pt idx="194">
                  <c:v>5450</c:v>
                </c:pt>
                <c:pt idx="195">
                  <c:v>5450</c:v>
                </c:pt>
                <c:pt idx="196">
                  <c:v>5450</c:v>
                </c:pt>
                <c:pt idx="197">
                  <c:v>5450</c:v>
                </c:pt>
                <c:pt idx="198">
                  <c:v>5450</c:v>
                </c:pt>
                <c:pt idx="199">
                  <c:v>5450</c:v>
                </c:pt>
                <c:pt idx="200">
                  <c:v>5450</c:v>
                </c:pt>
                <c:pt idx="201">
                  <c:v>5450</c:v>
                </c:pt>
                <c:pt idx="202">
                  <c:v>5450</c:v>
                </c:pt>
                <c:pt idx="203">
                  <c:v>5450</c:v>
                </c:pt>
                <c:pt idx="204">
                  <c:v>5450</c:v>
                </c:pt>
                <c:pt idx="205">
                  <c:v>5450</c:v>
                </c:pt>
                <c:pt idx="206">
                  <c:v>5450</c:v>
                </c:pt>
                <c:pt idx="207">
                  <c:v>5450</c:v>
                </c:pt>
                <c:pt idx="208">
                  <c:v>5450</c:v>
                </c:pt>
                <c:pt idx="209">
                  <c:v>5450</c:v>
                </c:pt>
                <c:pt idx="210">
                  <c:v>5450</c:v>
                </c:pt>
                <c:pt idx="211">
                  <c:v>5450</c:v>
                </c:pt>
                <c:pt idx="212">
                  <c:v>5450</c:v>
                </c:pt>
                <c:pt idx="213">
                  <c:v>5450</c:v>
                </c:pt>
                <c:pt idx="214">
                  <c:v>5450</c:v>
                </c:pt>
                <c:pt idx="215">
                  <c:v>5450</c:v>
                </c:pt>
                <c:pt idx="216">
                  <c:v>5450</c:v>
                </c:pt>
                <c:pt idx="217">
                  <c:v>5450</c:v>
                </c:pt>
                <c:pt idx="218">
                  <c:v>5450</c:v>
                </c:pt>
                <c:pt idx="219">
                  <c:v>5450</c:v>
                </c:pt>
                <c:pt idx="220">
                  <c:v>5450</c:v>
                </c:pt>
                <c:pt idx="221">
                  <c:v>5450</c:v>
                </c:pt>
                <c:pt idx="222">
                  <c:v>5450</c:v>
                </c:pt>
                <c:pt idx="223">
                  <c:v>5450</c:v>
                </c:pt>
                <c:pt idx="224">
                  <c:v>5450</c:v>
                </c:pt>
                <c:pt idx="225">
                  <c:v>5450</c:v>
                </c:pt>
                <c:pt idx="226">
                  <c:v>5450</c:v>
                </c:pt>
                <c:pt idx="227">
                  <c:v>5450</c:v>
                </c:pt>
                <c:pt idx="228">
                  <c:v>5450</c:v>
                </c:pt>
                <c:pt idx="229">
                  <c:v>5450</c:v>
                </c:pt>
                <c:pt idx="230">
                  <c:v>5450</c:v>
                </c:pt>
                <c:pt idx="231">
                  <c:v>5450</c:v>
                </c:pt>
                <c:pt idx="232">
                  <c:v>5450</c:v>
                </c:pt>
                <c:pt idx="233">
                  <c:v>5450</c:v>
                </c:pt>
                <c:pt idx="234">
                  <c:v>5450</c:v>
                </c:pt>
                <c:pt idx="235">
                  <c:v>5450</c:v>
                </c:pt>
                <c:pt idx="236">
                  <c:v>5450</c:v>
                </c:pt>
                <c:pt idx="237">
                  <c:v>5450</c:v>
                </c:pt>
                <c:pt idx="238">
                  <c:v>5450</c:v>
                </c:pt>
                <c:pt idx="239">
                  <c:v>5450</c:v>
                </c:pt>
                <c:pt idx="240">
                  <c:v>5450</c:v>
                </c:pt>
                <c:pt idx="241">
                  <c:v>5450</c:v>
                </c:pt>
                <c:pt idx="242">
                  <c:v>5450</c:v>
                </c:pt>
                <c:pt idx="243">
                  <c:v>5450</c:v>
                </c:pt>
                <c:pt idx="244">
                  <c:v>5450</c:v>
                </c:pt>
                <c:pt idx="245">
                  <c:v>5450</c:v>
                </c:pt>
                <c:pt idx="246">
                  <c:v>5450</c:v>
                </c:pt>
                <c:pt idx="247">
                  <c:v>5450</c:v>
                </c:pt>
                <c:pt idx="248">
                  <c:v>5450</c:v>
                </c:pt>
                <c:pt idx="249">
                  <c:v>5450</c:v>
                </c:pt>
                <c:pt idx="250">
                  <c:v>5450</c:v>
                </c:pt>
                <c:pt idx="251">
                  <c:v>5450</c:v>
                </c:pt>
                <c:pt idx="252">
                  <c:v>5450</c:v>
                </c:pt>
                <c:pt idx="253">
                  <c:v>5450</c:v>
                </c:pt>
                <c:pt idx="254">
                  <c:v>5450</c:v>
                </c:pt>
                <c:pt idx="255">
                  <c:v>5450</c:v>
                </c:pt>
                <c:pt idx="256">
                  <c:v>5450</c:v>
                </c:pt>
                <c:pt idx="257">
                  <c:v>5450</c:v>
                </c:pt>
                <c:pt idx="258">
                  <c:v>5450</c:v>
                </c:pt>
                <c:pt idx="259">
                  <c:v>5450</c:v>
                </c:pt>
                <c:pt idx="260">
                  <c:v>5450</c:v>
                </c:pt>
                <c:pt idx="261">
                  <c:v>5450</c:v>
                </c:pt>
                <c:pt idx="262">
                  <c:v>5450</c:v>
                </c:pt>
                <c:pt idx="263">
                  <c:v>5450</c:v>
                </c:pt>
                <c:pt idx="264">
                  <c:v>5450</c:v>
                </c:pt>
                <c:pt idx="265">
                  <c:v>5450</c:v>
                </c:pt>
                <c:pt idx="266">
                  <c:v>5450</c:v>
                </c:pt>
                <c:pt idx="267">
                  <c:v>5450</c:v>
                </c:pt>
                <c:pt idx="268">
                  <c:v>5450</c:v>
                </c:pt>
                <c:pt idx="269">
                  <c:v>5450</c:v>
                </c:pt>
                <c:pt idx="270">
                  <c:v>5450</c:v>
                </c:pt>
                <c:pt idx="271">
                  <c:v>5450</c:v>
                </c:pt>
                <c:pt idx="272">
                  <c:v>5450</c:v>
                </c:pt>
                <c:pt idx="273">
                  <c:v>5450</c:v>
                </c:pt>
                <c:pt idx="274">
                  <c:v>5450</c:v>
                </c:pt>
                <c:pt idx="275">
                  <c:v>5450</c:v>
                </c:pt>
                <c:pt idx="276">
                  <c:v>5450</c:v>
                </c:pt>
                <c:pt idx="277">
                  <c:v>5450</c:v>
                </c:pt>
                <c:pt idx="278">
                  <c:v>5450</c:v>
                </c:pt>
                <c:pt idx="279">
                  <c:v>5450</c:v>
                </c:pt>
                <c:pt idx="280">
                  <c:v>5450</c:v>
                </c:pt>
                <c:pt idx="281">
                  <c:v>5450</c:v>
                </c:pt>
                <c:pt idx="282">
                  <c:v>5450</c:v>
                </c:pt>
                <c:pt idx="283">
                  <c:v>5450</c:v>
                </c:pt>
                <c:pt idx="284">
                  <c:v>5450</c:v>
                </c:pt>
                <c:pt idx="285">
                  <c:v>5450</c:v>
                </c:pt>
                <c:pt idx="286">
                  <c:v>5450</c:v>
                </c:pt>
                <c:pt idx="287">
                  <c:v>5450</c:v>
                </c:pt>
                <c:pt idx="288">
                  <c:v>5450</c:v>
                </c:pt>
                <c:pt idx="289">
                  <c:v>5450</c:v>
                </c:pt>
                <c:pt idx="290">
                  <c:v>5450</c:v>
                </c:pt>
                <c:pt idx="291">
                  <c:v>5450</c:v>
                </c:pt>
                <c:pt idx="292">
                  <c:v>5450</c:v>
                </c:pt>
                <c:pt idx="293">
                  <c:v>5450</c:v>
                </c:pt>
                <c:pt idx="294">
                  <c:v>5450</c:v>
                </c:pt>
                <c:pt idx="295">
                  <c:v>5450</c:v>
                </c:pt>
                <c:pt idx="296">
                  <c:v>5450</c:v>
                </c:pt>
                <c:pt idx="297">
                  <c:v>5450</c:v>
                </c:pt>
                <c:pt idx="298">
                  <c:v>5450</c:v>
                </c:pt>
                <c:pt idx="299">
                  <c:v>5450</c:v>
                </c:pt>
                <c:pt idx="300">
                  <c:v>5450</c:v>
                </c:pt>
                <c:pt idx="301">
                  <c:v>5450</c:v>
                </c:pt>
                <c:pt idx="302">
                  <c:v>5450</c:v>
                </c:pt>
                <c:pt idx="303">
                  <c:v>5450</c:v>
                </c:pt>
                <c:pt idx="304">
                  <c:v>5450</c:v>
                </c:pt>
                <c:pt idx="305">
                  <c:v>5450</c:v>
                </c:pt>
                <c:pt idx="306">
                  <c:v>5450</c:v>
                </c:pt>
                <c:pt idx="307">
                  <c:v>5450</c:v>
                </c:pt>
                <c:pt idx="308">
                  <c:v>5450</c:v>
                </c:pt>
                <c:pt idx="309">
                  <c:v>5450</c:v>
                </c:pt>
                <c:pt idx="310">
                  <c:v>5450</c:v>
                </c:pt>
                <c:pt idx="311">
                  <c:v>5450</c:v>
                </c:pt>
                <c:pt idx="312">
                  <c:v>5450</c:v>
                </c:pt>
                <c:pt idx="313">
                  <c:v>5450</c:v>
                </c:pt>
                <c:pt idx="314">
                  <c:v>5450</c:v>
                </c:pt>
                <c:pt idx="315">
                  <c:v>5450</c:v>
                </c:pt>
                <c:pt idx="316">
                  <c:v>5450</c:v>
                </c:pt>
                <c:pt idx="317">
                  <c:v>5450</c:v>
                </c:pt>
                <c:pt idx="318">
                  <c:v>5450</c:v>
                </c:pt>
                <c:pt idx="319">
                  <c:v>5450</c:v>
                </c:pt>
                <c:pt idx="320">
                  <c:v>5450</c:v>
                </c:pt>
                <c:pt idx="321">
                  <c:v>5450</c:v>
                </c:pt>
                <c:pt idx="322">
                  <c:v>5450</c:v>
                </c:pt>
                <c:pt idx="323">
                  <c:v>5450</c:v>
                </c:pt>
                <c:pt idx="324">
                  <c:v>5450</c:v>
                </c:pt>
                <c:pt idx="325">
                  <c:v>5450</c:v>
                </c:pt>
                <c:pt idx="326">
                  <c:v>5450</c:v>
                </c:pt>
                <c:pt idx="327">
                  <c:v>5450</c:v>
                </c:pt>
                <c:pt idx="328">
                  <c:v>5450</c:v>
                </c:pt>
                <c:pt idx="329">
                  <c:v>5450</c:v>
                </c:pt>
                <c:pt idx="330">
                  <c:v>5450</c:v>
                </c:pt>
                <c:pt idx="331">
                  <c:v>5450</c:v>
                </c:pt>
                <c:pt idx="332">
                  <c:v>5450</c:v>
                </c:pt>
                <c:pt idx="333">
                  <c:v>5450</c:v>
                </c:pt>
                <c:pt idx="334">
                  <c:v>5450</c:v>
                </c:pt>
                <c:pt idx="335">
                  <c:v>5450</c:v>
                </c:pt>
                <c:pt idx="336">
                  <c:v>5450</c:v>
                </c:pt>
                <c:pt idx="337">
                  <c:v>5450</c:v>
                </c:pt>
                <c:pt idx="338">
                  <c:v>5450</c:v>
                </c:pt>
                <c:pt idx="339">
                  <c:v>5450</c:v>
                </c:pt>
                <c:pt idx="340">
                  <c:v>5450</c:v>
                </c:pt>
                <c:pt idx="341">
                  <c:v>5450</c:v>
                </c:pt>
                <c:pt idx="342">
                  <c:v>5450</c:v>
                </c:pt>
                <c:pt idx="343">
                  <c:v>5450</c:v>
                </c:pt>
                <c:pt idx="344">
                  <c:v>5450</c:v>
                </c:pt>
                <c:pt idx="345">
                  <c:v>5450</c:v>
                </c:pt>
                <c:pt idx="346">
                  <c:v>5450</c:v>
                </c:pt>
                <c:pt idx="347">
                  <c:v>5450</c:v>
                </c:pt>
                <c:pt idx="348">
                  <c:v>5450</c:v>
                </c:pt>
                <c:pt idx="349">
                  <c:v>5450</c:v>
                </c:pt>
                <c:pt idx="350">
                  <c:v>5400</c:v>
                </c:pt>
                <c:pt idx="351">
                  <c:v>5400</c:v>
                </c:pt>
                <c:pt idx="352">
                  <c:v>5350</c:v>
                </c:pt>
                <c:pt idx="353">
                  <c:v>5300</c:v>
                </c:pt>
                <c:pt idx="354">
                  <c:v>5270</c:v>
                </c:pt>
                <c:pt idx="355">
                  <c:v>5270</c:v>
                </c:pt>
                <c:pt idx="356">
                  <c:v>5220</c:v>
                </c:pt>
                <c:pt idx="357">
                  <c:v>5170</c:v>
                </c:pt>
                <c:pt idx="358">
                  <c:v>5170</c:v>
                </c:pt>
                <c:pt idx="359">
                  <c:v>5170</c:v>
                </c:pt>
                <c:pt idx="360">
                  <c:v>5170</c:v>
                </c:pt>
                <c:pt idx="361">
                  <c:v>5170</c:v>
                </c:pt>
                <c:pt idx="362">
                  <c:v>5120</c:v>
                </c:pt>
                <c:pt idx="363">
                  <c:v>5120</c:v>
                </c:pt>
                <c:pt idx="364">
                  <c:v>5120</c:v>
                </c:pt>
                <c:pt idx="365">
                  <c:v>5100</c:v>
                </c:pt>
                <c:pt idx="366">
                  <c:v>5070</c:v>
                </c:pt>
                <c:pt idx="367">
                  <c:v>5050</c:v>
                </c:pt>
                <c:pt idx="368">
                  <c:v>5000</c:v>
                </c:pt>
                <c:pt idx="369">
                  <c:v>4980</c:v>
                </c:pt>
                <c:pt idx="370">
                  <c:v>4980</c:v>
                </c:pt>
                <c:pt idx="371">
                  <c:v>4980</c:v>
                </c:pt>
                <c:pt idx="372">
                  <c:v>4980</c:v>
                </c:pt>
                <c:pt idx="373">
                  <c:v>4980</c:v>
                </c:pt>
                <c:pt idx="374">
                  <c:v>4980</c:v>
                </c:pt>
                <c:pt idx="375">
                  <c:v>4980</c:v>
                </c:pt>
                <c:pt idx="376">
                  <c:v>4930</c:v>
                </c:pt>
                <c:pt idx="377">
                  <c:v>4930</c:v>
                </c:pt>
                <c:pt idx="378">
                  <c:v>4930</c:v>
                </c:pt>
                <c:pt idx="379">
                  <c:v>4930</c:v>
                </c:pt>
                <c:pt idx="380">
                  <c:v>4910</c:v>
                </c:pt>
                <c:pt idx="381">
                  <c:v>4900</c:v>
                </c:pt>
                <c:pt idx="382">
                  <c:v>4870</c:v>
                </c:pt>
                <c:pt idx="383">
                  <c:v>4820</c:v>
                </c:pt>
                <c:pt idx="384">
                  <c:v>4820</c:v>
                </c:pt>
                <c:pt idx="385">
                  <c:v>4800</c:v>
                </c:pt>
                <c:pt idx="386">
                  <c:v>4800</c:v>
                </c:pt>
                <c:pt idx="387">
                  <c:v>4700</c:v>
                </c:pt>
                <c:pt idx="388">
                  <c:v>4700</c:v>
                </c:pt>
                <c:pt idx="389">
                  <c:v>4700</c:v>
                </c:pt>
                <c:pt idx="390">
                  <c:v>4650</c:v>
                </c:pt>
                <c:pt idx="391">
                  <c:v>4650</c:v>
                </c:pt>
                <c:pt idx="392">
                  <c:v>4640</c:v>
                </c:pt>
                <c:pt idx="393">
                  <c:v>4640</c:v>
                </c:pt>
                <c:pt idx="394">
                  <c:v>4620</c:v>
                </c:pt>
                <c:pt idx="395">
                  <c:v>4600</c:v>
                </c:pt>
                <c:pt idx="396">
                  <c:v>4600</c:v>
                </c:pt>
                <c:pt idx="397">
                  <c:v>4600</c:v>
                </c:pt>
                <c:pt idx="398">
                  <c:v>4600</c:v>
                </c:pt>
                <c:pt idx="399">
                  <c:v>4600</c:v>
                </c:pt>
                <c:pt idx="400">
                  <c:v>4600</c:v>
                </c:pt>
                <c:pt idx="401">
                  <c:v>4600</c:v>
                </c:pt>
                <c:pt idx="402">
                  <c:v>4600</c:v>
                </c:pt>
                <c:pt idx="403">
                  <c:v>4600</c:v>
                </c:pt>
                <c:pt idx="404">
                  <c:v>4600</c:v>
                </c:pt>
                <c:pt idx="405">
                  <c:v>4560</c:v>
                </c:pt>
                <c:pt idx="406">
                  <c:v>4560</c:v>
                </c:pt>
                <c:pt idx="407">
                  <c:v>4540</c:v>
                </c:pt>
                <c:pt idx="408">
                  <c:v>4540</c:v>
                </c:pt>
                <c:pt idx="409">
                  <c:v>4530</c:v>
                </c:pt>
                <c:pt idx="410">
                  <c:v>4530</c:v>
                </c:pt>
                <c:pt idx="411">
                  <c:v>4510</c:v>
                </c:pt>
                <c:pt idx="412">
                  <c:v>4500</c:v>
                </c:pt>
                <c:pt idx="413">
                  <c:v>4480</c:v>
                </c:pt>
                <c:pt idx="414">
                  <c:v>4450</c:v>
                </c:pt>
                <c:pt idx="415">
                  <c:v>4420</c:v>
                </c:pt>
                <c:pt idx="416">
                  <c:v>4400</c:v>
                </c:pt>
                <c:pt idx="417">
                  <c:v>4400</c:v>
                </c:pt>
                <c:pt idx="418">
                  <c:v>4350</c:v>
                </c:pt>
                <c:pt idx="419">
                  <c:v>4150</c:v>
                </c:pt>
                <c:pt idx="420">
                  <c:v>3950</c:v>
                </c:pt>
                <c:pt idx="421">
                  <c:v>3950</c:v>
                </c:pt>
                <c:pt idx="422">
                  <c:v>3950</c:v>
                </c:pt>
                <c:pt idx="423">
                  <c:v>3950</c:v>
                </c:pt>
                <c:pt idx="424">
                  <c:v>3950</c:v>
                </c:pt>
                <c:pt idx="425">
                  <c:v>3950</c:v>
                </c:pt>
                <c:pt idx="426">
                  <c:v>3950</c:v>
                </c:pt>
                <c:pt idx="427">
                  <c:v>3950</c:v>
                </c:pt>
                <c:pt idx="428">
                  <c:v>3950</c:v>
                </c:pt>
                <c:pt idx="429">
                  <c:v>3950</c:v>
                </c:pt>
                <c:pt idx="430">
                  <c:v>3950</c:v>
                </c:pt>
                <c:pt idx="431">
                  <c:v>3950</c:v>
                </c:pt>
                <c:pt idx="432">
                  <c:v>3950</c:v>
                </c:pt>
                <c:pt idx="433">
                  <c:v>3950</c:v>
                </c:pt>
                <c:pt idx="434">
                  <c:v>3950</c:v>
                </c:pt>
                <c:pt idx="435">
                  <c:v>3950</c:v>
                </c:pt>
                <c:pt idx="436">
                  <c:v>3950</c:v>
                </c:pt>
                <c:pt idx="437">
                  <c:v>3950</c:v>
                </c:pt>
                <c:pt idx="438">
                  <c:v>3950</c:v>
                </c:pt>
                <c:pt idx="439">
                  <c:v>3950</c:v>
                </c:pt>
                <c:pt idx="440">
                  <c:v>3950</c:v>
                </c:pt>
                <c:pt idx="441">
                  <c:v>3950</c:v>
                </c:pt>
                <c:pt idx="442">
                  <c:v>3950</c:v>
                </c:pt>
                <c:pt idx="443">
                  <c:v>3950</c:v>
                </c:pt>
                <c:pt idx="444">
                  <c:v>3950</c:v>
                </c:pt>
                <c:pt idx="445">
                  <c:v>3950</c:v>
                </c:pt>
                <c:pt idx="446">
                  <c:v>3950</c:v>
                </c:pt>
                <c:pt idx="447">
                  <c:v>3950</c:v>
                </c:pt>
                <c:pt idx="448">
                  <c:v>3950</c:v>
                </c:pt>
                <c:pt idx="449">
                  <c:v>3950</c:v>
                </c:pt>
                <c:pt idx="450">
                  <c:v>3950</c:v>
                </c:pt>
                <c:pt idx="451">
                  <c:v>3950</c:v>
                </c:pt>
                <c:pt idx="452">
                  <c:v>3950</c:v>
                </c:pt>
                <c:pt idx="453">
                  <c:v>3950</c:v>
                </c:pt>
                <c:pt idx="454">
                  <c:v>3950</c:v>
                </c:pt>
                <c:pt idx="455">
                  <c:v>3950</c:v>
                </c:pt>
                <c:pt idx="456">
                  <c:v>3950</c:v>
                </c:pt>
                <c:pt idx="457">
                  <c:v>3950</c:v>
                </c:pt>
                <c:pt idx="458">
                  <c:v>3950</c:v>
                </c:pt>
                <c:pt idx="459">
                  <c:v>3950</c:v>
                </c:pt>
                <c:pt idx="460">
                  <c:v>3950</c:v>
                </c:pt>
                <c:pt idx="461">
                  <c:v>3950</c:v>
                </c:pt>
                <c:pt idx="462">
                  <c:v>3950</c:v>
                </c:pt>
                <c:pt idx="463">
                  <c:v>3950</c:v>
                </c:pt>
                <c:pt idx="464">
                  <c:v>3950</c:v>
                </c:pt>
                <c:pt idx="465">
                  <c:v>3950</c:v>
                </c:pt>
                <c:pt idx="466">
                  <c:v>3950</c:v>
                </c:pt>
                <c:pt idx="467">
                  <c:v>3950</c:v>
                </c:pt>
                <c:pt idx="468">
                  <c:v>3950</c:v>
                </c:pt>
                <c:pt idx="469">
                  <c:v>3950</c:v>
                </c:pt>
                <c:pt idx="470">
                  <c:v>3950</c:v>
                </c:pt>
                <c:pt idx="471">
                  <c:v>3950</c:v>
                </c:pt>
                <c:pt idx="472">
                  <c:v>3950</c:v>
                </c:pt>
                <c:pt idx="473">
                  <c:v>3950</c:v>
                </c:pt>
                <c:pt idx="474">
                  <c:v>3950</c:v>
                </c:pt>
                <c:pt idx="475">
                  <c:v>3950</c:v>
                </c:pt>
                <c:pt idx="476">
                  <c:v>3950</c:v>
                </c:pt>
                <c:pt idx="477">
                  <c:v>3950</c:v>
                </c:pt>
                <c:pt idx="478">
                  <c:v>3950</c:v>
                </c:pt>
                <c:pt idx="479">
                  <c:v>3950</c:v>
                </c:pt>
                <c:pt idx="480">
                  <c:v>3950</c:v>
                </c:pt>
                <c:pt idx="481">
                  <c:v>3950</c:v>
                </c:pt>
                <c:pt idx="482">
                  <c:v>3950</c:v>
                </c:pt>
                <c:pt idx="483">
                  <c:v>3950</c:v>
                </c:pt>
                <c:pt idx="484">
                  <c:v>3950</c:v>
                </c:pt>
                <c:pt idx="485">
                  <c:v>3950</c:v>
                </c:pt>
                <c:pt idx="486">
                  <c:v>3950</c:v>
                </c:pt>
                <c:pt idx="487">
                  <c:v>3950</c:v>
                </c:pt>
                <c:pt idx="488">
                  <c:v>3950</c:v>
                </c:pt>
                <c:pt idx="489">
                  <c:v>3950</c:v>
                </c:pt>
                <c:pt idx="490">
                  <c:v>3950</c:v>
                </c:pt>
                <c:pt idx="491">
                  <c:v>3950</c:v>
                </c:pt>
                <c:pt idx="492">
                  <c:v>3950</c:v>
                </c:pt>
                <c:pt idx="493">
                  <c:v>3950</c:v>
                </c:pt>
                <c:pt idx="494">
                  <c:v>3950</c:v>
                </c:pt>
                <c:pt idx="495">
                  <c:v>3950</c:v>
                </c:pt>
                <c:pt idx="496">
                  <c:v>3950</c:v>
                </c:pt>
                <c:pt idx="497">
                  <c:v>3950</c:v>
                </c:pt>
                <c:pt idx="498">
                  <c:v>3950</c:v>
                </c:pt>
                <c:pt idx="499">
                  <c:v>3950</c:v>
                </c:pt>
                <c:pt idx="500">
                  <c:v>3950</c:v>
                </c:pt>
                <c:pt idx="501">
                  <c:v>3950</c:v>
                </c:pt>
                <c:pt idx="502">
                  <c:v>3950</c:v>
                </c:pt>
                <c:pt idx="503">
                  <c:v>3950</c:v>
                </c:pt>
                <c:pt idx="504">
                  <c:v>3950</c:v>
                </c:pt>
                <c:pt idx="505">
                  <c:v>3950</c:v>
                </c:pt>
                <c:pt idx="506">
                  <c:v>3950</c:v>
                </c:pt>
                <c:pt idx="507">
                  <c:v>3950</c:v>
                </c:pt>
                <c:pt idx="508">
                  <c:v>3950</c:v>
                </c:pt>
                <c:pt idx="509">
                  <c:v>3950</c:v>
                </c:pt>
                <c:pt idx="510">
                  <c:v>3950</c:v>
                </c:pt>
                <c:pt idx="511">
                  <c:v>3950</c:v>
                </c:pt>
                <c:pt idx="512">
                  <c:v>3950</c:v>
                </c:pt>
                <c:pt idx="513">
                  <c:v>3950</c:v>
                </c:pt>
                <c:pt idx="514">
                  <c:v>3950</c:v>
                </c:pt>
                <c:pt idx="515">
                  <c:v>3950</c:v>
                </c:pt>
                <c:pt idx="516">
                  <c:v>3950</c:v>
                </c:pt>
                <c:pt idx="517">
                  <c:v>3950</c:v>
                </c:pt>
                <c:pt idx="518">
                  <c:v>3950</c:v>
                </c:pt>
                <c:pt idx="519">
                  <c:v>3950</c:v>
                </c:pt>
                <c:pt idx="520">
                  <c:v>3950</c:v>
                </c:pt>
                <c:pt idx="521">
                  <c:v>3950</c:v>
                </c:pt>
                <c:pt idx="522">
                  <c:v>3950</c:v>
                </c:pt>
                <c:pt idx="523">
                  <c:v>3950</c:v>
                </c:pt>
                <c:pt idx="524">
                  <c:v>3950</c:v>
                </c:pt>
                <c:pt idx="525">
                  <c:v>3950</c:v>
                </c:pt>
                <c:pt idx="526">
                  <c:v>3950</c:v>
                </c:pt>
                <c:pt idx="527">
                  <c:v>3950</c:v>
                </c:pt>
                <c:pt idx="528">
                  <c:v>3950</c:v>
                </c:pt>
                <c:pt idx="529">
                  <c:v>3950</c:v>
                </c:pt>
                <c:pt idx="530">
                  <c:v>3950</c:v>
                </c:pt>
                <c:pt idx="531">
                  <c:v>3950</c:v>
                </c:pt>
                <c:pt idx="532">
                  <c:v>3950</c:v>
                </c:pt>
                <c:pt idx="533">
                  <c:v>3950</c:v>
                </c:pt>
                <c:pt idx="534">
                  <c:v>3950</c:v>
                </c:pt>
                <c:pt idx="535">
                  <c:v>3950</c:v>
                </c:pt>
                <c:pt idx="536">
                  <c:v>3950</c:v>
                </c:pt>
                <c:pt idx="537">
                  <c:v>3950</c:v>
                </c:pt>
                <c:pt idx="538">
                  <c:v>3950</c:v>
                </c:pt>
                <c:pt idx="539">
                  <c:v>3950</c:v>
                </c:pt>
                <c:pt idx="540">
                  <c:v>3950</c:v>
                </c:pt>
                <c:pt idx="541">
                  <c:v>3950</c:v>
                </c:pt>
                <c:pt idx="542">
                  <c:v>3950</c:v>
                </c:pt>
                <c:pt idx="543">
                  <c:v>3950</c:v>
                </c:pt>
                <c:pt idx="544">
                  <c:v>3950</c:v>
                </c:pt>
                <c:pt idx="545">
                  <c:v>3950</c:v>
                </c:pt>
                <c:pt idx="546">
                  <c:v>3950</c:v>
                </c:pt>
                <c:pt idx="547">
                  <c:v>3950</c:v>
                </c:pt>
                <c:pt idx="548">
                  <c:v>3950</c:v>
                </c:pt>
                <c:pt idx="549">
                  <c:v>3950</c:v>
                </c:pt>
                <c:pt idx="550">
                  <c:v>3950</c:v>
                </c:pt>
                <c:pt idx="551">
                  <c:v>3950</c:v>
                </c:pt>
                <c:pt idx="552">
                  <c:v>3950</c:v>
                </c:pt>
                <c:pt idx="553">
                  <c:v>3950</c:v>
                </c:pt>
                <c:pt idx="554">
                  <c:v>3950</c:v>
                </c:pt>
                <c:pt idx="555">
                  <c:v>3950</c:v>
                </c:pt>
                <c:pt idx="556">
                  <c:v>3950</c:v>
                </c:pt>
                <c:pt idx="557">
                  <c:v>3950</c:v>
                </c:pt>
                <c:pt idx="558">
                  <c:v>3950</c:v>
                </c:pt>
                <c:pt idx="559">
                  <c:v>3950</c:v>
                </c:pt>
                <c:pt idx="560">
                  <c:v>3950</c:v>
                </c:pt>
                <c:pt idx="561">
                  <c:v>3950</c:v>
                </c:pt>
                <c:pt idx="562">
                  <c:v>3950</c:v>
                </c:pt>
                <c:pt idx="563">
                  <c:v>3950</c:v>
                </c:pt>
                <c:pt idx="564">
                  <c:v>3950</c:v>
                </c:pt>
                <c:pt idx="565">
                  <c:v>3950</c:v>
                </c:pt>
                <c:pt idx="566">
                  <c:v>3950</c:v>
                </c:pt>
                <c:pt idx="567">
                  <c:v>3950</c:v>
                </c:pt>
                <c:pt idx="568">
                  <c:v>3950</c:v>
                </c:pt>
                <c:pt idx="569">
                  <c:v>3950</c:v>
                </c:pt>
                <c:pt idx="570">
                  <c:v>3950</c:v>
                </c:pt>
                <c:pt idx="571">
                  <c:v>3950</c:v>
                </c:pt>
                <c:pt idx="572">
                  <c:v>3950</c:v>
                </c:pt>
                <c:pt idx="573">
                  <c:v>3950</c:v>
                </c:pt>
                <c:pt idx="574">
                  <c:v>3950</c:v>
                </c:pt>
                <c:pt idx="575">
                  <c:v>3950</c:v>
                </c:pt>
                <c:pt idx="576">
                  <c:v>3950</c:v>
                </c:pt>
                <c:pt idx="577">
                  <c:v>3950</c:v>
                </c:pt>
                <c:pt idx="578">
                  <c:v>3950</c:v>
                </c:pt>
                <c:pt idx="579">
                  <c:v>3950</c:v>
                </c:pt>
                <c:pt idx="580">
                  <c:v>3950</c:v>
                </c:pt>
                <c:pt idx="581">
                  <c:v>3950</c:v>
                </c:pt>
                <c:pt idx="582">
                  <c:v>3950</c:v>
                </c:pt>
                <c:pt idx="583">
                  <c:v>3950</c:v>
                </c:pt>
                <c:pt idx="584">
                  <c:v>3950</c:v>
                </c:pt>
                <c:pt idx="585">
                  <c:v>3950</c:v>
                </c:pt>
                <c:pt idx="586">
                  <c:v>3950</c:v>
                </c:pt>
                <c:pt idx="587">
                  <c:v>3950</c:v>
                </c:pt>
                <c:pt idx="588">
                  <c:v>3950</c:v>
                </c:pt>
                <c:pt idx="589">
                  <c:v>3950</c:v>
                </c:pt>
                <c:pt idx="590">
                  <c:v>3950</c:v>
                </c:pt>
                <c:pt idx="591">
                  <c:v>3950</c:v>
                </c:pt>
                <c:pt idx="592">
                  <c:v>3950</c:v>
                </c:pt>
                <c:pt idx="593">
                  <c:v>3950</c:v>
                </c:pt>
                <c:pt idx="594">
                  <c:v>3950</c:v>
                </c:pt>
                <c:pt idx="595">
                  <c:v>3950</c:v>
                </c:pt>
                <c:pt idx="596">
                  <c:v>3950</c:v>
                </c:pt>
                <c:pt idx="597">
                  <c:v>3950</c:v>
                </c:pt>
                <c:pt idx="598">
                  <c:v>3950</c:v>
                </c:pt>
                <c:pt idx="599">
                  <c:v>3950</c:v>
                </c:pt>
                <c:pt idx="600">
                  <c:v>3850</c:v>
                </c:pt>
                <c:pt idx="601">
                  <c:v>3850</c:v>
                </c:pt>
                <c:pt idx="602">
                  <c:v>3850</c:v>
                </c:pt>
                <c:pt idx="603">
                  <c:v>3850</c:v>
                </c:pt>
                <c:pt idx="604">
                  <c:v>3850</c:v>
                </c:pt>
                <c:pt idx="605">
                  <c:v>3850</c:v>
                </c:pt>
                <c:pt idx="606">
                  <c:v>3850</c:v>
                </c:pt>
                <c:pt idx="607">
                  <c:v>3850</c:v>
                </c:pt>
                <c:pt idx="608">
                  <c:v>3850</c:v>
                </c:pt>
                <c:pt idx="609">
                  <c:v>3750</c:v>
                </c:pt>
                <c:pt idx="610">
                  <c:v>3750</c:v>
                </c:pt>
                <c:pt idx="611">
                  <c:v>3750</c:v>
                </c:pt>
                <c:pt idx="612">
                  <c:v>3750</c:v>
                </c:pt>
                <c:pt idx="613">
                  <c:v>3750</c:v>
                </c:pt>
                <c:pt idx="614">
                  <c:v>3700</c:v>
                </c:pt>
                <c:pt idx="615">
                  <c:v>3700</c:v>
                </c:pt>
                <c:pt idx="616">
                  <c:v>3700</c:v>
                </c:pt>
                <c:pt idx="617">
                  <c:v>3700</c:v>
                </c:pt>
                <c:pt idx="618">
                  <c:v>3650</c:v>
                </c:pt>
                <c:pt idx="619">
                  <c:v>3650</c:v>
                </c:pt>
                <c:pt idx="620">
                  <c:v>3650</c:v>
                </c:pt>
                <c:pt idx="621">
                  <c:v>3650</c:v>
                </c:pt>
                <c:pt idx="622">
                  <c:v>3650</c:v>
                </c:pt>
                <c:pt idx="623">
                  <c:v>3650</c:v>
                </c:pt>
                <c:pt idx="624">
                  <c:v>3650</c:v>
                </c:pt>
                <c:pt idx="625">
                  <c:v>3650</c:v>
                </c:pt>
                <c:pt idx="626">
                  <c:v>3650</c:v>
                </c:pt>
                <c:pt idx="627">
                  <c:v>3650</c:v>
                </c:pt>
                <c:pt idx="628">
                  <c:v>3650</c:v>
                </c:pt>
                <c:pt idx="629">
                  <c:v>3650</c:v>
                </c:pt>
                <c:pt idx="630">
                  <c:v>3650</c:v>
                </c:pt>
                <c:pt idx="631">
                  <c:v>3650</c:v>
                </c:pt>
                <c:pt idx="632">
                  <c:v>3650</c:v>
                </c:pt>
                <c:pt idx="633">
                  <c:v>3650</c:v>
                </c:pt>
                <c:pt idx="634">
                  <c:v>3650</c:v>
                </c:pt>
                <c:pt idx="635">
                  <c:v>3650</c:v>
                </c:pt>
                <c:pt idx="636">
                  <c:v>3650</c:v>
                </c:pt>
                <c:pt idx="637">
                  <c:v>3650</c:v>
                </c:pt>
                <c:pt idx="638">
                  <c:v>3650</c:v>
                </c:pt>
                <c:pt idx="639">
                  <c:v>3650</c:v>
                </c:pt>
                <c:pt idx="640">
                  <c:v>3650</c:v>
                </c:pt>
                <c:pt idx="641">
                  <c:v>3650</c:v>
                </c:pt>
                <c:pt idx="642">
                  <c:v>3650</c:v>
                </c:pt>
                <c:pt idx="643">
                  <c:v>3650</c:v>
                </c:pt>
                <c:pt idx="644">
                  <c:v>3650</c:v>
                </c:pt>
                <c:pt idx="645">
                  <c:v>3650</c:v>
                </c:pt>
                <c:pt idx="646">
                  <c:v>3650</c:v>
                </c:pt>
                <c:pt idx="647">
                  <c:v>3650</c:v>
                </c:pt>
                <c:pt idx="648">
                  <c:v>3650</c:v>
                </c:pt>
                <c:pt idx="649">
                  <c:v>3650</c:v>
                </c:pt>
                <c:pt idx="650">
                  <c:v>3650</c:v>
                </c:pt>
                <c:pt idx="651">
                  <c:v>3650</c:v>
                </c:pt>
                <c:pt idx="652">
                  <c:v>3650</c:v>
                </c:pt>
                <c:pt idx="653">
                  <c:v>3650</c:v>
                </c:pt>
                <c:pt idx="654">
                  <c:v>3650</c:v>
                </c:pt>
                <c:pt idx="655">
                  <c:v>3650</c:v>
                </c:pt>
                <c:pt idx="656">
                  <c:v>3650</c:v>
                </c:pt>
                <c:pt idx="657">
                  <c:v>3650</c:v>
                </c:pt>
                <c:pt idx="658">
                  <c:v>3650</c:v>
                </c:pt>
                <c:pt idx="659">
                  <c:v>3650</c:v>
                </c:pt>
                <c:pt idx="660">
                  <c:v>3650</c:v>
                </c:pt>
                <c:pt idx="661">
                  <c:v>3650</c:v>
                </c:pt>
                <c:pt idx="662">
                  <c:v>3650</c:v>
                </c:pt>
                <c:pt idx="663">
                  <c:v>3650</c:v>
                </c:pt>
                <c:pt idx="664">
                  <c:v>3650</c:v>
                </c:pt>
                <c:pt idx="665">
                  <c:v>3650</c:v>
                </c:pt>
                <c:pt idx="666">
                  <c:v>3650</c:v>
                </c:pt>
                <c:pt idx="667">
                  <c:v>3650</c:v>
                </c:pt>
                <c:pt idx="668">
                  <c:v>3650</c:v>
                </c:pt>
                <c:pt idx="669">
                  <c:v>3650</c:v>
                </c:pt>
                <c:pt idx="670">
                  <c:v>3650</c:v>
                </c:pt>
                <c:pt idx="671">
                  <c:v>3650</c:v>
                </c:pt>
                <c:pt idx="672">
                  <c:v>3650</c:v>
                </c:pt>
                <c:pt idx="673">
                  <c:v>3650</c:v>
                </c:pt>
                <c:pt idx="674">
                  <c:v>3650</c:v>
                </c:pt>
                <c:pt idx="675">
                  <c:v>3650</c:v>
                </c:pt>
                <c:pt idx="676">
                  <c:v>3650</c:v>
                </c:pt>
                <c:pt idx="677">
                  <c:v>3650</c:v>
                </c:pt>
                <c:pt idx="678">
                  <c:v>3650</c:v>
                </c:pt>
                <c:pt idx="679">
                  <c:v>3650</c:v>
                </c:pt>
                <c:pt idx="680">
                  <c:v>3650</c:v>
                </c:pt>
                <c:pt idx="681">
                  <c:v>3650</c:v>
                </c:pt>
                <c:pt idx="682">
                  <c:v>3650</c:v>
                </c:pt>
                <c:pt idx="683">
                  <c:v>3650</c:v>
                </c:pt>
                <c:pt idx="684">
                  <c:v>3650</c:v>
                </c:pt>
                <c:pt idx="685">
                  <c:v>3650</c:v>
                </c:pt>
                <c:pt idx="686">
                  <c:v>3650</c:v>
                </c:pt>
                <c:pt idx="687">
                  <c:v>3650</c:v>
                </c:pt>
                <c:pt idx="688">
                  <c:v>3650</c:v>
                </c:pt>
                <c:pt idx="689">
                  <c:v>3650</c:v>
                </c:pt>
                <c:pt idx="690">
                  <c:v>3650</c:v>
                </c:pt>
                <c:pt idx="691">
                  <c:v>3650</c:v>
                </c:pt>
                <c:pt idx="692">
                  <c:v>3650</c:v>
                </c:pt>
                <c:pt idx="693">
                  <c:v>3650</c:v>
                </c:pt>
                <c:pt idx="694">
                  <c:v>3650</c:v>
                </c:pt>
                <c:pt idx="695">
                  <c:v>3650</c:v>
                </c:pt>
                <c:pt idx="696">
                  <c:v>3650</c:v>
                </c:pt>
                <c:pt idx="697">
                  <c:v>3650</c:v>
                </c:pt>
                <c:pt idx="698">
                  <c:v>3650</c:v>
                </c:pt>
                <c:pt idx="699">
                  <c:v>3650</c:v>
                </c:pt>
                <c:pt idx="700">
                  <c:v>3650</c:v>
                </c:pt>
                <c:pt idx="701">
                  <c:v>3650</c:v>
                </c:pt>
                <c:pt idx="702">
                  <c:v>3550</c:v>
                </c:pt>
                <c:pt idx="703">
                  <c:v>3550</c:v>
                </c:pt>
                <c:pt idx="704">
                  <c:v>3550</c:v>
                </c:pt>
                <c:pt idx="705">
                  <c:v>3550</c:v>
                </c:pt>
                <c:pt idx="706">
                  <c:v>3550</c:v>
                </c:pt>
                <c:pt idx="707">
                  <c:v>3550</c:v>
                </c:pt>
                <c:pt idx="708">
                  <c:v>3550</c:v>
                </c:pt>
                <c:pt idx="709">
                  <c:v>3550</c:v>
                </c:pt>
                <c:pt idx="710">
                  <c:v>3550</c:v>
                </c:pt>
                <c:pt idx="711">
                  <c:v>3550</c:v>
                </c:pt>
                <c:pt idx="712">
                  <c:v>3550</c:v>
                </c:pt>
                <c:pt idx="713">
                  <c:v>3550</c:v>
                </c:pt>
                <c:pt idx="714">
                  <c:v>3550</c:v>
                </c:pt>
                <c:pt idx="715">
                  <c:v>3550</c:v>
                </c:pt>
                <c:pt idx="716">
                  <c:v>3550</c:v>
                </c:pt>
                <c:pt idx="717">
                  <c:v>3550</c:v>
                </c:pt>
                <c:pt idx="718">
                  <c:v>3550</c:v>
                </c:pt>
                <c:pt idx="719">
                  <c:v>3550</c:v>
                </c:pt>
                <c:pt idx="720">
                  <c:v>3550</c:v>
                </c:pt>
                <c:pt idx="721">
                  <c:v>3550</c:v>
                </c:pt>
                <c:pt idx="722">
                  <c:v>3550</c:v>
                </c:pt>
                <c:pt idx="723">
                  <c:v>3550</c:v>
                </c:pt>
                <c:pt idx="724">
                  <c:v>3550</c:v>
                </c:pt>
                <c:pt idx="725">
                  <c:v>3550</c:v>
                </c:pt>
                <c:pt idx="726">
                  <c:v>3550</c:v>
                </c:pt>
                <c:pt idx="727">
                  <c:v>3550</c:v>
                </c:pt>
                <c:pt idx="728">
                  <c:v>3550</c:v>
                </c:pt>
                <c:pt idx="729">
                  <c:v>3550</c:v>
                </c:pt>
                <c:pt idx="730">
                  <c:v>3550</c:v>
                </c:pt>
                <c:pt idx="731">
                  <c:v>3550</c:v>
                </c:pt>
                <c:pt idx="732">
                  <c:v>3550</c:v>
                </c:pt>
                <c:pt idx="733">
                  <c:v>3550</c:v>
                </c:pt>
                <c:pt idx="734">
                  <c:v>3550</c:v>
                </c:pt>
                <c:pt idx="735">
                  <c:v>3550</c:v>
                </c:pt>
                <c:pt idx="736">
                  <c:v>3550</c:v>
                </c:pt>
                <c:pt idx="737">
                  <c:v>3550</c:v>
                </c:pt>
                <c:pt idx="738">
                  <c:v>3550</c:v>
                </c:pt>
                <c:pt idx="739">
                  <c:v>3550</c:v>
                </c:pt>
                <c:pt idx="740">
                  <c:v>3550</c:v>
                </c:pt>
                <c:pt idx="741">
                  <c:v>3550</c:v>
                </c:pt>
                <c:pt idx="742">
                  <c:v>3550</c:v>
                </c:pt>
                <c:pt idx="743">
                  <c:v>3550</c:v>
                </c:pt>
                <c:pt idx="744">
                  <c:v>3550</c:v>
                </c:pt>
                <c:pt idx="745">
                  <c:v>3550</c:v>
                </c:pt>
                <c:pt idx="746">
                  <c:v>3550</c:v>
                </c:pt>
                <c:pt idx="747">
                  <c:v>3550</c:v>
                </c:pt>
                <c:pt idx="748">
                  <c:v>3550</c:v>
                </c:pt>
                <c:pt idx="749">
                  <c:v>3550</c:v>
                </c:pt>
                <c:pt idx="750">
                  <c:v>3550</c:v>
                </c:pt>
                <c:pt idx="751">
                  <c:v>3550</c:v>
                </c:pt>
                <c:pt idx="752">
                  <c:v>3550</c:v>
                </c:pt>
                <c:pt idx="753">
                  <c:v>3550</c:v>
                </c:pt>
                <c:pt idx="754">
                  <c:v>3550</c:v>
                </c:pt>
                <c:pt idx="755">
                  <c:v>3550</c:v>
                </c:pt>
                <c:pt idx="756">
                  <c:v>3550</c:v>
                </c:pt>
                <c:pt idx="757">
                  <c:v>3550</c:v>
                </c:pt>
                <c:pt idx="758">
                  <c:v>3550</c:v>
                </c:pt>
                <c:pt idx="759">
                  <c:v>3550</c:v>
                </c:pt>
                <c:pt idx="760">
                  <c:v>3550</c:v>
                </c:pt>
                <c:pt idx="761">
                  <c:v>3550</c:v>
                </c:pt>
                <c:pt idx="762">
                  <c:v>3550</c:v>
                </c:pt>
                <c:pt idx="763">
                  <c:v>3550</c:v>
                </c:pt>
                <c:pt idx="764">
                  <c:v>3550</c:v>
                </c:pt>
                <c:pt idx="765">
                  <c:v>3550</c:v>
                </c:pt>
                <c:pt idx="766">
                  <c:v>3550</c:v>
                </c:pt>
                <c:pt idx="767">
                  <c:v>3550</c:v>
                </c:pt>
                <c:pt idx="768">
                  <c:v>3550</c:v>
                </c:pt>
                <c:pt idx="769">
                  <c:v>3550</c:v>
                </c:pt>
                <c:pt idx="770">
                  <c:v>3550</c:v>
                </c:pt>
                <c:pt idx="771">
                  <c:v>3550</c:v>
                </c:pt>
                <c:pt idx="772">
                  <c:v>3550</c:v>
                </c:pt>
                <c:pt idx="773">
                  <c:v>3550</c:v>
                </c:pt>
                <c:pt idx="774">
                  <c:v>3550</c:v>
                </c:pt>
                <c:pt idx="775">
                  <c:v>3500</c:v>
                </c:pt>
                <c:pt idx="776">
                  <c:v>3400</c:v>
                </c:pt>
                <c:pt idx="777">
                  <c:v>3400</c:v>
                </c:pt>
                <c:pt idx="778">
                  <c:v>3400</c:v>
                </c:pt>
                <c:pt idx="779">
                  <c:v>3400</c:v>
                </c:pt>
                <c:pt idx="780">
                  <c:v>3400</c:v>
                </c:pt>
                <c:pt idx="781">
                  <c:v>3400</c:v>
                </c:pt>
                <c:pt idx="782">
                  <c:v>3400</c:v>
                </c:pt>
                <c:pt idx="783">
                  <c:v>3400</c:v>
                </c:pt>
                <c:pt idx="784">
                  <c:v>3400</c:v>
                </c:pt>
                <c:pt idx="785">
                  <c:v>3400</c:v>
                </c:pt>
                <c:pt idx="786">
                  <c:v>3400</c:v>
                </c:pt>
                <c:pt idx="787">
                  <c:v>3400</c:v>
                </c:pt>
                <c:pt idx="788">
                  <c:v>3400</c:v>
                </c:pt>
                <c:pt idx="789">
                  <c:v>3400</c:v>
                </c:pt>
                <c:pt idx="790">
                  <c:v>3400</c:v>
                </c:pt>
                <c:pt idx="791">
                  <c:v>3400</c:v>
                </c:pt>
                <c:pt idx="792">
                  <c:v>3400</c:v>
                </c:pt>
                <c:pt idx="793">
                  <c:v>3400</c:v>
                </c:pt>
                <c:pt idx="794">
                  <c:v>3400</c:v>
                </c:pt>
                <c:pt idx="795">
                  <c:v>3400</c:v>
                </c:pt>
                <c:pt idx="796">
                  <c:v>3400</c:v>
                </c:pt>
                <c:pt idx="797">
                  <c:v>3400</c:v>
                </c:pt>
                <c:pt idx="798">
                  <c:v>3400</c:v>
                </c:pt>
                <c:pt idx="799">
                  <c:v>3400</c:v>
                </c:pt>
                <c:pt idx="800">
                  <c:v>3400</c:v>
                </c:pt>
                <c:pt idx="801">
                  <c:v>3400</c:v>
                </c:pt>
                <c:pt idx="802">
                  <c:v>3400</c:v>
                </c:pt>
                <c:pt idx="803">
                  <c:v>3400</c:v>
                </c:pt>
                <c:pt idx="804">
                  <c:v>3400</c:v>
                </c:pt>
                <c:pt idx="805">
                  <c:v>3400</c:v>
                </c:pt>
                <c:pt idx="806">
                  <c:v>3400</c:v>
                </c:pt>
                <c:pt idx="807">
                  <c:v>3400</c:v>
                </c:pt>
                <c:pt idx="808">
                  <c:v>3400</c:v>
                </c:pt>
                <c:pt idx="809">
                  <c:v>3400</c:v>
                </c:pt>
                <c:pt idx="810">
                  <c:v>3400</c:v>
                </c:pt>
                <c:pt idx="811">
                  <c:v>3400</c:v>
                </c:pt>
                <c:pt idx="812">
                  <c:v>3400</c:v>
                </c:pt>
                <c:pt idx="813">
                  <c:v>3400</c:v>
                </c:pt>
                <c:pt idx="814">
                  <c:v>3400</c:v>
                </c:pt>
                <c:pt idx="815">
                  <c:v>3400</c:v>
                </c:pt>
                <c:pt idx="816">
                  <c:v>3400</c:v>
                </c:pt>
                <c:pt idx="817">
                  <c:v>3400</c:v>
                </c:pt>
                <c:pt idx="818">
                  <c:v>3400</c:v>
                </c:pt>
                <c:pt idx="819">
                  <c:v>3400</c:v>
                </c:pt>
                <c:pt idx="820">
                  <c:v>3400</c:v>
                </c:pt>
                <c:pt idx="821">
                  <c:v>3400</c:v>
                </c:pt>
                <c:pt idx="822">
                  <c:v>3400</c:v>
                </c:pt>
                <c:pt idx="823">
                  <c:v>3400</c:v>
                </c:pt>
                <c:pt idx="824">
                  <c:v>3400</c:v>
                </c:pt>
                <c:pt idx="825">
                  <c:v>3400</c:v>
                </c:pt>
                <c:pt idx="826">
                  <c:v>3400</c:v>
                </c:pt>
                <c:pt idx="827">
                  <c:v>3400</c:v>
                </c:pt>
                <c:pt idx="828">
                  <c:v>3400</c:v>
                </c:pt>
                <c:pt idx="829">
                  <c:v>3400</c:v>
                </c:pt>
                <c:pt idx="830">
                  <c:v>3400</c:v>
                </c:pt>
                <c:pt idx="831">
                  <c:v>3400</c:v>
                </c:pt>
                <c:pt idx="832">
                  <c:v>3400</c:v>
                </c:pt>
                <c:pt idx="833">
                  <c:v>3400</c:v>
                </c:pt>
                <c:pt idx="834">
                  <c:v>3400</c:v>
                </c:pt>
                <c:pt idx="835">
                  <c:v>3400</c:v>
                </c:pt>
                <c:pt idx="836">
                  <c:v>3400</c:v>
                </c:pt>
                <c:pt idx="837">
                  <c:v>3400</c:v>
                </c:pt>
                <c:pt idx="838">
                  <c:v>3400</c:v>
                </c:pt>
                <c:pt idx="839">
                  <c:v>3400</c:v>
                </c:pt>
                <c:pt idx="840">
                  <c:v>3400</c:v>
                </c:pt>
                <c:pt idx="841">
                  <c:v>3400</c:v>
                </c:pt>
                <c:pt idx="842">
                  <c:v>3400</c:v>
                </c:pt>
                <c:pt idx="843">
                  <c:v>3400</c:v>
                </c:pt>
                <c:pt idx="844">
                  <c:v>3400</c:v>
                </c:pt>
                <c:pt idx="845">
                  <c:v>3400</c:v>
                </c:pt>
                <c:pt idx="846">
                  <c:v>3400</c:v>
                </c:pt>
                <c:pt idx="847">
                  <c:v>3400</c:v>
                </c:pt>
                <c:pt idx="848">
                  <c:v>3400</c:v>
                </c:pt>
                <c:pt idx="849">
                  <c:v>3400</c:v>
                </c:pt>
                <c:pt idx="850">
                  <c:v>3400</c:v>
                </c:pt>
                <c:pt idx="851">
                  <c:v>3400</c:v>
                </c:pt>
                <c:pt idx="852">
                  <c:v>3400</c:v>
                </c:pt>
                <c:pt idx="853">
                  <c:v>3400</c:v>
                </c:pt>
                <c:pt idx="854">
                  <c:v>3400</c:v>
                </c:pt>
                <c:pt idx="855">
                  <c:v>3400</c:v>
                </c:pt>
                <c:pt idx="856">
                  <c:v>3400</c:v>
                </c:pt>
                <c:pt idx="857">
                  <c:v>3400</c:v>
                </c:pt>
                <c:pt idx="858">
                  <c:v>3400</c:v>
                </c:pt>
                <c:pt idx="859">
                  <c:v>3400</c:v>
                </c:pt>
                <c:pt idx="860">
                  <c:v>3400</c:v>
                </c:pt>
                <c:pt idx="861">
                  <c:v>3400</c:v>
                </c:pt>
                <c:pt idx="862">
                  <c:v>3400</c:v>
                </c:pt>
                <c:pt idx="863">
                  <c:v>3400</c:v>
                </c:pt>
                <c:pt idx="864">
                  <c:v>3400</c:v>
                </c:pt>
                <c:pt idx="865">
                  <c:v>3400</c:v>
                </c:pt>
                <c:pt idx="866">
                  <c:v>3400</c:v>
                </c:pt>
                <c:pt idx="867">
                  <c:v>3400</c:v>
                </c:pt>
                <c:pt idx="868">
                  <c:v>3400</c:v>
                </c:pt>
                <c:pt idx="869">
                  <c:v>3400</c:v>
                </c:pt>
                <c:pt idx="870">
                  <c:v>3400</c:v>
                </c:pt>
                <c:pt idx="871">
                  <c:v>3400</c:v>
                </c:pt>
                <c:pt idx="872">
                  <c:v>3400</c:v>
                </c:pt>
                <c:pt idx="873">
                  <c:v>3400</c:v>
                </c:pt>
                <c:pt idx="874">
                  <c:v>3400</c:v>
                </c:pt>
                <c:pt idx="875">
                  <c:v>3400</c:v>
                </c:pt>
                <c:pt idx="876">
                  <c:v>3400</c:v>
                </c:pt>
                <c:pt idx="877">
                  <c:v>3400</c:v>
                </c:pt>
                <c:pt idx="878">
                  <c:v>3400</c:v>
                </c:pt>
                <c:pt idx="879">
                  <c:v>3400</c:v>
                </c:pt>
                <c:pt idx="880">
                  <c:v>3400</c:v>
                </c:pt>
                <c:pt idx="881">
                  <c:v>3400</c:v>
                </c:pt>
                <c:pt idx="882">
                  <c:v>3400</c:v>
                </c:pt>
                <c:pt idx="883">
                  <c:v>3400</c:v>
                </c:pt>
                <c:pt idx="884">
                  <c:v>3400</c:v>
                </c:pt>
                <c:pt idx="885">
                  <c:v>3400</c:v>
                </c:pt>
                <c:pt idx="886">
                  <c:v>3400</c:v>
                </c:pt>
                <c:pt idx="887">
                  <c:v>3400</c:v>
                </c:pt>
                <c:pt idx="888">
                  <c:v>3400</c:v>
                </c:pt>
                <c:pt idx="889">
                  <c:v>3400</c:v>
                </c:pt>
                <c:pt idx="890">
                  <c:v>3400</c:v>
                </c:pt>
                <c:pt idx="891">
                  <c:v>3400</c:v>
                </c:pt>
                <c:pt idx="892">
                  <c:v>3400</c:v>
                </c:pt>
                <c:pt idx="893">
                  <c:v>3400</c:v>
                </c:pt>
                <c:pt idx="894">
                  <c:v>3400</c:v>
                </c:pt>
                <c:pt idx="895">
                  <c:v>3400</c:v>
                </c:pt>
                <c:pt idx="896">
                  <c:v>3400</c:v>
                </c:pt>
                <c:pt idx="897">
                  <c:v>3400</c:v>
                </c:pt>
                <c:pt idx="898">
                  <c:v>3400</c:v>
                </c:pt>
                <c:pt idx="899">
                  <c:v>3400</c:v>
                </c:pt>
                <c:pt idx="900">
                  <c:v>3400</c:v>
                </c:pt>
                <c:pt idx="901">
                  <c:v>3400</c:v>
                </c:pt>
                <c:pt idx="902">
                  <c:v>3400</c:v>
                </c:pt>
                <c:pt idx="903">
                  <c:v>3400</c:v>
                </c:pt>
                <c:pt idx="904">
                  <c:v>3400</c:v>
                </c:pt>
                <c:pt idx="905">
                  <c:v>3400</c:v>
                </c:pt>
                <c:pt idx="906">
                  <c:v>3400</c:v>
                </c:pt>
                <c:pt idx="907">
                  <c:v>3400</c:v>
                </c:pt>
                <c:pt idx="908">
                  <c:v>3400</c:v>
                </c:pt>
                <c:pt idx="909">
                  <c:v>3400</c:v>
                </c:pt>
                <c:pt idx="910">
                  <c:v>3400</c:v>
                </c:pt>
                <c:pt idx="911">
                  <c:v>3400</c:v>
                </c:pt>
                <c:pt idx="912">
                  <c:v>3400</c:v>
                </c:pt>
                <c:pt idx="913">
                  <c:v>3400</c:v>
                </c:pt>
                <c:pt idx="914">
                  <c:v>3400</c:v>
                </c:pt>
                <c:pt idx="915">
                  <c:v>3400</c:v>
                </c:pt>
                <c:pt idx="916">
                  <c:v>3400</c:v>
                </c:pt>
                <c:pt idx="917">
                  <c:v>3400</c:v>
                </c:pt>
                <c:pt idx="918">
                  <c:v>3400</c:v>
                </c:pt>
                <c:pt idx="919">
                  <c:v>3400</c:v>
                </c:pt>
                <c:pt idx="920">
                  <c:v>3400</c:v>
                </c:pt>
                <c:pt idx="921">
                  <c:v>3400</c:v>
                </c:pt>
                <c:pt idx="922">
                  <c:v>3400</c:v>
                </c:pt>
                <c:pt idx="923">
                  <c:v>3400</c:v>
                </c:pt>
                <c:pt idx="924">
                  <c:v>3400</c:v>
                </c:pt>
                <c:pt idx="925">
                  <c:v>3400</c:v>
                </c:pt>
                <c:pt idx="926">
                  <c:v>3400</c:v>
                </c:pt>
                <c:pt idx="927">
                  <c:v>3400</c:v>
                </c:pt>
                <c:pt idx="928">
                  <c:v>3400</c:v>
                </c:pt>
                <c:pt idx="929">
                  <c:v>3400</c:v>
                </c:pt>
                <c:pt idx="930">
                  <c:v>3400</c:v>
                </c:pt>
                <c:pt idx="931">
                  <c:v>3400</c:v>
                </c:pt>
                <c:pt idx="932">
                  <c:v>3400</c:v>
                </c:pt>
                <c:pt idx="933">
                  <c:v>3400</c:v>
                </c:pt>
                <c:pt idx="934">
                  <c:v>3400</c:v>
                </c:pt>
                <c:pt idx="935">
                  <c:v>3400</c:v>
                </c:pt>
                <c:pt idx="936">
                  <c:v>3400</c:v>
                </c:pt>
                <c:pt idx="937">
                  <c:v>3400</c:v>
                </c:pt>
                <c:pt idx="938">
                  <c:v>3400</c:v>
                </c:pt>
                <c:pt idx="939">
                  <c:v>3400</c:v>
                </c:pt>
                <c:pt idx="940">
                  <c:v>3400</c:v>
                </c:pt>
                <c:pt idx="941">
                  <c:v>3400</c:v>
                </c:pt>
                <c:pt idx="942">
                  <c:v>3400</c:v>
                </c:pt>
                <c:pt idx="943">
                  <c:v>3400</c:v>
                </c:pt>
                <c:pt idx="944">
                  <c:v>3400</c:v>
                </c:pt>
                <c:pt idx="945">
                  <c:v>3400</c:v>
                </c:pt>
                <c:pt idx="946">
                  <c:v>3400</c:v>
                </c:pt>
                <c:pt idx="947">
                  <c:v>3400</c:v>
                </c:pt>
                <c:pt idx="948">
                  <c:v>3400</c:v>
                </c:pt>
                <c:pt idx="949">
                  <c:v>3400</c:v>
                </c:pt>
                <c:pt idx="950">
                  <c:v>3400</c:v>
                </c:pt>
                <c:pt idx="951">
                  <c:v>3400</c:v>
                </c:pt>
                <c:pt idx="952">
                  <c:v>3400</c:v>
                </c:pt>
                <c:pt idx="953">
                  <c:v>3400</c:v>
                </c:pt>
                <c:pt idx="954">
                  <c:v>3400</c:v>
                </c:pt>
                <c:pt idx="955">
                  <c:v>3400</c:v>
                </c:pt>
                <c:pt idx="956">
                  <c:v>3400</c:v>
                </c:pt>
                <c:pt idx="957">
                  <c:v>3400</c:v>
                </c:pt>
                <c:pt idx="958">
                  <c:v>3400</c:v>
                </c:pt>
                <c:pt idx="959">
                  <c:v>3400</c:v>
                </c:pt>
                <c:pt idx="960">
                  <c:v>3400</c:v>
                </c:pt>
                <c:pt idx="961">
                  <c:v>3400</c:v>
                </c:pt>
                <c:pt idx="962">
                  <c:v>3400</c:v>
                </c:pt>
                <c:pt idx="963">
                  <c:v>3400</c:v>
                </c:pt>
                <c:pt idx="964">
                  <c:v>3400</c:v>
                </c:pt>
                <c:pt idx="965">
                  <c:v>3400</c:v>
                </c:pt>
                <c:pt idx="966">
                  <c:v>3400</c:v>
                </c:pt>
                <c:pt idx="967">
                  <c:v>3400</c:v>
                </c:pt>
                <c:pt idx="968">
                  <c:v>3400</c:v>
                </c:pt>
                <c:pt idx="969">
                  <c:v>3400</c:v>
                </c:pt>
                <c:pt idx="970">
                  <c:v>3400</c:v>
                </c:pt>
                <c:pt idx="971">
                  <c:v>3400</c:v>
                </c:pt>
                <c:pt idx="972">
                  <c:v>3400</c:v>
                </c:pt>
                <c:pt idx="973">
                  <c:v>3400</c:v>
                </c:pt>
                <c:pt idx="974">
                  <c:v>3400</c:v>
                </c:pt>
                <c:pt idx="975">
                  <c:v>3400</c:v>
                </c:pt>
                <c:pt idx="976">
                  <c:v>3400</c:v>
                </c:pt>
                <c:pt idx="977">
                  <c:v>3400</c:v>
                </c:pt>
                <c:pt idx="978">
                  <c:v>3400</c:v>
                </c:pt>
                <c:pt idx="979">
                  <c:v>3400</c:v>
                </c:pt>
                <c:pt idx="980">
                  <c:v>3400</c:v>
                </c:pt>
                <c:pt idx="981">
                  <c:v>3400</c:v>
                </c:pt>
                <c:pt idx="982">
                  <c:v>3400</c:v>
                </c:pt>
                <c:pt idx="983">
                  <c:v>3400</c:v>
                </c:pt>
                <c:pt idx="984">
                  <c:v>3400</c:v>
                </c:pt>
                <c:pt idx="985">
                  <c:v>3400</c:v>
                </c:pt>
                <c:pt idx="986">
                  <c:v>3400</c:v>
                </c:pt>
                <c:pt idx="987">
                  <c:v>3400</c:v>
                </c:pt>
                <c:pt idx="988">
                  <c:v>3400</c:v>
                </c:pt>
                <c:pt idx="989">
                  <c:v>3400</c:v>
                </c:pt>
                <c:pt idx="990">
                  <c:v>3400</c:v>
                </c:pt>
                <c:pt idx="991">
                  <c:v>3400</c:v>
                </c:pt>
                <c:pt idx="992">
                  <c:v>3400</c:v>
                </c:pt>
                <c:pt idx="993">
                  <c:v>3400</c:v>
                </c:pt>
                <c:pt idx="994">
                  <c:v>3400</c:v>
                </c:pt>
                <c:pt idx="995">
                  <c:v>3400</c:v>
                </c:pt>
                <c:pt idx="996">
                  <c:v>3400</c:v>
                </c:pt>
                <c:pt idx="997">
                  <c:v>3400</c:v>
                </c:pt>
                <c:pt idx="998">
                  <c:v>3400</c:v>
                </c:pt>
                <c:pt idx="999">
                  <c:v>3400</c:v>
                </c:pt>
                <c:pt idx="1000">
                  <c:v>3400</c:v>
                </c:pt>
                <c:pt idx="1001">
                  <c:v>3400</c:v>
                </c:pt>
                <c:pt idx="1002">
                  <c:v>3400</c:v>
                </c:pt>
                <c:pt idx="1003">
                  <c:v>3400</c:v>
                </c:pt>
                <c:pt idx="1004">
                  <c:v>3400</c:v>
                </c:pt>
                <c:pt idx="1005">
                  <c:v>3400</c:v>
                </c:pt>
                <c:pt idx="1006">
                  <c:v>3400</c:v>
                </c:pt>
                <c:pt idx="1007">
                  <c:v>3400</c:v>
                </c:pt>
                <c:pt idx="1008">
                  <c:v>3400</c:v>
                </c:pt>
                <c:pt idx="1009">
                  <c:v>3400</c:v>
                </c:pt>
                <c:pt idx="1010">
                  <c:v>3400</c:v>
                </c:pt>
                <c:pt idx="1011">
                  <c:v>3400</c:v>
                </c:pt>
                <c:pt idx="1012">
                  <c:v>3400</c:v>
                </c:pt>
                <c:pt idx="1013">
                  <c:v>3400</c:v>
                </c:pt>
                <c:pt idx="1014">
                  <c:v>3400</c:v>
                </c:pt>
                <c:pt idx="1015">
                  <c:v>3400</c:v>
                </c:pt>
                <c:pt idx="1016">
                  <c:v>3400</c:v>
                </c:pt>
                <c:pt idx="1017">
                  <c:v>3400</c:v>
                </c:pt>
                <c:pt idx="1018">
                  <c:v>3400</c:v>
                </c:pt>
                <c:pt idx="1019">
                  <c:v>3400</c:v>
                </c:pt>
                <c:pt idx="1020">
                  <c:v>3400</c:v>
                </c:pt>
                <c:pt idx="1021">
                  <c:v>3400</c:v>
                </c:pt>
                <c:pt idx="1022">
                  <c:v>3400</c:v>
                </c:pt>
                <c:pt idx="1023">
                  <c:v>3400</c:v>
                </c:pt>
                <c:pt idx="1024">
                  <c:v>3400</c:v>
                </c:pt>
                <c:pt idx="1025">
                  <c:v>3400</c:v>
                </c:pt>
                <c:pt idx="1026">
                  <c:v>3400</c:v>
                </c:pt>
                <c:pt idx="1027">
                  <c:v>3400</c:v>
                </c:pt>
                <c:pt idx="1028">
                  <c:v>3400</c:v>
                </c:pt>
                <c:pt idx="1029">
                  <c:v>3400</c:v>
                </c:pt>
                <c:pt idx="1030">
                  <c:v>3400</c:v>
                </c:pt>
                <c:pt idx="1031">
                  <c:v>3400</c:v>
                </c:pt>
                <c:pt idx="1032">
                  <c:v>3400</c:v>
                </c:pt>
                <c:pt idx="1033">
                  <c:v>3400</c:v>
                </c:pt>
                <c:pt idx="1034">
                  <c:v>3400</c:v>
                </c:pt>
                <c:pt idx="1035">
                  <c:v>3400</c:v>
                </c:pt>
                <c:pt idx="1036">
                  <c:v>3400</c:v>
                </c:pt>
                <c:pt idx="1037">
                  <c:v>3400</c:v>
                </c:pt>
                <c:pt idx="1038">
                  <c:v>3400</c:v>
                </c:pt>
                <c:pt idx="1039">
                  <c:v>3400</c:v>
                </c:pt>
                <c:pt idx="1040">
                  <c:v>3400</c:v>
                </c:pt>
                <c:pt idx="1041">
                  <c:v>3400</c:v>
                </c:pt>
                <c:pt idx="1042">
                  <c:v>3400</c:v>
                </c:pt>
                <c:pt idx="1043">
                  <c:v>3400</c:v>
                </c:pt>
                <c:pt idx="1044">
                  <c:v>3400</c:v>
                </c:pt>
                <c:pt idx="1045">
                  <c:v>3400</c:v>
                </c:pt>
                <c:pt idx="1046">
                  <c:v>3400</c:v>
                </c:pt>
                <c:pt idx="1047">
                  <c:v>3400</c:v>
                </c:pt>
                <c:pt idx="1048">
                  <c:v>3400</c:v>
                </c:pt>
                <c:pt idx="1049">
                  <c:v>3400</c:v>
                </c:pt>
                <c:pt idx="1050">
                  <c:v>3400</c:v>
                </c:pt>
                <c:pt idx="1051">
                  <c:v>3400</c:v>
                </c:pt>
                <c:pt idx="1052">
                  <c:v>3400</c:v>
                </c:pt>
                <c:pt idx="1053">
                  <c:v>3400</c:v>
                </c:pt>
                <c:pt idx="1054">
                  <c:v>3400</c:v>
                </c:pt>
                <c:pt idx="1055">
                  <c:v>3400</c:v>
                </c:pt>
                <c:pt idx="1056">
                  <c:v>3400</c:v>
                </c:pt>
                <c:pt idx="1057">
                  <c:v>3400</c:v>
                </c:pt>
                <c:pt idx="1058">
                  <c:v>3400</c:v>
                </c:pt>
                <c:pt idx="1059">
                  <c:v>3400</c:v>
                </c:pt>
                <c:pt idx="1060">
                  <c:v>3400</c:v>
                </c:pt>
                <c:pt idx="1061">
                  <c:v>3400</c:v>
                </c:pt>
                <c:pt idx="1062">
                  <c:v>3400</c:v>
                </c:pt>
                <c:pt idx="1063">
                  <c:v>3400</c:v>
                </c:pt>
                <c:pt idx="1064">
                  <c:v>3400</c:v>
                </c:pt>
                <c:pt idx="1065">
                  <c:v>3400</c:v>
                </c:pt>
                <c:pt idx="1066">
                  <c:v>3400</c:v>
                </c:pt>
                <c:pt idx="1067">
                  <c:v>3400</c:v>
                </c:pt>
                <c:pt idx="1068">
                  <c:v>3400</c:v>
                </c:pt>
                <c:pt idx="1069">
                  <c:v>3400</c:v>
                </c:pt>
                <c:pt idx="1070">
                  <c:v>3400</c:v>
                </c:pt>
                <c:pt idx="1071">
                  <c:v>3400</c:v>
                </c:pt>
                <c:pt idx="1072">
                  <c:v>3400</c:v>
                </c:pt>
                <c:pt idx="1073">
                  <c:v>3400</c:v>
                </c:pt>
                <c:pt idx="1074">
                  <c:v>3400</c:v>
                </c:pt>
                <c:pt idx="1075">
                  <c:v>3400</c:v>
                </c:pt>
                <c:pt idx="1076">
                  <c:v>3400</c:v>
                </c:pt>
                <c:pt idx="1077">
                  <c:v>3400</c:v>
                </c:pt>
                <c:pt idx="1078">
                  <c:v>3400</c:v>
                </c:pt>
                <c:pt idx="1079">
                  <c:v>3400</c:v>
                </c:pt>
                <c:pt idx="1080">
                  <c:v>3400</c:v>
                </c:pt>
                <c:pt idx="1081">
                  <c:v>3400</c:v>
                </c:pt>
                <c:pt idx="1082">
                  <c:v>3400</c:v>
                </c:pt>
                <c:pt idx="1083">
                  <c:v>3400</c:v>
                </c:pt>
                <c:pt idx="1084">
                  <c:v>3400</c:v>
                </c:pt>
                <c:pt idx="1085">
                  <c:v>3400</c:v>
                </c:pt>
                <c:pt idx="1086">
                  <c:v>3400</c:v>
                </c:pt>
                <c:pt idx="1087">
                  <c:v>3400</c:v>
                </c:pt>
                <c:pt idx="1088">
                  <c:v>3400</c:v>
                </c:pt>
                <c:pt idx="1089">
                  <c:v>3400</c:v>
                </c:pt>
                <c:pt idx="1090">
                  <c:v>3400</c:v>
                </c:pt>
                <c:pt idx="1091">
                  <c:v>3400</c:v>
                </c:pt>
                <c:pt idx="1092">
                  <c:v>3400</c:v>
                </c:pt>
                <c:pt idx="1093">
                  <c:v>3400</c:v>
                </c:pt>
                <c:pt idx="1094">
                  <c:v>3400</c:v>
                </c:pt>
                <c:pt idx="1095">
                  <c:v>3400</c:v>
                </c:pt>
                <c:pt idx="1096">
                  <c:v>3400</c:v>
                </c:pt>
                <c:pt idx="1097">
                  <c:v>3400</c:v>
                </c:pt>
                <c:pt idx="1098">
                  <c:v>3400</c:v>
                </c:pt>
                <c:pt idx="1099">
                  <c:v>3400</c:v>
                </c:pt>
                <c:pt idx="1100">
                  <c:v>3400</c:v>
                </c:pt>
                <c:pt idx="1101">
                  <c:v>3400</c:v>
                </c:pt>
                <c:pt idx="1102">
                  <c:v>3400</c:v>
                </c:pt>
                <c:pt idx="1103">
                  <c:v>3400</c:v>
                </c:pt>
                <c:pt idx="1104">
                  <c:v>3400</c:v>
                </c:pt>
                <c:pt idx="1105">
                  <c:v>3400</c:v>
                </c:pt>
                <c:pt idx="1106">
                  <c:v>3400</c:v>
                </c:pt>
                <c:pt idx="1107">
                  <c:v>3400</c:v>
                </c:pt>
                <c:pt idx="1108">
                  <c:v>3400</c:v>
                </c:pt>
                <c:pt idx="1109">
                  <c:v>3400</c:v>
                </c:pt>
                <c:pt idx="1110">
                  <c:v>3400</c:v>
                </c:pt>
                <c:pt idx="1111">
                  <c:v>3400</c:v>
                </c:pt>
                <c:pt idx="1112">
                  <c:v>3400</c:v>
                </c:pt>
                <c:pt idx="1113">
                  <c:v>3400</c:v>
                </c:pt>
                <c:pt idx="1114">
                  <c:v>3400</c:v>
                </c:pt>
                <c:pt idx="1115">
                  <c:v>3400</c:v>
                </c:pt>
                <c:pt idx="1116">
                  <c:v>3400</c:v>
                </c:pt>
                <c:pt idx="1117">
                  <c:v>3400</c:v>
                </c:pt>
                <c:pt idx="1118">
                  <c:v>3400</c:v>
                </c:pt>
                <c:pt idx="1119">
                  <c:v>3400</c:v>
                </c:pt>
                <c:pt idx="1120">
                  <c:v>3400</c:v>
                </c:pt>
                <c:pt idx="1121">
                  <c:v>3400</c:v>
                </c:pt>
                <c:pt idx="1122">
                  <c:v>3400</c:v>
                </c:pt>
                <c:pt idx="1123">
                  <c:v>3400</c:v>
                </c:pt>
                <c:pt idx="1124">
                  <c:v>3400</c:v>
                </c:pt>
                <c:pt idx="1125">
                  <c:v>3400</c:v>
                </c:pt>
                <c:pt idx="1126">
                  <c:v>3400</c:v>
                </c:pt>
                <c:pt idx="1127">
                  <c:v>3400</c:v>
                </c:pt>
                <c:pt idx="1128">
                  <c:v>3400</c:v>
                </c:pt>
                <c:pt idx="1129">
                  <c:v>3400</c:v>
                </c:pt>
                <c:pt idx="1130">
                  <c:v>3400</c:v>
                </c:pt>
                <c:pt idx="1131">
                  <c:v>3400</c:v>
                </c:pt>
                <c:pt idx="1132">
                  <c:v>3400</c:v>
                </c:pt>
                <c:pt idx="1133">
                  <c:v>3400</c:v>
                </c:pt>
                <c:pt idx="1134">
                  <c:v>3400</c:v>
                </c:pt>
                <c:pt idx="1135">
                  <c:v>3400</c:v>
                </c:pt>
                <c:pt idx="1136">
                  <c:v>3400</c:v>
                </c:pt>
                <c:pt idx="1137">
                  <c:v>3400</c:v>
                </c:pt>
                <c:pt idx="1138">
                  <c:v>3400</c:v>
                </c:pt>
                <c:pt idx="1139">
                  <c:v>3400</c:v>
                </c:pt>
                <c:pt idx="1140">
                  <c:v>3400</c:v>
                </c:pt>
                <c:pt idx="1141">
                  <c:v>3400</c:v>
                </c:pt>
                <c:pt idx="1142">
                  <c:v>3400</c:v>
                </c:pt>
                <c:pt idx="1143">
                  <c:v>3400</c:v>
                </c:pt>
                <c:pt idx="1144">
                  <c:v>3400</c:v>
                </c:pt>
                <c:pt idx="1145">
                  <c:v>3400</c:v>
                </c:pt>
                <c:pt idx="1146">
                  <c:v>3400</c:v>
                </c:pt>
                <c:pt idx="1147">
                  <c:v>3400</c:v>
                </c:pt>
                <c:pt idx="1148">
                  <c:v>3400</c:v>
                </c:pt>
                <c:pt idx="1149">
                  <c:v>3400</c:v>
                </c:pt>
                <c:pt idx="1150">
                  <c:v>3400</c:v>
                </c:pt>
                <c:pt idx="1151">
                  <c:v>3400</c:v>
                </c:pt>
                <c:pt idx="1152">
                  <c:v>3400</c:v>
                </c:pt>
                <c:pt idx="1153">
                  <c:v>3400</c:v>
                </c:pt>
                <c:pt idx="1154">
                  <c:v>3400</c:v>
                </c:pt>
                <c:pt idx="1155">
                  <c:v>3400</c:v>
                </c:pt>
                <c:pt idx="1156">
                  <c:v>3400</c:v>
                </c:pt>
                <c:pt idx="1157">
                  <c:v>3400</c:v>
                </c:pt>
                <c:pt idx="1158">
                  <c:v>3400</c:v>
                </c:pt>
                <c:pt idx="1159">
                  <c:v>3400</c:v>
                </c:pt>
                <c:pt idx="1160">
                  <c:v>3400</c:v>
                </c:pt>
                <c:pt idx="1161">
                  <c:v>3400</c:v>
                </c:pt>
                <c:pt idx="1162">
                  <c:v>3400</c:v>
                </c:pt>
                <c:pt idx="1163">
                  <c:v>3400</c:v>
                </c:pt>
                <c:pt idx="1164">
                  <c:v>3400</c:v>
                </c:pt>
                <c:pt idx="1165">
                  <c:v>3400</c:v>
                </c:pt>
                <c:pt idx="1166">
                  <c:v>3400</c:v>
                </c:pt>
                <c:pt idx="1167">
                  <c:v>3400</c:v>
                </c:pt>
                <c:pt idx="1168">
                  <c:v>3400</c:v>
                </c:pt>
                <c:pt idx="1169">
                  <c:v>3400</c:v>
                </c:pt>
                <c:pt idx="1170">
                  <c:v>3400</c:v>
                </c:pt>
                <c:pt idx="1171">
                  <c:v>3400</c:v>
                </c:pt>
                <c:pt idx="1172">
                  <c:v>3400</c:v>
                </c:pt>
                <c:pt idx="1173">
                  <c:v>3400</c:v>
                </c:pt>
                <c:pt idx="1174">
                  <c:v>3400</c:v>
                </c:pt>
                <c:pt idx="1175">
                  <c:v>3400</c:v>
                </c:pt>
                <c:pt idx="1176">
                  <c:v>3400</c:v>
                </c:pt>
                <c:pt idx="1177">
                  <c:v>3400</c:v>
                </c:pt>
                <c:pt idx="1178">
                  <c:v>3400</c:v>
                </c:pt>
                <c:pt idx="1179">
                  <c:v>3400</c:v>
                </c:pt>
                <c:pt idx="1180">
                  <c:v>3400</c:v>
                </c:pt>
                <c:pt idx="1181">
                  <c:v>3400</c:v>
                </c:pt>
                <c:pt idx="1182">
                  <c:v>3400</c:v>
                </c:pt>
                <c:pt idx="1183">
                  <c:v>3400</c:v>
                </c:pt>
                <c:pt idx="1184">
                  <c:v>3400</c:v>
                </c:pt>
                <c:pt idx="1185">
                  <c:v>3400</c:v>
                </c:pt>
                <c:pt idx="1186">
                  <c:v>3400</c:v>
                </c:pt>
                <c:pt idx="1187">
                  <c:v>3400</c:v>
                </c:pt>
                <c:pt idx="1188">
                  <c:v>3400</c:v>
                </c:pt>
                <c:pt idx="1189">
                  <c:v>3400</c:v>
                </c:pt>
                <c:pt idx="1190">
                  <c:v>3400</c:v>
                </c:pt>
                <c:pt idx="1191">
                  <c:v>3400</c:v>
                </c:pt>
                <c:pt idx="1192">
                  <c:v>3400</c:v>
                </c:pt>
                <c:pt idx="1193">
                  <c:v>3400</c:v>
                </c:pt>
                <c:pt idx="1194">
                  <c:v>3400</c:v>
                </c:pt>
                <c:pt idx="1195">
                  <c:v>3400</c:v>
                </c:pt>
                <c:pt idx="1196">
                  <c:v>3400</c:v>
                </c:pt>
                <c:pt idx="1197">
                  <c:v>3400</c:v>
                </c:pt>
                <c:pt idx="1198">
                  <c:v>3400</c:v>
                </c:pt>
                <c:pt idx="1199">
                  <c:v>3400</c:v>
                </c:pt>
                <c:pt idx="1200">
                  <c:v>3400</c:v>
                </c:pt>
                <c:pt idx="1201">
                  <c:v>3400</c:v>
                </c:pt>
                <c:pt idx="1202">
                  <c:v>3400</c:v>
                </c:pt>
                <c:pt idx="1203">
                  <c:v>3400</c:v>
                </c:pt>
                <c:pt idx="1204">
                  <c:v>3400</c:v>
                </c:pt>
                <c:pt idx="1205">
                  <c:v>3400</c:v>
                </c:pt>
                <c:pt idx="1206">
                  <c:v>3400</c:v>
                </c:pt>
                <c:pt idx="1207">
                  <c:v>3400</c:v>
                </c:pt>
                <c:pt idx="1208">
                  <c:v>3400</c:v>
                </c:pt>
                <c:pt idx="1209">
                  <c:v>3400</c:v>
                </c:pt>
                <c:pt idx="1210">
                  <c:v>3400</c:v>
                </c:pt>
                <c:pt idx="1211">
                  <c:v>3400</c:v>
                </c:pt>
                <c:pt idx="1212">
                  <c:v>3400</c:v>
                </c:pt>
                <c:pt idx="1213">
                  <c:v>3400</c:v>
                </c:pt>
                <c:pt idx="1214">
                  <c:v>3400</c:v>
                </c:pt>
                <c:pt idx="1215">
                  <c:v>3400</c:v>
                </c:pt>
                <c:pt idx="1216">
                  <c:v>3400</c:v>
                </c:pt>
                <c:pt idx="1217">
                  <c:v>3400</c:v>
                </c:pt>
                <c:pt idx="1218">
                  <c:v>3400</c:v>
                </c:pt>
                <c:pt idx="1219">
                  <c:v>3400</c:v>
                </c:pt>
                <c:pt idx="1220">
                  <c:v>3400</c:v>
                </c:pt>
                <c:pt idx="1221">
                  <c:v>3400</c:v>
                </c:pt>
                <c:pt idx="1222">
                  <c:v>3400</c:v>
                </c:pt>
                <c:pt idx="1223">
                  <c:v>3400</c:v>
                </c:pt>
                <c:pt idx="1224">
                  <c:v>3400</c:v>
                </c:pt>
                <c:pt idx="1225">
                  <c:v>3400</c:v>
                </c:pt>
                <c:pt idx="1226">
                  <c:v>3400</c:v>
                </c:pt>
                <c:pt idx="1227">
                  <c:v>3400</c:v>
                </c:pt>
                <c:pt idx="1228">
                  <c:v>3400</c:v>
                </c:pt>
                <c:pt idx="1229">
                  <c:v>3400</c:v>
                </c:pt>
                <c:pt idx="1230">
                  <c:v>3400</c:v>
                </c:pt>
                <c:pt idx="1231">
                  <c:v>3400</c:v>
                </c:pt>
                <c:pt idx="1232">
                  <c:v>3400</c:v>
                </c:pt>
                <c:pt idx="1233">
                  <c:v>3400</c:v>
                </c:pt>
                <c:pt idx="1234">
                  <c:v>3400</c:v>
                </c:pt>
                <c:pt idx="1235">
                  <c:v>3400</c:v>
                </c:pt>
                <c:pt idx="1236">
                  <c:v>3400</c:v>
                </c:pt>
                <c:pt idx="1237">
                  <c:v>3400</c:v>
                </c:pt>
                <c:pt idx="1238">
                  <c:v>3400</c:v>
                </c:pt>
                <c:pt idx="1239">
                  <c:v>3400</c:v>
                </c:pt>
                <c:pt idx="1240">
                  <c:v>3400</c:v>
                </c:pt>
                <c:pt idx="1241">
                  <c:v>3400</c:v>
                </c:pt>
                <c:pt idx="1242">
                  <c:v>3400</c:v>
                </c:pt>
                <c:pt idx="1243">
                  <c:v>3400</c:v>
                </c:pt>
                <c:pt idx="1244">
                  <c:v>3400</c:v>
                </c:pt>
                <c:pt idx="1245">
                  <c:v>3400</c:v>
                </c:pt>
                <c:pt idx="1246">
                  <c:v>3400</c:v>
                </c:pt>
                <c:pt idx="1247">
                  <c:v>3400</c:v>
                </c:pt>
                <c:pt idx="1248">
                  <c:v>3400</c:v>
                </c:pt>
                <c:pt idx="1249">
                  <c:v>3400</c:v>
                </c:pt>
                <c:pt idx="1250">
                  <c:v>3400</c:v>
                </c:pt>
                <c:pt idx="1251">
                  <c:v>3400</c:v>
                </c:pt>
                <c:pt idx="1252">
                  <c:v>3400</c:v>
                </c:pt>
                <c:pt idx="1253">
                  <c:v>3400</c:v>
                </c:pt>
                <c:pt idx="1254">
                  <c:v>3400</c:v>
                </c:pt>
                <c:pt idx="1255">
                  <c:v>3400</c:v>
                </c:pt>
                <c:pt idx="1256">
                  <c:v>3400</c:v>
                </c:pt>
                <c:pt idx="1257">
                  <c:v>3400</c:v>
                </c:pt>
                <c:pt idx="1258">
                  <c:v>3400</c:v>
                </c:pt>
                <c:pt idx="1259">
                  <c:v>3400</c:v>
                </c:pt>
                <c:pt idx="1260">
                  <c:v>3400</c:v>
                </c:pt>
                <c:pt idx="1261">
                  <c:v>3400</c:v>
                </c:pt>
                <c:pt idx="1262">
                  <c:v>3400</c:v>
                </c:pt>
                <c:pt idx="1263">
                  <c:v>3400</c:v>
                </c:pt>
                <c:pt idx="1264">
                  <c:v>3400</c:v>
                </c:pt>
                <c:pt idx="1265">
                  <c:v>3400</c:v>
                </c:pt>
                <c:pt idx="1266">
                  <c:v>3400</c:v>
                </c:pt>
                <c:pt idx="1267">
                  <c:v>3400</c:v>
                </c:pt>
                <c:pt idx="1268">
                  <c:v>3400</c:v>
                </c:pt>
                <c:pt idx="1269">
                  <c:v>3400</c:v>
                </c:pt>
                <c:pt idx="1270">
                  <c:v>3400</c:v>
                </c:pt>
                <c:pt idx="1271">
                  <c:v>3400</c:v>
                </c:pt>
                <c:pt idx="1272">
                  <c:v>3400</c:v>
                </c:pt>
                <c:pt idx="1273">
                  <c:v>3400</c:v>
                </c:pt>
                <c:pt idx="1274">
                  <c:v>3400</c:v>
                </c:pt>
                <c:pt idx="1275">
                  <c:v>3400</c:v>
                </c:pt>
                <c:pt idx="1276">
                  <c:v>3400</c:v>
                </c:pt>
                <c:pt idx="1277">
                  <c:v>3400</c:v>
                </c:pt>
                <c:pt idx="1278">
                  <c:v>3400</c:v>
                </c:pt>
                <c:pt idx="1279">
                  <c:v>3400</c:v>
                </c:pt>
                <c:pt idx="1280">
                  <c:v>3400</c:v>
                </c:pt>
                <c:pt idx="1281">
                  <c:v>3400</c:v>
                </c:pt>
                <c:pt idx="1282">
                  <c:v>3400</c:v>
                </c:pt>
                <c:pt idx="1283">
                  <c:v>3400</c:v>
                </c:pt>
                <c:pt idx="1284">
                  <c:v>3400</c:v>
                </c:pt>
                <c:pt idx="1285">
                  <c:v>3400</c:v>
                </c:pt>
                <c:pt idx="1286">
                  <c:v>3400</c:v>
                </c:pt>
                <c:pt idx="1287">
                  <c:v>3400</c:v>
                </c:pt>
                <c:pt idx="1288">
                  <c:v>3400</c:v>
                </c:pt>
                <c:pt idx="1289">
                  <c:v>3400</c:v>
                </c:pt>
                <c:pt idx="1290">
                  <c:v>3500</c:v>
                </c:pt>
                <c:pt idx="1291">
                  <c:v>3500</c:v>
                </c:pt>
                <c:pt idx="1292">
                  <c:v>3500</c:v>
                </c:pt>
                <c:pt idx="1293">
                  <c:v>3500</c:v>
                </c:pt>
                <c:pt idx="1294">
                  <c:v>3500</c:v>
                </c:pt>
                <c:pt idx="1295">
                  <c:v>3500</c:v>
                </c:pt>
                <c:pt idx="1296">
                  <c:v>3500</c:v>
                </c:pt>
                <c:pt idx="1297">
                  <c:v>3500</c:v>
                </c:pt>
                <c:pt idx="1298">
                  <c:v>3500</c:v>
                </c:pt>
                <c:pt idx="1299">
                  <c:v>3500</c:v>
                </c:pt>
                <c:pt idx="1300">
                  <c:v>3500</c:v>
                </c:pt>
                <c:pt idx="1301">
                  <c:v>3500</c:v>
                </c:pt>
                <c:pt idx="1302">
                  <c:v>3500</c:v>
                </c:pt>
                <c:pt idx="1303">
                  <c:v>3500</c:v>
                </c:pt>
                <c:pt idx="1304">
                  <c:v>3500</c:v>
                </c:pt>
                <c:pt idx="1305">
                  <c:v>3500</c:v>
                </c:pt>
                <c:pt idx="1306">
                  <c:v>3500</c:v>
                </c:pt>
                <c:pt idx="1307">
                  <c:v>3500</c:v>
                </c:pt>
                <c:pt idx="1308">
                  <c:v>3500</c:v>
                </c:pt>
                <c:pt idx="1309">
                  <c:v>3500</c:v>
                </c:pt>
                <c:pt idx="1310">
                  <c:v>3500</c:v>
                </c:pt>
                <c:pt idx="1311">
                  <c:v>3500</c:v>
                </c:pt>
                <c:pt idx="1312">
                  <c:v>3500</c:v>
                </c:pt>
                <c:pt idx="1313">
                  <c:v>3500</c:v>
                </c:pt>
                <c:pt idx="1314">
                  <c:v>3500</c:v>
                </c:pt>
                <c:pt idx="1315">
                  <c:v>3500</c:v>
                </c:pt>
                <c:pt idx="1316">
                  <c:v>3500</c:v>
                </c:pt>
                <c:pt idx="1317">
                  <c:v>3500</c:v>
                </c:pt>
                <c:pt idx="1318">
                  <c:v>3500</c:v>
                </c:pt>
                <c:pt idx="1319">
                  <c:v>3500</c:v>
                </c:pt>
                <c:pt idx="1320">
                  <c:v>3500</c:v>
                </c:pt>
                <c:pt idx="1321">
                  <c:v>3500</c:v>
                </c:pt>
                <c:pt idx="1322">
                  <c:v>3500</c:v>
                </c:pt>
                <c:pt idx="1323">
                  <c:v>3500</c:v>
                </c:pt>
                <c:pt idx="1324">
                  <c:v>3500</c:v>
                </c:pt>
                <c:pt idx="1325">
                  <c:v>3500</c:v>
                </c:pt>
                <c:pt idx="1326">
                  <c:v>3500</c:v>
                </c:pt>
                <c:pt idx="1327">
                  <c:v>3500</c:v>
                </c:pt>
                <c:pt idx="1328">
                  <c:v>3500</c:v>
                </c:pt>
                <c:pt idx="1329">
                  <c:v>3500</c:v>
                </c:pt>
                <c:pt idx="1330">
                  <c:v>3500</c:v>
                </c:pt>
                <c:pt idx="1331">
                  <c:v>3500</c:v>
                </c:pt>
                <c:pt idx="1332">
                  <c:v>3500</c:v>
                </c:pt>
                <c:pt idx="1333">
                  <c:v>3500</c:v>
                </c:pt>
                <c:pt idx="1334">
                  <c:v>3500</c:v>
                </c:pt>
                <c:pt idx="1335">
                  <c:v>3500</c:v>
                </c:pt>
                <c:pt idx="1336">
                  <c:v>3500</c:v>
                </c:pt>
                <c:pt idx="1337">
                  <c:v>3500</c:v>
                </c:pt>
                <c:pt idx="1338">
                  <c:v>3500</c:v>
                </c:pt>
                <c:pt idx="1339">
                  <c:v>3500</c:v>
                </c:pt>
                <c:pt idx="1340">
                  <c:v>3500</c:v>
                </c:pt>
                <c:pt idx="1341">
                  <c:v>3500</c:v>
                </c:pt>
                <c:pt idx="1342">
                  <c:v>3500</c:v>
                </c:pt>
                <c:pt idx="1343">
                  <c:v>3500</c:v>
                </c:pt>
                <c:pt idx="1344">
                  <c:v>3500</c:v>
                </c:pt>
                <c:pt idx="1345">
                  <c:v>3500</c:v>
                </c:pt>
                <c:pt idx="1346">
                  <c:v>3500</c:v>
                </c:pt>
                <c:pt idx="1347">
                  <c:v>3500</c:v>
                </c:pt>
                <c:pt idx="1348">
                  <c:v>3500</c:v>
                </c:pt>
                <c:pt idx="1349">
                  <c:v>3500</c:v>
                </c:pt>
                <c:pt idx="1350">
                  <c:v>3500</c:v>
                </c:pt>
                <c:pt idx="1351">
                  <c:v>3500</c:v>
                </c:pt>
                <c:pt idx="1352">
                  <c:v>3500</c:v>
                </c:pt>
                <c:pt idx="1353">
                  <c:v>3500</c:v>
                </c:pt>
                <c:pt idx="1354">
                  <c:v>3500</c:v>
                </c:pt>
                <c:pt idx="1355">
                  <c:v>3500</c:v>
                </c:pt>
                <c:pt idx="1356">
                  <c:v>3500</c:v>
                </c:pt>
                <c:pt idx="1357">
                  <c:v>3500</c:v>
                </c:pt>
                <c:pt idx="1358">
                  <c:v>3500</c:v>
                </c:pt>
                <c:pt idx="1359">
                  <c:v>3500</c:v>
                </c:pt>
                <c:pt idx="1360">
                  <c:v>3500</c:v>
                </c:pt>
                <c:pt idx="1361">
                  <c:v>3500</c:v>
                </c:pt>
                <c:pt idx="1362">
                  <c:v>3500</c:v>
                </c:pt>
                <c:pt idx="1363">
                  <c:v>3500</c:v>
                </c:pt>
                <c:pt idx="1364">
                  <c:v>3500</c:v>
                </c:pt>
                <c:pt idx="1365">
                  <c:v>3500</c:v>
                </c:pt>
                <c:pt idx="1366">
                  <c:v>3500</c:v>
                </c:pt>
                <c:pt idx="1367">
                  <c:v>3500</c:v>
                </c:pt>
                <c:pt idx="1368">
                  <c:v>3500</c:v>
                </c:pt>
                <c:pt idx="1369">
                  <c:v>3500</c:v>
                </c:pt>
                <c:pt idx="1370">
                  <c:v>3500</c:v>
                </c:pt>
                <c:pt idx="1371">
                  <c:v>3500</c:v>
                </c:pt>
                <c:pt idx="1372">
                  <c:v>3500</c:v>
                </c:pt>
                <c:pt idx="1373">
                  <c:v>3500</c:v>
                </c:pt>
                <c:pt idx="1374">
                  <c:v>3500</c:v>
                </c:pt>
                <c:pt idx="1375">
                  <c:v>3500</c:v>
                </c:pt>
                <c:pt idx="1376">
                  <c:v>3500</c:v>
                </c:pt>
                <c:pt idx="1377">
                  <c:v>3500</c:v>
                </c:pt>
                <c:pt idx="1378">
                  <c:v>3500</c:v>
                </c:pt>
                <c:pt idx="1379">
                  <c:v>3500</c:v>
                </c:pt>
                <c:pt idx="1380">
                  <c:v>3500</c:v>
                </c:pt>
                <c:pt idx="1381">
                  <c:v>3500</c:v>
                </c:pt>
                <c:pt idx="1382">
                  <c:v>3500</c:v>
                </c:pt>
                <c:pt idx="1383">
                  <c:v>3500</c:v>
                </c:pt>
                <c:pt idx="1384">
                  <c:v>3500</c:v>
                </c:pt>
                <c:pt idx="1385">
                  <c:v>3500</c:v>
                </c:pt>
                <c:pt idx="1386">
                  <c:v>3500</c:v>
                </c:pt>
                <c:pt idx="1387">
                  <c:v>3500</c:v>
                </c:pt>
                <c:pt idx="1388">
                  <c:v>3500</c:v>
                </c:pt>
                <c:pt idx="1389">
                  <c:v>3500</c:v>
                </c:pt>
                <c:pt idx="1390">
                  <c:v>3500</c:v>
                </c:pt>
                <c:pt idx="1391">
                  <c:v>3500</c:v>
                </c:pt>
                <c:pt idx="1392">
                  <c:v>3500</c:v>
                </c:pt>
                <c:pt idx="1393">
                  <c:v>3500</c:v>
                </c:pt>
                <c:pt idx="1394">
                  <c:v>3500</c:v>
                </c:pt>
                <c:pt idx="1395">
                  <c:v>3500</c:v>
                </c:pt>
                <c:pt idx="1396">
                  <c:v>3500</c:v>
                </c:pt>
                <c:pt idx="1397">
                  <c:v>3500</c:v>
                </c:pt>
                <c:pt idx="1398">
                  <c:v>3500</c:v>
                </c:pt>
                <c:pt idx="1399">
                  <c:v>3500</c:v>
                </c:pt>
                <c:pt idx="1400">
                  <c:v>3500</c:v>
                </c:pt>
                <c:pt idx="1401">
                  <c:v>3500</c:v>
                </c:pt>
                <c:pt idx="1402">
                  <c:v>3500</c:v>
                </c:pt>
                <c:pt idx="1403">
                  <c:v>3500</c:v>
                </c:pt>
                <c:pt idx="1404">
                  <c:v>3500</c:v>
                </c:pt>
                <c:pt idx="1405">
                  <c:v>3500</c:v>
                </c:pt>
                <c:pt idx="1406">
                  <c:v>3500</c:v>
                </c:pt>
                <c:pt idx="1407">
                  <c:v>3500</c:v>
                </c:pt>
                <c:pt idx="1408">
                  <c:v>3500</c:v>
                </c:pt>
                <c:pt idx="1409">
                  <c:v>3500</c:v>
                </c:pt>
                <c:pt idx="1410">
                  <c:v>3500</c:v>
                </c:pt>
                <c:pt idx="1411">
                  <c:v>3500</c:v>
                </c:pt>
                <c:pt idx="1412">
                  <c:v>3500</c:v>
                </c:pt>
                <c:pt idx="1413">
                  <c:v>3500</c:v>
                </c:pt>
                <c:pt idx="1414">
                  <c:v>3500</c:v>
                </c:pt>
                <c:pt idx="1415">
                  <c:v>3500</c:v>
                </c:pt>
                <c:pt idx="1416">
                  <c:v>3500</c:v>
                </c:pt>
                <c:pt idx="1417">
                  <c:v>3500</c:v>
                </c:pt>
                <c:pt idx="1418">
                  <c:v>3500</c:v>
                </c:pt>
                <c:pt idx="1419">
                  <c:v>3500</c:v>
                </c:pt>
                <c:pt idx="1420">
                  <c:v>3500</c:v>
                </c:pt>
                <c:pt idx="1421">
                  <c:v>3500</c:v>
                </c:pt>
                <c:pt idx="1422">
                  <c:v>3500</c:v>
                </c:pt>
                <c:pt idx="1423">
                  <c:v>3500</c:v>
                </c:pt>
                <c:pt idx="1424">
                  <c:v>3500</c:v>
                </c:pt>
                <c:pt idx="1425">
                  <c:v>3500</c:v>
                </c:pt>
                <c:pt idx="1426">
                  <c:v>3500</c:v>
                </c:pt>
                <c:pt idx="1427">
                  <c:v>3500</c:v>
                </c:pt>
                <c:pt idx="1428">
                  <c:v>3500</c:v>
                </c:pt>
                <c:pt idx="1429">
                  <c:v>3500</c:v>
                </c:pt>
                <c:pt idx="1430">
                  <c:v>3500</c:v>
                </c:pt>
                <c:pt idx="1431">
                  <c:v>3500</c:v>
                </c:pt>
                <c:pt idx="1432">
                  <c:v>3500</c:v>
                </c:pt>
                <c:pt idx="1433">
                  <c:v>3500</c:v>
                </c:pt>
                <c:pt idx="1434">
                  <c:v>3500</c:v>
                </c:pt>
                <c:pt idx="1435">
                  <c:v>3500</c:v>
                </c:pt>
                <c:pt idx="1436">
                  <c:v>3500</c:v>
                </c:pt>
                <c:pt idx="1437">
                  <c:v>3500</c:v>
                </c:pt>
                <c:pt idx="1438">
                  <c:v>3500</c:v>
                </c:pt>
                <c:pt idx="1439">
                  <c:v>3500</c:v>
                </c:pt>
                <c:pt idx="1440">
                  <c:v>3500</c:v>
                </c:pt>
                <c:pt idx="1441">
                  <c:v>3500</c:v>
                </c:pt>
                <c:pt idx="1442">
                  <c:v>3500</c:v>
                </c:pt>
                <c:pt idx="1443">
                  <c:v>3500</c:v>
                </c:pt>
                <c:pt idx="1444">
                  <c:v>3500</c:v>
                </c:pt>
                <c:pt idx="1445">
                  <c:v>3500</c:v>
                </c:pt>
                <c:pt idx="1446">
                  <c:v>3500</c:v>
                </c:pt>
                <c:pt idx="1447">
                  <c:v>3500</c:v>
                </c:pt>
                <c:pt idx="1448">
                  <c:v>3500</c:v>
                </c:pt>
                <c:pt idx="1449">
                  <c:v>3500</c:v>
                </c:pt>
                <c:pt idx="1450">
                  <c:v>3500</c:v>
                </c:pt>
                <c:pt idx="1451">
                  <c:v>3500</c:v>
                </c:pt>
                <c:pt idx="1452">
                  <c:v>3500</c:v>
                </c:pt>
                <c:pt idx="1453">
                  <c:v>3500</c:v>
                </c:pt>
                <c:pt idx="1454">
                  <c:v>3500</c:v>
                </c:pt>
                <c:pt idx="1455">
                  <c:v>3500</c:v>
                </c:pt>
                <c:pt idx="1456">
                  <c:v>3500</c:v>
                </c:pt>
                <c:pt idx="1457">
                  <c:v>3500</c:v>
                </c:pt>
                <c:pt idx="1458">
                  <c:v>3500</c:v>
                </c:pt>
                <c:pt idx="1459">
                  <c:v>3500</c:v>
                </c:pt>
                <c:pt idx="1460">
                  <c:v>3500</c:v>
                </c:pt>
                <c:pt idx="1461">
                  <c:v>3500</c:v>
                </c:pt>
                <c:pt idx="1462">
                  <c:v>3500</c:v>
                </c:pt>
                <c:pt idx="1463">
                  <c:v>3500</c:v>
                </c:pt>
                <c:pt idx="1464">
                  <c:v>3500</c:v>
                </c:pt>
                <c:pt idx="1465">
                  <c:v>3500</c:v>
                </c:pt>
                <c:pt idx="1466">
                  <c:v>3500</c:v>
                </c:pt>
                <c:pt idx="1467">
                  <c:v>3500</c:v>
                </c:pt>
                <c:pt idx="1468">
                  <c:v>3500</c:v>
                </c:pt>
                <c:pt idx="1469">
                  <c:v>3500</c:v>
                </c:pt>
                <c:pt idx="1470">
                  <c:v>3500</c:v>
                </c:pt>
                <c:pt idx="1471">
                  <c:v>3500</c:v>
                </c:pt>
                <c:pt idx="1472">
                  <c:v>3500</c:v>
                </c:pt>
                <c:pt idx="1473">
                  <c:v>3500</c:v>
                </c:pt>
                <c:pt idx="1474">
                  <c:v>3500</c:v>
                </c:pt>
                <c:pt idx="1475">
                  <c:v>3500</c:v>
                </c:pt>
                <c:pt idx="1476">
                  <c:v>3500</c:v>
                </c:pt>
                <c:pt idx="1477">
                  <c:v>3500</c:v>
                </c:pt>
                <c:pt idx="1478">
                  <c:v>3500</c:v>
                </c:pt>
                <c:pt idx="1479">
                  <c:v>3500</c:v>
                </c:pt>
                <c:pt idx="1480">
                  <c:v>3500</c:v>
                </c:pt>
                <c:pt idx="1481">
                  <c:v>3500</c:v>
                </c:pt>
                <c:pt idx="1482">
                  <c:v>3500</c:v>
                </c:pt>
                <c:pt idx="1483">
                  <c:v>3500</c:v>
                </c:pt>
                <c:pt idx="1484">
                  <c:v>3500</c:v>
                </c:pt>
                <c:pt idx="1485">
                  <c:v>3500</c:v>
                </c:pt>
                <c:pt idx="1486">
                  <c:v>3500</c:v>
                </c:pt>
                <c:pt idx="1487">
                  <c:v>3500</c:v>
                </c:pt>
                <c:pt idx="1488">
                  <c:v>3500</c:v>
                </c:pt>
                <c:pt idx="1489">
                  <c:v>3500</c:v>
                </c:pt>
                <c:pt idx="1490">
                  <c:v>3500</c:v>
                </c:pt>
                <c:pt idx="1491">
                  <c:v>3500</c:v>
                </c:pt>
                <c:pt idx="1492">
                  <c:v>3500</c:v>
                </c:pt>
                <c:pt idx="1493">
                  <c:v>3500</c:v>
                </c:pt>
                <c:pt idx="1494">
                  <c:v>3500</c:v>
                </c:pt>
                <c:pt idx="1495">
                  <c:v>3500</c:v>
                </c:pt>
                <c:pt idx="1496">
                  <c:v>3500</c:v>
                </c:pt>
                <c:pt idx="1497">
                  <c:v>3500</c:v>
                </c:pt>
                <c:pt idx="1498">
                  <c:v>3500</c:v>
                </c:pt>
                <c:pt idx="1499">
                  <c:v>3500</c:v>
                </c:pt>
                <c:pt idx="1500">
                  <c:v>3500</c:v>
                </c:pt>
                <c:pt idx="1501">
                  <c:v>3500</c:v>
                </c:pt>
                <c:pt idx="1502">
                  <c:v>3500</c:v>
                </c:pt>
                <c:pt idx="1503">
                  <c:v>3500</c:v>
                </c:pt>
                <c:pt idx="1504">
                  <c:v>3500</c:v>
                </c:pt>
                <c:pt idx="1505">
                  <c:v>3500</c:v>
                </c:pt>
                <c:pt idx="1506">
                  <c:v>3500</c:v>
                </c:pt>
                <c:pt idx="1507">
                  <c:v>3500</c:v>
                </c:pt>
                <c:pt idx="1508">
                  <c:v>3500</c:v>
                </c:pt>
                <c:pt idx="1509">
                  <c:v>3500</c:v>
                </c:pt>
                <c:pt idx="1510">
                  <c:v>3500</c:v>
                </c:pt>
                <c:pt idx="1511">
                  <c:v>3500</c:v>
                </c:pt>
                <c:pt idx="1512">
                  <c:v>3500</c:v>
                </c:pt>
                <c:pt idx="1513">
                  <c:v>3500</c:v>
                </c:pt>
                <c:pt idx="1514">
                  <c:v>3500</c:v>
                </c:pt>
                <c:pt idx="1515">
                  <c:v>3500</c:v>
                </c:pt>
                <c:pt idx="1516">
                  <c:v>3500</c:v>
                </c:pt>
                <c:pt idx="1517">
                  <c:v>3500</c:v>
                </c:pt>
                <c:pt idx="1518">
                  <c:v>3500</c:v>
                </c:pt>
                <c:pt idx="1519">
                  <c:v>3500</c:v>
                </c:pt>
                <c:pt idx="1520">
                  <c:v>3500</c:v>
                </c:pt>
                <c:pt idx="1521">
                  <c:v>3500</c:v>
                </c:pt>
                <c:pt idx="1522">
                  <c:v>3500</c:v>
                </c:pt>
                <c:pt idx="1523">
                  <c:v>3500</c:v>
                </c:pt>
                <c:pt idx="1524">
                  <c:v>3500</c:v>
                </c:pt>
                <c:pt idx="1525">
                  <c:v>3500</c:v>
                </c:pt>
                <c:pt idx="1526">
                  <c:v>3500</c:v>
                </c:pt>
                <c:pt idx="1527">
                  <c:v>3500</c:v>
                </c:pt>
                <c:pt idx="1528">
                  <c:v>3500</c:v>
                </c:pt>
                <c:pt idx="1529">
                  <c:v>3500</c:v>
                </c:pt>
                <c:pt idx="1530">
                  <c:v>3500</c:v>
                </c:pt>
                <c:pt idx="1531">
                  <c:v>3500</c:v>
                </c:pt>
                <c:pt idx="1532">
                  <c:v>3500</c:v>
                </c:pt>
                <c:pt idx="1533">
                  <c:v>3500</c:v>
                </c:pt>
                <c:pt idx="1534">
                  <c:v>3500</c:v>
                </c:pt>
                <c:pt idx="1535">
                  <c:v>3500</c:v>
                </c:pt>
                <c:pt idx="1536">
                  <c:v>3500</c:v>
                </c:pt>
                <c:pt idx="1537">
                  <c:v>3500</c:v>
                </c:pt>
                <c:pt idx="1538">
                  <c:v>3500</c:v>
                </c:pt>
                <c:pt idx="1539">
                  <c:v>3500</c:v>
                </c:pt>
                <c:pt idx="1540">
                  <c:v>3500</c:v>
                </c:pt>
                <c:pt idx="1541">
                  <c:v>3500</c:v>
                </c:pt>
                <c:pt idx="1542">
                  <c:v>3500</c:v>
                </c:pt>
                <c:pt idx="1543">
                  <c:v>3500</c:v>
                </c:pt>
                <c:pt idx="1544">
                  <c:v>3500</c:v>
                </c:pt>
                <c:pt idx="1545">
                  <c:v>3400</c:v>
                </c:pt>
                <c:pt idx="1546">
                  <c:v>3300</c:v>
                </c:pt>
                <c:pt idx="1547">
                  <c:v>3300</c:v>
                </c:pt>
                <c:pt idx="1548">
                  <c:v>3300</c:v>
                </c:pt>
                <c:pt idx="1549">
                  <c:v>3300</c:v>
                </c:pt>
                <c:pt idx="1550">
                  <c:v>3300</c:v>
                </c:pt>
                <c:pt idx="1551">
                  <c:v>3300</c:v>
                </c:pt>
                <c:pt idx="1552">
                  <c:v>3300</c:v>
                </c:pt>
                <c:pt idx="1553">
                  <c:v>3300</c:v>
                </c:pt>
                <c:pt idx="1554">
                  <c:v>3300</c:v>
                </c:pt>
                <c:pt idx="1555">
                  <c:v>3300</c:v>
                </c:pt>
                <c:pt idx="1556">
                  <c:v>3300</c:v>
                </c:pt>
                <c:pt idx="1557">
                  <c:v>3300</c:v>
                </c:pt>
                <c:pt idx="1558">
                  <c:v>3300</c:v>
                </c:pt>
                <c:pt idx="1559">
                  <c:v>3300</c:v>
                </c:pt>
                <c:pt idx="1560">
                  <c:v>3300</c:v>
                </c:pt>
                <c:pt idx="1561">
                  <c:v>3300</c:v>
                </c:pt>
                <c:pt idx="1562">
                  <c:v>3300</c:v>
                </c:pt>
                <c:pt idx="1563">
                  <c:v>3300</c:v>
                </c:pt>
                <c:pt idx="1564">
                  <c:v>3300</c:v>
                </c:pt>
                <c:pt idx="1565">
                  <c:v>3300</c:v>
                </c:pt>
                <c:pt idx="1566">
                  <c:v>3300</c:v>
                </c:pt>
                <c:pt idx="1567">
                  <c:v>3300</c:v>
                </c:pt>
                <c:pt idx="1568">
                  <c:v>3300</c:v>
                </c:pt>
                <c:pt idx="1569">
                  <c:v>3300</c:v>
                </c:pt>
                <c:pt idx="1570">
                  <c:v>3300</c:v>
                </c:pt>
                <c:pt idx="1571">
                  <c:v>3300</c:v>
                </c:pt>
                <c:pt idx="1572">
                  <c:v>3300</c:v>
                </c:pt>
                <c:pt idx="1573">
                  <c:v>3300</c:v>
                </c:pt>
                <c:pt idx="1574">
                  <c:v>3300</c:v>
                </c:pt>
                <c:pt idx="1575">
                  <c:v>3300</c:v>
                </c:pt>
                <c:pt idx="1576">
                  <c:v>3300</c:v>
                </c:pt>
                <c:pt idx="1577">
                  <c:v>3300</c:v>
                </c:pt>
                <c:pt idx="1578">
                  <c:v>3300</c:v>
                </c:pt>
                <c:pt idx="1579">
                  <c:v>3300</c:v>
                </c:pt>
                <c:pt idx="1580">
                  <c:v>3300</c:v>
                </c:pt>
                <c:pt idx="1581">
                  <c:v>3300</c:v>
                </c:pt>
                <c:pt idx="1582">
                  <c:v>3200</c:v>
                </c:pt>
                <c:pt idx="1583">
                  <c:v>3200</c:v>
                </c:pt>
                <c:pt idx="1584">
                  <c:v>3200</c:v>
                </c:pt>
                <c:pt idx="1585">
                  <c:v>3200</c:v>
                </c:pt>
                <c:pt idx="1586">
                  <c:v>3200</c:v>
                </c:pt>
                <c:pt idx="1587">
                  <c:v>3200</c:v>
                </c:pt>
                <c:pt idx="1588">
                  <c:v>3200</c:v>
                </c:pt>
                <c:pt idx="1589">
                  <c:v>3200</c:v>
                </c:pt>
                <c:pt idx="1590">
                  <c:v>3200</c:v>
                </c:pt>
                <c:pt idx="1591">
                  <c:v>3200</c:v>
                </c:pt>
                <c:pt idx="1592">
                  <c:v>3200</c:v>
                </c:pt>
                <c:pt idx="1593">
                  <c:v>3200</c:v>
                </c:pt>
                <c:pt idx="1594">
                  <c:v>3200</c:v>
                </c:pt>
                <c:pt idx="1595">
                  <c:v>3200</c:v>
                </c:pt>
                <c:pt idx="1596">
                  <c:v>3200</c:v>
                </c:pt>
                <c:pt idx="1597">
                  <c:v>3200</c:v>
                </c:pt>
                <c:pt idx="1598">
                  <c:v>3200</c:v>
                </c:pt>
                <c:pt idx="1599">
                  <c:v>3200</c:v>
                </c:pt>
                <c:pt idx="1600">
                  <c:v>3200</c:v>
                </c:pt>
                <c:pt idx="1601">
                  <c:v>3200</c:v>
                </c:pt>
                <c:pt idx="1602">
                  <c:v>3200</c:v>
                </c:pt>
                <c:pt idx="1603">
                  <c:v>3200</c:v>
                </c:pt>
                <c:pt idx="1604">
                  <c:v>3200</c:v>
                </c:pt>
                <c:pt idx="1605">
                  <c:v>3200</c:v>
                </c:pt>
                <c:pt idx="1606">
                  <c:v>3200</c:v>
                </c:pt>
                <c:pt idx="1607">
                  <c:v>3200</c:v>
                </c:pt>
                <c:pt idx="1608">
                  <c:v>3200</c:v>
                </c:pt>
                <c:pt idx="1609">
                  <c:v>3200</c:v>
                </c:pt>
                <c:pt idx="1610">
                  <c:v>3200</c:v>
                </c:pt>
                <c:pt idx="1611">
                  <c:v>3200</c:v>
                </c:pt>
                <c:pt idx="1612">
                  <c:v>3200</c:v>
                </c:pt>
                <c:pt idx="1613">
                  <c:v>3200</c:v>
                </c:pt>
                <c:pt idx="1614">
                  <c:v>3200</c:v>
                </c:pt>
                <c:pt idx="1615">
                  <c:v>3200</c:v>
                </c:pt>
                <c:pt idx="1616">
                  <c:v>3200</c:v>
                </c:pt>
                <c:pt idx="1617">
                  <c:v>3200</c:v>
                </c:pt>
                <c:pt idx="1618">
                  <c:v>3200</c:v>
                </c:pt>
                <c:pt idx="1619">
                  <c:v>3200</c:v>
                </c:pt>
                <c:pt idx="1620">
                  <c:v>3200</c:v>
                </c:pt>
                <c:pt idx="1621">
                  <c:v>3200</c:v>
                </c:pt>
                <c:pt idx="1622">
                  <c:v>3200</c:v>
                </c:pt>
                <c:pt idx="1623">
                  <c:v>3200</c:v>
                </c:pt>
                <c:pt idx="1624">
                  <c:v>3200</c:v>
                </c:pt>
                <c:pt idx="1625">
                  <c:v>3200</c:v>
                </c:pt>
                <c:pt idx="1626">
                  <c:v>3200</c:v>
                </c:pt>
                <c:pt idx="1627">
                  <c:v>3200</c:v>
                </c:pt>
                <c:pt idx="1628">
                  <c:v>3200</c:v>
                </c:pt>
                <c:pt idx="1629">
                  <c:v>3200</c:v>
                </c:pt>
                <c:pt idx="1630">
                  <c:v>3200</c:v>
                </c:pt>
                <c:pt idx="1631">
                  <c:v>3200</c:v>
                </c:pt>
                <c:pt idx="1632">
                  <c:v>3200</c:v>
                </c:pt>
                <c:pt idx="1633">
                  <c:v>3200</c:v>
                </c:pt>
                <c:pt idx="1634">
                  <c:v>3200</c:v>
                </c:pt>
                <c:pt idx="1635">
                  <c:v>3200</c:v>
                </c:pt>
                <c:pt idx="1636">
                  <c:v>3200</c:v>
                </c:pt>
                <c:pt idx="1637">
                  <c:v>3200</c:v>
                </c:pt>
                <c:pt idx="1638">
                  <c:v>3200</c:v>
                </c:pt>
                <c:pt idx="1639">
                  <c:v>3200</c:v>
                </c:pt>
                <c:pt idx="1640">
                  <c:v>3200</c:v>
                </c:pt>
                <c:pt idx="1641">
                  <c:v>3200</c:v>
                </c:pt>
                <c:pt idx="1642">
                  <c:v>3200</c:v>
                </c:pt>
                <c:pt idx="1643">
                  <c:v>3200</c:v>
                </c:pt>
                <c:pt idx="1644">
                  <c:v>3200</c:v>
                </c:pt>
                <c:pt idx="1645">
                  <c:v>3200</c:v>
                </c:pt>
                <c:pt idx="1646">
                  <c:v>3200</c:v>
                </c:pt>
                <c:pt idx="1647">
                  <c:v>3200</c:v>
                </c:pt>
                <c:pt idx="1648">
                  <c:v>3200</c:v>
                </c:pt>
                <c:pt idx="1649">
                  <c:v>3200</c:v>
                </c:pt>
                <c:pt idx="1650">
                  <c:v>3200</c:v>
                </c:pt>
                <c:pt idx="1651">
                  <c:v>3200</c:v>
                </c:pt>
                <c:pt idx="1652">
                  <c:v>3200</c:v>
                </c:pt>
                <c:pt idx="1653">
                  <c:v>3200</c:v>
                </c:pt>
                <c:pt idx="1654">
                  <c:v>3200</c:v>
                </c:pt>
                <c:pt idx="1655">
                  <c:v>3200</c:v>
                </c:pt>
                <c:pt idx="1656">
                  <c:v>3200</c:v>
                </c:pt>
                <c:pt idx="1657">
                  <c:v>3200</c:v>
                </c:pt>
                <c:pt idx="1658">
                  <c:v>3200</c:v>
                </c:pt>
                <c:pt idx="1659">
                  <c:v>3200</c:v>
                </c:pt>
                <c:pt idx="1660">
                  <c:v>3200</c:v>
                </c:pt>
                <c:pt idx="1661">
                  <c:v>3200</c:v>
                </c:pt>
                <c:pt idx="1662">
                  <c:v>3200</c:v>
                </c:pt>
                <c:pt idx="1663">
                  <c:v>3200</c:v>
                </c:pt>
                <c:pt idx="1664">
                  <c:v>3200</c:v>
                </c:pt>
                <c:pt idx="1665">
                  <c:v>3200</c:v>
                </c:pt>
                <c:pt idx="1666">
                  <c:v>3200</c:v>
                </c:pt>
                <c:pt idx="1667">
                  <c:v>3200</c:v>
                </c:pt>
                <c:pt idx="1668">
                  <c:v>3200</c:v>
                </c:pt>
                <c:pt idx="1669">
                  <c:v>3200</c:v>
                </c:pt>
                <c:pt idx="1670">
                  <c:v>3200</c:v>
                </c:pt>
                <c:pt idx="1671">
                  <c:v>3200</c:v>
                </c:pt>
                <c:pt idx="1672">
                  <c:v>3200</c:v>
                </c:pt>
                <c:pt idx="1673">
                  <c:v>3200</c:v>
                </c:pt>
                <c:pt idx="1674">
                  <c:v>3200</c:v>
                </c:pt>
                <c:pt idx="1675">
                  <c:v>3200</c:v>
                </c:pt>
                <c:pt idx="1676">
                  <c:v>3200</c:v>
                </c:pt>
                <c:pt idx="1677">
                  <c:v>3200</c:v>
                </c:pt>
                <c:pt idx="1678">
                  <c:v>3200</c:v>
                </c:pt>
                <c:pt idx="1679">
                  <c:v>3200</c:v>
                </c:pt>
                <c:pt idx="1680">
                  <c:v>3200</c:v>
                </c:pt>
                <c:pt idx="1681">
                  <c:v>3200</c:v>
                </c:pt>
                <c:pt idx="1682">
                  <c:v>3200</c:v>
                </c:pt>
                <c:pt idx="1683">
                  <c:v>3200</c:v>
                </c:pt>
                <c:pt idx="1684">
                  <c:v>3200</c:v>
                </c:pt>
                <c:pt idx="1685">
                  <c:v>3200</c:v>
                </c:pt>
                <c:pt idx="1686">
                  <c:v>3200</c:v>
                </c:pt>
                <c:pt idx="1687">
                  <c:v>3200</c:v>
                </c:pt>
                <c:pt idx="1688">
                  <c:v>3200</c:v>
                </c:pt>
                <c:pt idx="1689">
                  <c:v>3200</c:v>
                </c:pt>
                <c:pt idx="1690">
                  <c:v>3200</c:v>
                </c:pt>
                <c:pt idx="1691">
                  <c:v>3200</c:v>
                </c:pt>
                <c:pt idx="1692">
                  <c:v>3200</c:v>
                </c:pt>
                <c:pt idx="1693">
                  <c:v>3200</c:v>
                </c:pt>
                <c:pt idx="1694">
                  <c:v>3200</c:v>
                </c:pt>
                <c:pt idx="1695">
                  <c:v>3200</c:v>
                </c:pt>
                <c:pt idx="1696">
                  <c:v>3200</c:v>
                </c:pt>
                <c:pt idx="1697">
                  <c:v>3200</c:v>
                </c:pt>
                <c:pt idx="1698">
                  <c:v>3200</c:v>
                </c:pt>
                <c:pt idx="1699">
                  <c:v>3200</c:v>
                </c:pt>
                <c:pt idx="1700">
                  <c:v>3200</c:v>
                </c:pt>
                <c:pt idx="1701">
                  <c:v>3300</c:v>
                </c:pt>
                <c:pt idx="1702">
                  <c:v>3300</c:v>
                </c:pt>
                <c:pt idx="1703">
                  <c:v>3300</c:v>
                </c:pt>
                <c:pt idx="1704">
                  <c:v>3300</c:v>
                </c:pt>
                <c:pt idx="1705">
                  <c:v>3300</c:v>
                </c:pt>
                <c:pt idx="1706">
                  <c:v>3300</c:v>
                </c:pt>
                <c:pt idx="1707">
                  <c:v>3300</c:v>
                </c:pt>
                <c:pt idx="1708">
                  <c:v>3300</c:v>
                </c:pt>
                <c:pt idx="1709">
                  <c:v>3300</c:v>
                </c:pt>
                <c:pt idx="1710">
                  <c:v>3300</c:v>
                </c:pt>
                <c:pt idx="1711">
                  <c:v>3300</c:v>
                </c:pt>
                <c:pt idx="1712">
                  <c:v>3300</c:v>
                </c:pt>
                <c:pt idx="1713">
                  <c:v>3300</c:v>
                </c:pt>
                <c:pt idx="1714">
                  <c:v>3300</c:v>
                </c:pt>
                <c:pt idx="1715">
                  <c:v>3300</c:v>
                </c:pt>
                <c:pt idx="1716">
                  <c:v>3300</c:v>
                </c:pt>
                <c:pt idx="1717">
                  <c:v>3300</c:v>
                </c:pt>
                <c:pt idx="1718">
                  <c:v>3300</c:v>
                </c:pt>
                <c:pt idx="1719">
                  <c:v>3300</c:v>
                </c:pt>
                <c:pt idx="1720">
                  <c:v>3300</c:v>
                </c:pt>
                <c:pt idx="1721">
                  <c:v>3300</c:v>
                </c:pt>
                <c:pt idx="1722">
                  <c:v>3300</c:v>
                </c:pt>
                <c:pt idx="1723">
                  <c:v>3300</c:v>
                </c:pt>
                <c:pt idx="1724">
                  <c:v>3300</c:v>
                </c:pt>
                <c:pt idx="1725">
                  <c:v>3300</c:v>
                </c:pt>
                <c:pt idx="1726">
                  <c:v>3300</c:v>
                </c:pt>
                <c:pt idx="1727">
                  <c:v>3300</c:v>
                </c:pt>
                <c:pt idx="1728">
                  <c:v>3300</c:v>
                </c:pt>
                <c:pt idx="1729">
                  <c:v>3300</c:v>
                </c:pt>
                <c:pt idx="1730">
                  <c:v>3300</c:v>
                </c:pt>
                <c:pt idx="1731">
                  <c:v>3300</c:v>
                </c:pt>
                <c:pt idx="1732">
                  <c:v>3300</c:v>
                </c:pt>
                <c:pt idx="1733">
                  <c:v>3300</c:v>
                </c:pt>
                <c:pt idx="1734">
                  <c:v>3300</c:v>
                </c:pt>
                <c:pt idx="1735">
                  <c:v>3300</c:v>
                </c:pt>
                <c:pt idx="1736">
                  <c:v>3300</c:v>
                </c:pt>
                <c:pt idx="1737">
                  <c:v>3300</c:v>
                </c:pt>
                <c:pt idx="1738">
                  <c:v>3300</c:v>
                </c:pt>
                <c:pt idx="1739">
                  <c:v>3300</c:v>
                </c:pt>
                <c:pt idx="1740">
                  <c:v>3300</c:v>
                </c:pt>
                <c:pt idx="1741">
                  <c:v>3300</c:v>
                </c:pt>
                <c:pt idx="1742">
                  <c:v>3300</c:v>
                </c:pt>
                <c:pt idx="1743">
                  <c:v>3300</c:v>
                </c:pt>
                <c:pt idx="1744">
                  <c:v>3300</c:v>
                </c:pt>
                <c:pt idx="1745">
                  <c:v>3300</c:v>
                </c:pt>
                <c:pt idx="1746">
                  <c:v>3300</c:v>
                </c:pt>
                <c:pt idx="1747">
                  <c:v>3300</c:v>
                </c:pt>
                <c:pt idx="1748">
                  <c:v>3300</c:v>
                </c:pt>
                <c:pt idx="1749">
                  <c:v>3300</c:v>
                </c:pt>
                <c:pt idx="1750">
                  <c:v>3300</c:v>
                </c:pt>
                <c:pt idx="1751">
                  <c:v>3300</c:v>
                </c:pt>
                <c:pt idx="1752">
                  <c:v>3300</c:v>
                </c:pt>
                <c:pt idx="1753">
                  <c:v>3300</c:v>
                </c:pt>
                <c:pt idx="1754">
                  <c:v>3300</c:v>
                </c:pt>
                <c:pt idx="1755">
                  <c:v>3300</c:v>
                </c:pt>
                <c:pt idx="1756">
                  <c:v>3300</c:v>
                </c:pt>
                <c:pt idx="1757">
                  <c:v>3300</c:v>
                </c:pt>
                <c:pt idx="1758">
                  <c:v>3300</c:v>
                </c:pt>
                <c:pt idx="1759">
                  <c:v>3300</c:v>
                </c:pt>
                <c:pt idx="1760">
                  <c:v>3300</c:v>
                </c:pt>
                <c:pt idx="1761">
                  <c:v>3300</c:v>
                </c:pt>
                <c:pt idx="1762">
                  <c:v>3300</c:v>
                </c:pt>
                <c:pt idx="1763">
                  <c:v>3300</c:v>
                </c:pt>
                <c:pt idx="1764">
                  <c:v>3300</c:v>
                </c:pt>
                <c:pt idx="1765">
                  <c:v>3300</c:v>
                </c:pt>
                <c:pt idx="1766">
                  <c:v>3300</c:v>
                </c:pt>
                <c:pt idx="1767">
                  <c:v>3300</c:v>
                </c:pt>
                <c:pt idx="1768">
                  <c:v>3300</c:v>
                </c:pt>
                <c:pt idx="1769">
                  <c:v>3300</c:v>
                </c:pt>
                <c:pt idx="1770">
                  <c:v>3300</c:v>
                </c:pt>
                <c:pt idx="1771">
                  <c:v>3300</c:v>
                </c:pt>
                <c:pt idx="1772">
                  <c:v>3300</c:v>
                </c:pt>
                <c:pt idx="1773">
                  <c:v>3300</c:v>
                </c:pt>
                <c:pt idx="1774">
                  <c:v>3300</c:v>
                </c:pt>
                <c:pt idx="1775">
                  <c:v>3300</c:v>
                </c:pt>
                <c:pt idx="1776">
                  <c:v>3300</c:v>
                </c:pt>
                <c:pt idx="1777">
                  <c:v>3300</c:v>
                </c:pt>
                <c:pt idx="1778">
                  <c:v>3300</c:v>
                </c:pt>
                <c:pt idx="1779">
                  <c:v>3300</c:v>
                </c:pt>
                <c:pt idx="1780">
                  <c:v>3300</c:v>
                </c:pt>
                <c:pt idx="1781">
                  <c:v>3300</c:v>
                </c:pt>
                <c:pt idx="1782">
                  <c:v>3300</c:v>
                </c:pt>
                <c:pt idx="1783">
                  <c:v>3300</c:v>
                </c:pt>
                <c:pt idx="1784">
                  <c:v>3300</c:v>
                </c:pt>
                <c:pt idx="1785">
                  <c:v>3300</c:v>
                </c:pt>
                <c:pt idx="1786">
                  <c:v>3300</c:v>
                </c:pt>
                <c:pt idx="1787">
                  <c:v>3300</c:v>
                </c:pt>
                <c:pt idx="1788">
                  <c:v>3300</c:v>
                </c:pt>
                <c:pt idx="1789">
                  <c:v>3300</c:v>
                </c:pt>
                <c:pt idx="1790">
                  <c:v>3300</c:v>
                </c:pt>
                <c:pt idx="1791">
                  <c:v>3300</c:v>
                </c:pt>
                <c:pt idx="1792">
                  <c:v>3300</c:v>
                </c:pt>
                <c:pt idx="1793">
                  <c:v>3300</c:v>
                </c:pt>
                <c:pt idx="1794">
                  <c:v>3300</c:v>
                </c:pt>
                <c:pt idx="1795">
                  <c:v>3300</c:v>
                </c:pt>
                <c:pt idx="1796">
                  <c:v>3300</c:v>
                </c:pt>
                <c:pt idx="1797">
                  <c:v>3300</c:v>
                </c:pt>
                <c:pt idx="1798">
                  <c:v>3300</c:v>
                </c:pt>
                <c:pt idx="1799">
                  <c:v>3300</c:v>
                </c:pt>
                <c:pt idx="1800">
                  <c:v>3300</c:v>
                </c:pt>
                <c:pt idx="1801">
                  <c:v>3300</c:v>
                </c:pt>
                <c:pt idx="1802">
                  <c:v>3300</c:v>
                </c:pt>
                <c:pt idx="1803">
                  <c:v>3300</c:v>
                </c:pt>
                <c:pt idx="1804">
                  <c:v>3300</c:v>
                </c:pt>
                <c:pt idx="1805">
                  <c:v>3300</c:v>
                </c:pt>
                <c:pt idx="1806">
                  <c:v>3300</c:v>
                </c:pt>
                <c:pt idx="1807">
                  <c:v>3300</c:v>
                </c:pt>
                <c:pt idx="1808">
                  <c:v>3300</c:v>
                </c:pt>
                <c:pt idx="1809">
                  <c:v>3300</c:v>
                </c:pt>
                <c:pt idx="1810">
                  <c:v>3300</c:v>
                </c:pt>
                <c:pt idx="1811">
                  <c:v>3300</c:v>
                </c:pt>
                <c:pt idx="1812">
                  <c:v>3300</c:v>
                </c:pt>
                <c:pt idx="1813">
                  <c:v>3300</c:v>
                </c:pt>
                <c:pt idx="1814">
                  <c:v>3300</c:v>
                </c:pt>
                <c:pt idx="1815">
                  <c:v>3300</c:v>
                </c:pt>
                <c:pt idx="1816">
                  <c:v>3300</c:v>
                </c:pt>
                <c:pt idx="1817">
                  <c:v>3300</c:v>
                </c:pt>
                <c:pt idx="1818">
                  <c:v>3300</c:v>
                </c:pt>
                <c:pt idx="1819">
                  <c:v>3300</c:v>
                </c:pt>
                <c:pt idx="1820">
                  <c:v>3300</c:v>
                </c:pt>
                <c:pt idx="1821">
                  <c:v>3300</c:v>
                </c:pt>
                <c:pt idx="1822">
                  <c:v>3300</c:v>
                </c:pt>
                <c:pt idx="1823">
                  <c:v>3300</c:v>
                </c:pt>
                <c:pt idx="1824">
                  <c:v>3300</c:v>
                </c:pt>
                <c:pt idx="1825">
                  <c:v>3300</c:v>
                </c:pt>
                <c:pt idx="1826">
                  <c:v>3300</c:v>
                </c:pt>
                <c:pt idx="1827">
                  <c:v>3300</c:v>
                </c:pt>
                <c:pt idx="1828">
                  <c:v>3300</c:v>
                </c:pt>
                <c:pt idx="1829">
                  <c:v>3300</c:v>
                </c:pt>
                <c:pt idx="1830">
                  <c:v>3300</c:v>
                </c:pt>
                <c:pt idx="1831">
                  <c:v>3300</c:v>
                </c:pt>
                <c:pt idx="1832">
                  <c:v>3300</c:v>
                </c:pt>
                <c:pt idx="1833">
                  <c:v>3300</c:v>
                </c:pt>
                <c:pt idx="1834">
                  <c:v>3300</c:v>
                </c:pt>
                <c:pt idx="1835">
                  <c:v>3300</c:v>
                </c:pt>
                <c:pt idx="1836">
                  <c:v>3300</c:v>
                </c:pt>
                <c:pt idx="1837">
                  <c:v>3300</c:v>
                </c:pt>
                <c:pt idx="1838">
                  <c:v>3300</c:v>
                </c:pt>
                <c:pt idx="1839">
                  <c:v>3300</c:v>
                </c:pt>
                <c:pt idx="1840">
                  <c:v>3300</c:v>
                </c:pt>
                <c:pt idx="1841">
                  <c:v>3300</c:v>
                </c:pt>
                <c:pt idx="1842">
                  <c:v>3300</c:v>
                </c:pt>
                <c:pt idx="1843">
                  <c:v>3300</c:v>
                </c:pt>
                <c:pt idx="1844">
                  <c:v>3500</c:v>
                </c:pt>
              </c:numCache>
            </c:numRef>
          </c:val>
          <c:smooth val="1"/>
          <c:extLst xmlns:c16r2="http://schemas.microsoft.com/office/drawing/2015/06/chart">
            <c:ext xmlns:c16="http://schemas.microsoft.com/office/drawing/2014/chart" uri="{C3380CC4-5D6E-409C-BE32-E72D297353CC}">
              <c16:uniqueId val="{00000000-755A-407C-872D-11AD42A014F9}"/>
            </c:ext>
          </c:extLst>
        </c:ser>
        <c:dLbls>
          <c:showLegendKey val="0"/>
          <c:showVal val="0"/>
          <c:showCatName val="0"/>
          <c:showSerName val="0"/>
          <c:showPercent val="0"/>
          <c:showBubbleSize val="0"/>
        </c:dLbls>
        <c:smooth val="0"/>
        <c:axId val="875922064"/>
        <c:axId val="875929136"/>
      </c:lineChart>
      <c:dateAx>
        <c:axId val="875922064"/>
        <c:scaling>
          <c:orientation val="minMax"/>
          <c:min val="42464"/>
        </c:scaling>
        <c:delete val="0"/>
        <c:axPos val="b"/>
        <c:numFmt formatCode="yy/mm" sourceLinked="0"/>
        <c:majorTickMark val="in"/>
        <c:minorTickMark val="none"/>
        <c:tickLblPos val="nextTo"/>
        <c:spPr>
          <a:ln w="6350" cap="flat" cmpd="sng" algn="ctr">
            <a:solidFill>
              <a:srgbClr val="000000"/>
            </a:solidFill>
            <a:prstDash val="solid"/>
            <a:round/>
          </a:ln>
        </c:spPr>
        <c:txPr>
          <a:bodyPr rot="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29136"/>
        <c:crosses val="autoZero"/>
        <c:auto val="0"/>
        <c:lblOffset val="100"/>
        <c:baseTimeUnit val="days"/>
      </c:dateAx>
      <c:valAx>
        <c:axId val="875929136"/>
        <c:scaling>
          <c:orientation val="minMax"/>
        </c:scaling>
        <c:delete val="0"/>
        <c:axPos val="l"/>
        <c:numFmt formatCode="0_);[Red]\(0\)" sourceLinked="0"/>
        <c:majorTickMark val="in"/>
        <c:minorTickMark val="none"/>
        <c:tickLblPos val="nextTo"/>
        <c:spPr>
          <a:ln w="6350" cap="flat" cmpd="sng" algn="ctr">
            <a:solidFill>
              <a:srgbClr val="000000"/>
            </a:solidFill>
            <a:prstDash val="solid"/>
            <a:round/>
          </a:ln>
        </c:spPr>
        <c:txPr>
          <a:bodyPr rot="-6000000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Arial" panose="020B0604020202020204"/>
              </a:defRPr>
            </a:pPr>
            <a:endParaRPr lang="zh-CN"/>
          </a:p>
        </c:txPr>
        <c:crossAx val="875922064"/>
        <c:crosses val="autoZero"/>
        <c:crossBetween val="between"/>
        <c:majorUnit val="2000"/>
      </c:valAx>
      <c:spPr>
        <a:noFill/>
        <a:ln w="25400">
          <a:noFill/>
        </a:ln>
      </c:spPr>
    </c:plotArea>
    <c:legend>
      <c:legendPos val="t"/>
      <c:layout>
        <c:manualLayout>
          <c:xMode val="edge"/>
          <c:yMode val="edge"/>
          <c:x val="0"/>
          <c:y val="0"/>
          <c:w val="1"/>
          <c:h val="0.13114803274862882"/>
        </c:manualLayout>
      </c:layout>
      <c:overlay val="0"/>
      <c:spPr>
        <a:noFill/>
        <a:ln w="25400">
          <a:noFill/>
        </a:ln>
        <a:effectLst/>
      </c:spPr>
      <c:txPr>
        <a:bodyPr rot="0" spcFirstLastPara="0" vertOverflow="ellipsis" vert="horz" wrap="square" anchor="ctr" anchorCtr="1"/>
        <a:lstStyle/>
        <a:p>
          <a:pPr>
            <a:defRPr lang="zh-CN" sz="1050" b="0" i="0" u="none" strike="noStrike" kern="1200" baseline="0">
              <a:solidFill>
                <a:srgbClr val="000000"/>
              </a:solidFill>
              <a:latin typeface="微软雅黑" panose="020B0503020204020204" pitchFamily="34" charset="-122"/>
              <a:ea typeface="微软雅黑" panose="020B0503020204020204" pitchFamily="34" charset="-122"/>
              <a:cs typeface="微软雅黑"/>
            </a:defRPr>
          </a:pPr>
          <a:endParaRPr lang="zh-CN"/>
        </a:p>
      </c:txPr>
    </c:legend>
    <c:plotVisOnly val="1"/>
    <c:dispBlanksAs val="gap"/>
    <c:showDLblsOverMax val="0"/>
  </c:chart>
  <c:spPr>
    <a:solidFill>
      <a:schemeClr val="bg1"/>
    </a:solidFill>
    <a:ln w="25400" cap="flat" cmpd="sng" algn="ctr">
      <a:noFill/>
      <a:prstDash val="solid"/>
      <a:round/>
    </a:ln>
  </c:spPr>
  <c:txPr>
    <a:bodyPr/>
    <a:lstStyle/>
    <a:p>
      <a:pPr>
        <a:defRPr lang="zh-CN" sz="900">
          <a:latin typeface="微软雅黑" panose="020B0503020204020204" charset="-122"/>
          <a:ea typeface="微软雅黑" panose="020B0503020204020204" charset="-122"/>
          <a:cs typeface="华文细黑" panose="02010600040101010101" charset="-122"/>
        </a:defRPr>
      </a:pPr>
      <a:endParaRPr lang="zh-CN"/>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864687625150186"/>
          <c:y val="9.7514178850669611E-2"/>
          <c:w val="0.66543488549896235"/>
          <c:h val="0.812336469535062"/>
        </c:manualLayout>
      </c:layout>
      <c:barChart>
        <c:barDir val="bar"/>
        <c:grouping val="stacked"/>
        <c:varyColors val="0"/>
        <c:ser>
          <c:idx val="0"/>
          <c:order val="0"/>
          <c:tx>
            <c:strRef>
              <c:f>价格底稿!$X$2</c:f>
              <c:strCache>
                <c:ptCount val="1"/>
                <c:pt idx="0">
                  <c:v>磷酸铁利润（元/吨）</c:v>
                </c:pt>
              </c:strCache>
            </c:strRef>
          </c:tx>
          <c:spPr>
            <a:solidFill>
              <a:srgbClr val="E10000"/>
            </a:solidFill>
            <a:ln w="6350">
              <a:noFill/>
              <a:prstDash val="solid"/>
            </a:ln>
            <a:effectLst/>
          </c:spPr>
          <c:invertIfNegative val="0"/>
          <c:dPt>
            <c:idx val="10"/>
            <c:invertIfNegative val="0"/>
            <c:bubble3D val="0"/>
            <c:spPr>
              <a:solidFill>
                <a:schemeClr val="accent4"/>
              </a:solidFill>
              <a:ln w="6350">
                <a:noFill/>
                <a:prstDash val="solid"/>
              </a:ln>
              <a:effectLst/>
            </c:spPr>
            <c:extLst xmlns:c16r2="http://schemas.microsoft.com/office/drawing/2015/06/chart">
              <c:ext xmlns:c16="http://schemas.microsoft.com/office/drawing/2014/chart" uri="{C3380CC4-5D6E-409C-BE32-E72D297353CC}">
                <c16:uniqueId val="{00000001-7ECA-42D9-AD77-015C530E9CF2}"/>
              </c:ext>
            </c:extLst>
          </c:dPt>
          <c:cat>
            <c:strRef>
              <c:f>价格底稿!$Y$1:$AI$1</c:f>
              <c:strCache>
                <c:ptCount val="11"/>
                <c:pt idx="0">
                  <c:v>钠法</c:v>
                </c:pt>
                <c:pt idx="1">
                  <c:v>氧化铁红</c:v>
                </c:pt>
                <c:pt idx="2">
                  <c:v>铁粉</c:v>
                </c:pt>
                <c:pt idx="3">
                  <c:v>肥料磷酸</c:v>
                </c:pt>
                <c:pt idx="4">
                  <c:v>钠法（外购磷矿）</c:v>
                </c:pt>
                <c:pt idx="5">
                  <c:v>钠法（自备磷矿）</c:v>
                </c:pt>
                <c:pt idx="6">
                  <c:v>铵法</c:v>
                </c:pt>
                <c:pt idx="7">
                  <c:v>磷酸氢钙</c:v>
                </c:pt>
                <c:pt idx="8">
                  <c:v>磷酸氢钙（自备铁源）</c:v>
                </c:pt>
                <c:pt idx="9">
                  <c:v>铵法（外购磷矿）</c:v>
                </c:pt>
                <c:pt idx="10">
                  <c:v>铵法（自备磷矿）</c:v>
                </c:pt>
              </c:strCache>
            </c:strRef>
          </c:cat>
          <c:val>
            <c:numRef>
              <c:f>价格底稿!$Y$2:$AI$2</c:f>
              <c:numCache>
                <c:formatCode>0</c:formatCode>
                <c:ptCount val="11"/>
                <c:pt idx="0">
                  <c:v>6285.1577546340995</c:v>
                </c:pt>
                <c:pt idx="1">
                  <c:v>6772.6269538570505</c:v>
                </c:pt>
                <c:pt idx="2">
                  <c:v>7419.193325538472</c:v>
                </c:pt>
                <c:pt idx="3">
                  <c:v>8536.7614671314004</c:v>
                </c:pt>
                <c:pt idx="4">
                  <c:v>8685.1887496697109</c:v>
                </c:pt>
                <c:pt idx="5">
                  <c:v>10074.22928496002</c:v>
                </c:pt>
                <c:pt idx="6">
                  <c:v>10158.729522387184</c:v>
                </c:pt>
                <c:pt idx="7">
                  <c:v>10712.357409285525</c:v>
                </c:pt>
                <c:pt idx="8">
                  <c:v>11557.490152648357</c:v>
                </c:pt>
                <c:pt idx="9">
                  <c:v>11773.72983320091</c:v>
                </c:pt>
                <c:pt idx="10">
                  <c:v>12800.603996809805</c:v>
                </c:pt>
              </c:numCache>
            </c:numRef>
          </c:val>
          <c:extLst xmlns:c16r2="http://schemas.microsoft.com/office/drawing/2015/06/chart">
            <c:ext xmlns:c16="http://schemas.microsoft.com/office/drawing/2014/chart" uri="{C3380CC4-5D6E-409C-BE32-E72D297353CC}">
              <c16:uniqueId val="{00000000-7ECA-42D9-AD77-015C530E9CF2}"/>
            </c:ext>
          </c:extLst>
        </c:ser>
        <c:dLbls>
          <c:showLegendKey val="0"/>
          <c:showVal val="0"/>
          <c:showCatName val="0"/>
          <c:showSerName val="0"/>
          <c:showPercent val="0"/>
          <c:showBubbleSize val="0"/>
        </c:dLbls>
        <c:gapWidth val="150"/>
        <c:overlap val="100"/>
        <c:axId val="875932944"/>
        <c:axId val="875934032"/>
      </c:barChart>
      <c:catAx>
        <c:axId val="875932944"/>
        <c:scaling>
          <c:orientation val="minMax"/>
        </c:scaling>
        <c:delete val="0"/>
        <c:axPos val="l"/>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400" b="1" i="0" u="none" strike="noStrike" kern="1200" baseline="0">
                <a:solidFill>
                  <a:srgbClr val="000000"/>
                </a:solidFill>
                <a:latin typeface="Arial"/>
                <a:ea typeface="Arial"/>
                <a:cs typeface="Arial"/>
              </a:defRPr>
            </a:pPr>
            <a:endParaRPr lang="zh-CN"/>
          </a:p>
        </c:txPr>
        <c:crossAx val="875934032"/>
        <c:crosses val="autoZero"/>
        <c:auto val="1"/>
        <c:lblAlgn val="ctr"/>
        <c:lblOffset val="100"/>
        <c:noMultiLvlLbl val="0"/>
      </c:catAx>
      <c:valAx>
        <c:axId val="875934032"/>
        <c:scaling>
          <c:orientation val="minMax"/>
          <c:max val="12000"/>
        </c:scaling>
        <c:delete val="0"/>
        <c:axPos val="b"/>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rgbClr val="000000"/>
                </a:solidFill>
                <a:latin typeface="Arial"/>
                <a:ea typeface="Arial"/>
                <a:cs typeface="Arial"/>
              </a:defRPr>
            </a:pPr>
            <a:endParaRPr lang="zh-CN"/>
          </a:p>
        </c:txPr>
        <c:crossAx val="875932944"/>
        <c:crosses val="autoZero"/>
        <c:crossBetween val="between"/>
      </c:valAx>
      <c:spPr>
        <a:noFill/>
        <a:ln>
          <a:noFill/>
        </a:ln>
        <a:effectLst/>
      </c:spPr>
    </c:plotArea>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800">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41E8-486C-90EF-500BD605C2A6}"/>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41E8-486C-90EF-500BD605C2A6}"/>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41E8-486C-90EF-500BD605C2A6}"/>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41E8-486C-90EF-500BD605C2A6}"/>
              </c:ext>
            </c:extLst>
          </c:dPt>
          <c:cat>
            <c:strRef>
              <c:f>'图11-12'!$B$3:$B$6</c:f>
              <c:strCache>
                <c:ptCount val="4"/>
                <c:pt idx="0">
                  <c:v>硅橡胶</c:v>
                </c:pt>
                <c:pt idx="1">
                  <c:v>硅油</c:v>
                </c:pt>
                <c:pt idx="2">
                  <c:v>偶联剂</c:v>
                </c:pt>
                <c:pt idx="3">
                  <c:v>硅树脂</c:v>
                </c:pt>
              </c:strCache>
            </c:strRef>
          </c:cat>
          <c:val>
            <c:numRef>
              <c:f>'图11-12'!$C$3:$C$6</c:f>
              <c:numCache>
                <c:formatCode>0%</c:formatCode>
                <c:ptCount val="4"/>
                <c:pt idx="0">
                  <c:v>0.66</c:v>
                </c:pt>
                <c:pt idx="1">
                  <c:v>0.25</c:v>
                </c:pt>
                <c:pt idx="2">
                  <c:v>7.0000000000000007E-2</c:v>
                </c:pt>
                <c:pt idx="3">
                  <c:v>0.02</c:v>
                </c:pt>
              </c:numCache>
            </c:numRef>
          </c:val>
          <c:extLst xmlns:c16r2="http://schemas.microsoft.com/office/drawing/2015/06/chart">
            <c:ext xmlns:c16="http://schemas.microsoft.com/office/drawing/2014/chart" uri="{C3380CC4-5D6E-409C-BE32-E72D297353CC}">
              <c16:uniqueId val="{00000008-41E8-486C-90EF-500BD605C2A6}"/>
            </c:ext>
          </c:extLst>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lang="zh-CN" sz="1000" b="1" i="0" u="none" strike="noStrike" kern="1200" baseline="0">
              <a:solidFill>
                <a:schemeClr val="bg1">
                  <a:lumMod val="50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1000" b="1">
          <a:solidFill>
            <a:schemeClr val="bg1">
              <a:lumMod val="50000"/>
            </a:schemeClr>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FE56-4BBD-87D7-0B0D26D9A85D}"/>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FE56-4BBD-87D7-0B0D26D9A85D}"/>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FE56-4BBD-87D7-0B0D26D9A85D}"/>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FE56-4BBD-87D7-0B0D26D9A85D}"/>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FE56-4BBD-87D7-0B0D26D9A85D}"/>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FE56-4BBD-87D7-0B0D26D9A85D}"/>
              </c:ext>
            </c:extLst>
          </c:dPt>
          <c:dPt>
            <c:idx val="6"/>
            <c:bubble3D val="0"/>
            <c:spPr>
              <a:solidFill>
                <a:srgbClr val="FABE7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D-FE56-4BBD-87D7-0B0D26D9A85D}"/>
              </c:ext>
            </c:extLst>
          </c:dPt>
          <c:cat>
            <c:strRef>
              <c:f>'图11-12'!$B$14:$B$20</c:f>
              <c:strCache>
                <c:ptCount val="7"/>
                <c:pt idx="0">
                  <c:v>建筑</c:v>
                </c:pt>
                <c:pt idx="1">
                  <c:v>电子电器</c:v>
                </c:pt>
                <c:pt idx="2">
                  <c:v>纺织业</c:v>
                </c:pt>
                <c:pt idx="3">
                  <c:v>加工制造业</c:v>
                </c:pt>
                <c:pt idx="4">
                  <c:v>医疗卫生用品</c:v>
                </c:pt>
                <c:pt idx="5">
                  <c:v>交通运输</c:v>
                </c:pt>
                <c:pt idx="6">
                  <c:v>其他</c:v>
                </c:pt>
              </c:strCache>
            </c:strRef>
          </c:cat>
          <c:val>
            <c:numRef>
              <c:f>'图11-12'!$C$14:$C$20</c:f>
              <c:numCache>
                <c:formatCode>0%</c:formatCode>
                <c:ptCount val="7"/>
                <c:pt idx="0">
                  <c:v>0.29799999999999999</c:v>
                </c:pt>
                <c:pt idx="1">
                  <c:v>0.30009999999999998</c:v>
                </c:pt>
                <c:pt idx="2">
                  <c:v>0.12</c:v>
                </c:pt>
                <c:pt idx="3">
                  <c:v>9.7799999999999998E-2</c:v>
                </c:pt>
                <c:pt idx="4">
                  <c:v>0.08</c:v>
                </c:pt>
                <c:pt idx="5">
                  <c:v>6.2E-2</c:v>
                </c:pt>
                <c:pt idx="6">
                  <c:v>4.2000000000000003E-2</c:v>
                </c:pt>
              </c:numCache>
            </c:numRef>
          </c:val>
          <c:extLst xmlns:c16r2="http://schemas.microsoft.com/office/drawing/2015/06/chart">
            <c:ext xmlns:c16="http://schemas.microsoft.com/office/drawing/2014/chart" uri="{C3380CC4-5D6E-409C-BE32-E72D297353CC}">
              <c16:uniqueId val="{0000000E-FE56-4BBD-87D7-0B0D26D9A85D}"/>
            </c:ext>
          </c:extLst>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lang="zh-CN" sz="1000" b="1" i="0" u="none" strike="noStrike" kern="1200" baseline="0">
              <a:solidFill>
                <a:schemeClr val="bg1">
                  <a:lumMod val="50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1000" b="1">
          <a:solidFill>
            <a:schemeClr val="bg1">
              <a:lumMod val="50000"/>
            </a:schemeClr>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spPr>
            <a:ln w="6350">
              <a:solidFill>
                <a:srgbClr val="FFFFFF"/>
              </a:solidFill>
              <a:prstDash val="solid"/>
            </a:ln>
          </c:spPr>
          <c:explosion val="2"/>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3E06-4BB4-A5FA-CE5E0C657C65}"/>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3E06-4BB4-A5FA-CE5E0C657C65}"/>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3E06-4BB4-A5FA-CE5E0C657C65}"/>
              </c:ext>
            </c:extLst>
          </c:dPt>
          <c:cat>
            <c:strRef>
              <c:f>图13!$B$8:$B$10</c:f>
              <c:strCache>
                <c:ptCount val="3"/>
                <c:pt idx="0">
                  <c:v>室温胶</c:v>
                </c:pt>
                <c:pt idx="1">
                  <c:v>高温胶</c:v>
                </c:pt>
                <c:pt idx="2">
                  <c:v>液体胶</c:v>
                </c:pt>
              </c:strCache>
            </c:strRef>
          </c:cat>
          <c:val>
            <c:numRef>
              <c:f>图13!$D$8:$D$10</c:f>
              <c:numCache>
                <c:formatCode>0.0%</c:formatCode>
                <c:ptCount val="3"/>
                <c:pt idx="0">
                  <c:v>0.51868460388639803</c:v>
                </c:pt>
                <c:pt idx="1">
                  <c:v>0.44245142002989502</c:v>
                </c:pt>
                <c:pt idx="2">
                  <c:v>3.8863976083707001E-2</c:v>
                </c:pt>
              </c:numCache>
            </c:numRef>
          </c:val>
          <c:extLst xmlns:c16r2="http://schemas.microsoft.com/office/drawing/2015/06/chart">
            <c:ext xmlns:c16="http://schemas.microsoft.com/office/drawing/2014/chart" uri="{C3380CC4-5D6E-409C-BE32-E72D297353CC}">
              <c16:uniqueId val="{00000006-3E06-4BB4-A5FA-CE5E0C657C65}"/>
            </c:ext>
          </c:extLst>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lang="zh-CN" sz="1000" b="1" i="0" u="none" strike="noStrike" kern="1200" baseline="0">
              <a:solidFill>
                <a:schemeClr val="bg1">
                  <a:lumMod val="50000"/>
                </a:schemeClr>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noFill/>
    <a:ln w="9525" cap="flat" cmpd="sng" algn="ctr">
      <a:noFill/>
      <a:round/>
    </a:ln>
    <a:effectLst/>
  </c:spPr>
  <c:txPr>
    <a:bodyPr/>
    <a:lstStyle/>
    <a:p>
      <a:pPr>
        <a:defRPr lang="zh-CN" sz="1000" b="1">
          <a:solidFill>
            <a:schemeClr val="bg1">
              <a:lumMod val="50000"/>
            </a:schemeClr>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'图 18 玻璃幕墙总产值'!$B$2</c:f>
              <c:strCache>
                <c:ptCount val="1"/>
                <c:pt idx="0">
                  <c:v>建筑幕墙工程总产值（亿元）</c:v>
                </c:pt>
              </c:strCache>
            </c:strRef>
          </c:tx>
          <c:spPr>
            <a:solidFill>
              <a:srgbClr val="E10000"/>
            </a:solidFill>
            <a:ln w="6350">
              <a:solidFill>
                <a:srgbClr val="FFFFFF"/>
              </a:solidFill>
              <a:prstDash val="solid"/>
            </a:ln>
            <a:effectLst/>
          </c:spPr>
          <c:invertIfNegative val="0"/>
          <c:cat>
            <c:numRef>
              <c:f>'图 18 玻璃幕墙总产值'!$A$3:$A$14</c:f>
              <c:numCache>
                <c:formatCode>General</c:formatCode>
                <c:ptCount val="12"/>
                <c:pt idx="0">
                  <c:v>2010</c:v>
                </c:pt>
                <c:pt idx="1">
                  <c:v>2011</c:v>
                </c:pt>
                <c:pt idx="2">
                  <c:v>2012</c:v>
                </c:pt>
                <c:pt idx="3">
                  <c:v>2013</c:v>
                </c:pt>
                <c:pt idx="4">
                  <c:v>2014</c:v>
                </c:pt>
                <c:pt idx="5">
                  <c:v>2015</c:v>
                </c:pt>
                <c:pt idx="6">
                  <c:v>2016</c:v>
                </c:pt>
                <c:pt idx="7">
                  <c:v>2017</c:v>
                </c:pt>
                <c:pt idx="8">
                  <c:v>2018</c:v>
                </c:pt>
                <c:pt idx="9">
                  <c:v>2019</c:v>
                </c:pt>
                <c:pt idx="10">
                  <c:v>2020</c:v>
                </c:pt>
                <c:pt idx="11">
                  <c:v>2021</c:v>
                </c:pt>
              </c:numCache>
            </c:numRef>
          </c:cat>
          <c:val>
            <c:numRef>
              <c:f>'图 18 玻璃幕墙总产值'!$B$3:$B$14</c:f>
              <c:numCache>
                <c:formatCode>General</c:formatCode>
                <c:ptCount val="12"/>
                <c:pt idx="0">
                  <c:v>1500</c:v>
                </c:pt>
                <c:pt idx="1">
                  <c:v>1800</c:v>
                </c:pt>
                <c:pt idx="2">
                  <c:v>2200</c:v>
                </c:pt>
                <c:pt idx="3">
                  <c:v>2500</c:v>
                </c:pt>
                <c:pt idx="4">
                  <c:v>3000</c:v>
                </c:pt>
                <c:pt idx="5">
                  <c:v>3200</c:v>
                </c:pt>
                <c:pt idx="6">
                  <c:v>3400</c:v>
                </c:pt>
                <c:pt idx="7">
                  <c:v>3800</c:v>
                </c:pt>
                <c:pt idx="8">
                  <c:v>4050</c:v>
                </c:pt>
                <c:pt idx="9">
                  <c:v>4500</c:v>
                </c:pt>
                <c:pt idx="10">
                  <c:v>4900</c:v>
                </c:pt>
                <c:pt idx="11">
                  <c:v>5200</c:v>
                </c:pt>
              </c:numCache>
            </c:numRef>
          </c:val>
          <c:extLst xmlns:c16r2="http://schemas.microsoft.com/office/drawing/2015/06/chart">
            <c:ext xmlns:c16="http://schemas.microsoft.com/office/drawing/2014/chart" uri="{C3380CC4-5D6E-409C-BE32-E72D297353CC}">
              <c16:uniqueId val="{00000000-DC9C-44BC-9B08-EBB8C4D802A1}"/>
            </c:ext>
          </c:extLst>
        </c:ser>
        <c:dLbls>
          <c:showLegendKey val="0"/>
          <c:showVal val="0"/>
          <c:showCatName val="0"/>
          <c:showSerName val="0"/>
          <c:showPercent val="0"/>
          <c:showBubbleSize val="0"/>
        </c:dLbls>
        <c:gapWidth val="219"/>
        <c:overlap val="-27"/>
        <c:axId val="875927504"/>
        <c:axId val="875935120"/>
      </c:barChart>
      <c:lineChart>
        <c:grouping val="standard"/>
        <c:varyColors val="0"/>
        <c:ser>
          <c:idx val="1"/>
          <c:order val="1"/>
          <c:tx>
            <c:strRef>
              <c:f>'图 18 玻璃幕墙总产值'!$C$2</c:f>
              <c:strCache>
                <c:ptCount val="1"/>
                <c:pt idx="0">
                  <c:v>同比（右）</c:v>
                </c:pt>
              </c:strCache>
            </c:strRef>
          </c:tx>
          <c:spPr>
            <a:ln w="12700" cap="rnd">
              <a:solidFill>
                <a:srgbClr val="FFC000"/>
              </a:solidFill>
              <a:prstDash val="solid"/>
              <a:round/>
            </a:ln>
            <a:effectLst/>
          </c:spPr>
          <c:marker>
            <c:symbol val="diamond"/>
            <c:size val="2"/>
            <c:spPr>
              <a:solidFill>
                <a:srgbClr val="C8C8C8"/>
              </a:solidFill>
              <a:ln w="12700">
                <a:solidFill>
                  <a:srgbClr val="FFC000"/>
                </a:solidFill>
                <a:prstDash val="solid"/>
              </a:ln>
              <a:effectLst/>
            </c:spPr>
          </c:marker>
          <c:cat>
            <c:numRef>
              <c:f>'图 18 玻璃幕墙总产值'!$A$3:$A$14</c:f>
              <c:numCache>
                <c:formatCode>General</c:formatCode>
                <c:ptCount val="12"/>
                <c:pt idx="0">
                  <c:v>2010</c:v>
                </c:pt>
                <c:pt idx="1">
                  <c:v>2011</c:v>
                </c:pt>
                <c:pt idx="2">
                  <c:v>2012</c:v>
                </c:pt>
                <c:pt idx="3">
                  <c:v>2013</c:v>
                </c:pt>
                <c:pt idx="4">
                  <c:v>2014</c:v>
                </c:pt>
                <c:pt idx="5">
                  <c:v>2015</c:v>
                </c:pt>
                <c:pt idx="6">
                  <c:v>2016</c:v>
                </c:pt>
                <c:pt idx="7">
                  <c:v>2017</c:v>
                </c:pt>
                <c:pt idx="8">
                  <c:v>2018</c:v>
                </c:pt>
                <c:pt idx="9">
                  <c:v>2019</c:v>
                </c:pt>
                <c:pt idx="10">
                  <c:v>2020</c:v>
                </c:pt>
                <c:pt idx="11">
                  <c:v>2021</c:v>
                </c:pt>
              </c:numCache>
            </c:numRef>
          </c:cat>
          <c:val>
            <c:numRef>
              <c:f>'图 18 玻璃幕墙总产值'!$C$3:$C$14</c:f>
              <c:numCache>
                <c:formatCode>0%</c:formatCode>
                <c:ptCount val="12"/>
                <c:pt idx="1">
                  <c:v>0.2</c:v>
                </c:pt>
                <c:pt idx="2">
                  <c:v>0.22219999999999998</c:v>
                </c:pt>
                <c:pt idx="3">
                  <c:v>0.13639999999999999</c:v>
                </c:pt>
                <c:pt idx="4">
                  <c:v>0.2</c:v>
                </c:pt>
                <c:pt idx="5">
                  <c:v>6.6699999999999995E-2</c:v>
                </c:pt>
                <c:pt idx="6">
                  <c:v>9.3799999999999994E-2</c:v>
                </c:pt>
                <c:pt idx="7" formatCode="0.0%">
                  <c:v>0.11764705882352944</c:v>
                </c:pt>
                <c:pt idx="8" formatCode="0.0%">
                  <c:v>6.578947368421062E-2</c:v>
                </c:pt>
                <c:pt idx="9" formatCode="0.0%">
                  <c:v>0.11111111111111116</c:v>
                </c:pt>
                <c:pt idx="10" formatCode="0.0%">
                  <c:v>8.8888888888888795E-2</c:v>
                </c:pt>
                <c:pt idx="11" formatCode="0.0%">
                  <c:v>6.1224489795918435E-2</c:v>
                </c:pt>
              </c:numCache>
            </c:numRef>
          </c:val>
          <c:smooth val="1"/>
          <c:extLst xmlns:c16r2="http://schemas.microsoft.com/office/drawing/2015/06/chart">
            <c:ext xmlns:c16="http://schemas.microsoft.com/office/drawing/2014/chart" uri="{C3380CC4-5D6E-409C-BE32-E72D297353CC}">
              <c16:uniqueId val="{00000001-DC9C-44BC-9B08-EBB8C4D802A1}"/>
            </c:ext>
          </c:extLst>
        </c:ser>
        <c:dLbls>
          <c:showLegendKey val="0"/>
          <c:showVal val="0"/>
          <c:showCatName val="0"/>
          <c:showSerName val="0"/>
          <c:showPercent val="0"/>
          <c:showBubbleSize val="0"/>
        </c:dLbls>
        <c:marker val="1"/>
        <c:smooth val="0"/>
        <c:axId val="875924784"/>
        <c:axId val="875928048"/>
      </c:lineChart>
      <c:catAx>
        <c:axId val="875927504"/>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35120"/>
        <c:crosses val="autoZero"/>
        <c:auto val="1"/>
        <c:lblAlgn val="ctr"/>
        <c:lblOffset val="100"/>
        <c:noMultiLvlLbl val="0"/>
      </c:catAx>
      <c:valAx>
        <c:axId val="875935120"/>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27504"/>
        <c:crosses val="autoZero"/>
        <c:crossBetween val="between"/>
      </c:valAx>
      <c:valAx>
        <c:axId val="875928048"/>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24784"/>
        <c:crosses val="max"/>
        <c:crossBetween val="between"/>
      </c:valAx>
      <c:catAx>
        <c:axId val="875924784"/>
        <c:scaling>
          <c:orientation val="minMax"/>
        </c:scaling>
        <c:delete val="1"/>
        <c:axPos val="b"/>
        <c:numFmt formatCode="General" sourceLinked="1"/>
        <c:majorTickMark val="out"/>
        <c:minorTickMark val="none"/>
        <c:tickLblPos val="nextTo"/>
        <c:crossAx val="875928048"/>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c:spPr>
  <c:txPr>
    <a:bodyPr/>
    <a:lstStyle/>
    <a:p>
      <a:pPr>
        <a:defRPr/>
      </a:pPr>
      <a:endParaRPr lang="zh-CN"/>
    </a:p>
  </c:txPr>
  <c:externalData r:id="rId3">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SheetJS!$B$10</c:f>
              <c:strCache>
                <c:ptCount val="1"/>
                <c:pt idx="0">
                  <c:v>有机硅中间体表观消费量（万吨）</c:v>
                </c:pt>
              </c:strCache>
            </c:strRef>
          </c:tx>
          <c:spPr>
            <a:solidFill>
              <a:srgbClr val="E10000"/>
            </a:solidFill>
            <a:ln w="6350">
              <a:noFill/>
              <a:prstDash val="solid"/>
            </a:ln>
            <a:effectLst/>
          </c:spPr>
          <c:invertIfNegative val="0"/>
          <c:cat>
            <c:numRef>
              <c:f>SheetJS!$A$11:$A$15</c:f>
              <c:numCache>
                <c:formatCode>General</c:formatCode>
                <c:ptCount val="5"/>
                <c:pt idx="0">
                  <c:v>2019</c:v>
                </c:pt>
                <c:pt idx="1">
                  <c:v>2020</c:v>
                </c:pt>
                <c:pt idx="2">
                  <c:v>2021</c:v>
                </c:pt>
                <c:pt idx="3">
                  <c:v>2022</c:v>
                </c:pt>
                <c:pt idx="4">
                  <c:v>2023</c:v>
                </c:pt>
              </c:numCache>
            </c:numRef>
          </c:cat>
          <c:val>
            <c:numRef>
              <c:f>SheetJS!$B$11:$B$15</c:f>
              <c:numCache>
                <c:formatCode>General</c:formatCode>
                <c:ptCount val="5"/>
                <c:pt idx="0">
                  <c:v>114.27000000000001</c:v>
                </c:pt>
                <c:pt idx="1">
                  <c:v>123.795</c:v>
                </c:pt>
                <c:pt idx="2">
                  <c:v>133.12</c:v>
                </c:pt>
                <c:pt idx="3">
                  <c:v>158.92000000000002</c:v>
                </c:pt>
                <c:pt idx="4">
                  <c:v>180.39000000000001</c:v>
                </c:pt>
              </c:numCache>
            </c:numRef>
          </c:val>
          <c:extLst xmlns:c16r2="http://schemas.microsoft.com/office/drawing/2015/06/chart">
            <c:ext xmlns:c16="http://schemas.microsoft.com/office/drawing/2014/chart" uri="{C3380CC4-5D6E-409C-BE32-E72D297353CC}">
              <c16:uniqueId val="{00000000-3819-4471-A40E-C687FA3740A8}"/>
            </c:ext>
          </c:extLst>
        </c:ser>
        <c:dLbls>
          <c:showLegendKey val="0"/>
          <c:showVal val="0"/>
          <c:showCatName val="0"/>
          <c:showSerName val="0"/>
          <c:showPercent val="0"/>
          <c:showBubbleSize val="0"/>
        </c:dLbls>
        <c:gapWidth val="219"/>
        <c:overlap val="-27"/>
        <c:axId val="875933488"/>
        <c:axId val="875926416"/>
      </c:barChart>
      <c:lineChart>
        <c:grouping val="standard"/>
        <c:varyColors val="0"/>
        <c:ser>
          <c:idx val="1"/>
          <c:order val="1"/>
          <c:tx>
            <c:strRef>
              <c:f>SheetJS!$C$10</c:f>
              <c:strCache>
                <c:ptCount val="1"/>
                <c:pt idx="0">
                  <c:v>同比（右）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SheetJS!$A$11:$A$15</c:f>
              <c:numCache>
                <c:formatCode>General</c:formatCode>
                <c:ptCount val="5"/>
                <c:pt idx="0">
                  <c:v>2019</c:v>
                </c:pt>
                <c:pt idx="1">
                  <c:v>2020</c:v>
                </c:pt>
                <c:pt idx="2">
                  <c:v>2021</c:v>
                </c:pt>
                <c:pt idx="3">
                  <c:v>2022</c:v>
                </c:pt>
                <c:pt idx="4">
                  <c:v>2023</c:v>
                </c:pt>
              </c:numCache>
            </c:numRef>
          </c:cat>
          <c:val>
            <c:numRef>
              <c:f>SheetJS!$C$11:$C$15</c:f>
              <c:numCache>
                <c:formatCode>0.0%</c:formatCode>
                <c:ptCount val="5"/>
                <c:pt idx="1">
                  <c:v>8.3355211341559432E-2</c:v>
                </c:pt>
                <c:pt idx="2">
                  <c:v>7.5326144028434072E-2</c:v>
                </c:pt>
                <c:pt idx="3">
                  <c:v>0.19381009615384626</c:v>
                </c:pt>
                <c:pt idx="4">
                  <c:v>0.1350994210923735</c:v>
                </c:pt>
              </c:numCache>
            </c:numRef>
          </c:val>
          <c:smooth val="1"/>
          <c:extLst xmlns:c16r2="http://schemas.microsoft.com/office/drawing/2015/06/chart">
            <c:ext xmlns:c16="http://schemas.microsoft.com/office/drawing/2014/chart" uri="{C3380CC4-5D6E-409C-BE32-E72D297353CC}">
              <c16:uniqueId val="{00000001-3819-4471-A40E-C687FA3740A8}"/>
            </c:ext>
          </c:extLst>
        </c:ser>
        <c:dLbls>
          <c:showLegendKey val="0"/>
          <c:showVal val="0"/>
          <c:showCatName val="0"/>
          <c:showSerName val="0"/>
          <c:showPercent val="0"/>
          <c:showBubbleSize val="0"/>
        </c:dLbls>
        <c:marker val="1"/>
        <c:smooth val="0"/>
        <c:axId val="875931312"/>
        <c:axId val="875923152"/>
      </c:lineChart>
      <c:catAx>
        <c:axId val="875933488"/>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26416"/>
        <c:crosses val="autoZero"/>
        <c:auto val="1"/>
        <c:lblAlgn val="ctr"/>
        <c:lblOffset val="100"/>
        <c:noMultiLvlLbl val="0"/>
      </c:catAx>
      <c:valAx>
        <c:axId val="875926416"/>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33488"/>
        <c:crosses val="autoZero"/>
        <c:crossBetween val="between"/>
      </c:valAx>
      <c:valAx>
        <c:axId val="875923152"/>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31312"/>
        <c:crosses val="max"/>
        <c:crossBetween val="between"/>
      </c:valAx>
      <c:catAx>
        <c:axId val="875931312"/>
        <c:scaling>
          <c:orientation val="minMax"/>
        </c:scaling>
        <c:delete val="1"/>
        <c:axPos val="b"/>
        <c:numFmt formatCode="General" sourceLinked="1"/>
        <c:majorTickMark val="none"/>
        <c:minorTickMark val="none"/>
        <c:tickLblPos val="nextTo"/>
        <c:crossAx val="875923152"/>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mn-lt"/>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'图 23 新能源汽车市场'!$B$5</c:f>
              <c:strCache>
                <c:ptCount val="1"/>
                <c:pt idx="0">
                  <c:v>新能源汽车产量（万辆）</c:v>
                </c:pt>
              </c:strCache>
            </c:strRef>
          </c:tx>
          <c:spPr>
            <a:solidFill>
              <a:srgbClr val="E10000"/>
            </a:solidFill>
            <a:ln w="6350">
              <a:solidFill>
                <a:srgbClr val="FFFFFF"/>
              </a:solidFill>
              <a:prstDash val="solid"/>
            </a:ln>
            <a:effectLst/>
          </c:spPr>
          <c:invertIfNegative val="0"/>
          <c:cat>
            <c:numRef>
              <c:f>'图 23 新能源汽车市场'!$A$6:$A$11</c:f>
              <c:numCache>
                <c:formatCode>General</c:formatCode>
                <c:ptCount val="6"/>
                <c:pt idx="0">
                  <c:v>2016</c:v>
                </c:pt>
                <c:pt idx="1">
                  <c:v>2017</c:v>
                </c:pt>
                <c:pt idx="2">
                  <c:v>2018</c:v>
                </c:pt>
                <c:pt idx="3">
                  <c:v>2019</c:v>
                </c:pt>
                <c:pt idx="4">
                  <c:v>2020</c:v>
                </c:pt>
                <c:pt idx="5">
                  <c:v>2021</c:v>
                </c:pt>
              </c:numCache>
            </c:numRef>
          </c:cat>
          <c:val>
            <c:numRef>
              <c:f>'图 23 新能源汽车市场'!$B$6:$B$11</c:f>
              <c:numCache>
                <c:formatCode>###,###,###,###,##0.00_ </c:formatCode>
                <c:ptCount val="6"/>
                <c:pt idx="0">
                  <c:v>45.5</c:v>
                </c:pt>
                <c:pt idx="1">
                  <c:v>71.599999999999994</c:v>
                </c:pt>
                <c:pt idx="2">
                  <c:v>129.6</c:v>
                </c:pt>
                <c:pt idx="3">
                  <c:v>119</c:v>
                </c:pt>
                <c:pt idx="4">
                  <c:v>145.6</c:v>
                </c:pt>
                <c:pt idx="5">
                  <c:v>367.7</c:v>
                </c:pt>
              </c:numCache>
            </c:numRef>
          </c:val>
          <c:extLst xmlns:c16r2="http://schemas.microsoft.com/office/drawing/2015/06/chart">
            <c:ext xmlns:c16="http://schemas.microsoft.com/office/drawing/2014/chart" uri="{C3380CC4-5D6E-409C-BE32-E72D297353CC}">
              <c16:uniqueId val="{00000000-7CE3-44D1-A985-A766B5B12113}"/>
            </c:ext>
          </c:extLst>
        </c:ser>
        <c:dLbls>
          <c:showLegendKey val="0"/>
          <c:showVal val="0"/>
          <c:showCatName val="0"/>
          <c:showSerName val="0"/>
          <c:showPercent val="0"/>
          <c:showBubbleSize val="0"/>
        </c:dLbls>
        <c:gapWidth val="219"/>
        <c:overlap val="-27"/>
        <c:axId val="875929680"/>
        <c:axId val="875935664"/>
      </c:barChart>
      <c:lineChart>
        <c:grouping val="standard"/>
        <c:varyColors val="0"/>
        <c:ser>
          <c:idx val="1"/>
          <c:order val="1"/>
          <c:tx>
            <c:strRef>
              <c:f>'图 23 新能源汽车市场'!$C$5</c:f>
              <c:strCache>
                <c:ptCount val="1"/>
                <c:pt idx="0">
                  <c:v>同比（右）</c:v>
                </c:pt>
              </c:strCache>
            </c:strRef>
          </c:tx>
          <c:spPr>
            <a:ln w="12700" cap="rnd">
              <a:solidFill>
                <a:srgbClr val="FFC000"/>
              </a:solidFill>
              <a:prstDash val="solid"/>
              <a:round/>
            </a:ln>
            <a:effectLst/>
          </c:spPr>
          <c:marker>
            <c:symbol val="diamond"/>
            <c:size val="2"/>
            <c:spPr>
              <a:solidFill>
                <a:srgbClr val="C8C8C8"/>
              </a:solidFill>
              <a:ln w="12700">
                <a:solidFill>
                  <a:srgbClr val="FFC000"/>
                </a:solidFill>
                <a:prstDash val="solid"/>
              </a:ln>
              <a:effectLst/>
            </c:spPr>
          </c:marker>
          <c:cat>
            <c:numRef>
              <c:f>'图 23 新能源汽车市场'!$A$6:$A$11</c:f>
              <c:numCache>
                <c:formatCode>General</c:formatCode>
                <c:ptCount val="6"/>
                <c:pt idx="0">
                  <c:v>2016</c:v>
                </c:pt>
                <c:pt idx="1">
                  <c:v>2017</c:v>
                </c:pt>
                <c:pt idx="2">
                  <c:v>2018</c:v>
                </c:pt>
                <c:pt idx="3">
                  <c:v>2019</c:v>
                </c:pt>
                <c:pt idx="4">
                  <c:v>2020</c:v>
                </c:pt>
                <c:pt idx="5">
                  <c:v>2021</c:v>
                </c:pt>
              </c:numCache>
            </c:numRef>
          </c:cat>
          <c:val>
            <c:numRef>
              <c:f>'图 23 新能源汽车市场'!$C$6:$C$11</c:f>
              <c:numCache>
                <c:formatCode>0%</c:formatCode>
                <c:ptCount val="6"/>
                <c:pt idx="0">
                  <c:v>0.58499999999999996</c:v>
                </c:pt>
                <c:pt idx="1">
                  <c:v>0.51100000000000001</c:v>
                </c:pt>
                <c:pt idx="2">
                  <c:v>0.40100000000000002</c:v>
                </c:pt>
                <c:pt idx="3">
                  <c:v>-6.0000000000000001E-3</c:v>
                </c:pt>
                <c:pt idx="4">
                  <c:v>0.17300000000000001</c:v>
                </c:pt>
                <c:pt idx="5" formatCode="0.0%">
                  <c:v>1.525412087912088</c:v>
                </c:pt>
              </c:numCache>
            </c:numRef>
          </c:val>
          <c:smooth val="1"/>
          <c:extLst xmlns:c16r2="http://schemas.microsoft.com/office/drawing/2015/06/chart">
            <c:ext xmlns:c16="http://schemas.microsoft.com/office/drawing/2014/chart" uri="{C3380CC4-5D6E-409C-BE32-E72D297353CC}">
              <c16:uniqueId val="{00000001-7CE3-44D1-A985-A766B5B12113}"/>
            </c:ext>
          </c:extLst>
        </c:ser>
        <c:dLbls>
          <c:showLegendKey val="0"/>
          <c:showVal val="0"/>
          <c:showCatName val="0"/>
          <c:showSerName val="0"/>
          <c:showPercent val="0"/>
          <c:showBubbleSize val="0"/>
        </c:dLbls>
        <c:marker val="1"/>
        <c:smooth val="0"/>
        <c:axId val="875936752"/>
        <c:axId val="875926960"/>
      </c:lineChart>
      <c:catAx>
        <c:axId val="87592968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35664"/>
        <c:crosses val="autoZero"/>
        <c:auto val="1"/>
        <c:lblAlgn val="ctr"/>
        <c:lblOffset val="100"/>
        <c:noMultiLvlLbl val="1"/>
      </c:catAx>
      <c:valAx>
        <c:axId val="875935664"/>
        <c:scaling>
          <c:orientation val="minMax"/>
          <c:max val="150"/>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29680"/>
        <c:crosses val="autoZero"/>
        <c:crossBetween val="between"/>
        <c:majorUnit val="30"/>
      </c:valAx>
      <c:valAx>
        <c:axId val="875926960"/>
        <c:scaling>
          <c:orientation val="minMax"/>
          <c:max val="2.5"/>
          <c:min val="-0.5"/>
        </c:scaling>
        <c:delete val="0"/>
        <c:axPos val="r"/>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36752"/>
        <c:crosses val="max"/>
        <c:crossBetween val="between"/>
        <c:majorUnit val="0.5"/>
      </c:valAx>
      <c:catAx>
        <c:axId val="875936752"/>
        <c:scaling>
          <c:orientation val="minMax"/>
        </c:scaling>
        <c:delete val="1"/>
        <c:axPos val="b"/>
        <c:numFmt formatCode="General" sourceLinked="1"/>
        <c:majorTickMark val="out"/>
        <c:minorTickMark val="none"/>
        <c:tickLblPos val="nextTo"/>
        <c:crossAx val="875926960"/>
        <c:crosses val="autoZero"/>
        <c:auto val="1"/>
        <c:lblAlgn val="ctr"/>
        <c:lblOffset val="100"/>
        <c:noMultiLvlLbl val="1"/>
      </c:cat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9301589570819725E-2"/>
          <c:y val="0.15213528115767405"/>
          <c:w val="0.83714742726826408"/>
          <c:h val="0.68204648292316916"/>
        </c:manualLayout>
      </c:layout>
      <c:barChart>
        <c:barDir val="col"/>
        <c:grouping val="clustered"/>
        <c:varyColors val="0"/>
        <c:ser>
          <c:idx val="0"/>
          <c:order val="0"/>
          <c:tx>
            <c:strRef>
              <c:f>'图 71'!$B$4</c:f>
              <c:strCache>
                <c:ptCount val="1"/>
                <c:pt idx="0">
                  <c:v>家用电器和音像器材类零售额（亿元）</c:v>
                </c:pt>
              </c:strCache>
            </c:strRef>
          </c:tx>
          <c:spPr>
            <a:solidFill>
              <a:srgbClr val="E10000"/>
            </a:solidFill>
            <a:ln w="6350">
              <a:solidFill>
                <a:srgbClr val="FFFFFF"/>
              </a:solidFill>
              <a:prstDash val="solid"/>
            </a:ln>
            <a:effectLst/>
          </c:spPr>
          <c:invertIfNegative val="0"/>
          <c:cat>
            <c:numRef>
              <c:f>'图 71'!$A$5:$A$16</c:f>
              <c:numCache>
                <c:formatCode>General</c:formatCode>
                <c:ptCount val="12"/>
                <c:pt idx="0">
                  <c:v>2011</c:v>
                </c:pt>
                <c:pt idx="1">
                  <c:v>2012</c:v>
                </c:pt>
                <c:pt idx="2">
                  <c:v>2013</c:v>
                </c:pt>
                <c:pt idx="3">
                  <c:v>2014</c:v>
                </c:pt>
                <c:pt idx="4">
                  <c:v>2015</c:v>
                </c:pt>
                <c:pt idx="5">
                  <c:v>2016</c:v>
                </c:pt>
                <c:pt idx="6">
                  <c:v>2017</c:v>
                </c:pt>
                <c:pt idx="7">
                  <c:v>2018</c:v>
                </c:pt>
                <c:pt idx="8">
                  <c:v>2019</c:v>
                </c:pt>
                <c:pt idx="9">
                  <c:v>2020</c:v>
                </c:pt>
                <c:pt idx="10">
                  <c:v>2021</c:v>
                </c:pt>
                <c:pt idx="11">
                  <c:v>2022</c:v>
                </c:pt>
              </c:numCache>
            </c:numRef>
          </c:cat>
          <c:val>
            <c:numRef>
              <c:f>'图 71'!$B$5:$B$16</c:f>
              <c:numCache>
                <c:formatCode>###,###,###,###,##0.00_ </c:formatCode>
                <c:ptCount val="12"/>
                <c:pt idx="0">
                  <c:v>5374.9</c:v>
                </c:pt>
                <c:pt idx="1">
                  <c:v>5935.8</c:v>
                </c:pt>
                <c:pt idx="2">
                  <c:v>6944.5</c:v>
                </c:pt>
                <c:pt idx="3">
                  <c:v>7603.3</c:v>
                </c:pt>
                <c:pt idx="4">
                  <c:v>8269.5</c:v>
                </c:pt>
                <c:pt idx="5">
                  <c:v>9004</c:v>
                </c:pt>
                <c:pt idx="6">
                  <c:v>9453.9</c:v>
                </c:pt>
                <c:pt idx="7">
                  <c:v>8863.0439000000006</c:v>
                </c:pt>
                <c:pt idx="8">
                  <c:v>9138.7000000000007</c:v>
                </c:pt>
                <c:pt idx="9">
                  <c:v>8570.6</c:v>
                </c:pt>
                <c:pt idx="10">
                  <c:v>9340.2000000000007</c:v>
                </c:pt>
                <c:pt idx="11">
                  <c:v>5277.7</c:v>
                </c:pt>
              </c:numCache>
            </c:numRef>
          </c:val>
          <c:extLst xmlns:c16r2="http://schemas.microsoft.com/office/drawing/2015/06/chart">
            <c:ext xmlns:c16="http://schemas.microsoft.com/office/drawing/2014/chart" uri="{C3380CC4-5D6E-409C-BE32-E72D297353CC}">
              <c16:uniqueId val="{00000000-DB86-498B-B388-99BD3FC87C3B}"/>
            </c:ext>
          </c:extLst>
        </c:ser>
        <c:dLbls>
          <c:showLegendKey val="0"/>
          <c:showVal val="0"/>
          <c:showCatName val="0"/>
          <c:showSerName val="0"/>
          <c:showPercent val="0"/>
          <c:showBubbleSize val="0"/>
        </c:dLbls>
        <c:gapWidth val="219"/>
        <c:overlap val="-27"/>
        <c:axId val="875930768"/>
        <c:axId val="875921520"/>
      </c:barChart>
      <c:lineChart>
        <c:grouping val="standard"/>
        <c:varyColors val="0"/>
        <c:ser>
          <c:idx val="1"/>
          <c:order val="1"/>
          <c:tx>
            <c:strRef>
              <c:f>'图 71'!$C$4</c:f>
              <c:strCache>
                <c:ptCount val="1"/>
                <c:pt idx="0">
                  <c:v>同比（右）</c:v>
                </c:pt>
              </c:strCache>
            </c:strRef>
          </c:tx>
          <c:spPr>
            <a:ln w="12700" cap="rnd">
              <a:solidFill>
                <a:schemeClr val="accent4"/>
              </a:solidFill>
              <a:prstDash val="solid"/>
              <a:round/>
            </a:ln>
            <a:effectLst/>
          </c:spPr>
          <c:marker>
            <c:symbol val="diamond"/>
            <c:size val="2"/>
            <c:spPr>
              <a:solidFill>
                <a:srgbClr val="C8C8C8"/>
              </a:solidFill>
              <a:ln w="12700">
                <a:solidFill>
                  <a:schemeClr val="accent4"/>
                </a:solidFill>
                <a:prstDash val="solid"/>
              </a:ln>
              <a:effectLst/>
            </c:spPr>
          </c:marker>
          <c:cat>
            <c:numRef>
              <c:f>'图 71'!$A$5:$A$16</c:f>
              <c:numCache>
                <c:formatCode>General</c:formatCode>
                <c:ptCount val="12"/>
                <c:pt idx="0">
                  <c:v>2011</c:v>
                </c:pt>
                <c:pt idx="1">
                  <c:v>2012</c:v>
                </c:pt>
                <c:pt idx="2">
                  <c:v>2013</c:v>
                </c:pt>
                <c:pt idx="3">
                  <c:v>2014</c:v>
                </c:pt>
                <c:pt idx="4">
                  <c:v>2015</c:v>
                </c:pt>
                <c:pt idx="5">
                  <c:v>2016</c:v>
                </c:pt>
                <c:pt idx="6">
                  <c:v>2017</c:v>
                </c:pt>
                <c:pt idx="7">
                  <c:v>2018</c:v>
                </c:pt>
                <c:pt idx="8">
                  <c:v>2019</c:v>
                </c:pt>
                <c:pt idx="9">
                  <c:v>2020</c:v>
                </c:pt>
                <c:pt idx="10">
                  <c:v>2021</c:v>
                </c:pt>
                <c:pt idx="11">
                  <c:v>2022</c:v>
                </c:pt>
              </c:numCache>
            </c:numRef>
          </c:cat>
          <c:val>
            <c:numRef>
              <c:f>'图 71'!$C$5:$C$16</c:f>
              <c:numCache>
                <c:formatCode>0%</c:formatCode>
                <c:ptCount val="12"/>
                <c:pt idx="0">
                  <c:v>0.21600000000000003</c:v>
                </c:pt>
                <c:pt idx="1">
                  <c:v>7.2000000000000008E-2</c:v>
                </c:pt>
                <c:pt idx="2">
                  <c:v>0.14499999999999999</c:v>
                </c:pt>
                <c:pt idx="3">
                  <c:v>9.0999999999999998E-2</c:v>
                </c:pt>
                <c:pt idx="4">
                  <c:v>0.114</c:v>
                </c:pt>
                <c:pt idx="5">
                  <c:v>8.6999999999999994E-2</c:v>
                </c:pt>
                <c:pt idx="6">
                  <c:v>9.3000000000000013E-2</c:v>
                </c:pt>
                <c:pt idx="7">
                  <c:v>8.8975000000000012E-2</c:v>
                </c:pt>
                <c:pt idx="8">
                  <c:v>5.5999999999999994E-2</c:v>
                </c:pt>
                <c:pt idx="9">
                  <c:v>-3.7999999999999999E-2</c:v>
                </c:pt>
                <c:pt idx="10" formatCode="0.0%">
                  <c:v>0.1</c:v>
                </c:pt>
                <c:pt idx="11" formatCode="0.0%">
                  <c:v>1.4E-2</c:v>
                </c:pt>
              </c:numCache>
            </c:numRef>
          </c:val>
          <c:smooth val="1"/>
          <c:extLst xmlns:c16r2="http://schemas.microsoft.com/office/drawing/2015/06/chart">
            <c:ext xmlns:c16="http://schemas.microsoft.com/office/drawing/2014/chart" uri="{C3380CC4-5D6E-409C-BE32-E72D297353CC}">
              <c16:uniqueId val="{00000001-DB86-498B-B388-99BD3FC87C3B}"/>
            </c:ext>
          </c:extLst>
        </c:ser>
        <c:dLbls>
          <c:showLegendKey val="0"/>
          <c:showVal val="0"/>
          <c:showCatName val="0"/>
          <c:showSerName val="0"/>
          <c:showPercent val="0"/>
          <c:showBubbleSize val="0"/>
        </c:dLbls>
        <c:marker val="1"/>
        <c:smooth val="0"/>
        <c:axId val="875925328"/>
        <c:axId val="875923696"/>
      </c:lineChart>
      <c:catAx>
        <c:axId val="875930768"/>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21520"/>
        <c:crosses val="autoZero"/>
        <c:auto val="1"/>
        <c:lblAlgn val="ctr"/>
        <c:lblOffset val="100"/>
        <c:noMultiLvlLbl val="1"/>
      </c:catAx>
      <c:valAx>
        <c:axId val="875921520"/>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30768"/>
        <c:crosses val="autoZero"/>
        <c:crossBetween val="between"/>
        <c:majorUnit val="2000"/>
      </c:valAx>
      <c:valAx>
        <c:axId val="875923696"/>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5925328"/>
        <c:crosses val="max"/>
        <c:crossBetween val="between"/>
        <c:majorUnit val="0.1"/>
      </c:valAx>
      <c:catAx>
        <c:axId val="875925328"/>
        <c:scaling>
          <c:orientation val="minMax"/>
        </c:scaling>
        <c:delete val="1"/>
        <c:axPos val="b"/>
        <c:numFmt formatCode="General" sourceLinked="1"/>
        <c:majorTickMark val="out"/>
        <c:minorTickMark val="none"/>
        <c:tickLblPos val="nextTo"/>
        <c:crossAx val="875923696"/>
        <c:crosses val="autoZero"/>
        <c:auto val="1"/>
        <c:lblAlgn val="ctr"/>
        <c:lblOffset val="100"/>
        <c:noMultiLvlLbl val="1"/>
      </c:cat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c:spPr>
  <c:txPr>
    <a:bodyPr/>
    <a:lstStyle/>
    <a:p>
      <a:pPr>
        <a:defRPr/>
      </a:pPr>
      <a:endParaRPr lang="zh-CN"/>
    </a:p>
  </c:txPr>
  <c:externalData r:id="rId3">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7381641631145859E-2"/>
          <c:y val="0.19051322347447353"/>
          <c:w val="0.8504039114677121"/>
          <c:h val="0.69394504063580442"/>
        </c:manualLayout>
      </c:layout>
      <c:barChart>
        <c:barDir val="col"/>
        <c:grouping val="clustered"/>
        <c:varyColors val="0"/>
        <c:ser>
          <c:idx val="0"/>
          <c:order val="0"/>
          <c:tx>
            <c:strRef>
              <c:f>'图26 全球有机硅产能产量'!$B$1</c:f>
              <c:strCache>
                <c:ptCount val="1"/>
                <c:pt idx="0">
                  <c:v>产能（万吨/年）</c:v>
                </c:pt>
              </c:strCache>
            </c:strRef>
          </c:tx>
          <c:spPr>
            <a:solidFill>
              <a:srgbClr val="E10000"/>
            </a:solidFill>
            <a:ln w="6350">
              <a:noFill/>
              <a:prstDash val="solid"/>
            </a:ln>
            <a:effectLst/>
          </c:spPr>
          <c:invertIfNegative val="0"/>
          <c:cat>
            <c:numRef>
              <c:f>'图26 全球有机硅产能产量'!$A$2:$A$8</c:f>
              <c:numCache>
                <c:formatCode>General</c:formatCode>
                <c:ptCount val="7"/>
                <c:pt idx="0">
                  <c:v>2013</c:v>
                </c:pt>
                <c:pt idx="1">
                  <c:v>2014</c:v>
                </c:pt>
                <c:pt idx="2">
                  <c:v>2015</c:v>
                </c:pt>
                <c:pt idx="3">
                  <c:v>2016</c:v>
                </c:pt>
                <c:pt idx="4">
                  <c:v>2017</c:v>
                </c:pt>
                <c:pt idx="5">
                  <c:v>2018</c:v>
                </c:pt>
                <c:pt idx="6">
                  <c:v>2019</c:v>
                </c:pt>
              </c:numCache>
            </c:numRef>
          </c:cat>
          <c:val>
            <c:numRef>
              <c:f>'图26 全球有机硅产能产量'!$B$2:$B$8</c:f>
              <c:numCache>
                <c:formatCode>General</c:formatCode>
                <c:ptCount val="7"/>
                <c:pt idx="0">
                  <c:v>490</c:v>
                </c:pt>
                <c:pt idx="1">
                  <c:v>510</c:v>
                </c:pt>
                <c:pt idx="2">
                  <c:v>527</c:v>
                </c:pt>
                <c:pt idx="3">
                  <c:v>535</c:v>
                </c:pt>
                <c:pt idx="4">
                  <c:v>542</c:v>
                </c:pt>
                <c:pt idx="5">
                  <c:v>548</c:v>
                </c:pt>
                <c:pt idx="6">
                  <c:v>552</c:v>
                </c:pt>
              </c:numCache>
            </c:numRef>
          </c:val>
          <c:extLst xmlns:c16r2="http://schemas.microsoft.com/office/drawing/2015/06/chart">
            <c:ext xmlns:c16="http://schemas.microsoft.com/office/drawing/2014/chart" uri="{C3380CC4-5D6E-409C-BE32-E72D297353CC}">
              <c16:uniqueId val="{00000000-462B-46A5-8EBE-D1FF36DEFA82}"/>
            </c:ext>
          </c:extLst>
        </c:ser>
        <c:ser>
          <c:idx val="2"/>
          <c:order val="2"/>
          <c:tx>
            <c:strRef>
              <c:f>'图26 全球有机硅产能产量'!$D$1</c:f>
              <c:strCache>
                <c:ptCount val="1"/>
                <c:pt idx="0">
                  <c:v>产量（万吨）</c:v>
                </c:pt>
              </c:strCache>
            </c:strRef>
          </c:tx>
          <c:spPr>
            <a:solidFill>
              <a:srgbClr val="C8C8C8"/>
            </a:solidFill>
            <a:ln w="6350">
              <a:noFill/>
              <a:prstDash val="solid"/>
            </a:ln>
            <a:effectLst/>
          </c:spPr>
          <c:invertIfNegative val="0"/>
          <c:cat>
            <c:numRef>
              <c:f>'图26 全球有机硅产能产量'!$A$2:$A$8</c:f>
              <c:numCache>
                <c:formatCode>General</c:formatCode>
                <c:ptCount val="7"/>
                <c:pt idx="0">
                  <c:v>2013</c:v>
                </c:pt>
                <c:pt idx="1">
                  <c:v>2014</c:v>
                </c:pt>
                <c:pt idx="2">
                  <c:v>2015</c:v>
                </c:pt>
                <c:pt idx="3">
                  <c:v>2016</c:v>
                </c:pt>
                <c:pt idx="4">
                  <c:v>2017</c:v>
                </c:pt>
                <c:pt idx="5">
                  <c:v>2018</c:v>
                </c:pt>
                <c:pt idx="6">
                  <c:v>2019</c:v>
                </c:pt>
              </c:numCache>
            </c:numRef>
          </c:cat>
          <c:val>
            <c:numRef>
              <c:f>'图26 全球有机硅产能产量'!$D$2:$D$8</c:f>
              <c:numCache>
                <c:formatCode>General</c:formatCode>
                <c:ptCount val="7"/>
                <c:pt idx="0">
                  <c:v>380</c:v>
                </c:pt>
                <c:pt idx="1">
                  <c:v>400</c:v>
                </c:pt>
                <c:pt idx="2">
                  <c:v>430</c:v>
                </c:pt>
                <c:pt idx="3">
                  <c:v>452</c:v>
                </c:pt>
                <c:pt idx="4">
                  <c:v>457</c:v>
                </c:pt>
                <c:pt idx="5">
                  <c:v>466</c:v>
                </c:pt>
                <c:pt idx="6">
                  <c:v>472</c:v>
                </c:pt>
              </c:numCache>
            </c:numRef>
          </c:val>
          <c:extLst xmlns:c16r2="http://schemas.microsoft.com/office/drawing/2015/06/chart">
            <c:ext xmlns:c16="http://schemas.microsoft.com/office/drawing/2014/chart" uri="{C3380CC4-5D6E-409C-BE32-E72D297353CC}">
              <c16:uniqueId val="{00000001-462B-46A5-8EBE-D1FF36DEFA82}"/>
            </c:ext>
          </c:extLst>
        </c:ser>
        <c:dLbls>
          <c:showLegendKey val="0"/>
          <c:showVal val="0"/>
          <c:showCatName val="0"/>
          <c:showSerName val="0"/>
          <c:showPercent val="0"/>
          <c:showBubbleSize val="0"/>
        </c:dLbls>
        <c:gapWidth val="219"/>
        <c:axId val="879553440"/>
        <c:axId val="879552352"/>
      </c:barChart>
      <c:lineChart>
        <c:grouping val="standard"/>
        <c:varyColors val="0"/>
        <c:ser>
          <c:idx val="1"/>
          <c:order val="1"/>
          <c:tx>
            <c:strRef>
              <c:f>'图26 全球有机硅产能产量'!$C$1</c:f>
              <c:strCache>
                <c:ptCount val="1"/>
                <c:pt idx="0">
                  <c:v>产能同比（右）</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'图26 全球有机硅产能产量'!$A$2:$A$8</c:f>
              <c:numCache>
                <c:formatCode>General</c:formatCode>
                <c:ptCount val="7"/>
                <c:pt idx="0">
                  <c:v>2013</c:v>
                </c:pt>
                <c:pt idx="1">
                  <c:v>2014</c:v>
                </c:pt>
                <c:pt idx="2">
                  <c:v>2015</c:v>
                </c:pt>
                <c:pt idx="3">
                  <c:v>2016</c:v>
                </c:pt>
                <c:pt idx="4">
                  <c:v>2017</c:v>
                </c:pt>
                <c:pt idx="5">
                  <c:v>2018</c:v>
                </c:pt>
                <c:pt idx="6">
                  <c:v>2019</c:v>
                </c:pt>
              </c:numCache>
            </c:numRef>
          </c:cat>
          <c:val>
            <c:numRef>
              <c:f>'图26 全球有机硅产能产量'!$C$2:$C$8</c:f>
              <c:numCache>
                <c:formatCode>0%</c:formatCode>
                <c:ptCount val="7"/>
                <c:pt idx="1">
                  <c:v>4.0816326530612242E-2</c:v>
                </c:pt>
                <c:pt idx="2">
                  <c:v>3.3333333333333333E-2</c:v>
                </c:pt>
                <c:pt idx="3">
                  <c:v>1.5180265654648957E-2</c:v>
                </c:pt>
                <c:pt idx="4" formatCode="0.0%">
                  <c:v>1.3084112149532711E-2</c:v>
                </c:pt>
                <c:pt idx="5" formatCode="0.0%">
                  <c:v>1.107011070110701E-2</c:v>
                </c:pt>
                <c:pt idx="6" formatCode="0.0%">
                  <c:v>7.2992700729927005E-3</c:v>
                </c:pt>
              </c:numCache>
            </c:numRef>
          </c:val>
          <c:smooth val="1"/>
          <c:extLst xmlns:c16r2="http://schemas.microsoft.com/office/drawing/2015/06/chart">
            <c:ext xmlns:c16="http://schemas.microsoft.com/office/drawing/2014/chart" uri="{C3380CC4-5D6E-409C-BE32-E72D297353CC}">
              <c16:uniqueId val="{00000002-462B-46A5-8EBE-D1FF36DEFA82}"/>
            </c:ext>
          </c:extLst>
        </c:ser>
        <c:ser>
          <c:idx val="3"/>
          <c:order val="3"/>
          <c:tx>
            <c:strRef>
              <c:f>'图26 全球有机硅产能产量'!$E$1</c:f>
              <c:strCache>
                <c:ptCount val="1"/>
                <c:pt idx="0">
                  <c:v>产量同比（右）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'图26 全球有机硅产能产量'!$A$2:$A$8</c:f>
              <c:numCache>
                <c:formatCode>General</c:formatCode>
                <c:ptCount val="7"/>
                <c:pt idx="0">
                  <c:v>2013</c:v>
                </c:pt>
                <c:pt idx="1">
                  <c:v>2014</c:v>
                </c:pt>
                <c:pt idx="2">
                  <c:v>2015</c:v>
                </c:pt>
                <c:pt idx="3">
                  <c:v>2016</c:v>
                </c:pt>
                <c:pt idx="4">
                  <c:v>2017</c:v>
                </c:pt>
                <c:pt idx="5">
                  <c:v>2018</c:v>
                </c:pt>
                <c:pt idx="6">
                  <c:v>2019</c:v>
                </c:pt>
              </c:numCache>
            </c:numRef>
          </c:cat>
          <c:val>
            <c:numRef>
              <c:f>'图26 全球有机硅产能产量'!$E$2:$E$8</c:f>
              <c:numCache>
                <c:formatCode>0%</c:formatCode>
                <c:ptCount val="7"/>
                <c:pt idx="1">
                  <c:v>5.2631578947368418E-2</c:v>
                </c:pt>
                <c:pt idx="2">
                  <c:v>7.4999999999999997E-2</c:v>
                </c:pt>
                <c:pt idx="3">
                  <c:v>5.1162790697674418E-2</c:v>
                </c:pt>
                <c:pt idx="4">
                  <c:v>1.1061946902654867E-2</c:v>
                </c:pt>
                <c:pt idx="5">
                  <c:v>1.9693654266958426E-2</c:v>
                </c:pt>
                <c:pt idx="6" formatCode="0.0%">
                  <c:v>1.2875536480686695E-2</c:v>
                </c:pt>
              </c:numCache>
            </c:numRef>
          </c:val>
          <c:smooth val="1"/>
          <c:extLst xmlns:c16r2="http://schemas.microsoft.com/office/drawing/2015/06/chart">
            <c:ext xmlns:c16="http://schemas.microsoft.com/office/drawing/2014/chart" uri="{C3380CC4-5D6E-409C-BE32-E72D297353CC}">
              <c16:uniqueId val="{00000003-462B-46A5-8EBE-D1FF36DEFA82}"/>
            </c:ext>
          </c:extLst>
        </c:ser>
        <c:dLbls>
          <c:showLegendKey val="0"/>
          <c:showVal val="0"/>
          <c:showCatName val="0"/>
          <c:showSerName val="0"/>
          <c:showPercent val="0"/>
          <c:showBubbleSize val="0"/>
        </c:dLbls>
        <c:marker val="1"/>
        <c:smooth val="0"/>
        <c:axId val="879536576"/>
        <c:axId val="879550176"/>
      </c:lineChart>
      <c:catAx>
        <c:axId val="87955344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9552352"/>
        <c:crosses val="autoZero"/>
        <c:auto val="1"/>
        <c:lblAlgn val="ctr"/>
        <c:lblOffset val="100"/>
        <c:noMultiLvlLbl val="0"/>
      </c:catAx>
      <c:valAx>
        <c:axId val="87955235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9553440"/>
        <c:crosses val="autoZero"/>
        <c:crossBetween val="between"/>
      </c:valAx>
      <c:valAx>
        <c:axId val="879550176"/>
        <c:scaling>
          <c:orientation val="minMax"/>
        </c:scaling>
        <c:delete val="0"/>
        <c:axPos val="r"/>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9536576"/>
        <c:crosses val="max"/>
        <c:crossBetween val="between"/>
        <c:majorUnit val="2.0000000000000004E-2"/>
      </c:valAx>
      <c:catAx>
        <c:axId val="879536576"/>
        <c:scaling>
          <c:orientation val="minMax"/>
        </c:scaling>
        <c:delete val="1"/>
        <c:axPos val="b"/>
        <c:numFmt formatCode="General" sourceLinked="1"/>
        <c:majorTickMark val="out"/>
        <c:minorTickMark val="none"/>
        <c:tickLblPos val="nextTo"/>
        <c:crossAx val="879550176"/>
        <c:crosses val="autoZero"/>
        <c:auto val="1"/>
        <c:lblAlgn val="ctr"/>
        <c:lblOffset val="100"/>
        <c:noMultiLvlLbl val="0"/>
      </c:catAx>
      <c:spPr>
        <a:noFill/>
        <a:ln>
          <a:noFill/>
        </a:ln>
        <a:effectLst/>
      </c:spPr>
    </c:plotArea>
    <c:legend>
      <c:legendPos val="t"/>
      <c:layout>
        <c:manualLayout>
          <c:xMode val="edge"/>
          <c:yMode val="edge"/>
          <c:x val="8.6982288983611052E-4"/>
          <c:y val="2.2809932198823581E-2"/>
          <c:w val="0.99247065259510836"/>
          <c:h val="0.13919087602712046"/>
        </c:manualLayout>
      </c:layou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7381641631145859E-2"/>
          <c:y val="0.19051322347447353"/>
          <c:w val="0.83752182535159903"/>
          <c:h val="0.69394504063580442"/>
        </c:manualLayout>
      </c:layout>
      <c:barChart>
        <c:barDir val="col"/>
        <c:grouping val="clustered"/>
        <c:varyColors val="0"/>
        <c:ser>
          <c:idx val="0"/>
          <c:order val="0"/>
          <c:tx>
            <c:strRef>
              <c:f>'图27-28 国内工业硅产能产量及开工率'!$B$13</c:f>
              <c:strCache>
                <c:ptCount val="1"/>
                <c:pt idx="0">
                  <c:v>产能（万吨/年）</c:v>
                </c:pt>
              </c:strCache>
            </c:strRef>
          </c:tx>
          <c:spPr>
            <a:solidFill>
              <a:srgbClr val="E10000"/>
            </a:solidFill>
            <a:ln w="6350">
              <a:solidFill>
                <a:srgbClr val="FFFFFF"/>
              </a:solidFill>
              <a:prstDash val="solid"/>
            </a:ln>
            <a:effectLst/>
          </c:spPr>
          <c:invertIfNegative val="0"/>
          <c:cat>
            <c:numRef>
              <c:f>'图27-28 国内工业硅产能产量及开工率'!$A$14:$A$19</c:f>
              <c:numCache>
                <c:formatCode>General</c:formatCode>
                <c:ptCount val="6"/>
                <c:pt idx="0">
                  <c:v>2016</c:v>
                </c:pt>
                <c:pt idx="1">
                  <c:v>2017</c:v>
                </c:pt>
                <c:pt idx="2">
                  <c:v>2018</c:v>
                </c:pt>
                <c:pt idx="3">
                  <c:v>2019</c:v>
                </c:pt>
                <c:pt idx="4">
                  <c:v>2020</c:v>
                </c:pt>
                <c:pt idx="5">
                  <c:v>2021</c:v>
                </c:pt>
              </c:numCache>
            </c:numRef>
          </c:cat>
          <c:val>
            <c:numRef>
              <c:f>'图27-28 国内工业硅产能产量及开工率'!$B$14:$B$19</c:f>
              <c:numCache>
                <c:formatCode>General</c:formatCode>
                <c:ptCount val="6"/>
                <c:pt idx="0">
                  <c:v>279.5</c:v>
                </c:pt>
                <c:pt idx="1">
                  <c:v>309</c:v>
                </c:pt>
                <c:pt idx="2">
                  <c:v>309</c:v>
                </c:pt>
                <c:pt idx="3">
                  <c:v>328</c:v>
                </c:pt>
                <c:pt idx="4">
                  <c:v>359</c:v>
                </c:pt>
                <c:pt idx="5" formatCode="0">
                  <c:v>419</c:v>
                </c:pt>
              </c:numCache>
            </c:numRef>
          </c:val>
          <c:extLst xmlns:c16r2="http://schemas.microsoft.com/office/drawing/2015/06/chart">
            <c:ext xmlns:c16="http://schemas.microsoft.com/office/drawing/2014/chart" uri="{C3380CC4-5D6E-409C-BE32-E72D297353CC}">
              <c16:uniqueId val="{00000000-6411-4111-931A-32D17E279BA6}"/>
            </c:ext>
          </c:extLst>
        </c:ser>
        <c:ser>
          <c:idx val="2"/>
          <c:order val="2"/>
          <c:tx>
            <c:strRef>
              <c:f>'图27-28 国内工业硅产能产量及开工率'!$D$13</c:f>
              <c:strCache>
                <c:ptCount val="1"/>
                <c:pt idx="0">
                  <c:v>产量（万吨）</c:v>
                </c:pt>
              </c:strCache>
            </c:strRef>
          </c:tx>
          <c:spPr>
            <a:solidFill>
              <a:srgbClr val="FFC000"/>
            </a:solidFill>
            <a:ln w="6350">
              <a:solidFill>
                <a:srgbClr val="FFFFFF"/>
              </a:solidFill>
              <a:prstDash val="solid"/>
            </a:ln>
            <a:effectLst/>
          </c:spPr>
          <c:invertIfNegative val="0"/>
          <c:cat>
            <c:numRef>
              <c:f>'图27-28 国内工业硅产能产量及开工率'!$A$14:$A$19</c:f>
              <c:numCache>
                <c:formatCode>General</c:formatCode>
                <c:ptCount val="6"/>
                <c:pt idx="0">
                  <c:v>2016</c:v>
                </c:pt>
                <c:pt idx="1">
                  <c:v>2017</c:v>
                </c:pt>
                <c:pt idx="2">
                  <c:v>2018</c:v>
                </c:pt>
                <c:pt idx="3">
                  <c:v>2019</c:v>
                </c:pt>
                <c:pt idx="4">
                  <c:v>2020</c:v>
                </c:pt>
                <c:pt idx="5">
                  <c:v>2021</c:v>
                </c:pt>
              </c:numCache>
            </c:numRef>
          </c:cat>
          <c:val>
            <c:numRef>
              <c:f>'图27-28 国内工业硅产能产量及开工率'!$D$14:$D$19</c:f>
              <c:numCache>
                <c:formatCode>General</c:formatCode>
                <c:ptCount val="6"/>
                <c:pt idx="0">
                  <c:v>163.67519999999999</c:v>
                </c:pt>
                <c:pt idx="1">
                  <c:v>195.72060000000002</c:v>
                </c:pt>
                <c:pt idx="2">
                  <c:v>229.64879999999999</c:v>
                </c:pt>
                <c:pt idx="3">
                  <c:v>246.49200000000002</c:v>
                </c:pt>
                <c:pt idx="4">
                  <c:v>267.92169999999999</c:v>
                </c:pt>
                <c:pt idx="5">
                  <c:v>315.7165</c:v>
                </c:pt>
              </c:numCache>
            </c:numRef>
          </c:val>
          <c:extLst xmlns:c16r2="http://schemas.microsoft.com/office/drawing/2015/06/chart">
            <c:ext xmlns:c16="http://schemas.microsoft.com/office/drawing/2014/chart" uri="{C3380CC4-5D6E-409C-BE32-E72D297353CC}">
              <c16:uniqueId val="{00000001-6411-4111-931A-32D17E279BA6}"/>
            </c:ext>
          </c:extLst>
        </c:ser>
        <c:dLbls>
          <c:showLegendKey val="0"/>
          <c:showVal val="0"/>
          <c:showCatName val="0"/>
          <c:showSerName val="0"/>
          <c:showPercent val="0"/>
          <c:showBubbleSize val="0"/>
        </c:dLbls>
        <c:gapWidth val="219"/>
        <c:axId val="879539296"/>
        <c:axId val="879526240"/>
      </c:barChart>
      <c:lineChart>
        <c:grouping val="standard"/>
        <c:varyColors val="0"/>
        <c:ser>
          <c:idx val="1"/>
          <c:order val="1"/>
          <c:tx>
            <c:strRef>
              <c:f>'图27-28 国内工业硅产能产量及开工率'!$C$13</c:f>
              <c:strCache>
                <c:ptCount val="1"/>
                <c:pt idx="0">
                  <c:v>产能同比（右）</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'图27-28 国内工业硅产能产量及开工率'!$A$14:$A$19</c:f>
              <c:numCache>
                <c:formatCode>General</c:formatCode>
                <c:ptCount val="6"/>
                <c:pt idx="0">
                  <c:v>2016</c:v>
                </c:pt>
                <c:pt idx="1">
                  <c:v>2017</c:v>
                </c:pt>
                <c:pt idx="2">
                  <c:v>2018</c:v>
                </c:pt>
                <c:pt idx="3">
                  <c:v>2019</c:v>
                </c:pt>
                <c:pt idx="4">
                  <c:v>2020</c:v>
                </c:pt>
                <c:pt idx="5">
                  <c:v>2021</c:v>
                </c:pt>
              </c:numCache>
            </c:numRef>
          </c:cat>
          <c:val>
            <c:numRef>
              <c:f>'图27-28 国内工业硅产能产量及开工率'!$C$14:$C$19</c:f>
              <c:numCache>
                <c:formatCode>0.0%</c:formatCode>
                <c:ptCount val="6"/>
                <c:pt idx="1">
                  <c:v>0.10554561717352415</c:v>
                </c:pt>
                <c:pt idx="2">
                  <c:v>0</c:v>
                </c:pt>
                <c:pt idx="3">
                  <c:v>6.1488673139158574E-2</c:v>
                </c:pt>
                <c:pt idx="4">
                  <c:v>9.451219512195122E-2</c:v>
                </c:pt>
                <c:pt idx="5">
                  <c:v>0.16713091922005571</c:v>
                </c:pt>
              </c:numCache>
            </c:numRef>
          </c:val>
          <c:smooth val="1"/>
          <c:extLst xmlns:c16r2="http://schemas.microsoft.com/office/drawing/2015/06/chart">
            <c:ext xmlns:c16="http://schemas.microsoft.com/office/drawing/2014/chart" uri="{C3380CC4-5D6E-409C-BE32-E72D297353CC}">
              <c16:uniqueId val="{00000002-6411-4111-931A-32D17E279BA6}"/>
            </c:ext>
          </c:extLst>
        </c:ser>
        <c:ser>
          <c:idx val="3"/>
          <c:order val="3"/>
          <c:tx>
            <c:strRef>
              <c:f>'图27-28 国内工业硅产能产量及开工率'!$E$13</c:f>
              <c:strCache>
                <c:ptCount val="1"/>
                <c:pt idx="0">
                  <c:v>产量同比（右）</c:v>
                </c:pt>
              </c:strCache>
            </c:strRef>
          </c:tx>
          <c:spPr>
            <a:ln w="12700" cap="rnd">
              <a:solidFill>
                <a:srgbClr val="FFC000"/>
              </a:solidFill>
              <a:prstDash val="solid"/>
              <a:round/>
            </a:ln>
            <a:effectLst/>
          </c:spPr>
          <c:marker>
            <c:symbol val="diamond"/>
            <c:size val="2"/>
            <c:spPr>
              <a:solidFill>
                <a:srgbClr val="C8C8C8"/>
              </a:solidFill>
              <a:ln w="12700">
                <a:solidFill>
                  <a:srgbClr val="FFC000"/>
                </a:solidFill>
                <a:prstDash val="solid"/>
              </a:ln>
              <a:effectLst/>
            </c:spPr>
          </c:marker>
          <c:cat>
            <c:numRef>
              <c:f>'图27-28 国内工业硅产能产量及开工率'!$A$14:$A$19</c:f>
              <c:numCache>
                <c:formatCode>General</c:formatCode>
                <c:ptCount val="6"/>
                <c:pt idx="0">
                  <c:v>2016</c:v>
                </c:pt>
                <c:pt idx="1">
                  <c:v>2017</c:v>
                </c:pt>
                <c:pt idx="2">
                  <c:v>2018</c:v>
                </c:pt>
                <c:pt idx="3">
                  <c:v>2019</c:v>
                </c:pt>
                <c:pt idx="4">
                  <c:v>2020</c:v>
                </c:pt>
                <c:pt idx="5">
                  <c:v>2021</c:v>
                </c:pt>
              </c:numCache>
            </c:numRef>
          </c:cat>
          <c:val>
            <c:numRef>
              <c:f>'图27-28 国内工业硅产能产量及开工率'!$E$14:$E$19</c:f>
              <c:numCache>
                <c:formatCode>0.0%</c:formatCode>
                <c:ptCount val="6"/>
                <c:pt idx="1">
                  <c:v>0.19578653332942333</c:v>
                </c:pt>
                <c:pt idx="2">
                  <c:v>0.17335017366592975</c:v>
                </c:pt>
                <c:pt idx="3">
                  <c:v>7.3343296372548106E-2</c:v>
                </c:pt>
                <c:pt idx="4">
                  <c:v>8.6938724177660798E-2</c:v>
                </c:pt>
                <c:pt idx="5">
                  <c:v>0.17839092540843093</c:v>
                </c:pt>
              </c:numCache>
            </c:numRef>
          </c:val>
          <c:smooth val="1"/>
          <c:extLst xmlns:c16r2="http://schemas.microsoft.com/office/drawing/2015/06/chart">
            <c:ext xmlns:c16="http://schemas.microsoft.com/office/drawing/2014/chart" uri="{C3380CC4-5D6E-409C-BE32-E72D297353CC}">
              <c16:uniqueId val="{00000003-6411-4111-931A-32D17E279BA6}"/>
            </c:ext>
          </c:extLst>
        </c:ser>
        <c:dLbls>
          <c:showLegendKey val="0"/>
          <c:showVal val="0"/>
          <c:showCatName val="0"/>
          <c:showSerName val="0"/>
          <c:showPercent val="0"/>
          <c:showBubbleSize val="0"/>
        </c:dLbls>
        <c:marker val="1"/>
        <c:smooth val="0"/>
        <c:axId val="879522976"/>
        <c:axId val="879528416"/>
      </c:lineChart>
      <c:catAx>
        <c:axId val="87953929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en-US" altLang="zh-CN" sz="8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79526240"/>
        <c:crosses val="autoZero"/>
        <c:auto val="1"/>
        <c:lblAlgn val="ctr"/>
        <c:lblOffset val="100"/>
        <c:noMultiLvlLbl val="0"/>
      </c:catAx>
      <c:valAx>
        <c:axId val="879526240"/>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8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79539296"/>
        <c:crosses val="autoZero"/>
        <c:crossBetween val="between"/>
        <c:majorUnit val="100"/>
      </c:valAx>
      <c:valAx>
        <c:axId val="879528416"/>
        <c:scaling>
          <c:orientation val="minMax"/>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8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79522976"/>
        <c:crosses val="max"/>
        <c:crossBetween val="between"/>
      </c:valAx>
      <c:catAx>
        <c:axId val="879522976"/>
        <c:scaling>
          <c:orientation val="minMax"/>
        </c:scaling>
        <c:delete val="1"/>
        <c:axPos val="b"/>
        <c:numFmt formatCode="General" sourceLinked="1"/>
        <c:majorTickMark val="out"/>
        <c:minorTickMark val="none"/>
        <c:tickLblPos val="nextTo"/>
        <c:crossAx val="879528416"/>
        <c:crosses val="autoZero"/>
        <c:auto val="1"/>
        <c:lblAlgn val="ctr"/>
        <c:lblOffset val="100"/>
        <c:noMultiLvlLbl val="0"/>
      </c:catAx>
      <c:spPr>
        <a:noFill/>
        <a:ln>
          <a:noFill/>
        </a:ln>
        <a:effectLst/>
      </c:spPr>
    </c:plotArea>
    <c:legend>
      <c:legendPos val="t"/>
      <c:layout>
        <c:manualLayout>
          <c:xMode val="edge"/>
          <c:yMode val="edge"/>
          <c:x val="9.5543753276652148E-3"/>
          <c:y val="3.4214898298235374E-2"/>
          <c:w val="0.97220669690684069"/>
          <c:h val="0.11638094382829686"/>
        </c:manualLayout>
      </c:layout>
      <c:overlay val="0"/>
      <c:spPr>
        <a:noFill/>
        <a:ln>
          <a:noFill/>
        </a:ln>
        <a:effectLst/>
      </c:spPr>
      <c:txPr>
        <a:bodyPr rot="0" spcFirstLastPara="1" vertOverflow="ellipsis" vert="horz" wrap="square" anchor="ctr" anchorCtr="1"/>
        <a:lstStyle/>
        <a:p>
          <a:pPr>
            <a:defRPr lang="en-US" altLang="zh-CN" sz="8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lang="en-US" altLang="zh-CN" sz="8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externalData r:id="rId3">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'图27-28 国内工业硅产能产量及开工率'!$C$2</c:f>
              <c:strCache>
                <c:ptCount val="1"/>
                <c:pt idx="0">
                  <c:v>产能利用率</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'图27-28 国内工业硅产能产量及开工率'!$A$3:$A$8</c:f>
              <c:numCache>
                <c:formatCode>General</c:formatCode>
                <c:ptCount val="6"/>
                <c:pt idx="0">
                  <c:v>2016</c:v>
                </c:pt>
                <c:pt idx="1">
                  <c:v>2017</c:v>
                </c:pt>
                <c:pt idx="2">
                  <c:v>2018</c:v>
                </c:pt>
                <c:pt idx="3">
                  <c:v>2019</c:v>
                </c:pt>
                <c:pt idx="4">
                  <c:v>2020</c:v>
                </c:pt>
                <c:pt idx="5">
                  <c:v>2021</c:v>
                </c:pt>
              </c:numCache>
            </c:numRef>
          </c:cat>
          <c:val>
            <c:numRef>
              <c:f>'图27-28 国内工业硅产能产量及开工率'!$C$3:$C$8</c:f>
              <c:numCache>
                <c:formatCode>0.00%</c:formatCode>
                <c:ptCount val="6"/>
                <c:pt idx="0">
                  <c:v>0.58560000000000001</c:v>
                </c:pt>
                <c:pt idx="1">
                  <c:v>0.63340000000000007</c:v>
                </c:pt>
                <c:pt idx="2">
                  <c:v>0.74319999999999997</c:v>
                </c:pt>
                <c:pt idx="3">
                  <c:v>0.75150000000000006</c:v>
                </c:pt>
                <c:pt idx="4">
                  <c:v>0.74629999999999996</c:v>
                </c:pt>
                <c:pt idx="5">
                  <c:v>0.75349999999999995</c:v>
                </c:pt>
              </c:numCache>
            </c:numRef>
          </c:val>
          <c:smooth val="1"/>
          <c:extLst xmlns:c16r2="http://schemas.microsoft.com/office/drawing/2015/06/chart">
            <c:ext xmlns:c16="http://schemas.microsoft.com/office/drawing/2014/chart" uri="{C3380CC4-5D6E-409C-BE32-E72D297353CC}">
              <c16:uniqueId val="{00000000-2A77-4207-BFDC-E33CDC3A6059}"/>
            </c:ext>
          </c:extLst>
        </c:ser>
        <c:dLbls>
          <c:showLegendKey val="0"/>
          <c:showVal val="0"/>
          <c:showCatName val="0"/>
          <c:showSerName val="0"/>
          <c:showPercent val="0"/>
          <c:showBubbleSize val="0"/>
        </c:dLbls>
        <c:marker val="1"/>
        <c:smooth val="0"/>
        <c:axId val="879553984"/>
        <c:axId val="879538752"/>
      </c:lineChart>
      <c:catAx>
        <c:axId val="879553984"/>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en-US" altLang="zh-CN" sz="8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79538752"/>
        <c:crosses val="autoZero"/>
        <c:auto val="1"/>
        <c:lblAlgn val="ctr"/>
        <c:lblOffset val="100"/>
        <c:noMultiLvlLbl val="0"/>
      </c:catAx>
      <c:valAx>
        <c:axId val="879538752"/>
        <c:scaling>
          <c:orientation val="minMax"/>
          <c:max val="1"/>
          <c:min val="0"/>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8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79553984"/>
        <c:crosses val="autoZero"/>
        <c:crossBetween val="between"/>
        <c:majorUnit val="0.2"/>
      </c:valAx>
      <c:spPr>
        <a:noFill/>
        <a:ln>
          <a:noFill/>
        </a:ln>
        <a:effectLst/>
      </c:spPr>
    </c:plotArea>
    <c:legend>
      <c:legendPos val="t"/>
      <c:overlay val="0"/>
      <c:spPr>
        <a:noFill/>
        <a:ln>
          <a:noFill/>
        </a:ln>
        <a:effectLst/>
      </c:spPr>
      <c:txPr>
        <a:bodyPr rot="0" spcFirstLastPara="1" vertOverflow="ellipsis" vert="horz" wrap="square" anchor="ctr" anchorCtr="1"/>
        <a:lstStyle/>
        <a:p>
          <a:pPr>
            <a:defRPr lang="en-US" altLang="zh-CN" sz="8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lang="en-US" altLang="zh-CN" sz="8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externalData r:id="rId3">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E367-4FCC-B9AE-6385234DAE6C}"/>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E367-4FCC-B9AE-6385234DAE6C}"/>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E367-4FCC-B9AE-6385234DAE6C}"/>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E367-4FCC-B9AE-6385234DAE6C}"/>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E367-4FCC-B9AE-6385234DAE6C}"/>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E367-4FCC-B9AE-6385234DAE6C}"/>
              </c:ext>
            </c:extLst>
          </c:dPt>
          <c:dPt>
            <c:idx val="6"/>
            <c:bubble3D val="0"/>
            <c:spPr>
              <a:solidFill>
                <a:srgbClr val="FABE7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D-E367-4FCC-B9AE-6385234DAE6C}"/>
              </c:ext>
            </c:extLst>
          </c:dPt>
          <c:dPt>
            <c:idx val="7"/>
            <c:bubble3D val="0"/>
            <c:spPr>
              <a:solidFill>
                <a:srgbClr val="D741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F-E367-4FCC-B9AE-6385234DAE6C}"/>
              </c:ext>
            </c:extLst>
          </c:dPt>
          <c:dPt>
            <c:idx val="8"/>
            <c:bubble3D val="0"/>
            <c:spPr>
              <a:solidFill>
                <a:srgbClr val="DC8C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1-E367-4FCC-B9AE-6385234DAE6C}"/>
              </c:ext>
            </c:extLst>
          </c:dPt>
          <c:dPt>
            <c:idx val="9"/>
            <c:bubble3D val="0"/>
            <c:spPr>
              <a:solidFill>
                <a:srgbClr val="785546"/>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3-E367-4FCC-B9AE-6385234DAE6C}"/>
              </c:ext>
            </c:extLst>
          </c:dPt>
          <c:dPt>
            <c:idx val="1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15-E367-4FCC-B9AE-6385234DAE6C}"/>
              </c:ext>
            </c:extLst>
          </c:dPt>
          <c:cat>
            <c:strRef>
              <c:f>'图 29-30 有机硅供给格局'!$F$34:$F$44</c:f>
              <c:strCache>
                <c:ptCount val="11"/>
                <c:pt idx="0">
                  <c:v> 合盛硅业 </c:v>
                </c:pt>
                <c:pt idx="1">
                  <c:v> 新安股份 </c:v>
                </c:pt>
                <c:pt idx="2">
                  <c:v> 蓝星星火 </c:v>
                </c:pt>
                <c:pt idx="3">
                  <c:v> 陶氏有机硅 </c:v>
                </c:pt>
                <c:pt idx="4">
                  <c:v> 湖北兴瑞 </c:v>
                </c:pt>
                <c:pt idx="5">
                  <c:v> 内蒙恒业成 </c:v>
                </c:pt>
                <c:pt idx="6">
                  <c:v> 东岳硅材 </c:v>
                </c:pt>
                <c:pt idx="7">
                  <c:v> 三友硅业 </c:v>
                </c:pt>
                <c:pt idx="8">
                  <c:v> 金岭化学 </c:v>
                </c:pt>
                <c:pt idx="9">
                  <c:v> 中天东方 </c:v>
                </c:pt>
                <c:pt idx="10">
                  <c:v> 鲁西化工 </c:v>
                </c:pt>
              </c:strCache>
            </c:strRef>
          </c:cat>
          <c:val>
            <c:numRef>
              <c:f>'图 29-30 有机硅供给格局'!$G$34:$G$44</c:f>
              <c:numCache>
                <c:formatCode>_(* #,##0.00_);_(* \(#,##0.00\);_(* "-"??_);_(@_)</c:formatCode>
                <c:ptCount val="11"/>
                <c:pt idx="0">
                  <c:v>48</c:v>
                </c:pt>
                <c:pt idx="1">
                  <c:v>25</c:v>
                </c:pt>
                <c:pt idx="2">
                  <c:v>25</c:v>
                </c:pt>
                <c:pt idx="3">
                  <c:v>20</c:v>
                </c:pt>
                <c:pt idx="4">
                  <c:v>17</c:v>
                </c:pt>
                <c:pt idx="5">
                  <c:v>12.5</c:v>
                </c:pt>
                <c:pt idx="6">
                  <c:v>12.5</c:v>
                </c:pt>
                <c:pt idx="7">
                  <c:v>10</c:v>
                </c:pt>
                <c:pt idx="8">
                  <c:v>7.5</c:v>
                </c:pt>
                <c:pt idx="9">
                  <c:v>6</c:v>
                </c:pt>
                <c:pt idx="10">
                  <c:v>4</c:v>
                </c:pt>
              </c:numCache>
            </c:numRef>
          </c:val>
          <c:extLst xmlns:c16r2="http://schemas.microsoft.com/office/drawing/2015/06/chart">
            <c:ext xmlns:c16="http://schemas.microsoft.com/office/drawing/2014/chart" uri="{C3380CC4-5D6E-409C-BE32-E72D297353CC}">
              <c16:uniqueId val="{00000016-E367-4FCC-B9AE-6385234DAE6C}"/>
            </c:ext>
          </c:extLst>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6742727245859973"/>
          <c:y val="6.0537026765594054E-2"/>
          <c:w val="0.30226876434601857"/>
          <c:h val="0.93946297323440597"/>
        </c:manualLayout>
      </c:layout>
      <c:overlay val="0"/>
      <c:spPr>
        <a:noFill/>
        <a:ln>
          <a:noFill/>
        </a:ln>
        <a:effectLst/>
      </c:spPr>
      <c:txPr>
        <a:bodyPr rot="0" spcFirstLastPara="1" vertOverflow="ellipsis" vert="horz" wrap="square" anchor="ctr" anchorCtr="1"/>
        <a:lstStyle/>
        <a:p>
          <a:pPr>
            <a:defRPr sz="7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8A6A-4FA1-BB03-69ED7B90FA21}"/>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8A6A-4FA1-BB03-69ED7B90FA21}"/>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8A6A-4FA1-BB03-69ED7B90FA21}"/>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8A6A-4FA1-BB03-69ED7B90FA21}"/>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8A6A-4FA1-BB03-69ED7B90FA21}"/>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8A6A-4FA1-BB03-69ED7B90FA21}"/>
              </c:ext>
            </c:extLst>
          </c:dPt>
          <c:cat>
            <c:strRef>
              <c:f>'图 29-30 有机硅供给格局'!$D$5:$D$10</c:f>
              <c:strCache>
                <c:ptCount val="6"/>
                <c:pt idx="0">
                  <c:v> 合盛硅业 </c:v>
                </c:pt>
                <c:pt idx="1">
                  <c:v> 星火有机硅 </c:v>
                </c:pt>
                <c:pt idx="2">
                  <c:v> 新安股份 </c:v>
                </c:pt>
                <c:pt idx="3">
                  <c:v> 陶氏有机硅（张家港） </c:v>
                </c:pt>
                <c:pt idx="4">
                  <c:v> 东岳硅材 </c:v>
                </c:pt>
                <c:pt idx="5">
                  <c:v> 其他 </c:v>
                </c:pt>
              </c:strCache>
            </c:strRef>
          </c:cat>
          <c:val>
            <c:numRef>
              <c:f>'图 29-30 有机硅供给格局'!$E$5:$E$10</c:f>
              <c:numCache>
                <c:formatCode>_ * #,##0_ ;_ * \-#,##0_ ;_ * "-"??_ ;_ @_ </c:formatCode>
                <c:ptCount val="6"/>
                <c:pt idx="0">
                  <c:v>33</c:v>
                </c:pt>
                <c:pt idx="1">
                  <c:v>40</c:v>
                </c:pt>
                <c:pt idx="2">
                  <c:v>34</c:v>
                </c:pt>
                <c:pt idx="3">
                  <c:v>40</c:v>
                </c:pt>
                <c:pt idx="4">
                  <c:v>25</c:v>
                </c:pt>
                <c:pt idx="5">
                  <c:v>119.5</c:v>
                </c:pt>
              </c:numCache>
            </c:numRef>
          </c:val>
          <c:extLst xmlns:c16r2="http://schemas.microsoft.com/office/drawing/2015/06/chart">
            <c:ext xmlns:c16="http://schemas.microsoft.com/office/drawing/2014/chart" uri="{C3380CC4-5D6E-409C-BE32-E72D297353CC}">
              <c16:uniqueId val="{0000000C-8A6A-4FA1-BB03-69ED7B90FA21}"/>
            </c:ext>
          </c:extLst>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sz="7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1"/>
          <c:order val="1"/>
          <c:tx>
            <c:strRef>
              <c:f>价差走势表!$BZ$1</c:f>
              <c:strCache>
                <c:ptCount val="1"/>
                <c:pt idx="0">
                  <c:v>价差</c:v>
                </c:pt>
              </c:strCache>
            </c:strRef>
          </c:tx>
          <c:spPr>
            <a:solidFill>
              <a:srgbClr val="E10000"/>
            </a:solidFill>
            <a:ln w="6350">
              <a:noFill/>
              <a:prstDash val="solid"/>
            </a:ln>
            <a:effectLst/>
          </c:spPr>
          <c:invertIfNegative val="0"/>
          <c:cat>
            <c:numRef>
              <c:f>价差走势表!$A$2:$A$6638</c:f>
              <c:numCache>
                <c:formatCode>m/d/yyyy</c:formatCode>
                <c:ptCount val="6637"/>
                <c:pt idx="0">
                  <c:v>38718</c:v>
                </c:pt>
                <c:pt idx="1">
                  <c:v>38719</c:v>
                </c:pt>
                <c:pt idx="2">
                  <c:v>38720</c:v>
                </c:pt>
                <c:pt idx="3">
                  <c:v>38721</c:v>
                </c:pt>
                <c:pt idx="4">
                  <c:v>38722</c:v>
                </c:pt>
                <c:pt idx="5">
                  <c:v>38723</c:v>
                </c:pt>
                <c:pt idx="6">
                  <c:v>38724</c:v>
                </c:pt>
                <c:pt idx="7">
                  <c:v>38725</c:v>
                </c:pt>
                <c:pt idx="8">
                  <c:v>38726</c:v>
                </c:pt>
                <c:pt idx="9">
                  <c:v>38727</c:v>
                </c:pt>
                <c:pt idx="10">
                  <c:v>38728</c:v>
                </c:pt>
                <c:pt idx="11">
                  <c:v>38729</c:v>
                </c:pt>
                <c:pt idx="12">
                  <c:v>38730</c:v>
                </c:pt>
                <c:pt idx="13">
                  <c:v>38731</c:v>
                </c:pt>
                <c:pt idx="14">
                  <c:v>38732</c:v>
                </c:pt>
                <c:pt idx="15">
                  <c:v>38733</c:v>
                </c:pt>
                <c:pt idx="16">
                  <c:v>38734</c:v>
                </c:pt>
                <c:pt idx="17">
                  <c:v>38735</c:v>
                </c:pt>
                <c:pt idx="18">
                  <c:v>38736</c:v>
                </c:pt>
                <c:pt idx="19">
                  <c:v>38737</c:v>
                </c:pt>
                <c:pt idx="20">
                  <c:v>38738</c:v>
                </c:pt>
                <c:pt idx="21">
                  <c:v>38739</c:v>
                </c:pt>
                <c:pt idx="22">
                  <c:v>38740</c:v>
                </c:pt>
                <c:pt idx="23">
                  <c:v>38741</c:v>
                </c:pt>
                <c:pt idx="24">
                  <c:v>38742</c:v>
                </c:pt>
                <c:pt idx="25">
                  <c:v>38743</c:v>
                </c:pt>
                <c:pt idx="26">
                  <c:v>38744</c:v>
                </c:pt>
                <c:pt idx="27">
                  <c:v>38745</c:v>
                </c:pt>
                <c:pt idx="28">
                  <c:v>38746</c:v>
                </c:pt>
                <c:pt idx="29">
                  <c:v>38747</c:v>
                </c:pt>
                <c:pt idx="30">
                  <c:v>38748</c:v>
                </c:pt>
                <c:pt idx="31">
                  <c:v>38749</c:v>
                </c:pt>
                <c:pt idx="32">
                  <c:v>38750</c:v>
                </c:pt>
                <c:pt idx="33">
                  <c:v>38751</c:v>
                </c:pt>
                <c:pt idx="34">
                  <c:v>38752</c:v>
                </c:pt>
                <c:pt idx="35">
                  <c:v>38753</c:v>
                </c:pt>
                <c:pt idx="36">
                  <c:v>38754</c:v>
                </c:pt>
                <c:pt idx="37">
                  <c:v>38755</c:v>
                </c:pt>
                <c:pt idx="38">
                  <c:v>38756</c:v>
                </c:pt>
                <c:pt idx="39">
                  <c:v>38757</c:v>
                </c:pt>
                <c:pt idx="40">
                  <c:v>38758</c:v>
                </c:pt>
                <c:pt idx="41">
                  <c:v>38759</c:v>
                </c:pt>
                <c:pt idx="42">
                  <c:v>38760</c:v>
                </c:pt>
                <c:pt idx="43">
                  <c:v>38761</c:v>
                </c:pt>
                <c:pt idx="44">
                  <c:v>38762</c:v>
                </c:pt>
                <c:pt idx="45">
                  <c:v>38763</c:v>
                </c:pt>
                <c:pt idx="46">
                  <c:v>38764</c:v>
                </c:pt>
                <c:pt idx="47">
                  <c:v>38765</c:v>
                </c:pt>
                <c:pt idx="48">
                  <c:v>38766</c:v>
                </c:pt>
                <c:pt idx="49">
                  <c:v>38767</c:v>
                </c:pt>
                <c:pt idx="50">
                  <c:v>38768</c:v>
                </c:pt>
                <c:pt idx="51">
                  <c:v>38769</c:v>
                </c:pt>
                <c:pt idx="52">
                  <c:v>38770</c:v>
                </c:pt>
                <c:pt idx="53">
                  <c:v>38771</c:v>
                </c:pt>
                <c:pt idx="54">
                  <c:v>38772</c:v>
                </c:pt>
                <c:pt idx="55">
                  <c:v>38773</c:v>
                </c:pt>
                <c:pt idx="56">
                  <c:v>38774</c:v>
                </c:pt>
                <c:pt idx="57">
                  <c:v>38775</c:v>
                </c:pt>
                <c:pt idx="58">
                  <c:v>38776</c:v>
                </c:pt>
                <c:pt idx="59">
                  <c:v>38777</c:v>
                </c:pt>
                <c:pt idx="60">
                  <c:v>38778</c:v>
                </c:pt>
                <c:pt idx="61">
                  <c:v>38779</c:v>
                </c:pt>
                <c:pt idx="62">
                  <c:v>38780</c:v>
                </c:pt>
                <c:pt idx="63">
                  <c:v>38781</c:v>
                </c:pt>
                <c:pt idx="64">
                  <c:v>38782</c:v>
                </c:pt>
                <c:pt idx="65">
                  <c:v>38783</c:v>
                </c:pt>
                <c:pt idx="66">
                  <c:v>38784</c:v>
                </c:pt>
                <c:pt idx="67">
                  <c:v>38785</c:v>
                </c:pt>
                <c:pt idx="68">
                  <c:v>38786</c:v>
                </c:pt>
                <c:pt idx="69">
                  <c:v>38787</c:v>
                </c:pt>
                <c:pt idx="70">
                  <c:v>38788</c:v>
                </c:pt>
                <c:pt idx="71">
                  <c:v>38789</c:v>
                </c:pt>
                <c:pt idx="72">
                  <c:v>38790</c:v>
                </c:pt>
                <c:pt idx="73">
                  <c:v>38791</c:v>
                </c:pt>
                <c:pt idx="74">
                  <c:v>38792</c:v>
                </c:pt>
                <c:pt idx="75">
                  <c:v>38793</c:v>
                </c:pt>
                <c:pt idx="76">
                  <c:v>38794</c:v>
                </c:pt>
                <c:pt idx="77">
                  <c:v>38795</c:v>
                </c:pt>
                <c:pt idx="78">
                  <c:v>38796</c:v>
                </c:pt>
                <c:pt idx="79">
                  <c:v>38797</c:v>
                </c:pt>
                <c:pt idx="80">
                  <c:v>38798</c:v>
                </c:pt>
                <c:pt idx="81">
                  <c:v>38799</c:v>
                </c:pt>
                <c:pt idx="82">
                  <c:v>38800</c:v>
                </c:pt>
                <c:pt idx="83">
                  <c:v>38801</c:v>
                </c:pt>
                <c:pt idx="84">
                  <c:v>38802</c:v>
                </c:pt>
                <c:pt idx="85">
                  <c:v>38803</c:v>
                </c:pt>
                <c:pt idx="86">
                  <c:v>38804</c:v>
                </c:pt>
                <c:pt idx="87">
                  <c:v>38805</c:v>
                </c:pt>
                <c:pt idx="88">
                  <c:v>38806</c:v>
                </c:pt>
                <c:pt idx="89">
                  <c:v>38807</c:v>
                </c:pt>
                <c:pt idx="90">
                  <c:v>38808</c:v>
                </c:pt>
                <c:pt idx="91">
                  <c:v>38809</c:v>
                </c:pt>
                <c:pt idx="92">
                  <c:v>38810</c:v>
                </c:pt>
                <c:pt idx="93">
                  <c:v>38811</c:v>
                </c:pt>
                <c:pt idx="94">
                  <c:v>38812</c:v>
                </c:pt>
                <c:pt idx="95">
                  <c:v>38813</c:v>
                </c:pt>
                <c:pt idx="96">
                  <c:v>38814</c:v>
                </c:pt>
                <c:pt idx="97">
                  <c:v>38815</c:v>
                </c:pt>
                <c:pt idx="98">
                  <c:v>38816</c:v>
                </c:pt>
                <c:pt idx="99">
                  <c:v>38817</c:v>
                </c:pt>
                <c:pt idx="100">
                  <c:v>38818</c:v>
                </c:pt>
                <c:pt idx="101">
                  <c:v>38819</c:v>
                </c:pt>
                <c:pt idx="102">
                  <c:v>38820</c:v>
                </c:pt>
                <c:pt idx="103">
                  <c:v>38821</c:v>
                </c:pt>
                <c:pt idx="104">
                  <c:v>38822</c:v>
                </c:pt>
                <c:pt idx="105">
                  <c:v>38823</c:v>
                </c:pt>
                <c:pt idx="106">
                  <c:v>38824</c:v>
                </c:pt>
                <c:pt idx="107">
                  <c:v>38825</c:v>
                </c:pt>
                <c:pt idx="108">
                  <c:v>38826</c:v>
                </c:pt>
                <c:pt idx="109">
                  <c:v>38827</c:v>
                </c:pt>
                <c:pt idx="110">
                  <c:v>38828</c:v>
                </c:pt>
                <c:pt idx="111">
                  <c:v>38829</c:v>
                </c:pt>
                <c:pt idx="112">
                  <c:v>38830</c:v>
                </c:pt>
                <c:pt idx="113">
                  <c:v>38831</c:v>
                </c:pt>
                <c:pt idx="114">
                  <c:v>38832</c:v>
                </c:pt>
                <c:pt idx="115">
                  <c:v>38833</c:v>
                </c:pt>
                <c:pt idx="116">
                  <c:v>38834</c:v>
                </c:pt>
                <c:pt idx="117">
                  <c:v>38835</c:v>
                </c:pt>
                <c:pt idx="118">
                  <c:v>38836</c:v>
                </c:pt>
                <c:pt idx="119">
                  <c:v>38837</c:v>
                </c:pt>
                <c:pt idx="120">
                  <c:v>38838</c:v>
                </c:pt>
                <c:pt idx="121">
                  <c:v>38839</c:v>
                </c:pt>
                <c:pt idx="122">
                  <c:v>38840</c:v>
                </c:pt>
                <c:pt idx="123">
                  <c:v>38841</c:v>
                </c:pt>
                <c:pt idx="124">
                  <c:v>38842</c:v>
                </c:pt>
                <c:pt idx="125">
                  <c:v>38843</c:v>
                </c:pt>
                <c:pt idx="126">
                  <c:v>38844</c:v>
                </c:pt>
                <c:pt idx="127">
                  <c:v>38845</c:v>
                </c:pt>
                <c:pt idx="128">
                  <c:v>38846</c:v>
                </c:pt>
                <c:pt idx="129">
                  <c:v>38847</c:v>
                </c:pt>
                <c:pt idx="130">
                  <c:v>38848</c:v>
                </c:pt>
                <c:pt idx="131">
                  <c:v>38849</c:v>
                </c:pt>
                <c:pt idx="132">
                  <c:v>38850</c:v>
                </c:pt>
                <c:pt idx="133">
                  <c:v>38851</c:v>
                </c:pt>
                <c:pt idx="134">
                  <c:v>38852</c:v>
                </c:pt>
                <c:pt idx="135">
                  <c:v>38853</c:v>
                </c:pt>
                <c:pt idx="136">
                  <c:v>38854</c:v>
                </c:pt>
                <c:pt idx="137">
                  <c:v>38855</c:v>
                </c:pt>
                <c:pt idx="138">
                  <c:v>38856</c:v>
                </c:pt>
                <c:pt idx="139">
                  <c:v>38857</c:v>
                </c:pt>
                <c:pt idx="140">
                  <c:v>38858</c:v>
                </c:pt>
                <c:pt idx="141">
                  <c:v>38859</c:v>
                </c:pt>
                <c:pt idx="142">
                  <c:v>38860</c:v>
                </c:pt>
                <c:pt idx="143">
                  <c:v>38861</c:v>
                </c:pt>
                <c:pt idx="144">
                  <c:v>38862</c:v>
                </c:pt>
                <c:pt idx="145">
                  <c:v>38863</c:v>
                </c:pt>
                <c:pt idx="146">
                  <c:v>38864</c:v>
                </c:pt>
                <c:pt idx="147">
                  <c:v>38865</c:v>
                </c:pt>
                <c:pt idx="148">
                  <c:v>38866</c:v>
                </c:pt>
                <c:pt idx="149">
                  <c:v>38867</c:v>
                </c:pt>
                <c:pt idx="150">
                  <c:v>38868</c:v>
                </c:pt>
                <c:pt idx="151">
                  <c:v>38869</c:v>
                </c:pt>
                <c:pt idx="152">
                  <c:v>38870</c:v>
                </c:pt>
                <c:pt idx="153">
                  <c:v>38871</c:v>
                </c:pt>
                <c:pt idx="154">
                  <c:v>38872</c:v>
                </c:pt>
                <c:pt idx="155">
                  <c:v>38873</c:v>
                </c:pt>
                <c:pt idx="156">
                  <c:v>38874</c:v>
                </c:pt>
                <c:pt idx="157">
                  <c:v>38875</c:v>
                </c:pt>
                <c:pt idx="158">
                  <c:v>38876</c:v>
                </c:pt>
                <c:pt idx="159">
                  <c:v>38877</c:v>
                </c:pt>
                <c:pt idx="160">
                  <c:v>38878</c:v>
                </c:pt>
                <c:pt idx="161">
                  <c:v>38879</c:v>
                </c:pt>
                <c:pt idx="162">
                  <c:v>38880</c:v>
                </c:pt>
                <c:pt idx="163">
                  <c:v>38881</c:v>
                </c:pt>
                <c:pt idx="164">
                  <c:v>38882</c:v>
                </c:pt>
                <c:pt idx="165">
                  <c:v>38883</c:v>
                </c:pt>
                <c:pt idx="166">
                  <c:v>38884</c:v>
                </c:pt>
                <c:pt idx="167">
                  <c:v>38885</c:v>
                </c:pt>
                <c:pt idx="168">
                  <c:v>38886</c:v>
                </c:pt>
                <c:pt idx="169">
                  <c:v>38887</c:v>
                </c:pt>
                <c:pt idx="170">
                  <c:v>38888</c:v>
                </c:pt>
                <c:pt idx="171">
                  <c:v>38889</c:v>
                </c:pt>
                <c:pt idx="172">
                  <c:v>38890</c:v>
                </c:pt>
                <c:pt idx="173">
                  <c:v>38891</c:v>
                </c:pt>
                <c:pt idx="174">
                  <c:v>38892</c:v>
                </c:pt>
                <c:pt idx="175">
                  <c:v>38893</c:v>
                </c:pt>
                <c:pt idx="176">
                  <c:v>38894</c:v>
                </c:pt>
                <c:pt idx="177">
                  <c:v>38895</c:v>
                </c:pt>
                <c:pt idx="178">
                  <c:v>38896</c:v>
                </c:pt>
                <c:pt idx="179">
                  <c:v>38897</c:v>
                </c:pt>
                <c:pt idx="180">
                  <c:v>38898</c:v>
                </c:pt>
                <c:pt idx="181">
                  <c:v>38899</c:v>
                </c:pt>
                <c:pt idx="182">
                  <c:v>38900</c:v>
                </c:pt>
                <c:pt idx="183">
                  <c:v>38901</c:v>
                </c:pt>
                <c:pt idx="184">
                  <c:v>38902</c:v>
                </c:pt>
                <c:pt idx="185">
                  <c:v>38903</c:v>
                </c:pt>
                <c:pt idx="186">
                  <c:v>38904</c:v>
                </c:pt>
                <c:pt idx="187">
                  <c:v>38905</c:v>
                </c:pt>
                <c:pt idx="188">
                  <c:v>38906</c:v>
                </c:pt>
                <c:pt idx="189">
                  <c:v>38907</c:v>
                </c:pt>
                <c:pt idx="190">
                  <c:v>38908</c:v>
                </c:pt>
                <c:pt idx="191">
                  <c:v>38909</c:v>
                </c:pt>
                <c:pt idx="192">
                  <c:v>38910</c:v>
                </c:pt>
                <c:pt idx="193">
                  <c:v>38911</c:v>
                </c:pt>
                <c:pt idx="194">
                  <c:v>38912</c:v>
                </c:pt>
                <c:pt idx="195">
                  <c:v>38913</c:v>
                </c:pt>
                <c:pt idx="196">
                  <c:v>38914</c:v>
                </c:pt>
                <c:pt idx="197">
                  <c:v>38915</c:v>
                </c:pt>
                <c:pt idx="198">
                  <c:v>38916</c:v>
                </c:pt>
                <c:pt idx="199">
                  <c:v>38917</c:v>
                </c:pt>
                <c:pt idx="200">
                  <c:v>38918</c:v>
                </c:pt>
                <c:pt idx="201">
                  <c:v>38919</c:v>
                </c:pt>
                <c:pt idx="202">
                  <c:v>38920</c:v>
                </c:pt>
                <c:pt idx="203">
                  <c:v>38921</c:v>
                </c:pt>
                <c:pt idx="204">
                  <c:v>38922</c:v>
                </c:pt>
                <c:pt idx="205">
                  <c:v>38923</c:v>
                </c:pt>
                <c:pt idx="206">
                  <c:v>38924</c:v>
                </c:pt>
                <c:pt idx="207">
                  <c:v>38925</c:v>
                </c:pt>
                <c:pt idx="208">
                  <c:v>38926</c:v>
                </c:pt>
                <c:pt idx="209">
                  <c:v>38927</c:v>
                </c:pt>
                <c:pt idx="210">
                  <c:v>38928</c:v>
                </c:pt>
                <c:pt idx="211">
                  <c:v>38929</c:v>
                </c:pt>
                <c:pt idx="212">
                  <c:v>38930</c:v>
                </c:pt>
                <c:pt idx="213">
                  <c:v>38931</c:v>
                </c:pt>
                <c:pt idx="214">
                  <c:v>38932</c:v>
                </c:pt>
                <c:pt idx="215">
                  <c:v>38933</c:v>
                </c:pt>
                <c:pt idx="216">
                  <c:v>38934</c:v>
                </c:pt>
                <c:pt idx="217">
                  <c:v>38935</c:v>
                </c:pt>
                <c:pt idx="218">
                  <c:v>38936</c:v>
                </c:pt>
                <c:pt idx="219">
                  <c:v>38937</c:v>
                </c:pt>
                <c:pt idx="220">
                  <c:v>38938</c:v>
                </c:pt>
                <c:pt idx="221">
                  <c:v>38939</c:v>
                </c:pt>
                <c:pt idx="222">
                  <c:v>38940</c:v>
                </c:pt>
                <c:pt idx="223">
                  <c:v>38941</c:v>
                </c:pt>
                <c:pt idx="224">
                  <c:v>38942</c:v>
                </c:pt>
                <c:pt idx="225">
                  <c:v>38943</c:v>
                </c:pt>
                <c:pt idx="226">
                  <c:v>38944</c:v>
                </c:pt>
                <c:pt idx="227">
                  <c:v>38945</c:v>
                </c:pt>
                <c:pt idx="228">
                  <c:v>38946</c:v>
                </c:pt>
                <c:pt idx="229">
                  <c:v>38947</c:v>
                </c:pt>
                <c:pt idx="230">
                  <c:v>38948</c:v>
                </c:pt>
                <c:pt idx="231">
                  <c:v>38949</c:v>
                </c:pt>
                <c:pt idx="232">
                  <c:v>38950</c:v>
                </c:pt>
                <c:pt idx="233">
                  <c:v>38951</c:v>
                </c:pt>
                <c:pt idx="234">
                  <c:v>38952</c:v>
                </c:pt>
                <c:pt idx="235">
                  <c:v>38953</c:v>
                </c:pt>
                <c:pt idx="236">
                  <c:v>38954</c:v>
                </c:pt>
                <c:pt idx="237">
                  <c:v>38955</c:v>
                </c:pt>
                <c:pt idx="238">
                  <c:v>38956</c:v>
                </c:pt>
                <c:pt idx="239">
                  <c:v>38957</c:v>
                </c:pt>
                <c:pt idx="240">
                  <c:v>38958</c:v>
                </c:pt>
                <c:pt idx="241">
                  <c:v>38959</c:v>
                </c:pt>
                <c:pt idx="242">
                  <c:v>38960</c:v>
                </c:pt>
                <c:pt idx="243">
                  <c:v>38961</c:v>
                </c:pt>
                <c:pt idx="244">
                  <c:v>38962</c:v>
                </c:pt>
                <c:pt idx="245">
                  <c:v>38963</c:v>
                </c:pt>
                <c:pt idx="246">
                  <c:v>38964</c:v>
                </c:pt>
                <c:pt idx="247">
                  <c:v>38965</c:v>
                </c:pt>
                <c:pt idx="248">
                  <c:v>38966</c:v>
                </c:pt>
                <c:pt idx="249">
                  <c:v>38967</c:v>
                </c:pt>
                <c:pt idx="250">
                  <c:v>38968</c:v>
                </c:pt>
                <c:pt idx="251">
                  <c:v>38969</c:v>
                </c:pt>
                <c:pt idx="252">
                  <c:v>38970</c:v>
                </c:pt>
                <c:pt idx="253">
                  <c:v>38971</c:v>
                </c:pt>
                <c:pt idx="254">
                  <c:v>38972</c:v>
                </c:pt>
                <c:pt idx="255">
                  <c:v>38973</c:v>
                </c:pt>
                <c:pt idx="256">
                  <c:v>38974</c:v>
                </c:pt>
                <c:pt idx="257">
                  <c:v>38975</c:v>
                </c:pt>
                <c:pt idx="258">
                  <c:v>38976</c:v>
                </c:pt>
                <c:pt idx="259">
                  <c:v>38977</c:v>
                </c:pt>
                <c:pt idx="260">
                  <c:v>38978</c:v>
                </c:pt>
                <c:pt idx="261">
                  <c:v>38979</c:v>
                </c:pt>
                <c:pt idx="262">
                  <c:v>38980</c:v>
                </c:pt>
                <c:pt idx="263">
                  <c:v>38981</c:v>
                </c:pt>
                <c:pt idx="264">
                  <c:v>38982</c:v>
                </c:pt>
                <c:pt idx="265">
                  <c:v>38983</c:v>
                </c:pt>
                <c:pt idx="266">
                  <c:v>38984</c:v>
                </c:pt>
                <c:pt idx="267">
                  <c:v>38985</c:v>
                </c:pt>
                <c:pt idx="268">
                  <c:v>38986</c:v>
                </c:pt>
                <c:pt idx="269">
                  <c:v>38987</c:v>
                </c:pt>
                <c:pt idx="270">
                  <c:v>38988</c:v>
                </c:pt>
                <c:pt idx="271">
                  <c:v>38989</c:v>
                </c:pt>
                <c:pt idx="272">
                  <c:v>38990</c:v>
                </c:pt>
                <c:pt idx="273">
                  <c:v>38991</c:v>
                </c:pt>
                <c:pt idx="274">
                  <c:v>38992</c:v>
                </c:pt>
                <c:pt idx="275">
                  <c:v>38993</c:v>
                </c:pt>
                <c:pt idx="276">
                  <c:v>38994</c:v>
                </c:pt>
                <c:pt idx="277">
                  <c:v>38995</c:v>
                </c:pt>
                <c:pt idx="278">
                  <c:v>38996</c:v>
                </c:pt>
                <c:pt idx="279">
                  <c:v>38997</c:v>
                </c:pt>
                <c:pt idx="280">
                  <c:v>38998</c:v>
                </c:pt>
                <c:pt idx="281">
                  <c:v>38999</c:v>
                </c:pt>
                <c:pt idx="282">
                  <c:v>39000</c:v>
                </c:pt>
                <c:pt idx="283">
                  <c:v>39001</c:v>
                </c:pt>
                <c:pt idx="284">
                  <c:v>39002</c:v>
                </c:pt>
                <c:pt idx="285">
                  <c:v>39003</c:v>
                </c:pt>
                <c:pt idx="286">
                  <c:v>39004</c:v>
                </c:pt>
                <c:pt idx="287">
                  <c:v>39005</c:v>
                </c:pt>
                <c:pt idx="288">
                  <c:v>39006</c:v>
                </c:pt>
                <c:pt idx="289">
                  <c:v>39007</c:v>
                </c:pt>
                <c:pt idx="290">
                  <c:v>39008</c:v>
                </c:pt>
                <c:pt idx="291">
                  <c:v>39009</c:v>
                </c:pt>
                <c:pt idx="292">
                  <c:v>39010</c:v>
                </c:pt>
                <c:pt idx="293">
                  <c:v>39011</c:v>
                </c:pt>
                <c:pt idx="294">
                  <c:v>39012</c:v>
                </c:pt>
                <c:pt idx="295">
                  <c:v>39013</c:v>
                </c:pt>
                <c:pt idx="296">
                  <c:v>39014</c:v>
                </c:pt>
                <c:pt idx="297">
                  <c:v>39015</c:v>
                </c:pt>
                <c:pt idx="298">
                  <c:v>39016</c:v>
                </c:pt>
                <c:pt idx="299">
                  <c:v>39017</c:v>
                </c:pt>
                <c:pt idx="300">
                  <c:v>39018</c:v>
                </c:pt>
                <c:pt idx="301">
                  <c:v>39019</c:v>
                </c:pt>
                <c:pt idx="302">
                  <c:v>39020</c:v>
                </c:pt>
                <c:pt idx="303">
                  <c:v>39021</c:v>
                </c:pt>
                <c:pt idx="304">
                  <c:v>39022</c:v>
                </c:pt>
                <c:pt idx="305">
                  <c:v>39023</c:v>
                </c:pt>
                <c:pt idx="306">
                  <c:v>39024</c:v>
                </c:pt>
                <c:pt idx="307">
                  <c:v>39025</c:v>
                </c:pt>
                <c:pt idx="308">
                  <c:v>39026</c:v>
                </c:pt>
                <c:pt idx="309">
                  <c:v>39027</c:v>
                </c:pt>
                <c:pt idx="310">
                  <c:v>39028</c:v>
                </c:pt>
                <c:pt idx="311">
                  <c:v>39029</c:v>
                </c:pt>
                <c:pt idx="312">
                  <c:v>39030</c:v>
                </c:pt>
                <c:pt idx="313">
                  <c:v>39031</c:v>
                </c:pt>
                <c:pt idx="314">
                  <c:v>39032</c:v>
                </c:pt>
                <c:pt idx="315">
                  <c:v>39033</c:v>
                </c:pt>
                <c:pt idx="316">
                  <c:v>39034</c:v>
                </c:pt>
                <c:pt idx="317">
                  <c:v>39035</c:v>
                </c:pt>
                <c:pt idx="318">
                  <c:v>39036</c:v>
                </c:pt>
                <c:pt idx="319">
                  <c:v>39037</c:v>
                </c:pt>
                <c:pt idx="320">
                  <c:v>39038</c:v>
                </c:pt>
                <c:pt idx="321">
                  <c:v>39039</c:v>
                </c:pt>
                <c:pt idx="322">
                  <c:v>39040</c:v>
                </c:pt>
                <c:pt idx="323">
                  <c:v>39041</c:v>
                </c:pt>
                <c:pt idx="324">
                  <c:v>39042</c:v>
                </c:pt>
                <c:pt idx="325">
                  <c:v>39043</c:v>
                </c:pt>
                <c:pt idx="326">
                  <c:v>39044</c:v>
                </c:pt>
                <c:pt idx="327">
                  <c:v>39045</c:v>
                </c:pt>
                <c:pt idx="328">
                  <c:v>39046</c:v>
                </c:pt>
                <c:pt idx="329">
                  <c:v>39047</c:v>
                </c:pt>
                <c:pt idx="330">
                  <c:v>39048</c:v>
                </c:pt>
                <c:pt idx="331">
                  <c:v>39049</c:v>
                </c:pt>
                <c:pt idx="332">
                  <c:v>39050</c:v>
                </c:pt>
                <c:pt idx="333">
                  <c:v>39051</c:v>
                </c:pt>
                <c:pt idx="334">
                  <c:v>39052</c:v>
                </c:pt>
                <c:pt idx="335">
                  <c:v>39053</c:v>
                </c:pt>
                <c:pt idx="336">
                  <c:v>39054</c:v>
                </c:pt>
                <c:pt idx="337">
                  <c:v>39055</c:v>
                </c:pt>
                <c:pt idx="338">
                  <c:v>39056</c:v>
                </c:pt>
                <c:pt idx="339">
                  <c:v>39057</c:v>
                </c:pt>
                <c:pt idx="340">
                  <c:v>39058</c:v>
                </c:pt>
                <c:pt idx="341">
                  <c:v>39059</c:v>
                </c:pt>
                <c:pt idx="342">
                  <c:v>39060</c:v>
                </c:pt>
                <c:pt idx="343">
                  <c:v>39061</c:v>
                </c:pt>
                <c:pt idx="344">
                  <c:v>39062</c:v>
                </c:pt>
                <c:pt idx="345">
                  <c:v>39063</c:v>
                </c:pt>
                <c:pt idx="346">
                  <c:v>39064</c:v>
                </c:pt>
                <c:pt idx="347">
                  <c:v>39065</c:v>
                </c:pt>
                <c:pt idx="348">
                  <c:v>39066</c:v>
                </c:pt>
                <c:pt idx="349">
                  <c:v>39067</c:v>
                </c:pt>
                <c:pt idx="350">
                  <c:v>39068</c:v>
                </c:pt>
                <c:pt idx="351">
                  <c:v>39069</c:v>
                </c:pt>
                <c:pt idx="352">
                  <c:v>39070</c:v>
                </c:pt>
                <c:pt idx="353">
                  <c:v>39071</c:v>
                </c:pt>
                <c:pt idx="354">
                  <c:v>39072</c:v>
                </c:pt>
                <c:pt idx="355">
                  <c:v>39073</c:v>
                </c:pt>
                <c:pt idx="356">
                  <c:v>39074</c:v>
                </c:pt>
                <c:pt idx="357">
                  <c:v>39075</c:v>
                </c:pt>
                <c:pt idx="358">
                  <c:v>39076</c:v>
                </c:pt>
                <c:pt idx="359">
                  <c:v>39077</c:v>
                </c:pt>
                <c:pt idx="360">
                  <c:v>39078</c:v>
                </c:pt>
                <c:pt idx="361">
                  <c:v>39079</c:v>
                </c:pt>
                <c:pt idx="362">
                  <c:v>39080</c:v>
                </c:pt>
                <c:pt idx="363">
                  <c:v>39081</c:v>
                </c:pt>
                <c:pt idx="364">
                  <c:v>39082</c:v>
                </c:pt>
                <c:pt idx="365">
                  <c:v>39083</c:v>
                </c:pt>
                <c:pt idx="366">
                  <c:v>39084</c:v>
                </c:pt>
                <c:pt idx="367">
                  <c:v>39085</c:v>
                </c:pt>
                <c:pt idx="368">
                  <c:v>39086</c:v>
                </c:pt>
                <c:pt idx="369">
                  <c:v>39087</c:v>
                </c:pt>
                <c:pt idx="370">
                  <c:v>39088</c:v>
                </c:pt>
                <c:pt idx="371">
                  <c:v>39089</c:v>
                </c:pt>
                <c:pt idx="372">
                  <c:v>39090</c:v>
                </c:pt>
                <c:pt idx="373">
                  <c:v>39091</c:v>
                </c:pt>
                <c:pt idx="374">
                  <c:v>39092</c:v>
                </c:pt>
                <c:pt idx="375">
                  <c:v>39093</c:v>
                </c:pt>
                <c:pt idx="376">
                  <c:v>39094</c:v>
                </c:pt>
                <c:pt idx="377">
                  <c:v>39095</c:v>
                </c:pt>
                <c:pt idx="378">
                  <c:v>39096</c:v>
                </c:pt>
                <c:pt idx="379">
                  <c:v>39097</c:v>
                </c:pt>
                <c:pt idx="380">
                  <c:v>39098</c:v>
                </c:pt>
                <c:pt idx="381">
                  <c:v>39099</c:v>
                </c:pt>
                <c:pt idx="382">
                  <c:v>39100</c:v>
                </c:pt>
                <c:pt idx="383">
                  <c:v>39101</c:v>
                </c:pt>
                <c:pt idx="384">
                  <c:v>39102</c:v>
                </c:pt>
                <c:pt idx="385">
                  <c:v>39103</c:v>
                </c:pt>
                <c:pt idx="386">
                  <c:v>39104</c:v>
                </c:pt>
                <c:pt idx="387">
                  <c:v>39105</c:v>
                </c:pt>
                <c:pt idx="388">
                  <c:v>39106</c:v>
                </c:pt>
                <c:pt idx="389">
                  <c:v>39107</c:v>
                </c:pt>
                <c:pt idx="390">
                  <c:v>39108</c:v>
                </c:pt>
                <c:pt idx="391">
                  <c:v>39109</c:v>
                </c:pt>
                <c:pt idx="392">
                  <c:v>39110</c:v>
                </c:pt>
                <c:pt idx="393">
                  <c:v>39111</c:v>
                </c:pt>
                <c:pt idx="394">
                  <c:v>39112</c:v>
                </c:pt>
                <c:pt idx="395">
                  <c:v>39113</c:v>
                </c:pt>
                <c:pt idx="396">
                  <c:v>39114</c:v>
                </c:pt>
                <c:pt idx="397">
                  <c:v>39115</c:v>
                </c:pt>
                <c:pt idx="398">
                  <c:v>39116</c:v>
                </c:pt>
                <c:pt idx="399">
                  <c:v>39117</c:v>
                </c:pt>
                <c:pt idx="400">
                  <c:v>39118</c:v>
                </c:pt>
                <c:pt idx="401">
                  <c:v>39119</c:v>
                </c:pt>
                <c:pt idx="402">
                  <c:v>39120</c:v>
                </c:pt>
                <c:pt idx="403">
                  <c:v>39121</c:v>
                </c:pt>
                <c:pt idx="404">
                  <c:v>39122</c:v>
                </c:pt>
                <c:pt idx="405">
                  <c:v>39123</c:v>
                </c:pt>
                <c:pt idx="406">
                  <c:v>39124</c:v>
                </c:pt>
                <c:pt idx="407">
                  <c:v>39125</c:v>
                </c:pt>
                <c:pt idx="408">
                  <c:v>39126</c:v>
                </c:pt>
                <c:pt idx="409">
                  <c:v>39127</c:v>
                </c:pt>
                <c:pt idx="410">
                  <c:v>39128</c:v>
                </c:pt>
                <c:pt idx="411">
                  <c:v>39129</c:v>
                </c:pt>
                <c:pt idx="412">
                  <c:v>39130</c:v>
                </c:pt>
                <c:pt idx="413">
                  <c:v>39131</c:v>
                </c:pt>
                <c:pt idx="414">
                  <c:v>39132</c:v>
                </c:pt>
                <c:pt idx="415">
                  <c:v>39133</c:v>
                </c:pt>
                <c:pt idx="416">
                  <c:v>39134</c:v>
                </c:pt>
                <c:pt idx="417">
                  <c:v>39135</c:v>
                </c:pt>
                <c:pt idx="418">
                  <c:v>39136</c:v>
                </c:pt>
                <c:pt idx="419">
                  <c:v>39137</c:v>
                </c:pt>
                <c:pt idx="420">
                  <c:v>39138</c:v>
                </c:pt>
                <c:pt idx="421">
                  <c:v>39139</c:v>
                </c:pt>
                <c:pt idx="422">
                  <c:v>39140</c:v>
                </c:pt>
                <c:pt idx="423">
                  <c:v>39141</c:v>
                </c:pt>
                <c:pt idx="424">
                  <c:v>39142</c:v>
                </c:pt>
                <c:pt idx="425">
                  <c:v>39143</c:v>
                </c:pt>
                <c:pt idx="426">
                  <c:v>39144</c:v>
                </c:pt>
                <c:pt idx="427">
                  <c:v>39145</c:v>
                </c:pt>
                <c:pt idx="428">
                  <c:v>39146</c:v>
                </c:pt>
                <c:pt idx="429">
                  <c:v>39147</c:v>
                </c:pt>
                <c:pt idx="430">
                  <c:v>39148</c:v>
                </c:pt>
                <c:pt idx="431">
                  <c:v>39149</c:v>
                </c:pt>
                <c:pt idx="432">
                  <c:v>39150</c:v>
                </c:pt>
                <c:pt idx="433">
                  <c:v>39151</c:v>
                </c:pt>
                <c:pt idx="434">
                  <c:v>39152</c:v>
                </c:pt>
                <c:pt idx="435">
                  <c:v>39153</c:v>
                </c:pt>
                <c:pt idx="436">
                  <c:v>39154</c:v>
                </c:pt>
                <c:pt idx="437">
                  <c:v>39155</c:v>
                </c:pt>
                <c:pt idx="438">
                  <c:v>39156</c:v>
                </c:pt>
                <c:pt idx="439">
                  <c:v>39157</c:v>
                </c:pt>
                <c:pt idx="440">
                  <c:v>39158</c:v>
                </c:pt>
                <c:pt idx="441">
                  <c:v>39159</c:v>
                </c:pt>
                <c:pt idx="442">
                  <c:v>39160</c:v>
                </c:pt>
                <c:pt idx="443">
                  <c:v>39161</c:v>
                </c:pt>
                <c:pt idx="444">
                  <c:v>39162</c:v>
                </c:pt>
                <c:pt idx="445">
                  <c:v>39163</c:v>
                </c:pt>
                <c:pt idx="446">
                  <c:v>39164</c:v>
                </c:pt>
                <c:pt idx="447">
                  <c:v>39165</c:v>
                </c:pt>
                <c:pt idx="448">
                  <c:v>39166</c:v>
                </c:pt>
                <c:pt idx="449">
                  <c:v>39167</c:v>
                </c:pt>
                <c:pt idx="450">
                  <c:v>39168</c:v>
                </c:pt>
                <c:pt idx="451">
                  <c:v>39169</c:v>
                </c:pt>
                <c:pt idx="452">
                  <c:v>39170</c:v>
                </c:pt>
                <c:pt idx="453">
                  <c:v>39171</c:v>
                </c:pt>
                <c:pt idx="454">
                  <c:v>39172</c:v>
                </c:pt>
                <c:pt idx="455">
                  <c:v>39173</c:v>
                </c:pt>
                <c:pt idx="456">
                  <c:v>39174</c:v>
                </c:pt>
                <c:pt idx="457">
                  <c:v>39175</c:v>
                </c:pt>
                <c:pt idx="458">
                  <c:v>39176</c:v>
                </c:pt>
                <c:pt idx="459">
                  <c:v>39177</c:v>
                </c:pt>
                <c:pt idx="460">
                  <c:v>39178</c:v>
                </c:pt>
                <c:pt idx="461">
                  <c:v>39179</c:v>
                </c:pt>
                <c:pt idx="462">
                  <c:v>39180</c:v>
                </c:pt>
                <c:pt idx="463">
                  <c:v>39181</c:v>
                </c:pt>
                <c:pt idx="464">
                  <c:v>39182</c:v>
                </c:pt>
                <c:pt idx="465">
                  <c:v>39183</c:v>
                </c:pt>
                <c:pt idx="466">
                  <c:v>39184</c:v>
                </c:pt>
                <c:pt idx="467">
                  <c:v>39185</c:v>
                </c:pt>
                <c:pt idx="468">
                  <c:v>39186</c:v>
                </c:pt>
                <c:pt idx="469">
                  <c:v>39187</c:v>
                </c:pt>
                <c:pt idx="470">
                  <c:v>39188</c:v>
                </c:pt>
                <c:pt idx="471">
                  <c:v>39189</c:v>
                </c:pt>
                <c:pt idx="472">
                  <c:v>39190</c:v>
                </c:pt>
                <c:pt idx="473">
                  <c:v>39191</c:v>
                </c:pt>
                <c:pt idx="474">
                  <c:v>39192</c:v>
                </c:pt>
                <c:pt idx="475">
                  <c:v>39193</c:v>
                </c:pt>
                <c:pt idx="476">
                  <c:v>39194</c:v>
                </c:pt>
                <c:pt idx="477">
                  <c:v>39195</c:v>
                </c:pt>
                <c:pt idx="478">
                  <c:v>39196</c:v>
                </c:pt>
                <c:pt idx="479">
                  <c:v>39197</c:v>
                </c:pt>
                <c:pt idx="480">
                  <c:v>39198</c:v>
                </c:pt>
                <c:pt idx="481">
                  <c:v>39199</c:v>
                </c:pt>
                <c:pt idx="482">
                  <c:v>39200</c:v>
                </c:pt>
                <c:pt idx="483">
                  <c:v>39201</c:v>
                </c:pt>
                <c:pt idx="484">
                  <c:v>39202</c:v>
                </c:pt>
                <c:pt idx="485">
                  <c:v>39203</c:v>
                </c:pt>
                <c:pt idx="486">
                  <c:v>39204</c:v>
                </c:pt>
                <c:pt idx="487">
                  <c:v>39205</c:v>
                </c:pt>
                <c:pt idx="488">
                  <c:v>39206</c:v>
                </c:pt>
                <c:pt idx="489">
                  <c:v>39207</c:v>
                </c:pt>
                <c:pt idx="490">
                  <c:v>39208</c:v>
                </c:pt>
                <c:pt idx="491">
                  <c:v>39209</c:v>
                </c:pt>
                <c:pt idx="492">
                  <c:v>39210</c:v>
                </c:pt>
                <c:pt idx="493">
                  <c:v>39211</c:v>
                </c:pt>
                <c:pt idx="494">
                  <c:v>39212</c:v>
                </c:pt>
                <c:pt idx="495">
                  <c:v>39213</c:v>
                </c:pt>
                <c:pt idx="496">
                  <c:v>39214</c:v>
                </c:pt>
                <c:pt idx="497">
                  <c:v>39215</c:v>
                </c:pt>
                <c:pt idx="498">
                  <c:v>39216</c:v>
                </c:pt>
                <c:pt idx="499">
                  <c:v>39217</c:v>
                </c:pt>
                <c:pt idx="500">
                  <c:v>39218</c:v>
                </c:pt>
                <c:pt idx="501">
                  <c:v>39219</c:v>
                </c:pt>
                <c:pt idx="502">
                  <c:v>39220</c:v>
                </c:pt>
                <c:pt idx="503">
                  <c:v>39221</c:v>
                </c:pt>
                <c:pt idx="504">
                  <c:v>39222</c:v>
                </c:pt>
                <c:pt idx="505">
                  <c:v>39223</c:v>
                </c:pt>
                <c:pt idx="506">
                  <c:v>39224</c:v>
                </c:pt>
                <c:pt idx="507">
                  <c:v>39225</c:v>
                </c:pt>
                <c:pt idx="508">
                  <c:v>39226</c:v>
                </c:pt>
                <c:pt idx="509">
                  <c:v>39227</c:v>
                </c:pt>
                <c:pt idx="510">
                  <c:v>39228</c:v>
                </c:pt>
                <c:pt idx="511">
                  <c:v>39229</c:v>
                </c:pt>
                <c:pt idx="512">
                  <c:v>39230</c:v>
                </c:pt>
                <c:pt idx="513">
                  <c:v>39231</c:v>
                </c:pt>
                <c:pt idx="514">
                  <c:v>39232</c:v>
                </c:pt>
                <c:pt idx="515">
                  <c:v>39233</c:v>
                </c:pt>
                <c:pt idx="516">
                  <c:v>39234</c:v>
                </c:pt>
                <c:pt idx="517">
                  <c:v>39235</c:v>
                </c:pt>
                <c:pt idx="518">
                  <c:v>39236</c:v>
                </c:pt>
                <c:pt idx="519">
                  <c:v>39237</c:v>
                </c:pt>
                <c:pt idx="520">
                  <c:v>39238</c:v>
                </c:pt>
                <c:pt idx="521">
                  <c:v>39239</c:v>
                </c:pt>
                <c:pt idx="522">
                  <c:v>39240</c:v>
                </c:pt>
                <c:pt idx="523">
                  <c:v>39241</c:v>
                </c:pt>
                <c:pt idx="524">
                  <c:v>39242</c:v>
                </c:pt>
                <c:pt idx="525">
                  <c:v>39243</c:v>
                </c:pt>
                <c:pt idx="526">
                  <c:v>39244</c:v>
                </c:pt>
                <c:pt idx="527">
                  <c:v>39245</c:v>
                </c:pt>
                <c:pt idx="528">
                  <c:v>39246</c:v>
                </c:pt>
                <c:pt idx="529">
                  <c:v>39247</c:v>
                </c:pt>
                <c:pt idx="530">
                  <c:v>39248</c:v>
                </c:pt>
                <c:pt idx="531">
                  <c:v>39249</c:v>
                </c:pt>
                <c:pt idx="532">
                  <c:v>39250</c:v>
                </c:pt>
                <c:pt idx="533">
                  <c:v>39251</c:v>
                </c:pt>
                <c:pt idx="534">
                  <c:v>39252</c:v>
                </c:pt>
                <c:pt idx="535">
                  <c:v>39253</c:v>
                </c:pt>
                <c:pt idx="536">
                  <c:v>39254</c:v>
                </c:pt>
                <c:pt idx="537">
                  <c:v>39255</c:v>
                </c:pt>
                <c:pt idx="538">
                  <c:v>39256</c:v>
                </c:pt>
                <c:pt idx="539">
                  <c:v>39257</c:v>
                </c:pt>
                <c:pt idx="540">
                  <c:v>39258</c:v>
                </c:pt>
                <c:pt idx="541">
                  <c:v>39259</c:v>
                </c:pt>
                <c:pt idx="542">
                  <c:v>39260</c:v>
                </c:pt>
                <c:pt idx="543">
                  <c:v>39261</c:v>
                </c:pt>
                <c:pt idx="544">
                  <c:v>39262</c:v>
                </c:pt>
                <c:pt idx="545">
                  <c:v>39263</c:v>
                </c:pt>
                <c:pt idx="546">
                  <c:v>39264</c:v>
                </c:pt>
                <c:pt idx="547">
                  <c:v>39265</c:v>
                </c:pt>
                <c:pt idx="548">
                  <c:v>39266</c:v>
                </c:pt>
                <c:pt idx="549">
                  <c:v>39267</c:v>
                </c:pt>
                <c:pt idx="550">
                  <c:v>39268</c:v>
                </c:pt>
                <c:pt idx="551">
                  <c:v>39269</c:v>
                </c:pt>
                <c:pt idx="552">
                  <c:v>39270</c:v>
                </c:pt>
                <c:pt idx="553">
                  <c:v>39271</c:v>
                </c:pt>
                <c:pt idx="554">
                  <c:v>39272</c:v>
                </c:pt>
                <c:pt idx="555">
                  <c:v>39273</c:v>
                </c:pt>
                <c:pt idx="556">
                  <c:v>39274</c:v>
                </c:pt>
                <c:pt idx="557">
                  <c:v>39275</c:v>
                </c:pt>
                <c:pt idx="558">
                  <c:v>39276</c:v>
                </c:pt>
                <c:pt idx="559">
                  <c:v>39277</c:v>
                </c:pt>
                <c:pt idx="560">
                  <c:v>39278</c:v>
                </c:pt>
                <c:pt idx="561">
                  <c:v>39279</c:v>
                </c:pt>
                <c:pt idx="562">
                  <c:v>39280</c:v>
                </c:pt>
                <c:pt idx="563">
                  <c:v>39281</c:v>
                </c:pt>
                <c:pt idx="564">
                  <c:v>39282</c:v>
                </c:pt>
                <c:pt idx="565">
                  <c:v>39283</c:v>
                </c:pt>
                <c:pt idx="566">
                  <c:v>39284</c:v>
                </c:pt>
                <c:pt idx="567">
                  <c:v>39285</c:v>
                </c:pt>
                <c:pt idx="568">
                  <c:v>39286</c:v>
                </c:pt>
                <c:pt idx="569">
                  <c:v>39287</c:v>
                </c:pt>
                <c:pt idx="570">
                  <c:v>39288</c:v>
                </c:pt>
                <c:pt idx="571">
                  <c:v>39289</c:v>
                </c:pt>
                <c:pt idx="572">
                  <c:v>39290</c:v>
                </c:pt>
                <c:pt idx="573">
                  <c:v>39291</c:v>
                </c:pt>
                <c:pt idx="574">
                  <c:v>39292</c:v>
                </c:pt>
                <c:pt idx="575">
                  <c:v>39293</c:v>
                </c:pt>
                <c:pt idx="576">
                  <c:v>39294</c:v>
                </c:pt>
                <c:pt idx="577">
                  <c:v>39295</c:v>
                </c:pt>
                <c:pt idx="578">
                  <c:v>39296</c:v>
                </c:pt>
                <c:pt idx="579">
                  <c:v>39297</c:v>
                </c:pt>
                <c:pt idx="580">
                  <c:v>39298</c:v>
                </c:pt>
                <c:pt idx="581">
                  <c:v>39299</c:v>
                </c:pt>
                <c:pt idx="582">
                  <c:v>39300</c:v>
                </c:pt>
                <c:pt idx="583">
                  <c:v>39301</c:v>
                </c:pt>
                <c:pt idx="584">
                  <c:v>39302</c:v>
                </c:pt>
                <c:pt idx="585">
                  <c:v>39303</c:v>
                </c:pt>
                <c:pt idx="586">
                  <c:v>39304</c:v>
                </c:pt>
                <c:pt idx="587">
                  <c:v>39305</c:v>
                </c:pt>
                <c:pt idx="588">
                  <c:v>39306</c:v>
                </c:pt>
                <c:pt idx="589">
                  <c:v>39307</c:v>
                </c:pt>
                <c:pt idx="590">
                  <c:v>39308</c:v>
                </c:pt>
                <c:pt idx="591">
                  <c:v>39309</c:v>
                </c:pt>
                <c:pt idx="592">
                  <c:v>39310</c:v>
                </c:pt>
                <c:pt idx="593">
                  <c:v>39311</c:v>
                </c:pt>
                <c:pt idx="594">
                  <c:v>39312</c:v>
                </c:pt>
                <c:pt idx="595">
                  <c:v>39313</c:v>
                </c:pt>
                <c:pt idx="596">
                  <c:v>39314</c:v>
                </c:pt>
                <c:pt idx="597">
                  <c:v>39315</c:v>
                </c:pt>
                <c:pt idx="598">
                  <c:v>39316</c:v>
                </c:pt>
                <c:pt idx="599">
                  <c:v>39317</c:v>
                </c:pt>
                <c:pt idx="600">
                  <c:v>39318</c:v>
                </c:pt>
                <c:pt idx="601">
                  <c:v>39319</c:v>
                </c:pt>
                <c:pt idx="602">
                  <c:v>39320</c:v>
                </c:pt>
                <c:pt idx="603">
                  <c:v>39321</c:v>
                </c:pt>
                <c:pt idx="604">
                  <c:v>39322</c:v>
                </c:pt>
                <c:pt idx="605">
                  <c:v>39323</c:v>
                </c:pt>
                <c:pt idx="606">
                  <c:v>39324</c:v>
                </c:pt>
                <c:pt idx="607">
                  <c:v>39325</c:v>
                </c:pt>
                <c:pt idx="608">
                  <c:v>39326</c:v>
                </c:pt>
                <c:pt idx="609">
                  <c:v>39327</c:v>
                </c:pt>
                <c:pt idx="610">
                  <c:v>39328</c:v>
                </c:pt>
                <c:pt idx="611">
                  <c:v>39329</c:v>
                </c:pt>
                <c:pt idx="612">
                  <c:v>39330</c:v>
                </c:pt>
                <c:pt idx="613">
                  <c:v>39331</c:v>
                </c:pt>
                <c:pt idx="614">
                  <c:v>39332</c:v>
                </c:pt>
                <c:pt idx="615">
                  <c:v>39333</c:v>
                </c:pt>
                <c:pt idx="616">
                  <c:v>39334</c:v>
                </c:pt>
                <c:pt idx="617">
                  <c:v>39335</c:v>
                </c:pt>
                <c:pt idx="618">
                  <c:v>39336</c:v>
                </c:pt>
                <c:pt idx="619">
                  <c:v>39337</c:v>
                </c:pt>
                <c:pt idx="620">
                  <c:v>39338</c:v>
                </c:pt>
                <c:pt idx="621">
                  <c:v>39339</c:v>
                </c:pt>
                <c:pt idx="622">
                  <c:v>39340</c:v>
                </c:pt>
                <c:pt idx="623">
                  <c:v>39341</c:v>
                </c:pt>
                <c:pt idx="624">
                  <c:v>39342</c:v>
                </c:pt>
                <c:pt idx="625">
                  <c:v>39343</c:v>
                </c:pt>
                <c:pt idx="626">
                  <c:v>39344</c:v>
                </c:pt>
                <c:pt idx="627">
                  <c:v>39345</c:v>
                </c:pt>
                <c:pt idx="628">
                  <c:v>39346</c:v>
                </c:pt>
                <c:pt idx="629">
                  <c:v>39347</c:v>
                </c:pt>
                <c:pt idx="630">
                  <c:v>39348</c:v>
                </c:pt>
                <c:pt idx="631">
                  <c:v>39349</c:v>
                </c:pt>
                <c:pt idx="632">
                  <c:v>39350</c:v>
                </c:pt>
                <c:pt idx="633">
                  <c:v>39351</c:v>
                </c:pt>
                <c:pt idx="634">
                  <c:v>39352</c:v>
                </c:pt>
                <c:pt idx="635">
                  <c:v>39353</c:v>
                </c:pt>
                <c:pt idx="636">
                  <c:v>39354</c:v>
                </c:pt>
                <c:pt idx="637">
                  <c:v>39355</c:v>
                </c:pt>
                <c:pt idx="638">
                  <c:v>39356</c:v>
                </c:pt>
                <c:pt idx="639">
                  <c:v>39357</c:v>
                </c:pt>
                <c:pt idx="640">
                  <c:v>39358</c:v>
                </c:pt>
                <c:pt idx="641">
                  <c:v>39359</c:v>
                </c:pt>
                <c:pt idx="642">
                  <c:v>39360</c:v>
                </c:pt>
                <c:pt idx="643">
                  <c:v>39361</c:v>
                </c:pt>
                <c:pt idx="644">
                  <c:v>39362</c:v>
                </c:pt>
                <c:pt idx="645">
                  <c:v>39363</c:v>
                </c:pt>
                <c:pt idx="646">
                  <c:v>39364</c:v>
                </c:pt>
                <c:pt idx="647">
                  <c:v>39365</c:v>
                </c:pt>
                <c:pt idx="648">
                  <c:v>39366</c:v>
                </c:pt>
                <c:pt idx="649">
                  <c:v>39367</c:v>
                </c:pt>
                <c:pt idx="650">
                  <c:v>39368</c:v>
                </c:pt>
                <c:pt idx="651">
                  <c:v>39369</c:v>
                </c:pt>
                <c:pt idx="652">
                  <c:v>39370</c:v>
                </c:pt>
                <c:pt idx="653">
                  <c:v>39371</c:v>
                </c:pt>
                <c:pt idx="654">
                  <c:v>39372</c:v>
                </c:pt>
                <c:pt idx="655">
                  <c:v>39373</c:v>
                </c:pt>
                <c:pt idx="656">
                  <c:v>39374</c:v>
                </c:pt>
                <c:pt idx="657">
                  <c:v>39375</c:v>
                </c:pt>
                <c:pt idx="658">
                  <c:v>39376</c:v>
                </c:pt>
                <c:pt idx="659">
                  <c:v>39377</c:v>
                </c:pt>
                <c:pt idx="660">
                  <c:v>39378</c:v>
                </c:pt>
                <c:pt idx="661">
                  <c:v>39379</c:v>
                </c:pt>
                <c:pt idx="662">
                  <c:v>39380</c:v>
                </c:pt>
                <c:pt idx="663">
                  <c:v>39381</c:v>
                </c:pt>
                <c:pt idx="664">
                  <c:v>39382</c:v>
                </c:pt>
                <c:pt idx="665">
                  <c:v>39383</c:v>
                </c:pt>
                <c:pt idx="666">
                  <c:v>39384</c:v>
                </c:pt>
                <c:pt idx="667">
                  <c:v>39385</c:v>
                </c:pt>
                <c:pt idx="668">
                  <c:v>39386</c:v>
                </c:pt>
                <c:pt idx="669">
                  <c:v>39387</c:v>
                </c:pt>
                <c:pt idx="670">
                  <c:v>39388</c:v>
                </c:pt>
                <c:pt idx="671">
                  <c:v>39389</c:v>
                </c:pt>
                <c:pt idx="672">
                  <c:v>39390</c:v>
                </c:pt>
                <c:pt idx="673">
                  <c:v>39391</c:v>
                </c:pt>
                <c:pt idx="674">
                  <c:v>39392</c:v>
                </c:pt>
                <c:pt idx="675">
                  <c:v>39393</c:v>
                </c:pt>
                <c:pt idx="676">
                  <c:v>39394</c:v>
                </c:pt>
                <c:pt idx="677">
                  <c:v>39395</c:v>
                </c:pt>
                <c:pt idx="678">
                  <c:v>39396</c:v>
                </c:pt>
                <c:pt idx="679">
                  <c:v>39397</c:v>
                </c:pt>
                <c:pt idx="680">
                  <c:v>39398</c:v>
                </c:pt>
                <c:pt idx="681">
                  <c:v>39399</c:v>
                </c:pt>
                <c:pt idx="682">
                  <c:v>39400</c:v>
                </c:pt>
                <c:pt idx="683">
                  <c:v>39401</c:v>
                </c:pt>
                <c:pt idx="684">
                  <c:v>39402</c:v>
                </c:pt>
                <c:pt idx="685">
                  <c:v>39403</c:v>
                </c:pt>
                <c:pt idx="686">
                  <c:v>39404</c:v>
                </c:pt>
                <c:pt idx="687">
                  <c:v>39405</c:v>
                </c:pt>
                <c:pt idx="688">
                  <c:v>39406</c:v>
                </c:pt>
                <c:pt idx="689">
                  <c:v>39407</c:v>
                </c:pt>
                <c:pt idx="690">
                  <c:v>39408</c:v>
                </c:pt>
                <c:pt idx="691">
                  <c:v>39409</c:v>
                </c:pt>
                <c:pt idx="692">
                  <c:v>39410</c:v>
                </c:pt>
                <c:pt idx="693">
                  <c:v>39411</c:v>
                </c:pt>
                <c:pt idx="694">
                  <c:v>39412</c:v>
                </c:pt>
                <c:pt idx="695">
                  <c:v>39413</c:v>
                </c:pt>
                <c:pt idx="696">
                  <c:v>39414</c:v>
                </c:pt>
                <c:pt idx="697">
                  <c:v>39415</c:v>
                </c:pt>
                <c:pt idx="698">
                  <c:v>39416</c:v>
                </c:pt>
                <c:pt idx="699">
                  <c:v>39417</c:v>
                </c:pt>
                <c:pt idx="700">
                  <c:v>39418</c:v>
                </c:pt>
                <c:pt idx="701">
                  <c:v>39419</c:v>
                </c:pt>
                <c:pt idx="702">
                  <c:v>39420</c:v>
                </c:pt>
                <c:pt idx="703">
                  <c:v>39421</c:v>
                </c:pt>
                <c:pt idx="704">
                  <c:v>39422</c:v>
                </c:pt>
                <c:pt idx="705">
                  <c:v>39423</c:v>
                </c:pt>
                <c:pt idx="706">
                  <c:v>39424</c:v>
                </c:pt>
                <c:pt idx="707">
                  <c:v>39425</c:v>
                </c:pt>
                <c:pt idx="708">
                  <c:v>39426</c:v>
                </c:pt>
                <c:pt idx="709">
                  <c:v>39427</c:v>
                </c:pt>
                <c:pt idx="710">
                  <c:v>39428</c:v>
                </c:pt>
                <c:pt idx="711">
                  <c:v>39429</c:v>
                </c:pt>
                <c:pt idx="712">
                  <c:v>39430</c:v>
                </c:pt>
                <c:pt idx="713">
                  <c:v>39431</c:v>
                </c:pt>
                <c:pt idx="714">
                  <c:v>39432</c:v>
                </c:pt>
                <c:pt idx="715">
                  <c:v>39433</c:v>
                </c:pt>
                <c:pt idx="716">
                  <c:v>39434</c:v>
                </c:pt>
                <c:pt idx="717">
                  <c:v>39435</c:v>
                </c:pt>
                <c:pt idx="718">
                  <c:v>39436</c:v>
                </c:pt>
                <c:pt idx="719">
                  <c:v>39437</c:v>
                </c:pt>
                <c:pt idx="720">
                  <c:v>39438</c:v>
                </c:pt>
                <c:pt idx="721">
                  <c:v>39439</c:v>
                </c:pt>
                <c:pt idx="722">
                  <c:v>39440</c:v>
                </c:pt>
                <c:pt idx="723">
                  <c:v>39441</c:v>
                </c:pt>
                <c:pt idx="724">
                  <c:v>39442</c:v>
                </c:pt>
                <c:pt idx="725">
                  <c:v>39443</c:v>
                </c:pt>
                <c:pt idx="726">
                  <c:v>39444</c:v>
                </c:pt>
                <c:pt idx="727">
                  <c:v>39445</c:v>
                </c:pt>
                <c:pt idx="728">
                  <c:v>39446</c:v>
                </c:pt>
                <c:pt idx="729">
                  <c:v>39447</c:v>
                </c:pt>
                <c:pt idx="730">
                  <c:v>39448</c:v>
                </c:pt>
                <c:pt idx="731">
                  <c:v>39449</c:v>
                </c:pt>
                <c:pt idx="732">
                  <c:v>39450</c:v>
                </c:pt>
                <c:pt idx="733">
                  <c:v>39451</c:v>
                </c:pt>
                <c:pt idx="734">
                  <c:v>39452</c:v>
                </c:pt>
                <c:pt idx="735">
                  <c:v>39453</c:v>
                </c:pt>
                <c:pt idx="736">
                  <c:v>39454</c:v>
                </c:pt>
                <c:pt idx="737">
                  <c:v>39455</c:v>
                </c:pt>
                <c:pt idx="738">
                  <c:v>39456</c:v>
                </c:pt>
                <c:pt idx="739">
                  <c:v>39457</c:v>
                </c:pt>
                <c:pt idx="740">
                  <c:v>39458</c:v>
                </c:pt>
                <c:pt idx="741">
                  <c:v>39459</c:v>
                </c:pt>
                <c:pt idx="742">
                  <c:v>39460</c:v>
                </c:pt>
                <c:pt idx="743">
                  <c:v>39461</c:v>
                </c:pt>
                <c:pt idx="744">
                  <c:v>39462</c:v>
                </c:pt>
                <c:pt idx="745">
                  <c:v>39463</c:v>
                </c:pt>
                <c:pt idx="746">
                  <c:v>39464</c:v>
                </c:pt>
                <c:pt idx="747">
                  <c:v>39465</c:v>
                </c:pt>
                <c:pt idx="748">
                  <c:v>39466</c:v>
                </c:pt>
                <c:pt idx="749">
                  <c:v>39467</c:v>
                </c:pt>
                <c:pt idx="750">
                  <c:v>39468</c:v>
                </c:pt>
                <c:pt idx="751">
                  <c:v>39469</c:v>
                </c:pt>
                <c:pt idx="752">
                  <c:v>39470</c:v>
                </c:pt>
                <c:pt idx="753">
                  <c:v>39471</c:v>
                </c:pt>
                <c:pt idx="754">
                  <c:v>39472</c:v>
                </c:pt>
                <c:pt idx="755">
                  <c:v>39473</c:v>
                </c:pt>
                <c:pt idx="756">
                  <c:v>39474</c:v>
                </c:pt>
                <c:pt idx="757">
                  <c:v>39475</c:v>
                </c:pt>
                <c:pt idx="758">
                  <c:v>39476</c:v>
                </c:pt>
                <c:pt idx="759">
                  <c:v>39477</c:v>
                </c:pt>
                <c:pt idx="760">
                  <c:v>39478</c:v>
                </c:pt>
                <c:pt idx="761">
                  <c:v>39479</c:v>
                </c:pt>
                <c:pt idx="762">
                  <c:v>39480</c:v>
                </c:pt>
                <c:pt idx="763">
                  <c:v>39481</c:v>
                </c:pt>
                <c:pt idx="764">
                  <c:v>39482</c:v>
                </c:pt>
                <c:pt idx="765">
                  <c:v>39483</c:v>
                </c:pt>
                <c:pt idx="766">
                  <c:v>39484</c:v>
                </c:pt>
                <c:pt idx="767">
                  <c:v>39485</c:v>
                </c:pt>
                <c:pt idx="768">
                  <c:v>39486</c:v>
                </c:pt>
                <c:pt idx="769">
                  <c:v>39487</c:v>
                </c:pt>
                <c:pt idx="770">
                  <c:v>39488</c:v>
                </c:pt>
                <c:pt idx="771">
                  <c:v>39489</c:v>
                </c:pt>
                <c:pt idx="772">
                  <c:v>39490</c:v>
                </c:pt>
                <c:pt idx="773">
                  <c:v>39491</c:v>
                </c:pt>
                <c:pt idx="774">
                  <c:v>39492</c:v>
                </c:pt>
                <c:pt idx="775">
                  <c:v>39493</c:v>
                </c:pt>
                <c:pt idx="776">
                  <c:v>39494</c:v>
                </c:pt>
                <c:pt idx="777">
                  <c:v>39495</c:v>
                </c:pt>
                <c:pt idx="778">
                  <c:v>39496</c:v>
                </c:pt>
                <c:pt idx="779">
                  <c:v>39497</c:v>
                </c:pt>
                <c:pt idx="780">
                  <c:v>39498</c:v>
                </c:pt>
                <c:pt idx="781">
                  <c:v>39499</c:v>
                </c:pt>
                <c:pt idx="782">
                  <c:v>39500</c:v>
                </c:pt>
                <c:pt idx="783">
                  <c:v>39501</c:v>
                </c:pt>
                <c:pt idx="784">
                  <c:v>39502</c:v>
                </c:pt>
                <c:pt idx="785">
                  <c:v>39503</c:v>
                </c:pt>
                <c:pt idx="786">
                  <c:v>39504</c:v>
                </c:pt>
                <c:pt idx="787">
                  <c:v>39505</c:v>
                </c:pt>
                <c:pt idx="788">
                  <c:v>39506</c:v>
                </c:pt>
                <c:pt idx="789">
                  <c:v>39507</c:v>
                </c:pt>
                <c:pt idx="790">
                  <c:v>39508</c:v>
                </c:pt>
                <c:pt idx="791">
                  <c:v>39509</c:v>
                </c:pt>
                <c:pt idx="792">
                  <c:v>39510</c:v>
                </c:pt>
                <c:pt idx="793">
                  <c:v>39511</c:v>
                </c:pt>
                <c:pt idx="794">
                  <c:v>39512</c:v>
                </c:pt>
                <c:pt idx="795">
                  <c:v>39513</c:v>
                </c:pt>
                <c:pt idx="796">
                  <c:v>39514</c:v>
                </c:pt>
                <c:pt idx="797">
                  <c:v>39515</c:v>
                </c:pt>
                <c:pt idx="798">
                  <c:v>39516</c:v>
                </c:pt>
                <c:pt idx="799">
                  <c:v>39517</c:v>
                </c:pt>
                <c:pt idx="800">
                  <c:v>39518</c:v>
                </c:pt>
                <c:pt idx="801">
                  <c:v>39519</c:v>
                </c:pt>
                <c:pt idx="802">
                  <c:v>39520</c:v>
                </c:pt>
                <c:pt idx="803">
                  <c:v>39521</c:v>
                </c:pt>
                <c:pt idx="804">
                  <c:v>39522</c:v>
                </c:pt>
                <c:pt idx="805">
                  <c:v>39523</c:v>
                </c:pt>
                <c:pt idx="806">
                  <c:v>39524</c:v>
                </c:pt>
                <c:pt idx="807">
                  <c:v>39525</c:v>
                </c:pt>
                <c:pt idx="808">
                  <c:v>39526</c:v>
                </c:pt>
                <c:pt idx="809">
                  <c:v>39527</c:v>
                </c:pt>
                <c:pt idx="810">
                  <c:v>39528</c:v>
                </c:pt>
                <c:pt idx="811">
                  <c:v>39529</c:v>
                </c:pt>
                <c:pt idx="812">
                  <c:v>39530</c:v>
                </c:pt>
                <c:pt idx="813">
                  <c:v>39531</c:v>
                </c:pt>
                <c:pt idx="814">
                  <c:v>39532</c:v>
                </c:pt>
                <c:pt idx="815">
                  <c:v>39533</c:v>
                </c:pt>
                <c:pt idx="816">
                  <c:v>39534</c:v>
                </c:pt>
                <c:pt idx="817">
                  <c:v>39535</c:v>
                </c:pt>
                <c:pt idx="818">
                  <c:v>39536</c:v>
                </c:pt>
                <c:pt idx="819">
                  <c:v>39537</c:v>
                </c:pt>
                <c:pt idx="820">
                  <c:v>39538</c:v>
                </c:pt>
                <c:pt idx="821">
                  <c:v>39539</c:v>
                </c:pt>
                <c:pt idx="822">
                  <c:v>39540</c:v>
                </c:pt>
                <c:pt idx="823">
                  <c:v>39541</c:v>
                </c:pt>
                <c:pt idx="824">
                  <c:v>39542</c:v>
                </c:pt>
                <c:pt idx="825">
                  <c:v>39543</c:v>
                </c:pt>
                <c:pt idx="826">
                  <c:v>39544</c:v>
                </c:pt>
                <c:pt idx="827">
                  <c:v>39545</c:v>
                </c:pt>
                <c:pt idx="828">
                  <c:v>39546</c:v>
                </c:pt>
                <c:pt idx="829">
                  <c:v>39547</c:v>
                </c:pt>
                <c:pt idx="830">
                  <c:v>39548</c:v>
                </c:pt>
                <c:pt idx="831">
                  <c:v>39549</c:v>
                </c:pt>
                <c:pt idx="832">
                  <c:v>39550</c:v>
                </c:pt>
                <c:pt idx="833">
                  <c:v>39551</c:v>
                </c:pt>
                <c:pt idx="834">
                  <c:v>39552</c:v>
                </c:pt>
                <c:pt idx="835">
                  <c:v>39553</c:v>
                </c:pt>
                <c:pt idx="836">
                  <c:v>39554</c:v>
                </c:pt>
                <c:pt idx="837">
                  <c:v>39555</c:v>
                </c:pt>
                <c:pt idx="838">
                  <c:v>39556</c:v>
                </c:pt>
                <c:pt idx="839">
                  <c:v>39557</c:v>
                </c:pt>
                <c:pt idx="840">
                  <c:v>39558</c:v>
                </c:pt>
                <c:pt idx="841">
                  <c:v>39559</c:v>
                </c:pt>
                <c:pt idx="842">
                  <c:v>39560</c:v>
                </c:pt>
                <c:pt idx="843">
                  <c:v>39561</c:v>
                </c:pt>
                <c:pt idx="844">
                  <c:v>39562</c:v>
                </c:pt>
                <c:pt idx="845">
                  <c:v>39563</c:v>
                </c:pt>
                <c:pt idx="846">
                  <c:v>39564</c:v>
                </c:pt>
                <c:pt idx="847">
                  <c:v>39565</c:v>
                </c:pt>
                <c:pt idx="848">
                  <c:v>39566</c:v>
                </c:pt>
                <c:pt idx="849">
                  <c:v>39567</c:v>
                </c:pt>
                <c:pt idx="850">
                  <c:v>39568</c:v>
                </c:pt>
                <c:pt idx="851">
                  <c:v>39569</c:v>
                </c:pt>
                <c:pt idx="852">
                  <c:v>39570</c:v>
                </c:pt>
                <c:pt idx="853">
                  <c:v>39571</c:v>
                </c:pt>
                <c:pt idx="854">
                  <c:v>39572</c:v>
                </c:pt>
                <c:pt idx="855">
                  <c:v>39573</c:v>
                </c:pt>
                <c:pt idx="856">
                  <c:v>39574</c:v>
                </c:pt>
                <c:pt idx="857">
                  <c:v>39575</c:v>
                </c:pt>
                <c:pt idx="858">
                  <c:v>39576</c:v>
                </c:pt>
                <c:pt idx="859">
                  <c:v>39577</c:v>
                </c:pt>
                <c:pt idx="860">
                  <c:v>39578</c:v>
                </c:pt>
                <c:pt idx="861">
                  <c:v>39579</c:v>
                </c:pt>
                <c:pt idx="862">
                  <c:v>39580</c:v>
                </c:pt>
                <c:pt idx="863">
                  <c:v>39581</c:v>
                </c:pt>
                <c:pt idx="864">
                  <c:v>39582</c:v>
                </c:pt>
                <c:pt idx="865">
                  <c:v>39583</c:v>
                </c:pt>
                <c:pt idx="866">
                  <c:v>39584</c:v>
                </c:pt>
                <c:pt idx="867">
                  <c:v>39585</c:v>
                </c:pt>
                <c:pt idx="868">
                  <c:v>39586</c:v>
                </c:pt>
                <c:pt idx="869">
                  <c:v>39587</c:v>
                </c:pt>
                <c:pt idx="870">
                  <c:v>39588</c:v>
                </c:pt>
                <c:pt idx="871">
                  <c:v>39589</c:v>
                </c:pt>
                <c:pt idx="872">
                  <c:v>39590</c:v>
                </c:pt>
                <c:pt idx="873">
                  <c:v>39591</c:v>
                </c:pt>
                <c:pt idx="874">
                  <c:v>39592</c:v>
                </c:pt>
                <c:pt idx="875">
                  <c:v>39593</c:v>
                </c:pt>
                <c:pt idx="876">
                  <c:v>39594</c:v>
                </c:pt>
                <c:pt idx="877">
                  <c:v>39595</c:v>
                </c:pt>
                <c:pt idx="878">
                  <c:v>39596</c:v>
                </c:pt>
                <c:pt idx="879">
                  <c:v>39597</c:v>
                </c:pt>
                <c:pt idx="880">
                  <c:v>39598</c:v>
                </c:pt>
                <c:pt idx="881">
                  <c:v>39599</c:v>
                </c:pt>
                <c:pt idx="882">
                  <c:v>39600</c:v>
                </c:pt>
                <c:pt idx="883">
                  <c:v>39601</c:v>
                </c:pt>
                <c:pt idx="884">
                  <c:v>39602</c:v>
                </c:pt>
                <c:pt idx="885">
                  <c:v>39603</c:v>
                </c:pt>
                <c:pt idx="886">
                  <c:v>39604</c:v>
                </c:pt>
                <c:pt idx="887">
                  <c:v>39605</c:v>
                </c:pt>
                <c:pt idx="888">
                  <c:v>39606</c:v>
                </c:pt>
                <c:pt idx="889">
                  <c:v>39607</c:v>
                </c:pt>
                <c:pt idx="890">
                  <c:v>39608</c:v>
                </c:pt>
                <c:pt idx="891">
                  <c:v>39609</c:v>
                </c:pt>
                <c:pt idx="892">
                  <c:v>39610</c:v>
                </c:pt>
                <c:pt idx="893">
                  <c:v>39611</c:v>
                </c:pt>
                <c:pt idx="894">
                  <c:v>39612</c:v>
                </c:pt>
                <c:pt idx="895">
                  <c:v>39613</c:v>
                </c:pt>
                <c:pt idx="896">
                  <c:v>39614</c:v>
                </c:pt>
                <c:pt idx="897">
                  <c:v>39615</c:v>
                </c:pt>
                <c:pt idx="898">
                  <c:v>39616</c:v>
                </c:pt>
                <c:pt idx="899">
                  <c:v>39617</c:v>
                </c:pt>
                <c:pt idx="900">
                  <c:v>39618</c:v>
                </c:pt>
                <c:pt idx="901">
                  <c:v>39619</c:v>
                </c:pt>
                <c:pt idx="902">
                  <c:v>39620</c:v>
                </c:pt>
                <c:pt idx="903">
                  <c:v>39621</c:v>
                </c:pt>
                <c:pt idx="904">
                  <c:v>39622</c:v>
                </c:pt>
                <c:pt idx="905">
                  <c:v>39623</c:v>
                </c:pt>
                <c:pt idx="906">
                  <c:v>39624</c:v>
                </c:pt>
                <c:pt idx="907">
                  <c:v>39625</c:v>
                </c:pt>
                <c:pt idx="908">
                  <c:v>39626</c:v>
                </c:pt>
                <c:pt idx="909">
                  <c:v>39627</c:v>
                </c:pt>
                <c:pt idx="910">
                  <c:v>39628</c:v>
                </c:pt>
                <c:pt idx="911">
                  <c:v>39629</c:v>
                </c:pt>
                <c:pt idx="912">
                  <c:v>39630</c:v>
                </c:pt>
                <c:pt idx="913">
                  <c:v>39631</c:v>
                </c:pt>
                <c:pt idx="914">
                  <c:v>39632</c:v>
                </c:pt>
                <c:pt idx="915">
                  <c:v>39633</c:v>
                </c:pt>
                <c:pt idx="916">
                  <c:v>39634</c:v>
                </c:pt>
                <c:pt idx="917">
                  <c:v>39635</c:v>
                </c:pt>
                <c:pt idx="918">
                  <c:v>39636</c:v>
                </c:pt>
                <c:pt idx="919">
                  <c:v>39637</c:v>
                </c:pt>
                <c:pt idx="920">
                  <c:v>39638</c:v>
                </c:pt>
                <c:pt idx="921">
                  <c:v>39639</c:v>
                </c:pt>
                <c:pt idx="922">
                  <c:v>39640</c:v>
                </c:pt>
                <c:pt idx="923">
                  <c:v>39641</c:v>
                </c:pt>
                <c:pt idx="924">
                  <c:v>39642</c:v>
                </c:pt>
                <c:pt idx="925">
                  <c:v>39643</c:v>
                </c:pt>
                <c:pt idx="926">
                  <c:v>39644</c:v>
                </c:pt>
                <c:pt idx="927">
                  <c:v>39645</c:v>
                </c:pt>
                <c:pt idx="928">
                  <c:v>39646</c:v>
                </c:pt>
                <c:pt idx="929">
                  <c:v>39647</c:v>
                </c:pt>
                <c:pt idx="930">
                  <c:v>39648</c:v>
                </c:pt>
                <c:pt idx="931">
                  <c:v>39649</c:v>
                </c:pt>
                <c:pt idx="932">
                  <c:v>39650</c:v>
                </c:pt>
                <c:pt idx="933">
                  <c:v>39651</c:v>
                </c:pt>
                <c:pt idx="934">
                  <c:v>39652</c:v>
                </c:pt>
                <c:pt idx="935">
                  <c:v>39653</c:v>
                </c:pt>
                <c:pt idx="936">
                  <c:v>39654</c:v>
                </c:pt>
                <c:pt idx="937">
                  <c:v>39655</c:v>
                </c:pt>
                <c:pt idx="938">
                  <c:v>39656</c:v>
                </c:pt>
                <c:pt idx="939">
                  <c:v>39657</c:v>
                </c:pt>
                <c:pt idx="940">
                  <c:v>39658</c:v>
                </c:pt>
                <c:pt idx="941">
                  <c:v>39659</c:v>
                </c:pt>
                <c:pt idx="942">
                  <c:v>39660</c:v>
                </c:pt>
                <c:pt idx="943">
                  <c:v>39661</c:v>
                </c:pt>
                <c:pt idx="944">
                  <c:v>39662</c:v>
                </c:pt>
                <c:pt idx="945">
                  <c:v>39663</c:v>
                </c:pt>
                <c:pt idx="946">
                  <c:v>39664</c:v>
                </c:pt>
                <c:pt idx="947">
                  <c:v>39665</c:v>
                </c:pt>
                <c:pt idx="948">
                  <c:v>39666</c:v>
                </c:pt>
                <c:pt idx="949">
                  <c:v>39667</c:v>
                </c:pt>
                <c:pt idx="950">
                  <c:v>39668</c:v>
                </c:pt>
                <c:pt idx="951">
                  <c:v>39669</c:v>
                </c:pt>
                <c:pt idx="952">
                  <c:v>39670</c:v>
                </c:pt>
                <c:pt idx="953">
                  <c:v>39671</c:v>
                </c:pt>
                <c:pt idx="954">
                  <c:v>39672</c:v>
                </c:pt>
                <c:pt idx="955">
                  <c:v>39673</c:v>
                </c:pt>
                <c:pt idx="956">
                  <c:v>39674</c:v>
                </c:pt>
                <c:pt idx="957">
                  <c:v>39675</c:v>
                </c:pt>
                <c:pt idx="958">
                  <c:v>39676</c:v>
                </c:pt>
                <c:pt idx="959">
                  <c:v>39677</c:v>
                </c:pt>
                <c:pt idx="960">
                  <c:v>39678</c:v>
                </c:pt>
                <c:pt idx="961">
                  <c:v>39679</c:v>
                </c:pt>
                <c:pt idx="962">
                  <c:v>39680</c:v>
                </c:pt>
                <c:pt idx="963">
                  <c:v>39681</c:v>
                </c:pt>
                <c:pt idx="964">
                  <c:v>39682</c:v>
                </c:pt>
                <c:pt idx="965">
                  <c:v>39683</c:v>
                </c:pt>
                <c:pt idx="966">
                  <c:v>39684</c:v>
                </c:pt>
                <c:pt idx="967">
                  <c:v>39685</c:v>
                </c:pt>
                <c:pt idx="968">
                  <c:v>39686</c:v>
                </c:pt>
                <c:pt idx="969">
                  <c:v>39687</c:v>
                </c:pt>
                <c:pt idx="970">
                  <c:v>39688</c:v>
                </c:pt>
                <c:pt idx="971">
                  <c:v>39689</c:v>
                </c:pt>
                <c:pt idx="972">
                  <c:v>39690</c:v>
                </c:pt>
                <c:pt idx="973">
                  <c:v>39691</c:v>
                </c:pt>
                <c:pt idx="974">
                  <c:v>39692</c:v>
                </c:pt>
                <c:pt idx="975">
                  <c:v>39693</c:v>
                </c:pt>
                <c:pt idx="976">
                  <c:v>39694</c:v>
                </c:pt>
                <c:pt idx="977">
                  <c:v>39695</c:v>
                </c:pt>
                <c:pt idx="978">
                  <c:v>39696</c:v>
                </c:pt>
                <c:pt idx="979">
                  <c:v>39697</c:v>
                </c:pt>
                <c:pt idx="980">
                  <c:v>39698</c:v>
                </c:pt>
                <c:pt idx="981">
                  <c:v>39699</c:v>
                </c:pt>
                <c:pt idx="982">
                  <c:v>39700</c:v>
                </c:pt>
                <c:pt idx="983">
                  <c:v>39701</c:v>
                </c:pt>
                <c:pt idx="984">
                  <c:v>39702</c:v>
                </c:pt>
                <c:pt idx="985">
                  <c:v>39703</c:v>
                </c:pt>
                <c:pt idx="986">
                  <c:v>39704</c:v>
                </c:pt>
                <c:pt idx="987">
                  <c:v>39705</c:v>
                </c:pt>
                <c:pt idx="988">
                  <c:v>39706</c:v>
                </c:pt>
                <c:pt idx="989">
                  <c:v>39707</c:v>
                </c:pt>
                <c:pt idx="990">
                  <c:v>39708</c:v>
                </c:pt>
                <c:pt idx="991">
                  <c:v>39709</c:v>
                </c:pt>
                <c:pt idx="992">
                  <c:v>39710</c:v>
                </c:pt>
                <c:pt idx="993">
                  <c:v>39711</c:v>
                </c:pt>
                <c:pt idx="994">
                  <c:v>39712</c:v>
                </c:pt>
                <c:pt idx="995">
                  <c:v>39713</c:v>
                </c:pt>
                <c:pt idx="996">
                  <c:v>39714</c:v>
                </c:pt>
                <c:pt idx="997">
                  <c:v>39715</c:v>
                </c:pt>
                <c:pt idx="998">
                  <c:v>39716</c:v>
                </c:pt>
                <c:pt idx="999">
                  <c:v>39717</c:v>
                </c:pt>
                <c:pt idx="1000">
                  <c:v>39718</c:v>
                </c:pt>
                <c:pt idx="1001">
                  <c:v>39719</c:v>
                </c:pt>
                <c:pt idx="1002">
                  <c:v>39720</c:v>
                </c:pt>
                <c:pt idx="1003">
                  <c:v>39721</c:v>
                </c:pt>
                <c:pt idx="1004">
                  <c:v>39722</c:v>
                </c:pt>
                <c:pt idx="1005">
                  <c:v>39723</c:v>
                </c:pt>
                <c:pt idx="1006">
                  <c:v>39724</c:v>
                </c:pt>
                <c:pt idx="1007">
                  <c:v>39725</c:v>
                </c:pt>
                <c:pt idx="1008">
                  <c:v>39726</c:v>
                </c:pt>
                <c:pt idx="1009">
                  <c:v>39727</c:v>
                </c:pt>
                <c:pt idx="1010">
                  <c:v>39728</c:v>
                </c:pt>
                <c:pt idx="1011">
                  <c:v>39729</c:v>
                </c:pt>
                <c:pt idx="1012">
                  <c:v>39730</c:v>
                </c:pt>
                <c:pt idx="1013">
                  <c:v>39731</c:v>
                </c:pt>
                <c:pt idx="1014">
                  <c:v>39732</c:v>
                </c:pt>
                <c:pt idx="1015">
                  <c:v>39733</c:v>
                </c:pt>
                <c:pt idx="1016">
                  <c:v>39734</c:v>
                </c:pt>
                <c:pt idx="1017">
                  <c:v>39735</c:v>
                </c:pt>
                <c:pt idx="1018">
                  <c:v>39736</c:v>
                </c:pt>
                <c:pt idx="1019">
                  <c:v>39737</c:v>
                </c:pt>
                <c:pt idx="1020">
                  <c:v>39738</c:v>
                </c:pt>
                <c:pt idx="1021">
                  <c:v>39739</c:v>
                </c:pt>
                <c:pt idx="1022">
                  <c:v>39740</c:v>
                </c:pt>
                <c:pt idx="1023">
                  <c:v>39741</c:v>
                </c:pt>
                <c:pt idx="1024">
                  <c:v>39742</c:v>
                </c:pt>
                <c:pt idx="1025">
                  <c:v>39743</c:v>
                </c:pt>
                <c:pt idx="1026">
                  <c:v>39744</c:v>
                </c:pt>
                <c:pt idx="1027">
                  <c:v>39745</c:v>
                </c:pt>
                <c:pt idx="1028">
                  <c:v>39746</c:v>
                </c:pt>
                <c:pt idx="1029">
                  <c:v>39747</c:v>
                </c:pt>
                <c:pt idx="1030">
                  <c:v>39748</c:v>
                </c:pt>
                <c:pt idx="1031">
                  <c:v>39749</c:v>
                </c:pt>
                <c:pt idx="1032">
                  <c:v>39750</c:v>
                </c:pt>
                <c:pt idx="1033">
                  <c:v>39751</c:v>
                </c:pt>
                <c:pt idx="1034">
                  <c:v>39752</c:v>
                </c:pt>
                <c:pt idx="1035">
                  <c:v>39753</c:v>
                </c:pt>
                <c:pt idx="1036">
                  <c:v>39754</c:v>
                </c:pt>
                <c:pt idx="1037">
                  <c:v>39755</c:v>
                </c:pt>
                <c:pt idx="1038">
                  <c:v>39756</c:v>
                </c:pt>
                <c:pt idx="1039">
                  <c:v>39757</c:v>
                </c:pt>
                <c:pt idx="1040">
                  <c:v>39758</c:v>
                </c:pt>
                <c:pt idx="1041">
                  <c:v>39759</c:v>
                </c:pt>
                <c:pt idx="1042">
                  <c:v>39760</c:v>
                </c:pt>
                <c:pt idx="1043">
                  <c:v>39761</c:v>
                </c:pt>
                <c:pt idx="1044">
                  <c:v>39762</c:v>
                </c:pt>
                <c:pt idx="1045">
                  <c:v>39763</c:v>
                </c:pt>
                <c:pt idx="1046">
                  <c:v>39764</c:v>
                </c:pt>
                <c:pt idx="1047">
                  <c:v>39765</c:v>
                </c:pt>
                <c:pt idx="1048">
                  <c:v>39766</c:v>
                </c:pt>
                <c:pt idx="1049">
                  <c:v>39767</c:v>
                </c:pt>
                <c:pt idx="1050">
                  <c:v>39768</c:v>
                </c:pt>
                <c:pt idx="1051">
                  <c:v>39769</c:v>
                </c:pt>
                <c:pt idx="1052">
                  <c:v>39770</c:v>
                </c:pt>
                <c:pt idx="1053">
                  <c:v>39771</c:v>
                </c:pt>
                <c:pt idx="1054">
                  <c:v>39772</c:v>
                </c:pt>
                <c:pt idx="1055">
                  <c:v>39773</c:v>
                </c:pt>
                <c:pt idx="1056">
                  <c:v>39774</c:v>
                </c:pt>
                <c:pt idx="1057">
                  <c:v>39775</c:v>
                </c:pt>
                <c:pt idx="1058">
                  <c:v>39776</c:v>
                </c:pt>
                <c:pt idx="1059">
                  <c:v>39777</c:v>
                </c:pt>
                <c:pt idx="1060">
                  <c:v>39778</c:v>
                </c:pt>
                <c:pt idx="1061">
                  <c:v>39779</c:v>
                </c:pt>
                <c:pt idx="1062">
                  <c:v>39780</c:v>
                </c:pt>
                <c:pt idx="1063">
                  <c:v>39781</c:v>
                </c:pt>
                <c:pt idx="1064">
                  <c:v>39782</c:v>
                </c:pt>
                <c:pt idx="1065">
                  <c:v>39783</c:v>
                </c:pt>
                <c:pt idx="1066">
                  <c:v>39784</c:v>
                </c:pt>
                <c:pt idx="1067">
                  <c:v>39785</c:v>
                </c:pt>
                <c:pt idx="1068">
                  <c:v>39786</c:v>
                </c:pt>
                <c:pt idx="1069">
                  <c:v>39787</c:v>
                </c:pt>
                <c:pt idx="1070">
                  <c:v>39788</c:v>
                </c:pt>
                <c:pt idx="1071">
                  <c:v>39789</c:v>
                </c:pt>
                <c:pt idx="1072">
                  <c:v>39790</c:v>
                </c:pt>
                <c:pt idx="1073">
                  <c:v>39791</c:v>
                </c:pt>
                <c:pt idx="1074">
                  <c:v>39792</c:v>
                </c:pt>
                <c:pt idx="1075">
                  <c:v>39793</c:v>
                </c:pt>
                <c:pt idx="1076">
                  <c:v>39794</c:v>
                </c:pt>
                <c:pt idx="1077">
                  <c:v>39795</c:v>
                </c:pt>
                <c:pt idx="1078">
                  <c:v>39796</c:v>
                </c:pt>
                <c:pt idx="1079">
                  <c:v>39797</c:v>
                </c:pt>
                <c:pt idx="1080">
                  <c:v>39798</c:v>
                </c:pt>
                <c:pt idx="1081">
                  <c:v>39799</c:v>
                </c:pt>
                <c:pt idx="1082">
                  <c:v>39800</c:v>
                </c:pt>
                <c:pt idx="1083">
                  <c:v>39801</c:v>
                </c:pt>
                <c:pt idx="1084">
                  <c:v>39802</c:v>
                </c:pt>
                <c:pt idx="1085">
                  <c:v>39803</c:v>
                </c:pt>
                <c:pt idx="1086">
                  <c:v>39804</c:v>
                </c:pt>
                <c:pt idx="1087">
                  <c:v>39805</c:v>
                </c:pt>
                <c:pt idx="1088">
                  <c:v>39806</c:v>
                </c:pt>
                <c:pt idx="1089">
                  <c:v>39807</c:v>
                </c:pt>
                <c:pt idx="1090">
                  <c:v>39808</c:v>
                </c:pt>
                <c:pt idx="1091">
                  <c:v>39809</c:v>
                </c:pt>
                <c:pt idx="1092">
                  <c:v>39810</c:v>
                </c:pt>
                <c:pt idx="1093">
                  <c:v>39811</c:v>
                </c:pt>
                <c:pt idx="1094">
                  <c:v>39812</c:v>
                </c:pt>
                <c:pt idx="1095">
                  <c:v>39813</c:v>
                </c:pt>
                <c:pt idx="1096">
                  <c:v>39814</c:v>
                </c:pt>
                <c:pt idx="1097">
                  <c:v>39815</c:v>
                </c:pt>
                <c:pt idx="1098">
                  <c:v>39816</c:v>
                </c:pt>
                <c:pt idx="1099">
                  <c:v>39817</c:v>
                </c:pt>
                <c:pt idx="1100">
                  <c:v>39818</c:v>
                </c:pt>
                <c:pt idx="1101">
                  <c:v>39819</c:v>
                </c:pt>
                <c:pt idx="1102">
                  <c:v>39820</c:v>
                </c:pt>
                <c:pt idx="1103">
                  <c:v>39821</c:v>
                </c:pt>
                <c:pt idx="1104">
                  <c:v>39822</c:v>
                </c:pt>
                <c:pt idx="1105">
                  <c:v>39823</c:v>
                </c:pt>
                <c:pt idx="1106">
                  <c:v>39824</c:v>
                </c:pt>
                <c:pt idx="1107">
                  <c:v>39825</c:v>
                </c:pt>
                <c:pt idx="1108">
                  <c:v>39826</c:v>
                </c:pt>
                <c:pt idx="1109">
                  <c:v>39827</c:v>
                </c:pt>
                <c:pt idx="1110">
                  <c:v>39828</c:v>
                </c:pt>
                <c:pt idx="1111">
                  <c:v>39829</c:v>
                </c:pt>
                <c:pt idx="1112">
                  <c:v>39830</c:v>
                </c:pt>
                <c:pt idx="1113">
                  <c:v>39831</c:v>
                </c:pt>
                <c:pt idx="1114">
                  <c:v>39832</c:v>
                </c:pt>
                <c:pt idx="1115">
                  <c:v>39833</c:v>
                </c:pt>
                <c:pt idx="1116">
                  <c:v>39834</c:v>
                </c:pt>
                <c:pt idx="1117">
                  <c:v>39835</c:v>
                </c:pt>
                <c:pt idx="1118">
                  <c:v>39836</c:v>
                </c:pt>
                <c:pt idx="1119">
                  <c:v>39837</c:v>
                </c:pt>
                <c:pt idx="1120">
                  <c:v>39838</c:v>
                </c:pt>
                <c:pt idx="1121">
                  <c:v>39839</c:v>
                </c:pt>
                <c:pt idx="1122">
                  <c:v>39840</c:v>
                </c:pt>
                <c:pt idx="1123">
                  <c:v>39841</c:v>
                </c:pt>
                <c:pt idx="1124">
                  <c:v>39842</c:v>
                </c:pt>
                <c:pt idx="1125">
                  <c:v>39843</c:v>
                </c:pt>
                <c:pt idx="1126">
                  <c:v>39844</c:v>
                </c:pt>
                <c:pt idx="1127">
                  <c:v>39845</c:v>
                </c:pt>
                <c:pt idx="1128">
                  <c:v>39846</c:v>
                </c:pt>
                <c:pt idx="1129">
                  <c:v>39847</c:v>
                </c:pt>
                <c:pt idx="1130">
                  <c:v>39848</c:v>
                </c:pt>
                <c:pt idx="1131">
                  <c:v>39849</c:v>
                </c:pt>
                <c:pt idx="1132">
                  <c:v>39850</c:v>
                </c:pt>
                <c:pt idx="1133">
                  <c:v>39851</c:v>
                </c:pt>
                <c:pt idx="1134">
                  <c:v>39852</c:v>
                </c:pt>
                <c:pt idx="1135">
                  <c:v>39853</c:v>
                </c:pt>
                <c:pt idx="1136">
                  <c:v>39854</c:v>
                </c:pt>
                <c:pt idx="1137">
                  <c:v>39855</c:v>
                </c:pt>
                <c:pt idx="1138">
                  <c:v>39856</c:v>
                </c:pt>
                <c:pt idx="1139">
                  <c:v>39857</c:v>
                </c:pt>
                <c:pt idx="1140">
                  <c:v>39858</c:v>
                </c:pt>
                <c:pt idx="1141">
                  <c:v>39859</c:v>
                </c:pt>
                <c:pt idx="1142">
                  <c:v>39860</c:v>
                </c:pt>
                <c:pt idx="1143">
                  <c:v>39861</c:v>
                </c:pt>
                <c:pt idx="1144">
                  <c:v>39862</c:v>
                </c:pt>
                <c:pt idx="1145">
                  <c:v>39863</c:v>
                </c:pt>
                <c:pt idx="1146">
                  <c:v>39864</c:v>
                </c:pt>
                <c:pt idx="1147">
                  <c:v>39865</c:v>
                </c:pt>
                <c:pt idx="1148">
                  <c:v>39866</c:v>
                </c:pt>
                <c:pt idx="1149">
                  <c:v>39867</c:v>
                </c:pt>
                <c:pt idx="1150">
                  <c:v>39868</c:v>
                </c:pt>
                <c:pt idx="1151">
                  <c:v>39869</c:v>
                </c:pt>
                <c:pt idx="1152">
                  <c:v>39870</c:v>
                </c:pt>
                <c:pt idx="1153">
                  <c:v>39871</c:v>
                </c:pt>
                <c:pt idx="1154">
                  <c:v>39872</c:v>
                </c:pt>
                <c:pt idx="1155">
                  <c:v>39873</c:v>
                </c:pt>
                <c:pt idx="1156">
                  <c:v>39874</c:v>
                </c:pt>
                <c:pt idx="1157">
                  <c:v>39875</c:v>
                </c:pt>
                <c:pt idx="1158">
                  <c:v>39876</c:v>
                </c:pt>
                <c:pt idx="1159">
                  <c:v>39877</c:v>
                </c:pt>
                <c:pt idx="1160">
                  <c:v>39878</c:v>
                </c:pt>
                <c:pt idx="1161">
                  <c:v>39879</c:v>
                </c:pt>
                <c:pt idx="1162">
                  <c:v>39880</c:v>
                </c:pt>
                <c:pt idx="1163">
                  <c:v>39881</c:v>
                </c:pt>
                <c:pt idx="1164">
                  <c:v>39882</c:v>
                </c:pt>
                <c:pt idx="1165">
                  <c:v>39883</c:v>
                </c:pt>
                <c:pt idx="1166">
                  <c:v>39884</c:v>
                </c:pt>
                <c:pt idx="1167">
                  <c:v>39885</c:v>
                </c:pt>
                <c:pt idx="1168">
                  <c:v>39886</c:v>
                </c:pt>
                <c:pt idx="1169">
                  <c:v>39887</c:v>
                </c:pt>
                <c:pt idx="1170">
                  <c:v>39888</c:v>
                </c:pt>
                <c:pt idx="1171">
                  <c:v>39889</c:v>
                </c:pt>
                <c:pt idx="1172">
                  <c:v>39890</c:v>
                </c:pt>
                <c:pt idx="1173">
                  <c:v>39891</c:v>
                </c:pt>
                <c:pt idx="1174">
                  <c:v>39892</c:v>
                </c:pt>
                <c:pt idx="1175">
                  <c:v>39893</c:v>
                </c:pt>
                <c:pt idx="1176">
                  <c:v>39894</c:v>
                </c:pt>
                <c:pt idx="1177">
                  <c:v>39895</c:v>
                </c:pt>
                <c:pt idx="1178">
                  <c:v>39896</c:v>
                </c:pt>
                <c:pt idx="1179">
                  <c:v>39897</c:v>
                </c:pt>
                <c:pt idx="1180">
                  <c:v>39898</c:v>
                </c:pt>
                <c:pt idx="1181">
                  <c:v>39899</c:v>
                </c:pt>
                <c:pt idx="1182">
                  <c:v>39900</c:v>
                </c:pt>
                <c:pt idx="1183">
                  <c:v>39901</c:v>
                </c:pt>
                <c:pt idx="1184">
                  <c:v>39902</c:v>
                </c:pt>
                <c:pt idx="1185">
                  <c:v>39903</c:v>
                </c:pt>
                <c:pt idx="1186">
                  <c:v>39904</c:v>
                </c:pt>
                <c:pt idx="1187">
                  <c:v>39905</c:v>
                </c:pt>
                <c:pt idx="1188">
                  <c:v>39906</c:v>
                </c:pt>
                <c:pt idx="1189">
                  <c:v>39907</c:v>
                </c:pt>
                <c:pt idx="1190">
                  <c:v>39908</c:v>
                </c:pt>
                <c:pt idx="1191">
                  <c:v>39909</c:v>
                </c:pt>
                <c:pt idx="1192">
                  <c:v>39910</c:v>
                </c:pt>
                <c:pt idx="1193">
                  <c:v>39911</c:v>
                </c:pt>
                <c:pt idx="1194">
                  <c:v>39912</c:v>
                </c:pt>
                <c:pt idx="1195">
                  <c:v>39913</c:v>
                </c:pt>
                <c:pt idx="1196">
                  <c:v>39914</c:v>
                </c:pt>
                <c:pt idx="1197">
                  <c:v>39915</c:v>
                </c:pt>
                <c:pt idx="1198">
                  <c:v>39916</c:v>
                </c:pt>
                <c:pt idx="1199">
                  <c:v>39917</c:v>
                </c:pt>
                <c:pt idx="1200">
                  <c:v>39918</c:v>
                </c:pt>
                <c:pt idx="1201">
                  <c:v>39919</c:v>
                </c:pt>
                <c:pt idx="1202">
                  <c:v>39920</c:v>
                </c:pt>
                <c:pt idx="1203">
                  <c:v>39921</c:v>
                </c:pt>
                <c:pt idx="1204">
                  <c:v>39922</c:v>
                </c:pt>
                <c:pt idx="1205">
                  <c:v>39923</c:v>
                </c:pt>
                <c:pt idx="1206">
                  <c:v>39924</c:v>
                </c:pt>
                <c:pt idx="1207">
                  <c:v>39925</c:v>
                </c:pt>
                <c:pt idx="1208">
                  <c:v>39926</c:v>
                </c:pt>
                <c:pt idx="1209">
                  <c:v>39927</c:v>
                </c:pt>
                <c:pt idx="1210">
                  <c:v>39928</c:v>
                </c:pt>
                <c:pt idx="1211">
                  <c:v>39929</c:v>
                </c:pt>
                <c:pt idx="1212">
                  <c:v>39930</c:v>
                </c:pt>
                <c:pt idx="1213">
                  <c:v>39931</c:v>
                </c:pt>
                <c:pt idx="1214">
                  <c:v>39932</c:v>
                </c:pt>
                <c:pt idx="1215">
                  <c:v>39933</c:v>
                </c:pt>
                <c:pt idx="1216">
                  <c:v>39934</c:v>
                </c:pt>
                <c:pt idx="1217">
                  <c:v>39935</c:v>
                </c:pt>
                <c:pt idx="1218">
                  <c:v>39936</c:v>
                </c:pt>
                <c:pt idx="1219">
                  <c:v>39937</c:v>
                </c:pt>
                <c:pt idx="1220">
                  <c:v>39938</c:v>
                </c:pt>
                <c:pt idx="1221">
                  <c:v>39939</c:v>
                </c:pt>
                <c:pt idx="1222">
                  <c:v>39940</c:v>
                </c:pt>
                <c:pt idx="1223">
                  <c:v>39941</c:v>
                </c:pt>
                <c:pt idx="1224">
                  <c:v>39942</c:v>
                </c:pt>
                <c:pt idx="1225">
                  <c:v>39943</c:v>
                </c:pt>
                <c:pt idx="1226">
                  <c:v>39944</c:v>
                </c:pt>
                <c:pt idx="1227">
                  <c:v>39945</c:v>
                </c:pt>
                <c:pt idx="1228">
                  <c:v>39946</c:v>
                </c:pt>
                <c:pt idx="1229">
                  <c:v>39947</c:v>
                </c:pt>
                <c:pt idx="1230">
                  <c:v>39948</c:v>
                </c:pt>
                <c:pt idx="1231">
                  <c:v>39949</c:v>
                </c:pt>
                <c:pt idx="1232">
                  <c:v>39950</c:v>
                </c:pt>
                <c:pt idx="1233">
                  <c:v>39951</c:v>
                </c:pt>
                <c:pt idx="1234">
                  <c:v>39952</c:v>
                </c:pt>
                <c:pt idx="1235">
                  <c:v>39953</c:v>
                </c:pt>
                <c:pt idx="1236">
                  <c:v>39954</c:v>
                </c:pt>
                <c:pt idx="1237">
                  <c:v>39955</c:v>
                </c:pt>
                <c:pt idx="1238">
                  <c:v>39956</c:v>
                </c:pt>
                <c:pt idx="1239">
                  <c:v>39957</c:v>
                </c:pt>
                <c:pt idx="1240">
                  <c:v>39958</c:v>
                </c:pt>
                <c:pt idx="1241">
                  <c:v>39959</c:v>
                </c:pt>
                <c:pt idx="1242">
                  <c:v>39960</c:v>
                </c:pt>
                <c:pt idx="1243">
                  <c:v>39961</c:v>
                </c:pt>
                <c:pt idx="1244">
                  <c:v>39962</c:v>
                </c:pt>
                <c:pt idx="1245">
                  <c:v>39963</c:v>
                </c:pt>
                <c:pt idx="1246">
                  <c:v>39964</c:v>
                </c:pt>
                <c:pt idx="1247">
                  <c:v>39965</c:v>
                </c:pt>
                <c:pt idx="1248">
                  <c:v>39966</c:v>
                </c:pt>
                <c:pt idx="1249">
                  <c:v>39967</c:v>
                </c:pt>
                <c:pt idx="1250">
                  <c:v>39968</c:v>
                </c:pt>
                <c:pt idx="1251">
                  <c:v>39969</c:v>
                </c:pt>
                <c:pt idx="1252">
                  <c:v>39970</c:v>
                </c:pt>
                <c:pt idx="1253">
                  <c:v>39971</c:v>
                </c:pt>
                <c:pt idx="1254">
                  <c:v>39972</c:v>
                </c:pt>
                <c:pt idx="1255">
                  <c:v>39973</c:v>
                </c:pt>
                <c:pt idx="1256">
                  <c:v>39974</c:v>
                </c:pt>
                <c:pt idx="1257">
                  <c:v>39975</c:v>
                </c:pt>
                <c:pt idx="1258">
                  <c:v>39976</c:v>
                </c:pt>
                <c:pt idx="1259">
                  <c:v>39977</c:v>
                </c:pt>
                <c:pt idx="1260">
                  <c:v>39978</c:v>
                </c:pt>
                <c:pt idx="1261">
                  <c:v>39979</c:v>
                </c:pt>
                <c:pt idx="1262">
                  <c:v>39980</c:v>
                </c:pt>
                <c:pt idx="1263">
                  <c:v>39981</c:v>
                </c:pt>
                <c:pt idx="1264">
                  <c:v>39982</c:v>
                </c:pt>
                <c:pt idx="1265">
                  <c:v>39983</c:v>
                </c:pt>
                <c:pt idx="1266">
                  <c:v>39984</c:v>
                </c:pt>
                <c:pt idx="1267">
                  <c:v>39985</c:v>
                </c:pt>
                <c:pt idx="1268">
                  <c:v>39986</c:v>
                </c:pt>
                <c:pt idx="1269">
                  <c:v>39987</c:v>
                </c:pt>
                <c:pt idx="1270">
                  <c:v>39988</c:v>
                </c:pt>
                <c:pt idx="1271">
                  <c:v>39989</c:v>
                </c:pt>
                <c:pt idx="1272">
                  <c:v>39990</c:v>
                </c:pt>
                <c:pt idx="1273">
                  <c:v>39991</c:v>
                </c:pt>
                <c:pt idx="1274">
                  <c:v>39992</c:v>
                </c:pt>
                <c:pt idx="1275">
                  <c:v>39993</c:v>
                </c:pt>
                <c:pt idx="1276">
                  <c:v>39994</c:v>
                </c:pt>
                <c:pt idx="1277">
                  <c:v>39995</c:v>
                </c:pt>
                <c:pt idx="1278">
                  <c:v>39996</c:v>
                </c:pt>
                <c:pt idx="1279">
                  <c:v>39997</c:v>
                </c:pt>
                <c:pt idx="1280">
                  <c:v>39998</c:v>
                </c:pt>
                <c:pt idx="1281">
                  <c:v>39999</c:v>
                </c:pt>
                <c:pt idx="1282">
                  <c:v>40000</c:v>
                </c:pt>
                <c:pt idx="1283">
                  <c:v>40001</c:v>
                </c:pt>
                <c:pt idx="1284">
                  <c:v>40002</c:v>
                </c:pt>
                <c:pt idx="1285">
                  <c:v>40003</c:v>
                </c:pt>
                <c:pt idx="1286">
                  <c:v>40004</c:v>
                </c:pt>
                <c:pt idx="1287">
                  <c:v>40005</c:v>
                </c:pt>
                <c:pt idx="1288">
                  <c:v>40006</c:v>
                </c:pt>
                <c:pt idx="1289">
                  <c:v>40007</c:v>
                </c:pt>
                <c:pt idx="1290">
                  <c:v>40008</c:v>
                </c:pt>
                <c:pt idx="1291">
                  <c:v>40009</c:v>
                </c:pt>
                <c:pt idx="1292">
                  <c:v>40010</c:v>
                </c:pt>
                <c:pt idx="1293">
                  <c:v>40011</c:v>
                </c:pt>
                <c:pt idx="1294">
                  <c:v>40012</c:v>
                </c:pt>
                <c:pt idx="1295">
                  <c:v>40013</c:v>
                </c:pt>
                <c:pt idx="1296">
                  <c:v>40014</c:v>
                </c:pt>
                <c:pt idx="1297">
                  <c:v>40015</c:v>
                </c:pt>
                <c:pt idx="1298">
                  <c:v>40016</c:v>
                </c:pt>
                <c:pt idx="1299">
                  <c:v>40017</c:v>
                </c:pt>
                <c:pt idx="1300">
                  <c:v>40018</c:v>
                </c:pt>
                <c:pt idx="1301">
                  <c:v>40019</c:v>
                </c:pt>
                <c:pt idx="1302">
                  <c:v>40020</c:v>
                </c:pt>
                <c:pt idx="1303">
                  <c:v>40021</c:v>
                </c:pt>
                <c:pt idx="1304">
                  <c:v>40022</c:v>
                </c:pt>
                <c:pt idx="1305">
                  <c:v>40023</c:v>
                </c:pt>
                <c:pt idx="1306">
                  <c:v>40024</c:v>
                </c:pt>
                <c:pt idx="1307">
                  <c:v>40025</c:v>
                </c:pt>
                <c:pt idx="1308">
                  <c:v>40026</c:v>
                </c:pt>
                <c:pt idx="1309">
                  <c:v>40027</c:v>
                </c:pt>
                <c:pt idx="1310">
                  <c:v>40028</c:v>
                </c:pt>
                <c:pt idx="1311">
                  <c:v>40029</c:v>
                </c:pt>
                <c:pt idx="1312">
                  <c:v>40030</c:v>
                </c:pt>
                <c:pt idx="1313">
                  <c:v>40031</c:v>
                </c:pt>
                <c:pt idx="1314">
                  <c:v>40032</c:v>
                </c:pt>
                <c:pt idx="1315">
                  <c:v>40033</c:v>
                </c:pt>
                <c:pt idx="1316">
                  <c:v>40034</c:v>
                </c:pt>
                <c:pt idx="1317">
                  <c:v>40035</c:v>
                </c:pt>
                <c:pt idx="1318">
                  <c:v>40036</c:v>
                </c:pt>
                <c:pt idx="1319">
                  <c:v>40037</c:v>
                </c:pt>
                <c:pt idx="1320">
                  <c:v>40038</c:v>
                </c:pt>
                <c:pt idx="1321">
                  <c:v>40039</c:v>
                </c:pt>
                <c:pt idx="1322">
                  <c:v>40040</c:v>
                </c:pt>
                <c:pt idx="1323">
                  <c:v>40041</c:v>
                </c:pt>
                <c:pt idx="1324">
                  <c:v>40042</c:v>
                </c:pt>
                <c:pt idx="1325">
                  <c:v>40043</c:v>
                </c:pt>
                <c:pt idx="1326">
                  <c:v>40044</c:v>
                </c:pt>
                <c:pt idx="1327">
                  <c:v>40045</c:v>
                </c:pt>
                <c:pt idx="1328">
                  <c:v>40046</c:v>
                </c:pt>
                <c:pt idx="1329">
                  <c:v>40047</c:v>
                </c:pt>
                <c:pt idx="1330">
                  <c:v>40048</c:v>
                </c:pt>
                <c:pt idx="1331">
                  <c:v>40049</c:v>
                </c:pt>
                <c:pt idx="1332">
                  <c:v>40050</c:v>
                </c:pt>
                <c:pt idx="1333">
                  <c:v>40051</c:v>
                </c:pt>
                <c:pt idx="1334">
                  <c:v>40052</c:v>
                </c:pt>
                <c:pt idx="1335">
                  <c:v>40053</c:v>
                </c:pt>
                <c:pt idx="1336">
                  <c:v>40054</c:v>
                </c:pt>
                <c:pt idx="1337">
                  <c:v>40055</c:v>
                </c:pt>
                <c:pt idx="1338">
                  <c:v>40056</c:v>
                </c:pt>
                <c:pt idx="1339">
                  <c:v>40057</c:v>
                </c:pt>
                <c:pt idx="1340">
                  <c:v>40058</c:v>
                </c:pt>
                <c:pt idx="1341">
                  <c:v>40059</c:v>
                </c:pt>
                <c:pt idx="1342">
                  <c:v>40060</c:v>
                </c:pt>
                <c:pt idx="1343">
                  <c:v>40061</c:v>
                </c:pt>
                <c:pt idx="1344">
                  <c:v>40062</c:v>
                </c:pt>
                <c:pt idx="1345">
                  <c:v>40063</c:v>
                </c:pt>
                <c:pt idx="1346">
                  <c:v>40064</c:v>
                </c:pt>
                <c:pt idx="1347">
                  <c:v>40065</c:v>
                </c:pt>
                <c:pt idx="1348">
                  <c:v>40066</c:v>
                </c:pt>
                <c:pt idx="1349">
                  <c:v>40067</c:v>
                </c:pt>
                <c:pt idx="1350">
                  <c:v>40068</c:v>
                </c:pt>
                <c:pt idx="1351">
                  <c:v>40069</c:v>
                </c:pt>
                <c:pt idx="1352">
                  <c:v>40070</c:v>
                </c:pt>
                <c:pt idx="1353">
                  <c:v>40071</c:v>
                </c:pt>
                <c:pt idx="1354">
                  <c:v>40072</c:v>
                </c:pt>
                <c:pt idx="1355">
                  <c:v>40073</c:v>
                </c:pt>
                <c:pt idx="1356">
                  <c:v>40074</c:v>
                </c:pt>
                <c:pt idx="1357">
                  <c:v>40075</c:v>
                </c:pt>
                <c:pt idx="1358">
                  <c:v>40076</c:v>
                </c:pt>
                <c:pt idx="1359">
                  <c:v>40077</c:v>
                </c:pt>
                <c:pt idx="1360">
                  <c:v>40078</c:v>
                </c:pt>
                <c:pt idx="1361">
                  <c:v>40079</c:v>
                </c:pt>
                <c:pt idx="1362">
                  <c:v>40080</c:v>
                </c:pt>
                <c:pt idx="1363">
                  <c:v>40081</c:v>
                </c:pt>
                <c:pt idx="1364">
                  <c:v>40082</c:v>
                </c:pt>
                <c:pt idx="1365">
                  <c:v>40083</c:v>
                </c:pt>
                <c:pt idx="1366">
                  <c:v>40084</c:v>
                </c:pt>
                <c:pt idx="1367">
                  <c:v>40085</c:v>
                </c:pt>
                <c:pt idx="1368">
                  <c:v>40086</c:v>
                </c:pt>
                <c:pt idx="1369">
                  <c:v>40087</c:v>
                </c:pt>
                <c:pt idx="1370">
                  <c:v>40088</c:v>
                </c:pt>
                <c:pt idx="1371">
                  <c:v>40089</c:v>
                </c:pt>
                <c:pt idx="1372">
                  <c:v>40090</c:v>
                </c:pt>
                <c:pt idx="1373">
                  <c:v>40091</c:v>
                </c:pt>
                <c:pt idx="1374">
                  <c:v>40092</c:v>
                </c:pt>
                <c:pt idx="1375">
                  <c:v>40093</c:v>
                </c:pt>
                <c:pt idx="1376">
                  <c:v>40094</c:v>
                </c:pt>
                <c:pt idx="1377">
                  <c:v>40095</c:v>
                </c:pt>
                <c:pt idx="1378">
                  <c:v>40096</c:v>
                </c:pt>
                <c:pt idx="1379">
                  <c:v>40097</c:v>
                </c:pt>
                <c:pt idx="1380">
                  <c:v>40098</c:v>
                </c:pt>
                <c:pt idx="1381">
                  <c:v>40099</c:v>
                </c:pt>
                <c:pt idx="1382">
                  <c:v>40100</c:v>
                </c:pt>
                <c:pt idx="1383">
                  <c:v>40101</c:v>
                </c:pt>
                <c:pt idx="1384">
                  <c:v>40102</c:v>
                </c:pt>
                <c:pt idx="1385">
                  <c:v>40103</c:v>
                </c:pt>
                <c:pt idx="1386">
                  <c:v>40104</c:v>
                </c:pt>
                <c:pt idx="1387">
                  <c:v>40105</c:v>
                </c:pt>
                <c:pt idx="1388">
                  <c:v>40106</c:v>
                </c:pt>
                <c:pt idx="1389">
                  <c:v>40107</c:v>
                </c:pt>
                <c:pt idx="1390">
                  <c:v>40108</c:v>
                </c:pt>
                <c:pt idx="1391">
                  <c:v>40109</c:v>
                </c:pt>
                <c:pt idx="1392">
                  <c:v>40110</c:v>
                </c:pt>
                <c:pt idx="1393">
                  <c:v>40111</c:v>
                </c:pt>
                <c:pt idx="1394">
                  <c:v>40112</c:v>
                </c:pt>
                <c:pt idx="1395">
                  <c:v>40113</c:v>
                </c:pt>
                <c:pt idx="1396">
                  <c:v>40114</c:v>
                </c:pt>
                <c:pt idx="1397">
                  <c:v>40115</c:v>
                </c:pt>
                <c:pt idx="1398">
                  <c:v>40116</c:v>
                </c:pt>
                <c:pt idx="1399">
                  <c:v>40117</c:v>
                </c:pt>
                <c:pt idx="1400">
                  <c:v>40118</c:v>
                </c:pt>
                <c:pt idx="1401">
                  <c:v>40119</c:v>
                </c:pt>
                <c:pt idx="1402">
                  <c:v>40120</c:v>
                </c:pt>
                <c:pt idx="1403">
                  <c:v>40121</c:v>
                </c:pt>
                <c:pt idx="1404">
                  <c:v>40122</c:v>
                </c:pt>
                <c:pt idx="1405">
                  <c:v>40123</c:v>
                </c:pt>
                <c:pt idx="1406">
                  <c:v>40124</c:v>
                </c:pt>
                <c:pt idx="1407">
                  <c:v>40125</c:v>
                </c:pt>
                <c:pt idx="1408">
                  <c:v>40126</c:v>
                </c:pt>
                <c:pt idx="1409">
                  <c:v>40127</c:v>
                </c:pt>
                <c:pt idx="1410">
                  <c:v>40128</c:v>
                </c:pt>
                <c:pt idx="1411">
                  <c:v>40129</c:v>
                </c:pt>
                <c:pt idx="1412">
                  <c:v>40130</c:v>
                </c:pt>
                <c:pt idx="1413">
                  <c:v>40131</c:v>
                </c:pt>
                <c:pt idx="1414">
                  <c:v>40132</c:v>
                </c:pt>
                <c:pt idx="1415">
                  <c:v>40133</c:v>
                </c:pt>
                <c:pt idx="1416">
                  <c:v>40134</c:v>
                </c:pt>
                <c:pt idx="1417">
                  <c:v>40135</c:v>
                </c:pt>
                <c:pt idx="1418">
                  <c:v>40136</c:v>
                </c:pt>
                <c:pt idx="1419">
                  <c:v>40137</c:v>
                </c:pt>
                <c:pt idx="1420">
                  <c:v>40138</c:v>
                </c:pt>
                <c:pt idx="1421">
                  <c:v>40139</c:v>
                </c:pt>
                <c:pt idx="1422">
                  <c:v>40140</c:v>
                </c:pt>
                <c:pt idx="1423">
                  <c:v>40141</c:v>
                </c:pt>
                <c:pt idx="1424">
                  <c:v>40142</c:v>
                </c:pt>
                <c:pt idx="1425">
                  <c:v>40143</c:v>
                </c:pt>
                <c:pt idx="1426">
                  <c:v>40144</c:v>
                </c:pt>
                <c:pt idx="1427">
                  <c:v>40145</c:v>
                </c:pt>
                <c:pt idx="1428">
                  <c:v>40146</c:v>
                </c:pt>
                <c:pt idx="1429">
                  <c:v>40147</c:v>
                </c:pt>
                <c:pt idx="1430">
                  <c:v>40148</c:v>
                </c:pt>
                <c:pt idx="1431">
                  <c:v>40149</c:v>
                </c:pt>
                <c:pt idx="1432">
                  <c:v>40150</c:v>
                </c:pt>
                <c:pt idx="1433">
                  <c:v>40151</c:v>
                </c:pt>
                <c:pt idx="1434">
                  <c:v>40152</c:v>
                </c:pt>
                <c:pt idx="1435">
                  <c:v>40153</c:v>
                </c:pt>
                <c:pt idx="1436">
                  <c:v>40154</c:v>
                </c:pt>
                <c:pt idx="1437">
                  <c:v>40155</c:v>
                </c:pt>
                <c:pt idx="1438">
                  <c:v>40156</c:v>
                </c:pt>
                <c:pt idx="1439">
                  <c:v>40157</c:v>
                </c:pt>
                <c:pt idx="1440">
                  <c:v>40158</c:v>
                </c:pt>
                <c:pt idx="1441">
                  <c:v>40159</c:v>
                </c:pt>
                <c:pt idx="1442">
                  <c:v>40160</c:v>
                </c:pt>
                <c:pt idx="1443">
                  <c:v>40161</c:v>
                </c:pt>
                <c:pt idx="1444">
                  <c:v>40162</c:v>
                </c:pt>
                <c:pt idx="1445">
                  <c:v>40163</c:v>
                </c:pt>
                <c:pt idx="1446">
                  <c:v>40164</c:v>
                </c:pt>
                <c:pt idx="1447">
                  <c:v>40165</c:v>
                </c:pt>
                <c:pt idx="1448">
                  <c:v>40166</c:v>
                </c:pt>
                <c:pt idx="1449">
                  <c:v>40167</c:v>
                </c:pt>
                <c:pt idx="1450">
                  <c:v>40168</c:v>
                </c:pt>
                <c:pt idx="1451">
                  <c:v>40169</c:v>
                </c:pt>
                <c:pt idx="1452">
                  <c:v>40170</c:v>
                </c:pt>
                <c:pt idx="1453">
                  <c:v>40171</c:v>
                </c:pt>
                <c:pt idx="1454">
                  <c:v>40172</c:v>
                </c:pt>
                <c:pt idx="1455">
                  <c:v>40173</c:v>
                </c:pt>
                <c:pt idx="1456">
                  <c:v>40174</c:v>
                </c:pt>
                <c:pt idx="1457">
                  <c:v>40175</c:v>
                </c:pt>
                <c:pt idx="1458">
                  <c:v>40176</c:v>
                </c:pt>
                <c:pt idx="1459">
                  <c:v>40177</c:v>
                </c:pt>
                <c:pt idx="1460">
                  <c:v>40178</c:v>
                </c:pt>
                <c:pt idx="1461">
                  <c:v>40179</c:v>
                </c:pt>
                <c:pt idx="1462">
                  <c:v>40180</c:v>
                </c:pt>
                <c:pt idx="1463">
                  <c:v>40181</c:v>
                </c:pt>
                <c:pt idx="1464">
                  <c:v>40182</c:v>
                </c:pt>
                <c:pt idx="1465">
                  <c:v>40183</c:v>
                </c:pt>
                <c:pt idx="1466">
                  <c:v>40184</c:v>
                </c:pt>
                <c:pt idx="1467">
                  <c:v>40185</c:v>
                </c:pt>
                <c:pt idx="1468">
                  <c:v>40186</c:v>
                </c:pt>
                <c:pt idx="1469">
                  <c:v>40187</c:v>
                </c:pt>
                <c:pt idx="1470">
                  <c:v>40188</c:v>
                </c:pt>
                <c:pt idx="1471">
                  <c:v>40189</c:v>
                </c:pt>
                <c:pt idx="1472">
                  <c:v>40190</c:v>
                </c:pt>
                <c:pt idx="1473">
                  <c:v>40191</c:v>
                </c:pt>
                <c:pt idx="1474">
                  <c:v>40192</c:v>
                </c:pt>
                <c:pt idx="1475">
                  <c:v>40193</c:v>
                </c:pt>
                <c:pt idx="1476">
                  <c:v>40194</c:v>
                </c:pt>
                <c:pt idx="1477">
                  <c:v>40195</c:v>
                </c:pt>
                <c:pt idx="1478">
                  <c:v>40196</c:v>
                </c:pt>
                <c:pt idx="1479">
                  <c:v>40197</c:v>
                </c:pt>
                <c:pt idx="1480">
                  <c:v>40198</c:v>
                </c:pt>
                <c:pt idx="1481">
                  <c:v>40199</c:v>
                </c:pt>
                <c:pt idx="1482">
                  <c:v>40200</c:v>
                </c:pt>
                <c:pt idx="1483">
                  <c:v>40201</c:v>
                </c:pt>
                <c:pt idx="1484">
                  <c:v>40202</c:v>
                </c:pt>
                <c:pt idx="1485">
                  <c:v>40203</c:v>
                </c:pt>
                <c:pt idx="1486">
                  <c:v>40204</c:v>
                </c:pt>
                <c:pt idx="1487">
                  <c:v>40205</c:v>
                </c:pt>
                <c:pt idx="1488">
                  <c:v>40206</c:v>
                </c:pt>
                <c:pt idx="1489">
                  <c:v>40207</c:v>
                </c:pt>
                <c:pt idx="1490">
                  <c:v>40208</c:v>
                </c:pt>
                <c:pt idx="1491">
                  <c:v>40209</c:v>
                </c:pt>
                <c:pt idx="1492">
                  <c:v>40210</c:v>
                </c:pt>
                <c:pt idx="1493">
                  <c:v>40211</c:v>
                </c:pt>
                <c:pt idx="1494">
                  <c:v>40212</c:v>
                </c:pt>
                <c:pt idx="1495">
                  <c:v>40213</c:v>
                </c:pt>
                <c:pt idx="1496">
                  <c:v>40214</c:v>
                </c:pt>
                <c:pt idx="1497">
                  <c:v>40215</c:v>
                </c:pt>
                <c:pt idx="1498">
                  <c:v>40216</c:v>
                </c:pt>
                <c:pt idx="1499">
                  <c:v>40217</c:v>
                </c:pt>
                <c:pt idx="1500">
                  <c:v>40218</c:v>
                </c:pt>
                <c:pt idx="1501">
                  <c:v>40219</c:v>
                </c:pt>
                <c:pt idx="1502">
                  <c:v>40220</c:v>
                </c:pt>
                <c:pt idx="1503">
                  <c:v>40221</c:v>
                </c:pt>
                <c:pt idx="1504">
                  <c:v>40222</c:v>
                </c:pt>
                <c:pt idx="1505">
                  <c:v>40223</c:v>
                </c:pt>
                <c:pt idx="1506">
                  <c:v>40224</c:v>
                </c:pt>
                <c:pt idx="1507">
                  <c:v>40225</c:v>
                </c:pt>
                <c:pt idx="1508">
                  <c:v>40226</c:v>
                </c:pt>
                <c:pt idx="1509">
                  <c:v>40227</c:v>
                </c:pt>
                <c:pt idx="1510">
                  <c:v>40228</c:v>
                </c:pt>
                <c:pt idx="1511">
                  <c:v>40229</c:v>
                </c:pt>
                <c:pt idx="1512">
                  <c:v>40230</c:v>
                </c:pt>
                <c:pt idx="1513">
                  <c:v>40231</c:v>
                </c:pt>
                <c:pt idx="1514">
                  <c:v>40232</c:v>
                </c:pt>
                <c:pt idx="1515">
                  <c:v>40233</c:v>
                </c:pt>
                <c:pt idx="1516">
                  <c:v>40234</c:v>
                </c:pt>
                <c:pt idx="1517">
                  <c:v>40235</c:v>
                </c:pt>
                <c:pt idx="1518">
                  <c:v>40236</c:v>
                </c:pt>
                <c:pt idx="1519">
                  <c:v>40237</c:v>
                </c:pt>
                <c:pt idx="1520">
                  <c:v>40238</c:v>
                </c:pt>
                <c:pt idx="1521">
                  <c:v>40239</c:v>
                </c:pt>
                <c:pt idx="1522">
                  <c:v>40240</c:v>
                </c:pt>
                <c:pt idx="1523">
                  <c:v>40241</c:v>
                </c:pt>
                <c:pt idx="1524">
                  <c:v>40242</c:v>
                </c:pt>
                <c:pt idx="1525">
                  <c:v>40243</c:v>
                </c:pt>
                <c:pt idx="1526">
                  <c:v>40244</c:v>
                </c:pt>
                <c:pt idx="1527">
                  <c:v>40245</c:v>
                </c:pt>
                <c:pt idx="1528">
                  <c:v>40246</c:v>
                </c:pt>
                <c:pt idx="1529">
                  <c:v>40247</c:v>
                </c:pt>
                <c:pt idx="1530">
                  <c:v>40248</c:v>
                </c:pt>
                <c:pt idx="1531">
                  <c:v>40249</c:v>
                </c:pt>
                <c:pt idx="1532">
                  <c:v>40250</c:v>
                </c:pt>
                <c:pt idx="1533">
                  <c:v>40251</c:v>
                </c:pt>
                <c:pt idx="1534">
                  <c:v>40252</c:v>
                </c:pt>
                <c:pt idx="1535">
                  <c:v>40253</c:v>
                </c:pt>
                <c:pt idx="1536">
                  <c:v>40254</c:v>
                </c:pt>
                <c:pt idx="1537">
                  <c:v>40255</c:v>
                </c:pt>
                <c:pt idx="1538">
                  <c:v>40256</c:v>
                </c:pt>
                <c:pt idx="1539">
                  <c:v>40257</c:v>
                </c:pt>
                <c:pt idx="1540">
                  <c:v>40258</c:v>
                </c:pt>
                <c:pt idx="1541">
                  <c:v>40259</c:v>
                </c:pt>
                <c:pt idx="1542">
                  <c:v>40260</c:v>
                </c:pt>
                <c:pt idx="1543">
                  <c:v>40261</c:v>
                </c:pt>
                <c:pt idx="1544">
                  <c:v>40262</c:v>
                </c:pt>
                <c:pt idx="1545">
                  <c:v>40263</c:v>
                </c:pt>
                <c:pt idx="1546">
                  <c:v>40264</c:v>
                </c:pt>
                <c:pt idx="1547">
                  <c:v>40265</c:v>
                </c:pt>
                <c:pt idx="1548">
                  <c:v>40266</c:v>
                </c:pt>
                <c:pt idx="1549">
                  <c:v>40267</c:v>
                </c:pt>
                <c:pt idx="1550">
                  <c:v>40268</c:v>
                </c:pt>
                <c:pt idx="1551">
                  <c:v>40269</c:v>
                </c:pt>
                <c:pt idx="1552">
                  <c:v>40270</c:v>
                </c:pt>
                <c:pt idx="1553">
                  <c:v>40271</c:v>
                </c:pt>
                <c:pt idx="1554">
                  <c:v>40272</c:v>
                </c:pt>
                <c:pt idx="1555">
                  <c:v>40273</c:v>
                </c:pt>
                <c:pt idx="1556">
                  <c:v>40274</c:v>
                </c:pt>
                <c:pt idx="1557">
                  <c:v>40275</c:v>
                </c:pt>
                <c:pt idx="1558">
                  <c:v>40276</c:v>
                </c:pt>
                <c:pt idx="1559">
                  <c:v>40277</c:v>
                </c:pt>
                <c:pt idx="1560">
                  <c:v>40278</c:v>
                </c:pt>
                <c:pt idx="1561">
                  <c:v>40279</c:v>
                </c:pt>
                <c:pt idx="1562">
                  <c:v>40280</c:v>
                </c:pt>
                <c:pt idx="1563">
                  <c:v>40281</c:v>
                </c:pt>
                <c:pt idx="1564">
                  <c:v>40282</c:v>
                </c:pt>
                <c:pt idx="1565">
                  <c:v>40283</c:v>
                </c:pt>
                <c:pt idx="1566">
                  <c:v>40284</c:v>
                </c:pt>
                <c:pt idx="1567">
                  <c:v>40285</c:v>
                </c:pt>
                <c:pt idx="1568">
                  <c:v>40286</c:v>
                </c:pt>
                <c:pt idx="1569">
                  <c:v>40287</c:v>
                </c:pt>
                <c:pt idx="1570">
                  <c:v>40288</c:v>
                </c:pt>
                <c:pt idx="1571">
                  <c:v>40289</c:v>
                </c:pt>
                <c:pt idx="1572">
                  <c:v>40290</c:v>
                </c:pt>
                <c:pt idx="1573">
                  <c:v>40291</c:v>
                </c:pt>
                <c:pt idx="1574">
                  <c:v>40292</c:v>
                </c:pt>
                <c:pt idx="1575">
                  <c:v>40293</c:v>
                </c:pt>
                <c:pt idx="1576">
                  <c:v>40294</c:v>
                </c:pt>
                <c:pt idx="1577">
                  <c:v>40295</c:v>
                </c:pt>
                <c:pt idx="1578">
                  <c:v>40296</c:v>
                </c:pt>
                <c:pt idx="1579">
                  <c:v>40297</c:v>
                </c:pt>
                <c:pt idx="1580">
                  <c:v>40298</c:v>
                </c:pt>
                <c:pt idx="1581">
                  <c:v>40299</c:v>
                </c:pt>
                <c:pt idx="1582">
                  <c:v>40300</c:v>
                </c:pt>
                <c:pt idx="1583">
                  <c:v>40301</c:v>
                </c:pt>
                <c:pt idx="1584">
                  <c:v>40302</c:v>
                </c:pt>
                <c:pt idx="1585">
                  <c:v>40303</c:v>
                </c:pt>
                <c:pt idx="1586">
                  <c:v>40304</c:v>
                </c:pt>
                <c:pt idx="1587">
                  <c:v>40305</c:v>
                </c:pt>
                <c:pt idx="1588">
                  <c:v>40306</c:v>
                </c:pt>
                <c:pt idx="1589">
                  <c:v>40307</c:v>
                </c:pt>
                <c:pt idx="1590">
                  <c:v>40308</c:v>
                </c:pt>
                <c:pt idx="1591">
                  <c:v>40309</c:v>
                </c:pt>
                <c:pt idx="1592">
                  <c:v>40310</c:v>
                </c:pt>
                <c:pt idx="1593">
                  <c:v>40311</c:v>
                </c:pt>
                <c:pt idx="1594">
                  <c:v>40312</c:v>
                </c:pt>
                <c:pt idx="1595">
                  <c:v>40313</c:v>
                </c:pt>
                <c:pt idx="1596">
                  <c:v>40314</c:v>
                </c:pt>
                <c:pt idx="1597">
                  <c:v>40315</c:v>
                </c:pt>
                <c:pt idx="1598">
                  <c:v>40316</c:v>
                </c:pt>
                <c:pt idx="1599">
                  <c:v>40317</c:v>
                </c:pt>
                <c:pt idx="1600">
                  <c:v>40318</c:v>
                </c:pt>
                <c:pt idx="1601">
                  <c:v>40319</c:v>
                </c:pt>
                <c:pt idx="1602">
                  <c:v>40320</c:v>
                </c:pt>
                <c:pt idx="1603">
                  <c:v>40321</c:v>
                </c:pt>
                <c:pt idx="1604">
                  <c:v>40322</c:v>
                </c:pt>
                <c:pt idx="1605">
                  <c:v>40323</c:v>
                </c:pt>
                <c:pt idx="1606">
                  <c:v>40324</c:v>
                </c:pt>
                <c:pt idx="1607">
                  <c:v>40325</c:v>
                </c:pt>
                <c:pt idx="1608">
                  <c:v>40326</c:v>
                </c:pt>
                <c:pt idx="1609">
                  <c:v>40327</c:v>
                </c:pt>
                <c:pt idx="1610">
                  <c:v>40328</c:v>
                </c:pt>
                <c:pt idx="1611">
                  <c:v>40329</c:v>
                </c:pt>
                <c:pt idx="1612">
                  <c:v>40330</c:v>
                </c:pt>
                <c:pt idx="1613">
                  <c:v>40331</c:v>
                </c:pt>
                <c:pt idx="1614">
                  <c:v>40332</c:v>
                </c:pt>
                <c:pt idx="1615">
                  <c:v>40333</c:v>
                </c:pt>
                <c:pt idx="1616">
                  <c:v>40334</c:v>
                </c:pt>
                <c:pt idx="1617">
                  <c:v>40335</c:v>
                </c:pt>
                <c:pt idx="1618">
                  <c:v>40336</c:v>
                </c:pt>
                <c:pt idx="1619">
                  <c:v>40337</c:v>
                </c:pt>
                <c:pt idx="1620">
                  <c:v>40338</c:v>
                </c:pt>
                <c:pt idx="1621">
                  <c:v>40339</c:v>
                </c:pt>
                <c:pt idx="1622">
                  <c:v>40340</c:v>
                </c:pt>
                <c:pt idx="1623">
                  <c:v>40341</c:v>
                </c:pt>
                <c:pt idx="1624">
                  <c:v>40342</c:v>
                </c:pt>
                <c:pt idx="1625">
                  <c:v>40343</c:v>
                </c:pt>
                <c:pt idx="1626">
                  <c:v>40344</c:v>
                </c:pt>
                <c:pt idx="1627">
                  <c:v>40345</c:v>
                </c:pt>
                <c:pt idx="1628">
                  <c:v>40346</c:v>
                </c:pt>
                <c:pt idx="1629">
                  <c:v>40347</c:v>
                </c:pt>
                <c:pt idx="1630">
                  <c:v>40348</c:v>
                </c:pt>
                <c:pt idx="1631">
                  <c:v>40349</c:v>
                </c:pt>
                <c:pt idx="1632">
                  <c:v>40350</c:v>
                </c:pt>
                <c:pt idx="1633">
                  <c:v>40351</c:v>
                </c:pt>
                <c:pt idx="1634">
                  <c:v>40352</c:v>
                </c:pt>
                <c:pt idx="1635">
                  <c:v>40353</c:v>
                </c:pt>
                <c:pt idx="1636">
                  <c:v>40354</c:v>
                </c:pt>
                <c:pt idx="1637">
                  <c:v>40355</c:v>
                </c:pt>
                <c:pt idx="1638">
                  <c:v>40356</c:v>
                </c:pt>
                <c:pt idx="1639">
                  <c:v>40357</c:v>
                </c:pt>
                <c:pt idx="1640">
                  <c:v>40358</c:v>
                </c:pt>
                <c:pt idx="1641">
                  <c:v>40359</c:v>
                </c:pt>
                <c:pt idx="1642">
                  <c:v>40360</c:v>
                </c:pt>
                <c:pt idx="1643">
                  <c:v>40361</c:v>
                </c:pt>
                <c:pt idx="1644">
                  <c:v>40362</c:v>
                </c:pt>
                <c:pt idx="1645">
                  <c:v>40363</c:v>
                </c:pt>
                <c:pt idx="1646">
                  <c:v>40364</c:v>
                </c:pt>
                <c:pt idx="1647">
                  <c:v>40365</c:v>
                </c:pt>
                <c:pt idx="1648">
                  <c:v>40366</c:v>
                </c:pt>
                <c:pt idx="1649">
                  <c:v>40367</c:v>
                </c:pt>
                <c:pt idx="1650">
                  <c:v>40368</c:v>
                </c:pt>
                <c:pt idx="1651">
                  <c:v>40369</c:v>
                </c:pt>
                <c:pt idx="1652">
                  <c:v>40370</c:v>
                </c:pt>
                <c:pt idx="1653">
                  <c:v>40371</c:v>
                </c:pt>
                <c:pt idx="1654">
                  <c:v>40372</c:v>
                </c:pt>
                <c:pt idx="1655">
                  <c:v>40373</c:v>
                </c:pt>
                <c:pt idx="1656">
                  <c:v>40374</c:v>
                </c:pt>
                <c:pt idx="1657">
                  <c:v>40375</c:v>
                </c:pt>
                <c:pt idx="1658">
                  <c:v>40376</c:v>
                </c:pt>
                <c:pt idx="1659">
                  <c:v>40377</c:v>
                </c:pt>
                <c:pt idx="1660">
                  <c:v>40378</c:v>
                </c:pt>
                <c:pt idx="1661">
                  <c:v>40379</c:v>
                </c:pt>
                <c:pt idx="1662">
                  <c:v>40380</c:v>
                </c:pt>
                <c:pt idx="1663">
                  <c:v>40381</c:v>
                </c:pt>
                <c:pt idx="1664">
                  <c:v>40382</c:v>
                </c:pt>
                <c:pt idx="1665">
                  <c:v>40383</c:v>
                </c:pt>
                <c:pt idx="1666">
                  <c:v>40384</c:v>
                </c:pt>
                <c:pt idx="1667">
                  <c:v>40385</c:v>
                </c:pt>
                <c:pt idx="1668">
                  <c:v>40386</c:v>
                </c:pt>
                <c:pt idx="1669">
                  <c:v>40387</c:v>
                </c:pt>
                <c:pt idx="1670">
                  <c:v>40388</c:v>
                </c:pt>
                <c:pt idx="1671">
                  <c:v>40389</c:v>
                </c:pt>
                <c:pt idx="1672">
                  <c:v>40390</c:v>
                </c:pt>
                <c:pt idx="1673">
                  <c:v>40391</c:v>
                </c:pt>
                <c:pt idx="1674">
                  <c:v>40392</c:v>
                </c:pt>
                <c:pt idx="1675">
                  <c:v>40393</c:v>
                </c:pt>
                <c:pt idx="1676">
                  <c:v>40394</c:v>
                </c:pt>
                <c:pt idx="1677">
                  <c:v>40395</c:v>
                </c:pt>
                <c:pt idx="1678">
                  <c:v>40396</c:v>
                </c:pt>
                <c:pt idx="1679">
                  <c:v>40397</c:v>
                </c:pt>
                <c:pt idx="1680">
                  <c:v>40398</c:v>
                </c:pt>
                <c:pt idx="1681">
                  <c:v>40399</c:v>
                </c:pt>
                <c:pt idx="1682">
                  <c:v>40400</c:v>
                </c:pt>
                <c:pt idx="1683">
                  <c:v>40401</c:v>
                </c:pt>
                <c:pt idx="1684">
                  <c:v>40402</c:v>
                </c:pt>
                <c:pt idx="1685">
                  <c:v>40403</c:v>
                </c:pt>
                <c:pt idx="1686">
                  <c:v>40404</c:v>
                </c:pt>
                <c:pt idx="1687">
                  <c:v>40405</c:v>
                </c:pt>
                <c:pt idx="1688">
                  <c:v>40406</c:v>
                </c:pt>
                <c:pt idx="1689">
                  <c:v>40407</c:v>
                </c:pt>
                <c:pt idx="1690">
                  <c:v>40408</c:v>
                </c:pt>
                <c:pt idx="1691">
                  <c:v>40409</c:v>
                </c:pt>
                <c:pt idx="1692">
                  <c:v>40410</c:v>
                </c:pt>
                <c:pt idx="1693">
                  <c:v>40411</c:v>
                </c:pt>
                <c:pt idx="1694">
                  <c:v>40412</c:v>
                </c:pt>
                <c:pt idx="1695">
                  <c:v>40413</c:v>
                </c:pt>
                <c:pt idx="1696">
                  <c:v>40414</c:v>
                </c:pt>
                <c:pt idx="1697">
                  <c:v>40415</c:v>
                </c:pt>
                <c:pt idx="1698">
                  <c:v>40416</c:v>
                </c:pt>
                <c:pt idx="1699">
                  <c:v>40417</c:v>
                </c:pt>
                <c:pt idx="1700">
                  <c:v>40418</c:v>
                </c:pt>
                <c:pt idx="1701">
                  <c:v>40419</c:v>
                </c:pt>
                <c:pt idx="1702">
                  <c:v>40420</c:v>
                </c:pt>
                <c:pt idx="1703">
                  <c:v>40421</c:v>
                </c:pt>
                <c:pt idx="1704">
                  <c:v>40422</c:v>
                </c:pt>
                <c:pt idx="1705">
                  <c:v>40423</c:v>
                </c:pt>
                <c:pt idx="1706">
                  <c:v>40424</c:v>
                </c:pt>
                <c:pt idx="1707">
                  <c:v>40425</c:v>
                </c:pt>
                <c:pt idx="1708">
                  <c:v>40426</c:v>
                </c:pt>
                <c:pt idx="1709">
                  <c:v>40427</c:v>
                </c:pt>
                <c:pt idx="1710">
                  <c:v>40428</c:v>
                </c:pt>
                <c:pt idx="1711">
                  <c:v>40429</c:v>
                </c:pt>
                <c:pt idx="1712">
                  <c:v>40430</c:v>
                </c:pt>
                <c:pt idx="1713">
                  <c:v>40431</c:v>
                </c:pt>
                <c:pt idx="1714">
                  <c:v>40432</c:v>
                </c:pt>
                <c:pt idx="1715">
                  <c:v>40433</c:v>
                </c:pt>
                <c:pt idx="1716">
                  <c:v>40434</c:v>
                </c:pt>
                <c:pt idx="1717">
                  <c:v>40435</c:v>
                </c:pt>
                <c:pt idx="1718">
                  <c:v>40436</c:v>
                </c:pt>
                <c:pt idx="1719">
                  <c:v>40437</c:v>
                </c:pt>
                <c:pt idx="1720">
                  <c:v>40438</c:v>
                </c:pt>
                <c:pt idx="1721">
                  <c:v>40439</c:v>
                </c:pt>
                <c:pt idx="1722">
                  <c:v>40440</c:v>
                </c:pt>
                <c:pt idx="1723">
                  <c:v>40441</c:v>
                </c:pt>
                <c:pt idx="1724">
                  <c:v>40442</c:v>
                </c:pt>
                <c:pt idx="1725">
                  <c:v>40443</c:v>
                </c:pt>
                <c:pt idx="1726">
                  <c:v>40444</c:v>
                </c:pt>
                <c:pt idx="1727">
                  <c:v>40445</c:v>
                </c:pt>
                <c:pt idx="1728">
                  <c:v>40446</c:v>
                </c:pt>
                <c:pt idx="1729">
                  <c:v>40447</c:v>
                </c:pt>
                <c:pt idx="1730">
                  <c:v>40448</c:v>
                </c:pt>
                <c:pt idx="1731">
                  <c:v>40449</c:v>
                </c:pt>
                <c:pt idx="1732">
                  <c:v>40450</c:v>
                </c:pt>
                <c:pt idx="1733">
                  <c:v>40451</c:v>
                </c:pt>
                <c:pt idx="1734">
                  <c:v>40452</c:v>
                </c:pt>
                <c:pt idx="1735">
                  <c:v>40453</c:v>
                </c:pt>
                <c:pt idx="1736">
                  <c:v>40454</c:v>
                </c:pt>
                <c:pt idx="1737">
                  <c:v>40455</c:v>
                </c:pt>
                <c:pt idx="1738">
                  <c:v>40456</c:v>
                </c:pt>
                <c:pt idx="1739">
                  <c:v>40457</c:v>
                </c:pt>
                <c:pt idx="1740">
                  <c:v>40458</c:v>
                </c:pt>
                <c:pt idx="1741">
                  <c:v>40459</c:v>
                </c:pt>
                <c:pt idx="1742">
                  <c:v>40460</c:v>
                </c:pt>
                <c:pt idx="1743">
                  <c:v>40461</c:v>
                </c:pt>
                <c:pt idx="1744">
                  <c:v>40462</c:v>
                </c:pt>
                <c:pt idx="1745">
                  <c:v>40463</c:v>
                </c:pt>
                <c:pt idx="1746">
                  <c:v>40464</c:v>
                </c:pt>
                <c:pt idx="1747">
                  <c:v>40465</c:v>
                </c:pt>
                <c:pt idx="1748">
                  <c:v>40466</c:v>
                </c:pt>
                <c:pt idx="1749">
                  <c:v>40467</c:v>
                </c:pt>
                <c:pt idx="1750">
                  <c:v>40468</c:v>
                </c:pt>
                <c:pt idx="1751">
                  <c:v>40469</c:v>
                </c:pt>
                <c:pt idx="1752">
                  <c:v>40470</c:v>
                </c:pt>
                <c:pt idx="1753">
                  <c:v>40471</c:v>
                </c:pt>
                <c:pt idx="1754">
                  <c:v>40472</c:v>
                </c:pt>
                <c:pt idx="1755">
                  <c:v>40473</c:v>
                </c:pt>
                <c:pt idx="1756">
                  <c:v>40474</c:v>
                </c:pt>
                <c:pt idx="1757">
                  <c:v>40475</c:v>
                </c:pt>
                <c:pt idx="1758">
                  <c:v>40476</c:v>
                </c:pt>
                <c:pt idx="1759">
                  <c:v>40477</c:v>
                </c:pt>
                <c:pt idx="1760">
                  <c:v>40478</c:v>
                </c:pt>
                <c:pt idx="1761">
                  <c:v>40479</c:v>
                </c:pt>
                <c:pt idx="1762">
                  <c:v>40480</c:v>
                </c:pt>
                <c:pt idx="1763">
                  <c:v>40481</c:v>
                </c:pt>
                <c:pt idx="1764">
                  <c:v>40482</c:v>
                </c:pt>
                <c:pt idx="1765">
                  <c:v>40483</c:v>
                </c:pt>
                <c:pt idx="1766">
                  <c:v>40484</c:v>
                </c:pt>
                <c:pt idx="1767">
                  <c:v>40485</c:v>
                </c:pt>
                <c:pt idx="1768">
                  <c:v>40486</c:v>
                </c:pt>
                <c:pt idx="1769">
                  <c:v>40487</c:v>
                </c:pt>
                <c:pt idx="1770">
                  <c:v>40488</c:v>
                </c:pt>
                <c:pt idx="1771">
                  <c:v>40489</c:v>
                </c:pt>
                <c:pt idx="1772">
                  <c:v>40490</c:v>
                </c:pt>
                <c:pt idx="1773">
                  <c:v>40491</c:v>
                </c:pt>
                <c:pt idx="1774">
                  <c:v>40492</c:v>
                </c:pt>
                <c:pt idx="1775">
                  <c:v>40493</c:v>
                </c:pt>
                <c:pt idx="1776">
                  <c:v>40494</c:v>
                </c:pt>
                <c:pt idx="1777">
                  <c:v>40495</c:v>
                </c:pt>
                <c:pt idx="1778">
                  <c:v>40496</c:v>
                </c:pt>
                <c:pt idx="1779">
                  <c:v>40497</c:v>
                </c:pt>
                <c:pt idx="1780">
                  <c:v>40498</c:v>
                </c:pt>
                <c:pt idx="1781">
                  <c:v>40499</c:v>
                </c:pt>
                <c:pt idx="1782">
                  <c:v>40500</c:v>
                </c:pt>
                <c:pt idx="1783">
                  <c:v>40501</c:v>
                </c:pt>
                <c:pt idx="1784">
                  <c:v>40502</c:v>
                </c:pt>
                <c:pt idx="1785">
                  <c:v>40503</c:v>
                </c:pt>
                <c:pt idx="1786">
                  <c:v>40504</c:v>
                </c:pt>
                <c:pt idx="1787">
                  <c:v>40505</c:v>
                </c:pt>
                <c:pt idx="1788">
                  <c:v>40506</c:v>
                </c:pt>
                <c:pt idx="1789">
                  <c:v>40507</c:v>
                </c:pt>
                <c:pt idx="1790">
                  <c:v>40508</c:v>
                </c:pt>
                <c:pt idx="1791">
                  <c:v>40509</c:v>
                </c:pt>
                <c:pt idx="1792">
                  <c:v>40510</c:v>
                </c:pt>
                <c:pt idx="1793">
                  <c:v>40511</c:v>
                </c:pt>
                <c:pt idx="1794">
                  <c:v>40512</c:v>
                </c:pt>
                <c:pt idx="1795">
                  <c:v>40513</c:v>
                </c:pt>
                <c:pt idx="1796">
                  <c:v>40514</c:v>
                </c:pt>
                <c:pt idx="1797">
                  <c:v>40515</c:v>
                </c:pt>
                <c:pt idx="1798">
                  <c:v>40516</c:v>
                </c:pt>
                <c:pt idx="1799">
                  <c:v>40517</c:v>
                </c:pt>
                <c:pt idx="1800">
                  <c:v>40518</c:v>
                </c:pt>
                <c:pt idx="1801">
                  <c:v>40519</c:v>
                </c:pt>
                <c:pt idx="1802">
                  <c:v>40520</c:v>
                </c:pt>
                <c:pt idx="1803">
                  <c:v>40521</c:v>
                </c:pt>
                <c:pt idx="1804">
                  <c:v>40522</c:v>
                </c:pt>
                <c:pt idx="1805">
                  <c:v>40523</c:v>
                </c:pt>
                <c:pt idx="1806">
                  <c:v>40524</c:v>
                </c:pt>
                <c:pt idx="1807">
                  <c:v>40525</c:v>
                </c:pt>
                <c:pt idx="1808">
                  <c:v>40526</c:v>
                </c:pt>
                <c:pt idx="1809">
                  <c:v>40527</c:v>
                </c:pt>
                <c:pt idx="1810">
                  <c:v>40528</c:v>
                </c:pt>
                <c:pt idx="1811">
                  <c:v>40529</c:v>
                </c:pt>
                <c:pt idx="1812">
                  <c:v>40530</c:v>
                </c:pt>
                <c:pt idx="1813">
                  <c:v>40531</c:v>
                </c:pt>
                <c:pt idx="1814">
                  <c:v>40532</c:v>
                </c:pt>
                <c:pt idx="1815">
                  <c:v>40533</c:v>
                </c:pt>
                <c:pt idx="1816">
                  <c:v>40534</c:v>
                </c:pt>
                <c:pt idx="1817">
                  <c:v>40535</c:v>
                </c:pt>
                <c:pt idx="1818">
                  <c:v>40536</c:v>
                </c:pt>
                <c:pt idx="1819">
                  <c:v>40537</c:v>
                </c:pt>
                <c:pt idx="1820">
                  <c:v>40538</c:v>
                </c:pt>
                <c:pt idx="1821">
                  <c:v>40539</c:v>
                </c:pt>
                <c:pt idx="1822">
                  <c:v>40540</c:v>
                </c:pt>
                <c:pt idx="1823">
                  <c:v>40541</c:v>
                </c:pt>
                <c:pt idx="1824">
                  <c:v>40542</c:v>
                </c:pt>
                <c:pt idx="1825">
                  <c:v>40543</c:v>
                </c:pt>
                <c:pt idx="1826">
                  <c:v>40544</c:v>
                </c:pt>
                <c:pt idx="1827">
                  <c:v>40545</c:v>
                </c:pt>
                <c:pt idx="1828">
                  <c:v>40546</c:v>
                </c:pt>
                <c:pt idx="1829">
                  <c:v>40547</c:v>
                </c:pt>
                <c:pt idx="1830">
                  <c:v>40548</c:v>
                </c:pt>
                <c:pt idx="1831">
                  <c:v>40549</c:v>
                </c:pt>
                <c:pt idx="1832">
                  <c:v>40550</c:v>
                </c:pt>
                <c:pt idx="1833">
                  <c:v>40551</c:v>
                </c:pt>
                <c:pt idx="1834">
                  <c:v>40552</c:v>
                </c:pt>
                <c:pt idx="1835">
                  <c:v>40553</c:v>
                </c:pt>
                <c:pt idx="1836">
                  <c:v>40554</c:v>
                </c:pt>
                <c:pt idx="1837">
                  <c:v>40555</c:v>
                </c:pt>
                <c:pt idx="1838">
                  <c:v>40556</c:v>
                </c:pt>
                <c:pt idx="1839">
                  <c:v>40557</c:v>
                </c:pt>
                <c:pt idx="1840">
                  <c:v>40558</c:v>
                </c:pt>
                <c:pt idx="1841">
                  <c:v>40559</c:v>
                </c:pt>
                <c:pt idx="1842">
                  <c:v>40560</c:v>
                </c:pt>
                <c:pt idx="1843">
                  <c:v>40561</c:v>
                </c:pt>
                <c:pt idx="1844">
                  <c:v>40562</c:v>
                </c:pt>
                <c:pt idx="1845">
                  <c:v>40563</c:v>
                </c:pt>
                <c:pt idx="1846">
                  <c:v>40564</c:v>
                </c:pt>
                <c:pt idx="1847">
                  <c:v>40565</c:v>
                </c:pt>
                <c:pt idx="1848">
                  <c:v>40566</c:v>
                </c:pt>
                <c:pt idx="1849">
                  <c:v>40567</c:v>
                </c:pt>
                <c:pt idx="1850">
                  <c:v>40568</c:v>
                </c:pt>
                <c:pt idx="1851">
                  <c:v>40569</c:v>
                </c:pt>
                <c:pt idx="1852">
                  <c:v>40570</c:v>
                </c:pt>
                <c:pt idx="1853">
                  <c:v>40571</c:v>
                </c:pt>
                <c:pt idx="1854">
                  <c:v>40572</c:v>
                </c:pt>
                <c:pt idx="1855">
                  <c:v>40573</c:v>
                </c:pt>
                <c:pt idx="1856">
                  <c:v>40574</c:v>
                </c:pt>
                <c:pt idx="1857">
                  <c:v>40575</c:v>
                </c:pt>
                <c:pt idx="1858">
                  <c:v>40576</c:v>
                </c:pt>
                <c:pt idx="1859">
                  <c:v>40577</c:v>
                </c:pt>
                <c:pt idx="1860">
                  <c:v>40578</c:v>
                </c:pt>
                <c:pt idx="1861">
                  <c:v>40579</c:v>
                </c:pt>
                <c:pt idx="1862">
                  <c:v>40580</c:v>
                </c:pt>
                <c:pt idx="1863">
                  <c:v>40581</c:v>
                </c:pt>
                <c:pt idx="1864">
                  <c:v>40582</c:v>
                </c:pt>
                <c:pt idx="1865">
                  <c:v>40583</c:v>
                </c:pt>
                <c:pt idx="1866">
                  <c:v>40584</c:v>
                </c:pt>
                <c:pt idx="1867">
                  <c:v>40585</c:v>
                </c:pt>
                <c:pt idx="1868">
                  <c:v>40586</c:v>
                </c:pt>
                <c:pt idx="1869">
                  <c:v>40587</c:v>
                </c:pt>
                <c:pt idx="1870">
                  <c:v>40588</c:v>
                </c:pt>
                <c:pt idx="1871">
                  <c:v>40589</c:v>
                </c:pt>
                <c:pt idx="1872">
                  <c:v>40590</c:v>
                </c:pt>
                <c:pt idx="1873">
                  <c:v>40591</c:v>
                </c:pt>
                <c:pt idx="1874">
                  <c:v>40592</c:v>
                </c:pt>
                <c:pt idx="1875">
                  <c:v>40593</c:v>
                </c:pt>
                <c:pt idx="1876">
                  <c:v>40594</c:v>
                </c:pt>
                <c:pt idx="1877">
                  <c:v>40595</c:v>
                </c:pt>
                <c:pt idx="1878">
                  <c:v>40596</c:v>
                </c:pt>
                <c:pt idx="1879">
                  <c:v>40597</c:v>
                </c:pt>
                <c:pt idx="1880">
                  <c:v>40598</c:v>
                </c:pt>
                <c:pt idx="1881">
                  <c:v>40599</c:v>
                </c:pt>
                <c:pt idx="1882">
                  <c:v>40600</c:v>
                </c:pt>
                <c:pt idx="1883">
                  <c:v>40601</c:v>
                </c:pt>
                <c:pt idx="1884">
                  <c:v>40602</c:v>
                </c:pt>
                <c:pt idx="1885">
                  <c:v>40603</c:v>
                </c:pt>
                <c:pt idx="1886">
                  <c:v>40604</c:v>
                </c:pt>
                <c:pt idx="1887">
                  <c:v>40605</c:v>
                </c:pt>
                <c:pt idx="1888">
                  <c:v>40606</c:v>
                </c:pt>
                <c:pt idx="1889">
                  <c:v>40607</c:v>
                </c:pt>
                <c:pt idx="1890">
                  <c:v>40608</c:v>
                </c:pt>
                <c:pt idx="1891">
                  <c:v>40609</c:v>
                </c:pt>
                <c:pt idx="1892">
                  <c:v>40610</c:v>
                </c:pt>
                <c:pt idx="1893">
                  <c:v>40611</c:v>
                </c:pt>
                <c:pt idx="1894">
                  <c:v>40612</c:v>
                </c:pt>
                <c:pt idx="1895">
                  <c:v>40613</c:v>
                </c:pt>
                <c:pt idx="1896">
                  <c:v>40614</c:v>
                </c:pt>
                <c:pt idx="1897">
                  <c:v>40615</c:v>
                </c:pt>
                <c:pt idx="1898">
                  <c:v>40616</c:v>
                </c:pt>
                <c:pt idx="1899">
                  <c:v>40617</c:v>
                </c:pt>
                <c:pt idx="1900">
                  <c:v>40618</c:v>
                </c:pt>
                <c:pt idx="1901">
                  <c:v>40619</c:v>
                </c:pt>
                <c:pt idx="1902">
                  <c:v>40620</c:v>
                </c:pt>
                <c:pt idx="1903">
                  <c:v>40621</c:v>
                </c:pt>
                <c:pt idx="1904">
                  <c:v>40622</c:v>
                </c:pt>
                <c:pt idx="1905">
                  <c:v>40623</c:v>
                </c:pt>
                <c:pt idx="1906">
                  <c:v>40624</c:v>
                </c:pt>
                <c:pt idx="1907">
                  <c:v>40625</c:v>
                </c:pt>
                <c:pt idx="1908">
                  <c:v>40626</c:v>
                </c:pt>
                <c:pt idx="1909">
                  <c:v>40627</c:v>
                </c:pt>
                <c:pt idx="1910">
                  <c:v>40628</c:v>
                </c:pt>
                <c:pt idx="1911">
                  <c:v>40629</c:v>
                </c:pt>
                <c:pt idx="1912">
                  <c:v>40630</c:v>
                </c:pt>
                <c:pt idx="1913">
                  <c:v>40631</c:v>
                </c:pt>
                <c:pt idx="1914">
                  <c:v>40632</c:v>
                </c:pt>
                <c:pt idx="1915">
                  <c:v>40633</c:v>
                </c:pt>
                <c:pt idx="1916">
                  <c:v>40634</c:v>
                </c:pt>
                <c:pt idx="1917">
                  <c:v>40635</c:v>
                </c:pt>
                <c:pt idx="1918">
                  <c:v>40636</c:v>
                </c:pt>
                <c:pt idx="1919">
                  <c:v>40637</c:v>
                </c:pt>
                <c:pt idx="1920">
                  <c:v>40638</c:v>
                </c:pt>
                <c:pt idx="1921">
                  <c:v>40639</c:v>
                </c:pt>
                <c:pt idx="1922">
                  <c:v>40640</c:v>
                </c:pt>
                <c:pt idx="1923">
                  <c:v>40641</c:v>
                </c:pt>
                <c:pt idx="1924">
                  <c:v>40642</c:v>
                </c:pt>
                <c:pt idx="1925">
                  <c:v>40643</c:v>
                </c:pt>
                <c:pt idx="1926">
                  <c:v>40644</c:v>
                </c:pt>
                <c:pt idx="1927">
                  <c:v>40645</c:v>
                </c:pt>
                <c:pt idx="1928">
                  <c:v>40646</c:v>
                </c:pt>
                <c:pt idx="1929">
                  <c:v>40647</c:v>
                </c:pt>
                <c:pt idx="1930">
                  <c:v>40648</c:v>
                </c:pt>
                <c:pt idx="1931">
                  <c:v>40649</c:v>
                </c:pt>
                <c:pt idx="1932">
                  <c:v>40650</c:v>
                </c:pt>
                <c:pt idx="1933">
                  <c:v>40651</c:v>
                </c:pt>
                <c:pt idx="1934">
                  <c:v>40652</c:v>
                </c:pt>
                <c:pt idx="1935">
                  <c:v>40653</c:v>
                </c:pt>
                <c:pt idx="1936">
                  <c:v>40654</c:v>
                </c:pt>
                <c:pt idx="1937">
                  <c:v>40655</c:v>
                </c:pt>
                <c:pt idx="1938">
                  <c:v>40656</c:v>
                </c:pt>
                <c:pt idx="1939">
                  <c:v>40657</c:v>
                </c:pt>
                <c:pt idx="1940">
                  <c:v>40658</c:v>
                </c:pt>
                <c:pt idx="1941">
                  <c:v>40659</c:v>
                </c:pt>
                <c:pt idx="1942">
                  <c:v>40660</c:v>
                </c:pt>
                <c:pt idx="1943">
                  <c:v>40661</c:v>
                </c:pt>
                <c:pt idx="1944">
                  <c:v>40662</c:v>
                </c:pt>
                <c:pt idx="1945">
                  <c:v>40663</c:v>
                </c:pt>
                <c:pt idx="1946">
                  <c:v>40664</c:v>
                </c:pt>
                <c:pt idx="1947">
                  <c:v>40665</c:v>
                </c:pt>
                <c:pt idx="1948">
                  <c:v>40666</c:v>
                </c:pt>
                <c:pt idx="1949">
                  <c:v>40667</c:v>
                </c:pt>
                <c:pt idx="1950">
                  <c:v>40668</c:v>
                </c:pt>
                <c:pt idx="1951">
                  <c:v>40669</c:v>
                </c:pt>
                <c:pt idx="1952">
                  <c:v>40670</c:v>
                </c:pt>
                <c:pt idx="1953">
                  <c:v>40671</c:v>
                </c:pt>
                <c:pt idx="1954">
                  <c:v>40672</c:v>
                </c:pt>
                <c:pt idx="1955">
                  <c:v>40673</c:v>
                </c:pt>
                <c:pt idx="1956">
                  <c:v>40674</c:v>
                </c:pt>
                <c:pt idx="1957">
                  <c:v>40675</c:v>
                </c:pt>
                <c:pt idx="1958">
                  <c:v>40676</c:v>
                </c:pt>
                <c:pt idx="1959">
                  <c:v>40677</c:v>
                </c:pt>
                <c:pt idx="1960">
                  <c:v>40678</c:v>
                </c:pt>
                <c:pt idx="1961">
                  <c:v>40679</c:v>
                </c:pt>
                <c:pt idx="1962">
                  <c:v>40680</c:v>
                </c:pt>
                <c:pt idx="1963">
                  <c:v>40681</c:v>
                </c:pt>
                <c:pt idx="1964">
                  <c:v>40682</c:v>
                </c:pt>
                <c:pt idx="1965">
                  <c:v>40683</c:v>
                </c:pt>
                <c:pt idx="1966">
                  <c:v>40684</c:v>
                </c:pt>
                <c:pt idx="1967">
                  <c:v>40685</c:v>
                </c:pt>
                <c:pt idx="1968">
                  <c:v>40686</c:v>
                </c:pt>
                <c:pt idx="1969">
                  <c:v>40687</c:v>
                </c:pt>
                <c:pt idx="1970">
                  <c:v>40688</c:v>
                </c:pt>
                <c:pt idx="1971">
                  <c:v>40689</c:v>
                </c:pt>
                <c:pt idx="1972">
                  <c:v>40690</c:v>
                </c:pt>
                <c:pt idx="1973">
                  <c:v>40691</c:v>
                </c:pt>
                <c:pt idx="1974">
                  <c:v>40692</c:v>
                </c:pt>
                <c:pt idx="1975">
                  <c:v>40693</c:v>
                </c:pt>
                <c:pt idx="1976">
                  <c:v>40694</c:v>
                </c:pt>
                <c:pt idx="1977">
                  <c:v>40695</c:v>
                </c:pt>
                <c:pt idx="1978">
                  <c:v>40696</c:v>
                </c:pt>
                <c:pt idx="1979">
                  <c:v>40697</c:v>
                </c:pt>
                <c:pt idx="1980">
                  <c:v>40698</c:v>
                </c:pt>
                <c:pt idx="1981">
                  <c:v>40699</c:v>
                </c:pt>
                <c:pt idx="1982">
                  <c:v>40700</c:v>
                </c:pt>
                <c:pt idx="1983">
                  <c:v>40701</c:v>
                </c:pt>
                <c:pt idx="1984">
                  <c:v>40702</c:v>
                </c:pt>
                <c:pt idx="1985">
                  <c:v>40703</c:v>
                </c:pt>
                <c:pt idx="1986">
                  <c:v>40704</c:v>
                </c:pt>
                <c:pt idx="1987">
                  <c:v>40705</c:v>
                </c:pt>
                <c:pt idx="1988">
                  <c:v>40706</c:v>
                </c:pt>
                <c:pt idx="1989">
                  <c:v>40707</c:v>
                </c:pt>
                <c:pt idx="1990">
                  <c:v>40708</c:v>
                </c:pt>
                <c:pt idx="1991">
                  <c:v>40709</c:v>
                </c:pt>
                <c:pt idx="1992">
                  <c:v>40710</c:v>
                </c:pt>
                <c:pt idx="1993">
                  <c:v>40711</c:v>
                </c:pt>
                <c:pt idx="1994">
                  <c:v>40712</c:v>
                </c:pt>
                <c:pt idx="1995">
                  <c:v>40713</c:v>
                </c:pt>
                <c:pt idx="1996">
                  <c:v>40714</c:v>
                </c:pt>
                <c:pt idx="1997">
                  <c:v>40715</c:v>
                </c:pt>
                <c:pt idx="1998">
                  <c:v>40716</c:v>
                </c:pt>
                <c:pt idx="1999">
                  <c:v>40717</c:v>
                </c:pt>
                <c:pt idx="2000">
                  <c:v>40718</c:v>
                </c:pt>
                <c:pt idx="2001">
                  <c:v>40719</c:v>
                </c:pt>
                <c:pt idx="2002">
                  <c:v>40720</c:v>
                </c:pt>
                <c:pt idx="2003">
                  <c:v>40721</c:v>
                </c:pt>
                <c:pt idx="2004">
                  <c:v>40722</c:v>
                </c:pt>
                <c:pt idx="2005">
                  <c:v>40723</c:v>
                </c:pt>
                <c:pt idx="2006">
                  <c:v>40724</c:v>
                </c:pt>
                <c:pt idx="2007">
                  <c:v>40725</c:v>
                </c:pt>
                <c:pt idx="2008">
                  <c:v>40726</c:v>
                </c:pt>
                <c:pt idx="2009">
                  <c:v>40727</c:v>
                </c:pt>
                <c:pt idx="2010">
                  <c:v>40728</c:v>
                </c:pt>
                <c:pt idx="2011">
                  <c:v>40729</c:v>
                </c:pt>
                <c:pt idx="2012">
                  <c:v>40730</c:v>
                </c:pt>
                <c:pt idx="2013">
                  <c:v>40731</c:v>
                </c:pt>
                <c:pt idx="2014">
                  <c:v>40732</c:v>
                </c:pt>
                <c:pt idx="2015">
                  <c:v>40733</c:v>
                </c:pt>
                <c:pt idx="2016">
                  <c:v>40734</c:v>
                </c:pt>
                <c:pt idx="2017">
                  <c:v>40735</c:v>
                </c:pt>
                <c:pt idx="2018">
                  <c:v>40736</c:v>
                </c:pt>
                <c:pt idx="2019">
                  <c:v>40737</c:v>
                </c:pt>
                <c:pt idx="2020">
                  <c:v>40738</c:v>
                </c:pt>
                <c:pt idx="2021">
                  <c:v>40739</c:v>
                </c:pt>
                <c:pt idx="2022">
                  <c:v>40740</c:v>
                </c:pt>
                <c:pt idx="2023">
                  <c:v>40741</c:v>
                </c:pt>
                <c:pt idx="2024">
                  <c:v>40742</c:v>
                </c:pt>
                <c:pt idx="2025">
                  <c:v>40743</c:v>
                </c:pt>
                <c:pt idx="2026">
                  <c:v>40744</c:v>
                </c:pt>
                <c:pt idx="2027">
                  <c:v>40745</c:v>
                </c:pt>
                <c:pt idx="2028">
                  <c:v>40746</c:v>
                </c:pt>
                <c:pt idx="2029">
                  <c:v>40747</c:v>
                </c:pt>
                <c:pt idx="2030">
                  <c:v>40748</c:v>
                </c:pt>
                <c:pt idx="2031">
                  <c:v>40749</c:v>
                </c:pt>
                <c:pt idx="2032">
                  <c:v>40750</c:v>
                </c:pt>
                <c:pt idx="2033">
                  <c:v>40751</c:v>
                </c:pt>
                <c:pt idx="2034">
                  <c:v>40752</c:v>
                </c:pt>
                <c:pt idx="2035">
                  <c:v>40753</c:v>
                </c:pt>
                <c:pt idx="2036">
                  <c:v>40754</c:v>
                </c:pt>
                <c:pt idx="2037">
                  <c:v>40755</c:v>
                </c:pt>
                <c:pt idx="2038">
                  <c:v>40756</c:v>
                </c:pt>
                <c:pt idx="2039">
                  <c:v>40757</c:v>
                </c:pt>
                <c:pt idx="2040">
                  <c:v>40758</c:v>
                </c:pt>
                <c:pt idx="2041">
                  <c:v>40759</c:v>
                </c:pt>
                <c:pt idx="2042">
                  <c:v>40760</c:v>
                </c:pt>
                <c:pt idx="2043">
                  <c:v>40761</c:v>
                </c:pt>
                <c:pt idx="2044">
                  <c:v>40762</c:v>
                </c:pt>
                <c:pt idx="2045">
                  <c:v>40763</c:v>
                </c:pt>
                <c:pt idx="2046">
                  <c:v>40764</c:v>
                </c:pt>
                <c:pt idx="2047">
                  <c:v>40765</c:v>
                </c:pt>
                <c:pt idx="2048">
                  <c:v>40766</c:v>
                </c:pt>
                <c:pt idx="2049">
                  <c:v>40767</c:v>
                </c:pt>
                <c:pt idx="2050">
                  <c:v>40768</c:v>
                </c:pt>
                <c:pt idx="2051">
                  <c:v>40769</c:v>
                </c:pt>
                <c:pt idx="2052">
                  <c:v>40770</c:v>
                </c:pt>
                <c:pt idx="2053">
                  <c:v>40771</c:v>
                </c:pt>
                <c:pt idx="2054">
                  <c:v>40772</c:v>
                </c:pt>
                <c:pt idx="2055">
                  <c:v>40773</c:v>
                </c:pt>
                <c:pt idx="2056">
                  <c:v>40774</c:v>
                </c:pt>
                <c:pt idx="2057">
                  <c:v>40775</c:v>
                </c:pt>
                <c:pt idx="2058">
                  <c:v>40776</c:v>
                </c:pt>
                <c:pt idx="2059">
                  <c:v>40777</c:v>
                </c:pt>
                <c:pt idx="2060">
                  <c:v>40778</c:v>
                </c:pt>
                <c:pt idx="2061">
                  <c:v>40779</c:v>
                </c:pt>
                <c:pt idx="2062">
                  <c:v>40780</c:v>
                </c:pt>
                <c:pt idx="2063">
                  <c:v>40781</c:v>
                </c:pt>
                <c:pt idx="2064">
                  <c:v>40782</c:v>
                </c:pt>
                <c:pt idx="2065">
                  <c:v>40783</c:v>
                </c:pt>
                <c:pt idx="2066">
                  <c:v>40784</c:v>
                </c:pt>
                <c:pt idx="2067">
                  <c:v>40785</c:v>
                </c:pt>
                <c:pt idx="2068">
                  <c:v>40786</c:v>
                </c:pt>
                <c:pt idx="2069">
                  <c:v>40787</c:v>
                </c:pt>
                <c:pt idx="2070">
                  <c:v>40788</c:v>
                </c:pt>
                <c:pt idx="2071">
                  <c:v>40789</c:v>
                </c:pt>
                <c:pt idx="2072">
                  <c:v>40790</c:v>
                </c:pt>
                <c:pt idx="2073">
                  <c:v>40791</c:v>
                </c:pt>
                <c:pt idx="2074">
                  <c:v>40792</c:v>
                </c:pt>
                <c:pt idx="2075">
                  <c:v>40793</c:v>
                </c:pt>
                <c:pt idx="2076">
                  <c:v>40794</c:v>
                </c:pt>
                <c:pt idx="2077">
                  <c:v>40795</c:v>
                </c:pt>
                <c:pt idx="2078">
                  <c:v>40796</c:v>
                </c:pt>
                <c:pt idx="2079">
                  <c:v>40797</c:v>
                </c:pt>
                <c:pt idx="2080">
                  <c:v>40798</c:v>
                </c:pt>
                <c:pt idx="2081">
                  <c:v>40799</c:v>
                </c:pt>
                <c:pt idx="2082">
                  <c:v>40800</c:v>
                </c:pt>
                <c:pt idx="2083">
                  <c:v>40801</c:v>
                </c:pt>
                <c:pt idx="2084">
                  <c:v>40802</c:v>
                </c:pt>
                <c:pt idx="2085">
                  <c:v>40803</c:v>
                </c:pt>
                <c:pt idx="2086">
                  <c:v>40804</c:v>
                </c:pt>
                <c:pt idx="2087">
                  <c:v>40805</c:v>
                </c:pt>
                <c:pt idx="2088">
                  <c:v>40806</c:v>
                </c:pt>
                <c:pt idx="2089">
                  <c:v>40807</c:v>
                </c:pt>
                <c:pt idx="2090">
                  <c:v>40808</c:v>
                </c:pt>
                <c:pt idx="2091">
                  <c:v>40809</c:v>
                </c:pt>
                <c:pt idx="2092">
                  <c:v>40810</c:v>
                </c:pt>
                <c:pt idx="2093">
                  <c:v>40811</c:v>
                </c:pt>
                <c:pt idx="2094">
                  <c:v>40812</c:v>
                </c:pt>
                <c:pt idx="2095">
                  <c:v>40813</c:v>
                </c:pt>
                <c:pt idx="2096">
                  <c:v>40814</c:v>
                </c:pt>
                <c:pt idx="2097">
                  <c:v>40815</c:v>
                </c:pt>
                <c:pt idx="2098">
                  <c:v>40816</c:v>
                </c:pt>
                <c:pt idx="2099">
                  <c:v>40817</c:v>
                </c:pt>
                <c:pt idx="2100">
                  <c:v>40818</c:v>
                </c:pt>
                <c:pt idx="2101">
                  <c:v>40819</c:v>
                </c:pt>
                <c:pt idx="2102">
                  <c:v>40820</c:v>
                </c:pt>
                <c:pt idx="2103">
                  <c:v>40821</c:v>
                </c:pt>
                <c:pt idx="2104">
                  <c:v>40822</c:v>
                </c:pt>
                <c:pt idx="2105">
                  <c:v>40823</c:v>
                </c:pt>
                <c:pt idx="2106">
                  <c:v>40824</c:v>
                </c:pt>
                <c:pt idx="2107">
                  <c:v>40825</c:v>
                </c:pt>
                <c:pt idx="2108">
                  <c:v>40826</c:v>
                </c:pt>
                <c:pt idx="2109">
                  <c:v>40827</c:v>
                </c:pt>
                <c:pt idx="2110">
                  <c:v>40828</c:v>
                </c:pt>
                <c:pt idx="2111">
                  <c:v>40829</c:v>
                </c:pt>
                <c:pt idx="2112">
                  <c:v>40830</c:v>
                </c:pt>
                <c:pt idx="2113">
                  <c:v>40831</c:v>
                </c:pt>
                <c:pt idx="2114">
                  <c:v>40832</c:v>
                </c:pt>
                <c:pt idx="2115">
                  <c:v>40833</c:v>
                </c:pt>
                <c:pt idx="2116">
                  <c:v>40834</c:v>
                </c:pt>
                <c:pt idx="2117">
                  <c:v>40835</c:v>
                </c:pt>
                <c:pt idx="2118">
                  <c:v>40836</c:v>
                </c:pt>
                <c:pt idx="2119">
                  <c:v>40837</c:v>
                </c:pt>
                <c:pt idx="2120">
                  <c:v>40838</c:v>
                </c:pt>
                <c:pt idx="2121">
                  <c:v>40839</c:v>
                </c:pt>
                <c:pt idx="2122">
                  <c:v>40840</c:v>
                </c:pt>
                <c:pt idx="2123">
                  <c:v>40841</c:v>
                </c:pt>
                <c:pt idx="2124">
                  <c:v>40842</c:v>
                </c:pt>
                <c:pt idx="2125">
                  <c:v>40843</c:v>
                </c:pt>
                <c:pt idx="2126">
                  <c:v>40844</c:v>
                </c:pt>
                <c:pt idx="2127">
                  <c:v>40845</c:v>
                </c:pt>
                <c:pt idx="2128">
                  <c:v>40846</c:v>
                </c:pt>
                <c:pt idx="2129">
                  <c:v>40847</c:v>
                </c:pt>
                <c:pt idx="2130">
                  <c:v>40848</c:v>
                </c:pt>
                <c:pt idx="2131">
                  <c:v>40849</c:v>
                </c:pt>
                <c:pt idx="2132">
                  <c:v>40850</c:v>
                </c:pt>
                <c:pt idx="2133">
                  <c:v>40851</c:v>
                </c:pt>
                <c:pt idx="2134">
                  <c:v>40852</c:v>
                </c:pt>
                <c:pt idx="2135">
                  <c:v>40853</c:v>
                </c:pt>
                <c:pt idx="2136">
                  <c:v>40854</c:v>
                </c:pt>
                <c:pt idx="2137">
                  <c:v>40855</c:v>
                </c:pt>
                <c:pt idx="2138">
                  <c:v>40856</c:v>
                </c:pt>
                <c:pt idx="2139">
                  <c:v>40857</c:v>
                </c:pt>
                <c:pt idx="2140">
                  <c:v>40858</c:v>
                </c:pt>
                <c:pt idx="2141">
                  <c:v>40859</c:v>
                </c:pt>
                <c:pt idx="2142">
                  <c:v>40860</c:v>
                </c:pt>
                <c:pt idx="2143">
                  <c:v>40861</c:v>
                </c:pt>
                <c:pt idx="2144">
                  <c:v>40862</c:v>
                </c:pt>
                <c:pt idx="2145">
                  <c:v>40863</c:v>
                </c:pt>
                <c:pt idx="2146">
                  <c:v>40864</c:v>
                </c:pt>
                <c:pt idx="2147">
                  <c:v>40865</c:v>
                </c:pt>
                <c:pt idx="2148">
                  <c:v>40866</c:v>
                </c:pt>
                <c:pt idx="2149">
                  <c:v>40867</c:v>
                </c:pt>
                <c:pt idx="2150">
                  <c:v>40868</c:v>
                </c:pt>
                <c:pt idx="2151">
                  <c:v>40869</c:v>
                </c:pt>
                <c:pt idx="2152">
                  <c:v>40870</c:v>
                </c:pt>
                <c:pt idx="2153">
                  <c:v>40871</c:v>
                </c:pt>
                <c:pt idx="2154">
                  <c:v>40872</c:v>
                </c:pt>
                <c:pt idx="2155">
                  <c:v>40873</c:v>
                </c:pt>
                <c:pt idx="2156">
                  <c:v>40874</c:v>
                </c:pt>
                <c:pt idx="2157">
                  <c:v>40875</c:v>
                </c:pt>
                <c:pt idx="2158">
                  <c:v>40876</c:v>
                </c:pt>
                <c:pt idx="2159">
                  <c:v>40877</c:v>
                </c:pt>
                <c:pt idx="2160">
                  <c:v>40878</c:v>
                </c:pt>
                <c:pt idx="2161">
                  <c:v>40879</c:v>
                </c:pt>
                <c:pt idx="2162">
                  <c:v>40880</c:v>
                </c:pt>
                <c:pt idx="2163">
                  <c:v>40881</c:v>
                </c:pt>
                <c:pt idx="2164">
                  <c:v>40882</c:v>
                </c:pt>
                <c:pt idx="2165">
                  <c:v>40883</c:v>
                </c:pt>
                <c:pt idx="2166">
                  <c:v>40884</c:v>
                </c:pt>
                <c:pt idx="2167">
                  <c:v>40885</c:v>
                </c:pt>
                <c:pt idx="2168">
                  <c:v>40886</c:v>
                </c:pt>
                <c:pt idx="2169">
                  <c:v>40887</c:v>
                </c:pt>
                <c:pt idx="2170">
                  <c:v>40888</c:v>
                </c:pt>
                <c:pt idx="2171">
                  <c:v>40889</c:v>
                </c:pt>
                <c:pt idx="2172">
                  <c:v>40890</c:v>
                </c:pt>
                <c:pt idx="2173">
                  <c:v>40891</c:v>
                </c:pt>
                <c:pt idx="2174">
                  <c:v>40892</c:v>
                </c:pt>
                <c:pt idx="2175">
                  <c:v>40893</c:v>
                </c:pt>
                <c:pt idx="2176">
                  <c:v>40894</c:v>
                </c:pt>
                <c:pt idx="2177">
                  <c:v>40895</c:v>
                </c:pt>
                <c:pt idx="2178">
                  <c:v>40896</c:v>
                </c:pt>
                <c:pt idx="2179">
                  <c:v>40897</c:v>
                </c:pt>
                <c:pt idx="2180">
                  <c:v>40898</c:v>
                </c:pt>
                <c:pt idx="2181">
                  <c:v>40899</c:v>
                </c:pt>
                <c:pt idx="2182">
                  <c:v>40900</c:v>
                </c:pt>
                <c:pt idx="2183">
                  <c:v>40901</c:v>
                </c:pt>
                <c:pt idx="2184">
                  <c:v>40902</c:v>
                </c:pt>
                <c:pt idx="2185">
                  <c:v>40903</c:v>
                </c:pt>
                <c:pt idx="2186">
                  <c:v>40904</c:v>
                </c:pt>
                <c:pt idx="2187">
                  <c:v>40905</c:v>
                </c:pt>
                <c:pt idx="2188">
                  <c:v>40906</c:v>
                </c:pt>
                <c:pt idx="2189">
                  <c:v>40907</c:v>
                </c:pt>
                <c:pt idx="2190">
                  <c:v>40908</c:v>
                </c:pt>
                <c:pt idx="2191">
                  <c:v>40909</c:v>
                </c:pt>
                <c:pt idx="2192">
                  <c:v>40910</c:v>
                </c:pt>
                <c:pt idx="2193">
                  <c:v>40911</c:v>
                </c:pt>
                <c:pt idx="2194">
                  <c:v>40912</c:v>
                </c:pt>
                <c:pt idx="2195">
                  <c:v>40913</c:v>
                </c:pt>
                <c:pt idx="2196">
                  <c:v>40914</c:v>
                </c:pt>
                <c:pt idx="2197">
                  <c:v>40915</c:v>
                </c:pt>
                <c:pt idx="2198">
                  <c:v>40916</c:v>
                </c:pt>
                <c:pt idx="2199">
                  <c:v>40917</c:v>
                </c:pt>
                <c:pt idx="2200">
                  <c:v>40918</c:v>
                </c:pt>
                <c:pt idx="2201">
                  <c:v>40919</c:v>
                </c:pt>
                <c:pt idx="2202">
                  <c:v>40920</c:v>
                </c:pt>
                <c:pt idx="2203">
                  <c:v>40921</c:v>
                </c:pt>
                <c:pt idx="2204">
                  <c:v>40922</c:v>
                </c:pt>
                <c:pt idx="2205">
                  <c:v>40923</c:v>
                </c:pt>
                <c:pt idx="2206">
                  <c:v>40924</c:v>
                </c:pt>
                <c:pt idx="2207">
                  <c:v>40925</c:v>
                </c:pt>
                <c:pt idx="2208">
                  <c:v>40926</c:v>
                </c:pt>
                <c:pt idx="2209">
                  <c:v>40927</c:v>
                </c:pt>
                <c:pt idx="2210">
                  <c:v>40928</c:v>
                </c:pt>
                <c:pt idx="2211">
                  <c:v>40929</c:v>
                </c:pt>
                <c:pt idx="2212">
                  <c:v>40930</c:v>
                </c:pt>
                <c:pt idx="2213">
                  <c:v>40931</c:v>
                </c:pt>
                <c:pt idx="2214">
                  <c:v>40932</c:v>
                </c:pt>
                <c:pt idx="2215">
                  <c:v>40933</c:v>
                </c:pt>
                <c:pt idx="2216">
                  <c:v>40934</c:v>
                </c:pt>
                <c:pt idx="2217">
                  <c:v>40935</c:v>
                </c:pt>
                <c:pt idx="2218">
                  <c:v>40936</c:v>
                </c:pt>
                <c:pt idx="2219">
                  <c:v>40937</c:v>
                </c:pt>
                <c:pt idx="2220">
                  <c:v>40938</c:v>
                </c:pt>
                <c:pt idx="2221">
                  <c:v>40939</c:v>
                </c:pt>
                <c:pt idx="2222">
                  <c:v>40940</c:v>
                </c:pt>
                <c:pt idx="2223">
                  <c:v>40941</c:v>
                </c:pt>
                <c:pt idx="2224">
                  <c:v>40942</c:v>
                </c:pt>
                <c:pt idx="2225">
                  <c:v>40943</c:v>
                </c:pt>
                <c:pt idx="2226">
                  <c:v>40944</c:v>
                </c:pt>
                <c:pt idx="2227">
                  <c:v>40945</c:v>
                </c:pt>
                <c:pt idx="2228">
                  <c:v>40946</c:v>
                </c:pt>
                <c:pt idx="2229">
                  <c:v>40947</c:v>
                </c:pt>
                <c:pt idx="2230">
                  <c:v>40948</c:v>
                </c:pt>
                <c:pt idx="2231">
                  <c:v>40949</c:v>
                </c:pt>
                <c:pt idx="2232">
                  <c:v>40950</c:v>
                </c:pt>
                <c:pt idx="2233">
                  <c:v>40951</c:v>
                </c:pt>
                <c:pt idx="2234">
                  <c:v>40952</c:v>
                </c:pt>
                <c:pt idx="2235">
                  <c:v>40953</c:v>
                </c:pt>
                <c:pt idx="2236">
                  <c:v>40954</c:v>
                </c:pt>
                <c:pt idx="2237">
                  <c:v>40955</c:v>
                </c:pt>
                <c:pt idx="2238">
                  <c:v>40956</c:v>
                </c:pt>
                <c:pt idx="2239">
                  <c:v>40957</c:v>
                </c:pt>
                <c:pt idx="2240">
                  <c:v>40958</c:v>
                </c:pt>
                <c:pt idx="2241">
                  <c:v>40959</c:v>
                </c:pt>
                <c:pt idx="2242">
                  <c:v>40960</c:v>
                </c:pt>
                <c:pt idx="2243">
                  <c:v>40961</c:v>
                </c:pt>
                <c:pt idx="2244">
                  <c:v>40962</c:v>
                </c:pt>
                <c:pt idx="2245">
                  <c:v>40963</c:v>
                </c:pt>
                <c:pt idx="2246">
                  <c:v>40964</c:v>
                </c:pt>
                <c:pt idx="2247">
                  <c:v>40965</c:v>
                </c:pt>
                <c:pt idx="2248">
                  <c:v>40966</c:v>
                </c:pt>
                <c:pt idx="2249">
                  <c:v>40967</c:v>
                </c:pt>
                <c:pt idx="2250">
                  <c:v>40968</c:v>
                </c:pt>
                <c:pt idx="2251">
                  <c:v>40969</c:v>
                </c:pt>
                <c:pt idx="2252">
                  <c:v>40970</c:v>
                </c:pt>
                <c:pt idx="2253">
                  <c:v>40971</c:v>
                </c:pt>
                <c:pt idx="2254">
                  <c:v>40972</c:v>
                </c:pt>
                <c:pt idx="2255">
                  <c:v>40973</c:v>
                </c:pt>
                <c:pt idx="2256">
                  <c:v>40974</c:v>
                </c:pt>
                <c:pt idx="2257">
                  <c:v>40975</c:v>
                </c:pt>
                <c:pt idx="2258">
                  <c:v>40976</c:v>
                </c:pt>
                <c:pt idx="2259">
                  <c:v>40977</c:v>
                </c:pt>
                <c:pt idx="2260">
                  <c:v>40978</c:v>
                </c:pt>
                <c:pt idx="2261">
                  <c:v>40979</c:v>
                </c:pt>
                <c:pt idx="2262">
                  <c:v>40980</c:v>
                </c:pt>
                <c:pt idx="2263">
                  <c:v>40981</c:v>
                </c:pt>
                <c:pt idx="2264">
                  <c:v>40982</c:v>
                </c:pt>
                <c:pt idx="2265">
                  <c:v>40983</c:v>
                </c:pt>
                <c:pt idx="2266">
                  <c:v>40984</c:v>
                </c:pt>
                <c:pt idx="2267">
                  <c:v>40985</c:v>
                </c:pt>
                <c:pt idx="2268">
                  <c:v>40986</c:v>
                </c:pt>
                <c:pt idx="2269">
                  <c:v>40987</c:v>
                </c:pt>
                <c:pt idx="2270">
                  <c:v>40988</c:v>
                </c:pt>
                <c:pt idx="2271">
                  <c:v>40989</c:v>
                </c:pt>
                <c:pt idx="2272">
                  <c:v>40990</c:v>
                </c:pt>
                <c:pt idx="2273">
                  <c:v>40991</c:v>
                </c:pt>
                <c:pt idx="2274">
                  <c:v>40992</c:v>
                </c:pt>
                <c:pt idx="2275">
                  <c:v>40993</c:v>
                </c:pt>
                <c:pt idx="2276">
                  <c:v>40994</c:v>
                </c:pt>
                <c:pt idx="2277">
                  <c:v>40995</c:v>
                </c:pt>
                <c:pt idx="2278">
                  <c:v>40996</c:v>
                </c:pt>
                <c:pt idx="2279">
                  <c:v>40997</c:v>
                </c:pt>
                <c:pt idx="2280">
                  <c:v>40998</c:v>
                </c:pt>
                <c:pt idx="2281">
                  <c:v>40999</c:v>
                </c:pt>
                <c:pt idx="2282">
                  <c:v>41000</c:v>
                </c:pt>
                <c:pt idx="2283">
                  <c:v>41001</c:v>
                </c:pt>
                <c:pt idx="2284">
                  <c:v>41002</c:v>
                </c:pt>
                <c:pt idx="2285">
                  <c:v>41003</c:v>
                </c:pt>
                <c:pt idx="2286">
                  <c:v>41004</c:v>
                </c:pt>
                <c:pt idx="2287">
                  <c:v>41005</c:v>
                </c:pt>
                <c:pt idx="2288">
                  <c:v>41006</c:v>
                </c:pt>
                <c:pt idx="2289">
                  <c:v>41007</c:v>
                </c:pt>
                <c:pt idx="2290">
                  <c:v>41008</c:v>
                </c:pt>
                <c:pt idx="2291">
                  <c:v>41009</c:v>
                </c:pt>
                <c:pt idx="2292">
                  <c:v>41010</c:v>
                </c:pt>
                <c:pt idx="2293">
                  <c:v>41011</c:v>
                </c:pt>
                <c:pt idx="2294">
                  <c:v>41012</c:v>
                </c:pt>
                <c:pt idx="2295">
                  <c:v>41013</c:v>
                </c:pt>
                <c:pt idx="2296">
                  <c:v>41014</c:v>
                </c:pt>
                <c:pt idx="2297">
                  <c:v>41015</c:v>
                </c:pt>
                <c:pt idx="2298">
                  <c:v>41016</c:v>
                </c:pt>
                <c:pt idx="2299">
                  <c:v>41017</c:v>
                </c:pt>
                <c:pt idx="2300">
                  <c:v>41018</c:v>
                </c:pt>
                <c:pt idx="2301">
                  <c:v>41019</c:v>
                </c:pt>
                <c:pt idx="2302">
                  <c:v>41020</c:v>
                </c:pt>
                <c:pt idx="2303">
                  <c:v>41021</c:v>
                </c:pt>
                <c:pt idx="2304">
                  <c:v>41022</c:v>
                </c:pt>
                <c:pt idx="2305">
                  <c:v>41023</c:v>
                </c:pt>
                <c:pt idx="2306">
                  <c:v>41024</c:v>
                </c:pt>
                <c:pt idx="2307">
                  <c:v>41025</c:v>
                </c:pt>
                <c:pt idx="2308">
                  <c:v>41026</c:v>
                </c:pt>
                <c:pt idx="2309">
                  <c:v>41027</c:v>
                </c:pt>
                <c:pt idx="2310">
                  <c:v>41028</c:v>
                </c:pt>
                <c:pt idx="2311">
                  <c:v>41029</c:v>
                </c:pt>
                <c:pt idx="2312">
                  <c:v>41030</c:v>
                </c:pt>
                <c:pt idx="2313">
                  <c:v>41031</c:v>
                </c:pt>
                <c:pt idx="2314">
                  <c:v>41032</c:v>
                </c:pt>
                <c:pt idx="2315">
                  <c:v>41033</c:v>
                </c:pt>
                <c:pt idx="2316">
                  <c:v>41034</c:v>
                </c:pt>
                <c:pt idx="2317">
                  <c:v>41035</c:v>
                </c:pt>
                <c:pt idx="2318">
                  <c:v>41036</c:v>
                </c:pt>
                <c:pt idx="2319">
                  <c:v>41037</c:v>
                </c:pt>
                <c:pt idx="2320">
                  <c:v>41038</c:v>
                </c:pt>
                <c:pt idx="2321">
                  <c:v>41039</c:v>
                </c:pt>
                <c:pt idx="2322">
                  <c:v>41040</c:v>
                </c:pt>
                <c:pt idx="2323">
                  <c:v>41041</c:v>
                </c:pt>
                <c:pt idx="2324">
                  <c:v>41042</c:v>
                </c:pt>
                <c:pt idx="2325">
                  <c:v>41043</c:v>
                </c:pt>
                <c:pt idx="2326">
                  <c:v>41044</c:v>
                </c:pt>
                <c:pt idx="2327">
                  <c:v>41045</c:v>
                </c:pt>
                <c:pt idx="2328">
                  <c:v>41046</c:v>
                </c:pt>
                <c:pt idx="2329">
                  <c:v>41047</c:v>
                </c:pt>
                <c:pt idx="2330">
                  <c:v>41048</c:v>
                </c:pt>
                <c:pt idx="2331">
                  <c:v>41049</c:v>
                </c:pt>
                <c:pt idx="2332">
                  <c:v>41050</c:v>
                </c:pt>
                <c:pt idx="2333">
                  <c:v>41051</c:v>
                </c:pt>
                <c:pt idx="2334">
                  <c:v>41052</c:v>
                </c:pt>
                <c:pt idx="2335">
                  <c:v>41053</c:v>
                </c:pt>
                <c:pt idx="2336">
                  <c:v>41054</c:v>
                </c:pt>
                <c:pt idx="2337">
                  <c:v>41055</c:v>
                </c:pt>
                <c:pt idx="2338">
                  <c:v>41056</c:v>
                </c:pt>
                <c:pt idx="2339">
                  <c:v>41057</c:v>
                </c:pt>
                <c:pt idx="2340">
                  <c:v>41058</c:v>
                </c:pt>
                <c:pt idx="2341">
                  <c:v>41059</c:v>
                </c:pt>
                <c:pt idx="2342">
                  <c:v>41060</c:v>
                </c:pt>
                <c:pt idx="2343">
                  <c:v>41061</c:v>
                </c:pt>
                <c:pt idx="2344">
                  <c:v>41062</c:v>
                </c:pt>
                <c:pt idx="2345">
                  <c:v>41063</c:v>
                </c:pt>
                <c:pt idx="2346">
                  <c:v>41064</c:v>
                </c:pt>
                <c:pt idx="2347">
                  <c:v>41065</c:v>
                </c:pt>
                <c:pt idx="2348">
                  <c:v>41066</c:v>
                </c:pt>
                <c:pt idx="2349">
                  <c:v>41067</c:v>
                </c:pt>
                <c:pt idx="2350">
                  <c:v>41068</c:v>
                </c:pt>
                <c:pt idx="2351">
                  <c:v>41069</c:v>
                </c:pt>
                <c:pt idx="2352">
                  <c:v>41070</c:v>
                </c:pt>
                <c:pt idx="2353">
                  <c:v>41071</c:v>
                </c:pt>
                <c:pt idx="2354">
                  <c:v>41072</c:v>
                </c:pt>
                <c:pt idx="2355">
                  <c:v>41073</c:v>
                </c:pt>
                <c:pt idx="2356">
                  <c:v>41074</c:v>
                </c:pt>
                <c:pt idx="2357">
                  <c:v>41075</c:v>
                </c:pt>
                <c:pt idx="2358">
                  <c:v>41076</c:v>
                </c:pt>
                <c:pt idx="2359">
                  <c:v>41077</c:v>
                </c:pt>
                <c:pt idx="2360">
                  <c:v>41078</c:v>
                </c:pt>
                <c:pt idx="2361">
                  <c:v>41079</c:v>
                </c:pt>
                <c:pt idx="2362">
                  <c:v>41080</c:v>
                </c:pt>
                <c:pt idx="2363">
                  <c:v>41081</c:v>
                </c:pt>
                <c:pt idx="2364">
                  <c:v>41082</c:v>
                </c:pt>
                <c:pt idx="2365">
                  <c:v>41083</c:v>
                </c:pt>
                <c:pt idx="2366">
                  <c:v>41084</c:v>
                </c:pt>
                <c:pt idx="2367">
                  <c:v>41085</c:v>
                </c:pt>
                <c:pt idx="2368">
                  <c:v>41086</c:v>
                </c:pt>
                <c:pt idx="2369">
                  <c:v>41087</c:v>
                </c:pt>
                <c:pt idx="2370">
                  <c:v>41088</c:v>
                </c:pt>
                <c:pt idx="2371">
                  <c:v>41089</c:v>
                </c:pt>
                <c:pt idx="2372">
                  <c:v>41090</c:v>
                </c:pt>
                <c:pt idx="2373">
                  <c:v>41091</c:v>
                </c:pt>
                <c:pt idx="2374">
                  <c:v>41092</c:v>
                </c:pt>
                <c:pt idx="2375">
                  <c:v>41093</c:v>
                </c:pt>
                <c:pt idx="2376">
                  <c:v>41094</c:v>
                </c:pt>
                <c:pt idx="2377">
                  <c:v>41095</c:v>
                </c:pt>
                <c:pt idx="2378">
                  <c:v>41096</c:v>
                </c:pt>
                <c:pt idx="2379">
                  <c:v>41097</c:v>
                </c:pt>
                <c:pt idx="2380">
                  <c:v>41098</c:v>
                </c:pt>
                <c:pt idx="2381">
                  <c:v>41099</c:v>
                </c:pt>
                <c:pt idx="2382">
                  <c:v>41100</c:v>
                </c:pt>
                <c:pt idx="2383">
                  <c:v>41101</c:v>
                </c:pt>
                <c:pt idx="2384">
                  <c:v>41102</c:v>
                </c:pt>
                <c:pt idx="2385">
                  <c:v>41103</c:v>
                </c:pt>
                <c:pt idx="2386">
                  <c:v>41104</c:v>
                </c:pt>
                <c:pt idx="2387">
                  <c:v>41105</c:v>
                </c:pt>
                <c:pt idx="2388">
                  <c:v>41106</c:v>
                </c:pt>
                <c:pt idx="2389">
                  <c:v>41107</c:v>
                </c:pt>
                <c:pt idx="2390">
                  <c:v>41108</c:v>
                </c:pt>
                <c:pt idx="2391">
                  <c:v>41109</c:v>
                </c:pt>
                <c:pt idx="2392">
                  <c:v>41110</c:v>
                </c:pt>
                <c:pt idx="2393">
                  <c:v>41111</c:v>
                </c:pt>
                <c:pt idx="2394">
                  <c:v>41112</c:v>
                </c:pt>
                <c:pt idx="2395">
                  <c:v>41113</c:v>
                </c:pt>
                <c:pt idx="2396">
                  <c:v>41114</c:v>
                </c:pt>
                <c:pt idx="2397">
                  <c:v>41115</c:v>
                </c:pt>
                <c:pt idx="2398">
                  <c:v>41116</c:v>
                </c:pt>
                <c:pt idx="2399">
                  <c:v>41117</c:v>
                </c:pt>
                <c:pt idx="2400">
                  <c:v>41118</c:v>
                </c:pt>
                <c:pt idx="2401">
                  <c:v>41119</c:v>
                </c:pt>
                <c:pt idx="2402">
                  <c:v>41120</c:v>
                </c:pt>
                <c:pt idx="2403">
                  <c:v>41121</c:v>
                </c:pt>
                <c:pt idx="2404">
                  <c:v>41122</c:v>
                </c:pt>
                <c:pt idx="2405">
                  <c:v>41123</c:v>
                </c:pt>
                <c:pt idx="2406">
                  <c:v>41124</c:v>
                </c:pt>
                <c:pt idx="2407">
                  <c:v>41125</c:v>
                </c:pt>
                <c:pt idx="2408">
                  <c:v>41126</c:v>
                </c:pt>
                <c:pt idx="2409">
                  <c:v>41127</c:v>
                </c:pt>
                <c:pt idx="2410">
                  <c:v>41128</c:v>
                </c:pt>
                <c:pt idx="2411">
                  <c:v>41129</c:v>
                </c:pt>
                <c:pt idx="2412">
                  <c:v>41130</c:v>
                </c:pt>
                <c:pt idx="2413">
                  <c:v>41131</c:v>
                </c:pt>
                <c:pt idx="2414">
                  <c:v>41132</c:v>
                </c:pt>
                <c:pt idx="2415">
                  <c:v>41133</c:v>
                </c:pt>
                <c:pt idx="2416">
                  <c:v>41134</c:v>
                </c:pt>
                <c:pt idx="2417">
                  <c:v>41135</c:v>
                </c:pt>
                <c:pt idx="2418">
                  <c:v>41136</c:v>
                </c:pt>
                <c:pt idx="2419">
                  <c:v>41137</c:v>
                </c:pt>
                <c:pt idx="2420">
                  <c:v>41138</c:v>
                </c:pt>
                <c:pt idx="2421">
                  <c:v>41139</c:v>
                </c:pt>
                <c:pt idx="2422">
                  <c:v>41140</c:v>
                </c:pt>
                <c:pt idx="2423">
                  <c:v>41141</c:v>
                </c:pt>
                <c:pt idx="2424">
                  <c:v>41142</c:v>
                </c:pt>
                <c:pt idx="2425">
                  <c:v>41143</c:v>
                </c:pt>
                <c:pt idx="2426">
                  <c:v>41144</c:v>
                </c:pt>
                <c:pt idx="2427">
                  <c:v>41145</c:v>
                </c:pt>
                <c:pt idx="2428">
                  <c:v>41146</c:v>
                </c:pt>
                <c:pt idx="2429">
                  <c:v>41147</c:v>
                </c:pt>
                <c:pt idx="2430">
                  <c:v>41148</c:v>
                </c:pt>
                <c:pt idx="2431">
                  <c:v>41149</c:v>
                </c:pt>
                <c:pt idx="2432">
                  <c:v>41150</c:v>
                </c:pt>
                <c:pt idx="2433">
                  <c:v>41151</c:v>
                </c:pt>
                <c:pt idx="2434">
                  <c:v>41152</c:v>
                </c:pt>
                <c:pt idx="2435">
                  <c:v>41153</c:v>
                </c:pt>
                <c:pt idx="2436">
                  <c:v>41154</c:v>
                </c:pt>
                <c:pt idx="2437">
                  <c:v>41155</c:v>
                </c:pt>
                <c:pt idx="2438">
                  <c:v>41156</c:v>
                </c:pt>
                <c:pt idx="2439">
                  <c:v>41157</c:v>
                </c:pt>
                <c:pt idx="2440">
                  <c:v>41158</c:v>
                </c:pt>
                <c:pt idx="2441">
                  <c:v>41159</c:v>
                </c:pt>
                <c:pt idx="2442">
                  <c:v>41160</c:v>
                </c:pt>
                <c:pt idx="2443">
                  <c:v>41161</c:v>
                </c:pt>
                <c:pt idx="2444">
                  <c:v>41162</c:v>
                </c:pt>
                <c:pt idx="2445">
                  <c:v>41163</c:v>
                </c:pt>
                <c:pt idx="2446">
                  <c:v>41164</c:v>
                </c:pt>
                <c:pt idx="2447">
                  <c:v>41165</c:v>
                </c:pt>
                <c:pt idx="2448">
                  <c:v>41166</c:v>
                </c:pt>
                <c:pt idx="2449">
                  <c:v>41167</c:v>
                </c:pt>
                <c:pt idx="2450">
                  <c:v>41168</c:v>
                </c:pt>
                <c:pt idx="2451">
                  <c:v>41169</c:v>
                </c:pt>
                <c:pt idx="2452">
                  <c:v>41170</c:v>
                </c:pt>
                <c:pt idx="2453">
                  <c:v>41171</c:v>
                </c:pt>
                <c:pt idx="2454">
                  <c:v>41172</c:v>
                </c:pt>
                <c:pt idx="2455">
                  <c:v>41173</c:v>
                </c:pt>
                <c:pt idx="2456">
                  <c:v>41174</c:v>
                </c:pt>
                <c:pt idx="2457">
                  <c:v>41175</c:v>
                </c:pt>
                <c:pt idx="2458">
                  <c:v>41176</c:v>
                </c:pt>
                <c:pt idx="2459">
                  <c:v>41177</c:v>
                </c:pt>
                <c:pt idx="2460">
                  <c:v>41178</c:v>
                </c:pt>
                <c:pt idx="2461">
                  <c:v>41179</c:v>
                </c:pt>
                <c:pt idx="2462">
                  <c:v>41180</c:v>
                </c:pt>
                <c:pt idx="2463">
                  <c:v>41181</c:v>
                </c:pt>
                <c:pt idx="2464">
                  <c:v>41182</c:v>
                </c:pt>
                <c:pt idx="2465">
                  <c:v>41183</c:v>
                </c:pt>
                <c:pt idx="2466">
                  <c:v>41184</c:v>
                </c:pt>
                <c:pt idx="2467">
                  <c:v>41185</c:v>
                </c:pt>
                <c:pt idx="2468">
                  <c:v>41186</c:v>
                </c:pt>
                <c:pt idx="2469">
                  <c:v>41187</c:v>
                </c:pt>
                <c:pt idx="2470">
                  <c:v>41188</c:v>
                </c:pt>
                <c:pt idx="2471">
                  <c:v>41189</c:v>
                </c:pt>
                <c:pt idx="2472">
                  <c:v>41190</c:v>
                </c:pt>
                <c:pt idx="2473">
                  <c:v>41191</c:v>
                </c:pt>
                <c:pt idx="2474">
                  <c:v>41192</c:v>
                </c:pt>
                <c:pt idx="2475">
                  <c:v>41193</c:v>
                </c:pt>
                <c:pt idx="2476">
                  <c:v>41194</c:v>
                </c:pt>
                <c:pt idx="2477">
                  <c:v>41195</c:v>
                </c:pt>
                <c:pt idx="2478">
                  <c:v>41196</c:v>
                </c:pt>
                <c:pt idx="2479">
                  <c:v>41197</c:v>
                </c:pt>
                <c:pt idx="2480">
                  <c:v>41198</c:v>
                </c:pt>
                <c:pt idx="2481">
                  <c:v>41199</c:v>
                </c:pt>
                <c:pt idx="2482">
                  <c:v>41200</c:v>
                </c:pt>
                <c:pt idx="2483">
                  <c:v>41201</c:v>
                </c:pt>
                <c:pt idx="2484">
                  <c:v>41202</c:v>
                </c:pt>
                <c:pt idx="2485">
                  <c:v>41203</c:v>
                </c:pt>
                <c:pt idx="2486">
                  <c:v>41204</c:v>
                </c:pt>
                <c:pt idx="2487">
                  <c:v>41205</c:v>
                </c:pt>
                <c:pt idx="2488">
                  <c:v>41206</c:v>
                </c:pt>
                <c:pt idx="2489">
                  <c:v>41207</c:v>
                </c:pt>
                <c:pt idx="2490">
                  <c:v>41208</c:v>
                </c:pt>
                <c:pt idx="2491">
                  <c:v>41209</c:v>
                </c:pt>
                <c:pt idx="2492">
                  <c:v>41210</c:v>
                </c:pt>
                <c:pt idx="2493">
                  <c:v>41211</c:v>
                </c:pt>
                <c:pt idx="2494">
                  <c:v>41212</c:v>
                </c:pt>
                <c:pt idx="2495">
                  <c:v>41213</c:v>
                </c:pt>
                <c:pt idx="2496">
                  <c:v>41214</c:v>
                </c:pt>
                <c:pt idx="2497">
                  <c:v>41215</c:v>
                </c:pt>
                <c:pt idx="2498">
                  <c:v>41216</c:v>
                </c:pt>
                <c:pt idx="2499">
                  <c:v>41217</c:v>
                </c:pt>
                <c:pt idx="2500">
                  <c:v>41218</c:v>
                </c:pt>
                <c:pt idx="2501">
                  <c:v>41219</c:v>
                </c:pt>
                <c:pt idx="2502">
                  <c:v>41220</c:v>
                </c:pt>
                <c:pt idx="2503">
                  <c:v>41221</c:v>
                </c:pt>
                <c:pt idx="2504">
                  <c:v>41222</c:v>
                </c:pt>
                <c:pt idx="2505">
                  <c:v>41223</c:v>
                </c:pt>
                <c:pt idx="2506">
                  <c:v>41224</c:v>
                </c:pt>
                <c:pt idx="2507">
                  <c:v>41225</c:v>
                </c:pt>
                <c:pt idx="2508">
                  <c:v>41226</c:v>
                </c:pt>
                <c:pt idx="2509">
                  <c:v>41227</c:v>
                </c:pt>
                <c:pt idx="2510">
                  <c:v>41228</c:v>
                </c:pt>
                <c:pt idx="2511">
                  <c:v>41229</c:v>
                </c:pt>
                <c:pt idx="2512">
                  <c:v>41230</c:v>
                </c:pt>
                <c:pt idx="2513">
                  <c:v>41231</c:v>
                </c:pt>
                <c:pt idx="2514">
                  <c:v>41232</c:v>
                </c:pt>
                <c:pt idx="2515">
                  <c:v>41233</c:v>
                </c:pt>
                <c:pt idx="2516">
                  <c:v>41234</c:v>
                </c:pt>
                <c:pt idx="2517">
                  <c:v>41235</c:v>
                </c:pt>
                <c:pt idx="2518">
                  <c:v>41236</c:v>
                </c:pt>
                <c:pt idx="2519">
                  <c:v>41237</c:v>
                </c:pt>
                <c:pt idx="2520">
                  <c:v>41238</c:v>
                </c:pt>
                <c:pt idx="2521">
                  <c:v>41239</c:v>
                </c:pt>
                <c:pt idx="2522">
                  <c:v>41240</c:v>
                </c:pt>
                <c:pt idx="2523">
                  <c:v>41241</c:v>
                </c:pt>
                <c:pt idx="2524">
                  <c:v>41242</c:v>
                </c:pt>
                <c:pt idx="2525">
                  <c:v>41243</c:v>
                </c:pt>
                <c:pt idx="2526">
                  <c:v>41244</c:v>
                </c:pt>
                <c:pt idx="2527">
                  <c:v>41245</c:v>
                </c:pt>
                <c:pt idx="2528">
                  <c:v>41246</c:v>
                </c:pt>
                <c:pt idx="2529">
                  <c:v>41247</c:v>
                </c:pt>
                <c:pt idx="2530">
                  <c:v>41248</c:v>
                </c:pt>
                <c:pt idx="2531">
                  <c:v>41249</c:v>
                </c:pt>
                <c:pt idx="2532">
                  <c:v>41250</c:v>
                </c:pt>
                <c:pt idx="2533">
                  <c:v>41251</c:v>
                </c:pt>
                <c:pt idx="2534">
                  <c:v>41252</c:v>
                </c:pt>
                <c:pt idx="2535">
                  <c:v>41253</c:v>
                </c:pt>
                <c:pt idx="2536">
                  <c:v>41254</c:v>
                </c:pt>
                <c:pt idx="2537">
                  <c:v>41255</c:v>
                </c:pt>
                <c:pt idx="2538">
                  <c:v>41256</c:v>
                </c:pt>
                <c:pt idx="2539">
                  <c:v>41257</c:v>
                </c:pt>
                <c:pt idx="2540">
                  <c:v>41258</c:v>
                </c:pt>
                <c:pt idx="2541">
                  <c:v>41259</c:v>
                </c:pt>
                <c:pt idx="2542">
                  <c:v>41260</c:v>
                </c:pt>
                <c:pt idx="2543">
                  <c:v>41261</c:v>
                </c:pt>
                <c:pt idx="2544">
                  <c:v>41262</c:v>
                </c:pt>
                <c:pt idx="2545">
                  <c:v>41263</c:v>
                </c:pt>
                <c:pt idx="2546">
                  <c:v>41264</c:v>
                </c:pt>
                <c:pt idx="2547">
                  <c:v>41265</c:v>
                </c:pt>
                <c:pt idx="2548">
                  <c:v>41266</c:v>
                </c:pt>
                <c:pt idx="2549">
                  <c:v>41267</c:v>
                </c:pt>
                <c:pt idx="2550">
                  <c:v>41268</c:v>
                </c:pt>
                <c:pt idx="2551">
                  <c:v>41269</c:v>
                </c:pt>
                <c:pt idx="2552">
                  <c:v>41270</c:v>
                </c:pt>
                <c:pt idx="2553">
                  <c:v>41271</c:v>
                </c:pt>
                <c:pt idx="2554">
                  <c:v>41272</c:v>
                </c:pt>
                <c:pt idx="2555">
                  <c:v>41273</c:v>
                </c:pt>
                <c:pt idx="2556">
                  <c:v>41274</c:v>
                </c:pt>
                <c:pt idx="2557">
                  <c:v>41275</c:v>
                </c:pt>
                <c:pt idx="2558">
                  <c:v>41276</c:v>
                </c:pt>
                <c:pt idx="2559">
                  <c:v>41277</c:v>
                </c:pt>
                <c:pt idx="2560">
                  <c:v>41278</c:v>
                </c:pt>
                <c:pt idx="2561">
                  <c:v>41279</c:v>
                </c:pt>
                <c:pt idx="2562">
                  <c:v>41280</c:v>
                </c:pt>
                <c:pt idx="2563">
                  <c:v>41281</c:v>
                </c:pt>
                <c:pt idx="2564">
                  <c:v>41282</c:v>
                </c:pt>
                <c:pt idx="2565">
                  <c:v>41283</c:v>
                </c:pt>
                <c:pt idx="2566">
                  <c:v>41284</c:v>
                </c:pt>
                <c:pt idx="2567">
                  <c:v>41285</c:v>
                </c:pt>
                <c:pt idx="2568">
                  <c:v>41286</c:v>
                </c:pt>
                <c:pt idx="2569">
                  <c:v>41287</c:v>
                </c:pt>
                <c:pt idx="2570">
                  <c:v>41288</c:v>
                </c:pt>
                <c:pt idx="2571">
                  <c:v>41289</c:v>
                </c:pt>
                <c:pt idx="2572">
                  <c:v>41290</c:v>
                </c:pt>
                <c:pt idx="2573">
                  <c:v>41291</c:v>
                </c:pt>
                <c:pt idx="2574">
                  <c:v>41292</c:v>
                </c:pt>
                <c:pt idx="2575">
                  <c:v>41293</c:v>
                </c:pt>
                <c:pt idx="2576">
                  <c:v>41294</c:v>
                </c:pt>
                <c:pt idx="2577">
                  <c:v>41295</c:v>
                </c:pt>
                <c:pt idx="2578">
                  <c:v>41296</c:v>
                </c:pt>
                <c:pt idx="2579">
                  <c:v>41297</c:v>
                </c:pt>
                <c:pt idx="2580">
                  <c:v>41298</c:v>
                </c:pt>
                <c:pt idx="2581">
                  <c:v>41299</c:v>
                </c:pt>
                <c:pt idx="2582">
                  <c:v>41300</c:v>
                </c:pt>
                <c:pt idx="2583">
                  <c:v>41301</c:v>
                </c:pt>
                <c:pt idx="2584">
                  <c:v>41302</c:v>
                </c:pt>
                <c:pt idx="2585">
                  <c:v>41303</c:v>
                </c:pt>
                <c:pt idx="2586">
                  <c:v>41304</c:v>
                </c:pt>
                <c:pt idx="2587">
                  <c:v>41305</c:v>
                </c:pt>
                <c:pt idx="2588">
                  <c:v>41306</c:v>
                </c:pt>
                <c:pt idx="2589">
                  <c:v>41307</c:v>
                </c:pt>
                <c:pt idx="2590">
                  <c:v>41308</c:v>
                </c:pt>
                <c:pt idx="2591">
                  <c:v>41309</c:v>
                </c:pt>
                <c:pt idx="2592">
                  <c:v>41310</c:v>
                </c:pt>
                <c:pt idx="2593">
                  <c:v>41311</c:v>
                </c:pt>
                <c:pt idx="2594">
                  <c:v>41312</c:v>
                </c:pt>
                <c:pt idx="2595">
                  <c:v>41313</c:v>
                </c:pt>
                <c:pt idx="2596">
                  <c:v>41314</c:v>
                </c:pt>
                <c:pt idx="2597">
                  <c:v>41315</c:v>
                </c:pt>
                <c:pt idx="2598">
                  <c:v>41316</c:v>
                </c:pt>
                <c:pt idx="2599">
                  <c:v>41317</c:v>
                </c:pt>
                <c:pt idx="2600">
                  <c:v>41318</c:v>
                </c:pt>
                <c:pt idx="2601">
                  <c:v>41319</c:v>
                </c:pt>
                <c:pt idx="2602">
                  <c:v>41320</c:v>
                </c:pt>
                <c:pt idx="2603">
                  <c:v>41321</c:v>
                </c:pt>
                <c:pt idx="2604">
                  <c:v>41322</c:v>
                </c:pt>
                <c:pt idx="2605">
                  <c:v>41323</c:v>
                </c:pt>
                <c:pt idx="2606">
                  <c:v>41324</c:v>
                </c:pt>
                <c:pt idx="2607">
                  <c:v>41325</c:v>
                </c:pt>
                <c:pt idx="2608">
                  <c:v>41326</c:v>
                </c:pt>
                <c:pt idx="2609">
                  <c:v>41327</c:v>
                </c:pt>
                <c:pt idx="2610">
                  <c:v>41328</c:v>
                </c:pt>
                <c:pt idx="2611">
                  <c:v>41329</c:v>
                </c:pt>
                <c:pt idx="2612">
                  <c:v>41330</c:v>
                </c:pt>
                <c:pt idx="2613">
                  <c:v>41331</c:v>
                </c:pt>
                <c:pt idx="2614">
                  <c:v>41332</c:v>
                </c:pt>
                <c:pt idx="2615">
                  <c:v>41333</c:v>
                </c:pt>
                <c:pt idx="2616">
                  <c:v>41334</c:v>
                </c:pt>
                <c:pt idx="2617">
                  <c:v>41335</c:v>
                </c:pt>
                <c:pt idx="2618">
                  <c:v>41336</c:v>
                </c:pt>
                <c:pt idx="2619">
                  <c:v>41337</c:v>
                </c:pt>
                <c:pt idx="2620">
                  <c:v>41338</c:v>
                </c:pt>
                <c:pt idx="2621">
                  <c:v>41339</c:v>
                </c:pt>
                <c:pt idx="2622">
                  <c:v>41340</c:v>
                </c:pt>
                <c:pt idx="2623">
                  <c:v>41341</c:v>
                </c:pt>
                <c:pt idx="2624">
                  <c:v>41342</c:v>
                </c:pt>
                <c:pt idx="2625">
                  <c:v>41343</c:v>
                </c:pt>
                <c:pt idx="2626">
                  <c:v>41344</c:v>
                </c:pt>
                <c:pt idx="2627">
                  <c:v>41345</c:v>
                </c:pt>
                <c:pt idx="2628">
                  <c:v>41346</c:v>
                </c:pt>
                <c:pt idx="2629">
                  <c:v>41347</c:v>
                </c:pt>
                <c:pt idx="2630">
                  <c:v>41348</c:v>
                </c:pt>
                <c:pt idx="2631">
                  <c:v>41349</c:v>
                </c:pt>
                <c:pt idx="2632">
                  <c:v>41350</c:v>
                </c:pt>
                <c:pt idx="2633">
                  <c:v>41351</c:v>
                </c:pt>
                <c:pt idx="2634">
                  <c:v>41352</c:v>
                </c:pt>
                <c:pt idx="2635">
                  <c:v>41353</c:v>
                </c:pt>
                <c:pt idx="2636">
                  <c:v>41354</c:v>
                </c:pt>
                <c:pt idx="2637">
                  <c:v>41355</c:v>
                </c:pt>
                <c:pt idx="2638">
                  <c:v>41356</c:v>
                </c:pt>
                <c:pt idx="2639">
                  <c:v>41357</c:v>
                </c:pt>
                <c:pt idx="2640">
                  <c:v>41358</c:v>
                </c:pt>
                <c:pt idx="2641">
                  <c:v>41359</c:v>
                </c:pt>
                <c:pt idx="2642">
                  <c:v>41360</c:v>
                </c:pt>
                <c:pt idx="2643">
                  <c:v>41361</c:v>
                </c:pt>
                <c:pt idx="2644">
                  <c:v>41362</c:v>
                </c:pt>
                <c:pt idx="2645">
                  <c:v>41363</c:v>
                </c:pt>
                <c:pt idx="2646">
                  <c:v>41364</c:v>
                </c:pt>
                <c:pt idx="2647">
                  <c:v>41365</c:v>
                </c:pt>
                <c:pt idx="2648">
                  <c:v>41366</c:v>
                </c:pt>
                <c:pt idx="2649">
                  <c:v>41367</c:v>
                </c:pt>
                <c:pt idx="2650">
                  <c:v>41368</c:v>
                </c:pt>
                <c:pt idx="2651">
                  <c:v>41369</c:v>
                </c:pt>
                <c:pt idx="2652">
                  <c:v>41370</c:v>
                </c:pt>
                <c:pt idx="2653">
                  <c:v>41371</c:v>
                </c:pt>
                <c:pt idx="2654">
                  <c:v>41372</c:v>
                </c:pt>
                <c:pt idx="2655">
                  <c:v>41373</c:v>
                </c:pt>
                <c:pt idx="2656">
                  <c:v>41374</c:v>
                </c:pt>
                <c:pt idx="2657">
                  <c:v>41375</c:v>
                </c:pt>
                <c:pt idx="2658">
                  <c:v>41376</c:v>
                </c:pt>
                <c:pt idx="2659">
                  <c:v>41377</c:v>
                </c:pt>
                <c:pt idx="2660">
                  <c:v>41378</c:v>
                </c:pt>
                <c:pt idx="2661">
                  <c:v>41379</c:v>
                </c:pt>
                <c:pt idx="2662">
                  <c:v>41380</c:v>
                </c:pt>
                <c:pt idx="2663">
                  <c:v>41381</c:v>
                </c:pt>
                <c:pt idx="2664">
                  <c:v>41382</c:v>
                </c:pt>
                <c:pt idx="2665">
                  <c:v>41383</c:v>
                </c:pt>
                <c:pt idx="2666">
                  <c:v>41384</c:v>
                </c:pt>
                <c:pt idx="2667">
                  <c:v>41385</c:v>
                </c:pt>
                <c:pt idx="2668">
                  <c:v>41386</c:v>
                </c:pt>
                <c:pt idx="2669">
                  <c:v>41387</c:v>
                </c:pt>
                <c:pt idx="2670">
                  <c:v>41388</c:v>
                </c:pt>
                <c:pt idx="2671">
                  <c:v>41389</c:v>
                </c:pt>
                <c:pt idx="2672">
                  <c:v>41390</c:v>
                </c:pt>
                <c:pt idx="2673">
                  <c:v>41391</c:v>
                </c:pt>
                <c:pt idx="2674">
                  <c:v>41392</c:v>
                </c:pt>
                <c:pt idx="2675">
                  <c:v>41393</c:v>
                </c:pt>
                <c:pt idx="2676">
                  <c:v>41394</c:v>
                </c:pt>
                <c:pt idx="2677">
                  <c:v>41395</c:v>
                </c:pt>
                <c:pt idx="2678">
                  <c:v>41396</c:v>
                </c:pt>
                <c:pt idx="2679">
                  <c:v>41397</c:v>
                </c:pt>
                <c:pt idx="2680">
                  <c:v>41398</c:v>
                </c:pt>
                <c:pt idx="2681">
                  <c:v>41399</c:v>
                </c:pt>
                <c:pt idx="2682">
                  <c:v>41400</c:v>
                </c:pt>
                <c:pt idx="2683">
                  <c:v>41401</c:v>
                </c:pt>
                <c:pt idx="2684">
                  <c:v>41402</c:v>
                </c:pt>
                <c:pt idx="2685">
                  <c:v>41403</c:v>
                </c:pt>
                <c:pt idx="2686">
                  <c:v>41404</c:v>
                </c:pt>
                <c:pt idx="2687">
                  <c:v>41405</c:v>
                </c:pt>
                <c:pt idx="2688">
                  <c:v>41406</c:v>
                </c:pt>
                <c:pt idx="2689">
                  <c:v>41407</c:v>
                </c:pt>
                <c:pt idx="2690">
                  <c:v>41408</c:v>
                </c:pt>
                <c:pt idx="2691">
                  <c:v>41409</c:v>
                </c:pt>
                <c:pt idx="2692">
                  <c:v>41410</c:v>
                </c:pt>
                <c:pt idx="2693">
                  <c:v>41411</c:v>
                </c:pt>
                <c:pt idx="2694">
                  <c:v>41412</c:v>
                </c:pt>
                <c:pt idx="2695">
                  <c:v>41413</c:v>
                </c:pt>
                <c:pt idx="2696">
                  <c:v>41414</c:v>
                </c:pt>
                <c:pt idx="2697">
                  <c:v>41415</c:v>
                </c:pt>
                <c:pt idx="2698">
                  <c:v>41416</c:v>
                </c:pt>
                <c:pt idx="2699">
                  <c:v>41417</c:v>
                </c:pt>
                <c:pt idx="2700">
                  <c:v>41418</c:v>
                </c:pt>
                <c:pt idx="2701">
                  <c:v>41419</c:v>
                </c:pt>
                <c:pt idx="2702">
                  <c:v>41420</c:v>
                </c:pt>
                <c:pt idx="2703">
                  <c:v>41421</c:v>
                </c:pt>
                <c:pt idx="2704">
                  <c:v>41422</c:v>
                </c:pt>
                <c:pt idx="2705">
                  <c:v>41423</c:v>
                </c:pt>
                <c:pt idx="2706">
                  <c:v>41424</c:v>
                </c:pt>
                <c:pt idx="2707">
                  <c:v>41425</c:v>
                </c:pt>
                <c:pt idx="2708">
                  <c:v>41426</c:v>
                </c:pt>
                <c:pt idx="2709">
                  <c:v>41427</c:v>
                </c:pt>
                <c:pt idx="2710">
                  <c:v>41428</c:v>
                </c:pt>
                <c:pt idx="2711">
                  <c:v>41429</c:v>
                </c:pt>
                <c:pt idx="2712">
                  <c:v>41430</c:v>
                </c:pt>
                <c:pt idx="2713">
                  <c:v>41431</c:v>
                </c:pt>
                <c:pt idx="2714">
                  <c:v>41432</c:v>
                </c:pt>
                <c:pt idx="2715">
                  <c:v>41433</c:v>
                </c:pt>
                <c:pt idx="2716">
                  <c:v>41434</c:v>
                </c:pt>
                <c:pt idx="2717">
                  <c:v>41435</c:v>
                </c:pt>
                <c:pt idx="2718">
                  <c:v>41436</c:v>
                </c:pt>
                <c:pt idx="2719">
                  <c:v>41437</c:v>
                </c:pt>
                <c:pt idx="2720">
                  <c:v>41438</c:v>
                </c:pt>
                <c:pt idx="2721">
                  <c:v>41439</c:v>
                </c:pt>
                <c:pt idx="2722">
                  <c:v>41440</c:v>
                </c:pt>
                <c:pt idx="2723">
                  <c:v>41441</c:v>
                </c:pt>
                <c:pt idx="2724">
                  <c:v>41442</c:v>
                </c:pt>
                <c:pt idx="2725">
                  <c:v>41443</c:v>
                </c:pt>
                <c:pt idx="2726">
                  <c:v>41444</c:v>
                </c:pt>
                <c:pt idx="2727">
                  <c:v>41445</c:v>
                </c:pt>
                <c:pt idx="2728">
                  <c:v>41446</c:v>
                </c:pt>
                <c:pt idx="2729">
                  <c:v>41447</c:v>
                </c:pt>
                <c:pt idx="2730">
                  <c:v>41448</c:v>
                </c:pt>
                <c:pt idx="2731">
                  <c:v>41449</c:v>
                </c:pt>
                <c:pt idx="2732">
                  <c:v>41450</c:v>
                </c:pt>
                <c:pt idx="2733">
                  <c:v>41451</c:v>
                </c:pt>
                <c:pt idx="2734">
                  <c:v>41452</c:v>
                </c:pt>
                <c:pt idx="2735">
                  <c:v>41453</c:v>
                </c:pt>
                <c:pt idx="2736">
                  <c:v>41454</c:v>
                </c:pt>
                <c:pt idx="2737">
                  <c:v>41455</c:v>
                </c:pt>
                <c:pt idx="2738">
                  <c:v>41456</c:v>
                </c:pt>
                <c:pt idx="2739">
                  <c:v>41457</c:v>
                </c:pt>
                <c:pt idx="2740">
                  <c:v>41458</c:v>
                </c:pt>
                <c:pt idx="2741">
                  <c:v>41459</c:v>
                </c:pt>
                <c:pt idx="2742">
                  <c:v>41460</c:v>
                </c:pt>
                <c:pt idx="2743">
                  <c:v>41461</c:v>
                </c:pt>
                <c:pt idx="2744">
                  <c:v>41462</c:v>
                </c:pt>
                <c:pt idx="2745">
                  <c:v>41463</c:v>
                </c:pt>
                <c:pt idx="2746">
                  <c:v>41464</c:v>
                </c:pt>
                <c:pt idx="2747">
                  <c:v>41465</c:v>
                </c:pt>
                <c:pt idx="2748">
                  <c:v>41466</c:v>
                </c:pt>
                <c:pt idx="2749">
                  <c:v>41467</c:v>
                </c:pt>
                <c:pt idx="2750">
                  <c:v>41468</c:v>
                </c:pt>
                <c:pt idx="2751">
                  <c:v>41469</c:v>
                </c:pt>
                <c:pt idx="2752">
                  <c:v>41470</c:v>
                </c:pt>
                <c:pt idx="2753">
                  <c:v>41471</c:v>
                </c:pt>
                <c:pt idx="2754">
                  <c:v>41472</c:v>
                </c:pt>
                <c:pt idx="2755">
                  <c:v>41473</c:v>
                </c:pt>
                <c:pt idx="2756">
                  <c:v>41474</c:v>
                </c:pt>
                <c:pt idx="2757">
                  <c:v>41475</c:v>
                </c:pt>
                <c:pt idx="2758">
                  <c:v>41476</c:v>
                </c:pt>
                <c:pt idx="2759">
                  <c:v>41477</c:v>
                </c:pt>
                <c:pt idx="2760">
                  <c:v>41478</c:v>
                </c:pt>
                <c:pt idx="2761">
                  <c:v>41479</c:v>
                </c:pt>
                <c:pt idx="2762">
                  <c:v>41480</c:v>
                </c:pt>
                <c:pt idx="2763">
                  <c:v>41481</c:v>
                </c:pt>
                <c:pt idx="2764">
                  <c:v>41482</c:v>
                </c:pt>
                <c:pt idx="2765">
                  <c:v>41483</c:v>
                </c:pt>
                <c:pt idx="2766">
                  <c:v>41484</c:v>
                </c:pt>
                <c:pt idx="2767">
                  <c:v>41485</c:v>
                </c:pt>
                <c:pt idx="2768">
                  <c:v>41486</c:v>
                </c:pt>
                <c:pt idx="2769">
                  <c:v>41487</c:v>
                </c:pt>
                <c:pt idx="2770">
                  <c:v>41488</c:v>
                </c:pt>
                <c:pt idx="2771">
                  <c:v>41489</c:v>
                </c:pt>
                <c:pt idx="2772">
                  <c:v>41490</c:v>
                </c:pt>
                <c:pt idx="2773">
                  <c:v>41491</c:v>
                </c:pt>
                <c:pt idx="2774">
                  <c:v>41492</c:v>
                </c:pt>
                <c:pt idx="2775">
                  <c:v>41493</c:v>
                </c:pt>
                <c:pt idx="2776">
                  <c:v>41494</c:v>
                </c:pt>
                <c:pt idx="2777">
                  <c:v>41495</c:v>
                </c:pt>
                <c:pt idx="2778">
                  <c:v>41496</c:v>
                </c:pt>
                <c:pt idx="2779">
                  <c:v>41497</c:v>
                </c:pt>
                <c:pt idx="2780">
                  <c:v>41498</c:v>
                </c:pt>
                <c:pt idx="2781">
                  <c:v>41499</c:v>
                </c:pt>
                <c:pt idx="2782">
                  <c:v>41500</c:v>
                </c:pt>
                <c:pt idx="2783">
                  <c:v>41501</c:v>
                </c:pt>
                <c:pt idx="2784">
                  <c:v>41502</c:v>
                </c:pt>
                <c:pt idx="2785">
                  <c:v>41503</c:v>
                </c:pt>
                <c:pt idx="2786">
                  <c:v>41504</c:v>
                </c:pt>
                <c:pt idx="2787">
                  <c:v>41505</c:v>
                </c:pt>
                <c:pt idx="2788">
                  <c:v>41506</c:v>
                </c:pt>
                <c:pt idx="2789">
                  <c:v>41507</c:v>
                </c:pt>
                <c:pt idx="2790">
                  <c:v>41508</c:v>
                </c:pt>
                <c:pt idx="2791">
                  <c:v>41509</c:v>
                </c:pt>
                <c:pt idx="2792">
                  <c:v>41510</c:v>
                </c:pt>
                <c:pt idx="2793">
                  <c:v>41511</c:v>
                </c:pt>
                <c:pt idx="2794">
                  <c:v>41512</c:v>
                </c:pt>
                <c:pt idx="2795">
                  <c:v>41513</c:v>
                </c:pt>
                <c:pt idx="2796">
                  <c:v>41514</c:v>
                </c:pt>
                <c:pt idx="2797">
                  <c:v>41515</c:v>
                </c:pt>
                <c:pt idx="2798">
                  <c:v>41516</c:v>
                </c:pt>
                <c:pt idx="2799">
                  <c:v>41517</c:v>
                </c:pt>
                <c:pt idx="2800">
                  <c:v>41518</c:v>
                </c:pt>
                <c:pt idx="2801">
                  <c:v>41519</c:v>
                </c:pt>
                <c:pt idx="2802">
                  <c:v>41520</c:v>
                </c:pt>
                <c:pt idx="2803">
                  <c:v>41521</c:v>
                </c:pt>
                <c:pt idx="2804">
                  <c:v>41522</c:v>
                </c:pt>
                <c:pt idx="2805">
                  <c:v>41523</c:v>
                </c:pt>
                <c:pt idx="2806">
                  <c:v>41524</c:v>
                </c:pt>
                <c:pt idx="2807">
                  <c:v>41525</c:v>
                </c:pt>
                <c:pt idx="2808">
                  <c:v>41526</c:v>
                </c:pt>
                <c:pt idx="2809">
                  <c:v>41527</c:v>
                </c:pt>
                <c:pt idx="2810">
                  <c:v>41528</c:v>
                </c:pt>
                <c:pt idx="2811">
                  <c:v>41529</c:v>
                </c:pt>
                <c:pt idx="2812">
                  <c:v>41530</c:v>
                </c:pt>
                <c:pt idx="2813">
                  <c:v>41531</c:v>
                </c:pt>
                <c:pt idx="2814">
                  <c:v>41532</c:v>
                </c:pt>
                <c:pt idx="2815">
                  <c:v>41533</c:v>
                </c:pt>
                <c:pt idx="2816">
                  <c:v>41534</c:v>
                </c:pt>
                <c:pt idx="2817">
                  <c:v>41535</c:v>
                </c:pt>
                <c:pt idx="2818">
                  <c:v>41536</c:v>
                </c:pt>
                <c:pt idx="2819">
                  <c:v>41537</c:v>
                </c:pt>
                <c:pt idx="2820">
                  <c:v>41538</c:v>
                </c:pt>
                <c:pt idx="2821">
                  <c:v>41539</c:v>
                </c:pt>
                <c:pt idx="2822">
                  <c:v>41540</c:v>
                </c:pt>
                <c:pt idx="2823">
                  <c:v>41541</c:v>
                </c:pt>
                <c:pt idx="2824">
                  <c:v>41542</c:v>
                </c:pt>
                <c:pt idx="2825">
                  <c:v>41543</c:v>
                </c:pt>
                <c:pt idx="2826">
                  <c:v>41544</c:v>
                </c:pt>
                <c:pt idx="2827">
                  <c:v>41545</c:v>
                </c:pt>
                <c:pt idx="2828">
                  <c:v>41546</c:v>
                </c:pt>
                <c:pt idx="2829">
                  <c:v>41547</c:v>
                </c:pt>
                <c:pt idx="2830">
                  <c:v>41548</c:v>
                </c:pt>
                <c:pt idx="2831">
                  <c:v>41549</c:v>
                </c:pt>
                <c:pt idx="2832">
                  <c:v>41550</c:v>
                </c:pt>
                <c:pt idx="2833">
                  <c:v>41551</c:v>
                </c:pt>
                <c:pt idx="2834">
                  <c:v>41552</c:v>
                </c:pt>
                <c:pt idx="2835">
                  <c:v>41553</c:v>
                </c:pt>
                <c:pt idx="2836">
                  <c:v>41554</c:v>
                </c:pt>
                <c:pt idx="2837">
                  <c:v>41555</c:v>
                </c:pt>
                <c:pt idx="2838">
                  <c:v>41556</c:v>
                </c:pt>
                <c:pt idx="2839">
                  <c:v>41557</c:v>
                </c:pt>
                <c:pt idx="2840">
                  <c:v>41558</c:v>
                </c:pt>
                <c:pt idx="2841">
                  <c:v>41559</c:v>
                </c:pt>
                <c:pt idx="2842">
                  <c:v>41560</c:v>
                </c:pt>
                <c:pt idx="2843">
                  <c:v>41561</c:v>
                </c:pt>
                <c:pt idx="2844">
                  <c:v>41562</c:v>
                </c:pt>
                <c:pt idx="2845">
                  <c:v>41563</c:v>
                </c:pt>
                <c:pt idx="2846">
                  <c:v>41564</c:v>
                </c:pt>
                <c:pt idx="2847">
                  <c:v>41565</c:v>
                </c:pt>
                <c:pt idx="2848">
                  <c:v>41566</c:v>
                </c:pt>
                <c:pt idx="2849">
                  <c:v>41567</c:v>
                </c:pt>
                <c:pt idx="2850">
                  <c:v>41568</c:v>
                </c:pt>
                <c:pt idx="2851">
                  <c:v>41569</c:v>
                </c:pt>
                <c:pt idx="2852">
                  <c:v>41570</c:v>
                </c:pt>
                <c:pt idx="2853">
                  <c:v>41571</c:v>
                </c:pt>
                <c:pt idx="2854">
                  <c:v>41572</c:v>
                </c:pt>
                <c:pt idx="2855">
                  <c:v>41573</c:v>
                </c:pt>
                <c:pt idx="2856">
                  <c:v>41574</c:v>
                </c:pt>
                <c:pt idx="2857">
                  <c:v>41575</c:v>
                </c:pt>
                <c:pt idx="2858">
                  <c:v>41576</c:v>
                </c:pt>
                <c:pt idx="2859">
                  <c:v>41577</c:v>
                </c:pt>
                <c:pt idx="2860">
                  <c:v>41578</c:v>
                </c:pt>
                <c:pt idx="2861">
                  <c:v>41579</c:v>
                </c:pt>
                <c:pt idx="2862">
                  <c:v>41580</c:v>
                </c:pt>
                <c:pt idx="2863">
                  <c:v>41581</c:v>
                </c:pt>
                <c:pt idx="2864">
                  <c:v>41582</c:v>
                </c:pt>
                <c:pt idx="2865">
                  <c:v>41583</c:v>
                </c:pt>
                <c:pt idx="2866">
                  <c:v>41584</c:v>
                </c:pt>
                <c:pt idx="2867">
                  <c:v>41585</c:v>
                </c:pt>
                <c:pt idx="2868">
                  <c:v>41586</c:v>
                </c:pt>
                <c:pt idx="2869">
                  <c:v>41587</c:v>
                </c:pt>
                <c:pt idx="2870">
                  <c:v>41588</c:v>
                </c:pt>
                <c:pt idx="2871">
                  <c:v>41589</c:v>
                </c:pt>
                <c:pt idx="2872">
                  <c:v>41590</c:v>
                </c:pt>
                <c:pt idx="2873">
                  <c:v>41591</c:v>
                </c:pt>
                <c:pt idx="2874">
                  <c:v>41592</c:v>
                </c:pt>
                <c:pt idx="2875">
                  <c:v>41593</c:v>
                </c:pt>
                <c:pt idx="2876">
                  <c:v>41594</c:v>
                </c:pt>
                <c:pt idx="2877">
                  <c:v>41595</c:v>
                </c:pt>
                <c:pt idx="2878">
                  <c:v>41596</c:v>
                </c:pt>
                <c:pt idx="2879">
                  <c:v>41597</c:v>
                </c:pt>
                <c:pt idx="2880">
                  <c:v>41598</c:v>
                </c:pt>
                <c:pt idx="2881">
                  <c:v>41599</c:v>
                </c:pt>
                <c:pt idx="2882">
                  <c:v>41600</c:v>
                </c:pt>
                <c:pt idx="2883">
                  <c:v>41601</c:v>
                </c:pt>
                <c:pt idx="2884">
                  <c:v>41602</c:v>
                </c:pt>
                <c:pt idx="2885">
                  <c:v>41603</c:v>
                </c:pt>
                <c:pt idx="2886">
                  <c:v>41604</c:v>
                </c:pt>
                <c:pt idx="2887">
                  <c:v>41605</c:v>
                </c:pt>
                <c:pt idx="2888">
                  <c:v>41606</c:v>
                </c:pt>
                <c:pt idx="2889">
                  <c:v>41607</c:v>
                </c:pt>
                <c:pt idx="2890">
                  <c:v>41608</c:v>
                </c:pt>
                <c:pt idx="2891">
                  <c:v>41609</c:v>
                </c:pt>
                <c:pt idx="2892">
                  <c:v>41610</c:v>
                </c:pt>
                <c:pt idx="2893">
                  <c:v>41611</c:v>
                </c:pt>
                <c:pt idx="2894">
                  <c:v>41612</c:v>
                </c:pt>
                <c:pt idx="2895">
                  <c:v>41613</c:v>
                </c:pt>
                <c:pt idx="2896">
                  <c:v>41614</c:v>
                </c:pt>
                <c:pt idx="2897">
                  <c:v>41615</c:v>
                </c:pt>
                <c:pt idx="2898">
                  <c:v>41616</c:v>
                </c:pt>
                <c:pt idx="2899">
                  <c:v>41617</c:v>
                </c:pt>
                <c:pt idx="2900">
                  <c:v>41618</c:v>
                </c:pt>
                <c:pt idx="2901">
                  <c:v>41619</c:v>
                </c:pt>
                <c:pt idx="2902">
                  <c:v>41620</c:v>
                </c:pt>
                <c:pt idx="2903">
                  <c:v>41621</c:v>
                </c:pt>
                <c:pt idx="2904">
                  <c:v>41622</c:v>
                </c:pt>
                <c:pt idx="2905">
                  <c:v>41623</c:v>
                </c:pt>
                <c:pt idx="2906">
                  <c:v>41624</c:v>
                </c:pt>
                <c:pt idx="2907">
                  <c:v>41625</c:v>
                </c:pt>
                <c:pt idx="2908">
                  <c:v>41626</c:v>
                </c:pt>
                <c:pt idx="2909">
                  <c:v>41627</c:v>
                </c:pt>
                <c:pt idx="2910">
                  <c:v>41628</c:v>
                </c:pt>
                <c:pt idx="2911">
                  <c:v>41629</c:v>
                </c:pt>
                <c:pt idx="2912">
                  <c:v>41630</c:v>
                </c:pt>
                <c:pt idx="2913">
                  <c:v>41631</c:v>
                </c:pt>
                <c:pt idx="2914">
                  <c:v>41632</c:v>
                </c:pt>
                <c:pt idx="2915">
                  <c:v>41633</c:v>
                </c:pt>
                <c:pt idx="2916">
                  <c:v>41634</c:v>
                </c:pt>
                <c:pt idx="2917">
                  <c:v>41635</c:v>
                </c:pt>
                <c:pt idx="2918">
                  <c:v>41636</c:v>
                </c:pt>
                <c:pt idx="2919">
                  <c:v>41637</c:v>
                </c:pt>
                <c:pt idx="2920">
                  <c:v>41638</c:v>
                </c:pt>
                <c:pt idx="2921">
                  <c:v>41639</c:v>
                </c:pt>
                <c:pt idx="2922">
                  <c:v>41640</c:v>
                </c:pt>
                <c:pt idx="2923">
                  <c:v>41641</c:v>
                </c:pt>
                <c:pt idx="2924">
                  <c:v>41642</c:v>
                </c:pt>
                <c:pt idx="2925">
                  <c:v>41643</c:v>
                </c:pt>
                <c:pt idx="2926">
                  <c:v>41644</c:v>
                </c:pt>
                <c:pt idx="2927">
                  <c:v>41645</c:v>
                </c:pt>
                <c:pt idx="2928">
                  <c:v>41646</c:v>
                </c:pt>
                <c:pt idx="2929">
                  <c:v>41647</c:v>
                </c:pt>
                <c:pt idx="2930">
                  <c:v>41648</c:v>
                </c:pt>
                <c:pt idx="2931">
                  <c:v>41649</c:v>
                </c:pt>
                <c:pt idx="2932">
                  <c:v>41650</c:v>
                </c:pt>
                <c:pt idx="2933">
                  <c:v>41651</c:v>
                </c:pt>
                <c:pt idx="2934">
                  <c:v>41652</c:v>
                </c:pt>
                <c:pt idx="2935">
                  <c:v>41653</c:v>
                </c:pt>
                <c:pt idx="2936">
                  <c:v>41654</c:v>
                </c:pt>
                <c:pt idx="2937">
                  <c:v>41655</c:v>
                </c:pt>
                <c:pt idx="2938">
                  <c:v>41656</c:v>
                </c:pt>
                <c:pt idx="2939">
                  <c:v>41657</c:v>
                </c:pt>
                <c:pt idx="2940">
                  <c:v>41658</c:v>
                </c:pt>
                <c:pt idx="2941">
                  <c:v>41659</c:v>
                </c:pt>
                <c:pt idx="2942">
                  <c:v>41660</c:v>
                </c:pt>
                <c:pt idx="2943">
                  <c:v>41661</c:v>
                </c:pt>
                <c:pt idx="2944">
                  <c:v>41662</c:v>
                </c:pt>
                <c:pt idx="2945">
                  <c:v>41663</c:v>
                </c:pt>
                <c:pt idx="2946">
                  <c:v>41664</c:v>
                </c:pt>
                <c:pt idx="2947">
                  <c:v>41665</c:v>
                </c:pt>
                <c:pt idx="2948">
                  <c:v>41666</c:v>
                </c:pt>
                <c:pt idx="2949">
                  <c:v>41667</c:v>
                </c:pt>
                <c:pt idx="2950">
                  <c:v>41668</c:v>
                </c:pt>
                <c:pt idx="2951">
                  <c:v>41669</c:v>
                </c:pt>
                <c:pt idx="2952">
                  <c:v>41670</c:v>
                </c:pt>
                <c:pt idx="2953">
                  <c:v>41671</c:v>
                </c:pt>
                <c:pt idx="2954">
                  <c:v>41672</c:v>
                </c:pt>
                <c:pt idx="2955">
                  <c:v>41673</c:v>
                </c:pt>
                <c:pt idx="2956">
                  <c:v>41674</c:v>
                </c:pt>
                <c:pt idx="2957">
                  <c:v>41675</c:v>
                </c:pt>
                <c:pt idx="2958">
                  <c:v>41676</c:v>
                </c:pt>
                <c:pt idx="2959">
                  <c:v>41677</c:v>
                </c:pt>
                <c:pt idx="2960">
                  <c:v>41678</c:v>
                </c:pt>
                <c:pt idx="2961">
                  <c:v>41679</c:v>
                </c:pt>
                <c:pt idx="2962">
                  <c:v>41680</c:v>
                </c:pt>
                <c:pt idx="2963">
                  <c:v>41681</c:v>
                </c:pt>
                <c:pt idx="2964">
                  <c:v>41682</c:v>
                </c:pt>
                <c:pt idx="2965">
                  <c:v>41683</c:v>
                </c:pt>
                <c:pt idx="2966">
                  <c:v>41684</c:v>
                </c:pt>
                <c:pt idx="2967">
                  <c:v>41685</c:v>
                </c:pt>
                <c:pt idx="2968">
                  <c:v>41686</c:v>
                </c:pt>
                <c:pt idx="2969">
                  <c:v>41687</c:v>
                </c:pt>
                <c:pt idx="2970">
                  <c:v>41688</c:v>
                </c:pt>
                <c:pt idx="2971">
                  <c:v>41689</c:v>
                </c:pt>
                <c:pt idx="2972">
                  <c:v>41690</c:v>
                </c:pt>
                <c:pt idx="2973">
                  <c:v>41691</c:v>
                </c:pt>
                <c:pt idx="2974">
                  <c:v>41692</c:v>
                </c:pt>
                <c:pt idx="2975">
                  <c:v>41693</c:v>
                </c:pt>
                <c:pt idx="2976">
                  <c:v>41694</c:v>
                </c:pt>
                <c:pt idx="2977">
                  <c:v>41695</c:v>
                </c:pt>
                <c:pt idx="2978">
                  <c:v>41696</c:v>
                </c:pt>
                <c:pt idx="2979">
                  <c:v>41697</c:v>
                </c:pt>
                <c:pt idx="2980">
                  <c:v>41698</c:v>
                </c:pt>
                <c:pt idx="2981">
                  <c:v>41699</c:v>
                </c:pt>
                <c:pt idx="2982">
                  <c:v>41700</c:v>
                </c:pt>
                <c:pt idx="2983">
                  <c:v>41701</c:v>
                </c:pt>
                <c:pt idx="2984">
                  <c:v>41702</c:v>
                </c:pt>
                <c:pt idx="2985">
                  <c:v>41703</c:v>
                </c:pt>
                <c:pt idx="2986">
                  <c:v>41704</c:v>
                </c:pt>
                <c:pt idx="2987">
                  <c:v>41705</c:v>
                </c:pt>
                <c:pt idx="2988">
                  <c:v>41706</c:v>
                </c:pt>
                <c:pt idx="2989">
                  <c:v>41707</c:v>
                </c:pt>
                <c:pt idx="2990">
                  <c:v>41708</c:v>
                </c:pt>
                <c:pt idx="2991">
                  <c:v>41709</c:v>
                </c:pt>
                <c:pt idx="2992">
                  <c:v>41710</c:v>
                </c:pt>
                <c:pt idx="2993">
                  <c:v>41711</c:v>
                </c:pt>
                <c:pt idx="2994">
                  <c:v>41712</c:v>
                </c:pt>
                <c:pt idx="2995">
                  <c:v>41713</c:v>
                </c:pt>
                <c:pt idx="2996">
                  <c:v>41714</c:v>
                </c:pt>
                <c:pt idx="2997">
                  <c:v>41715</c:v>
                </c:pt>
                <c:pt idx="2998">
                  <c:v>41716</c:v>
                </c:pt>
                <c:pt idx="2999">
                  <c:v>41717</c:v>
                </c:pt>
                <c:pt idx="3000">
                  <c:v>41718</c:v>
                </c:pt>
                <c:pt idx="3001">
                  <c:v>41719</c:v>
                </c:pt>
                <c:pt idx="3002">
                  <c:v>41720</c:v>
                </c:pt>
                <c:pt idx="3003">
                  <c:v>41721</c:v>
                </c:pt>
                <c:pt idx="3004">
                  <c:v>41722</c:v>
                </c:pt>
                <c:pt idx="3005">
                  <c:v>41723</c:v>
                </c:pt>
                <c:pt idx="3006">
                  <c:v>41724</c:v>
                </c:pt>
                <c:pt idx="3007">
                  <c:v>41725</c:v>
                </c:pt>
                <c:pt idx="3008">
                  <c:v>41726</c:v>
                </c:pt>
                <c:pt idx="3009">
                  <c:v>41727</c:v>
                </c:pt>
                <c:pt idx="3010">
                  <c:v>41728</c:v>
                </c:pt>
                <c:pt idx="3011">
                  <c:v>41729</c:v>
                </c:pt>
                <c:pt idx="3012">
                  <c:v>41730</c:v>
                </c:pt>
                <c:pt idx="3013">
                  <c:v>41731</c:v>
                </c:pt>
                <c:pt idx="3014">
                  <c:v>41732</c:v>
                </c:pt>
                <c:pt idx="3015">
                  <c:v>41733</c:v>
                </c:pt>
                <c:pt idx="3016">
                  <c:v>41734</c:v>
                </c:pt>
                <c:pt idx="3017">
                  <c:v>41735</c:v>
                </c:pt>
                <c:pt idx="3018">
                  <c:v>41736</c:v>
                </c:pt>
                <c:pt idx="3019">
                  <c:v>41737</c:v>
                </c:pt>
                <c:pt idx="3020">
                  <c:v>41738</c:v>
                </c:pt>
                <c:pt idx="3021">
                  <c:v>41739</c:v>
                </c:pt>
                <c:pt idx="3022">
                  <c:v>41740</c:v>
                </c:pt>
                <c:pt idx="3023">
                  <c:v>41741</c:v>
                </c:pt>
                <c:pt idx="3024">
                  <c:v>41742</c:v>
                </c:pt>
                <c:pt idx="3025">
                  <c:v>41743</c:v>
                </c:pt>
                <c:pt idx="3026">
                  <c:v>41744</c:v>
                </c:pt>
                <c:pt idx="3027">
                  <c:v>41745</c:v>
                </c:pt>
                <c:pt idx="3028">
                  <c:v>41746</c:v>
                </c:pt>
                <c:pt idx="3029">
                  <c:v>41747</c:v>
                </c:pt>
                <c:pt idx="3030">
                  <c:v>41748</c:v>
                </c:pt>
                <c:pt idx="3031">
                  <c:v>41749</c:v>
                </c:pt>
                <c:pt idx="3032">
                  <c:v>41750</c:v>
                </c:pt>
                <c:pt idx="3033">
                  <c:v>41751</c:v>
                </c:pt>
                <c:pt idx="3034">
                  <c:v>41752</c:v>
                </c:pt>
                <c:pt idx="3035">
                  <c:v>41753</c:v>
                </c:pt>
                <c:pt idx="3036">
                  <c:v>41754</c:v>
                </c:pt>
                <c:pt idx="3037">
                  <c:v>41755</c:v>
                </c:pt>
                <c:pt idx="3038">
                  <c:v>41756</c:v>
                </c:pt>
                <c:pt idx="3039">
                  <c:v>41757</c:v>
                </c:pt>
                <c:pt idx="3040">
                  <c:v>41758</c:v>
                </c:pt>
                <c:pt idx="3041">
                  <c:v>41759</c:v>
                </c:pt>
                <c:pt idx="3042">
                  <c:v>41760</c:v>
                </c:pt>
                <c:pt idx="3043">
                  <c:v>41761</c:v>
                </c:pt>
                <c:pt idx="3044">
                  <c:v>41762</c:v>
                </c:pt>
                <c:pt idx="3045">
                  <c:v>41763</c:v>
                </c:pt>
                <c:pt idx="3046">
                  <c:v>41764</c:v>
                </c:pt>
                <c:pt idx="3047">
                  <c:v>41765</c:v>
                </c:pt>
                <c:pt idx="3048">
                  <c:v>41766</c:v>
                </c:pt>
                <c:pt idx="3049">
                  <c:v>41767</c:v>
                </c:pt>
                <c:pt idx="3050">
                  <c:v>41768</c:v>
                </c:pt>
                <c:pt idx="3051">
                  <c:v>41769</c:v>
                </c:pt>
                <c:pt idx="3052">
                  <c:v>41770</c:v>
                </c:pt>
                <c:pt idx="3053">
                  <c:v>41771</c:v>
                </c:pt>
                <c:pt idx="3054">
                  <c:v>41772</c:v>
                </c:pt>
                <c:pt idx="3055">
                  <c:v>41773</c:v>
                </c:pt>
                <c:pt idx="3056">
                  <c:v>41774</c:v>
                </c:pt>
                <c:pt idx="3057">
                  <c:v>41775</c:v>
                </c:pt>
                <c:pt idx="3058">
                  <c:v>41776</c:v>
                </c:pt>
                <c:pt idx="3059">
                  <c:v>41777</c:v>
                </c:pt>
                <c:pt idx="3060">
                  <c:v>41778</c:v>
                </c:pt>
                <c:pt idx="3061">
                  <c:v>41779</c:v>
                </c:pt>
                <c:pt idx="3062">
                  <c:v>41780</c:v>
                </c:pt>
                <c:pt idx="3063">
                  <c:v>41781</c:v>
                </c:pt>
                <c:pt idx="3064">
                  <c:v>41782</c:v>
                </c:pt>
                <c:pt idx="3065">
                  <c:v>41783</c:v>
                </c:pt>
                <c:pt idx="3066">
                  <c:v>41784</c:v>
                </c:pt>
                <c:pt idx="3067">
                  <c:v>41785</c:v>
                </c:pt>
                <c:pt idx="3068">
                  <c:v>41786</c:v>
                </c:pt>
                <c:pt idx="3069">
                  <c:v>41787</c:v>
                </c:pt>
                <c:pt idx="3070">
                  <c:v>41788</c:v>
                </c:pt>
                <c:pt idx="3071">
                  <c:v>41789</c:v>
                </c:pt>
                <c:pt idx="3072">
                  <c:v>41790</c:v>
                </c:pt>
                <c:pt idx="3073">
                  <c:v>41791</c:v>
                </c:pt>
                <c:pt idx="3074">
                  <c:v>41792</c:v>
                </c:pt>
                <c:pt idx="3075">
                  <c:v>41793</c:v>
                </c:pt>
                <c:pt idx="3076">
                  <c:v>41794</c:v>
                </c:pt>
                <c:pt idx="3077">
                  <c:v>41795</c:v>
                </c:pt>
                <c:pt idx="3078">
                  <c:v>41796</c:v>
                </c:pt>
                <c:pt idx="3079">
                  <c:v>41797</c:v>
                </c:pt>
                <c:pt idx="3080">
                  <c:v>41798</c:v>
                </c:pt>
                <c:pt idx="3081">
                  <c:v>41799</c:v>
                </c:pt>
                <c:pt idx="3082">
                  <c:v>41800</c:v>
                </c:pt>
                <c:pt idx="3083">
                  <c:v>41801</c:v>
                </c:pt>
                <c:pt idx="3084">
                  <c:v>41802</c:v>
                </c:pt>
                <c:pt idx="3085">
                  <c:v>41803</c:v>
                </c:pt>
                <c:pt idx="3086">
                  <c:v>41804</c:v>
                </c:pt>
                <c:pt idx="3087">
                  <c:v>41805</c:v>
                </c:pt>
                <c:pt idx="3088">
                  <c:v>41806</c:v>
                </c:pt>
                <c:pt idx="3089">
                  <c:v>41807</c:v>
                </c:pt>
                <c:pt idx="3090">
                  <c:v>41808</c:v>
                </c:pt>
                <c:pt idx="3091">
                  <c:v>41809</c:v>
                </c:pt>
                <c:pt idx="3092">
                  <c:v>41810</c:v>
                </c:pt>
                <c:pt idx="3093">
                  <c:v>41811</c:v>
                </c:pt>
                <c:pt idx="3094">
                  <c:v>41812</c:v>
                </c:pt>
                <c:pt idx="3095">
                  <c:v>41813</c:v>
                </c:pt>
                <c:pt idx="3096">
                  <c:v>41814</c:v>
                </c:pt>
                <c:pt idx="3097">
                  <c:v>41815</c:v>
                </c:pt>
                <c:pt idx="3098">
                  <c:v>41816</c:v>
                </c:pt>
                <c:pt idx="3099">
                  <c:v>41817</c:v>
                </c:pt>
                <c:pt idx="3100">
                  <c:v>41818</c:v>
                </c:pt>
                <c:pt idx="3101">
                  <c:v>41819</c:v>
                </c:pt>
                <c:pt idx="3102">
                  <c:v>41820</c:v>
                </c:pt>
                <c:pt idx="3103">
                  <c:v>41821</c:v>
                </c:pt>
                <c:pt idx="3104">
                  <c:v>41822</c:v>
                </c:pt>
                <c:pt idx="3105">
                  <c:v>41823</c:v>
                </c:pt>
                <c:pt idx="3106">
                  <c:v>41824</c:v>
                </c:pt>
                <c:pt idx="3107">
                  <c:v>41825</c:v>
                </c:pt>
                <c:pt idx="3108">
                  <c:v>41826</c:v>
                </c:pt>
                <c:pt idx="3109">
                  <c:v>41827</c:v>
                </c:pt>
                <c:pt idx="3110">
                  <c:v>41828</c:v>
                </c:pt>
                <c:pt idx="3111">
                  <c:v>41829</c:v>
                </c:pt>
                <c:pt idx="3112">
                  <c:v>41830</c:v>
                </c:pt>
                <c:pt idx="3113">
                  <c:v>41831</c:v>
                </c:pt>
                <c:pt idx="3114">
                  <c:v>41832</c:v>
                </c:pt>
                <c:pt idx="3115">
                  <c:v>41833</c:v>
                </c:pt>
                <c:pt idx="3116">
                  <c:v>41834</c:v>
                </c:pt>
                <c:pt idx="3117">
                  <c:v>41835</c:v>
                </c:pt>
                <c:pt idx="3118">
                  <c:v>41836</c:v>
                </c:pt>
                <c:pt idx="3119">
                  <c:v>41837</c:v>
                </c:pt>
                <c:pt idx="3120">
                  <c:v>41838</c:v>
                </c:pt>
                <c:pt idx="3121">
                  <c:v>41839</c:v>
                </c:pt>
                <c:pt idx="3122">
                  <c:v>41840</c:v>
                </c:pt>
                <c:pt idx="3123">
                  <c:v>41841</c:v>
                </c:pt>
                <c:pt idx="3124">
                  <c:v>41842</c:v>
                </c:pt>
                <c:pt idx="3125">
                  <c:v>41843</c:v>
                </c:pt>
                <c:pt idx="3126">
                  <c:v>41844</c:v>
                </c:pt>
                <c:pt idx="3127">
                  <c:v>41845</c:v>
                </c:pt>
                <c:pt idx="3128">
                  <c:v>41846</c:v>
                </c:pt>
                <c:pt idx="3129">
                  <c:v>41847</c:v>
                </c:pt>
                <c:pt idx="3130">
                  <c:v>41848</c:v>
                </c:pt>
                <c:pt idx="3131">
                  <c:v>41849</c:v>
                </c:pt>
                <c:pt idx="3132">
                  <c:v>41850</c:v>
                </c:pt>
                <c:pt idx="3133">
                  <c:v>41851</c:v>
                </c:pt>
                <c:pt idx="3134">
                  <c:v>41852</c:v>
                </c:pt>
                <c:pt idx="3135">
                  <c:v>41853</c:v>
                </c:pt>
                <c:pt idx="3136">
                  <c:v>41854</c:v>
                </c:pt>
                <c:pt idx="3137">
                  <c:v>41855</c:v>
                </c:pt>
                <c:pt idx="3138">
                  <c:v>41856</c:v>
                </c:pt>
                <c:pt idx="3139">
                  <c:v>41857</c:v>
                </c:pt>
                <c:pt idx="3140">
                  <c:v>41858</c:v>
                </c:pt>
                <c:pt idx="3141">
                  <c:v>41859</c:v>
                </c:pt>
                <c:pt idx="3142">
                  <c:v>41860</c:v>
                </c:pt>
                <c:pt idx="3143">
                  <c:v>41861</c:v>
                </c:pt>
                <c:pt idx="3144">
                  <c:v>41862</c:v>
                </c:pt>
                <c:pt idx="3145">
                  <c:v>41863</c:v>
                </c:pt>
                <c:pt idx="3146">
                  <c:v>41864</c:v>
                </c:pt>
                <c:pt idx="3147">
                  <c:v>41865</c:v>
                </c:pt>
                <c:pt idx="3148">
                  <c:v>41866</c:v>
                </c:pt>
                <c:pt idx="3149">
                  <c:v>41867</c:v>
                </c:pt>
                <c:pt idx="3150">
                  <c:v>41868</c:v>
                </c:pt>
                <c:pt idx="3151">
                  <c:v>41869</c:v>
                </c:pt>
                <c:pt idx="3152">
                  <c:v>41870</c:v>
                </c:pt>
                <c:pt idx="3153">
                  <c:v>41871</c:v>
                </c:pt>
                <c:pt idx="3154">
                  <c:v>41872</c:v>
                </c:pt>
                <c:pt idx="3155">
                  <c:v>41873</c:v>
                </c:pt>
                <c:pt idx="3156">
                  <c:v>41874</c:v>
                </c:pt>
                <c:pt idx="3157">
                  <c:v>41875</c:v>
                </c:pt>
                <c:pt idx="3158">
                  <c:v>41876</c:v>
                </c:pt>
                <c:pt idx="3159">
                  <c:v>41877</c:v>
                </c:pt>
                <c:pt idx="3160">
                  <c:v>41878</c:v>
                </c:pt>
                <c:pt idx="3161">
                  <c:v>41879</c:v>
                </c:pt>
                <c:pt idx="3162">
                  <c:v>41880</c:v>
                </c:pt>
                <c:pt idx="3163">
                  <c:v>41881</c:v>
                </c:pt>
                <c:pt idx="3164">
                  <c:v>41882</c:v>
                </c:pt>
                <c:pt idx="3165">
                  <c:v>41883</c:v>
                </c:pt>
                <c:pt idx="3166">
                  <c:v>41884</c:v>
                </c:pt>
                <c:pt idx="3167">
                  <c:v>41885</c:v>
                </c:pt>
                <c:pt idx="3168">
                  <c:v>41886</c:v>
                </c:pt>
                <c:pt idx="3169">
                  <c:v>41887</c:v>
                </c:pt>
                <c:pt idx="3170">
                  <c:v>41888</c:v>
                </c:pt>
                <c:pt idx="3171">
                  <c:v>41889</c:v>
                </c:pt>
                <c:pt idx="3172">
                  <c:v>41890</c:v>
                </c:pt>
                <c:pt idx="3173">
                  <c:v>41891</c:v>
                </c:pt>
                <c:pt idx="3174">
                  <c:v>41892</c:v>
                </c:pt>
                <c:pt idx="3175">
                  <c:v>41893</c:v>
                </c:pt>
                <c:pt idx="3176">
                  <c:v>41894</c:v>
                </c:pt>
                <c:pt idx="3177">
                  <c:v>41895</c:v>
                </c:pt>
                <c:pt idx="3178">
                  <c:v>41896</c:v>
                </c:pt>
                <c:pt idx="3179">
                  <c:v>41897</c:v>
                </c:pt>
                <c:pt idx="3180">
                  <c:v>41898</c:v>
                </c:pt>
                <c:pt idx="3181">
                  <c:v>41899</c:v>
                </c:pt>
                <c:pt idx="3182">
                  <c:v>41900</c:v>
                </c:pt>
                <c:pt idx="3183">
                  <c:v>41901</c:v>
                </c:pt>
                <c:pt idx="3184">
                  <c:v>41902</c:v>
                </c:pt>
                <c:pt idx="3185">
                  <c:v>41903</c:v>
                </c:pt>
                <c:pt idx="3186">
                  <c:v>41904</c:v>
                </c:pt>
                <c:pt idx="3187">
                  <c:v>41905</c:v>
                </c:pt>
                <c:pt idx="3188">
                  <c:v>41906</c:v>
                </c:pt>
                <c:pt idx="3189">
                  <c:v>41907</c:v>
                </c:pt>
                <c:pt idx="3190">
                  <c:v>41908</c:v>
                </c:pt>
                <c:pt idx="3191">
                  <c:v>41909</c:v>
                </c:pt>
                <c:pt idx="3192">
                  <c:v>41910</c:v>
                </c:pt>
                <c:pt idx="3193">
                  <c:v>41911</c:v>
                </c:pt>
                <c:pt idx="3194">
                  <c:v>41912</c:v>
                </c:pt>
                <c:pt idx="3195">
                  <c:v>41913</c:v>
                </c:pt>
                <c:pt idx="3196">
                  <c:v>41914</c:v>
                </c:pt>
                <c:pt idx="3197">
                  <c:v>41915</c:v>
                </c:pt>
                <c:pt idx="3198">
                  <c:v>41916</c:v>
                </c:pt>
                <c:pt idx="3199">
                  <c:v>41917</c:v>
                </c:pt>
                <c:pt idx="3200">
                  <c:v>41918</c:v>
                </c:pt>
                <c:pt idx="3201">
                  <c:v>41919</c:v>
                </c:pt>
                <c:pt idx="3202">
                  <c:v>41920</c:v>
                </c:pt>
                <c:pt idx="3203">
                  <c:v>41921</c:v>
                </c:pt>
                <c:pt idx="3204">
                  <c:v>41922</c:v>
                </c:pt>
                <c:pt idx="3205">
                  <c:v>41923</c:v>
                </c:pt>
                <c:pt idx="3206">
                  <c:v>41924</c:v>
                </c:pt>
                <c:pt idx="3207">
                  <c:v>41925</c:v>
                </c:pt>
                <c:pt idx="3208">
                  <c:v>41926</c:v>
                </c:pt>
                <c:pt idx="3209">
                  <c:v>41927</c:v>
                </c:pt>
                <c:pt idx="3210">
                  <c:v>41928</c:v>
                </c:pt>
                <c:pt idx="3211">
                  <c:v>41929</c:v>
                </c:pt>
                <c:pt idx="3212">
                  <c:v>41930</c:v>
                </c:pt>
                <c:pt idx="3213">
                  <c:v>41931</c:v>
                </c:pt>
                <c:pt idx="3214">
                  <c:v>41932</c:v>
                </c:pt>
                <c:pt idx="3215">
                  <c:v>41933</c:v>
                </c:pt>
                <c:pt idx="3216">
                  <c:v>41934</c:v>
                </c:pt>
                <c:pt idx="3217">
                  <c:v>41935</c:v>
                </c:pt>
                <c:pt idx="3218">
                  <c:v>41936</c:v>
                </c:pt>
                <c:pt idx="3219">
                  <c:v>41937</c:v>
                </c:pt>
                <c:pt idx="3220">
                  <c:v>41938</c:v>
                </c:pt>
                <c:pt idx="3221">
                  <c:v>41939</c:v>
                </c:pt>
                <c:pt idx="3222">
                  <c:v>41940</c:v>
                </c:pt>
                <c:pt idx="3223">
                  <c:v>41941</c:v>
                </c:pt>
                <c:pt idx="3224">
                  <c:v>41942</c:v>
                </c:pt>
                <c:pt idx="3225">
                  <c:v>41943</c:v>
                </c:pt>
                <c:pt idx="3226">
                  <c:v>41944</c:v>
                </c:pt>
                <c:pt idx="3227">
                  <c:v>41945</c:v>
                </c:pt>
                <c:pt idx="3228">
                  <c:v>41946</c:v>
                </c:pt>
                <c:pt idx="3229">
                  <c:v>41947</c:v>
                </c:pt>
                <c:pt idx="3230">
                  <c:v>41948</c:v>
                </c:pt>
                <c:pt idx="3231">
                  <c:v>41949</c:v>
                </c:pt>
                <c:pt idx="3232">
                  <c:v>41950</c:v>
                </c:pt>
                <c:pt idx="3233">
                  <c:v>41951</c:v>
                </c:pt>
                <c:pt idx="3234">
                  <c:v>41952</c:v>
                </c:pt>
                <c:pt idx="3235">
                  <c:v>41953</c:v>
                </c:pt>
                <c:pt idx="3236">
                  <c:v>41954</c:v>
                </c:pt>
                <c:pt idx="3237">
                  <c:v>41955</c:v>
                </c:pt>
                <c:pt idx="3238">
                  <c:v>41956</c:v>
                </c:pt>
                <c:pt idx="3239">
                  <c:v>41957</c:v>
                </c:pt>
                <c:pt idx="3240">
                  <c:v>41958</c:v>
                </c:pt>
                <c:pt idx="3241">
                  <c:v>41959</c:v>
                </c:pt>
                <c:pt idx="3242">
                  <c:v>41960</c:v>
                </c:pt>
                <c:pt idx="3243">
                  <c:v>41961</c:v>
                </c:pt>
                <c:pt idx="3244">
                  <c:v>41962</c:v>
                </c:pt>
                <c:pt idx="3245">
                  <c:v>41963</c:v>
                </c:pt>
                <c:pt idx="3246">
                  <c:v>41964</c:v>
                </c:pt>
                <c:pt idx="3247">
                  <c:v>41965</c:v>
                </c:pt>
                <c:pt idx="3248">
                  <c:v>41966</c:v>
                </c:pt>
                <c:pt idx="3249">
                  <c:v>41967</c:v>
                </c:pt>
                <c:pt idx="3250">
                  <c:v>41968</c:v>
                </c:pt>
                <c:pt idx="3251">
                  <c:v>41969</c:v>
                </c:pt>
                <c:pt idx="3252">
                  <c:v>41970</c:v>
                </c:pt>
                <c:pt idx="3253">
                  <c:v>41971</c:v>
                </c:pt>
                <c:pt idx="3254">
                  <c:v>41972</c:v>
                </c:pt>
                <c:pt idx="3255">
                  <c:v>41973</c:v>
                </c:pt>
                <c:pt idx="3256">
                  <c:v>41974</c:v>
                </c:pt>
                <c:pt idx="3257">
                  <c:v>41975</c:v>
                </c:pt>
                <c:pt idx="3258">
                  <c:v>41976</c:v>
                </c:pt>
                <c:pt idx="3259">
                  <c:v>41977</c:v>
                </c:pt>
                <c:pt idx="3260">
                  <c:v>41978</c:v>
                </c:pt>
                <c:pt idx="3261">
                  <c:v>41979</c:v>
                </c:pt>
                <c:pt idx="3262">
                  <c:v>41980</c:v>
                </c:pt>
                <c:pt idx="3263">
                  <c:v>41981</c:v>
                </c:pt>
                <c:pt idx="3264">
                  <c:v>41982</c:v>
                </c:pt>
                <c:pt idx="3265">
                  <c:v>41983</c:v>
                </c:pt>
                <c:pt idx="3266">
                  <c:v>41984</c:v>
                </c:pt>
                <c:pt idx="3267">
                  <c:v>41985</c:v>
                </c:pt>
                <c:pt idx="3268">
                  <c:v>41986</c:v>
                </c:pt>
                <c:pt idx="3269">
                  <c:v>41987</c:v>
                </c:pt>
                <c:pt idx="3270">
                  <c:v>41988</c:v>
                </c:pt>
                <c:pt idx="3271">
                  <c:v>41989</c:v>
                </c:pt>
                <c:pt idx="3272">
                  <c:v>41990</c:v>
                </c:pt>
                <c:pt idx="3273">
                  <c:v>41991</c:v>
                </c:pt>
                <c:pt idx="3274">
                  <c:v>41992</c:v>
                </c:pt>
                <c:pt idx="3275">
                  <c:v>41993</c:v>
                </c:pt>
                <c:pt idx="3276">
                  <c:v>41994</c:v>
                </c:pt>
                <c:pt idx="3277">
                  <c:v>41995</c:v>
                </c:pt>
                <c:pt idx="3278">
                  <c:v>41996</c:v>
                </c:pt>
                <c:pt idx="3279">
                  <c:v>41997</c:v>
                </c:pt>
                <c:pt idx="3280">
                  <c:v>41998</c:v>
                </c:pt>
                <c:pt idx="3281">
                  <c:v>41999</c:v>
                </c:pt>
                <c:pt idx="3282">
                  <c:v>42000</c:v>
                </c:pt>
                <c:pt idx="3283">
                  <c:v>42001</c:v>
                </c:pt>
                <c:pt idx="3284">
                  <c:v>42002</c:v>
                </c:pt>
                <c:pt idx="3285">
                  <c:v>42003</c:v>
                </c:pt>
                <c:pt idx="3286">
                  <c:v>42004</c:v>
                </c:pt>
                <c:pt idx="3287">
                  <c:v>42005</c:v>
                </c:pt>
                <c:pt idx="3288">
                  <c:v>42006</c:v>
                </c:pt>
                <c:pt idx="3289">
                  <c:v>42007</c:v>
                </c:pt>
                <c:pt idx="3290">
                  <c:v>42008</c:v>
                </c:pt>
                <c:pt idx="3291">
                  <c:v>42009</c:v>
                </c:pt>
                <c:pt idx="3292">
                  <c:v>42010</c:v>
                </c:pt>
                <c:pt idx="3293">
                  <c:v>42011</c:v>
                </c:pt>
                <c:pt idx="3294">
                  <c:v>42012</c:v>
                </c:pt>
                <c:pt idx="3295">
                  <c:v>42013</c:v>
                </c:pt>
                <c:pt idx="3296">
                  <c:v>42014</c:v>
                </c:pt>
                <c:pt idx="3297">
                  <c:v>42015</c:v>
                </c:pt>
                <c:pt idx="3298">
                  <c:v>42016</c:v>
                </c:pt>
                <c:pt idx="3299">
                  <c:v>42017</c:v>
                </c:pt>
                <c:pt idx="3300">
                  <c:v>42018</c:v>
                </c:pt>
                <c:pt idx="3301">
                  <c:v>42019</c:v>
                </c:pt>
                <c:pt idx="3302">
                  <c:v>42020</c:v>
                </c:pt>
                <c:pt idx="3303">
                  <c:v>42021</c:v>
                </c:pt>
                <c:pt idx="3304">
                  <c:v>42022</c:v>
                </c:pt>
                <c:pt idx="3305">
                  <c:v>42023</c:v>
                </c:pt>
                <c:pt idx="3306">
                  <c:v>42024</c:v>
                </c:pt>
                <c:pt idx="3307">
                  <c:v>42025</c:v>
                </c:pt>
                <c:pt idx="3308">
                  <c:v>42026</c:v>
                </c:pt>
                <c:pt idx="3309">
                  <c:v>42027</c:v>
                </c:pt>
                <c:pt idx="3310">
                  <c:v>42028</c:v>
                </c:pt>
                <c:pt idx="3311">
                  <c:v>42029</c:v>
                </c:pt>
                <c:pt idx="3312">
                  <c:v>42030</c:v>
                </c:pt>
                <c:pt idx="3313">
                  <c:v>42031</c:v>
                </c:pt>
                <c:pt idx="3314">
                  <c:v>42032</c:v>
                </c:pt>
                <c:pt idx="3315">
                  <c:v>42033</c:v>
                </c:pt>
                <c:pt idx="3316">
                  <c:v>42034</c:v>
                </c:pt>
                <c:pt idx="3317">
                  <c:v>42035</c:v>
                </c:pt>
                <c:pt idx="3318">
                  <c:v>42036</c:v>
                </c:pt>
                <c:pt idx="3319">
                  <c:v>42037</c:v>
                </c:pt>
                <c:pt idx="3320">
                  <c:v>42038</c:v>
                </c:pt>
                <c:pt idx="3321">
                  <c:v>42039</c:v>
                </c:pt>
                <c:pt idx="3322">
                  <c:v>42040</c:v>
                </c:pt>
                <c:pt idx="3323">
                  <c:v>42041</c:v>
                </c:pt>
                <c:pt idx="3324">
                  <c:v>42042</c:v>
                </c:pt>
                <c:pt idx="3325">
                  <c:v>42043</c:v>
                </c:pt>
                <c:pt idx="3326">
                  <c:v>42044</c:v>
                </c:pt>
                <c:pt idx="3327">
                  <c:v>42045</c:v>
                </c:pt>
                <c:pt idx="3328">
                  <c:v>42046</c:v>
                </c:pt>
                <c:pt idx="3329">
                  <c:v>42047</c:v>
                </c:pt>
                <c:pt idx="3330">
                  <c:v>42048</c:v>
                </c:pt>
                <c:pt idx="3331">
                  <c:v>42049</c:v>
                </c:pt>
                <c:pt idx="3332">
                  <c:v>42050</c:v>
                </c:pt>
                <c:pt idx="3333">
                  <c:v>42051</c:v>
                </c:pt>
                <c:pt idx="3334">
                  <c:v>42052</c:v>
                </c:pt>
                <c:pt idx="3335">
                  <c:v>42053</c:v>
                </c:pt>
                <c:pt idx="3336">
                  <c:v>42054</c:v>
                </c:pt>
                <c:pt idx="3337">
                  <c:v>42055</c:v>
                </c:pt>
                <c:pt idx="3338">
                  <c:v>42056</c:v>
                </c:pt>
                <c:pt idx="3339">
                  <c:v>42057</c:v>
                </c:pt>
                <c:pt idx="3340">
                  <c:v>42058</c:v>
                </c:pt>
                <c:pt idx="3341">
                  <c:v>42059</c:v>
                </c:pt>
                <c:pt idx="3342">
                  <c:v>42060</c:v>
                </c:pt>
                <c:pt idx="3343">
                  <c:v>42061</c:v>
                </c:pt>
                <c:pt idx="3344">
                  <c:v>42062</c:v>
                </c:pt>
                <c:pt idx="3345">
                  <c:v>42063</c:v>
                </c:pt>
                <c:pt idx="3346">
                  <c:v>42064</c:v>
                </c:pt>
                <c:pt idx="3347">
                  <c:v>42065</c:v>
                </c:pt>
                <c:pt idx="3348">
                  <c:v>42066</c:v>
                </c:pt>
                <c:pt idx="3349">
                  <c:v>42067</c:v>
                </c:pt>
                <c:pt idx="3350">
                  <c:v>42068</c:v>
                </c:pt>
                <c:pt idx="3351">
                  <c:v>42069</c:v>
                </c:pt>
                <c:pt idx="3352">
                  <c:v>42070</c:v>
                </c:pt>
                <c:pt idx="3353">
                  <c:v>42071</c:v>
                </c:pt>
                <c:pt idx="3354">
                  <c:v>42072</c:v>
                </c:pt>
                <c:pt idx="3355">
                  <c:v>42073</c:v>
                </c:pt>
                <c:pt idx="3356">
                  <c:v>42074</c:v>
                </c:pt>
                <c:pt idx="3357">
                  <c:v>42075</c:v>
                </c:pt>
                <c:pt idx="3358">
                  <c:v>42076</c:v>
                </c:pt>
                <c:pt idx="3359">
                  <c:v>42077</c:v>
                </c:pt>
                <c:pt idx="3360">
                  <c:v>42078</c:v>
                </c:pt>
                <c:pt idx="3361">
                  <c:v>42079</c:v>
                </c:pt>
                <c:pt idx="3362">
                  <c:v>42080</c:v>
                </c:pt>
                <c:pt idx="3363">
                  <c:v>42081</c:v>
                </c:pt>
                <c:pt idx="3364">
                  <c:v>42082</c:v>
                </c:pt>
                <c:pt idx="3365">
                  <c:v>42083</c:v>
                </c:pt>
                <c:pt idx="3366">
                  <c:v>42084</c:v>
                </c:pt>
                <c:pt idx="3367">
                  <c:v>42085</c:v>
                </c:pt>
                <c:pt idx="3368">
                  <c:v>42086</c:v>
                </c:pt>
                <c:pt idx="3369">
                  <c:v>42087</c:v>
                </c:pt>
                <c:pt idx="3370">
                  <c:v>42088</c:v>
                </c:pt>
                <c:pt idx="3371">
                  <c:v>42089</c:v>
                </c:pt>
                <c:pt idx="3372">
                  <c:v>42090</c:v>
                </c:pt>
                <c:pt idx="3373">
                  <c:v>42091</c:v>
                </c:pt>
                <c:pt idx="3374">
                  <c:v>42092</c:v>
                </c:pt>
                <c:pt idx="3375">
                  <c:v>42093</c:v>
                </c:pt>
                <c:pt idx="3376">
                  <c:v>42094</c:v>
                </c:pt>
                <c:pt idx="3377">
                  <c:v>42095</c:v>
                </c:pt>
                <c:pt idx="3378">
                  <c:v>42096</c:v>
                </c:pt>
                <c:pt idx="3379">
                  <c:v>42097</c:v>
                </c:pt>
                <c:pt idx="3380">
                  <c:v>42098</c:v>
                </c:pt>
                <c:pt idx="3381">
                  <c:v>42099</c:v>
                </c:pt>
                <c:pt idx="3382">
                  <c:v>42100</c:v>
                </c:pt>
                <c:pt idx="3383">
                  <c:v>42101</c:v>
                </c:pt>
                <c:pt idx="3384">
                  <c:v>42102</c:v>
                </c:pt>
                <c:pt idx="3385">
                  <c:v>42103</c:v>
                </c:pt>
                <c:pt idx="3386">
                  <c:v>42104</c:v>
                </c:pt>
                <c:pt idx="3387">
                  <c:v>42105</c:v>
                </c:pt>
                <c:pt idx="3388">
                  <c:v>42106</c:v>
                </c:pt>
                <c:pt idx="3389">
                  <c:v>42107</c:v>
                </c:pt>
                <c:pt idx="3390">
                  <c:v>42108</c:v>
                </c:pt>
                <c:pt idx="3391">
                  <c:v>42109</c:v>
                </c:pt>
                <c:pt idx="3392">
                  <c:v>42110</c:v>
                </c:pt>
                <c:pt idx="3393">
                  <c:v>42111</c:v>
                </c:pt>
                <c:pt idx="3394">
                  <c:v>42112</c:v>
                </c:pt>
                <c:pt idx="3395">
                  <c:v>42113</c:v>
                </c:pt>
                <c:pt idx="3396">
                  <c:v>42114</c:v>
                </c:pt>
                <c:pt idx="3397">
                  <c:v>42115</c:v>
                </c:pt>
                <c:pt idx="3398">
                  <c:v>42116</c:v>
                </c:pt>
                <c:pt idx="3399">
                  <c:v>42117</c:v>
                </c:pt>
                <c:pt idx="3400">
                  <c:v>42118</c:v>
                </c:pt>
                <c:pt idx="3401">
                  <c:v>42119</c:v>
                </c:pt>
                <c:pt idx="3402">
                  <c:v>42120</c:v>
                </c:pt>
                <c:pt idx="3403">
                  <c:v>42121</c:v>
                </c:pt>
                <c:pt idx="3404">
                  <c:v>42122</c:v>
                </c:pt>
                <c:pt idx="3405">
                  <c:v>42123</c:v>
                </c:pt>
                <c:pt idx="3406">
                  <c:v>42124</c:v>
                </c:pt>
                <c:pt idx="3407">
                  <c:v>42125</c:v>
                </c:pt>
                <c:pt idx="3408">
                  <c:v>42126</c:v>
                </c:pt>
                <c:pt idx="3409">
                  <c:v>42127</c:v>
                </c:pt>
                <c:pt idx="3410">
                  <c:v>42128</c:v>
                </c:pt>
                <c:pt idx="3411">
                  <c:v>42129</c:v>
                </c:pt>
                <c:pt idx="3412">
                  <c:v>42130</c:v>
                </c:pt>
                <c:pt idx="3413">
                  <c:v>42131</c:v>
                </c:pt>
                <c:pt idx="3414">
                  <c:v>42132</c:v>
                </c:pt>
                <c:pt idx="3415">
                  <c:v>42133</c:v>
                </c:pt>
                <c:pt idx="3416">
                  <c:v>42134</c:v>
                </c:pt>
                <c:pt idx="3417">
                  <c:v>42135</c:v>
                </c:pt>
                <c:pt idx="3418">
                  <c:v>42136</c:v>
                </c:pt>
                <c:pt idx="3419">
                  <c:v>42137</c:v>
                </c:pt>
                <c:pt idx="3420">
                  <c:v>42138</c:v>
                </c:pt>
                <c:pt idx="3421">
                  <c:v>42139</c:v>
                </c:pt>
                <c:pt idx="3422">
                  <c:v>42140</c:v>
                </c:pt>
                <c:pt idx="3423">
                  <c:v>42141</c:v>
                </c:pt>
                <c:pt idx="3424">
                  <c:v>42142</c:v>
                </c:pt>
                <c:pt idx="3425">
                  <c:v>42143</c:v>
                </c:pt>
                <c:pt idx="3426">
                  <c:v>42144</c:v>
                </c:pt>
                <c:pt idx="3427">
                  <c:v>42145</c:v>
                </c:pt>
                <c:pt idx="3428">
                  <c:v>42146</c:v>
                </c:pt>
                <c:pt idx="3429">
                  <c:v>42147</c:v>
                </c:pt>
                <c:pt idx="3430">
                  <c:v>42148</c:v>
                </c:pt>
                <c:pt idx="3431">
                  <c:v>42149</c:v>
                </c:pt>
                <c:pt idx="3432">
                  <c:v>42150</c:v>
                </c:pt>
                <c:pt idx="3433">
                  <c:v>42151</c:v>
                </c:pt>
                <c:pt idx="3434">
                  <c:v>42152</c:v>
                </c:pt>
                <c:pt idx="3435">
                  <c:v>42153</c:v>
                </c:pt>
                <c:pt idx="3436">
                  <c:v>42154</c:v>
                </c:pt>
                <c:pt idx="3437">
                  <c:v>42155</c:v>
                </c:pt>
                <c:pt idx="3438">
                  <c:v>42156</c:v>
                </c:pt>
                <c:pt idx="3439">
                  <c:v>42157</c:v>
                </c:pt>
                <c:pt idx="3440">
                  <c:v>42158</c:v>
                </c:pt>
                <c:pt idx="3441">
                  <c:v>42159</c:v>
                </c:pt>
                <c:pt idx="3442">
                  <c:v>42160</c:v>
                </c:pt>
                <c:pt idx="3443">
                  <c:v>42161</c:v>
                </c:pt>
                <c:pt idx="3444">
                  <c:v>42162</c:v>
                </c:pt>
                <c:pt idx="3445">
                  <c:v>42163</c:v>
                </c:pt>
                <c:pt idx="3446">
                  <c:v>42164</c:v>
                </c:pt>
                <c:pt idx="3447">
                  <c:v>42165</c:v>
                </c:pt>
                <c:pt idx="3448">
                  <c:v>42166</c:v>
                </c:pt>
                <c:pt idx="3449">
                  <c:v>42167</c:v>
                </c:pt>
                <c:pt idx="3450">
                  <c:v>42168</c:v>
                </c:pt>
                <c:pt idx="3451">
                  <c:v>42169</c:v>
                </c:pt>
                <c:pt idx="3452">
                  <c:v>42170</c:v>
                </c:pt>
                <c:pt idx="3453">
                  <c:v>42171</c:v>
                </c:pt>
                <c:pt idx="3454">
                  <c:v>42172</c:v>
                </c:pt>
                <c:pt idx="3455">
                  <c:v>42173</c:v>
                </c:pt>
                <c:pt idx="3456">
                  <c:v>42174</c:v>
                </c:pt>
                <c:pt idx="3457">
                  <c:v>42175</c:v>
                </c:pt>
                <c:pt idx="3458">
                  <c:v>42176</c:v>
                </c:pt>
                <c:pt idx="3459">
                  <c:v>42177</c:v>
                </c:pt>
                <c:pt idx="3460">
                  <c:v>42178</c:v>
                </c:pt>
                <c:pt idx="3461">
                  <c:v>42179</c:v>
                </c:pt>
                <c:pt idx="3462">
                  <c:v>42180</c:v>
                </c:pt>
                <c:pt idx="3463">
                  <c:v>42181</c:v>
                </c:pt>
                <c:pt idx="3464">
                  <c:v>42182</c:v>
                </c:pt>
                <c:pt idx="3465">
                  <c:v>42183</c:v>
                </c:pt>
                <c:pt idx="3466">
                  <c:v>42184</c:v>
                </c:pt>
                <c:pt idx="3467">
                  <c:v>42185</c:v>
                </c:pt>
                <c:pt idx="3468">
                  <c:v>42186</c:v>
                </c:pt>
                <c:pt idx="3469">
                  <c:v>42187</c:v>
                </c:pt>
                <c:pt idx="3470">
                  <c:v>42188</c:v>
                </c:pt>
                <c:pt idx="3471">
                  <c:v>42189</c:v>
                </c:pt>
                <c:pt idx="3472">
                  <c:v>42190</c:v>
                </c:pt>
                <c:pt idx="3473">
                  <c:v>42191</c:v>
                </c:pt>
                <c:pt idx="3474">
                  <c:v>42192</c:v>
                </c:pt>
                <c:pt idx="3475">
                  <c:v>42193</c:v>
                </c:pt>
                <c:pt idx="3476">
                  <c:v>42194</c:v>
                </c:pt>
                <c:pt idx="3477">
                  <c:v>42195</c:v>
                </c:pt>
                <c:pt idx="3478">
                  <c:v>42196</c:v>
                </c:pt>
                <c:pt idx="3479">
                  <c:v>42197</c:v>
                </c:pt>
                <c:pt idx="3480">
                  <c:v>42198</c:v>
                </c:pt>
                <c:pt idx="3481">
                  <c:v>42199</c:v>
                </c:pt>
                <c:pt idx="3482">
                  <c:v>42200</c:v>
                </c:pt>
                <c:pt idx="3483">
                  <c:v>42201</c:v>
                </c:pt>
                <c:pt idx="3484">
                  <c:v>42202</c:v>
                </c:pt>
                <c:pt idx="3485">
                  <c:v>42203</c:v>
                </c:pt>
                <c:pt idx="3486">
                  <c:v>42204</c:v>
                </c:pt>
                <c:pt idx="3487">
                  <c:v>42205</c:v>
                </c:pt>
                <c:pt idx="3488">
                  <c:v>42206</c:v>
                </c:pt>
                <c:pt idx="3489">
                  <c:v>42207</c:v>
                </c:pt>
                <c:pt idx="3490">
                  <c:v>42208</c:v>
                </c:pt>
                <c:pt idx="3491">
                  <c:v>42209</c:v>
                </c:pt>
                <c:pt idx="3492">
                  <c:v>42210</c:v>
                </c:pt>
                <c:pt idx="3493">
                  <c:v>42211</c:v>
                </c:pt>
                <c:pt idx="3494">
                  <c:v>42212</c:v>
                </c:pt>
                <c:pt idx="3495">
                  <c:v>42213</c:v>
                </c:pt>
                <c:pt idx="3496">
                  <c:v>42214</c:v>
                </c:pt>
                <c:pt idx="3497">
                  <c:v>42215</c:v>
                </c:pt>
                <c:pt idx="3498">
                  <c:v>42216</c:v>
                </c:pt>
                <c:pt idx="3499">
                  <c:v>42217</c:v>
                </c:pt>
                <c:pt idx="3500">
                  <c:v>42218</c:v>
                </c:pt>
                <c:pt idx="3501">
                  <c:v>42219</c:v>
                </c:pt>
                <c:pt idx="3502">
                  <c:v>42220</c:v>
                </c:pt>
                <c:pt idx="3503">
                  <c:v>42221</c:v>
                </c:pt>
                <c:pt idx="3504">
                  <c:v>42222</c:v>
                </c:pt>
                <c:pt idx="3505">
                  <c:v>42223</c:v>
                </c:pt>
                <c:pt idx="3506">
                  <c:v>42224</c:v>
                </c:pt>
                <c:pt idx="3507">
                  <c:v>42225</c:v>
                </c:pt>
                <c:pt idx="3508">
                  <c:v>42226</c:v>
                </c:pt>
                <c:pt idx="3509">
                  <c:v>42227</c:v>
                </c:pt>
                <c:pt idx="3510">
                  <c:v>42228</c:v>
                </c:pt>
                <c:pt idx="3511">
                  <c:v>42229</c:v>
                </c:pt>
                <c:pt idx="3512">
                  <c:v>42230</c:v>
                </c:pt>
                <c:pt idx="3513">
                  <c:v>42231</c:v>
                </c:pt>
                <c:pt idx="3514">
                  <c:v>42232</c:v>
                </c:pt>
                <c:pt idx="3515">
                  <c:v>42233</c:v>
                </c:pt>
                <c:pt idx="3516">
                  <c:v>42234</c:v>
                </c:pt>
                <c:pt idx="3517">
                  <c:v>42235</c:v>
                </c:pt>
                <c:pt idx="3518">
                  <c:v>42236</c:v>
                </c:pt>
                <c:pt idx="3519">
                  <c:v>42237</c:v>
                </c:pt>
                <c:pt idx="3520">
                  <c:v>42238</c:v>
                </c:pt>
                <c:pt idx="3521">
                  <c:v>42239</c:v>
                </c:pt>
                <c:pt idx="3522">
                  <c:v>42240</c:v>
                </c:pt>
                <c:pt idx="3523">
                  <c:v>42241</c:v>
                </c:pt>
                <c:pt idx="3524">
                  <c:v>42242</c:v>
                </c:pt>
                <c:pt idx="3525">
                  <c:v>42243</c:v>
                </c:pt>
                <c:pt idx="3526">
                  <c:v>42244</c:v>
                </c:pt>
                <c:pt idx="3527">
                  <c:v>42245</c:v>
                </c:pt>
                <c:pt idx="3528">
                  <c:v>42246</c:v>
                </c:pt>
                <c:pt idx="3529">
                  <c:v>42247</c:v>
                </c:pt>
                <c:pt idx="3530">
                  <c:v>42248</c:v>
                </c:pt>
                <c:pt idx="3531">
                  <c:v>42249</c:v>
                </c:pt>
                <c:pt idx="3532">
                  <c:v>42250</c:v>
                </c:pt>
                <c:pt idx="3533">
                  <c:v>42251</c:v>
                </c:pt>
                <c:pt idx="3534">
                  <c:v>42252</c:v>
                </c:pt>
                <c:pt idx="3535">
                  <c:v>42253</c:v>
                </c:pt>
                <c:pt idx="3536">
                  <c:v>42254</c:v>
                </c:pt>
                <c:pt idx="3537">
                  <c:v>42255</c:v>
                </c:pt>
                <c:pt idx="3538">
                  <c:v>42256</c:v>
                </c:pt>
                <c:pt idx="3539">
                  <c:v>42257</c:v>
                </c:pt>
                <c:pt idx="3540">
                  <c:v>42258</c:v>
                </c:pt>
                <c:pt idx="3541">
                  <c:v>42259</c:v>
                </c:pt>
                <c:pt idx="3542">
                  <c:v>42260</c:v>
                </c:pt>
                <c:pt idx="3543">
                  <c:v>42261</c:v>
                </c:pt>
                <c:pt idx="3544">
                  <c:v>42262</c:v>
                </c:pt>
                <c:pt idx="3545">
                  <c:v>42263</c:v>
                </c:pt>
                <c:pt idx="3546">
                  <c:v>42264</c:v>
                </c:pt>
                <c:pt idx="3547">
                  <c:v>42265</c:v>
                </c:pt>
                <c:pt idx="3548">
                  <c:v>42266</c:v>
                </c:pt>
                <c:pt idx="3549">
                  <c:v>42267</c:v>
                </c:pt>
                <c:pt idx="3550">
                  <c:v>42268</c:v>
                </c:pt>
                <c:pt idx="3551">
                  <c:v>42269</c:v>
                </c:pt>
                <c:pt idx="3552">
                  <c:v>42270</c:v>
                </c:pt>
                <c:pt idx="3553">
                  <c:v>42271</c:v>
                </c:pt>
                <c:pt idx="3554">
                  <c:v>42272</c:v>
                </c:pt>
                <c:pt idx="3555">
                  <c:v>42273</c:v>
                </c:pt>
                <c:pt idx="3556">
                  <c:v>42274</c:v>
                </c:pt>
                <c:pt idx="3557">
                  <c:v>42275</c:v>
                </c:pt>
                <c:pt idx="3558">
                  <c:v>42276</c:v>
                </c:pt>
                <c:pt idx="3559">
                  <c:v>42277</c:v>
                </c:pt>
                <c:pt idx="3560">
                  <c:v>42278</c:v>
                </c:pt>
                <c:pt idx="3561">
                  <c:v>42279</c:v>
                </c:pt>
                <c:pt idx="3562">
                  <c:v>42280</c:v>
                </c:pt>
                <c:pt idx="3563">
                  <c:v>42281</c:v>
                </c:pt>
                <c:pt idx="3564">
                  <c:v>42282</c:v>
                </c:pt>
                <c:pt idx="3565">
                  <c:v>42283</c:v>
                </c:pt>
                <c:pt idx="3566">
                  <c:v>42284</c:v>
                </c:pt>
                <c:pt idx="3567">
                  <c:v>42285</c:v>
                </c:pt>
                <c:pt idx="3568">
                  <c:v>42286</c:v>
                </c:pt>
                <c:pt idx="3569">
                  <c:v>42287</c:v>
                </c:pt>
                <c:pt idx="3570">
                  <c:v>42288</c:v>
                </c:pt>
                <c:pt idx="3571">
                  <c:v>42289</c:v>
                </c:pt>
                <c:pt idx="3572">
                  <c:v>42290</c:v>
                </c:pt>
                <c:pt idx="3573">
                  <c:v>42291</c:v>
                </c:pt>
                <c:pt idx="3574">
                  <c:v>42292</c:v>
                </c:pt>
                <c:pt idx="3575">
                  <c:v>42293</c:v>
                </c:pt>
                <c:pt idx="3576">
                  <c:v>42294</c:v>
                </c:pt>
                <c:pt idx="3577">
                  <c:v>42295</c:v>
                </c:pt>
                <c:pt idx="3578">
                  <c:v>42296</c:v>
                </c:pt>
                <c:pt idx="3579">
                  <c:v>42297</c:v>
                </c:pt>
                <c:pt idx="3580">
                  <c:v>42298</c:v>
                </c:pt>
                <c:pt idx="3581">
                  <c:v>42299</c:v>
                </c:pt>
                <c:pt idx="3582">
                  <c:v>42300</c:v>
                </c:pt>
                <c:pt idx="3583">
                  <c:v>42301</c:v>
                </c:pt>
                <c:pt idx="3584">
                  <c:v>42302</c:v>
                </c:pt>
                <c:pt idx="3585">
                  <c:v>42303</c:v>
                </c:pt>
                <c:pt idx="3586">
                  <c:v>42304</c:v>
                </c:pt>
                <c:pt idx="3587">
                  <c:v>42305</c:v>
                </c:pt>
                <c:pt idx="3588">
                  <c:v>42306</c:v>
                </c:pt>
                <c:pt idx="3589">
                  <c:v>42307</c:v>
                </c:pt>
                <c:pt idx="3590">
                  <c:v>42308</c:v>
                </c:pt>
                <c:pt idx="3591">
                  <c:v>42309</c:v>
                </c:pt>
                <c:pt idx="3592">
                  <c:v>42310</c:v>
                </c:pt>
                <c:pt idx="3593">
                  <c:v>42311</c:v>
                </c:pt>
                <c:pt idx="3594">
                  <c:v>42312</c:v>
                </c:pt>
                <c:pt idx="3595">
                  <c:v>42313</c:v>
                </c:pt>
                <c:pt idx="3596">
                  <c:v>42314</c:v>
                </c:pt>
                <c:pt idx="3597">
                  <c:v>42315</c:v>
                </c:pt>
                <c:pt idx="3598">
                  <c:v>42316</c:v>
                </c:pt>
                <c:pt idx="3599">
                  <c:v>42317</c:v>
                </c:pt>
                <c:pt idx="3600">
                  <c:v>42318</c:v>
                </c:pt>
                <c:pt idx="3601">
                  <c:v>42319</c:v>
                </c:pt>
                <c:pt idx="3602">
                  <c:v>42320</c:v>
                </c:pt>
                <c:pt idx="3603">
                  <c:v>42321</c:v>
                </c:pt>
                <c:pt idx="3604">
                  <c:v>42322</c:v>
                </c:pt>
                <c:pt idx="3605">
                  <c:v>42323</c:v>
                </c:pt>
                <c:pt idx="3606">
                  <c:v>42324</c:v>
                </c:pt>
                <c:pt idx="3607">
                  <c:v>42325</c:v>
                </c:pt>
                <c:pt idx="3608">
                  <c:v>42326</c:v>
                </c:pt>
                <c:pt idx="3609">
                  <c:v>42327</c:v>
                </c:pt>
                <c:pt idx="3610">
                  <c:v>42328</c:v>
                </c:pt>
                <c:pt idx="3611">
                  <c:v>42329</c:v>
                </c:pt>
                <c:pt idx="3612">
                  <c:v>42330</c:v>
                </c:pt>
                <c:pt idx="3613">
                  <c:v>42331</c:v>
                </c:pt>
                <c:pt idx="3614">
                  <c:v>42332</c:v>
                </c:pt>
                <c:pt idx="3615">
                  <c:v>42333</c:v>
                </c:pt>
                <c:pt idx="3616">
                  <c:v>42334</c:v>
                </c:pt>
                <c:pt idx="3617">
                  <c:v>42335</c:v>
                </c:pt>
                <c:pt idx="3618">
                  <c:v>42336</c:v>
                </c:pt>
                <c:pt idx="3619">
                  <c:v>42337</c:v>
                </c:pt>
                <c:pt idx="3620">
                  <c:v>42338</c:v>
                </c:pt>
                <c:pt idx="3621">
                  <c:v>42339</c:v>
                </c:pt>
                <c:pt idx="3622">
                  <c:v>42340</c:v>
                </c:pt>
                <c:pt idx="3623">
                  <c:v>42341</c:v>
                </c:pt>
                <c:pt idx="3624">
                  <c:v>42342</c:v>
                </c:pt>
                <c:pt idx="3625">
                  <c:v>42343</c:v>
                </c:pt>
                <c:pt idx="3626">
                  <c:v>42344</c:v>
                </c:pt>
                <c:pt idx="3627">
                  <c:v>42345</c:v>
                </c:pt>
                <c:pt idx="3628">
                  <c:v>42346</c:v>
                </c:pt>
                <c:pt idx="3629">
                  <c:v>42347</c:v>
                </c:pt>
                <c:pt idx="3630">
                  <c:v>42348</c:v>
                </c:pt>
                <c:pt idx="3631">
                  <c:v>42349</c:v>
                </c:pt>
                <c:pt idx="3632">
                  <c:v>42350</c:v>
                </c:pt>
                <c:pt idx="3633">
                  <c:v>42351</c:v>
                </c:pt>
                <c:pt idx="3634">
                  <c:v>42352</c:v>
                </c:pt>
                <c:pt idx="3635">
                  <c:v>42353</c:v>
                </c:pt>
                <c:pt idx="3636">
                  <c:v>42354</c:v>
                </c:pt>
                <c:pt idx="3637">
                  <c:v>42355</c:v>
                </c:pt>
                <c:pt idx="3638">
                  <c:v>42356</c:v>
                </c:pt>
                <c:pt idx="3639">
                  <c:v>42357</c:v>
                </c:pt>
                <c:pt idx="3640">
                  <c:v>42358</c:v>
                </c:pt>
                <c:pt idx="3641">
                  <c:v>42359</c:v>
                </c:pt>
                <c:pt idx="3642">
                  <c:v>42360</c:v>
                </c:pt>
                <c:pt idx="3643">
                  <c:v>42361</c:v>
                </c:pt>
                <c:pt idx="3644">
                  <c:v>42362</c:v>
                </c:pt>
                <c:pt idx="3645">
                  <c:v>42363</c:v>
                </c:pt>
                <c:pt idx="3646">
                  <c:v>42364</c:v>
                </c:pt>
                <c:pt idx="3647">
                  <c:v>42365</c:v>
                </c:pt>
                <c:pt idx="3648">
                  <c:v>42366</c:v>
                </c:pt>
                <c:pt idx="3649">
                  <c:v>42367</c:v>
                </c:pt>
                <c:pt idx="3650">
                  <c:v>42368</c:v>
                </c:pt>
                <c:pt idx="3651">
                  <c:v>42369</c:v>
                </c:pt>
                <c:pt idx="3652">
                  <c:v>42370</c:v>
                </c:pt>
                <c:pt idx="3653">
                  <c:v>42371</c:v>
                </c:pt>
                <c:pt idx="3654">
                  <c:v>42372</c:v>
                </c:pt>
                <c:pt idx="3655">
                  <c:v>42373</c:v>
                </c:pt>
                <c:pt idx="3656">
                  <c:v>42374</c:v>
                </c:pt>
                <c:pt idx="3657">
                  <c:v>42375</c:v>
                </c:pt>
                <c:pt idx="3658">
                  <c:v>42376</c:v>
                </c:pt>
                <c:pt idx="3659">
                  <c:v>42377</c:v>
                </c:pt>
                <c:pt idx="3660">
                  <c:v>42378</c:v>
                </c:pt>
                <c:pt idx="3661">
                  <c:v>42379</c:v>
                </c:pt>
                <c:pt idx="3662">
                  <c:v>42380</c:v>
                </c:pt>
                <c:pt idx="3663">
                  <c:v>42381</c:v>
                </c:pt>
                <c:pt idx="3664">
                  <c:v>42382</c:v>
                </c:pt>
                <c:pt idx="3665">
                  <c:v>42383</c:v>
                </c:pt>
                <c:pt idx="3666">
                  <c:v>42384</c:v>
                </c:pt>
                <c:pt idx="3667">
                  <c:v>42385</c:v>
                </c:pt>
                <c:pt idx="3668">
                  <c:v>42386</c:v>
                </c:pt>
                <c:pt idx="3669">
                  <c:v>42387</c:v>
                </c:pt>
                <c:pt idx="3670">
                  <c:v>42388</c:v>
                </c:pt>
                <c:pt idx="3671">
                  <c:v>42389</c:v>
                </c:pt>
                <c:pt idx="3672">
                  <c:v>42390</c:v>
                </c:pt>
                <c:pt idx="3673">
                  <c:v>42391</c:v>
                </c:pt>
                <c:pt idx="3674">
                  <c:v>42392</c:v>
                </c:pt>
                <c:pt idx="3675">
                  <c:v>42393</c:v>
                </c:pt>
                <c:pt idx="3676">
                  <c:v>42394</c:v>
                </c:pt>
                <c:pt idx="3677">
                  <c:v>42395</c:v>
                </c:pt>
                <c:pt idx="3678">
                  <c:v>42396</c:v>
                </c:pt>
                <c:pt idx="3679">
                  <c:v>42397</c:v>
                </c:pt>
                <c:pt idx="3680">
                  <c:v>42398</c:v>
                </c:pt>
                <c:pt idx="3681">
                  <c:v>42399</c:v>
                </c:pt>
                <c:pt idx="3682">
                  <c:v>42400</c:v>
                </c:pt>
                <c:pt idx="3683">
                  <c:v>42401</c:v>
                </c:pt>
                <c:pt idx="3684">
                  <c:v>42402</c:v>
                </c:pt>
                <c:pt idx="3685">
                  <c:v>42403</c:v>
                </c:pt>
                <c:pt idx="3686">
                  <c:v>42404</c:v>
                </c:pt>
                <c:pt idx="3687">
                  <c:v>42405</c:v>
                </c:pt>
                <c:pt idx="3688">
                  <c:v>42406</c:v>
                </c:pt>
                <c:pt idx="3689">
                  <c:v>42407</c:v>
                </c:pt>
                <c:pt idx="3690">
                  <c:v>42408</c:v>
                </c:pt>
                <c:pt idx="3691">
                  <c:v>42409</c:v>
                </c:pt>
                <c:pt idx="3692">
                  <c:v>42410</c:v>
                </c:pt>
                <c:pt idx="3693">
                  <c:v>42411</c:v>
                </c:pt>
                <c:pt idx="3694">
                  <c:v>42412</c:v>
                </c:pt>
                <c:pt idx="3695">
                  <c:v>42413</c:v>
                </c:pt>
                <c:pt idx="3696">
                  <c:v>42414</c:v>
                </c:pt>
                <c:pt idx="3697">
                  <c:v>42415</c:v>
                </c:pt>
                <c:pt idx="3698">
                  <c:v>42416</c:v>
                </c:pt>
                <c:pt idx="3699">
                  <c:v>42417</c:v>
                </c:pt>
                <c:pt idx="3700">
                  <c:v>42418</c:v>
                </c:pt>
                <c:pt idx="3701">
                  <c:v>42419</c:v>
                </c:pt>
                <c:pt idx="3702">
                  <c:v>42420</c:v>
                </c:pt>
                <c:pt idx="3703">
                  <c:v>42421</c:v>
                </c:pt>
                <c:pt idx="3704">
                  <c:v>42422</c:v>
                </c:pt>
                <c:pt idx="3705">
                  <c:v>42423</c:v>
                </c:pt>
                <c:pt idx="3706">
                  <c:v>42424</c:v>
                </c:pt>
                <c:pt idx="3707">
                  <c:v>42425</c:v>
                </c:pt>
                <c:pt idx="3708">
                  <c:v>42426</c:v>
                </c:pt>
                <c:pt idx="3709">
                  <c:v>42427</c:v>
                </c:pt>
                <c:pt idx="3710">
                  <c:v>42428</c:v>
                </c:pt>
                <c:pt idx="3711">
                  <c:v>42429</c:v>
                </c:pt>
                <c:pt idx="3712">
                  <c:v>42430</c:v>
                </c:pt>
                <c:pt idx="3713">
                  <c:v>42431</c:v>
                </c:pt>
                <c:pt idx="3714">
                  <c:v>42432</c:v>
                </c:pt>
                <c:pt idx="3715">
                  <c:v>42433</c:v>
                </c:pt>
                <c:pt idx="3716">
                  <c:v>42434</c:v>
                </c:pt>
                <c:pt idx="3717">
                  <c:v>42435</c:v>
                </c:pt>
                <c:pt idx="3718">
                  <c:v>42436</c:v>
                </c:pt>
                <c:pt idx="3719">
                  <c:v>42437</c:v>
                </c:pt>
                <c:pt idx="3720">
                  <c:v>42438</c:v>
                </c:pt>
                <c:pt idx="3721">
                  <c:v>42439</c:v>
                </c:pt>
                <c:pt idx="3722">
                  <c:v>42440</c:v>
                </c:pt>
                <c:pt idx="3723">
                  <c:v>42441</c:v>
                </c:pt>
                <c:pt idx="3724">
                  <c:v>42442</c:v>
                </c:pt>
                <c:pt idx="3725">
                  <c:v>42443</c:v>
                </c:pt>
                <c:pt idx="3726">
                  <c:v>42444</c:v>
                </c:pt>
                <c:pt idx="3727">
                  <c:v>42445</c:v>
                </c:pt>
                <c:pt idx="3728">
                  <c:v>42446</c:v>
                </c:pt>
                <c:pt idx="3729">
                  <c:v>42447</c:v>
                </c:pt>
                <c:pt idx="3730">
                  <c:v>42448</c:v>
                </c:pt>
                <c:pt idx="3731">
                  <c:v>42449</c:v>
                </c:pt>
                <c:pt idx="3732">
                  <c:v>42450</c:v>
                </c:pt>
                <c:pt idx="3733">
                  <c:v>42451</c:v>
                </c:pt>
                <c:pt idx="3734">
                  <c:v>42452</c:v>
                </c:pt>
                <c:pt idx="3735">
                  <c:v>42453</c:v>
                </c:pt>
                <c:pt idx="3736">
                  <c:v>42454</c:v>
                </c:pt>
                <c:pt idx="3737">
                  <c:v>42455</c:v>
                </c:pt>
                <c:pt idx="3738">
                  <c:v>42456</c:v>
                </c:pt>
                <c:pt idx="3739">
                  <c:v>42457</c:v>
                </c:pt>
                <c:pt idx="3740">
                  <c:v>42458</c:v>
                </c:pt>
                <c:pt idx="3741">
                  <c:v>42459</c:v>
                </c:pt>
                <c:pt idx="3742">
                  <c:v>42460</c:v>
                </c:pt>
                <c:pt idx="3743">
                  <c:v>42461</c:v>
                </c:pt>
                <c:pt idx="3744">
                  <c:v>42462</c:v>
                </c:pt>
                <c:pt idx="3745">
                  <c:v>42463</c:v>
                </c:pt>
                <c:pt idx="3746">
                  <c:v>42464</c:v>
                </c:pt>
                <c:pt idx="3747">
                  <c:v>42465</c:v>
                </c:pt>
                <c:pt idx="3748">
                  <c:v>42466</c:v>
                </c:pt>
                <c:pt idx="3749">
                  <c:v>42467</c:v>
                </c:pt>
                <c:pt idx="3750">
                  <c:v>42468</c:v>
                </c:pt>
                <c:pt idx="3751">
                  <c:v>42469</c:v>
                </c:pt>
                <c:pt idx="3752">
                  <c:v>42470</c:v>
                </c:pt>
                <c:pt idx="3753">
                  <c:v>42471</c:v>
                </c:pt>
                <c:pt idx="3754">
                  <c:v>42472</c:v>
                </c:pt>
                <c:pt idx="3755">
                  <c:v>42473</c:v>
                </c:pt>
                <c:pt idx="3756">
                  <c:v>42474</c:v>
                </c:pt>
                <c:pt idx="3757">
                  <c:v>42475</c:v>
                </c:pt>
                <c:pt idx="3758">
                  <c:v>42476</c:v>
                </c:pt>
                <c:pt idx="3759">
                  <c:v>42477</c:v>
                </c:pt>
                <c:pt idx="3760">
                  <c:v>42478</c:v>
                </c:pt>
                <c:pt idx="3761">
                  <c:v>42479</c:v>
                </c:pt>
                <c:pt idx="3762">
                  <c:v>42480</c:v>
                </c:pt>
                <c:pt idx="3763">
                  <c:v>42481</c:v>
                </c:pt>
                <c:pt idx="3764">
                  <c:v>42482</c:v>
                </c:pt>
                <c:pt idx="3765">
                  <c:v>42483</c:v>
                </c:pt>
                <c:pt idx="3766">
                  <c:v>42484</c:v>
                </c:pt>
                <c:pt idx="3767">
                  <c:v>42485</c:v>
                </c:pt>
                <c:pt idx="3768">
                  <c:v>42486</c:v>
                </c:pt>
                <c:pt idx="3769">
                  <c:v>42487</c:v>
                </c:pt>
                <c:pt idx="3770">
                  <c:v>42488</c:v>
                </c:pt>
                <c:pt idx="3771">
                  <c:v>42489</c:v>
                </c:pt>
                <c:pt idx="3772">
                  <c:v>42490</c:v>
                </c:pt>
                <c:pt idx="3773">
                  <c:v>42491</c:v>
                </c:pt>
                <c:pt idx="3774">
                  <c:v>42492</c:v>
                </c:pt>
                <c:pt idx="3775">
                  <c:v>42493</c:v>
                </c:pt>
                <c:pt idx="3776">
                  <c:v>42494</c:v>
                </c:pt>
                <c:pt idx="3777">
                  <c:v>42495</c:v>
                </c:pt>
                <c:pt idx="3778">
                  <c:v>42496</c:v>
                </c:pt>
                <c:pt idx="3779">
                  <c:v>42497</c:v>
                </c:pt>
                <c:pt idx="3780">
                  <c:v>42498</c:v>
                </c:pt>
                <c:pt idx="3781">
                  <c:v>42499</c:v>
                </c:pt>
                <c:pt idx="3782">
                  <c:v>42500</c:v>
                </c:pt>
                <c:pt idx="3783">
                  <c:v>42501</c:v>
                </c:pt>
                <c:pt idx="3784">
                  <c:v>42502</c:v>
                </c:pt>
                <c:pt idx="3785">
                  <c:v>42503</c:v>
                </c:pt>
                <c:pt idx="3786">
                  <c:v>42504</c:v>
                </c:pt>
                <c:pt idx="3787">
                  <c:v>42505</c:v>
                </c:pt>
                <c:pt idx="3788">
                  <c:v>42506</c:v>
                </c:pt>
                <c:pt idx="3789">
                  <c:v>42507</c:v>
                </c:pt>
                <c:pt idx="3790">
                  <c:v>42508</c:v>
                </c:pt>
                <c:pt idx="3791">
                  <c:v>42509</c:v>
                </c:pt>
                <c:pt idx="3792">
                  <c:v>42510</c:v>
                </c:pt>
                <c:pt idx="3793">
                  <c:v>42511</c:v>
                </c:pt>
                <c:pt idx="3794">
                  <c:v>42512</c:v>
                </c:pt>
                <c:pt idx="3795">
                  <c:v>42513</c:v>
                </c:pt>
                <c:pt idx="3796">
                  <c:v>42514</c:v>
                </c:pt>
                <c:pt idx="3797">
                  <c:v>42515</c:v>
                </c:pt>
                <c:pt idx="3798">
                  <c:v>42516</c:v>
                </c:pt>
                <c:pt idx="3799">
                  <c:v>42517</c:v>
                </c:pt>
                <c:pt idx="3800">
                  <c:v>42518</c:v>
                </c:pt>
                <c:pt idx="3801">
                  <c:v>42519</c:v>
                </c:pt>
                <c:pt idx="3802">
                  <c:v>42520</c:v>
                </c:pt>
                <c:pt idx="3803">
                  <c:v>42521</c:v>
                </c:pt>
                <c:pt idx="3804">
                  <c:v>42522</c:v>
                </c:pt>
                <c:pt idx="3805">
                  <c:v>42523</c:v>
                </c:pt>
                <c:pt idx="3806">
                  <c:v>42524</c:v>
                </c:pt>
                <c:pt idx="3807">
                  <c:v>42525</c:v>
                </c:pt>
                <c:pt idx="3808">
                  <c:v>42526</c:v>
                </c:pt>
                <c:pt idx="3809">
                  <c:v>42527</c:v>
                </c:pt>
                <c:pt idx="3810">
                  <c:v>42528</c:v>
                </c:pt>
                <c:pt idx="3811">
                  <c:v>42529</c:v>
                </c:pt>
                <c:pt idx="3812">
                  <c:v>42530</c:v>
                </c:pt>
                <c:pt idx="3813">
                  <c:v>42531</c:v>
                </c:pt>
                <c:pt idx="3814">
                  <c:v>42532</c:v>
                </c:pt>
                <c:pt idx="3815">
                  <c:v>42533</c:v>
                </c:pt>
                <c:pt idx="3816">
                  <c:v>42534</c:v>
                </c:pt>
                <c:pt idx="3817">
                  <c:v>42535</c:v>
                </c:pt>
                <c:pt idx="3818">
                  <c:v>42536</c:v>
                </c:pt>
                <c:pt idx="3819">
                  <c:v>42537</c:v>
                </c:pt>
                <c:pt idx="3820">
                  <c:v>42538</c:v>
                </c:pt>
                <c:pt idx="3821">
                  <c:v>42539</c:v>
                </c:pt>
                <c:pt idx="3822">
                  <c:v>42540</c:v>
                </c:pt>
                <c:pt idx="3823">
                  <c:v>42541</c:v>
                </c:pt>
                <c:pt idx="3824">
                  <c:v>42542</c:v>
                </c:pt>
                <c:pt idx="3825">
                  <c:v>42543</c:v>
                </c:pt>
                <c:pt idx="3826">
                  <c:v>42544</c:v>
                </c:pt>
                <c:pt idx="3827">
                  <c:v>42545</c:v>
                </c:pt>
                <c:pt idx="3828">
                  <c:v>42546</c:v>
                </c:pt>
                <c:pt idx="3829">
                  <c:v>42547</c:v>
                </c:pt>
                <c:pt idx="3830">
                  <c:v>42548</c:v>
                </c:pt>
                <c:pt idx="3831">
                  <c:v>42549</c:v>
                </c:pt>
                <c:pt idx="3832">
                  <c:v>42550</c:v>
                </c:pt>
                <c:pt idx="3833">
                  <c:v>42551</c:v>
                </c:pt>
                <c:pt idx="3834">
                  <c:v>42552</c:v>
                </c:pt>
                <c:pt idx="3835">
                  <c:v>42553</c:v>
                </c:pt>
                <c:pt idx="3836">
                  <c:v>42554</c:v>
                </c:pt>
                <c:pt idx="3837">
                  <c:v>42555</c:v>
                </c:pt>
                <c:pt idx="3838">
                  <c:v>42556</c:v>
                </c:pt>
                <c:pt idx="3839">
                  <c:v>42557</c:v>
                </c:pt>
                <c:pt idx="3840">
                  <c:v>42558</c:v>
                </c:pt>
                <c:pt idx="3841">
                  <c:v>42559</c:v>
                </c:pt>
                <c:pt idx="3842">
                  <c:v>42560</c:v>
                </c:pt>
                <c:pt idx="3843">
                  <c:v>42561</c:v>
                </c:pt>
                <c:pt idx="3844">
                  <c:v>42562</c:v>
                </c:pt>
                <c:pt idx="3845">
                  <c:v>42563</c:v>
                </c:pt>
                <c:pt idx="3846">
                  <c:v>42564</c:v>
                </c:pt>
                <c:pt idx="3847">
                  <c:v>42565</c:v>
                </c:pt>
                <c:pt idx="3848">
                  <c:v>42566</c:v>
                </c:pt>
                <c:pt idx="3849">
                  <c:v>42567</c:v>
                </c:pt>
                <c:pt idx="3850">
                  <c:v>42568</c:v>
                </c:pt>
                <c:pt idx="3851">
                  <c:v>42569</c:v>
                </c:pt>
                <c:pt idx="3852">
                  <c:v>42570</c:v>
                </c:pt>
                <c:pt idx="3853">
                  <c:v>42571</c:v>
                </c:pt>
                <c:pt idx="3854">
                  <c:v>42572</c:v>
                </c:pt>
                <c:pt idx="3855">
                  <c:v>42573</c:v>
                </c:pt>
                <c:pt idx="3856">
                  <c:v>42574</c:v>
                </c:pt>
                <c:pt idx="3857">
                  <c:v>42575</c:v>
                </c:pt>
                <c:pt idx="3858">
                  <c:v>42576</c:v>
                </c:pt>
                <c:pt idx="3859">
                  <c:v>42577</c:v>
                </c:pt>
                <c:pt idx="3860">
                  <c:v>42578</c:v>
                </c:pt>
                <c:pt idx="3861">
                  <c:v>42579</c:v>
                </c:pt>
                <c:pt idx="3862">
                  <c:v>42580</c:v>
                </c:pt>
                <c:pt idx="3863">
                  <c:v>42581</c:v>
                </c:pt>
                <c:pt idx="3864">
                  <c:v>42582</c:v>
                </c:pt>
                <c:pt idx="3865">
                  <c:v>42583</c:v>
                </c:pt>
                <c:pt idx="3866">
                  <c:v>42584</c:v>
                </c:pt>
                <c:pt idx="3867">
                  <c:v>42585</c:v>
                </c:pt>
                <c:pt idx="3868">
                  <c:v>42586</c:v>
                </c:pt>
                <c:pt idx="3869">
                  <c:v>42587</c:v>
                </c:pt>
                <c:pt idx="3870">
                  <c:v>42588</c:v>
                </c:pt>
                <c:pt idx="3871">
                  <c:v>42589</c:v>
                </c:pt>
                <c:pt idx="3872">
                  <c:v>42590</c:v>
                </c:pt>
                <c:pt idx="3873">
                  <c:v>42591</c:v>
                </c:pt>
                <c:pt idx="3874">
                  <c:v>42592</c:v>
                </c:pt>
                <c:pt idx="3875">
                  <c:v>42593</c:v>
                </c:pt>
                <c:pt idx="3876">
                  <c:v>42594</c:v>
                </c:pt>
                <c:pt idx="3877">
                  <c:v>42595</c:v>
                </c:pt>
                <c:pt idx="3878">
                  <c:v>42596</c:v>
                </c:pt>
                <c:pt idx="3879">
                  <c:v>42597</c:v>
                </c:pt>
                <c:pt idx="3880">
                  <c:v>42598</c:v>
                </c:pt>
                <c:pt idx="3881">
                  <c:v>42599</c:v>
                </c:pt>
                <c:pt idx="3882">
                  <c:v>42600</c:v>
                </c:pt>
                <c:pt idx="3883">
                  <c:v>42601</c:v>
                </c:pt>
                <c:pt idx="3884">
                  <c:v>42602</c:v>
                </c:pt>
                <c:pt idx="3885">
                  <c:v>42603</c:v>
                </c:pt>
                <c:pt idx="3886">
                  <c:v>42604</c:v>
                </c:pt>
                <c:pt idx="3887">
                  <c:v>42605</c:v>
                </c:pt>
                <c:pt idx="3888">
                  <c:v>42606</c:v>
                </c:pt>
                <c:pt idx="3889">
                  <c:v>42607</c:v>
                </c:pt>
                <c:pt idx="3890">
                  <c:v>42608</c:v>
                </c:pt>
                <c:pt idx="3891">
                  <c:v>42609</c:v>
                </c:pt>
                <c:pt idx="3892">
                  <c:v>42610</c:v>
                </c:pt>
                <c:pt idx="3893">
                  <c:v>42611</c:v>
                </c:pt>
                <c:pt idx="3894">
                  <c:v>42612</c:v>
                </c:pt>
                <c:pt idx="3895">
                  <c:v>42613</c:v>
                </c:pt>
                <c:pt idx="3896">
                  <c:v>42614</c:v>
                </c:pt>
                <c:pt idx="3897">
                  <c:v>42615</c:v>
                </c:pt>
                <c:pt idx="3898">
                  <c:v>42616</c:v>
                </c:pt>
                <c:pt idx="3899">
                  <c:v>42617</c:v>
                </c:pt>
                <c:pt idx="3900">
                  <c:v>42618</c:v>
                </c:pt>
                <c:pt idx="3901">
                  <c:v>42619</c:v>
                </c:pt>
                <c:pt idx="3902">
                  <c:v>42620</c:v>
                </c:pt>
                <c:pt idx="3903">
                  <c:v>42621</c:v>
                </c:pt>
                <c:pt idx="3904">
                  <c:v>42622</c:v>
                </c:pt>
                <c:pt idx="3905">
                  <c:v>42623</c:v>
                </c:pt>
                <c:pt idx="3906">
                  <c:v>42624</c:v>
                </c:pt>
                <c:pt idx="3907">
                  <c:v>42625</c:v>
                </c:pt>
                <c:pt idx="3908">
                  <c:v>42626</c:v>
                </c:pt>
                <c:pt idx="3909">
                  <c:v>42627</c:v>
                </c:pt>
                <c:pt idx="3910">
                  <c:v>42628</c:v>
                </c:pt>
                <c:pt idx="3911">
                  <c:v>42629</c:v>
                </c:pt>
                <c:pt idx="3912">
                  <c:v>42630</c:v>
                </c:pt>
                <c:pt idx="3913">
                  <c:v>42631</c:v>
                </c:pt>
                <c:pt idx="3914">
                  <c:v>42632</c:v>
                </c:pt>
                <c:pt idx="3915">
                  <c:v>42633</c:v>
                </c:pt>
                <c:pt idx="3916">
                  <c:v>42634</c:v>
                </c:pt>
                <c:pt idx="3917">
                  <c:v>42635</c:v>
                </c:pt>
                <c:pt idx="3918">
                  <c:v>42636</c:v>
                </c:pt>
                <c:pt idx="3919">
                  <c:v>42637</c:v>
                </c:pt>
                <c:pt idx="3920">
                  <c:v>42638</c:v>
                </c:pt>
                <c:pt idx="3921">
                  <c:v>42639</c:v>
                </c:pt>
                <c:pt idx="3922">
                  <c:v>42640</c:v>
                </c:pt>
                <c:pt idx="3923">
                  <c:v>42641</c:v>
                </c:pt>
                <c:pt idx="3924">
                  <c:v>42642</c:v>
                </c:pt>
                <c:pt idx="3925">
                  <c:v>42643</c:v>
                </c:pt>
                <c:pt idx="3926">
                  <c:v>42644</c:v>
                </c:pt>
                <c:pt idx="3927">
                  <c:v>42645</c:v>
                </c:pt>
                <c:pt idx="3928">
                  <c:v>42646</c:v>
                </c:pt>
                <c:pt idx="3929">
                  <c:v>42647</c:v>
                </c:pt>
                <c:pt idx="3930">
                  <c:v>42648</c:v>
                </c:pt>
                <c:pt idx="3931">
                  <c:v>42649</c:v>
                </c:pt>
                <c:pt idx="3932">
                  <c:v>42650</c:v>
                </c:pt>
                <c:pt idx="3933">
                  <c:v>42651</c:v>
                </c:pt>
                <c:pt idx="3934">
                  <c:v>42652</c:v>
                </c:pt>
                <c:pt idx="3935">
                  <c:v>42653</c:v>
                </c:pt>
                <c:pt idx="3936">
                  <c:v>42654</c:v>
                </c:pt>
                <c:pt idx="3937">
                  <c:v>42655</c:v>
                </c:pt>
                <c:pt idx="3938">
                  <c:v>42656</c:v>
                </c:pt>
                <c:pt idx="3939">
                  <c:v>42657</c:v>
                </c:pt>
                <c:pt idx="3940">
                  <c:v>42658</c:v>
                </c:pt>
                <c:pt idx="3941">
                  <c:v>42659</c:v>
                </c:pt>
                <c:pt idx="3942">
                  <c:v>42660</c:v>
                </c:pt>
                <c:pt idx="3943">
                  <c:v>42661</c:v>
                </c:pt>
                <c:pt idx="3944">
                  <c:v>42662</c:v>
                </c:pt>
                <c:pt idx="3945">
                  <c:v>42663</c:v>
                </c:pt>
                <c:pt idx="3946">
                  <c:v>42664</c:v>
                </c:pt>
                <c:pt idx="3947">
                  <c:v>42665</c:v>
                </c:pt>
                <c:pt idx="3948">
                  <c:v>42666</c:v>
                </c:pt>
                <c:pt idx="3949">
                  <c:v>42667</c:v>
                </c:pt>
                <c:pt idx="3950">
                  <c:v>42668</c:v>
                </c:pt>
                <c:pt idx="3951">
                  <c:v>42669</c:v>
                </c:pt>
                <c:pt idx="3952">
                  <c:v>42670</c:v>
                </c:pt>
                <c:pt idx="3953">
                  <c:v>42671</c:v>
                </c:pt>
                <c:pt idx="3954">
                  <c:v>42672</c:v>
                </c:pt>
                <c:pt idx="3955">
                  <c:v>42673</c:v>
                </c:pt>
                <c:pt idx="3956">
                  <c:v>42674</c:v>
                </c:pt>
                <c:pt idx="3957">
                  <c:v>42675</c:v>
                </c:pt>
                <c:pt idx="3958">
                  <c:v>42676</c:v>
                </c:pt>
                <c:pt idx="3959">
                  <c:v>42677</c:v>
                </c:pt>
                <c:pt idx="3960">
                  <c:v>42678</c:v>
                </c:pt>
                <c:pt idx="3961">
                  <c:v>42679</c:v>
                </c:pt>
                <c:pt idx="3962">
                  <c:v>42680</c:v>
                </c:pt>
                <c:pt idx="3963">
                  <c:v>42681</c:v>
                </c:pt>
                <c:pt idx="3964">
                  <c:v>42682</c:v>
                </c:pt>
                <c:pt idx="3965">
                  <c:v>42683</c:v>
                </c:pt>
                <c:pt idx="3966">
                  <c:v>42684</c:v>
                </c:pt>
                <c:pt idx="3967">
                  <c:v>42685</c:v>
                </c:pt>
                <c:pt idx="3968">
                  <c:v>42686</c:v>
                </c:pt>
                <c:pt idx="3969">
                  <c:v>42687</c:v>
                </c:pt>
                <c:pt idx="3970">
                  <c:v>42688</c:v>
                </c:pt>
                <c:pt idx="3971">
                  <c:v>42689</c:v>
                </c:pt>
                <c:pt idx="3972">
                  <c:v>42690</c:v>
                </c:pt>
                <c:pt idx="3973">
                  <c:v>42691</c:v>
                </c:pt>
                <c:pt idx="3974">
                  <c:v>42692</c:v>
                </c:pt>
                <c:pt idx="3975">
                  <c:v>42693</c:v>
                </c:pt>
                <c:pt idx="3976">
                  <c:v>42694</c:v>
                </c:pt>
                <c:pt idx="3977">
                  <c:v>42695</c:v>
                </c:pt>
                <c:pt idx="3978">
                  <c:v>42696</c:v>
                </c:pt>
                <c:pt idx="3979">
                  <c:v>42697</c:v>
                </c:pt>
                <c:pt idx="3980">
                  <c:v>42698</c:v>
                </c:pt>
                <c:pt idx="3981">
                  <c:v>42699</c:v>
                </c:pt>
                <c:pt idx="3982">
                  <c:v>42700</c:v>
                </c:pt>
                <c:pt idx="3983">
                  <c:v>42701</c:v>
                </c:pt>
                <c:pt idx="3984">
                  <c:v>42702</c:v>
                </c:pt>
                <c:pt idx="3985">
                  <c:v>42703</c:v>
                </c:pt>
                <c:pt idx="3986">
                  <c:v>42704</c:v>
                </c:pt>
                <c:pt idx="3987">
                  <c:v>42705</c:v>
                </c:pt>
                <c:pt idx="3988">
                  <c:v>42706</c:v>
                </c:pt>
                <c:pt idx="3989">
                  <c:v>42707</c:v>
                </c:pt>
                <c:pt idx="3990">
                  <c:v>42708</c:v>
                </c:pt>
                <c:pt idx="3991">
                  <c:v>42709</c:v>
                </c:pt>
                <c:pt idx="3992">
                  <c:v>42710</c:v>
                </c:pt>
                <c:pt idx="3993">
                  <c:v>42711</c:v>
                </c:pt>
                <c:pt idx="3994">
                  <c:v>42712</c:v>
                </c:pt>
                <c:pt idx="3995">
                  <c:v>42713</c:v>
                </c:pt>
                <c:pt idx="3996">
                  <c:v>42714</c:v>
                </c:pt>
                <c:pt idx="3997">
                  <c:v>42715</c:v>
                </c:pt>
                <c:pt idx="3998">
                  <c:v>42716</c:v>
                </c:pt>
                <c:pt idx="3999">
                  <c:v>42717</c:v>
                </c:pt>
                <c:pt idx="4000">
                  <c:v>42718</c:v>
                </c:pt>
                <c:pt idx="4001">
                  <c:v>42719</c:v>
                </c:pt>
                <c:pt idx="4002">
                  <c:v>42720</c:v>
                </c:pt>
                <c:pt idx="4003">
                  <c:v>42721</c:v>
                </c:pt>
                <c:pt idx="4004">
                  <c:v>42722</c:v>
                </c:pt>
                <c:pt idx="4005">
                  <c:v>42723</c:v>
                </c:pt>
                <c:pt idx="4006">
                  <c:v>42724</c:v>
                </c:pt>
                <c:pt idx="4007">
                  <c:v>42725</c:v>
                </c:pt>
                <c:pt idx="4008">
                  <c:v>42726</c:v>
                </c:pt>
                <c:pt idx="4009">
                  <c:v>42727</c:v>
                </c:pt>
                <c:pt idx="4010">
                  <c:v>42728</c:v>
                </c:pt>
                <c:pt idx="4011">
                  <c:v>42729</c:v>
                </c:pt>
                <c:pt idx="4012">
                  <c:v>42730</c:v>
                </c:pt>
                <c:pt idx="4013">
                  <c:v>42731</c:v>
                </c:pt>
                <c:pt idx="4014">
                  <c:v>42732</c:v>
                </c:pt>
                <c:pt idx="4015">
                  <c:v>42733</c:v>
                </c:pt>
                <c:pt idx="4016">
                  <c:v>42734</c:v>
                </c:pt>
                <c:pt idx="4017">
                  <c:v>42735</c:v>
                </c:pt>
                <c:pt idx="4018">
                  <c:v>42736</c:v>
                </c:pt>
                <c:pt idx="4019">
                  <c:v>42737</c:v>
                </c:pt>
                <c:pt idx="4020">
                  <c:v>42738</c:v>
                </c:pt>
                <c:pt idx="4021">
                  <c:v>42739</c:v>
                </c:pt>
                <c:pt idx="4022">
                  <c:v>42740</c:v>
                </c:pt>
                <c:pt idx="4023">
                  <c:v>42741</c:v>
                </c:pt>
                <c:pt idx="4024">
                  <c:v>42742</c:v>
                </c:pt>
                <c:pt idx="4025">
                  <c:v>42743</c:v>
                </c:pt>
                <c:pt idx="4026">
                  <c:v>42744</c:v>
                </c:pt>
                <c:pt idx="4027">
                  <c:v>42745</c:v>
                </c:pt>
                <c:pt idx="4028">
                  <c:v>42746</c:v>
                </c:pt>
                <c:pt idx="4029">
                  <c:v>42747</c:v>
                </c:pt>
                <c:pt idx="4030">
                  <c:v>42748</c:v>
                </c:pt>
                <c:pt idx="4031">
                  <c:v>42749</c:v>
                </c:pt>
                <c:pt idx="4032">
                  <c:v>42750</c:v>
                </c:pt>
                <c:pt idx="4033">
                  <c:v>42751</c:v>
                </c:pt>
                <c:pt idx="4034">
                  <c:v>42752</c:v>
                </c:pt>
                <c:pt idx="4035">
                  <c:v>42753</c:v>
                </c:pt>
                <c:pt idx="4036">
                  <c:v>42754</c:v>
                </c:pt>
                <c:pt idx="4037">
                  <c:v>42755</c:v>
                </c:pt>
                <c:pt idx="4038">
                  <c:v>42756</c:v>
                </c:pt>
                <c:pt idx="4039">
                  <c:v>42757</c:v>
                </c:pt>
                <c:pt idx="4040">
                  <c:v>42758</c:v>
                </c:pt>
                <c:pt idx="4041">
                  <c:v>42759</c:v>
                </c:pt>
                <c:pt idx="4042">
                  <c:v>42760</c:v>
                </c:pt>
                <c:pt idx="4043">
                  <c:v>42761</c:v>
                </c:pt>
                <c:pt idx="4044">
                  <c:v>42762</c:v>
                </c:pt>
                <c:pt idx="4045">
                  <c:v>42763</c:v>
                </c:pt>
                <c:pt idx="4046">
                  <c:v>42764</c:v>
                </c:pt>
                <c:pt idx="4047">
                  <c:v>42765</c:v>
                </c:pt>
                <c:pt idx="4048">
                  <c:v>42766</c:v>
                </c:pt>
                <c:pt idx="4049">
                  <c:v>42767</c:v>
                </c:pt>
                <c:pt idx="4050">
                  <c:v>42768</c:v>
                </c:pt>
                <c:pt idx="4051">
                  <c:v>42769</c:v>
                </c:pt>
                <c:pt idx="4052">
                  <c:v>42770</c:v>
                </c:pt>
                <c:pt idx="4053">
                  <c:v>42771</c:v>
                </c:pt>
                <c:pt idx="4054">
                  <c:v>42772</c:v>
                </c:pt>
                <c:pt idx="4055">
                  <c:v>42773</c:v>
                </c:pt>
                <c:pt idx="4056">
                  <c:v>42774</c:v>
                </c:pt>
                <c:pt idx="4057">
                  <c:v>42775</c:v>
                </c:pt>
                <c:pt idx="4058">
                  <c:v>42776</c:v>
                </c:pt>
                <c:pt idx="4059">
                  <c:v>42777</c:v>
                </c:pt>
                <c:pt idx="4060">
                  <c:v>42778</c:v>
                </c:pt>
                <c:pt idx="4061">
                  <c:v>42779</c:v>
                </c:pt>
                <c:pt idx="4062">
                  <c:v>42780</c:v>
                </c:pt>
                <c:pt idx="4063">
                  <c:v>42781</c:v>
                </c:pt>
                <c:pt idx="4064">
                  <c:v>42782</c:v>
                </c:pt>
                <c:pt idx="4065">
                  <c:v>42783</c:v>
                </c:pt>
                <c:pt idx="4066">
                  <c:v>42784</c:v>
                </c:pt>
                <c:pt idx="4067">
                  <c:v>42785</c:v>
                </c:pt>
                <c:pt idx="4068">
                  <c:v>42786</c:v>
                </c:pt>
                <c:pt idx="4069">
                  <c:v>42787</c:v>
                </c:pt>
                <c:pt idx="4070">
                  <c:v>42788</c:v>
                </c:pt>
                <c:pt idx="4071">
                  <c:v>42789</c:v>
                </c:pt>
                <c:pt idx="4072">
                  <c:v>42790</c:v>
                </c:pt>
                <c:pt idx="4073">
                  <c:v>42791</c:v>
                </c:pt>
                <c:pt idx="4074">
                  <c:v>42792</c:v>
                </c:pt>
                <c:pt idx="4075">
                  <c:v>42793</c:v>
                </c:pt>
                <c:pt idx="4076">
                  <c:v>42794</c:v>
                </c:pt>
                <c:pt idx="4077">
                  <c:v>42795</c:v>
                </c:pt>
                <c:pt idx="4078">
                  <c:v>42796</c:v>
                </c:pt>
                <c:pt idx="4079">
                  <c:v>42797</c:v>
                </c:pt>
                <c:pt idx="4080">
                  <c:v>42798</c:v>
                </c:pt>
                <c:pt idx="4081">
                  <c:v>42799</c:v>
                </c:pt>
                <c:pt idx="4082">
                  <c:v>42800</c:v>
                </c:pt>
                <c:pt idx="4083">
                  <c:v>42801</c:v>
                </c:pt>
                <c:pt idx="4084">
                  <c:v>42802</c:v>
                </c:pt>
                <c:pt idx="4085">
                  <c:v>42803</c:v>
                </c:pt>
                <c:pt idx="4086">
                  <c:v>42804</c:v>
                </c:pt>
                <c:pt idx="4087">
                  <c:v>42805</c:v>
                </c:pt>
                <c:pt idx="4088">
                  <c:v>42806</c:v>
                </c:pt>
                <c:pt idx="4089">
                  <c:v>42807</c:v>
                </c:pt>
                <c:pt idx="4090">
                  <c:v>42808</c:v>
                </c:pt>
                <c:pt idx="4091">
                  <c:v>42809</c:v>
                </c:pt>
                <c:pt idx="4092">
                  <c:v>42810</c:v>
                </c:pt>
                <c:pt idx="4093">
                  <c:v>42811</c:v>
                </c:pt>
                <c:pt idx="4094">
                  <c:v>42812</c:v>
                </c:pt>
                <c:pt idx="4095">
                  <c:v>42813</c:v>
                </c:pt>
                <c:pt idx="4096">
                  <c:v>42814</c:v>
                </c:pt>
                <c:pt idx="4097">
                  <c:v>42815</c:v>
                </c:pt>
                <c:pt idx="4098">
                  <c:v>42816</c:v>
                </c:pt>
                <c:pt idx="4099">
                  <c:v>42817</c:v>
                </c:pt>
                <c:pt idx="4100">
                  <c:v>42818</c:v>
                </c:pt>
                <c:pt idx="4101">
                  <c:v>42819</c:v>
                </c:pt>
                <c:pt idx="4102">
                  <c:v>42820</c:v>
                </c:pt>
                <c:pt idx="4103">
                  <c:v>42821</c:v>
                </c:pt>
                <c:pt idx="4104">
                  <c:v>42822</c:v>
                </c:pt>
                <c:pt idx="4105">
                  <c:v>42823</c:v>
                </c:pt>
                <c:pt idx="4106">
                  <c:v>42824</c:v>
                </c:pt>
                <c:pt idx="4107">
                  <c:v>42825</c:v>
                </c:pt>
                <c:pt idx="4108">
                  <c:v>42826</c:v>
                </c:pt>
                <c:pt idx="4109">
                  <c:v>42827</c:v>
                </c:pt>
                <c:pt idx="4110">
                  <c:v>42828</c:v>
                </c:pt>
                <c:pt idx="4111">
                  <c:v>42829</c:v>
                </c:pt>
                <c:pt idx="4112">
                  <c:v>42830</c:v>
                </c:pt>
                <c:pt idx="4113">
                  <c:v>42831</c:v>
                </c:pt>
                <c:pt idx="4114">
                  <c:v>42832</c:v>
                </c:pt>
                <c:pt idx="4115">
                  <c:v>42833</c:v>
                </c:pt>
                <c:pt idx="4116">
                  <c:v>42834</c:v>
                </c:pt>
                <c:pt idx="4117">
                  <c:v>42835</c:v>
                </c:pt>
                <c:pt idx="4118">
                  <c:v>42836</c:v>
                </c:pt>
                <c:pt idx="4119">
                  <c:v>42837</c:v>
                </c:pt>
                <c:pt idx="4120">
                  <c:v>42838</c:v>
                </c:pt>
                <c:pt idx="4121">
                  <c:v>42839</c:v>
                </c:pt>
                <c:pt idx="4122">
                  <c:v>42840</c:v>
                </c:pt>
                <c:pt idx="4123">
                  <c:v>42841</c:v>
                </c:pt>
                <c:pt idx="4124">
                  <c:v>42842</c:v>
                </c:pt>
                <c:pt idx="4125">
                  <c:v>42843</c:v>
                </c:pt>
                <c:pt idx="4126">
                  <c:v>42844</c:v>
                </c:pt>
                <c:pt idx="4127">
                  <c:v>42845</c:v>
                </c:pt>
                <c:pt idx="4128">
                  <c:v>42846</c:v>
                </c:pt>
                <c:pt idx="4129">
                  <c:v>42847</c:v>
                </c:pt>
                <c:pt idx="4130">
                  <c:v>42848</c:v>
                </c:pt>
                <c:pt idx="4131">
                  <c:v>42849</c:v>
                </c:pt>
                <c:pt idx="4132">
                  <c:v>42850</c:v>
                </c:pt>
                <c:pt idx="4133">
                  <c:v>42851</c:v>
                </c:pt>
                <c:pt idx="4134">
                  <c:v>42852</c:v>
                </c:pt>
                <c:pt idx="4135">
                  <c:v>42853</c:v>
                </c:pt>
                <c:pt idx="4136">
                  <c:v>42854</c:v>
                </c:pt>
                <c:pt idx="4137">
                  <c:v>42855</c:v>
                </c:pt>
                <c:pt idx="4138">
                  <c:v>42856</c:v>
                </c:pt>
                <c:pt idx="4139">
                  <c:v>42857</c:v>
                </c:pt>
                <c:pt idx="4140">
                  <c:v>42858</c:v>
                </c:pt>
                <c:pt idx="4141">
                  <c:v>42859</c:v>
                </c:pt>
                <c:pt idx="4142">
                  <c:v>42860</c:v>
                </c:pt>
                <c:pt idx="4143">
                  <c:v>42861</c:v>
                </c:pt>
                <c:pt idx="4144">
                  <c:v>42862</c:v>
                </c:pt>
                <c:pt idx="4145">
                  <c:v>42863</c:v>
                </c:pt>
                <c:pt idx="4146">
                  <c:v>42864</c:v>
                </c:pt>
                <c:pt idx="4147">
                  <c:v>42865</c:v>
                </c:pt>
                <c:pt idx="4148">
                  <c:v>42866</c:v>
                </c:pt>
                <c:pt idx="4149">
                  <c:v>42867</c:v>
                </c:pt>
                <c:pt idx="4150">
                  <c:v>42868</c:v>
                </c:pt>
                <c:pt idx="4151">
                  <c:v>42869</c:v>
                </c:pt>
                <c:pt idx="4152">
                  <c:v>42870</c:v>
                </c:pt>
                <c:pt idx="4153">
                  <c:v>42871</c:v>
                </c:pt>
                <c:pt idx="4154">
                  <c:v>42872</c:v>
                </c:pt>
                <c:pt idx="4155">
                  <c:v>42873</c:v>
                </c:pt>
                <c:pt idx="4156">
                  <c:v>42874</c:v>
                </c:pt>
                <c:pt idx="4157">
                  <c:v>42875</c:v>
                </c:pt>
                <c:pt idx="4158">
                  <c:v>42876</c:v>
                </c:pt>
                <c:pt idx="4159">
                  <c:v>42877</c:v>
                </c:pt>
                <c:pt idx="4160">
                  <c:v>42878</c:v>
                </c:pt>
                <c:pt idx="4161">
                  <c:v>42879</c:v>
                </c:pt>
                <c:pt idx="4162">
                  <c:v>42880</c:v>
                </c:pt>
                <c:pt idx="4163">
                  <c:v>42881</c:v>
                </c:pt>
                <c:pt idx="4164">
                  <c:v>42882</c:v>
                </c:pt>
                <c:pt idx="4165">
                  <c:v>42883</c:v>
                </c:pt>
                <c:pt idx="4166">
                  <c:v>42884</c:v>
                </c:pt>
                <c:pt idx="4167">
                  <c:v>42885</c:v>
                </c:pt>
                <c:pt idx="4168">
                  <c:v>42886</c:v>
                </c:pt>
                <c:pt idx="4169">
                  <c:v>42887</c:v>
                </c:pt>
                <c:pt idx="4170">
                  <c:v>42888</c:v>
                </c:pt>
                <c:pt idx="4171">
                  <c:v>42889</c:v>
                </c:pt>
                <c:pt idx="4172">
                  <c:v>42890</c:v>
                </c:pt>
                <c:pt idx="4173">
                  <c:v>42891</c:v>
                </c:pt>
                <c:pt idx="4174">
                  <c:v>42892</c:v>
                </c:pt>
                <c:pt idx="4175">
                  <c:v>42893</c:v>
                </c:pt>
                <c:pt idx="4176">
                  <c:v>42894</c:v>
                </c:pt>
                <c:pt idx="4177">
                  <c:v>42895</c:v>
                </c:pt>
                <c:pt idx="4178">
                  <c:v>42896</c:v>
                </c:pt>
                <c:pt idx="4179">
                  <c:v>42897</c:v>
                </c:pt>
                <c:pt idx="4180">
                  <c:v>42898</c:v>
                </c:pt>
                <c:pt idx="4181">
                  <c:v>42899</c:v>
                </c:pt>
                <c:pt idx="4182">
                  <c:v>42900</c:v>
                </c:pt>
                <c:pt idx="4183">
                  <c:v>42901</c:v>
                </c:pt>
                <c:pt idx="4184">
                  <c:v>42902</c:v>
                </c:pt>
                <c:pt idx="4185">
                  <c:v>42903</c:v>
                </c:pt>
                <c:pt idx="4186">
                  <c:v>42904</c:v>
                </c:pt>
                <c:pt idx="4187">
                  <c:v>42905</c:v>
                </c:pt>
                <c:pt idx="4188">
                  <c:v>42906</c:v>
                </c:pt>
                <c:pt idx="4189">
                  <c:v>42907</c:v>
                </c:pt>
                <c:pt idx="4190">
                  <c:v>42908</c:v>
                </c:pt>
                <c:pt idx="4191">
                  <c:v>42909</c:v>
                </c:pt>
                <c:pt idx="4192">
                  <c:v>42910</c:v>
                </c:pt>
                <c:pt idx="4193">
                  <c:v>42911</c:v>
                </c:pt>
                <c:pt idx="4194">
                  <c:v>42912</c:v>
                </c:pt>
                <c:pt idx="4195">
                  <c:v>42913</c:v>
                </c:pt>
                <c:pt idx="4196">
                  <c:v>42914</c:v>
                </c:pt>
                <c:pt idx="4197">
                  <c:v>42915</c:v>
                </c:pt>
                <c:pt idx="4198">
                  <c:v>42916</c:v>
                </c:pt>
                <c:pt idx="4199">
                  <c:v>42917</c:v>
                </c:pt>
                <c:pt idx="4200">
                  <c:v>42918</c:v>
                </c:pt>
                <c:pt idx="4201">
                  <c:v>42919</c:v>
                </c:pt>
                <c:pt idx="4202">
                  <c:v>42920</c:v>
                </c:pt>
                <c:pt idx="4203">
                  <c:v>42921</c:v>
                </c:pt>
                <c:pt idx="4204">
                  <c:v>42922</c:v>
                </c:pt>
                <c:pt idx="4205">
                  <c:v>42923</c:v>
                </c:pt>
                <c:pt idx="4206">
                  <c:v>42924</c:v>
                </c:pt>
                <c:pt idx="4207">
                  <c:v>42925</c:v>
                </c:pt>
                <c:pt idx="4208">
                  <c:v>42926</c:v>
                </c:pt>
                <c:pt idx="4209">
                  <c:v>42927</c:v>
                </c:pt>
                <c:pt idx="4210">
                  <c:v>42928</c:v>
                </c:pt>
                <c:pt idx="4211">
                  <c:v>42929</c:v>
                </c:pt>
                <c:pt idx="4212">
                  <c:v>42930</c:v>
                </c:pt>
                <c:pt idx="4213">
                  <c:v>42931</c:v>
                </c:pt>
                <c:pt idx="4214">
                  <c:v>42932</c:v>
                </c:pt>
                <c:pt idx="4215">
                  <c:v>42933</c:v>
                </c:pt>
                <c:pt idx="4216">
                  <c:v>42934</c:v>
                </c:pt>
                <c:pt idx="4217">
                  <c:v>42935</c:v>
                </c:pt>
                <c:pt idx="4218">
                  <c:v>42936</c:v>
                </c:pt>
                <c:pt idx="4219">
                  <c:v>42937</c:v>
                </c:pt>
                <c:pt idx="4220">
                  <c:v>42938</c:v>
                </c:pt>
                <c:pt idx="4221">
                  <c:v>42939</c:v>
                </c:pt>
                <c:pt idx="4222">
                  <c:v>42940</c:v>
                </c:pt>
                <c:pt idx="4223">
                  <c:v>42941</c:v>
                </c:pt>
                <c:pt idx="4224">
                  <c:v>42942</c:v>
                </c:pt>
                <c:pt idx="4225">
                  <c:v>42943</c:v>
                </c:pt>
                <c:pt idx="4226">
                  <c:v>42944</c:v>
                </c:pt>
                <c:pt idx="4227">
                  <c:v>42945</c:v>
                </c:pt>
                <c:pt idx="4228">
                  <c:v>42946</c:v>
                </c:pt>
                <c:pt idx="4229">
                  <c:v>42947</c:v>
                </c:pt>
                <c:pt idx="4230">
                  <c:v>42948</c:v>
                </c:pt>
                <c:pt idx="4231">
                  <c:v>42949</c:v>
                </c:pt>
                <c:pt idx="4232">
                  <c:v>42950</c:v>
                </c:pt>
                <c:pt idx="4233">
                  <c:v>42951</c:v>
                </c:pt>
                <c:pt idx="4234">
                  <c:v>42952</c:v>
                </c:pt>
                <c:pt idx="4235">
                  <c:v>42953</c:v>
                </c:pt>
                <c:pt idx="4236">
                  <c:v>42954</c:v>
                </c:pt>
                <c:pt idx="4237">
                  <c:v>42955</c:v>
                </c:pt>
                <c:pt idx="4238">
                  <c:v>42956</c:v>
                </c:pt>
                <c:pt idx="4239">
                  <c:v>42957</c:v>
                </c:pt>
                <c:pt idx="4240">
                  <c:v>42958</c:v>
                </c:pt>
                <c:pt idx="4241">
                  <c:v>42959</c:v>
                </c:pt>
                <c:pt idx="4242">
                  <c:v>42960</c:v>
                </c:pt>
                <c:pt idx="4243">
                  <c:v>42961</c:v>
                </c:pt>
                <c:pt idx="4244">
                  <c:v>42962</c:v>
                </c:pt>
                <c:pt idx="4245">
                  <c:v>42963</c:v>
                </c:pt>
                <c:pt idx="4246">
                  <c:v>42964</c:v>
                </c:pt>
                <c:pt idx="4247">
                  <c:v>42965</c:v>
                </c:pt>
                <c:pt idx="4248">
                  <c:v>42966</c:v>
                </c:pt>
                <c:pt idx="4249">
                  <c:v>42967</c:v>
                </c:pt>
                <c:pt idx="4250">
                  <c:v>42968</c:v>
                </c:pt>
                <c:pt idx="4251">
                  <c:v>42969</c:v>
                </c:pt>
                <c:pt idx="4252">
                  <c:v>42970</c:v>
                </c:pt>
                <c:pt idx="4253">
                  <c:v>42971</c:v>
                </c:pt>
                <c:pt idx="4254">
                  <c:v>42972</c:v>
                </c:pt>
                <c:pt idx="4255">
                  <c:v>42973</c:v>
                </c:pt>
                <c:pt idx="4256">
                  <c:v>42974</c:v>
                </c:pt>
                <c:pt idx="4257">
                  <c:v>42975</c:v>
                </c:pt>
                <c:pt idx="4258">
                  <c:v>42976</c:v>
                </c:pt>
                <c:pt idx="4259">
                  <c:v>42977</c:v>
                </c:pt>
                <c:pt idx="4260">
                  <c:v>42978</c:v>
                </c:pt>
                <c:pt idx="4261">
                  <c:v>42979</c:v>
                </c:pt>
                <c:pt idx="4262">
                  <c:v>42980</c:v>
                </c:pt>
                <c:pt idx="4263">
                  <c:v>42981</c:v>
                </c:pt>
                <c:pt idx="4264">
                  <c:v>42982</c:v>
                </c:pt>
                <c:pt idx="4265">
                  <c:v>42983</c:v>
                </c:pt>
                <c:pt idx="4266">
                  <c:v>42984</c:v>
                </c:pt>
                <c:pt idx="4267">
                  <c:v>42985</c:v>
                </c:pt>
                <c:pt idx="4268">
                  <c:v>42986</c:v>
                </c:pt>
                <c:pt idx="4269">
                  <c:v>42987</c:v>
                </c:pt>
                <c:pt idx="4270">
                  <c:v>42988</c:v>
                </c:pt>
                <c:pt idx="4271">
                  <c:v>42989</c:v>
                </c:pt>
                <c:pt idx="4272">
                  <c:v>42990</c:v>
                </c:pt>
                <c:pt idx="4273">
                  <c:v>42991</c:v>
                </c:pt>
                <c:pt idx="4274">
                  <c:v>42992</c:v>
                </c:pt>
                <c:pt idx="4275">
                  <c:v>42993</c:v>
                </c:pt>
                <c:pt idx="4276">
                  <c:v>42994</c:v>
                </c:pt>
                <c:pt idx="4277">
                  <c:v>42995</c:v>
                </c:pt>
                <c:pt idx="4278">
                  <c:v>42996</c:v>
                </c:pt>
                <c:pt idx="4279">
                  <c:v>42997</c:v>
                </c:pt>
                <c:pt idx="4280">
                  <c:v>42998</c:v>
                </c:pt>
                <c:pt idx="4281">
                  <c:v>42999</c:v>
                </c:pt>
                <c:pt idx="4282">
                  <c:v>43000</c:v>
                </c:pt>
                <c:pt idx="4283">
                  <c:v>43001</c:v>
                </c:pt>
                <c:pt idx="4284">
                  <c:v>43002</c:v>
                </c:pt>
                <c:pt idx="4285">
                  <c:v>43003</c:v>
                </c:pt>
                <c:pt idx="4286">
                  <c:v>43004</c:v>
                </c:pt>
                <c:pt idx="4287">
                  <c:v>43005</c:v>
                </c:pt>
                <c:pt idx="4288">
                  <c:v>43006</c:v>
                </c:pt>
                <c:pt idx="4289">
                  <c:v>43007</c:v>
                </c:pt>
                <c:pt idx="4290">
                  <c:v>43008</c:v>
                </c:pt>
                <c:pt idx="4291">
                  <c:v>43009</c:v>
                </c:pt>
                <c:pt idx="4292">
                  <c:v>43010</c:v>
                </c:pt>
                <c:pt idx="4293">
                  <c:v>43011</c:v>
                </c:pt>
                <c:pt idx="4294">
                  <c:v>43012</c:v>
                </c:pt>
                <c:pt idx="4295">
                  <c:v>43013</c:v>
                </c:pt>
                <c:pt idx="4296">
                  <c:v>43014</c:v>
                </c:pt>
                <c:pt idx="4297">
                  <c:v>43015</c:v>
                </c:pt>
                <c:pt idx="4298">
                  <c:v>43016</c:v>
                </c:pt>
                <c:pt idx="4299">
                  <c:v>43017</c:v>
                </c:pt>
                <c:pt idx="4300">
                  <c:v>43018</c:v>
                </c:pt>
                <c:pt idx="4301">
                  <c:v>43019</c:v>
                </c:pt>
                <c:pt idx="4302">
                  <c:v>43020</c:v>
                </c:pt>
                <c:pt idx="4303">
                  <c:v>43021</c:v>
                </c:pt>
                <c:pt idx="4304">
                  <c:v>43022</c:v>
                </c:pt>
                <c:pt idx="4305">
                  <c:v>43023</c:v>
                </c:pt>
                <c:pt idx="4306">
                  <c:v>43024</c:v>
                </c:pt>
                <c:pt idx="4307">
                  <c:v>43025</c:v>
                </c:pt>
                <c:pt idx="4308">
                  <c:v>43026</c:v>
                </c:pt>
                <c:pt idx="4309">
                  <c:v>43027</c:v>
                </c:pt>
                <c:pt idx="4310">
                  <c:v>43028</c:v>
                </c:pt>
                <c:pt idx="4311">
                  <c:v>43029</c:v>
                </c:pt>
                <c:pt idx="4312">
                  <c:v>43030</c:v>
                </c:pt>
                <c:pt idx="4313">
                  <c:v>43031</c:v>
                </c:pt>
                <c:pt idx="4314">
                  <c:v>43032</c:v>
                </c:pt>
                <c:pt idx="4315">
                  <c:v>43033</c:v>
                </c:pt>
                <c:pt idx="4316">
                  <c:v>43034</c:v>
                </c:pt>
                <c:pt idx="4317">
                  <c:v>43035</c:v>
                </c:pt>
                <c:pt idx="4318">
                  <c:v>43036</c:v>
                </c:pt>
                <c:pt idx="4319">
                  <c:v>43037</c:v>
                </c:pt>
                <c:pt idx="4320">
                  <c:v>43038</c:v>
                </c:pt>
                <c:pt idx="4321">
                  <c:v>43039</c:v>
                </c:pt>
                <c:pt idx="4322">
                  <c:v>43040</c:v>
                </c:pt>
                <c:pt idx="4323">
                  <c:v>43041</c:v>
                </c:pt>
                <c:pt idx="4324">
                  <c:v>43042</c:v>
                </c:pt>
                <c:pt idx="4325">
                  <c:v>43043</c:v>
                </c:pt>
                <c:pt idx="4326">
                  <c:v>43044</c:v>
                </c:pt>
                <c:pt idx="4327">
                  <c:v>43045</c:v>
                </c:pt>
                <c:pt idx="4328">
                  <c:v>43046</c:v>
                </c:pt>
                <c:pt idx="4329">
                  <c:v>43047</c:v>
                </c:pt>
                <c:pt idx="4330">
                  <c:v>43048</c:v>
                </c:pt>
                <c:pt idx="4331">
                  <c:v>43049</c:v>
                </c:pt>
                <c:pt idx="4332">
                  <c:v>43050</c:v>
                </c:pt>
                <c:pt idx="4333">
                  <c:v>43051</c:v>
                </c:pt>
                <c:pt idx="4334">
                  <c:v>43052</c:v>
                </c:pt>
                <c:pt idx="4335">
                  <c:v>43053</c:v>
                </c:pt>
                <c:pt idx="4336">
                  <c:v>43054</c:v>
                </c:pt>
                <c:pt idx="4337">
                  <c:v>43055</c:v>
                </c:pt>
                <c:pt idx="4338">
                  <c:v>43056</c:v>
                </c:pt>
                <c:pt idx="4339">
                  <c:v>43057</c:v>
                </c:pt>
                <c:pt idx="4340">
                  <c:v>43058</c:v>
                </c:pt>
                <c:pt idx="4341">
                  <c:v>43059</c:v>
                </c:pt>
                <c:pt idx="4342">
                  <c:v>43060</c:v>
                </c:pt>
                <c:pt idx="4343">
                  <c:v>43061</c:v>
                </c:pt>
                <c:pt idx="4344">
                  <c:v>43062</c:v>
                </c:pt>
                <c:pt idx="4345">
                  <c:v>43063</c:v>
                </c:pt>
                <c:pt idx="4346">
                  <c:v>43064</c:v>
                </c:pt>
                <c:pt idx="4347">
                  <c:v>43065</c:v>
                </c:pt>
                <c:pt idx="4348">
                  <c:v>43066</c:v>
                </c:pt>
                <c:pt idx="4349">
                  <c:v>43067</c:v>
                </c:pt>
                <c:pt idx="4350">
                  <c:v>43068</c:v>
                </c:pt>
                <c:pt idx="4351">
                  <c:v>43069</c:v>
                </c:pt>
                <c:pt idx="4352">
                  <c:v>43070</c:v>
                </c:pt>
                <c:pt idx="4353">
                  <c:v>43071</c:v>
                </c:pt>
                <c:pt idx="4354">
                  <c:v>43072</c:v>
                </c:pt>
                <c:pt idx="4355">
                  <c:v>43073</c:v>
                </c:pt>
                <c:pt idx="4356">
                  <c:v>43074</c:v>
                </c:pt>
                <c:pt idx="4357">
                  <c:v>43075</c:v>
                </c:pt>
                <c:pt idx="4358">
                  <c:v>43076</c:v>
                </c:pt>
                <c:pt idx="4359">
                  <c:v>43077</c:v>
                </c:pt>
                <c:pt idx="4360">
                  <c:v>43078</c:v>
                </c:pt>
                <c:pt idx="4361">
                  <c:v>43079</c:v>
                </c:pt>
                <c:pt idx="4362">
                  <c:v>43080</c:v>
                </c:pt>
                <c:pt idx="4363">
                  <c:v>43081</c:v>
                </c:pt>
                <c:pt idx="4364">
                  <c:v>43082</c:v>
                </c:pt>
                <c:pt idx="4365">
                  <c:v>43083</c:v>
                </c:pt>
                <c:pt idx="4366">
                  <c:v>43084</c:v>
                </c:pt>
                <c:pt idx="4367">
                  <c:v>43085</c:v>
                </c:pt>
                <c:pt idx="4368">
                  <c:v>43086</c:v>
                </c:pt>
                <c:pt idx="4369">
                  <c:v>43087</c:v>
                </c:pt>
                <c:pt idx="4370">
                  <c:v>43088</c:v>
                </c:pt>
                <c:pt idx="4371">
                  <c:v>43089</c:v>
                </c:pt>
                <c:pt idx="4372">
                  <c:v>43090</c:v>
                </c:pt>
                <c:pt idx="4373">
                  <c:v>43091</c:v>
                </c:pt>
                <c:pt idx="4374">
                  <c:v>43092</c:v>
                </c:pt>
                <c:pt idx="4375">
                  <c:v>43093</c:v>
                </c:pt>
                <c:pt idx="4376">
                  <c:v>43094</c:v>
                </c:pt>
                <c:pt idx="4377">
                  <c:v>43095</c:v>
                </c:pt>
                <c:pt idx="4378">
                  <c:v>43096</c:v>
                </c:pt>
                <c:pt idx="4379">
                  <c:v>43097</c:v>
                </c:pt>
                <c:pt idx="4380">
                  <c:v>43098</c:v>
                </c:pt>
                <c:pt idx="4381">
                  <c:v>43099</c:v>
                </c:pt>
                <c:pt idx="4382">
                  <c:v>43100</c:v>
                </c:pt>
                <c:pt idx="4383">
                  <c:v>43101</c:v>
                </c:pt>
                <c:pt idx="4384">
                  <c:v>43102</c:v>
                </c:pt>
                <c:pt idx="4385">
                  <c:v>43103</c:v>
                </c:pt>
                <c:pt idx="4386">
                  <c:v>43104</c:v>
                </c:pt>
                <c:pt idx="4387">
                  <c:v>43105</c:v>
                </c:pt>
                <c:pt idx="4388">
                  <c:v>43106</c:v>
                </c:pt>
                <c:pt idx="4389">
                  <c:v>43107</c:v>
                </c:pt>
                <c:pt idx="4390">
                  <c:v>43108</c:v>
                </c:pt>
                <c:pt idx="4391">
                  <c:v>43109</c:v>
                </c:pt>
                <c:pt idx="4392">
                  <c:v>43110</c:v>
                </c:pt>
                <c:pt idx="4393">
                  <c:v>43111</c:v>
                </c:pt>
                <c:pt idx="4394">
                  <c:v>43112</c:v>
                </c:pt>
                <c:pt idx="4395">
                  <c:v>43113</c:v>
                </c:pt>
                <c:pt idx="4396">
                  <c:v>43114</c:v>
                </c:pt>
                <c:pt idx="4397">
                  <c:v>43115</c:v>
                </c:pt>
                <c:pt idx="4398">
                  <c:v>43116</c:v>
                </c:pt>
                <c:pt idx="4399">
                  <c:v>43117</c:v>
                </c:pt>
                <c:pt idx="4400">
                  <c:v>43118</c:v>
                </c:pt>
                <c:pt idx="4401">
                  <c:v>43119</c:v>
                </c:pt>
                <c:pt idx="4402">
                  <c:v>43120</c:v>
                </c:pt>
                <c:pt idx="4403">
                  <c:v>43121</c:v>
                </c:pt>
                <c:pt idx="4404">
                  <c:v>43122</c:v>
                </c:pt>
                <c:pt idx="4405">
                  <c:v>43123</c:v>
                </c:pt>
                <c:pt idx="4406">
                  <c:v>43124</c:v>
                </c:pt>
                <c:pt idx="4407">
                  <c:v>43125</c:v>
                </c:pt>
                <c:pt idx="4408">
                  <c:v>43126</c:v>
                </c:pt>
                <c:pt idx="4409">
                  <c:v>43127</c:v>
                </c:pt>
                <c:pt idx="4410">
                  <c:v>43128</c:v>
                </c:pt>
                <c:pt idx="4411">
                  <c:v>43129</c:v>
                </c:pt>
                <c:pt idx="4412">
                  <c:v>43130</c:v>
                </c:pt>
                <c:pt idx="4413">
                  <c:v>43131</c:v>
                </c:pt>
                <c:pt idx="4414">
                  <c:v>43132</c:v>
                </c:pt>
                <c:pt idx="4415">
                  <c:v>43133</c:v>
                </c:pt>
                <c:pt idx="4416">
                  <c:v>43134</c:v>
                </c:pt>
                <c:pt idx="4417">
                  <c:v>43135</c:v>
                </c:pt>
                <c:pt idx="4418">
                  <c:v>43136</c:v>
                </c:pt>
                <c:pt idx="4419">
                  <c:v>43137</c:v>
                </c:pt>
                <c:pt idx="4420">
                  <c:v>43138</c:v>
                </c:pt>
                <c:pt idx="4421">
                  <c:v>43139</c:v>
                </c:pt>
                <c:pt idx="4422">
                  <c:v>43140</c:v>
                </c:pt>
                <c:pt idx="4423">
                  <c:v>43141</c:v>
                </c:pt>
                <c:pt idx="4424">
                  <c:v>43142</c:v>
                </c:pt>
                <c:pt idx="4425">
                  <c:v>43143</c:v>
                </c:pt>
                <c:pt idx="4426">
                  <c:v>43144</c:v>
                </c:pt>
                <c:pt idx="4427">
                  <c:v>43145</c:v>
                </c:pt>
                <c:pt idx="4428">
                  <c:v>43146</c:v>
                </c:pt>
                <c:pt idx="4429">
                  <c:v>43147</c:v>
                </c:pt>
                <c:pt idx="4430">
                  <c:v>43148</c:v>
                </c:pt>
                <c:pt idx="4431">
                  <c:v>43149</c:v>
                </c:pt>
                <c:pt idx="4432">
                  <c:v>43150</c:v>
                </c:pt>
                <c:pt idx="4433">
                  <c:v>43151</c:v>
                </c:pt>
                <c:pt idx="4434">
                  <c:v>43152</c:v>
                </c:pt>
                <c:pt idx="4435">
                  <c:v>43153</c:v>
                </c:pt>
                <c:pt idx="4436">
                  <c:v>43154</c:v>
                </c:pt>
                <c:pt idx="4437">
                  <c:v>43155</c:v>
                </c:pt>
                <c:pt idx="4438">
                  <c:v>43156</c:v>
                </c:pt>
                <c:pt idx="4439">
                  <c:v>43157</c:v>
                </c:pt>
                <c:pt idx="4440">
                  <c:v>43158</c:v>
                </c:pt>
                <c:pt idx="4441">
                  <c:v>43159</c:v>
                </c:pt>
                <c:pt idx="4442">
                  <c:v>43160</c:v>
                </c:pt>
                <c:pt idx="4443">
                  <c:v>43161</c:v>
                </c:pt>
                <c:pt idx="4444">
                  <c:v>43162</c:v>
                </c:pt>
                <c:pt idx="4445">
                  <c:v>43163</c:v>
                </c:pt>
                <c:pt idx="4446">
                  <c:v>43164</c:v>
                </c:pt>
                <c:pt idx="4447">
                  <c:v>43165</c:v>
                </c:pt>
                <c:pt idx="4448">
                  <c:v>43166</c:v>
                </c:pt>
                <c:pt idx="4449">
                  <c:v>43167</c:v>
                </c:pt>
                <c:pt idx="4450">
                  <c:v>43168</c:v>
                </c:pt>
                <c:pt idx="4451">
                  <c:v>43169</c:v>
                </c:pt>
                <c:pt idx="4452">
                  <c:v>43170</c:v>
                </c:pt>
                <c:pt idx="4453">
                  <c:v>43171</c:v>
                </c:pt>
                <c:pt idx="4454">
                  <c:v>43172</c:v>
                </c:pt>
                <c:pt idx="4455">
                  <c:v>43173</c:v>
                </c:pt>
                <c:pt idx="4456">
                  <c:v>43174</c:v>
                </c:pt>
                <c:pt idx="4457">
                  <c:v>43175</c:v>
                </c:pt>
                <c:pt idx="4458">
                  <c:v>43176</c:v>
                </c:pt>
                <c:pt idx="4459">
                  <c:v>43177</c:v>
                </c:pt>
                <c:pt idx="4460">
                  <c:v>43178</c:v>
                </c:pt>
                <c:pt idx="4461">
                  <c:v>43179</c:v>
                </c:pt>
                <c:pt idx="4462">
                  <c:v>43180</c:v>
                </c:pt>
                <c:pt idx="4463">
                  <c:v>43181</c:v>
                </c:pt>
                <c:pt idx="4464">
                  <c:v>43182</c:v>
                </c:pt>
                <c:pt idx="4465">
                  <c:v>43183</c:v>
                </c:pt>
                <c:pt idx="4466">
                  <c:v>43184</c:v>
                </c:pt>
                <c:pt idx="4467">
                  <c:v>43185</c:v>
                </c:pt>
                <c:pt idx="4468">
                  <c:v>43186</c:v>
                </c:pt>
                <c:pt idx="4469">
                  <c:v>43187</c:v>
                </c:pt>
                <c:pt idx="4470">
                  <c:v>43188</c:v>
                </c:pt>
                <c:pt idx="4471">
                  <c:v>43189</c:v>
                </c:pt>
                <c:pt idx="4472">
                  <c:v>43190</c:v>
                </c:pt>
                <c:pt idx="4473">
                  <c:v>43191</c:v>
                </c:pt>
                <c:pt idx="4474">
                  <c:v>43192</c:v>
                </c:pt>
                <c:pt idx="4475">
                  <c:v>43193</c:v>
                </c:pt>
                <c:pt idx="4476">
                  <c:v>43194</c:v>
                </c:pt>
                <c:pt idx="4477">
                  <c:v>43195</c:v>
                </c:pt>
                <c:pt idx="4478">
                  <c:v>43196</c:v>
                </c:pt>
                <c:pt idx="4479">
                  <c:v>43197</c:v>
                </c:pt>
                <c:pt idx="4480">
                  <c:v>43198</c:v>
                </c:pt>
                <c:pt idx="4481">
                  <c:v>43199</c:v>
                </c:pt>
                <c:pt idx="4482">
                  <c:v>43200</c:v>
                </c:pt>
                <c:pt idx="4483">
                  <c:v>43201</c:v>
                </c:pt>
                <c:pt idx="4484">
                  <c:v>43202</c:v>
                </c:pt>
                <c:pt idx="4485">
                  <c:v>43203</c:v>
                </c:pt>
                <c:pt idx="4486">
                  <c:v>43204</c:v>
                </c:pt>
                <c:pt idx="4487">
                  <c:v>43205</c:v>
                </c:pt>
                <c:pt idx="4488">
                  <c:v>43206</c:v>
                </c:pt>
                <c:pt idx="4489">
                  <c:v>43207</c:v>
                </c:pt>
                <c:pt idx="4490">
                  <c:v>43208</c:v>
                </c:pt>
                <c:pt idx="4491">
                  <c:v>43209</c:v>
                </c:pt>
                <c:pt idx="4492">
                  <c:v>43210</c:v>
                </c:pt>
                <c:pt idx="4493">
                  <c:v>43211</c:v>
                </c:pt>
                <c:pt idx="4494">
                  <c:v>43212</c:v>
                </c:pt>
                <c:pt idx="4495">
                  <c:v>43213</c:v>
                </c:pt>
                <c:pt idx="4496">
                  <c:v>43214</c:v>
                </c:pt>
                <c:pt idx="4497">
                  <c:v>43215</c:v>
                </c:pt>
                <c:pt idx="4498">
                  <c:v>43216</c:v>
                </c:pt>
                <c:pt idx="4499">
                  <c:v>43217</c:v>
                </c:pt>
                <c:pt idx="4500">
                  <c:v>43218</c:v>
                </c:pt>
                <c:pt idx="4501">
                  <c:v>43219</c:v>
                </c:pt>
                <c:pt idx="4502">
                  <c:v>43220</c:v>
                </c:pt>
                <c:pt idx="4503">
                  <c:v>43221</c:v>
                </c:pt>
                <c:pt idx="4504">
                  <c:v>43222</c:v>
                </c:pt>
                <c:pt idx="4505">
                  <c:v>43223</c:v>
                </c:pt>
                <c:pt idx="4506">
                  <c:v>43224</c:v>
                </c:pt>
                <c:pt idx="4507">
                  <c:v>43225</c:v>
                </c:pt>
                <c:pt idx="4508">
                  <c:v>43226</c:v>
                </c:pt>
                <c:pt idx="4509">
                  <c:v>43227</c:v>
                </c:pt>
                <c:pt idx="4510">
                  <c:v>43228</c:v>
                </c:pt>
                <c:pt idx="4511">
                  <c:v>43229</c:v>
                </c:pt>
                <c:pt idx="4512">
                  <c:v>43230</c:v>
                </c:pt>
                <c:pt idx="4513">
                  <c:v>43231</c:v>
                </c:pt>
                <c:pt idx="4514">
                  <c:v>43232</c:v>
                </c:pt>
                <c:pt idx="4515">
                  <c:v>43233</c:v>
                </c:pt>
                <c:pt idx="4516">
                  <c:v>43234</c:v>
                </c:pt>
                <c:pt idx="4517">
                  <c:v>43235</c:v>
                </c:pt>
                <c:pt idx="4518">
                  <c:v>43236</c:v>
                </c:pt>
                <c:pt idx="4519">
                  <c:v>43237</c:v>
                </c:pt>
                <c:pt idx="4520">
                  <c:v>43238</c:v>
                </c:pt>
                <c:pt idx="4521">
                  <c:v>43239</c:v>
                </c:pt>
                <c:pt idx="4522">
                  <c:v>43240</c:v>
                </c:pt>
                <c:pt idx="4523">
                  <c:v>43241</c:v>
                </c:pt>
                <c:pt idx="4524">
                  <c:v>43242</c:v>
                </c:pt>
                <c:pt idx="4525">
                  <c:v>43243</c:v>
                </c:pt>
                <c:pt idx="4526">
                  <c:v>43244</c:v>
                </c:pt>
                <c:pt idx="4527">
                  <c:v>43245</c:v>
                </c:pt>
                <c:pt idx="4528">
                  <c:v>43246</c:v>
                </c:pt>
                <c:pt idx="4529">
                  <c:v>43247</c:v>
                </c:pt>
                <c:pt idx="4530">
                  <c:v>43248</c:v>
                </c:pt>
                <c:pt idx="4531">
                  <c:v>43249</c:v>
                </c:pt>
                <c:pt idx="4532">
                  <c:v>43250</c:v>
                </c:pt>
                <c:pt idx="4533">
                  <c:v>43251</c:v>
                </c:pt>
                <c:pt idx="4534">
                  <c:v>43252</c:v>
                </c:pt>
                <c:pt idx="4535">
                  <c:v>43253</c:v>
                </c:pt>
                <c:pt idx="4536">
                  <c:v>43254</c:v>
                </c:pt>
                <c:pt idx="4537">
                  <c:v>43255</c:v>
                </c:pt>
                <c:pt idx="4538">
                  <c:v>43256</c:v>
                </c:pt>
                <c:pt idx="4539">
                  <c:v>43257</c:v>
                </c:pt>
                <c:pt idx="4540">
                  <c:v>43258</c:v>
                </c:pt>
                <c:pt idx="4541">
                  <c:v>43259</c:v>
                </c:pt>
                <c:pt idx="4542">
                  <c:v>43260</c:v>
                </c:pt>
                <c:pt idx="4543">
                  <c:v>43261</c:v>
                </c:pt>
                <c:pt idx="4544">
                  <c:v>43262</c:v>
                </c:pt>
                <c:pt idx="4545">
                  <c:v>43263</c:v>
                </c:pt>
                <c:pt idx="4546">
                  <c:v>43264</c:v>
                </c:pt>
                <c:pt idx="4547">
                  <c:v>43265</c:v>
                </c:pt>
                <c:pt idx="4548">
                  <c:v>43266</c:v>
                </c:pt>
                <c:pt idx="4549">
                  <c:v>43267</c:v>
                </c:pt>
                <c:pt idx="4550">
                  <c:v>43268</c:v>
                </c:pt>
                <c:pt idx="4551">
                  <c:v>43269</c:v>
                </c:pt>
                <c:pt idx="4552">
                  <c:v>43270</c:v>
                </c:pt>
                <c:pt idx="4553">
                  <c:v>43271</c:v>
                </c:pt>
                <c:pt idx="4554">
                  <c:v>43272</c:v>
                </c:pt>
                <c:pt idx="4555">
                  <c:v>43273</c:v>
                </c:pt>
                <c:pt idx="4556">
                  <c:v>43274</c:v>
                </c:pt>
                <c:pt idx="4557">
                  <c:v>43275</c:v>
                </c:pt>
                <c:pt idx="4558">
                  <c:v>43276</c:v>
                </c:pt>
                <c:pt idx="4559">
                  <c:v>43277</c:v>
                </c:pt>
                <c:pt idx="4560">
                  <c:v>43278</c:v>
                </c:pt>
                <c:pt idx="4561">
                  <c:v>43279</c:v>
                </c:pt>
                <c:pt idx="4562">
                  <c:v>43280</c:v>
                </c:pt>
                <c:pt idx="4563">
                  <c:v>43281</c:v>
                </c:pt>
                <c:pt idx="4564">
                  <c:v>43282</c:v>
                </c:pt>
                <c:pt idx="4565">
                  <c:v>43283</c:v>
                </c:pt>
                <c:pt idx="4566">
                  <c:v>43284</c:v>
                </c:pt>
                <c:pt idx="4567">
                  <c:v>43285</c:v>
                </c:pt>
                <c:pt idx="4568">
                  <c:v>43286</c:v>
                </c:pt>
                <c:pt idx="4569">
                  <c:v>43287</c:v>
                </c:pt>
                <c:pt idx="4570">
                  <c:v>43288</c:v>
                </c:pt>
                <c:pt idx="4571">
                  <c:v>43289</c:v>
                </c:pt>
                <c:pt idx="4572">
                  <c:v>43290</c:v>
                </c:pt>
                <c:pt idx="4573">
                  <c:v>43291</c:v>
                </c:pt>
                <c:pt idx="4574">
                  <c:v>43292</c:v>
                </c:pt>
                <c:pt idx="4575">
                  <c:v>43293</c:v>
                </c:pt>
                <c:pt idx="4576">
                  <c:v>43294</c:v>
                </c:pt>
                <c:pt idx="4577">
                  <c:v>43295</c:v>
                </c:pt>
                <c:pt idx="4578">
                  <c:v>43296</c:v>
                </c:pt>
                <c:pt idx="4579">
                  <c:v>43297</c:v>
                </c:pt>
                <c:pt idx="4580">
                  <c:v>43298</c:v>
                </c:pt>
                <c:pt idx="4581">
                  <c:v>43299</c:v>
                </c:pt>
                <c:pt idx="4582">
                  <c:v>43300</c:v>
                </c:pt>
                <c:pt idx="4583">
                  <c:v>43301</c:v>
                </c:pt>
                <c:pt idx="4584">
                  <c:v>43302</c:v>
                </c:pt>
                <c:pt idx="4585">
                  <c:v>43303</c:v>
                </c:pt>
                <c:pt idx="4586">
                  <c:v>43304</c:v>
                </c:pt>
                <c:pt idx="4587">
                  <c:v>43305</c:v>
                </c:pt>
                <c:pt idx="4588">
                  <c:v>43306</c:v>
                </c:pt>
                <c:pt idx="4589">
                  <c:v>43307</c:v>
                </c:pt>
                <c:pt idx="4590">
                  <c:v>43308</c:v>
                </c:pt>
                <c:pt idx="4591">
                  <c:v>43309</c:v>
                </c:pt>
                <c:pt idx="4592">
                  <c:v>43310</c:v>
                </c:pt>
                <c:pt idx="4593">
                  <c:v>43311</c:v>
                </c:pt>
                <c:pt idx="4594">
                  <c:v>43312</c:v>
                </c:pt>
                <c:pt idx="4595">
                  <c:v>43313</c:v>
                </c:pt>
                <c:pt idx="4596">
                  <c:v>43314</c:v>
                </c:pt>
                <c:pt idx="4597">
                  <c:v>43315</c:v>
                </c:pt>
                <c:pt idx="4598">
                  <c:v>43316</c:v>
                </c:pt>
                <c:pt idx="4599">
                  <c:v>43317</c:v>
                </c:pt>
                <c:pt idx="4600">
                  <c:v>43318</c:v>
                </c:pt>
                <c:pt idx="4601">
                  <c:v>43319</c:v>
                </c:pt>
                <c:pt idx="4602">
                  <c:v>43320</c:v>
                </c:pt>
                <c:pt idx="4603">
                  <c:v>43321</c:v>
                </c:pt>
                <c:pt idx="4604">
                  <c:v>43322</c:v>
                </c:pt>
                <c:pt idx="4605">
                  <c:v>43323</c:v>
                </c:pt>
                <c:pt idx="4606">
                  <c:v>43324</c:v>
                </c:pt>
                <c:pt idx="4607">
                  <c:v>43325</c:v>
                </c:pt>
                <c:pt idx="4608">
                  <c:v>43326</c:v>
                </c:pt>
                <c:pt idx="4609">
                  <c:v>43327</c:v>
                </c:pt>
                <c:pt idx="4610">
                  <c:v>43328</c:v>
                </c:pt>
                <c:pt idx="4611">
                  <c:v>43329</c:v>
                </c:pt>
                <c:pt idx="4612">
                  <c:v>43330</c:v>
                </c:pt>
                <c:pt idx="4613">
                  <c:v>43331</c:v>
                </c:pt>
                <c:pt idx="4614">
                  <c:v>43332</c:v>
                </c:pt>
                <c:pt idx="4615">
                  <c:v>43333</c:v>
                </c:pt>
                <c:pt idx="4616">
                  <c:v>43334</c:v>
                </c:pt>
                <c:pt idx="4617">
                  <c:v>43335</c:v>
                </c:pt>
                <c:pt idx="4618">
                  <c:v>43336</c:v>
                </c:pt>
                <c:pt idx="4619">
                  <c:v>43337</c:v>
                </c:pt>
                <c:pt idx="4620">
                  <c:v>43338</c:v>
                </c:pt>
                <c:pt idx="4621">
                  <c:v>43339</c:v>
                </c:pt>
                <c:pt idx="4622">
                  <c:v>43340</c:v>
                </c:pt>
                <c:pt idx="4623">
                  <c:v>43341</c:v>
                </c:pt>
                <c:pt idx="4624">
                  <c:v>43342</c:v>
                </c:pt>
                <c:pt idx="4625">
                  <c:v>43343</c:v>
                </c:pt>
                <c:pt idx="4626">
                  <c:v>43344</c:v>
                </c:pt>
                <c:pt idx="4627">
                  <c:v>43345</c:v>
                </c:pt>
                <c:pt idx="4628">
                  <c:v>43346</c:v>
                </c:pt>
                <c:pt idx="4629">
                  <c:v>43347</c:v>
                </c:pt>
                <c:pt idx="4630">
                  <c:v>43348</c:v>
                </c:pt>
                <c:pt idx="4631">
                  <c:v>43349</c:v>
                </c:pt>
                <c:pt idx="4632">
                  <c:v>43350</c:v>
                </c:pt>
                <c:pt idx="4633">
                  <c:v>43351</c:v>
                </c:pt>
                <c:pt idx="4634">
                  <c:v>43352</c:v>
                </c:pt>
                <c:pt idx="4635">
                  <c:v>43353</c:v>
                </c:pt>
                <c:pt idx="4636">
                  <c:v>43354</c:v>
                </c:pt>
                <c:pt idx="4637">
                  <c:v>43355</c:v>
                </c:pt>
                <c:pt idx="4638">
                  <c:v>43356</c:v>
                </c:pt>
                <c:pt idx="4639">
                  <c:v>43357</c:v>
                </c:pt>
                <c:pt idx="4640">
                  <c:v>43358</c:v>
                </c:pt>
                <c:pt idx="4641">
                  <c:v>43359</c:v>
                </c:pt>
                <c:pt idx="4642">
                  <c:v>43360</c:v>
                </c:pt>
                <c:pt idx="4643">
                  <c:v>43361</c:v>
                </c:pt>
                <c:pt idx="4644">
                  <c:v>43362</c:v>
                </c:pt>
                <c:pt idx="4645">
                  <c:v>43363</c:v>
                </c:pt>
                <c:pt idx="4646">
                  <c:v>43364</c:v>
                </c:pt>
                <c:pt idx="4647">
                  <c:v>43365</c:v>
                </c:pt>
                <c:pt idx="4648">
                  <c:v>43366</c:v>
                </c:pt>
                <c:pt idx="4649">
                  <c:v>43367</c:v>
                </c:pt>
                <c:pt idx="4650">
                  <c:v>43368</c:v>
                </c:pt>
                <c:pt idx="4651">
                  <c:v>43369</c:v>
                </c:pt>
                <c:pt idx="4652">
                  <c:v>43370</c:v>
                </c:pt>
                <c:pt idx="4653">
                  <c:v>43371</c:v>
                </c:pt>
                <c:pt idx="4654">
                  <c:v>43372</c:v>
                </c:pt>
                <c:pt idx="4655">
                  <c:v>43373</c:v>
                </c:pt>
                <c:pt idx="4656">
                  <c:v>43374</c:v>
                </c:pt>
                <c:pt idx="4657">
                  <c:v>43375</c:v>
                </c:pt>
                <c:pt idx="4658">
                  <c:v>43376</c:v>
                </c:pt>
                <c:pt idx="4659">
                  <c:v>43377</c:v>
                </c:pt>
                <c:pt idx="4660">
                  <c:v>43378</c:v>
                </c:pt>
                <c:pt idx="4661">
                  <c:v>43379</c:v>
                </c:pt>
                <c:pt idx="4662">
                  <c:v>43380</c:v>
                </c:pt>
                <c:pt idx="4663">
                  <c:v>43381</c:v>
                </c:pt>
                <c:pt idx="4664">
                  <c:v>43382</c:v>
                </c:pt>
                <c:pt idx="4665">
                  <c:v>43383</c:v>
                </c:pt>
                <c:pt idx="4666">
                  <c:v>43384</c:v>
                </c:pt>
                <c:pt idx="4667">
                  <c:v>43385</c:v>
                </c:pt>
                <c:pt idx="4668">
                  <c:v>43386</c:v>
                </c:pt>
                <c:pt idx="4669">
                  <c:v>43387</c:v>
                </c:pt>
                <c:pt idx="4670">
                  <c:v>43388</c:v>
                </c:pt>
                <c:pt idx="4671">
                  <c:v>43389</c:v>
                </c:pt>
                <c:pt idx="4672">
                  <c:v>43390</c:v>
                </c:pt>
                <c:pt idx="4673">
                  <c:v>43391</c:v>
                </c:pt>
                <c:pt idx="4674">
                  <c:v>43392</c:v>
                </c:pt>
                <c:pt idx="4675">
                  <c:v>43393</c:v>
                </c:pt>
                <c:pt idx="4676">
                  <c:v>43394</c:v>
                </c:pt>
                <c:pt idx="4677">
                  <c:v>43395</c:v>
                </c:pt>
                <c:pt idx="4678">
                  <c:v>43396</c:v>
                </c:pt>
                <c:pt idx="4679">
                  <c:v>43397</c:v>
                </c:pt>
                <c:pt idx="4680">
                  <c:v>43398</c:v>
                </c:pt>
                <c:pt idx="4681">
                  <c:v>43399</c:v>
                </c:pt>
                <c:pt idx="4682">
                  <c:v>43400</c:v>
                </c:pt>
                <c:pt idx="4683">
                  <c:v>43401</c:v>
                </c:pt>
                <c:pt idx="4684">
                  <c:v>43402</c:v>
                </c:pt>
                <c:pt idx="4685">
                  <c:v>43403</c:v>
                </c:pt>
                <c:pt idx="4686">
                  <c:v>43404</c:v>
                </c:pt>
                <c:pt idx="4687">
                  <c:v>43405</c:v>
                </c:pt>
                <c:pt idx="4688">
                  <c:v>43406</c:v>
                </c:pt>
                <c:pt idx="4689">
                  <c:v>43407</c:v>
                </c:pt>
                <c:pt idx="4690">
                  <c:v>43408</c:v>
                </c:pt>
                <c:pt idx="4691">
                  <c:v>43409</c:v>
                </c:pt>
                <c:pt idx="4692">
                  <c:v>43410</c:v>
                </c:pt>
                <c:pt idx="4693">
                  <c:v>43411</c:v>
                </c:pt>
                <c:pt idx="4694">
                  <c:v>43412</c:v>
                </c:pt>
                <c:pt idx="4695">
                  <c:v>43413</c:v>
                </c:pt>
                <c:pt idx="4696">
                  <c:v>43414</c:v>
                </c:pt>
                <c:pt idx="4697">
                  <c:v>43415</c:v>
                </c:pt>
                <c:pt idx="4698">
                  <c:v>43416</c:v>
                </c:pt>
                <c:pt idx="4699">
                  <c:v>43417</c:v>
                </c:pt>
                <c:pt idx="4700">
                  <c:v>43418</c:v>
                </c:pt>
                <c:pt idx="4701">
                  <c:v>43419</c:v>
                </c:pt>
                <c:pt idx="4702">
                  <c:v>43420</c:v>
                </c:pt>
                <c:pt idx="4703">
                  <c:v>43421</c:v>
                </c:pt>
                <c:pt idx="4704">
                  <c:v>43422</c:v>
                </c:pt>
                <c:pt idx="4705">
                  <c:v>43423</c:v>
                </c:pt>
                <c:pt idx="4706">
                  <c:v>43424</c:v>
                </c:pt>
                <c:pt idx="4707">
                  <c:v>43425</c:v>
                </c:pt>
                <c:pt idx="4708">
                  <c:v>43426</c:v>
                </c:pt>
                <c:pt idx="4709">
                  <c:v>43427</c:v>
                </c:pt>
                <c:pt idx="4710">
                  <c:v>43428</c:v>
                </c:pt>
                <c:pt idx="4711">
                  <c:v>43429</c:v>
                </c:pt>
                <c:pt idx="4712">
                  <c:v>43430</c:v>
                </c:pt>
                <c:pt idx="4713">
                  <c:v>43431</c:v>
                </c:pt>
                <c:pt idx="4714">
                  <c:v>43432</c:v>
                </c:pt>
                <c:pt idx="4715">
                  <c:v>43433</c:v>
                </c:pt>
                <c:pt idx="4716">
                  <c:v>43434</c:v>
                </c:pt>
                <c:pt idx="4717">
                  <c:v>43435</c:v>
                </c:pt>
                <c:pt idx="4718">
                  <c:v>43436</c:v>
                </c:pt>
                <c:pt idx="4719">
                  <c:v>43437</c:v>
                </c:pt>
                <c:pt idx="4720">
                  <c:v>43438</c:v>
                </c:pt>
                <c:pt idx="4721">
                  <c:v>43439</c:v>
                </c:pt>
                <c:pt idx="4722">
                  <c:v>43440</c:v>
                </c:pt>
                <c:pt idx="4723">
                  <c:v>43441</c:v>
                </c:pt>
                <c:pt idx="4724">
                  <c:v>43442</c:v>
                </c:pt>
                <c:pt idx="4725">
                  <c:v>43443</c:v>
                </c:pt>
                <c:pt idx="4726">
                  <c:v>43444</c:v>
                </c:pt>
                <c:pt idx="4727">
                  <c:v>43445</c:v>
                </c:pt>
                <c:pt idx="4728">
                  <c:v>43446</c:v>
                </c:pt>
                <c:pt idx="4729">
                  <c:v>43447</c:v>
                </c:pt>
                <c:pt idx="4730">
                  <c:v>43448</c:v>
                </c:pt>
                <c:pt idx="4731">
                  <c:v>43449</c:v>
                </c:pt>
                <c:pt idx="4732">
                  <c:v>43450</c:v>
                </c:pt>
                <c:pt idx="4733">
                  <c:v>43451</c:v>
                </c:pt>
                <c:pt idx="4734">
                  <c:v>43452</c:v>
                </c:pt>
                <c:pt idx="4735">
                  <c:v>43453</c:v>
                </c:pt>
                <c:pt idx="4736">
                  <c:v>43454</c:v>
                </c:pt>
                <c:pt idx="4737">
                  <c:v>43455</c:v>
                </c:pt>
                <c:pt idx="4738">
                  <c:v>43456</c:v>
                </c:pt>
                <c:pt idx="4739">
                  <c:v>43457</c:v>
                </c:pt>
                <c:pt idx="4740">
                  <c:v>43458</c:v>
                </c:pt>
                <c:pt idx="4741">
                  <c:v>43459</c:v>
                </c:pt>
                <c:pt idx="4742">
                  <c:v>43460</c:v>
                </c:pt>
                <c:pt idx="4743">
                  <c:v>43461</c:v>
                </c:pt>
                <c:pt idx="4744">
                  <c:v>43462</c:v>
                </c:pt>
                <c:pt idx="4745">
                  <c:v>43463</c:v>
                </c:pt>
                <c:pt idx="4746">
                  <c:v>43464</c:v>
                </c:pt>
                <c:pt idx="4747">
                  <c:v>43465</c:v>
                </c:pt>
                <c:pt idx="4748">
                  <c:v>43466</c:v>
                </c:pt>
                <c:pt idx="4749">
                  <c:v>43467</c:v>
                </c:pt>
                <c:pt idx="4750">
                  <c:v>43468</c:v>
                </c:pt>
                <c:pt idx="4751">
                  <c:v>43469</c:v>
                </c:pt>
                <c:pt idx="4752">
                  <c:v>43470</c:v>
                </c:pt>
                <c:pt idx="4753">
                  <c:v>43471</c:v>
                </c:pt>
                <c:pt idx="4754">
                  <c:v>43472</c:v>
                </c:pt>
                <c:pt idx="4755">
                  <c:v>43473</c:v>
                </c:pt>
                <c:pt idx="4756">
                  <c:v>43474</c:v>
                </c:pt>
                <c:pt idx="4757">
                  <c:v>43475</c:v>
                </c:pt>
                <c:pt idx="4758">
                  <c:v>43476</c:v>
                </c:pt>
                <c:pt idx="4759">
                  <c:v>43477</c:v>
                </c:pt>
                <c:pt idx="4760">
                  <c:v>43478</c:v>
                </c:pt>
                <c:pt idx="4761">
                  <c:v>43479</c:v>
                </c:pt>
                <c:pt idx="4762">
                  <c:v>43480</c:v>
                </c:pt>
                <c:pt idx="4763">
                  <c:v>43481</c:v>
                </c:pt>
                <c:pt idx="4764">
                  <c:v>43482</c:v>
                </c:pt>
                <c:pt idx="4765">
                  <c:v>43483</c:v>
                </c:pt>
                <c:pt idx="4766">
                  <c:v>43484</c:v>
                </c:pt>
                <c:pt idx="4767">
                  <c:v>43485</c:v>
                </c:pt>
                <c:pt idx="4768">
                  <c:v>43486</c:v>
                </c:pt>
                <c:pt idx="4769">
                  <c:v>43487</c:v>
                </c:pt>
                <c:pt idx="4770">
                  <c:v>43488</c:v>
                </c:pt>
                <c:pt idx="4771">
                  <c:v>43489</c:v>
                </c:pt>
                <c:pt idx="4772">
                  <c:v>43490</c:v>
                </c:pt>
                <c:pt idx="4773">
                  <c:v>43491</c:v>
                </c:pt>
                <c:pt idx="4774">
                  <c:v>43492</c:v>
                </c:pt>
                <c:pt idx="4775">
                  <c:v>43493</c:v>
                </c:pt>
                <c:pt idx="4776">
                  <c:v>43494</c:v>
                </c:pt>
                <c:pt idx="4777">
                  <c:v>43495</c:v>
                </c:pt>
                <c:pt idx="4778">
                  <c:v>43496</c:v>
                </c:pt>
                <c:pt idx="4779">
                  <c:v>43497</c:v>
                </c:pt>
                <c:pt idx="4780">
                  <c:v>43498</c:v>
                </c:pt>
                <c:pt idx="4781">
                  <c:v>43499</c:v>
                </c:pt>
                <c:pt idx="4782">
                  <c:v>43500</c:v>
                </c:pt>
                <c:pt idx="4783">
                  <c:v>43501</c:v>
                </c:pt>
                <c:pt idx="4784">
                  <c:v>43502</c:v>
                </c:pt>
                <c:pt idx="4785">
                  <c:v>43503</c:v>
                </c:pt>
                <c:pt idx="4786">
                  <c:v>43504</c:v>
                </c:pt>
                <c:pt idx="4787">
                  <c:v>43505</c:v>
                </c:pt>
                <c:pt idx="4788">
                  <c:v>43506</c:v>
                </c:pt>
                <c:pt idx="4789">
                  <c:v>43507</c:v>
                </c:pt>
                <c:pt idx="4790">
                  <c:v>43508</c:v>
                </c:pt>
                <c:pt idx="4791">
                  <c:v>43509</c:v>
                </c:pt>
                <c:pt idx="4792">
                  <c:v>43510</c:v>
                </c:pt>
                <c:pt idx="4793">
                  <c:v>43511</c:v>
                </c:pt>
                <c:pt idx="4794">
                  <c:v>43512</c:v>
                </c:pt>
                <c:pt idx="4795">
                  <c:v>43513</c:v>
                </c:pt>
                <c:pt idx="4796">
                  <c:v>43514</c:v>
                </c:pt>
                <c:pt idx="4797">
                  <c:v>43515</c:v>
                </c:pt>
                <c:pt idx="4798">
                  <c:v>43516</c:v>
                </c:pt>
                <c:pt idx="4799">
                  <c:v>43517</c:v>
                </c:pt>
                <c:pt idx="4800">
                  <c:v>43518</c:v>
                </c:pt>
                <c:pt idx="4801">
                  <c:v>43519</c:v>
                </c:pt>
                <c:pt idx="4802">
                  <c:v>43520</c:v>
                </c:pt>
                <c:pt idx="4803">
                  <c:v>43521</c:v>
                </c:pt>
                <c:pt idx="4804">
                  <c:v>43522</c:v>
                </c:pt>
                <c:pt idx="4805">
                  <c:v>43523</c:v>
                </c:pt>
                <c:pt idx="4806">
                  <c:v>43524</c:v>
                </c:pt>
                <c:pt idx="4807">
                  <c:v>43525</c:v>
                </c:pt>
                <c:pt idx="4808">
                  <c:v>43526</c:v>
                </c:pt>
                <c:pt idx="4809">
                  <c:v>43527</c:v>
                </c:pt>
                <c:pt idx="4810">
                  <c:v>43528</c:v>
                </c:pt>
                <c:pt idx="4811">
                  <c:v>43529</c:v>
                </c:pt>
                <c:pt idx="4812">
                  <c:v>43530</c:v>
                </c:pt>
                <c:pt idx="4813">
                  <c:v>43531</c:v>
                </c:pt>
                <c:pt idx="4814">
                  <c:v>43532</c:v>
                </c:pt>
                <c:pt idx="4815">
                  <c:v>43533</c:v>
                </c:pt>
                <c:pt idx="4816">
                  <c:v>43534</c:v>
                </c:pt>
                <c:pt idx="4817">
                  <c:v>43535</c:v>
                </c:pt>
                <c:pt idx="4818">
                  <c:v>43536</c:v>
                </c:pt>
                <c:pt idx="4819">
                  <c:v>43537</c:v>
                </c:pt>
                <c:pt idx="4820">
                  <c:v>43538</c:v>
                </c:pt>
                <c:pt idx="4821">
                  <c:v>43539</c:v>
                </c:pt>
                <c:pt idx="4822">
                  <c:v>43540</c:v>
                </c:pt>
                <c:pt idx="4823">
                  <c:v>43541</c:v>
                </c:pt>
                <c:pt idx="4824">
                  <c:v>43542</c:v>
                </c:pt>
                <c:pt idx="4825">
                  <c:v>43543</c:v>
                </c:pt>
                <c:pt idx="4826">
                  <c:v>43544</c:v>
                </c:pt>
                <c:pt idx="4827">
                  <c:v>43545</c:v>
                </c:pt>
                <c:pt idx="4828">
                  <c:v>43546</c:v>
                </c:pt>
                <c:pt idx="4829">
                  <c:v>43547</c:v>
                </c:pt>
                <c:pt idx="4830">
                  <c:v>43548</c:v>
                </c:pt>
                <c:pt idx="4831">
                  <c:v>43549</c:v>
                </c:pt>
                <c:pt idx="4832">
                  <c:v>43550</c:v>
                </c:pt>
                <c:pt idx="4833">
                  <c:v>43551</c:v>
                </c:pt>
                <c:pt idx="4834">
                  <c:v>43552</c:v>
                </c:pt>
                <c:pt idx="4835">
                  <c:v>43553</c:v>
                </c:pt>
                <c:pt idx="4836">
                  <c:v>43554</c:v>
                </c:pt>
                <c:pt idx="4837">
                  <c:v>43555</c:v>
                </c:pt>
                <c:pt idx="4838">
                  <c:v>43556</c:v>
                </c:pt>
                <c:pt idx="4839">
                  <c:v>43557</c:v>
                </c:pt>
                <c:pt idx="4840">
                  <c:v>43558</c:v>
                </c:pt>
                <c:pt idx="4841">
                  <c:v>43559</c:v>
                </c:pt>
                <c:pt idx="4842">
                  <c:v>43560</c:v>
                </c:pt>
                <c:pt idx="4843">
                  <c:v>43561</c:v>
                </c:pt>
                <c:pt idx="4844">
                  <c:v>43562</c:v>
                </c:pt>
                <c:pt idx="4845">
                  <c:v>43563</c:v>
                </c:pt>
                <c:pt idx="4846">
                  <c:v>43564</c:v>
                </c:pt>
                <c:pt idx="4847">
                  <c:v>43565</c:v>
                </c:pt>
                <c:pt idx="4848">
                  <c:v>43566</c:v>
                </c:pt>
                <c:pt idx="4849">
                  <c:v>43567</c:v>
                </c:pt>
                <c:pt idx="4850">
                  <c:v>43568</c:v>
                </c:pt>
                <c:pt idx="4851">
                  <c:v>43569</c:v>
                </c:pt>
                <c:pt idx="4852">
                  <c:v>43570</c:v>
                </c:pt>
                <c:pt idx="4853">
                  <c:v>43571</c:v>
                </c:pt>
                <c:pt idx="4854">
                  <c:v>43572</c:v>
                </c:pt>
                <c:pt idx="4855">
                  <c:v>43573</c:v>
                </c:pt>
                <c:pt idx="4856">
                  <c:v>43574</c:v>
                </c:pt>
                <c:pt idx="4857">
                  <c:v>43575</c:v>
                </c:pt>
                <c:pt idx="4858">
                  <c:v>43576</c:v>
                </c:pt>
                <c:pt idx="4859">
                  <c:v>43577</c:v>
                </c:pt>
                <c:pt idx="4860">
                  <c:v>43578</c:v>
                </c:pt>
                <c:pt idx="4861">
                  <c:v>43579</c:v>
                </c:pt>
                <c:pt idx="4862">
                  <c:v>43580</c:v>
                </c:pt>
                <c:pt idx="4863">
                  <c:v>43581</c:v>
                </c:pt>
                <c:pt idx="4864">
                  <c:v>43582</c:v>
                </c:pt>
                <c:pt idx="4865">
                  <c:v>43583</c:v>
                </c:pt>
                <c:pt idx="4866">
                  <c:v>43584</c:v>
                </c:pt>
                <c:pt idx="4867">
                  <c:v>43585</c:v>
                </c:pt>
                <c:pt idx="4868">
                  <c:v>43586</c:v>
                </c:pt>
                <c:pt idx="4869">
                  <c:v>43587</c:v>
                </c:pt>
                <c:pt idx="4870">
                  <c:v>43588</c:v>
                </c:pt>
                <c:pt idx="4871">
                  <c:v>43589</c:v>
                </c:pt>
                <c:pt idx="4872">
                  <c:v>43590</c:v>
                </c:pt>
                <c:pt idx="4873">
                  <c:v>43591</c:v>
                </c:pt>
                <c:pt idx="4874">
                  <c:v>43592</c:v>
                </c:pt>
                <c:pt idx="4875">
                  <c:v>43593</c:v>
                </c:pt>
                <c:pt idx="4876">
                  <c:v>43594</c:v>
                </c:pt>
                <c:pt idx="4877">
                  <c:v>43595</c:v>
                </c:pt>
                <c:pt idx="4878">
                  <c:v>43596</c:v>
                </c:pt>
                <c:pt idx="4879">
                  <c:v>43597</c:v>
                </c:pt>
                <c:pt idx="4880">
                  <c:v>43598</c:v>
                </c:pt>
                <c:pt idx="4881">
                  <c:v>43599</c:v>
                </c:pt>
                <c:pt idx="4882">
                  <c:v>43600</c:v>
                </c:pt>
                <c:pt idx="4883">
                  <c:v>43601</c:v>
                </c:pt>
                <c:pt idx="4884">
                  <c:v>43602</c:v>
                </c:pt>
                <c:pt idx="4885">
                  <c:v>43603</c:v>
                </c:pt>
                <c:pt idx="4886">
                  <c:v>43604</c:v>
                </c:pt>
                <c:pt idx="4887">
                  <c:v>43605</c:v>
                </c:pt>
                <c:pt idx="4888">
                  <c:v>43606</c:v>
                </c:pt>
                <c:pt idx="4889">
                  <c:v>43607</c:v>
                </c:pt>
                <c:pt idx="4890">
                  <c:v>43608</c:v>
                </c:pt>
                <c:pt idx="4891">
                  <c:v>43609</c:v>
                </c:pt>
                <c:pt idx="4892">
                  <c:v>43610</c:v>
                </c:pt>
                <c:pt idx="4893">
                  <c:v>43611</c:v>
                </c:pt>
                <c:pt idx="4894">
                  <c:v>43612</c:v>
                </c:pt>
                <c:pt idx="4895">
                  <c:v>43613</c:v>
                </c:pt>
                <c:pt idx="4896">
                  <c:v>43614</c:v>
                </c:pt>
                <c:pt idx="4897">
                  <c:v>43615</c:v>
                </c:pt>
                <c:pt idx="4898">
                  <c:v>43616</c:v>
                </c:pt>
                <c:pt idx="4899">
                  <c:v>43617</c:v>
                </c:pt>
                <c:pt idx="4900">
                  <c:v>43618</c:v>
                </c:pt>
                <c:pt idx="4901">
                  <c:v>43619</c:v>
                </c:pt>
                <c:pt idx="4902">
                  <c:v>43620</c:v>
                </c:pt>
                <c:pt idx="4903">
                  <c:v>43621</c:v>
                </c:pt>
                <c:pt idx="4904">
                  <c:v>43622</c:v>
                </c:pt>
                <c:pt idx="4905">
                  <c:v>43623</c:v>
                </c:pt>
                <c:pt idx="4906">
                  <c:v>43624</c:v>
                </c:pt>
                <c:pt idx="4907">
                  <c:v>43625</c:v>
                </c:pt>
                <c:pt idx="4908">
                  <c:v>43626</c:v>
                </c:pt>
                <c:pt idx="4909">
                  <c:v>43627</c:v>
                </c:pt>
                <c:pt idx="4910">
                  <c:v>43628</c:v>
                </c:pt>
                <c:pt idx="4911">
                  <c:v>43629</c:v>
                </c:pt>
                <c:pt idx="4912">
                  <c:v>43630</c:v>
                </c:pt>
                <c:pt idx="4913">
                  <c:v>43631</c:v>
                </c:pt>
                <c:pt idx="4914">
                  <c:v>43632</c:v>
                </c:pt>
                <c:pt idx="4915">
                  <c:v>43633</c:v>
                </c:pt>
                <c:pt idx="4916">
                  <c:v>43634</c:v>
                </c:pt>
                <c:pt idx="4917">
                  <c:v>43635</c:v>
                </c:pt>
                <c:pt idx="4918">
                  <c:v>43636</c:v>
                </c:pt>
                <c:pt idx="4919">
                  <c:v>43637</c:v>
                </c:pt>
                <c:pt idx="4920">
                  <c:v>43638</c:v>
                </c:pt>
                <c:pt idx="4921">
                  <c:v>43639</c:v>
                </c:pt>
                <c:pt idx="4922">
                  <c:v>43640</c:v>
                </c:pt>
                <c:pt idx="4923">
                  <c:v>43641</c:v>
                </c:pt>
                <c:pt idx="4924">
                  <c:v>43642</c:v>
                </c:pt>
                <c:pt idx="4925">
                  <c:v>43643</c:v>
                </c:pt>
                <c:pt idx="4926">
                  <c:v>43644</c:v>
                </c:pt>
                <c:pt idx="4927">
                  <c:v>43645</c:v>
                </c:pt>
                <c:pt idx="4928">
                  <c:v>43646</c:v>
                </c:pt>
                <c:pt idx="4929">
                  <c:v>43647</c:v>
                </c:pt>
                <c:pt idx="4930">
                  <c:v>43648</c:v>
                </c:pt>
                <c:pt idx="4931">
                  <c:v>43649</c:v>
                </c:pt>
                <c:pt idx="4932">
                  <c:v>43650</c:v>
                </c:pt>
                <c:pt idx="4933">
                  <c:v>43651</c:v>
                </c:pt>
                <c:pt idx="4934">
                  <c:v>43652</c:v>
                </c:pt>
                <c:pt idx="4935">
                  <c:v>43653</c:v>
                </c:pt>
                <c:pt idx="4936">
                  <c:v>43654</c:v>
                </c:pt>
                <c:pt idx="4937">
                  <c:v>43655</c:v>
                </c:pt>
                <c:pt idx="4938">
                  <c:v>43656</c:v>
                </c:pt>
                <c:pt idx="4939">
                  <c:v>43657</c:v>
                </c:pt>
                <c:pt idx="4940">
                  <c:v>43658</c:v>
                </c:pt>
                <c:pt idx="4941">
                  <c:v>43659</c:v>
                </c:pt>
                <c:pt idx="4942">
                  <c:v>43660</c:v>
                </c:pt>
                <c:pt idx="4943">
                  <c:v>43661</c:v>
                </c:pt>
                <c:pt idx="4944">
                  <c:v>43662</c:v>
                </c:pt>
                <c:pt idx="4945">
                  <c:v>43663</c:v>
                </c:pt>
                <c:pt idx="4946">
                  <c:v>43664</c:v>
                </c:pt>
                <c:pt idx="4947">
                  <c:v>43665</c:v>
                </c:pt>
                <c:pt idx="4948">
                  <c:v>43666</c:v>
                </c:pt>
                <c:pt idx="4949">
                  <c:v>43667</c:v>
                </c:pt>
                <c:pt idx="4950">
                  <c:v>43668</c:v>
                </c:pt>
                <c:pt idx="4951">
                  <c:v>43669</c:v>
                </c:pt>
                <c:pt idx="4952">
                  <c:v>43670</c:v>
                </c:pt>
                <c:pt idx="4953">
                  <c:v>43671</c:v>
                </c:pt>
                <c:pt idx="4954">
                  <c:v>43672</c:v>
                </c:pt>
                <c:pt idx="4955">
                  <c:v>43673</c:v>
                </c:pt>
                <c:pt idx="4956">
                  <c:v>43674</c:v>
                </c:pt>
                <c:pt idx="4957">
                  <c:v>43675</c:v>
                </c:pt>
                <c:pt idx="4958">
                  <c:v>43676</c:v>
                </c:pt>
                <c:pt idx="4959">
                  <c:v>43677</c:v>
                </c:pt>
                <c:pt idx="4960">
                  <c:v>43678</c:v>
                </c:pt>
                <c:pt idx="4961">
                  <c:v>43679</c:v>
                </c:pt>
                <c:pt idx="4962">
                  <c:v>43680</c:v>
                </c:pt>
                <c:pt idx="4963">
                  <c:v>43681</c:v>
                </c:pt>
                <c:pt idx="4964">
                  <c:v>43682</c:v>
                </c:pt>
                <c:pt idx="4965">
                  <c:v>43683</c:v>
                </c:pt>
                <c:pt idx="4966">
                  <c:v>43684</c:v>
                </c:pt>
                <c:pt idx="4967">
                  <c:v>43685</c:v>
                </c:pt>
                <c:pt idx="4968">
                  <c:v>43686</c:v>
                </c:pt>
                <c:pt idx="4969">
                  <c:v>43687</c:v>
                </c:pt>
                <c:pt idx="4970">
                  <c:v>43688</c:v>
                </c:pt>
                <c:pt idx="4971">
                  <c:v>43689</c:v>
                </c:pt>
                <c:pt idx="4972">
                  <c:v>43690</c:v>
                </c:pt>
                <c:pt idx="4973">
                  <c:v>43691</c:v>
                </c:pt>
                <c:pt idx="4974">
                  <c:v>43692</c:v>
                </c:pt>
                <c:pt idx="4975">
                  <c:v>43693</c:v>
                </c:pt>
                <c:pt idx="4976">
                  <c:v>43694</c:v>
                </c:pt>
                <c:pt idx="4977">
                  <c:v>43695</c:v>
                </c:pt>
                <c:pt idx="4978">
                  <c:v>43696</c:v>
                </c:pt>
                <c:pt idx="4979">
                  <c:v>43697</c:v>
                </c:pt>
                <c:pt idx="4980">
                  <c:v>43698</c:v>
                </c:pt>
                <c:pt idx="4981">
                  <c:v>43699</c:v>
                </c:pt>
                <c:pt idx="4982">
                  <c:v>43700</c:v>
                </c:pt>
                <c:pt idx="4983">
                  <c:v>43701</c:v>
                </c:pt>
                <c:pt idx="4984">
                  <c:v>43702</c:v>
                </c:pt>
                <c:pt idx="4985">
                  <c:v>43703</c:v>
                </c:pt>
                <c:pt idx="4986">
                  <c:v>43704</c:v>
                </c:pt>
                <c:pt idx="4987">
                  <c:v>43705</c:v>
                </c:pt>
                <c:pt idx="4988">
                  <c:v>43706</c:v>
                </c:pt>
                <c:pt idx="4989">
                  <c:v>43707</c:v>
                </c:pt>
                <c:pt idx="4990">
                  <c:v>43708</c:v>
                </c:pt>
                <c:pt idx="4991">
                  <c:v>43709</c:v>
                </c:pt>
                <c:pt idx="4992">
                  <c:v>43710</c:v>
                </c:pt>
                <c:pt idx="4993">
                  <c:v>43711</c:v>
                </c:pt>
                <c:pt idx="4994">
                  <c:v>43712</c:v>
                </c:pt>
                <c:pt idx="4995">
                  <c:v>43713</c:v>
                </c:pt>
                <c:pt idx="4996">
                  <c:v>43714</c:v>
                </c:pt>
                <c:pt idx="4997">
                  <c:v>43715</c:v>
                </c:pt>
                <c:pt idx="4998">
                  <c:v>43716</c:v>
                </c:pt>
                <c:pt idx="4999">
                  <c:v>43717</c:v>
                </c:pt>
                <c:pt idx="5000">
                  <c:v>43718</c:v>
                </c:pt>
                <c:pt idx="5001">
                  <c:v>43719</c:v>
                </c:pt>
                <c:pt idx="5002">
                  <c:v>43720</c:v>
                </c:pt>
                <c:pt idx="5003">
                  <c:v>43721</c:v>
                </c:pt>
                <c:pt idx="5004">
                  <c:v>43722</c:v>
                </c:pt>
                <c:pt idx="5005">
                  <c:v>43723</c:v>
                </c:pt>
                <c:pt idx="5006">
                  <c:v>43724</c:v>
                </c:pt>
                <c:pt idx="5007">
                  <c:v>43725</c:v>
                </c:pt>
                <c:pt idx="5008">
                  <c:v>43726</c:v>
                </c:pt>
                <c:pt idx="5009">
                  <c:v>43727</c:v>
                </c:pt>
                <c:pt idx="5010">
                  <c:v>43728</c:v>
                </c:pt>
                <c:pt idx="5011">
                  <c:v>43729</c:v>
                </c:pt>
                <c:pt idx="5012">
                  <c:v>43730</c:v>
                </c:pt>
                <c:pt idx="5013">
                  <c:v>43731</c:v>
                </c:pt>
                <c:pt idx="5014">
                  <c:v>43732</c:v>
                </c:pt>
                <c:pt idx="5015">
                  <c:v>43733</c:v>
                </c:pt>
                <c:pt idx="5016">
                  <c:v>43734</c:v>
                </c:pt>
                <c:pt idx="5017">
                  <c:v>43735</c:v>
                </c:pt>
                <c:pt idx="5018">
                  <c:v>43736</c:v>
                </c:pt>
                <c:pt idx="5019">
                  <c:v>43737</c:v>
                </c:pt>
                <c:pt idx="5020">
                  <c:v>43738</c:v>
                </c:pt>
                <c:pt idx="5021">
                  <c:v>43739</c:v>
                </c:pt>
                <c:pt idx="5022">
                  <c:v>43740</c:v>
                </c:pt>
                <c:pt idx="5023">
                  <c:v>43741</c:v>
                </c:pt>
                <c:pt idx="5024">
                  <c:v>43742</c:v>
                </c:pt>
                <c:pt idx="5025">
                  <c:v>43743</c:v>
                </c:pt>
                <c:pt idx="5026">
                  <c:v>43744</c:v>
                </c:pt>
                <c:pt idx="5027">
                  <c:v>43745</c:v>
                </c:pt>
                <c:pt idx="5028">
                  <c:v>43746</c:v>
                </c:pt>
                <c:pt idx="5029">
                  <c:v>43747</c:v>
                </c:pt>
                <c:pt idx="5030">
                  <c:v>43748</c:v>
                </c:pt>
                <c:pt idx="5031">
                  <c:v>43749</c:v>
                </c:pt>
                <c:pt idx="5032">
                  <c:v>43750</c:v>
                </c:pt>
                <c:pt idx="5033">
                  <c:v>43751</c:v>
                </c:pt>
                <c:pt idx="5034">
                  <c:v>43752</c:v>
                </c:pt>
                <c:pt idx="5035">
                  <c:v>43753</c:v>
                </c:pt>
                <c:pt idx="5036">
                  <c:v>43754</c:v>
                </c:pt>
                <c:pt idx="5037">
                  <c:v>43755</c:v>
                </c:pt>
                <c:pt idx="5038">
                  <c:v>43756</c:v>
                </c:pt>
                <c:pt idx="5039">
                  <c:v>43757</c:v>
                </c:pt>
                <c:pt idx="5040">
                  <c:v>43758</c:v>
                </c:pt>
                <c:pt idx="5041">
                  <c:v>43759</c:v>
                </c:pt>
                <c:pt idx="5042">
                  <c:v>43760</c:v>
                </c:pt>
                <c:pt idx="5043">
                  <c:v>43761</c:v>
                </c:pt>
                <c:pt idx="5044">
                  <c:v>43762</c:v>
                </c:pt>
                <c:pt idx="5045">
                  <c:v>43763</c:v>
                </c:pt>
                <c:pt idx="5046">
                  <c:v>43764</c:v>
                </c:pt>
                <c:pt idx="5047">
                  <c:v>43765</c:v>
                </c:pt>
                <c:pt idx="5048">
                  <c:v>43766</c:v>
                </c:pt>
                <c:pt idx="5049">
                  <c:v>43767</c:v>
                </c:pt>
                <c:pt idx="5050">
                  <c:v>43768</c:v>
                </c:pt>
                <c:pt idx="5051">
                  <c:v>43769</c:v>
                </c:pt>
                <c:pt idx="5052">
                  <c:v>43770</c:v>
                </c:pt>
                <c:pt idx="5053">
                  <c:v>43771</c:v>
                </c:pt>
                <c:pt idx="5054">
                  <c:v>43772</c:v>
                </c:pt>
                <c:pt idx="5055">
                  <c:v>43773</c:v>
                </c:pt>
                <c:pt idx="5056">
                  <c:v>43774</c:v>
                </c:pt>
                <c:pt idx="5057">
                  <c:v>43775</c:v>
                </c:pt>
                <c:pt idx="5058">
                  <c:v>43776</c:v>
                </c:pt>
                <c:pt idx="5059">
                  <c:v>43777</c:v>
                </c:pt>
                <c:pt idx="5060">
                  <c:v>43778</c:v>
                </c:pt>
                <c:pt idx="5061">
                  <c:v>43779</c:v>
                </c:pt>
                <c:pt idx="5062">
                  <c:v>43780</c:v>
                </c:pt>
                <c:pt idx="5063">
                  <c:v>43781</c:v>
                </c:pt>
                <c:pt idx="5064">
                  <c:v>43782</c:v>
                </c:pt>
                <c:pt idx="5065">
                  <c:v>43783</c:v>
                </c:pt>
                <c:pt idx="5066">
                  <c:v>43784</c:v>
                </c:pt>
                <c:pt idx="5067">
                  <c:v>43785</c:v>
                </c:pt>
                <c:pt idx="5068">
                  <c:v>43786</c:v>
                </c:pt>
                <c:pt idx="5069">
                  <c:v>43787</c:v>
                </c:pt>
                <c:pt idx="5070">
                  <c:v>43788</c:v>
                </c:pt>
                <c:pt idx="5071">
                  <c:v>43789</c:v>
                </c:pt>
                <c:pt idx="5072">
                  <c:v>43790</c:v>
                </c:pt>
                <c:pt idx="5073">
                  <c:v>43791</c:v>
                </c:pt>
                <c:pt idx="5074">
                  <c:v>43792</c:v>
                </c:pt>
                <c:pt idx="5075">
                  <c:v>43793</c:v>
                </c:pt>
                <c:pt idx="5076">
                  <c:v>43794</c:v>
                </c:pt>
                <c:pt idx="5077">
                  <c:v>43795</c:v>
                </c:pt>
                <c:pt idx="5078">
                  <c:v>43796</c:v>
                </c:pt>
                <c:pt idx="5079">
                  <c:v>43797</c:v>
                </c:pt>
                <c:pt idx="5080">
                  <c:v>43798</c:v>
                </c:pt>
                <c:pt idx="5081">
                  <c:v>43799</c:v>
                </c:pt>
                <c:pt idx="5082">
                  <c:v>43800</c:v>
                </c:pt>
                <c:pt idx="5083">
                  <c:v>43801</c:v>
                </c:pt>
                <c:pt idx="5084">
                  <c:v>43802</c:v>
                </c:pt>
                <c:pt idx="5085">
                  <c:v>43803</c:v>
                </c:pt>
                <c:pt idx="5086">
                  <c:v>43804</c:v>
                </c:pt>
                <c:pt idx="5087">
                  <c:v>43805</c:v>
                </c:pt>
                <c:pt idx="5088">
                  <c:v>43806</c:v>
                </c:pt>
                <c:pt idx="5089">
                  <c:v>43807</c:v>
                </c:pt>
                <c:pt idx="5090">
                  <c:v>43808</c:v>
                </c:pt>
                <c:pt idx="5091">
                  <c:v>43809</c:v>
                </c:pt>
                <c:pt idx="5092">
                  <c:v>43810</c:v>
                </c:pt>
                <c:pt idx="5093">
                  <c:v>43811</c:v>
                </c:pt>
                <c:pt idx="5094">
                  <c:v>43812</c:v>
                </c:pt>
                <c:pt idx="5095">
                  <c:v>43813</c:v>
                </c:pt>
                <c:pt idx="5096">
                  <c:v>43814</c:v>
                </c:pt>
                <c:pt idx="5097">
                  <c:v>43815</c:v>
                </c:pt>
                <c:pt idx="5098">
                  <c:v>43816</c:v>
                </c:pt>
                <c:pt idx="5099">
                  <c:v>43817</c:v>
                </c:pt>
                <c:pt idx="5100">
                  <c:v>43818</c:v>
                </c:pt>
                <c:pt idx="5101">
                  <c:v>43819</c:v>
                </c:pt>
                <c:pt idx="5102">
                  <c:v>43820</c:v>
                </c:pt>
                <c:pt idx="5103">
                  <c:v>43821</c:v>
                </c:pt>
                <c:pt idx="5104">
                  <c:v>43822</c:v>
                </c:pt>
                <c:pt idx="5105">
                  <c:v>43823</c:v>
                </c:pt>
                <c:pt idx="5106">
                  <c:v>43824</c:v>
                </c:pt>
                <c:pt idx="5107">
                  <c:v>43825</c:v>
                </c:pt>
                <c:pt idx="5108">
                  <c:v>43826</c:v>
                </c:pt>
                <c:pt idx="5109">
                  <c:v>43827</c:v>
                </c:pt>
                <c:pt idx="5110">
                  <c:v>43828</c:v>
                </c:pt>
                <c:pt idx="5111">
                  <c:v>43829</c:v>
                </c:pt>
                <c:pt idx="5112">
                  <c:v>43830</c:v>
                </c:pt>
                <c:pt idx="5113">
                  <c:v>43831</c:v>
                </c:pt>
                <c:pt idx="5114">
                  <c:v>43832</c:v>
                </c:pt>
                <c:pt idx="5115">
                  <c:v>43833</c:v>
                </c:pt>
                <c:pt idx="5116">
                  <c:v>43834</c:v>
                </c:pt>
                <c:pt idx="5117">
                  <c:v>43835</c:v>
                </c:pt>
                <c:pt idx="5118">
                  <c:v>43836</c:v>
                </c:pt>
                <c:pt idx="5119">
                  <c:v>43837</c:v>
                </c:pt>
                <c:pt idx="5120">
                  <c:v>43838</c:v>
                </c:pt>
                <c:pt idx="5121">
                  <c:v>43839</c:v>
                </c:pt>
                <c:pt idx="5122">
                  <c:v>43840</c:v>
                </c:pt>
                <c:pt idx="5123">
                  <c:v>43841</c:v>
                </c:pt>
                <c:pt idx="5124">
                  <c:v>43842</c:v>
                </c:pt>
                <c:pt idx="5125">
                  <c:v>43843</c:v>
                </c:pt>
                <c:pt idx="5126">
                  <c:v>43844</c:v>
                </c:pt>
                <c:pt idx="5127">
                  <c:v>43845</c:v>
                </c:pt>
                <c:pt idx="5128">
                  <c:v>43846</c:v>
                </c:pt>
                <c:pt idx="5129">
                  <c:v>43847</c:v>
                </c:pt>
                <c:pt idx="5130">
                  <c:v>43848</c:v>
                </c:pt>
                <c:pt idx="5131">
                  <c:v>43849</c:v>
                </c:pt>
                <c:pt idx="5132">
                  <c:v>43850</c:v>
                </c:pt>
                <c:pt idx="5133">
                  <c:v>43851</c:v>
                </c:pt>
                <c:pt idx="5134">
                  <c:v>43852</c:v>
                </c:pt>
                <c:pt idx="5135">
                  <c:v>43853</c:v>
                </c:pt>
                <c:pt idx="5136">
                  <c:v>43854</c:v>
                </c:pt>
                <c:pt idx="5137">
                  <c:v>43855</c:v>
                </c:pt>
                <c:pt idx="5138">
                  <c:v>43856</c:v>
                </c:pt>
                <c:pt idx="5139">
                  <c:v>43857</c:v>
                </c:pt>
                <c:pt idx="5140">
                  <c:v>43858</c:v>
                </c:pt>
                <c:pt idx="5141">
                  <c:v>43859</c:v>
                </c:pt>
                <c:pt idx="5142">
                  <c:v>43860</c:v>
                </c:pt>
                <c:pt idx="5143">
                  <c:v>43861</c:v>
                </c:pt>
                <c:pt idx="5144">
                  <c:v>43862</c:v>
                </c:pt>
                <c:pt idx="5145">
                  <c:v>43863</c:v>
                </c:pt>
                <c:pt idx="5146">
                  <c:v>43864</c:v>
                </c:pt>
                <c:pt idx="5147">
                  <c:v>43865</c:v>
                </c:pt>
                <c:pt idx="5148">
                  <c:v>43866</c:v>
                </c:pt>
                <c:pt idx="5149">
                  <c:v>43867</c:v>
                </c:pt>
                <c:pt idx="5150">
                  <c:v>43868</c:v>
                </c:pt>
                <c:pt idx="5151">
                  <c:v>43869</c:v>
                </c:pt>
                <c:pt idx="5152">
                  <c:v>43870</c:v>
                </c:pt>
                <c:pt idx="5153">
                  <c:v>43871</c:v>
                </c:pt>
                <c:pt idx="5154">
                  <c:v>43872</c:v>
                </c:pt>
                <c:pt idx="5155">
                  <c:v>43873</c:v>
                </c:pt>
                <c:pt idx="5156">
                  <c:v>43874</c:v>
                </c:pt>
                <c:pt idx="5157">
                  <c:v>43875</c:v>
                </c:pt>
                <c:pt idx="5158">
                  <c:v>43876</c:v>
                </c:pt>
                <c:pt idx="5159">
                  <c:v>43877</c:v>
                </c:pt>
                <c:pt idx="5160">
                  <c:v>43878</c:v>
                </c:pt>
                <c:pt idx="5161">
                  <c:v>43879</c:v>
                </c:pt>
                <c:pt idx="5162">
                  <c:v>43880</c:v>
                </c:pt>
                <c:pt idx="5163">
                  <c:v>43881</c:v>
                </c:pt>
                <c:pt idx="5164">
                  <c:v>43882</c:v>
                </c:pt>
                <c:pt idx="5165">
                  <c:v>43883</c:v>
                </c:pt>
                <c:pt idx="5166">
                  <c:v>43884</c:v>
                </c:pt>
                <c:pt idx="5167">
                  <c:v>43885</c:v>
                </c:pt>
                <c:pt idx="5168">
                  <c:v>43886</c:v>
                </c:pt>
                <c:pt idx="5169">
                  <c:v>43887</c:v>
                </c:pt>
                <c:pt idx="5170">
                  <c:v>43888</c:v>
                </c:pt>
                <c:pt idx="5171">
                  <c:v>43889</c:v>
                </c:pt>
                <c:pt idx="5172">
                  <c:v>43890</c:v>
                </c:pt>
                <c:pt idx="5173">
                  <c:v>43891</c:v>
                </c:pt>
                <c:pt idx="5174">
                  <c:v>43892</c:v>
                </c:pt>
                <c:pt idx="5175">
                  <c:v>43893</c:v>
                </c:pt>
                <c:pt idx="5176">
                  <c:v>43894</c:v>
                </c:pt>
                <c:pt idx="5177">
                  <c:v>43895</c:v>
                </c:pt>
                <c:pt idx="5178">
                  <c:v>43896</c:v>
                </c:pt>
                <c:pt idx="5179">
                  <c:v>43897</c:v>
                </c:pt>
                <c:pt idx="5180">
                  <c:v>43898</c:v>
                </c:pt>
                <c:pt idx="5181">
                  <c:v>43899</c:v>
                </c:pt>
                <c:pt idx="5182">
                  <c:v>43900</c:v>
                </c:pt>
                <c:pt idx="5183">
                  <c:v>43901</c:v>
                </c:pt>
                <c:pt idx="5184">
                  <c:v>43902</c:v>
                </c:pt>
                <c:pt idx="5185">
                  <c:v>43903</c:v>
                </c:pt>
                <c:pt idx="5186">
                  <c:v>43904</c:v>
                </c:pt>
                <c:pt idx="5187">
                  <c:v>43905</c:v>
                </c:pt>
                <c:pt idx="5188">
                  <c:v>43906</c:v>
                </c:pt>
                <c:pt idx="5189">
                  <c:v>43907</c:v>
                </c:pt>
                <c:pt idx="5190">
                  <c:v>43908</c:v>
                </c:pt>
                <c:pt idx="5191">
                  <c:v>43909</c:v>
                </c:pt>
                <c:pt idx="5192">
                  <c:v>43910</c:v>
                </c:pt>
                <c:pt idx="5193">
                  <c:v>43911</c:v>
                </c:pt>
                <c:pt idx="5194">
                  <c:v>43912</c:v>
                </c:pt>
                <c:pt idx="5195">
                  <c:v>43913</c:v>
                </c:pt>
                <c:pt idx="5196">
                  <c:v>43914</c:v>
                </c:pt>
                <c:pt idx="5197">
                  <c:v>43915</c:v>
                </c:pt>
                <c:pt idx="5198">
                  <c:v>43916</c:v>
                </c:pt>
                <c:pt idx="5199">
                  <c:v>43917</c:v>
                </c:pt>
                <c:pt idx="5200">
                  <c:v>43918</c:v>
                </c:pt>
                <c:pt idx="5201">
                  <c:v>43919</c:v>
                </c:pt>
                <c:pt idx="5202">
                  <c:v>43920</c:v>
                </c:pt>
                <c:pt idx="5203">
                  <c:v>43921</c:v>
                </c:pt>
                <c:pt idx="5204">
                  <c:v>43922</c:v>
                </c:pt>
                <c:pt idx="5205">
                  <c:v>43923</c:v>
                </c:pt>
                <c:pt idx="5206">
                  <c:v>43924</c:v>
                </c:pt>
                <c:pt idx="5207">
                  <c:v>43925</c:v>
                </c:pt>
                <c:pt idx="5208">
                  <c:v>43926</c:v>
                </c:pt>
                <c:pt idx="5209">
                  <c:v>43927</c:v>
                </c:pt>
                <c:pt idx="5210">
                  <c:v>43928</c:v>
                </c:pt>
                <c:pt idx="5211">
                  <c:v>43929</c:v>
                </c:pt>
                <c:pt idx="5212">
                  <c:v>43930</c:v>
                </c:pt>
                <c:pt idx="5213">
                  <c:v>43931</c:v>
                </c:pt>
                <c:pt idx="5214">
                  <c:v>43932</c:v>
                </c:pt>
                <c:pt idx="5215">
                  <c:v>43933</c:v>
                </c:pt>
                <c:pt idx="5216">
                  <c:v>43934</c:v>
                </c:pt>
                <c:pt idx="5217">
                  <c:v>43935</c:v>
                </c:pt>
                <c:pt idx="5218">
                  <c:v>43936</c:v>
                </c:pt>
                <c:pt idx="5219">
                  <c:v>43937</c:v>
                </c:pt>
                <c:pt idx="5220">
                  <c:v>43938</c:v>
                </c:pt>
                <c:pt idx="5221">
                  <c:v>43939</c:v>
                </c:pt>
                <c:pt idx="5222">
                  <c:v>43940</c:v>
                </c:pt>
                <c:pt idx="5223">
                  <c:v>43941</c:v>
                </c:pt>
                <c:pt idx="5224">
                  <c:v>43942</c:v>
                </c:pt>
                <c:pt idx="5225">
                  <c:v>43943</c:v>
                </c:pt>
                <c:pt idx="5226">
                  <c:v>43944</c:v>
                </c:pt>
                <c:pt idx="5227">
                  <c:v>43945</c:v>
                </c:pt>
                <c:pt idx="5228">
                  <c:v>43946</c:v>
                </c:pt>
                <c:pt idx="5229">
                  <c:v>43947</c:v>
                </c:pt>
                <c:pt idx="5230">
                  <c:v>43948</c:v>
                </c:pt>
                <c:pt idx="5231">
                  <c:v>43949</c:v>
                </c:pt>
                <c:pt idx="5232">
                  <c:v>43950</c:v>
                </c:pt>
                <c:pt idx="5233">
                  <c:v>43951</c:v>
                </c:pt>
                <c:pt idx="5234">
                  <c:v>43952</c:v>
                </c:pt>
                <c:pt idx="5235">
                  <c:v>43953</c:v>
                </c:pt>
                <c:pt idx="5236">
                  <c:v>43954</c:v>
                </c:pt>
                <c:pt idx="5237">
                  <c:v>43955</c:v>
                </c:pt>
                <c:pt idx="5238">
                  <c:v>43956</c:v>
                </c:pt>
                <c:pt idx="5239">
                  <c:v>43957</c:v>
                </c:pt>
                <c:pt idx="5240">
                  <c:v>43958</c:v>
                </c:pt>
                <c:pt idx="5241">
                  <c:v>43959</c:v>
                </c:pt>
                <c:pt idx="5242">
                  <c:v>43960</c:v>
                </c:pt>
                <c:pt idx="5243">
                  <c:v>43961</c:v>
                </c:pt>
                <c:pt idx="5244">
                  <c:v>43962</c:v>
                </c:pt>
                <c:pt idx="5245">
                  <c:v>43963</c:v>
                </c:pt>
                <c:pt idx="5246">
                  <c:v>43964</c:v>
                </c:pt>
                <c:pt idx="5247">
                  <c:v>43965</c:v>
                </c:pt>
                <c:pt idx="5248">
                  <c:v>43966</c:v>
                </c:pt>
                <c:pt idx="5249">
                  <c:v>43967</c:v>
                </c:pt>
                <c:pt idx="5250">
                  <c:v>43968</c:v>
                </c:pt>
                <c:pt idx="5251">
                  <c:v>43969</c:v>
                </c:pt>
                <c:pt idx="5252">
                  <c:v>43970</c:v>
                </c:pt>
                <c:pt idx="5253">
                  <c:v>43971</c:v>
                </c:pt>
                <c:pt idx="5254">
                  <c:v>43972</c:v>
                </c:pt>
                <c:pt idx="5255">
                  <c:v>43973</c:v>
                </c:pt>
                <c:pt idx="5256">
                  <c:v>43974</c:v>
                </c:pt>
                <c:pt idx="5257">
                  <c:v>43975</c:v>
                </c:pt>
                <c:pt idx="5258">
                  <c:v>43976</c:v>
                </c:pt>
                <c:pt idx="5259">
                  <c:v>43977</c:v>
                </c:pt>
                <c:pt idx="5260">
                  <c:v>43978</c:v>
                </c:pt>
                <c:pt idx="5261">
                  <c:v>43979</c:v>
                </c:pt>
                <c:pt idx="5262">
                  <c:v>43980</c:v>
                </c:pt>
                <c:pt idx="5263">
                  <c:v>43981</c:v>
                </c:pt>
                <c:pt idx="5264">
                  <c:v>43982</c:v>
                </c:pt>
                <c:pt idx="5265">
                  <c:v>43983</c:v>
                </c:pt>
                <c:pt idx="5266">
                  <c:v>43984</c:v>
                </c:pt>
                <c:pt idx="5267">
                  <c:v>43985</c:v>
                </c:pt>
                <c:pt idx="5268">
                  <c:v>43986</c:v>
                </c:pt>
                <c:pt idx="5269">
                  <c:v>43987</c:v>
                </c:pt>
                <c:pt idx="5270">
                  <c:v>43988</c:v>
                </c:pt>
                <c:pt idx="5271">
                  <c:v>43989</c:v>
                </c:pt>
                <c:pt idx="5272">
                  <c:v>43990</c:v>
                </c:pt>
                <c:pt idx="5273">
                  <c:v>43991</c:v>
                </c:pt>
                <c:pt idx="5274">
                  <c:v>43992</c:v>
                </c:pt>
                <c:pt idx="5275">
                  <c:v>43993</c:v>
                </c:pt>
                <c:pt idx="5276">
                  <c:v>43994</c:v>
                </c:pt>
                <c:pt idx="5277">
                  <c:v>43995</c:v>
                </c:pt>
                <c:pt idx="5278">
                  <c:v>43996</c:v>
                </c:pt>
                <c:pt idx="5279">
                  <c:v>43997</c:v>
                </c:pt>
                <c:pt idx="5280">
                  <c:v>43998</c:v>
                </c:pt>
                <c:pt idx="5281">
                  <c:v>43999</c:v>
                </c:pt>
                <c:pt idx="5282">
                  <c:v>44000</c:v>
                </c:pt>
                <c:pt idx="5283">
                  <c:v>44001</c:v>
                </c:pt>
                <c:pt idx="5284">
                  <c:v>44002</c:v>
                </c:pt>
                <c:pt idx="5285">
                  <c:v>44003</c:v>
                </c:pt>
                <c:pt idx="5286">
                  <c:v>44004</c:v>
                </c:pt>
                <c:pt idx="5287">
                  <c:v>44005</c:v>
                </c:pt>
                <c:pt idx="5288">
                  <c:v>44006</c:v>
                </c:pt>
                <c:pt idx="5289">
                  <c:v>44007</c:v>
                </c:pt>
                <c:pt idx="5290">
                  <c:v>44008</c:v>
                </c:pt>
                <c:pt idx="5291">
                  <c:v>44009</c:v>
                </c:pt>
                <c:pt idx="5292">
                  <c:v>44010</c:v>
                </c:pt>
                <c:pt idx="5293">
                  <c:v>44011</c:v>
                </c:pt>
                <c:pt idx="5294">
                  <c:v>44012</c:v>
                </c:pt>
                <c:pt idx="5295">
                  <c:v>44013</c:v>
                </c:pt>
                <c:pt idx="5296">
                  <c:v>44014</c:v>
                </c:pt>
                <c:pt idx="5297">
                  <c:v>44015</c:v>
                </c:pt>
                <c:pt idx="5298">
                  <c:v>44016</c:v>
                </c:pt>
                <c:pt idx="5299">
                  <c:v>44017</c:v>
                </c:pt>
                <c:pt idx="5300">
                  <c:v>44018</c:v>
                </c:pt>
                <c:pt idx="5301">
                  <c:v>44019</c:v>
                </c:pt>
                <c:pt idx="5302">
                  <c:v>44020</c:v>
                </c:pt>
                <c:pt idx="5303">
                  <c:v>44021</c:v>
                </c:pt>
                <c:pt idx="5304">
                  <c:v>44022</c:v>
                </c:pt>
                <c:pt idx="5305">
                  <c:v>44023</c:v>
                </c:pt>
                <c:pt idx="5306">
                  <c:v>44024</c:v>
                </c:pt>
                <c:pt idx="5307">
                  <c:v>44025</c:v>
                </c:pt>
                <c:pt idx="5308">
                  <c:v>44026</c:v>
                </c:pt>
                <c:pt idx="5309">
                  <c:v>44027</c:v>
                </c:pt>
                <c:pt idx="5310">
                  <c:v>44028</c:v>
                </c:pt>
                <c:pt idx="5311">
                  <c:v>44029</c:v>
                </c:pt>
                <c:pt idx="5312">
                  <c:v>44030</c:v>
                </c:pt>
                <c:pt idx="5313">
                  <c:v>44031</c:v>
                </c:pt>
                <c:pt idx="5314">
                  <c:v>44032</c:v>
                </c:pt>
                <c:pt idx="5315">
                  <c:v>44033</c:v>
                </c:pt>
                <c:pt idx="5316">
                  <c:v>44034</c:v>
                </c:pt>
                <c:pt idx="5317">
                  <c:v>44035</c:v>
                </c:pt>
                <c:pt idx="5318">
                  <c:v>44036</c:v>
                </c:pt>
                <c:pt idx="5319">
                  <c:v>44037</c:v>
                </c:pt>
                <c:pt idx="5320">
                  <c:v>44038</c:v>
                </c:pt>
                <c:pt idx="5321">
                  <c:v>44039</c:v>
                </c:pt>
                <c:pt idx="5322">
                  <c:v>44040</c:v>
                </c:pt>
                <c:pt idx="5323">
                  <c:v>44041</c:v>
                </c:pt>
                <c:pt idx="5324">
                  <c:v>44042</c:v>
                </c:pt>
                <c:pt idx="5325">
                  <c:v>44043</c:v>
                </c:pt>
                <c:pt idx="5326">
                  <c:v>44044</c:v>
                </c:pt>
                <c:pt idx="5327">
                  <c:v>44045</c:v>
                </c:pt>
                <c:pt idx="5328">
                  <c:v>44046</c:v>
                </c:pt>
                <c:pt idx="5329">
                  <c:v>44047</c:v>
                </c:pt>
                <c:pt idx="5330">
                  <c:v>44048</c:v>
                </c:pt>
                <c:pt idx="5331">
                  <c:v>44049</c:v>
                </c:pt>
                <c:pt idx="5332">
                  <c:v>44050</c:v>
                </c:pt>
                <c:pt idx="5333">
                  <c:v>44051</c:v>
                </c:pt>
                <c:pt idx="5334">
                  <c:v>44052</c:v>
                </c:pt>
                <c:pt idx="5335">
                  <c:v>44053</c:v>
                </c:pt>
                <c:pt idx="5336">
                  <c:v>44054</c:v>
                </c:pt>
                <c:pt idx="5337">
                  <c:v>44055</c:v>
                </c:pt>
                <c:pt idx="5338">
                  <c:v>44056</c:v>
                </c:pt>
                <c:pt idx="5339">
                  <c:v>44057</c:v>
                </c:pt>
                <c:pt idx="5340">
                  <c:v>44058</c:v>
                </c:pt>
                <c:pt idx="5341">
                  <c:v>44059</c:v>
                </c:pt>
                <c:pt idx="5342">
                  <c:v>44060</c:v>
                </c:pt>
                <c:pt idx="5343">
                  <c:v>44061</c:v>
                </c:pt>
                <c:pt idx="5344">
                  <c:v>44062</c:v>
                </c:pt>
                <c:pt idx="5345">
                  <c:v>44063</c:v>
                </c:pt>
                <c:pt idx="5346">
                  <c:v>44064</c:v>
                </c:pt>
                <c:pt idx="5347">
                  <c:v>44065</c:v>
                </c:pt>
                <c:pt idx="5348">
                  <c:v>44066</c:v>
                </c:pt>
                <c:pt idx="5349">
                  <c:v>44067</c:v>
                </c:pt>
                <c:pt idx="5350">
                  <c:v>44068</c:v>
                </c:pt>
                <c:pt idx="5351">
                  <c:v>44069</c:v>
                </c:pt>
                <c:pt idx="5352">
                  <c:v>44070</c:v>
                </c:pt>
                <c:pt idx="5353">
                  <c:v>44071</c:v>
                </c:pt>
                <c:pt idx="5354">
                  <c:v>44072</c:v>
                </c:pt>
                <c:pt idx="5355">
                  <c:v>44073</c:v>
                </c:pt>
                <c:pt idx="5356">
                  <c:v>44074</c:v>
                </c:pt>
                <c:pt idx="5357">
                  <c:v>44075</c:v>
                </c:pt>
                <c:pt idx="5358">
                  <c:v>44076</c:v>
                </c:pt>
                <c:pt idx="5359">
                  <c:v>44077</c:v>
                </c:pt>
                <c:pt idx="5360">
                  <c:v>44078</c:v>
                </c:pt>
                <c:pt idx="5361">
                  <c:v>44079</c:v>
                </c:pt>
                <c:pt idx="5362">
                  <c:v>44080</c:v>
                </c:pt>
                <c:pt idx="5363">
                  <c:v>44081</c:v>
                </c:pt>
                <c:pt idx="5364">
                  <c:v>44082</c:v>
                </c:pt>
                <c:pt idx="5365">
                  <c:v>44083</c:v>
                </c:pt>
                <c:pt idx="5366">
                  <c:v>44084</c:v>
                </c:pt>
                <c:pt idx="5367">
                  <c:v>44085</c:v>
                </c:pt>
                <c:pt idx="5368">
                  <c:v>44086</c:v>
                </c:pt>
                <c:pt idx="5369">
                  <c:v>44087</c:v>
                </c:pt>
                <c:pt idx="5370">
                  <c:v>44088</c:v>
                </c:pt>
                <c:pt idx="5371">
                  <c:v>44089</c:v>
                </c:pt>
                <c:pt idx="5372">
                  <c:v>44090</c:v>
                </c:pt>
                <c:pt idx="5373">
                  <c:v>44091</c:v>
                </c:pt>
                <c:pt idx="5374">
                  <c:v>44092</c:v>
                </c:pt>
                <c:pt idx="5375">
                  <c:v>44093</c:v>
                </c:pt>
                <c:pt idx="5376">
                  <c:v>44094</c:v>
                </c:pt>
                <c:pt idx="5377">
                  <c:v>44095</c:v>
                </c:pt>
                <c:pt idx="5378">
                  <c:v>44096</c:v>
                </c:pt>
                <c:pt idx="5379">
                  <c:v>44097</c:v>
                </c:pt>
                <c:pt idx="5380">
                  <c:v>44098</c:v>
                </c:pt>
                <c:pt idx="5381">
                  <c:v>44099</c:v>
                </c:pt>
                <c:pt idx="5382">
                  <c:v>44100</c:v>
                </c:pt>
                <c:pt idx="5383">
                  <c:v>44101</c:v>
                </c:pt>
                <c:pt idx="5384">
                  <c:v>44102</c:v>
                </c:pt>
                <c:pt idx="5385">
                  <c:v>44103</c:v>
                </c:pt>
                <c:pt idx="5386">
                  <c:v>44104</c:v>
                </c:pt>
                <c:pt idx="5387">
                  <c:v>44105</c:v>
                </c:pt>
                <c:pt idx="5388">
                  <c:v>44106</c:v>
                </c:pt>
                <c:pt idx="5389">
                  <c:v>44107</c:v>
                </c:pt>
                <c:pt idx="5390">
                  <c:v>44108</c:v>
                </c:pt>
                <c:pt idx="5391">
                  <c:v>44109</c:v>
                </c:pt>
                <c:pt idx="5392">
                  <c:v>44110</c:v>
                </c:pt>
                <c:pt idx="5393">
                  <c:v>44111</c:v>
                </c:pt>
                <c:pt idx="5394">
                  <c:v>44112</c:v>
                </c:pt>
                <c:pt idx="5395">
                  <c:v>44113</c:v>
                </c:pt>
                <c:pt idx="5396">
                  <c:v>44114</c:v>
                </c:pt>
                <c:pt idx="5397">
                  <c:v>44115</c:v>
                </c:pt>
                <c:pt idx="5398">
                  <c:v>44116</c:v>
                </c:pt>
                <c:pt idx="5399">
                  <c:v>44117</c:v>
                </c:pt>
                <c:pt idx="5400">
                  <c:v>44118</c:v>
                </c:pt>
                <c:pt idx="5401">
                  <c:v>44119</c:v>
                </c:pt>
                <c:pt idx="5402">
                  <c:v>44120</c:v>
                </c:pt>
                <c:pt idx="5403">
                  <c:v>44121</c:v>
                </c:pt>
                <c:pt idx="5404">
                  <c:v>44122</c:v>
                </c:pt>
                <c:pt idx="5405">
                  <c:v>44123</c:v>
                </c:pt>
                <c:pt idx="5406">
                  <c:v>44124</c:v>
                </c:pt>
                <c:pt idx="5407">
                  <c:v>44125</c:v>
                </c:pt>
                <c:pt idx="5408">
                  <c:v>44126</c:v>
                </c:pt>
                <c:pt idx="5409">
                  <c:v>44127</c:v>
                </c:pt>
                <c:pt idx="5410">
                  <c:v>44128</c:v>
                </c:pt>
                <c:pt idx="5411">
                  <c:v>44129</c:v>
                </c:pt>
                <c:pt idx="5412">
                  <c:v>44130</c:v>
                </c:pt>
                <c:pt idx="5413">
                  <c:v>44131</c:v>
                </c:pt>
                <c:pt idx="5414">
                  <c:v>44132</c:v>
                </c:pt>
                <c:pt idx="5415">
                  <c:v>44133</c:v>
                </c:pt>
                <c:pt idx="5416">
                  <c:v>44134</c:v>
                </c:pt>
                <c:pt idx="5417">
                  <c:v>44135</c:v>
                </c:pt>
                <c:pt idx="5418">
                  <c:v>44136</c:v>
                </c:pt>
                <c:pt idx="5419">
                  <c:v>44137</c:v>
                </c:pt>
                <c:pt idx="5420">
                  <c:v>44138</c:v>
                </c:pt>
                <c:pt idx="5421">
                  <c:v>44139</c:v>
                </c:pt>
                <c:pt idx="5422">
                  <c:v>44140</c:v>
                </c:pt>
                <c:pt idx="5423">
                  <c:v>44141</c:v>
                </c:pt>
                <c:pt idx="5424">
                  <c:v>44142</c:v>
                </c:pt>
                <c:pt idx="5425">
                  <c:v>44143</c:v>
                </c:pt>
                <c:pt idx="5426">
                  <c:v>44144</c:v>
                </c:pt>
                <c:pt idx="5427">
                  <c:v>44145</c:v>
                </c:pt>
                <c:pt idx="5428">
                  <c:v>44146</c:v>
                </c:pt>
                <c:pt idx="5429">
                  <c:v>44147</c:v>
                </c:pt>
                <c:pt idx="5430">
                  <c:v>44148</c:v>
                </c:pt>
                <c:pt idx="5431">
                  <c:v>44149</c:v>
                </c:pt>
                <c:pt idx="5432">
                  <c:v>44150</c:v>
                </c:pt>
                <c:pt idx="5433">
                  <c:v>44151</c:v>
                </c:pt>
                <c:pt idx="5434">
                  <c:v>44152</c:v>
                </c:pt>
                <c:pt idx="5435">
                  <c:v>44153</c:v>
                </c:pt>
                <c:pt idx="5436">
                  <c:v>44154</c:v>
                </c:pt>
                <c:pt idx="5437">
                  <c:v>44155</c:v>
                </c:pt>
                <c:pt idx="5438">
                  <c:v>44156</c:v>
                </c:pt>
                <c:pt idx="5439">
                  <c:v>44157</c:v>
                </c:pt>
                <c:pt idx="5440">
                  <c:v>44158</c:v>
                </c:pt>
                <c:pt idx="5441">
                  <c:v>44159</c:v>
                </c:pt>
                <c:pt idx="5442">
                  <c:v>44160</c:v>
                </c:pt>
                <c:pt idx="5443">
                  <c:v>44161</c:v>
                </c:pt>
                <c:pt idx="5444">
                  <c:v>44162</c:v>
                </c:pt>
                <c:pt idx="5445">
                  <c:v>44163</c:v>
                </c:pt>
                <c:pt idx="5446">
                  <c:v>44164</c:v>
                </c:pt>
                <c:pt idx="5447">
                  <c:v>44165</c:v>
                </c:pt>
                <c:pt idx="5448">
                  <c:v>44166</c:v>
                </c:pt>
                <c:pt idx="5449">
                  <c:v>44167</c:v>
                </c:pt>
                <c:pt idx="5450">
                  <c:v>44168</c:v>
                </c:pt>
                <c:pt idx="5451">
                  <c:v>44169</c:v>
                </c:pt>
                <c:pt idx="5452">
                  <c:v>44170</c:v>
                </c:pt>
                <c:pt idx="5453">
                  <c:v>44171</c:v>
                </c:pt>
                <c:pt idx="5454">
                  <c:v>44172</c:v>
                </c:pt>
                <c:pt idx="5455">
                  <c:v>44173</c:v>
                </c:pt>
                <c:pt idx="5456">
                  <c:v>44174</c:v>
                </c:pt>
                <c:pt idx="5457">
                  <c:v>44175</c:v>
                </c:pt>
                <c:pt idx="5458">
                  <c:v>44176</c:v>
                </c:pt>
                <c:pt idx="5459">
                  <c:v>44177</c:v>
                </c:pt>
                <c:pt idx="5460">
                  <c:v>44178</c:v>
                </c:pt>
                <c:pt idx="5461">
                  <c:v>44179</c:v>
                </c:pt>
                <c:pt idx="5462">
                  <c:v>44180</c:v>
                </c:pt>
                <c:pt idx="5463">
                  <c:v>44181</c:v>
                </c:pt>
                <c:pt idx="5464">
                  <c:v>44182</c:v>
                </c:pt>
                <c:pt idx="5465">
                  <c:v>44183</c:v>
                </c:pt>
                <c:pt idx="5466">
                  <c:v>44184</c:v>
                </c:pt>
                <c:pt idx="5467">
                  <c:v>44185</c:v>
                </c:pt>
                <c:pt idx="5468">
                  <c:v>44186</c:v>
                </c:pt>
                <c:pt idx="5469">
                  <c:v>44187</c:v>
                </c:pt>
                <c:pt idx="5470">
                  <c:v>44188</c:v>
                </c:pt>
                <c:pt idx="5471">
                  <c:v>44189</c:v>
                </c:pt>
                <c:pt idx="5472">
                  <c:v>44190</c:v>
                </c:pt>
                <c:pt idx="5473">
                  <c:v>44191</c:v>
                </c:pt>
                <c:pt idx="5474">
                  <c:v>44192</c:v>
                </c:pt>
                <c:pt idx="5475">
                  <c:v>44193</c:v>
                </c:pt>
                <c:pt idx="5476">
                  <c:v>44194</c:v>
                </c:pt>
                <c:pt idx="5477">
                  <c:v>44195</c:v>
                </c:pt>
                <c:pt idx="5478">
                  <c:v>44196</c:v>
                </c:pt>
                <c:pt idx="5479">
                  <c:v>44197</c:v>
                </c:pt>
                <c:pt idx="5480">
                  <c:v>44198</c:v>
                </c:pt>
                <c:pt idx="5481">
                  <c:v>44199</c:v>
                </c:pt>
                <c:pt idx="5482">
                  <c:v>44200</c:v>
                </c:pt>
                <c:pt idx="5483">
                  <c:v>44201</c:v>
                </c:pt>
                <c:pt idx="5484">
                  <c:v>44202</c:v>
                </c:pt>
                <c:pt idx="5485">
                  <c:v>44203</c:v>
                </c:pt>
                <c:pt idx="5486">
                  <c:v>44204</c:v>
                </c:pt>
                <c:pt idx="5487">
                  <c:v>44205</c:v>
                </c:pt>
                <c:pt idx="5488">
                  <c:v>44206</c:v>
                </c:pt>
                <c:pt idx="5489">
                  <c:v>44207</c:v>
                </c:pt>
                <c:pt idx="5490">
                  <c:v>44208</c:v>
                </c:pt>
                <c:pt idx="5491">
                  <c:v>44209</c:v>
                </c:pt>
                <c:pt idx="5492">
                  <c:v>44210</c:v>
                </c:pt>
                <c:pt idx="5493">
                  <c:v>44211</c:v>
                </c:pt>
                <c:pt idx="5494">
                  <c:v>44212</c:v>
                </c:pt>
                <c:pt idx="5495">
                  <c:v>44213</c:v>
                </c:pt>
                <c:pt idx="5496">
                  <c:v>44214</c:v>
                </c:pt>
                <c:pt idx="5497">
                  <c:v>44215</c:v>
                </c:pt>
                <c:pt idx="5498">
                  <c:v>44216</c:v>
                </c:pt>
                <c:pt idx="5499">
                  <c:v>44217</c:v>
                </c:pt>
                <c:pt idx="5500">
                  <c:v>44218</c:v>
                </c:pt>
                <c:pt idx="5501">
                  <c:v>44219</c:v>
                </c:pt>
                <c:pt idx="5502">
                  <c:v>44220</c:v>
                </c:pt>
                <c:pt idx="5503">
                  <c:v>44221</c:v>
                </c:pt>
                <c:pt idx="5504">
                  <c:v>44222</c:v>
                </c:pt>
                <c:pt idx="5505">
                  <c:v>44223</c:v>
                </c:pt>
                <c:pt idx="5506">
                  <c:v>44224</c:v>
                </c:pt>
                <c:pt idx="5507">
                  <c:v>44225</c:v>
                </c:pt>
                <c:pt idx="5508">
                  <c:v>44226</c:v>
                </c:pt>
                <c:pt idx="5509">
                  <c:v>44227</c:v>
                </c:pt>
                <c:pt idx="5510">
                  <c:v>44228</c:v>
                </c:pt>
                <c:pt idx="5511">
                  <c:v>44229</c:v>
                </c:pt>
                <c:pt idx="5512">
                  <c:v>44230</c:v>
                </c:pt>
                <c:pt idx="5513">
                  <c:v>44231</c:v>
                </c:pt>
                <c:pt idx="5514">
                  <c:v>44232</c:v>
                </c:pt>
                <c:pt idx="5515">
                  <c:v>44233</c:v>
                </c:pt>
                <c:pt idx="5516">
                  <c:v>44234</c:v>
                </c:pt>
                <c:pt idx="5517">
                  <c:v>44235</c:v>
                </c:pt>
                <c:pt idx="5518">
                  <c:v>44236</c:v>
                </c:pt>
                <c:pt idx="5519">
                  <c:v>44237</c:v>
                </c:pt>
                <c:pt idx="5520">
                  <c:v>44238</c:v>
                </c:pt>
                <c:pt idx="5521">
                  <c:v>44239</c:v>
                </c:pt>
                <c:pt idx="5522">
                  <c:v>44240</c:v>
                </c:pt>
                <c:pt idx="5523">
                  <c:v>44241</c:v>
                </c:pt>
                <c:pt idx="5524">
                  <c:v>44242</c:v>
                </c:pt>
                <c:pt idx="5525">
                  <c:v>44243</c:v>
                </c:pt>
                <c:pt idx="5526">
                  <c:v>44244</c:v>
                </c:pt>
                <c:pt idx="5527">
                  <c:v>44245</c:v>
                </c:pt>
                <c:pt idx="5528">
                  <c:v>44246</c:v>
                </c:pt>
                <c:pt idx="5529">
                  <c:v>44247</c:v>
                </c:pt>
                <c:pt idx="5530">
                  <c:v>44248</c:v>
                </c:pt>
                <c:pt idx="5531">
                  <c:v>44249</c:v>
                </c:pt>
                <c:pt idx="5532">
                  <c:v>44250</c:v>
                </c:pt>
                <c:pt idx="5533">
                  <c:v>44251</c:v>
                </c:pt>
                <c:pt idx="5534">
                  <c:v>44252</c:v>
                </c:pt>
                <c:pt idx="5535">
                  <c:v>44253</c:v>
                </c:pt>
                <c:pt idx="5536">
                  <c:v>44254</c:v>
                </c:pt>
                <c:pt idx="5537">
                  <c:v>44255</c:v>
                </c:pt>
                <c:pt idx="5538">
                  <c:v>44256</c:v>
                </c:pt>
                <c:pt idx="5539">
                  <c:v>44257</c:v>
                </c:pt>
                <c:pt idx="5540">
                  <c:v>44258</c:v>
                </c:pt>
                <c:pt idx="5541">
                  <c:v>44259</c:v>
                </c:pt>
                <c:pt idx="5542">
                  <c:v>44260</c:v>
                </c:pt>
                <c:pt idx="5543">
                  <c:v>44261</c:v>
                </c:pt>
                <c:pt idx="5544">
                  <c:v>44262</c:v>
                </c:pt>
                <c:pt idx="5545">
                  <c:v>44263</c:v>
                </c:pt>
                <c:pt idx="5546">
                  <c:v>44264</c:v>
                </c:pt>
                <c:pt idx="5547">
                  <c:v>44265</c:v>
                </c:pt>
                <c:pt idx="5548">
                  <c:v>44266</c:v>
                </c:pt>
                <c:pt idx="5549">
                  <c:v>44267</c:v>
                </c:pt>
                <c:pt idx="5550">
                  <c:v>44268</c:v>
                </c:pt>
                <c:pt idx="5551">
                  <c:v>44269</c:v>
                </c:pt>
                <c:pt idx="5552">
                  <c:v>44270</c:v>
                </c:pt>
                <c:pt idx="5553">
                  <c:v>44271</c:v>
                </c:pt>
                <c:pt idx="5554">
                  <c:v>44272</c:v>
                </c:pt>
                <c:pt idx="5555">
                  <c:v>44273</c:v>
                </c:pt>
                <c:pt idx="5556">
                  <c:v>44274</c:v>
                </c:pt>
                <c:pt idx="5557">
                  <c:v>44275</c:v>
                </c:pt>
                <c:pt idx="5558">
                  <c:v>44276</c:v>
                </c:pt>
                <c:pt idx="5559">
                  <c:v>44277</c:v>
                </c:pt>
                <c:pt idx="5560">
                  <c:v>44278</c:v>
                </c:pt>
                <c:pt idx="5561">
                  <c:v>44279</c:v>
                </c:pt>
                <c:pt idx="5562">
                  <c:v>44280</c:v>
                </c:pt>
                <c:pt idx="5563">
                  <c:v>44281</c:v>
                </c:pt>
                <c:pt idx="5564">
                  <c:v>44282</c:v>
                </c:pt>
                <c:pt idx="5565">
                  <c:v>44283</c:v>
                </c:pt>
                <c:pt idx="5566">
                  <c:v>44284</c:v>
                </c:pt>
                <c:pt idx="5567">
                  <c:v>44285</c:v>
                </c:pt>
                <c:pt idx="5568">
                  <c:v>44286</c:v>
                </c:pt>
                <c:pt idx="5569">
                  <c:v>44287</c:v>
                </c:pt>
                <c:pt idx="5570">
                  <c:v>44288</c:v>
                </c:pt>
                <c:pt idx="5571">
                  <c:v>44289</c:v>
                </c:pt>
                <c:pt idx="5572">
                  <c:v>44290</c:v>
                </c:pt>
                <c:pt idx="5573">
                  <c:v>44291</c:v>
                </c:pt>
                <c:pt idx="5574">
                  <c:v>44292</c:v>
                </c:pt>
                <c:pt idx="5575">
                  <c:v>44293</c:v>
                </c:pt>
                <c:pt idx="5576">
                  <c:v>44294</c:v>
                </c:pt>
                <c:pt idx="5577">
                  <c:v>44295</c:v>
                </c:pt>
                <c:pt idx="5578">
                  <c:v>44296</c:v>
                </c:pt>
                <c:pt idx="5579">
                  <c:v>44297</c:v>
                </c:pt>
                <c:pt idx="5580">
                  <c:v>44298</c:v>
                </c:pt>
                <c:pt idx="5581">
                  <c:v>44299</c:v>
                </c:pt>
                <c:pt idx="5582">
                  <c:v>44300</c:v>
                </c:pt>
                <c:pt idx="5583">
                  <c:v>44301</c:v>
                </c:pt>
                <c:pt idx="5584">
                  <c:v>44302</c:v>
                </c:pt>
                <c:pt idx="5585">
                  <c:v>44303</c:v>
                </c:pt>
                <c:pt idx="5586">
                  <c:v>44304</c:v>
                </c:pt>
                <c:pt idx="5587">
                  <c:v>44305</c:v>
                </c:pt>
                <c:pt idx="5588">
                  <c:v>44306</c:v>
                </c:pt>
                <c:pt idx="5589">
                  <c:v>44307</c:v>
                </c:pt>
                <c:pt idx="5590">
                  <c:v>44308</c:v>
                </c:pt>
                <c:pt idx="5591">
                  <c:v>44309</c:v>
                </c:pt>
                <c:pt idx="5592">
                  <c:v>44310</c:v>
                </c:pt>
                <c:pt idx="5593">
                  <c:v>44311</c:v>
                </c:pt>
                <c:pt idx="5594">
                  <c:v>44312</c:v>
                </c:pt>
                <c:pt idx="5595">
                  <c:v>44313</c:v>
                </c:pt>
                <c:pt idx="5596">
                  <c:v>44314</c:v>
                </c:pt>
                <c:pt idx="5597">
                  <c:v>44315</c:v>
                </c:pt>
                <c:pt idx="5598">
                  <c:v>44316</c:v>
                </c:pt>
                <c:pt idx="5599">
                  <c:v>44317</c:v>
                </c:pt>
                <c:pt idx="5600">
                  <c:v>44318</c:v>
                </c:pt>
                <c:pt idx="5601">
                  <c:v>44319</c:v>
                </c:pt>
                <c:pt idx="5602">
                  <c:v>44320</c:v>
                </c:pt>
                <c:pt idx="5603">
                  <c:v>44321</c:v>
                </c:pt>
                <c:pt idx="5604">
                  <c:v>44322</c:v>
                </c:pt>
                <c:pt idx="5605">
                  <c:v>44323</c:v>
                </c:pt>
                <c:pt idx="5606">
                  <c:v>44324</c:v>
                </c:pt>
                <c:pt idx="5607">
                  <c:v>44325</c:v>
                </c:pt>
                <c:pt idx="5608">
                  <c:v>44326</c:v>
                </c:pt>
                <c:pt idx="5609">
                  <c:v>44327</c:v>
                </c:pt>
                <c:pt idx="5610">
                  <c:v>44328</c:v>
                </c:pt>
                <c:pt idx="5611">
                  <c:v>44329</c:v>
                </c:pt>
                <c:pt idx="5612">
                  <c:v>44330</c:v>
                </c:pt>
                <c:pt idx="5613">
                  <c:v>44331</c:v>
                </c:pt>
                <c:pt idx="5614">
                  <c:v>44332</c:v>
                </c:pt>
                <c:pt idx="5615">
                  <c:v>44333</c:v>
                </c:pt>
                <c:pt idx="5616">
                  <c:v>44334</c:v>
                </c:pt>
                <c:pt idx="5617">
                  <c:v>44335</c:v>
                </c:pt>
                <c:pt idx="5618">
                  <c:v>44336</c:v>
                </c:pt>
                <c:pt idx="5619">
                  <c:v>44337</c:v>
                </c:pt>
                <c:pt idx="5620">
                  <c:v>44338</c:v>
                </c:pt>
                <c:pt idx="5621">
                  <c:v>44339</c:v>
                </c:pt>
                <c:pt idx="5622">
                  <c:v>44340</c:v>
                </c:pt>
                <c:pt idx="5623">
                  <c:v>44341</c:v>
                </c:pt>
                <c:pt idx="5624">
                  <c:v>44342</c:v>
                </c:pt>
                <c:pt idx="5625">
                  <c:v>44343</c:v>
                </c:pt>
                <c:pt idx="5626">
                  <c:v>44344</c:v>
                </c:pt>
                <c:pt idx="5627">
                  <c:v>44345</c:v>
                </c:pt>
                <c:pt idx="5628">
                  <c:v>44346</c:v>
                </c:pt>
                <c:pt idx="5629">
                  <c:v>44347</c:v>
                </c:pt>
                <c:pt idx="5630">
                  <c:v>44348</c:v>
                </c:pt>
                <c:pt idx="5631">
                  <c:v>44349</c:v>
                </c:pt>
                <c:pt idx="5632">
                  <c:v>44350</c:v>
                </c:pt>
                <c:pt idx="5633">
                  <c:v>44351</c:v>
                </c:pt>
                <c:pt idx="5634">
                  <c:v>44352</c:v>
                </c:pt>
                <c:pt idx="5635">
                  <c:v>44353</c:v>
                </c:pt>
                <c:pt idx="5636">
                  <c:v>44354</c:v>
                </c:pt>
                <c:pt idx="5637">
                  <c:v>44355</c:v>
                </c:pt>
                <c:pt idx="5638">
                  <c:v>44356</c:v>
                </c:pt>
                <c:pt idx="5639">
                  <c:v>44357</c:v>
                </c:pt>
                <c:pt idx="5640">
                  <c:v>44358</c:v>
                </c:pt>
                <c:pt idx="5641">
                  <c:v>44359</c:v>
                </c:pt>
                <c:pt idx="5642">
                  <c:v>44360</c:v>
                </c:pt>
                <c:pt idx="5643">
                  <c:v>44361</c:v>
                </c:pt>
                <c:pt idx="5644">
                  <c:v>44362</c:v>
                </c:pt>
                <c:pt idx="5645">
                  <c:v>44363</c:v>
                </c:pt>
                <c:pt idx="5646">
                  <c:v>44364</c:v>
                </c:pt>
                <c:pt idx="5647">
                  <c:v>44365</c:v>
                </c:pt>
                <c:pt idx="5648">
                  <c:v>44366</c:v>
                </c:pt>
                <c:pt idx="5649">
                  <c:v>44367</c:v>
                </c:pt>
                <c:pt idx="5650">
                  <c:v>44368</c:v>
                </c:pt>
                <c:pt idx="5651">
                  <c:v>44369</c:v>
                </c:pt>
                <c:pt idx="5652">
                  <c:v>44370</c:v>
                </c:pt>
                <c:pt idx="5653">
                  <c:v>44371</c:v>
                </c:pt>
                <c:pt idx="5654">
                  <c:v>44372</c:v>
                </c:pt>
                <c:pt idx="5655">
                  <c:v>44373</c:v>
                </c:pt>
                <c:pt idx="5656">
                  <c:v>44374</c:v>
                </c:pt>
                <c:pt idx="5657">
                  <c:v>44375</c:v>
                </c:pt>
                <c:pt idx="5658">
                  <c:v>44376</c:v>
                </c:pt>
                <c:pt idx="5659">
                  <c:v>44377</c:v>
                </c:pt>
                <c:pt idx="5660">
                  <c:v>44378</c:v>
                </c:pt>
                <c:pt idx="5661">
                  <c:v>44379</c:v>
                </c:pt>
                <c:pt idx="5662">
                  <c:v>44380</c:v>
                </c:pt>
                <c:pt idx="5663">
                  <c:v>44381</c:v>
                </c:pt>
                <c:pt idx="5664">
                  <c:v>44382</c:v>
                </c:pt>
                <c:pt idx="5665">
                  <c:v>44383</c:v>
                </c:pt>
                <c:pt idx="5666">
                  <c:v>44384</c:v>
                </c:pt>
                <c:pt idx="5667">
                  <c:v>44385</c:v>
                </c:pt>
                <c:pt idx="5668">
                  <c:v>44386</c:v>
                </c:pt>
                <c:pt idx="5669">
                  <c:v>44387</c:v>
                </c:pt>
                <c:pt idx="5670">
                  <c:v>44388</c:v>
                </c:pt>
                <c:pt idx="5671">
                  <c:v>44389</c:v>
                </c:pt>
                <c:pt idx="5672">
                  <c:v>44390</c:v>
                </c:pt>
                <c:pt idx="5673">
                  <c:v>44391</c:v>
                </c:pt>
                <c:pt idx="5674">
                  <c:v>44392</c:v>
                </c:pt>
                <c:pt idx="5675">
                  <c:v>44393</c:v>
                </c:pt>
                <c:pt idx="5676">
                  <c:v>44394</c:v>
                </c:pt>
                <c:pt idx="5677">
                  <c:v>44395</c:v>
                </c:pt>
                <c:pt idx="5678">
                  <c:v>44396</c:v>
                </c:pt>
                <c:pt idx="5679">
                  <c:v>44397</c:v>
                </c:pt>
                <c:pt idx="5680">
                  <c:v>44398</c:v>
                </c:pt>
                <c:pt idx="5681">
                  <c:v>44399</c:v>
                </c:pt>
                <c:pt idx="5682">
                  <c:v>44400</c:v>
                </c:pt>
                <c:pt idx="5683">
                  <c:v>44401</c:v>
                </c:pt>
                <c:pt idx="5684">
                  <c:v>44402</c:v>
                </c:pt>
                <c:pt idx="5685">
                  <c:v>44403</c:v>
                </c:pt>
                <c:pt idx="5686">
                  <c:v>44404</c:v>
                </c:pt>
                <c:pt idx="5687">
                  <c:v>44405</c:v>
                </c:pt>
                <c:pt idx="5688">
                  <c:v>44406</c:v>
                </c:pt>
                <c:pt idx="5689">
                  <c:v>44407</c:v>
                </c:pt>
                <c:pt idx="5690">
                  <c:v>44408</c:v>
                </c:pt>
                <c:pt idx="5691">
                  <c:v>44409</c:v>
                </c:pt>
                <c:pt idx="5692">
                  <c:v>44410</c:v>
                </c:pt>
                <c:pt idx="5693">
                  <c:v>44411</c:v>
                </c:pt>
                <c:pt idx="5694">
                  <c:v>44412</c:v>
                </c:pt>
                <c:pt idx="5695">
                  <c:v>44413</c:v>
                </c:pt>
                <c:pt idx="5696">
                  <c:v>44414</c:v>
                </c:pt>
                <c:pt idx="5697">
                  <c:v>44415</c:v>
                </c:pt>
                <c:pt idx="5698">
                  <c:v>44416</c:v>
                </c:pt>
                <c:pt idx="5699">
                  <c:v>44417</c:v>
                </c:pt>
                <c:pt idx="5700">
                  <c:v>44418</c:v>
                </c:pt>
                <c:pt idx="5701">
                  <c:v>44419</c:v>
                </c:pt>
                <c:pt idx="5702">
                  <c:v>44420</c:v>
                </c:pt>
                <c:pt idx="5703">
                  <c:v>44421</c:v>
                </c:pt>
                <c:pt idx="5704">
                  <c:v>44422</c:v>
                </c:pt>
                <c:pt idx="5705">
                  <c:v>44423</c:v>
                </c:pt>
                <c:pt idx="5706">
                  <c:v>44424</c:v>
                </c:pt>
                <c:pt idx="5707">
                  <c:v>44425</c:v>
                </c:pt>
                <c:pt idx="5708">
                  <c:v>44426</c:v>
                </c:pt>
                <c:pt idx="5709">
                  <c:v>44427</c:v>
                </c:pt>
                <c:pt idx="5710">
                  <c:v>44428</c:v>
                </c:pt>
                <c:pt idx="5711">
                  <c:v>44429</c:v>
                </c:pt>
                <c:pt idx="5712">
                  <c:v>44430</c:v>
                </c:pt>
                <c:pt idx="5713">
                  <c:v>44431</c:v>
                </c:pt>
                <c:pt idx="5714">
                  <c:v>44432</c:v>
                </c:pt>
                <c:pt idx="5715">
                  <c:v>44433</c:v>
                </c:pt>
                <c:pt idx="5716">
                  <c:v>44434</c:v>
                </c:pt>
                <c:pt idx="5717">
                  <c:v>44435</c:v>
                </c:pt>
                <c:pt idx="5718">
                  <c:v>44436</c:v>
                </c:pt>
                <c:pt idx="5719">
                  <c:v>44437</c:v>
                </c:pt>
                <c:pt idx="5720">
                  <c:v>44438</c:v>
                </c:pt>
                <c:pt idx="5721">
                  <c:v>44439</c:v>
                </c:pt>
                <c:pt idx="5722">
                  <c:v>44440</c:v>
                </c:pt>
                <c:pt idx="5723">
                  <c:v>44441</c:v>
                </c:pt>
                <c:pt idx="5724">
                  <c:v>44442</c:v>
                </c:pt>
                <c:pt idx="5725">
                  <c:v>44443</c:v>
                </c:pt>
                <c:pt idx="5726">
                  <c:v>44444</c:v>
                </c:pt>
                <c:pt idx="5727">
                  <c:v>44445</c:v>
                </c:pt>
                <c:pt idx="5728">
                  <c:v>44446</c:v>
                </c:pt>
                <c:pt idx="5729">
                  <c:v>44447</c:v>
                </c:pt>
                <c:pt idx="5730">
                  <c:v>44448</c:v>
                </c:pt>
                <c:pt idx="5731">
                  <c:v>44449</c:v>
                </c:pt>
                <c:pt idx="5732">
                  <c:v>44450</c:v>
                </c:pt>
                <c:pt idx="5733">
                  <c:v>44451</c:v>
                </c:pt>
                <c:pt idx="5734">
                  <c:v>44452</c:v>
                </c:pt>
                <c:pt idx="5735">
                  <c:v>44453</c:v>
                </c:pt>
                <c:pt idx="5736">
                  <c:v>44454</c:v>
                </c:pt>
                <c:pt idx="5737">
                  <c:v>44455</c:v>
                </c:pt>
                <c:pt idx="5738">
                  <c:v>44456</c:v>
                </c:pt>
                <c:pt idx="5739">
                  <c:v>44457</c:v>
                </c:pt>
                <c:pt idx="5740">
                  <c:v>44458</c:v>
                </c:pt>
                <c:pt idx="5741">
                  <c:v>44459</c:v>
                </c:pt>
                <c:pt idx="5742">
                  <c:v>44460</c:v>
                </c:pt>
                <c:pt idx="5743">
                  <c:v>44461</c:v>
                </c:pt>
                <c:pt idx="5744">
                  <c:v>44462</c:v>
                </c:pt>
                <c:pt idx="5745">
                  <c:v>44463</c:v>
                </c:pt>
                <c:pt idx="5746">
                  <c:v>44464</c:v>
                </c:pt>
                <c:pt idx="5747">
                  <c:v>44465</c:v>
                </c:pt>
                <c:pt idx="5748">
                  <c:v>44466</c:v>
                </c:pt>
                <c:pt idx="5749">
                  <c:v>44467</c:v>
                </c:pt>
                <c:pt idx="5750">
                  <c:v>44468</c:v>
                </c:pt>
                <c:pt idx="5751">
                  <c:v>44469</c:v>
                </c:pt>
                <c:pt idx="5752">
                  <c:v>44470</c:v>
                </c:pt>
                <c:pt idx="5753">
                  <c:v>44471</c:v>
                </c:pt>
                <c:pt idx="5754">
                  <c:v>44472</c:v>
                </c:pt>
                <c:pt idx="5755">
                  <c:v>44473</c:v>
                </c:pt>
                <c:pt idx="5756">
                  <c:v>44474</c:v>
                </c:pt>
                <c:pt idx="5757">
                  <c:v>44475</c:v>
                </c:pt>
                <c:pt idx="5758">
                  <c:v>44476</c:v>
                </c:pt>
                <c:pt idx="5759">
                  <c:v>44477</c:v>
                </c:pt>
                <c:pt idx="5760">
                  <c:v>44478</c:v>
                </c:pt>
                <c:pt idx="5761">
                  <c:v>44479</c:v>
                </c:pt>
                <c:pt idx="5762">
                  <c:v>44480</c:v>
                </c:pt>
                <c:pt idx="5763">
                  <c:v>44481</c:v>
                </c:pt>
                <c:pt idx="5764">
                  <c:v>44482</c:v>
                </c:pt>
                <c:pt idx="5765">
                  <c:v>44483</c:v>
                </c:pt>
                <c:pt idx="5766">
                  <c:v>44484</c:v>
                </c:pt>
                <c:pt idx="5767">
                  <c:v>44485</c:v>
                </c:pt>
                <c:pt idx="5768">
                  <c:v>44486</c:v>
                </c:pt>
                <c:pt idx="5769">
                  <c:v>44487</c:v>
                </c:pt>
                <c:pt idx="5770">
                  <c:v>44488</c:v>
                </c:pt>
                <c:pt idx="5771">
                  <c:v>44489</c:v>
                </c:pt>
                <c:pt idx="5772">
                  <c:v>44490</c:v>
                </c:pt>
                <c:pt idx="5773">
                  <c:v>44491</c:v>
                </c:pt>
                <c:pt idx="5774">
                  <c:v>44492</c:v>
                </c:pt>
                <c:pt idx="5775">
                  <c:v>44493</c:v>
                </c:pt>
                <c:pt idx="5776">
                  <c:v>44494</c:v>
                </c:pt>
                <c:pt idx="5777">
                  <c:v>44495</c:v>
                </c:pt>
                <c:pt idx="5778">
                  <c:v>44496</c:v>
                </c:pt>
                <c:pt idx="5779">
                  <c:v>44497</c:v>
                </c:pt>
                <c:pt idx="5780">
                  <c:v>44498</c:v>
                </c:pt>
                <c:pt idx="5781">
                  <c:v>44499</c:v>
                </c:pt>
                <c:pt idx="5782">
                  <c:v>44500</c:v>
                </c:pt>
                <c:pt idx="5783">
                  <c:v>44501</c:v>
                </c:pt>
                <c:pt idx="5784">
                  <c:v>44502</c:v>
                </c:pt>
                <c:pt idx="5785">
                  <c:v>44503</c:v>
                </c:pt>
                <c:pt idx="5786">
                  <c:v>44504</c:v>
                </c:pt>
                <c:pt idx="5787">
                  <c:v>44505</c:v>
                </c:pt>
                <c:pt idx="5788">
                  <c:v>44506</c:v>
                </c:pt>
                <c:pt idx="5789">
                  <c:v>44507</c:v>
                </c:pt>
                <c:pt idx="5790">
                  <c:v>44508</c:v>
                </c:pt>
                <c:pt idx="5791">
                  <c:v>44509</c:v>
                </c:pt>
                <c:pt idx="5792">
                  <c:v>44510</c:v>
                </c:pt>
                <c:pt idx="5793">
                  <c:v>44511</c:v>
                </c:pt>
                <c:pt idx="5794">
                  <c:v>44512</c:v>
                </c:pt>
                <c:pt idx="5795">
                  <c:v>44513</c:v>
                </c:pt>
                <c:pt idx="5796">
                  <c:v>44514</c:v>
                </c:pt>
                <c:pt idx="5797">
                  <c:v>44515</c:v>
                </c:pt>
                <c:pt idx="5798">
                  <c:v>44516</c:v>
                </c:pt>
                <c:pt idx="5799">
                  <c:v>44517</c:v>
                </c:pt>
                <c:pt idx="5800">
                  <c:v>44518</c:v>
                </c:pt>
                <c:pt idx="5801">
                  <c:v>44519</c:v>
                </c:pt>
                <c:pt idx="5802">
                  <c:v>44520</c:v>
                </c:pt>
                <c:pt idx="5803">
                  <c:v>44521</c:v>
                </c:pt>
                <c:pt idx="5804">
                  <c:v>44522</c:v>
                </c:pt>
                <c:pt idx="5805">
                  <c:v>44523</c:v>
                </c:pt>
                <c:pt idx="5806">
                  <c:v>44524</c:v>
                </c:pt>
                <c:pt idx="5807">
                  <c:v>44525</c:v>
                </c:pt>
                <c:pt idx="5808">
                  <c:v>44526</c:v>
                </c:pt>
                <c:pt idx="5809">
                  <c:v>44527</c:v>
                </c:pt>
                <c:pt idx="5810">
                  <c:v>44528</c:v>
                </c:pt>
                <c:pt idx="5811">
                  <c:v>44529</c:v>
                </c:pt>
                <c:pt idx="5812">
                  <c:v>44530</c:v>
                </c:pt>
                <c:pt idx="5813">
                  <c:v>44531</c:v>
                </c:pt>
                <c:pt idx="5814">
                  <c:v>44532</c:v>
                </c:pt>
                <c:pt idx="5815">
                  <c:v>44533</c:v>
                </c:pt>
                <c:pt idx="5816">
                  <c:v>44534</c:v>
                </c:pt>
                <c:pt idx="5817">
                  <c:v>44535</c:v>
                </c:pt>
                <c:pt idx="5818">
                  <c:v>44536</c:v>
                </c:pt>
                <c:pt idx="5819">
                  <c:v>44537</c:v>
                </c:pt>
                <c:pt idx="5820">
                  <c:v>44538</c:v>
                </c:pt>
                <c:pt idx="5821">
                  <c:v>44539</c:v>
                </c:pt>
                <c:pt idx="5822">
                  <c:v>44540</c:v>
                </c:pt>
                <c:pt idx="5823">
                  <c:v>44541</c:v>
                </c:pt>
                <c:pt idx="5824">
                  <c:v>44542</c:v>
                </c:pt>
                <c:pt idx="5825">
                  <c:v>44543</c:v>
                </c:pt>
                <c:pt idx="5826">
                  <c:v>44544</c:v>
                </c:pt>
                <c:pt idx="5827">
                  <c:v>44545</c:v>
                </c:pt>
                <c:pt idx="5828">
                  <c:v>44546</c:v>
                </c:pt>
                <c:pt idx="5829">
                  <c:v>44547</c:v>
                </c:pt>
                <c:pt idx="5830">
                  <c:v>44548</c:v>
                </c:pt>
                <c:pt idx="5831">
                  <c:v>44549</c:v>
                </c:pt>
                <c:pt idx="5832">
                  <c:v>44550</c:v>
                </c:pt>
                <c:pt idx="5833">
                  <c:v>44551</c:v>
                </c:pt>
                <c:pt idx="5834">
                  <c:v>44552</c:v>
                </c:pt>
                <c:pt idx="5835">
                  <c:v>44553</c:v>
                </c:pt>
                <c:pt idx="5836">
                  <c:v>44554</c:v>
                </c:pt>
                <c:pt idx="5837">
                  <c:v>44555</c:v>
                </c:pt>
                <c:pt idx="5838">
                  <c:v>44556</c:v>
                </c:pt>
                <c:pt idx="5839">
                  <c:v>44557</c:v>
                </c:pt>
                <c:pt idx="5840">
                  <c:v>44558</c:v>
                </c:pt>
                <c:pt idx="5841">
                  <c:v>44559</c:v>
                </c:pt>
                <c:pt idx="5842">
                  <c:v>44560</c:v>
                </c:pt>
                <c:pt idx="5843">
                  <c:v>44561</c:v>
                </c:pt>
                <c:pt idx="5844">
                  <c:v>44562</c:v>
                </c:pt>
                <c:pt idx="5845">
                  <c:v>44563</c:v>
                </c:pt>
                <c:pt idx="5846">
                  <c:v>44564</c:v>
                </c:pt>
                <c:pt idx="5847">
                  <c:v>44565</c:v>
                </c:pt>
                <c:pt idx="5848">
                  <c:v>44566</c:v>
                </c:pt>
                <c:pt idx="5849">
                  <c:v>44567</c:v>
                </c:pt>
                <c:pt idx="5850">
                  <c:v>44568</c:v>
                </c:pt>
                <c:pt idx="5851">
                  <c:v>44569</c:v>
                </c:pt>
                <c:pt idx="5852">
                  <c:v>44570</c:v>
                </c:pt>
                <c:pt idx="5853">
                  <c:v>44571</c:v>
                </c:pt>
                <c:pt idx="5854">
                  <c:v>44572</c:v>
                </c:pt>
                <c:pt idx="5855">
                  <c:v>44573</c:v>
                </c:pt>
                <c:pt idx="5856">
                  <c:v>44574</c:v>
                </c:pt>
                <c:pt idx="5857">
                  <c:v>44575</c:v>
                </c:pt>
                <c:pt idx="5858">
                  <c:v>44576</c:v>
                </c:pt>
                <c:pt idx="5859">
                  <c:v>44577</c:v>
                </c:pt>
                <c:pt idx="5860">
                  <c:v>44578</c:v>
                </c:pt>
                <c:pt idx="5861">
                  <c:v>44579</c:v>
                </c:pt>
                <c:pt idx="5862">
                  <c:v>44580</c:v>
                </c:pt>
                <c:pt idx="5863">
                  <c:v>44581</c:v>
                </c:pt>
                <c:pt idx="5864">
                  <c:v>44582</c:v>
                </c:pt>
                <c:pt idx="5865">
                  <c:v>44583</c:v>
                </c:pt>
                <c:pt idx="5866">
                  <c:v>44584</c:v>
                </c:pt>
                <c:pt idx="5867">
                  <c:v>44585</c:v>
                </c:pt>
                <c:pt idx="5868">
                  <c:v>44586</c:v>
                </c:pt>
                <c:pt idx="5869">
                  <c:v>44587</c:v>
                </c:pt>
                <c:pt idx="5870">
                  <c:v>44588</c:v>
                </c:pt>
                <c:pt idx="5871">
                  <c:v>44589</c:v>
                </c:pt>
                <c:pt idx="5872">
                  <c:v>44590</c:v>
                </c:pt>
                <c:pt idx="5873">
                  <c:v>44591</c:v>
                </c:pt>
                <c:pt idx="5874">
                  <c:v>44592</c:v>
                </c:pt>
                <c:pt idx="5875">
                  <c:v>44593</c:v>
                </c:pt>
                <c:pt idx="5876">
                  <c:v>44594</c:v>
                </c:pt>
                <c:pt idx="5877">
                  <c:v>44595</c:v>
                </c:pt>
                <c:pt idx="5878">
                  <c:v>44596</c:v>
                </c:pt>
                <c:pt idx="5879">
                  <c:v>44597</c:v>
                </c:pt>
                <c:pt idx="5880">
                  <c:v>44598</c:v>
                </c:pt>
                <c:pt idx="5881">
                  <c:v>44599</c:v>
                </c:pt>
                <c:pt idx="5882">
                  <c:v>44600</c:v>
                </c:pt>
                <c:pt idx="5883">
                  <c:v>44601</c:v>
                </c:pt>
                <c:pt idx="5884">
                  <c:v>44602</c:v>
                </c:pt>
                <c:pt idx="5885">
                  <c:v>44603</c:v>
                </c:pt>
                <c:pt idx="5886">
                  <c:v>44604</c:v>
                </c:pt>
                <c:pt idx="5887">
                  <c:v>44605</c:v>
                </c:pt>
                <c:pt idx="5888">
                  <c:v>44606</c:v>
                </c:pt>
                <c:pt idx="5889">
                  <c:v>44607</c:v>
                </c:pt>
                <c:pt idx="5890">
                  <c:v>44608</c:v>
                </c:pt>
                <c:pt idx="5891">
                  <c:v>44609</c:v>
                </c:pt>
                <c:pt idx="5892">
                  <c:v>44610</c:v>
                </c:pt>
                <c:pt idx="5893">
                  <c:v>44611</c:v>
                </c:pt>
                <c:pt idx="5894">
                  <c:v>44612</c:v>
                </c:pt>
                <c:pt idx="5895">
                  <c:v>44613</c:v>
                </c:pt>
                <c:pt idx="5896">
                  <c:v>44614</c:v>
                </c:pt>
                <c:pt idx="5897">
                  <c:v>44615</c:v>
                </c:pt>
                <c:pt idx="5898">
                  <c:v>44616</c:v>
                </c:pt>
                <c:pt idx="5899">
                  <c:v>44617</c:v>
                </c:pt>
                <c:pt idx="5900">
                  <c:v>44618</c:v>
                </c:pt>
                <c:pt idx="5901">
                  <c:v>44619</c:v>
                </c:pt>
                <c:pt idx="5902">
                  <c:v>44620</c:v>
                </c:pt>
                <c:pt idx="5903">
                  <c:v>44621</c:v>
                </c:pt>
                <c:pt idx="5904">
                  <c:v>44622</c:v>
                </c:pt>
                <c:pt idx="5905">
                  <c:v>44623</c:v>
                </c:pt>
                <c:pt idx="5906">
                  <c:v>44624</c:v>
                </c:pt>
                <c:pt idx="5907">
                  <c:v>44625</c:v>
                </c:pt>
                <c:pt idx="5908">
                  <c:v>44626</c:v>
                </c:pt>
                <c:pt idx="5909">
                  <c:v>44627</c:v>
                </c:pt>
                <c:pt idx="5910">
                  <c:v>44628</c:v>
                </c:pt>
                <c:pt idx="5911">
                  <c:v>44629</c:v>
                </c:pt>
                <c:pt idx="5912">
                  <c:v>44630</c:v>
                </c:pt>
                <c:pt idx="5913">
                  <c:v>44631</c:v>
                </c:pt>
                <c:pt idx="5914">
                  <c:v>44632</c:v>
                </c:pt>
                <c:pt idx="5915">
                  <c:v>44633</c:v>
                </c:pt>
                <c:pt idx="5916">
                  <c:v>44634</c:v>
                </c:pt>
                <c:pt idx="5917">
                  <c:v>44635</c:v>
                </c:pt>
                <c:pt idx="5918">
                  <c:v>44636</c:v>
                </c:pt>
                <c:pt idx="5919">
                  <c:v>44637</c:v>
                </c:pt>
                <c:pt idx="5920">
                  <c:v>44638</c:v>
                </c:pt>
                <c:pt idx="5921">
                  <c:v>44639</c:v>
                </c:pt>
                <c:pt idx="5922">
                  <c:v>44640</c:v>
                </c:pt>
                <c:pt idx="5923">
                  <c:v>44641</c:v>
                </c:pt>
                <c:pt idx="5924">
                  <c:v>44642</c:v>
                </c:pt>
                <c:pt idx="5925">
                  <c:v>44643</c:v>
                </c:pt>
                <c:pt idx="5926">
                  <c:v>44644</c:v>
                </c:pt>
                <c:pt idx="5927">
                  <c:v>44645</c:v>
                </c:pt>
                <c:pt idx="5928">
                  <c:v>44646</c:v>
                </c:pt>
                <c:pt idx="5929">
                  <c:v>44647</c:v>
                </c:pt>
                <c:pt idx="5930">
                  <c:v>44648</c:v>
                </c:pt>
                <c:pt idx="5931">
                  <c:v>44649</c:v>
                </c:pt>
                <c:pt idx="5932">
                  <c:v>44650</c:v>
                </c:pt>
                <c:pt idx="5933">
                  <c:v>44651</c:v>
                </c:pt>
                <c:pt idx="5934">
                  <c:v>44652</c:v>
                </c:pt>
                <c:pt idx="5935">
                  <c:v>44653</c:v>
                </c:pt>
                <c:pt idx="5936">
                  <c:v>44654</c:v>
                </c:pt>
                <c:pt idx="5937">
                  <c:v>44655</c:v>
                </c:pt>
                <c:pt idx="5938">
                  <c:v>44656</c:v>
                </c:pt>
                <c:pt idx="5939">
                  <c:v>44657</c:v>
                </c:pt>
                <c:pt idx="5940">
                  <c:v>44658</c:v>
                </c:pt>
                <c:pt idx="5941">
                  <c:v>44659</c:v>
                </c:pt>
                <c:pt idx="5942">
                  <c:v>44660</c:v>
                </c:pt>
                <c:pt idx="5943">
                  <c:v>44661</c:v>
                </c:pt>
                <c:pt idx="5944">
                  <c:v>44662</c:v>
                </c:pt>
                <c:pt idx="5945">
                  <c:v>44663</c:v>
                </c:pt>
                <c:pt idx="5946">
                  <c:v>44664</c:v>
                </c:pt>
                <c:pt idx="5947">
                  <c:v>44665</c:v>
                </c:pt>
                <c:pt idx="5948">
                  <c:v>44666</c:v>
                </c:pt>
                <c:pt idx="5949">
                  <c:v>44667</c:v>
                </c:pt>
                <c:pt idx="5950">
                  <c:v>44668</c:v>
                </c:pt>
                <c:pt idx="5951">
                  <c:v>44669</c:v>
                </c:pt>
                <c:pt idx="5952">
                  <c:v>44670</c:v>
                </c:pt>
                <c:pt idx="5953">
                  <c:v>44671</c:v>
                </c:pt>
                <c:pt idx="5954">
                  <c:v>44672</c:v>
                </c:pt>
                <c:pt idx="5955">
                  <c:v>44673</c:v>
                </c:pt>
                <c:pt idx="5956">
                  <c:v>44674</c:v>
                </c:pt>
                <c:pt idx="5957">
                  <c:v>44675</c:v>
                </c:pt>
                <c:pt idx="5958">
                  <c:v>44676</c:v>
                </c:pt>
                <c:pt idx="5959">
                  <c:v>44677</c:v>
                </c:pt>
                <c:pt idx="5960">
                  <c:v>44678</c:v>
                </c:pt>
                <c:pt idx="5961">
                  <c:v>44679</c:v>
                </c:pt>
                <c:pt idx="5962">
                  <c:v>44680</c:v>
                </c:pt>
                <c:pt idx="5963">
                  <c:v>44681</c:v>
                </c:pt>
                <c:pt idx="5964">
                  <c:v>44682</c:v>
                </c:pt>
                <c:pt idx="5965">
                  <c:v>44683</c:v>
                </c:pt>
                <c:pt idx="5966">
                  <c:v>44684</c:v>
                </c:pt>
                <c:pt idx="5967">
                  <c:v>44685</c:v>
                </c:pt>
                <c:pt idx="5968">
                  <c:v>44686</c:v>
                </c:pt>
                <c:pt idx="5969">
                  <c:v>44687</c:v>
                </c:pt>
                <c:pt idx="5970">
                  <c:v>44688</c:v>
                </c:pt>
                <c:pt idx="5971">
                  <c:v>44689</c:v>
                </c:pt>
                <c:pt idx="5972">
                  <c:v>44690</c:v>
                </c:pt>
                <c:pt idx="5973">
                  <c:v>44691</c:v>
                </c:pt>
                <c:pt idx="5974">
                  <c:v>44692</c:v>
                </c:pt>
                <c:pt idx="5975">
                  <c:v>44693</c:v>
                </c:pt>
                <c:pt idx="5976">
                  <c:v>44694</c:v>
                </c:pt>
                <c:pt idx="5977">
                  <c:v>44695</c:v>
                </c:pt>
                <c:pt idx="5978">
                  <c:v>44696</c:v>
                </c:pt>
                <c:pt idx="5979">
                  <c:v>44697</c:v>
                </c:pt>
                <c:pt idx="5980">
                  <c:v>44698</c:v>
                </c:pt>
                <c:pt idx="5981">
                  <c:v>44699</c:v>
                </c:pt>
                <c:pt idx="5982">
                  <c:v>44700</c:v>
                </c:pt>
                <c:pt idx="5983">
                  <c:v>44701</c:v>
                </c:pt>
                <c:pt idx="5984">
                  <c:v>44702</c:v>
                </c:pt>
                <c:pt idx="5985">
                  <c:v>44703</c:v>
                </c:pt>
                <c:pt idx="5986">
                  <c:v>44704</c:v>
                </c:pt>
                <c:pt idx="5987">
                  <c:v>44705</c:v>
                </c:pt>
                <c:pt idx="5988">
                  <c:v>44706</c:v>
                </c:pt>
                <c:pt idx="5989">
                  <c:v>44707</c:v>
                </c:pt>
                <c:pt idx="5990">
                  <c:v>44708</c:v>
                </c:pt>
                <c:pt idx="5991">
                  <c:v>44709</c:v>
                </c:pt>
                <c:pt idx="5992">
                  <c:v>44710</c:v>
                </c:pt>
                <c:pt idx="5993">
                  <c:v>44711</c:v>
                </c:pt>
                <c:pt idx="5994">
                  <c:v>44712</c:v>
                </c:pt>
                <c:pt idx="5995">
                  <c:v>44713</c:v>
                </c:pt>
                <c:pt idx="5996">
                  <c:v>44714</c:v>
                </c:pt>
                <c:pt idx="5997">
                  <c:v>44715</c:v>
                </c:pt>
                <c:pt idx="5998">
                  <c:v>44716</c:v>
                </c:pt>
                <c:pt idx="5999">
                  <c:v>44717</c:v>
                </c:pt>
                <c:pt idx="6000">
                  <c:v>44718</c:v>
                </c:pt>
                <c:pt idx="6001">
                  <c:v>44719</c:v>
                </c:pt>
                <c:pt idx="6002">
                  <c:v>44720</c:v>
                </c:pt>
                <c:pt idx="6003">
                  <c:v>44721</c:v>
                </c:pt>
                <c:pt idx="6004">
                  <c:v>44722</c:v>
                </c:pt>
                <c:pt idx="6005">
                  <c:v>44723</c:v>
                </c:pt>
                <c:pt idx="6006">
                  <c:v>44724</c:v>
                </c:pt>
                <c:pt idx="6007">
                  <c:v>44725</c:v>
                </c:pt>
                <c:pt idx="6008">
                  <c:v>44726</c:v>
                </c:pt>
                <c:pt idx="6009">
                  <c:v>44727</c:v>
                </c:pt>
                <c:pt idx="6010">
                  <c:v>44728</c:v>
                </c:pt>
                <c:pt idx="6011">
                  <c:v>44729</c:v>
                </c:pt>
                <c:pt idx="6012">
                  <c:v>44730</c:v>
                </c:pt>
                <c:pt idx="6013">
                  <c:v>44731</c:v>
                </c:pt>
                <c:pt idx="6014">
                  <c:v>44732</c:v>
                </c:pt>
                <c:pt idx="6015">
                  <c:v>44733</c:v>
                </c:pt>
                <c:pt idx="6016">
                  <c:v>44734</c:v>
                </c:pt>
                <c:pt idx="6017">
                  <c:v>44735</c:v>
                </c:pt>
                <c:pt idx="6018">
                  <c:v>44736</c:v>
                </c:pt>
                <c:pt idx="6019">
                  <c:v>44737</c:v>
                </c:pt>
                <c:pt idx="6020">
                  <c:v>44738</c:v>
                </c:pt>
                <c:pt idx="6021">
                  <c:v>44739</c:v>
                </c:pt>
                <c:pt idx="6022">
                  <c:v>44740</c:v>
                </c:pt>
                <c:pt idx="6023">
                  <c:v>44741</c:v>
                </c:pt>
                <c:pt idx="6024">
                  <c:v>44742</c:v>
                </c:pt>
                <c:pt idx="6025">
                  <c:v>44743</c:v>
                </c:pt>
                <c:pt idx="6026">
                  <c:v>44744</c:v>
                </c:pt>
                <c:pt idx="6027">
                  <c:v>44745</c:v>
                </c:pt>
                <c:pt idx="6028">
                  <c:v>44746</c:v>
                </c:pt>
                <c:pt idx="6029">
                  <c:v>44747</c:v>
                </c:pt>
                <c:pt idx="6030">
                  <c:v>44748</c:v>
                </c:pt>
                <c:pt idx="6031">
                  <c:v>44749</c:v>
                </c:pt>
                <c:pt idx="6032">
                  <c:v>44750</c:v>
                </c:pt>
                <c:pt idx="6033">
                  <c:v>44751</c:v>
                </c:pt>
                <c:pt idx="6034">
                  <c:v>44752</c:v>
                </c:pt>
                <c:pt idx="6035">
                  <c:v>44753</c:v>
                </c:pt>
                <c:pt idx="6036">
                  <c:v>44754</c:v>
                </c:pt>
                <c:pt idx="6037">
                  <c:v>44755</c:v>
                </c:pt>
                <c:pt idx="6038">
                  <c:v>44756</c:v>
                </c:pt>
                <c:pt idx="6039">
                  <c:v>44757</c:v>
                </c:pt>
                <c:pt idx="6040">
                  <c:v>44758</c:v>
                </c:pt>
                <c:pt idx="6041">
                  <c:v>44759</c:v>
                </c:pt>
                <c:pt idx="6042">
                  <c:v>44760</c:v>
                </c:pt>
                <c:pt idx="6043">
                  <c:v>44761</c:v>
                </c:pt>
                <c:pt idx="6044">
                  <c:v>44762</c:v>
                </c:pt>
                <c:pt idx="6045">
                  <c:v>44763</c:v>
                </c:pt>
                <c:pt idx="6046">
                  <c:v>44764</c:v>
                </c:pt>
                <c:pt idx="6047">
                  <c:v>44765</c:v>
                </c:pt>
                <c:pt idx="6048">
                  <c:v>44766</c:v>
                </c:pt>
                <c:pt idx="6049">
                  <c:v>44767</c:v>
                </c:pt>
                <c:pt idx="6050">
                  <c:v>44768</c:v>
                </c:pt>
                <c:pt idx="6051">
                  <c:v>44769</c:v>
                </c:pt>
                <c:pt idx="6052">
                  <c:v>44770</c:v>
                </c:pt>
                <c:pt idx="6053">
                  <c:v>44771</c:v>
                </c:pt>
                <c:pt idx="6054">
                  <c:v>44772</c:v>
                </c:pt>
                <c:pt idx="6055">
                  <c:v>44773</c:v>
                </c:pt>
                <c:pt idx="6056">
                  <c:v>44774</c:v>
                </c:pt>
                <c:pt idx="6057">
                  <c:v>44775</c:v>
                </c:pt>
                <c:pt idx="6058">
                  <c:v>44776</c:v>
                </c:pt>
                <c:pt idx="6059">
                  <c:v>44777</c:v>
                </c:pt>
                <c:pt idx="6060">
                  <c:v>44778</c:v>
                </c:pt>
                <c:pt idx="6061">
                  <c:v>44779</c:v>
                </c:pt>
                <c:pt idx="6062">
                  <c:v>44780</c:v>
                </c:pt>
                <c:pt idx="6063">
                  <c:v>44781</c:v>
                </c:pt>
                <c:pt idx="6064">
                  <c:v>44782</c:v>
                </c:pt>
                <c:pt idx="6065">
                  <c:v>44783</c:v>
                </c:pt>
                <c:pt idx="6066">
                  <c:v>44784</c:v>
                </c:pt>
                <c:pt idx="6067">
                  <c:v>44785</c:v>
                </c:pt>
                <c:pt idx="6068">
                  <c:v>44786</c:v>
                </c:pt>
                <c:pt idx="6069">
                  <c:v>44787</c:v>
                </c:pt>
                <c:pt idx="6070">
                  <c:v>44788</c:v>
                </c:pt>
                <c:pt idx="6071">
                  <c:v>44789</c:v>
                </c:pt>
                <c:pt idx="6072">
                  <c:v>44790</c:v>
                </c:pt>
                <c:pt idx="6073">
                  <c:v>44791</c:v>
                </c:pt>
                <c:pt idx="6074">
                  <c:v>44792</c:v>
                </c:pt>
                <c:pt idx="6075">
                  <c:v>44793</c:v>
                </c:pt>
                <c:pt idx="6076">
                  <c:v>44794</c:v>
                </c:pt>
                <c:pt idx="6077">
                  <c:v>44795</c:v>
                </c:pt>
                <c:pt idx="6078">
                  <c:v>44796</c:v>
                </c:pt>
                <c:pt idx="6079">
                  <c:v>44797</c:v>
                </c:pt>
                <c:pt idx="6080">
                  <c:v>44798</c:v>
                </c:pt>
                <c:pt idx="6081">
                  <c:v>44799</c:v>
                </c:pt>
                <c:pt idx="6082">
                  <c:v>44800</c:v>
                </c:pt>
                <c:pt idx="6083">
                  <c:v>44801</c:v>
                </c:pt>
                <c:pt idx="6084">
                  <c:v>44802</c:v>
                </c:pt>
                <c:pt idx="6085">
                  <c:v>44803</c:v>
                </c:pt>
                <c:pt idx="6086">
                  <c:v>44804</c:v>
                </c:pt>
                <c:pt idx="6087">
                  <c:v>44805</c:v>
                </c:pt>
                <c:pt idx="6088">
                  <c:v>44806</c:v>
                </c:pt>
                <c:pt idx="6089">
                  <c:v>44807</c:v>
                </c:pt>
                <c:pt idx="6090">
                  <c:v>44808</c:v>
                </c:pt>
                <c:pt idx="6091">
                  <c:v>44809</c:v>
                </c:pt>
                <c:pt idx="6092">
                  <c:v>44810</c:v>
                </c:pt>
                <c:pt idx="6093">
                  <c:v>44811</c:v>
                </c:pt>
                <c:pt idx="6094">
                  <c:v>44812</c:v>
                </c:pt>
                <c:pt idx="6095">
                  <c:v>44813</c:v>
                </c:pt>
                <c:pt idx="6096">
                  <c:v>44814</c:v>
                </c:pt>
                <c:pt idx="6097">
                  <c:v>44815</c:v>
                </c:pt>
                <c:pt idx="6098">
                  <c:v>44816</c:v>
                </c:pt>
                <c:pt idx="6099">
                  <c:v>44817</c:v>
                </c:pt>
                <c:pt idx="6100">
                  <c:v>44818</c:v>
                </c:pt>
                <c:pt idx="6101">
                  <c:v>44819</c:v>
                </c:pt>
                <c:pt idx="6102">
                  <c:v>44820</c:v>
                </c:pt>
                <c:pt idx="6103">
                  <c:v>44821</c:v>
                </c:pt>
                <c:pt idx="6104">
                  <c:v>44822</c:v>
                </c:pt>
                <c:pt idx="6105">
                  <c:v>44823</c:v>
                </c:pt>
                <c:pt idx="6106">
                  <c:v>44824</c:v>
                </c:pt>
                <c:pt idx="6107">
                  <c:v>44825</c:v>
                </c:pt>
                <c:pt idx="6108">
                  <c:v>44826</c:v>
                </c:pt>
                <c:pt idx="6109">
                  <c:v>44827</c:v>
                </c:pt>
                <c:pt idx="6110">
                  <c:v>44828</c:v>
                </c:pt>
                <c:pt idx="6111">
                  <c:v>44829</c:v>
                </c:pt>
                <c:pt idx="6112">
                  <c:v>44830</c:v>
                </c:pt>
                <c:pt idx="6113">
                  <c:v>44831</c:v>
                </c:pt>
                <c:pt idx="6114">
                  <c:v>44832</c:v>
                </c:pt>
                <c:pt idx="6115">
                  <c:v>44833</c:v>
                </c:pt>
                <c:pt idx="6116">
                  <c:v>44834</c:v>
                </c:pt>
                <c:pt idx="6117">
                  <c:v>44835</c:v>
                </c:pt>
                <c:pt idx="6118">
                  <c:v>44836</c:v>
                </c:pt>
                <c:pt idx="6119">
                  <c:v>44837</c:v>
                </c:pt>
                <c:pt idx="6120">
                  <c:v>44838</c:v>
                </c:pt>
                <c:pt idx="6121">
                  <c:v>44839</c:v>
                </c:pt>
                <c:pt idx="6122">
                  <c:v>44840</c:v>
                </c:pt>
                <c:pt idx="6123">
                  <c:v>44841</c:v>
                </c:pt>
                <c:pt idx="6124">
                  <c:v>44842</c:v>
                </c:pt>
                <c:pt idx="6125">
                  <c:v>44843</c:v>
                </c:pt>
                <c:pt idx="6126">
                  <c:v>44844</c:v>
                </c:pt>
                <c:pt idx="6127">
                  <c:v>44845</c:v>
                </c:pt>
                <c:pt idx="6128">
                  <c:v>44846</c:v>
                </c:pt>
                <c:pt idx="6129">
                  <c:v>44847</c:v>
                </c:pt>
                <c:pt idx="6130">
                  <c:v>44848</c:v>
                </c:pt>
                <c:pt idx="6131">
                  <c:v>44849</c:v>
                </c:pt>
                <c:pt idx="6132">
                  <c:v>44850</c:v>
                </c:pt>
                <c:pt idx="6133">
                  <c:v>44851</c:v>
                </c:pt>
                <c:pt idx="6134">
                  <c:v>44852</c:v>
                </c:pt>
                <c:pt idx="6135">
                  <c:v>44853</c:v>
                </c:pt>
                <c:pt idx="6136">
                  <c:v>44854</c:v>
                </c:pt>
                <c:pt idx="6137">
                  <c:v>44855</c:v>
                </c:pt>
                <c:pt idx="6138">
                  <c:v>44856</c:v>
                </c:pt>
                <c:pt idx="6139">
                  <c:v>44857</c:v>
                </c:pt>
                <c:pt idx="6140">
                  <c:v>44858</c:v>
                </c:pt>
                <c:pt idx="6141">
                  <c:v>44859</c:v>
                </c:pt>
                <c:pt idx="6142">
                  <c:v>44860</c:v>
                </c:pt>
                <c:pt idx="6143">
                  <c:v>44861</c:v>
                </c:pt>
                <c:pt idx="6144">
                  <c:v>44862</c:v>
                </c:pt>
                <c:pt idx="6145">
                  <c:v>44863</c:v>
                </c:pt>
                <c:pt idx="6146">
                  <c:v>44864</c:v>
                </c:pt>
                <c:pt idx="6147">
                  <c:v>44865</c:v>
                </c:pt>
                <c:pt idx="6148">
                  <c:v>44866</c:v>
                </c:pt>
                <c:pt idx="6149">
                  <c:v>44867</c:v>
                </c:pt>
                <c:pt idx="6150">
                  <c:v>44868</c:v>
                </c:pt>
                <c:pt idx="6151">
                  <c:v>44869</c:v>
                </c:pt>
                <c:pt idx="6152">
                  <c:v>44870</c:v>
                </c:pt>
                <c:pt idx="6153">
                  <c:v>44871</c:v>
                </c:pt>
                <c:pt idx="6154">
                  <c:v>44872</c:v>
                </c:pt>
                <c:pt idx="6155">
                  <c:v>44873</c:v>
                </c:pt>
                <c:pt idx="6156">
                  <c:v>44874</c:v>
                </c:pt>
                <c:pt idx="6157">
                  <c:v>44875</c:v>
                </c:pt>
                <c:pt idx="6158">
                  <c:v>44876</c:v>
                </c:pt>
                <c:pt idx="6159">
                  <c:v>44877</c:v>
                </c:pt>
                <c:pt idx="6160">
                  <c:v>44878</c:v>
                </c:pt>
                <c:pt idx="6161">
                  <c:v>44879</c:v>
                </c:pt>
                <c:pt idx="6162">
                  <c:v>44880</c:v>
                </c:pt>
                <c:pt idx="6163">
                  <c:v>44881</c:v>
                </c:pt>
                <c:pt idx="6164">
                  <c:v>44882</c:v>
                </c:pt>
                <c:pt idx="6165">
                  <c:v>44883</c:v>
                </c:pt>
                <c:pt idx="6166">
                  <c:v>44884</c:v>
                </c:pt>
                <c:pt idx="6167">
                  <c:v>44885</c:v>
                </c:pt>
                <c:pt idx="6168">
                  <c:v>44886</c:v>
                </c:pt>
                <c:pt idx="6169">
                  <c:v>44887</c:v>
                </c:pt>
                <c:pt idx="6170">
                  <c:v>44888</c:v>
                </c:pt>
                <c:pt idx="6171">
                  <c:v>44889</c:v>
                </c:pt>
                <c:pt idx="6172">
                  <c:v>44890</c:v>
                </c:pt>
                <c:pt idx="6173">
                  <c:v>44891</c:v>
                </c:pt>
                <c:pt idx="6174">
                  <c:v>44892</c:v>
                </c:pt>
                <c:pt idx="6175">
                  <c:v>44893</c:v>
                </c:pt>
                <c:pt idx="6176">
                  <c:v>44894</c:v>
                </c:pt>
                <c:pt idx="6177">
                  <c:v>44895</c:v>
                </c:pt>
                <c:pt idx="6178">
                  <c:v>44896</c:v>
                </c:pt>
                <c:pt idx="6179">
                  <c:v>44897</c:v>
                </c:pt>
                <c:pt idx="6180">
                  <c:v>44898</c:v>
                </c:pt>
                <c:pt idx="6181">
                  <c:v>44899</c:v>
                </c:pt>
                <c:pt idx="6182">
                  <c:v>44900</c:v>
                </c:pt>
                <c:pt idx="6183">
                  <c:v>44901</c:v>
                </c:pt>
                <c:pt idx="6184">
                  <c:v>44902</c:v>
                </c:pt>
                <c:pt idx="6185">
                  <c:v>44903</c:v>
                </c:pt>
                <c:pt idx="6186">
                  <c:v>44904</c:v>
                </c:pt>
                <c:pt idx="6187">
                  <c:v>44905</c:v>
                </c:pt>
                <c:pt idx="6188">
                  <c:v>44906</c:v>
                </c:pt>
                <c:pt idx="6189">
                  <c:v>44907</c:v>
                </c:pt>
                <c:pt idx="6190">
                  <c:v>44908</c:v>
                </c:pt>
                <c:pt idx="6191">
                  <c:v>44909</c:v>
                </c:pt>
                <c:pt idx="6192">
                  <c:v>44910</c:v>
                </c:pt>
                <c:pt idx="6193">
                  <c:v>44911</c:v>
                </c:pt>
                <c:pt idx="6194">
                  <c:v>44912</c:v>
                </c:pt>
                <c:pt idx="6195">
                  <c:v>44913</c:v>
                </c:pt>
                <c:pt idx="6196">
                  <c:v>44914</c:v>
                </c:pt>
                <c:pt idx="6197">
                  <c:v>44915</c:v>
                </c:pt>
                <c:pt idx="6198">
                  <c:v>44916</c:v>
                </c:pt>
                <c:pt idx="6199">
                  <c:v>44917</c:v>
                </c:pt>
                <c:pt idx="6200">
                  <c:v>44918</c:v>
                </c:pt>
                <c:pt idx="6201">
                  <c:v>44919</c:v>
                </c:pt>
                <c:pt idx="6202">
                  <c:v>44920</c:v>
                </c:pt>
                <c:pt idx="6203">
                  <c:v>44921</c:v>
                </c:pt>
                <c:pt idx="6204">
                  <c:v>44922</c:v>
                </c:pt>
                <c:pt idx="6205">
                  <c:v>44923</c:v>
                </c:pt>
                <c:pt idx="6206">
                  <c:v>44924</c:v>
                </c:pt>
                <c:pt idx="6207">
                  <c:v>44925</c:v>
                </c:pt>
                <c:pt idx="6208">
                  <c:v>44926</c:v>
                </c:pt>
                <c:pt idx="6209">
                  <c:v>44927</c:v>
                </c:pt>
                <c:pt idx="6210">
                  <c:v>44928</c:v>
                </c:pt>
                <c:pt idx="6211">
                  <c:v>44929</c:v>
                </c:pt>
                <c:pt idx="6212">
                  <c:v>44930</c:v>
                </c:pt>
                <c:pt idx="6213">
                  <c:v>44931</c:v>
                </c:pt>
                <c:pt idx="6214">
                  <c:v>44932</c:v>
                </c:pt>
                <c:pt idx="6215">
                  <c:v>44933</c:v>
                </c:pt>
                <c:pt idx="6216">
                  <c:v>44934</c:v>
                </c:pt>
                <c:pt idx="6217">
                  <c:v>44935</c:v>
                </c:pt>
                <c:pt idx="6218">
                  <c:v>44936</c:v>
                </c:pt>
                <c:pt idx="6219">
                  <c:v>44937</c:v>
                </c:pt>
                <c:pt idx="6220">
                  <c:v>44938</c:v>
                </c:pt>
                <c:pt idx="6221">
                  <c:v>44939</c:v>
                </c:pt>
                <c:pt idx="6222">
                  <c:v>44940</c:v>
                </c:pt>
                <c:pt idx="6223">
                  <c:v>44941</c:v>
                </c:pt>
                <c:pt idx="6224">
                  <c:v>44942</c:v>
                </c:pt>
                <c:pt idx="6225">
                  <c:v>44943</c:v>
                </c:pt>
                <c:pt idx="6226">
                  <c:v>44944</c:v>
                </c:pt>
                <c:pt idx="6227">
                  <c:v>44945</c:v>
                </c:pt>
                <c:pt idx="6228">
                  <c:v>44946</c:v>
                </c:pt>
                <c:pt idx="6229">
                  <c:v>44947</c:v>
                </c:pt>
                <c:pt idx="6230">
                  <c:v>44948</c:v>
                </c:pt>
                <c:pt idx="6231">
                  <c:v>44949</c:v>
                </c:pt>
                <c:pt idx="6232">
                  <c:v>44950</c:v>
                </c:pt>
                <c:pt idx="6233">
                  <c:v>44951</c:v>
                </c:pt>
                <c:pt idx="6234">
                  <c:v>44952</c:v>
                </c:pt>
                <c:pt idx="6235">
                  <c:v>44953</c:v>
                </c:pt>
                <c:pt idx="6236">
                  <c:v>44954</c:v>
                </c:pt>
                <c:pt idx="6237">
                  <c:v>44955</c:v>
                </c:pt>
                <c:pt idx="6238">
                  <c:v>44956</c:v>
                </c:pt>
                <c:pt idx="6239">
                  <c:v>44957</c:v>
                </c:pt>
                <c:pt idx="6240">
                  <c:v>44958</c:v>
                </c:pt>
                <c:pt idx="6241">
                  <c:v>44959</c:v>
                </c:pt>
                <c:pt idx="6242">
                  <c:v>44960</c:v>
                </c:pt>
                <c:pt idx="6243">
                  <c:v>44961</c:v>
                </c:pt>
                <c:pt idx="6244">
                  <c:v>44962</c:v>
                </c:pt>
                <c:pt idx="6245">
                  <c:v>44963</c:v>
                </c:pt>
                <c:pt idx="6246">
                  <c:v>44964</c:v>
                </c:pt>
                <c:pt idx="6247">
                  <c:v>44965</c:v>
                </c:pt>
                <c:pt idx="6248">
                  <c:v>44966</c:v>
                </c:pt>
                <c:pt idx="6249">
                  <c:v>44967</c:v>
                </c:pt>
                <c:pt idx="6250">
                  <c:v>44968</c:v>
                </c:pt>
                <c:pt idx="6251">
                  <c:v>44969</c:v>
                </c:pt>
                <c:pt idx="6252">
                  <c:v>44970</c:v>
                </c:pt>
                <c:pt idx="6253">
                  <c:v>44971</c:v>
                </c:pt>
                <c:pt idx="6254">
                  <c:v>44972</c:v>
                </c:pt>
                <c:pt idx="6255">
                  <c:v>44973</c:v>
                </c:pt>
                <c:pt idx="6256">
                  <c:v>44974</c:v>
                </c:pt>
                <c:pt idx="6257">
                  <c:v>44975</c:v>
                </c:pt>
                <c:pt idx="6258">
                  <c:v>44976</c:v>
                </c:pt>
                <c:pt idx="6259">
                  <c:v>44977</c:v>
                </c:pt>
                <c:pt idx="6260">
                  <c:v>44978</c:v>
                </c:pt>
                <c:pt idx="6261">
                  <c:v>44979</c:v>
                </c:pt>
                <c:pt idx="6262">
                  <c:v>44980</c:v>
                </c:pt>
                <c:pt idx="6263">
                  <c:v>44981</c:v>
                </c:pt>
                <c:pt idx="6264">
                  <c:v>44982</c:v>
                </c:pt>
                <c:pt idx="6265">
                  <c:v>44983</c:v>
                </c:pt>
                <c:pt idx="6266">
                  <c:v>44984</c:v>
                </c:pt>
                <c:pt idx="6267">
                  <c:v>44985</c:v>
                </c:pt>
                <c:pt idx="6268">
                  <c:v>44986</c:v>
                </c:pt>
                <c:pt idx="6269">
                  <c:v>44987</c:v>
                </c:pt>
                <c:pt idx="6270">
                  <c:v>44988</c:v>
                </c:pt>
                <c:pt idx="6271">
                  <c:v>44989</c:v>
                </c:pt>
                <c:pt idx="6272">
                  <c:v>44990</c:v>
                </c:pt>
                <c:pt idx="6273">
                  <c:v>44991</c:v>
                </c:pt>
                <c:pt idx="6274">
                  <c:v>44992</c:v>
                </c:pt>
                <c:pt idx="6275">
                  <c:v>44993</c:v>
                </c:pt>
                <c:pt idx="6276">
                  <c:v>44994</c:v>
                </c:pt>
                <c:pt idx="6277">
                  <c:v>44995</c:v>
                </c:pt>
                <c:pt idx="6278">
                  <c:v>44996</c:v>
                </c:pt>
                <c:pt idx="6279">
                  <c:v>44997</c:v>
                </c:pt>
                <c:pt idx="6280">
                  <c:v>44998</c:v>
                </c:pt>
                <c:pt idx="6281">
                  <c:v>44999</c:v>
                </c:pt>
                <c:pt idx="6282">
                  <c:v>45000</c:v>
                </c:pt>
                <c:pt idx="6283">
                  <c:v>45001</c:v>
                </c:pt>
                <c:pt idx="6284">
                  <c:v>45002</c:v>
                </c:pt>
                <c:pt idx="6285">
                  <c:v>45003</c:v>
                </c:pt>
                <c:pt idx="6286">
                  <c:v>45004</c:v>
                </c:pt>
                <c:pt idx="6287">
                  <c:v>45005</c:v>
                </c:pt>
                <c:pt idx="6288">
                  <c:v>45006</c:v>
                </c:pt>
                <c:pt idx="6289">
                  <c:v>45007</c:v>
                </c:pt>
                <c:pt idx="6290">
                  <c:v>45008</c:v>
                </c:pt>
                <c:pt idx="6291">
                  <c:v>45009</c:v>
                </c:pt>
                <c:pt idx="6292">
                  <c:v>45010</c:v>
                </c:pt>
                <c:pt idx="6293">
                  <c:v>45011</c:v>
                </c:pt>
                <c:pt idx="6294">
                  <c:v>45012</c:v>
                </c:pt>
                <c:pt idx="6295">
                  <c:v>45013</c:v>
                </c:pt>
                <c:pt idx="6296">
                  <c:v>45014</c:v>
                </c:pt>
                <c:pt idx="6297">
                  <c:v>45015</c:v>
                </c:pt>
                <c:pt idx="6298">
                  <c:v>45016</c:v>
                </c:pt>
                <c:pt idx="6299">
                  <c:v>45017</c:v>
                </c:pt>
                <c:pt idx="6300">
                  <c:v>45018</c:v>
                </c:pt>
                <c:pt idx="6301">
                  <c:v>45019</c:v>
                </c:pt>
                <c:pt idx="6302">
                  <c:v>45020</c:v>
                </c:pt>
                <c:pt idx="6303">
                  <c:v>45021</c:v>
                </c:pt>
                <c:pt idx="6304">
                  <c:v>45022</c:v>
                </c:pt>
                <c:pt idx="6305">
                  <c:v>45023</c:v>
                </c:pt>
                <c:pt idx="6306">
                  <c:v>45024</c:v>
                </c:pt>
                <c:pt idx="6307">
                  <c:v>45025</c:v>
                </c:pt>
                <c:pt idx="6308">
                  <c:v>45026</c:v>
                </c:pt>
                <c:pt idx="6309">
                  <c:v>45027</c:v>
                </c:pt>
                <c:pt idx="6310">
                  <c:v>45028</c:v>
                </c:pt>
                <c:pt idx="6311">
                  <c:v>45029</c:v>
                </c:pt>
                <c:pt idx="6312">
                  <c:v>45030</c:v>
                </c:pt>
                <c:pt idx="6313">
                  <c:v>45031</c:v>
                </c:pt>
                <c:pt idx="6314">
                  <c:v>45032</c:v>
                </c:pt>
                <c:pt idx="6315">
                  <c:v>45033</c:v>
                </c:pt>
                <c:pt idx="6316">
                  <c:v>45034</c:v>
                </c:pt>
                <c:pt idx="6317">
                  <c:v>45035</c:v>
                </c:pt>
                <c:pt idx="6318">
                  <c:v>45036</c:v>
                </c:pt>
                <c:pt idx="6319">
                  <c:v>45037</c:v>
                </c:pt>
                <c:pt idx="6320">
                  <c:v>45038</c:v>
                </c:pt>
                <c:pt idx="6321">
                  <c:v>45039</c:v>
                </c:pt>
                <c:pt idx="6322">
                  <c:v>45040</c:v>
                </c:pt>
                <c:pt idx="6323">
                  <c:v>45041</c:v>
                </c:pt>
                <c:pt idx="6324">
                  <c:v>45042</c:v>
                </c:pt>
                <c:pt idx="6325">
                  <c:v>45043</c:v>
                </c:pt>
                <c:pt idx="6326">
                  <c:v>45044</c:v>
                </c:pt>
                <c:pt idx="6327">
                  <c:v>45045</c:v>
                </c:pt>
                <c:pt idx="6328">
                  <c:v>45046</c:v>
                </c:pt>
                <c:pt idx="6329">
                  <c:v>45047</c:v>
                </c:pt>
                <c:pt idx="6330">
                  <c:v>45048</c:v>
                </c:pt>
                <c:pt idx="6331">
                  <c:v>45049</c:v>
                </c:pt>
                <c:pt idx="6332">
                  <c:v>45050</c:v>
                </c:pt>
                <c:pt idx="6333">
                  <c:v>45051</c:v>
                </c:pt>
                <c:pt idx="6334">
                  <c:v>45052</c:v>
                </c:pt>
                <c:pt idx="6335">
                  <c:v>45053</c:v>
                </c:pt>
                <c:pt idx="6336">
                  <c:v>45054</c:v>
                </c:pt>
                <c:pt idx="6337">
                  <c:v>45055</c:v>
                </c:pt>
                <c:pt idx="6338">
                  <c:v>45056</c:v>
                </c:pt>
                <c:pt idx="6339">
                  <c:v>45057</c:v>
                </c:pt>
                <c:pt idx="6340">
                  <c:v>45058</c:v>
                </c:pt>
                <c:pt idx="6341">
                  <c:v>45059</c:v>
                </c:pt>
                <c:pt idx="6342">
                  <c:v>45060</c:v>
                </c:pt>
                <c:pt idx="6343">
                  <c:v>45061</c:v>
                </c:pt>
                <c:pt idx="6344">
                  <c:v>45062</c:v>
                </c:pt>
                <c:pt idx="6345">
                  <c:v>45063</c:v>
                </c:pt>
                <c:pt idx="6346">
                  <c:v>45064</c:v>
                </c:pt>
                <c:pt idx="6347">
                  <c:v>45065</c:v>
                </c:pt>
                <c:pt idx="6348">
                  <c:v>45066</c:v>
                </c:pt>
                <c:pt idx="6349">
                  <c:v>45067</c:v>
                </c:pt>
                <c:pt idx="6350">
                  <c:v>45068</c:v>
                </c:pt>
                <c:pt idx="6351">
                  <c:v>45069</c:v>
                </c:pt>
                <c:pt idx="6352">
                  <c:v>45070</c:v>
                </c:pt>
                <c:pt idx="6353">
                  <c:v>45071</c:v>
                </c:pt>
                <c:pt idx="6354">
                  <c:v>45072</c:v>
                </c:pt>
                <c:pt idx="6355">
                  <c:v>45073</c:v>
                </c:pt>
                <c:pt idx="6356">
                  <c:v>45074</c:v>
                </c:pt>
                <c:pt idx="6357">
                  <c:v>45075</c:v>
                </c:pt>
                <c:pt idx="6358">
                  <c:v>45076</c:v>
                </c:pt>
                <c:pt idx="6359">
                  <c:v>45077</c:v>
                </c:pt>
                <c:pt idx="6360">
                  <c:v>45078</c:v>
                </c:pt>
                <c:pt idx="6361">
                  <c:v>45079</c:v>
                </c:pt>
                <c:pt idx="6362">
                  <c:v>45080</c:v>
                </c:pt>
                <c:pt idx="6363">
                  <c:v>45081</c:v>
                </c:pt>
                <c:pt idx="6364">
                  <c:v>45082</c:v>
                </c:pt>
                <c:pt idx="6365">
                  <c:v>45083</c:v>
                </c:pt>
                <c:pt idx="6366">
                  <c:v>45084</c:v>
                </c:pt>
                <c:pt idx="6367">
                  <c:v>45085</c:v>
                </c:pt>
                <c:pt idx="6368">
                  <c:v>45086</c:v>
                </c:pt>
                <c:pt idx="6369">
                  <c:v>45087</c:v>
                </c:pt>
                <c:pt idx="6370">
                  <c:v>45088</c:v>
                </c:pt>
                <c:pt idx="6371">
                  <c:v>45089</c:v>
                </c:pt>
                <c:pt idx="6372">
                  <c:v>45090</c:v>
                </c:pt>
                <c:pt idx="6373">
                  <c:v>45091</c:v>
                </c:pt>
                <c:pt idx="6374">
                  <c:v>45092</c:v>
                </c:pt>
                <c:pt idx="6375">
                  <c:v>45093</c:v>
                </c:pt>
                <c:pt idx="6376">
                  <c:v>45094</c:v>
                </c:pt>
                <c:pt idx="6377">
                  <c:v>45095</c:v>
                </c:pt>
                <c:pt idx="6378">
                  <c:v>45096</c:v>
                </c:pt>
                <c:pt idx="6379">
                  <c:v>45097</c:v>
                </c:pt>
                <c:pt idx="6380">
                  <c:v>45098</c:v>
                </c:pt>
                <c:pt idx="6381">
                  <c:v>45099</c:v>
                </c:pt>
                <c:pt idx="6382">
                  <c:v>45100</c:v>
                </c:pt>
                <c:pt idx="6383">
                  <c:v>45101</c:v>
                </c:pt>
                <c:pt idx="6384">
                  <c:v>45102</c:v>
                </c:pt>
                <c:pt idx="6385">
                  <c:v>45103</c:v>
                </c:pt>
                <c:pt idx="6386">
                  <c:v>45104</c:v>
                </c:pt>
                <c:pt idx="6387">
                  <c:v>45105</c:v>
                </c:pt>
                <c:pt idx="6388">
                  <c:v>45106</c:v>
                </c:pt>
                <c:pt idx="6389">
                  <c:v>45107</c:v>
                </c:pt>
                <c:pt idx="6390">
                  <c:v>45108</c:v>
                </c:pt>
                <c:pt idx="6391">
                  <c:v>45109</c:v>
                </c:pt>
                <c:pt idx="6392">
                  <c:v>45110</c:v>
                </c:pt>
                <c:pt idx="6393">
                  <c:v>45111</c:v>
                </c:pt>
                <c:pt idx="6394">
                  <c:v>45112</c:v>
                </c:pt>
                <c:pt idx="6395">
                  <c:v>45113</c:v>
                </c:pt>
                <c:pt idx="6396">
                  <c:v>45114</c:v>
                </c:pt>
                <c:pt idx="6397">
                  <c:v>45115</c:v>
                </c:pt>
                <c:pt idx="6398">
                  <c:v>45116</c:v>
                </c:pt>
                <c:pt idx="6399">
                  <c:v>45117</c:v>
                </c:pt>
                <c:pt idx="6400">
                  <c:v>45118</c:v>
                </c:pt>
                <c:pt idx="6401">
                  <c:v>45119</c:v>
                </c:pt>
                <c:pt idx="6402">
                  <c:v>45120</c:v>
                </c:pt>
                <c:pt idx="6403">
                  <c:v>45121</c:v>
                </c:pt>
                <c:pt idx="6404">
                  <c:v>45122</c:v>
                </c:pt>
                <c:pt idx="6405">
                  <c:v>45123</c:v>
                </c:pt>
                <c:pt idx="6406">
                  <c:v>45124</c:v>
                </c:pt>
                <c:pt idx="6407">
                  <c:v>45125</c:v>
                </c:pt>
                <c:pt idx="6408">
                  <c:v>45126</c:v>
                </c:pt>
                <c:pt idx="6409">
                  <c:v>45127</c:v>
                </c:pt>
                <c:pt idx="6410">
                  <c:v>45128</c:v>
                </c:pt>
                <c:pt idx="6411">
                  <c:v>45129</c:v>
                </c:pt>
                <c:pt idx="6412">
                  <c:v>45130</c:v>
                </c:pt>
                <c:pt idx="6413">
                  <c:v>45131</c:v>
                </c:pt>
                <c:pt idx="6414">
                  <c:v>45132</c:v>
                </c:pt>
                <c:pt idx="6415">
                  <c:v>45133</c:v>
                </c:pt>
                <c:pt idx="6416">
                  <c:v>45134</c:v>
                </c:pt>
                <c:pt idx="6417">
                  <c:v>45135</c:v>
                </c:pt>
                <c:pt idx="6418">
                  <c:v>45136</c:v>
                </c:pt>
                <c:pt idx="6419">
                  <c:v>45137</c:v>
                </c:pt>
                <c:pt idx="6420">
                  <c:v>45138</c:v>
                </c:pt>
                <c:pt idx="6421">
                  <c:v>45139</c:v>
                </c:pt>
                <c:pt idx="6422">
                  <c:v>45140</c:v>
                </c:pt>
                <c:pt idx="6423">
                  <c:v>45141</c:v>
                </c:pt>
                <c:pt idx="6424">
                  <c:v>45142</c:v>
                </c:pt>
                <c:pt idx="6425">
                  <c:v>45143</c:v>
                </c:pt>
                <c:pt idx="6426">
                  <c:v>45144</c:v>
                </c:pt>
                <c:pt idx="6427">
                  <c:v>45145</c:v>
                </c:pt>
                <c:pt idx="6428">
                  <c:v>45146</c:v>
                </c:pt>
                <c:pt idx="6429">
                  <c:v>45147</c:v>
                </c:pt>
                <c:pt idx="6430">
                  <c:v>45148</c:v>
                </c:pt>
                <c:pt idx="6431">
                  <c:v>45149</c:v>
                </c:pt>
                <c:pt idx="6432">
                  <c:v>45150</c:v>
                </c:pt>
                <c:pt idx="6433">
                  <c:v>45151</c:v>
                </c:pt>
                <c:pt idx="6434">
                  <c:v>45152</c:v>
                </c:pt>
                <c:pt idx="6435">
                  <c:v>45153</c:v>
                </c:pt>
                <c:pt idx="6436">
                  <c:v>45154</c:v>
                </c:pt>
                <c:pt idx="6437">
                  <c:v>45155</c:v>
                </c:pt>
                <c:pt idx="6438">
                  <c:v>45156</c:v>
                </c:pt>
                <c:pt idx="6439">
                  <c:v>45157</c:v>
                </c:pt>
                <c:pt idx="6440">
                  <c:v>45158</c:v>
                </c:pt>
                <c:pt idx="6441">
                  <c:v>45159</c:v>
                </c:pt>
                <c:pt idx="6442">
                  <c:v>45160</c:v>
                </c:pt>
                <c:pt idx="6443">
                  <c:v>45161</c:v>
                </c:pt>
                <c:pt idx="6444">
                  <c:v>45162</c:v>
                </c:pt>
                <c:pt idx="6445">
                  <c:v>45163</c:v>
                </c:pt>
                <c:pt idx="6446">
                  <c:v>45164</c:v>
                </c:pt>
                <c:pt idx="6447">
                  <c:v>45165</c:v>
                </c:pt>
                <c:pt idx="6448">
                  <c:v>45166</c:v>
                </c:pt>
                <c:pt idx="6449">
                  <c:v>45167</c:v>
                </c:pt>
                <c:pt idx="6450">
                  <c:v>45168</c:v>
                </c:pt>
                <c:pt idx="6451">
                  <c:v>45169</c:v>
                </c:pt>
                <c:pt idx="6452">
                  <c:v>45170</c:v>
                </c:pt>
                <c:pt idx="6453">
                  <c:v>45171</c:v>
                </c:pt>
                <c:pt idx="6454">
                  <c:v>45172</c:v>
                </c:pt>
                <c:pt idx="6455">
                  <c:v>45173</c:v>
                </c:pt>
                <c:pt idx="6456">
                  <c:v>45174</c:v>
                </c:pt>
                <c:pt idx="6457">
                  <c:v>45175</c:v>
                </c:pt>
                <c:pt idx="6458">
                  <c:v>45176</c:v>
                </c:pt>
                <c:pt idx="6459">
                  <c:v>45177</c:v>
                </c:pt>
                <c:pt idx="6460">
                  <c:v>45178</c:v>
                </c:pt>
                <c:pt idx="6461">
                  <c:v>45179</c:v>
                </c:pt>
                <c:pt idx="6462">
                  <c:v>45180</c:v>
                </c:pt>
                <c:pt idx="6463">
                  <c:v>45181</c:v>
                </c:pt>
                <c:pt idx="6464">
                  <c:v>45182</c:v>
                </c:pt>
                <c:pt idx="6465">
                  <c:v>45183</c:v>
                </c:pt>
                <c:pt idx="6466">
                  <c:v>45184</c:v>
                </c:pt>
                <c:pt idx="6467">
                  <c:v>45185</c:v>
                </c:pt>
                <c:pt idx="6468">
                  <c:v>45186</c:v>
                </c:pt>
                <c:pt idx="6469">
                  <c:v>45187</c:v>
                </c:pt>
                <c:pt idx="6470">
                  <c:v>45188</c:v>
                </c:pt>
                <c:pt idx="6471">
                  <c:v>45189</c:v>
                </c:pt>
                <c:pt idx="6472">
                  <c:v>45190</c:v>
                </c:pt>
                <c:pt idx="6473">
                  <c:v>45191</c:v>
                </c:pt>
                <c:pt idx="6474">
                  <c:v>45192</c:v>
                </c:pt>
                <c:pt idx="6475">
                  <c:v>45193</c:v>
                </c:pt>
                <c:pt idx="6476">
                  <c:v>45194</c:v>
                </c:pt>
                <c:pt idx="6477">
                  <c:v>45195</c:v>
                </c:pt>
                <c:pt idx="6478">
                  <c:v>45196</c:v>
                </c:pt>
                <c:pt idx="6479">
                  <c:v>45197</c:v>
                </c:pt>
                <c:pt idx="6480">
                  <c:v>45198</c:v>
                </c:pt>
                <c:pt idx="6481">
                  <c:v>45199</c:v>
                </c:pt>
                <c:pt idx="6482">
                  <c:v>45200</c:v>
                </c:pt>
                <c:pt idx="6483">
                  <c:v>45201</c:v>
                </c:pt>
                <c:pt idx="6484">
                  <c:v>45202</c:v>
                </c:pt>
                <c:pt idx="6485">
                  <c:v>45203</c:v>
                </c:pt>
                <c:pt idx="6486">
                  <c:v>45204</c:v>
                </c:pt>
                <c:pt idx="6487">
                  <c:v>45205</c:v>
                </c:pt>
                <c:pt idx="6488">
                  <c:v>45206</c:v>
                </c:pt>
                <c:pt idx="6489">
                  <c:v>45207</c:v>
                </c:pt>
                <c:pt idx="6490">
                  <c:v>45208</c:v>
                </c:pt>
                <c:pt idx="6491">
                  <c:v>45209</c:v>
                </c:pt>
                <c:pt idx="6492">
                  <c:v>45210</c:v>
                </c:pt>
                <c:pt idx="6493">
                  <c:v>45211</c:v>
                </c:pt>
                <c:pt idx="6494">
                  <c:v>45212</c:v>
                </c:pt>
                <c:pt idx="6495">
                  <c:v>45213</c:v>
                </c:pt>
                <c:pt idx="6496">
                  <c:v>45214</c:v>
                </c:pt>
                <c:pt idx="6497">
                  <c:v>45215</c:v>
                </c:pt>
                <c:pt idx="6498">
                  <c:v>45216</c:v>
                </c:pt>
                <c:pt idx="6499">
                  <c:v>45217</c:v>
                </c:pt>
                <c:pt idx="6500">
                  <c:v>45218</c:v>
                </c:pt>
                <c:pt idx="6501">
                  <c:v>45219</c:v>
                </c:pt>
                <c:pt idx="6502">
                  <c:v>45220</c:v>
                </c:pt>
                <c:pt idx="6503">
                  <c:v>45221</c:v>
                </c:pt>
                <c:pt idx="6504">
                  <c:v>45222</c:v>
                </c:pt>
                <c:pt idx="6505">
                  <c:v>45223</c:v>
                </c:pt>
                <c:pt idx="6506">
                  <c:v>45224</c:v>
                </c:pt>
                <c:pt idx="6507">
                  <c:v>45225</c:v>
                </c:pt>
                <c:pt idx="6508">
                  <c:v>45226</c:v>
                </c:pt>
                <c:pt idx="6509">
                  <c:v>45227</c:v>
                </c:pt>
                <c:pt idx="6510">
                  <c:v>45228</c:v>
                </c:pt>
                <c:pt idx="6511">
                  <c:v>45229</c:v>
                </c:pt>
                <c:pt idx="6512">
                  <c:v>45230</c:v>
                </c:pt>
                <c:pt idx="6513">
                  <c:v>45231</c:v>
                </c:pt>
                <c:pt idx="6514">
                  <c:v>45232</c:v>
                </c:pt>
                <c:pt idx="6515">
                  <c:v>45233</c:v>
                </c:pt>
                <c:pt idx="6516">
                  <c:v>45234</c:v>
                </c:pt>
                <c:pt idx="6517">
                  <c:v>45235</c:v>
                </c:pt>
                <c:pt idx="6518">
                  <c:v>45236</c:v>
                </c:pt>
                <c:pt idx="6519">
                  <c:v>45237</c:v>
                </c:pt>
                <c:pt idx="6520">
                  <c:v>45238</c:v>
                </c:pt>
                <c:pt idx="6521">
                  <c:v>45239</c:v>
                </c:pt>
                <c:pt idx="6522">
                  <c:v>45240</c:v>
                </c:pt>
                <c:pt idx="6523">
                  <c:v>45241</c:v>
                </c:pt>
                <c:pt idx="6524">
                  <c:v>45242</c:v>
                </c:pt>
                <c:pt idx="6525">
                  <c:v>45243</c:v>
                </c:pt>
                <c:pt idx="6526">
                  <c:v>45244</c:v>
                </c:pt>
                <c:pt idx="6527">
                  <c:v>45245</c:v>
                </c:pt>
                <c:pt idx="6528">
                  <c:v>45246</c:v>
                </c:pt>
                <c:pt idx="6529">
                  <c:v>45247</c:v>
                </c:pt>
                <c:pt idx="6530">
                  <c:v>45248</c:v>
                </c:pt>
                <c:pt idx="6531">
                  <c:v>45249</c:v>
                </c:pt>
                <c:pt idx="6532">
                  <c:v>45250</c:v>
                </c:pt>
                <c:pt idx="6533">
                  <c:v>45251</c:v>
                </c:pt>
                <c:pt idx="6534">
                  <c:v>45252</c:v>
                </c:pt>
                <c:pt idx="6535">
                  <c:v>45253</c:v>
                </c:pt>
                <c:pt idx="6536">
                  <c:v>45254</c:v>
                </c:pt>
                <c:pt idx="6537">
                  <c:v>45255</c:v>
                </c:pt>
                <c:pt idx="6538">
                  <c:v>45256</c:v>
                </c:pt>
                <c:pt idx="6539">
                  <c:v>45257</c:v>
                </c:pt>
                <c:pt idx="6540">
                  <c:v>45258</c:v>
                </c:pt>
                <c:pt idx="6541">
                  <c:v>45259</c:v>
                </c:pt>
                <c:pt idx="6542">
                  <c:v>45260</c:v>
                </c:pt>
                <c:pt idx="6543">
                  <c:v>45261</c:v>
                </c:pt>
                <c:pt idx="6544">
                  <c:v>45262</c:v>
                </c:pt>
                <c:pt idx="6545">
                  <c:v>45263</c:v>
                </c:pt>
                <c:pt idx="6546">
                  <c:v>45264</c:v>
                </c:pt>
                <c:pt idx="6547">
                  <c:v>45265</c:v>
                </c:pt>
                <c:pt idx="6548">
                  <c:v>45266</c:v>
                </c:pt>
                <c:pt idx="6549">
                  <c:v>45267</c:v>
                </c:pt>
                <c:pt idx="6550">
                  <c:v>45268</c:v>
                </c:pt>
                <c:pt idx="6551">
                  <c:v>45269</c:v>
                </c:pt>
                <c:pt idx="6552">
                  <c:v>45270</c:v>
                </c:pt>
                <c:pt idx="6553">
                  <c:v>45271</c:v>
                </c:pt>
                <c:pt idx="6554">
                  <c:v>45272</c:v>
                </c:pt>
                <c:pt idx="6555">
                  <c:v>45273</c:v>
                </c:pt>
                <c:pt idx="6556">
                  <c:v>45274</c:v>
                </c:pt>
                <c:pt idx="6557">
                  <c:v>45275</c:v>
                </c:pt>
                <c:pt idx="6558">
                  <c:v>45276</c:v>
                </c:pt>
                <c:pt idx="6559">
                  <c:v>45277</c:v>
                </c:pt>
                <c:pt idx="6560">
                  <c:v>45278</c:v>
                </c:pt>
                <c:pt idx="6561">
                  <c:v>45279</c:v>
                </c:pt>
                <c:pt idx="6562">
                  <c:v>45280</c:v>
                </c:pt>
                <c:pt idx="6563">
                  <c:v>45281</c:v>
                </c:pt>
                <c:pt idx="6564">
                  <c:v>45282</c:v>
                </c:pt>
                <c:pt idx="6565">
                  <c:v>45283</c:v>
                </c:pt>
                <c:pt idx="6566">
                  <c:v>45284</c:v>
                </c:pt>
                <c:pt idx="6567">
                  <c:v>45285</c:v>
                </c:pt>
                <c:pt idx="6568">
                  <c:v>45286</c:v>
                </c:pt>
                <c:pt idx="6569">
                  <c:v>45287</c:v>
                </c:pt>
                <c:pt idx="6570">
                  <c:v>45288</c:v>
                </c:pt>
                <c:pt idx="6571">
                  <c:v>45289</c:v>
                </c:pt>
                <c:pt idx="6572">
                  <c:v>45290</c:v>
                </c:pt>
                <c:pt idx="6573">
                  <c:v>45291</c:v>
                </c:pt>
                <c:pt idx="6574">
                  <c:v>45292</c:v>
                </c:pt>
                <c:pt idx="6575">
                  <c:v>45293</c:v>
                </c:pt>
                <c:pt idx="6576">
                  <c:v>45294</c:v>
                </c:pt>
                <c:pt idx="6577">
                  <c:v>45295</c:v>
                </c:pt>
                <c:pt idx="6578">
                  <c:v>45296</c:v>
                </c:pt>
                <c:pt idx="6579">
                  <c:v>45297</c:v>
                </c:pt>
                <c:pt idx="6580">
                  <c:v>45298</c:v>
                </c:pt>
                <c:pt idx="6581">
                  <c:v>45299</c:v>
                </c:pt>
                <c:pt idx="6582">
                  <c:v>45300</c:v>
                </c:pt>
                <c:pt idx="6583">
                  <c:v>45301</c:v>
                </c:pt>
                <c:pt idx="6584">
                  <c:v>45302</c:v>
                </c:pt>
                <c:pt idx="6585">
                  <c:v>45303</c:v>
                </c:pt>
                <c:pt idx="6586">
                  <c:v>45304</c:v>
                </c:pt>
                <c:pt idx="6587">
                  <c:v>45305</c:v>
                </c:pt>
                <c:pt idx="6588">
                  <c:v>45306</c:v>
                </c:pt>
                <c:pt idx="6589">
                  <c:v>45307</c:v>
                </c:pt>
                <c:pt idx="6590">
                  <c:v>45308</c:v>
                </c:pt>
                <c:pt idx="6591">
                  <c:v>45309</c:v>
                </c:pt>
                <c:pt idx="6592">
                  <c:v>45310</c:v>
                </c:pt>
                <c:pt idx="6593">
                  <c:v>45311</c:v>
                </c:pt>
                <c:pt idx="6594">
                  <c:v>45312</c:v>
                </c:pt>
                <c:pt idx="6595">
                  <c:v>45313</c:v>
                </c:pt>
                <c:pt idx="6596">
                  <c:v>45314</c:v>
                </c:pt>
                <c:pt idx="6597">
                  <c:v>45315</c:v>
                </c:pt>
                <c:pt idx="6598">
                  <c:v>45316</c:v>
                </c:pt>
                <c:pt idx="6599">
                  <c:v>45317</c:v>
                </c:pt>
                <c:pt idx="6600">
                  <c:v>45318</c:v>
                </c:pt>
                <c:pt idx="6601">
                  <c:v>45319</c:v>
                </c:pt>
                <c:pt idx="6602">
                  <c:v>45320</c:v>
                </c:pt>
                <c:pt idx="6603">
                  <c:v>45321</c:v>
                </c:pt>
                <c:pt idx="6604">
                  <c:v>45322</c:v>
                </c:pt>
                <c:pt idx="6605">
                  <c:v>45323</c:v>
                </c:pt>
                <c:pt idx="6606">
                  <c:v>45324</c:v>
                </c:pt>
                <c:pt idx="6607">
                  <c:v>45325</c:v>
                </c:pt>
                <c:pt idx="6608">
                  <c:v>45326</c:v>
                </c:pt>
                <c:pt idx="6609">
                  <c:v>45327</c:v>
                </c:pt>
                <c:pt idx="6610">
                  <c:v>45328</c:v>
                </c:pt>
                <c:pt idx="6611">
                  <c:v>45329</c:v>
                </c:pt>
                <c:pt idx="6612">
                  <c:v>45330</c:v>
                </c:pt>
                <c:pt idx="6613">
                  <c:v>45331</c:v>
                </c:pt>
                <c:pt idx="6614">
                  <c:v>45332</c:v>
                </c:pt>
                <c:pt idx="6615">
                  <c:v>45333</c:v>
                </c:pt>
                <c:pt idx="6616">
                  <c:v>45334</c:v>
                </c:pt>
                <c:pt idx="6617">
                  <c:v>45335</c:v>
                </c:pt>
                <c:pt idx="6618">
                  <c:v>45336</c:v>
                </c:pt>
                <c:pt idx="6619">
                  <c:v>45337</c:v>
                </c:pt>
                <c:pt idx="6620">
                  <c:v>45338</c:v>
                </c:pt>
                <c:pt idx="6621">
                  <c:v>45339</c:v>
                </c:pt>
                <c:pt idx="6622">
                  <c:v>45340</c:v>
                </c:pt>
                <c:pt idx="6623">
                  <c:v>45341</c:v>
                </c:pt>
                <c:pt idx="6624">
                  <c:v>45342</c:v>
                </c:pt>
                <c:pt idx="6625">
                  <c:v>45343</c:v>
                </c:pt>
                <c:pt idx="6626">
                  <c:v>45344</c:v>
                </c:pt>
                <c:pt idx="6627">
                  <c:v>45345</c:v>
                </c:pt>
                <c:pt idx="6628">
                  <c:v>45346</c:v>
                </c:pt>
                <c:pt idx="6629">
                  <c:v>45347</c:v>
                </c:pt>
                <c:pt idx="6630">
                  <c:v>45348</c:v>
                </c:pt>
                <c:pt idx="6631">
                  <c:v>45349</c:v>
                </c:pt>
                <c:pt idx="6632">
                  <c:v>45350</c:v>
                </c:pt>
                <c:pt idx="6633">
                  <c:v>45351</c:v>
                </c:pt>
                <c:pt idx="6634">
                  <c:v>45352</c:v>
                </c:pt>
                <c:pt idx="6635">
                  <c:v>45353</c:v>
                </c:pt>
                <c:pt idx="6636">
                  <c:v>45354</c:v>
                </c:pt>
              </c:numCache>
            </c:numRef>
          </c:cat>
          <c:val>
            <c:numRef>
              <c:f>价差走势表!$BZ$2:$BZ$6638</c:f>
              <c:numCache>
                <c:formatCode>0_);[Red]\(0\)</c:formatCode>
                <c:ptCount val="6637"/>
                <c:pt idx="0">
                  <c:v>25523</c:v>
                </c:pt>
                <c:pt idx="1">
                  <c:v>25523</c:v>
                </c:pt>
                <c:pt idx="2">
                  <c:v>25523</c:v>
                </c:pt>
                <c:pt idx="3">
                  <c:v>25523</c:v>
                </c:pt>
                <c:pt idx="4">
                  <c:v>25523</c:v>
                </c:pt>
                <c:pt idx="5">
                  <c:v>25523</c:v>
                </c:pt>
                <c:pt idx="6">
                  <c:v>25523</c:v>
                </c:pt>
                <c:pt idx="7">
                  <c:v>25523</c:v>
                </c:pt>
                <c:pt idx="8">
                  <c:v>25523</c:v>
                </c:pt>
                <c:pt idx="9">
                  <c:v>25523</c:v>
                </c:pt>
                <c:pt idx="10">
                  <c:v>25523</c:v>
                </c:pt>
                <c:pt idx="11">
                  <c:v>25523</c:v>
                </c:pt>
                <c:pt idx="12">
                  <c:v>25523</c:v>
                </c:pt>
                <c:pt idx="13">
                  <c:v>25496</c:v>
                </c:pt>
                <c:pt idx="14">
                  <c:v>25496</c:v>
                </c:pt>
                <c:pt idx="15">
                  <c:v>25496</c:v>
                </c:pt>
                <c:pt idx="16">
                  <c:v>25496</c:v>
                </c:pt>
                <c:pt idx="17">
                  <c:v>23296</c:v>
                </c:pt>
                <c:pt idx="18">
                  <c:v>23296</c:v>
                </c:pt>
                <c:pt idx="19">
                  <c:v>23296</c:v>
                </c:pt>
                <c:pt idx="20">
                  <c:v>23296</c:v>
                </c:pt>
                <c:pt idx="21">
                  <c:v>23296</c:v>
                </c:pt>
                <c:pt idx="22">
                  <c:v>23296</c:v>
                </c:pt>
                <c:pt idx="23">
                  <c:v>23296</c:v>
                </c:pt>
                <c:pt idx="24">
                  <c:v>23296</c:v>
                </c:pt>
                <c:pt idx="25">
                  <c:v>23296</c:v>
                </c:pt>
                <c:pt idx="26">
                  <c:v>23296</c:v>
                </c:pt>
                <c:pt idx="27">
                  <c:v>23296</c:v>
                </c:pt>
                <c:pt idx="28">
                  <c:v>23296</c:v>
                </c:pt>
                <c:pt idx="29">
                  <c:v>23296</c:v>
                </c:pt>
                <c:pt idx="30">
                  <c:v>23296</c:v>
                </c:pt>
                <c:pt idx="31">
                  <c:v>23269</c:v>
                </c:pt>
                <c:pt idx="32">
                  <c:v>23269</c:v>
                </c:pt>
                <c:pt idx="33">
                  <c:v>23269</c:v>
                </c:pt>
                <c:pt idx="34">
                  <c:v>23269</c:v>
                </c:pt>
                <c:pt idx="35">
                  <c:v>23269</c:v>
                </c:pt>
                <c:pt idx="36">
                  <c:v>23269</c:v>
                </c:pt>
                <c:pt idx="37">
                  <c:v>23269</c:v>
                </c:pt>
                <c:pt idx="38">
                  <c:v>23269</c:v>
                </c:pt>
                <c:pt idx="39">
                  <c:v>23269</c:v>
                </c:pt>
                <c:pt idx="40">
                  <c:v>24769</c:v>
                </c:pt>
                <c:pt idx="41">
                  <c:v>24769</c:v>
                </c:pt>
                <c:pt idx="42">
                  <c:v>24769</c:v>
                </c:pt>
                <c:pt idx="43">
                  <c:v>24715</c:v>
                </c:pt>
                <c:pt idx="44">
                  <c:v>25015</c:v>
                </c:pt>
                <c:pt idx="45">
                  <c:v>25015</c:v>
                </c:pt>
                <c:pt idx="46">
                  <c:v>25015</c:v>
                </c:pt>
                <c:pt idx="47">
                  <c:v>25015</c:v>
                </c:pt>
                <c:pt idx="48">
                  <c:v>25015</c:v>
                </c:pt>
                <c:pt idx="49">
                  <c:v>25015</c:v>
                </c:pt>
                <c:pt idx="50">
                  <c:v>25015</c:v>
                </c:pt>
                <c:pt idx="51">
                  <c:v>25015</c:v>
                </c:pt>
                <c:pt idx="52">
                  <c:v>25015</c:v>
                </c:pt>
                <c:pt idx="53">
                  <c:v>25015</c:v>
                </c:pt>
                <c:pt idx="54">
                  <c:v>25015</c:v>
                </c:pt>
                <c:pt idx="55">
                  <c:v>25015</c:v>
                </c:pt>
                <c:pt idx="56">
                  <c:v>25015</c:v>
                </c:pt>
                <c:pt idx="57">
                  <c:v>25015</c:v>
                </c:pt>
                <c:pt idx="58">
                  <c:v>25015</c:v>
                </c:pt>
                <c:pt idx="59">
                  <c:v>25015</c:v>
                </c:pt>
                <c:pt idx="60">
                  <c:v>25215</c:v>
                </c:pt>
                <c:pt idx="61">
                  <c:v>24915</c:v>
                </c:pt>
                <c:pt idx="62">
                  <c:v>24915</c:v>
                </c:pt>
                <c:pt idx="63">
                  <c:v>24915</c:v>
                </c:pt>
                <c:pt idx="64">
                  <c:v>24915</c:v>
                </c:pt>
                <c:pt idx="65">
                  <c:v>24915</c:v>
                </c:pt>
                <c:pt idx="66">
                  <c:v>24915</c:v>
                </c:pt>
                <c:pt idx="67">
                  <c:v>24915</c:v>
                </c:pt>
                <c:pt idx="68">
                  <c:v>24215</c:v>
                </c:pt>
                <c:pt idx="69">
                  <c:v>24215</c:v>
                </c:pt>
                <c:pt idx="70">
                  <c:v>24215</c:v>
                </c:pt>
                <c:pt idx="71">
                  <c:v>24215</c:v>
                </c:pt>
                <c:pt idx="72">
                  <c:v>24215</c:v>
                </c:pt>
                <c:pt idx="73">
                  <c:v>24215</c:v>
                </c:pt>
                <c:pt idx="74">
                  <c:v>24215</c:v>
                </c:pt>
                <c:pt idx="75">
                  <c:v>24215</c:v>
                </c:pt>
                <c:pt idx="76">
                  <c:v>24215</c:v>
                </c:pt>
                <c:pt idx="77">
                  <c:v>24215</c:v>
                </c:pt>
                <c:pt idx="78">
                  <c:v>24215</c:v>
                </c:pt>
                <c:pt idx="79">
                  <c:v>24215</c:v>
                </c:pt>
                <c:pt idx="80">
                  <c:v>24215</c:v>
                </c:pt>
                <c:pt idx="81">
                  <c:v>24242</c:v>
                </c:pt>
                <c:pt idx="82">
                  <c:v>24242</c:v>
                </c:pt>
                <c:pt idx="83">
                  <c:v>24242</c:v>
                </c:pt>
                <c:pt idx="84">
                  <c:v>24242</c:v>
                </c:pt>
                <c:pt idx="85">
                  <c:v>24242</c:v>
                </c:pt>
                <c:pt idx="86">
                  <c:v>24242</c:v>
                </c:pt>
                <c:pt idx="87">
                  <c:v>24242</c:v>
                </c:pt>
                <c:pt idx="88">
                  <c:v>24242</c:v>
                </c:pt>
                <c:pt idx="89">
                  <c:v>24242</c:v>
                </c:pt>
                <c:pt idx="90">
                  <c:v>24242</c:v>
                </c:pt>
                <c:pt idx="91">
                  <c:v>24242</c:v>
                </c:pt>
                <c:pt idx="92">
                  <c:v>23742</c:v>
                </c:pt>
                <c:pt idx="93">
                  <c:v>23742</c:v>
                </c:pt>
                <c:pt idx="94">
                  <c:v>23769</c:v>
                </c:pt>
                <c:pt idx="95">
                  <c:v>23769</c:v>
                </c:pt>
                <c:pt idx="96">
                  <c:v>23769</c:v>
                </c:pt>
                <c:pt idx="97">
                  <c:v>23769</c:v>
                </c:pt>
                <c:pt idx="98">
                  <c:v>23769</c:v>
                </c:pt>
                <c:pt idx="99">
                  <c:v>23769</c:v>
                </c:pt>
                <c:pt idx="100">
                  <c:v>23769</c:v>
                </c:pt>
                <c:pt idx="101">
                  <c:v>23796</c:v>
                </c:pt>
                <c:pt idx="102">
                  <c:v>23796</c:v>
                </c:pt>
                <c:pt idx="103">
                  <c:v>23796</c:v>
                </c:pt>
                <c:pt idx="104">
                  <c:v>23796</c:v>
                </c:pt>
                <c:pt idx="105">
                  <c:v>23796</c:v>
                </c:pt>
                <c:pt idx="106">
                  <c:v>23796</c:v>
                </c:pt>
                <c:pt idx="107">
                  <c:v>23796</c:v>
                </c:pt>
                <c:pt idx="108">
                  <c:v>23796</c:v>
                </c:pt>
                <c:pt idx="109">
                  <c:v>23796</c:v>
                </c:pt>
                <c:pt idx="110">
                  <c:v>23796</c:v>
                </c:pt>
                <c:pt idx="111">
                  <c:v>23796</c:v>
                </c:pt>
                <c:pt idx="112">
                  <c:v>23796</c:v>
                </c:pt>
                <c:pt idx="113">
                  <c:v>23796</c:v>
                </c:pt>
                <c:pt idx="114">
                  <c:v>23796</c:v>
                </c:pt>
                <c:pt idx="115">
                  <c:v>23796</c:v>
                </c:pt>
                <c:pt idx="116">
                  <c:v>23796</c:v>
                </c:pt>
                <c:pt idx="117">
                  <c:v>23796</c:v>
                </c:pt>
                <c:pt idx="118">
                  <c:v>23796</c:v>
                </c:pt>
                <c:pt idx="119">
                  <c:v>23796</c:v>
                </c:pt>
                <c:pt idx="120">
                  <c:v>23796</c:v>
                </c:pt>
                <c:pt idx="121">
                  <c:v>23796</c:v>
                </c:pt>
                <c:pt idx="122">
                  <c:v>23796</c:v>
                </c:pt>
                <c:pt idx="123">
                  <c:v>23796</c:v>
                </c:pt>
                <c:pt idx="124">
                  <c:v>23796</c:v>
                </c:pt>
                <c:pt idx="125">
                  <c:v>23796</c:v>
                </c:pt>
                <c:pt idx="126">
                  <c:v>23796</c:v>
                </c:pt>
                <c:pt idx="127">
                  <c:v>23796</c:v>
                </c:pt>
                <c:pt idx="128">
                  <c:v>23796</c:v>
                </c:pt>
                <c:pt idx="129">
                  <c:v>23796</c:v>
                </c:pt>
                <c:pt idx="130">
                  <c:v>23796</c:v>
                </c:pt>
                <c:pt idx="131">
                  <c:v>23796</c:v>
                </c:pt>
                <c:pt idx="132">
                  <c:v>23796</c:v>
                </c:pt>
                <c:pt idx="133">
                  <c:v>23796</c:v>
                </c:pt>
                <c:pt idx="134">
                  <c:v>23796</c:v>
                </c:pt>
                <c:pt idx="135">
                  <c:v>23796</c:v>
                </c:pt>
                <c:pt idx="136">
                  <c:v>23796</c:v>
                </c:pt>
                <c:pt idx="137">
                  <c:v>23796</c:v>
                </c:pt>
                <c:pt idx="138">
                  <c:v>23796</c:v>
                </c:pt>
                <c:pt idx="139">
                  <c:v>23796</c:v>
                </c:pt>
                <c:pt idx="140">
                  <c:v>23796</c:v>
                </c:pt>
                <c:pt idx="141">
                  <c:v>23796</c:v>
                </c:pt>
                <c:pt idx="142">
                  <c:v>23796</c:v>
                </c:pt>
                <c:pt idx="143">
                  <c:v>23796</c:v>
                </c:pt>
                <c:pt idx="144">
                  <c:v>23796</c:v>
                </c:pt>
                <c:pt idx="145">
                  <c:v>23796</c:v>
                </c:pt>
                <c:pt idx="146">
                  <c:v>23796</c:v>
                </c:pt>
                <c:pt idx="147">
                  <c:v>23796</c:v>
                </c:pt>
                <c:pt idx="148">
                  <c:v>23796</c:v>
                </c:pt>
                <c:pt idx="149">
                  <c:v>24096</c:v>
                </c:pt>
                <c:pt idx="150">
                  <c:v>24096</c:v>
                </c:pt>
                <c:pt idx="151">
                  <c:v>24096</c:v>
                </c:pt>
                <c:pt idx="152">
                  <c:v>24096</c:v>
                </c:pt>
                <c:pt idx="153">
                  <c:v>24096</c:v>
                </c:pt>
                <c:pt idx="154">
                  <c:v>24096</c:v>
                </c:pt>
                <c:pt idx="155">
                  <c:v>24096</c:v>
                </c:pt>
                <c:pt idx="156">
                  <c:v>24096</c:v>
                </c:pt>
                <c:pt idx="157">
                  <c:v>24296</c:v>
                </c:pt>
                <c:pt idx="158">
                  <c:v>24296</c:v>
                </c:pt>
                <c:pt idx="159">
                  <c:v>24296</c:v>
                </c:pt>
                <c:pt idx="160">
                  <c:v>24296</c:v>
                </c:pt>
                <c:pt idx="161">
                  <c:v>24296</c:v>
                </c:pt>
                <c:pt idx="162">
                  <c:v>24296</c:v>
                </c:pt>
                <c:pt idx="163">
                  <c:v>24296</c:v>
                </c:pt>
                <c:pt idx="164">
                  <c:v>24296</c:v>
                </c:pt>
                <c:pt idx="165">
                  <c:v>24296</c:v>
                </c:pt>
                <c:pt idx="166">
                  <c:v>24296</c:v>
                </c:pt>
                <c:pt idx="167">
                  <c:v>24296</c:v>
                </c:pt>
                <c:pt idx="168">
                  <c:v>24296</c:v>
                </c:pt>
                <c:pt idx="169">
                  <c:v>24296</c:v>
                </c:pt>
                <c:pt idx="170">
                  <c:v>24296</c:v>
                </c:pt>
                <c:pt idx="171">
                  <c:v>24296</c:v>
                </c:pt>
                <c:pt idx="172">
                  <c:v>24296</c:v>
                </c:pt>
                <c:pt idx="173">
                  <c:v>24296</c:v>
                </c:pt>
                <c:pt idx="174">
                  <c:v>24296</c:v>
                </c:pt>
                <c:pt idx="175">
                  <c:v>24296</c:v>
                </c:pt>
                <c:pt idx="176">
                  <c:v>24296</c:v>
                </c:pt>
                <c:pt idx="177">
                  <c:v>24296</c:v>
                </c:pt>
                <c:pt idx="178">
                  <c:v>24296</c:v>
                </c:pt>
                <c:pt idx="179">
                  <c:v>24296</c:v>
                </c:pt>
                <c:pt idx="180">
                  <c:v>24296</c:v>
                </c:pt>
                <c:pt idx="181">
                  <c:v>24296</c:v>
                </c:pt>
                <c:pt idx="182">
                  <c:v>24296</c:v>
                </c:pt>
                <c:pt idx="183">
                  <c:v>23796</c:v>
                </c:pt>
                <c:pt idx="184">
                  <c:v>23796</c:v>
                </c:pt>
                <c:pt idx="185">
                  <c:v>23796</c:v>
                </c:pt>
                <c:pt idx="186">
                  <c:v>23796</c:v>
                </c:pt>
                <c:pt idx="187">
                  <c:v>23796</c:v>
                </c:pt>
                <c:pt idx="188">
                  <c:v>23796</c:v>
                </c:pt>
                <c:pt idx="189">
                  <c:v>23796</c:v>
                </c:pt>
                <c:pt idx="190">
                  <c:v>23796</c:v>
                </c:pt>
                <c:pt idx="191">
                  <c:v>23796</c:v>
                </c:pt>
                <c:pt idx="192">
                  <c:v>23796</c:v>
                </c:pt>
                <c:pt idx="193">
                  <c:v>23796</c:v>
                </c:pt>
                <c:pt idx="194">
                  <c:v>23796</c:v>
                </c:pt>
                <c:pt idx="195">
                  <c:v>23796</c:v>
                </c:pt>
                <c:pt idx="196">
                  <c:v>23796</c:v>
                </c:pt>
                <c:pt idx="197">
                  <c:v>23796</c:v>
                </c:pt>
                <c:pt idx="198">
                  <c:v>23796</c:v>
                </c:pt>
                <c:pt idx="199">
                  <c:v>23796</c:v>
                </c:pt>
                <c:pt idx="200">
                  <c:v>23782.5</c:v>
                </c:pt>
                <c:pt idx="201">
                  <c:v>23782.5</c:v>
                </c:pt>
                <c:pt idx="202">
                  <c:v>23782.5</c:v>
                </c:pt>
                <c:pt idx="203">
                  <c:v>23782.5</c:v>
                </c:pt>
                <c:pt idx="204">
                  <c:v>23769</c:v>
                </c:pt>
                <c:pt idx="205">
                  <c:v>23769</c:v>
                </c:pt>
                <c:pt idx="206">
                  <c:v>23769</c:v>
                </c:pt>
                <c:pt idx="207">
                  <c:v>23769</c:v>
                </c:pt>
                <c:pt idx="208">
                  <c:v>23769</c:v>
                </c:pt>
                <c:pt idx="209">
                  <c:v>23755.5</c:v>
                </c:pt>
                <c:pt idx="210">
                  <c:v>23755.5</c:v>
                </c:pt>
                <c:pt idx="211">
                  <c:v>23755.5</c:v>
                </c:pt>
                <c:pt idx="212">
                  <c:v>23755.5</c:v>
                </c:pt>
                <c:pt idx="213">
                  <c:v>23742</c:v>
                </c:pt>
                <c:pt idx="214">
                  <c:v>23742</c:v>
                </c:pt>
                <c:pt idx="215">
                  <c:v>23742</c:v>
                </c:pt>
                <c:pt idx="216">
                  <c:v>23742</c:v>
                </c:pt>
                <c:pt idx="217">
                  <c:v>23742</c:v>
                </c:pt>
                <c:pt idx="218">
                  <c:v>23742</c:v>
                </c:pt>
                <c:pt idx="219">
                  <c:v>23742</c:v>
                </c:pt>
                <c:pt idx="220">
                  <c:v>23742</c:v>
                </c:pt>
                <c:pt idx="221">
                  <c:v>23742</c:v>
                </c:pt>
                <c:pt idx="222">
                  <c:v>23742</c:v>
                </c:pt>
                <c:pt idx="223">
                  <c:v>23742</c:v>
                </c:pt>
                <c:pt idx="224">
                  <c:v>23701.5</c:v>
                </c:pt>
                <c:pt idx="225">
                  <c:v>23701.5</c:v>
                </c:pt>
                <c:pt idx="226">
                  <c:v>23701.5</c:v>
                </c:pt>
                <c:pt idx="227">
                  <c:v>23701.5</c:v>
                </c:pt>
                <c:pt idx="228">
                  <c:v>23701.5</c:v>
                </c:pt>
                <c:pt idx="229">
                  <c:v>23701.5</c:v>
                </c:pt>
                <c:pt idx="230">
                  <c:v>23701.5</c:v>
                </c:pt>
                <c:pt idx="231">
                  <c:v>23701.5</c:v>
                </c:pt>
                <c:pt idx="232">
                  <c:v>23701.5</c:v>
                </c:pt>
                <c:pt idx="233">
                  <c:v>23688</c:v>
                </c:pt>
                <c:pt idx="234">
                  <c:v>23688</c:v>
                </c:pt>
                <c:pt idx="235">
                  <c:v>23688</c:v>
                </c:pt>
                <c:pt idx="236">
                  <c:v>23688</c:v>
                </c:pt>
                <c:pt idx="237">
                  <c:v>23688</c:v>
                </c:pt>
                <c:pt idx="238">
                  <c:v>23688</c:v>
                </c:pt>
                <c:pt idx="239">
                  <c:v>23688</c:v>
                </c:pt>
                <c:pt idx="240">
                  <c:v>23688</c:v>
                </c:pt>
                <c:pt idx="241">
                  <c:v>23688</c:v>
                </c:pt>
                <c:pt idx="242">
                  <c:v>23688</c:v>
                </c:pt>
                <c:pt idx="243">
                  <c:v>23688</c:v>
                </c:pt>
                <c:pt idx="244">
                  <c:v>23688</c:v>
                </c:pt>
                <c:pt idx="245">
                  <c:v>23688</c:v>
                </c:pt>
                <c:pt idx="246">
                  <c:v>23688</c:v>
                </c:pt>
                <c:pt idx="247">
                  <c:v>23688</c:v>
                </c:pt>
                <c:pt idx="248">
                  <c:v>23688</c:v>
                </c:pt>
                <c:pt idx="249">
                  <c:v>23688</c:v>
                </c:pt>
                <c:pt idx="250">
                  <c:v>23647.5</c:v>
                </c:pt>
                <c:pt idx="251">
                  <c:v>23647.5</c:v>
                </c:pt>
                <c:pt idx="252">
                  <c:v>23647.5</c:v>
                </c:pt>
                <c:pt idx="253">
                  <c:v>23647.5</c:v>
                </c:pt>
                <c:pt idx="254">
                  <c:v>23647.5</c:v>
                </c:pt>
                <c:pt idx="255">
                  <c:v>23647.5</c:v>
                </c:pt>
                <c:pt idx="256">
                  <c:v>23647.5</c:v>
                </c:pt>
                <c:pt idx="257">
                  <c:v>23634</c:v>
                </c:pt>
                <c:pt idx="258">
                  <c:v>23634</c:v>
                </c:pt>
                <c:pt idx="259">
                  <c:v>23634</c:v>
                </c:pt>
                <c:pt idx="260">
                  <c:v>23634</c:v>
                </c:pt>
                <c:pt idx="261">
                  <c:v>24134</c:v>
                </c:pt>
                <c:pt idx="262">
                  <c:v>24134</c:v>
                </c:pt>
                <c:pt idx="263">
                  <c:v>24134</c:v>
                </c:pt>
                <c:pt idx="264">
                  <c:v>24134</c:v>
                </c:pt>
                <c:pt idx="265">
                  <c:v>24134</c:v>
                </c:pt>
                <c:pt idx="266">
                  <c:v>24134</c:v>
                </c:pt>
                <c:pt idx="267">
                  <c:v>24134</c:v>
                </c:pt>
                <c:pt idx="268">
                  <c:v>24134</c:v>
                </c:pt>
                <c:pt idx="269">
                  <c:v>24134</c:v>
                </c:pt>
                <c:pt idx="270">
                  <c:v>24134</c:v>
                </c:pt>
                <c:pt idx="271">
                  <c:v>24134</c:v>
                </c:pt>
                <c:pt idx="272">
                  <c:v>24134</c:v>
                </c:pt>
                <c:pt idx="273">
                  <c:v>24134</c:v>
                </c:pt>
                <c:pt idx="274">
                  <c:v>24134</c:v>
                </c:pt>
                <c:pt idx="275">
                  <c:v>24134</c:v>
                </c:pt>
                <c:pt idx="276">
                  <c:v>24134</c:v>
                </c:pt>
                <c:pt idx="277">
                  <c:v>24134</c:v>
                </c:pt>
                <c:pt idx="278">
                  <c:v>24134</c:v>
                </c:pt>
                <c:pt idx="279">
                  <c:v>24134</c:v>
                </c:pt>
                <c:pt idx="280">
                  <c:v>24134</c:v>
                </c:pt>
                <c:pt idx="281">
                  <c:v>24134</c:v>
                </c:pt>
                <c:pt idx="282">
                  <c:v>24134</c:v>
                </c:pt>
                <c:pt idx="283">
                  <c:v>24834</c:v>
                </c:pt>
                <c:pt idx="284">
                  <c:v>24834</c:v>
                </c:pt>
                <c:pt idx="285">
                  <c:v>24834</c:v>
                </c:pt>
                <c:pt idx="286">
                  <c:v>24834</c:v>
                </c:pt>
                <c:pt idx="287">
                  <c:v>24834</c:v>
                </c:pt>
                <c:pt idx="288">
                  <c:v>24834</c:v>
                </c:pt>
                <c:pt idx="289">
                  <c:v>24834</c:v>
                </c:pt>
                <c:pt idx="290">
                  <c:v>24834</c:v>
                </c:pt>
                <c:pt idx="291">
                  <c:v>24834</c:v>
                </c:pt>
                <c:pt idx="292">
                  <c:v>24834</c:v>
                </c:pt>
                <c:pt idx="293">
                  <c:v>24834</c:v>
                </c:pt>
                <c:pt idx="294">
                  <c:v>24834</c:v>
                </c:pt>
                <c:pt idx="295">
                  <c:v>26134</c:v>
                </c:pt>
                <c:pt idx="296">
                  <c:v>26134</c:v>
                </c:pt>
                <c:pt idx="297">
                  <c:v>26134</c:v>
                </c:pt>
                <c:pt idx="298">
                  <c:v>26134</c:v>
                </c:pt>
                <c:pt idx="299">
                  <c:v>26134</c:v>
                </c:pt>
                <c:pt idx="300">
                  <c:v>26134</c:v>
                </c:pt>
                <c:pt idx="301">
                  <c:v>26120.5</c:v>
                </c:pt>
                <c:pt idx="302">
                  <c:v>26120.5</c:v>
                </c:pt>
                <c:pt idx="303">
                  <c:v>26120.5</c:v>
                </c:pt>
                <c:pt idx="304">
                  <c:v>26620.5</c:v>
                </c:pt>
                <c:pt idx="305">
                  <c:v>26620.5</c:v>
                </c:pt>
                <c:pt idx="306">
                  <c:v>26620.5</c:v>
                </c:pt>
                <c:pt idx="307">
                  <c:v>26620.5</c:v>
                </c:pt>
                <c:pt idx="308">
                  <c:v>26620.5</c:v>
                </c:pt>
                <c:pt idx="309">
                  <c:v>26620.5</c:v>
                </c:pt>
                <c:pt idx="310">
                  <c:v>26620.5</c:v>
                </c:pt>
                <c:pt idx="311">
                  <c:v>26620.5</c:v>
                </c:pt>
                <c:pt idx="312">
                  <c:v>26620.5</c:v>
                </c:pt>
                <c:pt idx="313">
                  <c:v>26620.5</c:v>
                </c:pt>
                <c:pt idx="314">
                  <c:v>26620.5</c:v>
                </c:pt>
                <c:pt idx="315">
                  <c:v>26620.5</c:v>
                </c:pt>
                <c:pt idx="316">
                  <c:v>27080</c:v>
                </c:pt>
                <c:pt idx="317">
                  <c:v>27080</c:v>
                </c:pt>
                <c:pt idx="318">
                  <c:v>27080</c:v>
                </c:pt>
                <c:pt idx="319">
                  <c:v>27080</c:v>
                </c:pt>
                <c:pt idx="320">
                  <c:v>27080</c:v>
                </c:pt>
                <c:pt idx="321">
                  <c:v>27080</c:v>
                </c:pt>
                <c:pt idx="322">
                  <c:v>27080</c:v>
                </c:pt>
                <c:pt idx="323">
                  <c:v>27080</c:v>
                </c:pt>
                <c:pt idx="324">
                  <c:v>27066.5</c:v>
                </c:pt>
                <c:pt idx="325">
                  <c:v>27066.5</c:v>
                </c:pt>
                <c:pt idx="326">
                  <c:v>27066.5</c:v>
                </c:pt>
                <c:pt idx="327">
                  <c:v>27066.5</c:v>
                </c:pt>
                <c:pt idx="328">
                  <c:v>27066.5</c:v>
                </c:pt>
                <c:pt idx="329">
                  <c:v>27066.5</c:v>
                </c:pt>
                <c:pt idx="330">
                  <c:v>27066.5</c:v>
                </c:pt>
                <c:pt idx="331">
                  <c:v>27026</c:v>
                </c:pt>
                <c:pt idx="332">
                  <c:v>27026</c:v>
                </c:pt>
                <c:pt idx="333">
                  <c:v>27026</c:v>
                </c:pt>
                <c:pt idx="334">
                  <c:v>27026</c:v>
                </c:pt>
                <c:pt idx="335">
                  <c:v>27026</c:v>
                </c:pt>
                <c:pt idx="336">
                  <c:v>27012.5</c:v>
                </c:pt>
                <c:pt idx="337">
                  <c:v>27012.5</c:v>
                </c:pt>
                <c:pt idx="338">
                  <c:v>27012.5</c:v>
                </c:pt>
                <c:pt idx="339">
                  <c:v>27012.5</c:v>
                </c:pt>
                <c:pt idx="340">
                  <c:v>27012.5</c:v>
                </c:pt>
                <c:pt idx="341">
                  <c:v>27012.5</c:v>
                </c:pt>
                <c:pt idx="342">
                  <c:v>26999</c:v>
                </c:pt>
                <c:pt idx="343">
                  <c:v>26999</c:v>
                </c:pt>
                <c:pt idx="344">
                  <c:v>26999</c:v>
                </c:pt>
                <c:pt idx="345">
                  <c:v>26999</c:v>
                </c:pt>
                <c:pt idx="346">
                  <c:v>26999</c:v>
                </c:pt>
                <c:pt idx="347">
                  <c:v>26999</c:v>
                </c:pt>
                <c:pt idx="348">
                  <c:v>26999</c:v>
                </c:pt>
                <c:pt idx="349">
                  <c:v>26999</c:v>
                </c:pt>
                <c:pt idx="350">
                  <c:v>26999</c:v>
                </c:pt>
                <c:pt idx="351">
                  <c:v>26999</c:v>
                </c:pt>
                <c:pt idx="352">
                  <c:v>26999</c:v>
                </c:pt>
                <c:pt idx="353">
                  <c:v>26999</c:v>
                </c:pt>
                <c:pt idx="354">
                  <c:v>26999</c:v>
                </c:pt>
                <c:pt idx="355">
                  <c:v>26999</c:v>
                </c:pt>
                <c:pt idx="356">
                  <c:v>26999</c:v>
                </c:pt>
                <c:pt idx="357">
                  <c:v>26999</c:v>
                </c:pt>
                <c:pt idx="358">
                  <c:v>26999</c:v>
                </c:pt>
                <c:pt idx="359">
                  <c:v>26999</c:v>
                </c:pt>
                <c:pt idx="360">
                  <c:v>26999</c:v>
                </c:pt>
                <c:pt idx="361">
                  <c:v>26999</c:v>
                </c:pt>
                <c:pt idx="362">
                  <c:v>26999</c:v>
                </c:pt>
                <c:pt idx="363">
                  <c:v>26999</c:v>
                </c:pt>
                <c:pt idx="364">
                  <c:v>26999</c:v>
                </c:pt>
                <c:pt idx="365">
                  <c:v>23929.75</c:v>
                </c:pt>
                <c:pt idx="366">
                  <c:v>23929.75</c:v>
                </c:pt>
                <c:pt idx="367">
                  <c:v>23929.75</c:v>
                </c:pt>
                <c:pt idx="368">
                  <c:v>23929.75</c:v>
                </c:pt>
                <c:pt idx="369">
                  <c:v>21429.75</c:v>
                </c:pt>
                <c:pt idx="370">
                  <c:v>21429.75</c:v>
                </c:pt>
                <c:pt idx="371">
                  <c:v>21429.75</c:v>
                </c:pt>
                <c:pt idx="372">
                  <c:v>21360.75</c:v>
                </c:pt>
                <c:pt idx="373">
                  <c:v>21360.75</c:v>
                </c:pt>
                <c:pt idx="374">
                  <c:v>21360.75</c:v>
                </c:pt>
                <c:pt idx="375">
                  <c:v>21360.75</c:v>
                </c:pt>
                <c:pt idx="376">
                  <c:v>21303.25</c:v>
                </c:pt>
                <c:pt idx="377">
                  <c:v>21303.25</c:v>
                </c:pt>
                <c:pt idx="378">
                  <c:v>21303.25</c:v>
                </c:pt>
                <c:pt idx="379">
                  <c:v>21303.25</c:v>
                </c:pt>
                <c:pt idx="380">
                  <c:v>21329.5</c:v>
                </c:pt>
                <c:pt idx="381">
                  <c:v>21314.75</c:v>
                </c:pt>
                <c:pt idx="382">
                  <c:v>21314.75</c:v>
                </c:pt>
                <c:pt idx="383">
                  <c:v>21300</c:v>
                </c:pt>
                <c:pt idx="384">
                  <c:v>21300</c:v>
                </c:pt>
                <c:pt idx="385">
                  <c:v>21277</c:v>
                </c:pt>
                <c:pt idx="386">
                  <c:v>21270.5</c:v>
                </c:pt>
                <c:pt idx="387">
                  <c:v>21241</c:v>
                </c:pt>
                <c:pt idx="388">
                  <c:v>21211.5</c:v>
                </c:pt>
                <c:pt idx="389">
                  <c:v>21182</c:v>
                </c:pt>
                <c:pt idx="390">
                  <c:v>21167.25</c:v>
                </c:pt>
                <c:pt idx="391">
                  <c:v>21167.25</c:v>
                </c:pt>
                <c:pt idx="392">
                  <c:v>21167.25</c:v>
                </c:pt>
                <c:pt idx="393">
                  <c:v>21152.5</c:v>
                </c:pt>
                <c:pt idx="394">
                  <c:v>21152.5</c:v>
                </c:pt>
                <c:pt idx="395">
                  <c:v>21152.5</c:v>
                </c:pt>
                <c:pt idx="396">
                  <c:v>21182</c:v>
                </c:pt>
                <c:pt idx="397">
                  <c:v>21211.5</c:v>
                </c:pt>
                <c:pt idx="398">
                  <c:v>21211.5</c:v>
                </c:pt>
                <c:pt idx="399">
                  <c:v>21211.5</c:v>
                </c:pt>
                <c:pt idx="400">
                  <c:v>20331</c:v>
                </c:pt>
                <c:pt idx="401">
                  <c:v>20291.5</c:v>
                </c:pt>
                <c:pt idx="402">
                  <c:v>22721</c:v>
                </c:pt>
                <c:pt idx="403">
                  <c:v>22732.799999999999</c:v>
                </c:pt>
                <c:pt idx="404">
                  <c:v>22750.5</c:v>
                </c:pt>
                <c:pt idx="405">
                  <c:v>22750.5</c:v>
                </c:pt>
                <c:pt idx="406">
                  <c:v>22750.5</c:v>
                </c:pt>
                <c:pt idx="407">
                  <c:v>22423.200000000001</c:v>
                </c:pt>
                <c:pt idx="408">
                  <c:v>22423.200000000001</c:v>
                </c:pt>
                <c:pt idx="409">
                  <c:v>22423.200000000001</c:v>
                </c:pt>
                <c:pt idx="410">
                  <c:v>22423.200000000001</c:v>
                </c:pt>
                <c:pt idx="411">
                  <c:v>22423.200000000001</c:v>
                </c:pt>
                <c:pt idx="412">
                  <c:v>22423.200000000001</c:v>
                </c:pt>
                <c:pt idx="413">
                  <c:v>22423.200000000001</c:v>
                </c:pt>
                <c:pt idx="414">
                  <c:v>22423.200000000001</c:v>
                </c:pt>
                <c:pt idx="415">
                  <c:v>22423.200000000001</c:v>
                </c:pt>
                <c:pt idx="416">
                  <c:v>22423.200000000001</c:v>
                </c:pt>
                <c:pt idx="417">
                  <c:v>22423.200000000001</c:v>
                </c:pt>
                <c:pt idx="418">
                  <c:v>22423.200000000001</c:v>
                </c:pt>
                <c:pt idx="419">
                  <c:v>22423.200000000001</c:v>
                </c:pt>
                <c:pt idx="420">
                  <c:v>22423.200000000001</c:v>
                </c:pt>
                <c:pt idx="421">
                  <c:v>22376</c:v>
                </c:pt>
                <c:pt idx="422">
                  <c:v>22435</c:v>
                </c:pt>
                <c:pt idx="423">
                  <c:v>22405.5</c:v>
                </c:pt>
                <c:pt idx="424">
                  <c:v>22435</c:v>
                </c:pt>
                <c:pt idx="425">
                  <c:v>22464.5</c:v>
                </c:pt>
                <c:pt idx="426">
                  <c:v>22464.5</c:v>
                </c:pt>
                <c:pt idx="427">
                  <c:v>22464.5</c:v>
                </c:pt>
                <c:pt idx="428">
                  <c:v>22682.7</c:v>
                </c:pt>
                <c:pt idx="429">
                  <c:v>22682.7</c:v>
                </c:pt>
                <c:pt idx="430">
                  <c:v>22694.5</c:v>
                </c:pt>
                <c:pt idx="431">
                  <c:v>22694.5</c:v>
                </c:pt>
                <c:pt idx="432">
                  <c:v>22706.3</c:v>
                </c:pt>
                <c:pt idx="433">
                  <c:v>22706.3</c:v>
                </c:pt>
                <c:pt idx="434">
                  <c:v>22706.3</c:v>
                </c:pt>
                <c:pt idx="435">
                  <c:v>22724</c:v>
                </c:pt>
                <c:pt idx="436">
                  <c:v>22753.5</c:v>
                </c:pt>
                <c:pt idx="437">
                  <c:v>23765.3</c:v>
                </c:pt>
                <c:pt idx="438">
                  <c:v>23783</c:v>
                </c:pt>
                <c:pt idx="439">
                  <c:v>23800.7</c:v>
                </c:pt>
                <c:pt idx="440">
                  <c:v>23865.599999999999</c:v>
                </c:pt>
                <c:pt idx="441">
                  <c:v>23865.599999999999</c:v>
                </c:pt>
                <c:pt idx="442">
                  <c:v>23865.599999999999</c:v>
                </c:pt>
                <c:pt idx="443">
                  <c:v>23901</c:v>
                </c:pt>
                <c:pt idx="444">
                  <c:v>23930.5</c:v>
                </c:pt>
                <c:pt idx="445">
                  <c:v>23989.5</c:v>
                </c:pt>
                <c:pt idx="446">
                  <c:v>24019</c:v>
                </c:pt>
                <c:pt idx="447">
                  <c:v>24019</c:v>
                </c:pt>
                <c:pt idx="448">
                  <c:v>24019</c:v>
                </c:pt>
                <c:pt idx="449">
                  <c:v>24048.5</c:v>
                </c:pt>
                <c:pt idx="450">
                  <c:v>24019</c:v>
                </c:pt>
                <c:pt idx="451">
                  <c:v>23989.5</c:v>
                </c:pt>
                <c:pt idx="452">
                  <c:v>23977.7</c:v>
                </c:pt>
                <c:pt idx="453">
                  <c:v>23960</c:v>
                </c:pt>
                <c:pt idx="454">
                  <c:v>23960</c:v>
                </c:pt>
                <c:pt idx="455">
                  <c:v>23960</c:v>
                </c:pt>
                <c:pt idx="456">
                  <c:v>23930.5</c:v>
                </c:pt>
                <c:pt idx="457">
                  <c:v>23948.2</c:v>
                </c:pt>
                <c:pt idx="458">
                  <c:v>23918.7</c:v>
                </c:pt>
                <c:pt idx="459">
                  <c:v>23918.7</c:v>
                </c:pt>
                <c:pt idx="460">
                  <c:v>23918.7</c:v>
                </c:pt>
                <c:pt idx="461">
                  <c:v>23918.7</c:v>
                </c:pt>
                <c:pt idx="462">
                  <c:v>23918.7</c:v>
                </c:pt>
                <c:pt idx="463">
                  <c:v>23960</c:v>
                </c:pt>
                <c:pt idx="464">
                  <c:v>23489.5</c:v>
                </c:pt>
                <c:pt idx="465">
                  <c:v>23519</c:v>
                </c:pt>
                <c:pt idx="466">
                  <c:v>23536.7</c:v>
                </c:pt>
                <c:pt idx="467">
                  <c:v>23548.5</c:v>
                </c:pt>
                <c:pt idx="468">
                  <c:v>23548.5</c:v>
                </c:pt>
                <c:pt idx="469">
                  <c:v>23548.5</c:v>
                </c:pt>
                <c:pt idx="470">
                  <c:v>23566.2</c:v>
                </c:pt>
                <c:pt idx="471">
                  <c:v>23566.2</c:v>
                </c:pt>
                <c:pt idx="472">
                  <c:v>23578</c:v>
                </c:pt>
                <c:pt idx="473">
                  <c:v>23578</c:v>
                </c:pt>
                <c:pt idx="474">
                  <c:v>23589.8</c:v>
                </c:pt>
                <c:pt idx="475">
                  <c:v>23589.8</c:v>
                </c:pt>
                <c:pt idx="476">
                  <c:v>23589.8</c:v>
                </c:pt>
                <c:pt idx="477">
                  <c:v>23940.7</c:v>
                </c:pt>
                <c:pt idx="478">
                  <c:v>23940.7</c:v>
                </c:pt>
                <c:pt idx="479">
                  <c:v>23940.7</c:v>
                </c:pt>
                <c:pt idx="480">
                  <c:v>23952.5</c:v>
                </c:pt>
                <c:pt idx="481">
                  <c:v>24033.5</c:v>
                </c:pt>
                <c:pt idx="482">
                  <c:v>24051.200000000001</c:v>
                </c:pt>
                <c:pt idx="483">
                  <c:v>24033.5</c:v>
                </c:pt>
                <c:pt idx="484">
                  <c:v>24063</c:v>
                </c:pt>
                <c:pt idx="485">
                  <c:v>24063</c:v>
                </c:pt>
                <c:pt idx="486">
                  <c:v>24063</c:v>
                </c:pt>
                <c:pt idx="487">
                  <c:v>24063</c:v>
                </c:pt>
                <c:pt idx="488">
                  <c:v>24063</c:v>
                </c:pt>
                <c:pt idx="489">
                  <c:v>24063</c:v>
                </c:pt>
                <c:pt idx="490">
                  <c:v>24063</c:v>
                </c:pt>
                <c:pt idx="491">
                  <c:v>24063</c:v>
                </c:pt>
                <c:pt idx="492">
                  <c:v>24063</c:v>
                </c:pt>
                <c:pt idx="493">
                  <c:v>24072.7</c:v>
                </c:pt>
                <c:pt idx="494">
                  <c:v>24084.5</c:v>
                </c:pt>
                <c:pt idx="495">
                  <c:v>24096.3</c:v>
                </c:pt>
                <c:pt idx="496">
                  <c:v>24084.5</c:v>
                </c:pt>
                <c:pt idx="497">
                  <c:v>24084.5</c:v>
                </c:pt>
                <c:pt idx="498">
                  <c:v>23826.2</c:v>
                </c:pt>
                <c:pt idx="499">
                  <c:v>23757</c:v>
                </c:pt>
                <c:pt idx="500">
                  <c:v>23757</c:v>
                </c:pt>
                <c:pt idx="501">
                  <c:v>23762.9</c:v>
                </c:pt>
                <c:pt idx="502">
                  <c:v>23705.7</c:v>
                </c:pt>
                <c:pt idx="503">
                  <c:v>23705.7</c:v>
                </c:pt>
                <c:pt idx="504">
                  <c:v>23705.7</c:v>
                </c:pt>
                <c:pt idx="505">
                  <c:v>23705.7</c:v>
                </c:pt>
                <c:pt idx="506">
                  <c:v>23699.8</c:v>
                </c:pt>
                <c:pt idx="507">
                  <c:v>23711</c:v>
                </c:pt>
                <c:pt idx="508">
                  <c:v>23699.200000000001</c:v>
                </c:pt>
                <c:pt idx="509">
                  <c:v>23693.3</c:v>
                </c:pt>
                <c:pt idx="510">
                  <c:v>23693.3</c:v>
                </c:pt>
                <c:pt idx="511">
                  <c:v>23693.3</c:v>
                </c:pt>
                <c:pt idx="512">
                  <c:v>23681.5</c:v>
                </c:pt>
                <c:pt idx="513">
                  <c:v>23663.8</c:v>
                </c:pt>
                <c:pt idx="514">
                  <c:v>23652</c:v>
                </c:pt>
                <c:pt idx="515">
                  <c:v>23634.3</c:v>
                </c:pt>
                <c:pt idx="516">
                  <c:v>23622.5</c:v>
                </c:pt>
                <c:pt idx="517">
                  <c:v>23622.5</c:v>
                </c:pt>
                <c:pt idx="518">
                  <c:v>23622.5</c:v>
                </c:pt>
                <c:pt idx="519">
                  <c:v>23810.7</c:v>
                </c:pt>
                <c:pt idx="520">
                  <c:v>23793</c:v>
                </c:pt>
                <c:pt idx="521">
                  <c:v>23787.1</c:v>
                </c:pt>
                <c:pt idx="522">
                  <c:v>23787.1</c:v>
                </c:pt>
                <c:pt idx="523">
                  <c:v>23787.1</c:v>
                </c:pt>
                <c:pt idx="524">
                  <c:v>23787.1</c:v>
                </c:pt>
                <c:pt idx="525">
                  <c:v>23787.1</c:v>
                </c:pt>
                <c:pt idx="526">
                  <c:v>23793</c:v>
                </c:pt>
                <c:pt idx="527">
                  <c:v>23777.8</c:v>
                </c:pt>
                <c:pt idx="528">
                  <c:v>23795.5</c:v>
                </c:pt>
                <c:pt idx="529">
                  <c:v>23807.3</c:v>
                </c:pt>
                <c:pt idx="530">
                  <c:v>23825</c:v>
                </c:pt>
                <c:pt idx="531">
                  <c:v>23825</c:v>
                </c:pt>
                <c:pt idx="532">
                  <c:v>23825</c:v>
                </c:pt>
                <c:pt idx="533">
                  <c:v>23830.9</c:v>
                </c:pt>
                <c:pt idx="534">
                  <c:v>23836.799999999999</c:v>
                </c:pt>
                <c:pt idx="535">
                  <c:v>23842.7</c:v>
                </c:pt>
                <c:pt idx="536">
                  <c:v>23848.6</c:v>
                </c:pt>
                <c:pt idx="537">
                  <c:v>23854.5</c:v>
                </c:pt>
                <c:pt idx="538">
                  <c:v>23854.5</c:v>
                </c:pt>
                <c:pt idx="539">
                  <c:v>23854.5</c:v>
                </c:pt>
                <c:pt idx="540">
                  <c:v>23854.5</c:v>
                </c:pt>
                <c:pt idx="541">
                  <c:v>23854.5</c:v>
                </c:pt>
                <c:pt idx="542">
                  <c:v>23842.7</c:v>
                </c:pt>
                <c:pt idx="543">
                  <c:v>23728.799999999999</c:v>
                </c:pt>
                <c:pt idx="544">
                  <c:v>23717</c:v>
                </c:pt>
                <c:pt idx="545">
                  <c:v>23717</c:v>
                </c:pt>
                <c:pt idx="546">
                  <c:v>23717</c:v>
                </c:pt>
                <c:pt idx="547">
                  <c:v>23711.1</c:v>
                </c:pt>
                <c:pt idx="548">
                  <c:v>23699.3</c:v>
                </c:pt>
                <c:pt idx="549">
                  <c:v>23603.1</c:v>
                </c:pt>
                <c:pt idx="550">
                  <c:v>23603.1</c:v>
                </c:pt>
                <c:pt idx="551">
                  <c:v>23603.1</c:v>
                </c:pt>
                <c:pt idx="552">
                  <c:v>23603.1</c:v>
                </c:pt>
                <c:pt idx="553">
                  <c:v>23603.1</c:v>
                </c:pt>
                <c:pt idx="554">
                  <c:v>23591.3</c:v>
                </c:pt>
                <c:pt idx="555">
                  <c:v>23591.3</c:v>
                </c:pt>
                <c:pt idx="556">
                  <c:v>23591.3</c:v>
                </c:pt>
                <c:pt idx="557">
                  <c:v>23585.4</c:v>
                </c:pt>
                <c:pt idx="558">
                  <c:v>23648.5</c:v>
                </c:pt>
                <c:pt idx="559">
                  <c:v>23648.5</c:v>
                </c:pt>
                <c:pt idx="560">
                  <c:v>23648.5</c:v>
                </c:pt>
                <c:pt idx="561">
                  <c:v>23780</c:v>
                </c:pt>
                <c:pt idx="562">
                  <c:v>23824.7</c:v>
                </c:pt>
                <c:pt idx="563">
                  <c:v>23807</c:v>
                </c:pt>
                <c:pt idx="564">
                  <c:v>23801.1</c:v>
                </c:pt>
                <c:pt idx="565">
                  <c:v>23789.3</c:v>
                </c:pt>
                <c:pt idx="566">
                  <c:v>23789.3</c:v>
                </c:pt>
                <c:pt idx="567">
                  <c:v>23789.3</c:v>
                </c:pt>
                <c:pt idx="568">
                  <c:v>23789.3</c:v>
                </c:pt>
                <c:pt idx="569">
                  <c:v>23796.5</c:v>
                </c:pt>
                <c:pt idx="570">
                  <c:v>23784.7</c:v>
                </c:pt>
                <c:pt idx="571">
                  <c:v>23790.6</c:v>
                </c:pt>
                <c:pt idx="572">
                  <c:v>23767</c:v>
                </c:pt>
                <c:pt idx="573">
                  <c:v>23767</c:v>
                </c:pt>
                <c:pt idx="574">
                  <c:v>23767</c:v>
                </c:pt>
                <c:pt idx="575">
                  <c:v>23767</c:v>
                </c:pt>
                <c:pt idx="576">
                  <c:v>23776.3</c:v>
                </c:pt>
                <c:pt idx="577">
                  <c:v>23770.400000000001</c:v>
                </c:pt>
                <c:pt idx="578">
                  <c:v>23764.5</c:v>
                </c:pt>
                <c:pt idx="579">
                  <c:v>23752.7</c:v>
                </c:pt>
                <c:pt idx="580">
                  <c:v>23752.7</c:v>
                </c:pt>
                <c:pt idx="581">
                  <c:v>23752.7</c:v>
                </c:pt>
                <c:pt idx="582">
                  <c:v>23752.7</c:v>
                </c:pt>
                <c:pt idx="583">
                  <c:v>23752.7</c:v>
                </c:pt>
                <c:pt idx="584">
                  <c:v>23699.599999999999</c:v>
                </c:pt>
                <c:pt idx="585">
                  <c:v>23676</c:v>
                </c:pt>
                <c:pt idx="586">
                  <c:v>23658.3</c:v>
                </c:pt>
                <c:pt idx="587">
                  <c:v>23658.3</c:v>
                </c:pt>
                <c:pt idx="588">
                  <c:v>23658.3</c:v>
                </c:pt>
                <c:pt idx="589">
                  <c:v>23505.599999999999</c:v>
                </c:pt>
                <c:pt idx="590">
                  <c:v>23452.5</c:v>
                </c:pt>
                <c:pt idx="591">
                  <c:v>23434.799999999999</c:v>
                </c:pt>
                <c:pt idx="592">
                  <c:v>23399.4</c:v>
                </c:pt>
                <c:pt idx="593">
                  <c:v>23434.799999999999</c:v>
                </c:pt>
                <c:pt idx="594">
                  <c:v>23434.799999999999</c:v>
                </c:pt>
                <c:pt idx="595">
                  <c:v>23434.799999999999</c:v>
                </c:pt>
                <c:pt idx="596">
                  <c:v>23452.5</c:v>
                </c:pt>
                <c:pt idx="597">
                  <c:v>23281.200000000001</c:v>
                </c:pt>
                <c:pt idx="598">
                  <c:v>23293</c:v>
                </c:pt>
                <c:pt idx="599">
                  <c:v>23263.5</c:v>
                </c:pt>
                <c:pt idx="600">
                  <c:v>23234</c:v>
                </c:pt>
                <c:pt idx="601">
                  <c:v>23293</c:v>
                </c:pt>
                <c:pt idx="602">
                  <c:v>23293</c:v>
                </c:pt>
                <c:pt idx="603">
                  <c:v>23141.200000000001</c:v>
                </c:pt>
                <c:pt idx="604">
                  <c:v>23141.200000000001</c:v>
                </c:pt>
                <c:pt idx="605">
                  <c:v>23094</c:v>
                </c:pt>
                <c:pt idx="606">
                  <c:v>23064.5</c:v>
                </c:pt>
                <c:pt idx="607">
                  <c:v>23035</c:v>
                </c:pt>
                <c:pt idx="608">
                  <c:v>23035</c:v>
                </c:pt>
                <c:pt idx="609">
                  <c:v>23035</c:v>
                </c:pt>
                <c:pt idx="610">
                  <c:v>22305.5</c:v>
                </c:pt>
                <c:pt idx="611">
                  <c:v>22217</c:v>
                </c:pt>
                <c:pt idx="612">
                  <c:v>22187.5</c:v>
                </c:pt>
                <c:pt idx="613">
                  <c:v>22187.5</c:v>
                </c:pt>
                <c:pt idx="614">
                  <c:v>22187.5</c:v>
                </c:pt>
                <c:pt idx="615">
                  <c:v>22187.5</c:v>
                </c:pt>
                <c:pt idx="616">
                  <c:v>22187.5</c:v>
                </c:pt>
                <c:pt idx="617">
                  <c:v>21258</c:v>
                </c:pt>
                <c:pt idx="618">
                  <c:v>21228.5</c:v>
                </c:pt>
                <c:pt idx="619">
                  <c:v>21258</c:v>
                </c:pt>
                <c:pt idx="620">
                  <c:v>21206.5</c:v>
                </c:pt>
                <c:pt idx="621">
                  <c:v>21206.5</c:v>
                </c:pt>
                <c:pt idx="622">
                  <c:v>21206.5</c:v>
                </c:pt>
                <c:pt idx="623">
                  <c:v>21206.5</c:v>
                </c:pt>
                <c:pt idx="624">
                  <c:v>20872.5</c:v>
                </c:pt>
                <c:pt idx="625">
                  <c:v>20902</c:v>
                </c:pt>
                <c:pt idx="626">
                  <c:v>20913.8</c:v>
                </c:pt>
                <c:pt idx="627">
                  <c:v>20913.8</c:v>
                </c:pt>
                <c:pt idx="628">
                  <c:v>20902</c:v>
                </c:pt>
                <c:pt idx="629">
                  <c:v>20913.8</c:v>
                </c:pt>
                <c:pt idx="630">
                  <c:v>20913.8</c:v>
                </c:pt>
                <c:pt idx="631">
                  <c:v>20495.5</c:v>
                </c:pt>
                <c:pt idx="632">
                  <c:v>20377.5</c:v>
                </c:pt>
                <c:pt idx="633">
                  <c:v>20348</c:v>
                </c:pt>
                <c:pt idx="634">
                  <c:v>20318.5</c:v>
                </c:pt>
                <c:pt idx="635">
                  <c:v>20289</c:v>
                </c:pt>
                <c:pt idx="636">
                  <c:v>20289</c:v>
                </c:pt>
                <c:pt idx="637">
                  <c:v>20243</c:v>
                </c:pt>
                <c:pt idx="638">
                  <c:v>20243</c:v>
                </c:pt>
                <c:pt idx="639">
                  <c:v>20243</c:v>
                </c:pt>
                <c:pt idx="640">
                  <c:v>20243</c:v>
                </c:pt>
                <c:pt idx="641">
                  <c:v>20243</c:v>
                </c:pt>
                <c:pt idx="642">
                  <c:v>20243</c:v>
                </c:pt>
                <c:pt idx="643">
                  <c:v>20243</c:v>
                </c:pt>
                <c:pt idx="644">
                  <c:v>20243</c:v>
                </c:pt>
                <c:pt idx="645">
                  <c:v>20230</c:v>
                </c:pt>
                <c:pt idx="646">
                  <c:v>20171</c:v>
                </c:pt>
                <c:pt idx="647">
                  <c:v>20141.5</c:v>
                </c:pt>
                <c:pt idx="648">
                  <c:v>19997</c:v>
                </c:pt>
                <c:pt idx="649">
                  <c:v>20115</c:v>
                </c:pt>
                <c:pt idx="650">
                  <c:v>20115</c:v>
                </c:pt>
                <c:pt idx="651">
                  <c:v>20115</c:v>
                </c:pt>
                <c:pt idx="652">
                  <c:v>20026.5</c:v>
                </c:pt>
                <c:pt idx="653">
                  <c:v>20026.5</c:v>
                </c:pt>
                <c:pt idx="654">
                  <c:v>20056</c:v>
                </c:pt>
                <c:pt idx="655">
                  <c:v>20085.5</c:v>
                </c:pt>
                <c:pt idx="656">
                  <c:v>20115</c:v>
                </c:pt>
                <c:pt idx="657">
                  <c:v>20115</c:v>
                </c:pt>
                <c:pt idx="658">
                  <c:v>20115</c:v>
                </c:pt>
                <c:pt idx="659">
                  <c:v>20144.5</c:v>
                </c:pt>
                <c:pt idx="660">
                  <c:v>20171.5</c:v>
                </c:pt>
                <c:pt idx="661">
                  <c:v>20142</c:v>
                </c:pt>
                <c:pt idx="662">
                  <c:v>20112.5</c:v>
                </c:pt>
                <c:pt idx="663">
                  <c:v>20112.5</c:v>
                </c:pt>
                <c:pt idx="664">
                  <c:v>20112.5</c:v>
                </c:pt>
                <c:pt idx="665">
                  <c:v>20112.5</c:v>
                </c:pt>
                <c:pt idx="666">
                  <c:v>20053.5</c:v>
                </c:pt>
                <c:pt idx="667">
                  <c:v>16453.5</c:v>
                </c:pt>
                <c:pt idx="668">
                  <c:v>16424</c:v>
                </c:pt>
                <c:pt idx="669">
                  <c:v>16394.5</c:v>
                </c:pt>
                <c:pt idx="670">
                  <c:v>16365</c:v>
                </c:pt>
                <c:pt idx="671">
                  <c:v>16365</c:v>
                </c:pt>
                <c:pt idx="672">
                  <c:v>16365</c:v>
                </c:pt>
                <c:pt idx="673">
                  <c:v>16365</c:v>
                </c:pt>
                <c:pt idx="674">
                  <c:v>16365</c:v>
                </c:pt>
                <c:pt idx="675">
                  <c:v>16335.5</c:v>
                </c:pt>
                <c:pt idx="676">
                  <c:v>16306</c:v>
                </c:pt>
                <c:pt idx="677">
                  <c:v>16276.5</c:v>
                </c:pt>
                <c:pt idx="678">
                  <c:v>16276.5</c:v>
                </c:pt>
                <c:pt idx="679">
                  <c:v>16276.5</c:v>
                </c:pt>
                <c:pt idx="680">
                  <c:v>16217.5</c:v>
                </c:pt>
                <c:pt idx="681">
                  <c:v>16188</c:v>
                </c:pt>
                <c:pt idx="682">
                  <c:v>16217.5</c:v>
                </c:pt>
                <c:pt idx="683">
                  <c:v>16188</c:v>
                </c:pt>
                <c:pt idx="684">
                  <c:v>16188</c:v>
                </c:pt>
                <c:pt idx="685">
                  <c:v>16188</c:v>
                </c:pt>
                <c:pt idx="686">
                  <c:v>16188</c:v>
                </c:pt>
                <c:pt idx="687">
                  <c:v>16188</c:v>
                </c:pt>
                <c:pt idx="688">
                  <c:v>16188</c:v>
                </c:pt>
                <c:pt idx="689">
                  <c:v>16247</c:v>
                </c:pt>
                <c:pt idx="690">
                  <c:v>16306</c:v>
                </c:pt>
                <c:pt idx="691">
                  <c:v>15835.5</c:v>
                </c:pt>
                <c:pt idx="692">
                  <c:v>15835.5</c:v>
                </c:pt>
                <c:pt idx="693">
                  <c:v>15835.5</c:v>
                </c:pt>
                <c:pt idx="694">
                  <c:v>15757</c:v>
                </c:pt>
                <c:pt idx="695">
                  <c:v>15786.5</c:v>
                </c:pt>
                <c:pt idx="696">
                  <c:v>15816</c:v>
                </c:pt>
                <c:pt idx="697">
                  <c:v>15816</c:v>
                </c:pt>
                <c:pt idx="698">
                  <c:v>15737.5</c:v>
                </c:pt>
                <c:pt idx="699">
                  <c:v>15737.5</c:v>
                </c:pt>
                <c:pt idx="700">
                  <c:v>15737.5</c:v>
                </c:pt>
                <c:pt idx="701">
                  <c:v>15983</c:v>
                </c:pt>
                <c:pt idx="702">
                  <c:v>15850.5</c:v>
                </c:pt>
                <c:pt idx="703">
                  <c:v>15850.5</c:v>
                </c:pt>
                <c:pt idx="704">
                  <c:v>15874.099999999999</c:v>
                </c:pt>
                <c:pt idx="705">
                  <c:v>15880</c:v>
                </c:pt>
                <c:pt idx="706">
                  <c:v>15880</c:v>
                </c:pt>
                <c:pt idx="707">
                  <c:v>15880</c:v>
                </c:pt>
                <c:pt idx="708">
                  <c:v>15880</c:v>
                </c:pt>
                <c:pt idx="709">
                  <c:v>15909.5</c:v>
                </c:pt>
                <c:pt idx="710">
                  <c:v>15939</c:v>
                </c:pt>
                <c:pt idx="711">
                  <c:v>15671.5</c:v>
                </c:pt>
                <c:pt idx="712">
                  <c:v>15730.5</c:v>
                </c:pt>
                <c:pt idx="713">
                  <c:v>15730.5</c:v>
                </c:pt>
                <c:pt idx="714">
                  <c:v>15730.5</c:v>
                </c:pt>
                <c:pt idx="715">
                  <c:v>15760</c:v>
                </c:pt>
                <c:pt idx="716">
                  <c:v>15789.5</c:v>
                </c:pt>
                <c:pt idx="717">
                  <c:v>15819</c:v>
                </c:pt>
                <c:pt idx="718">
                  <c:v>15848.5</c:v>
                </c:pt>
                <c:pt idx="719">
                  <c:v>15907.5</c:v>
                </c:pt>
                <c:pt idx="720">
                  <c:v>15907.5</c:v>
                </c:pt>
                <c:pt idx="721">
                  <c:v>15907.5</c:v>
                </c:pt>
                <c:pt idx="722">
                  <c:v>15966.5</c:v>
                </c:pt>
                <c:pt idx="723">
                  <c:v>15996</c:v>
                </c:pt>
                <c:pt idx="724">
                  <c:v>16025.5</c:v>
                </c:pt>
                <c:pt idx="725">
                  <c:v>16031.400000000001</c:v>
                </c:pt>
                <c:pt idx="726">
                  <c:v>16031.400000000001</c:v>
                </c:pt>
                <c:pt idx="727">
                  <c:v>16031.400000000001</c:v>
                </c:pt>
                <c:pt idx="728">
                  <c:v>16031.400000000001</c:v>
                </c:pt>
                <c:pt idx="729">
                  <c:v>16031.400000000001</c:v>
                </c:pt>
                <c:pt idx="730">
                  <c:v>16031.400000000001</c:v>
                </c:pt>
                <c:pt idx="731">
                  <c:v>16055</c:v>
                </c:pt>
                <c:pt idx="732">
                  <c:v>15795.5</c:v>
                </c:pt>
                <c:pt idx="733">
                  <c:v>15795.5</c:v>
                </c:pt>
                <c:pt idx="734">
                  <c:v>15795.5</c:v>
                </c:pt>
                <c:pt idx="735">
                  <c:v>15795.5</c:v>
                </c:pt>
                <c:pt idx="736">
                  <c:v>15789.599999999999</c:v>
                </c:pt>
                <c:pt idx="737">
                  <c:v>15766</c:v>
                </c:pt>
                <c:pt idx="738">
                  <c:v>15736.5</c:v>
                </c:pt>
                <c:pt idx="739">
                  <c:v>15718.8</c:v>
                </c:pt>
                <c:pt idx="740">
                  <c:v>15707</c:v>
                </c:pt>
                <c:pt idx="741">
                  <c:v>15718.8</c:v>
                </c:pt>
                <c:pt idx="742">
                  <c:v>15718.8</c:v>
                </c:pt>
                <c:pt idx="743">
                  <c:v>15677.5</c:v>
                </c:pt>
                <c:pt idx="744">
                  <c:v>15677.5</c:v>
                </c:pt>
                <c:pt idx="745">
                  <c:v>15648</c:v>
                </c:pt>
                <c:pt idx="746">
                  <c:v>15636.2</c:v>
                </c:pt>
                <c:pt idx="747">
                  <c:v>15636.2</c:v>
                </c:pt>
                <c:pt idx="748">
                  <c:v>15636.2</c:v>
                </c:pt>
                <c:pt idx="749">
                  <c:v>15636.2</c:v>
                </c:pt>
                <c:pt idx="750">
                  <c:v>15636.2</c:v>
                </c:pt>
                <c:pt idx="751">
                  <c:v>15579.7</c:v>
                </c:pt>
                <c:pt idx="752">
                  <c:v>15579.7</c:v>
                </c:pt>
                <c:pt idx="753">
                  <c:v>15579.7</c:v>
                </c:pt>
                <c:pt idx="754">
                  <c:v>15579.7</c:v>
                </c:pt>
                <c:pt idx="755">
                  <c:v>15579.7</c:v>
                </c:pt>
                <c:pt idx="756">
                  <c:v>15579.7</c:v>
                </c:pt>
                <c:pt idx="757">
                  <c:v>15510.7</c:v>
                </c:pt>
                <c:pt idx="758">
                  <c:v>15522.5</c:v>
                </c:pt>
                <c:pt idx="759">
                  <c:v>15510.7</c:v>
                </c:pt>
                <c:pt idx="760">
                  <c:v>15493</c:v>
                </c:pt>
                <c:pt idx="761">
                  <c:v>15493</c:v>
                </c:pt>
                <c:pt idx="762">
                  <c:v>15493</c:v>
                </c:pt>
                <c:pt idx="763">
                  <c:v>15493</c:v>
                </c:pt>
                <c:pt idx="764">
                  <c:v>16010.7</c:v>
                </c:pt>
                <c:pt idx="765">
                  <c:v>16010.7</c:v>
                </c:pt>
                <c:pt idx="766">
                  <c:v>16010.7</c:v>
                </c:pt>
                <c:pt idx="767">
                  <c:v>16010.7</c:v>
                </c:pt>
                <c:pt idx="768">
                  <c:v>16010.7</c:v>
                </c:pt>
                <c:pt idx="769">
                  <c:v>16010.7</c:v>
                </c:pt>
                <c:pt idx="770">
                  <c:v>16010.7</c:v>
                </c:pt>
                <c:pt idx="771">
                  <c:v>16010.7</c:v>
                </c:pt>
                <c:pt idx="772">
                  <c:v>16010.7</c:v>
                </c:pt>
                <c:pt idx="773">
                  <c:v>16079.7</c:v>
                </c:pt>
                <c:pt idx="774">
                  <c:v>16079.7</c:v>
                </c:pt>
                <c:pt idx="775">
                  <c:v>16177</c:v>
                </c:pt>
                <c:pt idx="776">
                  <c:v>16177</c:v>
                </c:pt>
                <c:pt idx="777">
                  <c:v>16177</c:v>
                </c:pt>
                <c:pt idx="778">
                  <c:v>16177</c:v>
                </c:pt>
                <c:pt idx="779">
                  <c:v>16177</c:v>
                </c:pt>
                <c:pt idx="780">
                  <c:v>16177</c:v>
                </c:pt>
                <c:pt idx="781">
                  <c:v>16177</c:v>
                </c:pt>
                <c:pt idx="782">
                  <c:v>16177</c:v>
                </c:pt>
                <c:pt idx="783">
                  <c:v>16177</c:v>
                </c:pt>
                <c:pt idx="784">
                  <c:v>16177</c:v>
                </c:pt>
                <c:pt idx="785">
                  <c:v>16236</c:v>
                </c:pt>
                <c:pt idx="786">
                  <c:v>16236</c:v>
                </c:pt>
                <c:pt idx="787">
                  <c:v>16265.5</c:v>
                </c:pt>
                <c:pt idx="788">
                  <c:v>15912</c:v>
                </c:pt>
                <c:pt idx="789">
                  <c:v>15912</c:v>
                </c:pt>
                <c:pt idx="790">
                  <c:v>15912</c:v>
                </c:pt>
                <c:pt idx="791">
                  <c:v>15912</c:v>
                </c:pt>
                <c:pt idx="792">
                  <c:v>15912</c:v>
                </c:pt>
                <c:pt idx="793">
                  <c:v>17812</c:v>
                </c:pt>
                <c:pt idx="794">
                  <c:v>17782.5</c:v>
                </c:pt>
                <c:pt idx="795">
                  <c:v>17753</c:v>
                </c:pt>
                <c:pt idx="796">
                  <c:v>17753</c:v>
                </c:pt>
                <c:pt idx="797">
                  <c:v>17753</c:v>
                </c:pt>
                <c:pt idx="798">
                  <c:v>17753</c:v>
                </c:pt>
                <c:pt idx="799">
                  <c:v>17753</c:v>
                </c:pt>
                <c:pt idx="800">
                  <c:v>17672</c:v>
                </c:pt>
                <c:pt idx="801">
                  <c:v>17701.5</c:v>
                </c:pt>
                <c:pt idx="802">
                  <c:v>17701.5</c:v>
                </c:pt>
                <c:pt idx="803">
                  <c:v>17701.5</c:v>
                </c:pt>
                <c:pt idx="804">
                  <c:v>17672</c:v>
                </c:pt>
                <c:pt idx="805">
                  <c:v>17672</c:v>
                </c:pt>
                <c:pt idx="806">
                  <c:v>17683.8</c:v>
                </c:pt>
                <c:pt idx="807">
                  <c:v>17672</c:v>
                </c:pt>
                <c:pt idx="808">
                  <c:v>17642.5</c:v>
                </c:pt>
                <c:pt idx="809">
                  <c:v>17642.5</c:v>
                </c:pt>
                <c:pt idx="810">
                  <c:v>17642.5</c:v>
                </c:pt>
                <c:pt idx="811">
                  <c:v>17642.5</c:v>
                </c:pt>
                <c:pt idx="812">
                  <c:v>17642.5</c:v>
                </c:pt>
                <c:pt idx="813">
                  <c:v>17565.8</c:v>
                </c:pt>
                <c:pt idx="814">
                  <c:v>17583.5</c:v>
                </c:pt>
                <c:pt idx="815">
                  <c:v>17613</c:v>
                </c:pt>
                <c:pt idx="816">
                  <c:v>17624.8</c:v>
                </c:pt>
                <c:pt idx="817">
                  <c:v>17642.5</c:v>
                </c:pt>
                <c:pt idx="818">
                  <c:v>17642.5</c:v>
                </c:pt>
                <c:pt idx="819">
                  <c:v>17642.5</c:v>
                </c:pt>
                <c:pt idx="820">
                  <c:v>17624.8</c:v>
                </c:pt>
                <c:pt idx="821">
                  <c:v>17598</c:v>
                </c:pt>
                <c:pt idx="822">
                  <c:v>17657</c:v>
                </c:pt>
                <c:pt idx="823">
                  <c:v>17662</c:v>
                </c:pt>
                <c:pt idx="824">
                  <c:v>17691.5</c:v>
                </c:pt>
                <c:pt idx="825">
                  <c:v>17691.5</c:v>
                </c:pt>
                <c:pt idx="826">
                  <c:v>17691.5</c:v>
                </c:pt>
                <c:pt idx="827">
                  <c:v>17632.5</c:v>
                </c:pt>
                <c:pt idx="828">
                  <c:v>17691.5</c:v>
                </c:pt>
                <c:pt idx="829">
                  <c:v>17657</c:v>
                </c:pt>
                <c:pt idx="830">
                  <c:v>17550.8</c:v>
                </c:pt>
                <c:pt idx="831">
                  <c:v>17593</c:v>
                </c:pt>
                <c:pt idx="832">
                  <c:v>17593</c:v>
                </c:pt>
                <c:pt idx="833">
                  <c:v>17593</c:v>
                </c:pt>
                <c:pt idx="834">
                  <c:v>17563.5</c:v>
                </c:pt>
                <c:pt idx="835">
                  <c:v>17534</c:v>
                </c:pt>
                <c:pt idx="836">
                  <c:v>17593</c:v>
                </c:pt>
                <c:pt idx="837">
                  <c:v>17504.5</c:v>
                </c:pt>
                <c:pt idx="838">
                  <c:v>17475</c:v>
                </c:pt>
                <c:pt idx="839">
                  <c:v>17475</c:v>
                </c:pt>
                <c:pt idx="840">
                  <c:v>17475</c:v>
                </c:pt>
                <c:pt idx="841">
                  <c:v>17432.5</c:v>
                </c:pt>
                <c:pt idx="842">
                  <c:v>17432.5</c:v>
                </c:pt>
                <c:pt idx="843">
                  <c:v>17288</c:v>
                </c:pt>
                <c:pt idx="844">
                  <c:v>17317.5</c:v>
                </c:pt>
                <c:pt idx="845">
                  <c:v>17317.5</c:v>
                </c:pt>
                <c:pt idx="846">
                  <c:v>17202.5</c:v>
                </c:pt>
                <c:pt idx="847">
                  <c:v>17317.5</c:v>
                </c:pt>
                <c:pt idx="848">
                  <c:v>17270.3</c:v>
                </c:pt>
                <c:pt idx="849">
                  <c:v>17288</c:v>
                </c:pt>
                <c:pt idx="850">
                  <c:v>17202.5</c:v>
                </c:pt>
                <c:pt idx="851">
                  <c:v>17317.5</c:v>
                </c:pt>
                <c:pt idx="852">
                  <c:v>17317.5</c:v>
                </c:pt>
                <c:pt idx="853">
                  <c:v>17317.5</c:v>
                </c:pt>
                <c:pt idx="854">
                  <c:v>17173</c:v>
                </c:pt>
                <c:pt idx="855">
                  <c:v>17143.5</c:v>
                </c:pt>
                <c:pt idx="856">
                  <c:v>17202.5</c:v>
                </c:pt>
                <c:pt idx="857">
                  <c:v>17055</c:v>
                </c:pt>
                <c:pt idx="858">
                  <c:v>16990.099999999999</c:v>
                </c:pt>
                <c:pt idx="859">
                  <c:v>16937</c:v>
                </c:pt>
                <c:pt idx="860">
                  <c:v>16822</c:v>
                </c:pt>
                <c:pt idx="861">
                  <c:v>16822</c:v>
                </c:pt>
                <c:pt idx="862">
                  <c:v>16709.900000000001</c:v>
                </c:pt>
                <c:pt idx="863">
                  <c:v>16597.8</c:v>
                </c:pt>
                <c:pt idx="864">
                  <c:v>16674.5</c:v>
                </c:pt>
                <c:pt idx="865">
                  <c:v>16639.099999999999</c:v>
                </c:pt>
                <c:pt idx="866">
                  <c:v>16568.3</c:v>
                </c:pt>
                <c:pt idx="867">
                  <c:v>16568.3</c:v>
                </c:pt>
                <c:pt idx="868">
                  <c:v>16568.3</c:v>
                </c:pt>
                <c:pt idx="869">
                  <c:v>16497.5</c:v>
                </c:pt>
                <c:pt idx="870">
                  <c:v>16521.099999999999</c:v>
                </c:pt>
                <c:pt idx="871">
                  <c:v>16515.2</c:v>
                </c:pt>
                <c:pt idx="872">
                  <c:v>16403.099999999999</c:v>
                </c:pt>
                <c:pt idx="873">
                  <c:v>16397.2</c:v>
                </c:pt>
                <c:pt idx="874">
                  <c:v>16397.2</c:v>
                </c:pt>
                <c:pt idx="875">
                  <c:v>16397.2</c:v>
                </c:pt>
                <c:pt idx="876">
                  <c:v>16324.7</c:v>
                </c:pt>
                <c:pt idx="877">
                  <c:v>16404.3</c:v>
                </c:pt>
                <c:pt idx="878">
                  <c:v>16465.8</c:v>
                </c:pt>
                <c:pt idx="879">
                  <c:v>16483.5</c:v>
                </c:pt>
                <c:pt idx="880">
                  <c:v>16583.8</c:v>
                </c:pt>
                <c:pt idx="881">
                  <c:v>16629.8</c:v>
                </c:pt>
                <c:pt idx="882">
                  <c:v>16629.8</c:v>
                </c:pt>
                <c:pt idx="883">
                  <c:v>16491.5</c:v>
                </c:pt>
                <c:pt idx="884">
                  <c:v>16590</c:v>
                </c:pt>
                <c:pt idx="885">
                  <c:v>16590</c:v>
                </c:pt>
                <c:pt idx="886">
                  <c:v>16660.8</c:v>
                </c:pt>
                <c:pt idx="887">
                  <c:v>16660.8</c:v>
                </c:pt>
                <c:pt idx="888">
                  <c:v>16660.8</c:v>
                </c:pt>
                <c:pt idx="889">
                  <c:v>16660.8</c:v>
                </c:pt>
                <c:pt idx="890">
                  <c:v>16660.8</c:v>
                </c:pt>
                <c:pt idx="891">
                  <c:v>16759.3</c:v>
                </c:pt>
                <c:pt idx="892">
                  <c:v>16690.3</c:v>
                </c:pt>
                <c:pt idx="893">
                  <c:v>16636.3</c:v>
                </c:pt>
                <c:pt idx="894">
                  <c:v>16695.3</c:v>
                </c:pt>
                <c:pt idx="895">
                  <c:v>16695.3</c:v>
                </c:pt>
                <c:pt idx="896">
                  <c:v>16695.3</c:v>
                </c:pt>
                <c:pt idx="897">
                  <c:v>16695.3</c:v>
                </c:pt>
                <c:pt idx="898">
                  <c:v>16782</c:v>
                </c:pt>
                <c:pt idx="899">
                  <c:v>16825.8</c:v>
                </c:pt>
                <c:pt idx="900">
                  <c:v>16827</c:v>
                </c:pt>
                <c:pt idx="901">
                  <c:v>16805</c:v>
                </c:pt>
                <c:pt idx="902">
                  <c:v>16805</c:v>
                </c:pt>
                <c:pt idx="903">
                  <c:v>16805</c:v>
                </c:pt>
                <c:pt idx="904">
                  <c:v>16211.8</c:v>
                </c:pt>
                <c:pt idx="905">
                  <c:v>16275.5</c:v>
                </c:pt>
                <c:pt idx="906">
                  <c:v>16029.5</c:v>
                </c:pt>
                <c:pt idx="907">
                  <c:v>16128</c:v>
                </c:pt>
                <c:pt idx="908">
                  <c:v>16169.3</c:v>
                </c:pt>
                <c:pt idx="909">
                  <c:v>16169.3</c:v>
                </c:pt>
                <c:pt idx="910">
                  <c:v>16169.3</c:v>
                </c:pt>
                <c:pt idx="911">
                  <c:v>15904.7</c:v>
                </c:pt>
                <c:pt idx="912">
                  <c:v>15869.3</c:v>
                </c:pt>
                <c:pt idx="913">
                  <c:v>15869.3</c:v>
                </c:pt>
                <c:pt idx="914">
                  <c:v>15769</c:v>
                </c:pt>
                <c:pt idx="915">
                  <c:v>15792.599999999999</c:v>
                </c:pt>
                <c:pt idx="916">
                  <c:v>15792.599999999999</c:v>
                </c:pt>
                <c:pt idx="917">
                  <c:v>15792.599999999999</c:v>
                </c:pt>
                <c:pt idx="918">
                  <c:v>15785</c:v>
                </c:pt>
                <c:pt idx="919">
                  <c:v>15767.3</c:v>
                </c:pt>
                <c:pt idx="920">
                  <c:v>19767.3</c:v>
                </c:pt>
                <c:pt idx="921">
                  <c:v>19814.5</c:v>
                </c:pt>
                <c:pt idx="922">
                  <c:v>19860.5</c:v>
                </c:pt>
                <c:pt idx="923">
                  <c:v>19860.5</c:v>
                </c:pt>
                <c:pt idx="924">
                  <c:v>19860.5</c:v>
                </c:pt>
                <c:pt idx="925">
                  <c:v>21849.5</c:v>
                </c:pt>
                <c:pt idx="926">
                  <c:v>21849.5</c:v>
                </c:pt>
                <c:pt idx="927">
                  <c:v>21809</c:v>
                </c:pt>
                <c:pt idx="928">
                  <c:v>21820.799999999999</c:v>
                </c:pt>
                <c:pt idx="929">
                  <c:v>21832.6</c:v>
                </c:pt>
                <c:pt idx="930">
                  <c:v>21832.6</c:v>
                </c:pt>
                <c:pt idx="931">
                  <c:v>21832.6</c:v>
                </c:pt>
                <c:pt idx="932">
                  <c:v>22779.5</c:v>
                </c:pt>
                <c:pt idx="933">
                  <c:v>22779.5</c:v>
                </c:pt>
                <c:pt idx="934">
                  <c:v>22901</c:v>
                </c:pt>
                <c:pt idx="935">
                  <c:v>22901</c:v>
                </c:pt>
                <c:pt idx="936">
                  <c:v>22901</c:v>
                </c:pt>
                <c:pt idx="937">
                  <c:v>22901</c:v>
                </c:pt>
                <c:pt idx="938">
                  <c:v>22901</c:v>
                </c:pt>
                <c:pt idx="939">
                  <c:v>22918.7</c:v>
                </c:pt>
                <c:pt idx="940">
                  <c:v>22918.7</c:v>
                </c:pt>
                <c:pt idx="941">
                  <c:v>22942.3</c:v>
                </c:pt>
                <c:pt idx="942">
                  <c:v>22942.3</c:v>
                </c:pt>
                <c:pt idx="943">
                  <c:v>23017.8</c:v>
                </c:pt>
                <c:pt idx="944">
                  <c:v>23017.8</c:v>
                </c:pt>
                <c:pt idx="945">
                  <c:v>23017.8</c:v>
                </c:pt>
                <c:pt idx="946">
                  <c:v>23017.8</c:v>
                </c:pt>
                <c:pt idx="947">
                  <c:v>23280</c:v>
                </c:pt>
                <c:pt idx="948">
                  <c:v>23280</c:v>
                </c:pt>
                <c:pt idx="949">
                  <c:v>23285.9</c:v>
                </c:pt>
                <c:pt idx="950">
                  <c:v>23321.3</c:v>
                </c:pt>
                <c:pt idx="951">
                  <c:v>23321.3</c:v>
                </c:pt>
                <c:pt idx="952">
                  <c:v>23321.3</c:v>
                </c:pt>
                <c:pt idx="953">
                  <c:v>23339</c:v>
                </c:pt>
                <c:pt idx="954">
                  <c:v>23350.799999999999</c:v>
                </c:pt>
                <c:pt idx="955">
                  <c:v>23350.799999999999</c:v>
                </c:pt>
                <c:pt idx="956">
                  <c:v>23350.799999999999</c:v>
                </c:pt>
                <c:pt idx="957">
                  <c:v>23350.799999999999</c:v>
                </c:pt>
                <c:pt idx="958">
                  <c:v>23350.799999999999</c:v>
                </c:pt>
                <c:pt idx="959">
                  <c:v>23350.799999999999</c:v>
                </c:pt>
                <c:pt idx="960">
                  <c:v>23462.6</c:v>
                </c:pt>
                <c:pt idx="961">
                  <c:v>23577.599999999999</c:v>
                </c:pt>
                <c:pt idx="962">
                  <c:v>23583.5</c:v>
                </c:pt>
                <c:pt idx="963">
                  <c:v>23597</c:v>
                </c:pt>
                <c:pt idx="964">
                  <c:v>23597</c:v>
                </c:pt>
                <c:pt idx="965">
                  <c:v>23597</c:v>
                </c:pt>
                <c:pt idx="966">
                  <c:v>23597</c:v>
                </c:pt>
                <c:pt idx="967">
                  <c:v>23597</c:v>
                </c:pt>
                <c:pt idx="968">
                  <c:v>23567.5</c:v>
                </c:pt>
                <c:pt idx="969">
                  <c:v>23538</c:v>
                </c:pt>
                <c:pt idx="970">
                  <c:v>23508.5</c:v>
                </c:pt>
                <c:pt idx="971">
                  <c:v>23479</c:v>
                </c:pt>
                <c:pt idx="972">
                  <c:v>23479</c:v>
                </c:pt>
                <c:pt idx="973">
                  <c:v>23479</c:v>
                </c:pt>
                <c:pt idx="974">
                  <c:v>22390.799999999999</c:v>
                </c:pt>
                <c:pt idx="975">
                  <c:v>22436.799999999999</c:v>
                </c:pt>
                <c:pt idx="976">
                  <c:v>22466.3</c:v>
                </c:pt>
                <c:pt idx="977">
                  <c:v>22551.5</c:v>
                </c:pt>
                <c:pt idx="978">
                  <c:v>22620.5</c:v>
                </c:pt>
                <c:pt idx="979">
                  <c:v>22620.5</c:v>
                </c:pt>
                <c:pt idx="980">
                  <c:v>22620.5</c:v>
                </c:pt>
                <c:pt idx="981">
                  <c:v>21132.3</c:v>
                </c:pt>
                <c:pt idx="982">
                  <c:v>21132.3</c:v>
                </c:pt>
                <c:pt idx="983">
                  <c:v>21150</c:v>
                </c:pt>
                <c:pt idx="984">
                  <c:v>21247</c:v>
                </c:pt>
                <c:pt idx="985">
                  <c:v>21247</c:v>
                </c:pt>
                <c:pt idx="986">
                  <c:v>21247</c:v>
                </c:pt>
                <c:pt idx="987">
                  <c:v>21247</c:v>
                </c:pt>
                <c:pt idx="988">
                  <c:v>21247</c:v>
                </c:pt>
                <c:pt idx="989">
                  <c:v>21276.5</c:v>
                </c:pt>
                <c:pt idx="990">
                  <c:v>21306</c:v>
                </c:pt>
                <c:pt idx="991">
                  <c:v>21335.5</c:v>
                </c:pt>
                <c:pt idx="992">
                  <c:v>21365</c:v>
                </c:pt>
                <c:pt idx="993">
                  <c:v>21365</c:v>
                </c:pt>
                <c:pt idx="994">
                  <c:v>21365</c:v>
                </c:pt>
                <c:pt idx="995">
                  <c:v>20953.5</c:v>
                </c:pt>
                <c:pt idx="996">
                  <c:v>20983</c:v>
                </c:pt>
                <c:pt idx="997">
                  <c:v>20983</c:v>
                </c:pt>
                <c:pt idx="998">
                  <c:v>20994.799999999999</c:v>
                </c:pt>
                <c:pt idx="999">
                  <c:v>21012.5</c:v>
                </c:pt>
                <c:pt idx="1000">
                  <c:v>21012.5</c:v>
                </c:pt>
                <c:pt idx="1001">
                  <c:v>21012.5</c:v>
                </c:pt>
                <c:pt idx="1002">
                  <c:v>21012.5</c:v>
                </c:pt>
                <c:pt idx="1003">
                  <c:v>21012.5</c:v>
                </c:pt>
                <c:pt idx="1004">
                  <c:v>21012.5</c:v>
                </c:pt>
                <c:pt idx="1005">
                  <c:v>21012.5</c:v>
                </c:pt>
                <c:pt idx="1006">
                  <c:v>21012.5</c:v>
                </c:pt>
                <c:pt idx="1007">
                  <c:v>21012.5</c:v>
                </c:pt>
                <c:pt idx="1008">
                  <c:v>21012.5</c:v>
                </c:pt>
                <c:pt idx="1009">
                  <c:v>21012.5</c:v>
                </c:pt>
                <c:pt idx="1010">
                  <c:v>21024.3</c:v>
                </c:pt>
                <c:pt idx="1011">
                  <c:v>21042</c:v>
                </c:pt>
                <c:pt idx="1012">
                  <c:v>21233.5</c:v>
                </c:pt>
                <c:pt idx="1013">
                  <c:v>21263</c:v>
                </c:pt>
                <c:pt idx="1014">
                  <c:v>21263</c:v>
                </c:pt>
                <c:pt idx="1015">
                  <c:v>21263</c:v>
                </c:pt>
                <c:pt idx="1016">
                  <c:v>21410.5</c:v>
                </c:pt>
                <c:pt idx="1017">
                  <c:v>21440</c:v>
                </c:pt>
                <c:pt idx="1018">
                  <c:v>21469.5</c:v>
                </c:pt>
                <c:pt idx="1019">
                  <c:v>21528.5</c:v>
                </c:pt>
                <c:pt idx="1020">
                  <c:v>21732</c:v>
                </c:pt>
                <c:pt idx="1021">
                  <c:v>21732</c:v>
                </c:pt>
                <c:pt idx="1022">
                  <c:v>21732</c:v>
                </c:pt>
                <c:pt idx="1023">
                  <c:v>21791</c:v>
                </c:pt>
                <c:pt idx="1024">
                  <c:v>22125.5</c:v>
                </c:pt>
                <c:pt idx="1025">
                  <c:v>22066.5</c:v>
                </c:pt>
                <c:pt idx="1026">
                  <c:v>22037</c:v>
                </c:pt>
                <c:pt idx="1027">
                  <c:v>22116</c:v>
                </c:pt>
                <c:pt idx="1028">
                  <c:v>22116</c:v>
                </c:pt>
                <c:pt idx="1029">
                  <c:v>22116</c:v>
                </c:pt>
                <c:pt idx="1030">
                  <c:v>21404.5</c:v>
                </c:pt>
                <c:pt idx="1031">
                  <c:v>21673</c:v>
                </c:pt>
                <c:pt idx="1032">
                  <c:v>21702.5</c:v>
                </c:pt>
                <c:pt idx="1033">
                  <c:v>21702.5</c:v>
                </c:pt>
                <c:pt idx="1034">
                  <c:v>21847</c:v>
                </c:pt>
                <c:pt idx="1035">
                  <c:v>21847</c:v>
                </c:pt>
                <c:pt idx="1036">
                  <c:v>21847</c:v>
                </c:pt>
                <c:pt idx="1037">
                  <c:v>19676.5</c:v>
                </c:pt>
                <c:pt idx="1038">
                  <c:v>17676.5</c:v>
                </c:pt>
                <c:pt idx="1039">
                  <c:v>15814</c:v>
                </c:pt>
                <c:pt idx="1040">
                  <c:v>13831.7</c:v>
                </c:pt>
                <c:pt idx="1041">
                  <c:v>13831.7</c:v>
                </c:pt>
                <c:pt idx="1042">
                  <c:v>13831.7</c:v>
                </c:pt>
                <c:pt idx="1043">
                  <c:v>13831.7</c:v>
                </c:pt>
                <c:pt idx="1044">
                  <c:v>13802.2</c:v>
                </c:pt>
                <c:pt idx="1045">
                  <c:v>13802.2</c:v>
                </c:pt>
                <c:pt idx="1046">
                  <c:v>13987</c:v>
                </c:pt>
                <c:pt idx="1047">
                  <c:v>13987</c:v>
                </c:pt>
                <c:pt idx="1048">
                  <c:v>14234.2</c:v>
                </c:pt>
                <c:pt idx="1049">
                  <c:v>14234.2</c:v>
                </c:pt>
                <c:pt idx="1050">
                  <c:v>14234.2</c:v>
                </c:pt>
                <c:pt idx="1051">
                  <c:v>14234.2</c:v>
                </c:pt>
                <c:pt idx="1052">
                  <c:v>14234.2</c:v>
                </c:pt>
                <c:pt idx="1053">
                  <c:v>14234.2</c:v>
                </c:pt>
                <c:pt idx="1054">
                  <c:v>14349.2</c:v>
                </c:pt>
                <c:pt idx="1055">
                  <c:v>14349.2</c:v>
                </c:pt>
                <c:pt idx="1056">
                  <c:v>14349.2</c:v>
                </c:pt>
                <c:pt idx="1057">
                  <c:v>14349.2</c:v>
                </c:pt>
                <c:pt idx="1058">
                  <c:v>14149.2</c:v>
                </c:pt>
                <c:pt idx="1059">
                  <c:v>14149.2</c:v>
                </c:pt>
                <c:pt idx="1060">
                  <c:v>14149.2</c:v>
                </c:pt>
                <c:pt idx="1061">
                  <c:v>14149.2</c:v>
                </c:pt>
                <c:pt idx="1062">
                  <c:v>14149.2</c:v>
                </c:pt>
                <c:pt idx="1063">
                  <c:v>14149.2</c:v>
                </c:pt>
                <c:pt idx="1064">
                  <c:v>14149.2</c:v>
                </c:pt>
                <c:pt idx="1065">
                  <c:v>14149.2</c:v>
                </c:pt>
                <c:pt idx="1066">
                  <c:v>14149.2</c:v>
                </c:pt>
                <c:pt idx="1067">
                  <c:v>14149.2</c:v>
                </c:pt>
                <c:pt idx="1068">
                  <c:v>14161</c:v>
                </c:pt>
                <c:pt idx="1069">
                  <c:v>14172.8</c:v>
                </c:pt>
                <c:pt idx="1070">
                  <c:v>14172.8</c:v>
                </c:pt>
                <c:pt idx="1071">
                  <c:v>14172.8</c:v>
                </c:pt>
                <c:pt idx="1072">
                  <c:v>14184.6</c:v>
                </c:pt>
                <c:pt idx="1073">
                  <c:v>14196.4</c:v>
                </c:pt>
                <c:pt idx="1074">
                  <c:v>14208.2</c:v>
                </c:pt>
                <c:pt idx="1075">
                  <c:v>14478.2</c:v>
                </c:pt>
                <c:pt idx="1076">
                  <c:v>14490</c:v>
                </c:pt>
                <c:pt idx="1077">
                  <c:v>14490</c:v>
                </c:pt>
                <c:pt idx="1078">
                  <c:v>14490</c:v>
                </c:pt>
                <c:pt idx="1079">
                  <c:v>14490</c:v>
                </c:pt>
                <c:pt idx="1080">
                  <c:v>14501.8</c:v>
                </c:pt>
                <c:pt idx="1081">
                  <c:v>14519.5</c:v>
                </c:pt>
                <c:pt idx="1082">
                  <c:v>14537.2</c:v>
                </c:pt>
                <c:pt idx="1083">
                  <c:v>14549</c:v>
                </c:pt>
                <c:pt idx="1084">
                  <c:v>14549</c:v>
                </c:pt>
                <c:pt idx="1085">
                  <c:v>14549</c:v>
                </c:pt>
                <c:pt idx="1086">
                  <c:v>14560.8</c:v>
                </c:pt>
                <c:pt idx="1087">
                  <c:v>14772.6</c:v>
                </c:pt>
                <c:pt idx="1088">
                  <c:v>14778.5</c:v>
                </c:pt>
                <c:pt idx="1089">
                  <c:v>14778.5</c:v>
                </c:pt>
                <c:pt idx="1090">
                  <c:v>14760.8</c:v>
                </c:pt>
                <c:pt idx="1091">
                  <c:v>14760.8</c:v>
                </c:pt>
                <c:pt idx="1092">
                  <c:v>14760.8</c:v>
                </c:pt>
                <c:pt idx="1093">
                  <c:v>14760.8</c:v>
                </c:pt>
                <c:pt idx="1094">
                  <c:v>14645.8</c:v>
                </c:pt>
                <c:pt idx="1095">
                  <c:v>14657.6</c:v>
                </c:pt>
                <c:pt idx="1096">
                  <c:v>14657.6</c:v>
                </c:pt>
                <c:pt idx="1097">
                  <c:v>14657.6</c:v>
                </c:pt>
                <c:pt idx="1098">
                  <c:v>14657.6</c:v>
                </c:pt>
                <c:pt idx="1099">
                  <c:v>14663.5</c:v>
                </c:pt>
                <c:pt idx="1100">
                  <c:v>14690.5</c:v>
                </c:pt>
                <c:pt idx="1101">
                  <c:v>14696.4</c:v>
                </c:pt>
                <c:pt idx="1102">
                  <c:v>14696.4</c:v>
                </c:pt>
                <c:pt idx="1103">
                  <c:v>14702.3</c:v>
                </c:pt>
                <c:pt idx="1104">
                  <c:v>14702.3</c:v>
                </c:pt>
                <c:pt idx="1105">
                  <c:v>14702.3</c:v>
                </c:pt>
                <c:pt idx="1106">
                  <c:v>14702.3</c:v>
                </c:pt>
                <c:pt idx="1107">
                  <c:v>14202.3</c:v>
                </c:pt>
                <c:pt idx="1108">
                  <c:v>14190.5</c:v>
                </c:pt>
                <c:pt idx="1109">
                  <c:v>14190.5</c:v>
                </c:pt>
                <c:pt idx="1110">
                  <c:v>14172.8</c:v>
                </c:pt>
                <c:pt idx="1111">
                  <c:v>14172.8</c:v>
                </c:pt>
                <c:pt idx="1112">
                  <c:v>14172.8</c:v>
                </c:pt>
                <c:pt idx="1113">
                  <c:v>14172.8</c:v>
                </c:pt>
                <c:pt idx="1114">
                  <c:v>14190.5</c:v>
                </c:pt>
                <c:pt idx="1115">
                  <c:v>14190.5</c:v>
                </c:pt>
                <c:pt idx="1116">
                  <c:v>14190.5</c:v>
                </c:pt>
                <c:pt idx="1117">
                  <c:v>14190.5</c:v>
                </c:pt>
                <c:pt idx="1118">
                  <c:v>14190.5</c:v>
                </c:pt>
                <c:pt idx="1119">
                  <c:v>14190.5</c:v>
                </c:pt>
                <c:pt idx="1120">
                  <c:v>14190.5</c:v>
                </c:pt>
                <c:pt idx="1121">
                  <c:v>14190.5</c:v>
                </c:pt>
                <c:pt idx="1122">
                  <c:v>14190.5</c:v>
                </c:pt>
                <c:pt idx="1123">
                  <c:v>14190.5</c:v>
                </c:pt>
                <c:pt idx="1124">
                  <c:v>14190.5</c:v>
                </c:pt>
                <c:pt idx="1125">
                  <c:v>14190.5</c:v>
                </c:pt>
                <c:pt idx="1126">
                  <c:v>14190.5</c:v>
                </c:pt>
                <c:pt idx="1127">
                  <c:v>14190.5</c:v>
                </c:pt>
                <c:pt idx="1128">
                  <c:v>14184.6</c:v>
                </c:pt>
                <c:pt idx="1129">
                  <c:v>14184.6</c:v>
                </c:pt>
                <c:pt idx="1130">
                  <c:v>14057.2</c:v>
                </c:pt>
                <c:pt idx="1131">
                  <c:v>14039.5</c:v>
                </c:pt>
                <c:pt idx="1132">
                  <c:v>14039.5</c:v>
                </c:pt>
                <c:pt idx="1133">
                  <c:v>14039.5</c:v>
                </c:pt>
                <c:pt idx="1134">
                  <c:v>14039.5</c:v>
                </c:pt>
                <c:pt idx="1135">
                  <c:v>14281.7</c:v>
                </c:pt>
                <c:pt idx="1136">
                  <c:v>14264</c:v>
                </c:pt>
                <c:pt idx="1137">
                  <c:v>14246.3</c:v>
                </c:pt>
                <c:pt idx="1138">
                  <c:v>14246.3</c:v>
                </c:pt>
                <c:pt idx="1139">
                  <c:v>14234.5</c:v>
                </c:pt>
                <c:pt idx="1140">
                  <c:v>14234.5</c:v>
                </c:pt>
                <c:pt idx="1141">
                  <c:v>14234.5</c:v>
                </c:pt>
                <c:pt idx="1142">
                  <c:v>14234.5</c:v>
                </c:pt>
                <c:pt idx="1143">
                  <c:v>14205</c:v>
                </c:pt>
                <c:pt idx="1144">
                  <c:v>14106.5</c:v>
                </c:pt>
                <c:pt idx="1145">
                  <c:v>14039</c:v>
                </c:pt>
                <c:pt idx="1146">
                  <c:v>14039</c:v>
                </c:pt>
                <c:pt idx="1147">
                  <c:v>14739</c:v>
                </c:pt>
                <c:pt idx="1148">
                  <c:v>14739</c:v>
                </c:pt>
                <c:pt idx="1149">
                  <c:v>15268.5</c:v>
                </c:pt>
                <c:pt idx="1150">
                  <c:v>15280.3</c:v>
                </c:pt>
                <c:pt idx="1151">
                  <c:v>15298</c:v>
                </c:pt>
                <c:pt idx="1152">
                  <c:v>15298</c:v>
                </c:pt>
                <c:pt idx="1153">
                  <c:v>15298</c:v>
                </c:pt>
                <c:pt idx="1154">
                  <c:v>15298</c:v>
                </c:pt>
                <c:pt idx="1155">
                  <c:v>15298</c:v>
                </c:pt>
                <c:pt idx="1156">
                  <c:v>15298</c:v>
                </c:pt>
                <c:pt idx="1157">
                  <c:v>15309.8</c:v>
                </c:pt>
                <c:pt idx="1158">
                  <c:v>15356.2</c:v>
                </c:pt>
                <c:pt idx="1159">
                  <c:v>15356.2</c:v>
                </c:pt>
                <c:pt idx="1160">
                  <c:v>15356.2</c:v>
                </c:pt>
                <c:pt idx="1161">
                  <c:v>15356.2</c:v>
                </c:pt>
                <c:pt idx="1162">
                  <c:v>15356.2</c:v>
                </c:pt>
                <c:pt idx="1163">
                  <c:v>15356.2</c:v>
                </c:pt>
                <c:pt idx="1164">
                  <c:v>15356.2</c:v>
                </c:pt>
                <c:pt idx="1165">
                  <c:v>15356.2</c:v>
                </c:pt>
                <c:pt idx="1166">
                  <c:v>15410.2</c:v>
                </c:pt>
                <c:pt idx="1167">
                  <c:v>15410.2</c:v>
                </c:pt>
                <c:pt idx="1168">
                  <c:v>15410.2</c:v>
                </c:pt>
                <c:pt idx="1169">
                  <c:v>15410.2</c:v>
                </c:pt>
                <c:pt idx="1170">
                  <c:v>15401.5</c:v>
                </c:pt>
                <c:pt idx="1171">
                  <c:v>15401.5</c:v>
                </c:pt>
                <c:pt idx="1172">
                  <c:v>15401.5</c:v>
                </c:pt>
                <c:pt idx="1173">
                  <c:v>15401.5</c:v>
                </c:pt>
                <c:pt idx="1174">
                  <c:v>15372</c:v>
                </c:pt>
                <c:pt idx="1175">
                  <c:v>15372</c:v>
                </c:pt>
                <c:pt idx="1176">
                  <c:v>15372</c:v>
                </c:pt>
                <c:pt idx="1177">
                  <c:v>15813</c:v>
                </c:pt>
                <c:pt idx="1178">
                  <c:v>15801.2</c:v>
                </c:pt>
                <c:pt idx="1179">
                  <c:v>15783.5</c:v>
                </c:pt>
                <c:pt idx="1180">
                  <c:v>15824</c:v>
                </c:pt>
                <c:pt idx="1181">
                  <c:v>15812.2</c:v>
                </c:pt>
                <c:pt idx="1182">
                  <c:v>15812.2</c:v>
                </c:pt>
                <c:pt idx="1183">
                  <c:v>15812.2</c:v>
                </c:pt>
                <c:pt idx="1184">
                  <c:v>15812.2</c:v>
                </c:pt>
                <c:pt idx="1185">
                  <c:v>15794.5</c:v>
                </c:pt>
                <c:pt idx="1186">
                  <c:v>15794.5</c:v>
                </c:pt>
                <c:pt idx="1187">
                  <c:v>15765</c:v>
                </c:pt>
                <c:pt idx="1188">
                  <c:v>15735.5</c:v>
                </c:pt>
                <c:pt idx="1189">
                  <c:v>15735.5</c:v>
                </c:pt>
                <c:pt idx="1190">
                  <c:v>15735.5</c:v>
                </c:pt>
                <c:pt idx="1191">
                  <c:v>15735.5</c:v>
                </c:pt>
                <c:pt idx="1192">
                  <c:v>15735.5</c:v>
                </c:pt>
                <c:pt idx="1193">
                  <c:v>15723.7</c:v>
                </c:pt>
                <c:pt idx="1194">
                  <c:v>15723.7</c:v>
                </c:pt>
                <c:pt idx="1195">
                  <c:v>15735.5</c:v>
                </c:pt>
                <c:pt idx="1196">
                  <c:v>15735.5</c:v>
                </c:pt>
                <c:pt idx="1197">
                  <c:v>15735.5</c:v>
                </c:pt>
                <c:pt idx="1198">
                  <c:v>15735.5</c:v>
                </c:pt>
                <c:pt idx="1199">
                  <c:v>15735.5</c:v>
                </c:pt>
                <c:pt idx="1200">
                  <c:v>15747.3</c:v>
                </c:pt>
                <c:pt idx="1201">
                  <c:v>15747.3</c:v>
                </c:pt>
                <c:pt idx="1202">
                  <c:v>15759.099999999999</c:v>
                </c:pt>
                <c:pt idx="1203">
                  <c:v>15759.099999999999</c:v>
                </c:pt>
                <c:pt idx="1204">
                  <c:v>15759.099999999999</c:v>
                </c:pt>
                <c:pt idx="1205">
                  <c:v>15190.1</c:v>
                </c:pt>
                <c:pt idx="1206">
                  <c:v>15201.9</c:v>
                </c:pt>
                <c:pt idx="1207">
                  <c:v>15213.7</c:v>
                </c:pt>
                <c:pt idx="1208">
                  <c:v>15213.7</c:v>
                </c:pt>
                <c:pt idx="1209">
                  <c:v>15213.7</c:v>
                </c:pt>
                <c:pt idx="1210">
                  <c:v>15213.7</c:v>
                </c:pt>
                <c:pt idx="1211">
                  <c:v>15213.7</c:v>
                </c:pt>
                <c:pt idx="1212">
                  <c:v>15212</c:v>
                </c:pt>
                <c:pt idx="1213">
                  <c:v>15212</c:v>
                </c:pt>
                <c:pt idx="1214">
                  <c:v>15212</c:v>
                </c:pt>
                <c:pt idx="1215">
                  <c:v>15212</c:v>
                </c:pt>
                <c:pt idx="1216">
                  <c:v>15212</c:v>
                </c:pt>
                <c:pt idx="1217">
                  <c:v>15212</c:v>
                </c:pt>
                <c:pt idx="1218">
                  <c:v>15212</c:v>
                </c:pt>
                <c:pt idx="1219">
                  <c:v>15235.6</c:v>
                </c:pt>
                <c:pt idx="1220">
                  <c:v>15235.6</c:v>
                </c:pt>
                <c:pt idx="1221">
                  <c:v>15247.4</c:v>
                </c:pt>
                <c:pt idx="1222">
                  <c:v>15259.2</c:v>
                </c:pt>
                <c:pt idx="1223">
                  <c:v>15271</c:v>
                </c:pt>
                <c:pt idx="1224">
                  <c:v>15271</c:v>
                </c:pt>
                <c:pt idx="1225">
                  <c:v>15271</c:v>
                </c:pt>
                <c:pt idx="1226">
                  <c:v>15271</c:v>
                </c:pt>
                <c:pt idx="1227">
                  <c:v>15282.8</c:v>
                </c:pt>
                <c:pt idx="1228">
                  <c:v>15282.8</c:v>
                </c:pt>
                <c:pt idx="1229">
                  <c:v>15300.5</c:v>
                </c:pt>
                <c:pt idx="1230">
                  <c:v>15300.5</c:v>
                </c:pt>
                <c:pt idx="1231">
                  <c:v>15300.5</c:v>
                </c:pt>
                <c:pt idx="1232">
                  <c:v>15300.5</c:v>
                </c:pt>
                <c:pt idx="1233">
                  <c:v>15484.5</c:v>
                </c:pt>
                <c:pt idx="1234">
                  <c:v>15496.3</c:v>
                </c:pt>
                <c:pt idx="1235">
                  <c:v>15496.3</c:v>
                </c:pt>
                <c:pt idx="1236">
                  <c:v>15550.3</c:v>
                </c:pt>
                <c:pt idx="1237">
                  <c:v>15550.3</c:v>
                </c:pt>
                <c:pt idx="1238">
                  <c:v>15550.3</c:v>
                </c:pt>
                <c:pt idx="1239">
                  <c:v>15550.3</c:v>
                </c:pt>
                <c:pt idx="1240">
                  <c:v>15344.1</c:v>
                </c:pt>
                <c:pt idx="1241">
                  <c:v>15332.3</c:v>
                </c:pt>
                <c:pt idx="1242">
                  <c:v>15332.3</c:v>
                </c:pt>
                <c:pt idx="1243">
                  <c:v>15332.3</c:v>
                </c:pt>
                <c:pt idx="1244">
                  <c:v>15332.3</c:v>
                </c:pt>
                <c:pt idx="1245">
                  <c:v>15332.3</c:v>
                </c:pt>
                <c:pt idx="1246">
                  <c:v>15326.4</c:v>
                </c:pt>
                <c:pt idx="1247">
                  <c:v>15314.6</c:v>
                </c:pt>
                <c:pt idx="1248">
                  <c:v>15302.8</c:v>
                </c:pt>
                <c:pt idx="1249">
                  <c:v>15329.8</c:v>
                </c:pt>
                <c:pt idx="1250">
                  <c:v>15329.8</c:v>
                </c:pt>
                <c:pt idx="1251">
                  <c:v>15329.8</c:v>
                </c:pt>
                <c:pt idx="1252">
                  <c:v>15329.8</c:v>
                </c:pt>
                <c:pt idx="1253">
                  <c:v>15329.8</c:v>
                </c:pt>
                <c:pt idx="1254">
                  <c:v>15444.8</c:v>
                </c:pt>
                <c:pt idx="1255">
                  <c:v>15438.9</c:v>
                </c:pt>
                <c:pt idx="1256">
                  <c:v>15438.9</c:v>
                </c:pt>
                <c:pt idx="1257">
                  <c:v>15438.9</c:v>
                </c:pt>
                <c:pt idx="1258">
                  <c:v>15138.9</c:v>
                </c:pt>
                <c:pt idx="1259">
                  <c:v>15138.9</c:v>
                </c:pt>
                <c:pt idx="1260">
                  <c:v>15138.9</c:v>
                </c:pt>
                <c:pt idx="1261">
                  <c:v>15012.4</c:v>
                </c:pt>
                <c:pt idx="1262">
                  <c:v>15012.4</c:v>
                </c:pt>
                <c:pt idx="1263">
                  <c:v>15045.3</c:v>
                </c:pt>
                <c:pt idx="1264">
                  <c:v>15045.3</c:v>
                </c:pt>
                <c:pt idx="1265">
                  <c:v>15045.3</c:v>
                </c:pt>
                <c:pt idx="1266">
                  <c:v>15045.3</c:v>
                </c:pt>
                <c:pt idx="1267">
                  <c:v>15045.3</c:v>
                </c:pt>
                <c:pt idx="1268">
                  <c:v>15045.3</c:v>
                </c:pt>
                <c:pt idx="1269">
                  <c:v>15051.2</c:v>
                </c:pt>
                <c:pt idx="1270">
                  <c:v>15051.2</c:v>
                </c:pt>
                <c:pt idx="1271">
                  <c:v>15039.4</c:v>
                </c:pt>
                <c:pt idx="1272">
                  <c:v>15027.6</c:v>
                </c:pt>
                <c:pt idx="1273">
                  <c:v>15027.6</c:v>
                </c:pt>
                <c:pt idx="1274">
                  <c:v>15027.6</c:v>
                </c:pt>
                <c:pt idx="1275">
                  <c:v>15021.7</c:v>
                </c:pt>
                <c:pt idx="1276">
                  <c:v>15028.6</c:v>
                </c:pt>
                <c:pt idx="1277">
                  <c:v>15028.6</c:v>
                </c:pt>
                <c:pt idx="1278">
                  <c:v>15028.6</c:v>
                </c:pt>
                <c:pt idx="1279">
                  <c:v>15034.5</c:v>
                </c:pt>
                <c:pt idx="1280">
                  <c:v>15034.5</c:v>
                </c:pt>
                <c:pt idx="1281">
                  <c:v>15034.5</c:v>
                </c:pt>
                <c:pt idx="1282">
                  <c:v>15040.4</c:v>
                </c:pt>
                <c:pt idx="1283">
                  <c:v>15040.4</c:v>
                </c:pt>
                <c:pt idx="1284">
                  <c:v>15040.4</c:v>
                </c:pt>
                <c:pt idx="1285">
                  <c:v>15040.4</c:v>
                </c:pt>
                <c:pt idx="1286">
                  <c:v>15040.4</c:v>
                </c:pt>
                <c:pt idx="1287">
                  <c:v>15040.4</c:v>
                </c:pt>
                <c:pt idx="1288">
                  <c:v>15040.4</c:v>
                </c:pt>
                <c:pt idx="1289">
                  <c:v>15040.4</c:v>
                </c:pt>
                <c:pt idx="1290">
                  <c:v>15046.3</c:v>
                </c:pt>
                <c:pt idx="1291">
                  <c:v>14532.8</c:v>
                </c:pt>
                <c:pt idx="1292">
                  <c:v>14508.8</c:v>
                </c:pt>
                <c:pt idx="1293">
                  <c:v>14508.8</c:v>
                </c:pt>
                <c:pt idx="1294">
                  <c:v>14508.8</c:v>
                </c:pt>
                <c:pt idx="1295">
                  <c:v>14508.8</c:v>
                </c:pt>
                <c:pt idx="1296">
                  <c:v>14508.8</c:v>
                </c:pt>
                <c:pt idx="1297">
                  <c:v>14514.7</c:v>
                </c:pt>
                <c:pt idx="1298">
                  <c:v>14514.7</c:v>
                </c:pt>
                <c:pt idx="1299">
                  <c:v>14474.2</c:v>
                </c:pt>
                <c:pt idx="1300">
                  <c:v>14474.2</c:v>
                </c:pt>
                <c:pt idx="1301">
                  <c:v>14474.2</c:v>
                </c:pt>
                <c:pt idx="1302">
                  <c:v>14474.2</c:v>
                </c:pt>
                <c:pt idx="1303">
                  <c:v>14480.1</c:v>
                </c:pt>
                <c:pt idx="1304">
                  <c:v>14480.1</c:v>
                </c:pt>
                <c:pt idx="1305">
                  <c:v>14426.1</c:v>
                </c:pt>
                <c:pt idx="1306">
                  <c:v>14426.1</c:v>
                </c:pt>
                <c:pt idx="1307">
                  <c:v>14426.1</c:v>
                </c:pt>
                <c:pt idx="1308">
                  <c:v>14426.1</c:v>
                </c:pt>
                <c:pt idx="1309">
                  <c:v>14426.1</c:v>
                </c:pt>
                <c:pt idx="1310">
                  <c:v>14378</c:v>
                </c:pt>
                <c:pt idx="1311">
                  <c:v>14378</c:v>
                </c:pt>
                <c:pt idx="1312">
                  <c:v>14360.3</c:v>
                </c:pt>
                <c:pt idx="1313">
                  <c:v>14300.4</c:v>
                </c:pt>
                <c:pt idx="1314">
                  <c:v>14288.6</c:v>
                </c:pt>
                <c:pt idx="1315">
                  <c:v>14288.6</c:v>
                </c:pt>
                <c:pt idx="1316">
                  <c:v>14288.6</c:v>
                </c:pt>
                <c:pt idx="1317">
                  <c:v>14082.7</c:v>
                </c:pt>
                <c:pt idx="1318">
                  <c:v>14076.8</c:v>
                </c:pt>
                <c:pt idx="1319">
                  <c:v>14065</c:v>
                </c:pt>
                <c:pt idx="1320">
                  <c:v>14029.6</c:v>
                </c:pt>
                <c:pt idx="1321">
                  <c:v>14006</c:v>
                </c:pt>
                <c:pt idx="1322">
                  <c:v>14006</c:v>
                </c:pt>
                <c:pt idx="1323">
                  <c:v>14006</c:v>
                </c:pt>
                <c:pt idx="1324">
                  <c:v>14022.1</c:v>
                </c:pt>
                <c:pt idx="1325">
                  <c:v>14033.9</c:v>
                </c:pt>
                <c:pt idx="1326">
                  <c:v>14033.9</c:v>
                </c:pt>
                <c:pt idx="1327">
                  <c:v>14028</c:v>
                </c:pt>
                <c:pt idx="1328">
                  <c:v>14028</c:v>
                </c:pt>
                <c:pt idx="1329">
                  <c:v>14028</c:v>
                </c:pt>
                <c:pt idx="1330">
                  <c:v>14028</c:v>
                </c:pt>
                <c:pt idx="1331">
                  <c:v>13942.6</c:v>
                </c:pt>
                <c:pt idx="1332">
                  <c:v>13936.7</c:v>
                </c:pt>
                <c:pt idx="1333">
                  <c:v>13936.7</c:v>
                </c:pt>
                <c:pt idx="1334">
                  <c:v>13936.7</c:v>
                </c:pt>
                <c:pt idx="1335">
                  <c:v>13954.4</c:v>
                </c:pt>
                <c:pt idx="1336">
                  <c:v>13954.4</c:v>
                </c:pt>
                <c:pt idx="1337">
                  <c:v>13954.4</c:v>
                </c:pt>
                <c:pt idx="1338">
                  <c:v>13966.2</c:v>
                </c:pt>
                <c:pt idx="1339">
                  <c:v>13966.2</c:v>
                </c:pt>
                <c:pt idx="1340">
                  <c:v>13939.2</c:v>
                </c:pt>
                <c:pt idx="1341">
                  <c:v>13939.2</c:v>
                </c:pt>
                <c:pt idx="1342">
                  <c:v>13939.2</c:v>
                </c:pt>
                <c:pt idx="1343">
                  <c:v>13939.2</c:v>
                </c:pt>
                <c:pt idx="1344">
                  <c:v>13939.2</c:v>
                </c:pt>
                <c:pt idx="1345">
                  <c:v>13877.4</c:v>
                </c:pt>
                <c:pt idx="1346">
                  <c:v>13865.6</c:v>
                </c:pt>
                <c:pt idx="1347">
                  <c:v>13876.8</c:v>
                </c:pt>
                <c:pt idx="1348">
                  <c:v>13888.3</c:v>
                </c:pt>
                <c:pt idx="1349">
                  <c:v>13876.5</c:v>
                </c:pt>
                <c:pt idx="1350">
                  <c:v>13876.5</c:v>
                </c:pt>
                <c:pt idx="1351">
                  <c:v>13876.5</c:v>
                </c:pt>
                <c:pt idx="1352">
                  <c:v>15126.5</c:v>
                </c:pt>
                <c:pt idx="1353">
                  <c:v>15132.4</c:v>
                </c:pt>
                <c:pt idx="1354">
                  <c:v>15132.4</c:v>
                </c:pt>
                <c:pt idx="1355">
                  <c:v>15126.5</c:v>
                </c:pt>
                <c:pt idx="1356">
                  <c:v>16126.5</c:v>
                </c:pt>
                <c:pt idx="1357">
                  <c:v>16126.5</c:v>
                </c:pt>
                <c:pt idx="1358">
                  <c:v>16126.5</c:v>
                </c:pt>
                <c:pt idx="1359">
                  <c:v>17126.5</c:v>
                </c:pt>
                <c:pt idx="1360">
                  <c:v>17120.599999999999</c:v>
                </c:pt>
                <c:pt idx="1361">
                  <c:v>17126.5</c:v>
                </c:pt>
                <c:pt idx="1362">
                  <c:v>17132.400000000001</c:v>
                </c:pt>
                <c:pt idx="1363">
                  <c:v>17144.2</c:v>
                </c:pt>
                <c:pt idx="1364">
                  <c:v>17144.2</c:v>
                </c:pt>
                <c:pt idx="1365">
                  <c:v>17144.2</c:v>
                </c:pt>
                <c:pt idx="1366">
                  <c:v>17150.099999999999</c:v>
                </c:pt>
                <c:pt idx="1367">
                  <c:v>17150.099999999999</c:v>
                </c:pt>
                <c:pt idx="1368">
                  <c:v>17138.3</c:v>
                </c:pt>
                <c:pt idx="1369">
                  <c:v>17138.3</c:v>
                </c:pt>
                <c:pt idx="1370">
                  <c:v>17138.3</c:v>
                </c:pt>
                <c:pt idx="1371">
                  <c:v>17138.3</c:v>
                </c:pt>
                <c:pt idx="1372">
                  <c:v>17138.3</c:v>
                </c:pt>
                <c:pt idx="1373">
                  <c:v>17138.3</c:v>
                </c:pt>
                <c:pt idx="1374">
                  <c:v>17138.3</c:v>
                </c:pt>
                <c:pt idx="1375">
                  <c:v>17138.3</c:v>
                </c:pt>
                <c:pt idx="1376">
                  <c:v>17138.3</c:v>
                </c:pt>
                <c:pt idx="1377">
                  <c:v>17138.3</c:v>
                </c:pt>
                <c:pt idx="1378">
                  <c:v>17138.3</c:v>
                </c:pt>
                <c:pt idx="1379">
                  <c:v>17138.3</c:v>
                </c:pt>
                <c:pt idx="1380">
                  <c:v>18138.3</c:v>
                </c:pt>
                <c:pt idx="1381">
                  <c:v>18156</c:v>
                </c:pt>
                <c:pt idx="1382">
                  <c:v>18156</c:v>
                </c:pt>
                <c:pt idx="1383">
                  <c:v>18161.900000000001</c:v>
                </c:pt>
                <c:pt idx="1384">
                  <c:v>18156</c:v>
                </c:pt>
                <c:pt idx="1385">
                  <c:v>20656</c:v>
                </c:pt>
                <c:pt idx="1386">
                  <c:v>20656</c:v>
                </c:pt>
                <c:pt idx="1387">
                  <c:v>20610</c:v>
                </c:pt>
                <c:pt idx="1388">
                  <c:v>20610</c:v>
                </c:pt>
                <c:pt idx="1389">
                  <c:v>20610</c:v>
                </c:pt>
                <c:pt idx="1390">
                  <c:v>20610</c:v>
                </c:pt>
                <c:pt idx="1391">
                  <c:v>20610</c:v>
                </c:pt>
                <c:pt idx="1392">
                  <c:v>20610</c:v>
                </c:pt>
                <c:pt idx="1393">
                  <c:v>20610</c:v>
                </c:pt>
                <c:pt idx="1394">
                  <c:v>20587</c:v>
                </c:pt>
                <c:pt idx="1395">
                  <c:v>20587</c:v>
                </c:pt>
                <c:pt idx="1396">
                  <c:v>20344</c:v>
                </c:pt>
                <c:pt idx="1397">
                  <c:v>20344</c:v>
                </c:pt>
                <c:pt idx="1398">
                  <c:v>20268.900000000001</c:v>
                </c:pt>
                <c:pt idx="1399">
                  <c:v>20268.900000000001</c:v>
                </c:pt>
                <c:pt idx="1400">
                  <c:v>20268.900000000001</c:v>
                </c:pt>
                <c:pt idx="1401">
                  <c:v>20268.900000000001</c:v>
                </c:pt>
                <c:pt idx="1402">
                  <c:v>20268.900000000001</c:v>
                </c:pt>
                <c:pt idx="1403">
                  <c:v>20268.900000000001</c:v>
                </c:pt>
                <c:pt idx="1404">
                  <c:v>20274.8</c:v>
                </c:pt>
                <c:pt idx="1405">
                  <c:v>20268.900000000001</c:v>
                </c:pt>
                <c:pt idx="1406">
                  <c:v>20268.900000000001</c:v>
                </c:pt>
                <c:pt idx="1407">
                  <c:v>20268.900000000001</c:v>
                </c:pt>
                <c:pt idx="1408">
                  <c:v>19768.900000000001</c:v>
                </c:pt>
                <c:pt idx="1409">
                  <c:v>19751.8</c:v>
                </c:pt>
                <c:pt idx="1410">
                  <c:v>18981.8</c:v>
                </c:pt>
                <c:pt idx="1411">
                  <c:v>18862</c:v>
                </c:pt>
                <c:pt idx="1412">
                  <c:v>17862</c:v>
                </c:pt>
                <c:pt idx="1413">
                  <c:v>17862</c:v>
                </c:pt>
                <c:pt idx="1414">
                  <c:v>17862</c:v>
                </c:pt>
                <c:pt idx="1415">
                  <c:v>17862</c:v>
                </c:pt>
                <c:pt idx="1416">
                  <c:v>17673</c:v>
                </c:pt>
                <c:pt idx="1417">
                  <c:v>17667.099999999999</c:v>
                </c:pt>
                <c:pt idx="1418">
                  <c:v>17643.5</c:v>
                </c:pt>
                <c:pt idx="1419">
                  <c:v>16625.8</c:v>
                </c:pt>
                <c:pt idx="1420">
                  <c:v>16625.8</c:v>
                </c:pt>
                <c:pt idx="1421">
                  <c:v>16625.8</c:v>
                </c:pt>
                <c:pt idx="1422">
                  <c:v>16614</c:v>
                </c:pt>
                <c:pt idx="1423">
                  <c:v>16584.5</c:v>
                </c:pt>
                <c:pt idx="1424">
                  <c:v>16525.5</c:v>
                </c:pt>
                <c:pt idx="1425">
                  <c:v>16553.8</c:v>
                </c:pt>
                <c:pt idx="1426">
                  <c:v>16487.5</c:v>
                </c:pt>
                <c:pt idx="1427">
                  <c:v>16487.5</c:v>
                </c:pt>
                <c:pt idx="1428">
                  <c:v>16487.5</c:v>
                </c:pt>
                <c:pt idx="1429">
                  <c:v>16534.7</c:v>
                </c:pt>
                <c:pt idx="1430">
                  <c:v>16505.2</c:v>
                </c:pt>
                <c:pt idx="1431">
                  <c:v>16453.399999999998</c:v>
                </c:pt>
                <c:pt idx="1432">
                  <c:v>16123.9</c:v>
                </c:pt>
                <c:pt idx="1433">
                  <c:v>16141.6</c:v>
                </c:pt>
                <c:pt idx="1434">
                  <c:v>16141.6</c:v>
                </c:pt>
                <c:pt idx="1435">
                  <c:v>16141.6</c:v>
                </c:pt>
                <c:pt idx="1436">
                  <c:v>15983.000000000002</c:v>
                </c:pt>
                <c:pt idx="1437">
                  <c:v>15888.6</c:v>
                </c:pt>
                <c:pt idx="1438">
                  <c:v>15829.6</c:v>
                </c:pt>
                <c:pt idx="1439">
                  <c:v>15829.6</c:v>
                </c:pt>
                <c:pt idx="1440">
                  <c:v>15859.1</c:v>
                </c:pt>
                <c:pt idx="1441">
                  <c:v>15859.1</c:v>
                </c:pt>
                <c:pt idx="1442">
                  <c:v>15859.1</c:v>
                </c:pt>
                <c:pt idx="1443">
                  <c:v>15700.4</c:v>
                </c:pt>
                <c:pt idx="1444">
                  <c:v>15682.699999999999</c:v>
                </c:pt>
                <c:pt idx="1445">
                  <c:v>15688.6</c:v>
                </c:pt>
                <c:pt idx="1446">
                  <c:v>15694.500000000002</c:v>
                </c:pt>
                <c:pt idx="1447">
                  <c:v>15688.6</c:v>
                </c:pt>
                <c:pt idx="1448">
                  <c:v>15688.6</c:v>
                </c:pt>
                <c:pt idx="1449">
                  <c:v>15688.6</c:v>
                </c:pt>
                <c:pt idx="1450">
                  <c:v>13682.7</c:v>
                </c:pt>
                <c:pt idx="1451">
                  <c:v>13632.7</c:v>
                </c:pt>
                <c:pt idx="1452">
                  <c:v>13650.4</c:v>
                </c:pt>
                <c:pt idx="1453">
                  <c:v>13650.4</c:v>
                </c:pt>
                <c:pt idx="1454">
                  <c:v>13674</c:v>
                </c:pt>
                <c:pt idx="1455">
                  <c:v>13674</c:v>
                </c:pt>
                <c:pt idx="1456">
                  <c:v>13674</c:v>
                </c:pt>
                <c:pt idx="1457">
                  <c:v>13662.2</c:v>
                </c:pt>
                <c:pt idx="1458">
                  <c:v>13662.2</c:v>
                </c:pt>
                <c:pt idx="1459">
                  <c:v>13668.1</c:v>
                </c:pt>
                <c:pt idx="1460">
                  <c:v>13662.2</c:v>
                </c:pt>
                <c:pt idx="1461">
                  <c:v>13662.2</c:v>
                </c:pt>
                <c:pt idx="1462">
                  <c:v>13662.2</c:v>
                </c:pt>
                <c:pt idx="1463">
                  <c:v>13662.2</c:v>
                </c:pt>
                <c:pt idx="1464">
                  <c:v>13662.2</c:v>
                </c:pt>
                <c:pt idx="1465">
                  <c:v>13620.9</c:v>
                </c:pt>
                <c:pt idx="1466">
                  <c:v>13603.2</c:v>
                </c:pt>
                <c:pt idx="1467">
                  <c:v>13603.2</c:v>
                </c:pt>
                <c:pt idx="1468">
                  <c:v>13609.1</c:v>
                </c:pt>
                <c:pt idx="1469">
                  <c:v>13609.1</c:v>
                </c:pt>
                <c:pt idx="1470">
                  <c:v>13609.1</c:v>
                </c:pt>
                <c:pt idx="1471">
                  <c:v>13213.1</c:v>
                </c:pt>
                <c:pt idx="1472">
                  <c:v>13195.4</c:v>
                </c:pt>
                <c:pt idx="1473">
                  <c:v>13695.4</c:v>
                </c:pt>
                <c:pt idx="1474">
                  <c:v>13707.2</c:v>
                </c:pt>
                <c:pt idx="1475">
                  <c:v>13707.2</c:v>
                </c:pt>
                <c:pt idx="1476">
                  <c:v>13707.2</c:v>
                </c:pt>
                <c:pt idx="1477">
                  <c:v>13707.2</c:v>
                </c:pt>
                <c:pt idx="1478">
                  <c:v>13707.2</c:v>
                </c:pt>
                <c:pt idx="1479">
                  <c:v>13707.2</c:v>
                </c:pt>
                <c:pt idx="1480">
                  <c:v>13701.300000000001</c:v>
                </c:pt>
                <c:pt idx="1481">
                  <c:v>13701.300000000001</c:v>
                </c:pt>
                <c:pt idx="1482">
                  <c:v>13701.300000000001</c:v>
                </c:pt>
                <c:pt idx="1483">
                  <c:v>13701.300000000001</c:v>
                </c:pt>
                <c:pt idx="1484">
                  <c:v>13701.300000000001</c:v>
                </c:pt>
                <c:pt idx="1485">
                  <c:v>13713.1</c:v>
                </c:pt>
                <c:pt idx="1486">
                  <c:v>13713.1</c:v>
                </c:pt>
                <c:pt idx="1487">
                  <c:v>13707.2</c:v>
                </c:pt>
                <c:pt idx="1488">
                  <c:v>14219</c:v>
                </c:pt>
                <c:pt idx="1489">
                  <c:v>14224.9</c:v>
                </c:pt>
                <c:pt idx="1490">
                  <c:v>14224.9</c:v>
                </c:pt>
                <c:pt idx="1491">
                  <c:v>14224.9</c:v>
                </c:pt>
                <c:pt idx="1492">
                  <c:v>14224.9</c:v>
                </c:pt>
                <c:pt idx="1493">
                  <c:v>14230.800000000001</c:v>
                </c:pt>
                <c:pt idx="1494">
                  <c:v>14236.7</c:v>
                </c:pt>
                <c:pt idx="1495">
                  <c:v>14236.7</c:v>
                </c:pt>
                <c:pt idx="1496">
                  <c:v>14230.800000000001</c:v>
                </c:pt>
                <c:pt idx="1497">
                  <c:v>14230.800000000001</c:v>
                </c:pt>
                <c:pt idx="1498">
                  <c:v>14230.800000000001</c:v>
                </c:pt>
                <c:pt idx="1499">
                  <c:v>14236.7</c:v>
                </c:pt>
                <c:pt idx="1500">
                  <c:v>14236.7</c:v>
                </c:pt>
                <c:pt idx="1501">
                  <c:v>14224.9</c:v>
                </c:pt>
                <c:pt idx="1502">
                  <c:v>14224.9</c:v>
                </c:pt>
                <c:pt idx="1503">
                  <c:v>14197.3</c:v>
                </c:pt>
                <c:pt idx="1504">
                  <c:v>14197.3</c:v>
                </c:pt>
                <c:pt idx="1505">
                  <c:v>14197.3</c:v>
                </c:pt>
                <c:pt idx="1506">
                  <c:v>14197.3</c:v>
                </c:pt>
                <c:pt idx="1507">
                  <c:v>14197.3</c:v>
                </c:pt>
                <c:pt idx="1508">
                  <c:v>14197.3</c:v>
                </c:pt>
                <c:pt idx="1509">
                  <c:v>14197.3</c:v>
                </c:pt>
                <c:pt idx="1510">
                  <c:v>14197.3</c:v>
                </c:pt>
                <c:pt idx="1511">
                  <c:v>14209.1</c:v>
                </c:pt>
                <c:pt idx="1512">
                  <c:v>14209.1</c:v>
                </c:pt>
                <c:pt idx="1513">
                  <c:v>14709.1</c:v>
                </c:pt>
                <c:pt idx="1514">
                  <c:v>14685.5</c:v>
                </c:pt>
                <c:pt idx="1515">
                  <c:v>14685.5</c:v>
                </c:pt>
                <c:pt idx="1516">
                  <c:v>14667.8</c:v>
                </c:pt>
                <c:pt idx="1517">
                  <c:v>14610</c:v>
                </c:pt>
                <c:pt idx="1518">
                  <c:v>14610</c:v>
                </c:pt>
                <c:pt idx="1519">
                  <c:v>14610</c:v>
                </c:pt>
                <c:pt idx="1520">
                  <c:v>15121.8</c:v>
                </c:pt>
                <c:pt idx="1521">
                  <c:v>15121.8</c:v>
                </c:pt>
                <c:pt idx="1522">
                  <c:v>15121.8</c:v>
                </c:pt>
                <c:pt idx="1523">
                  <c:v>15133.6</c:v>
                </c:pt>
                <c:pt idx="1524">
                  <c:v>15139.5</c:v>
                </c:pt>
                <c:pt idx="1525">
                  <c:v>15139.5</c:v>
                </c:pt>
                <c:pt idx="1526">
                  <c:v>15139.5</c:v>
                </c:pt>
                <c:pt idx="1527">
                  <c:v>15145.4</c:v>
                </c:pt>
                <c:pt idx="1528">
                  <c:v>15151.3</c:v>
                </c:pt>
                <c:pt idx="1529">
                  <c:v>15657.2</c:v>
                </c:pt>
                <c:pt idx="1530">
                  <c:v>15657.2</c:v>
                </c:pt>
                <c:pt idx="1531">
                  <c:v>15657.2</c:v>
                </c:pt>
                <c:pt idx="1532">
                  <c:v>15634.2</c:v>
                </c:pt>
                <c:pt idx="1533">
                  <c:v>15634.2</c:v>
                </c:pt>
                <c:pt idx="1534">
                  <c:v>15640.099999999999</c:v>
                </c:pt>
                <c:pt idx="1535">
                  <c:v>15675.5</c:v>
                </c:pt>
                <c:pt idx="1536">
                  <c:v>15705</c:v>
                </c:pt>
                <c:pt idx="1537">
                  <c:v>15716.8</c:v>
                </c:pt>
                <c:pt idx="1538">
                  <c:v>15705</c:v>
                </c:pt>
                <c:pt idx="1539">
                  <c:v>15705</c:v>
                </c:pt>
                <c:pt idx="1540">
                  <c:v>15705</c:v>
                </c:pt>
                <c:pt idx="1541">
                  <c:v>15693.2</c:v>
                </c:pt>
                <c:pt idx="1542">
                  <c:v>15699.099999999999</c:v>
                </c:pt>
                <c:pt idx="1543">
                  <c:v>16210.900000000001</c:v>
                </c:pt>
                <c:pt idx="1544">
                  <c:v>16216.8</c:v>
                </c:pt>
                <c:pt idx="1545">
                  <c:v>16228.599999999999</c:v>
                </c:pt>
                <c:pt idx="1546">
                  <c:v>16228.599999999999</c:v>
                </c:pt>
                <c:pt idx="1547">
                  <c:v>16228.599999999999</c:v>
                </c:pt>
                <c:pt idx="1548">
                  <c:v>16728.599999999999</c:v>
                </c:pt>
                <c:pt idx="1549">
                  <c:v>16728.599999999999</c:v>
                </c:pt>
                <c:pt idx="1550">
                  <c:v>16688.5</c:v>
                </c:pt>
                <c:pt idx="1551">
                  <c:v>16688.5</c:v>
                </c:pt>
                <c:pt idx="1552">
                  <c:v>16718</c:v>
                </c:pt>
                <c:pt idx="1553">
                  <c:v>16718</c:v>
                </c:pt>
                <c:pt idx="1554">
                  <c:v>16718</c:v>
                </c:pt>
                <c:pt idx="1555">
                  <c:v>16718</c:v>
                </c:pt>
                <c:pt idx="1556">
                  <c:v>16729.8</c:v>
                </c:pt>
                <c:pt idx="1557">
                  <c:v>16723.900000000001</c:v>
                </c:pt>
                <c:pt idx="1558">
                  <c:v>16747.5</c:v>
                </c:pt>
                <c:pt idx="1559">
                  <c:v>16777</c:v>
                </c:pt>
                <c:pt idx="1560">
                  <c:v>16777</c:v>
                </c:pt>
                <c:pt idx="1561">
                  <c:v>16777</c:v>
                </c:pt>
                <c:pt idx="1562">
                  <c:v>16725.7</c:v>
                </c:pt>
                <c:pt idx="1563">
                  <c:v>16737.5</c:v>
                </c:pt>
                <c:pt idx="1564">
                  <c:v>16755.2</c:v>
                </c:pt>
                <c:pt idx="1565">
                  <c:v>16767</c:v>
                </c:pt>
                <c:pt idx="1566">
                  <c:v>16761.099999999999</c:v>
                </c:pt>
                <c:pt idx="1567">
                  <c:v>16761.099999999999</c:v>
                </c:pt>
                <c:pt idx="1568">
                  <c:v>16761.099999999999</c:v>
                </c:pt>
                <c:pt idx="1569">
                  <c:v>16697.7</c:v>
                </c:pt>
                <c:pt idx="1570">
                  <c:v>16691.8</c:v>
                </c:pt>
                <c:pt idx="1571">
                  <c:v>16685.900000000001</c:v>
                </c:pt>
                <c:pt idx="1572">
                  <c:v>16674.099999999999</c:v>
                </c:pt>
                <c:pt idx="1573">
                  <c:v>16680</c:v>
                </c:pt>
                <c:pt idx="1574">
                  <c:v>16680</c:v>
                </c:pt>
                <c:pt idx="1575">
                  <c:v>16680</c:v>
                </c:pt>
                <c:pt idx="1576">
                  <c:v>16691.8</c:v>
                </c:pt>
                <c:pt idx="1577">
                  <c:v>16755.2</c:v>
                </c:pt>
                <c:pt idx="1578">
                  <c:v>16767</c:v>
                </c:pt>
                <c:pt idx="1579">
                  <c:v>16772.900000000001</c:v>
                </c:pt>
                <c:pt idx="1580">
                  <c:v>16772.900000000001</c:v>
                </c:pt>
                <c:pt idx="1581">
                  <c:v>16772.900000000001</c:v>
                </c:pt>
                <c:pt idx="1582">
                  <c:v>16772.900000000001</c:v>
                </c:pt>
                <c:pt idx="1583">
                  <c:v>16772.900000000001</c:v>
                </c:pt>
                <c:pt idx="1584">
                  <c:v>16772.900000000001</c:v>
                </c:pt>
                <c:pt idx="1585">
                  <c:v>16301.8</c:v>
                </c:pt>
                <c:pt idx="1586">
                  <c:v>16301.8</c:v>
                </c:pt>
                <c:pt idx="1587">
                  <c:v>16295.900000000001</c:v>
                </c:pt>
                <c:pt idx="1588">
                  <c:v>16295.900000000001</c:v>
                </c:pt>
                <c:pt idx="1589">
                  <c:v>16295.900000000001</c:v>
                </c:pt>
                <c:pt idx="1590">
                  <c:v>16301.8</c:v>
                </c:pt>
                <c:pt idx="1591">
                  <c:v>16301.8</c:v>
                </c:pt>
                <c:pt idx="1592">
                  <c:v>16295.900000000001</c:v>
                </c:pt>
                <c:pt idx="1593">
                  <c:v>16307.7</c:v>
                </c:pt>
                <c:pt idx="1594">
                  <c:v>16313.599999999999</c:v>
                </c:pt>
                <c:pt idx="1595">
                  <c:v>16313.599999999999</c:v>
                </c:pt>
                <c:pt idx="1596">
                  <c:v>16313.599999999999</c:v>
                </c:pt>
                <c:pt idx="1597">
                  <c:v>16319.5</c:v>
                </c:pt>
                <c:pt idx="1598">
                  <c:v>16325.400000000001</c:v>
                </c:pt>
                <c:pt idx="1599">
                  <c:v>16343.099999999999</c:v>
                </c:pt>
                <c:pt idx="1600">
                  <c:v>16360.8</c:v>
                </c:pt>
                <c:pt idx="1601">
                  <c:v>16372.599999999999</c:v>
                </c:pt>
                <c:pt idx="1602">
                  <c:v>16372.599999999999</c:v>
                </c:pt>
                <c:pt idx="1603">
                  <c:v>16372.599999999999</c:v>
                </c:pt>
                <c:pt idx="1604">
                  <c:v>16384.400000000001</c:v>
                </c:pt>
                <c:pt idx="1605">
                  <c:v>16408</c:v>
                </c:pt>
                <c:pt idx="1606">
                  <c:v>16455.2</c:v>
                </c:pt>
                <c:pt idx="1607">
                  <c:v>16472.900000000001</c:v>
                </c:pt>
                <c:pt idx="1608">
                  <c:v>16490.599999999999</c:v>
                </c:pt>
                <c:pt idx="1609">
                  <c:v>16490.599999999999</c:v>
                </c:pt>
                <c:pt idx="1610">
                  <c:v>16490.599999999999</c:v>
                </c:pt>
                <c:pt idx="1611">
                  <c:v>16455.2</c:v>
                </c:pt>
                <c:pt idx="1612">
                  <c:v>15856.300000000001</c:v>
                </c:pt>
                <c:pt idx="1613">
                  <c:v>15838.6</c:v>
                </c:pt>
                <c:pt idx="1614">
                  <c:v>15362.199999999999</c:v>
                </c:pt>
                <c:pt idx="1615">
                  <c:v>15350.4</c:v>
                </c:pt>
                <c:pt idx="1616">
                  <c:v>15350.4</c:v>
                </c:pt>
                <c:pt idx="1617">
                  <c:v>15350.4</c:v>
                </c:pt>
                <c:pt idx="1618">
                  <c:v>15332.699999999999</c:v>
                </c:pt>
                <c:pt idx="1619">
                  <c:v>15350.4</c:v>
                </c:pt>
                <c:pt idx="1620">
                  <c:v>14832.7</c:v>
                </c:pt>
                <c:pt idx="1621">
                  <c:v>14820.9</c:v>
                </c:pt>
                <c:pt idx="1622">
                  <c:v>14791.4</c:v>
                </c:pt>
                <c:pt idx="1623">
                  <c:v>14785.5</c:v>
                </c:pt>
                <c:pt idx="1624">
                  <c:v>15142.4</c:v>
                </c:pt>
                <c:pt idx="1625">
                  <c:v>15142.4</c:v>
                </c:pt>
                <c:pt idx="1626">
                  <c:v>15142.4</c:v>
                </c:pt>
                <c:pt idx="1627">
                  <c:v>15142.4</c:v>
                </c:pt>
                <c:pt idx="1628">
                  <c:v>15142.4</c:v>
                </c:pt>
                <c:pt idx="1629">
                  <c:v>15107</c:v>
                </c:pt>
                <c:pt idx="1630">
                  <c:v>15107</c:v>
                </c:pt>
                <c:pt idx="1631">
                  <c:v>15107</c:v>
                </c:pt>
                <c:pt idx="1632">
                  <c:v>15073</c:v>
                </c:pt>
                <c:pt idx="1633">
                  <c:v>15078.9</c:v>
                </c:pt>
                <c:pt idx="1634">
                  <c:v>14555.3</c:v>
                </c:pt>
                <c:pt idx="1635">
                  <c:v>13926.2</c:v>
                </c:pt>
                <c:pt idx="1636">
                  <c:v>13943.9</c:v>
                </c:pt>
                <c:pt idx="1637">
                  <c:v>13943.9</c:v>
                </c:pt>
                <c:pt idx="1638">
                  <c:v>13943.9</c:v>
                </c:pt>
                <c:pt idx="1639">
                  <c:v>13967.5</c:v>
                </c:pt>
                <c:pt idx="1640">
                  <c:v>13949.8</c:v>
                </c:pt>
                <c:pt idx="1641">
                  <c:v>13961.6</c:v>
                </c:pt>
                <c:pt idx="1642">
                  <c:v>13979.3</c:v>
                </c:pt>
                <c:pt idx="1643">
                  <c:v>13991.1</c:v>
                </c:pt>
                <c:pt idx="1644">
                  <c:v>13991.1</c:v>
                </c:pt>
                <c:pt idx="1645">
                  <c:v>13991.1</c:v>
                </c:pt>
                <c:pt idx="1646">
                  <c:v>14002.9</c:v>
                </c:pt>
                <c:pt idx="1647">
                  <c:v>14008.8</c:v>
                </c:pt>
                <c:pt idx="1648">
                  <c:v>14014.7</c:v>
                </c:pt>
                <c:pt idx="1649">
                  <c:v>14014.7</c:v>
                </c:pt>
                <c:pt idx="1650">
                  <c:v>14002.9</c:v>
                </c:pt>
                <c:pt idx="1651">
                  <c:v>14002.9</c:v>
                </c:pt>
                <c:pt idx="1652">
                  <c:v>14002.9</c:v>
                </c:pt>
                <c:pt idx="1653">
                  <c:v>13514.7</c:v>
                </c:pt>
                <c:pt idx="1654">
                  <c:v>13514.7</c:v>
                </c:pt>
                <c:pt idx="1655">
                  <c:v>13520.6</c:v>
                </c:pt>
                <c:pt idx="1656">
                  <c:v>13601.6</c:v>
                </c:pt>
                <c:pt idx="1657">
                  <c:v>13607.5</c:v>
                </c:pt>
                <c:pt idx="1658">
                  <c:v>13607.5</c:v>
                </c:pt>
                <c:pt idx="1659">
                  <c:v>13107.5</c:v>
                </c:pt>
                <c:pt idx="1660">
                  <c:v>13095.7</c:v>
                </c:pt>
                <c:pt idx="1661">
                  <c:v>13116.8</c:v>
                </c:pt>
                <c:pt idx="1662">
                  <c:v>13605</c:v>
                </c:pt>
                <c:pt idx="1663">
                  <c:v>13599.1</c:v>
                </c:pt>
                <c:pt idx="1664">
                  <c:v>13587.3</c:v>
                </c:pt>
                <c:pt idx="1665">
                  <c:v>13587.3</c:v>
                </c:pt>
                <c:pt idx="1666">
                  <c:v>13587.3</c:v>
                </c:pt>
                <c:pt idx="1667">
                  <c:v>13875.5</c:v>
                </c:pt>
                <c:pt idx="1668">
                  <c:v>13851.9</c:v>
                </c:pt>
                <c:pt idx="1669">
                  <c:v>13869.6</c:v>
                </c:pt>
                <c:pt idx="1670">
                  <c:v>13863.7</c:v>
                </c:pt>
                <c:pt idx="1671">
                  <c:v>13851.9</c:v>
                </c:pt>
                <c:pt idx="1672">
                  <c:v>13851.9</c:v>
                </c:pt>
                <c:pt idx="1673">
                  <c:v>13851.9</c:v>
                </c:pt>
                <c:pt idx="1674">
                  <c:v>13851.9</c:v>
                </c:pt>
                <c:pt idx="1675">
                  <c:v>14040.1</c:v>
                </c:pt>
                <c:pt idx="1676">
                  <c:v>13998.8</c:v>
                </c:pt>
                <c:pt idx="1677">
                  <c:v>14481.1</c:v>
                </c:pt>
                <c:pt idx="1678">
                  <c:v>14469.3</c:v>
                </c:pt>
                <c:pt idx="1679">
                  <c:v>14469.3</c:v>
                </c:pt>
                <c:pt idx="1680">
                  <c:v>14469.3</c:v>
                </c:pt>
                <c:pt idx="1681">
                  <c:v>14514.7</c:v>
                </c:pt>
                <c:pt idx="1682">
                  <c:v>14475.9</c:v>
                </c:pt>
                <c:pt idx="1683">
                  <c:v>14475.9</c:v>
                </c:pt>
                <c:pt idx="1684">
                  <c:v>14493.6</c:v>
                </c:pt>
                <c:pt idx="1685">
                  <c:v>14523.1</c:v>
                </c:pt>
                <c:pt idx="1686">
                  <c:v>14523.1</c:v>
                </c:pt>
                <c:pt idx="1687">
                  <c:v>14523.1</c:v>
                </c:pt>
                <c:pt idx="1688">
                  <c:v>14811.3</c:v>
                </c:pt>
                <c:pt idx="1689">
                  <c:v>14712.6</c:v>
                </c:pt>
                <c:pt idx="1690">
                  <c:v>14918.5</c:v>
                </c:pt>
                <c:pt idx="1691">
                  <c:v>14912.6</c:v>
                </c:pt>
                <c:pt idx="1692">
                  <c:v>14849.5</c:v>
                </c:pt>
                <c:pt idx="1693">
                  <c:v>14849.5</c:v>
                </c:pt>
                <c:pt idx="1694">
                  <c:v>14849.5</c:v>
                </c:pt>
                <c:pt idx="1695">
                  <c:v>14843.6</c:v>
                </c:pt>
                <c:pt idx="1696">
                  <c:v>14825.9</c:v>
                </c:pt>
                <c:pt idx="1697">
                  <c:v>14781.2</c:v>
                </c:pt>
                <c:pt idx="1698">
                  <c:v>14781.2</c:v>
                </c:pt>
                <c:pt idx="1699">
                  <c:v>14775.3</c:v>
                </c:pt>
                <c:pt idx="1700">
                  <c:v>14775.3</c:v>
                </c:pt>
                <c:pt idx="1701">
                  <c:v>14775.3</c:v>
                </c:pt>
                <c:pt idx="1702">
                  <c:v>15263.5</c:v>
                </c:pt>
                <c:pt idx="1703">
                  <c:v>15222.2</c:v>
                </c:pt>
                <c:pt idx="1704">
                  <c:v>15222.2</c:v>
                </c:pt>
                <c:pt idx="1705">
                  <c:v>15437.8</c:v>
                </c:pt>
                <c:pt idx="1706">
                  <c:v>15443.7</c:v>
                </c:pt>
                <c:pt idx="1707">
                  <c:v>15443.7</c:v>
                </c:pt>
                <c:pt idx="1708">
                  <c:v>15443.7</c:v>
                </c:pt>
                <c:pt idx="1709">
                  <c:v>15427.6</c:v>
                </c:pt>
                <c:pt idx="1710">
                  <c:v>15439.4</c:v>
                </c:pt>
                <c:pt idx="1711">
                  <c:v>13639.4</c:v>
                </c:pt>
                <c:pt idx="1712">
                  <c:v>13606.5</c:v>
                </c:pt>
                <c:pt idx="1713">
                  <c:v>13594.699999999999</c:v>
                </c:pt>
                <c:pt idx="1714">
                  <c:v>15594.699999999999</c:v>
                </c:pt>
                <c:pt idx="1715">
                  <c:v>15594.699999999999</c:v>
                </c:pt>
                <c:pt idx="1716">
                  <c:v>15563.800000000001</c:v>
                </c:pt>
                <c:pt idx="1717">
                  <c:v>16060.85</c:v>
                </c:pt>
                <c:pt idx="1718">
                  <c:v>15952.85</c:v>
                </c:pt>
                <c:pt idx="1719">
                  <c:v>15958.750000000002</c:v>
                </c:pt>
                <c:pt idx="1720">
                  <c:v>15958.750000000002</c:v>
                </c:pt>
                <c:pt idx="1721">
                  <c:v>15958.750000000002</c:v>
                </c:pt>
                <c:pt idx="1722">
                  <c:v>15955.800000000001</c:v>
                </c:pt>
                <c:pt idx="1723">
                  <c:v>15871.85</c:v>
                </c:pt>
                <c:pt idx="1724">
                  <c:v>15871.85</c:v>
                </c:pt>
                <c:pt idx="1725">
                  <c:v>15871.85</c:v>
                </c:pt>
                <c:pt idx="1726">
                  <c:v>15871.85</c:v>
                </c:pt>
                <c:pt idx="1727">
                  <c:v>15871.85</c:v>
                </c:pt>
                <c:pt idx="1728">
                  <c:v>15844.85</c:v>
                </c:pt>
                <c:pt idx="1729">
                  <c:v>16034.35</c:v>
                </c:pt>
                <c:pt idx="1730">
                  <c:v>16219.6</c:v>
                </c:pt>
                <c:pt idx="1731">
                  <c:v>16225.500000000002</c:v>
                </c:pt>
                <c:pt idx="1732">
                  <c:v>16234.35</c:v>
                </c:pt>
                <c:pt idx="1733">
                  <c:v>16228.449999999999</c:v>
                </c:pt>
                <c:pt idx="1734">
                  <c:v>16228.449999999999</c:v>
                </c:pt>
                <c:pt idx="1735">
                  <c:v>16228.449999999999</c:v>
                </c:pt>
                <c:pt idx="1736">
                  <c:v>16228.449999999999</c:v>
                </c:pt>
                <c:pt idx="1737">
                  <c:v>16228.449999999999</c:v>
                </c:pt>
                <c:pt idx="1738">
                  <c:v>16228.449999999999</c:v>
                </c:pt>
                <c:pt idx="1739">
                  <c:v>16228.449999999999</c:v>
                </c:pt>
                <c:pt idx="1740">
                  <c:v>16228.449999999999</c:v>
                </c:pt>
                <c:pt idx="1741">
                  <c:v>16690.099999999999</c:v>
                </c:pt>
                <c:pt idx="1742">
                  <c:v>16642.899999999998</c:v>
                </c:pt>
                <c:pt idx="1743">
                  <c:v>16642.899999999998</c:v>
                </c:pt>
                <c:pt idx="1744">
                  <c:v>16637.7</c:v>
                </c:pt>
                <c:pt idx="1745">
                  <c:v>16631.8</c:v>
                </c:pt>
                <c:pt idx="1746">
                  <c:v>16931.8</c:v>
                </c:pt>
                <c:pt idx="1747">
                  <c:v>16872.8</c:v>
                </c:pt>
                <c:pt idx="1748">
                  <c:v>16861</c:v>
                </c:pt>
                <c:pt idx="1749">
                  <c:v>16861</c:v>
                </c:pt>
                <c:pt idx="1750">
                  <c:v>16861</c:v>
                </c:pt>
                <c:pt idx="1751">
                  <c:v>16869.55</c:v>
                </c:pt>
                <c:pt idx="1752">
                  <c:v>16510.55</c:v>
                </c:pt>
                <c:pt idx="1753">
                  <c:v>16463.349999999999</c:v>
                </c:pt>
                <c:pt idx="1754">
                  <c:v>16433.849999999999</c:v>
                </c:pt>
                <c:pt idx="1755">
                  <c:v>16430.900000000001</c:v>
                </c:pt>
                <c:pt idx="1756">
                  <c:v>16430.900000000001</c:v>
                </c:pt>
                <c:pt idx="1757">
                  <c:v>16430.900000000001</c:v>
                </c:pt>
                <c:pt idx="1758">
                  <c:v>16166.3</c:v>
                </c:pt>
                <c:pt idx="1759">
                  <c:v>16189.900000000001</c:v>
                </c:pt>
                <c:pt idx="1760">
                  <c:v>16243</c:v>
                </c:pt>
                <c:pt idx="1761">
                  <c:v>16204.650000000001</c:v>
                </c:pt>
                <c:pt idx="1762">
                  <c:v>16231.2</c:v>
                </c:pt>
                <c:pt idx="1763">
                  <c:v>16231.2</c:v>
                </c:pt>
                <c:pt idx="1764">
                  <c:v>16231.2</c:v>
                </c:pt>
                <c:pt idx="1765">
                  <c:v>16235.900000000001</c:v>
                </c:pt>
                <c:pt idx="1766">
                  <c:v>16179.849999999999</c:v>
                </c:pt>
                <c:pt idx="1767">
                  <c:v>16117.900000000001</c:v>
                </c:pt>
                <c:pt idx="1768">
                  <c:v>16047.099999999999</c:v>
                </c:pt>
                <c:pt idx="1769">
                  <c:v>15985.150000000001</c:v>
                </c:pt>
                <c:pt idx="1770">
                  <c:v>15985.150000000001</c:v>
                </c:pt>
                <c:pt idx="1771">
                  <c:v>15985.150000000001</c:v>
                </c:pt>
                <c:pt idx="1772">
                  <c:v>16053.900000000001</c:v>
                </c:pt>
                <c:pt idx="1773">
                  <c:v>16010.55</c:v>
                </c:pt>
                <c:pt idx="1774">
                  <c:v>16122.650000000001</c:v>
                </c:pt>
                <c:pt idx="1775">
                  <c:v>16187.55</c:v>
                </c:pt>
                <c:pt idx="1776">
                  <c:v>16246.55</c:v>
                </c:pt>
                <c:pt idx="1777">
                  <c:v>16246.55</c:v>
                </c:pt>
                <c:pt idx="1778">
                  <c:v>16246.55</c:v>
                </c:pt>
                <c:pt idx="1779">
                  <c:v>16201.150000000001</c:v>
                </c:pt>
                <c:pt idx="1780">
                  <c:v>16210</c:v>
                </c:pt>
                <c:pt idx="1781">
                  <c:v>16263.099999999999</c:v>
                </c:pt>
                <c:pt idx="1782">
                  <c:v>16021.8</c:v>
                </c:pt>
                <c:pt idx="1783">
                  <c:v>16042.45</c:v>
                </c:pt>
                <c:pt idx="1784">
                  <c:v>16042.45</c:v>
                </c:pt>
                <c:pt idx="1785">
                  <c:v>16042.45</c:v>
                </c:pt>
                <c:pt idx="1786">
                  <c:v>15898.5</c:v>
                </c:pt>
                <c:pt idx="1787">
                  <c:v>15878.599999999999</c:v>
                </c:pt>
                <c:pt idx="1788">
                  <c:v>15905.150000000001</c:v>
                </c:pt>
                <c:pt idx="1789">
                  <c:v>15902.2</c:v>
                </c:pt>
                <c:pt idx="1790">
                  <c:v>15934.650000000001</c:v>
                </c:pt>
                <c:pt idx="1791">
                  <c:v>15934.650000000001</c:v>
                </c:pt>
                <c:pt idx="1792">
                  <c:v>15934.650000000001</c:v>
                </c:pt>
                <c:pt idx="1793">
                  <c:v>15845.25</c:v>
                </c:pt>
                <c:pt idx="1794">
                  <c:v>15683.05</c:v>
                </c:pt>
                <c:pt idx="1795">
                  <c:v>15456.5</c:v>
                </c:pt>
                <c:pt idx="1796">
                  <c:v>15427</c:v>
                </c:pt>
                <c:pt idx="1797">
                  <c:v>15444.7</c:v>
                </c:pt>
                <c:pt idx="1798">
                  <c:v>15444.7</c:v>
                </c:pt>
                <c:pt idx="1799">
                  <c:v>15444.7</c:v>
                </c:pt>
                <c:pt idx="1800">
                  <c:v>15471.25</c:v>
                </c:pt>
                <c:pt idx="1801">
                  <c:v>14827</c:v>
                </c:pt>
                <c:pt idx="1802">
                  <c:v>14797.5</c:v>
                </c:pt>
                <c:pt idx="1803">
                  <c:v>14752.8</c:v>
                </c:pt>
                <c:pt idx="1804">
                  <c:v>14764.6</c:v>
                </c:pt>
                <c:pt idx="1805">
                  <c:v>14764.6</c:v>
                </c:pt>
                <c:pt idx="1806">
                  <c:v>14764.6</c:v>
                </c:pt>
                <c:pt idx="1807">
                  <c:v>14752.8</c:v>
                </c:pt>
                <c:pt idx="1808">
                  <c:v>14741</c:v>
                </c:pt>
                <c:pt idx="1809">
                  <c:v>14758.7</c:v>
                </c:pt>
                <c:pt idx="1810">
                  <c:v>14662.5</c:v>
                </c:pt>
                <c:pt idx="1811">
                  <c:v>14674.3</c:v>
                </c:pt>
                <c:pt idx="1812">
                  <c:v>14674.3</c:v>
                </c:pt>
                <c:pt idx="1813">
                  <c:v>14674.3</c:v>
                </c:pt>
                <c:pt idx="1814">
                  <c:v>14800</c:v>
                </c:pt>
                <c:pt idx="1815">
                  <c:v>14811.8</c:v>
                </c:pt>
                <c:pt idx="1816">
                  <c:v>14329.5</c:v>
                </c:pt>
                <c:pt idx="1817">
                  <c:v>14374.2</c:v>
                </c:pt>
                <c:pt idx="1818">
                  <c:v>14386</c:v>
                </c:pt>
                <c:pt idx="1819">
                  <c:v>14386</c:v>
                </c:pt>
                <c:pt idx="1820">
                  <c:v>14386</c:v>
                </c:pt>
                <c:pt idx="1821">
                  <c:v>14415.5</c:v>
                </c:pt>
                <c:pt idx="1822">
                  <c:v>14421.4</c:v>
                </c:pt>
                <c:pt idx="1823">
                  <c:v>14421.4</c:v>
                </c:pt>
                <c:pt idx="1824">
                  <c:v>14421.4</c:v>
                </c:pt>
                <c:pt idx="1825">
                  <c:v>14391.9</c:v>
                </c:pt>
                <c:pt idx="1826">
                  <c:v>14391.9</c:v>
                </c:pt>
                <c:pt idx="1827">
                  <c:v>14391.9</c:v>
                </c:pt>
                <c:pt idx="1828">
                  <c:v>14397.8</c:v>
                </c:pt>
                <c:pt idx="1829">
                  <c:v>14477.4</c:v>
                </c:pt>
                <c:pt idx="1830">
                  <c:v>14465.6</c:v>
                </c:pt>
                <c:pt idx="1831">
                  <c:v>13959.7</c:v>
                </c:pt>
                <c:pt idx="1832">
                  <c:v>13459.7</c:v>
                </c:pt>
                <c:pt idx="1833">
                  <c:v>13459.7</c:v>
                </c:pt>
                <c:pt idx="1834">
                  <c:v>13477.4</c:v>
                </c:pt>
                <c:pt idx="1835">
                  <c:v>13477.4</c:v>
                </c:pt>
                <c:pt idx="1836">
                  <c:v>13462.65</c:v>
                </c:pt>
                <c:pt idx="1837">
                  <c:v>13450.4</c:v>
                </c:pt>
                <c:pt idx="1838">
                  <c:v>13456.3</c:v>
                </c:pt>
                <c:pt idx="1839">
                  <c:v>13456.3</c:v>
                </c:pt>
                <c:pt idx="1840">
                  <c:v>13456.3</c:v>
                </c:pt>
                <c:pt idx="1841">
                  <c:v>13468.1</c:v>
                </c:pt>
                <c:pt idx="1842">
                  <c:v>13485.8</c:v>
                </c:pt>
                <c:pt idx="1843">
                  <c:v>13464.7</c:v>
                </c:pt>
                <c:pt idx="1844">
                  <c:v>13470.6</c:v>
                </c:pt>
                <c:pt idx="1845">
                  <c:v>13470.6</c:v>
                </c:pt>
                <c:pt idx="1846">
                  <c:v>13470.6</c:v>
                </c:pt>
                <c:pt idx="1847">
                  <c:v>13470.6</c:v>
                </c:pt>
                <c:pt idx="1848">
                  <c:v>13470.6</c:v>
                </c:pt>
                <c:pt idx="1849">
                  <c:v>13447</c:v>
                </c:pt>
                <c:pt idx="1850">
                  <c:v>13447</c:v>
                </c:pt>
                <c:pt idx="1851">
                  <c:v>13562</c:v>
                </c:pt>
                <c:pt idx="1852">
                  <c:v>13544.3</c:v>
                </c:pt>
                <c:pt idx="1853">
                  <c:v>13544.3</c:v>
                </c:pt>
                <c:pt idx="1854">
                  <c:v>13544.3</c:v>
                </c:pt>
                <c:pt idx="1855">
                  <c:v>13544.3</c:v>
                </c:pt>
                <c:pt idx="1856">
                  <c:v>13544.3</c:v>
                </c:pt>
                <c:pt idx="1857">
                  <c:v>13544.3</c:v>
                </c:pt>
                <c:pt idx="1858">
                  <c:v>13544.3</c:v>
                </c:pt>
                <c:pt idx="1859">
                  <c:v>13544.3</c:v>
                </c:pt>
                <c:pt idx="1860">
                  <c:v>13544.3</c:v>
                </c:pt>
                <c:pt idx="1861">
                  <c:v>13544.3</c:v>
                </c:pt>
                <c:pt idx="1862">
                  <c:v>13544.3</c:v>
                </c:pt>
                <c:pt idx="1863">
                  <c:v>13544.3</c:v>
                </c:pt>
                <c:pt idx="1864">
                  <c:v>13532.5</c:v>
                </c:pt>
                <c:pt idx="1865">
                  <c:v>13526.6</c:v>
                </c:pt>
                <c:pt idx="1866">
                  <c:v>14023.65</c:v>
                </c:pt>
                <c:pt idx="1867">
                  <c:v>14023.65</c:v>
                </c:pt>
                <c:pt idx="1868">
                  <c:v>14023.65</c:v>
                </c:pt>
                <c:pt idx="1869">
                  <c:v>14014.8</c:v>
                </c:pt>
                <c:pt idx="1870">
                  <c:v>14008.9</c:v>
                </c:pt>
                <c:pt idx="1871">
                  <c:v>13899.8</c:v>
                </c:pt>
                <c:pt idx="1872">
                  <c:v>13911.6</c:v>
                </c:pt>
                <c:pt idx="1873">
                  <c:v>13923.4</c:v>
                </c:pt>
                <c:pt idx="1874">
                  <c:v>14423.4</c:v>
                </c:pt>
                <c:pt idx="1875">
                  <c:v>14423.4</c:v>
                </c:pt>
                <c:pt idx="1876">
                  <c:v>14458.8</c:v>
                </c:pt>
                <c:pt idx="1877">
                  <c:v>14422.5</c:v>
                </c:pt>
                <c:pt idx="1878">
                  <c:v>14410.7</c:v>
                </c:pt>
                <c:pt idx="1879">
                  <c:v>14434.3</c:v>
                </c:pt>
                <c:pt idx="1880">
                  <c:v>14452</c:v>
                </c:pt>
                <c:pt idx="1881">
                  <c:v>14452</c:v>
                </c:pt>
                <c:pt idx="1882">
                  <c:v>14452</c:v>
                </c:pt>
                <c:pt idx="1883">
                  <c:v>14481.5</c:v>
                </c:pt>
                <c:pt idx="1884">
                  <c:v>14466.75</c:v>
                </c:pt>
                <c:pt idx="1885">
                  <c:v>14472.65</c:v>
                </c:pt>
                <c:pt idx="1886">
                  <c:v>14469.7</c:v>
                </c:pt>
                <c:pt idx="1887">
                  <c:v>14452</c:v>
                </c:pt>
                <c:pt idx="1888">
                  <c:v>14952</c:v>
                </c:pt>
                <c:pt idx="1889">
                  <c:v>14952</c:v>
                </c:pt>
                <c:pt idx="1890">
                  <c:v>14963.8</c:v>
                </c:pt>
                <c:pt idx="1891">
                  <c:v>14957.9</c:v>
                </c:pt>
                <c:pt idx="1892">
                  <c:v>14957.9</c:v>
                </c:pt>
                <c:pt idx="1893">
                  <c:v>14938.9</c:v>
                </c:pt>
                <c:pt idx="1894">
                  <c:v>14947.75</c:v>
                </c:pt>
                <c:pt idx="1895">
                  <c:v>14947.75</c:v>
                </c:pt>
                <c:pt idx="1896">
                  <c:v>14920.75</c:v>
                </c:pt>
                <c:pt idx="1897">
                  <c:v>14941.4</c:v>
                </c:pt>
                <c:pt idx="1898">
                  <c:v>14953.2</c:v>
                </c:pt>
                <c:pt idx="1899">
                  <c:v>14956.15</c:v>
                </c:pt>
                <c:pt idx="1900">
                  <c:v>15462.05</c:v>
                </c:pt>
                <c:pt idx="1901">
                  <c:v>15543.05</c:v>
                </c:pt>
                <c:pt idx="1902">
                  <c:v>15543.05</c:v>
                </c:pt>
                <c:pt idx="1903">
                  <c:v>15543.05</c:v>
                </c:pt>
                <c:pt idx="1904">
                  <c:v>15551.900000000001</c:v>
                </c:pt>
                <c:pt idx="1905">
                  <c:v>15522.400000000001</c:v>
                </c:pt>
                <c:pt idx="1906">
                  <c:v>15528.75</c:v>
                </c:pt>
                <c:pt idx="1907">
                  <c:v>15499.25</c:v>
                </c:pt>
                <c:pt idx="1908">
                  <c:v>15517.400000000001</c:v>
                </c:pt>
                <c:pt idx="1909">
                  <c:v>15517.400000000001</c:v>
                </c:pt>
                <c:pt idx="1910">
                  <c:v>15517.400000000001</c:v>
                </c:pt>
                <c:pt idx="1911">
                  <c:v>15532.150000000001</c:v>
                </c:pt>
                <c:pt idx="1912">
                  <c:v>15546.900000000001</c:v>
                </c:pt>
                <c:pt idx="1913">
                  <c:v>15555.75</c:v>
                </c:pt>
                <c:pt idx="1914">
                  <c:v>15628.75</c:v>
                </c:pt>
                <c:pt idx="1915">
                  <c:v>15643.5</c:v>
                </c:pt>
                <c:pt idx="1916">
                  <c:v>16192.45</c:v>
                </c:pt>
                <c:pt idx="1917">
                  <c:v>16192.45</c:v>
                </c:pt>
                <c:pt idx="1918">
                  <c:v>16192.45</c:v>
                </c:pt>
                <c:pt idx="1919">
                  <c:v>16192.45</c:v>
                </c:pt>
                <c:pt idx="1920">
                  <c:v>16192.45</c:v>
                </c:pt>
                <c:pt idx="1921">
                  <c:v>16186.55</c:v>
                </c:pt>
                <c:pt idx="1922">
                  <c:v>16234.650000000001</c:v>
                </c:pt>
                <c:pt idx="1923">
                  <c:v>16234.650000000001</c:v>
                </c:pt>
                <c:pt idx="1924">
                  <c:v>16234.650000000001</c:v>
                </c:pt>
                <c:pt idx="1925">
                  <c:v>16237.599999999999</c:v>
                </c:pt>
                <c:pt idx="1926">
                  <c:v>16205.150000000001</c:v>
                </c:pt>
                <c:pt idx="1927">
                  <c:v>16199.25</c:v>
                </c:pt>
                <c:pt idx="1928">
                  <c:v>16136.150000000001</c:v>
                </c:pt>
                <c:pt idx="1929">
                  <c:v>16130.25</c:v>
                </c:pt>
                <c:pt idx="1930">
                  <c:v>16130.25</c:v>
                </c:pt>
                <c:pt idx="1931">
                  <c:v>16130.25</c:v>
                </c:pt>
                <c:pt idx="1932">
                  <c:v>16145</c:v>
                </c:pt>
                <c:pt idx="1933">
                  <c:v>15153.849999999999</c:v>
                </c:pt>
                <c:pt idx="1934">
                  <c:v>15165.650000000001</c:v>
                </c:pt>
                <c:pt idx="1935">
                  <c:v>15159.75</c:v>
                </c:pt>
                <c:pt idx="1936">
                  <c:v>14639.1</c:v>
                </c:pt>
                <c:pt idx="1937">
                  <c:v>14639.1</c:v>
                </c:pt>
                <c:pt idx="1938">
                  <c:v>14639.1</c:v>
                </c:pt>
                <c:pt idx="1939">
                  <c:v>14636.15</c:v>
                </c:pt>
                <c:pt idx="1940">
                  <c:v>14633.2</c:v>
                </c:pt>
                <c:pt idx="1941">
                  <c:v>14612.55</c:v>
                </c:pt>
                <c:pt idx="1942">
                  <c:v>14594.85</c:v>
                </c:pt>
                <c:pt idx="1943">
                  <c:v>14603.7</c:v>
                </c:pt>
                <c:pt idx="1944">
                  <c:v>14630.7</c:v>
                </c:pt>
                <c:pt idx="1945">
                  <c:v>14630.7</c:v>
                </c:pt>
                <c:pt idx="1946">
                  <c:v>14630.7</c:v>
                </c:pt>
                <c:pt idx="1947">
                  <c:v>14621.85</c:v>
                </c:pt>
                <c:pt idx="1948">
                  <c:v>14104.15</c:v>
                </c:pt>
                <c:pt idx="1949">
                  <c:v>14078.2</c:v>
                </c:pt>
                <c:pt idx="1950">
                  <c:v>14087.05</c:v>
                </c:pt>
                <c:pt idx="1951">
                  <c:v>14087.05</c:v>
                </c:pt>
                <c:pt idx="1952">
                  <c:v>14087.05</c:v>
                </c:pt>
                <c:pt idx="1953">
                  <c:v>14095.9</c:v>
                </c:pt>
                <c:pt idx="1954">
                  <c:v>14098.85</c:v>
                </c:pt>
                <c:pt idx="1955">
                  <c:v>14101.8</c:v>
                </c:pt>
                <c:pt idx="1956">
                  <c:v>14113.6</c:v>
                </c:pt>
                <c:pt idx="1957">
                  <c:v>13925.4</c:v>
                </c:pt>
                <c:pt idx="1958">
                  <c:v>13925.4</c:v>
                </c:pt>
                <c:pt idx="1959">
                  <c:v>13925.4</c:v>
                </c:pt>
                <c:pt idx="1960">
                  <c:v>13940.15</c:v>
                </c:pt>
                <c:pt idx="1961">
                  <c:v>13805.35</c:v>
                </c:pt>
                <c:pt idx="1962">
                  <c:v>13820.1</c:v>
                </c:pt>
                <c:pt idx="1963">
                  <c:v>13793.55</c:v>
                </c:pt>
                <c:pt idx="1964">
                  <c:v>13502.4</c:v>
                </c:pt>
                <c:pt idx="1965">
                  <c:v>13502.4</c:v>
                </c:pt>
                <c:pt idx="1966">
                  <c:v>13502.4</c:v>
                </c:pt>
                <c:pt idx="1967">
                  <c:v>13505.35</c:v>
                </c:pt>
                <c:pt idx="1968">
                  <c:v>13517.15</c:v>
                </c:pt>
                <c:pt idx="1969">
                  <c:v>13523.05</c:v>
                </c:pt>
                <c:pt idx="1970">
                  <c:v>13514.2</c:v>
                </c:pt>
                <c:pt idx="1971">
                  <c:v>13314.2</c:v>
                </c:pt>
                <c:pt idx="1972">
                  <c:v>13287.2</c:v>
                </c:pt>
                <c:pt idx="1973">
                  <c:v>13287.2</c:v>
                </c:pt>
                <c:pt idx="1974">
                  <c:v>13293.1</c:v>
                </c:pt>
                <c:pt idx="1975">
                  <c:v>12993.1</c:v>
                </c:pt>
                <c:pt idx="1976">
                  <c:v>12990.15</c:v>
                </c:pt>
                <c:pt idx="1977">
                  <c:v>12793.1</c:v>
                </c:pt>
                <c:pt idx="1978">
                  <c:v>12796.05</c:v>
                </c:pt>
                <c:pt idx="1979">
                  <c:v>12796.05</c:v>
                </c:pt>
                <c:pt idx="1980">
                  <c:v>12796.05</c:v>
                </c:pt>
                <c:pt idx="1981">
                  <c:v>12796.05</c:v>
                </c:pt>
                <c:pt idx="1982">
                  <c:v>12796.05</c:v>
                </c:pt>
                <c:pt idx="1983">
                  <c:v>12769.05</c:v>
                </c:pt>
                <c:pt idx="1984">
                  <c:v>12757.85</c:v>
                </c:pt>
                <c:pt idx="1985">
                  <c:v>12454.9</c:v>
                </c:pt>
                <c:pt idx="1986">
                  <c:v>12454.9</c:v>
                </c:pt>
                <c:pt idx="1987">
                  <c:v>12454.9</c:v>
                </c:pt>
                <c:pt idx="1988">
                  <c:v>12463.75</c:v>
                </c:pt>
                <c:pt idx="1989">
                  <c:v>12469.65</c:v>
                </c:pt>
                <c:pt idx="1990">
                  <c:v>12478.5</c:v>
                </c:pt>
                <c:pt idx="1991">
                  <c:v>12478.5</c:v>
                </c:pt>
                <c:pt idx="1992">
                  <c:v>12293.25</c:v>
                </c:pt>
                <c:pt idx="1993">
                  <c:v>12293.25</c:v>
                </c:pt>
                <c:pt idx="1994">
                  <c:v>12293.25</c:v>
                </c:pt>
                <c:pt idx="1995">
                  <c:v>12296.2</c:v>
                </c:pt>
                <c:pt idx="1996">
                  <c:v>12329.1</c:v>
                </c:pt>
                <c:pt idx="1997">
                  <c:v>12335</c:v>
                </c:pt>
                <c:pt idx="1998">
                  <c:v>12352.1</c:v>
                </c:pt>
                <c:pt idx="1999">
                  <c:v>12049.15</c:v>
                </c:pt>
                <c:pt idx="2000">
                  <c:v>12049.15</c:v>
                </c:pt>
                <c:pt idx="2001">
                  <c:v>12049.15</c:v>
                </c:pt>
                <c:pt idx="2002">
                  <c:v>12037.35</c:v>
                </c:pt>
                <c:pt idx="2003">
                  <c:v>12013.75</c:v>
                </c:pt>
                <c:pt idx="2004">
                  <c:v>12040.75</c:v>
                </c:pt>
                <c:pt idx="2005">
                  <c:v>12028.95</c:v>
                </c:pt>
                <c:pt idx="2006">
                  <c:v>12037.8</c:v>
                </c:pt>
                <c:pt idx="2007">
                  <c:v>12064.8</c:v>
                </c:pt>
                <c:pt idx="2008">
                  <c:v>12064.8</c:v>
                </c:pt>
                <c:pt idx="2009">
                  <c:v>12053</c:v>
                </c:pt>
                <c:pt idx="2010">
                  <c:v>12038.25</c:v>
                </c:pt>
                <c:pt idx="2011">
                  <c:v>12038.25</c:v>
                </c:pt>
                <c:pt idx="2012">
                  <c:v>12029.4</c:v>
                </c:pt>
                <c:pt idx="2013">
                  <c:v>12029.4</c:v>
                </c:pt>
                <c:pt idx="2014">
                  <c:v>12029.4</c:v>
                </c:pt>
                <c:pt idx="2015">
                  <c:v>12029.4</c:v>
                </c:pt>
                <c:pt idx="2016">
                  <c:v>12008.75</c:v>
                </c:pt>
                <c:pt idx="2017">
                  <c:v>12040.6</c:v>
                </c:pt>
                <c:pt idx="2018">
                  <c:v>12040.6</c:v>
                </c:pt>
                <c:pt idx="2019">
                  <c:v>12046.5</c:v>
                </c:pt>
                <c:pt idx="2020">
                  <c:v>12028.8</c:v>
                </c:pt>
                <c:pt idx="2021">
                  <c:v>12028.8</c:v>
                </c:pt>
                <c:pt idx="2022">
                  <c:v>12028.8</c:v>
                </c:pt>
                <c:pt idx="2023">
                  <c:v>12025.85</c:v>
                </c:pt>
                <c:pt idx="2024">
                  <c:v>12008.15</c:v>
                </c:pt>
                <c:pt idx="2025">
                  <c:v>12020.4</c:v>
                </c:pt>
                <c:pt idx="2026">
                  <c:v>12301.2</c:v>
                </c:pt>
                <c:pt idx="2027">
                  <c:v>12304.15</c:v>
                </c:pt>
                <c:pt idx="2028">
                  <c:v>12331.15</c:v>
                </c:pt>
                <c:pt idx="2029">
                  <c:v>12331.15</c:v>
                </c:pt>
                <c:pt idx="2030">
                  <c:v>12328.2</c:v>
                </c:pt>
                <c:pt idx="2031">
                  <c:v>12298.7</c:v>
                </c:pt>
                <c:pt idx="2032">
                  <c:v>12281</c:v>
                </c:pt>
                <c:pt idx="2033">
                  <c:v>12281</c:v>
                </c:pt>
                <c:pt idx="2034">
                  <c:v>12275.1</c:v>
                </c:pt>
                <c:pt idx="2035">
                  <c:v>12275.1</c:v>
                </c:pt>
                <c:pt idx="2036">
                  <c:v>12275.1</c:v>
                </c:pt>
                <c:pt idx="2037">
                  <c:v>12263.3</c:v>
                </c:pt>
                <c:pt idx="2038">
                  <c:v>12236.3</c:v>
                </c:pt>
                <c:pt idx="2039">
                  <c:v>12239.25</c:v>
                </c:pt>
                <c:pt idx="2040">
                  <c:v>12220.5</c:v>
                </c:pt>
                <c:pt idx="2041">
                  <c:v>12251.75</c:v>
                </c:pt>
                <c:pt idx="2042">
                  <c:v>12251.75</c:v>
                </c:pt>
                <c:pt idx="2043">
                  <c:v>12251.75</c:v>
                </c:pt>
                <c:pt idx="2044">
                  <c:v>12284.2</c:v>
                </c:pt>
                <c:pt idx="2045">
                  <c:v>12284.2</c:v>
                </c:pt>
                <c:pt idx="2046">
                  <c:v>12513.7</c:v>
                </c:pt>
                <c:pt idx="2047">
                  <c:v>12484.2</c:v>
                </c:pt>
                <c:pt idx="2048">
                  <c:v>12496</c:v>
                </c:pt>
                <c:pt idx="2049">
                  <c:v>12496</c:v>
                </c:pt>
                <c:pt idx="2050">
                  <c:v>12496</c:v>
                </c:pt>
                <c:pt idx="2051">
                  <c:v>12510.75</c:v>
                </c:pt>
                <c:pt idx="2052">
                  <c:v>12489.65</c:v>
                </c:pt>
                <c:pt idx="2053">
                  <c:v>12439.05</c:v>
                </c:pt>
                <c:pt idx="2054">
                  <c:v>12517.5</c:v>
                </c:pt>
                <c:pt idx="2055">
                  <c:v>12499.8</c:v>
                </c:pt>
                <c:pt idx="2056">
                  <c:v>12499.8</c:v>
                </c:pt>
                <c:pt idx="2057">
                  <c:v>12499.8</c:v>
                </c:pt>
                <c:pt idx="2058">
                  <c:v>12508.65</c:v>
                </c:pt>
                <c:pt idx="2059">
                  <c:v>12499.8</c:v>
                </c:pt>
                <c:pt idx="2060">
                  <c:v>12493.9</c:v>
                </c:pt>
                <c:pt idx="2061">
                  <c:v>12493.9</c:v>
                </c:pt>
                <c:pt idx="2062">
                  <c:v>12461</c:v>
                </c:pt>
                <c:pt idx="2063">
                  <c:v>12461</c:v>
                </c:pt>
                <c:pt idx="2064">
                  <c:v>12461</c:v>
                </c:pt>
                <c:pt idx="2065">
                  <c:v>12449.2</c:v>
                </c:pt>
                <c:pt idx="2066">
                  <c:v>12419.7</c:v>
                </c:pt>
                <c:pt idx="2067">
                  <c:v>12419.7</c:v>
                </c:pt>
                <c:pt idx="2068">
                  <c:v>12419.7</c:v>
                </c:pt>
                <c:pt idx="2069">
                  <c:v>12419.7</c:v>
                </c:pt>
                <c:pt idx="2070">
                  <c:v>12419.7</c:v>
                </c:pt>
                <c:pt idx="2071">
                  <c:v>12419.7</c:v>
                </c:pt>
                <c:pt idx="2072">
                  <c:v>12407.9</c:v>
                </c:pt>
                <c:pt idx="2073">
                  <c:v>12411.1</c:v>
                </c:pt>
                <c:pt idx="2074">
                  <c:v>12193.4</c:v>
                </c:pt>
                <c:pt idx="2075">
                  <c:v>12175.7</c:v>
                </c:pt>
                <c:pt idx="2076">
                  <c:v>12172.75</c:v>
                </c:pt>
                <c:pt idx="2077">
                  <c:v>12172.75</c:v>
                </c:pt>
                <c:pt idx="2078">
                  <c:v>12172.75</c:v>
                </c:pt>
                <c:pt idx="2079">
                  <c:v>12172.75</c:v>
                </c:pt>
                <c:pt idx="2080">
                  <c:v>12178.65</c:v>
                </c:pt>
                <c:pt idx="2081">
                  <c:v>12160.95</c:v>
                </c:pt>
                <c:pt idx="2082">
                  <c:v>12037.35</c:v>
                </c:pt>
                <c:pt idx="2083">
                  <c:v>11819.65</c:v>
                </c:pt>
                <c:pt idx="2084">
                  <c:v>11819.65</c:v>
                </c:pt>
                <c:pt idx="2085">
                  <c:v>11819.65</c:v>
                </c:pt>
                <c:pt idx="2086">
                  <c:v>11807.85</c:v>
                </c:pt>
                <c:pt idx="2087">
                  <c:v>11934.65</c:v>
                </c:pt>
                <c:pt idx="2088">
                  <c:v>11737.6</c:v>
                </c:pt>
                <c:pt idx="2089">
                  <c:v>11714</c:v>
                </c:pt>
                <c:pt idx="2090">
                  <c:v>11731.7</c:v>
                </c:pt>
                <c:pt idx="2091">
                  <c:v>11731.7</c:v>
                </c:pt>
                <c:pt idx="2092">
                  <c:v>11731.7</c:v>
                </c:pt>
                <c:pt idx="2093">
                  <c:v>11743.5</c:v>
                </c:pt>
                <c:pt idx="2094">
                  <c:v>11767.1</c:v>
                </c:pt>
                <c:pt idx="2095">
                  <c:v>11470.05</c:v>
                </c:pt>
                <c:pt idx="2096">
                  <c:v>11452.35</c:v>
                </c:pt>
                <c:pt idx="2097">
                  <c:v>11500</c:v>
                </c:pt>
                <c:pt idx="2098">
                  <c:v>11500</c:v>
                </c:pt>
                <c:pt idx="2099">
                  <c:v>11500</c:v>
                </c:pt>
                <c:pt idx="2100">
                  <c:v>11500</c:v>
                </c:pt>
                <c:pt idx="2101">
                  <c:v>11500</c:v>
                </c:pt>
                <c:pt idx="2102">
                  <c:v>11500</c:v>
                </c:pt>
                <c:pt idx="2103">
                  <c:v>11500</c:v>
                </c:pt>
                <c:pt idx="2104">
                  <c:v>11500</c:v>
                </c:pt>
                <c:pt idx="2105">
                  <c:v>11488.2</c:v>
                </c:pt>
                <c:pt idx="2106">
                  <c:v>11470.5</c:v>
                </c:pt>
                <c:pt idx="2107">
                  <c:v>11207.65</c:v>
                </c:pt>
                <c:pt idx="2108">
                  <c:v>11234.65</c:v>
                </c:pt>
                <c:pt idx="2109">
                  <c:v>11237.6</c:v>
                </c:pt>
                <c:pt idx="2110">
                  <c:v>11049.4</c:v>
                </c:pt>
                <c:pt idx="2111">
                  <c:v>10946.45</c:v>
                </c:pt>
                <c:pt idx="2112">
                  <c:v>10973.45</c:v>
                </c:pt>
                <c:pt idx="2113">
                  <c:v>10973.45</c:v>
                </c:pt>
                <c:pt idx="2114">
                  <c:v>10994.1</c:v>
                </c:pt>
                <c:pt idx="2115">
                  <c:v>10782.3</c:v>
                </c:pt>
                <c:pt idx="2116">
                  <c:v>10791.15</c:v>
                </c:pt>
                <c:pt idx="2117">
                  <c:v>10674.9</c:v>
                </c:pt>
                <c:pt idx="2118">
                  <c:v>10739.8</c:v>
                </c:pt>
                <c:pt idx="2119">
                  <c:v>10739.8</c:v>
                </c:pt>
                <c:pt idx="2120">
                  <c:v>10739.8</c:v>
                </c:pt>
                <c:pt idx="2121">
                  <c:v>10778.15</c:v>
                </c:pt>
                <c:pt idx="2122">
                  <c:v>10757.5</c:v>
                </c:pt>
                <c:pt idx="2123">
                  <c:v>10722.1</c:v>
                </c:pt>
                <c:pt idx="2124">
                  <c:v>10552.05</c:v>
                </c:pt>
                <c:pt idx="2125">
                  <c:v>10455</c:v>
                </c:pt>
                <c:pt idx="2126">
                  <c:v>10455</c:v>
                </c:pt>
                <c:pt idx="2127">
                  <c:v>10455</c:v>
                </c:pt>
                <c:pt idx="2128">
                  <c:v>10431.4</c:v>
                </c:pt>
                <c:pt idx="2129">
                  <c:v>10535.2</c:v>
                </c:pt>
                <c:pt idx="2130">
                  <c:v>10452.9</c:v>
                </c:pt>
                <c:pt idx="2131">
                  <c:v>10485.8</c:v>
                </c:pt>
                <c:pt idx="2132">
                  <c:v>10479.9</c:v>
                </c:pt>
                <c:pt idx="2133">
                  <c:v>10479.9</c:v>
                </c:pt>
                <c:pt idx="2134">
                  <c:v>10479.9</c:v>
                </c:pt>
                <c:pt idx="2135">
                  <c:v>10471.049999999999</c:v>
                </c:pt>
                <c:pt idx="2136">
                  <c:v>10479.9</c:v>
                </c:pt>
                <c:pt idx="2137">
                  <c:v>10279.9</c:v>
                </c:pt>
                <c:pt idx="2138">
                  <c:v>10435.6</c:v>
                </c:pt>
                <c:pt idx="2139">
                  <c:v>10376.9</c:v>
                </c:pt>
                <c:pt idx="2140">
                  <c:v>10376.9</c:v>
                </c:pt>
                <c:pt idx="2141">
                  <c:v>10376.9</c:v>
                </c:pt>
                <c:pt idx="2142">
                  <c:v>10371</c:v>
                </c:pt>
                <c:pt idx="2143">
                  <c:v>10373.950000000001</c:v>
                </c:pt>
                <c:pt idx="2144">
                  <c:v>10391.65</c:v>
                </c:pt>
                <c:pt idx="2145">
                  <c:v>10385.75</c:v>
                </c:pt>
                <c:pt idx="2146">
                  <c:v>10209.35</c:v>
                </c:pt>
                <c:pt idx="2147">
                  <c:v>10209.35</c:v>
                </c:pt>
                <c:pt idx="2148">
                  <c:v>10209.35</c:v>
                </c:pt>
                <c:pt idx="2149">
                  <c:v>10221.15</c:v>
                </c:pt>
                <c:pt idx="2150">
                  <c:v>10241.200000000001</c:v>
                </c:pt>
                <c:pt idx="2151">
                  <c:v>10253</c:v>
                </c:pt>
                <c:pt idx="2152">
                  <c:v>10255.950000000001</c:v>
                </c:pt>
                <c:pt idx="2153">
                  <c:v>10288.4</c:v>
                </c:pt>
                <c:pt idx="2154">
                  <c:v>10288.4</c:v>
                </c:pt>
                <c:pt idx="2155">
                  <c:v>10288.4</c:v>
                </c:pt>
                <c:pt idx="2156">
                  <c:v>10288.4</c:v>
                </c:pt>
                <c:pt idx="2157">
                  <c:v>10351.25</c:v>
                </c:pt>
                <c:pt idx="2158">
                  <c:v>10357.15</c:v>
                </c:pt>
                <c:pt idx="2159">
                  <c:v>10417.5</c:v>
                </c:pt>
                <c:pt idx="2160">
                  <c:v>10417.5</c:v>
                </c:pt>
                <c:pt idx="2161">
                  <c:v>10417.5</c:v>
                </c:pt>
                <c:pt idx="2162">
                  <c:v>10417.5</c:v>
                </c:pt>
                <c:pt idx="2163">
                  <c:v>10417.5</c:v>
                </c:pt>
                <c:pt idx="2164">
                  <c:v>10441.549999999999</c:v>
                </c:pt>
                <c:pt idx="2165">
                  <c:v>10495.55</c:v>
                </c:pt>
                <c:pt idx="2166">
                  <c:v>10492.6</c:v>
                </c:pt>
                <c:pt idx="2167">
                  <c:v>10498.5</c:v>
                </c:pt>
                <c:pt idx="2168">
                  <c:v>10498.5</c:v>
                </c:pt>
                <c:pt idx="2169">
                  <c:v>10498.5</c:v>
                </c:pt>
                <c:pt idx="2170">
                  <c:v>10498.5</c:v>
                </c:pt>
                <c:pt idx="2171">
                  <c:v>10515.9</c:v>
                </c:pt>
                <c:pt idx="2172">
                  <c:v>10545.4</c:v>
                </c:pt>
                <c:pt idx="2173">
                  <c:v>10545.4</c:v>
                </c:pt>
                <c:pt idx="2174">
                  <c:v>10545.4</c:v>
                </c:pt>
                <c:pt idx="2175">
                  <c:v>10545.4</c:v>
                </c:pt>
                <c:pt idx="2176">
                  <c:v>10545.4</c:v>
                </c:pt>
                <c:pt idx="2177">
                  <c:v>10545.4</c:v>
                </c:pt>
                <c:pt idx="2178">
                  <c:v>10536.55</c:v>
                </c:pt>
                <c:pt idx="2179">
                  <c:v>10533.6</c:v>
                </c:pt>
                <c:pt idx="2180">
                  <c:v>10533.6</c:v>
                </c:pt>
                <c:pt idx="2181">
                  <c:v>10524.75</c:v>
                </c:pt>
                <c:pt idx="2182">
                  <c:v>10524.75</c:v>
                </c:pt>
                <c:pt idx="2183">
                  <c:v>10524.75</c:v>
                </c:pt>
                <c:pt idx="2184">
                  <c:v>10524.75</c:v>
                </c:pt>
                <c:pt idx="2185">
                  <c:v>10608.2</c:v>
                </c:pt>
                <c:pt idx="2186">
                  <c:v>10608.2</c:v>
                </c:pt>
                <c:pt idx="2187">
                  <c:v>10614.1</c:v>
                </c:pt>
                <c:pt idx="2188">
                  <c:v>10614.1</c:v>
                </c:pt>
                <c:pt idx="2189">
                  <c:v>10602.3</c:v>
                </c:pt>
                <c:pt idx="2190">
                  <c:v>10602.3</c:v>
                </c:pt>
                <c:pt idx="2191">
                  <c:v>10602.3</c:v>
                </c:pt>
                <c:pt idx="2192">
                  <c:v>10602.3</c:v>
                </c:pt>
                <c:pt idx="2193">
                  <c:v>10602.3</c:v>
                </c:pt>
                <c:pt idx="2194">
                  <c:v>10602.3</c:v>
                </c:pt>
                <c:pt idx="2195">
                  <c:v>10602.3</c:v>
                </c:pt>
                <c:pt idx="2196">
                  <c:v>10596.4</c:v>
                </c:pt>
                <c:pt idx="2197">
                  <c:v>10596.4</c:v>
                </c:pt>
                <c:pt idx="2198">
                  <c:v>10596.4</c:v>
                </c:pt>
                <c:pt idx="2199">
                  <c:v>10584.6</c:v>
                </c:pt>
                <c:pt idx="2200">
                  <c:v>10572.8</c:v>
                </c:pt>
                <c:pt idx="2201">
                  <c:v>10561</c:v>
                </c:pt>
                <c:pt idx="2202">
                  <c:v>10549.2</c:v>
                </c:pt>
                <c:pt idx="2203">
                  <c:v>10549.2</c:v>
                </c:pt>
                <c:pt idx="2204">
                  <c:v>10549.2</c:v>
                </c:pt>
                <c:pt idx="2205">
                  <c:v>10549.2</c:v>
                </c:pt>
                <c:pt idx="2206">
                  <c:v>10607</c:v>
                </c:pt>
                <c:pt idx="2207">
                  <c:v>10607</c:v>
                </c:pt>
                <c:pt idx="2208">
                  <c:v>10612.9</c:v>
                </c:pt>
                <c:pt idx="2209">
                  <c:v>10612.9</c:v>
                </c:pt>
                <c:pt idx="2210">
                  <c:v>10618.8</c:v>
                </c:pt>
                <c:pt idx="2211">
                  <c:v>10618.8</c:v>
                </c:pt>
                <c:pt idx="2212">
                  <c:v>10618.8</c:v>
                </c:pt>
                <c:pt idx="2213">
                  <c:v>10618.8</c:v>
                </c:pt>
                <c:pt idx="2214">
                  <c:v>10618.8</c:v>
                </c:pt>
                <c:pt idx="2215">
                  <c:v>10618.8</c:v>
                </c:pt>
                <c:pt idx="2216">
                  <c:v>10618.8</c:v>
                </c:pt>
                <c:pt idx="2217">
                  <c:v>10618.8</c:v>
                </c:pt>
                <c:pt idx="2218">
                  <c:v>10618.8</c:v>
                </c:pt>
                <c:pt idx="2219">
                  <c:v>10607</c:v>
                </c:pt>
                <c:pt idx="2220">
                  <c:v>10589.3</c:v>
                </c:pt>
                <c:pt idx="2221">
                  <c:v>10565.7</c:v>
                </c:pt>
                <c:pt idx="2222">
                  <c:v>10548</c:v>
                </c:pt>
                <c:pt idx="2223">
                  <c:v>10553.9</c:v>
                </c:pt>
                <c:pt idx="2224">
                  <c:v>10553.9</c:v>
                </c:pt>
                <c:pt idx="2225">
                  <c:v>10553.9</c:v>
                </c:pt>
                <c:pt idx="2226">
                  <c:v>10553.9</c:v>
                </c:pt>
                <c:pt idx="2227">
                  <c:v>10553.9</c:v>
                </c:pt>
                <c:pt idx="2228">
                  <c:v>10553.9</c:v>
                </c:pt>
                <c:pt idx="2229">
                  <c:v>10553.9</c:v>
                </c:pt>
                <c:pt idx="2230">
                  <c:v>10553.9</c:v>
                </c:pt>
                <c:pt idx="2231">
                  <c:v>10553.9</c:v>
                </c:pt>
                <c:pt idx="2232">
                  <c:v>10553.9</c:v>
                </c:pt>
                <c:pt idx="2233">
                  <c:v>10553.9</c:v>
                </c:pt>
                <c:pt idx="2234">
                  <c:v>10559.8</c:v>
                </c:pt>
                <c:pt idx="2235">
                  <c:v>10571.6</c:v>
                </c:pt>
                <c:pt idx="2236">
                  <c:v>10571.6</c:v>
                </c:pt>
                <c:pt idx="2237">
                  <c:v>10577.5</c:v>
                </c:pt>
                <c:pt idx="2238">
                  <c:v>10577.5</c:v>
                </c:pt>
                <c:pt idx="2239">
                  <c:v>10577.5</c:v>
                </c:pt>
                <c:pt idx="2240">
                  <c:v>10577.5</c:v>
                </c:pt>
                <c:pt idx="2241">
                  <c:v>10652.4</c:v>
                </c:pt>
                <c:pt idx="2242">
                  <c:v>10652.4</c:v>
                </c:pt>
                <c:pt idx="2243">
                  <c:v>10658.3</c:v>
                </c:pt>
                <c:pt idx="2244">
                  <c:v>10658.3</c:v>
                </c:pt>
                <c:pt idx="2245">
                  <c:v>10664.2</c:v>
                </c:pt>
                <c:pt idx="2246">
                  <c:v>10664.2</c:v>
                </c:pt>
                <c:pt idx="2247">
                  <c:v>10664.2</c:v>
                </c:pt>
                <c:pt idx="2248">
                  <c:v>10664.2</c:v>
                </c:pt>
                <c:pt idx="2249">
                  <c:v>10664.2</c:v>
                </c:pt>
                <c:pt idx="2250">
                  <c:v>10670.1</c:v>
                </c:pt>
                <c:pt idx="2251">
                  <c:v>10670.1</c:v>
                </c:pt>
                <c:pt idx="2252">
                  <c:v>10676</c:v>
                </c:pt>
                <c:pt idx="2253">
                  <c:v>10676</c:v>
                </c:pt>
                <c:pt idx="2254">
                  <c:v>10676</c:v>
                </c:pt>
                <c:pt idx="2255">
                  <c:v>10746.5</c:v>
                </c:pt>
                <c:pt idx="2256">
                  <c:v>10746.5</c:v>
                </c:pt>
                <c:pt idx="2257">
                  <c:v>10752.4</c:v>
                </c:pt>
                <c:pt idx="2258">
                  <c:v>10752.4</c:v>
                </c:pt>
                <c:pt idx="2259">
                  <c:v>10740.6</c:v>
                </c:pt>
                <c:pt idx="2260">
                  <c:v>10740.6</c:v>
                </c:pt>
                <c:pt idx="2261">
                  <c:v>10740.6</c:v>
                </c:pt>
                <c:pt idx="2262">
                  <c:v>10776</c:v>
                </c:pt>
                <c:pt idx="2263">
                  <c:v>10776</c:v>
                </c:pt>
                <c:pt idx="2264">
                  <c:v>10752.4</c:v>
                </c:pt>
                <c:pt idx="2265">
                  <c:v>10734.7</c:v>
                </c:pt>
                <c:pt idx="2266">
                  <c:v>10752.4</c:v>
                </c:pt>
                <c:pt idx="2267">
                  <c:v>10752.4</c:v>
                </c:pt>
                <c:pt idx="2268">
                  <c:v>10752.4</c:v>
                </c:pt>
                <c:pt idx="2269">
                  <c:v>10752.4</c:v>
                </c:pt>
                <c:pt idx="2270">
                  <c:v>10758.3</c:v>
                </c:pt>
                <c:pt idx="2271">
                  <c:v>10806.4</c:v>
                </c:pt>
                <c:pt idx="2272">
                  <c:v>10806.4</c:v>
                </c:pt>
                <c:pt idx="2273">
                  <c:v>10818.2</c:v>
                </c:pt>
                <c:pt idx="2274">
                  <c:v>10818.2</c:v>
                </c:pt>
                <c:pt idx="2275">
                  <c:v>10818.2</c:v>
                </c:pt>
                <c:pt idx="2276">
                  <c:v>10812.3</c:v>
                </c:pt>
                <c:pt idx="2277">
                  <c:v>10800.5</c:v>
                </c:pt>
                <c:pt idx="2278">
                  <c:v>10506.4</c:v>
                </c:pt>
                <c:pt idx="2279">
                  <c:v>10518.2</c:v>
                </c:pt>
                <c:pt idx="2280">
                  <c:v>10524.1</c:v>
                </c:pt>
                <c:pt idx="2281">
                  <c:v>10530</c:v>
                </c:pt>
                <c:pt idx="2282">
                  <c:v>10524.1</c:v>
                </c:pt>
                <c:pt idx="2283">
                  <c:v>10524.1</c:v>
                </c:pt>
                <c:pt idx="2284">
                  <c:v>10524.1</c:v>
                </c:pt>
                <c:pt idx="2285">
                  <c:v>10524.1</c:v>
                </c:pt>
                <c:pt idx="2286">
                  <c:v>10530</c:v>
                </c:pt>
                <c:pt idx="2287">
                  <c:v>10530</c:v>
                </c:pt>
                <c:pt idx="2288">
                  <c:v>10530</c:v>
                </c:pt>
                <c:pt idx="2289">
                  <c:v>10530</c:v>
                </c:pt>
                <c:pt idx="2290">
                  <c:v>10460.4</c:v>
                </c:pt>
                <c:pt idx="2291">
                  <c:v>10472.200000000001</c:v>
                </c:pt>
                <c:pt idx="2292">
                  <c:v>10472.200000000001</c:v>
                </c:pt>
                <c:pt idx="2293">
                  <c:v>10472.200000000001</c:v>
                </c:pt>
                <c:pt idx="2294">
                  <c:v>10436.799999999999</c:v>
                </c:pt>
                <c:pt idx="2295">
                  <c:v>10436.799999999999</c:v>
                </c:pt>
                <c:pt idx="2296">
                  <c:v>10436.799999999999</c:v>
                </c:pt>
                <c:pt idx="2297">
                  <c:v>10539.5</c:v>
                </c:pt>
                <c:pt idx="2298">
                  <c:v>10521.8</c:v>
                </c:pt>
                <c:pt idx="2299">
                  <c:v>10392.299999999999</c:v>
                </c:pt>
                <c:pt idx="2300">
                  <c:v>10339.799999999999</c:v>
                </c:pt>
                <c:pt idx="2301">
                  <c:v>10351.6</c:v>
                </c:pt>
                <c:pt idx="2302">
                  <c:v>10351.6</c:v>
                </c:pt>
                <c:pt idx="2303">
                  <c:v>10351.6</c:v>
                </c:pt>
                <c:pt idx="2304">
                  <c:v>10339.799999999999</c:v>
                </c:pt>
                <c:pt idx="2305">
                  <c:v>10399.700000000001</c:v>
                </c:pt>
                <c:pt idx="2306">
                  <c:v>10382</c:v>
                </c:pt>
                <c:pt idx="2307">
                  <c:v>10312.4</c:v>
                </c:pt>
                <c:pt idx="2308">
                  <c:v>10294.700000000001</c:v>
                </c:pt>
                <c:pt idx="2309">
                  <c:v>10360.5</c:v>
                </c:pt>
                <c:pt idx="2310">
                  <c:v>10360.5</c:v>
                </c:pt>
                <c:pt idx="2311">
                  <c:v>10360.5</c:v>
                </c:pt>
                <c:pt idx="2312">
                  <c:v>10360.5</c:v>
                </c:pt>
                <c:pt idx="2313">
                  <c:v>10331</c:v>
                </c:pt>
                <c:pt idx="2314">
                  <c:v>10331</c:v>
                </c:pt>
                <c:pt idx="2315">
                  <c:v>10342.799999999999</c:v>
                </c:pt>
                <c:pt idx="2316">
                  <c:v>10342.799999999999</c:v>
                </c:pt>
                <c:pt idx="2317">
                  <c:v>10342.799999999999</c:v>
                </c:pt>
                <c:pt idx="2318">
                  <c:v>10426.299999999999</c:v>
                </c:pt>
                <c:pt idx="2319">
                  <c:v>10532.5</c:v>
                </c:pt>
                <c:pt idx="2320">
                  <c:v>10169</c:v>
                </c:pt>
                <c:pt idx="2321">
                  <c:v>10169</c:v>
                </c:pt>
                <c:pt idx="2322">
                  <c:v>10169</c:v>
                </c:pt>
                <c:pt idx="2323">
                  <c:v>10169</c:v>
                </c:pt>
                <c:pt idx="2324">
                  <c:v>10169</c:v>
                </c:pt>
                <c:pt idx="2325">
                  <c:v>10169</c:v>
                </c:pt>
                <c:pt idx="2326">
                  <c:v>10128.5</c:v>
                </c:pt>
                <c:pt idx="2327">
                  <c:v>10128.5</c:v>
                </c:pt>
                <c:pt idx="2328">
                  <c:v>10128.5</c:v>
                </c:pt>
                <c:pt idx="2329">
                  <c:v>10128.5</c:v>
                </c:pt>
                <c:pt idx="2330">
                  <c:v>10128.5</c:v>
                </c:pt>
                <c:pt idx="2331">
                  <c:v>10128.5</c:v>
                </c:pt>
                <c:pt idx="2332">
                  <c:v>10194.75</c:v>
                </c:pt>
                <c:pt idx="2333">
                  <c:v>10197.700000000001</c:v>
                </c:pt>
                <c:pt idx="2334">
                  <c:v>10203.6</c:v>
                </c:pt>
                <c:pt idx="2335">
                  <c:v>10254.200000000001</c:v>
                </c:pt>
                <c:pt idx="2336">
                  <c:v>10254.200000000001</c:v>
                </c:pt>
                <c:pt idx="2337">
                  <c:v>10254.200000000001</c:v>
                </c:pt>
                <c:pt idx="2338">
                  <c:v>10254.200000000001</c:v>
                </c:pt>
                <c:pt idx="2339">
                  <c:v>10254.200000000001</c:v>
                </c:pt>
                <c:pt idx="2340">
                  <c:v>10254.200000000001</c:v>
                </c:pt>
                <c:pt idx="2341">
                  <c:v>10277.200000000001</c:v>
                </c:pt>
                <c:pt idx="2342">
                  <c:v>10316</c:v>
                </c:pt>
                <c:pt idx="2343">
                  <c:v>10339.6</c:v>
                </c:pt>
                <c:pt idx="2344">
                  <c:v>10339.6</c:v>
                </c:pt>
                <c:pt idx="2345">
                  <c:v>10339.6</c:v>
                </c:pt>
                <c:pt idx="2346">
                  <c:v>10345.5</c:v>
                </c:pt>
                <c:pt idx="2347">
                  <c:v>10375</c:v>
                </c:pt>
                <c:pt idx="2348">
                  <c:v>10375</c:v>
                </c:pt>
                <c:pt idx="2349">
                  <c:v>10375</c:v>
                </c:pt>
                <c:pt idx="2350">
                  <c:v>10386.799999999999</c:v>
                </c:pt>
                <c:pt idx="2351">
                  <c:v>10386.799999999999</c:v>
                </c:pt>
                <c:pt idx="2352">
                  <c:v>10386.799999999999</c:v>
                </c:pt>
                <c:pt idx="2353">
                  <c:v>10404.5</c:v>
                </c:pt>
                <c:pt idx="2354">
                  <c:v>10431.5</c:v>
                </c:pt>
                <c:pt idx="2355">
                  <c:v>10431.5</c:v>
                </c:pt>
                <c:pt idx="2356">
                  <c:v>10455.1</c:v>
                </c:pt>
                <c:pt idx="2357">
                  <c:v>10455.1</c:v>
                </c:pt>
                <c:pt idx="2358">
                  <c:v>10455.1</c:v>
                </c:pt>
                <c:pt idx="2359">
                  <c:v>10455.1</c:v>
                </c:pt>
                <c:pt idx="2360">
                  <c:v>10419.700000000001</c:v>
                </c:pt>
                <c:pt idx="2361">
                  <c:v>10413.799999999999</c:v>
                </c:pt>
                <c:pt idx="2362">
                  <c:v>10405.4</c:v>
                </c:pt>
                <c:pt idx="2363">
                  <c:v>10399.5</c:v>
                </c:pt>
                <c:pt idx="2364">
                  <c:v>10399.5</c:v>
                </c:pt>
                <c:pt idx="2365">
                  <c:v>10399.5</c:v>
                </c:pt>
                <c:pt idx="2366">
                  <c:v>10399.5</c:v>
                </c:pt>
                <c:pt idx="2367">
                  <c:v>10399.5</c:v>
                </c:pt>
                <c:pt idx="2368">
                  <c:v>10428.4</c:v>
                </c:pt>
                <c:pt idx="2369">
                  <c:v>10440.200000000001</c:v>
                </c:pt>
                <c:pt idx="2370">
                  <c:v>10452</c:v>
                </c:pt>
                <c:pt idx="2371">
                  <c:v>10429</c:v>
                </c:pt>
                <c:pt idx="2372">
                  <c:v>10429</c:v>
                </c:pt>
                <c:pt idx="2373">
                  <c:v>10429</c:v>
                </c:pt>
                <c:pt idx="2374">
                  <c:v>10483</c:v>
                </c:pt>
                <c:pt idx="2375">
                  <c:v>10453.5</c:v>
                </c:pt>
                <c:pt idx="2376">
                  <c:v>10468.700000000001</c:v>
                </c:pt>
                <c:pt idx="2377">
                  <c:v>10474.6</c:v>
                </c:pt>
                <c:pt idx="2378">
                  <c:v>10501.6</c:v>
                </c:pt>
                <c:pt idx="2379">
                  <c:v>10501.6</c:v>
                </c:pt>
                <c:pt idx="2380">
                  <c:v>10501.6</c:v>
                </c:pt>
                <c:pt idx="2381">
                  <c:v>10525.2</c:v>
                </c:pt>
                <c:pt idx="2382">
                  <c:v>10560</c:v>
                </c:pt>
                <c:pt idx="2383">
                  <c:v>10571.8</c:v>
                </c:pt>
                <c:pt idx="2384">
                  <c:v>10571.8</c:v>
                </c:pt>
                <c:pt idx="2385">
                  <c:v>10616.5</c:v>
                </c:pt>
                <c:pt idx="2386">
                  <c:v>10616.5</c:v>
                </c:pt>
                <c:pt idx="2387">
                  <c:v>10616.5</c:v>
                </c:pt>
                <c:pt idx="2388">
                  <c:v>10581.1</c:v>
                </c:pt>
                <c:pt idx="2389">
                  <c:v>10614</c:v>
                </c:pt>
                <c:pt idx="2390">
                  <c:v>10619.9</c:v>
                </c:pt>
                <c:pt idx="2391">
                  <c:v>10625.8</c:v>
                </c:pt>
                <c:pt idx="2392">
                  <c:v>10625.8</c:v>
                </c:pt>
                <c:pt idx="2393">
                  <c:v>10625.8</c:v>
                </c:pt>
                <c:pt idx="2394">
                  <c:v>10625.8</c:v>
                </c:pt>
                <c:pt idx="2395">
                  <c:v>10637.6</c:v>
                </c:pt>
                <c:pt idx="2396">
                  <c:v>10637.6</c:v>
                </c:pt>
                <c:pt idx="2397">
                  <c:v>10625.8</c:v>
                </c:pt>
                <c:pt idx="2398">
                  <c:v>10614</c:v>
                </c:pt>
                <c:pt idx="2399">
                  <c:v>10608.1</c:v>
                </c:pt>
                <c:pt idx="2400">
                  <c:v>10608.1</c:v>
                </c:pt>
                <c:pt idx="2401">
                  <c:v>10608.1</c:v>
                </c:pt>
                <c:pt idx="2402">
                  <c:v>10596.3</c:v>
                </c:pt>
                <c:pt idx="2403">
                  <c:v>10596.3</c:v>
                </c:pt>
                <c:pt idx="2404">
                  <c:v>10596.3</c:v>
                </c:pt>
                <c:pt idx="2405">
                  <c:v>10563.4</c:v>
                </c:pt>
                <c:pt idx="2406">
                  <c:v>10586.4</c:v>
                </c:pt>
                <c:pt idx="2407">
                  <c:v>10586.4</c:v>
                </c:pt>
                <c:pt idx="2408">
                  <c:v>10586.4</c:v>
                </c:pt>
                <c:pt idx="2409">
                  <c:v>10580.5</c:v>
                </c:pt>
                <c:pt idx="2410">
                  <c:v>10574.6</c:v>
                </c:pt>
                <c:pt idx="2411">
                  <c:v>10574.6</c:v>
                </c:pt>
                <c:pt idx="2412">
                  <c:v>10574.6</c:v>
                </c:pt>
                <c:pt idx="2413">
                  <c:v>10574.6</c:v>
                </c:pt>
                <c:pt idx="2414">
                  <c:v>10574.6</c:v>
                </c:pt>
                <c:pt idx="2415">
                  <c:v>10574.6</c:v>
                </c:pt>
                <c:pt idx="2416">
                  <c:v>10592.3</c:v>
                </c:pt>
                <c:pt idx="2417">
                  <c:v>10598.2</c:v>
                </c:pt>
                <c:pt idx="2418">
                  <c:v>10598.2</c:v>
                </c:pt>
                <c:pt idx="2419">
                  <c:v>10598.2</c:v>
                </c:pt>
                <c:pt idx="2420">
                  <c:v>10604.1</c:v>
                </c:pt>
                <c:pt idx="2421">
                  <c:v>10604.1</c:v>
                </c:pt>
                <c:pt idx="2422">
                  <c:v>10604.1</c:v>
                </c:pt>
                <c:pt idx="2423">
                  <c:v>10604.1</c:v>
                </c:pt>
                <c:pt idx="2424">
                  <c:v>10633</c:v>
                </c:pt>
                <c:pt idx="2425">
                  <c:v>10833</c:v>
                </c:pt>
                <c:pt idx="2426">
                  <c:v>10838.9</c:v>
                </c:pt>
                <c:pt idx="2427">
                  <c:v>10838.9</c:v>
                </c:pt>
                <c:pt idx="2428">
                  <c:v>10838.9</c:v>
                </c:pt>
                <c:pt idx="2429">
                  <c:v>10838.9</c:v>
                </c:pt>
                <c:pt idx="2430">
                  <c:v>10833</c:v>
                </c:pt>
                <c:pt idx="2431">
                  <c:v>10921.2</c:v>
                </c:pt>
                <c:pt idx="2432">
                  <c:v>10933</c:v>
                </c:pt>
                <c:pt idx="2433">
                  <c:v>10956</c:v>
                </c:pt>
                <c:pt idx="2434">
                  <c:v>10956</c:v>
                </c:pt>
                <c:pt idx="2435">
                  <c:v>10956</c:v>
                </c:pt>
                <c:pt idx="2436">
                  <c:v>10956</c:v>
                </c:pt>
                <c:pt idx="2437">
                  <c:v>10956</c:v>
                </c:pt>
                <c:pt idx="2438">
                  <c:v>10956</c:v>
                </c:pt>
                <c:pt idx="2439">
                  <c:v>11061.9</c:v>
                </c:pt>
                <c:pt idx="2440">
                  <c:v>11056</c:v>
                </c:pt>
                <c:pt idx="2441">
                  <c:v>11056</c:v>
                </c:pt>
                <c:pt idx="2442">
                  <c:v>11056</c:v>
                </c:pt>
                <c:pt idx="2443">
                  <c:v>11056</c:v>
                </c:pt>
                <c:pt idx="2444">
                  <c:v>11044.2</c:v>
                </c:pt>
                <c:pt idx="2445">
                  <c:v>11250.1</c:v>
                </c:pt>
                <c:pt idx="2446">
                  <c:v>11325.2</c:v>
                </c:pt>
                <c:pt idx="2447">
                  <c:v>11325.2</c:v>
                </c:pt>
                <c:pt idx="2448">
                  <c:v>11307.5</c:v>
                </c:pt>
                <c:pt idx="2449">
                  <c:v>11307.5</c:v>
                </c:pt>
                <c:pt idx="2450">
                  <c:v>11307.5</c:v>
                </c:pt>
                <c:pt idx="2451">
                  <c:v>11289.8</c:v>
                </c:pt>
                <c:pt idx="2452">
                  <c:v>11383.9</c:v>
                </c:pt>
                <c:pt idx="2453">
                  <c:v>11383.9</c:v>
                </c:pt>
                <c:pt idx="2454">
                  <c:v>11401.6</c:v>
                </c:pt>
                <c:pt idx="2455">
                  <c:v>11413.4</c:v>
                </c:pt>
                <c:pt idx="2456">
                  <c:v>11413.4</c:v>
                </c:pt>
                <c:pt idx="2457">
                  <c:v>11413.4</c:v>
                </c:pt>
                <c:pt idx="2458">
                  <c:v>11396.3</c:v>
                </c:pt>
                <c:pt idx="2459">
                  <c:v>11396.3</c:v>
                </c:pt>
                <c:pt idx="2460">
                  <c:v>11402.2</c:v>
                </c:pt>
                <c:pt idx="2461">
                  <c:v>11402.2</c:v>
                </c:pt>
                <c:pt idx="2462">
                  <c:v>11402.2</c:v>
                </c:pt>
                <c:pt idx="2463">
                  <c:v>11402.2</c:v>
                </c:pt>
                <c:pt idx="2464">
                  <c:v>11402.2</c:v>
                </c:pt>
                <c:pt idx="2465">
                  <c:v>11402.2</c:v>
                </c:pt>
                <c:pt idx="2466">
                  <c:v>11402.2</c:v>
                </c:pt>
                <c:pt idx="2467">
                  <c:v>11402.2</c:v>
                </c:pt>
                <c:pt idx="2468">
                  <c:v>11402.2</c:v>
                </c:pt>
                <c:pt idx="2469">
                  <c:v>11402.2</c:v>
                </c:pt>
                <c:pt idx="2470">
                  <c:v>11402.2</c:v>
                </c:pt>
                <c:pt idx="2471">
                  <c:v>11402.2</c:v>
                </c:pt>
                <c:pt idx="2472">
                  <c:v>11690.4</c:v>
                </c:pt>
                <c:pt idx="2473">
                  <c:v>12002.2</c:v>
                </c:pt>
                <c:pt idx="2474">
                  <c:v>12202.2</c:v>
                </c:pt>
                <c:pt idx="2475">
                  <c:v>12190.4</c:v>
                </c:pt>
                <c:pt idx="2476">
                  <c:v>12190.4</c:v>
                </c:pt>
                <c:pt idx="2477">
                  <c:v>12190.4</c:v>
                </c:pt>
                <c:pt idx="2478">
                  <c:v>12190.4</c:v>
                </c:pt>
                <c:pt idx="2479">
                  <c:v>12202.2</c:v>
                </c:pt>
                <c:pt idx="2480">
                  <c:v>12208.1</c:v>
                </c:pt>
                <c:pt idx="2481">
                  <c:v>12202.2</c:v>
                </c:pt>
                <c:pt idx="2482">
                  <c:v>12202.2</c:v>
                </c:pt>
                <c:pt idx="2483">
                  <c:v>12208.1</c:v>
                </c:pt>
                <c:pt idx="2484">
                  <c:v>12208.1</c:v>
                </c:pt>
                <c:pt idx="2485">
                  <c:v>12208.1</c:v>
                </c:pt>
                <c:pt idx="2486">
                  <c:v>12208.1</c:v>
                </c:pt>
                <c:pt idx="2487">
                  <c:v>12208.1</c:v>
                </c:pt>
                <c:pt idx="2488">
                  <c:v>12414</c:v>
                </c:pt>
                <c:pt idx="2489">
                  <c:v>12414</c:v>
                </c:pt>
                <c:pt idx="2490">
                  <c:v>12414</c:v>
                </c:pt>
                <c:pt idx="2491">
                  <c:v>12414</c:v>
                </c:pt>
                <c:pt idx="2492">
                  <c:v>12414</c:v>
                </c:pt>
                <c:pt idx="2493">
                  <c:v>12428.45</c:v>
                </c:pt>
                <c:pt idx="2494">
                  <c:v>12428.45</c:v>
                </c:pt>
                <c:pt idx="2495">
                  <c:v>12428.45</c:v>
                </c:pt>
                <c:pt idx="2496">
                  <c:v>12419.6</c:v>
                </c:pt>
                <c:pt idx="2497">
                  <c:v>12431.4</c:v>
                </c:pt>
                <c:pt idx="2498">
                  <c:v>12431.4</c:v>
                </c:pt>
                <c:pt idx="2499">
                  <c:v>12431.4</c:v>
                </c:pt>
                <c:pt idx="2500">
                  <c:v>12431.4</c:v>
                </c:pt>
                <c:pt idx="2501">
                  <c:v>12431.4</c:v>
                </c:pt>
                <c:pt idx="2502">
                  <c:v>12431.4</c:v>
                </c:pt>
                <c:pt idx="2503">
                  <c:v>12437.3</c:v>
                </c:pt>
                <c:pt idx="2504">
                  <c:v>12442.9</c:v>
                </c:pt>
                <c:pt idx="2505">
                  <c:v>12442.9</c:v>
                </c:pt>
                <c:pt idx="2506">
                  <c:v>12442.9</c:v>
                </c:pt>
                <c:pt idx="2507">
                  <c:v>12460.6</c:v>
                </c:pt>
                <c:pt idx="2508">
                  <c:v>12466.5</c:v>
                </c:pt>
                <c:pt idx="2509">
                  <c:v>12495.4</c:v>
                </c:pt>
                <c:pt idx="2510">
                  <c:v>12489.5</c:v>
                </c:pt>
                <c:pt idx="2511">
                  <c:v>12501.3</c:v>
                </c:pt>
                <c:pt idx="2512">
                  <c:v>12501.3</c:v>
                </c:pt>
                <c:pt idx="2513">
                  <c:v>12501.3</c:v>
                </c:pt>
                <c:pt idx="2514">
                  <c:v>12495.4</c:v>
                </c:pt>
                <c:pt idx="2515">
                  <c:v>12483.9</c:v>
                </c:pt>
                <c:pt idx="2516">
                  <c:v>12489.8</c:v>
                </c:pt>
                <c:pt idx="2517">
                  <c:v>12401.3</c:v>
                </c:pt>
                <c:pt idx="2518">
                  <c:v>12407.2</c:v>
                </c:pt>
                <c:pt idx="2519">
                  <c:v>12407.2</c:v>
                </c:pt>
                <c:pt idx="2520">
                  <c:v>12407.2</c:v>
                </c:pt>
                <c:pt idx="2521">
                  <c:v>12401.3</c:v>
                </c:pt>
                <c:pt idx="2522">
                  <c:v>12401.3</c:v>
                </c:pt>
                <c:pt idx="2523">
                  <c:v>12401.3</c:v>
                </c:pt>
                <c:pt idx="2524">
                  <c:v>12401.3</c:v>
                </c:pt>
                <c:pt idx="2525">
                  <c:v>12401.3</c:v>
                </c:pt>
                <c:pt idx="2526">
                  <c:v>12401.3</c:v>
                </c:pt>
                <c:pt idx="2527">
                  <c:v>12401.3</c:v>
                </c:pt>
                <c:pt idx="2528">
                  <c:v>12389.5</c:v>
                </c:pt>
                <c:pt idx="2529">
                  <c:v>12389.5</c:v>
                </c:pt>
                <c:pt idx="2530">
                  <c:v>12235.5</c:v>
                </c:pt>
                <c:pt idx="2531">
                  <c:v>12235.5</c:v>
                </c:pt>
                <c:pt idx="2532">
                  <c:v>12208.5</c:v>
                </c:pt>
                <c:pt idx="2533">
                  <c:v>12208.5</c:v>
                </c:pt>
                <c:pt idx="2534">
                  <c:v>12208.5</c:v>
                </c:pt>
                <c:pt idx="2535">
                  <c:v>12220</c:v>
                </c:pt>
                <c:pt idx="2536">
                  <c:v>12220</c:v>
                </c:pt>
                <c:pt idx="2537">
                  <c:v>12220</c:v>
                </c:pt>
                <c:pt idx="2538">
                  <c:v>12225.9</c:v>
                </c:pt>
                <c:pt idx="2539">
                  <c:v>12220</c:v>
                </c:pt>
                <c:pt idx="2540">
                  <c:v>12220</c:v>
                </c:pt>
                <c:pt idx="2541">
                  <c:v>12220</c:v>
                </c:pt>
                <c:pt idx="2542">
                  <c:v>12220</c:v>
                </c:pt>
                <c:pt idx="2543">
                  <c:v>12220</c:v>
                </c:pt>
                <c:pt idx="2544">
                  <c:v>12225.9</c:v>
                </c:pt>
                <c:pt idx="2545">
                  <c:v>12137.7</c:v>
                </c:pt>
                <c:pt idx="2546">
                  <c:v>12137.7</c:v>
                </c:pt>
                <c:pt idx="2547">
                  <c:v>12137.7</c:v>
                </c:pt>
                <c:pt idx="2548">
                  <c:v>12137.7</c:v>
                </c:pt>
                <c:pt idx="2549">
                  <c:v>12143.6</c:v>
                </c:pt>
                <c:pt idx="2550">
                  <c:v>12143.6</c:v>
                </c:pt>
                <c:pt idx="2551">
                  <c:v>12122.5</c:v>
                </c:pt>
                <c:pt idx="2552">
                  <c:v>12122.5</c:v>
                </c:pt>
                <c:pt idx="2553">
                  <c:v>12122.5</c:v>
                </c:pt>
                <c:pt idx="2554">
                  <c:v>12122.5</c:v>
                </c:pt>
                <c:pt idx="2555">
                  <c:v>12122.5</c:v>
                </c:pt>
                <c:pt idx="2556">
                  <c:v>12122.5</c:v>
                </c:pt>
                <c:pt idx="2557">
                  <c:v>12122.5</c:v>
                </c:pt>
                <c:pt idx="2558">
                  <c:v>12122.5</c:v>
                </c:pt>
                <c:pt idx="2559">
                  <c:v>12122.5</c:v>
                </c:pt>
                <c:pt idx="2560">
                  <c:v>12116.6</c:v>
                </c:pt>
                <c:pt idx="2561">
                  <c:v>12022.2</c:v>
                </c:pt>
                <c:pt idx="2562">
                  <c:v>11998.9</c:v>
                </c:pt>
                <c:pt idx="2563">
                  <c:v>11993</c:v>
                </c:pt>
                <c:pt idx="2564">
                  <c:v>11831</c:v>
                </c:pt>
                <c:pt idx="2565">
                  <c:v>11831</c:v>
                </c:pt>
                <c:pt idx="2566">
                  <c:v>11831</c:v>
                </c:pt>
                <c:pt idx="2567">
                  <c:v>11842.8</c:v>
                </c:pt>
                <c:pt idx="2568">
                  <c:v>11842.8</c:v>
                </c:pt>
                <c:pt idx="2569">
                  <c:v>11842.8</c:v>
                </c:pt>
                <c:pt idx="2570">
                  <c:v>11842.8</c:v>
                </c:pt>
                <c:pt idx="2571">
                  <c:v>11831.3</c:v>
                </c:pt>
                <c:pt idx="2572">
                  <c:v>11756.2</c:v>
                </c:pt>
                <c:pt idx="2573">
                  <c:v>11550.3</c:v>
                </c:pt>
                <c:pt idx="2574">
                  <c:v>11526.7</c:v>
                </c:pt>
                <c:pt idx="2575">
                  <c:v>11526.7</c:v>
                </c:pt>
                <c:pt idx="2576">
                  <c:v>11526.7</c:v>
                </c:pt>
                <c:pt idx="2577">
                  <c:v>11485.4</c:v>
                </c:pt>
                <c:pt idx="2578">
                  <c:v>11509</c:v>
                </c:pt>
                <c:pt idx="2579">
                  <c:v>11509</c:v>
                </c:pt>
                <c:pt idx="2580">
                  <c:v>11514.9</c:v>
                </c:pt>
                <c:pt idx="2581">
                  <c:v>11520.8</c:v>
                </c:pt>
                <c:pt idx="2582">
                  <c:v>11520.8</c:v>
                </c:pt>
                <c:pt idx="2583">
                  <c:v>11520.8</c:v>
                </c:pt>
                <c:pt idx="2584">
                  <c:v>11520.8</c:v>
                </c:pt>
                <c:pt idx="2585">
                  <c:v>11420.8</c:v>
                </c:pt>
                <c:pt idx="2586">
                  <c:v>11409</c:v>
                </c:pt>
                <c:pt idx="2587">
                  <c:v>11409</c:v>
                </c:pt>
                <c:pt idx="2588">
                  <c:v>11414.9</c:v>
                </c:pt>
                <c:pt idx="2589">
                  <c:v>11414.9</c:v>
                </c:pt>
                <c:pt idx="2590">
                  <c:v>11414.9</c:v>
                </c:pt>
                <c:pt idx="2591">
                  <c:v>11403.1</c:v>
                </c:pt>
                <c:pt idx="2592">
                  <c:v>11409</c:v>
                </c:pt>
                <c:pt idx="2593">
                  <c:v>11379.5</c:v>
                </c:pt>
                <c:pt idx="2594">
                  <c:v>11385.4</c:v>
                </c:pt>
                <c:pt idx="2595">
                  <c:v>11385.4</c:v>
                </c:pt>
                <c:pt idx="2596">
                  <c:v>11385.4</c:v>
                </c:pt>
                <c:pt idx="2597">
                  <c:v>11385.4</c:v>
                </c:pt>
                <c:pt idx="2598">
                  <c:v>11385.4</c:v>
                </c:pt>
                <c:pt idx="2599">
                  <c:v>11385.4</c:v>
                </c:pt>
                <c:pt idx="2600">
                  <c:v>11385.4</c:v>
                </c:pt>
                <c:pt idx="2601">
                  <c:v>11385.4</c:v>
                </c:pt>
                <c:pt idx="2602">
                  <c:v>11385.4</c:v>
                </c:pt>
                <c:pt idx="2603">
                  <c:v>11385.4</c:v>
                </c:pt>
                <c:pt idx="2604">
                  <c:v>11391</c:v>
                </c:pt>
                <c:pt idx="2605">
                  <c:v>11373.3</c:v>
                </c:pt>
                <c:pt idx="2606">
                  <c:v>11373.3</c:v>
                </c:pt>
                <c:pt idx="2607">
                  <c:v>11379.2</c:v>
                </c:pt>
                <c:pt idx="2608">
                  <c:v>11391</c:v>
                </c:pt>
                <c:pt idx="2609">
                  <c:v>11402.8</c:v>
                </c:pt>
                <c:pt idx="2610">
                  <c:v>11402.8</c:v>
                </c:pt>
                <c:pt idx="2611">
                  <c:v>11402.8</c:v>
                </c:pt>
                <c:pt idx="2612">
                  <c:v>11408.7</c:v>
                </c:pt>
                <c:pt idx="2613">
                  <c:v>11426.4</c:v>
                </c:pt>
                <c:pt idx="2614">
                  <c:v>11426.4</c:v>
                </c:pt>
                <c:pt idx="2615">
                  <c:v>11426.4</c:v>
                </c:pt>
                <c:pt idx="2616">
                  <c:v>11414.9</c:v>
                </c:pt>
                <c:pt idx="2617">
                  <c:v>11414.9</c:v>
                </c:pt>
                <c:pt idx="2618">
                  <c:v>11414.9</c:v>
                </c:pt>
                <c:pt idx="2619">
                  <c:v>11420.8</c:v>
                </c:pt>
                <c:pt idx="2620">
                  <c:v>11426.7</c:v>
                </c:pt>
                <c:pt idx="2621">
                  <c:v>11420.8</c:v>
                </c:pt>
                <c:pt idx="2622">
                  <c:v>11426.7</c:v>
                </c:pt>
                <c:pt idx="2623">
                  <c:v>11426.7</c:v>
                </c:pt>
                <c:pt idx="2624">
                  <c:v>11426.7</c:v>
                </c:pt>
                <c:pt idx="2625">
                  <c:v>11426.7</c:v>
                </c:pt>
                <c:pt idx="2626">
                  <c:v>11432.6</c:v>
                </c:pt>
                <c:pt idx="2627">
                  <c:v>11508</c:v>
                </c:pt>
                <c:pt idx="2628">
                  <c:v>11525.7</c:v>
                </c:pt>
                <c:pt idx="2629">
                  <c:v>11531.6</c:v>
                </c:pt>
                <c:pt idx="2630">
                  <c:v>11525.7</c:v>
                </c:pt>
                <c:pt idx="2631">
                  <c:v>11525.7</c:v>
                </c:pt>
                <c:pt idx="2632">
                  <c:v>11525.7</c:v>
                </c:pt>
                <c:pt idx="2633">
                  <c:v>11525.7</c:v>
                </c:pt>
                <c:pt idx="2634">
                  <c:v>11525.7</c:v>
                </c:pt>
                <c:pt idx="2635">
                  <c:v>11525.7</c:v>
                </c:pt>
                <c:pt idx="2636">
                  <c:v>11508.3</c:v>
                </c:pt>
                <c:pt idx="2637">
                  <c:v>11508.3</c:v>
                </c:pt>
                <c:pt idx="2638">
                  <c:v>11508.3</c:v>
                </c:pt>
                <c:pt idx="2639">
                  <c:v>11508.3</c:v>
                </c:pt>
                <c:pt idx="2640">
                  <c:v>11502.4</c:v>
                </c:pt>
                <c:pt idx="2641">
                  <c:v>11529.4</c:v>
                </c:pt>
                <c:pt idx="2642">
                  <c:v>11329.4</c:v>
                </c:pt>
                <c:pt idx="2643">
                  <c:v>11329.4</c:v>
                </c:pt>
                <c:pt idx="2644">
                  <c:v>11335.3</c:v>
                </c:pt>
                <c:pt idx="2645">
                  <c:v>11335.3</c:v>
                </c:pt>
                <c:pt idx="2646">
                  <c:v>11335.3</c:v>
                </c:pt>
                <c:pt idx="2647">
                  <c:v>11335.3</c:v>
                </c:pt>
                <c:pt idx="2648">
                  <c:v>11341.2</c:v>
                </c:pt>
                <c:pt idx="2649">
                  <c:v>11335.3</c:v>
                </c:pt>
                <c:pt idx="2650">
                  <c:v>11335.3</c:v>
                </c:pt>
                <c:pt idx="2651">
                  <c:v>11335.3</c:v>
                </c:pt>
                <c:pt idx="2652">
                  <c:v>11335.3</c:v>
                </c:pt>
                <c:pt idx="2653">
                  <c:v>11335.3</c:v>
                </c:pt>
                <c:pt idx="2654">
                  <c:v>11335.3</c:v>
                </c:pt>
                <c:pt idx="2655">
                  <c:v>11335.3</c:v>
                </c:pt>
                <c:pt idx="2656">
                  <c:v>11335.3</c:v>
                </c:pt>
                <c:pt idx="2657">
                  <c:v>11341.2</c:v>
                </c:pt>
                <c:pt idx="2658">
                  <c:v>11347.1</c:v>
                </c:pt>
                <c:pt idx="2659">
                  <c:v>11347.1</c:v>
                </c:pt>
                <c:pt idx="2660">
                  <c:v>11347.1</c:v>
                </c:pt>
                <c:pt idx="2661">
                  <c:v>11347.1</c:v>
                </c:pt>
                <c:pt idx="2662">
                  <c:v>11353</c:v>
                </c:pt>
                <c:pt idx="2663">
                  <c:v>11370.4</c:v>
                </c:pt>
                <c:pt idx="2664">
                  <c:v>11376.3</c:v>
                </c:pt>
                <c:pt idx="2665">
                  <c:v>11370.7</c:v>
                </c:pt>
                <c:pt idx="2666">
                  <c:v>11370.7</c:v>
                </c:pt>
                <c:pt idx="2667">
                  <c:v>11370.7</c:v>
                </c:pt>
                <c:pt idx="2668">
                  <c:v>11370.7</c:v>
                </c:pt>
                <c:pt idx="2669">
                  <c:v>11376.6</c:v>
                </c:pt>
                <c:pt idx="2670">
                  <c:v>11376.6</c:v>
                </c:pt>
                <c:pt idx="2671">
                  <c:v>11371</c:v>
                </c:pt>
                <c:pt idx="2672">
                  <c:v>11371</c:v>
                </c:pt>
                <c:pt idx="2673">
                  <c:v>11371</c:v>
                </c:pt>
                <c:pt idx="2674">
                  <c:v>11376.9</c:v>
                </c:pt>
                <c:pt idx="2675">
                  <c:v>11376.9</c:v>
                </c:pt>
                <c:pt idx="2676">
                  <c:v>11376.9</c:v>
                </c:pt>
                <c:pt idx="2677">
                  <c:v>11376.9</c:v>
                </c:pt>
                <c:pt idx="2678">
                  <c:v>11376.9</c:v>
                </c:pt>
                <c:pt idx="2679">
                  <c:v>11368.05</c:v>
                </c:pt>
                <c:pt idx="2680">
                  <c:v>11368.05</c:v>
                </c:pt>
                <c:pt idx="2681">
                  <c:v>11368.05</c:v>
                </c:pt>
                <c:pt idx="2682">
                  <c:v>11359.2</c:v>
                </c:pt>
                <c:pt idx="2683">
                  <c:v>11359.2</c:v>
                </c:pt>
                <c:pt idx="2684">
                  <c:v>11341.5</c:v>
                </c:pt>
                <c:pt idx="2685">
                  <c:v>11341.5</c:v>
                </c:pt>
                <c:pt idx="2686">
                  <c:v>11330</c:v>
                </c:pt>
                <c:pt idx="2687">
                  <c:v>11330</c:v>
                </c:pt>
                <c:pt idx="2688">
                  <c:v>11330</c:v>
                </c:pt>
                <c:pt idx="2689">
                  <c:v>11335.9</c:v>
                </c:pt>
                <c:pt idx="2690">
                  <c:v>11324.4</c:v>
                </c:pt>
                <c:pt idx="2691">
                  <c:v>11336.2</c:v>
                </c:pt>
                <c:pt idx="2692">
                  <c:v>11348</c:v>
                </c:pt>
                <c:pt idx="2693">
                  <c:v>11359.8</c:v>
                </c:pt>
                <c:pt idx="2694">
                  <c:v>11359.8</c:v>
                </c:pt>
                <c:pt idx="2695">
                  <c:v>11359.8</c:v>
                </c:pt>
                <c:pt idx="2696">
                  <c:v>11359.8</c:v>
                </c:pt>
                <c:pt idx="2697">
                  <c:v>11359.8</c:v>
                </c:pt>
                <c:pt idx="2698">
                  <c:v>11353.9</c:v>
                </c:pt>
                <c:pt idx="2699">
                  <c:v>11353.9</c:v>
                </c:pt>
                <c:pt idx="2700">
                  <c:v>11371.6</c:v>
                </c:pt>
                <c:pt idx="2701">
                  <c:v>11371.6</c:v>
                </c:pt>
                <c:pt idx="2702">
                  <c:v>11371.6</c:v>
                </c:pt>
                <c:pt idx="2703">
                  <c:v>11371.6</c:v>
                </c:pt>
                <c:pt idx="2704">
                  <c:v>11371.6</c:v>
                </c:pt>
                <c:pt idx="2705">
                  <c:v>11371.6</c:v>
                </c:pt>
                <c:pt idx="2706">
                  <c:v>11377.5</c:v>
                </c:pt>
                <c:pt idx="2707">
                  <c:v>11377.5</c:v>
                </c:pt>
                <c:pt idx="2708">
                  <c:v>11377.5</c:v>
                </c:pt>
                <c:pt idx="2709">
                  <c:v>11377.5</c:v>
                </c:pt>
                <c:pt idx="2710">
                  <c:v>11371.6</c:v>
                </c:pt>
                <c:pt idx="2711">
                  <c:v>11371.6</c:v>
                </c:pt>
                <c:pt idx="2712">
                  <c:v>11471.6</c:v>
                </c:pt>
                <c:pt idx="2713">
                  <c:v>11585.5</c:v>
                </c:pt>
                <c:pt idx="2714">
                  <c:v>11585.5</c:v>
                </c:pt>
                <c:pt idx="2715">
                  <c:v>11585.5</c:v>
                </c:pt>
                <c:pt idx="2716">
                  <c:v>11574</c:v>
                </c:pt>
                <c:pt idx="2717">
                  <c:v>11574</c:v>
                </c:pt>
                <c:pt idx="2718">
                  <c:v>11574</c:v>
                </c:pt>
                <c:pt idx="2719">
                  <c:v>11574</c:v>
                </c:pt>
                <c:pt idx="2720">
                  <c:v>11585.8</c:v>
                </c:pt>
                <c:pt idx="2721">
                  <c:v>11585.8</c:v>
                </c:pt>
                <c:pt idx="2722">
                  <c:v>11585.8</c:v>
                </c:pt>
                <c:pt idx="2723">
                  <c:v>11585.8</c:v>
                </c:pt>
                <c:pt idx="2724">
                  <c:v>11579.9</c:v>
                </c:pt>
                <c:pt idx="2725">
                  <c:v>11579.9</c:v>
                </c:pt>
                <c:pt idx="2726">
                  <c:v>11591.7</c:v>
                </c:pt>
                <c:pt idx="2727">
                  <c:v>11591.7</c:v>
                </c:pt>
                <c:pt idx="2728">
                  <c:v>11597.6</c:v>
                </c:pt>
                <c:pt idx="2729">
                  <c:v>11597.6</c:v>
                </c:pt>
                <c:pt idx="2730">
                  <c:v>11597.6</c:v>
                </c:pt>
                <c:pt idx="2731">
                  <c:v>11597.6</c:v>
                </c:pt>
                <c:pt idx="2732">
                  <c:v>11703.5</c:v>
                </c:pt>
                <c:pt idx="2733">
                  <c:v>11774.9</c:v>
                </c:pt>
                <c:pt idx="2734">
                  <c:v>11774.9</c:v>
                </c:pt>
                <c:pt idx="2735">
                  <c:v>11792.6</c:v>
                </c:pt>
                <c:pt idx="2736">
                  <c:v>11792.6</c:v>
                </c:pt>
                <c:pt idx="2737">
                  <c:v>11792.6</c:v>
                </c:pt>
                <c:pt idx="2738">
                  <c:v>11780.8</c:v>
                </c:pt>
                <c:pt idx="2739">
                  <c:v>11780.8</c:v>
                </c:pt>
                <c:pt idx="2740">
                  <c:v>11992.3</c:v>
                </c:pt>
                <c:pt idx="2741">
                  <c:v>11986.4</c:v>
                </c:pt>
                <c:pt idx="2742">
                  <c:v>11986.4</c:v>
                </c:pt>
                <c:pt idx="2743">
                  <c:v>11986.4</c:v>
                </c:pt>
                <c:pt idx="2744">
                  <c:v>11986.4</c:v>
                </c:pt>
                <c:pt idx="2745">
                  <c:v>11986.4</c:v>
                </c:pt>
                <c:pt idx="2746">
                  <c:v>11986.4</c:v>
                </c:pt>
                <c:pt idx="2747">
                  <c:v>11974.3</c:v>
                </c:pt>
                <c:pt idx="2748">
                  <c:v>11974.3</c:v>
                </c:pt>
                <c:pt idx="2749">
                  <c:v>11944.8</c:v>
                </c:pt>
                <c:pt idx="2750">
                  <c:v>11944.8</c:v>
                </c:pt>
                <c:pt idx="2751">
                  <c:v>11944.8</c:v>
                </c:pt>
                <c:pt idx="2752">
                  <c:v>11950.7</c:v>
                </c:pt>
                <c:pt idx="2753">
                  <c:v>11950.7</c:v>
                </c:pt>
                <c:pt idx="2754">
                  <c:v>11950.7</c:v>
                </c:pt>
                <c:pt idx="2755">
                  <c:v>11950.7</c:v>
                </c:pt>
                <c:pt idx="2756">
                  <c:v>11938.9</c:v>
                </c:pt>
                <c:pt idx="2757">
                  <c:v>11938.9</c:v>
                </c:pt>
                <c:pt idx="2758">
                  <c:v>11938.9</c:v>
                </c:pt>
                <c:pt idx="2759">
                  <c:v>11933</c:v>
                </c:pt>
                <c:pt idx="2760">
                  <c:v>11921.5</c:v>
                </c:pt>
                <c:pt idx="2761">
                  <c:v>11971.5</c:v>
                </c:pt>
                <c:pt idx="2762">
                  <c:v>11971.5</c:v>
                </c:pt>
                <c:pt idx="2763">
                  <c:v>11930.5</c:v>
                </c:pt>
                <c:pt idx="2764">
                  <c:v>11930.5</c:v>
                </c:pt>
                <c:pt idx="2765">
                  <c:v>11930.5</c:v>
                </c:pt>
                <c:pt idx="2766">
                  <c:v>11895.4</c:v>
                </c:pt>
                <c:pt idx="2767">
                  <c:v>11895.4</c:v>
                </c:pt>
                <c:pt idx="2768">
                  <c:v>11830.5</c:v>
                </c:pt>
                <c:pt idx="2769">
                  <c:v>11830.5</c:v>
                </c:pt>
                <c:pt idx="2770">
                  <c:v>11836.4</c:v>
                </c:pt>
                <c:pt idx="2771">
                  <c:v>11836.4</c:v>
                </c:pt>
                <c:pt idx="2772">
                  <c:v>11836.4</c:v>
                </c:pt>
                <c:pt idx="2773">
                  <c:v>11836.4</c:v>
                </c:pt>
                <c:pt idx="2774">
                  <c:v>11836.4</c:v>
                </c:pt>
                <c:pt idx="2775">
                  <c:v>11842</c:v>
                </c:pt>
                <c:pt idx="2776">
                  <c:v>11847.9</c:v>
                </c:pt>
                <c:pt idx="2777">
                  <c:v>11842</c:v>
                </c:pt>
                <c:pt idx="2778">
                  <c:v>11842</c:v>
                </c:pt>
                <c:pt idx="2779">
                  <c:v>11842</c:v>
                </c:pt>
                <c:pt idx="2780">
                  <c:v>11755.1</c:v>
                </c:pt>
                <c:pt idx="2781">
                  <c:v>11740.35</c:v>
                </c:pt>
                <c:pt idx="2782">
                  <c:v>11890.35</c:v>
                </c:pt>
                <c:pt idx="2783">
                  <c:v>11840.5</c:v>
                </c:pt>
                <c:pt idx="2784">
                  <c:v>11752</c:v>
                </c:pt>
                <c:pt idx="2785">
                  <c:v>11752</c:v>
                </c:pt>
                <c:pt idx="2786">
                  <c:v>11752</c:v>
                </c:pt>
                <c:pt idx="2787">
                  <c:v>11752</c:v>
                </c:pt>
                <c:pt idx="2788">
                  <c:v>11811</c:v>
                </c:pt>
                <c:pt idx="2789">
                  <c:v>11869.7</c:v>
                </c:pt>
                <c:pt idx="2790">
                  <c:v>11934.6</c:v>
                </c:pt>
                <c:pt idx="2791">
                  <c:v>11934.6</c:v>
                </c:pt>
                <c:pt idx="2792">
                  <c:v>11934.6</c:v>
                </c:pt>
                <c:pt idx="2793">
                  <c:v>11934.6</c:v>
                </c:pt>
                <c:pt idx="2794">
                  <c:v>11934.6</c:v>
                </c:pt>
                <c:pt idx="2795">
                  <c:v>11943</c:v>
                </c:pt>
                <c:pt idx="2796">
                  <c:v>11943</c:v>
                </c:pt>
                <c:pt idx="2797">
                  <c:v>11925.3</c:v>
                </c:pt>
                <c:pt idx="2798">
                  <c:v>11925.3</c:v>
                </c:pt>
                <c:pt idx="2799">
                  <c:v>11925.3</c:v>
                </c:pt>
                <c:pt idx="2800">
                  <c:v>11925.3</c:v>
                </c:pt>
                <c:pt idx="2801">
                  <c:v>11943</c:v>
                </c:pt>
                <c:pt idx="2802">
                  <c:v>11943</c:v>
                </c:pt>
                <c:pt idx="2803">
                  <c:v>11943</c:v>
                </c:pt>
                <c:pt idx="2804">
                  <c:v>11860.4</c:v>
                </c:pt>
                <c:pt idx="2805">
                  <c:v>11860.4</c:v>
                </c:pt>
                <c:pt idx="2806">
                  <c:v>11860.4</c:v>
                </c:pt>
                <c:pt idx="2807">
                  <c:v>11860.4</c:v>
                </c:pt>
                <c:pt idx="2808">
                  <c:v>11842.7</c:v>
                </c:pt>
                <c:pt idx="2809">
                  <c:v>11788.7</c:v>
                </c:pt>
                <c:pt idx="2810">
                  <c:v>11729.7</c:v>
                </c:pt>
                <c:pt idx="2811">
                  <c:v>11729.7</c:v>
                </c:pt>
                <c:pt idx="2812">
                  <c:v>11735.6</c:v>
                </c:pt>
                <c:pt idx="2813">
                  <c:v>11735.6</c:v>
                </c:pt>
                <c:pt idx="2814">
                  <c:v>11735.6</c:v>
                </c:pt>
                <c:pt idx="2815">
                  <c:v>11735.6</c:v>
                </c:pt>
                <c:pt idx="2816">
                  <c:v>11741.5</c:v>
                </c:pt>
                <c:pt idx="2817">
                  <c:v>11729.7</c:v>
                </c:pt>
                <c:pt idx="2818">
                  <c:v>11702.7</c:v>
                </c:pt>
                <c:pt idx="2819">
                  <c:v>11702.7</c:v>
                </c:pt>
                <c:pt idx="2820">
                  <c:v>11702.7</c:v>
                </c:pt>
                <c:pt idx="2821">
                  <c:v>11685</c:v>
                </c:pt>
                <c:pt idx="2822">
                  <c:v>11726</c:v>
                </c:pt>
                <c:pt idx="2823">
                  <c:v>11696.5</c:v>
                </c:pt>
                <c:pt idx="2824">
                  <c:v>11667</c:v>
                </c:pt>
                <c:pt idx="2825">
                  <c:v>11637.5</c:v>
                </c:pt>
                <c:pt idx="2826">
                  <c:v>11667</c:v>
                </c:pt>
                <c:pt idx="2827">
                  <c:v>11667</c:v>
                </c:pt>
                <c:pt idx="2828">
                  <c:v>11613</c:v>
                </c:pt>
                <c:pt idx="2829">
                  <c:v>11613</c:v>
                </c:pt>
                <c:pt idx="2830">
                  <c:v>11613</c:v>
                </c:pt>
                <c:pt idx="2831">
                  <c:v>11613</c:v>
                </c:pt>
                <c:pt idx="2832">
                  <c:v>11613</c:v>
                </c:pt>
                <c:pt idx="2833">
                  <c:v>11613</c:v>
                </c:pt>
                <c:pt idx="2834">
                  <c:v>11613</c:v>
                </c:pt>
                <c:pt idx="2835">
                  <c:v>11613</c:v>
                </c:pt>
                <c:pt idx="2836">
                  <c:v>11613</c:v>
                </c:pt>
                <c:pt idx="2837">
                  <c:v>11613.3</c:v>
                </c:pt>
                <c:pt idx="2838">
                  <c:v>11609.9</c:v>
                </c:pt>
                <c:pt idx="2839">
                  <c:v>11554.3</c:v>
                </c:pt>
                <c:pt idx="2840">
                  <c:v>11566.1</c:v>
                </c:pt>
                <c:pt idx="2841">
                  <c:v>11572</c:v>
                </c:pt>
                <c:pt idx="2842">
                  <c:v>11572</c:v>
                </c:pt>
                <c:pt idx="2843">
                  <c:v>11512.4</c:v>
                </c:pt>
                <c:pt idx="2844">
                  <c:v>11506.8</c:v>
                </c:pt>
                <c:pt idx="2845">
                  <c:v>11506.8</c:v>
                </c:pt>
                <c:pt idx="2846">
                  <c:v>11535.7</c:v>
                </c:pt>
                <c:pt idx="2847">
                  <c:v>11547.2</c:v>
                </c:pt>
                <c:pt idx="2848">
                  <c:v>11547.2</c:v>
                </c:pt>
                <c:pt idx="2849">
                  <c:v>11547.2</c:v>
                </c:pt>
                <c:pt idx="2850">
                  <c:v>11503.1</c:v>
                </c:pt>
                <c:pt idx="2851">
                  <c:v>11546</c:v>
                </c:pt>
                <c:pt idx="2852">
                  <c:v>11546</c:v>
                </c:pt>
                <c:pt idx="2853">
                  <c:v>11546</c:v>
                </c:pt>
                <c:pt idx="2854">
                  <c:v>11538</c:v>
                </c:pt>
                <c:pt idx="2855">
                  <c:v>11538</c:v>
                </c:pt>
                <c:pt idx="2856">
                  <c:v>11538</c:v>
                </c:pt>
                <c:pt idx="2857">
                  <c:v>11382.6</c:v>
                </c:pt>
                <c:pt idx="2858">
                  <c:v>11379.65</c:v>
                </c:pt>
                <c:pt idx="2859">
                  <c:v>11359</c:v>
                </c:pt>
                <c:pt idx="2860">
                  <c:v>11376.1</c:v>
                </c:pt>
                <c:pt idx="2861">
                  <c:v>11381.7</c:v>
                </c:pt>
                <c:pt idx="2862">
                  <c:v>11381.7</c:v>
                </c:pt>
                <c:pt idx="2863">
                  <c:v>11381.7</c:v>
                </c:pt>
                <c:pt idx="2864">
                  <c:v>11221.8</c:v>
                </c:pt>
                <c:pt idx="2865">
                  <c:v>11256</c:v>
                </c:pt>
                <c:pt idx="2866">
                  <c:v>11279</c:v>
                </c:pt>
                <c:pt idx="2867">
                  <c:v>11273.1</c:v>
                </c:pt>
                <c:pt idx="2868">
                  <c:v>11273.1</c:v>
                </c:pt>
                <c:pt idx="2869">
                  <c:v>11273.1</c:v>
                </c:pt>
                <c:pt idx="2870">
                  <c:v>11273.1</c:v>
                </c:pt>
                <c:pt idx="2871">
                  <c:v>11267.2</c:v>
                </c:pt>
                <c:pt idx="2872">
                  <c:v>11226.5</c:v>
                </c:pt>
                <c:pt idx="2873">
                  <c:v>11220.6</c:v>
                </c:pt>
                <c:pt idx="2874">
                  <c:v>11220.6</c:v>
                </c:pt>
                <c:pt idx="2875">
                  <c:v>11226.5</c:v>
                </c:pt>
                <c:pt idx="2876">
                  <c:v>11226.5</c:v>
                </c:pt>
                <c:pt idx="2877">
                  <c:v>11226.5</c:v>
                </c:pt>
                <c:pt idx="2878">
                  <c:v>11197</c:v>
                </c:pt>
                <c:pt idx="2879">
                  <c:v>11197</c:v>
                </c:pt>
                <c:pt idx="2880">
                  <c:v>11197</c:v>
                </c:pt>
                <c:pt idx="2881">
                  <c:v>11191.1</c:v>
                </c:pt>
                <c:pt idx="2882">
                  <c:v>11167.5</c:v>
                </c:pt>
                <c:pt idx="2883">
                  <c:v>11167.5</c:v>
                </c:pt>
                <c:pt idx="2884">
                  <c:v>11167.5</c:v>
                </c:pt>
                <c:pt idx="2885">
                  <c:v>11114.4</c:v>
                </c:pt>
                <c:pt idx="2886">
                  <c:v>11108.5</c:v>
                </c:pt>
                <c:pt idx="2887">
                  <c:v>11120.3</c:v>
                </c:pt>
                <c:pt idx="2888">
                  <c:v>11114.4</c:v>
                </c:pt>
                <c:pt idx="2889">
                  <c:v>11114.4</c:v>
                </c:pt>
                <c:pt idx="2890">
                  <c:v>11114.4</c:v>
                </c:pt>
                <c:pt idx="2891">
                  <c:v>11114.4</c:v>
                </c:pt>
                <c:pt idx="2892">
                  <c:v>10999.65</c:v>
                </c:pt>
                <c:pt idx="2893">
                  <c:v>10979</c:v>
                </c:pt>
                <c:pt idx="2894">
                  <c:v>10603.6</c:v>
                </c:pt>
                <c:pt idx="2895">
                  <c:v>10597.7</c:v>
                </c:pt>
                <c:pt idx="2896">
                  <c:v>10591.8</c:v>
                </c:pt>
                <c:pt idx="2897">
                  <c:v>10591.8</c:v>
                </c:pt>
                <c:pt idx="2898">
                  <c:v>10591.8</c:v>
                </c:pt>
                <c:pt idx="2899">
                  <c:v>10491.5</c:v>
                </c:pt>
                <c:pt idx="2900">
                  <c:v>10403</c:v>
                </c:pt>
                <c:pt idx="2901">
                  <c:v>10462</c:v>
                </c:pt>
                <c:pt idx="2902">
                  <c:v>10491.5</c:v>
                </c:pt>
                <c:pt idx="2903">
                  <c:v>10538.7</c:v>
                </c:pt>
                <c:pt idx="2904">
                  <c:v>10538.7</c:v>
                </c:pt>
                <c:pt idx="2905">
                  <c:v>10538.7</c:v>
                </c:pt>
                <c:pt idx="2906">
                  <c:v>10580</c:v>
                </c:pt>
                <c:pt idx="2907">
                  <c:v>10609.5</c:v>
                </c:pt>
                <c:pt idx="2908">
                  <c:v>10498</c:v>
                </c:pt>
                <c:pt idx="2909">
                  <c:v>10509.8</c:v>
                </c:pt>
                <c:pt idx="2910">
                  <c:v>10557</c:v>
                </c:pt>
                <c:pt idx="2911">
                  <c:v>10557</c:v>
                </c:pt>
                <c:pt idx="2912">
                  <c:v>10557</c:v>
                </c:pt>
                <c:pt idx="2913">
                  <c:v>10586.5</c:v>
                </c:pt>
                <c:pt idx="2914">
                  <c:v>10616</c:v>
                </c:pt>
                <c:pt idx="2915">
                  <c:v>10575</c:v>
                </c:pt>
                <c:pt idx="2916">
                  <c:v>10580.6</c:v>
                </c:pt>
                <c:pt idx="2917">
                  <c:v>10604.2</c:v>
                </c:pt>
                <c:pt idx="2918">
                  <c:v>10604.2</c:v>
                </c:pt>
                <c:pt idx="2919">
                  <c:v>10604.2</c:v>
                </c:pt>
                <c:pt idx="2920">
                  <c:v>10627.8</c:v>
                </c:pt>
                <c:pt idx="2921">
                  <c:v>10633.7</c:v>
                </c:pt>
                <c:pt idx="2922">
                  <c:v>10633.7</c:v>
                </c:pt>
                <c:pt idx="2923">
                  <c:v>10704.5</c:v>
                </c:pt>
                <c:pt idx="2924">
                  <c:v>10704.5</c:v>
                </c:pt>
                <c:pt idx="2925">
                  <c:v>10704.5</c:v>
                </c:pt>
                <c:pt idx="2926">
                  <c:v>10704.5</c:v>
                </c:pt>
                <c:pt idx="2927">
                  <c:v>10638.6</c:v>
                </c:pt>
                <c:pt idx="2928">
                  <c:v>10586.5</c:v>
                </c:pt>
                <c:pt idx="2929">
                  <c:v>10616</c:v>
                </c:pt>
                <c:pt idx="2930">
                  <c:v>10679.6</c:v>
                </c:pt>
                <c:pt idx="2931">
                  <c:v>10679.6</c:v>
                </c:pt>
                <c:pt idx="2932">
                  <c:v>10679.6</c:v>
                </c:pt>
                <c:pt idx="2933">
                  <c:v>10679.6</c:v>
                </c:pt>
                <c:pt idx="2934">
                  <c:v>10620.6</c:v>
                </c:pt>
                <c:pt idx="2935">
                  <c:v>10620.6</c:v>
                </c:pt>
                <c:pt idx="2936">
                  <c:v>10598</c:v>
                </c:pt>
                <c:pt idx="2937">
                  <c:v>10439</c:v>
                </c:pt>
                <c:pt idx="2938">
                  <c:v>10439</c:v>
                </c:pt>
                <c:pt idx="2939">
                  <c:v>10439</c:v>
                </c:pt>
                <c:pt idx="2940">
                  <c:v>10439</c:v>
                </c:pt>
                <c:pt idx="2941">
                  <c:v>10382.5</c:v>
                </c:pt>
                <c:pt idx="2942">
                  <c:v>10394</c:v>
                </c:pt>
                <c:pt idx="2943">
                  <c:v>10394</c:v>
                </c:pt>
                <c:pt idx="2944">
                  <c:v>10355.200000000001</c:v>
                </c:pt>
                <c:pt idx="2945">
                  <c:v>10361.1</c:v>
                </c:pt>
                <c:pt idx="2946">
                  <c:v>10361.1</c:v>
                </c:pt>
                <c:pt idx="2947">
                  <c:v>10396.5</c:v>
                </c:pt>
                <c:pt idx="2948">
                  <c:v>10402.4</c:v>
                </c:pt>
                <c:pt idx="2949">
                  <c:v>10402.4</c:v>
                </c:pt>
                <c:pt idx="2950">
                  <c:v>10402.4</c:v>
                </c:pt>
                <c:pt idx="2951">
                  <c:v>10402.4</c:v>
                </c:pt>
                <c:pt idx="2952">
                  <c:v>10402.4</c:v>
                </c:pt>
                <c:pt idx="2953">
                  <c:v>10402.4</c:v>
                </c:pt>
                <c:pt idx="2954">
                  <c:v>10402.4</c:v>
                </c:pt>
                <c:pt idx="2955">
                  <c:v>10402.4</c:v>
                </c:pt>
                <c:pt idx="2956">
                  <c:v>10402.4</c:v>
                </c:pt>
                <c:pt idx="2957">
                  <c:v>10402.4</c:v>
                </c:pt>
                <c:pt idx="2958">
                  <c:v>10402.4</c:v>
                </c:pt>
                <c:pt idx="2959">
                  <c:v>10396.5</c:v>
                </c:pt>
                <c:pt idx="2960">
                  <c:v>10396.5</c:v>
                </c:pt>
                <c:pt idx="2961">
                  <c:v>10396.5</c:v>
                </c:pt>
                <c:pt idx="2962">
                  <c:v>10396.5</c:v>
                </c:pt>
                <c:pt idx="2963">
                  <c:v>10390.6</c:v>
                </c:pt>
                <c:pt idx="2964">
                  <c:v>10390.6</c:v>
                </c:pt>
                <c:pt idx="2965">
                  <c:v>10390.6</c:v>
                </c:pt>
                <c:pt idx="2966">
                  <c:v>10390.6</c:v>
                </c:pt>
                <c:pt idx="2967">
                  <c:v>10390.6</c:v>
                </c:pt>
                <c:pt idx="2968">
                  <c:v>10390.6</c:v>
                </c:pt>
                <c:pt idx="2969">
                  <c:v>10367</c:v>
                </c:pt>
                <c:pt idx="2970">
                  <c:v>10367</c:v>
                </c:pt>
                <c:pt idx="2971">
                  <c:v>10378.799999999999</c:v>
                </c:pt>
                <c:pt idx="2972">
                  <c:v>10396.5</c:v>
                </c:pt>
                <c:pt idx="2973">
                  <c:v>10384.700000000001</c:v>
                </c:pt>
                <c:pt idx="2974">
                  <c:v>10384.700000000001</c:v>
                </c:pt>
                <c:pt idx="2975">
                  <c:v>10384.700000000001</c:v>
                </c:pt>
                <c:pt idx="2976">
                  <c:v>10337.5</c:v>
                </c:pt>
                <c:pt idx="2977">
                  <c:v>10455.5</c:v>
                </c:pt>
                <c:pt idx="2978">
                  <c:v>10455.5</c:v>
                </c:pt>
                <c:pt idx="2979">
                  <c:v>10467.299999999999</c:v>
                </c:pt>
                <c:pt idx="2980">
                  <c:v>10467.299999999999</c:v>
                </c:pt>
                <c:pt idx="2981">
                  <c:v>10467.299999999999</c:v>
                </c:pt>
                <c:pt idx="2982">
                  <c:v>10467.299999999999</c:v>
                </c:pt>
                <c:pt idx="2983">
                  <c:v>10514.5</c:v>
                </c:pt>
                <c:pt idx="2984">
                  <c:v>10514.5</c:v>
                </c:pt>
                <c:pt idx="2985">
                  <c:v>10485</c:v>
                </c:pt>
                <c:pt idx="2986">
                  <c:v>10444</c:v>
                </c:pt>
                <c:pt idx="2987">
                  <c:v>10444</c:v>
                </c:pt>
                <c:pt idx="2988">
                  <c:v>10444</c:v>
                </c:pt>
                <c:pt idx="2989">
                  <c:v>10444</c:v>
                </c:pt>
                <c:pt idx="2990">
                  <c:v>10444</c:v>
                </c:pt>
                <c:pt idx="2991">
                  <c:v>10473.5</c:v>
                </c:pt>
                <c:pt idx="2992">
                  <c:v>10373.5</c:v>
                </c:pt>
                <c:pt idx="2993">
                  <c:v>10373.5</c:v>
                </c:pt>
                <c:pt idx="2994">
                  <c:v>10403</c:v>
                </c:pt>
                <c:pt idx="2995">
                  <c:v>10403</c:v>
                </c:pt>
                <c:pt idx="2996">
                  <c:v>10403</c:v>
                </c:pt>
                <c:pt idx="2997">
                  <c:v>10491.5</c:v>
                </c:pt>
                <c:pt idx="2998">
                  <c:v>10491.5</c:v>
                </c:pt>
                <c:pt idx="2999">
                  <c:v>10509.5</c:v>
                </c:pt>
                <c:pt idx="3000">
                  <c:v>10309.5</c:v>
                </c:pt>
                <c:pt idx="3001">
                  <c:v>10321</c:v>
                </c:pt>
                <c:pt idx="3002">
                  <c:v>10321</c:v>
                </c:pt>
                <c:pt idx="3003">
                  <c:v>10321</c:v>
                </c:pt>
                <c:pt idx="3004">
                  <c:v>10362.299999999999</c:v>
                </c:pt>
                <c:pt idx="3005">
                  <c:v>10350.5</c:v>
                </c:pt>
                <c:pt idx="3006">
                  <c:v>10350.5</c:v>
                </c:pt>
                <c:pt idx="3007">
                  <c:v>10380</c:v>
                </c:pt>
                <c:pt idx="3008">
                  <c:v>10380</c:v>
                </c:pt>
                <c:pt idx="3009">
                  <c:v>10380</c:v>
                </c:pt>
                <c:pt idx="3010">
                  <c:v>10380</c:v>
                </c:pt>
                <c:pt idx="3011">
                  <c:v>10321</c:v>
                </c:pt>
                <c:pt idx="3012">
                  <c:v>10321</c:v>
                </c:pt>
                <c:pt idx="3013">
                  <c:v>10321</c:v>
                </c:pt>
                <c:pt idx="3014">
                  <c:v>10232.799999999999</c:v>
                </c:pt>
                <c:pt idx="3015">
                  <c:v>10232.799999999999</c:v>
                </c:pt>
                <c:pt idx="3016">
                  <c:v>10232.799999999999</c:v>
                </c:pt>
                <c:pt idx="3017">
                  <c:v>10232.799999999999</c:v>
                </c:pt>
                <c:pt idx="3018">
                  <c:v>10232.799999999999</c:v>
                </c:pt>
                <c:pt idx="3019">
                  <c:v>10226.9</c:v>
                </c:pt>
                <c:pt idx="3020">
                  <c:v>10226.9</c:v>
                </c:pt>
                <c:pt idx="3021">
                  <c:v>10132.799999999999</c:v>
                </c:pt>
                <c:pt idx="3022">
                  <c:v>10126.9</c:v>
                </c:pt>
                <c:pt idx="3023">
                  <c:v>10126.9</c:v>
                </c:pt>
                <c:pt idx="3024">
                  <c:v>10126.9</c:v>
                </c:pt>
                <c:pt idx="3025">
                  <c:v>10150.5</c:v>
                </c:pt>
                <c:pt idx="3026">
                  <c:v>10128.199999999999</c:v>
                </c:pt>
                <c:pt idx="3027">
                  <c:v>10128.199999999999</c:v>
                </c:pt>
                <c:pt idx="3028">
                  <c:v>10169.5</c:v>
                </c:pt>
                <c:pt idx="3029">
                  <c:v>10204.9</c:v>
                </c:pt>
                <c:pt idx="3030">
                  <c:v>10204.9</c:v>
                </c:pt>
                <c:pt idx="3031">
                  <c:v>10204.9</c:v>
                </c:pt>
                <c:pt idx="3032">
                  <c:v>9982.2999999999993</c:v>
                </c:pt>
                <c:pt idx="3033">
                  <c:v>9964.5999999999985</c:v>
                </c:pt>
                <c:pt idx="3034">
                  <c:v>9964.5999999999985</c:v>
                </c:pt>
                <c:pt idx="3035">
                  <c:v>9963.2999999999993</c:v>
                </c:pt>
                <c:pt idx="3036">
                  <c:v>9951.5</c:v>
                </c:pt>
                <c:pt idx="3037">
                  <c:v>9951.5</c:v>
                </c:pt>
                <c:pt idx="3038">
                  <c:v>9951.5</c:v>
                </c:pt>
                <c:pt idx="3039">
                  <c:v>9933.7999999999993</c:v>
                </c:pt>
                <c:pt idx="3040">
                  <c:v>9933.7999999999993</c:v>
                </c:pt>
                <c:pt idx="3041">
                  <c:v>9939.6999999999989</c:v>
                </c:pt>
                <c:pt idx="3042">
                  <c:v>9939.6999999999989</c:v>
                </c:pt>
                <c:pt idx="3043">
                  <c:v>9939.6999999999989</c:v>
                </c:pt>
                <c:pt idx="3044">
                  <c:v>9939.6999999999989</c:v>
                </c:pt>
                <c:pt idx="3045">
                  <c:v>9957.4</c:v>
                </c:pt>
                <c:pt idx="3046">
                  <c:v>9975.1</c:v>
                </c:pt>
                <c:pt idx="3047">
                  <c:v>9981</c:v>
                </c:pt>
                <c:pt idx="3048">
                  <c:v>10004.6</c:v>
                </c:pt>
                <c:pt idx="3049">
                  <c:v>10010.5</c:v>
                </c:pt>
                <c:pt idx="3050">
                  <c:v>10010.5</c:v>
                </c:pt>
                <c:pt idx="3051">
                  <c:v>10010.5</c:v>
                </c:pt>
                <c:pt idx="3052">
                  <c:v>10010.5</c:v>
                </c:pt>
                <c:pt idx="3053">
                  <c:v>10004.6</c:v>
                </c:pt>
                <c:pt idx="3054">
                  <c:v>10004.6</c:v>
                </c:pt>
                <c:pt idx="3055">
                  <c:v>10010.5</c:v>
                </c:pt>
                <c:pt idx="3056">
                  <c:v>10016.4</c:v>
                </c:pt>
                <c:pt idx="3057">
                  <c:v>10028.199999999999</c:v>
                </c:pt>
                <c:pt idx="3058">
                  <c:v>10028.199999999999</c:v>
                </c:pt>
                <c:pt idx="3059">
                  <c:v>10028.199999999999</c:v>
                </c:pt>
                <c:pt idx="3060">
                  <c:v>10032.799999999999</c:v>
                </c:pt>
                <c:pt idx="3061">
                  <c:v>10038.700000000001</c:v>
                </c:pt>
                <c:pt idx="3062">
                  <c:v>10038.700000000001</c:v>
                </c:pt>
                <c:pt idx="3063">
                  <c:v>10044.6</c:v>
                </c:pt>
                <c:pt idx="3064">
                  <c:v>10056.4</c:v>
                </c:pt>
                <c:pt idx="3065">
                  <c:v>10056.4</c:v>
                </c:pt>
                <c:pt idx="3066">
                  <c:v>10056.4</c:v>
                </c:pt>
                <c:pt idx="3067">
                  <c:v>10062.299999999999</c:v>
                </c:pt>
                <c:pt idx="3068">
                  <c:v>10062.299999999999</c:v>
                </c:pt>
                <c:pt idx="3069">
                  <c:v>10062.299999999999</c:v>
                </c:pt>
                <c:pt idx="3070">
                  <c:v>10068.200000000001</c:v>
                </c:pt>
                <c:pt idx="3071">
                  <c:v>10074.1</c:v>
                </c:pt>
                <c:pt idx="3072">
                  <c:v>10074.1</c:v>
                </c:pt>
                <c:pt idx="3073">
                  <c:v>10074.1</c:v>
                </c:pt>
                <c:pt idx="3074">
                  <c:v>10074.1</c:v>
                </c:pt>
                <c:pt idx="3075">
                  <c:v>10080</c:v>
                </c:pt>
                <c:pt idx="3076">
                  <c:v>10131.9</c:v>
                </c:pt>
                <c:pt idx="3077">
                  <c:v>10137.799999999999</c:v>
                </c:pt>
                <c:pt idx="3078">
                  <c:v>10149.6</c:v>
                </c:pt>
                <c:pt idx="3079">
                  <c:v>10149.6</c:v>
                </c:pt>
                <c:pt idx="3080">
                  <c:v>10149.6</c:v>
                </c:pt>
                <c:pt idx="3081">
                  <c:v>10155.5</c:v>
                </c:pt>
                <c:pt idx="3082">
                  <c:v>10161.4</c:v>
                </c:pt>
                <c:pt idx="3083">
                  <c:v>10155.5</c:v>
                </c:pt>
                <c:pt idx="3084">
                  <c:v>10149.6</c:v>
                </c:pt>
                <c:pt idx="3085">
                  <c:v>10108.299999999999</c:v>
                </c:pt>
                <c:pt idx="3086">
                  <c:v>10108.299999999999</c:v>
                </c:pt>
                <c:pt idx="3087">
                  <c:v>10108.299999999999</c:v>
                </c:pt>
                <c:pt idx="3088">
                  <c:v>10150.5</c:v>
                </c:pt>
                <c:pt idx="3089">
                  <c:v>10150.5</c:v>
                </c:pt>
                <c:pt idx="3090">
                  <c:v>10156.4</c:v>
                </c:pt>
                <c:pt idx="3091">
                  <c:v>10156.4</c:v>
                </c:pt>
                <c:pt idx="3092">
                  <c:v>10162.299999999999</c:v>
                </c:pt>
                <c:pt idx="3093">
                  <c:v>10162.299999999999</c:v>
                </c:pt>
                <c:pt idx="3094">
                  <c:v>10162.299999999999</c:v>
                </c:pt>
                <c:pt idx="3095">
                  <c:v>10156.4</c:v>
                </c:pt>
                <c:pt idx="3096">
                  <c:v>10162.299999999999</c:v>
                </c:pt>
                <c:pt idx="3097">
                  <c:v>10156.4</c:v>
                </c:pt>
                <c:pt idx="3098">
                  <c:v>10232.799999999999</c:v>
                </c:pt>
                <c:pt idx="3099">
                  <c:v>10232.799999999999</c:v>
                </c:pt>
                <c:pt idx="3100">
                  <c:v>10232.799999999999</c:v>
                </c:pt>
                <c:pt idx="3101">
                  <c:v>10232.799999999999</c:v>
                </c:pt>
                <c:pt idx="3102">
                  <c:v>10232.799999999999</c:v>
                </c:pt>
                <c:pt idx="3103">
                  <c:v>10221</c:v>
                </c:pt>
                <c:pt idx="3104">
                  <c:v>10215.1</c:v>
                </c:pt>
                <c:pt idx="3105">
                  <c:v>10426.9</c:v>
                </c:pt>
                <c:pt idx="3106">
                  <c:v>10438.700000000001</c:v>
                </c:pt>
                <c:pt idx="3107">
                  <c:v>10438.700000000001</c:v>
                </c:pt>
                <c:pt idx="3108">
                  <c:v>10438.700000000001</c:v>
                </c:pt>
                <c:pt idx="3109">
                  <c:v>10444.6</c:v>
                </c:pt>
                <c:pt idx="3110">
                  <c:v>10444.6</c:v>
                </c:pt>
                <c:pt idx="3111">
                  <c:v>10456.4</c:v>
                </c:pt>
                <c:pt idx="3112">
                  <c:v>10479.4</c:v>
                </c:pt>
                <c:pt idx="3113">
                  <c:v>10479.700000000001</c:v>
                </c:pt>
                <c:pt idx="3114">
                  <c:v>10479.700000000001</c:v>
                </c:pt>
                <c:pt idx="3115">
                  <c:v>10479.700000000001</c:v>
                </c:pt>
                <c:pt idx="3116">
                  <c:v>10479.700000000001</c:v>
                </c:pt>
                <c:pt idx="3117">
                  <c:v>10491.5</c:v>
                </c:pt>
                <c:pt idx="3118">
                  <c:v>10491.5</c:v>
                </c:pt>
                <c:pt idx="3119">
                  <c:v>10509.2</c:v>
                </c:pt>
                <c:pt idx="3120">
                  <c:v>10497.4</c:v>
                </c:pt>
                <c:pt idx="3121">
                  <c:v>10497.4</c:v>
                </c:pt>
                <c:pt idx="3122">
                  <c:v>10497.4</c:v>
                </c:pt>
                <c:pt idx="3123">
                  <c:v>10721</c:v>
                </c:pt>
                <c:pt idx="3124">
                  <c:v>10721</c:v>
                </c:pt>
                <c:pt idx="3125">
                  <c:v>10715.1</c:v>
                </c:pt>
                <c:pt idx="3126">
                  <c:v>11121</c:v>
                </c:pt>
                <c:pt idx="3127">
                  <c:v>11121</c:v>
                </c:pt>
                <c:pt idx="3128">
                  <c:v>11121</c:v>
                </c:pt>
                <c:pt idx="3129">
                  <c:v>11121</c:v>
                </c:pt>
                <c:pt idx="3130">
                  <c:v>11091.5</c:v>
                </c:pt>
                <c:pt idx="3131">
                  <c:v>11079.7</c:v>
                </c:pt>
                <c:pt idx="3132">
                  <c:v>11103.3</c:v>
                </c:pt>
                <c:pt idx="3133">
                  <c:v>11085.6</c:v>
                </c:pt>
                <c:pt idx="3134">
                  <c:v>11103.3</c:v>
                </c:pt>
                <c:pt idx="3135">
                  <c:v>11103.3</c:v>
                </c:pt>
                <c:pt idx="3136">
                  <c:v>11103.3</c:v>
                </c:pt>
                <c:pt idx="3137">
                  <c:v>11103.3</c:v>
                </c:pt>
                <c:pt idx="3138">
                  <c:v>11091.5</c:v>
                </c:pt>
                <c:pt idx="3139">
                  <c:v>11081.9</c:v>
                </c:pt>
                <c:pt idx="3140">
                  <c:v>11114.8</c:v>
                </c:pt>
                <c:pt idx="3141">
                  <c:v>11120.7</c:v>
                </c:pt>
                <c:pt idx="3142">
                  <c:v>11120.7</c:v>
                </c:pt>
                <c:pt idx="3143">
                  <c:v>11120.7</c:v>
                </c:pt>
                <c:pt idx="3144">
                  <c:v>11220.7</c:v>
                </c:pt>
                <c:pt idx="3145">
                  <c:v>11238.1</c:v>
                </c:pt>
                <c:pt idx="3146">
                  <c:v>11202.7</c:v>
                </c:pt>
                <c:pt idx="3147">
                  <c:v>11214.5</c:v>
                </c:pt>
                <c:pt idx="3148">
                  <c:v>11208.6</c:v>
                </c:pt>
                <c:pt idx="3149">
                  <c:v>11208.6</c:v>
                </c:pt>
                <c:pt idx="3150">
                  <c:v>11208.6</c:v>
                </c:pt>
                <c:pt idx="3151">
                  <c:v>11208.6</c:v>
                </c:pt>
                <c:pt idx="3152">
                  <c:v>11214.5</c:v>
                </c:pt>
                <c:pt idx="3153">
                  <c:v>11181.6</c:v>
                </c:pt>
                <c:pt idx="3154">
                  <c:v>11181.6</c:v>
                </c:pt>
                <c:pt idx="3155">
                  <c:v>11181.6</c:v>
                </c:pt>
                <c:pt idx="3156">
                  <c:v>11181.6</c:v>
                </c:pt>
                <c:pt idx="3157">
                  <c:v>11181.6</c:v>
                </c:pt>
                <c:pt idx="3158">
                  <c:v>11187.5</c:v>
                </c:pt>
                <c:pt idx="3159">
                  <c:v>11299.3</c:v>
                </c:pt>
                <c:pt idx="3160">
                  <c:v>11299.3</c:v>
                </c:pt>
                <c:pt idx="3161">
                  <c:v>11299.3</c:v>
                </c:pt>
                <c:pt idx="3162">
                  <c:v>11305.2</c:v>
                </c:pt>
                <c:pt idx="3163">
                  <c:v>11305.2</c:v>
                </c:pt>
                <c:pt idx="3164">
                  <c:v>11305.2</c:v>
                </c:pt>
                <c:pt idx="3165">
                  <c:v>11251.2</c:v>
                </c:pt>
                <c:pt idx="3166">
                  <c:v>11233.5</c:v>
                </c:pt>
                <c:pt idx="3167">
                  <c:v>11233.5</c:v>
                </c:pt>
                <c:pt idx="3168">
                  <c:v>11221.7</c:v>
                </c:pt>
                <c:pt idx="3169">
                  <c:v>11233.2</c:v>
                </c:pt>
                <c:pt idx="3170">
                  <c:v>11233.2</c:v>
                </c:pt>
                <c:pt idx="3171">
                  <c:v>11233.2</c:v>
                </c:pt>
                <c:pt idx="3172">
                  <c:v>11233.2</c:v>
                </c:pt>
                <c:pt idx="3173">
                  <c:v>11227.3</c:v>
                </c:pt>
                <c:pt idx="3174">
                  <c:v>11267.8</c:v>
                </c:pt>
                <c:pt idx="3175">
                  <c:v>11261.9</c:v>
                </c:pt>
                <c:pt idx="3176">
                  <c:v>11267.8</c:v>
                </c:pt>
                <c:pt idx="3177">
                  <c:v>11267.8</c:v>
                </c:pt>
                <c:pt idx="3178">
                  <c:v>11267.8</c:v>
                </c:pt>
                <c:pt idx="3179">
                  <c:v>11267.8</c:v>
                </c:pt>
                <c:pt idx="3180">
                  <c:v>11238.3</c:v>
                </c:pt>
                <c:pt idx="3181">
                  <c:v>11226.5</c:v>
                </c:pt>
                <c:pt idx="3182">
                  <c:v>11238.3</c:v>
                </c:pt>
                <c:pt idx="3183">
                  <c:v>11238.3</c:v>
                </c:pt>
                <c:pt idx="3184">
                  <c:v>11238.3</c:v>
                </c:pt>
                <c:pt idx="3185">
                  <c:v>11238.3</c:v>
                </c:pt>
                <c:pt idx="3186">
                  <c:v>11256</c:v>
                </c:pt>
                <c:pt idx="3187">
                  <c:v>11256</c:v>
                </c:pt>
                <c:pt idx="3188">
                  <c:v>11242.5</c:v>
                </c:pt>
                <c:pt idx="3189">
                  <c:v>11248.4</c:v>
                </c:pt>
                <c:pt idx="3190">
                  <c:v>11227.3</c:v>
                </c:pt>
                <c:pt idx="3191">
                  <c:v>11227.3</c:v>
                </c:pt>
                <c:pt idx="3192">
                  <c:v>11227.3</c:v>
                </c:pt>
                <c:pt idx="3193">
                  <c:v>11227.3</c:v>
                </c:pt>
                <c:pt idx="3194">
                  <c:v>11221.4</c:v>
                </c:pt>
                <c:pt idx="3195">
                  <c:v>11221.4</c:v>
                </c:pt>
                <c:pt idx="3196">
                  <c:v>11221.4</c:v>
                </c:pt>
                <c:pt idx="3197">
                  <c:v>11221.4</c:v>
                </c:pt>
                <c:pt idx="3198">
                  <c:v>11221.4</c:v>
                </c:pt>
                <c:pt idx="3199">
                  <c:v>11221.4</c:v>
                </c:pt>
                <c:pt idx="3200">
                  <c:v>11227.3</c:v>
                </c:pt>
                <c:pt idx="3201">
                  <c:v>11233.2</c:v>
                </c:pt>
                <c:pt idx="3202">
                  <c:v>11245</c:v>
                </c:pt>
                <c:pt idx="3203">
                  <c:v>11256.8</c:v>
                </c:pt>
                <c:pt idx="3204">
                  <c:v>11256.8</c:v>
                </c:pt>
                <c:pt idx="3205">
                  <c:v>11256.8</c:v>
                </c:pt>
                <c:pt idx="3206">
                  <c:v>11256.8</c:v>
                </c:pt>
                <c:pt idx="3207">
                  <c:v>11256.8</c:v>
                </c:pt>
                <c:pt idx="3208">
                  <c:v>11245.3</c:v>
                </c:pt>
                <c:pt idx="3209">
                  <c:v>11239.4</c:v>
                </c:pt>
                <c:pt idx="3210">
                  <c:v>11233.5</c:v>
                </c:pt>
                <c:pt idx="3211">
                  <c:v>11233.5</c:v>
                </c:pt>
                <c:pt idx="3212">
                  <c:v>11233.5</c:v>
                </c:pt>
                <c:pt idx="3213">
                  <c:v>11233.5</c:v>
                </c:pt>
                <c:pt idx="3214">
                  <c:v>11233.5</c:v>
                </c:pt>
                <c:pt idx="3215">
                  <c:v>11245.3</c:v>
                </c:pt>
                <c:pt idx="3216">
                  <c:v>11257.1</c:v>
                </c:pt>
                <c:pt idx="3217">
                  <c:v>11239.7</c:v>
                </c:pt>
                <c:pt idx="3218">
                  <c:v>11239.7</c:v>
                </c:pt>
                <c:pt idx="3219">
                  <c:v>11239.7</c:v>
                </c:pt>
                <c:pt idx="3220">
                  <c:v>11239.7</c:v>
                </c:pt>
                <c:pt idx="3221">
                  <c:v>11233.8</c:v>
                </c:pt>
                <c:pt idx="3222">
                  <c:v>11233.8</c:v>
                </c:pt>
                <c:pt idx="3223">
                  <c:v>11245.6</c:v>
                </c:pt>
                <c:pt idx="3224">
                  <c:v>11234.1</c:v>
                </c:pt>
                <c:pt idx="3225">
                  <c:v>11203.7</c:v>
                </c:pt>
                <c:pt idx="3226">
                  <c:v>11203.7</c:v>
                </c:pt>
                <c:pt idx="3227">
                  <c:v>11203.7</c:v>
                </c:pt>
                <c:pt idx="3228">
                  <c:v>11227.3</c:v>
                </c:pt>
                <c:pt idx="3229">
                  <c:v>11233.5</c:v>
                </c:pt>
                <c:pt idx="3230">
                  <c:v>11227.6</c:v>
                </c:pt>
                <c:pt idx="3231">
                  <c:v>11239.4</c:v>
                </c:pt>
                <c:pt idx="3232">
                  <c:v>11251.2</c:v>
                </c:pt>
                <c:pt idx="3233">
                  <c:v>11251.2</c:v>
                </c:pt>
                <c:pt idx="3234">
                  <c:v>11251.2</c:v>
                </c:pt>
                <c:pt idx="3235">
                  <c:v>11263</c:v>
                </c:pt>
                <c:pt idx="3236">
                  <c:v>11251.2</c:v>
                </c:pt>
                <c:pt idx="3237">
                  <c:v>11233.5</c:v>
                </c:pt>
                <c:pt idx="3238">
                  <c:v>11221.7</c:v>
                </c:pt>
                <c:pt idx="3239">
                  <c:v>11221.7</c:v>
                </c:pt>
                <c:pt idx="3240">
                  <c:v>11221.7</c:v>
                </c:pt>
                <c:pt idx="3241">
                  <c:v>11221.7</c:v>
                </c:pt>
                <c:pt idx="3242">
                  <c:v>11192.2</c:v>
                </c:pt>
                <c:pt idx="3243">
                  <c:v>11192.2</c:v>
                </c:pt>
                <c:pt idx="3244">
                  <c:v>11219.2</c:v>
                </c:pt>
                <c:pt idx="3245">
                  <c:v>11172</c:v>
                </c:pt>
                <c:pt idx="3246">
                  <c:v>11148.7</c:v>
                </c:pt>
                <c:pt idx="3247">
                  <c:v>11148.7</c:v>
                </c:pt>
                <c:pt idx="3248">
                  <c:v>11148.7</c:v>
                </c:pt>
                <c:pt idx="3249">
                  <c:v>11160.5</c:v>
                </c:pt>
                <c:pt idx="3250">
                  <c:v>11172.3</c:v>
                </c:pt>
                <c:pt idx="3251">
                  <c:v>11160.5</c:v>
                </c:pt>
                <c:pt idx="3252">
                  <c:v>11166.7</c:v>
                </c:pt>
                <c:pt idx="3253">
                  <c:v>11160.8</c:v>
                </c:pt>
                <c:pt idx="3254">
                  <c:v>11160.8</c:v>
                </c:pt>
                <c:pt idx="3255">
                  <c:v>11160.8</c:v>
                </c:pt>
                <c:pt idx="3256">
                  <c:v>11149</c:v>
                </c:pt>
                <c:pt idx="3257">
                  <c:v>11137.2</c:v>
                </c:pt>
                <c:pt idx="3258">
                  <c:v>10969.5</c:v>
                </c:pt>
                <c:pt idx="3259">
                  <c:v>10963.6</c:v>
                </c:pt>
                <c:pt idx="3260">
                  <c:v>10987.2</c:v>
                </c:pt>
                <c:pt idx="3261">
                  <c:v>10987.2</c:v>
                </c:pt>
                <c:pt idx="3262">
                  <c:v>10987.2</c:v>
                </c:pt>
                <c:pt idx="3263">
                  <c:v>10993.1</c:v>
                </c:pt>
                <c:pt idx="3264">
                  <c:v>11069.8</c:v>
                </c:pt>
                <c:pt idx="3265">
                  <c:v>11037.5</c:v>
                </c:pt>
                <c:pt idx="3266">
                  <c:v>11049.3</c:v>
                </c:pt>
                <c:pt idx="3267">
                  <c:v>11049.3</c:v>
                </c:pt>
                <c:pt idx="3268">
                  <c:v>11049.3</c:v>
                </c:pt>
                <c:pt idx="3269">
                  <c:v>11049.3</c:v>
                </c:pt>
                <c:pt idx="3270">
                  <c:v>11067</c:v>
                </c:pt>
                <c:pt idx="3271">
                  <c:v>11096.8</c:v>
                </c:pt>
                <c:pt idx="3272">
                  <c:v>11132.2</c:v>
                </c:pt>
                <c:pt idx="3273">
                  <c:v>11279.7</c:v>
                </c:pt>
                <c:pt idx="3274">
                  <c:v>11348</c:v>
                </c:pt>
                <c:pt idx="3275">
                  <c:v>11348</c:v>
                </c:pt>
                <c:pt idx="3276">
                  <c:v>11348</c:v>
                </c:pt>
                <c:pt idx="3277">
                  <c:v>11342.1</c:v>
                </c:pt>
                <c:pt idx="3278">
                  <c:v>11365.7</c:v>
                </c:pt>
                <c:pt idx="3279">
                  <c:v>11407</c:v>
                </c:pt>
                <c:pt idx="3280">
                  <c:v>11348</c:v>
                </c:pt>
                <c:pt idx="3281">
                  <c:v>11353.9</c:v>
                </c:pt>
                <c:pt idx="3282">
                  <c:v>11353.9</c:v>
                </c:pt>
                <c:pt idx="3283">
                  <c:v>11353.9</c:v>
                </c:pt>
                <c:pt idx="3284">
                  <c:v>11265.7</c:v>
                </c:pt>
                <c:pt idx="3285">
                  <c:v>11175</c:v>
                </c:pt>
                <c:pt idx="3286">
                  <c:v>11204.5</c:v>
                </c:pt>
                <c:pt idx="3287">
                  <c:v>11204.5</c:v>
                </c:pt>
                <c:pt idx="3288">
                  <c:v>11216.3</c:v>
                </c:pt>
                <c:pt idx="3289">
                  <c:v>11216.3</c:v>
                </c:pt>
                <c:pt idx="3290">
                  <c:v>11216.3</c:v>
                </c:pt>
                <c:pt idx="3291">
                  <c:v>11234</c:v>
                </c:pt>
                <c:pt idx="3292">
                  <c:v>11239.9</c:v>
                </c:pt>
                <c:pt idx="3293">
                  <c:v>11039.9</c:v>
                </c:pt>
                <c:pt idx="3294">
                  <c:v>11039.9</c:v>
                </c:pt>
                <c:pt idx="3295">
                  <c:v>11051.7</c:v>
                </c:pt>
                <c:pt idx="3296">
                  <c:v>11051.7</c:v>
                </c:pt>
                <c:pt idx="3297">
                  <c:v>11051.7</c:v>
                </c:pt>
                <c:pt idx="3298">
                  <c:v>11057.6</c:v>
                </c:pt>
                <c:pt idx="3299">
                  <c:v>11069.4</c:v>
                </c:pt>
                <c:pt idx="3300">
                  <c:v>11090.5</c:v>
                </c:pt>
                <c:pt idx="3301">
                  <c:v>11066.9</c:v>
                </c:pt>
                <c:pt idx="3302">
                  <c:v>11055.1</c:v>
                </c:pt>
                <c:pt idx="3303">
                  <c:v>11055.1</c:v>
                </c:pt>
                <c:pt idx="3304">
                  <c:v>11055.1</c:v>
                </c:pt>
                <c:pt idx="3305">
                  <c:v>10925.6</c:v>
                </c:pt>
                <c:pt idx="3306">
                  <c:v>10925.6</c:v>
                </c:pt>
                <c:pt idx="3307">
                  <c:v>10902</c:v>
                </c:pt>
                <c:pt idx="3308">
                  <c:v>10913.8</c:v>
                </c:pt>
                <c:pt idx="3309">
                  <c:v>10925.6</c:v>
                </c:pt>
                <c:pt idx="3310">
                  <c:v>10925.6</c:v>
                </c:pt>
                <c:pt idx="3311">
                  <c:v>10925.6</c:v>
                </c:pt>
                <c:pt idx="3312">
                  <c:v>10943.3</c:v>
                </c:pt>
                <c:pt idx="3313">
                  <c:v>10955.1</c:v>
                </c:pt>
                <c:pt idx="3314">
                  <c:v>10955.1</c:v>
                </c:pt>
                <c:pt idx="3315">
                  <c:v>10936.4</c:v>
                </c:pt>
                <c:pt idx="3316">
                  <c:v>10930.5</c:v>
                </c:pt>
                <c:pt idx="3317">
                  <c:v>10930.5</c:v>
                </c:pt>
                <c:pt idx="3318">
                  <c:v>10930.5</c:v>
                </c:pt>
                <c:pt idx="3319">
                  <c:v>10824.6</c:v>
                </c:pt>
                <c:pt idx="3320">
                  <c:v>10806.9</c:v>
                </c:pt>
                <c:pt idx="3321">
                  <c:v>10759.7</c:v>
                </c:pt>
                <c:pt idx="3322">
                  <c:v>10777.4</c:v>
                </c:pt>
                <c:pt idx="3323">
                  <c:v>10761</c:v>
                </c:pt>
                <c:pt idx="3324">
                  <c:v>10761</c:v>
                </c:pt>
                <c:pt idx="3325">
                  <c:v>10761</c:v>
                </c:pt>
                <c:pt idx="3326">
                  <c:v>10755.1</c:v>
                </c:pt>
                <c:pt idx="3327">
                  <c:v>10761</c:v>
                </c:pt>
                <c:pt idx="3328">
                  <c:v>10761</c:v>
                </c:pt>
                <c:pt idx="3329">
                  <c:v>10755.1</c:v>
                </c:pt>
                <c:pt idx="3330">
                  <c:v>10719.7</c:v>
                </c:pt>
                <c:pt idx="3331">
                  <c:v>10719.7</c:v>
                </c:pt>
                <c:pt idx="3332">
                  <c:v>10719.7</c:v>
                </c:pt>
                <c:pt idx="3333">
                  <c:v>10643</c:v>
                </c:pt>
                <c:pt idx="3334">
                  <c:v>10643</c:v>
                </c:pt>
                <c:pt idx="3335">
                  <c:v>10643</c:v>
                </c:pt>
                <c:pt idx="3336">
                  <c:v>10643</c:v>
                </c:pt>
                <c:pt idx="3337">
                  <c:v>10643</c:v>
                </c:pt>
                <c:pt idx="3338">
                  <c:v>10643</c:v>
                </c:pt>
                <c:pt idx="3339">
                  <c:v>10643</c:v>
                </c:pt>
                <c:pt idx="3340">
                  <c:v>10643</c:v>
                </c:pt>
                <c:pt idx="3341">
                  <c:v>10643</c:v>
                </c:pt>
                <c:pt idx="3342">
                  <c:v>10672.5</c:v>
                </c:pt>
                <c:pt idx="3343">
                  <c:v>10643</c:v>
                </c:pt>
                <c:pt idx="3344">
                  <c:v>10607.6</c:v>
                </c:pt>
                <c:pt idx="3345">
                  <c:v>10607.6</c:v>
                </c:pt>
                <c:pt idx="3346">
                  <c:v>10607.6</c:v>
                </c:pt>
                <c:pt idx="3347">
                  <c:v>10525</c:v>
                </c:pt>
                <c:pt idx="3348">
                  <c:v>10525</c:v>
                </c:pt>
                <c:pt idx="3349">
                  <c:v>10607.6</c:v>
                </c:pt>
                <c:pt idx="3350">
                  <c:v>10578.1</c:v>
                </c:pt>
                <c:pt idx="3351">
                  <c:v>10553.2</c:v>
                </c:pt>
                <c:pt idx="3352">
                  <c:v>10553.2</c:v>
                </c:pt>
                <c:pt idx="3353">
                  <c:v>10553.2</c:v>
                </c:pt>
                <c:pt idx="3354">
                  <c:v>10571.9</c:v>
                </c:pt>
                <c:pt idx="3355">
                  <c:v>10542.4</c:v>
                </c:pt>
                <c:pt idx="3356">
                  <c:v>10548.3</c:v>
                </c:pt>
                <c:pt idx="3357">
                  <c:v>10536.5</c:v>
                </c:pt>
                <c:pt idx="3358">
                  <c:v>10512.6</c:v>
                </c:pt>
                <c:pt idx="3359">
                  <c:v>10512.6</c:v>
                </c:pt>
                <c:pt idx="3360">
                  <c:v>10512.6</c:v>
                </c:pt>
                <c:pt idx="3361">
                  <c:v>10506.7</c:v>
                </c:pt>
                <c:pt idx="3362">
                  <c:v>10536.2</c:v>
                </c:pt>
                <c:pt idx="3363">
                  <c:v>10548</c:v>
                </c:pt>
                <c:pt idx="3364">
                  <c:v>10565.7</c:v>
                </c:pt>
                <c:pt idx="3365">
                  <c:v>10577.5</c:v>
                </c:pt>
                <c:pt idx="3366">
                  <c:v>10577.5</c:v>
                </c:pt>
                <c:pt idx="3367">
                  <c:v>10577.5</c:v>
                </c:pt>
                <c:pt idx="3368">
                  <c:v>10595.2</c:v>
                </c:pt>
                <c:pt idx="3369">
                  <c:v>10553.9</c:v>
                </c:pt>
                <c:pt idx="3370">
                  <c:v>10359.799999999999</c:v>
                </c:pt>
                <c:pt idx="3371">
                  <c:v>10371.6</c:v>
                </c:pt>
                <c:pt idx="3372">
                  <c:v>10365.700000000001</c:v>
                </c:pt>
                <c:pt idx="3373">
                  <c:v>10365.700000000001</c:v>
                </c:pt>
                <c:pt idx="3374">
                  <c:v>10365.700000000001</c:v>
                </c:pt>
                <c:pt idx="3375">
                  <c:v>10365.700000000001</c:v>
                </c:pt>
                <c:pt idx="3376">
                  <c:v>10353.9</c:v>
                </c:pt>
                <c:pt idx="3377">
                  <c:v>10359.799999999999</c:v>
                </c:pt>
                <c:pt idx="3378">
                  <c:v>10248</c:v>
                </c:pt>
                <c:pt idx="3379">
                  <c:v>10253.9</c:v>
                </c:pt>
                <c:pt idx="3380">
                  <c:v>10253.9</c:v>
                </c:pt>
                <c:pt idx="3381">
                  <c:v>10253.9</c:v>
                </c:pt>
                <c:pt idx="3382">
                  <c:v>10253.9</c:v>
                </c:pt>
                <c:pt idx="3383">
                  <c:v>10248</c:v>
                </c:pt>
                <c:pt idx="3384">
                  <c:v>10223.1</c:v>
                </c:pt>
                <c:pt idx="3385">
                  <c:v>10223.1</c:v>
                </c:pt>
                <c:pt idx="3386">
                  <c:v>10029</c:v>
                </c:pt>
                <c:pt idx="3387">
                  <c:v>10029</c:v>
                </c:pt>
                <c:pt idx="3388">
                  <c:v>10029</c:v>
                </c:pt>
                <c:pt idx="3389">
                  <c:v>10023.1</c:v>
                </c:pt>
                <c:pt idx="3390">
                  <c:v>10017.200000000001</c:v>
                </c:pt>
                <c:pt idx="3391">
                  <c:v>9999.5</c:v>
                </c:pt>
                <c:pt idx="3392">
                  <c:v>9958.2000000000007</c:v>
                </c:pt>
                <c:pt idx="3393">
                  <c:v>9952.2999999999993</c:v>
                </c:pt>
                <c:pt idx="3394">
                  <c:v>9952.2999999999993</c:v>
                </c:pt>
                <c:pt idx="3395">
                  <c:v>9952.2999999999993</c:v>
                </c:pt>
                <c:pt idx="3396">
                  <c:v>9922.7999999999993</c:v>
                </c:pt>
                <c:pt idx="3397">
                  <c:v>9916.9</c:v>
                </c:pt>
                <c:pt idx="3398">
                  <c:v>9946.4</c:v>
                </c:pt>
                <c:pt idx="3399">
                  <c:v>9958.2000000000007</c:v>
                </c:pt>
                <c:pt idx="3400">
                  <c:v>9952.2999999999993</c:v>
                </c:pt>
                <c:pt idx="3401">
                  <c:v>9952.2999999999993</c:v>
                </c:pt>
                <c:pt idx="3402">
                  <c:v>9952.2999999999993</c:v>
                </c:pt>
                <c:pt idx="3403">
                  <c:v>9984.6</c:v>
                </c:pt>
                <c:pt idx="3404">
                  <c:v>9978.7000000000007</c:v>
                </c:pt>
                <c:pt idx="3405">
                  <c:v>9990.5</c:v>
                </c:pt>
                <c:pt idx="3406">
                  <c:v>10002.299999999999</c:v>
                </c:pt>
                <c:pt idx="3407">
                  <c:v>10002.299999999999</c:v>
                </c:pt>
                <c:pt idx="3408">
                  <c:v>10002.299999999999</c:v>
                </c:pt>
                <c:pt idx="3409">
                  <c:v>10002.299999999999</c:v>
                </c:pt>
                <c:pt idx="3410">
                  <c:v>9990.5</c:v>
                </c:pt>
                <c:pt idx="3411">
                  <c:v>9846.4</c:v>
                </c:pt>
                <c:pt idx="3412">
                  <c:v>9976.7999999999993</c:v>
                </c:pt>
                <c:pt idx="3413">
                  <c:v>9975.7999999999993</c:v>
                </c:pt>
                <c:pt idx="3414">
                  <c:v>9999.4</c:v>
                </c:pt>
                <c:pt idx="3415">
                  <c:v>9999.4</c:v>
                </c:pt>
                <c:pt idx="3416">
                  <c:v>9999.4</c:v>
                </c:pt>
                <c:pt idx="3417">
                  <c:v>9993.5</c:v>
                </c:pt>
                <c:pt idx="3418">
                  <c:v>9982</c:v>
                </c:pt>
                <c:pt idx="3419">
                  <c:v>9976.1</c:v>
                </c:pt>
                <c:pt idx="3420">
                  <c:v>9987.9</c:v>
                </c:pt>
                <c:pt idx="3421">
                  <c:v>9982</c:v>
                </c:pt>
                <c:pt idx="3422">
                  <c:v>9982</c:v>
                </c:pt>
                <c:pt idx="3423">
                  <c:v>9982</c:v>
                </c:pt>
                <c:pt idx="3424">
                  <c:v>10036</c:v>
                </c:pt>
                <c:pt idx="3425">
                  <c:v>9941.9</c:v>
                </c:pt>
                <c:pt idx="3426">
                  <c:v>9959.6</c:v>
                </c:pt>
                <c:pt idx="3427">
                  <c:v>9941.9</c:v>
                </c:pt>
                <c:pt idx="3428">
                  <c:v>9930.1</c:v>
                </c:pt>
                <c:pt idx="3429">
                  <c:v>9930.1</c:v>
                </c:pt>
                <c:pt idx="3430">
                  <c:v>9930.1</c:v>
                </c:pt>
                <c:pt idx="3431">
                  <c:v>9941.9</c:v>
                </c:pt>
                <c:pt idx="3432">
                  <c:v>9936</c:v>
                </c:pt>
                <c:pt idx="3433">
                  <c:v>9937.2999999999993</c:v>
                </c:pt>
                <c:pt idx="3434">
                  <c:v>9937.2999999999993</c:v>
                </c:pt>
                <c:pt idx="3435">
                  <c:v>9929.1</c:v>
                </c:pt>
                <c:pt idx="3436">
                  <c:v>9929.1</c:v>
                </c:pt>
                <c:pt idx="3437">
                  <c:v>9929.1</c:v>
                </c:pt>
                <c:pt idx="3438">
                  <c:v>9917.3000000000011</c:v>
                </c:pt>
                <c:pt idx="3439">
                  <c:v>9923.2000000000007</c:v>
                </c:pt>
                <c:pt idx="3440">
                  <c:v>9929.1</c:v>
                </c:pt>
                <c:pt idx="3441">
                  <c:v>9942.2000000000007</c:v>
                </c:pt>
                <c:pt idx="3442">
                  <c:v>9948.1</c:v>
                </c:pt>
                <c:pt idx="3443">
                  <c:v>9948.1</c:v>
                </c:pt>
                <c:pt idx="3444">
                  <c:v>9948.1</c:v>
                </c:pt>
                <c:pt idx="3445">
                  <c:v>9948.1</c:v>
                </c:pt>
                <c:pt idx="3446">
                  <c:v>9948.1</c:v>
                </c:pt>
                <c:pt idx="3447">
                  <c:v>9942.2000000000007</c:v>
                </c:pt>
                <c:pt idx="3448">
                  <c:v>9948.1</c:v>
                </c:pt>
                <c:pt idx="3449">
                  <c:v>9971.7000000000007</c:v>
                </c:pt>
                <c:pt idx="3450">
                  <c:v>9971.7000000000007</c:v>
                </c:pt>
                <c:pt idx="3451">
                  <c:v>9971.7000000000007</c:v>
                </c:pt>
                <c:pt idx="3452">
                  <c:v>9965.7999999999993</c:v>
                </c:pt>
                <c:pt idx="3453">
                  <c:v>9769.2000000000007</c:v>
                </c:pt>
                <c:pt idx="3454">
                  <c:v>9763.2999999999993</c:v>
                </c:pt>
                <c:pt idx="3455">
                  <c:v>9763.2999999999993</c:v>
                </c:pt>
                <c:pt idx="3456">
                  <c:v>9769.2000000000007</c:v>
                </c:pt>
                <c:pt idx="3457">
                  <c:v>9769.2000000000007</c:v>
                </c:pt>
                <c:pt idx="3458">
                  <c:v>9769.2000000000007</c:v>
                </c:pt>
                <c:pt idx="3459">
                  <c:v>9769.2000000000007</c:v>
                </c:pt>
                <c:pt idx="3460">
                  <c:v>9769.2000000000007</c:v>
                </c:pt>
                <c:pt idx="3461">
                  <c:v>9769.2000000000007</c:v>
                </c:pt>
                <c:pt idx="3462">
                  <c:v>9762.3000000000011</c:v>
                </c:pt>
                <c:pt idx="3463">
                  <c:v>9762.3000000000011</c:v>
                </c:pt>
                <c:pt idx="3464">
                  <c:v>9762.3000000000011</c:v>
                </c:pt>
                <c:pt idx="3465">
                  <c:v>9762.3000000000011</c:v>
                </c:pt>
                <c:pt idx="3466">
                  <c:v>9774.1</c:v>
                </c:pt>
                <c:pt idx="3467">
                  <c:v>9780</c:v>
                </c:pt>
                <c:pt idx="3468">
                  <c:v>9774.1</c:v>
                </c:pt>
                <c:pt idx="3469">
                  <c:v>9780</c:v>
                </c:pt>
                <c:pt idx="3470">
                  <c:v>9786.9</c:v>
                </c:pt>
                <c:pt idx="3471">
                  <c:v>9786.9</c:v>
                </c:pt>
                <c:pt idx="3472">
                  <c:v>9786.9</c:v>
                </c:pt>
                <c:pt idx="3473">
                  <c:v>9586.9</c:v>
                </c:pt>
                <c:pt idx="3474">
                  <c:v>9592.7999999999993</c:v>
                </c:pt>
                <c:pt idx="3475">
                  <c:v>9681.2999999999993</c:v>
                </c:pt>
                <c:pt idx="3476">
                  <c:v>9669.5</c:v>
                </c:pt>
                <c:pt idx="3477">
                  <c:v>9640</c:v>
                </c:pt>
                <c:pt idx="3478">
                  <c:v>9640</c:v>
                </c:pt>
                <c:pt idx="3479">
                  <c:v>9640</c:v>
                </c:pt>
                <c:pt idx="3480">
                  <c:v>9622.2999999999993</c:v>
                </c:pt>
                <c:pt idx="3481">
                  <c:v>9817.2000000000007</c:v>
                </c:pt>
                <c:pt idx="3482">
                  <c:v>9834.9</c:v>
                </c:pt>
                <c:pt idx="3483">
                  <c:v>9852.6</c:v>
                </c:pt>
                <c:pt idx="3484">
                  <c:v>9858.5</c:v>
                </c:pt>
                <c:pt idx="3485">
                  <c:v>9858.5</c:v>
                </c:pt>
                <c:pt idx="3486">
                  <c:v>9858.5</c:v>
                </c:pt>
                <c:pt idx="3487">
                  <c:v>9846.7000000000007</c:v>
                </c:pt>
                <c:pt idx="3488">
                  <c:v>9852.6</c:v>
                </c:pt>
                <c:pt idx="3489">
                  <c:v>9664.4</c:v>
                </c:pt>
                <c:pt idx="3490">
                  <c:v>9652.9</c:v>
                </c:pt>
                <c:pt idx="3491">
                  <c:v>9652.9</c:v>
                </c:pt>
                <c:pt idx="3492">
                  <c:v>9652.9</c:v>
                </c:pt>
                <c:pt idx="3493">
                  <c:v>9652.9</c:v>
                </c:pt>
                <c:pt idx="3494">
                  <c:v>9688.2999999999993</c:v>
                </c:pt>
                <c:pt idx="3495">
                  <c:v>9753.2000000000007</c:v>
                </c:pt>
                <c:pt idx="3496">
                  <c:v>9523.7000000000007</c:v>
                </c:pt>
                <c:pt idx="3497">
                  <c:v>9529.6</c:v>
                </c:pt>
                <c:pt idx="3498">
                  <c:v>9547.2999999999993</c:v>
                </c:pt>
                <c:pt idx="3499">
                  <c:v>9547.2999999999993</c:v>
                </c:pt>
                <c:pt idx="3500">
                  <c:v>9547.2999999999993</c:v>
                </c:pt>
                <c:pt idx="3501">
                  <c:v>9576.7999999999993</c:v>
                </c:pt>
                <c:pt idx="3502">
                  <c:v>9612.2000000000007</c:v>
                </c:pt>
                <c:pt idx="3503">
                  <c:v>9606.2999999999993</c:v>
                </c:pt>
                <c:pt idx="3504">
                  <c:v>9524</c:v>
                </c:pt>
                <c:pt idx="3505">
                  <c:v>9518.1</c:v>
                </c:pt>
                <c:pt idx="3506">
                  <c:v>9518.1</c:v>
                </c:pt>
                <c:pt idx="3507">
                  <c:v>9518.1</c:v>
                </c:pt>
                <c:pt idx="3508">
                  <c:v>9506.2999999999993</c:v>
                </c:pt>
                <c:pt idx="3509">
                  <c:v>9482.7000000000007</c:v>
                </c:pt>
                <c:pt idx="3510">
                  <c:v>9288.6</c:v>
                </c:pt>
                <c:pt idx="3511">
                  <c:v>9065.2999999999993</c:v>
                </c:pt>
                <c:pt idx="3512">
                  <c:v>9053.5</c:v>
                </c:pt>
                <c:pt idx="3513">
                  <c:v>9053.5</c:v>
                </c:pt>
                <c:pt idx="3514">
                  <c:v>9053.5</c:v>
                </c:pt>
                <c:pt idx="3515">
                  <c:v>9083</c:v>
                </c:pt>
                <c:pt idx="3516">
                  <c:v>9094.7999999999993</c:v>
                </c:pt>
                <c:pt idx="3517">
                  <c:v>9100.7000000000007</c:v>
                </c:pt>
                <c:pt idx="3518">
                  <c:v>9118.4</c:v>
                </c:pt>
                <c:pt idx="3519">
                  <c:v>9124.2999999999993</c:v>
                </c:pt>
                <c:pt idx="3520">
                  <c:v>9124.2999999999993</c:v>
                </c:pt>
                <c:pt idx="3521">
                  <c:v>9124.2999999999993</c:v>
                </c:pt>
                <c:pt idx="3522">
                  <c:v>9159.7000000000007</c:v>
                </c:pt>
                <c:pt idx="3523">
                  <c:v>9189.2000000000007</c:v>
                </c:pt>
                <c:pt idx="3524">
                  <c:v>9201</c:v>
                </c:pt>
                <c:pt idx="3525">
                  <c:v>9164.6</c:v>
                </c:pt>
                <c:pt idx="3526">
                  <c:v>9123.3000000000011</c:v>
                </c:pt>
                <c:pt idx="3527">
                  <c:v>9123.3000000000011</c:v>
                </c:pt>
                <c:pt idx="3528">
                  <c:v>9123.3000000000011</c:v>
                </c:pt>
                <c:pt idx="3529">
                  <c:v>9135.1</c:v>
                </c:pt>
                <c:pt idx="3530">
                  <c:v>9176.4</c:v>
                </c:pt>
                <c:pt idx="3531">
                  <c:v>9176.4</c:v>
                </c:pt>
                <c:pt idx="3532">
                  <c:v>9176.4</c:v>
                </c:pt>
                <c:pt idx="3533">
                  <c:v>9176.4</c:v>
                </c:pt>
                <c:pt idx="3534">
                  <c:v>9176.4</c:v>
                </c:pt>
                <c:pt idx="3535">
                  <c:v>9182.3000000000011</c:v>
                </c:pt>
                <c:pt idx="3536">
                  <c:v>9176.4</c:v>
                </c:pt>
                <c:pt idx="3537">
                  <c:v>9176.4</c:v>
                </c:pt>
                <c:pt idx="3538">
                  <c:v>9152.8000000000011</c:v>
                </c:pt>
                <c:pt idx="3539">
                  <c:v>9160</c:v>
                </c:pt>
                <c:pt idx="3540">
                  <c:v>9130.5</c:v>
                </c:pt>
                <c:pt idx="3541">
                  <c:v>9130.5</c:v>
                </c:pt>
                <c:pt idx="3542">
                  <c:v>9130.5</c:v>
                </c:pt>
                <c:pt idx="3543">
                  <c:v>9160</c:v>
                </c:pt>
                <c:pt idx="3544">
                  <c:v>9306.7999999999993</c:v>
                </c:pt>
                <c:pt idx="3545">
                  <c:v>9306.7999999999993</c:v>
                </c:pt>
                <c:pt idx="3546">
                  <c:v>9483.2000000000007</c:v>
                </c:pt>
                <c:pt idx="3547">
                  <c:v>9477.2999999999993</c:v>
                </c:pt>
                <c:pt idx="3548">
                  <c:v>9477.2999999999993</c:v>
                </c:pt>
                <c:pt idx="3549">
                  <c:v>9477.2999999999993</c:v>
                </c:pt>
                <c:pt idx="3550">
                  <c:v>9477.2999999999993</c:v>
                </c:pt>
                <c:pt idx="3551">
                  <c:v>9477.2999999999993</c:v>
                </c:pt>
                <c:pt idx="3552">
                  <c:v>9653.7000000000007</c:v>
                </c:pt>
                <c:pt idx="3553">
                  <c:v>9659.6</c:v>
                </c:pt>
                <c:pt idx="3554">
                  <c:v>9658.6</c:v>
                </c:pt>
                <c:pt idx="3555">
                  <c:v>9658.6</c:v>
                </c:pt>
                <c:pt idx="3556">
                  <c:v>9658.6</c:v>
                </c:pt>
                <c:pt idx="3557">
                  <c:v>9676.3000000000011</c:v>
                </c:pt>
                <c:pt idx="3558">
                  <c:v>9688.1</c:v>
                </c:pt>
                <c:pt idx="3559">
                  <c:v>9688.1</c:v>
                </c:pt>
                <c:pt idx="3560">
                  <c:v>9688.1</c:v>
                </c:pt>
                <c:pt idx="3561">
                  <c:v>9688.1</c:v>
                </c:pt>
                <c:pt idx="3562">
                  <c:v>9688.1</c:v>
                </c:pt>
                <c:pt idx="3563">
                  <c:v>9688.1</c:v>
                </c:pt>
                <c:pt idx="3564">
                  <c:v>9688.1</c:v>
                </c:pt>
                <c:pt idx="3565">
                  <c:v>9688.1</c:v>
                </c:pt>
                <c:pt idx="3566">
                  <c:v>9688.1</c:v>
                </c:pt>
                <c:pt idx="3567">
                  <c:v>9647.1</c:v>
                </c:pt>
                <c:pt idx="3568">
                  <c:v>9635.3000000000011</c:v>
                </c:pt>
                <c:pt idx="3569">
                  <c:v>9635.3000000000011</c:v>
                </c:pt>
                <c:pt idx="3570">
                  <c:v>9635.3000000000011</c:v>
                </c:pt>
                <c:pt idx="3571">
                  <c:v>9629.4</c:v>
                </c:pt>
                <c:pt idx="3572">
                  <c:v>9635.3000000000011</c:v>
                </c:pt>
                <c:pt idx="3573">
                  <c:v>9636.6</c:v>
                </c:pt>
                <c:pt idx="3574">
                  <c:v>10142.5</c:v>
                </c:pt>
                <c:pt idx="3575">
                  <c:v>10154.299999999999</c:v>
                </c:pt>
                <c:pt idx="3576">
                  <c:v>10154.299999999999</c:v>
                </c:pt>
                <c:pt idx="3577">
                  <c:v>10154.299999999999</c:v>
                </c:pt>
                <c:pt idx="3578">
                  <c:v>10166.1</c:v>
                </c:pt>
                <c:pt idx="3579">
                  <c:v>10172</c:v>
                </c:pt>
                <c:pt idx="3580">
                  <c:v>10177.9</c:v>
                </c:pt>
                <c:pt idx="3581">
                  <c:v>9972</c:v>
                </c:pt>
                <c:pt idx="3582">
                  <c:v>9983.7999999999993</c:v>
                </c:pt>
                <c:pt idx="3583">
                  <c:v>9983.7999999999993</c:v>
                </c:pt>
                <c:pt idx="3584">
                  <c:v>9983.7999999999993</c:v>
                </c:pt>
                <c:pt idx="3585">
                  <c:v>9989.7000000000007</c:v>
                </c:pt>
                <c:pt idx="3586">
                  <c:v>9992.2999999999993</c:v>
                </c:pt>
                <c:pt idx="3587">
                  <c:v>9986.4</c:v>
                </c:pt>
                <c:pt idx="3588">
                  <c:v>10004.099999999999</c:v>
                </c:pt>
                <c:pt idx="3589">
                  <c:v>9999.5</c:v>
                </c:pt>
                <c:pt idx="3590">
                  <c:v>9999.5</c:v>
                </c:pt>
                <c:pt idx="3591">
                  <c:v>9999.5</c:v>
                </c:pt>
                <c:pt idx="3592">
                  <c:v>9987.7000000000007</c:v>
                </c:pt>
                <c:pt idx="3593">
                  <c:v>10008.800000000001</c:v>
                </c:pt>
                <c:pt idx="3594">
                  <c:v>9991.1</c:v>
                </c:pt>
                <c:pt idx="3595">
                  <c:v>9985.2000000000007</c:v>
                </c:pt>
                <c:pt idx="3596">
                  <c:v>9979.3000000000011</c:v>
                </c:pt>
                <c:pt idx="3597">
                  <c:v>9979.3000000000011</c:v>
                </c:pt>
                <c:pt idx="3598">
                  <c:v>9979.3000000000011</c:v>
                </c:pt>
                <c:pt idx="3599">
                  <c:v>9955.7000000000007</c:v>
                </c:pt>
                <c:pt idx="3600">
                  <c:v>9961.6</c:v>
                </c:pt>
                <c:pt idx="3601">
                  <c:v>9955.7000000000007</c:v>
                </c:pt>
                <c:pt idx="3602">
                  <c:v>10342.6</c:v>
                </c:pt>
                <c:pt idx="3603">
                  <c:v>10315.700000000001</c:v>
                </c:pt>
                <c:pt idx="3604">
                  <c:v>10315.700000000001</c:v>
                </c:pt>
                <c:pt idx="3605">
                  <c:v>10315.700000000001</c:v>
                </c:pt>
                <c:pt idx="3606">
                  <c:v>10315.700000000001</c:v>
                </c:pt>
                <c:pt idx="3607">
                  <c:v>10321.6</c:v>
                </c:pt>
                <c:pt idx="3608">
                  <c:v>10327.5</c:v>
                </c:pt>
                <c:pt idx="3609">
                  <c:v>10027.5</c:v>
                </c:pt>
                <c:pt idx="3610">
                  <c:v>10108.5</c:v>
                </c:pt>
                <c:pt idx="3611">
                  <c:v>10108.5</c:v>
                </c:pt>
                <c:pt idx="3612">
                  <c:v>10108.5</c:v>
                </c:pt>
                <c:pt idx="3613">
                  <c:v>10114.4</c:v>
                </c:pt>
                <c:pt idx="3614">
                  <c:v>10155.700000000001</c:v>
                </c:pt>
                <c:pt idx="3615">
                  <c:v>10126.200000000001</c:v>
                </c:pt>
                <c:pt idx="3616">
                  <c:v>9789.8000000000011</c:v>
                </c:pt>
                <c:pt idx="3617">
                  <c:v>9795.7000000000007</c:v>
                </c:pt>
                <c:pt idx="3618">
                  <c:v>9795.7000000000007</c:v>
                </c:pt>
                <c:pt idx="3619">
                  <c:v>9795.7000000000007</c:v>
                </c:pt>
                <c:pt idx="3620">
                  <c:v>9848.8000000000011</c:v>
                </c:pt>
                <c:pt idx="3621">
                  <c:v>9854.7000000000007</c:v>
                </c:pt>
                <c:pt idx="3622">
                  <c:v>9854.7000000000007</c:v>
                </c:pt>
                <c:pt idx="3623">
                  <c:v>9854.7000000000007</c:v>
                </c:pt>
                <c:pt idx="3624">
                  <c:v>9884.2000000000007</c:v>
                </c:pt>
                <c:pt idx="3625">
                  <c:v>9884.2000000000007</c:v>
                </c:pt>
                <c:pt idx="3626">
                  <c:v>9884.2000000000007</c:v>
                </c:pt>
                <c:pt idx="3627">
                  <c:v>9878.3000000000011</c:v>
                </c:pt>
                <c:pt idx="3628">
                  <c:v>9890.1</c:v>
                </c:pt>
                <c:pt idx="3629">
                  <c:v>9896</c:v>
                </c:pt>
                <c:pt idx="3630">
                  <c:v>9896</c:v>
                </c:pt>
                <c:pt idx="3631">
                  <c:v>9685.5</c:v>
                </c:pt>
                <c:pt idx="3632">
                  <c:v>9685.5</c:v>
                </c:pt>
                <c:pt idx="3633">
                  <c:v>9685.5</c:v>
                </c:pt>
                <c:pt idx="3634">
                  <c:v>9685.5</c:v>
                </c:pt>
                <c:pt idx="3635">
                  <c:v>9685.5</c:v>
                </c:pt>
                <c:pt idx="3636">
                  <c:v>9685.5</c:v>
                </c:pt>
                <c:pt idx="3637">
                  <c:v>9685.5</c:v>
                </c:pt>
                <c:pt idx="3638">
                  <c:v>9703.2000000000007</c:v>
                </c:pt>
                <c:pt idx="3639">
                  <c:v>9703.2000000000007</c:v>
                </c:pt>
                <c:pt idx="3640">
                  <c:v>9703.2000000000007</c:v>
                </c:pt>
                <c:pt idx="3641">
                  <c:v>9720.9</c:v>
                </c:pt>
                <c:pt idx="3642">
                  <c:v>9715</c:v>
                </c:pt>
                <c:pt idx="3643">
                  <c:v>9715</c:v>
                </c:pt>
                <c:pt idx="3644">
                  <c:v>9702.2000000000007</c:v>
                </c:pt>
                <c:pt idx="3645">
                  <c:v>9696.3000000000011</c:v>
                </c:pt>
                <c:pt idx="3646">
                  <c:v>9696.3000000000011</c:v>
                </c:pt>
                <c:pt idx="3647">
                  <c:v>9696.3000000000011</c:v>
                </c:pt>
                <c:pt idx="3648">
                  <c:v>9696.3000000000011</c:v>
                </c:pt>
                <c:pt idx="3649">
                  <c:v>9696.3000000000011</c:v>
                </c:pt>
                <c:pt idx="3650">
                  <c:v>9496.3000000000011</c:v>
                </c:pt>
                <c:pt idx="3651">
                  <c:v>9496.3000000000011</c:v>
                </c:pt>
                <c:pt idx="3652">
                  <c:v>9512.0499999999993</c:v>
                </c:pt>
                <c:pt idx="3653">
                  <c:v>9512.0499999999993</c:v>
                </c:pt>
                <c:pt idx="3654">
                  <c:v>9512.0499999999993</c:v>
                </c:pt>
                <c:pt idx="3655">
                  <c:v>9512.0499999999993</c:v>
                </c:pt>
                <c:pt idx="3656">
                  <c:v>9515</c:v>
                </c:pt>
                <c:pt idx="3657">
                  <c:v>9515</c:v>
                </c:pt>
                <c:pt idx="3658">
                  <c:v>9515</c:v>
                </c:pt>
                <c:pt idx="3659">
                  <c:v>9515</c:v>
                </c:pt>
                <c:pt idx="3660">
                  <c:v>9515</c:v>
                </c:pt>
                <c:pt idx="3661">
                  <c:v>9485.5</c:v>
                </c:pt>
                <c:pt idx="3662">
                  <c:v>9509.1</c:v>
                </c:pt>
                <c:pt idx="3663">
                  <c:v>9509.1</c:v>
                </c:pt>
                <c:pt idx="3664">
                  <c:v>9215</c:v>
                </c:pt>
                <c:pt idx="3665">
                  <c:v>9220.9</c:v>
                </c:pt>
                <c:pt idx="3666">
                  <c:v>9220.9</c:v>
                </c:pt>
                <c:pt idx="3667">
                  <c:v>9220.9</c:v>
                </c:pt>
                <c:pt idx="3668">
                  <c:v>9220.9</c:v>
                </c:pt>
                <c:pt idx="3669">
                  <c:v>9220.9</c:v>
                </c:pt>
                <c:pt idx="3670">
                  <c:v>9191.4</c:v>
                </c:pt>
                <c:pt idx="3671">
                  <c:v>9191.4</c:v>
                </c:pt>
                <c:pt idx="3672">
                  <c:v>9220.9</c:v>
                </c:pt>
                <c:pt idx="3673">
                  <c:v>9209.1</c:v>
                </c:pt>
                <c:pt idx="3674">
                  <c:v>9209.1</c:v>
                </c:pt>
                <c:pt idx="3675">
                  <c:v>9209.1</c:v>
                </c:pt>
                <c:pt idx="3676">
                  <c:v>9209.1</c:v>
                </c:pt>
                <c:pt idx="3677">
                  <c:v>9209.1</c:v>
                </c:pt>
                <c:pt idx="3678">
                  <c:v>9197.2999999999993</c:v>
                </c:pt>
                <c:pt idx="3679">
                  <c:v>9203.2000000000007</c:v>
                </c:pt>
                <c:pt idx="3680">
                  <c:v>9203.2000000000007</c:v>
                </c:pt>
                <c:pt idx="3681">
                  <c:v>9203.2000000000007</c:v>
                </c:pt>
                <c:pt idx="3682">
                  <c:v>9203.2000000000007</c:v>
                </c:pt>
                <c:pt idx="3683">
                  <c:v>8903.2000000000007</c:v>
                </c:pt>
                <c:pt idx="3684">
                  <c:v>8903.2000000000007</c:v>
                </c:pt>
                <c:pt idx="3685">
                  <c:v>8903.2000000000007</c:v>
                </c:pt>
                <c:pt idx="3686">
                  <c:v>8903.2000000000007</c:v>
                </c:pt>
                <c:pt idx="3687">
                  <c:v>8903.2000000000007</c:v>
                </c:pt>
                <c:pt idx="3688">
                  <c:v>8903.2000000000007</c:v>
                </c:pt>
                <c:pt idx="3689">
                  <c:v>8903.2000000000007</c:v>
                </c:pt>
                <c:pt idx="3690">
                  <c:v>8903.2000000000007</c:v>
                </c:pt>
                <c:pt idx="3691">
                  <c:v>8903.2000000000007</c:v>
                </c:pt>
                <c:pt idx="3692">
                  <c:v>8903.2000000000007</c:v>
                </c:pt>
                <c:pt idx="3693">
                  <c:v>8903.2000000000007</c:v>
                </c:pt>
                <c:pt idx="3694">
                  <c:v>8903.2000000000007</c:v>
                </c:pt>
                <c:pt idx="3695">
                  <c:v>8903.2000000000007</c:v>
                </c:pt>
                <c:pt idx="3696">
                  <c:v>8903.2000000000007</c:v>
                </c:pt>
                <c:pt idx="3697">
                  <c:v>8891.4</c:v>
                </c:pt>
                <c:pt idx="3698">
                  <c:v>8885.5</c:v>
                </c:pt>
                <c:pt idx="3699">
                  <c:v>8885.5</c:v>
                </c:pt>
                <c:pt idx="3700">
                  <c:v>8906.6</c:v>
                </c:pt>
                <c:pt idx="3701">
                  <c:v>8891.85</c:v>
                </c:pt>
                <c:pt idx="3702">
                  <c:v>8891.85</c:v>
                </c:pt>
                <c:pt idx="3703">
                  <c:v>8891.85</c:v>
                </c:pt>
                <c:pt idx="3704">
                  <c:v>8859.4</c:v>
                </c:pt>
                <c:pt idx="3705">
                  <c:v>8883</c:v>
                </c:pt>
                <c:pt idx="3706">
                  <c:v>8883</c:v>
                </c:pt>
                <c:pt idx="3707">
                  <c:v>8894.7999999999993</c:v>
                </c:pt>
                <c:pt idx="3708">
                  <c:v>8912.5</c:v>
                </c:pt>
                <c:pt idx="3709">
                  <c:v>8912.5</c:v>
                </c:pt>
                <c:pt idx="3710">
                  <c:v>8912.5</c:v>
                </c:pt>
                <c:pt idx="3711">
                  <c:v>8906.6</c:v>
                </c:pt>
                <c:pt idx="3712">
                  <c:v>8906.6</c:v>
                </c:pt>
                <c:pt idx="3713">
                  <c:v>9206.6</c:v>
                </c:pt>
                <c:pt idx="3714">
                  <c:v>9194.7999999999993</c:v>
                </c:pt>
                <c:pt idx="3715">
                  <c:v>9206.6</c:v>
                </c:pt>
                <c:pt idx="3716">
                  <c:v>9206.6</c:v>
                </c:pt>
                <c:pt idx="3717">
                  <c:v>9206.6</c:v>
                </c:pt>
                <c:pt idx="3718">
                  <c:v>9171.2000000000007</c:v>
                </c:pt>
                <c:pt idx="3719">
                  <c:v>9078.4</c:v>
                </c:pt>
                <c:pt idx="3720">
                  <c:v>9087.25</c:v>
                </c:pt>
                <c:pt idx="3721">
                  <c:v>9066.6</c:v>
                </c:pt>
                <c:pt idx="3722">
                  <c:v>9072.5</c:v>
                </c:pt>
                <c:pt idx="3723">
                  <c:v>9072.5</c:v>
                </c:pt>
                <c:pt idx="3724">
                  <c:v>9072.5</c:v>
                </c:pt>
                <c:pt idx="3725">
                  <c:v>9066.6</c:v>
                </c:pt>
                <c:pt idx="3726">
                  <c:v>9072.5</c:v>
                </c:pt>
                <c:pt idx="3727">
                  <c:v>9075.4500000000007</c:v>
                </c:pt>
                <c:pt idx="3728">
                  <c:v>9063.65</c:v>
                </c:pt>
                <c:pt idx="3729">
                  <c:v>9036.1</c:v>
                </c:pt>
                <c:pt idx="3730">
                  <c:v>9036.1</c:v>
                </c:pt>
                <c:pt idx="3731">
                  <c:v>9036.1</c:v>
                </c:pt>
                <c:pt idx="3732">
                  <c:v>9012.5</c:v>
                </c:pt>
                <c:pt idx="3733">
                  <c:v>8904.5</c:v>
                </c:pt>
                <c:pt idx="3734">
                  <c:v>8910.4</c:v>
                </c:pt>
                <c:pt idx="3735">
                  <c:v>8934</c:v>
                </c:pt>
                <c:pt idx="3736">
                  <c:v>8934</c:v>
                </c:pt>
                <c:pt idx="3737">
                  <c:v>8934</c:v>
                </c:pt>
                <c:pt idx="3738">
                  <c:v>8934</c:v>
                </c:pt>
                <c:pt idx="3739">
                  <c:v>8945.8000000000011</c:v>
                </c:pt>
                <c:pt idx="3740">
                  <c:v>8945.8000000000011</c:v>
                </c:pt>
                <c:pt idx="3741">
                  <c:v>8957.6</c:v>
                </c:pt>
                <c:pt idx="3742">
                  <c:v>8957.6</c:v>
                </c:pt>
                <c:pt idx="3743">
                  <c:v>8969.4</c:v>
                </c:pt>
                <c:pt idx="3744">
                  <c:v>8969.4</c:v>
                </c:pt>
                <c:pt idx="3745">
                  <c:v>8969.4</c:v>
                </c:pt>
                <c:pt idx="3746">
                  <c:v>8969.4</c:v>
                </c:pt>
                <c:pt idx="3747">
                  <c:v>8975.3000000000011</c:v>
                </c:pt>
                <c:pt idx="3748">
                  <c:v>8981.2000000000007</c:v>
                </c:pt>
                <c:pt idx="3749">
                  <c:v>8975.3000000000011</c:v>
                </c:pt>
                <c:pt idx="3750">
                  <c:v>9076.6</c:v>
                </c:pt>
                <c:pt idx="3751">
                  <c:v>9076.6</c:v>
                </c:pt>
                <c:pt idx="3752">
                  <c:v>9076.6</c:v>
                </c:pt>
                <c:pt idx="3753">
                  <c:v>9073.65</c:v>
                </c:pt>
                <c:pt idx="3754">
                  <c:v>9073.65</c:v>
                </c:pt>
                <c:pt idx="3755">
                  <c:v>9058.9</c:v>
                </c:pt>
                <c:pt idx="3756">
                  <c:v>9046.4</c:v>
                </c:pt>
                <c:pt idx="3757">
                  <c:v>9034.6</c:v>
                </c:pt>
                <c:pt idx="3758">
                  <c:v>9034.6</c:v>
                </c:pt>
                <c:pt idx="3759">
                  <c:v>9034.6</c:v>
                </c:pt>
                <c:pt idx="3760">
                  <c:v>9040.5</c:v>
                </c:pt>
                <c:pt idx="3761">
                  <c:v>9031.65</c:v>
                </c:pt>
                <c:pt idx="3762">
                  <c:v>9040.5</c:v>
                </c:pt>
                <c:pt idx="3763">
                  <c:v>8831.65</c:v>
                </c:pt>
                <c:pt idx="3764">
                  <c:v>8822.8000000000011</c:v>
                </c:pt>
                <c:pt idx="3765">
                  <c:v>8822.8000000000011</c:v>
                </c:pt>
                <c:pt idx="3766">
                  <c:v>8822.8000000000011</c:v>
                </c:pt>
                <c:pt idx="3767">
                  <c:v>8822.8000000000011</c:v>
                </c:pt>
                <c:pt idx="3768">
                  <c:v>8816.9</c:v>
                </c:pt>
                <c:pt idx="3769">
                  <c:v>8816.9</c:v>
                </c:pt>
                <c:pt idx="3770">
                  <c:v>8816.9</c:v>
                </c:pt>
                <c:pt idx="3771">
                  <c:v>8816.9</c:v>
                </c:pt>
                <c:pt idx="3772">
                  <c:v>8816.9</c:v>
                </c:pt>
                <c:pt idx="3773">
                  <c:v>8816.9</c:v>
                </c:pt>
                <c:pt idx="3774">
                  <c:v>8816.9</c:v>
                </c:pt>
                <c:pt idx="3775">
                  <c:v>8816.9</c:v>
                </c:pt>
                <c:pt idx="3776">
                  <c:v>8824.1</c:v>
                </c:pt>
                <c:pt idx="3777">
                  <c:v>8724.1</c:v>
                </c:pt>
                <c:pt idx="3778">
                  <c:v>8730</c:v>
                </c:pt>
                <c:pt idx="3779">
                  <c:v>8730</c:v>
                </c:pt>
                <c:pt idx="3780">
                  <c:v>8730</c:v>
                </c:pt>
                <c:pt idx="3781">
                  <c:v>8747.7000000000007</c:v>
                </c:pt>
                <c:pt idx="3782">
                  <c:v>8774.7000000000007</c:v>
                </c:pt>
                <c:pt idx="3783">
                  <c:v>8757</c:v>
                </c:pt>
                <c:pt idx="3784">
                  <c:v>8762.9</c:v>
                </c:pt>
                <c:pt idx="3785">
                  <c:v>8768.7999999999993</c:v>
                </c:pt>
                <c:pt idx="3786">
                  <c:v>8768.7999999999993</c:v>
                </c:pt>
                <c:pt idx="3787">
                  <c:v>8768.7999999999993</c:v>
                </c:pt>
                <c:pt idx="3788">
                  <c:v>8757</c:v>
                </c:pt>
                <c:pt idx="3789">
                  <c:v>8757</c:v>
                </c:pt>
                <c:pt idx="3790">
                  <c:v>8757</c:v>
                </c:pt>
                <c:pt idx="3791">
                  <c:v>8768.7999999999993</c:v>
                </c:pt>
                <c:pt idx="3792">
                  <c:v>8768.7999999999993</c:v>
                </c:pt>
                <c:pt idx="3793">
                  <c:v>8768.7999999999993</c:v>
                </c:pt>
                <c:pt idx="3794">
                  <c:v>8768.7999999999993</c:v>
                </c:pt>
                <c:pt idx="3795">
                  <c:v>8780.6</c:v>
                </c:pt>
                <c:pt idx="3796">
                  <c:v>8783.5499999999993</c:v>
                </c:pt>
                <c:pt idx="3797">
                  <c:v>8777.65</c:v>
                </c:pt>
                <c:pt idx="3798">
                  <c:v>8786.85</c:v>
                </c:pt>
                <c:pt idx="3799">
                  <c:v>8786.85</c:v>
                </c:pt>
                <c:pt idx="3800">
                  <c:v>8786.85</c:v>
                </c:pt>
                <c:pt idx="3801">
                  <c:v>8786.85</c:v>
                </c:pt>
                <c:pt idx="3802">
                  <c:v>8780.9500000000007</c:v>
                </c:pt>
                <c:pt idx="3803">
                  <c:v>8775.0500000000011</c:v>
                </c:pt>
                <c:pt idx="3804">
                  <c:v>8775.0500000000011</c:v>
                </c:pt>
                <c:pt idx="3805">
                  <c:v>8472.1</c:v>
                </c:pt>
                <c:pt idx="3806">
                  <c:v>8472.1</c:v>
                </c:pt>
                <c:pt idx="3807">
                  <c:v>8472.1</c:v>
                </c:pt>
                <c:pt idx="3808">
                  <c:v>8472.1</c:v>
                </c:pt>
                <c:pt idx="3809">
                  <c:v>8367</c:v>
                </c:pt>
                <c:pt idx="3810">
                  <c:v>8367</c:v>
                </c:pt>
                <c:pt idx="3811">
                  <c:v>8367</c:v>
                </c:pt>
                <c:pt idx="3812">
                  <c:v>8367</c:v>
                </c:pt>
                <c:pt idx="3813">
                  <c:v>8367</c:v>
                </c:pt>
                <c:pt idx="3814">
                  <c:v>8367</c:v>
                </c:pt>
                <c:pt idx="3815">
                  <c:v>8367</c:v>
                </c:pt>
                <c:pt idx="3816">
                  <c:v>8372.9000000000015</c:v>
                </c:pt>
                <c:pt idx="3817">
                  <c:v>8375.85</c:v>
                </c:pt>
                <c:pt idx="3818">
                  <c:v>8381.75</c:v>
                </c:pt>
                <c:pt idx="3819">
                  <c:v>8378.8000000000011</c:v>
                </c:pt>
                <c:pt idx="3820">
                  <c:v>8372.9000000000015</c:v>
                </c:pt>
                <c:pt idx="3821">
                  <c:v>8372.9000000000015</c:v>
                </c:pt>
                <c:pt idx="3822">
                  <c:v>8372.9000000000015</c:v>
                </c:pt>
                <c:pt idx="3823">
                  <c:v>8367</c:v>
                </c:pt>
                <c:pt idx="3824">
                  <c:v>8367</c:v>
                </c:pt>
                <c:pt idx="3825">
                  <c:v>8367</c:v>
                </c:pt>
                <c:pt idx="3826">
                  <c:v>8369.9500000000007</c:v>
                </c:pt>
                <c:pt idx="3827">
                  <c:v>8372.9000000000015</c:v>
                </c:pt>
                <c:pt idx="3828">
                  <c:v>8372.9000000000015</c:v>
                </c:pt>
                <c:pt idx="3829">
                  <c:v>8372.9000000000015</c:v>
                </c:pt>
                <c:pt idx="3830">
                  <c:v>8456.85</c:v>
                </c:pt>
                <c:pt idx="3831">
                  <c:v>8448</c:v>
                </c:pt>
                <c:pt idx="3832">
                  <c:v>8188.0999999999995</c:v>
                </c:pt>
                <c:pt idx="3833">
                  <c:v>8185.1500000000005</c:v>
                </c:pt>
                <c:pt idx="3834">
                  <c:v>8182.2</c:v>
                </c:pt>
                <c:pt idx="3835">
                  <c:v>8182.2</c:v>
                </c:pt>
                <c:pt idx="3836">
                  <c:v>8182.2</c:v>
                </c:pt>
                <c:pt idx="3837">
                  <c:v>7958.5999999999995</c:v>
                </c:pt>
                <c:pt idx="3838">
                  <c:v>7962.1</c:v>
                </c:pt>
                <c:pt idx="3839">
                  <c:v>7968</c:v>
                </c:pt>
                <c:pt idx="3840">
                  <c:v>7959.15</c:v>
                </c:pt>
                <c:pt idx="3841">
                  <c:v>7973.9</c:v>
                </c:pt>
                <c:pt idx="3842">
                  <c:v>7973.9</c:v>
                </c:pt>
                <c:pt idx="3843">
                  <c:v>7973.9</c:v>
                </c:pt>
                <c:pt idx="3844">
                  <c:v>7873.9</c:v>
                </c:pt>
                <c:pt idx="3845">
                  <c:v>7873.9</c:v>
                </c:pt>
                <c:pt idx="3846">
                  <c:v>7862.1</c:v>
                </c:pt>
                <c:pt idx="3847">
                  <c:v>7865.0500000000011</c:v>
                </c:pt>
                <c:pt idx="3848">
                  <c:v>7870.9500000000007</c:v>
                </c:pt>
                <c:pt idx="3849">
                  <c:v>7870.9500000000007</c:v>
                </c:pt>
                <c:pt idx="3850">
                  <c:v>7877.85</c:v>
                </c:pt>
                <c:pt idx="3851">
                  <c:v>7883.75</c:v>
                </c:pt>
                <c:pt idx="3852">
                  <c:v>7886.7000000000007</c:v>
                </c:pt>
                <c:pt idx="3853">
                  <c:v>7886.7000000000007</c:v>
                </c:pt>
                <c:pt idx="3854">
                  <c:v>7889.65</c:v>
                </c:pt>
                <c:pt idx="3855">
                  <c:v>7889.65</c:v>
                </c:pt>
                <c:pt idx="3856">
                  <c:v>7889.65</c:v>
                </c:pt>
                <c:pt idx="3857">
                  <c:v>7889.65</c:v>
                </c:pt>
                <c:pt idx="3858">
                  <c:v>7898.5</c:v>
                </c:pt>
                <c:pt idx="3859">
                  <c:v>7904.4</c:v>
                </c:pt>
                <c:pt idx="3860">
                  <c:v>8098.5</c:v>
                </c:pt>
                <c:pt idx="3861">
                  <c:v>9004.4</c:v>
                </c:pt>
                <c:pt idx="3862">
                  <c:v>9004.4</c:v>
                </c:pt>
                <c:pt idx="3863">
                  <c:v>9004.4</c:v>
                </c:pt>
                <c:pt idx="3864">
                  <c:v>9004.4</c:v>
                </c:pt>
                <c:pt idx="3865">
                  <c:v>8992.6</c:v>
                </c:pt>
                <c:pt idx="3866">
                  <c:v>8986.7000000000007</c:v>
                </c:pt>
                <c:pt idx="3867">
                  <c:v>8986.7000000000007</c:v>
                </c:pt>
                <c:pt idx="3868">
                  <c:v>8986.7000000000007</c:v>
                </c:pt>
                <c:pt idx="3869">
                  <c:v>8992.6</c:v>
                </c:pt>
                <c:pt idx="3870">
                  <c:v>8992.6</c:v>
                </c:pt>
                <c:pt idx="3871">
                  <c:v>8992.6</c:v>
                </c:pt>
                <c:pt idx="3872">
                  <c:v>8992.6</c:v>
                </c:pt>
                <c:pt idx="3873">
                  <c:v>8989.65</c:v>
                </c:pt>
                <c:pt idx="3874">
                  <c:v>8986.7000000000007</c:v>
                </c:pt>
                <c:pt idx="3875">
                  <c:v>8992.6</c:v>
                </c:pt>
                <c:pt idx="3876">
                  <c:v>8986.7000000000007</c:v>
                </c:pt>
                <c:pt idx="3877">
                  <c:v>8986.7000000000007</c:v>
                </c:pt>
                <c:pt idx="3878">
                  <c:v>8986.7000000000007</c:v>
                </c:pt>
                <c:pt idx="3879">
                  <c:v>8989.65</c:v>
                </c:pt>
                <c:pt idx="3880">
                  <c:v>9180.7999999999993</c:v>
                </c:pt>
                <c:pt idx="3881">
                  <c:v>9180.7999999999993</c:v>
                </c:pt>
                <c:pt idx="3882">
                  <c:v>9180.7999999999993</c:v>
                </c:pt>
                <c:pt idx="3883">
                  <c:v>9180.7999999999993</c:v>
                </c:pt>
                <c:pt idx="3884">
                  <c:v>9180.7999999999993</c:v>
                </c:pt>
                <c:pt idx="3885">
                  <c:v>9180.7999999999993</c:v>
                </c:pt>
                <c:pt idx="3886">
                  <c:v>9189.65</c:v>
                </c:pt>
                <c:pt idx="3887">
                  <c:v>9261.0499999999993</c:v>
                </c:pt>
                <c:pt idx="3888">
                  <c:v>9258.1</c:v>
                </c:pt>
                <c:pt idx="3889">
                  <c:v>9964</c:v>
                </c:pt>
                <c:pt idx="3890">
                  <c:v>9961.0499999999993</c:v>
                </c:pt>
                <c:pt idx="3891">
                  <c:v>9961.0499999999993</c:v>
                </c:pt>
                <c:pt idx="3892">
                  <c:v>9961.0499999999993</c:v>
                </c:pt>
                <c:pt idx="3893">
                  <c:v>9964</c:v>
                </c:pt>
                <c:pt idx="3894">
                  <c:v>9966.9500000000007</c:v>
                </c:pt>
                <c:pt idx="3895">
                  <c:v>9966.9500000000007</c:v>
                </c:pt>
                <c:pt idx="3896">
                  <c:v>9987</c:v>
                </c:pt>
                <c:pt idx="3897">
                  <c:v>9987</c:v>
                </c:pt>
                <c:pt idx="3898">
                  <c:v>9987</c:v>
                </c:pt>
                <c:pt idx="3899">
                  <c:v>9987</c:v>
                </c:pt>
                <c:pt idx="3900">
                  <c:v>9984.0499999999993</c:v>
                </c:pt>
                <c:pt idx="3901">
                  <c:v>9975.2000000000007</c:v>
                </c:pt>
                <c:pt idx="3902">
                  <c:v>9966.35</c:v>
                </c:pt>
                <c:pt idx="3903">
                  <c:v>9957.5</c:v>
                </c:pt>
                <c:pt idx="3904">
                  <c:v>9928</c:v>
                </c:pt>
                <c:pt idx="3905">
                  <c:v>9928</c:v>
                </c:pt>
                <c:pt idx="3906">
                  <c:v>9928</c:v>
                </c:pt>
                <c:pt idx="3907">
                  <c:v>9954.5499999999993</c:v>
                </c:pt>
                <c:pt idx="3908">
                  <c:v>9954.5499999999993</c:v>
                </c:pt>
                <c:pt idx="3909">
                  <c:v>9945.7000000000007</c:v>
                </c:pt>
                <c:pt idx="3910">
                  <c:v>9945.7000000000007</c:v>
                </c:pt>
                <c:pt idx="3911">
                  <c:v>9945.7000000000007</c:v>
                </c:pt>
                <c:pt idx="3912">
                  <c:v>9945.7000000000007</c:v>
                </c:pt>
                <c:pt idx="3913">
                  <c:v>9910.9</c:v>
                </c:pt>
                <c:pt idx="3914">
                  <c:v>9910.9</c:v>
                </c:pt>
                <c:pt idx="3915">
                  <c:v>9905</c:v>
                </c:pt>
                <c:pt idx="3916">
                  <c:v>10099.1</c:v>
                </c:pt>
                <c:pt idx="3917">
                  <c:v>10110.9</c:v>
                </c:pt>
                <c:pt idx="3918">
                  <c:v>10125.65</c:v>
                </c:pt>
                <c:pt idx="3919">
                  <c:v>10125.65</c:v>
                </c:pt>
                <c:pt idx="3920">
                  <c:v>10125.65</c:v>
                </c:pt>
                <c:pt idx="3921">
                  <c:v>10119.75</c:v>
                </c:pt>
                <c:pt idx="3922">
                  <c:v>10125.65</c:v>
                </c:pt>
                <c:pt idx="3923">
                  <c:v>10122.700000000001</c:v>
                </c:pt>
                <c:pt idx="3924">
                  <c:v>10081.4</c:v>
                </c:pt>
                <c:pt idx="3925">
                  <c:v>10075.5</c:v>
                </c:pt>
                <c:pt idx="3926">
                  <c:v>10075.5</c:v>
                </c:pt>
                <c:pt idx="3927">
                  <c:v>10075.5</c:v>
                </c:pt>
                <c:pt idx="3928">
                  <c:v>10075.5</c:v>
                </c:pt>
                <c:pt idx="3929">
                  <c:v>10075.5</c:v>
                </c:pt>
                <c:pt idx="3930">
                  <c:v>10075.5</c:v>
                </c:pt>
                <c:pt idx="3931">
                  <c:v>10075.5</c:v>
                </c:pt>
                <c:pt idx="3932">
                  <c:v>10075.5</c:v>
                </c:pt>
                <c:pt idx="3933">
                  <c:v>10069.299999999999</c:v>
                </c:pt>
                <c:pt idx="3934">
                  <c:v>10028</c:v>
                </c:pt>
                <c:pt idx="3935">
                  <c:v>10004.4</c:v>
                </c:pt>
                <c:pt idx="3936">
                  <c:v>9992.6</c:v>
                </c:pt>
                <c:pt idx="3937">
                  <c:v>9992.6</c:v>
                </c:pt>
                <c:pt idx="3938">
                  <c:v>10086.700000000001</c:v>
                </c:pt>
                <c:pt idx="3939">
                  <c:v>10066.049999999999</c:v>
                </c:pt>
                <c:pt idx="3940">
                  <c:v>10066.049999999999</c:v>
                </c:pt>
                <c:pt idx="3941">
                  <c:v>10066.049999999999</c:v>
                </c:pt>
                <c:pt idx="3942">
                  <c:v>10074.9</c:v>
                </c:pt>
                <c:pt idx="3943">
                  <c:v>10074.9</c:v>
                </c:pt>
                <c:pt idx="3944">
                  <c:v>10039.5</c:v>
                </c:pt>
                <c:pt idx="3945">
                  <c:v>10045.4</c:v>
                </c:pt>
                <c:pt idx="3946">
                  <c:v>10074.9</c:v>
                </c:pt>
                <c:pt idx="3947">
                  <c:v>10074.9</c:v>
                </c:pt>
                <c:pt idx="3948">
                  <c:v>10074.9</c:v>
                </c:pt>
                <c:pt idx="3949">
                  <c:v>10074.9</c:v>
                </c:pt>
                <c:pt idx="3950">
                  <c:v>10018.4</c:v>
                </c:pt>
                <c:pt idx="3951">
                  <c:v>10000.700000000001</c:v>
                </c:pt>
                <c:pt idx="3952">
                  <c:v>10194.799999999999</c:v>
                </c:pt>
                <c:pt idx="3953">
                  <c:v>10161.9</c:v>
                </c:pt>
                <c:pt idx="3954">
                  <c:v>10161.9</c:v>
                </c:pt>
                <c:pt idx="3955">
                  <c:v>10161.9</c:v>
                </c:pt>
                <c:pt idx="3956">
                  <c:v>10085.200000000001</c:v>
                </c:pt>
                <c:pt idx="3957">
                  <c:v>10240.9</c:v>
                </c:pt>
                <c:pt idx="3958">
                  <c:v>10204.6</c:v>
                </c:pt>
                <c:pt idx="3959">
                  <c:v>10210.5</c:v>
                </c:pt>
                <c:pt idx="3960">
                  <c:v>10204.6</c:v>
                </c:pt>
                <c:pt idx="3961">
                  <c:v>10204.6</c:v>
                </c:pt>
                <c:pt idx="3962">
                  <c:v>10204.6</c:v>
                </c:pt>
                <c:pt idx="3963">
                  <c:v>10156.5</c:v>
                </c:pt>
                <c:pt idx="3964">
                  <c:v>10129.5</c:v>
                </c:pt>
                <c:pt idx="3965">
                  <c:v>10094.1</c:v>
                </c:pt>
                <c:pt idx="3966">
                  <c:v>10094.1</c:v>
                </c:pt>
                <c:pt idx="3967">
                  <c:v>10016.5</c:v>
                </c:pt>
                <c:pt idx="3968">
                  <c:v>10016.5</c:v>
                </c:pt>
                <c:pt idx="3969">
                  <c:v>10016.5</c:v>
                </c:pt>
                <c:pt idx="3970">
                  <c:v>10721.5</c:v>
                </c:pt>
                <c:pt idx="3971">
                  <c:v>10988.15</c:v>
                </c:pt>
                <c:pt idx="3972">
                  <c:v>10901.7</c:v>
                </c:pt>
                <c:pt idx="3973">
                  <c:v>10884</c:v>
                </c:pt>
                <c:pt idx="3974">
                  <c:v>10854.5</c:v>
                </c:pt>
                <c:pt idx="3975">
                  <c:v>10854.5</c:v>
                </c:pt>
                <c:pt idx="3976">
                  <c:v>10854.5</c:v>
                </c:pt>
                <c:pt idx="3977">
                  <c:v>10803.9</c:v>
                </c:pt>
                <c:pt idx="3978">
                  <c:v>11568.5</c:v>
                </c:pt>
                <c:pt idx="3979">
                  <c:v>11553.75</c:v>
                </c:pt>
                <c:pt idx="3980">
                  <c:v>11505.65</c:v>
                </c:pt>
                <c:pt idx="3981">
                  <c:v>11544</c:v>
                </c:pt>
                <c:pt idx="3982">
                  <c:v>11544</c:v>
                </c:pt>
                <c:pt idx="3983">
                  <c:v>11544</c:v>
                </c:pt>
                <c:pt idx="3984">
                  <c:v>11726.3</c:v>
                </c:pt>
                <c:pt idx="3985">
                  <c:v>11723.35</c:v>
                </c:pt>
                <c:pt idx="3986">
                  <c:v>11738.1</c:v>
                </c:pt>
                <c:pt idx="3987">
                  <c:v>11732.2</c:v>
                </c:pt>
                <c:pt idx="3988">
                  <c:v>11726.3</c:v>
                </c:pt>
                <c:pt idx="3989">
                  <c:v>11726.3</c:v>
                </c:pt>
                <c:pt idx="3990">
                  <c:v>11726.3</c:v>
                </c:pt>
                <c:pt idx="3991">
                  <c:v>11667.3</c:v>
                </c:pt>
                <c:pt idx="3992">
                  <c:v>11620.1</c:v>
                </c:pt>
                <c:pt idx="3993">
                  <c:v>12037.5</c:v>
                </c:pt>
                <c:pt idx="3994">
                  <c:v>11978.5</c:v>
                </c:pt>
                <c:pt idx="3995">
                  <c:v>11996.2</c:v>
                </c:pt>
                <c:pt idx="3996">
                  <c:v>11996.2</c:v>
                </c:pt>
                <c:pt idx="3997">
                  <c:v>11996.2</c:v>
                </c:pt>
                <c:pt idx="3998">
                  <c:v>11937.2</c:v>
                </c:pt>
                <c:pt idx="3999">
                  <c:v>11937.2</c:v>
                </c:pt>
                <c:pt idx="4000">
                  <c:v>12437.2</c:v>
                </c:pt>
                <c:pt idx="4001">
                  <c:v>12372.3</c:v>
                </c:pt>
                <c:pt idx="4002">
                  <c:v>12301.5</c:v>
                </c:pt>
                <c:pt idx="4003">
                  <c:v>12301.5</c:v>
                </c:pt>
                <c:pt idx="4004">
                  <c:v>12301.5</c:v>
                </c:pt>
                <c:pt idx="4005">
                  <c:v>12360.5</c:v>
                </c:pt>
                <c:pt idx="4006">
                  <c:v>12407.7</c:v>
                </c:pt>
                <c:pt idx="4007">
                  <c:v>12378.2</c:v>
                </c:pt>
                <c:pt idx="4008">
                  <c:v>12325.1</c:v>
                </c:pt>
                <c:pt idx="4009">
                  <c:v>12348.7</c:v>
                </c:pt>
                <c:pt idx="4010">
                  <c:v>12348.7</c:v>
                </c:pt>
                <c:pt idx="4011">
                  <c:v>12348.7</c:v>
                </c:pt>
                <c:pt idx="4012">
                  <c:v>12372.3</c:v>
                </c:pt>
                <c:pt idx="4013">
                  <c:v>12342.8</c:v>
                </c:pt>
                <c:pt idx="4014">
                  <c:v>12384.1</c:v>
                </c:pt>
                <c:pt idx="4015">
                  <c:v>12384.1</c:v>
                </c:pt>
                <c:pt idx="4016">
                  <c:v>12390</c:v>
                </c:pt>
                <c:pt idx="4017">
                  <c:v>12390</c:v>
                </c:pt>
                <c:pt idx="4018">
                  <c:v>12390</c:v>
                </c:pt>
                <c:pt idx="4019">
                  <c:v>12390</c:v>
                </c:pt>
                <c:pt idx="4020">
                  <c:v>12419.5</c:v>
                </c:pt>
                <c:pt idx="4021">
                  <c:v>12431.3</c:v>
                </c:pt>
                <c:pt idx="4022">
                  <c:v>12631.3</c:v>
                </c:pt>
                <c:pt idx="4023">
                  <c:v>12631.3</c:v>
                </c:pt>
                <c:pt idx="4024">
                  <c:v>12631.3</c:v>
                </c:pt>
                <c:pt idx="4025">
                  <c:v>12631.3</c:v>
                </c:pt>
                <c:pt idx="4026">
                  <c:v>12631.3</c:v>
                </c:pt>
                <c:pt idx="4027">
                  <c:v>12978.5</c:v>
                </c:pt>
                <c:pt idx="4028">
                  <c:v>13019.8</c:v>
                </c:pt>
                <c:pt idx="4029">
                  <c:v>13013.9</c:v>
                </c:pt>
                <c:pt idx="4030">
                  <c:v>12978.5</c:v>
                </c:pt>
                <c:pt idx="4031">
                  <c:v>12978.5</c:v>
                </c:pt>
                <c:pt idx="4032">
                  <c:v>12978.5</c:v>
                </c:pt>
                <c:pt idx="4033">
                  <c:v>12943.1</c:v>
                </c:pt>
                <c:pt idx="4034">
                  <c:v>12943.1</c:v>
                </c:pt>
                <c:pt idx="4035">
                  <c:v>12970.1</c:v>
                </c:pt>
                <c:pt idx="4036">
                  <c:v>13005.5</c:v>
                </c:pt>
                <c:pt idx="4037">
                  <c:v>12976</c:v>
                </c:pt>
                <c:pt idx="4038">
                  <c:v>12976</c:v>
                </c:pt>
                <c:pt idx="4039">
                  <c:v>12958.3</c:v>
                </c:pt>
                <c:pt idx="4040">
                  <c:v>12946.5</c:v>
                </c:pt>
                <c:pt idx="4041">
                  <c:v>12964.2</c:v>
                </c:pt>
                <c:pt idx="4042">
                  <c:v>12964.2</c:v>
                </c:pt>
                <c:pt idx="4043">
                  <c:v>12964.2</c:v>
                </c:pt>
                <c:pt idx="4044">
                  <c:v>12964.2</c:v>
                </c:pt>
                <c:pt idx="4045">
                  <c:v>12964.2</c:v>
                </c:pt>
                <c:pt idx="4046">
                  <c:v>12964.2</c:v>
                </c:pt>
                <c:pt idx="4047">
                  <c:v>12964.2</c:v>
                </c:pt>
                <c:pt idx="4048">
                  <c:v>12964.2</c:v>
                </c:pt>
                <c:pt idx="4049">
                  <c:v>12964.2</c:v>
                </c:pt>
                <c:pt idx="4050">
                  <c:v>12964.2</c:v>
                </c:pt>
                <c:pt idx="4051">
                  <c:v>12964.2</c:v>
                </c:pt>
                <c:pt idx="4052">
                  <c:v>12976</c:v>
                </c:pt>
                <c:pt idx="4053">
                  <c:v>12976</c:v>
                </c:pt>
                <c:pt idx="4054">
                  <c:v>12976</c:v>
                </c:pt>
                <c:pt idx="4055">
                  <c:v>12958.3</c:v>
                </c:pt>
                <c:pt idx="4056">
                  <c:v>12958.3</c:v>
                </c:pt>
                <c:pt idx="4057">
                  <c:v>12958.3</c:v>
                </c:pt>
                <c:pt idx="4058">
                  <c:v>13958.3</c:v>
                </c:pt>
                <c:pt idx="4059">
                  <c:v>13958.3</c:v>
                </c:pt>
                <c:pt idx="4060">
                  <c:v>13958.3</c:v>
                </c:pt>
                <c:pt idx="4061">
                  <c:v>13904.3</c:v>
                </c:pt>
                <c:pt idx="4062">
                  <c:v>13863</c:v>
                </c:pt>
                <c:pt idx="4063">
                  <c:v>13809.9</c:v>
                </c:pt>
                <c:pt idx="4064">
                  <c:v>13800.6</c:v>
                </c:pt>
                <c:pt idx="4065">
                  <c:v>13800.6</c:v>
                </c:pt>
                <c:pt idx="4066">
                  <c:v>13800.6</c:v>
                </c:pt>
                <c:pt idx="4067">
                  <c:v>13800.6</c:v>
                </c:pt>
                <c:pt idx="4068">
                  <c:v>13800.6</c:v>
                </c:pt>
                <c:pt idx="4069">
                  <c:v>13847.8</c:v>
                </c:pt>
                <c:pt idx="4070">
                  <c:v>13859.6</c:v>
                </c:pt>
                <c:pt idx="4071">
                  <c:v>14159.6</c:v>
                </c:pt>
                <c:pt idx="4072">
                  <c:v>14132.6</c:v>
                </c:pt>
                <c:pt idx="4073">
                  <c:v>14132.6</c:v>
                </c:pt>
                <c:pt idx="4074">
                  <c:v>14132.6</c:v>
                </c:pt>
                <c:pt idx="4075">
                  <c:v>14093.8</c:v>
                </c:pt>
                <c:pt idx="4076">
                  <c:v>14093.8</c:v>
                </c:pt>
                <c:pt idx="4077">
                  <c:v>14329.2</c:v>
                </c:pt>
                <c:pt idx="4078">
                  <c:v>14302.2</c:v>
                </c:pt>
                <c:pt idx="4079">
                  <c:v>14325.8</c:v>
                </c:pt>
                <c:pt idx="4080">
                  <c:v>14325.8</c:v>
                </c:pt>
                <c:pt idx="4081">
                  <c:v>14325.8</c:v>
                </c:pt>
                <c:pt idx="4082">
                  <c:v>14383.3</c:v>
                </c:pt>
                <c:pt idx="4083">
                  <c:v>15383.3</c:v>
                </c:pt>
                <c:pt idx="4084">
                  <c:v>15418.7</c:v>
                </c:pt>
                <c:pt idx="4085">
                  <c:v>15430.5</c:v>
                </c:pt>
                <c:pt idx="4086">
                  <c:v>15430.5</c:v>
                </c:pt>
                <c:pt idx="4087">
                  <c:v>15430.5</c:v>
                </c:pt>
                <c:pt idx="4088">
                  <c:v>15430.5</c:v>
                </c:pt>
                <c:pt idx="4089">
                  <c:v>15495.4</c:v>
                </c:pt>
                <c:pt idx="4090">
                  <c:v>15489.5</c:v>
                </c:pt>
                <c:pt idx="4091">
                  <c:v>15430.5</c:v>
                </c:pt>
                <c:pt idx="4092">
                  <c:v>15442.3</c:v>
                </c:pt>
                <c:pt idx="4093">
                  <c:v>15483.6</c:v>
                </c:pt>
                <c:pt idx="4094">
                  <c:v>15483.6</c:v>
                </c:pt>
                <c:pt idx="4095">
                  <c:v>15483.6</c:v>
                </c:pt>
                <c:pt idx="4096">
                  <c:v>15977.7</c:v>
                </c:pt>
                <c:pt idx="4097">
                  <c:v>16135.2</c:v>
                </c:pt>
                <c:pt idx="4098">
                  <c:v>16206.900000000001</c:v>
                </c:pt>
                <c:pt idx="4099">
                  <c:v>16224.599999999999</c:v>
                </c:pt>
                <c:pt idx="4100">
                  <c:v>16215.75</c:v>
                </c:pt>
                <c:pt idx="4101">
                  <c:v>16215.75</c:v>
                </c:pt>
                <c:pt idx="4102">
                  <c:v>16215.75</c:v>
                </c:pt>
                <c:pt idx="4103">
                  <c:v>16242.3</c:v>
                </c:pt>
                <c:pt idx="4104">
                  <c:v>16218.7</c:v>
                </c:pt>
                <c:pt idx="4105">
                  <c:v>16201</c:v>
                </c:pt>
                <c:pt idx="4106">
                  <c:v>16195.099999999999</c:v>
                </c:pt>
                <c:pt idx="4107">
                  <c:v>16189.2</c:v>
                </c:pt>
                <c:pt idx="4108">
                  <c:v>16201</c:v>
                </c:pt>
                <c:pt idx="4109">
                  <c:v>16201</c:v>
                </c:pt>
                <c:pt idx="4110">
                  <c:v>16201</c:v>
                </c:pt>
                <c:pt idx="4111">
                  <c:v>16201</c:v>
                </c:pt>
                <c:pt idx="4112">
                  <c:v>16201</c:v>
                </c:pt>
                <c:pt idx="4113">
                  <c:v>16219.599999999999</c:v>
                </c:pt>
                <c:pt idx="4114">
                  <c:v>16201.900000000001</c:v>
                </c:pt>
                <c:pt idx="4115">
                  <c:v>16228.900000000001</c:v>
                </c:pt>
                <c:pt idx="4116">
                  <c:v>16228.900000000001</c:v>
                </c:pt>
                <c:pt idx="4117">
                  <c:v>16321.5</c:v>
                </c:pt>
                <c:pt idx="4118">
                  <c:v>16333.3</c:v>
                </c:pt>
                <c:pt idx="4119">
                  <c:v>16333.3</c:v>
                </c:pt>
                <c:pt idx="4120">
                  <c:v>16368.7</c:v>
                </c:pt>
                <c:pt idx="4121">
                  <c:v>16368.7</c:v>
                </c:pt>
                <c:pt idx="4122">
                  <c:v>16368.7</c:v>
                </c:pt>
                <c:pt idx="4123">
                  <c:v>16368.7</c:v>
                </c:pt>
                <c:pt idx="4124">
                  <c:v>16404.099999999999</c:v>
                </c:pt>
                <c:pt idx="4125">
                  <c:v>16404.099999999999</c:v>
                </c:pt>
                <c:pt idx="4126">
                  <c:v>16380.5</c:v>
                </c:pt>
                <c:pt idx="4127">
                  <c:v>16398.2</c:v>
                </c:pt>
                <c:pt idx="4128">
                  <c:v>16392.3</c:v>
                </c:pt>
                <c:pt idx="4129">
                  <c:v>16392.3</c:v>
                </c:pt>
                <c:pt idx="4130">
                  <c:v>16392.3</c:v>
                </c:pt>
                <c:pt idx="4131">
                  <c:v>16424.75</c:v>
                </c:pt>
                <c:pt idx="4132">
                  <c:v>16433.599999999999</c:v>
                </c:pt>
                <c:pt idx="4133">
                  <c:v>16233.599999999999</c:v>
                </c:pt>
                <c:pt idx="4134">
                  <c:v>16239.5</c:v>
                </c:pt>
                <c:pt idx="4135">
                  <c:v>16245.400000000001</c:v>
                </c:pt>
                <c:pt idx="4136">
                  <c:v>16245.400000000001</c:v>
                </c:pt>
                <c:pt idx="4137">
                  <c:v>16245.400000000001</c:v>
                </c:pt>
                <c:pt idx="4138">
                  <c:v>16245.400000000001</c:v>
                </c:pt>
                <c:pt idx="4139">
                  <c:v>16248.349999999999</c:v>
                </c:pt>
                <c:pt idx="4140">
                  <c:v>16268.7</c:v>
                </c:pt>
                <c:pt idx="4141">
                  <c:v>16304.099999999999</c:v>
                </c:pt>
                <c:pt idx="4142">
                  <c:v>16351.3</c:v>
                </c:pt>
                <c:pt idx="4143">
                  <c:v>16351.3</c:v>
                </c:pt>
                <c:pt idx="4144">
                  <c:v>16351.3</c:v>
                </c:pt>
                <c:pt idx="4145">
                  <c:v>16363.099999999999</c:v>
                </c:pt>
                <c:pt idx="4146">
                  <c:v>16371.95</c:v>
                </c:pt>
                <c:pt idx="4147">
                  <c:v>16374.900000000001</c:v>
                </c:pt>
                <c:pt idx="4148">
                  <c:v>16383.75</c:v>
                </c:pt>
                <c:pt idx="4149">
                  <c:v>16386.7</c:v>
                </c:pt>
                <c:pt idx="4150">
                  <c:v>16386.7</c:v>
                </c:pt>
                <c:pt idx="4151">
                  <c:v>16386.7</c:v>
                </c:pt>
                <c:pt idx="4152">
                  <c:v>16380.8</c:v>
                </c:pt>
                <c:pt idx="4153">
                  <c:v>16374.900000000001</c:v>
                </c:pt>
                <c:pt idx="4154">
                  <c:v>16357.2</c:v>
                </c:pt>
                <c:pt idx="4155">
                  <c:v>16369</c:v>
                </c:pt>
                <c:pt idx="4156">
                  <c:v>16321.8</c:v>
                </c:pt>
                <c:pt idx="4157">
                  <c:v>16321.8</c:v>
                </c:pt>
                <c:pt idx="4158">
                  <c:v>16321.8</c:v>
                </c:pt>
                <c:pt idx="4159">
                  <c:v>16321.8</c:v>
                </c:pt>
                <c:pt idx="4160">
                  <c:v>16321.8</c:v>
                </c:pt>
                <c:pt idx="4161">
                  <c:v>16324.75</c:v>
                </c:pt>
                <c:pt idx="4162">
                  <c:v>16310</c:v>
                </c:pt>
                <c:pt idx="4163">
                  <c:v>16315.900000000001</c:v>
                </c:pt>
                <c:pt idx="4164">
                  <c:v>16327.7</c:v>
                </c:pt>
                <c:pt idx="4165">
                  <c:v>16327.7</c:v>
                </c:pt>
                <c:pt idx="4166">
                  <c:v>16327.7</c:v>
                </c:pt>
                <c:pt idx="4167">
                  <c:v>16327.7</c:v>
                </c:pt>
                <c:pt idx="4168">
                  <c:v>16333.599999999999</c:v>
                </c:pt>
                <c:pt idx="4169">
                  <c:v>16369</c:v>
                </c:pt>
                <c:pt idx="4170">
                  <c:v>16363.099999999999</c:v>
                </c:pt>
                <c:pt idx="4171">
                  <c:v>16363.099999999999</c:v>
                </c:pt>
                <c:pt idx="4172">
                  <c:v>16363.099999999999</c:v>
                </c:pt>
                <c:pt idx="4173">
                  <c:v>16266.05</c:v>
                </c:pt>
                <c:pt idx="4174">
                  <c:v>16260.150000000001</c:v>
                </c:pt>
                <c:pt idx="4175">
                  <c:v>16242.45</c:v>
                </c:pt>
                <c:pt idx="4176">
                  <c:v>16257.2</c:v>
                </c:pt>
                <c:pt idx="4177">
                  <c:v>16239.5</c:v>
                </c:pt>
                <c:pt idx="4178">
                  <c:v>16239.5</c:v>
                </c:pt>
                <c:pt idx="4179">
                  <c:v>16239.5</c:v>
                </c:pt>
                <c:pt idx="4180">
                  <c:v>15927.7</c:v>
                </c:pt>
                <c:pt idx="4181">
                  <c:v>15927.7</c:v>
                </c:pt>
                <c:pt idx="4182">
                  <c:v>15951.3</c:v>
                </c:pt>
                <c:pt idx="4183">
                  <c:v>15933.6</c:v>
                </c:pt>
                <c:pt idx="4184">
                  <c:v>15921.8</c:v>
                </c:pt>
                <c:pt idx="4185">
                  <c:v>15921.8</c:v>
                </c:pt>
                <c:pt idx="4186">
                  <c:v>15921.8</c:v>
                </c:pt>
                <c:pt idx="4187">
                  <c:v>15798.2</c:v>
                </c:pt>
                <c:pt idx="4188">
                  <c:v>15786.4</c:v>
                </c:pt>
                <c:pt idx="4189">
                  <c:v>15786.4</c:v>
                </c:pt>
                <c:pt idx="4190">
                  <c:v>15792.3</c:v>
                </c:pt>
                <c:pt idx="4191">
                  <c:v>15821.8</c:v>
                </c:pt>
                <c:pt idx="4192">
                  <c:v>15821.8</c:v>
                </c:pt>
                <c:pt idx="4193">
                  <c:v>15821.8</c:v>
                </c:pt>
                <c:pt idx="4194">
                  <c:v>15521.8</c:v>
                </c:pt>
                <c:pt idx="4195">
                  <c:v>15533.6</c:v>
                </c:pt>
                <c:pt idx="4196">
                  <c:v>15572.4</c:v>
                </c:pt>
                <c:pt idx="4197">
                  <c:v>15560.6</c:v>
                </c:pt>
                <c:pt idx="4198">
                  <c:v>15566.5</c:v>
                </c:pt>
                <c:pt idx="4199">
                  <c:v>15566.5</c:v>
                </c:pt>
                <c:pt idx="4200">
                  <c:v>15566.5</c:v>
                </c:pt>
                <c:pt idx="4201">
                  <c:v>15539.95</c:v>
                </c:pt>
                <c:pt idx="4202">
                  <c:v>15551.75</c:v>
                </c:pt>
                <c:pt idx="4203">
                  <c:v>15456</c:v>
                </c:pt>
                <c:pt idx="4204">
                  <c:v>14961.9</c:v>
                </c:pt>
                <c:pt idx="4205">
                  <c:v>14920.6</c:v>
                </c:pt>
                <c:pt idx="4206">
                  <c:v>14920.6</c:v>
                </c:pt>
                <c:pt idx="4207">
                  <c:v>14920.6</c:v>
                </c:pt>
                <c:pt idx="4208">
                  <c:v>14414.7</c:v>
                </c:pt>
                <c:pt idx="4209">
                  <c:v>14327.8</c:v>
                </c:pt>
                <c:pt idx="4210">
                  <c:v>14321.9</c:v>
                </c:pt>
                <c:pt idx="4211">
                  <c:v>14342.55</c:v>
                </c:pt>
                <c:pt idx="4212">
                  <c:v>14333.7</c:v>
                </c:pt>
                <c:pt idx="4213">
                  <c:v>14333.7</c:v>
                </c:pt>
                <c:pt idx="4214">
                  <c:v>14333.7</c:v>
                </c:pt>
                <c:pt idx="4215">
                  <c:v>14330.75</c:v>
                </c:pt>
                <c:pt idx="4216">
                  <c:v>14321.9</c:v>
                </c:pt>
                <c:pt idx="4217">
                  <c:v>14318.95</c:v>
                </c:pt>
                <c:pt idx="4218">
                  <c:v>14304.2</c:v>
                </c:pt>
                <c:pt idx="4219">
                  <c:v>13336.65</c:v>
                </c:pt>
                <c:pt idx="4220">
                  <c:v>13336.65</c:v>
                </c:pt>
                <c:pt idx="4221">
                  <c:v>13336.65</c:v>
                </c:pt>
                <c:pt idx="4222">
                  <c:v>13339.6</c:v>
                </c:pt>
                <c:pt idx="4223">
                  <c:v>13345.5</c:v>
                </c:pt>
                <c:pt idx="4224">
                  <c:v>13369.1</c:v>
                </c:pt>
                <c:pt idx="4225">
                  <c:v>13315.1</c:v>
                </c:pt>
                <c:pt idx="4226">
                  <c:v>13344.6</c:v>
                </c:pt>
                <c:pt idx="4227">
                  <c:v>13344.6</c:v>
                </c:pt>
                <c:pt idx="4228">
                  <c:v>13344.6</c:v>
                </c:pt>
                <c:pt idx="4229">
                  <c:v>13338.7</c:v>
                </c:pt>
                <c:pt idx="4230">
                  <c:v>14321</c:v>
                </c:pt>
                <c:pt idx="4231">
                  <c:v>14288.1</c:v>
                </c:pt>
                <c:pt idx="4232">
                  <c:v>14276.3</c:v>
                </c:pt>
                <c:pt idx="4233">
                  <c:v>14264.5</c:v>
                </c:pt>
                <c:pt idx="4234">
                  <c:v>14264.5</c:v>
                </c:pt>
                <c:pt idx="4235">
                  <c:v>14264.5</c:v>
                </c:pt>
                <c:pt idx="4236">
                  <c:v>14764.5</c:v>
                </c:pt>
                <c:pt idx="4237">
                  <c:v>14752.7</c:v>
                </c:pt>
                <c:pt idx="4238">
                  <c:v>14720.25</c:v>
                </c:pt>
                <c:pt idx="4239">
                  <c:v>14720.25</c:v>
                </c:pt>
                <c:pt idx="4240">
                  <c:v>14735</c:v>
                </c:pt>
                <c:pt idx="4241">
                  <c:v>14735</c:v>
                </c:pt>
                <c:pt idx="4242">
                  <c:v>14735</c:v>
                </c:pt>
                <c:pt idx="4243">
                  <c:v>15235</c:v>
                </c:pt>
                <c:pt idx="4244">
                  <c:v>15255.65</c:v>
                </c:pt>
                <c:pt idx="4245">
                  <c:v>16752.7</c:v>
                </c:pt>
                <c:pt idx="4246">
                  <c:v>16312.3</c:v>
                </c:pt>
                <c:pt idx="4247">
                  <c:v>16300.5</c:v>
                </c:pt>
                <c:pt idx="4248">
                  <c:v>16300.5</c:v>
                </c:pt>
                <c:pt idx="4249">
                  <c:v>16300.5</c:v>
                </c:pt>
                <c:pt idx="4250">
                  <c:v>16771</c:v>
                </c:pt>
                <c:pt idx="4251">
                  <c:v>16788.7</c:v>
                </c:pt>
                <c:pt idx="4252">
                  <c:v>16492.150000000001</c:v>
                </c:pt>
                <c:pt idx="4253">
                  <c:v>16489.2</c:v>
                </c:pt>
                <c:pt idx="4254">
                  <c:v>16486.25</c:v>
                </c:pt>
                <c:pt idx="4255">
                  <c:v>16486.25</c:v>
                </c:pt>
                <c:pt idx="4256">
                  <c:v>16486.25</c:v>
                </c:pt>
                <c:pt idx="4257">
                  <c:v>17327.2</c:v>
                </c:pt>
                <c:pt idx="4258">
                  <c:v>17268.2</c:v>
                </c:pt>
                <c:pt idx="4259">
                  <c:v>17238.7</c:v>
                </c:pt>
                <c:pt idx="4260">
                  <c:v>17729.849999999999</c:v>
                </c:pt>
                <c:pt idx="4261">
                  <c:v>17709.2</c:v>
                </c:pt>
                <c:pt idx="4262">
                  <c:v>17709.2</c:v>
                </c:pt>
                <c:pt idx="4263">
                  <c:v>17709.2</c:v>
                </c:pt>
                <c:pt idx="4264">
                  <c:v>17629.55</c:v>
                </c:pt>
                <c:pt idx="4265">
                  <c:v>18119.8</c:v>
                </c:pt>
                <c:pt idx="4266">
                  <c:v>18090.3</c:v>
                </c:pt>
                <c:pt idx="4267">
                  <c:v>18726.55</c:v>
                </c:pt>
                <c:pt idx="4268">
                  <c:v>18694.099999999999</c:v>
                </c:pt>
                <c:pt idx="4269">
                  <c:v>18694.099999999999</c:v>
                </c:pt>
                <c:pt idx="4270">
                  <c:v>18694.099999999999</c:v>
                </c:pt>
                <c:pt idx="4271">
                  <c:v>20226.55</c:v>
                </c:pt>
                <c:pt idx="4272">
                  <c:v>20694.099999999999</c:v>
                </c:pt>
                <c:pt idx="4273">
                  <c:v>22179.35</c:v>
                </c:pt>
                <c:pt idx="4274">
                  <c:v>22223.599999999999</c:v>
                </c:pt>
                <c:pt idx="4275">
                  <c:v>22264.9</c:v>
                </c:pt>
                <c:pt idx="4276">
                  <c:v>22264.9</c:v>
                </c:pt>
                <c:pt idx="4277">
                  <c:v>22264.9</c:v>
                </c:pt>
                <c:pt idx="4278">
                  <c:v>23282.6</c:v>
                </c:pt>
                <c:pt idx="4279">
                  <c:v>23767.85</c:v>
                </c:pt>
                <c:pt idx="4280">
                  <c:v>23741.3</c:v>
                </c:pt>
                <c:pt idx="4281">
                  <c:v>23764.9</c:v>
                </c:pt>
                <c:pt idx="4282">
                  <c:v>23812.1</c:v>
                </c:pt>
                <c:pt idx="4283">
                  <c:v>23812.1</c:v>
                </c:pt>
                <c:pt idx="4284">
                  <c:v>23812.1</c:v>
                </c:pt>
                <c:pt idx="4285">
                  <c:v>23841.599999999999</c:v>
                </c:pt>
                <c:pt idx="4286">
                  <c:v>23791.45</c:v>
                </c:pt>
                <c:pt idx="4287">
                  <c:v>23815.05</c:v>
                </c:pt>
                <c:pt idx="4288">
                  <c:v>23835.7</c:v>
                </c:pt>
                <c:pt idx="4289">
                  <c:v>23806.2</c:v>
                </c:pt>
                <c:pt idx="4290">
                  <c:v>23776.7</c:v>
                </c:pt>
                <c:pt idx="4291">
                  <c:v>23776.7</c:v>
                </c:pt>
                <c:pt idx="4292">
                  <c:v>23776.7</c:v>
                </c:pt>
                <c:pt idx="4293">
                  <c:v>23776.7</c:v>
                </c:pt>
                <c:pt idx="4294">
                  <c:v>23776.7</c:v>
                </c:pt>
                <c:pt idx="4295">
                  <c:v>23776.7</c:v>
                </c:pt>
                <c:pt idx="4296">
                  <c:v>23776.7</c:v>
                </c:pt>
                <c:pt idx="4297">
                  <c:v>23776.7</c:v>
                </c:pt>
                <c:pt idx="4298">
                  <c:v>23776.7</c:v>
                </c:pt>
                <c:pt idx="4299">
                  <c:v>23921</c:v>
                </c:pt>
                <c:pt idx="4300">
                  <c:v>23921</c:v>
                </c:pt>
                <c:pt idx="4301">
                  <c:v>23968.2</c:v>
                </c:pt>
                <c:pt idx="4302">
                  <c:v>24009.5</c:v>
                </c:pt>
                <c:pt idx="4303">
                  <c:v>23962.3</c:v>
                </c:pt>
                <c:pt idx="4304">
                  <c:v>23962.3</c:v>
                </c:pt>
                <c:pt idx="4305">
                  <c:v>23962.3</c:v>
                </c:pt>
                <c:pt idx="4306">
                  <c:v>23953.45</c:v>
                </c:pt>
                <c:pt idx="4307">
                  <c:v>23941.65</c:v>
                </c:pt>
                <c:pt idx="4308">
                  <c:v>23921</c:v>
                </c:pt>
                <c:pt idx="4309">
                  <c:v>23956.400000000001</c:v>
                </c:pt>
                <c:pt idx="4310">
                  <c:v>23944.6</c:v>
                </c:pt>
                <c:pt idx="4311">
                  <c:v>23944.6</c:v>
                </c:pt>
                <c:pt idx="4312">
                  <c:v>23944.6</c:v>
                </c:pt>
                <c:pt idx="4313">
                  <c:v>23897.4</c:v>
                </c:pt>
                <c:pt idx="4314">
                  <c:v>23879.7</c:v>
                </c:pt>
                <c:pt idx="4315">
                  <c:v>23885.599999999999</c:v>
                </c:pt>
                <c:pt idx="4316">
                  <c:v>23909.200000000001</c:v>
                </c:pt>
                <c:pt idx="4317">
                  <c:v>23903.3</c:v>
                </c:pt>
                <c:pt idx="4318">
                  <c:v>23903.3</c:v>
                </c:pt>
                <c:pt idx="4319">
                  <c:v>23903.3</c:v>
                </c:pt>
                <c:pt idx="4320">
                  <c:v>23909.200000000001</c:v>
                </c:pt>
                <c:pt idx="4321">
                  <c:v>23932.799999999999</c:v>
                </c:pt>
                <c:pt idx="4322">
                  <c:v>23926.9</c:v>
                </c:pt>
                <c:pt idx="4323">
                  <c:v>23897.4</c:v>
                </c:pt>
                <c:pt idx="4324">
                  <c:v>23885.599999999999</c:v>
                </c:pt>
                <c:pt idx="4325">
                  <c:v>23885.599999999999</c:v>
                </c:pt>
                <c:pt idx="4326">
                  <c:v>23885.599999999999</c:v>
                </c:pt>
                <c:pt idx="4327">
                  <c:v>23356.1</c:v>
                </c:pt>
                <c:pt idx="4328">
                  <c:v>23332.5</c:v>
                </c:pt>
                <c:pt idx="4329">
                  <c:v>23350.2</c:v>
                </c:pt>
                <c:pt idx="4330">
                  <c:v>23314.799999999999</c:v>
                </c:pt>
                <c:pt idx="4331">
                  <c:v>23326.6</c:v>
                </c:pt>
                <c:pt idx="4332">
                  <c:v>23326.6</c:v>
                </c:pt>
                <c:pt idx="4333">
                  <c:v>23326.6</c:v>
                </c:pt>
                <c:pt idx="4334">
                  <c:v>23344.3</c:v>
                </c:pt>
                <c:pt idx="4335">
                  <c:v>23303</c:v>
                </c:pt>
                <c:pt idx="4336">
                  <c:v>23326.6</c:v>
                </c:pt>
                <c:pt idx="4337">
                  <c:v>23368.799999999999</c:v>
                </c:pt>
                <c:pt idx="4338">
                  <c:v>23374.7</c:v>
                </c:pt>
                <c:pt idx="4339">
                  <c:v>23374.7</c:v>
                </c:pt>
                <c:pt idx="4340">
                  <c:v>23374.7</c:v>
                </c:pt>
                <c:pt idx="4341">
                  <c:v>23426.2</c:v>
                </c:pt>
                <c:pt idx="4342">
                  <c:v>23387.85</c:v>
                </c:pt>
                <c:pt idx="4343">
                  <c:v>23326.5</c:v>
                </c:pt>
                <c:pt idx="4344">
                  <c:v>22797</c:v>
                </c:pt>
                <c:pt idx="4345">
                  <c:v>22802.9</c:v>
                </c:pt>
                <c:pt idx="4346">
                  <c:v>22802.9</c:v>
                </c:pt>
                <c:pt idx="4347">
                  <c:v>22802.9</c:v>
                </c:pt>
                <c:pt idx="4348">
                  <c:v>22832.400000000001</c:v>
                </c:pt>
                <c:pt idx="4349">
                  <c:v>22850.1</c:v>
                </c:pt>
                <c:pt idx="4350">
                  <c:v>22291.1</c:v>
                </c:pt>
                <c:pt idx="4351">
                  <c:v>22179</c:v>
                </c:pt>
                <c:pt idx="4352">
                  <c:v>22255.7</c:v>
                </c:pt>
                <c:pt idx="4353">
                  <c:v>22209.7</c:v>
                </c:pt>
                <c:pt idx="4354">
                  <c:v>22209.7</c:v>
                </c:pt>
                <c:pt idx="4355">
                  <c:v>22085.8</c:v>
                </c:pt>
                <c:pt idx="4356">
                  <c:v>22015</c:v>
                </c:pt>
                <c:pt idx="4357">
                  <c:v>21515</c:v>
                </c:pt>
                <c:pt idx="4358">
                  <c:v>21585.8</c:v>
                </c:pt>
                <c:pt idx="4359">
                  <c:v>21385.8</c:v>
                </c:pt>
                <c:pt idx="4360">
                  <c:v>21385.8</c:v>
                </c:pt>
                <c:pt idx="4361">
                  <c:v>21385.8</c:v>
                </c:pt>
                <c:pt idx="4362">
                  <c:v>21391.7</c:v>
                </c:pt>
                <c:pt idx="4363">
                  <c:v>21344.5</c:v>
                </c:pt>
                <c:pt idx="4364">
                  <c:v>21256</c:v>
                </c:pt>
                <c:pt idx="4365">
                  <c:v>21390.5</c:v>
                </c:pt>
                <c:pt idx="4366">
                  <c:v>21484.9</c:v>
                </c:pt>
                <c:pt idx="4367">
                  <c:v>21484.9</c:v>
                </c:pt>
                <c:pt idx="4368">
                  <c:v>21484.9</c:v>
                </c:pt>
                <c:pt idx="4369">
                  <c:v>21479</c:v>
                </c:pt>
                <c:pt idx="4370">
                  <c:v>21566</c:v>
                </c:pt>
                <c:pt idx="4371">
                  <c:v>21536.5</c:v>
                </c:pt>
                <c:pt idx="4372">
                  <c:v>21536.5</c:v>
                </c:pt>
                <c:pt idx="4373">
                  <c:v>21566</c:v>
                </c:pt>
                <c:pt idx="4374">
                  <c:v>21566</c:v>
                </c:pt>
                <c:pt idx="4375">
                  <c:v>21566</c:v>
                </c:pt>
                <c:pt idx="4376">
                  <c:v>21566</c:v>
                </c:pt>
                <c:pt idx="4377">
                  <c:v>21642.400000000001</c:v>
                </c:pt>
                <c:pt idx="4378">
                  <c:v>21713.200000000001</c:v>
                </c:pt>
                <c:pt idx="4379">
                  <c:v>21819.4</c:v>
                </c:pt>
                <c:pt idx="4380">
                  <c:v>21772.2</c:v>
                </c:pt>
                <c:pt idx="4381">
                  <c:v>21799.200000000001</c:v>
                </c:pt>
                <c:pt idx="4382">
                  <c:v>21799.200000000001</c:v>
                </c:pt>
                <c:pt idx="4383">
                  <c:v>21799.200000000001</c:v>
                </c:pt>
                <c:pt idx="4384">
                  <c:v>21752</c:v>
                </c:pt>
                <c:pt idx="4385">
                  <c:v>21752</c:v>
                </c:pt>
                <c:pt idx="4386">
                  <c:v>22222.5</c:v>
                </c:pt>
                <c:pt idx="4387">
                  <c:v>22134</c:v>
                </c:pt>
                <c:pt idx="4388">
                  <c:v>22134</c:v>
                </c:pt>
                <c:pt idx="4389">
                  <c:v>22134</c:v>
                </c:pt>
                <c:pt idx="4390">
                  <c:v>22057.3</c:v>
                </c:pt>
                <c:pt idx="4391">
                  <c:v>22604.5</c:v>
                </c:pt>
                <c:pt idx="4392">
                  <c:v>22557.3</c:v>
                </c:pt>
                <c:pt idx="4393">
                  <c:v>22575</c:v>
                </c:pt>
                <c:pt idx="4394">
                  <c:v>22575</c:v>
                </c:pt>
                <c:pt idx="4395">
                  <c:v>22521</c:v>
                </c:pt>
                <c:pt idx="4396">
                  <c:v>22521</c:v>
                </c:pt>
                <c:pt idx="4397">
                  <c:v>22639</c:v>
                </c:pt>
                <c:pt idx="4398">
                  <c:v>22606</c:v>
                </c:pt>
                <c:pt idx="4399">
                  <c:v>22653.200000000001</c:v>
                </c:pt>
                <c:pt idx="4400">
                  <c:v>22488</c:v>
                </c:pt>
                <c:pt idx="4401">
                  <c:v>22535.200000000001</c:v>
                </c:pt>
                <c:pt idx="4402">
                  <c:v>22535.200000000001</c:v>
                </c:pt>
                <c:pt idx="4403">
                  <c:v>22535.200000000001</c:v>
                </c:pt>
                <c:pt idx="4404">
                  <c:v>22576.5</c:v>
                </c:pt>
                <c:pt idx="4405">
                  <c:v>22576.5</c:v>
                </c:pt>
                <c:pt idx="4406">
                  <c:v>22576.5</c:v>
                </c:pt>
                <c:pt idx="4407">
                  <c:v>22606</c:v>
                </c:pt>
                <c:pt idx="4408">
                  <c:v>22629.599999999999</c:v>
                </c:pt>
                <c:pt idx="4409">
                  <c:v>22629.599999999999</c:v>
                </c:pt>
                <c:pt idx="4410">
                  <c:v>22629.599999999999</c:v>
                </c:pt>
                <c:pt idx="4411">
                  <c:v>22606</c:v>
                </c:pt>
                <c:pt idx="4412">
                  <c:v>22606</c:v>
                </c:pt>
                <c:pt idx="4413">
                  <c:v>22641.4</c:v>
                </c:pt>
                <c:pt idx="4414">
                  <c:v>22676.799999999999</c:v>
                </c:pt>
                <c:pt idx="4415">
                  <c:v>22676.799999999999</c:v>
                </c:pt>
                <c:pt idx="4416">
                  <c:v>22676.799999999999</c:v>
                </c:pt>
                <c:pt idx="4417">
                  <c:v>22676.799999999999</c:v>
                </c:pt>
                <c:pt idx="4418">
                  <c:v>22676.799999999999</c:v>
                </c:pt>
                <c:pt idx="4419">
                  <c:v>22665</c:v>
                </c:pt>
                <c:pt idx="4420">
                  <c:v>22635.5</c:v>
                </c:pt>
                <c:pt idx="4421">
                  <c:v>22670.9</c:v>
                </c:pt>
                <c:pt idx="4422">
                  <c:v>22706.3</c:v>
                </c:pt>
                <c:pt idx="4423">
                  <c:v>22706.3</c:v>
                </c:pt>
                <c:pt idx="4424">
                  <c:v>22753.5</c:v>
                </c:pt>
                <c:pt idx="4425">
                  <c:v>22753.5</c:v>
                </c:pt>
                <c:pt idx="4426">
                  <c:v>22753.5</c:v>
                </c:pt>
                <c:pt idx="4427">
                  <c:v>22753.5</c:v>
                </c:pt>
                <c:pt idx="4428">
                  <c:v>22753.5</c:v>
                </c:pt>
                <c:pt idx="4429">
                  <c:v>22753.5</c:v>
                </c:pt>
                <c:pt idx="4430">
                  <c:v>22753.5</c:v>
                </c:pt>
                <c:pt idx="4431">
                  <c:v>22753.5</c:v>
                </c:pt>
                <c:pt idx="4432">
                  <c:v>22753.5</c:v>
                </c:pt>
                <c:pt idx="4433">
                  <c:v>22753.5</c:v>
                </c:pt>
                <c:pt idx="4434">
                  <c:v>22753.5</c:v>
                </c:pt>
                <c:pt idx="4435">
                  <c:v>22771.200000000001</c:v>
                </c:pt>
                <c:pt idx="4436">
                  <c:v>22800.7</c:v>
                </c:pt>
                <c:pt idx="4437">
                  <c:v>22794.799999999999</c:v>
                </c:pt>
                <c:pt idx="4438">
                  <c:v>22794.799999999999</c:v>
                </c:pt>
                <c:pt idx="4439">
                  <c:v>22794.799999999999</c:v>
                </c:pt>
                <c:pt idx="4440">
                  <c:v>23460</c:v>
                </c:pt>
                <c:pt idx="4441">
                  <c:v>23489.5</c:v>
                </c:pt>
                <c:pt idx="4442">
                  <c:v>23453.200000000001</c:v>
                </c:pt>
                <c:pt idx="4443">
                  <c:v>23441.4</c:v>
                </c:pt>
                <c:pt idx="4444">
                  <c:v>23441.4</c:v>
                </c:pt>
                <c:pt idx="4445">
                  <c:v>23441.4</c:v>
                </c:pt>
                <c:pt idx="4446">
                  <c:v>23441.4</c:v>
                </c:pt>
                <c:pt idx="4447">
                  <c:v>23441.4</c:v>
                </c:pt>
                <c:pt idx="4448">
                  <c:v>23476.799999999999</c:v>
                </c:pt>
                <c:pt idx="4449">
                  <c:v>23476.799999999999</c:v>
                </c:pt>
                <c:pt idx="4450">
                  <c:v>23435.5</c:v>
                </c:pt>
                <c:pt idx="4451">
                  <c:v>23435.5</c:v>
                </c:pt>
                <c:pt idx="4452">
                  <c:v>23435.5</c:v>
                </c:pt>
                <c:pt idx="4453">
                  <c:v>23917.8</c:v>
                </c:pt>
                <c:pt idx="4454">
                  <c:v>23894.2</c:v>
                </c:pt>
                <c:pt idx="4455">
                  <c:v>23823.4</c:v>
                </c:pt>
                <c:pt idx="4456">
                  <c:v>23817.5</c:v>
                </c:pt>
                <c:pt idx="4457">
                  <c:v>23876.5</c:v>
                </c:pt>
                <c:pt idx="4458">
                  <c:v>23876.5</c:v>
                </c:pt>
                <c:pt idx="4459">
                  <c:v>23876.5</c:v>
                </c:pt>
                <c:pt idx="4460">
                  <c:v>23852.9</c:v>
                </c:pt>
                <c:pt idx="4461">
                  <c:v>23852.9</c:v>
                </c:pt>
                <c:pt idx="4462">
                  <c:v>23852.9</c:v>
                </c:pt>
                <c:pt idx="4463">
                  <c:v>23823.4</c:v>
                </c:pt>
                <c:pt idx="4464">
                  <c:v>23858.799999999999</c:v>
                </c:pt>
                <c:pt idx="4465">
                  <c:v>23858.799999999999</c:v>
                </c:pt>
                <c:pt idx="4466">
                  <c:v>23858.799999999999</c:v>
                </c:pt>
                <c:pt idx="4467">
                  <c:v>23829.3</c:v>
                </c:pt>
                <c:pt idx="4468">
                  <c:v>23847</c:v>
                </c:pt>
                <c:pt idx="4469">
                  <c:v>24347</c:v>
                </c:pt>
                <c:pt idx="4470">
                  <c:v>24347</c:v>
                </c:pt>
                <c:pt idx="4471">
                  <c:v>24352.9</c:v>
                </c:pt>
                <c:pt idx="4472">
                  <c:v>24352.9</c:v>
                </c:pt>
                <c:pt idx="4473">
                  <c:v>24352.9</c:v>
                </c:pt>
                <c:pt idx="4474">
                  <c:v>24460.9</c:v>
                </c:pt>
                <c:pt idx="4475">
                  <c:v>24472.7</c:v>
                </c:pt>
                <c:pt idx="4476">
                  <c:v>24490.400000000001</c:v>
                </c:pt>
                <c:pt idx="4477">
                  <c:v>24490.400000000001</c:v>
                </c:pt>
                <c:pt idx="4478">
                  <c:v>24490.400000000001</c:v>
                </c:pt>
                <c:pt idx="4479">
                  <c:v>24490.400000000001</c:v>
                </c:pt>
                <c:pt idx="4480">
                  <c:v>24490.400000000001</c:v>
                </c:pt>
                <c:pt idx="4481">
                  <c:v>24955</c:v>
                </c:pt>
                <c:pt idx="4482">
                  <c:v>24960.9</c:v>
                </c:pt>
                <c:pt idx="4483">
                  <c:v>24943.200000000001</c:v>
                </c:pt>
                <c:pt idx="4484">
                  <c:v>24943.200000000001</c:v>
                </c:pt>
                <c:pt idx="4485">
                  <c:v>24943.200000000001</c:v>
                </c:pt>
                <c:pt idx="4486">
                  <c:v>24943.200000000001</c:v>
                </c:pt>
                <c:pt idx="4487">
                  <c:v>24943.200000000001</c:v>
                </c:pt>
                <c:pt idx="4488">
                  <c:v>24866.5</c:v>
                </c:pt>
                <c:pt idx="4489">
                  <c:v>24837</c:v>
                </c:pt>
                <c:pt idx="4490">
                  <c:v>24913</c:v>
                </c:pt>
                <c:pt idx="4491">
                  <c:v>24895.3</c:v>
                </c:pt>
                <c:pt idx="4492">
                  <c:v>24989.7</c:v>
                </c:pt>
                <c:pt idx="4493">
                  <c:v>24989.7</c:v>
                </c:pt>
                <c:pt idx="4494">
                  <c:v>24989.7</c:v>
                </c:pt>
                <c:pt idx="4495">
                  <c:v>24989.7</c:v>
                </c:pt>
                <c:pt idx="4496">
                  <c:v>24948.400000000001</c:v>
                </c:pt>
                <c:pt idx="4497">
                  <c:v>25448.400000000001</c:v>
                </c:pt>
                <c:pt idx="4498">
                  <c:v>25442.5</c:v>
                </c:pt>
                <c:pt idx="4499">
                  <c:v>25942.5</c:v>
                </c:pt>
                <c:pt idx="4500">
                  <c:v>25942.5</c:v>
                </c:pt>
                <c:pt idx="4501">
                  <c:v>25942.5</c:v>
                </c:pt>
                <c:pt idx="4502">
                  <c:v>25942.5</c:v>
                </c:pt>
                <c:pt idx="4503">
                  <c:v>25942.5</c:v>
                </c:pt>
                <c:pt idx="4504">
                  <c:v>26365.8</c:v>
                </c:pt>
                <c:pt idx="4505">
                  <c:v>26942.5</c:v>
                </c:pt>
                <c:pt idx="4506">
                  <c:v>26842.2</c:v>
                </c:pt>
                <c:pt idx="4507">
                  <c:v>26842.2</c:v>
                </c:pt>
                <c:pt idx="4508">
                  <c:v>26842.2</c:v>
                </c:pt>
                <c:pt idx="4509">
                  <c:v>26824.5</c:v>
                </c:pt>
                <c:pt idx="4510">
                  <c:v>26747.8</c:v>
                </c:pt>
                <c:pt idx="4511">
                  <c:v>26784.1</c:v>
                </c:pt>
                <c:pt idx="4512">
                  <c:v>26807.7</c:v>
                </c:pt>
                <c:pt idx="4513">
                  <c:v>27402.1</c:v>
                </c:pt>
                <c:pt idx="4514">
                  <c:v>27402.1</c:v>
                </c:pt>
                <c:pt idx="4515">
                  <c:v>27402.1</c:v>
                </c:pt>
                <c:pt idx="4516">
                  <c:v>27908</c:v>
                </c:pt>
                <c:pt idx="4517">
                  <c:v>27908</c:v>
                </c:pt>
                <c:pt idx="4518">
                  <c:v>27801.8</c:v>
                </c:pt>
                <c:pt idx="4519">
                  <c:v>28349</c:v>
                </c:pt>
                <c:pt idx="4520">
                  <c:v>28349</c:v>
                </c:pt>
                <c:pt idx="4521">
                  <c:v>28349</c:v>
                </c:pt>
                <c:pt idx="4522">
                  <c:v>28349</c:v>
                </c:pt>
                <c:pt idx="4523">
                  <c:v>28431.599999999999</c:v>
                </c:pt>
                <c:pt idx="4524">
                  <c:v>28467</c:v>
                </c:pt>
                <c:pt idx="4525">
                  <c:v>28577.5</c:v>
                </c:pt>
                <c:pt idx="4526">
                  <c:v>28577.5</c:v>
                </c:pt>
                <c:pt idx="4527">
                  <c:v>28565.7</c:v>
                </c:pt>
                <c:pt idx="4528">
                  <c:v>28565.7</c:v>
                </c:pt>
                <c:pt idx="4529">
                  <c:v>28589.3</c:v>
                </c:pt>
                <c:pt idx="4530">
                  <c:v>28607</c:v>
                </c:pt>
                <c:pt idx="4531">
                  <c:v>28643.3</c:v>
                </c:pt>
                <c:pt idx="4532">
                  <c:v>28649.200000000001</c:v>
                </c:pt>
                <c:pt idx="4533">
                  <c:v>28649.200000000001</c:v>
                </c:pt>
                <c:pt idx="4534">
                  <c:v>28643.3</c:v>
                </c:pt>
                <c:pt idx="4535">
                  <c:v>28643.3</c:v>
                </c:pt>
                <c:pt idx="4536">
                  <c:v>28643.3</c:v>
                </c:pt>
                <c:pt idx="4537">
                  <c:v>28666.9</c:v>
                </c:pt>
                <c:pt idx="4538">
                  <c:v>28714.1</c:v>
                </c:pt>
                <c:pt idx="4539">
                  <c:v>28714.1</c:v>
                </c:pt>
                <c:pt idx="4540">
                  <c:v>28690.5</c:v>
                </c:pt>
                <c:pt idx="4541">
                  <c:v>28714.1</c:v>
                </c:pt>
                <c:pt idx="4542">
                  <c:v>28714.1</c:v>
                </c:pt>
                <c:pt idx="4543">
                  <c:v>28714.1</c:v>
                </c:pt>
                <c:pt idx="4544">
                  <c:v>28702.3</c:v>
                </c:pt>
                <c:pt idx="4545">
                  <c:v>28759.7</c:v>
                </c:pt>
                <c:pt idx="4546">
                  <c:v>28827.5</c:v>
                </c:pt>
                <c:pt idx="4547">
                  <c:v>28845.200000000001</c:v>
                </c:pt>
                <c:pt idx="4548">
                  <c:v>28868.799999999999</c:v>
                </c:pt>
                <c:pt idx="4549">
                  <c:v>28868.799999999999</c:v>
                </c:pt>
                <c:pt idx="4550">
                  <c:v>28868.799999999999</c:v>
                </c:pt>
                <c:pt idx="4551">
                  <c:v>28868.799999999999</c:v>
                </c:pt>
                <c:pt idx="4552">
                  <c:v>28886.5</c:v>
                </c:pt>
                <c:pt idx="4553">
                  <c:v>28913.5</c:v>
                </c:pt>
                <c:pt idx="4554">
                  <c:v>28919.4</c:v>
                </c:pt>
                <c:pt idx="4555">
                  <c:v>28931.200000000001</c:v>
                </c:pt>
                <c:pt idx="4556">
                  <c:v>28931.200000000001</c:v>
                </c:pt>
                <c:pt idx="4557">
                  <c:v>28931.200000000001</c:v>
                </c:pt>
                <c:pt idx="4558">
                  <c:v>28925.3</c:v>
                </c:pt>
                <c:pt idx="4559">
                  <c:v>29029.9</c:v>
                </c:pt>
                <c:pt idx="4560">
                  <c:v>29012.2</c:v>
                </c:pt>
                <c:pt idx="4561">
                  <c:v>28994.5</c:v>
                </c:pt>
                <c:pt idx="4562">
                  <c:v>28988.6</c:v>
                </c:pt>
                <c:pt idx="4563">
                  <c:v>28988.6</c:v>
                </c:pt>
                <c:pt idx="4564">
                  <c:v>28988.6</c:v>
                </c:pt>
                <c:pt idx="4565">
                  <c:v>28994.5</c:v>
                </c:pt>
                <c:pt idx="4566">
                  <c:v>29006.3</c:v>
                </c:pt>
                <c:pt idx="4567">
                  <c:v>29000.400000000001</c:v>
                </c:pt>
                <c:pt idx="4568">
                  <c:v>28965</c:v>
                </c:pt>
                <c:pt idx="4569">
                  <c:v>28935.5</c:v>
                </c:pt>
                <c:pt idx="4570">
                  <c:v>28935.5</c:v>
                </c:pt>
                <c:pt idx="4571">
                  <c:v>28935.5</c:v>
                </c:pt>
                <c:pt idx="4572">
                  <c:v>28941.4</c:v>
                </c:pt>
                <c:pt idx="4573">
                  <c:v>28941.4</c:v>
                </c:pt>
                <c:pt idx="4574">
                  <c:v>28935.5</c:v>
                </c:pt>
                <c:pt idx="4575">
                  <c:v>28941.4</c:v>
                </c:pt>
                <c:pt idx="4576">
                  <c:v>28935.5</c:v>
                </c:pt>
                <c:pt idx="4577">
                  <c:v>28989.5</c:v>
                </c:pt>
                <c:pt idx="4578">
                  <c:v>28989.5</c:v>
                </c:pt>
                <c:pt idx="4579">
                  <c:v>29024.9</c:v>
                </c:pt>
                <c:pt idx="4580">
                  <c:v>29030.799999999999</c:v>
                </c:pt>
                <c:pt idx="4581">
                  <c:v>29019</c:v>
                </c:pt>
                <c:pt idx="4582">
                  <c:v>28983.599999999999</c:v>
                </c:pt>
                <c:pt idx="4583">
                  <c:v>28989.5</c:v>
                </c:pt>
                <c:pt idx="4584">
                  <c:v>28989.5</c:v>
                </c:pt>
                <c:pt idx="4585">
                  <c:v>28989.5</c:v>
                </c:pt>
                <c:pt idx="4586">
                  <c:v>28977.7</c:v>
                </c:pt>
                <c:pt idx="4587">
                  <c:v>28971.8</c:v>
                </c:pt>
                <c:pt idx="4588">
                  <c:v>29019</c:v>
                </c:pt>
                <c:pt idx="4589">
                  <c:v>29048.5</c:v>
                </c:pt>
                <c:pt idx="4590">
                  <c:v>29030.799999999999</c:v>
                </c:pt>
                <c:pt idx="4591">
                  <c:v>29030.799999999999</c:v>
                </c:pt>
                <c:pt idx="4592">
                  <c:v>29030.799999999999</c:v>
                </c:pt>
                <c:pt idx="4593">
                  <c:v>29024.9</c:v>
                </c:pt>
                <c:pt idx="4594">
                  <c:v>29007.200000000001</c:v>
                </c:pt>
                <c:pt idx="4595">
                  <c:v>29013.1</c:v>
                </c:pt>
                <c:pt idx="4596">
                  <c:v>29007.200000000001</c:v>
                </c:pt>
                <c:pt idx="4597">
                  <c:v>28912.799999999999</c:v>
                </c:pt>
                <c:pt idx="4598">
                  <c:v>28912.799999999999</c:v>
                </c:pt>
                <c:pt idx="4599">
                  <c:v>28912.799999999999</c:v>
                </c:pt>
                <c:pt idx="4600">
                  <c:v>28895.1</c:v>
                </c:pt>
                <c:pt idx="4601">
                  <c:v>28889.200000000001</c:v>
                </c:pt>
                <c:pt idx="4602">
                  <c:v>28889.200000000001</c:v>
                </c:pt>
                <c:pt idx="4603">
                  <c:v>28695.1</c:v>
                </c:pt>
                <c:pt idx="4604">
                  <c:v>28748.2</c:v>
                </c:pt>
                <c:pt idx="4605">
                  <c:v>28748.2</c:v>
                </c:pt>
                <c:pt idx="4606">
                  <c:v>28748.2</c:v>
                </c:pt>
                <c:pt idx="4607">
                  <c:v>28760</c:v>
                </c:pt>
                <c:pt idx="4608">
                  <c:v>28683.3</c:v>
                </c:pt>
                <c:pt idx="4609">
                  <c:v>28712.799999999999</c:v>
                </c:pt>
                <c:pt idx="4610">
                  <c:v>28424.6</c:v>
                </c:pt>
                <c:pt idx="4611">
                  <c:v>28418.7</c:v>
                </c:pt>
                <c:pt idx="4612">
                  <c:v>28418.7</c:v>
                </c:pt>
                <c:pt idx="4613">
                  <c:v>28418.7</c:v>
                </c:pt>
                <c:pt idx="4614">
                  <c:v>28406.9</c:v>
                </c:pt>
                <c:pt idx="4615">
                  <c:v>28395.1</c:v>
                </c:pt>
                <c:pt idx="4616">
                  <c:v>28353.8</c:v>
                </c:pt>
                <c:pt idx="4617">
                  <c:v>28353.8</c:v>
                </c:pt>
                <c:pt idx="4618">
                  <c:v>28395.1</c:v>
                </c:pt>
                <c:pt idx="4619">
                  <c:v>28395.1</c:v>
                </c:pt>
                <c:pt idx="4620">
                  <c:v>28395.1</c:v>
                </c:pt>
                <c:pt idx="4621">
                  <c:v>27889.200000000001</c:v>
                </c:pt>
                <c:pt idx="4622">
                  <c:v>27871.5</c:v>
                </c:pt>
                <c:pt idx="4623">
                  <c:v>27871.5</c:v>
                </c:pt>
                <c:pt idx="4624">
                  <c:v>27883.3</c:v>
                </c:pt>
                <c:pt idx="4625">
                  <c:v>27871.5</c:v>
                </c:pt>
                <c:pt idx="4626">
                  <c:v>27871.5</c:v>
                </c:pt>
                <c:pt idx="4627">
                  <c:v>27871.5</c:v>
                </c:pt>
                <c:pt idx="4628">
                  <c:v>27912.799999999999</c:v>
                </c:pt>
                <c:pt idx="4629">
                  <c:v>26912.799999999999</c:v>
                </c:pt>
                <c:pt idx="4630">
                  <c:v>26871.5</c:v>
                </c:pt>
                <c:pt idx="4631">
                  <c:v>26365.599999999999</c:v>
                </c:pt>
                <c:pt idx="4632">
                  <c:v>26336.1</c:v>
                </c:pt>
                <c:pt idx="4633">
                  <c:v>26336.1</c:v>
                </c:pt>
                <c:pt idx="4634">
                  <c:v>26336.1</c:v>
                </c:pt>
                <c:pt idx="4635">
                  <c:v>26312.5</c:v>
                </c:pt>
                <c:pt idx="4636">
                  <c:v>26312.5</c:v>
                </c:pt>
                <c:pt idx="4637">
                  <c:v>25365.599999999999</c:v>
                </c:pt>
                <c:pt idx="4638">
                  <c:v>25365.599999999999</c:v>
                </c:pt>
                <c:pt idx="4639">
                  <c:v>25353.8</c:v>
                </c:pt>
                <c:pt idx="4640">
                  <c:v>25353.8</c:v>
                </c:pt>
                <c:pt idx="4641">
                  <c:v>25353.8</c:v>
                </c:pt>
                <c:pt idx="4642">
                  <c:v>25377.4</c:v>
                </c:pt>
                <c:pt idx="4643">
                  <c:v>24356.75</c:v>
                </c:pt>
                <c:pt idx="4644">
                  <c:v>24347.9</c:v>
                </c:pt>
                <c:pt idx="4645">
                  <c:v>24636.1</c:v>
                </c:pt>
                <c:pt idx="4646">
                  <c:v>24636.1</c:v>
                </c:pt>
                <c:pt idx="4647">
                  <c:v>24636.1</c:v>
                </c:pt>
                <c:pt idx="4648">
                  <c:v>24636.1</c:v>
                </c:pt>
                <c:pt idx="4649">
                  <c:v>24636.1</c:v>
                </c:pt>
                <c:pt idx="4650">
                  <c:v>24642</c:v>
                </c:pt>
                <c:pt idx="4651">
                  <c:v>24665.599999999999</c:v>
                </c:pt>
                <c:pt idx="4652">
                  <c:v>24677.4</c:v>
                </c:pt>
                <c:pt idx="4653">
                  <c:v>24677.4</c:v>
                </c:pt>
                <c:pt idx="4654">
                  <c:v>24671.5</c:v>
                </c:pt>
                <c:pt idx="4655">
                  <c:v>24671.5</c:v>
                </c:pt>
                <c:pt idx="4656">
                  <c:v>24671.5</c:v>
                </c:pt>
                <c:pt idx="4657">
                  <c:v>24671.5</c:v>
                </c:pt>
                <c:pt idx="4658">
                  <c:v>24671.5</c:v>
                </c:pt>
                <c:pt idx="4659">
                  <c:v>24671.5</c:v>
                </c:pt>
                <c:pt idx="4660">
                  <c:v>24671.5</c:v>
                </c:pt>
                <c:pt idx="4661">
                  <c:v>24671.5</c:v>
                </c:pt>
                <c:pt idx="4662">
                  <c:v>24671.5</c:v>
                </c:pt>
                <c:pt idx="4663">
                  <c:v>24653.8</c:v>
                </c:pt>
                <c:pt idx="4664">
                  <c:v>24231.7</c:v>
                </c:pt>
                <c:pt idx="4665">
                  <c:v>23696.3</c:v>
                </c:pt>
                <c:pt idx="4666">
                  <c:v>23525.8</c:v>
                </c:pt>
                <c:pt idx="4667">
                  <c:v>22714</c:v>
                </c:pt>
                <c:pt idx="4668">
                  <c:v>22714</c:v>
                </c:pt>
                <c:pt idx="4669">
                  <c:v>22714</c:v>
                </c:pt>
                <c:pt idx="4670">
                  <c:v>22184.5</c:v>
                </c:pt>
                <c:pt idx="4671">
                  <c:v>22219.9</c:v>
                </c:pt>
                <c:pt idx="4672">
                  <c:v>22231.7</c:v>
                </c:pt>
                <c:pt idx="4673">
                  <c:v>22179.8</c:v>
                </c:pt>
                <c:pt idx="4674">
                  <c:v>22179.8</c:v>
                </c:pt>
                <c:pt idx="4675">
                  <c:v>22179.8</c:v>
                </c:pt>
                <c:pt idx="4676">
                  <c:v>22179.8</c:v>
                </c:pt>
                <c:pt idx="4677">
                  <c:v>21203.4</c:v>
                </c:pt>
                <c:pt idx="4678">
                  <c:v>19203.400000000001</c:v>
                </c:pt>
                <c:pt idx="4679">
                  <c:v>17197.5</c:v>
                </c:pt>
                <c:pt idx="4680">
                  <c:v>15250.6</c:v>
                </c:pt>
                <c:pt idx="4681">
                  <c:v>15262.4</c:v>
                </c:pt>
                <c:pt idx="4682">
                  <c:v>15262.4</c:v>
                </c:pt>
                <c:pt idx="4683">
                  <c:v>15262.4</c:v>
                </c:pt>
                <c:pt idx="4684">
                  <c:v>14368.6</c:v>
                </c:pt>
                <c:pt idx="4685">
                  <c:v>14356.8</c:v>
                </c:pt>
                <c:pt idx="4686">
                  <c:v>14374.5</c:v>
                </c:pt>
                <c:pt idx="4687">
                  <c:v>14427.6</c:v>
                </c:pt>
                <c:pt idx="4688">
                  <c:v>14404</c:v>
                </c:pt>
                <c:pt idx="4689">
                  <c:v>14404</c:v>
                </c:pt>
                <c:pt idx="4690">
                  <c:v>14404</c:v>
                </c:pt>
                <c:pt idx="4691">
                  <c:v>14392.2</c:v>
                </c:pt>
                <c:pt idx="4692">
                  <c:v>14439.4</c:v>
                </c:pt>
                <c:pt idx="4693">
                  <c:v>14509.6</c:v>
                </c:pt>
                <c:pt idx="4694">
                  <c:v>14509.6</c:v>
                </c:pt>
                <c:pt idx="4695">
                  <c:v>14515.5</c:v>
                </c:pt>
                <c:pt idx="4696">
                  <c:v>14515.5</c:v>
                </c:pt>
                <c:pt idx="4697">
                  <c:v>14515.5</c:v>
                </c:pt>
                <c:pt idx="4698">
                  <c:v>14550.9</c:v>
                </c:pt>
                <c:pt idx="4699">
                  <c:v>14556.8</c:v>
                </c:pt>
                <c:pt idx="4700">
                  <c:v>14639.4</c:v>
                </c:pt>
                <c:pt idx="4701">
                  <c:v>14651.2</c:v>
                </c:pt>
                <c:pt idx="4702">
                  <c:v>14604</c:v>
                </c:pt>
                <c:pt idx="4703">
                  <c:v>14604</c:v>
                </c:pt>
                <c:pt idx="4704">
                  <c:v>14604</c:v>
                </c:pt>
                <c:pt idx="4705">
                  <c:v>14127.6</c:v>
                </c:pt>
                <c:pt idx="4706">
                  <c:v>14174.2</c:v>
                </c:pt>
                <c:pt idx="4707">
                  <c:v>14239.1</c:v>
                </c:pt>
                <c:pt idx="4708">
                  <c:v>14245</c:v>
                </c:pt>
                <c:pt idx="4709">
                  <c:v>14295.6</c:v>
                </c:pt>
                <c:pt idx="4710">
                  <c:v>14295.6</c:v>
                </c:pt>
                <c:pt idx="4711">
                  <c:v>14295.6</c:v>
                </c:pt>
                <c:pt idx="4712">
                  <c:v>14395.9</c:v>
                </c:pt>
                <c:pt idx="4713">
                  <c:v>14390</c:v>
                </c:pt>
                <c:pt idx="4714">
                  <c:v>14360.5</c:v>
                </c:pt>
                <c:pt idx="4715">
                  <c:v>14366.4</c:v>
                </c:pt>
                <c:pt idx="4716">
                  <c:v>14390</c:v>
                </c:pt>
                <c:pt idx="4717">
                  <c:v>14390</c:v>
                </c:pt>
                <c:pt idx="4718">
                  <c:v>14390</c:v>
                </c:pt>
                <c:pt idx="4719">
                  <c:v>14417</c:v>
                </c:pt>
                <c:pt idx="4720">
                  <c:v>14411.1</c:v>
                </c:pt>
                <c:pt idx="4721">
                  <c:v>14363.9</c:v>
                </c:pt>
                <c:pt idx="4722">
                  <c:v>14369.8</c:v>
                </c:pt>
                <c:pt idx="4723">
                  <c:v>14358</c:v>
                </c:pt>
                <c:pt idx="4724">
                  <c:v>14358</c:v>
                </c:pt>
                <c:pt idx="4725">
                  <c:v>14358</c:v>
                </c:pt>
                <c:pt idx="4726">
                  <c:v>14381.6</c:v>
                </c:pt>
                <c:pt idx="4727">
                  <c:v>14434.7</c:v>
                </c:pt>
                <c:pt idx="4728">
                  <c:v>14440.6</c:v>
                </c:pt>
                <c:pt idx="4729">
                  <c:v>14411.1</c:v>
                </c:pt>
                <c:pt idx="4730">
                  <c:v>14393.4</c:v>
                </c:pt>
                <c:pt idx="4731">
                  <c:v>14393.4</c:v>
                </c:pt>
                <c:pt idx="4732">
                  <c:v>14393.4</c:v>
                </c:pt>
                <c:pt idx="4733">
                  <c:v>14399.3</c:v>
                </c:pt>
                <c:pt idx="4734">
                  <c:v>14422.9</c:v>
                </c:pt>
                <c:pt idx="4735">
                  <c:v>14422.9</c:v>
                </c:pt>
                <c:pt idx="4736">
                  <c:v>14428.8</c:v>
                </c:pt>
                <c:pt idx="4737">
                  <c:v>14434.7</c:v>
                </c:pt>
                <c:pt idx="4738">
                  <c:v>14434.7</c:v>
                </c:pt>
                <c:pt idx="4739">
                  <c:v>14434.7</c:v>
                </c:pt>
                <c:pt idx="4740">
                  <c:v>14440.6</c:v>
                </c:pt>
                <c:pt idx="4741">
                  <c:v>13999.6</c:v>
                </c:pt>
                <c:pt idx="4742">
                  <c:v>13993.7</c:v>
                </c:pt>
                <c:pt idx="4743">
                  <c:v>13976</c:v>
                </c:pt>
                <c:pt idx="4744">
                  <c:v>13484.85</c:v>
                </c:pt>
                <c:pt idx="4745">
                  <c:v>13476</c:v>
                </c:pt>
                <c:pt idx="4746">
                  <c:v>13476</c:v>
                </c:pt>
                <c:pt idx="4747">
                  <c:v>13476</c:v>
                </c:pt>
                <c:pt idx="4748">
                  <c:v>13476</c:v>
                </c:pt>
                <c:pt idx="4749">
                  <c:v>13476</c:v>
                </c:pt>
                <c:pt idx="4750">
                  <c:v>13458.3</c:v>
                </c:pt>
                <c:pt idx="4751">
                  <c:v>13428.8</c:v>
                </c:pt>
                <c:pt idx="4752">
                  <c:v>13428.8</c:v>
                </c:pt>
                <c:pt idx="4753">
                  <c:v>13428.8</c:v>
                </c:pt>
                <c:pt idx="4754">
                  <c:v>13428.8</c:v>
                </c:pt>
                <c:pt idx="4755">
                  <c:v>13437.65</c:v>
                </c:pt>
                <c:pt idx="4756">
                  <c:v>13417</c:v>
                </c:pt>
                <c:pt idx="4757">
                  <c:v>13217</c:v>
                </c:pt>
                <c:pt idx="4758">
                  <c:v>12911.1</c:v>
                </c:pt>
                <c:pt idx="4759">
                  <c:v>12911.1</c:v>
                </c:pt>
                <c:pt idx="4760">
                  <c:v>12911.1</c:v>
                </c:pt>
                <c:pt idx="4761">
                  <c:v>12911.1</c:v>
                </c:pt>
                <c:pt idx="4762">
                  <c:v>12911.1</c:v>
                </c:pt>
                <c:pt idx="4763">
                  <c:v>12905.2</c:v>
                </c:pt>
                <c:pt idx="4764">
                  <c:v>12919.95</c:v>
                </c:pt>
                <c:pt idx="4765">
                  <c:v>12917</c:v>
                </c:pt>
                <c:pt idx="4766">
                  <c:v>12917</c:v>
                </c:pt>
                <c:pt idx="4767">
                  <c:v>12917</c:v>
                </c:pt>
                <c:pt idx="4768">
                  <c:v>12875.7</c:v>
                </c:pt>
                <c:pt idx="4769">
                  <c:v>12926.3</c:v>
                </c:pt>
                <c:pt idx="4770">
                  <c:v>12938.1</c:v>
                </c:pt>
                <c:pt idx="4771">
                  <c:v>12941.05</c:v>
                </c:pt>
                <c:pt idx="4772">
                  <c:v>12914.5</c:v>
                </c:pt>
                <c:pt idx="4773">
                  <c:v>12914.5</c:v>
                </c:pt>
                <c:pt idx="4774">
                  <c:v>12914.5</c:v>
                </c:pt>
                <c:pt idx="4775">
                  <c:v>12926.3</c:v>
                </c:pt>
                <c:pt idx="4776">
                  <c:v>12944</c:v>
                </c:pt>
                <c:pt idx="4777">
                  <c:v>12926.3</c:v>
                </c:pt>
                <c:pt idx="4778">
                  <c:v>12914.5</c:v>
                </c:pt>
                <c:pt idx="4779">
                  <c:v>12908.6</c:v>
                </c:pt>
                <c:pt idx="4780">
                  <c:v>12908.6</c:v>
                </c:pt>
                <c:pt idx="4781">
                  <c:v>12908.6</c:v>
                </c:pt>
                <c:pt idx="4782">
                  <c:v>12908.6</c:v>
                </c:pt>
                <c:pt idx="4783">
                  <c:v>12908.6</c:v>
                </c:pt>
                <c:pt idx="4784">
                  <c:v>12908.6</c:v>
                </c:pt>
                <c:pt idx="4785">
                  <c:v>12908.6</c:v>
                </c:pt>
                <c:pt idx="4786">
                  <c:v>12908.6</c:v>
                </c:pt>
                <c:pt idx="4787">
                  <c:v>12908.6</c:v>
                </c:pt>
                <c:pt idx="4788">
                  <c:v>12908.6</c:v>
                </c:pt>
                <c:pt idx="4789">
                  <c:v>12885</c:v>
                </c:pt>
                <c:pt idx="4790">
                  <c:v>12931</c:v>
                </c:pt>
                <c:pt idx="4791">
                  <c:v>12942.8</c:v>
                </c:pt>
                <c:pt idx="4792">
                  <c:v>12931</c:v>
                </c:pt>
                <c:pt idx="4793">
                  <c:v>12960.5</c:v>
                </c:pt>
                <c:pt idx="4794">
                  <c:v>12960.5</c:v>
                </c:pt>
                <c:pt idx="4795">
                  <c:v>12960.5</c:v>
                </c:pt>
                <c:pt idx="4796">
                  <c:v>13284.1</c:v>
                </c:pt>
                <c:pt idx="4797">
                  <c:v>13484.1</c:v>
                </c:pt>
                <c:pt idx="4798">
                  <c:v>13478.2</c:v>
                </c:pt>
                <c:pt idx="4799">
                  <c:v>13466.4</c:v>
                </c:pt>
                <c:pt idx="4800">
                  <c:v>13460.5</c:v>
                </c:pt>
                <c:pt idx="4801">
                  <c:v>13460.5</c:v>
                </c:pt>
                <c:pt idx="4802">
                  <c:v>13460.5</c:v>
                </c:pt>
                <c:pt idx="4803">
                  <c:v>13460.5</c:v>
                </c:pt>
                <c:pt idx="4804">
                  <c:v>13439.85</c:v>
                </c:pt>
                <c:pt idx="4805">
                  <c:v>13745.75</c:v>
                </c:pt>
                <c:pt idx="4806">
                  <c:v>13751.65</c:v>
                </c:pt>
                <c:pt idx="4807">
                  <c:v>13748.7</c:v>
                </c:pt>
                <c:pt idx="4808">
                  <c:v>13748.7</c:v>
                </c:pt>
                <c:pt idx="4809">
                  <c:v>13748.7</c:v>
                </c:pt>
                <c:pt idx="4810">
                  <c:v>13674.95</c:v>
                </c:pt>
                <c:pt idx="4811">
                  <c:v>14377.9</c:v>
                </c:pt>
                <c:pt idx="4812">
                  <c:v>14372</c:v>
                </c:pt>
                <c:pt idx="4813">
                  <c:v>14372</c:v>
                </c:pt>
                <c:pt idx="4814">
                  <c:v>14404.45</c:v>
                </c:pt>
                <c:pt idx="4815">
                  <c:v>14404.45</c:v>
                </c:pt>
                <c:pt idx="4816">
                  <c:v>14404.45</c:v>
                </c:pt>
                <c:pt idx="4817">
                  <c:v>14898.55</c:v>
                </c:pt>
                <c:pt idx="4818">
                  <c:v>14872</c:v>
                </c:pt>
                <c:pt idx="4819">
                  <c:v>14872</c:v>
                </c:pt>
                <c:pt idx="4820">
                  <c:v>14883.8</c:v>
                </c:pt>
                <c:pt idx="4821">
                  <c:v>14907.4</c:v>
                </c:pt>
                <c:pt idx="4822">
                  <c:v>14907.4</c:v>
                </c:pt>
                <c:pt idx="4823">
                  <c:v>14907.4</c:v>
                </c:pt>
                <c:pt idx="4824">
                  <c:v>14919.2</c:v>
                </c:pt>
                <c:pt idx="4825">
                  <c:v>14942.8</c:v>
                </c:pt>
                <c:pt idx="4826">
                  <c:v>15239.85</c:v>
                </c:pt>
                <c:pt idx="4827">
                  <c:v>15219.2</c:v>
                </c:pt>
                <c:pt idx="4828">
                  <c:v>15231</c:v>
                </c:pt>
                <c:pt idx="4829">
                  <c:v>15231</c:v>
                </c:pt>
                <c:pt idx="4830">
                  <c:v>15231</c:v>
                </c:pt>
                <c:pt idx="4831">
                  <c:v>15231</c:v>
                </c:pt>
                <c:pt idx="4832">
                  <c:v>15219.2</c:v>
                </c:pt>
                <c:pt idx="4833">
                  <c:v>15928.05</c:v>
                </c:pt>
                <c:pt idx="4834">
                  <c:v>15948.7</c:v>
                </c:pt>
                <c:pt idx="4835">
                  <c:v>15984.1</c:v>
                </c:pt>
                <c:pt idx="4836">
                  <c:v>15984.1</c:v>
                </c:pt>
                <c:pt idx="4837">
                  <c:v>15984.1</c:v>
                </c:pt>
                <c:pt idx="4838">
                  <c:v>15984.1</c:v>
                </c:pt>
                <c:pt idx="4839">
                  <c:v>16014.5</c:v>
                </c:pt>
                <c:pt idx="4840">
                  <c:v>16032.2</c:v>
                </c:pt>
                <c:pt idx="4841">
                  <c:v>16032.2</c:v>
                </c:pt>
                <c:pt idx="4842">
                  <c:v>16032.2</c:v>
                </c:pt>
                <c:pt idx="4843">
                  <c:v>16032.2</c:v>
                </c:pt>
                <c:pt idx="4844">
                  <c:v>16032.2</c:v>
                </c:pt>
                <c:pt idx="4845">
                  <c:v>15939</c:v>
                </c:pt>
                <c:pt idx="4846">
                  <c:v>15947.85</c:v>
                </c:pt>
                <c:pt idx="4847">
                  <c:v>16268.5</c:v>
                </c:pt>
                <c:pt idx="4848">
                  <c:v>16271.45</c:v>
                </c:pt>
                <c:pt idx="4849">
                  <c:v>16280.3</c:v>
                </c:pt>
                <c:pt idx="4850">
                  <c:v>16280.3</c:v>
                </c:pt>
                <c:pt idx="4851">
                  <c:v>16280.3</c:v>
                </c:pt>
                <c:pt idx="4852">
                  <c:v>16274.400000000001</c:v>
                </c:pt>
                <c:pt idx="4853">
                  <c:v>16393.75</c:v>
                </c:pt>
                <c:pt idx="4854">
                  <c:v>16384.900000000001</c:v>
                </c:pt>
                <c:pt idx="4855">
                  <c:v>16390.8</c:v>
                </c:pt>
                <c:pt idx="4856">
                  <c:v>16411.45</c:v>
                </c:pt>
                <c:pt idx="4857">
                  <c:v>16411.45</c:v>
                </c:pt>
                <c:pt idx="4858">
                  <c:v>16411.45</c:v>
                </c:pt>
                <c:pt idx="4859">
                  <c:v>16396.7</c:v>
                </c:pt>
                <c:pt idx="4860">
                  <c:v>16402.599999999999</c:v>
                </c:pt>
                <c:pt idx="4861">
                  <c:v>16414.400000000001</c:v>
                </c:pt>
                <c:pt idx="4862">
                  <c:v>16411.45</c:v>
                </c:pt>
                <c:pt idx="4863">
                  <c:v>16411.45</c:v>
                </c:pt>
                <c:pt idx="4864">
                  <c:v>16411.45</c:v>
                </c:pt>
                <c:pt idx="4865">
                  <c:v>16192</c:v>
                </c:pt>
                <c:pt idx="4866">
                  <c:v>16194.95</c:v>
                </c:pt>
                <c:pt idx="4867">
                  <c:v>16203.8</c:v>
                </c:pt>
                <c:pt idx="4868">
                  <c:v>16203.8</c:v>
                </c:pt>
                <c:pt idx="4869">
                  <c:v>16203.8</c:v>
                </c:pt>
                <c:pt idx="4870">
                  <c:v>16203.8</c:v>
                </c:pt>
                <c:pt idx="4871">
                  <c:v>16203.8</c:v>
                </c:pt>
                <c:pt idx="4872">
                  <c:v>16192</c:v>
                </c:pt>
                <c:pt idx="4873">
                  <c:v>16192</c:v>
                </c:pt>
                <c:pt idx="4874">
                  <c:v>16171.35</c:v>
                </c:pt>
                <c:pt idx="4875">
                  <c:v>16174.3</c:v>
                </c:pt>
                <c:pt idx="4876">
                  <c:v>16174.3</c:v>
                </c:pt>
                <c:pt idx="4877">
                  <c:v>15659.55</c:v>
                </c:pt>
                <c:pt idx="4878">
                  <c:v>15659.55</c:v>
                </c:pt>
                <c:pt idx="4879">
                  <c:v>15659.55</c:v>
                </c:pt>
                <c:pt idx="4880">
                  <c:v>15674.3</c:v>
                </c:pt>
                <c:pt idx="4881">
                  <c:v>15680.2</c:v>
                </c:pt>
                <c:pt idx="4882">
                  <c:v>15611.5</c:v>
                </c:pt>
                <c:pt idx="4883">
                  <c:v>15617.85</c:v>
                </c:pt>
                <c:pt idx="4884">
                  <c:v>15611.95</c:v>
                </c:pt>
                <c:pt idx="4885">
                  <c:v>15611.95</c:v>
                </c:pt>
                <c:pt idx="4886">
                  <c:v>15611.95</c:v>
                </c:pt>
                <c:pt idx="4887">
                  <c:v>15567.7</c:v>
                </c:pt>
                <c:pt idx="4888">
                  <c:v>15064.75</c:v>
                </c:pt>
                <c:pt idx="4889">
                  <c:v>15067.7</c:v>
                </c:pt>
                <c:pt idx="4890">
                  <c:v>14579.5</c:v>
                </c:pt>
                <c:pt idx="4891">
                  <c:v>14611.95</c:v>
                </c:pt>
                <c:pt idx="4892">
                  <c:v>14611.95</c:v>
                </c:pt>
                <c:pt idx="4893">
                  <c:v>14611.95</c:v>
                </c:pt>
                <c:pt idx="4894">
                  <c:v>13106.05</c:v>
                </c:pt>
                <c:pt idx="4895">
                  <c:v>13168.9</c:v>
                </c:pt>
                <c:pt idx="4896">
                  <c:v>13145.3</c:v>
                </c:pt>
                <c:pt idx="4897">
                  <c:v>13133.5</c:v>
                </c:pt>
                <c:pt idx="4898">
                  <c:v>13163</c:v>
                </c:pt>
                <c:pt idx="4899">
                  <c:v>13163</c:v>
                </c:pt>
                <c:pt idx="4900">
                  <c:v>13163</c:v>
                </c:pt>
                <c:pt idx="4901">
                  <c:v>12716.1</c:v>
                </c:pt>
                <c:pt idx="4902">
                  <c:v>12422</c:v>
                </c:pt>
                <c:pt idx="4903">
                  <c:v>12410.2</c:v>
                </c:pt>
                <c:pt idx="4904">
                  <c:v>12251.5</c:v>
                </c:pt>
                <c:pt idx="4905">
                  <c:v>12251.5</c:v>
                </c:pt>
                <c:pt idx="4906">
                  <c:v>12251.5</c:v>
                </c:pt>
                <c:pt idx="4907">
                  <c:v>12251.5</c:v>
                </c:pt>
                <c:pt idx="4908">
                  <c:v>11710.2</c:v>
                </c:pt>
                <c:pt idx="4909">
                  <c:v>11722</c:v>
                </c:pt>
                <c:pt idx="4910">
                  <c:v>11413.15</c:v>
                </c:pt>
                <c:pt idx="4911">
                  <c:v>11419.5</c:v>
                </c:pt>
                <c:pt idx="4912">
                  <c:v>11413.6</c:v>
                </c:pt>
                <c:pt idx="4913">
                  <c:v>11413.6</c:v>
                </c:pt>
                <c:pt idx="4914">
                  <c:v>11413.6</c:v>
                </c:pt>
                <c:pt idx="4915">
                  <c:v>11413.6</c:v>
                </c:pt>
                <c:pt idx="4916">
                  <c:v>11216.55</c:v>
                </c:pt>
                <c:pt idx="4917">
                  <c:v>11398.85</c:v>
                </c:pt>
                <c:pt idx="4918">
                  <c:v>11401.8</c:v>
                </c:pt>
                <c:pt idx="4919">
                  <c:v>11384.1</c:v>
                </c:pt>
                <c:pt idx="4920">
                  <c:v>11384.1</c:v>
                </c:pt>
                <c:pt idx="4921">
                  <c:v>11384.1</c:v>
                </c:pt>
                <c:pt idx="4922">
                  <c:v>11384.1</c:v>
                </c:pt>
                <c:pt idx="4923">
                  <c:v>11707.7</c:v>
                </c:pt>
                <c:pt idx="4924">
                  <c:v>11728.8</c:v>
                </c:pt>
                <c:pt idx="4925">
                  <c:v>11755.35</c:v>
                </c:pt>
                <c:pt idx="4926">
                  <c:v>11776</c:v>
                </c:pt>
                <c:pt idx="4927">
                  <c:v>11776</c:v>
                </c:pt>
                <c:pt idx="4928">
                  <c:v>11776</c:v>
                </c:pt>
                <c:pt idx="4929">
                  <c:v>11781.9</c:v>
                </c:pt>
                <c:pt idx="4930">
                  <c:v>11797.1</c:v>
                </c:pt>
                <c:pt idx="4931">
                  <c:v>11794.15</c:v>
                </c:pt>
                <c:pt idx="4932">
                  <c:v>12079.4</c:v>
                </c:pt>
                <c:pt idx="4933">
                  <c:v>12085.3</c:v>
                </c:pt>
                <c:pt idx="4934">
                  <c:v>12085.3</c:v>
                </c:pt>
                <c:pt idx="4935">
                  <c:v>12085.3</c:v>
                </c:pt>
                <c:pt idx="4936">
                  <c:v>12288.25</c:v>
                </c:pt>
                <c:pt idx="4937">
                  <c:v>12285.3</c:v>
                </c:pt>
                <c:pt idx="4938">
                  <c:v>12234.3</c:v>
                </c:pt>
                <c:pt idx="4939">
                  <c:v>12234.3</c:v>
                </c:pt>
                <c:pt idx="4940">
                  <c:v>12752</c:v>
                </c:pt>
                <c:pt idx="4941">
                  <c:v>12752</c:v>
                </c:pt>
                <c:pt idx="4942">
                  <c:v>12752</c:v>
                </c:pt>
                <c:pt idx="4943">
                  <c:v>12860</c:v>
                </c:pt>
                <c:pt idx="4944">
                  <c:v>12756.8</c:v>
                </c:pt>
                <c:pt idx="4945">
                  <c:v>13274.5</c:v>
                </c:pt>
                <c:pt idx="4946">
                  <c:v>13274.5</c:v>
                </c:pt>
                <c:pt idx="4947">
                  <c:v>13262.7</c:v>
                </c:pt>
                <c:pt idx="4948">
                  <c:v>13262.7</c:v>
                </c:pt>
                <c:pt idx="4949">
                  <c:v>13262.7</c:v>
                </c:pt>
                <c:pt idx="4950">
                  <c:v>13774.5</c:v>
                </c:pt>
                <c:pt idx="4951">
                  <c:v>13798.1</c:v>
                </c:pt>
                <c:pt idx="4952">
                  <c:v>13827.6</c:v>
                </c:pt>
                <c:pt idx="4953">
                  <c:v>13873.6</c:v>
                </c:pt>
                <c:pt idx="4954">
                  <c:v>13897.2</c:v>
                </c:pt>
                <c:pt idx="4955">
                  <c:v>14005.2</c:v>
                </c:pt>
                <c:pt idx="4956">
                  <c:v>14005.2</c:v>
                </c:pt>
                <c:pt idx="4957">
                  <c:v>14505.2</c:v>
                </c:pt>
                <c:pt idx="4958">
                  <c:v>14993.4</c:v>
                </c:pt>
                <c:pt idx="4959">
                  <c:v>14981.6</c:v>
                </c:pt>
                <c:pt idx="4960">
                  <c:v>15963.9</c:v>
                </c:pt>
                <c:pt idx="4961">
                  <c:v>15958</c:v>
                </c:pt>
                <c:pt idx="4962">
                  <c:v>15958</c:v>
                </c:pt>
                <c:pt idx="4963">
                  <c:v>15958</c:v>
                </c:pt>
                <c:pt idx="4964">
                  <c:v>15981.599999999999</c:v>
                </c:pt>
                <c:pt idx="4965">
                  <c:v>15993.400000000001</c:v>
                </c:pt>
                <c:pt idx="4966">
                  <c:v>15981.599999999999</c:v>
                </c:pt>
                <c:pt idx="4967">
                  <c:v>16452.099999999999</c:v>
                </c:pt>
                <c:pt idx="4968">
                  <c:v>16469.8</c:v>
                </c:pt>
                <c:pt idx="4969">
                  <c:v>16469.8</c:v>
                </c:pt>
                <c:pt idx="4970">
                  <c:v>16469.8</c:v>
                </c:pt>
                <c:pt idx="4971">
                  <c:v>16469.8</c:v>
                </c:pt>
                <c:pt idx="4972">
                  <c:v>16458</c:v>
                </c:pt>
                <c:pt idx="4973">
                  <c:v>16419.2</c:v>
                </c:pt>
                <c:pt idx="4974">
                  <c:v>16494.7</c:v>
                </c:pt>
                <c:pt idx="4975">
                  <c:v>16454.2</c:v>
                </c:pt>
                <c:pt idx="4976">
                  <c:v>16454.2</c:v>
                </c:pt>
                <c:pt idx="4977">
                  <c:v>16454.2</c:v>
                </c:pt>
                <c:pt idx="4978">
                  <c:v>16454.2</c:v>
                </c:pt>
                <c:pt idx="4979">
                  <c:v>16454.2</c:v>
                </c:pt>
                <c:pt idx="4980">
                  <c:v>16489.599999999999</c:v>
                </c:pt>
                <c:pt idx="4981">
                  <c:v>16483.7</c:v>
                </c:pt>
                <c:pt idx="4982">
                  <c:v>16477.8</c:v>
                </c:pt>
                <c:pt idx="4983">
                  <c:v>16477.8</c:v>
                </c:pt>
                <c:pt idx="4984">
                  <c:v>16477.8</c:v>
                </c:pt>
                <c:pt idx="4985">
                  <c:v>16317.5</c:v>
                </c:pt>
                <c:pt idx="4986">
                  <c:v>16338.150000000001</c:v>
                </c:pt>
                <c:pt idx="4987">
                  <c:v>16629.3</c:v>
                </c:pt>
                <c:pt idx="4988">
                  <c:v>16635.2</c:v>
                </c:pt>
                <c:pt idx="4989">
                  <c:v>16644.05</c:v>
                </c:pt>
                <c:pt idx="4990">
                  <c:v>16644.05</c:v>
                </c:pt>
                <c:pt idx="4991">
                  <c:v>16644.05</c:v>
                </c:pt>
                <c:pt idx="4992">
                  <c:v>16623.400000000001</c:v>
                </c:pt>
                <c:pt idx="4993">
                  <c:v>16599.8</c:v>
                </c:pt>
                <c:pt idx="4994">
                  <c:v>16599.8</c:v>
                </c:pt>
                <c:pt idx="4995">
                  <c:v>16299.8</c:v>
                </c:pt>
                <c:pt idx="4996">
                  <c:v>16311.599999999999</c:v>
                </c:pt>
                <c:pt idx="4997">
                  <c:v>16311.599999999999</c:v>
                </c:pt>
                <c:pt idx="4998">
                  <c:v>16311.599999999999</c:v>
                </c:pt>
                <c:pt idx="4999">
                  <c:v>16299.8</c:v>
                </c:pt>
                <c:pt idx="5000">
                  <c:v>16282.099999999999</c:v>
                </c:pt>
                <c:pt idx="5001">
                  <c:v>16282.099999999999</c:v>
                </c:pt>
                <c:pt idx="5002">
                  <c:v>16282.099999999999</c:v>
                </c:pt>
                <c:pt idx="5003">
                  <c:v>16282.099999999999</c:v>
                </c:pt>
                <c:pt idx="5004">
                  <c:v>16282.099999999999</c:v>
                </c:pt>
                <c:pt idx="5005">
                  <c:v>16282.099999999999</c:v>
                </c:pt>
                <c:pt idx="5006">
                  <c:v>16252.599999999999</c:v>
                </c:pt>
                <c:pt idx="5007">
                  <c:v>16211.3</c:v>
                </c:pt>
                <c:pt idx="5008">
                  <c:v>15952.6</c:v>
                </c:pt>
                <c:pt idx="5009">
                  <c:v>15952.6</c:v>
                </c:pt>
                <c:pt idx="5010">
                  <c:v>15752.6</c:v>
                </c:pt>
                <c:pt idx="5011">
                  <c:v>15752.6</c:v>
                </c:pt>
                <c:pt idx="5012">
                  <c:v>15752.6</c:v>
                </c:pt>
                <c:pt idx="5013">
                  <c:v>15211.3</c:v>
                </c:pt>
                <c:pt idx="5014">
                  <c:v>15214.25</c:v>
                </c:pt>
                <c:pt idx="5015">
                  <c:v>15165.3</c:v>
                </c:pt>
                <c:pt idx="5016">
                  <c:v>14641.7</c:v>
                </c:pt>
                <c:pt idx="5017">
                  <c:v>14186.4</c:v>
                </c:pt>
                <c:pt idx="5018">
                  <c:v>14186.4</c:v>
                </c:pt>
                <c:pt idx="5019">
                  <c:v>14174.6</c:v>
                </c:pt>
                <c:pt idx="5020">
                  <c:v>12653.95</c:v>
                </c:pt>
                <c:pt idx="5021">
                  <c:v>12653.95</c:v>
                </c:pt>
                <c:pt idx="5022">
                  <c:v>12653.95</c:v>
                </c:pt>
                <c:pt idx="5023">
                  <c:v>12653.95</c:v>
                </c:pt>
                <c:pt idx="5024">
                  <c:v>12653.95</c:v>
                </c:pt>
                <c:pt idx="5025">
                  <c:v>12653.95</c:v>
                </c:pt>
                <c:pt idx="5026">
                  <c:v>12653.95</c:v>
                </c:pt>
                <c:pt idx="5027">
                  <c:v>12653.95</c:v>
                </c:pt>
                <c:pt idx="5028">
                  <c:v>12151</c:v>
                </c:pt>
                <c:pt idx="5029">
                  <c:v>12159.85</c:v>
                </c:pt>
                <c:pt idx="5030">
                  <c:v>12156.9</c:v>
                </c:pt>
                <c:pt idx="5031">
                  <c:v>12180.5</c:v>
                </c:pt>
                <c:pt idx="5032">
                  <c:v>12174.6</c:v>
                </c:pt>
                <c:pt idx="5033">
                  <c:v>12174.6</c:v>
                </c:pt>
                <c:pt idx="5034">
                  <c:v>12204.1</c:v>
                </c:pt>
                <c:pt idx="5035">
                  <c:v>12710</c:v>
                </c:pt>
                <c:pt idx="5036">
                  <c:v>12733.6</c:v>
                </c:pt>
                <c:pt idx="5037">
                  <c:v>12774.9</c:v>
                </c:pt>
                <c:pt idx="5038">
                  <c:v>12769</c:v>
                </c:pt>
                <c:pt idx="5039">
                  <c:v>12769</c:v>
                </c:pt>
                <c:pt idx="5040">
                  <c:v>12769</c:v>
                </c:pt>
                <c:pt idx="5041">
                  <c:v>12798.5</c:v>
                </c:pt>
                <c:pt idx="5042">
                  <c:v>12792.6</c:v>
                </c:pt>
                <c:pt idx="5043">
                  <c:v>12777.4</c:v>
                </c:pt>
                <c:pt idx="5044">
                  <c:v>12277.4</c:v>
                </c:pt>
                <c:pt idx="5045">
                  <c:v>12277.4</c:v>
                </c:pt>
                <c:pt idx="5046">
                  <c:v>12277.4</c:v>
                </c:pt>
                <c:pt idx="5047">
                  <c:v>12277.4</c:v>
                </c:pt>
                <c:pt idx="5048">
                  <c:v>12295.1</c:v>
                </c:pt>
                <c:pt idx="5049">
                  <c:v>12283.3</c:v>
                </c:pt>
                <c:pt idx="5050">
                  <c:v>12301</c:v>
                </c:pt>
                <c:pt idx="5051">
                  <c:v>12283.3</c:v>
                </c:pt>
                <c:pt idx="5052">
                  <c:v>12283.3</c:v>
                </c:pt>
                <c:pt idx="5053">
                  <c:v>12256.3</c:v>
                </c:pt>
                <c:pt idx="5054">
                  <c:v>12256.3</c:v>
                </c:pt>
                <c:pt idx="5055">
                  <c:v>12262.2</c:v>
                </c:pt>
                <c:pt idx="5056">
                  <c:v>12247.45</c:v>
                </c:pt>
                <c:pt idx="5057">
                  <c:v>12256.3</c:v>
                </c:pt>
                <c:pt idx="5058">
                  <c:v>12233.9</c:v>
                </c:pt>
                <c:pt idx="5059">
                  <c:v>12248.65</c:v>
                </c:pt>
                <c:pt idx="5060">
                  <c:v>12248.65</c:v>
                </c:pt>
                <c:pt idx="5061">
                  <c:v>12248.65</c:v>
                </c:pt>
                <c:pt idx="5062">
                  <c:v>12263.4</c:v>
                </c:pt>
                <c:pt idx="5063">
                  <c:v>12284.05</c:v>
                </c:pt>
                <c:pt idx="5064">
                  <c:v>12278.15</c:v>
                </c:pt>
                <c:pt idx="5065">
                  <c:v>12292.9</c:v>
                </c:pt>
                <c:pt idx="5066">
                  <c:v>12281.1</c:v>
                </c:pt>
                <c:pt idx="5067">
                  <c:v>12281.1</c:v>
                </c:pt>
                <c:pt idx="5068">
                  <c:v>12281.1</c:v>
                </c:pt>
                <c:pt idx="5069">
                  <c:v>12170.15</c:v>
                </c:pt>
                <c:pt idx="5070">
                  <c:v>12196.7</c:v>
                </c:pt>
                <c:pt idx="5071">
                  <c:v>12184.9</c:v>
                </c:pt>
                <c:pt idx="5072">
                  <c:v>12179</c:v>
                </c:pt>
                <c:pt idx="5073">
                  <c:v>12155.4</c:v>
                </c:pt>
                <c:pt idx="5074">
                  <c:v>12155.4</c:v>
                </c:pt>
                <c:pt idx="5075">
                  <c:v>12155.4</c:v>
                </c:pt>
                <c:pt idx="5076">
                  <c:v>12109.4</c:v>
                </c:pt>
                <c:pt idx="5077">
                  <c:v>12091.7</c:v>
                </c:pt>
                <c:pt idx="5078">
                  <c:v>12106.45</c:v>
                </c:pt>
                <c:pt idx="5079">
                  <c:v>12124.15</c:v>
                </c:pt>
                <c:pt idx="5080">
                  <c:v>12115.3</c:v>
                </c:pt>
                <c:pt idx="5081">
                  <c:v>12115.3</c:v>
                </c:pt>
                <c:pt idx="5082">
                  <c:v>12115.3</c:v>
                </c:pt>
                <c:pt idx="5083">
                  <c:v>12127.1</c:v>
                </c:pt>
                <c:pt idx="5084">
                  <c:v>12115.3</c:v>
                </c:pt>
                <c:pt idx="5085">
                  <c:v>12103.5</c:v>
                </c:pt>
                <c:pt idx="5086">
                  <c:v>12279.9</c:v>
                </c:pt>
                <c:pt idx="5087">
                  <c:v>12594.65</c:v>
                </c:pt>
                <c:pt idx="5088">
                  <c:v>12594.65</c:v>
                </c:pt>
                <c:pt idx="5089">
                  <c:v>12594.65</c:v>
                </c:pt>
                <c:pt idx="5090">
                  <c:v>12579.9</c:v>
                </c:pt>
                <c:pt idx="5091">
                  <c:v>13082.85</c:v>
                </c:pt>
                <c:pt idx="5092">
                  <c:v>13037.45</c:v>
                </c:pt>
                <c:pt idx="5093">
                  <c:v>13516.8</c:v>
                </c:pt>
                <c:pt idx="5094">
                  <c:v>13502.05</c:v>
                </c:pt>
                <c:pt idx="5095">
                  <c:v>13502.05</c:v>
                </c:pt>
                <c:pt idx="5096">
                  <c:v>13502.05</c:v>
                </c:pt>
                <c:pt idx="5097">
                  <c:v>13493.2</c:v>
                </c:pt>
                <c:pt idx="5098">
                  <c:v>13493.2</c:v>
                </c:pt>
                <c:pt idx="5099">
                  <c:v>13499.1</c:v>
                </c:pt>
                <c:pt idx="5100">
                  <c:v>13505</c:v>
                </c:pt>
                <c:pt idx="5101">
                  <c:v>13499.1</c:v>
                </c:pt>
                <c:pt idx="5102">
                  <c:v>13499.1</c:v>
                </c:pt>
                <c:pt idx="5103">
                  <c:v>13499.1</c:v>
                </c:pt>
                <c:pt idx="5104">
                  <c:v>13481.4</c:v>
                </c:pt>
                <c:pt idx="5105">
                  <c:v>13487.3</c:v>
                </c:pt>
                <c:pt idx="5106">
                  <c:v>13484.35</c:v>
                </c:pt>
                <c:pt idx="5107">
                  <c:v>13457.8</c:v>
                </c:pt>
                <c:pt idx="5108">
                  <c:v>13448.95</c:v>
                </c:pt>
                <c:pt idx="5109">
                  <c:v>13448.95</c:v>
                </c:pt>
                <c:pt idx="5110">
                  <c:v>13448.95</c:v>
                </c:pt>
                <c:pt idx="5111">
                  <c:v>13404.7</c:v>
                </c:pt>
                <c:pt idx="5112">
                  <c:v>13389.95</c:v>
                </c:pt>
                <c:pt idx="5113">
                  <c:v>13389.95</c:v>
                </c:pt>
                <c:pt idx="5114">
                  <c:v>13404.7</c:v>
                </c:pt>
                <c:pt idx="5115">
                  <c:v>13407.65</c:v>
                </c:pt>
                <c:pt idx="5116">
                  <c:v>13407.65</c:v>
                </c:pt>
                <c:pt idx="5117">
                  <c:v>13407.65</c:v>
                </c:pt>
                <c:pt idx="5118">
                  <c:v>13345.7</c:v>
                </c:pt>
                <c:pt idx="5119">
                  <c:v>13333.9</c:v>
                </c:pt>
                <c:pt idx="5120">
                  <c:v>13271.95</c:v>
                </c:pt>
                <c:pt idx="5121">
                  <c:v>13292.6</c:v>
                </c:pt>
                <c:pt idx="5122">
                  <c:v>13345.7</c:v>
                </c:pt>
                <c:pt idx="5123">
                  <c:v>13345.7</c:v>
                </c:pt>
                <c:pt idx="5124">
                  <c:v>13345.7</c:v>
                </c:pt>
                <c:pt idx="5125">
                  <c:v>13271.5</c:v>
                </c:pt>
                <c:pt idx="5126">
                  <c:v>13203.65</c:v>
                </c:pt>
                <c:pt idx="5127">
                  <c:v>13218.4</c:v>
                </c:pt>
                <c:pt idx="5128">
                  <c:v>13215.45</c:v>
                </c:pt>
                <c:pt idx="5129">
                  <c:v>13224.3</c:v>
                </c:pt>
                <c:pt idx="5130">
                  <c:v>13224.3</c:v>
                </c:pt>
                <c:pt idx="5131">
                  <c:v>13253.8</c:v>
                </c:pt>
                <c:pt idx="5132">
                  <c:v>13247.9</c:v>
                </c:pt>
                <c:pt idx="5133">
                  <c:v>13308.05</c:v>
                </c:pt>
                <c:pt idx="5134">
                  <c:v>13316.9</c:v>
                </c:pt>
                <c:pt idx="5135">
                  <c:v>13316.9</c:v>
                </c:pt>
                <c:pt idx="5136">
                  <c:v>13316.9</c:v>
                </c:pt>
                <c:pt idx="5137">
                  <c:v>13316.9</c:v>
                </c:pt>
                <c:pt idx="5138">
                  <c:v>13316.9</c:v>
                </c:pt>
                <c:pt idx="5139">
                  <c:v>13316.9</c:v>
                </c:pt>
                <c:pt idx="5140">
                  <c:v>13316.9</c:v>
                </c:pt>
                <c:pt idx="5141">
                  <c:v>13316.9</c:v>
                </c:pt>
                <c:pt idx="5142">
                  <c:v>13316.9</c:v>
                </c:pt>
                <c:pt idx="5143">
                  <c:v>13316.9</c:v>
                </c:pt>
                <c:pt idx="5144">
                  <c:v>13316.9</c:v>
                </c:pt>
                <c:pt idx="5145">
                  <c:v>13316.9</c:v>
                </c:pt>
                <c:pt idx="5146">
                  <c:v>13440.8</c:v>
                </c:pt>
                <c:pt idx="5147">
                  <c:v>13485.05</c:v>
                </c:pt>
                <c:pt idx="5148">
                  <c:v>13479.15</c:v>
                </c:pt>
                <c:pt idx="5149">
                  <c:v>13476.2</c:v>
                </c:pt>
                <c:pt idx="5150">
                  <c:v>13476.2</c:v>
                </c:pt>
                <c:pt idx="5151">
                  <c:v>13476.2</c:v>
                </c:pt>
                <c:pt idx="5152">
                  <c:v>13476.2</c:v>
                </c:pt>
                <c:pt idx="5153">
                  <c:v>13510.4</c:v>
                </c:pt>
                <c:pt idx="5154">
                  <c:v>13528.1</c:v>
                </c:pt>
                <c:pt idx="5155">
                  <c:v>13545.8</c:v>
                </c:pt>
                <c:pt idx="5156">
                  <c:v>13561.8</c:v>
                </c:pt>
                <c:pt idx="5157">
                  <c:v>13570.65</c:v>
                </c:pt>
                <c:pt idx="5158">
                  <c:v>13570.65</c:v>
                </c:pt>
                <c:pt idx="5159">
                  <c:v>13570.65</c:v>
                </c:pt>
                <c:pt idx="5160">
                  <c:v>13555.9</c:v>
                </c:pt>
                <c:pt idx="5161">
                  <c:v>13558.85</c:v>
                </c:pt>
                <c:pt idx="5162">
                  <c:v>13558.85</c:v>
                </c:pt>
                <c:pt idx="5163">
                  <c:v>13449.6</c:v>
                </c:pt>
                <c:pt idx="5164">
                  <c:v>13461.4</c:v>
                </c:pt>
                <c:pt idx="5165">
                  <c:v>13461.4</c:v>
                </c:pt>
                <c:pt idx="5166">
                  <c:v>13461.4</c:v>
                </c:pt>
                <c:pt idx="5167">
                  <c:v>13485</c:v>
                </c:pt>
                <c:pt idx="5168">
                  <c:v>13485</c:v>
                </c:pt>
                <c:pt idx="5169">
                  <c:v>13464.35</c:v>
                </c:pt>
                <c:pt idx="5170">
                  <c:v>13182.05</c:v>
                </c:pt>
                <c:pt idx="5171">
                  <c:v>13196.8</c:v>
                </c:pt>
                <c:pt idx="5172">
                  <c:v>13196.8</c:v>
                </c:pt>
                <c:pt idx="5173">
                  <c:v>13196.8</c:v>
                </c:pt>
                <c:pt idx="5174">
                  <c:v>13202.7</c:v>
                </c:pt>
                <c:pt idx="5175">
                  <c:v>13208.6</c:v>
                </c:pt>
                <c:pt idx="5176">
                  <c:v>13190.9</c:v>
                </c:pt>
                <c:pt idx="5177">
                  <c:v>13211.55</c:v>
                </c:pt>
                <c:pt idx="5178">
                  <c:v>13023.35</c:v>
                </c:pt>
                <c:pt idx="5179">
                  <c:v>13023.35</c:v>
                </c:pt>
                <c:pt idx="5180">
                  <c:v>13023.35</c:v>
                </c:pt>
                <c:pt idx="5181">
                  <c:v>13114.8</c:v>
                </c:pt>
                <c:pt idx="5182">
                  <c:v>13108.9</c:v>
                </c:pt>
                <c:pt idx="5183">
                  <c:v>13085.3</c:v>
                </c:pt>
                <c:pt idx="5184">
                  <c:v>13138.4</c:v>
                </c:pt>
                <c:pt idx="5185">
                  <c:v>12614.8</c:v>
                </c:pt>
                <c:pt idx="5186">
                  <c:v>12614.8</c:v>
                </c:pt>
                <c:pt idx="5187">
                  <c:v>12614.8</c:v>
                </c:pt>
                <c:pt idx="5188">
                  <c:v>12608.9</c:v>
                </c:pt>
                <c:pt idx="5189">
                  <c:v>12623.65</c:v>
                </c:pt>
                <c:pt idx="5190">
                  <c:v>12592.2</c:v>
                </c:pt>
                <c:pt idx="5191">
                  <c:v>11599.3</c:v>
                </c:pt>
                <c:pt idx="5192">
                  <c:v>11578.65</c:v>
                </c:pt>
                <c:pt idx="5193">
                  <c:v>11578.65</c:v>
                </c:pt>
                <c:pt idx="5194">
                  <c:v>11578.65</c:v>
                </c:pt>
                <c:pt idx="5195">
                  <c:v>10578.65</c:v>
                </c:pt>
                <c:pt idx="5196">
                  <c:v>10572.75</c:v>
                </c:pt>
                <c:pt idx="5197">
                  <c:v>10587.5</c:v>
                </c:pt>
                <c:pt idx="5198">
                  <c:v>10117</c:v>
                </c:pt>
                <c:pt idx="5199">
                  <c:v>10146.950000000001</c:v>
                </c:pt>
                <c:pt idx="5200">
                  <c:v>10146.950000000001</c:v>
                </c:pt>
                <c:pt idx="5201">
                  <c:v>10146.950000000001</c:v>
                </c:pt>
                <c:pt idx="5202">
                  <c:v>9660.4500000000007</c:v>
                </c:pt>
                <c:pt idx="5203">
                  <c:v>9734.65</c:v>
                </c:pt>
                <c:pt idx="5204">
                  <c:v>9761.65</c:v>
                </c:pt>
                <c:pt idx="5205">
                  <c:v>10588.65</c:v>
                </c:pt>
                <c:pt idx="5206">
                  <c:v>10559.15</c:v>
                </c:pt>
                <c:pt idx="5207">
                  <c:v>10559.15</c:v>
                </c:pt>
                <c:pt idx="5208">
                  <c:v>10559.15</c:v>
                </c:pt>
                <c:pt idx="5209">
                  <c:v>10559.15</c:v>
                </c:pt>
                <c:pt idx="5210">
                  <c:v>10523.75</c:v>
                </c:pt>
                <c:pt idx="5211">
                  <c:v>10580.7</c:v>
                </c:pt>
                <c:pt idx="5212">
                  <c:v>10221</c:v>
                </c:pt>
                <c:pt idx="5213">
                  <c:v>10203.299999999999</c:v>
                </c:pt>
                <c:pt idx="5214">
                  <c:v>10203.299999999999</c:v>
                </c:pt>
                <c:pt idx="5215">
                  <c:v>10203.299999999999</c:v>
                </c:pt>
                <c:pt idx="5216">
                  <c:v>10185.6</c:v>
                </c:pt>
                <c:pt idx="5217">
                  <c:v>10221</c:v>
                </c:pt>
                <c:pt idx="5218">
                  <c:v>10238.700000000001</c:v>
                </c:pt>
                <c:pt idx="5219">
                  <c:v>9965.7000000000007</c:v>
                </c:pt>
                <c:pt idx="5220">
                  <c:v>9968.65</c:v>
                </c:pt>
                <c:pt idx="5221">
                  <c:v>9995.65</c:v>
                </c:pt>
                <c:pt idx="5222">
                  <c:v>9995.65</c:v>
                </c:pt>
                <c:pt idx="5223">
                  <c:v>10022.200000000001</c:v>
                </c:pt>
                <c:pt idx="5224">
                  <c:v>10043.299999999999</c:v>
                </c:pt>
                <c:pt idx="5225">
                  <c:v>10084.6</c:v>
                </c:pt>
                <c:pt idx="5226">
                  <c:v>9868.6</c:v>
                </c:pt>
                <c:pt idx="5227">
                  <c:v>9839.1</c:v>
                </c:pt>
                <c:pt idx="5228">
                  <c:v>9839.1</c:v>
                </c:pt>
                <c:pt idx="5229">
                  <c:v>10362.700000000001</c:v>
                </c:pt>
                <c:pt idx="5230">
                  <c:v>10362.700000000001</c:v>
                </c:pt>
                <c:pt idx="5231">
                  <c:v>10374.5</c:v>
                </c:pt>
                <c:pt idx="5232">
                  <c:v>10350.9</c:v>
                </c:pt>
                <c:pt idx="5233">
                  <c:v>10356.799999999999</c:v>
                </c:pt>
                <c:pt idx="5234">
                  <c:v>10356.799999999999</c:v>
                </c:pt>
                <c:pt idx="5235">
                  <c:v>10356.799999999999</c:v>
                </c:pt>
                <c:pt idx="5236">
                  <c:v>10356.799999999999</c:v>
                </c:pt>
                <c:pt idx="5237">
                  <c:v>10356.799999999999</c:v>
                </c:pt>
                <c:pt idx="5238">
                  <c:v>10356.799999999999</c:v>
                </c:pt>
                <c:pt idx="5239">
                  <c:v>10297.799999999999</c:v>
                </c:pt>
                <c:pt idx="5240">
                  <c:v>9809.6</c:v>
                </c:pt>
                <c:pt idx="5241">
                  <c:v>9847.9500000000007</c:v>
                </c:pt>
                <c:pt idx="5242">
                  <c:v>9830.25</c:v>
                </c:pt>
                <c:pt idx="5243">
                  <c:v>9830.25</c:v>
                </c:pt>
                <c:pt idx="5244">
                  <c:v>9846.7000000000007</c:v>
                </c:pt>
                <c:pt idx="5245">
                  <c:v>9861.4500000000007</c:v>
                </c:pt>
                <c:pt idx="5246">
                  <c:v>9888</c:v>
                </c:pt>
                <c:pt idx="5247">
                  <c:v>9873.25</c:v>
                </c:pt>
                <c:pt idx="5248">
                  <c:v>9858.5</c:v>
                </c:pt>
                <c:pt idx="5249">
                  <c:v>9858.5</c:v>
                </c:pt>
                <c:pt idx="5250">
                  <c:v>9858.5</c:v>
                </c:pt>
                <c:pt idx="5251">
                  <c:v>9870.2999999999993</c:v>
                </c:pt>
                <c:pt idx="5252">
                  <c:v>9876.2000000000007</c:v>
                </c:pt>
                <c:pt idx="5253">
                  <c:v>10082.1</c:v>
                </c:pt>
                <c:pt idx="5254">
                  <c:v>10064.4</c:v>
                </c:pt>
                <c:pt idx="5255">
                  <c:v>10088</c:v>
                </c:pt>
                <c:pt idx="5256">
                  <c:v>10088</c:v>
                </c:pt>
                <c:pt idx="5257">
                  <c:v>10088</c:v>
                </c:pt>
                <c:pt idx="5258">
                  <c:v>10105.700000000001</c:v>
                </c:pt>
                <c:pt idx="5259">
                  <c:v>10105.700000000001</c:v>
                </c:pt>
                <c:pt idx="5260">
                  <c:v>10417.5</c:v>
                </c:pt>
                <c:pt idx="5261">
                  <c:v>10429.299999999999</c:v>
                </c:pt>
                <c:pt idx="5262">
                  <c:v>10447</c:v>
                </c:pt>
                <c:pt idx="5263">
                  <c:v>10447</c:v>
                </c:pt>
                <c:pt idx="5264">
                  <c:v>10447</c:v>
                </c:pt>
                <c:pt idx="5265">
                  <c:v>11152.9</c:v>
                </c:pt>
                <c:pt idx="5266">
                  <c:v>11170.6</c:v>
                </c:pt>
                <c:pt idx="5267">
                  <c:v>11191.7</c:v>
                </c:pt>
                <c:pt idx="5268">
                  <c:v>11479.9</c:v>
                </c:pt>
                <c:pt idx="5269">
                  <c:v>11474</c:v>
                </c:pt>
                <c:pt idx="5270">
                  <c:v>11474</c:v>
                </c:pt>
                <c:pt idx="5271">
                  <c:v>11474</c:v>
                </c:pt>
                <c:pt idx="5272">
                  <c:v>11995.1</c:v>
                </c:pt>
                <c:pt idx="5273">
                  <c:v>12014.5</c:v>
                </c:pt>
                <c:pt idx="5274">
                  <c:v>12063.85</c:v>
                </c:pt>
                <c:pt idx="5275">
                  <c:v>12572.7</c:v>
                </c:pt>
                <c:pt idx="5276">
                  <c:v>12584.5</c:v>
                </c:pt>
                <c:pt idx="5277">
                  <c:v>12584.5</c:v>
                </c:pt>
                <c:pt idx="5278">
                  <c:v>12584.5</c:v>
                </c:pt>
                <c:pt idx="5279">
                  <c:v>12599.7</c:v>
                </c:pt>
                <c:pt idx="5280">
                  <c:v>12599.7</c:v>
                </c:pt>
                <c:pt idx="5281">
                  <c:v>13139.8</c:v>
                </c:pt>
                <c:pt idx="5282">
                  <c:v>13128</c:v>
                </c:pt>
                <c:pt idx="5283">
                  <c:v>13104.4</c:v>
                </c:pt>
                <c:pt idx="5284">
                  <c:v>13104.4</c:v>
                </c:pt>
                <c:pt idx="5285">
                  <c:v>13104.4</c:v>
                </c:pt>
                <c:pt idx="5286">
                  <c:v>13080.8</c:v>
                </c:pt>
                <c:pt idx="5287">
                  <c:v>13080.8</c:v>
                </c:pt>
                <c:pt idx="5288">
                  <c:v>13069</c:v>
                </c:pt>
                <c:pt idx="5289">
                  <c:v>13069</c:v>
                </c:pt>
                <c:pt idx="5290">
                  <c:v>13069</c:v>
                </c:pt>
                <c:pt idx="5291">
                  <c:v>13069</c:v>
                </c:pt>
                <c:pt idx="5292">
                  <c:v>13074.9</c:v>
                </c:pt>
                <c:pt idx="5293">
                  <c:v>13131.85</c:v>
                </c:pt>
                <c:pt idx="5294">
                  <c:v>13134.8</c:v>
                </c:pt>
                <c:pt idx="5295">
                  <c:v>13146.6</c:v>
                </c:pt>
                <c:pt idx="5296">
                  <c:v>13140.7</c:v>
                </c:pt>
                <c:pt idx="5297">
                  <c:v>13137.75</c:v>
                </c:pt>
                <c:pt idx="5298">
                  <c:v>13137.75</c:v>
                </c:pt>
                <c:pt idx="5299">
                  <c:v>13137.75</c:v>
                </c:pt>
                <c:pt idx="5300">
                  <c:v>13140.7</c:v>
                </c:pt>
                <c:pt idx="5301">
                  <c:v>13123</c:v>
                </c:pt>
                <c:pt idx="5302">
                  <c:v>13123</c:v>
                </c:pt>
                <c:pt idx="5303">
                  <c:v>12623</c:v>
                </c:pt>
                <c:pt idx="5304">
                  <c:v>12623</c:v>
                </c:pt>
                <c:pt idx="5305">
                  <c:v>12623</c:v>
                </c:pt>
                <c:pt idx="5306">
                  <c:v>12623</c:v>
                </c:pt>
                <c:pt idx="5307">
                  <c:v>12617.1</c:v>
                </c:pt>
                <c:pt idx="5308">
                  <c:v>12614.15</c:v>
                </c:pt>
                <c:pt idx="5309">
                  <c:v>12069.9</c:v>
                </c:pt>
                <c:pt idx="5310">
                  <c:v>12065.25</c:v>
                </c:pt>
                <c:pt idx="5311">
                  <c:v>12039.5</c:v>
                </c:pt>
                <c:pt idx="5312">
                  <c:v>12039.5</c:v>
                </c:pt>
                <c:pt idx="5313">
                  <c:v>12039.5</c:v>
                </c:pt>
                <c:pt idx="5314">
                  <c:v>11548.35</c:v>
                </c:pt>
                <c:pt idx="5315">
                  <c:v>11551.3</c:v>
                </c:pt>
                <c:pt idx="5316">
                  <c:v>11524.3</c:v>
                </c:pt>
                <c:pt idx="5317">
                  <c:v>11027.25</c:v>
                </c:pt>
                <c:pt idx="5318">
                  <c:v>11024.3</c:v>
                </c:pt>
                <c:pt idx="5319">
                  <c:v>11024.3</c:v>
                </c:pt>
                <c:pt idx="5320">
                  <c:v>11024.3</c:v>
                </c:pt>
                <c:pt idx="5321">
                  <c:v>11316.7</c:v>
                </c:pt>
                <c:pt idx="5322">
                  <c:v>11313.75</c:v>
                </c:pt>
                <c:pt idx="5323">
                  <c:v>11503.2</c:v>
                </c:pt>
                <c:pt idx="5324">
                  <c:v>11503.2</c:v>
                </c:pt>
                <c:pt idx="5325">
                  <c:v>11488</c:v>
                </c:pt>
                <c:pt idx="5326">
                  <c:v>11488</c:v>
                </c:pt>
                <c:pt idx="5327">
                  <c:v>11488</c:v>
                </c:pt>
                <c:pt idx="5328">
                  <c:v>11453.4</c:v>
                </c:pt>
                <c:pt idx="5329">
                  <c:v>11941.6</c:v>
                </c:pt>
                <c:pt idx="5330">
                  <c:v>11941.6</c:v>
                </c:pt>
                <c:pt idx="5331">
                  <c:v>11941.6</c:v>
                </c:pt>
                <c:pt idx="5332">
                  <c:v>11941.6</c:v>
                </c:pt>
                <c:pt idx="5333">
                  <c:v>11941.6</c:v>
                </c:pt>
                <c:pt idx="5334">
                  <c:v>11941.6</c:v>
                </c:pt>
                <c:pt idx="5335">
                  <c:v>11918</c:v>
                </c:pt>
                <c:pt idx="5336">
                  <c:v>11915.05</c:v>
                </c:pt>
                <c:pt idx="5337">
                  <c:v>11909.15</c:v>
                </c:pt>
                <c:pt idx="5338">
                  <c:v>11894.4</c:v>
                </c:pt>
                <c:pt idx="5339">
                  <c:v>11880.9</c:v>
                </c:pt>
                <c:pt idx="5340">
                  <c:v>11880.9</c:v>
                </c:pt>
                <c:pt idx="5341">
                  <c:v>11880.9</c:v>
                </c:pt>
                <c:pt idx="5342">
                  <c:v>11889.75</c:v>
                </c:pt>
                <c:pt idx="5343">
                  <c:v>11877.95</c:v>
                </c:pt>
                <c:pt idx="5344">
                  <c:v>11877.95</c:v>
                </c:pt>
                <c:pt idx="5345">
                  <c:v>11889.75</c:v>
                </c:pt>
                <c:pt idx="5346">
                  <c:v>11892.7</c:v>
                </c:pt>
                <c:pt idx="5347">
                  <c:v>11892.7</c:v>
                </c:pt>
                <c:pt idx="5348">
                  <c:v>11892.7</c:v>
                </c:pt>
                <c:pt idx="5349">
                  <c:v>11880.9</c:v>
                </c:pt>
                <c:pt idx="5350">
                  <c:v>11869.1</c:v>
                </c:pt>
                <c:pt idx="5351">
                  <c:v>11866.15</c:v>
                </c:pt>
                <c:pt idx="5352">
                  <c:v>11854.35</c:v>
                </c:pt>
                <c:pt idx="5353">
                  <c:v>11863.2</c:v>
                </c:pt>
                <c:pt idx="5354">
                  <c:v>11863.2</c:v>
                </c:pt>
                <c:pt idx="5355">
                  <c:v>11863.2</c:v>
                </c:pt>
                <c:pt idx="5356">
                  <c:v>11863.2</c:v>
                </c:pt>
                <c:pt idx="5357">
                  <c:v>12110.1</c:v>
                </c:pt>
                <c:pt idx="5358">
                  <c:v>12286.5</c:v>
                </c:pt>
                <c:pt idx="5359">
                  <c:v>12259.5</c:v>
                </c:pt>
                <c:pt idx="5360">
                  <c:v>12265.4</c:v>
                </c:pt>
                <c:pt idx="5361">
                  <c:v>12265.4</c:v>
                </c:pt>
                <c:pt idx="5362">
                  <c:v>12265.4</c:v>
                </c:pt>
                <c:pt idx="5363">
                  <c:v>12265.4</c:v>
                </c:pt>
                <c:pt idx="5364">
                  <c:v>12265.4</c:v>
                </c:pt>
                <c:pt idx="5365">
                  <c:v>12265.4</c:v>
                </c:pt>
                <c:pt idx="5366">
                  <c:v>12265.4</c:v>
                </c:pt>
                <c:pt idx="5367">
                  <c:v>12153.6</c:v>
                </c:pt>
                <c:pt idx="5368">
                  <c:v>12199.6</c:v>
                </c:pt>
                <c:pt idx="5369">
                  <c:v>12199.6</c:v>
                </c:pt>
                <c:pt idx="5370">
                  <c:v>12176</c:v>
                </c:pt>
                <c:pt idx="5371">
                  <c:v>12121.2</c:v>
                </c:pt>
                <c:pt idx="5372">
                  <c:v>12335.95</c:v>
                </c:pt>
                <c:pt idx="5373">
                  <c:v>12277.1</c:v>
                </c:pt>
                <c:pt idx="5374">
                  <c:v>12285.95</c:v>
                </c:pt>
                <c:pt idx="5375">
                  <c:v>12285.95</c:v>
                </c:pt>
                <c:pt idx="5376">
                  <c:v>12285.95</c:v>
                </c:pt>
                <c:pt idx="5377">
                  <c:v>12294.8</c:v>
                </c:pt>
                <c:pt idx="5378">
                  <c:v>12243.5</c:v>
                </c:pt>
                <c:pt idx="5379">
                  <c:v>12655.3</c:v>
                </c:pt>
                <c:pt idx="5380">
                  <c:v>12628.3</c:v>
                </c:pt>
                <c:pt idx="5381">
                  <c:v>12625.35</c:v>
                </c:pt>
                <c:pt idx="5382">
                  <c:v>12625.35</c:v>
                </c:pt>
                <c:pt idx="5383">
                  <c:v>12628.3</c:v>
                </c:pt>
                <c:pt idx="5384">
                  <c:v>12614.8</c:v>
                </c:pt>
                <c:pt idx="5385">
                  <c:v>12650.2</c:v>
                </c:pt>
                <c:pt idx="5386">
                  <c:v>12636.7</c:v>
                </c:pt>
                <c:pt idx="5387">
                  <c:v>12636.7</c:v>
                </c:pt>
                <c:pt idx="5388">
                  <c:v>12636.7</c:v>
                </c:pt>
                <c:pt idx="5389">
                  <c:v>12636.7</c:v>
                </c:pt>
                <c:pt idx="5390">
                  <c:v>12636.7</c:v>
                </c:pt>
                <c:pt idx="5391">
                  <c:v>12636.7</c:v>
                </c:pt>
                <c:pt idx="5392">
                  <c:v>12636.7</c:v>
                </c:pt>
                <c:pt idx="5393">
                  <c:v>12636.7</c:v>
                </c:pt>
                <c:pt idx="5394">
                  <c:v>12636.7</c:v>
                </c:pt>
                <c:pt idx="5395">
                  <c:v>12567.1</c:v>
                </c:pt>
                <c:pt idx="5396">
                  <c:v>12761.2</c:v>
                </c:pt>
                <c:pt idx="5397">
                  <c:v>12761.2</c:v>
                </c:pt>
                <c:pt idx="5398">
                  <c:v>12740.55</c:v>
                </c:pt>
                <c:pt idx="5399">
                  <c:v>12737.6</c:v>
                </c:pt>
                <c:pt idx="5400">
                  <c:v>12728.75</c:v>
                </c:pt>
                <c:pt idx="5401">
                  <c:v>12701.75</c:v>
                </c:pt>
                <c:pt idx="5402">
                  <c:v>12898.8</c:v>
                </c:pt>
                <c:pt idx="5403">
                  <c:v>12898.8</c:v>
                </c:pt>
                <c:pt idx="5404">
                  <c:v>12898.8</c:v>
                </c:pt>
                <c:pt idx="5405">
                  <c:v>13660</c:v>
                </c:pt>
                <c:pt idx="5406">
                  <c:v>13674.75</c:v>
                </c:pt>
                <c:pt idx="5407">
                  <c:v>13648.2</c:v>
                </c:pt>
                <c:pt idx="5408">
                  <c:v>13821.2</c:v>
                </c:pt>
                <c:pt idx="5409">
                  <c:v>13827.1</c:v>
                </c:pt>
                <c:pt idx="5410">
                  <c:v>13800.1</c:v>
                </c:pt>
                <c:pt idx="5411">
                  <c:v>13800.1</c:v>
                </c:pt>
                <c:pt idx="5412">
                  <c:v>13816.1</c:v>
                </c:pt>
                <c:pt idx="5413">
                  <c:v>13741.2</c:v>
                </c:pt>
                <c:pt idx="5414">
                  <c:v>14729.4</c:v>
                </c:pt>
                <c:pt idx="5415">
                  <c:v>14683</c:v>
                </c:pt>
                <c:pt idx="5416">
                  <c:v>14691.85</c:v>
                </c:pt>
                <c:pt idx="5417">
                  <c:v>15191.85</c:v>
                </c:pt>
                <c:pt idx="5418">
                  <c:v>15191.85</c:v>
                </c:pt>
                <c:pt idx="5419">
                  <c:v>15176.65</c:v>
                </c:pt>
                <c:pt idx="5420">
                  <c:v>15035.1</c:v>
                </c:pt>
                <c:pt idx="5421">
                  <c:v>15035.1</c:v>
                </c:pt>
                <c:pt idx="5422">
                  <c:v>17532.150000000001</c:v>
                </c:pt>
                <c:pt idx="5423">
                  <c:v>17532.150000000001</c:v>
                </c:pt>
                <c:pt idx="5424">
                  <c:v>17532.150000000001</c:v>
                </c:pt>
                <c:pt idx="5425">
                  <c:v>17532.150000000001</c:v>
                </c:pt>
                <c:pt idx="5426">
                  <c:v>17517.400000000001</c:v>
                </c:pt>
                <c:pt idx="5427">
                  <c:v>17449.099999999999</c:v>
                </c:pt>
                <c:pt idx="5428">
                  <c:v>17419.599999999999</c:v>
                </c:pt>
                <c:pt idx="5429">
                  <c:v>18392.599999999999</c:v>
                </c:pt>
                <c:pt idx="5430">
                  <c:v>18373.2</c:v>
                </c:pt>
                <c:pt idx="5431">
                  <c:v>18373.2</c:v>
                </c:pt>
                <c:pt idx="5432">
                  <c:v>18373.2</c:v>
                </c:pt>
                <c:pt idx="5433">
                  <c:v>18343.7</c:v>
                </c:pt>
                <c:pt idx="5434">
                  <c:v>20336.099999999999</c:v>
                </c:pt>
                <c:pt idx="5435">
                  <c:v>23319.65</c:v>
                </c:pt>
                <c:pt idx="5436">
                  <c:v>23293.1</c:v>
                </c:pt>
                <c:pt idx="5437">
                  <c:v>23293.1</c:v>
                </c:pt>
                <c:pt idx="5438">
                  <c:v>23290.15</c:v>
                </c:pt>
                <c:pt idx="5439">
                  <c:v>23290.15</c:v>
                </c:pt>
                <c:pt idx="5440">
                  <c:v>24200.3</c:v>
                </c:pt>
                <c:pt idx="5441">
                  <c:v>24186.799999999999</c:v>
                </c:pt>
                <c:pt idx="5442">
                  <c:v>27065.75</c:v>
                </c:pt>
                <c:pt idx="5443">
                  <c:v>27095.25</c:v>
                </c:pt>
                <c:pt idx="5444">
                  <c:v>27051.35</c:v>
                </c:pt>
                <c:pt idx="5445">
                  <c:v>27051.35</c:v>
                </c:pt>
                <c:pt idx="5446">
                  <c:v>27051.35</c:v>
                </c:pt>
                <c:pt idx="5447">
                  <c:v>26982.6</c:v>
                </c:pt>
                <c:pt idx="5448">
                  <c:v>26929.05</c:v>
                </c:pt>
                <c:pt idx="5449">
                  <c:v>26891.5</c:v>
                </c:pt>
                <c:pt idx="5450">
                  <c:v>26873.35</c:v>
                </c:pt>
                <c:pt idx="5451">
                  <c:v>26885.15</c:v>
                </c:pt>
                <c:pt idx="5452">
                  <c:v>26885.15</c:v>
                </c:pt>
                <c:pt idx="5453">
                  <c:v>26885.15</c:v>
                </c:pt>
                <c:pt idx="5454">
                  <c:v>26870.400000000001</c:v>
                </c:pt>
                <c:pt idx="5455">
                  <c:v>26870.400000000001</c:v>
                </c:pt>
                <c:pt idx="5456">
                  <c:v>26861.55</c:v>
                </c:pt>
                <c:pt idx="5457">
                  <c:v>26835</c:v>
                </c:pt>
                <c:pt idx="5458">
                  <c:v>26787.8</c:v>
                </c:pt>
                <c:pt idx="5459">
                  <c:v>26787.8</c:v>
                </c:pt>
                <c:pt idx="5460">
                  <c:v>26787.8</c:v>
                </c:pt>
                <c:pt idx="5461">
                  <c:v>26781.9</c:v>
                </c:pt>
                <c:pt idx="5462">
                  <c:v>26825.35</c:v>
                </c:pt>
                <c:pt idx="5463">
                  <c:v>26795.85</c:v>
                </c:pt>
                <c:pt idx="5464">
                  <c:v>21787</c:v>
                </c:pt>
                <c:pt idx="5465">
                  <c:v>21763.4</c:v>
                </c:pt>
                <c:pt idx="5466">
                  <c:v>21763.4</c:v>
                </c:pt>
                <c:pt idx="5467">
                  <c:v>21763.4</c:v>
                </c:pt>
                <c:pt idx="5468">
                  <c:v>21621.85</c:v>
                </c:pt>
                <c:pt idx="5469">
                  <c:v>21544.400000000001</c:v>
                </c:pt>
                <c:pt idx="5470">
                  <c:v>21585.7</c:v>
                </c:pt>
                <c:pt idx="5471">
                  <c:v>16562.55</c:v>
                </c:pt>
                <c:pt idx="5472">
                  <c:v>16589.099999999999</c:v>
                </c:pt>
                <c:pt idx="5473">
                  <c:v>16589.099999999999</c:v>
                </c:pt>
                <c:pt idx="5474">
                  <c:v>16589.099999999999</c:v>
                </c:pt>
                <c:pt idx="5475">
                  <c:v>15612.7</c:v>
                </c:pt>
                <c:pt idx="5476">
                  <c:v>15691.099999999999</c:v>
                </c:pt>
                <c:pt idx="5477">
                  <c:v>15604.400000000001</c:v>
                </c:pt>
                <c:pt idx="5478">
                  <c:v>15592.599999999999</c:v>
                </c:pt>
                <c:pt idx="5479">
                  <c:v>15592.599999999999</c:v>
                </c:pt>
                <c:pt idx="5480">
                  <c:v>15592.599999999999</c:v>
                </c:pt>
                <c:pt idx="5481">
                  <c:v>15592.599999999999</c:v>
                </c:pt>
                <c:pt idx="5482">
                  <c:v>15563.099999999999</c:v>
                </c:pt>
                <c:pt idx="5483">
                  <c:v>15591.8</c:v>
                </c:pt>
                <c:pt idx="5484">
                  <c:v>15574.099999999999</c:v>
                </c:pt>
                <c:pt idx="5485">
                  <c:v>14603.6</c:v>
                </c:pt>
                <c:pt idx="5486">
                  <c:v>14609.5</c:v>
                </c:pt>
                <c:pt idx="5487">
                  <c:v>14609.5</c:v>
                </c:pt>
                <c:pt idx="5488">
                  <c:v>14609.5</c:v>
                </c:pt>
                <c:pt idx="5489">
                  <c:v>14591.8</c:v>
                </c:pt>
                <c:pt idx="5490">
                  <c:v>14124.7</c:v>
                </c:pt>
                <c:pt idx="5491">
                  <c:v>14107</c:v>
                </c:pt>
                <c:pt idx="5492">
                  <c:v>14112.9</c:v>
                </c:pt>
                <c:pt idx="5493">
                  <c:v>14121.75</c:v>
                </c:pt>
                <c:pt idx="5494">
                  <c:v>14121.75</c:v>
                </c:pt>
                <c:pt idx="5495">
                  <c:v>14121.75</c:v>
                </c:pt>
                <c:pt idx="5496">
                  <c:v>14109.95</c:v>
                </c:pt>
                <c:pt idx="5497">
                  <c:v>14104.05</c:v>
                </c:pt>
                <c:pt idx="5498">
                  <c:v>14134</c:v>
                </c:pt>
                <c:pt idx="5499">
                  <c:v>14157</c:v>
                </c:pt>
                <c:pt idx="5500">
                  <c:v>14157</c:v>
                </c:pt>
                <c:pt idx="5501">
                  <c:v>14157</c:v>
                </c:pt>
                <c:pt idx="5502">
                  <c:v>14157</c:v>
                </c:pt>
                <c:pt idx="5503">
                  <c:v>14654.05</c:v>
                </c:pt>
                <c:pt idx="5504">
                  <c:v>14674.7</c:v>
                </c:pt>
                <c:pt idx="5505">
                  <c:v>14721.9</c:v>
                </c:pt>
                <c:pt idx="5506">
                  <c:v>14739.6</c:v>
                </c:pt>
                <c:pt idx="5507">
                  <c:v>14718.95</c:v>
                </c:pt>
                <c:pt idx="5508">
                  <c:v>14772.95</c:v>
                </c:pt>
                <c:pt idx="5509">
                  <c:v>14772.95</c:v>
                </c:pt>
                <c:pt idx="5510">
                  <c:v>14770</c:v>
                </c:pt>
                <c:pt idx="5511">
                  <c:v>14802.45</c:v>
                </c:pt>
                <c:pt idx="5512">
                  <c:v>14823.1</c:v>
                </c:pt>
                <c:pt idx="5513">
                  <c:v>14802.45</c:v>
                </c:pt>
                <c:pt idx="5514">
                  <c:v>14781.8</c:v>
                </c:pt>
                <c:pt idx="5515">
                  <c:v>14781.8</c:v>
                </c:pt>
                <c:pt idx="5516">
                  <c:v>14781.8</c:v>
                </c:pt>
                <c:pt idx="5517">
                  <c:v>14734.15</c:v>
                </c:pt>
                <c:pt idx="5518">
                  <c:v>14754.8</c:v>
                </c:pt>
                <c:pt idx="5519">
                  <c:v>14754.8</c:v>
                </c:pt>
                <c:pt idx="5520">
                  <c:v>14754.8</c:v>
                </c:pt>
                <c:pt idx="5521">
                  <c:v>14754.8</c:v>
                </c:pt>
                <c:pt idx="5522">
                  <c:v>14754.8</c:v>
                </c:pt>
                <c:pt idx="5523">
                  <c:v>14754.8</c:v>
                </c:pt>
                <c:pt idx="5524">
                  <c:v>14754.8</c:v>
                </c:pt>
                <c:pt idx="5525">
                  <c:v>14754.8</c:v>
                </c:pt>
                <c:pt idx="5526">
                  <c:v>14754.8</c:v>
                </c:pt>
                <c:pt idx="5527">
                  <c:v>14724.85</c:v>
                </c:pt>
                <c:pt idx="5528">
                  <c:v>14773.8</c:v>
                </c:pt>
                <c:pt idx="5529">
                  <c:v>14766.2</c:v>
                </c:pt>
                <c:pt idx="5530">
                  <c:v>14766.2</c:v>
                </c:pt>
                <c:pt idx="5531">
                  <c:v>15729.099999999999</c:v>
                </c:pt>
                <c:pt idx="5532">
                  <c:v>15740.900000000001</c:v>
                </c:pt>
                <c:pt idx="5533">
                  <c:v>16702.099999999999</c:v>
                </c:pt>
                <c:pt idx="5534">
                  <c:v>16633.8</c:v>
                </c:pt>
                <c:pt idx="5535">
                  <c:v>16657.400000000001</c:v>
                </c:pt>
                <c:pt idx="5536">
                  <c:v>16657.400000000001</c:v>
                </c:pt>
                <c:pt idx="5537">
                  <c:v>16657.400000000001</c:v>
                </c:pt>
                <c:pt idx="5538">
                  <c:v>16952.400000000001</c:v>
                </c:pt>
                <c:pt idx="5539">
                  <c:v>16944.8</c:v>
                </c:pt>
                <c:pt idx="5540">
                  <c:v>18438.900000000001</c:v>
                </c:pt>
                <c:pt idx="5541">
                  <c:v>18425.400000000001</c:v>
                </c:pt>
                <c:pt idx="5542">
                  <c:v>18112.7</c:v>
                </c:pt>
                <c:pt idx="5543">
                  <c:v>18112.7</c:v>
                </c:pt>
                <c:pt idx="5544">
                  <c:v>18112.7</c:v>
                </c:pt>
                <c:pt idx="5545">
                  <c:v>18030.099999999999</c:v>
                </c:pt>
                <c:pt idx="5546">
                  <c:v>18038.5</c:v>
                </c:pt>
                <c:pt idx="5547">
                  <c:v>18082.75</c:v>
                </c:pt>
                <c:pt idx="5548">
                  <c:v>20121.099999999999</c:v>
                </c:pt>
                <c:pt idx="5549">
                  <c:v>20112.25</c:v>
                </c:pt>
                <c:pt idx="5550">
                  <c:v>20112.25</c:v>
                </c:pt>
                <c:pt idx="5551">
                  <c:v>20112.25</c:v>
                </c:pt>
                <c:pt idx="5552">
                  <c:v>20100.45</c:v>
                </c:pt>
                <c:pt idx="5553">
                  <c:v>20106.349999999999</c:v>
                </c:pt>
                <c:pt idx="5554">
                  <c:v>20124.05</c:v>
                </c:pt>
                <c:pt idx="5555">
                  <c:v>22650.6</c:v>
                </c:pt>
                <c:pt idx="5556">
                  <c:v>22662.400000000001</c:v>
                </c:pt>
                <c:pt idx="5557">
                  <c:v>22662.400000000001</c:v>
                </c:pt>
                <c:pt idx="5558">
                  <c:v>22662.400000000001</c:v>
                </c:pt>
                <c:pt idx="5559">
                  <c:v>22677.15</c:v>
                </c:pt>
                <c:pt idx="5560">
                  <c:v>22665.35</c:v>
                </c:pt>
                <c:pt idx="5561">
                  <c:v>22656.5</c:v>
                </c:pt>
                <c:pt idx="5562">
                  <c:v>22665.35</c:v>
                </c:pt>
                <c:pt idx="5563">
                  <c:v>22707.55</c:v>
                </c:pt>
                <c:pt idx="5564">
                  <c:v>22707.55</c:v>
                </c:pt>
                <c:pt idx="5565">
                  <c:v>22707.55</c:v>
                </c:pt>
                <c:pt idx="5566">
                  <c:v>22700.400000000001</c:v>
                </c:pt>
                <c:pt idx="5567">
                  <c:v>22682.7</c:v>
                </c:pt>
                <c:pt idx="5568">
                  <c:v>22685.65</c:v>
                </c:pt>
                <c:pt idx="5569">
                  <c:v>22640.25</c:v>
                </c:pt>
                <c:pt idx="5570">
                  <c:v>22625.5</c:v>
                </c:pt>
                <c:pt idx="5571">
                  <c:v>22625.5</c:v>
                </c:pt>
                <c:pt idx="5572">
                  <c:v>22625.5</c:v>
                </c:pt>
                <c:pt idx="5573">
                  <c:v>22625.5</c:v>
                </c:pt>
                <c:pt idx="5574">
                  <c:v>22615.4</c:v>
                </c:pt>
                <c:pt idx="5575">
                  <c:v>22612.45</c:v>
                </c:pt>
                <c:pt idx="5576">
                  <c:v>22615.4</c:v>
                </c:pt>
                <c:pt idx="5577">
                  <c:v>22621.3</c:v>
                </c:pt>
                <c:pt idx="5578">
                  <c:v>22621.3</c:v>
                </c:pt>
                <c:pt idx="5579">
                  <c:v>22621.3</c:v>
                </c:pt>
                <c:pt idx="5580">
                  <c:v>22668.95</c:v>
                </c:pt>
                <c:pt idx="5581">
                  <c:v>22674.85</c:v>
                </c:pt>
                <c:pt idx="5582">
                  <c:v>22657.15</c:v>
                </c:pt>
                <c:pt idx="5583">
                  <c:v>22642.400000000001</c:v>
                </c:pt>
                <c:pt idx="5584">
                  <c:v>22623.45</c:v>
                </c:pt>
                <c:pt idx="5585">
                  <c:v>22623.45</c:v>
                </c:pt>
                <c:pt idx="5586">
                  <c:v>22623.45</c:v>
                </c:pt>
                <c:pt idx="5587">
                  <c:v>22639.9</c:v>
                </c:pt>
                <c:pt idx="5588">
                  <c:v>22634</c:v>
                </c:pt>
                <c:pt idx="5589">
                  <c:v>22651.7</c:v>
                </c:pt>
                <c:pt idx="5590">
                  <c:v>22657.599999999999</c:v>
                </c:pt>
                <c:pt idx="5591">
                  <c:v>22663.5</c:v>
                </c:pt>
                <c:pt idx="5592">
                  <c:v>22663.5</c:v>
                </c:pt>
                <c:pt idx="5593">
                  <c:v>22663.5</c:v>
                </c:pt>
                <c:pt idx="5594">
                  <c:v>22134</c:v>
                </c:pt>
                <c:pt idx="5595">
                  <c:v>22098.6</c:v>
                </c:pt>
                <c:pt idx="5596">
                  <c:v>22157.599999999999</c:v>
                </c:pt>
                <c:pt idx="5597">
                  <c:v>21639.9</c:v>
                </c:pt>
                <c:pt idx="5598">
                  <c:v>21636.95</c:v>
                </c:pt>
                <c:pt idx="5599">
                  <c:v>21636.95</c:v>
                </c:pt>
                <c:pt idx="5600">
                  <c:v>21636.95</c:v>
                </c:pt>
                <c:pt idx="5601">
                  <c:v>21636.95</c:v>
                </c:pt>
                <c:pt idx="5602">
                  <c:v>21636.95</c:v>
                </c:pt>
                <c:pt idx="5603">
                  <c:v>21636.95</c:v>
                </c:pt>
                <c:pt idx="5604">
                  <c:v>21628.1</c:v>
                </c:pt>
                <c:pt idx="5605">
                  <c:v>21616.3</c:v>
                </c:pt>
                <c:pt idx="5606">
                  <c:v>21616.3</c:v>
                </c:pt>
                <c:pt idx="5607">
                  <c:v>21616.3</c:v>
                </c:pt>
                <c:pt idx="5608">
                  <c:v>19557.3</c:v>
                </c:pt>
                <c:pt idx="5609">
                  <c:v>19549.7</c:v>
                </c:pt>
                <c:pt idx="5610">
                  <c:v>19502.5</c:v>
                </c:pt>
                <c:pt idx="5611">
                  <c:v>19345.7</c:v>
                </c:pt>
                <c:pt idx="5612">
                  <c:v>19303.5</c:v>
                </c:pt>
                <c:pt idx="5613">
                  <c:v>19303.5</c:v>
                </c:pt>
                <c:pt idx="5614">
                  <c:v>19303.5</c:v>
                </c:pt>
                <c:pt idx="5615">
                  <c:v>19307.25</c:v>
                </c:pt>
                <c:pt idx="5616">
                  <c:v>19810.2</c:v>
                </c:pt>
                <c:pt idx="5617">
                  <c:v>19824.5</c:v>
                </c:pt>
                <c:pt idx="5618">
                  <c:v>19964.3</c:v>
                </c:pt>
                <c:pt idx="5619">
                  <c:v>19955</c:v>
                </c:pt>
                <c:pt idx="5620">
                  <c:v>19955</c:v>
                </c:pt>
                <c:pt idx="5621">
                  <c:v>19955</c:v>
                </c:pt>
                <c:pt idx="5622">
                  <c:v>19907.8</c:v>
                </c:pt>
                <c:pt idx="5623">
                  <c:v>19878.3</c:v>
                </c:pt>
                <c:pt idx="5624">
                  <c:v>19839.5</c:v>
                </c:pt>
                <c:pt idx="5625">
                  <c:v>19802.400000000001</c:v>
                </c:pt>
                <c:pt idx="5626">
                  <c:v>19769.5</c:v>
                </c:pt>
                <c:pt idx="5627">
                  <c:v>19769.5</c:v>
                </c:pt>
                <c:pt idx="5628">
                  <c:v>19769.5</c:v>
                </c:pt>
                <c:pt idx="5629">
                  <c:v>19754.3</c:v>
                </c:pt>
                <c:pt idx="5630">
                  <c:v>19750.900000000001</c:v>
                </c:pt>
                <c:pt idx="5631">
                  <c:v>19804</c:v>
                </c:pt>
                <c:pt idx="5632">
                  <c:v>20292.2</c:v>
                </c:pt>
                <c:pt idx="5633">
                  <c:v>20272.8</c:v>
                </c:pt>
                <c:pt idx="5634">
                  <c:v>20272.8</c:v>
                </c:pt>
                <c:pt idx="5635">
                  <c:v>20272.8</c:v>
                </c:pt>
                <c:pt idx="5636">
                  <c:v>20296.400000000001</c:v>
                </c:pt>
                <c:pt idx="5637">
                  <c:v>20282.849999999999</c:v>
                </c:pt>
                <c:pt idx="5638">
                  <c:v>20285.8</c:v>
                </c:pt>
                <c:pt idx="5639">
                  <c:v>20785.8</c:v>
                </c:pt>
                <c:pt idx="5640">
                  <c:v>21300.55</c:v>
                </c:pt>
                <c:pt idx="5641">
                  <c:v>21300.55</c:v>
                </c:pt>
                <c:pt idx="5642">
                  <c:v>21300.55</c:v>
                </c:pt>
                <c:pt idx="5643">
                  <c:v>21300.55</c:v>
                </c:pt>
                <c:pt idx="5644">
                  <c:v>21279.9</c:v>
                </c:pt>
                <c:pt idx="5645">
                  <c:v>23774</c:v>
                </c:pt>
                <c:pt idx="5646">
                  <c:v>23788.75</c:v>
                </c:pt>
                <c:pt idx="5647">
                  <c:v>23830.05</c:v>
                </c:pt>
                <c:pt idx="5648">
                  <c:v>23830.05</c:v>
                </c:pt>
                <c:pt idx="5649">
                  <c:v>23830.05</c:v>
                </c:pt>
                <c:pt idx="5650">
                  <c:v>23827.1</c:v>
                </c:pt>
                <c:pt idx="5651">
                  <c:v>23818.25</c:v>
                </c:pt>
                <c:pt idx="5652">
                  <c:v>23794.65</c:v>
                </c:pt>
                <c:pt idx="5653">
                  <c:v>23779.9</c:v>
                </c:pt>
                <c:pt idx="5654">
                  <c:v>23788.75</c:v>
                </c:pt>
                <c:pt idx="5655">
                  <c:v>23788.75</c:v>
                </c:pt>
                <c:pt idx="5656">
                  <c:v>23788.75</c:v>
                </c:pt>
                <c:pt idx="5657">
                  <c:v>23809.4</c:v>
                </c:pt>
                <c:pt idx="5658">
                  <c:v>23803.5</c:v>
                </c:pt>
                <c:pt idx="5659">
                  <c:v>23771.05</c:v>
                </c:pt>
                <c:pt idx="5660">
                  <c:v>23785.8</c:v>
                </c:pt>
                <c:pt idx="5661">
                  <c:v>23803.5</c:v>
                </c:pt>
                <c:pt idx="5662">
                  <c:v>23803.5</c:v>
                </c:pt>
                <c:pt idx="5663">
                  <c:v>23803.5</c:v>
                </c:pt>
                <c:pt idx="5664">
                  <c:v>23762.2</c:v>
                </c:pt>
                <c:pt idx="5665">
                  <c:v>23774</c:v>
                </c:pt>
                <c:pt idx="5666">
                  <c:v>23803.5</c:v>
                </c:pt>
                <c:pt idx="5667">
                  <c:v>23812.35</c:v>
                </c:pt>
                <c:pt idx="5668">
                  <c:v>23809.4</c:v>
                </c:pt>
                <c:pt idx="5669">
                  <c:v>23809.4</c:v>
                </c:pt>
                <c:pt idx="5670">
                  <c:v>23809.4</c:v>
                </c:pt>
                <c:pt idx="5671">
                  <c:v>23776.95</c:v>
                </c:pt>
                <c:pt idx="5672">
                  <c:v>23774</c:v>
                </c:pt>
                <c:pt idx="5673">
                  <c:v>23774</c:v>
                </c:pt>
                <c:pt idx="5674">
                  <c:v>23776.95</c:v>
                </c:pt>
                <c:pt idx="5675">
                  <c:v>23738.6</c:v>
                </c:pt>
                <c:pt idx="5676">
                  <c:v>23738.6</c:v>
                </c:pt>
                <c:pt idx="5677">
                  <c:v>23738.6</c:v>
                </c:pt>
                <c:pt idx="5678">
                  <c:v>23655.1</c:v>
                </c:pt>
                <c:pt idx="5679">
                  <c:v>23666.9</c:v>
                </c:pt>
                <c:pt idx="5680">
                  <c:v>23645.8</c:v>
                </c:pt>
                <c:pt idx="5681">
                  <c:v>23595.200000000001</c:v>
                </c:pt>
                <c:pt idx="5682">
                  <c:v>23601.1</c:v>
                </c:pt>
                <c:pt idx="5683">
                  <c:v>23601.1</c:v>
                </c:pt>
                <c:pt idx="5684">
                  <c:v>23601.1</c:v>
                </c:pt>
                <c:pt idx="5685">
                  <c:v>23579.55</c:v>
                </c:pt>
                <c:pt idx="5686">
                  <c:v>23582.5</c:v>
                </c:pt>
                <c:pt idx="5687">
                  <c:v>23565.599999999999</c:v>
                </c:pt>
                <c:pt idx="5688">
                  <c:v>23540.3</c:v>
                </c:pt>
                <c:pt idx="5689">
                  <c:v>23432.75</c:v>
                </c:pt>
                <c:pt idx="5690">
                  <c:v>23432.75</c:v>
                </c:pt>
                <c:pt idx="5691">
                  <c:v>23432.75</c:v>
                </c:pt>
                <c:pt idx="5692">
                  <c:v>23327.7</c:v>
                </c:pt>
                <c:pt idx="5693">
                  <c:v>23313.75</c:v>
                </c:pt>
                <c:pt idx="5694">
                  <c:v>23315</c:v>
                </c:pt>
                <c:pt idx="5695">
                  <c:v>23249.200000000001</c:v>
                </c:pt>
                <c:pt idx="5696">
                  <c:v>23141.200000000001</c:v>
                </c:pt>
                <c:pt idx="5697">
                  <c:v>23141.200000000001</c:v>
                </c:pt>
                <c:pt idx="5698">
                  <c:v>23141.200000000001</c:v>
                </c:pt>
                <c:pt idx="5699">
                  <c:v>23000.75</c:v>
                </c:pt>
                <c:pt idx="5700">
                  <c:v>23120.55</c:v>
                </c:pt>
                <c:pt idx="5701">
                  <c:v>23080.5</c:v>
                </c:pt>
                <c:pt idx="5702">
                  <c:v>23047.599999999999</c:v>
                </c:pt>
                <c:pt idx="5703">
                  <c:v>22969.55</c:v>
                </c:pt>
                <c:pt idx="5704">
                  <c:v>22969.55</c:v>
                </c:pt>
                <c:pt idx="5705">
                  <c:v>22969.55</c:v>
                </c:pt>
                <c:pt idx="5706">
                  <c:v>23631.599999999999</c:v>
                </c:pt>
                <c:pt idx="5707">
                  <c:v>23511.8</c:v>
                </c:pt>
                <c:pt idx="5708">
                  <c:v>23365</c:v>
                </c:pt>
                <c:pt idx="5709">
                  <c:v>24822.799999999999</c:v>
                </c:pt>
                <c:pt idx="5710">
                  <c:v>24750.65</c:v>
                </c:pt>
                <c:pt idx="5711">
                  <c:v>24750.65</c:v>
                </c:pt>
                <c:pt idx="5712">
                  <c:v>24750.65</c:v>
                </c:pt>
                <c:pt idx="5713">
                  <c:v>24506.400000000001</c:v>
                </c:pt>
                <c:pt idx="5714">
                  <c:v>26093</c:v>
                </c:pt>
                <c:pt idx="5715">
                  <c:v>26921.7</c:v>
                </c:pt>
                <c:pt idx="5716">
                  <c:v>26736.9</c:v>
                </c:pt>
                <c:pt idx="5717">
                  <c:v>26742.799999999999</c:v>
                </c:pt>
                <c:pt idx="5718">
                  <c:v>26742.799999999999</c:v>
                </c:pt>
                <c:pt idx="5719">
                  <c:v>26742.799999999999</c:v>
                </c:pt>
                <c:pt idx="5720">
                  <c:v>26243.75</c:v>
                </c:pt>
                <c:pt idx="5721">
                  <c:v>25982.6</c:v>
                </c:pt>
                <c:pt idx="5722">
                  <c:v>26929.85</c:v>
                </c:pt>
                <c:pt idx="5723">
                  <c:v>26633.3</c:v>
                </c:pt>
                <c:pt idx="5724">
                  <c:v>26342.65</c:v>
                </c:pt>
                <c:pt idx="5725">
                  <c:v>26342.65</c:v>
                </c:pt>
                <c:pt idx="5726">
                  <c:v>26342.65</c:v>
                </c:pt>
                <c:pt idx="5727">
                  <c:v>26192.9</c:v>
                </c:pt>
                <c:pt idx="5728">
                  <c:v>26084.1</c:v>
                </c:pt>
                <c:pt idx="5729">
                  <c:v>26628.45</c:v>
                </c:pt>
                <c:pt idx="5730">
                  <c:v>26390.55</c:v>
                </c:pt>
                <c:pt idx="5731">
                  <c:v>26252.6</c:v>
                </c:pt>
                <c:pt idx="5732">
                  <c:v>26252.6</c:v>
                </c:pt>
                <c:pt idx="5733">
                  <c:v>26252.6</c:v>
                </c:pt>
                <c:pt idx="5734">
                  <c:v>25964.9</c:v>
                </c:pt>
                <c:pt idx="5735">
                  <c:v>26209.200000000001</c:v>
                </c:pt>
                <c:pt idx="5736">
                  <c:v>25939.200000000001</c:v>
                </c:pt>
                <c:pt idx="5737">
                  <c:v>25064.3</c:v>
                </c:pt>
                <c:pt idx="5738">
                  <c:v>23712.799999999999</c:v>
                </c:pt>
                <c:pt idx="5739">
                  <c:v>23712.799999999999</c:v>
                </c:pt>
                <c:pt idx="5740">
                  <c:v>23712.799999999999</c:v>
                </c:pt>
                <c:pt idx="5741">
                  <c:v>22568.6</c:v>
                </c:pt>
                <c:pt idx="5742">
                  <c:v>22568.6</c:v>
                </c:pt>
                <c:pt idx="5743">
                  <c:v>26143.200000000001</c:v>
                </c:pt>
                <c:pt idx="5744">
                  <c:v>23841</c:v>
                </c:pt>
                <c:pt idx="5745">
                  <c:v>23273.8</c:v>
                </c:pt>
                <c:pt idx="5746">
                  <c:v>23273.8</c:v>
                </c:pt>
                <c:pt idx="5747">
                  <c:v>39759.050000000003</c:v>
                </c:pt>
                <c:pt idx="5748">
                  <c:v>39535.550000000003</c:v>
                </c:pt>
                <c:pt idx="5749">
                  <c:v>39302.6</c:v>
                </c:pt>
                <c:pt idx="5750">
                  <c:v>39120.400000000001</c:v>
                </c:pt>
                <c:pt idx="5751">
                  <c:v>39149.9</c:v>
                </c:pt>
                <c:pt idx="5752">
                  <c:v>39149.9</c:v>
                </c:pt>
                <c:pt idx="5753">
                  <c:v>39149.9</c:v>
                </c:pt>
                <c:pt idx="5754">
                  <c:v>39149.9</c:v>
                </c:pt>
                <c:pt idx="5755">
                  <c:v>39149.9</c:v>
                </c:pt>
                <c:pt idx="5756">
                  <c:v>39149.9</c:v>
                </c:pt>
                <c:pt idx="5757">
                  <c:v>39149.9</c:v>
                </c:pt>
                <c:pt idx="5758">
                  <c:v>39149.9</c:v>
                </c:pt>
                <c:pt idx="5759">
                  <c:v>39129.199999999997</c:v>
                </c:pt>
                <c:pt idx="5760">
                  <c:v>38993.5</c:v>
                </c:pt>
                <c:pt idx="5761">
                  <c:v>38993.5</c:v>
                </c:pt>
                <c:pt idx="5762">
                  <c:v>38905</c:v>
                </c:pt>
                <c:pt idx="5763">
                  <c:v>39045.199999999997</c:v>
                </c:pt>
                <c:pt idx="5764">
                  <c:v>39256.9</c:v>
                </c:pt>
                <c:pt idx="5765">
                  <c:v>39391.9</c:v>
                </c:pt>
                <c:pt idx="5766">
                  <c:v>39622</c:v>
                </c:pt>
                <c:pt idx="5767">
                  <c:v>39622</c:v>
                </c:pt>
                <c:pt idx="5768">
                  <c:v>39622</c:v>
                </c:pt>
                <c:pt idx="5769">
                  <c:v>39598.400000000001</c:v>
                </c:pt>
                <c:pt idx="5770">
                  <c:v>39821.199999999997</c:v>
                </c:pt>
                <c:pt idx="5771">
                  <c:v>40567.699999999997</c:v>
                </c:pt>
                <c:pt idx="5772">
                  <c:v>41101.800000000003</c:v>
                </c:pt>
                <c:pt idx="5773">
                  <c:v>41133</c:v>
                </c:pt>
                <c:pt idx="5774">
                  <c:v>41133</c:v>
                </c:pt>
                <c:pt idx="5775">
                  <c:v>41133</c:v>
                </c:pt>
                <c:pt idx="5776">
                  <c:v>38444.300000000003</c:v>
                </c:pt>
                <c:pt idx="5777">
                  <c:v>38656</c:v>
                </c:pt>
                <c:pt idx="5778">
                  <c:v>36173.1</c:v>
                </c:pt>
                <c:pt idx="5779">
                  <c:v>36863.550000000003</c:v>
                </c:pt>
                <c:pt idx="5780">
                  <c:v>37018.5</c:v>
                </c:pt>
                <c:pt idx="5781">
                  <c:v>37018.5</c:v>
                </c:pt>
                <c:pt idx="5782">
                  <c:v>37018.5</c:v>
                </c:pt>
                <c:pt idx="5783">
                  <c:v>37523.1</c:v>
                </c:pt>
                <c:pt idx="5784">
                  <c:v>26828.5</c:v>
                </c:pt>
                <c:pt idx="5785">
                  <c:v>27104.400000000001</c:v>
                </c:pt>
                <c:pt idx="5786">
                  <c:v>27626.7</c:v>
                </c:pt>
                <c:pt idx="5787">
                  <c:v>18879</c:v>
                </c:pt>
                <c:pt idx="5788">
                  <c:v>18879</c:v>
                </c:pt>
                <c:pt idx="5789">
                  <c:v>18879</c:v>
                </c:pt>
                <c:pt idx="5790">
                  <c:v>17598.599999999999</c:v>
                </c:pt>
                <c:pt idx="5791">
                  <c:v>17886.3</c:v>
                </c:pt>
                <c:pt idx="5792">
                  <c:v>18233</c:v>
                </c:pt>
                <c:pt idx="5793">
                  <c:v>18482.349999999999</c:v>
                </c:pt>
                <c:pt idx="5794">
                  <c:v>19043</c:v>
                </c:pt>
                <c:pt idx="5795">
                  <c:v>19043</c:v>
                </c:pt>
                <c:pt idx="5796">
                  <c:v>19043</c:v>
                </c:pt>
                <c:pt idx="5797">
                  <c:v>19102</c:v>
                </c:pt>
                <c:pt idx="5798">
                  <c:v>19059.05</c:v>
                </c:pt>
                <c:pt idx="5799">
                  <c:v>19065.599999999999</c:v>
                </c:pt>
                <c:pt idx="5800">
                  <c:v>18807.400000000001</c:v>
                </c:pt>
                <c:pt idx="5801">
                  <c:v>19301.5</c:v>
                </c:pt>
                <c:pt idx="5802">
                  <c:v>19301.5</c:v>
                </c:pt>
                <c:pt idx="5803">
                  <c:v>19301.5</c:v>
                </c:pt>
                <c:pt idx="5804">
                  <c:v>19242.5</c:v>
                </c:pt>
                <c:pt idx="5805">
                  <c:v>19454.8</c:v>
                </c:pt>
                <c:pt idx="5806">
                  <c:v>19530.8</c:v>
                </c:pt>
                <c:pt idx="5807">
                  <c:v>19701.2</c:v>
                </c:pt>
                <c:pt idx="5808">
                  <c:v>19977.099999999999</c:v>
                </c:pt>
                <c:pt idx="5809">
                  <c:v>19977.099999999999</c:v>
                </c:pt>
                <c:pt idx="5810">
                  <c:v>19977.099999999999</c:v>
                </c:pt>
                <c:pt idx="5811">
                  <c:v>20294.3</c:v>
                </c:pt>
                <c:pt idx="5812">
                  <c:v>20058.400000000001</c:v>
                </c:pt>
                <c:pt idx="5813">
                  <c:v>20043.650000000001</c:v>
                </c:pt>
                <c:pt idx="5814">
                  <c:v>20249.099999999999</c:v>
                </c:pt>
                <c:pt idx="5815">
                  <c:v>20407.7</c:v>
                </c:pt>
                <c:pt idx="5816">
                  <c:v>20407.7</c:v>
                </c:pt>
                <c:pt idx="5817">
                  <c:v>20407.7</c:v>
                </c:pt>
                <c:pt idx="5818">
                  <c:v>19771.400000000001</c:v>
                </c:pt>
                <c:pt idx="5819">
                  <c:v>19979.8</c:v>
                </c:pt>
                <c:pt idx="5820">
                  <c:v>16515.2</c:v>
                </c:pt>
                <c:pt idx="5821">
                  <c:v>16964.099999999999</c:v>
                </c:pt>
                <c:pt idx="5822">
                  <c:v>16964.099999999999</c:v>
                </c:pt>
                <c:pt idx="5823">
                  <c:v>16964.099999999999</c:v>
                </c:pt>
                <c:pt idx="5824">
                  <c:v>16964.099999999999</c:v>
                </c:pt>
                <c:pt idx="5825">
                  <c:v>17148.900000000001</c:v>
                </c:pt>
                <c:pt idx="5826">
                  <c:v>17137.099999999999</c:v>
                </c:pt>
                <c:pt idx="5827">
                  <c:v>14178.4</c:v>
                </c:pt>
                <c:pt idx="5828">
                  <c:v>14284.55</c:v>
                </c:pt>
                <c:pt idx="5829">
                  <c:v>14344.9</c:v>
                </c:pt>
                <c:pt idx="5830">
                  <c:v>14344.9</c:v>
                </c:pt>
                <c:pt idx="5831">
                  <c:v>14344.9</c:v>
                </c:pt>
                <c:pt idx="5832">
                  <c:v>14362.6</c:v>
                </c:pt>
                <c:pt idx="5833">
                  <c:v>15380.3</c:v>
                </c:pt>
                <c:pt idx="5834">
                  <c:v>15380.3</c:v>
                </c:pt>
                <c:pt idx="5835">
                  <c:v>15425</c:v>
                </c:pt>
                <c:pt idx="5836">
                  <c:v>15407.3</c:v>
                </c:pt>
                <c:pt idx="5837">
                  <c:v>15407.3</c:v>
                </c:pt>
                <c:pt idx="5838">
                  <c:v>15407.3</c:v>
                </c:pt>
                <c:pt idx="5839">
                  <c:v>15481.5</c:v>
                </c:pt>
                <c:pt idx="5840">
                  <c:v>16167.099999999999</c:v>
                </c:pt>
                <c:pt idx="5841">
                  <c:v>16967.099999999999</c:v>
                </c:pt>
                <c:pt idx="5842">
                  <c:v>17038.8</c:v>
                </c:pt>
                <c:pt idx="5843">
                  <c:v>17056.5</c:v>
                </c:pt>
                <c:pt idx="5844">
                  <c:v>17056.5</c:v>
                </c:pt>
                <c:pt idx="5845">
                  <c:v>17056.5</c:v>
                </c:pt>
                <c:pt idx="5846">
                  <c:v>17056.5</c:v>
                </c:pt>
                <c:pt idx="5847">
                  <c:v>17721.099999999999</c:v>
                </c:pt>
                <c:pt idx="5848">
                  <c:v>18305.05</c:v>
                </c:pt>
                <c:pt idx="5849">
                  <c:v>18316.849999999999</c:v>
                </c:pt>
                <c:pt idx="5850">
                  <c:v>18316.849999999999</c:v>
                </c:pt>
                <c:pt idx="5851">
                  <c:v>18357.349999999999</c:v>
                </c:pt>
                <c:pt idx="5852">
                  <c:v>18357.349999999999</c:v>
                </c:pt>
                <c:pt idx="5853">
                  <c:v>19848.95</c:v>
                </c:pt>
                <c:pt idx="5854">
                  <c:v>19899.099999999999</c:v>
                </c:pt>
                <c:pt idx="5855">
                  <c:v>21436.65</c:v>
                </c:pt>
                <c:pt idx="5856">
                  <c:v>21401.25</c:v>
                </c:pt>
                <c:pt idx="5857">
                  <c:v>21386.5</c:v>
                </c:pt>
                <c:pt idx="5858">
                  <c:v>21386.5</c:v>
                </c:pt>
                <c:pt idx="5859">
                  <c:v>21386.5</c:v>
                </c:pt>
                <c:pt idx="5860">
                  <c:v>22961.9</c:v>
                </c:pt>
                <c:pt idx="5861">
                  <c:v>22868.799999999999</c:v>
                </c:pt>
                <c:pt idx="5862">
                  <c:v>22780.3</c:v>
                </c:pt>
                <c:pt idx="5863">
                  <c:v>22800.95</c:v>
                </c:pt>
                <c:pt idx="5864">
                  <c:v>22821.599999999999</c:v>
                </c:pt>
                <c:pt idx="5865">
                  <c:v>22821.599999999999</c:v>
                </c:pt>
                <c:pt idx="5866">
                  <c:v>22821.599999999999</c:v>
                </c:pt>
                <c:pt idx="5867">
                  <c:v>22809.8</c:v>
                </c:pt>
                <c:pt idx="5868">
                  <c:v>22827.5</c:v>
                </c:pt>
                <c:pt idx="5869">
                  <c:v>22803.9</c:v>
                </c:pt>
                <c:pt idx="5870">
                  <c:v>22771.45</c:v>
                </c:pt>
                <c:pt idx="5871">
                  <c:v>22756.7</c:v>
                </c:pt>
                <c:pt idx="5872">
                  <c:v>22756.7</c:v>
                </c:pt>
                <c:pt idx="5873">
                  <c:v>22756.7</c:v>
                </c:pt>
                <c:pt idx="5874">
                  <c:v>22768.5</c:v>
                </c:pt>
                <c:pt idx="5875">
                  <c:v>22768.5</c:v>
                </c:pt>
                <c:pt idx="5876">
                  <c:v>22768.5</c:v>
                </c:pt>
                <c:pt idx="5877">
                  <c:v>22768.5</c:v>
                </c:pt>
                <c:pt idx="5878">
                  <c:v>22768.5</c:v>
                </c:pt>
                <c:pt idx="5879">
                  <c:v>22768.5</c:v>
                </c:pt>
                <c:pt idx="5880">
                  <c:v>22768.5</c:v>
                </c:pt>
                <c:pt idx="5881">
                  <c:v>22721.3</c:v>
                </c:pt>
                <c:pt idx="5882">
                  <c:v>22739</c:v>
                </c:pt>
                <c:pt idx="5883">
                  <c:v>22774</c:v>
                </c:pt>
                <c:pt idx="5884">
                  <c:v>22821.200000000001</c:v>
                </c:pt>
                <c:pt idx="5885">
                  <c:v>22806</c:v>
                </c:pt>
                <c:pt idx="5886">
                  <c:v>22806</c:v>
                </c:pt>
                <c:pt idx="5887">
                  <c:v>22806</c:v>
                </c:pt>
                <c:pt idx="5888">
                  <c:v>23117.8</c:v>
                </c:pt>
                <c:pt idx="5889">
                  <c:v>23050.3</c:v>
                </c:pt>
                <c:pt idx="5890">
                  <c:v>23747.35</c:v>
                </c:pt>
                <c:pt idx="5891">
                  <c:v>23741</c:v>
                </c:pt>
                <c:pt idx="5892">
                  <c:v>23717.4</c:v>
                </c:pt>
                <c:pt idx="5893">
                  <c:v>23717.4</c:v>
                </c:pt>
                <c:pt idx="5894">
                  <c:v>23717.4</c:v>
                </c:pt>
                <c:pt idx="5895">
                  <c:v>23978.6</c:v>
                </c:pt>
                <c:pt idx="5896">
                  <c:v>24574.45</c:v>
                </c:pt>
                <c:pt idx="5897">
                  <c:v>25098.05</c:v>
                </c:pt>
                <c:pt idx="5898">
                  <c:v>26009.9</c:v>
                </c:pt>
                <c:pt idx="5899">
                  <c:v>26000.6</c:v>
                </c:pt>
                <c:pt idx="5900">
                  <c:v>26014.1</c:v>
                </c:pt>
                <c:pt idx="5901">
                  <c:v>26014.1</c:v>
                </c:pt>
                <c:pt idx="5902">
                  <c:v>25942.400000000001</c:v>
                </c:pt>
                <c:pt idx="5903">
                  <c:v>26205.75</c:v>
                </c:pt>
                <c:pt idx="5904">
                  <c:v>28107.5</c:v>
                </c:pt>
                <c:pt idx="5905">
                  <c:v>28033.3</c:v>
                </c:pt>
                <c:pt idx="5906">
                  <c:v>27970.9</c:v>
                </c:pt>
                <c:pt idx="5907">
                  <c:v>27970.9</c:v>
                </c:pt>
                <c:pt idx="5908">
                  <c:v>27970.9</c:v>
                </c:pt>
                <c:pt idx="5909">
                  <c:v>28896.7</c:v>
                </c:pt>
                <c:pt idx="5910">
                  <c:v>29352</c:v>
                </c:pt>
                <c:pt idx="5911">
                  <c:v>29212</c:v>
                </c:pt>
                <c:pt idx="5912">
                  <c:v>29311.4</c:v>
                </c:pt>
                <c:pt idx="5913">
                  <c:v>29267.15</c:v>
                </c:pt>
                <c:pt idx="5914">
                  <c:v>29267.15</c:v>
                </c:pt>
                <c:pt idx="5915">
                  <c:v>29267.15</c:v>
                </c:pt>
                <c:pt idx="5916">
                  <c:v>28317.3</c:v>
                </c:pt>
                <c:pt idx="5917">
                  <c:v>28376.3</c:v>
                </c:pt>
                <c:pt idx="5918">
                  <c:v>28391.05</c:v>
                </c:pt>
                <c:pt idx="5919">
                  <c:v>28405.8</c:v>
                </c:pt>
                <c:pt idx="5920">
                  <c:v>28382.65</c:v>
                </c:pt>
                <c:pt idx="5921">
                  <c:v>28382.65</c:v>
                </c:pt>
                <c:pt idx="5922">
                  <c:v>28382.65</c:v>
                </c:pt>
                <c:pt idx="5923">
                  <c:v>27443</c:v>
                </c:pt>
                <c:pt idx="5924">
                  <c:v>26428.7</c:v>
                </c:pt>
                <c:pt idx="5925">
                  <c:v>26467.5</c:v>
                </c:pt>
                <c:pt idx="5926">
                  <c:v>23467.5</c:v>
                </c:pt>
                <c:pt idx="5927">
                  <c:v>22534.55</c:v>
                </c:pt>
                <c:pt idx="5928">
                  <c:v>22534.55</c:v>
                </c:pt>
                <c:pt idx="5929">
                  <c:v>22534.55</c:v>
                </c:pt>
                <c:pt idx="5930">
                  <c:v>22577.200000000001</c:v>
                </c:pt>
                <c:pt idx="5931">
                  <c:v>20683.05</c:v>
                </c:pt>
                <c:pt idx="5932">
                  <c:v>18805.8</c:v>
                </c:pt>
                <c:pt idx="5933">
                  <c:v>18338.25</c:v>
                </c:pt>
                <c:pt idx="5934">
                  <c:v>18364.8</c:v>
                </c:pt>
                <c:pt idx="5935">
                  <c:v>18364.8</c:v>
                </c:pt>
                <c:pt idx="5936">
                  <c:v>18364.8</c:v>
                </c:pt>
                <c:pt idx="5937">
                  <c:v>18295.2</c:v>
                </c:pt>
                <c:pt idx="5938">
                  <c:v>18295.2</c:v>
                </c:pt>
                <c:pt idx="5939">
                  <c:v>18283.400000000001</c:v>
                </c:pt>
                <c:pt idx="5940">
                  <c:v>18331.5</c:v>
                </c:pt>
                <c:pt idx="5941">
                  <c:v>18372.8</c:v>
                </c:pt>
                <c:pt idx="5942">
                  <c:v>18372.8</c:v>
                </c:pt>
                <c:pt idx="5943">
                  <c:v>18372.8</c:v>
                </c:pt>
                <c:pt idx="5944">
                  <c:v>18908.2</c:v>
                </c:pt>
                <c:pt idx="5945">
                  <c:v>18890.5</c:v>
                </c:pt>
                <c:pt idx="5946">
                  <c:v>18506.599999999999</c:v>
                </c:pt>
                <c:pt idx="5947">
                  <c:v>18480.05</c:v>
                </c:pt>
                <c:pt idx="5948">
                  <c:v>18488.900000000001</c:v>
                </c:pt>
                <c:pt idx="5949">
                  <c:v>18488.900000000001</c:v>
                </c:pt>
                <c:pt idx="5950">
                  <c:v>18488.900000000001</c:v>
                </c:pt>
                <c:pt idx="5951">
                  <c:v>18465.3</c:v>
                </c:pt>
                <c:pt idx="5952">
                  <c:v>18459.400000000001</c:v>
                </c:pt>
                <c:pt idx="5953">
                  <c:v>18477.099999999999</c:v>
                </c:pt>
                <c:pt idx="5954">
                  <c:v>18483</c:v>
                </c:pt>
                <c:pt idx="5955">
                  <c:v>18500.7</c:v>
                </c:pt>
                <c:pt idx="5956">
                  <c:v>18500.7</c:v>
                </c:pt>
                <c:pt idx="5957">
                  <c:v>18536.099999999999</c:v>
                </c:pt>
                <c:pt idx="5958">
                  <c:v>18573.2</c:v>
                </c:pt>
                <c:pt idx="5959">
                  <c:v>18090.900000000001</c:v>
                </c:pt>
                <c:pt idx="5960">
                  <c:v>18092.599999999999</c:v>
                </c:pt>
                <c:pt idx="5961">
                  <c:v>18149.099999999999</c:v>
                </c:pt>
                <c:pt idx="5962">
                  <c:v>18166.8</c:v>
                </c:pt>
                <c:pt idx="5963">
                  <c:v>18166.8</c:v>
                </c:pt>
                <c:pt idx="5964">
                  <c:v>18166.8</c:v>
                </c:pt>
                <c:pt idx="5965">
                  <c:v>18166.8</c:v>
                </c:pt>
                <c:pt idx="5966">
                  <c:v>18166.8</c:v>
                </c:pt>
                <c:pt idx="5967">
                  <c:v>18166.8</c:v>
                </c:pt>
                <c:pt idx="5968">
                  <c:v>17660.599999999999</c:v>
                </c:pt>
                <c:pt idx="5969">
                  <c:v>17146.3</c:v>
                </c:pt>
                <c:pt idx="5970">
                  <c:v>17146.3</c:v>
                </c:pt>
                <c:pt idx="5971">
                  <c:v>17146.3</c:v>
                </c:pt>
                <c:pt idx="5972">
                  <c:v>17833.900000000001</c:v>
                </c:pt>
                <c:pt idx="5973">
                  <c:v>17900.5</c:v>
                </c:pt>
                <c:pt idx="5974">
                  <c:v>17880.3</c:v>
                </c:pt>
                <c:pt idx="5975">
                  <c:v>17874.400000000001</c:v>
                </c:pt>
                <c:pt idx="5976">
                  <c:v>17891.3</c:v>
                </c:pt>
                <c:pt idx="5977">
                  <c:v>17891.3</c:v>
                </c:pt>
                <c:pt idx="5978">
                  <c:v>17891.3</c:v>
                </c:pt>
                <c:pt idx="5979">
                  <c:v>17873.599999999999</c:v>
                </c:pt>
                <c:pt idx="5980">
                  <c:v>17720.45</c:v>
                </c:pt>
                <c:pt idx="5981">
                  <c:v>17536.849999999999</c:v>
                </c:pt>
                <c:pt idx="5982">
                  <c:v>17575.650000000001</c:v>
                </c:pt>
                <c:pt idx="5983">
                  <c:v>17062.599999999999</c:v>
                </c:pt>
                <c:pt idx="5984">
                  <c:v>17062.599999999999</c:v>
                </c:pt>
                <c:pt idx="5985">
                  <c:v>17062.599999999999</c:v>
                </c:pt>
                <c:pt idx="5986">
                  <c:v>17079.5</c:v>
                </c:pt>
                <c:pt idx="5987">
                  <c:v>16124.2</c:v>
                </c:pt>
                <c:pt idx="5988">
                  <c:v>16192.2</c:v>
                </c:pt>
                <c:pt idx="5989">
                  <c:v>15746.2</c:v>
                </c:pt>
                <c:pt idx="5990">
                  <c:v>15872.8</c:v>
                </c:pt>
                <c:pt idx="5991">
                  <c:v>15872.8</c:v>
                </c:pt>
                <c:pt idx="5992">
                  <c:v>15872.8</c:v>
                </c:pt>
                <c:pt idx="5993">
                  <c:v>15111.599999999999</c:v>
                </c:pt>
                <c:pt idx="5994">
                  <c:v>13938.6</c:v>
                </c:pt>
                <c:pt idx="5995">
                  <c:v>13986.7</c:v>
                </c:pt>
                <c:pt idx="5996">
                  <c:v>14028.9</c:v>
                </c:pt>
                <c:pt idx="5997">
                  <c:v>14028.9</c:v>
                </c:pt>
                <c:pt idx="5998">
                  <c:v>14028.9</c:v>
                </c:pt>
                <c:pt idx="5999">
                  <c:v>14028.9</c:v>
                </c:pt>
                <c:pt idx="6000">
                  <c:v>13023</c:v>
                </c:pt>
                <c:pt idx="6001">
                  <c:v>12550</c:v>
                </c:pt>
                <c:pt idx="6002">
                  <c:v>13562.7</c:v>
                </c:pt>
                <c:pt idx="6003">
                  <c:v>14580.4</c:v>
                </c:pt>
                <c:pt idx="6004">
                  <c:v>14582.9</c:v>
                </c:pt>
                <c:pt idx="6005">
                  <c:v>14628.9</c:v>
                </c:pt>
                <c:pt idx="6006">
                  <c:v>14628.9</c:v>
                </c:pt>
                <c:pt idx="6007">
                  <c:v>14596.45</c:v>
                </c:pt>
                <c:pt idx="6008">
                  <c:v>14596</c:v>
                </c:pt>
                <c:pt idx="6009">
                  <c:v>14551.3</c:v>
                </c:pt>
                <c:pt idx="6010">
                  <c:v>14544.5</c:v>
                </c:pt>
                <c:pt idx="6011">
                  <c:v>13514.1</c:v>
                </c:pt>
                <c:pt idx="6012">
                  <c:v>13514.1</c:v>
                </c:pt>
                <c:pt idx="6013">
                  <c:v>13514.1</c:v>
                </c:pt>
                <c:pt idx="6014">
                  <c:v>13398.05</c:v>
                </c:pt>
                <c:pt idx="6015">
                  <c:v>12677.4</c:v>
                </c:pt>
                <c:pt idx="6016">
                  <c:v>12665.6</c:v>
                </c:pt>
                <c:pt idx="6017">
                  <c:v>12701</c:v>
                </c:pt>
                <c:pt idx="6018">
                  <c:v>12712.8</c:v>
                </c:pt>
                <c:pt idx="6019">
                  <c:v>12712.8</c:v>
                </c:pt>
                <c:pt idx="6020">
                  <c:v>12712.8</c:v>
                </c:pt>
                <c:pt idx="6021">
                  <c:v>12763.4</c:v>
                </c:pt>
                <c:pt idx="6022">
                  <c:v>12020.8</c:v>
                </c:pt>
                <c:pt idx="6023">
                  <c:v>12075.05</c:v>
                </c:pt>
                <c:pt idx="6024">
                  <c:v>12159</c:v>
                </c:pt>
                <c:pt idx="6025">
                  <c:v>11229</c:v>
                </c:pt>
                <c:pt idx="6026">
                  <c:v>11229</c:v>
                </c:pt>
                <c:pt idx="6027">
                  <c:v>11229</c:v>
                </c:pt>
                <c:pt idx="6028">
                  <c:v>11956.35</c:v>
                </c:pt>
                <c:pt idx="6029">
                  <c:v>12441.6</c:v>
                </c:pt>
                <c:pt idx="6030">
                  <c:v>13132.1</c:v>
                </c:pt>
                <c:pt idx="6031">
                  <c:v>13135.05</c:v>
                </c:pt>
                <c:pt idx="6032">
                  <c:v>13108.5</c:v>
                </c:pt>
                <c:pt idx="6033">
                  <c:v>13108.5</c:v>
                </c:pt>
                <c:pt idx="6034">
                  <c:v>13108.5</c:v>
                </c:pt>
                <c:pt idx="6035">
                  <c:v>13092.85</c:v>
                </c:pt>
                <c:pt idx="6036">
                  <c:v>13627.8</c:v>
                </c:pt>
                <c:pt idx="6037">
                  <c:v>13690.9</c:v>
                </c:pt>
                <c:pt idx="6038">
                  <c:v>13682.05</c:v>
                </c:pt>
                <c:pt idx="6039">
                  <c:v>13693.45</c:v>
                </c:pt>
                <c:pt idx="6040">
                  <c:v>13693.45</c:v>
                </c:pt>
                <c:pt idx="6041">
                  <c:v>13693.45</c:v>
                </c:pt>
                <c:pt idx="6042">
                  <c:v>13687.55</c:v>
                </c:pt>
                <c:pt idx="6043">
                  <c:v>13675.75</c:v>
                </c:pt>
                <c:pt idx="6044">
                  <c:v>13661</c:v>
                </c:pt>
                <c:pt idx="6045">
                  <c:v>13149.2</c:v>
                </c:pt>
                <c:pt idx="6046">
                  <c:v>13146.25</c:v>
                </c:pt>
                <c:pt idx="6047">
                  <c:v>13146.25</c:v>
                </c:pt>
                <c:pt idx="6048">
                  <c:v>13146.25</c:v>
                </c:pt>
                <c:pt idx="6049">
                  <c:v>13122.65</c:v>
                </c:pt>
                <c:pt idx="6050">
                  <c:v>13229.4</c:v>
                </c:pt>
                <c:pt idx="6051">
                  <c:v>13238.7</c:v>
                </c:pt>
                <c:pt idx="6052">
                  <c:v>12721</c:v>
                </c:pt>
                <c:pt idx="6053">
                  <c:v>12714.3</c:v>
                </c:pt>
                <c:pt idx="6054">
                  <c:v>12714.3</c:v>
                </c:pt>
                <c:pt idx="6055">
                  <c:v>12714.3</c:v>
                </c:pt>
                <c:pt idx="6056">
                  <c:v>12205.45</c:v>
                </c:pt>
                <c:pt idx="6057">
                  <c:v>12378.85</c:v>
                </c:pt>
                <c:pt idx="6058">
                  <c:v>12393.6</c:v>
                </c:pt>
                <c:pt idx="6059">
                  <c:v>12378.85</c:v>
                </c:pt>
                <c:pt idx="6060">
                  <c:v>11911.3</c:v>
                </c:pt>
                <c:pt idx="6061">
                  <c:v>11911.3</c:v>
                </c:pt>
                <c:pt idx="6062">
                  <c:v>11911.3</c:v>
                </c:pt>
                <c:pt idx="6063">
                  <c:v>11851.85</c:v>
                </c:pt>
                <c:pt idx="6064">
                  <c:v>11863.65</c:v>
                </c:pt>
                <c:pt idx="6065">
                  <c:v>11848</c:v>
                </c:pt>
                <c:pt idx="6066">
                  <c:v>11826.9</c:v>
                </c:pt>
                <c:pt idx="6067">
                  <c:v>11767</c:v>
                </c:pt>
                <c:pt idx="6068">
                  <c:v>11767</c:v>
                </c:pt>
                <c:pt idx="6069">
                  <c:v>11767</c:v>
                </c:pt>
                <c:pt idx="6070">
                  <c:v>11860.3</c:v>
                </c:pt>
                <c:pt idx="6071">
                  <c:v>12431.85</c:v>
                </c:pt>
                <c:pt idx="6072">
                  <c:v>12505.75</c:v>
                </c:pt>
                <c:pt idx="6073">
                  <c:v>12756.85</c:v>
                </c:pt>
                <c:pt idx="6074">
                  <c:v>12771.6</c:v>
                </c:pt>
                <c:pt idx="6075">
                  <c:v>12771.6</c:v>
                </c:pt>
                <c:pt idx="6076">
                  <c:v>12771.6</c:v>
                </c:pt>
                <c:pt idx="6077">
                  <c:v>12750.95</c:v>
                </c:pt>
                <c:pt idx="6078">
                  <c:v>13296.35</c:v>
                </c:pt>
                <c:pt idx="6079">
                  <c:v>13302.25</c:v>
                </c:pt>
                <c:pt idx="6080">
                  <c:v>13557.5</c:v>
                </c:pt>
                <c:pt idx="6081">
                  <c:v>12689.55</c:v>
                </c:pt>
                <c:pt idx="6082">
                  <c:v>12689.55</c:v>
                </c:pt>
                <c:pt idx="6083">
                  <c:v>12689.55</c:v>
                </c:pt>
                <c:pt idx="6084">
                  <c:v>12076.9</c:v>
                </c:pt>
                <c:pt idx="6085">
                  <c:v>12206</c:v>
                </c:pt>
                <c:pt idx="6086">
                  <c:v>12295.85</c:v>
                </c:pt>
                <c:pt idx="6087">
                  <c:v>12282.35</c:v>
                </c:pt>
                <c:pt idx="6088">
                  <c:v>12291.2</c:v>
                </c:pt>
                <c:pt idx="6089">
                  <c:v>12291.2</c:v>
                </c:pt>
                <c:pt idx="6090">
                  <c:v>12291.2</c:v>
                </c:pt>
                <c:pt idx="6091">
                  <c:v>12261.7</c:v>
                </c:pt>
                <c:pt idx="6092">
                  <c:v>12226.3</c:v>
                </c:pt>
                <c:pt idx="6093">
                  <c:v>12166.4</c:v>
                </c:pt>
                <c:pt idx="6094">
                  <c:v>12098.9</c:v>
                </c:pt>
                <c:pt idx="6095">
                  <c:v>12081.2</c:v>
                </c:pt>
                <c:pt idx="6096">
                  <c:v>12081.2</c:v>
                </c:pt>
                <c:pt idx="6097">
                  <c:v>12081.2</c:v>
                </c:pt>
                <c:pt idx="6098">
                  <c:v>12081.2</c:v>
                </c:pt>
                <c:pt idx="6099">
                  <c:v>12054.65</c:v>
                </c:pt>
                <c:pt idx="6100">
                  <c:v>11763.5</c:v>
                </c:pt>
                <c:pt idx="6101">
                  <c:v>11748.75</c:v>
                </c:pt>
                <c:pt idx="6102">
                  <c:v>11777</c:v>
                </c:pt>
                <c:pt idx="6103">
                  <c:v>11777</c:v>
                </c:pt>
                <c:pt idx="6104">
                  <c:v>11777</c:v>
                </c:pt>
                <c:pt idx="6105">
                  <c:v>11723.9</c:v>
                </c:pt>
                <c:pt idx="6106">
                  <c:v>11765.2</c:v>
                </c:pt>
                <c:pt idx="6107">
                  <c:v>11765.2</c:v>
                </c:pt>
                <c:pt idx="6108">
                  <c:v>11426.85</c:v>
                </c:pt>
                <c:pt idx="6109">
                  <c:v>11202.8</c:v>
                </c:pt>
                <c:pt idx="6110">
                  <c:v>11202.8</c:v>
                </c:pt>
                <c:pt idx="6111">
                  <c:v>11202.8</c:v>
                </c:pt>
                <c:pt idx="6112">
                  <c:v>10860.95</c:v>
                </c:pt>
                <c:pt idx="6113">
                  <c:v>10768.6</c:v>
                </c:pt>
                <c:pt idx="6114">
                  <c:v>10343.35</c:v>
                </c:pt>
                <c:pt idx="6115">
                  <c:v>10322.700000000001</c:v>
                </c:pt>
                <c:pt idx="6116">
                  <c:v>10275.5</c:v>
                </c:pt>
                <c:pt idx="6117">
                  <c:v>10275.5</c:v>
                </c:pt>
                <c:pt idx="6118">
                  <c:v>10275.5</c:v>
                </c:pt>
                <c:pt idx="6119">
                  <c:v>10275.5</c:v>
                </c:pt>
                <c:pt idx="6120">
                  <c:v>10275.5</c:v>
                </c:pt>
                <c:pt idx="6121">
                  <c:v>10275.5</c:v>
                </c:pt>
                <c:pt idx="6122">
                  <c:v>10275.5</c:v>
                </c:pt>
                <c:pt idx="6123">
                  <c:v>10275.5</c:v>
                </c:pt>
                <c:pt idx="6124">
                  <c:v>10128</c:v>
                </c:pt>
                <c:pt idx="6125">
                  <c:v>9687.9</c:v>
                </c:pt>
                <c:pt idx="6126">
                  <c:v>9718.6</c:v>
                </c:pt>
                <c:pt idx="6127">
                  <c:v>9783.5</c:v>
                </c:pt>
                <c:pt idx="6128">
                  <c:v>9830.7000000000007</c:v>
                </c:pt>
                <c:pt idx="6129">
                  <c:v>9830.7000000000007</c:v>
                </c:pt>
                <c:pt idx="6130">
                  <c:v>9836.6</c:v>
                </c:pt>
                <c:pt idx="6131">
                  <c:v>9836.6</c:v>
                </c:pt>
                <c:pt idx="6132">
                  <c:v>9836.6</c:v>
                </c:pt>
                <c:pt idx="6133">
                  <c:v>9866.1</c:v>
                </c:pt>
                <c:pt idx="6134">
                  <c:v>9827.9</c:v>
                </c:pt>
                <c:pt idx="6135">
                  <c:v>9810.2000000000007</c:v>
                </c:pt>
                <c:pt idx="6136">
                  <c:v>9763</c:v>
                </c:pt>
                <c:pt idx="6137">
                  <c:v>9786.6</c:v>
                </c:pt>
                <c:pt idx="6138">
                  <c:v>9786.6</c:v>
                </c:pt>
                <c:pt idx="6139">
                  <c:v>9786.6</c:v>
                </c:pt>
                <c:pt idx="6140">
                  <c:v>9786.6</c:v>
                </c:pt>
                <c:pt idx="6141">
                  <c:v>9733.5</c:v>
                </c:pt>
                <c:pt idx="6142">
                  <c:v>9757.1</c:v>
                </c:pt>
                <c:pt idx="6143">
                  <c:v>9804.2999999999993</c:v>
                </c:pt>
                <c:pt idx="6144">
                  <c:v>9827.9</c:v>
                </c:pt>
                <c:pt idx="6145">
                  <c:v>9827.9</c:v>
                </c:pt>
                <c:pt idx="6146">
                  <c:v>9827.9</c:v>
                </c:pt>
                <c:pt idx="6147">
                  <c:v>9839.7000000000007</c:v>
                </c:pt>
                <c:pt idx="6148">
                  <c:v>9799</c:v>
                </c:pt>
                <c:pt idx="6149">
                  <c:v>9787.2000000000007</c:v>
                </c:pt>
                <c:pt idx="6150">
                  <c:v>9810</c:v>
                </c:pt>
                <c:pt idx="6151">
                  <c:v>9868.2000000000007</c:v>
                </c:pt>
                <c:pt idx="6152">
                  <c:v>9868.2000000000007</c:v>
                </c:pt>
                <c:pt idx="6153">
                  <c:v>9868.2000000000007</c:v>
                </c:pt>
                <c:pt idx="6154">
                  <c:v>9868.2000000000007</c:v>
                </c:pt>
                <c:pt idx="6155">
                  <c:v>9868.2000000000007</c:v>
                </c:pt>
                <c:pt idx="6156">
                  <c:v>9680</c:v>
                </c:pt>
                <c:pt idx="6157">
                  <c:v>9848.1</c:v>
                </c:pt>
                <c:pt idx="6158">
                  <c:v>9824.5</c:v>
                </c:pt>
                <c:pt idx="6159">
                  <c:v>9824.5</c:v>
                </c:pt>
                <c:pt idx="6160">
                  <c:v>9824.5</c:v>
                </c:pt>
                <c:pt idx="6161">
                  <c:v>9800.9</c:v>
                </c:pt>
                <c:pt idx="6162">
                  <c:v>9846.9</c:v>
                </c:pt>
                <c:pt idx="6163">
                  <c:v>9886.15</c:v>
                </c:pt>
                <c:pt idx="6164">
                  <c:v>9909.75</c:v>
                </c:pt>
                <c:pt idx="6165">
                  <c:v>9920.2999999999993</c:v>
                </c:pt>
                <c:pt idx="6166">
                  <c:v>9920.2999999999993</c:v>
                </c:pt>
                <c:pt idx="6167">
                  <c:v>9920.2999999999993</c:v>
                </c:pt>
                <c:pt idx="6168">
                  <c:v>9647.2999999999993</c:v>
                </c:pt>
                <c:pt idx="6169">
                  <c:v>9656.15</c:v>
                </c:pt>
                <c:pt idx="6170">
                  <c:v>9708.9</c:v>
                </c:pt>
                <c:pt idx="6171">
                  <c:v>9711.85</c:v>
                </c:pt>
                <c:pt idx="6172">
                  <c:v>9716.5</c:v>
                </c:pt>
                <c:pt idx="6173">
                  <c:v>9716.5</c:v>
                </c:pt>
                <c:pt idx="6174">
                  <c:v>9716.5</c:v>
                </c:pt>
                <c:pt idx="6175">
                  <c:v>9609.2999999999993</c:v>
                </c:pt>
                <c:pt idx="6176">
                  <c:v>9606.35</c:v>
                </c:pt>
                <c:pt idx="6177">
                  <c:v>9675.1</c:v>
                </c:pt>
                <c:pt idx="6178">
                  <c:v>9695.75</c:v>
                </c:pt>
                <c:pt idx="6179">
                  <c:v>9745.9</c:v>
                </c:pt>
                <c:pt idx="6180">
                  <c:v>9745.9</c:v>
                </c:pt>
                <c:pt idx="6181">
                  <c:v>9745.9</c:v>
                </c:pt>
                <c:pt idx="6182">
                  <c:v>9722.2999999999993</c:v>
                </c:pt>
                <c:pt idx="6183">
                  <c:v>9740</c:v>
                </c:pt>
                <c:pt idx="6184">
                  <c:v>9772.9</c:v>
                </c:pt>
                <c:pt idx="6185">
                  <c:v>9781.75</c:v>
                </c:pt>
                <c:pt idx="6186">
                  <c:v>9767</c:v>
                </c:pt>
                <c:pt idx="6187">
                  <c:v>9767</c:v>
                </c:pt>
                <c:pt idx="6188">
                  <c:v>9767</c:v>
                </c:pt>
                <c:pt idx="6189">
                  <c:v>9527</c:v>
                </c:pt>
                <c:pt idx="6190">
                  <c:v>9518</c:v>
                </c:pt>
                <c:pt idx="6191">
                  <c:v>9518</c:v>
                </c:pt>
                <c:pt idx="6192">
                  <c:v>9530</c:v>
                </c:pt>
                <c:pt idx="6193">
                  <c:v>9530</c:v>
                </c:pt>
                <c:pt idx="6194">
                  <c:v>9530</c:v>
                </c:pt>
                <c:pt idx="6195">
                  <c:v>9530</c:v>
                </c:pt>
                <c:pt idx="6196">
                  <c:v>9542</c:v>
                </c:pt>
                <c:pt idx="6197">
                  <c:v>9544.85</c:v>
                </c:pt>
                <c:pt idx="6198">
                  <c:v>9586.6</c:v>
                </c:pt>
                <c:pt idx="6199">
                  <c:v>9580.7000000000007</c:v>
                </c:pt>
                <c:pt idx="6200">
                  <c:v>9610.2000000000007</c:v>
                </c:pt>
                <c:pt idx="6201">
                  <c:v>9637.2000000000007</c:v>
                </c:pt>
                <c:pt idx="6202">
                  <c:v>9637.2000000000007</c:v>
                </c:pt>
                <c:pt idx="6203">
                  <c:v>9454.9</c:v>
                </c:pt>
                <c:pt idx="6204">
                  <c:v>9493.1</c:v>
                </c:pt>
                <c:pt idx="6205">
                  <c:v>9525.2000000000007</c:v>
                </c:pt>
                <c:pt idx="6206">
                  <c:v>9525.2000000000007</c:v>
                </c:pt>
                <c:pt idx="6207">
                  <c:v>9572.0499999999993</c:v>
                </c:pt>
                <c:pt idx="6208">
                  <c:v>9572.0499999999993</c:v>
                </c:pt>
                <c:pt idx="6209">
                  <c:v>9572.0499999999993</c:v>
                </c:pt>
                <c:pt idx="6210">
                  <c:v>9572.0499999999993</c:v>
                </c:pt>
                <c:pt idx="6211">
                  <c:v>9557.2999999999993</c:v>
                </c:pt>
                <c:pt idx="6212">
                  <c:v>9578.4</c:v>
                </c:pt>
                <c:pt idx="6213">
                  <c:v>9596.1</c:v>
                </c:pt>
                <c:pt idx="6214">
                  <c:v>9596.1</c:v>
                </c:pt>
                <c:pt idx="6215">
                  <c:v>9596.1</c:v>
                </c:pt>
                <c:pt idx="6216">
                  <c:v>9596.1</c:v>
                </c:pt>
                <c:pt idx="6217">
                  <c:v>9669.5</c:v>
                </c:pt>
                <c:pt idx="6218">
                  <c:v>9681.2999999999993</c:v>
                </c:pt>
                <c:pt idx="6219">
                  <c:v>9683</c:v>
                </c:pt>
                <c:pt idx="6220">
                  <c:v>9720.5499999999993</c:v>
                </c:pt>
                <c:pt idx="6221">
                  <c:v>9723.5</c:v>
                </c:pt>
                <c:pt idx="6222">
                  <c:v>9723.5</c:v>
                </c:pt>
                <c:pt idx="6223">
                  <c:v>9723.5</c:v>
                </c:pt>
                <c:pt idx="6224">
                  <c:v>9741.2000000000007</c:v>
                </c:pt>
                <c:pt idx="6225">
                  <c:v>9747.1</c:v>
                </c:pt>
                <c:pt idx="6226">
                  <c:v>9711.7000000000007</c:v>
                </c:pt>
                <c:pt idx="6227">
                  <c:v>9699.9</c:v>
                </c:pt>
                <c:pt idx="6228">
                  <c:v>9670.4</c:v>
                </c:pt>
                <c:pt idx="6229">
                  <c:v>9670.4</c:v>
                </c:pt>
                <c:pt idx="6230">
                  <c:v>9670.4</c:v>
                </c:pt>
                <c:pt idx="6231">
                  <c:v>9670.4</c:v>
                </c:pt>
                <c:pt idx="6232">
                  <c:v>9670.4</c:v>
                </c:pt>
                <c:pt idx="6233">
                  <c:v>9670.4</c:v>
                </c:pt>
                <c:pt idx="6234">
                  <c:v>9670.4</c:v>
                </c:pt>
                <c:pt idx="6235">
                  <c:v>9670.4</c:v>
                </c:pt>
                <c:pt idx="6236">
                  <c:v>9640.9</c:v>
                </c:pt>
                <c:pt idx="6237">
                  <c:v>9646.7999999999993</c:v>
                </c:pt>
                <c:pt idx="6238">
                  <c:v>9635</c:v>
                </c:pt>
                <c:pt idx="6239">
                  <c:v>9664.5</c:v>
                </c:pt>
                <c:pt idx="6240">
                  <c:v>9653</c:v>
                </c:pt>
                <c:pt idx="6241">
                  <c:v>9893</c:v>
                </c:pt>
                <c:pt idx="6242">
                  <c:v>9946</c:v>
                </c:pt>
                <c:pt idx="6243">
                  <c:v>9946</c:v>
                </c:pt>
                <c:pt idx="6244">
                  <c:v>9946</c:v>
                </c:pt>
                <c:pt idx="6245">
                  <c:v>9952</c:v>
                </c:pt>
                <c:pt idx="6246">
                  <c:v>10194</c:v>
                </c:pt>
                <c:pt idx="6247">
                  <c:v>10460</c:v>
                </c:pt>
                <c:pt idx="6248">
                  <c:v>10448</c:v>
                </c:pt>
                <c:pt idx="6249">
                  <c:v>10453.9</c:v>
                </c:pt>
                <c:pt idx="6250">
                  <c:v>10453.9</c:v>
                </c:pt>
                <c:pt idx="6251">
                  <c:v>10453.9</c:v>
                </c:pt>
                <c:pt idx="6252">
                  <c:v>10465.700000000001</c:v>
                </c:pt>
                <c:pt idx="6253">
                  <c:v>10556.85</c:v>
                </c:pt>
                <c:pt idx="6254">
                  <c:v>10536.5</c:v>
                </c:pt>
                <c:pt idx="6255">
                  <c:v>10500.65</c:v>
                </c:pt>
                <c:pt idx="6256">
                  <c:v>10504</c:v>
                </c:pt>
                <c:pt idx="6257">
                  <c:v>10504</c:v>
                </c:pt>
                <c:pt idx="6258">
                  <c:v>10504</c:v>
                </c:pt>
                <c:pt idx="6259">
                  <c:v>10524</c:v>
                </c:pt>
                <c:pt idx="6260">
                  <c:v>10704</c:v>
                </c:pt>
                <c:pt idx="6261">
                  <c:v>10810</c:v>
                </c:pt>
                <c:pt idx="6262">
                  <c:v>10771</c:v>
                </c:pt>
                <c:pt idx="6263">
                  <c:v>10768.2</c:v>
                </c:pt>
                <c:pt idx="6264">
                  <c:v>10768.2</c:v>
                </c:pt>
                <c:pt idx="6265">
                  <c:v>10768.2</c:v>
                </c:pt>
                <c:pt idx="6266">
                  <c:v>10701.85</c:v>
                </c:pt>
                <c:pt idx="6267">
                  <c:v>10501.85</c:v>
                </c:pt>
                <c:pt idx="6268">
                  <c:v>10447.799999999999</c:v>
                </c:pt>
                <c:pt idx="6269">
                  <c:v>10456.65</c:v>
                </c:pt>
                <c:pt idx="6270">
                  <c:v>10489.1</c:v>
                </c:pt>
                <c:pt idx="6271">
                  <c:v>10489.1</c:v>
                </c:pt>
                <c:pt idx="6272">
                  <c:v>10489.1</c:v>
                </c:pt>
                <c:pt idx="6273">
                  <c:v>10477.299999999999</c:v>
                </c:pt>
                <c:pt idx="6274">
                  <c:v>10080.25</c:v>
                </c:pt>
                <c:pt idx="6275">
                  <c:v>10080.25</c:v>
                </c:pt>
                <c:pt idx="6276">
                  <c:v>10109.75</c:v>
                </c:pt>
                <c:pt idx="6277">
                  <c:v>10103.85</c:v>
                </c:pt>
                <c:pt idx="6278">
                  <c:v>10103.85</c:v>
                </c:pt>
                <c:pt idx="6279">
                  <c:v>10103.85</c:v>
                </c:pt>
                <c:pt idx="6280">
                  <c:v>10115.65</c:v>
                </c:pt>
                <c:pt idx="6281">
                  <c:v>9946</c:v>
                </c:pt>
                <c:pt idx="6282">
                  <c:v>9776</c:v>
                </c:pt>
                <c:pt idx="6283">
                  <c:v>9856</c:v>
                </c:pt>
                <c:pt idx="6284">
                  <c:v>9958</c:v>
                </c:pt>
                <c:pt idx="6285">
                  <c:v>9958</c:v>
                </c:pt>
                <c:pt idx="6286">
                  <c:v>9958</c:v>
                </c:pt>
                <c:pt idx="6287">
                  <c:v>9702</c:v>
                </c:pt>
                <c:pt idx="6288">
                  <c:v>9714</c:v>
                </c:pt>
                <c:pt idx="6289">
                  <c:v>9701</c:v>
                </c:pt>
                <c:pt idx="6290">
                  <c:v>9716</c:v>
                </c:pt>
                <c:pt idx="6291">
                  <c:v>9735</c:v>
                </c:pt>
                <c:pt idx="6292">
                  <c:v>9735</c:v>
                </c:pt>
                <c:pt idx="6293">
                  <c:v>9735</c:v>
                </c:pt>
                <c:pt idx="6294">
                  <c:v>9444</c:v>
                </c:pt>
                <c:pt idx="6295">
                  <c:v>9241.1</c:v>
                </c:pt>
                <c:pt idx="6296">
                  <c:v>9264.6999999999989</c:v>
                </c:pt>
                <c:pt idx="6297">
                  <c:v>9264.6999999999989</c:v>
                </c:pt>
                <c:pt idx="6298">
                  <c:v>9244.0499999999993</c:v>
                </c:pt>
                <c:pt idx="6299">
                  <c:v>9244.0499999999993</c:v>
                </c:pt>
                <c:pt idx="6300">
                  <c:v>9244.0499999999993</c:v>
                </c:pt>
                <c:pt idx="6301">
                  <c:v>9241.1</c:v>
                </c:pt>
                <c:pt idx="6302">
                  <c:v>8770.6</c:v>
                </c:pt>
                <c:pt idx="6303">
                  <c:v>8770.6</c:v>
                </c:pt>
                <c:pt idx="6304">
                  <c:v>8873.7000000000007</c:v>
                </c:pt>
                <c:pt idx="6305">
                  <c:v>8966.5</c:v>
                </c:pt>
                <c:pt idx="6306">
                  <c:v>8966.5</c:v>
                </c:pt>
                <c:pt idx="6307">
                  <c:v>8966.5</c:v>
                </c:pt>
                <c:pt idx="6308">
                  <c:v>8984.2000000000007</c:v>
                </c:pt>
                <c:pt idx="6309">
                  <c:v>8996</c:v>
                </c:pt>
                <c:pt idx="6310">
                  <c:v>9084.7999999999993</c:v>
                </c:pt>
                <c:pt idx="6311">
                  <c:v>9073.4499999999989</c:v>
                </c:pt>
                <c:pt idx="6312">
                  <c:v>9070.5</c:v>
                </c:pt>
                <c:pt idx="6313">
                  <c:v>9070.5</c:v>
                </c:pt>
                <c:pt idx="6314">
                  <c:v>9070.5</c:v>
                </c:pt>
                <c:pt idx="6315">
                  <c:v>9061.65</c:v>
                </c:pt>
                <c:pt idx="6316">
                  <c:v>9041</c:v>
                </c:pt>
                <c:pt idx="6317">
                  <c:v>9023.2999999999993</c:v>
                </c:pt>
                <c:pt idx="6318">
                  <c:v>9023.2999999999993</c:v>
                </c:pt>
                <c:pt idx="6319">
                  <c:v>9096.6999999999989</c:v>
                </c:pt>
                <c:pt idx="6320">
                  <c:v>9096.6999999999989</c:v>
                </c:pt>
                <c:pt idx="6321">
                  <c:v>9079</c:v>
                </c:pt>
                <c:pt idx="6322">
                  <c:v>9117.7999999999993</c:v>
                </c:pt>
                <c:pt idx="6323">
                  <c:v>9123.6999999999989</c:v>
                </c:pt>
                <c:pt idx="6324">
                  <c:v>9153</c:v>
                </c:pt>
                <c:pt idx="6325">
                  <c:v>9159</c:v>
                </c:pt>
                <c:pt idx="6326">
                  <c:v>9192</c:v>
                </c:pt>
                <c:pt idx="6327">
                  <c:v>9192</c:v>
                </c:pt>
                <c:pt idx="6328">
                  <c:v>9192</c:v>
                </c:pt>
                <c:pt idx="6329">
                  <c:v>9192</c:v>
                </c:pt>
                <c:pt idx="6330">
                  <c:v>9192</c:v>
                </c:pt>
                <c:pt idx="6331">
                  <c:v>9192</c:v>
                </c:pt>
                <c:pt idx="6332">
                  <c:v>9201</c:v>
                </c:pt>
                <c:pt idx="6333">
                  <c:v>9231</c:v>
                </c:pt>
                <c:pt idx="6334">
                  <c:v>9237</c:v>
                </c:pt>
                <c:pt idx="6335">
                  <c:v>9237</c:v>
                </c:pt>
                <c:pt idx="6336">
                  <c:v>9243</c:v>
                </c:pt>
                <c:pt idx="6337">
                  <c:v>8531</c:v>
                </c:pt>
                <c:pt idx="6338">
                  <c:v>8589</c:v>
                </c:pt>
                <c:pt idx="6339">
                  <c:v>8612</c:v>
                </c:pt>
                <c:pt idx="6340">
                  <c:v>8631</c:v>
                </c:pt>
                <c:pt idx="6341">
                  <c:v>8631</c:v>
                </c:pt>
                <c:pt idx="6342">
                  <c:v>8631</c:v>
                </c:pt>
                <c:pt idx="6343">
                  <c:v>8711</c:v>
                </c:pt>
                <c:pt idx="6344">
                  <c:v>8390.4500000000007</c:v>
                </c:pt>
                <c:pt idx="6345">
                  <c:v>8416.4</c:v>
                </c:pt>
                <c:pt idx="6346">
                  <c:v>8410.5</c:v>
                </c:pt>
                <c:pt idx="6347">
                  <c:v>8484.7000000000007</c:v>
                </c:pt>
                <c:pt idx="6348">
                  <c:v>8484.7000000000007</c:v>
                </c:pt>
                <c:pt idx="6349">
                  <c:v>8484.7000000000007</c:v>
                </c:pt>
                <c:pt idx="6350">
                  <c:v>8544.4500000000007</c:v>
                </c:pt>
                <c:pt idx="6351">
                  <c:v>8541.5</c:v>
                </c:pt>
                <c:pt idx="6352">
                  <c:v>8583.25</c:v>
                </c:pt>
                <c:pt idx="6353">
                  <c:v>8657.9</c:v>
                </c:pt>
                <c:pt idx="6354">
                  <c:v>8681.5</c:v>
                </c:pt>
                <c:pt idx="6355">
                  <c:v>8681.5</c:v>
                </c:pt>
                <c:pt idx="6356">
                  <c:v>8681.5</c:v>
                </c:pt>
                <c:pt idx="6357">
                  <c:v>8707.7000000000007</c:v>
                </c:pt>
                <c:pt idx="6358">
                  <c:v>8735</c:v>
                </c:pt>
                <c:pt idx="6359">
                  <c:v>8800</c:v>
                </c:pt>
                <c:pt idx="6360">
                  <c:v>8765</c:v>
                </c:pt>
                <c:pt idx="6361">
                  <c:v>8765</c:v>
                </c:pt>
                <c:pt idx="6362">
                  <c:v>8765</c:v>
                </c:pt>
                <c:pt idx="6363">
                  <c:v>8765</c:v>
                </c:pt>
                <c:pt idx="6364">
                  <c:v>8465</c:v>
                </c:pt>
                <c:pt idx="6365">
                  <c:v>8465</c:v>
                </c:pt>
                <c:pt idx="6366">
                  <c:v>8464.6999999999989</c:v>
                </c:pt>
                <c:pt idx="6367">
                  <c:v>8517.7999999999993</c:v>
                </c:pt>
                <c:pt idx="6368">
                  <c:v>8601.7000000000007</c:v>
                </c:pt>
                <c:pt idx="6369">
                  <c:v>8601.7000000000007</c:v>
                </c:pt>
                <c:pt idx="6370">
                  <c:v>8601.7000000000007</c:v>
                </c:pt>
                <c:pt idx="6371">
                  <c:v>8679.2999999999993</c:v>
                </c:pt>
                <c:pt idx="6372">
                  <c:v>8712.2000000000007</c:v>
                </c:pt>
                <c:pt idx="6373">
                  <c:v>8535</c:v>
                </c:pt>
                <c:pt idx="6374">
                  <c:v>8543.85</c:v>
                </c:pt>
                <c:pt idx="6375">
                  <c:v>8523.2000000000007</c:v>
                </c:pt>
                <c:pt idx="6376">
                  <c:v>8523.2000000000007</c:v>
                </c:pt>
                <c:pt idx="6377">
                  <c:v>8523.2000000000007</c:v>
                </c:pt>
                <c:pt idx="6378">
                  <c:v>8523.2000000000007</c:v>
                </c:pt>
                <c:pt idx="6379">
                  <c:v>8529.1</c:v>
                </c:pt>
                <c:pt idx="6380">
                  <c:v>8484.4</c:v>
                </c:pt>
                <c:pt idx="6381">
                  <c:v>8484.4</c:v>
                </c:pt>
                <c:pt idx="6382">
                  <c:v>8484.4</c:v>
                </c:pt>
                <c:pt idx="6383">
                  <c:v>8484.4</c:v>
                </c:pt>
                <c:pt idx="6384">
                  <c:v>8484.4</c:v>
                </c:pt>
                <c:pt idx="6385">
                  <c:v>8502.1</c:v>
                </c:pt>
                <c:pt idx="6386">
                  <c:v>8502.1</c:v>
                </c:pt>
                <c:pt idx="6387">
                  <c:v>8471.6</c:v>
                </c:pt>
                <c:pt idx="6388">
                  <c:v>8430.3000000000011</c:v>
                </c:pt>
                <c:pt idx="6389">
                  <c:v>8436.2000000000007</c:v>
                </c:pt>
                <c:pt idx="6390">
                  <c:v>8436.2000000000007</c:v>
                </c:pt>
                <c:pt idx="6391">
                  <c:v>8436.2000000000007</c:v>
                </c:pt>
                <c:pt idx="6392">
                  <c:v>8433.25</c:v>
                </c:pt>
                <c:pt idx="6393">
                  <c:v>8436.2000000000007</c:v>
                </c:pt>
                <c:pt idx="6394">
                  <c:v>8453.9</c:v>
                </c:pt>
                <c:pt idx="6395">
                  <c:v>8134.5</c:v>
                </c:pt>
                <c:pt idx="6396">
                  <c:v>8128.6</c:v>
                </c:pt>
                <c:pt idx="6397">
                  <c:v>7928.6</c:v>
                </c:pt>
                <c:pt idx="6398">
                  <c:v>7928.6</c:v>
                </c:pt>
                <c:pt idx="6399">
                  <c:v>7934.5</c:v>
                </c:pt>
                <c:pt idx="6400">
                  <c:v>7893.2000000000007</c:v>
                </c:pt>
                <c:pt idx="6401">
                  <c:v>7875.5</c:v>
                </c:pt>
                <c:pt idx="6402">
                  <c:v>7875.5</c:v>
                </c:pt>
                <c:pt idx="6403">
                  <c:v>7863.7000000000007</c:v>
                </c:pt>
                <c:pt idx="6404">
                  <c:v>7863.7000000000007</c:v>
                </c:pt>
                <c:pt idx="6405">
                  <c:v>7863.7000000000007</c:v>
                </c:pt>
                <c:pt idx="6406">
                  <c:v>7861.7</c:v>
                </c:pt>
                <c:pt idx="6407">
                  <c:v>7854.7999999999993</c:v>
                </c:pt>
                <c:pt idx="6408">
                  <c:v>7834.15</c:v>
                </c:pt>
                <c:pt idx="6409">
                  <c:v>7823.6</c:v>
                </c:pt>
                <c:pt idx="6410">
                  <c:v>7805.4500000000007</c:v>
                </c:pt>
                <c:pt idx="6411">
                  <c:v>7805.4500000000007</c:v>
                </c:pt>
                <c:pt idx="6412">
                  <c:v>7805.4500000000007</c:v>
                </c:pt>
                <c:pt idx="6413">
                  <c:v>7547.2000000000007</c:v>
                </c:pt>
                <c:pt idx="6414">
                  <c:v>7338</c:v>
                </c:pt>
                <c:pt idx="6415">
                  <c:v>7294</c:v>
                </c:pt>
                <c:pt idx="6416">
                  <c:v>7294</c:v>
                </c:pt>
                <c:pt idx="6417">
                  <c:v>7288</c:v>
                </c:pt>
                <c:pt idx="6418">
                  <c:v>7288</c:v>
                </c:pt>
                <c:pt idx="6419">
                  <c:v>7288</c:v>
                </c:pt>
                <c:pt idx="6420">
                  <c:v>7291</c:v>
                </c:pt>
                <c:pt idx="6421">
                  <c:v>7264.8</c:v>
                </c:pt>
                <c:pt idx="6422">
                  <c:v>7239.25</c:v>
                </c:pt>
                <c:pt idx="6423">
                  <c:v>7065.8</c:v>
                </c:pt>
                <c:pt idx="6424">
                  <c:v>7039.25</c:v>
                </c:pt>
                <c:pt idx="6425">
                  <c:v>7025.75</c:v>
                </c:pt>
                <c:pt idx="6426">
                  <c:v>7025.75</c:v>
                </c:pt>
                <c:pt idx="6427">
                  <c:v>7249.3499999999995</c:v>
                </c:pt>
                <c:pt idx="6428">
                  <c:v>7552.3</c:v>
                </c:pt>
                <c:pt idx="6429">
                  <c:v>7725.1</c:v>
                </c:pt>
                <c:pt idx="6430">
                  <c:v>7834.5999999999995</c:v>
                </c:pt>
                <c:pt idx="6431">
                  <c:v>7810.0000000000009</c:v>
                </c:pt>
                <c:pt idx="6432">
                  <c:v>7810.0000000000009</c:v>
                </c:pt>
                <c:pt idx="6433">
                  <c:v>7810.0000000000009</c:v>
                </c:pt>
                <c:pt idx="6434">
                  <c:v>7783.0000000000009</c:v>
                </c:pt>
                <c:pt idx="6435">
                  <c:v>7761.9000000000005</c:v>
                </c:pt>
                <c:pt idx="6436">
                  <c:v>7768.0999999999995</c:v>
                </c:pt>
                <c:pt idx="6437">
                  <c:v>7771.05</c:v>
                </c:pt>
                <c:pt idx="6438">
                  <c:v>7732.7</c:v>
                </c:pt>
                <c:pt idx="6439">
                  <c:v>7732.7</c:v>
                </c:pt>
                <c:pt idx="6440">
                  <c:v>7732.7</c:v>
                </c:pt>
                <c:pt idx="6441">
                  <c:v>7737.2999999999993</c:v>
                </c:pt>
                <c:pt idx="6442">
                  <c:v>7713.6999999999989</c:v>
                </c:pt>
                <c:pt idx="6443">
                  <c:v>7698.9499999999989</c:v>
                </c:pt>
                <c:pt idx="6444">
                  <c:v>7585.45</c:v>
                </c:pt>
                <c:pt idx="6445">
                  <c:v>7581.8499999999995</c:v>
                </c:pt>
                <c:pt idx="6446">
                  <c:v>7581.8499999999995</c:v>
                </c:pt>
                <c:pt idx="6447">
                  <c:v>7581.8499999999995</c:v>
                </c:pt>
                <c:pt idx="6448">
                  <c:v>7432.5</c:v>
                </c:pt>
                <c:pt idx="6449">
                  <c:v>7464.95</c:v>
                </c:pt>
                <c:pt idx="6450">
                  <c:v>7432.5</c:v>
                </c:pt>
                <c:pt idx="6451">
                  <c:v>7414.8</c:v>
                </c:pt>
                <c:pt idx="6452">
                  <c:v>7385.3</c:v>
                </c:pt>
                <c:pt idx="6453">
                  <c:v>7385.3</c:v>
                </c:pt>
                <c:pt idx="6454">
                  <c:v>7385.3</c:v>
                </c:pt>
                <c:pt idx="6455">
                  <c:v>7403</c:v>
                </c:pt>
                <c:pt idx="6456">
                  <c:v>7299</c:v>
                </c:pt>
                <c:pt idx="6457">
                  <c:v>7278.2</c:v>
                </c:pt>
                <c:pt idx="6458">
                  <c:v>7278.2</c:v>
                </c:pt>
                <c:pt idx="6459">
                  <c:v>7301.8</c:v>
                </c:pt>
                <c:pt idx="6460">
                  <c:v>7301.8</c:v>
                </c:pt>
                <c:pt idx="6461">
                  <c:v>7301.8</c:v>
                </c:pt>
                <c:pt idx="6462">
                  <c:v>7261.75</c:v>
                </c:pt>
                <c:pt idx="6463">
                  <c:v>7430.1</c:v>
                </c:pt>
                <c:pt idx="6464">
                  <c:v>8394.25</c:v>
                </c:pt>
                <c:pt idx="6465">
                  <c:v>8793.7999999999993</c:v>
                </c:pt>
                <c:pt idx="6466">
                  <c:v>8685</c:v>
                </c:pt>
                <c:pt idx="6467">
                  <c:v>8685</c:v>
                </c:pt>
                <c:pt idx="6468">
                  <c:v>8685</c:v>
                </c:pt>
                <c:pt idx="6469">
                  <c:v>8610.65</c:v>
                </c:pt>
                <c:pt idx="6470">
                  <c:v>8533.5</c:v>
                </c:pt>
                <c:pt idx="6471">
                  <c:v>8563</c:v>
                </c:pt>
                <c:pt idx="6472">
                  <c:v>8522.5</c:v>
                </c:pt>
                <c:pt idx="6473">
                  <c:v>8546.1</c:v>
                </c:pt>
                <c:pt idx="6474">
                  <c:v>8546.1</c:v>
                </c:pt>
                <c:pt idx="6475">
                  <c:v>8546.1</c:v>
                </c:pt>
                <c:pt idx="6476">
                  <c:v>8541.4499999999989</c:v>
                </c:pt>
                <c:pt idx="6477">
                  <c:v>8156.1999999999989</c:v>
                </c:pt>
                <c:pt idx="6478">
                  <c:v>8162.1</c:v>
                </c:pt>
                <c:pt idx="6479">
                  <c:v>8144.4</c:v>
                </c:pt>
                <c:pt idx="6480">
                  <c:v>8144.4</c:v>
                </c:pt>
                <c:pt idx="6481">
                  <c:v>8144.4</c:v>
                </c:pt>
                <c:pt idx="6482">
                  <c:v>8144.4</c:v>
                </c:pt>
                <c:pt idx="6483">
                  <c:v>8144.4</c:v>
                </c:pt>
                <c:pt idx="6484">
                  <c:v>8144.4</c:v>
                </c:pt>
                <c:pt idx="6485">
                  <c:v>8144.4</c:v>
                </c:pt>
                <c:pt idx="6486">
                  <c:v>8144.4</c:v>
                </c:pt>
                <c:pt idx="6487">
                  <c:v>8144.4</c:v>
                </c:pt>
                <c:pt idx="6488">
                  <c:v>8173.9</c:v>
                </c:pt>
                <c:pt idx="6489">
                  <c:v>8162.05</c:v>
                </c:pt>
                <c:pt idx="6490">
                  <c:v>8114.8499999999995</c:v>
                </c:pt>
                <c:pt idx="6491">
                  <c:v>8153.2</c:v>
                </c:pt>
                <c:pt idx="6492">
                  <c:v>8147.3</c:v>
                </c:pt>
                <c:pt idx="6493">
                  <c:v>7859.0999999999995</c:v>
                </c:pt>
                <c:pt idx="6494">
                  <c:v>7841.4000000000005</c:v>
                </c:pt>
                <c:pt idx="6495">
                  <c:v>7841.4000000000005</c:v>
                </c:pt>
                <c:pt idx="6496">
                  <c:v>7841.4000000000005</c:v>
                </c:pt>
                <c:pt idx="6497">
                  <c:v>8029.5999999999995</c:v>
                </c:pt>
                <c:pt idx="6498">
                  <c:v>8453.6</c:v>
                </c:pt>
                <c:pt idx="6499">
                  <c:v>8489</c:v>
                </c:pt>
                <c:pt idx="6500">
                  <c:v>8516</c:v>
                </c:pt>
                <c:pt idx="6501">
                  <c:v>8504.2000000000007</c:v>
                </c:pt>
                <c:pt idx="6502">
                  <c:v>8504.2000000000007</c:v>
                </c:pt>
                <c:pt idx="6503">
                  <c:v>8504.2000000000007</c:v>
                </c:pt>
                <c:pt idx="6504">
                  <c:v>8521.9</c:v>
                </c:pt>
                <c:pt idx="6505">
                  <c:v>8588.9</c:v>
                </c:pt>
                <c:pt idx="6506">
                  <c:v>8607.0499999999993</c:v>
                </c:pt>
                <c:pt idx="6507">
                  <c:v>8607.0499999999993</c:v>
                </c:pt>
                <c:pt idx="6508">
                  <c:v>8675.7999999999993</c:v>
                </c:pt>
                <c:pt idx="6509">
                  <c:v>8675.7999999999993</c:v>
                </c:pt>
                <c:pt idx="6510">
                  <c:v>8675.7999999999993</c:v>
                </c:pt>
                <c:pt idx="6511">
                  <c:v>8679.1999999999989</c:v>
                </c:pt>
                <c:pt idx="6512">
                  <c:v>8679.1999999999989</c:v>
                </c:pt>
                <c:pt idx="6513">
                  <c:v>8679.1999999999989</c:v>
                </c:pt>
                <c:pt idx="6514">
                  <c:v>8729.7999999999993</c:v>
                </c:pt>
                <c:pt idx="6515">
                  <c:v>8706.1999999999989</c:v>
                </c:pt>
                <c:pt idx="6516">
                  <c:v>8706.1999999999989</c:v>
                </c:pt>
                <c:pt idx="6517">
                  <c:v>8706.1999999999989</c:v>
                </c:pt>
                <c:pt idx="6518">
                  <c:v>8494.4</c:v>
                </c:pt>
                <c:pt idx="6519">
                  <c:v>8482.5999999999985</c:v>
                </c:pt>
                <c:pt idx="6520">
                  <c:v>8494.4</c:v>
                </c:pt>
                <c:pt idx="6521">
                  <c:v>8461.9499999999989</c:v>
                </c:pt>
                <c:pt idx="6522">
                  <c:v>8464.9</c:v>
                </c:pt>
                <c:pt idx="6523">
                  <c:v>8464.9</c:v>
                </c:pt>
                <c:pt idx="6524">
                  <c:v>8464.9</c:v>
                </c:pt>
                <c:pt idx="6525">
                  <c:v>8491.4499999999989</c:v>
                </c:pt>
                <c:pt idx="6526">
                  <c:v>8474.4000000000015</c:v>
                </c:pt>
                <c:pt idx="6527">
                  <c:v>8471.4500000000007</c:v>
                </c:pt>
                <c:pt idx="6528">
                  <c:v>8474.4000000000015</c:v>
                </c:pt>
                <c:pt idx="6529">
                  <c:v>8468.5</c:v>
                </c:pt>
                <c:pt idx="6530">
                  <c:v>8468.5</c:v>
                </c:pt>
                <c:pt idx="6531">
                  <c:v>8468.5</c:v>
                </c:pt>
                <c:pt idx="6532">
                  <c:v>8395.0500000000011</c:v>
                </c:pt>
                <c:pt idx="6533">
                  <c:v>8395.0500000000011</c:v>
                </c:pt>
                <c:pt idx="6534">
                  <c:v>8418.6500000000015</c:v>
                </c:pt>
                <c:pt idx="6535">
                  <c:v>8442.25</c:v>
                </c:pt>
                <c:pt idx="6536">
                  <c:v>8420.5999999999985</c:v>
                </c:pt>
                <c:pt idx="6537">
                  <c:v>8420.5999999999985</c:v>
                </c:pt>
                <c:pt idx="6538">
                  <c:v>8420.5999999999985</c:v>
                </c:pt>
                <c:pt idx="6539">
                  <c:v>8408.7999999999993</c:v>
                </c:pt>
                <c:pt idx="6540">
                  <c:v>8297</c:v>
                </c:pt>
                <c:pt idx="6541">
                  <c:v>8300</c:v>
                </c:pt>
                <c:pt idx="6542">
                  <c:v>8256</c:v>
                </c:pt>
                <c:pt idx="6543">
                  <c:v>8256</c:v>
                </c:pt>
                <c:pt idx="6544">
                  <c:v>8256</c:v>
                </c:pt>
                <c:pt idx="6545">
                  <c:v>8256</c:v>
                </c:pt>
                <c:pt idx="6546">
                  <c:v>8285</c:v>
                </c:pt>
                <c:pt idx="6547">
                  <c:v>8085</c:v>
                </c:pt>
                <c:pt idx="6548">
                  <c:v>8079.3</c:v>
                </c:pt>
                <c:pt idx="6549">
                  <c:v>8091.0999999999995</c:v>
                </c:pt>
                <c:pt idx="6550">
                  <c:v>8088.1500000000005</c:v>
                </c:pt>
                <c:pt idx="6551">
                  <c:v>8088.1500000000005</c:v>
                </c:pt>
                <c:pt idx="6552">
                  <c:v>8088.1500000000005</c:v>
                </c:pt>
                <c:pt idx="6553">
                  <c:v>7891.0999999999995</c:v>
                </c:pt>
                <c:pt idx="6554">
                  <c:v>7891.0999999999995</c:v>
                </c:pt>
                <c:pt idx="6555">
                  <c:v>7882.9</c:v>
                </c:pt>
                <c:pt idx="6556">
                  <c:v>7897.65</c:v>
                </c:pt>
                <c:pt idx="6557">
                  <c:v>7911.7999999999993</c:v>
                </c:pt>
                <c:pt idx="6558">
                  <c:v>7911.7999999999993</c:v>
                </c:pt>
                <c:pt idx="6559">
                  <c:v>7911.7999999999993</c:v>
                </c:pt>
                <c:pt idx="6560">
                  <c:v>7920.65</c:v>
                </c:pt>
                <c:pt idx="6561">
                  <c:v>7902.9500000000007</c:v>
                </c:pt>
                <c:pt idx="6562">
                  <c:v>7631.25</c:v>
                </c:pt>
                <c:pt idx="6563">
                  <c:v>7620.7</c:v>
                </c:pt>
                <c:pt idx="6564">
                  <c:v>7603</c:v>
                </c:pt>
                <c:pt idx="6565">
                  <c:v>7603</c:v>
                </c:pt>
                <c:pt idx="6566">
                  <c:v>7603</c:v>
                </c:pt>
                <c:pt idx="6567">
                  <c:v>7720.7000000000007</c:v>
                </c:pt>
                <c:pt idx="6568">
                  <c:v>7690.95</c:v>
                </c:pt>
                <c:pt idx="6569">
                  <c:v>7711.6</c:v>
                </c:pt>
                <c:pt idx="6570">
                  <c:v>7693.9000000000005</c:v>
                </c:pt>
                <c:pt idx="6571">
                  <c:v>7899.8</c:v>
                </c:pt>
                <c:pt idx="6572">
                  <c:v>7899.8</c:v>
                </c:pt>
                <c:pt idx="6573">
                  <c:v>7899.8</c:v>
                </c:pt>
                <c:pt idx="6574">
                  <c:v>7899.8</c:v>
                </c:pt>
                <c:pt idx="6575">
                  <c:v>8023.4000000000005</c:v>
                </c:pt>
                <c:pt idx="6576">
                  <c:v>8017.5000000000009</c:v>
                </c:pt>
                <c:pt idx="6577">
                  <c:v>8014.55</c:v>
                </c:pt>
                <c:pt idx="6578">
                  <c:v>8035.2</c:v>
                </c:pt>
                <c:pt idx="6579">
                  <c:v>8035.2</c:v>
                </c:pt>
                <c:pt idx="6580">
                  <c:v>8035.2</c:v>
                </c:pt>
                <c:pt idx="6581">
                  <c:v>8532.25</c:v>
                </c:pt>
                <c:pt idx="6582">
                  <c:v>8517.5</c:v>
                </c:pt>
                <c:pt idx="6583">
                  <c:v>8558.7999999999993</c:v>
                </c:pt>
                <c:pt idx="6584">
                  <c:v>8623.6999999999989</c:v>
                </c:pt>
                <c:pt idx="6585">
                  <c:v>8611.9</c:v>
                </c:pt>
                <c:pt idx="6586">
                  <c:v>8611.9</c:v>
                </c:pt>
                <c:pt idx="6587">
                  <c:v>8611.9</c:v>
                </c:pt>
                <c:pt idx="6588">
                  <c:v>8603.0499999999993</c:v>
                </c:pt>
                <c:pt idx="6589">
                  <c:v>8608.9499999999989</c:v>
                </c:pt>
                <c:pt idx="6590">
                  <c:v>8626.4000000000015</c:v>
                </c:pt>
                <c:pt idx="6591">
                  <c:v>8638.9500000000007</c:v>
                </c:pt>
                <c:pt idx="6592">
                  <c:v>8664.2999999999993</c:v>
                </c:pt>
                <c:pt idx="6593">
                  <c:v>8664.2999999999993</c:v>
                </c:pt>
                <c:pt idx="6594">
                  <c:v>8664.2999999999993</c:v>
                </c:pt>
                <c:pt idx="6595">
                  <c:v>9437.75</c:v>
                </c:pt>
                <c:pt idx="6596">
                  <c:v>9417.1</c:v>
                </c:pt>
                <c:pt idx="6597">
                  <c:v>9387.6</c:v>
                </c:pt>
                <c:pt idx="6598">
                  <c:v>9386</c:v>
                </c:pt>
                <c:pt idx="6599">
                  <c:v>9436.6</c:v>
                </c:pt>
                <c:pt idx="6600">
                  <c:v>9436.6</c:v>
                </c:pt>
                <c:pt idx="6601">
                  <c:v>9436.6</c:v>
                </c:pt>
                <c:pt idx="6602">
                  <c:v>9230.7000000000007</c:v>
                </c:pt>
                <c:pt idx="6603">
                  <c:v>9250.1</c:v>
                </c:pt>
                <c:pt idx="6604">
                  <c:v>9244.2000000000007</c:v>
                </c:pt>
                <c:pt idx="6605">
                  <c:v>9241.25</c:v>
                </c:pt>
                <c:pt idx="6606">
                  <c:v>9250.1</c:v>
                </c:pt>
                <c:pt idx="6607">
                  <c:v>9250.1</c:v>
                </c:pt>
                <c:pt idx="6608">
                  <c:v>9284.2999999999993</c:v>
                </c:pt>
                <c:pt idx="6609">
                  <c:v>9290.2000000000007</c:v>
                </c:pt>
                <c:pt idx="6610">
                  <c:v>9309.9</c:v>
                </c:pt>
                <c:pt idx="6611">
                  <c:v>9268.5999999999985</c:v>
                </c:pt>
                <c:pt idx="6612">
                  <c:v>9268.5999999999985</c:v>
                </c:pt>
                <c:pt idx="6613">
                  <c:v>9268.5999999999985</c:v>
                </c:pt>
                <c:pt idx="6614">
                  <c:v>9268.5999999999985</c:v>
                </c:pt>
                <c:pt idx="6615">
                  <c:v>9268.5999999999985</c:v>
                </c:pt>
                <c:pt idx="6616">
                  <c:v>9268.5999999999985</c:v>
                </c:pt>
                <c:pt idx="6617">
                  <c:v>9268.5999999999985</c:v>
                </c:pt>
                <c:pt idx="6618">
                  <c:v>9268.5999999999985</c:v>
                </c:pt>
                <c:pt idx="6619">
                  <c:v>9268.5999999999985</c:v>
                </c:pt>
                <c:pt idx="6620">
                  <c:v>9268.5999999999985</c:v>
                </c:pt>
                <c:pt idx="6621">
                  <c:v>9268.5999999999985</c:v>
                </c:pt>
                <c:pt idx="6622">
                  <c:v>9256.7999999999993</c:v>
                </c:pt>
                <c:pt idx="6623">
                  <c:v>9270.9499999999989</c:v>
                </c:pt>
                <c:pt idx="6624">
                  <c:v>9297.5</c:v>
                </c:pt>
                <c:pt idx="6625">
                  <c:v>9436.2999999999993</c:v>
                </c:pt>
                <c:pt idx="6626">
                  <c:v>9433.3499999999985</c:v>
                </c:pt>
                <c:pt idx="6627">
                  <c:v>9406.7999999999993</c:v>
                </c:pt>
                <c:pt idx="6628">
                  <c:v>9406.7999999999993</c:v>
                </c:pt>
                <c:pt idx="6629">
                  <c:v>9406.7999999999993</c:v>
                </c:pt>
                <c:pt idx="6630">
                  <c:v>9406.7999999999993</c:v>
                </c:pt>
                <c:pt idx="6631">
                  <c:v>9480.9</c:v>
                </c:pt>
                <c:pt idx="6632">
                  <c:v>9563.65</c:v>
                </c:pt>
                <c:pt idx="6633">
                  <c:v>10372.5</c:v>
                </c:pt>
                <c:pt idx="6634">
                  <c:v>10696.1</c:v>
                </c:pt>
                <c:pt idx="6635">
                  <c:v>10696.1</c:v>
                </c:pt>
                <c:pt idx="6636">
                  <c:v>10696.1</c:v>
                </c:pt>
              </c:numCache>
            </c:numRef>
          </c:val>
          <c:extLst xmlns:c16r2="http://schemas.microsoft.com/office/drawing/2015/06/chart">
            <c:ext xmlns:c16="http://schemas.microsoft.com/office/drawing/2014/chart" uri="{C3380CC4-5D6E-409C-BE32-E72D297353CC}">
              <c16:uniqueId val="{00000000-FE5A-44EC-A851-BF7B02CC8014}"/>
            </c:ext>
          </c:extLst>
        </c:ser>
        <c:dLbls>
          <c:showLegendKey val="0"/>
          <c:showVal val="0"/>
          <c:showCatName val="0"/>
          <c:showSerName val="0"/>
          <c:showPercent val="0"/>
          <c:showBubbleSize val="0"/>
        </c:dLbls>
        <c:gapWidth val="219"/>
        <c:axId val="879527328"/>
        <c:axId val="879551808"/>
      </c:barChart>
      <c:lineChart>
        <c:grouping val="standard"/>
        <c:varyColors val="0"/>
        <c:ser>
          <c:idx val="0"/>
          <c:order val="0"/>
          <c:tx>
            <c:strRef>
              <c:f>价差走势表!$BY$1</c:f>
              <c:strCache>
                <c:ptCount val="1"/>
                <c:pt idx="0">
                  <c:v>有机硅（元/吨）</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价差走势表!$A$2:$A$6638</c:f>
              <c:numCache>
                <c:formatCode>m/d/yyyy</c:formatCode>
                <c:ptCount val="6637"/>
                <c:pt idx="0">
                  <c:v>38718</c:v>
                </c:pt>
                <c:pt idx="1">
                  <c:v>38719</c:v>
                </c:pt>
                <c:pt idx="2">
                  <c:v>38720</c:v>
                </c:pt>
                <c:pt idx="3">
                  <c:v>38721</c:v>
                </c:pt>
                <c:pt idx="4">
                  <c:v>38722</c:v>
                </c:pt>
                <c:pt idx="5">
                  <c:v>38723</c:v>
                </c:pt>
                <c:pt idx="6">
                  <c:v>38724</c:v>
                </c:pt>
                <c:pt idx="7">
                  <c:v>38725</c:v>
                </c:pt>
                <c:pt idx="8">
                  <c:v>38726</c:v>
                </c:pt>
                <c:pt idx="9">
                  <c:v>38727</c:v>
                </c:pt>
                <c:pt idx="10">
                  <c:v>38728</c:v>
                </c:pt>
                <c:pt idx="11">
                  <c:v>38729</c:v>
                </c:pt>
                <c:pt idx="12">
                  <c:v>38730</c:v>
                </c:pt>
                <c:pt idx="13">
                  <c:v>38731</c:v>
                </c:pt>
                <c:pt idx="14">
                  <c:v>38732</c:v>
                </c:pt>
                <c:pt idx="15">
                  <c:v>38733</c:v>
                </c:pt>
                <c:pt idx="16">
                  <c:v>38734</c:v>
                </c:pt>
                <c:pt idx="17">
                  <c:v>38735</c:v>
                </c:pt>
                <c:pt idx="18">
                  <c:v>38736</c:v>
                </c:pt>
                <c:pt idx="19">
                  <c:v>38737</c:v>
                </c:pt>
                <c:pt idx="20">
                  <c:v>38738</c:v>
                </c:pt>
                <c:pt idx="21">
                  <c:v>38739</c:v>
                </c:pt>
                <c:pt idx="22">
                  <c:v>38740</c:v>
                </c:pt>
                <c:pt idx="23">
                  <c:v>38741</c:v>
                </c:pt>
                <c:pt idx="24">
                  <c:v>38742</c:v>
                </c:pt>
                <c:pt idx="25">
                  <c:v>38743</c:v>
                </c:pt>
                <c:pt idx="26">
                  <c:v>38744</c:v>
                </c:pt>
                <c:pt idx="27">
                  <c:v>38745</c:v>
                </c:pt>
                <c:pt idx="28">
                  <c:v>38746</c:v>
                </c:pt>
                <c:pt idx="29">
                  <c:v>38747</c:v>
                </c:pt>
                <c:pt idx="30">
                  <c:v>38748</c:v>
                </c:pt>
                <c:pt idx="31">
                  <c:v>38749</c:v>
                </c:pt>
                <c:pt idx="32">
                  <c:v>38750</c:v>
                </c:pt>
                <c:pt idx="33">
                  <c:v>38751</c:v>
                </c:pt>
                <c:pt idx="34">
                  <c:v>38752</c:v>
                </c:pt>
                <c:pt idx="35">
                  <c:v>38753</c:v>
                </c:pt>
                <c:pt idx="36">
                  <c:v>38754</c:v>
                </c:pt>
                <c:pt idx="37">
                  <c:v>38755</c:v>
                </c:pt>
                <c:pt idx="38">
                  <c:v>38756</c:v>
                </c:pt>
                <c:pt idx="39">
                  <c:v>38757</c:v>
                </c:pt>
                <c:pt idx="40">
                  <c:v>38758</c:v>
                </c:pt>
                <c:pt idx="41">
                  <c:v>38759</c:v>
                </c:pt>
                <c:pt idx="42">
                  <c:v>38760</c:v>
                </c:pt>
                <c:pt idx="43">
                  <c:v>38761</c:v>
                </c:pt>
                <c:pt idx="44">
                  <c:v>38762</c:v>
                </c:pt>
                <c:pt idx="45">
                  <c:v>38763</c:v>
                </c:pt>
                <c:pt idx="46">
                  <c:v>38764</c:v>
                </c:pt>
                <c:pt idx="47">
                  <c:v>38765</c:v>
                </c:pt>
                <c:pt idx="48">
                  <c:v>38766</c:v>
                </c:pt>
                <c:pt idx="49">
                  <c:v>38767</c:v>
                </c:pt>
                <c:pt idx="50">
                  <c:v>38768</c:v>
                </c:pt>
                <c:pt idx="51">
                  <c:v>38769</c:v>
                </c:pt>
                <c:pt idx="52">
                  <c:v>38770</c:v>
                </c:pt>
                <c:pt idx="53">
                  <c:v>38771</c:v>
                </c:pt>
                <c:pt idx="54">
                  <c:v>38772</c:v>
                </c:pt>
                <c:pt idx="55">
                  <c:v>38773</c:v>
                </c:pt>
                <c:pt idx="56">
                  <c:v>38774</c:v>
                </c:pt>
                <c:pt idx="57">
                  <c:v>38775</c:v>
                </c:pt>
                <c:pt idx="58">
                  <c:v>38776</c:v>
                </c:pt>
                <c:pt idx="59">
                  <c:v>38777</c:v>
                </c:pt>
                <c:pt idx="60">
                  <c:v>38778</c:v>
                </c:pt>
                <c:pt idx="61">
                  <c:v>38779</c:v>
                </c:pt>
                <c:pt idx="62">
                  <c:v>38780</c:v>
                </c:pt>
                <c:pt idx="63">
                  <c:v>38781</c:v>
                </c:pt>
                <c:pt idx="64">
                  <c:v>38782</c:v>
                </c:pt>
                <c:pt idx="65">
                  <c:v>38783</c:v>
                </c:pt>
                <c:pt idx="66">
                  <c:v>38784</c:v>
                </c:pt>
                <c:pt idx="67">
                  <c:v>38785</c:v>
                </c:pt>
                <c:pt idx="68">
                  <c:v>38786</c:v>
                </c:pt>
                <c:pt idx="69">
                  <c:v>38787</c:v>
                </c:pt>
                <c:pt idx="70">
                  <c:v>38788</c:v>
                </c:pt>
                <c:pt idx="71">
                  <c:v>38789</c:v>
                </c:pt>
                <c:pt idx="72">
                  <c:v>38790</c:v>
                </c:pt>
                <c:pt idx="73">
                  <c:v>38791</c:v>
                </c:pt>
                <c:pt idx="74">
                  <c:v>38792</c:v>
                </c:pt>
                <c:pt idx="75">
                  <c:v>38793</c:v>
                </c:pt>
                <c:pt idx="76">
                  <c:v>38794</c:v>
                </c:pt>
                <c:pt idx="77">
                  <c:v>38795</c:v>
                </c:pt>
                <c:pt idx="78">
                  <c:v>38796</c:v>
                </c:pt>
                <c:pt idx="79">
                  <c:v>38797</c:v>
                </c:pt>
                <c:pt idx="80">
                  <c:v>38798</c:v>
                </c:pt>
                <c:pt idx="81">
                  <c:v>38799</c:v>
                </c:pt>
                <c:pt idx="82">
                  <c:v>38800</c:v>
                </c:pt>
                <c:pt idx="83">
                  <c:v>38801</c:v>
                </c:pt>
                <c:pt idx="84">
                  <c:v>38802</c:v>
                </c:pt>
                <c:pt idx="85">
                  <c:v>38803</c:v>
                </c:pt>
                <c:pt idx="86">
                  <c:v>38804</c:v>
                </c:pt>
                <c:pt idx="87">
                  <c:v>38805</c:v>
                </c:pt>
                <c:pt idx="88">
                  <c:v>38806</c:v>
                </c:pt>
                <c:pt idx="89">
                  <c:v>38807</c:v>
                </c:pt>
                <c:pt idx="90">
                  <c:v>38808</c:v>
                </c:pt>
                <c:pt idx="91">
                  <c:v>38809</c:v>
                </c:pt>
                <c:pt idx="92">
                  <c:v>38810</c:v>
                </c:pt>
                <c:pt idx="93">
                  <c:v>38811</c:v>
                </c:pt>
                <c:pt idx="94">
                  <c:v>38812</c:v>
                </c:pt>
                <c:pt idx="95">
                  <c:v>38813</c:v>
                </c:pt>
                <c:pt idx="96">
                  <c:v>38814</c:v>
                </c:pt>
                <c:pt idx="97">
                  <c:v>38815</c:v>
                </c:pt>
                <c:pt idx="98">
                  <c:v>38816</c:v>
                </c:pt>
                <c:pt idx="99">
                  <c:v>38817</c:v>
                </c:pt>
                <c:pt idx="100">
                  <c:v>38818</c:v>
                </c:pt>
                <c:pt idx="101">
                  <c:v>38819</c:v>
                </c:pt>
                <c:pt idx="102">
                  <c:v>38820</c:v>
                </c:pt>
                <c:pt idx="103">
                  <c:v>38821</c:v>
                </c:pt>
                <c:pt idx="104">
                  <c:v>38822</c:v>
                </c:pt>
                <c:pt idx="105">
                  <c:v>38823</c:v>
                </c:pt>
                <c:pt idx="106">
                  <c:v>38824</c:v>
                </c:pt>
                <c:pt idx="107">
                  <c:v>38825</c:v>
                </c:pt>
                <c:pt idx="108">
                  <c:v>38826</c:v>
                </c:pt>
                <c:pt idx="109">
                  <c:v>38827</c:v>
                </c:pt>
                <c:pt idx="110">
                  <c:v>38828</c:v>
                </c:pt>
                <c:pt idx="111">
                  <c:v>38829</c:v>
                </c:pt>
                <c:pt idx="112">
                  <c:v>38830</c:v>
                </c:pt>
                <c:pt idx="113">
                  <c:v>38831</c:v>
                </c:pt>
                <c:pt idx="114">
                  <c:v>38832</c:v>
                </c:pt>
                <c:pt idx="115">
                  <c:v>38833</c:v>
                </c:pt>
                <c:pt idx="116">
                  <c:v>38834</c:v>
                </c:pt>
                <c:pt idx="117">
                  <c:v>38835</c:v>
                </c:pt>
                <c:pt idx="118">
                  <c:v>38836</c:v>
                </c:pt>
                <c:pt idx="119">
                  <c:v>38837</c:v>
                </c:pt>
                <c:pt idx="120">
                  <c:v>38838</c:v>
                </c:pt>
                <c:pt idx="121">
                  <c:v>38839</c:v>
                </c:pt>
                <c:pt idx="122">
                  <c:v>38840</c:v>
                </c:pt>
                <c:pt idx="123">
                  <c:v>38841</c:v>
                </c:pt>
                <c:pt idx="124">
                  <c:v>38842</c:v>
                </c:pt>
                <c:pt idx="125">
                  <c:v>38843</c:v>
                </c:pt>
                <c:pt idx="126">
                  <c:v>38844</c:v>
                </c:pt>
                <c:pt idx="127">
                  <c:v>38845</c:v>
                </c:pt>
                <c:pt idx="128">
                  <c:v>38846</c:v>
                </c:pt>
                <c:pt idx="129">
                  <c:v>38847</c:v>
                </c:pt>
                <c:pt idx="130">
                  <c:v>38848</c:v>
                </c:pt>
                <c:pt idx="131">
                  <c:v>38849</c:v>
                </c:pt>
                <c:pt idx="132">
                  <c:v>38850</c:v>
                </c:pt>
                <c:pt idx="133">
                  <c:v>38851</c:v>
                </c:pt>
                <c:pt idx="134">
                  <c:v>38852</c:v>
                </c:pt>
                <c:pt idx="135">
                  <c:v>38853</c:v>
                </c:pt>
                <c:pt idx="136">
                  <c:v>38854</c:v>
                </c:pt>
                <c:pt idx="137">
                  <c:v>38855</c:v>
                </c:pt>
                <c:pt idx="138">
                  <c:v>38856</c:v>
                </c:pt>
                <c:pt idx="139">
                  <c:v>38857</c:v>
                </c:pt>
                <c:pt idx="140">
                  <c:v>38858</c:v>
                </c:pt>
                <c:pt idx="141">
                  <c:v>38859</c:v>
                </c:pt>
                <c:pt idx="142">
                  <c:v>38860</c:v>
                </c:pt>
                <c:pt idx="143">
                  <c:v>38861</c:v>
                </c:pt>
                <c:pt idx="144">
                  <c:v>38862</c:v>
                </c:pt>
                <c:pt idx="145">
                  <c:v>38863</c:v>
                </c:pt>
                <c:pt idx="146">
                  <c:v>38864</c:v>
                </c:pt>
                <c:pt idx="147">
                  <c:v>38865</c:v>
                </c:pt>
                <c:pt idx="148">
                  <c:v>38866</c:v>
                </c:pt>
                <c:pt idx="149">
                  <c:v>38867</c:v>
                </c:pt>
                <c:pt idx="150">
                  <c:v>38868</c:v>
                </c:pt>
                <c:pt idx="151">
                  <c:v>38869</c:v>
                </c:pt>
                <c:pt idx="152">
                  <c:v>38870</c:v>
                </c:pt>
                <c:pt idx="153">
                  <c:v>38871</c:v>
                </c:pt>
                <c:pt idx="154">
                  <c:v>38872</c:v>
                </c:pt>
                <c:pt idx="155">
                  <c:v>38873</c:v>
                </c:pt>
                <c:pt idx="156">
                  <c:v>38874</c:v>
                </c:pt>
                <c:pt idx="157">
                  <c:v>38875</c:v>
                </c:pt>
                <c:pt idx="158">
                  <c:v>38876</c:v>
                </c:pt>
                <c:pt idx="159">
                  <c:v>38877</c:v>
                </c:pt>
                <c:pt idx="160">
                  <c:v>38878</c:v>
                </c:pt>
                <c:pt idx="161">
                  <c:v>38879</c:v>
                </c:pt>
                <c:pt idx="162">
                  <c:v>38880</c:v>
                </c:pt>
                <c:pt idx="163">
                  <c:v>38881</c:v>
                </c:pt>
                <c:pt idx="164">
                  <c:v>38882</c:v>
                </c:pt>
                <c:pt idx="165">
                  <c:v>38883</c:v>
                </c:pt>
                <c:pt idx="166">
                  <c:v>38884</c:v>
                </c:pt>
                <c:pt idx="167">
                  <c:v>38885</c:v>
                </c:pt>
                <c:pt idx="168">
                  <c:v>38886</c:v>
                </c:pt>
                <c:pt idx="169">
                  <c:v>38887</c:v>
                </c:pt>
                <c:pt idx="170">
                  <c:v>38888</c:v>
                </c:pt>
                <c:pt idx="171">
                  <c:v>38889</c:v>
                </c:pt>
                <c:pt idx="172">
                  <c:v>38890</c:v>
                </c:pt>
                <c:pt idx="173">
                  <c:v>38891</c:v>
                </c:pt>
                <c:pt idx="174">
                  <c:v>38892</c:v>
                </c:pt>
                <c:pt idx="175">
                  <c:v>38893</c:v>
                </c:pt>
                <c:pt idx="176">
                  <c:v>38894</c:v>
                </c:pt>
                <c:pt idx="177">
                  <c:v>38895</c:v>
                </c:pt>
                <c:pt idx="178">
                  <c:v>38896</c:v>
                </c:pt>
                <c:pt idx="179">
                  <c:v>38897</c:v>
                </c:pt>
                <c:pt idx="180">
                  <c:v>38898</c:v>
                </c:pt>
                <c:pt idx="181">
                  <c:v>38899</c:v>
                </c:pt>
                <c:pt idx="182">
                  <c:v>38900</c:v>
                </c:pt>
                <c:pt idx="183">
                  <c:v>38901</c:v>
                </c:pt>
                <c:pt idx="184">
                  <c:v>38902</c:v>
                </c:pt>
                <c:pt idx="185">
                  <c:v>38903</c:v>
                </c:pt>
                <c:pt idx="186">
                  <c:v>38904</c:v>
                </c:pt>
                <c:pt idx="187">
                  <c:v>38905</c:v>
                </c:pt>
                <c:pt idx="188">
                  <c:v>38906</c:v>
                </c:pt>
                <c:pt idx="189">
                  <c:v>38907</c:v>
                </c:pt>
                <c:pt idx="190">
                  <c:v>38908</c:v>
                </c:pt>
                <c:pt idx="191">
                  <c:v>38909</c:v>
                </c:pt>
                <c:pt idx="192">
                  <c:v>38910</c:v>
                </c:pt>
                <c:pt idx="193">
                  <c:v>38911</c:v>
                </c:pt>
                <c:pt idx="194">
                  <c:v>38912</c:v>
                </c:pt>
                <c:pt idx="195">
                  <c:v>38913</c:v>
                </c:pt>
                <c:pt idx="196">
                  <c:v>38914</c:v>
                </c:pt>
                <c:pt idx="197">
                  <c:v>38915</c:v>
                </c:pt>
                <c:pt idx="198">
                  <c:v>38916</c:v>
                </c:pt>
                <c:pt idx="199">
                  <c:v>38917</c:v>
                </c:pt>
                <c:pt idx="200">
                  <c:v>38918</c:v>
                </c:pt>
                <c:pt idx="201">
                  <c:v>38919</c:v>
                </c:pt>
                <c:pt idx="202">
                  <c:v>38920</c:v>
                </c:pt>
                <c:pt idx="203">
                  <c:v>38921</c:v>
                </c:pt>
                <c:pt idx="204">
                  <c:v>38922</c:v>
                </c:pt>
                <c:pt idx="205">
                  <c:v>38923</c:v>
                </c:pt>
                <c:pt idx="206">
                  <c:v>38924</c:v>
                </c:pt>
                <c:pt idx="207">
                  <c:v>38925</c:v>
                </c:pt>
                <c:pt idx="208">
                  <c:v>38926</c:v>
                </c:pt>
                <c:pt idx="209">
                  <c:v>38927</c:v>
                </c:pt>
                <c:pt idx="210">
                  <c:v>38928</c:v>
                </c:pt>
                <c:pt idx="211">
                  <c:v>38929</c:v>
                </c:pt>
                <c:pt idx="212">
                  <c:v>38930</c:v>
                </c:pt>
                <c:pt idx="213">
                  <c:v>38931</c:v>
                </c:pt>
                <c:pt idx="214">
                  <c:v>38932</c:v>
                </c:pt>
                <c:pt idx="215">
                  <c:v>38933</c:v>
                </c:pt>
                <c:pt idx="216">
                  <c:v>38934</c:v>
                </c:pt>
                <c:pt idx="217">
                  <c:v>38935</c:v>
                </c:pt>
                <c:pt idx="218">
                  <c:v>38936</c:v>
                </c:pt>
                <c:pt idx="219">
                  <c:v>38937</c:v>
                </c:pt>
                <c:pt idx="220">
                  <c:v>38938</c:v>
                </c:pt>
                <c:pt idx="221">
                  <c:v>38939</c:v>
                </c:pt>
                <c:pt idx="222">
                  <c:v>38940</c:v>
                </c:pt>
                <c:pt idx="223">
                  <c:v>38941</c:v>
                </c:pt>
                <c:pt idx="224">
                  <c:v>38942</c:v>
                </c:pt>
                <c:pt idx="225">
                  <c:v>38943</c:v>
                </c:pt>
                <c:pt idx="226">
                  <c:v>38944</c:v>
                </c:pt>
                <c:pt idx="227">
                  <c:v>38945</c:v>
                </c:pt>
                <c:pt idx="228">
                  <c:v>38946</c:v>
                </c:pt>
                <c:pt idx="229">
                  <c:v>38947</c:v>
                </c:pt>
                <c:pt idx="230">
                  <c:v>38948</c:v>
                </c:pt>
                <c:pt idx="231">
                  <c:v>38949</c:v>
                </c:pt>
                <c:pt idx="232">
                  <c:v>38950</c:v>
                </c:pt>
                <c:pt idx="233">
                  <c:v>38951</c:v>
                </c:pt>
                <c:pt idx="234">
                  <c:v>38952</c:v>
                </c:pt>
                <c:pt idx="235">
                  <c:v>38953</c:v>
                </c:pt>
                <c:pt idx="236">
                  <c:v>38954</c:v>
                </c:pt>
                <c:pt idx="237">
                  <c:v>38955</c:v>
                </c:pt>
                <c:pt idx="238">
                  <c:v>38956</c:v>
                </c:pt>
                <c:pt idx="239">
                  <c:v>38957</c:v>
                </c:pt>
                <c:pt idx="240">
                  <c:v>38958</c:v>
                </c:pt>
                <c:pt idx="241">
                  <c:v>38959</c:v>
                </c:pt>
                <c:pt idx="242">
                  <c:v>38960</c:v>
                </c:pt>
                <c:pt idx="243">
                  <c:v>38961</c:v>
                </c:pt>
                <c:pt idx="244">
                  <c:v>38962</c:v>
                </c:pt>
                <c:pt idx="245">
                  <c:v>38963</c:v>
                </c:pt>
                <c:pt idx="246">
                  <c:v>38964</c:v>
                </c:pt>
                <c:pt idx="247">
                  <c:v>38965</c:v>
                </c:pt>
                <c:pt idx="248">
                  <c:v>38966</c:v>
                </c:pt>
                <c:pt idx="249">
                  <c:v>38967</c:v>
                </c:pt>
                <c:pt idx="250">
                  <c:v>38968</c:v>
                </c:pt>
                <c:pt idx="251">
                  <c:v>38969</c:v>
                </c:pt>
                <c:pt idx="252">
                  <c:v>38970</c:v>
                </c:pt>
                <c:pt idx="253">
                  <c:v>38971</c:v>
                </c:pt>
                <c:pt idx="254">
                  <c:v>38972</c:v>
                </c:pt>
                <c:pt idx="255">
                  <c:v>38973</c:v>
                </c:pt>
                <c:pt idx="256">
                  <c:v>38974</c:v>
                </c:pt>
                <c:pt idx="257">
                  <c:v>38975</c:v>
                </c:pt>
                <c:pt idx="258">
                  <c:v>38976</c:v>
                </c:pt>
                <c:pt idx="259">
                  <c:v>38977</c:v>
                </c:pt>
                <c:pt idx="260">
                  <c:v>38978</c:v>
                </c:pt>
                <c:pt idx="261">
                  <c:v>38979</c:v>
                </c:pt>
                <c:pt idx="262">
                  <c:v>38980</c:v>
                </c:pt>
                <c:pt idx="263">
                  <c:v>38981</c:v>
                </c:pt>
                <c:pt idx="264">
                  <c:v>38982</c:v>
                </c:pt>
                <c:pt idx="265">
                  <c:v>38983</c:v>
                </c:pt>
                <c:pt idx="266">
                  <c:v>38984</c:v>
                </c:pt>
                <c:pt idx="267">
                  <c:v>38985</c:v>
                </c:pt>
                <c:pt idx="268">
                  <c:v>38986</c:v>
                </c:pt>
                <c:pt idx="269">
                  <c:v>38987</c:v>
                </c:pt>
                <c:pt idx="270">
                  <c:v>38988</c:v>
                </c:pt>
                <c:pt idx="271">
                  <c:v>38989</c:v>
                </c:pt>
                <c:pt idx="272">
                  <c:v>38990</c:v>
                </c:pt>
                <c:pt idx="273">
                  <c:v>38991</c:v>
                </c:pt>
                <c:pt idx="274">
                  <c:v>38992</c:v>
                </c:pt>
                <c:pt idx="275">
                  <c:v>38993</c:v>
                </c:pt>
                <c:pt idx="276">
                  <c:v>38994</c:v>
                </c:pt>
                <c:pt idx="277">
                  <c:v>38995</c:v>
                </c:pt>
                <c:pt idx="278">
                  <c:v>38996</c:v>
                </c:pt>
                <c:pt idx="279">
                  <c:v>38997</c:v>
                </c:pt>
                <c:pt idx="280">
                  <c:v>38998</c:v>
                </c:pt>
                <c:pt idx="281">
                  <c:v>38999</c:v>
                </c:pt>
                <c:pt idx="282">
                  <c:v>39000</c:v>
                </c:pt>
                <c:pt idx="283">
                  <c:v>39001</c:v>
                </c:pt>
                <c:pt idx="284">
                  <c:v>39002</c:v>
                </c:pt>
                <c:pt idx="285">
                  <c:v>39003</c:v>
                </c:pt>
                <c:pt idx="286">
                  <c:v>39004</c:v>
                </c:pt>
                <c:pt idx="287">
                  <c:v>39005</c:v>
                </c:pt>
                <c:pt idx="288">
                  <c:v>39006</c:v>
                </c:pt>
                <c:pt idx="289">
                  <c:v>39007</c:v>
                </c:pt>
                <c:pt idx="290">
                  <c:v>39008</c:v>
                </c:pt>
                <c:pt idx="291">
                  <c:v>39009</c:v>
                </c:pt>
                <c:pt idx="292">
                  <c:v>39010</c:v>
                </c:pt>
                <c:pt idx="293">
                  <c:v>39011</c:v>
                </c:pt>
                <c:pt idx="294">
                  <c:v>39012</c:v>
                </c:pt>
                <c:pt idx="295">
                  <c:v>39013</c:v>
                </c:pt>
                <c:pt idx="296">
                  <c:v>39014</c:v>
                </c:pt>
                <c:pt idx="297">
                  <c:v>39015</c:v>
                </c:pt>
                <c:pt idx="298">
                  <c:v>39016</c:v>
                </c:pt>
                <c:pt idx="299">
                  <c:v>39017</c:v>
                </c:pt>
                <c:pt idx="300">
                  <c:v>39018</c:v>
                </c:pt>
                <c:pt idx="301">
                  <c:v>39019</c:v>
                </c:pt>
                <c:pt idx="302">
                  <c:v>39020</c:v>
                </c:pt>
                <c:pt idx="303">
                  <c:v>39021</c:v>
                </c:pt>
                <c:pt idx="304">
                  <c:v>39022</c:v>
                </c:pt>
                <c:pt idx="305">
                  <c:v>39023</c:v>
                </c:pt>
                <c:pt idx="306">
                  <c:v>39024</c:v>
                </c:pt>
                <c:pt idx="307">
                  <c:v>39025</c:v>
                </c:pt>
                <c:pt idx="308">
                  <c:v>39026</c:v>
                </c:pt>
                <c:pt idx="309">
                  <c:v>39027</c:v>
                </c:pt>
                <c:pt idx="310">
                  <c:v>39028</c:v>
                </c:pt>
                <c:pt idx="311">
                  <c:v>39029</c:v>
                </c:pt>
                <c:pt idx="312">
                  <c:v>39030</c:v>
                </c:pt>
                <c:pt idx="313">
                  <c:v>39031</c:v>
                </c:pt>
                <c:pt idx="314">
                  <c:v>39032</c:v>
                </c:pt>
                <c:pt idx="315">
                  <c:v>39033</c:v>
                </c:pt>
                <c:pt idx="316">
                  <c:v>39034</c:v>
                </c:pt>
                <c:pt idx="317">
                  <c:v>39035</c:v>
                </c:pt>
                <c:pt idx="318">
                  <c:v>39036</c:v>
                </c:pt>
                <c:pt idx="319">
                  <c:v>39037</c:v>
                </c:pt>
                <c:pt idx="320">
                  <c:v>39038</c:v>
                </c:pt>
                <c:pt idx="321">
                  <c:v>39039</c:v>
                </c:pt>
                <c:pt idx="322">
                  <c:v>39040</c:v>
                </c:pt>
                <c:pt idx="323">
                  <c:v>39041</c:v>
                </c:pt>
                <c:pt idx="324">
                  <c:v>39042</c:v>
                </c:pt>
                <c:pt idx="325">
                  <c:v>39043</c:v>
                </c:pt>
                <c:pt idx="326">
                  <c:v>39044</c:v>
                </c:pt>
                <c:pt idx="327">
                  <c:v>39045</c:v>
                </c:pt>
                <c:pt idx="328">
                  <c:v>39046</c:v>
                </c:pt>
                <c:pt idx="329">
                  <c:v>39047</c:v>
                </c:pt>
                <c:pt idx="330">
                  <c:v>39048</c:v>
                </c:pt>
                <c:pt idx="331">
                  <c:v>39049</c:v>
                </c:pt>
                <c:pt idx="332">
                  <c:v>39050</c:v>
                </c:pt>
                <c:pt idx="333">
                  <c:v>39051</c:v>
                </c:pt>
                <c:pt idx="334">
                  <c:v>39052</c:v>
                </c:pt>
                <c:pt idx="335">
                  <c:v>39053</c:v>
                </c:pt>
                <c:pt idx="336">
                  <c:v>39054</c:v>
                </c:pt>
                <c:pt idx="337">
                  <c:v>39055</c:v>
                </c:pt>
                <c:pt idx="338">
                  <c:v>39056</c:v>
                </c:pt>
                <c:pt idx="339">
                  <c:v>39057</c:v>
                </c:pt>
                <c:pt idx="340">
                  <c:v>39058</c:v>
                </c:pt>
                <c:pt idx="341">
                  <c:v>39059</c:v>
                </c:pt>
                <c:pt idx="342">
                  <c:v>39060</c:v>
                </c:pt>
                <c:pt idx="343">
                  <c:v>39061</c:v>
                </c:pt>
                <c:pt idx="344">
                  <c:v>39062</c:v>
                </c:pt>
                <c:pt idx="345">
                  <c:v>39063</c:v>
                </c:pt>
                <c:pt idx="346">
                  <c:v>39064</c:v>
                </c:pt>
                <c:pt idx="347">
                  <c:v>39065</c:v>
                </c:pt>
                <c:pt idx="348">
                  <c:v>39066</c:v>
                </c:pt>
                <c:pt idx="349">
                  <c:v>39067</c:v>
                </c:pt>
                <c:pt idx="350">
                  <c:v>39068</c:v>
                </c:pt>
                <c:pt idx="351">
                  <c:v>39069</c:v>
                </c:pt>
                <c:pt idx="352">
                  <c:v>39070</c:v>
                </c:pt>
                <c:pt idx="353">
                  <c:v>39071</c:v>
                </c:pt>
                <c:pt idx="354">
                  <c:v>39072</c:v>
                </c:pt>
                <c:pt idx="355">
                  <c:v>39073</c:v>
                </c:pt>
                <c:pt idx="356">
                  <c:v>39074</c:v>
                </c:pt>
                <c:pt idx="357">
                  <c:v>39075</c:v>
                </c:pt>
                <c:pt idx="358">
                  <c:v>39076</c:v>
                </c:pt>
                <c:pt idx="359">
                  <c:v>39077</c:v>
                </c:pt>
                <c:pt idx="360">
                  <c:v>39078</c:v>
                </c:pt>
                <c:pt idx="361">
                  <c:v>39079</c:v>
                </c:pt>
                <c:pt idx="362">
                  <c:v>39080</c:v>
                </c:pt>
                <c:pt idx="363">
                  <c:v>39081</c:v>
                </c:pt>
                <c:pt idx="364">
                  <c:v>39082</c:v>
                </c:pt>
                <c:pt idx="365">
                  <c:v>39083</c:v>
                </c:pt>
                <c:pt idx="366">
                  <c:v>39084</c:v>
                </c:pt>
                <c:pt idx="367">
                  <c:v>39085</c:v>
                </c:pt>
                <c:pt idx="368">
                  <c:v>39086</c:v>
                </c:pt>
                <c:pt idx="369">
                  <c:v>39087</c:v>
                </c:pt>
                <c:pt idx="370">
                  <c:v>39088</c:v>
                </c:pt>
                <c:pt idx="371">
                  <c:v>39089</c:v>
                </c:pt>
                <c:pt idx="372">
                  <c:v>39090</c:v>
                </c:pt>
                <c:pt idx="373">
                  <c:v>39091</c:v>
                </c:pt>
                <c:pt idx="374">
                  <c:v>39092</c:v>
                </c:pt>
                <c:pt idx="375">
                  <c:v>39093</c:v>
                </c:pt>
                <c:pt idx="376">
                  <c:v>39094</c:v>
                </c:pt>
                <c:pt idx="377">
                  <c:v>39095</c:v>
                </c:pt>
                <c:pt idx="378">
                  <c:v>39096</c:v>
                </c:pt>
                <c:pt idx="379">
                  <c:v>39097</c:v>
                </c:pt>
                <c:pt idx="380">
                  <c:v>39098</c:v>
                </c:pt>
                <c:pt idx="381">
                  <c:v>39099</c:v>
                </c:pt>
                <c:pt idx="382">
                  <c:v>39100</c:v>
                </c:pt>
                <c:pt idx="383">
                  <c:v>39101</c:v>
                </c:pt>
                <c:pt idx="384">
                  <c:v>39102</c:v>
                </c:pt>
                <c:pt idx="385">
                  <c:v>39103</c:v>
                </c:pt>
                <c:pt idx="386">
                  <c:v>39104</c:v>
                </c:pt>
                <c:pt idx="387">
                  <c:v>39105</c:v>
                </c:pt>
                <c:pt idx="388">
                  <c:v>39106</c:v>
                </c:pt>
                <c:pt idx="389">
                  <c:v>39107</c:v>
                </c:pt>
                <c:pt idx="390">
                  <c:v>39108</c:v>
                </c:pt>
                <c:pt idx="391">
                  <c:v>39109</c:v>
                </c:pt>
                <c:pt idx="392">
                  <c:v>39110</c:v>
                </c:pt>
                <c:pt idx="393">
                  <c:v>39111</c:v>
                </c:pt>
                <c:pt idx="394">
                  <c:v>39112</c:v>
                </c:pt>
                <c:pt idx="395">
                  <c:v>39113</c:v>
                </c:pt>
                <c:pt idx="396">
                  <c:v>39114</c:v>
                </c:pt>
                <c:pt idx="397">
                  <c:v>39115</c:v>
                </c:pt>
                <c:pt idx="398">
                  <c:v>39116</c:v>
                </c:pt>
                <c:pt idx="399">
                  <c:v>39117</c:v>
                </c:pt>
                <c:pt idx="400">
                  <c:v>39118</c:v>
                </c:pt>
                <c:pt idx="401">
                  <c:v>39119</c:v>
                </c:pt>
                <c:pt idx="402">
                  <c:v>39120</c:v>
                </c:pt>
                <c:pt idx="403">
                  <c:v>39121</c:v>
                </c:pt>
                <c:pt idx="404">
                  <c:v>39122</c:v>
                </c:pt>
                <c:pt idx="405">
                  <c:v>39123</c:v>
                </c:pt>
                <c:pt idx="406">
                  <c:v>39124</c:v>
                </c:pt>
                <c:pt idx="407">
                  <c:v>39125</c:v>
                </c:pt>
                <c:pt idx="408">
                  <c:v>39126</c:v>
                </c:pt>
                <c:pt idx="409">
                  <c:v>39127</c:v>
                </c:pt>
                <c:pt idx="410">
                  <c:v>39128</c:v>
                </c:pt>
                <c:pt idx="411">
                  <c:v>39129</c:v>
                </c:pt>
                <c:pt idx="412">
                  <c:v>39130</c:v>
                </c:pt>
                <c:pt idx="413">
                  <c:v>39131</c:v>
                </c:pt>
                <c:pt idx="414">
                  <c:v>39132</c:v>
                </c:pt>
                <c:pt idx="415">
                  <c:v>39133</c:v>
                </c:pt>
                <c:pt idx="416">
                  <c:v>39134</c:v>
                </c:pt>
                <c:pt idx="417">
                  <c:v>39135</c:v>
                </c:pt>
                <c:pt idx="418">
                  <c:v>39136</c:v>
                </c:pt>
                <c:pt idx="419">
                  <c:v>39137</c:v>
                </c:pt>
                <c:pt idx="420">
                  <c:v>39138</c:v>
                </c:pt>
                <c:pt idx="421">
                  <c:v>39139</c:v>
                </c:pt>
                <c:pt idx="422">
                  <c:v>39140</c:v>
                </c:pt>
                <c:pt idx="423">
                  <c:v>39141</c:v>
                </c:pt>
                <c:pt idx="424">
                  <c:v>39142</c:v>
                </c:pt>
                <c:pt idx="425">
                  <c:v>39143</c:v>
                </c:pt>
                <c:pt idx="426">
                  <c:v>39144</c:v>
                </c:pt>
                <c:pt idx="427">
                  <c:v>39145</c:v>
                </c:pt>
                <c:pt idx="428">
                  <c:v>39146</c:v>
                </c:pt>
                <c:pt idx="429">
                  <c:v>39147</c:v>
                </c:pt>
                <c:pt idx="430">
                  <c:v>39148</c:v>
                </c:pt>
                <c:pt idx="431">
                  <c:v>39149</c:v>
                </c:pt>
                <c:pt idx="432">
                  <c:v>39150</c:v>
                </c:pt>
                <c:pt idx="433">
                  <c:v>39151</c:v>
                </c:pt>
                <c:pt idx="434">
                  <c:v>39152</c:v>
                </c:pt>
                <c:pt idx="435">
                  <c:v>39153</c:v>
                </c:pt>
                <c:pt idx="436">
                  <c:v>39154</c:v>
                </c:pt>
                <c:pt idx="437">
                  <c:v>39155</c:v>
                </c:pt>
                <c:pt idx="438">
                  <c:v>39156</c:v>
                </c:pt>
                <c:pt idx="439">
                  <c:v>39157</c:v>
                </c:pt>
                <c:pt idx="440">
                  <c:v>39158</c:v>
                </c:pt>
                <c:pt idx="441">
                  <c:v>39159</c:v>
                </c:pt>
                <c:pt idx="442">
                  <c:v>39160</c:v>
                </c:pt>
                <c:pt idx="443">
                  <c:v>39161</c:v>
                </c:pt>
                <c:pt idx="444">
                  <c:v>39162</c:v>
                </c:pt>
                <c:pt idx="445">
                  <c:v>39163</c:v>
                </c:pt>
                <c:pt idx="446">
                  <c:v>39164</c:v>
                </c:pt>
                <c:pt idx="447">
                  <c:v>39165</c:v>
                </c:pt>
                <c:pt idx="448">
                  <c:v>39166</c:v>
                </c:pt>
                <c:pt idx="449">
                  <c:v>39167</c:v>
                </c:pt>
                <c:pt idx="450">
                  <c:v>39168</c:v>
                </c:pt>
                <c:pt idx="451">
                  <c:v>39169</c:v>
                </c:pt>
                <c:pt idx="452">
                  <c:v>39170</c:v>
                </c:pt>
                <c:pt idx="453">
                  <c:v>39171</c:v>
                </c:pt>
                <c:pt idx="454">
                  <c:v>39172</c:v>
                </c:pt>
                <c:pt idx="455">
                  <c:v>39173</c:v>
                </c:pt>
                <c:pt idx="456">
                  <c:v>39174</c:v>
                </c:pt>
                <c:pt idx="457">
                  <c:v>39175</c:v>
                </c:pt>
                <c:pt idx="458">
                  <c:v>39176</c:v>
                </c:pt>
                <c:pt idx="459">
                  <c:v>39177</c:v>
                </c:pt>
                <c:pt idx="460">
                  <c:v>39178</c:v>
                </c:pt>
                <c:pt idx="461">
                  <c:v>39179</c:v>
                </c:pt>
                <c:pt idx="462">
                  <c:v>39180</c:v>
                </c:pt>
                <c:pt idx="463">
                  <c:v>39181</c:v>
                </c:pt>
                <c:pt idx="464">
                  <c:v>39182</c:v>
                </c:pt>
                <c:pt idx="465">
                  <c:v>39183</c:v>
                </c:pt>
                <c:pt idx="466">
                  <c:v>39184</c:v>
                </c:pt>
                <c:pt idx="467">
                  <c:v>39185</c:v>
                </c:pt>
                <c:pt idx="468">
                  <c:v>39186</c:v>
                </c:pt>
                <c:pt idx="469">
                  <c:v>39187</c:v>
                </c:pt>
                <c:pt idx="470">
                  <c:v>39188</c:v>
                </c:pt>
                <c:pt idx="471">
                  <c:v>39189</c:v>
                </c:pt>
                <c:pt idx="472">
                  <c:v>39190</c:v>
                </c:pt>
                <c:pt idx="473">
                  <c:v>39191</c:v>
                </c:pt>
                <c:pt idx="474">
                  <c:v>39192</c:v>
                </c:pt>
                <c:pt idx="475">
                  <c:v>39193</c:v>
                </c:pt>
                <c:pt idx="476">
                  <c:v>39194</c:v>
                </c:pt>
                <c:pt idx="477">
                  <c:v>39195</c:v>
                </c:pt>
                <c:pt idx="478">
                  <c:v>39196</c:v>
                </c:pt>
                <c:pt idx="479">
                  <c:v>39197</c:v>
                </c:pt>
                <c:pt idx="480">
                  <c:v>39198</c:v>
                </c:pt>
                <c:pt idx="481">
                  <c:v>39199</c:v>
                </c:pt>
                <c:pt idx="482">
                  <c:v>39200</c:v>
                </c:pt>
                <c:pt idx="483">
                  <c:v>39201</c:v>
                </c:pt>
                <c:pt idx="484">
                  <c:v>39202</c:v>
                </c:pt>
                <c:pt idx="485">
                  <c:v>39203</c:v>
                </c:pt>
                <c:pt idx="486">
                  <c:v>39204</c:v>
                </c:pt>
                <c:pt idx="487">
                  <c:v>39205</c:v>
                </c:pt>
                <c:pt idx="488">
                  <c:v>39206</c:v>
                </c:pt>
                <c:pt idx="489">
                  <c:v>39207</c:v>
                </c:pt>
                <c:pt idx="490">
                  <c:v>39208</c:v>
                </c:pt>
                <c:pt idx="491">
                  <c:v>39209</c:v>
                </c:pt>
                <c:pt idx="492">
                  <c:v>39210</c:v>
                </c:pt>
                <c:pt idx="493">
                  <c:v>39211</c:v>
                </c:pt>
                <c:pt idx="494">
                  <c:v>39212</c:v>
                </c:pt>
                <c:pt idx="495">
                  <c:v>39213</c:v>
                </c:pt>
                <c:pt idx="496">
                  <c:v>39214</c:v>
                </c:pt>
                <c:pt idx="497">
                  <c:v>39215</c:v>
                </c:pt>
                <c:pt idx="498">
                  <c:v>39216</c:v>
                </c:pt>
                <c:pt idx="499">
                  <c:v>39217</c:v>
                </c:pt>
                <c:pt idx="500">
                  <c:v>39218</c:v>
                </c:pt>
                <c:pt idx="501">
                  <c:v>39219</c:v>
                </c:pt>
                <c:pt idx="502">
                  <c:v>39220</c:v>
                </c:pt>
                <c:pt idx="503">
                  <c:v>39221</c:v>
                </c:pt>
                <c:pt idx="504">
                  <c:v>39222</c:v>
                </c:pt>
                <c:pt idx="505">
                  <c:v>39223</c:v>
                </c:pt>
                <c:pt idx="506">
                  <c:v>39224</c:v>
                </c:pt>
                <c:pt idx="507">
                  <c:v>39225</c:v>
                </c:pt>
                <c:pt idx="508">
                  <c:v>39226</c:v>
                </c:pt>
                <c:pt idx="509">
                  <c:v>39227</c:v>
                </c:pt>
                <c:pt idx="510">
                  <c:v>39228</c:v>
                </c:pt>
                <c:pt idx="511">
                  <c:v>39229</c:v>
                </c:pt>
                <c:pt idx="512">
                  <c:v>39230</c:v>
                </c:pt>
                <c:pt idx="513">
                  <c:v>39231</c:v>
                </c:pt>
                <c:pt idx="514">
                  <c:v>39232</c:v>
                </c:pt>
                <c:pt idx="515">
                  <c:v>39233</c:v>
                </c:pt>
                <c:pt idx="516">
                  <c:v>39234</c:v>
                </c:pt>
                <c:pt idx="517">
                  <c:v>39235</c:v>
                </c:pt>
                <c:pt idx="518">
                  <c:v>39236</c:v>
                </c:pt>
                <c:pt idx="519">
                  <c:v>39237</c:v>
                </c:pt>
                <c:pt idx="520">
                  <c:v>39238</c:v>
                </c:pt>
                <c:pt idx="521">
                  <c:v>39239</c:v>
                </c:pt>
                <c:pt idx="522">
                  <c:v>39240</c:v>
                </c:pt>
                <c:pt idx="523">
                  <c:v>39241</c:v>
                </c:pt>
                <c:pt idx="524">
                  <c:v>39242</c:v>
                </c:pt>
                <c:pt idx="525">
                  <c:v>39243</c:v>
                </c:pt>
                <c:pt idx="526">
                  <c:v>39244</c:v>
                </c:pt>
                <c:pt idx="527">
                  <c:v>39245</c:v>
                </c:pt>
                <c:pt idx="528">
                  <c:v>39246</c:v>
                </c:pt>
                <c:pt idx="529">
                  <c:v>39247</c:v>
                </c:pt>
                <c:pt idx="530">
                  <c:v>39248</c:v>
                </c:pt>
                <c:pt idx="531">
                  <c:v>39249</c:v>
                </c:pt>
                <c:pt idx="532">
                  <c:v>39250</c:v>
                </c:pt>
                <c:pt idx="533">
                  <c:v>39251</c:v>
                </c:pt>
                <c:pt idx="534">
                  <c:v>39252</c:v>
                </c:pt>
                <c:pt idx="535">
                  <c:v>39253</c:v>
                </c:pt>
                <c:pt idx="536">
                  <c:v>39254</c:v>
                </c:pt>
                <c:pt idx="537">
                  <c:v>39255</c:v>
                </c:pt>
                <c:pt idx="538">
                  <c:v>39256</c:v>
                </c:pt>
                <c:pt idx="539">
                  <c:v>39257</c:v>
                </c:pt>
                <c:pt idx="540">
                  <c:v>39258</c:v>
                </c:pt>
                <c:pt idx="541">
                  <c:v>39259</c:v>
                </c:pt>
                <c:pt idx="542">
                  <c:v>39260</c:v>
                </c:pt>
                <c:pt idx="543">
                  <c:v>39261</c:v>
                </c:pt>
                <c:pt idx="544">
                  <c:v>39262</c:v>
                </c:pt>
                <c:pt idx="545">
                  <c:v>39263</c:v>
                </c:pt>
                <c:pt idx="546">
                  <c:v>39264</c:v>
                </c:pt>
                <c:pt idx="547">
                  <c:v>39265</c:v>
                </c:pt>
                <c:pt idx="548">
                  <c:v>39266</c:v>
                </c:pt>
                <c:pt idx="549">
                  <c:v>39267</c:v>
                </c:pt>
                <c:pt idx="550">
                  <c:v>39268</c:v>
                </c:pt>
                <c:pt idx="551">
                  <c:v>39269</c:v>
                </c:pt>
                <c:pt idx="552">
                  <c:v>39270</c:v>
                </c:pt>
                <c:pt idx="553">
                  <c:v>39271</c:v>
                </c:pt>
                <c:pt idx="554">
                  <c:v>39272</c:v>
                </c:pt>
                <c:pt idx="555">
                  <c:v>39273</c:v>
                </c:pt>
                <c:pt idx="556">
                  <c:v>39274</c:v>
                </c:pt>
                <c:pt idx="557">
                  <c:v>39275</c:v>
                </c:pt>
                <c:pt idx="558">
                  <c:v>39276</c:v>
                </c:pt>
                <c:pt idx="559">
                  <c:v>39277</c:v>
                </c:pt>
                <c:pt idx="560">
                  <c:v>39278</c:v>
                </c:pt>
                <c:pt idx="561">
                  <c:v>39279</c:v>
                </c:pt>
                <c:pt idx="562">
                  <c:v>39280</c:v>
                </c:pt>
                <c:pt idx="563">
                  <c:v>39281</c:v>
                </c:pt>
                <c:pt idx="564">
                  <c:v>39282</c:v>
                </c:pt>
                <c:pt idx="565">
                  <c:v>39283</c:v>
                </c:pt>
                <c:pt idx="566">
                  <c:v>39284</c:v>
                </c:pt>
                <c:pt idx="567">
                  <c:v>39285</c:v>
                </c:pt>
                <c:pt idx="568">
                  <c:v>39286</c:v>
                </c:pt>
                <c:pt idx="569">
                  <c:v>39287</c:v>
                </c:pt>
                <c:pt idx="570">
                  <c:v>39288</c:v>
                </c:pt>
                <c:pt idx="571">
                  <c:v>39289</c:v>
                </c:pt>
                <c:pt idx="572">
                  <c:v>39290</c:v>
                </c:pt>
                <c:pt idx="573">
                  <c:v>39291</c:v>
                </c:pt>
                <c:pt idx="574">
                  <c:v>39292</c:v>
                </c:pt>
                <c:pt idx="575">
                  <c:v>39293</c:v>
                </c:pt>
                <c:pt idx="576">
                  <c:v>39294</c:v>
                </c:pt>
                <c:pt idx="577">
                  <c:v>39295</c:v>
                </c:pt>
                <c:pt idx="578">
                  <c:v>39296</c:v>
                </c:pt>
                <c:pt idx="579">
                  <c:v>39297</c:v>
                </c:pt>
                <c:pt idx="580">
                  <c:v>39298</c:v>
                </c:pt>
                <c:pt idx="581">
                  <c:v>39299</c:v>
                </c:pt>
                <c:pt idx="582">
                  <c:v>39300</c:v>
                </c:pt>
                <c:pt idx="583">
                  <c:v>39301</c:v>
                </c:pt>
                <c:pt idx="584">
                  <c:v>39302</c:v>
                </c:pt>
                <c:pt idx="585">
                  <c:v>39303</c:v>
                </c:pt>
                <c:pt idx="586">
                  <c:v>39304</c:v>
                </c:pt>
                <c:pt idx="587">
                  <c:v>39305</c:v>
                </c:pt>
                <c:pt idx="588">
                  <c:v>39306</c:v>
                </c:pt>
                <c:pt idx="589">
                  <c:v>39307</c:v>
                </c:pt>
                <c:pt idx="590">
                  <c:v>39308</c:v>
                </c:pt>
                <c:pt idx="591">
                  <c:v>39309</c:v>
                </c:pt>
                <c:pt idx="592">
                  <c:v>39310</c:v>
                </c:pt>
                <c:pt idx="593">
                  <c:v>39311</c:v>
                </c:pt>
                <c:pt idx="594">
                  <c:v>39312</c:v>
                </c:pt>
                <c:pt idx="595">
                  <c:v>39313</c:v>
                </c:pt>
                <c:pt idx="596">
                  <c:v>39314</c:v>
                </c:pt>
                <c:pt idx="597">
                  <c:v>39315</c:v>
                </c:pt>
                <c:pt idx="598">
                  <c:v>39316</c:v>
                </c:pt>
                <c:pt idx="599">
                  <c:v>39317</c:v>
                </c:pt>
                <c:pt idx="600">
                  <c:v>39318</c:v>
                </c:pt>
                <c:pt idx="601">
                  <c:v>39319</c:v>
                </c:pt>
                <c:pt idx="602">
                  <c:v>39320</c:v>
                </c:pt>
                <c:pt idx="603">
                  <c:v>39321</c:v>
                </c:pt>
                <c:pt idx="604">
                  <c:v>39322</c:v>
                </c:pt>
                <c:pt idx="605">
                  <c:v>39323</c:v>
                </c:pt>
                <c:pt idx="606">
                  <c:v>39324</c:v>
                </c:pt>
                <c:pt idx="607">
                  <c:v>39325</c:v>
                </c:pt>
                <c:pt idx="608">
                  <c:v>39326</c:v>
                </c:pt>
                <c:pt idx="609">
                  <c:v>39327</c:v>
                </c:pt>
                <c:pt idx="610">
                  <c:v>39328</c:v>
                </c:pt>
                <c:pt idx="611">
                  <c:v>39329</c:v>
                </c:pt>
                <c:pt idx="612">
                  <c:v>39330</c:v>
                </c:pt>
                <c:pt idx="613">
                  <c:v>39331</c:v>
                </c:pt>
                <c:pt idx="614">
                  <c:v>39332</c:v>
                </c:pt>
                <c:pt idx="615">
                  <c:v>39333</c:v>
                </c:pt>
                <c:pt idx="616">
                  <c:v>39334</c:v>
                </c:pt>
                <c:pt idx="617">
                  <c:v>39335</c:v>
                </c:pt>
                <c:pt idx="618">
                  <c:v>39336</c:v>
                </c:pt>
                <c:pt idx="619">
                  <c:v>39337</c:v>
                </c:pt>
                <c:pt idx="620">
                  <c:v>39338</c:v>
                </c:pt>
                <c:pt idx="621">
                  <c:v>39339</c:v>
                </c:pt>
                <c:pt idx="622">
                  <c:v>39340</c:v>
                </c:pt>
                <c:pt idx="623">
                  <c:v>39341</c:v>
                </c:pt>
                <c:pt idx="624">
                  <c:v>39342</c:v>
                </c:pt>
                <c:pt idx="625">
                  <c:v>39343</c:v>
                </c:pt>
                <c:pt idx="626">
                  <c:v>39344</c:v>
                </c:pt>
                <c:pt idx="627">
                  <c:v>39345</c:v>
                </c:pt>
                <c:pt idx="628">
                  <c:v>39346</c:v>
                </c:pt>
                <c:pt idx="629">
                  <c:v>39347</c:v>
                </c:pt>
                <c:pt idx="630">
                  <c:v>39348</c:v>
                </c:pt>
                <c:pt idx="631">
                  <c:v>39349</c:v>
                </c:pt>
                <c:pt idx="632">
                  <c:v>39350</c:v>
                </c:pt>
                <c:pt idx="633">
                  <c:v>39351</c:v>
                </c:pt>
                <c:pt idx="634">
                  <c:v>39352</c:v>
                </c:pt>
                <c:pt idx="635">
                  <c:v>39353</c:v>
                </c:pt>
                <c:pt idx="636">
                  <c:v>39354</c:v>
                </c:pt>
                <c:pt idx="637">
                  <c:v>39355</c:v>
                </c:pt>
                <c:pt idx="638">
                  <c:v>39356</c:v>
                </c:pt>
                <c:pt idx="639">
                  <c:v>39357</c:v>
                </c:pt>
                <c:pt idx="640">
                  <c:v>39358</c:v>
                </c:pt>
                <c:pt idx="641">
                  <c:v>39359</c:v>
                </c:pt>
                <c:pt idx="642">
                  <c:v>39360</c:v>
                </c:pt>
                <c:pt idx="643">
                  <c:v>39361</c:v>
                </c:pt>
                <c:pt idx="644">
                  <c:v>39362</c:v>
                </c:pt>
                <c:pt idx="645">
                  <c:v>39363</c:v>
                </c:pt>
                <c:pt idx="646">
                  <c:v>39364</c:v>
                </c:pt>
                <c:pt idx="647">
                  <c:v>39365</c:v>
                </c:pt>
                <c:pt idx="648">
                  <c:v>39366</c:v>
                </c:pt>
                <c:pt idx="649">
                  <c:v>39367</c:v>
                </c:pt>
                <c:pt idx="650">
                  <c:v>39368</c:v>
                </c:pt>
                <c:pt idx="651">
                  <c:v>39369</c:v>
                </c:pt>
                <c:pt idx="652">
                  <c:v>39370</c:v>
                </c:pt>
                <c:pt idx="653">
                  <c:v>39371</c:v>
                </c:pt>
                <c:pt idx="654">
                  <c:v>39372</c:v>
                </c:pt>
                <c:pt idx="655">
                  <c:v>39373</c:v>
                </c:pt>
                <c:pt idx="656">
                  <c:v>39374</c:v>
                </c:pt>
                <c:pt idx="657">
                  <c:v>39375</c:v>
                </c:pt>
                <c:pt idx="658">
                  <c:v>39376</c:v>
                </c:pt>
                <c:pt idx="659">
                  <c:v>39377</c:v>
                </c:pt>
                <c:pt idx="660">
                  <c:v>39378</c:v>
                </c:pt>
                <c:pt idx="661">
                  <c:v>39379</c:v>
                </c:pt>
                <c:pt idx="662">
                  <c:v>39380</c:v>
                </c:pt>
                <c:pt idx="663">
                  <c:v>39381</c:v>
                </c:pt>
                <c:pt idx="664">
                  <c:v>39382</c:v>
                </c:pt>
                <c:pt idx="665">
                  <c:v>39383</c:v>
                </c:pt>
                <c:pt idx="666">
                  <c:v>39384</c:v>
                </c:pt>
                <c:pt idx="667">
                  <c:v>39385</c:v>
                </c:pt>
                <c:pt idx="668">
                  <c:v>39386</c:v>
                </c:pt>
                <c:pt idx="669">
                  <c:v>39387</c:v>
                </c:pt>
                <c:pt idx="670">
                  <c:v>39388</c:v>
                </c:pt>
                <c:pt idx="671">
                  <c:v>39389</c:v>
                </c:pt>
                <c:pt idx="672">
                  <c:v>39390</c:v>
                </c:pt>
                <c:pt idx="673">
                  <c:v>39391</c:v>
                </c:pt>
                <c:pt idx="674">
                  <c:v>39392</c:v>
                </c:pt>
                <c:pt idx="675">
                  <c:v>39393</c:v>
                </c:pt>
                <c:pt idx="676">
                  <c:v>39394</c:v>
                </c:pt>
                <c:pt idx="677">
                  <c:v>39395</c:v>
                </c:pt>
                <c:pt idx="678">
                  <c:v>39396</c:v>
                </c:pt>
                <c:pt idx="679">
                  <c:v>39397</c:v>
                </c:pt>
                <c:pt idx="680">
                  <c:v>39398</c:v>
                </c:pt>
                <c:pt idx="681">
                  <c:v>39399</c:v>
                </c:pt>
                <c:pt idx="682">
                  <c:v>39400</c:v>
                </c:pt>
                <c:pt idx="683">
                  <c:v>39401</c:v>
                </c:pt>
                <c:pt idx="684">
                  <c:v>39402</c:v>
                </c:pt>
                <c:pt idx="685">
                  <c:v>39403</c:v>
                </c:pt>
                <c:pt idx="686">
                  <c:v>39404</c:v>
                </c:pt>
                <c:pt idx="687">
                  <c:v>39405</c:v>
                </c:pt>
                <c:pt idx="688">
                  <c:v>39406</c:v>
                </c:pt>
                <c:pt idx="689">
                  <c:v>39407</c:v>
                </c:pt>
                <c:pt idx="690">
                  <c:v>39408</c:v>
                </c:pt>
                <c:pt idx="691">
                  <c:v>39409</c:v>
                </c:pt>
                <c:pt idx="692">
                  <c:v>39410</c:v>
                </c:pt>
                <c:pt idx="693">
                  <c:v>39411</c:v>
                </c:pt>
                <c:pt idx="694">
                  <c:v>39412</c:v>
                </c:pt>
                <c:pt idx="695">
                  <c:v>39413</c:v>
                </c:pt>
                <c:pt idx="696">
                  <c:v>39414</c:v>
                </c:pt>
                <c:pt idx="697">
                  <c:v>39415</c:v>
                </c:pt>
                <c:pt idx="698">
                  <c:v>39416</c:v>
                </c:pt>
                <c:pt idx="699">
                  <c:v>39417</c:v>
                </c:pt>
                <c:pt idx="700">
                  <c:v>39418</c:v>
                </c:pt>
                <c:pt idx="701">
                  <c:v>39419</c:v>
                </c:pt>
                <c:pt idx="702">
                  <c:v>39420</c:v>
                </c:pt>
                <c:pt idx="703">
                  <c:v>39421</c:v>
                </c:pt>
                <c:pt idx="704">
                  <c:v>39422</c:v>
                </c:pt>
                <c:pt idx="705">
                  <c:v>39423</c:v>
                </c:pt>
                <c:pt idx="706">
                  <c:v>39424</c:v>
                </c:pt>
                <c:pt idx="707">
                  <c:v>39425</c:v>
                </c:pt>
                <c:pt idx="708">
                  <c:v>39426</c:v>
                </c:pt>
                <c:pt idx="709">
                  <c:v>39427</c:v>
                </c:pt>
                <c:pt idx="710">
                  <c:v>39428</c:v>
                </c:pt>
                <c:pt idx="711">
                  <c:v>39429</c:v>
                </c:pt>
                <c:pt idx="712">
                  <c:v>39430</c:v>
                </c:pt>
                <c:pt idx="713">
                  <c:v>39431</c:v>
                </c:pt>
                <c:pt idx="714">
                  <c:v>39432</c:v>
                </c:pt>
                <c:pt idx="715">
                  <c:v>39433</c:v>
                </c:pt>
                <c:pt idx="716">
                  <c:v>39434</c:v>
                </c:pt>
                <c:pt idx="717">
                  <c:v>39435</c:v>
                </c:pt>
                <c:pt idx="718">
                  <c:v>39436</c:v>
                </c:pt>
                <c:pt idx="719">
                  <c:v>39437</c:v>
                </c:pt>
                <c:pt idx="720">
                  <c:v>39438</c:v>
                </c:pt>
                <c:pt idx="721">
                  <c:v>39439</c:v>
                </c:pt>
                <c:pt idx="722">
                  <c:v>39440</c:v>
                </c:pt>
                <c:pt idx="723">
                  <c:v>39441</c:v>
                </c:pt>
                <c:pt idx="724">
                  <c:v>39442</c:v>
                </c:pt>
                <c:pt idx="725">
                  <c:v>39443</c:v>
                </c:pt>
                <c:pt idx="726">
                  <c:v>39444</c:v>
                </c:pt>
                <c:pt idx="727">
                  <c:v>39445</c:v>
                </c:pt>
                <c:pt idx="728">
                  <c:v>39446</c:v>
                </c:pt>
                <c:pt idx="729">
                  <c:v>39447</c:v>
                </c:pt>
                <c:pt idx="730">
                  <c:v>39448</c:v>
                </c:pt>
                <c:pt idx="731">
                  <c:v>39449</c:v>
                </c:pt>
                <c:pt idx="732">
                  <c:v>39450</c:v>
                </c:pt>
                <c:pt idx="733">
                  <c:v>39451</c:v>
                </c:pt>
                <c:pt idx="734">
                  <c:v>39452</c:v>
                </c:pt>
                <c:pt idx="735">
                  <c:v>39453</c:v>
                </c:pt>
                <c:pt idx="736">
                  <c:v>39454</c:v>
                </c:pt>
                <c:pt idx="737">
                  <c:v>39455</c:v>
                </c:pt>
                <c:pt idx="738">
                  <c:v>39456</c:v>
                </c:pt>
                <c:pt idx="739">
                  <c:v>39457</c:v>
                </c:pt>
                <c:pt idx="740">
                  <c:v>39458</c:v>
                </c:pt>
                <c:pt idx="741">
                  <c:v>39459</c:v>
                </c:pt>
                <c:pt idx="742">
                  <c:v>39460</c:v>
                </c:pt>
                <c:pt idx="743">
                  <c:v>39461</c:v>
                </c:pt>
                <c:pt idx="744">
                  <c:v>39462</c:v>
                </c:pt>
                <c:pt idx="745">
                  <c:v>39463</c:v>
                </c:pt>
                <c:pt idx="746">
                  <c:v>39464</c:v>
                </c:pt>
                <c:pt idx="747">
                  <c:v>39465</c:v>
                </c:pt>
                <c:pt idx="748">
                  <c:v>39466</c:v>
                </c:pt>
                <c:pt idx="749">
                  <c:v>39467</c:v>
                </c:pt>
                <c:pt idx="750">
                  <c:v>39468</c:v>
                </c:pt>
                <c:pt idx="751">
                  <c:v>39469</c:v>
                </c:pt>
                <c:pt idx="752">
                  <c:v>39470</c:v>
                </c:pt>
                <c:pt idx="753">
                  <c:v>39471</c:v>
                </c:pt>
                <c:pt idx="754">
                  <c:v>39472</c:v>
                </c:pt>
                <c:pt idx="755">
                  <c:v>39473</c:v>
                </c:pt>
                <c:pt idx="756">
                  <c:v>39474</c:v>
                </c:pt>
                <c:pt idx="757">
                  <c:v>39475</c:v>
                </c:pt>
                <c:pt idx="758">
                  <c:v>39476</c:v>
                </c:pt>
                <c:pt idx="759">
                  <c:v>39477</c:v>
                </c:pt>
                <c:pt idx="760">
                  <c:v>39478</c:v>
                </c:pt>
                <c:pt idx="761">
                  <c:v>39479</c:v>
                </c:pt>
                <c:pt idx="762">
                  <c:v>39480</c:v>
                </c:pt>
                <c:pt idx="763">
                  <c:v>39481</c:v>
                </c:pt>
                <c:pt idx="764">
                  <c:v>39482</c:v>
                </c:pt>
                <c:pt idx="765">
                  <c:v>39483</c:v>
                </c:pt>
                <c:pt idx="766">
                  <c:v>39484</c:v>
                </c:pt>
                <c:pt idx="767">
                  <c:v>39485</c:v>
                </c:pt>
                <c:pt idx="768">
                  <c:v>39486</c:v>
                </c:pt>
                <c:pt idx="769">
                  <c:v>39487</c:v>
                </c:pt>
                <c:pt idx="770">
                  <c:v>39488</c:v>
                </c:pt>
                <c:pt idx="771">
                  <c:v>39489</c:v>
                </c:pt>
                <c:pt idx="772">
                  <c:v>39490</c:v>
                </c:pt>
                <c:pt idx="773">
                  <c:v>39491</c:v>
                </c:pt>
                <c:pt idx="774">
                  <c:v>39492</c:v>
                </c:pt>
                <c:pt idx="775">
                  <c:v>39493</c:v>
                </c:pt>
                <c:pt idx="776">
                  <c:v>39494</c:v>
                </c:pt>
                <c:pt idx="777">
                  <c:v>39495</c:v>
                </c:pt>
                <c:pt idx="778">
                  <c:v>39496</c:v>
                </c:pt>
                <c:pt idx="779">
                  <c:v>39497</c:v>
                </c:pt>
                <c:pt idx="780">
                  <c:v>39498</c:v>
                </c:pt>
                <c:pt idx="781">
                  <c:v>39499</c:v>
                </c:pt>
                <c:pt idx="782">
                  <c:v>39500</c:v>
                </c:pt>
                <c:pt idx="783">
                  <c:v>39501</c:v>
                </c:pt>
                <c:pt idx="784">
                  <c:v>39502</c:v>
                </c:pt>
                <c:pt idx="785">
                  <c:v>39503</c:v>
                </c:pt>
                <c:pt idx="786">
                  <c:v>39504</c:v>
                </c:pt>
                <c:pt idx="787">
                  <c:v>39505</c:v>
                </c:pt>
                <c:pt idx="788">
                  <c:v>39506</c:v>
                </c:pt>
                <c:pt idx="789">
                  <c:v>39507</c:v>
                </c:pt>
                <c:pt idx="790">
                  <c:v>39508</c:v>
                </c:pt>
                <c:pt idx="791">
                  <c:v>39509</c:v>
                </c:pt>
                <c:pt idx="792">
                  <c:v>39510</c:v>
                </c:pt>
                <c:pt idx="793">
                  <c:v>39511</c:v>
                </c:pt>
                <c:pt idx="794">
                  <c:v>39512</c:v>
                </c:pt>
                <c:pt idx="795">
                  <c:v>39513</c:v>
                </c:pt>
                <c:pt idx="796">
                  <c:v>39514</c:v>
                </c:pt>
                <c:pt idx="797">
                  <c:v>39515</c:v>
                </c:pt>
                <c:pt idx="798">
                  <c:v>39516</c:v>
                </c:pt>
                <c:pt idx="799">
                  <c:v>39517</c:v>
                </c:pt>
                <c:pt idx="800">
                  <c:v>39518</c:v>
                </c:pt>
                <c:pt idx="801">
                  <c:v>39519</c:v>
                </c:pt>
                <c:pt idx="802">
                  <c:v>39520</c:v>
                </c:pt>
                <c:pt idx="803">
                  <c:v>39521</c:v>
                </c:pt>
                <c:pt idx="804">
                  <c:v>39522</c:v>
                </c:pt>
                <c:pt idx="805">
                  <c:v>39523</c:v>
                </c:pt>
                <c:pt idx="806">
                  <c:v>39524</c:v>
                </c:pt>
                <c:pt idx="807">
                  <c:v>39525</c:v>
                </c:pt>
                <c:pt idx="808">
                  <c:v>39526</c:v>
                </c:pt>
                <c:pt idx="809">
                  <c:v>39527</c:v>
                </c:pt>
                <c:pt idx="810">
                  <c:v>39528</c:v>
                </c:pt>
                <c:pt idx="811">
                  <c:v>39529</c:v>
                </c:pt>
                <c:pt idx="812">
                  <c:v>39530</c:v>
                </c:pt>
                <c:pt idx="813">
                  <c:v>39531</c:v>
                </c:pt>
                <c:pt idx="814">
                  <c:v>39532</c:v>
                </c:pt>
                <c:pt idx="815">
                  <c:v>39533</c:v>
                </c:pt>
                <c:pt idx="816">
                  <c:v>39534</c:v>
                </c:pt>
                <c:pt idx="817">
                  <c:v>39535</c:v>
                </c:pt>
                <c:pt idx="818">
                  <c:v>39536</c:v>
                </c:pt>
                <c:pt idx="819">
                  <c:v>39537</c:v>
                </c:pt>
                <c:pt idx="820">
                  <c:v>39538</c:v>
                </c:pt>
                <c:pt idx="821">
                  <c:v>39539</c:v>
                </c:pt>
                <c:pt idx="822">
                  <c:v>39540</c:v>
                </c:pt>
                <c:pt idx="823">
                  <c:v>39541</c:v>
                </c:pt>
                <c:pt idx="824">
                  <c:v>39542</c:v>
                </c:pt>
                <c:pt idx="825">
                  <c:v>39543</c:v>
                </c:pt>
                <c:pt idx="826">
                  <c:v>39544</c:v>
                </c:pt>
                <c:pt idx="827">
                  <c:v>39545</c:v>
                </c:pt>
                <c:pt idx="828">
                  <c:v>39546</c:v>
                </c:pt>
                <c:pt idx="829">
                  <c:v>39547</c:v>
                </c:pt>
                <c:pt idx="830">
                  <c:v>39548</c:v>
                </c:pt>
                <c:pt idx="831">
                  <c:v>39549</c:v>
                </c:pt>
                <c:pt idx="832">
                  <c:v>39550</c:v>
                </c:pt>
                <c:pt idx="833">
                  <c:v>39551</c:v>
                </c:pt>
                <c:pt idx="834">
                  <c:v>39552</c:v>
                </c:pt>
                <c:pt idx="835">
                  <c:v>39553</c:v>
                </c:pt>
                <c:pt idx="836">
                  <c:v>39554</c:v>
                </c:pt>
                <c:pt idx="837">
                  <c:v>39555</c:v>
                </c:pt>
                <c:pt idx="838">
                  <c:v>39556</c:v>
                </c:pt>
                <c:pt idx="839">
                  <c:v>39557</c:v>
                </c:pt>
                <c:pt idx="840">
                  <c:v>39558</c:v>
                </c:pt>
                <c:pt idx="841">
                  <c:v>39559</c:v>
                </c:pt>
                <c:pt idx="842">
                  <c:v>39560</c:v>
                </c:pt>
                <c:pt idx="843">
                  <c:v>39561</c:v>
                </c:pt>
                <c:pt idx="844">
                  <c:v>39562</c:v>
                </c:pt>
                <c:pt idx="845">
                  <c:v>39563</c:v>
                </c:pt>
                <c:pt idx="846">
                  <c:v>39564</c:v>
                </c:pt>
                <c:pt idx="847">
                  <c:v>39565</c:v>
                </c:pt>
                <c:pt idx="848">
                  <c:v>39566</c:v>
                </c:pt>
                <c:pt idx="849">
                  <c:v>39567</c:v>
                </c:pt>
                <c:pt idx="850">
                  <c:v>39568</c:v>
                </c:pt>
                <c:pt idx="851">
                  <c:v>39569</c:v>
                </c:pt>
                <c:pt idx="852">
                  <c:v>39570</c:v>
                </c:pt>
                <c:pt idx="853">
                  <c:v>39571</c:v>
                </c:pt>
                <c:pt idx="854">
                  <c:v>39572</c:v>
                </c:pt>
                <c:pt idx="855">
                  <c:v>39573</c:v>
                </c:pt>
                <c:pt idx="856">
                  <c:v>39574</c:v>
                </c:pt>
                <c:pt idx="857">
                  <c:v>39575</c:v>
                </c:pt>
                <c:pt idx="858">
                  <c:v>39576</c:v>
                </c:pt>
                <c:pt idx="859">
                  <c:v>39577</c:v>
                </c:pt>
                <c:pt idx="860">
                  <c:v>39578</c:v>
                </c:pt>
                <c:pt idx="861">
                  <c:v>39579</c:v>
                </c:pt>
                <c:pt idx="862">
                  <c:v>39580</c:v>
                </c:pt>
                <c:pt idx="863">
                  <c:v>39581</c:v>
                </c:pt>
                <c:pt idx="864">
                  <c:v>39582</c:v>
                </c:pt>
                <c:pt idx="865">
                  <c:v>39583</c:v>
                </c:pt>
                <c:pt idx="866">
                  <c:v>39584</c:v>
                </c:pt>
                <c:pt idx="867">
                  <c:v>39585</c:v>
                </c:pt>
                <c:pt idx="868">
                  <c:v>39586</c:v>
                </c:pt>
                <c:pt idx="869">
                  <c:v>39587</c:v>
                </c:pt>
                <c:pt idx="870">
                  <c:v>39588</c:v>
                </c:pt>
                <c:pt idx="871">
                  <c:v>39589</c:v>
                </c:pt>
                <c:pt idx="872">
                  <c:v>39590</c:v>
                </c:pt>
                <c:pt idx="873">
                  <c:v>39591</c:v>
                </c:pt>
                <c:pt idx="874">
                  <c:v>39592</c:v>
                </c:pt>
                <c:pt idx="875">
                  <c:v>39593</c:v>
                </c:pt>
                <c:pt idx="876">
                  <c:v>39594</c:v>
                </c:pt>
                <c:pt idx="877">
                  <c:v>39595</c:v>
                </c:pt>
                <c:pt idx="878">
                  <c:v>39596</c:v>
                </c:pt>
                <c:pt idx="879">
                  <c:v>39597</c:v>
                </c:pt>
                <c:pt idx="880">
                  <c:v>39598</c:v>
                </c:pt>
                <c:pt idx="881">
                  <c:v>39599</c:v>
                </c:pt>
                <c:pt idx="882">
                  <c:v>39600</c:v>
                </c:pt>
                <c:pt idx="883">
                  <c:v>39601</c:v>
                </c:pt>
                <c:pt idx="884">
                  <c:v>39602</c:v>
                </c:pt>
                <c:pt idx="885">
                  <c:v>39603</c:v>
                </c:pt>
                <c:pt idx="886">
                  <c:v>39604</c:v>
                </c:pt>
                <c:pt idx="887">
                  <c:v>39605</c:v>
                </c:pt>
                <c:pt idx="888">
                  <c:v>39606</c:v>
                </c:pt>
                <c:pt idx="889">
                  <c:v>39607</c:v>
                </c:pt>
                <c:pt idx="890">
                  <c:v>39608</c:v>
                </c:pt>
                <c:pt idx="891">
                  <c:v>39609</c:v>
                </c:pt>
                <c:pt idx="892">
                  <c:v>39610</c:v>
                </c:pt>
                <c:pt idx="893">
                  <c:v>39611</c:v>
                </c:pt>
                <c:pt idx="894">
                  <c:v>39612</c:v>
                </c:pt>
                <c:pt idx="895">
                  <c:v>39613</c:v>
                </c:pt>
                <c:pt idx="896">
                  <c:v>39614</c:v>
                </c:pt>
                <c:pt idx="897">
                  <c:v>39615</c:v>
                </c:pt>
                <c:pt idx="898">
                  <c:v>39616</c:v>
                </c:pt>
                <c:pt idx="899">
                  <c:v>39617</c:v>
                </c:pt>
                <c:pt idx="900">
                  <c:v>39618</c:v>
                </c:pt>
                <c:pt idx="901">
                  <c:v>39619</c:v>
                </c:pt>
                <c:pt idx="902">
                  <c:v>39620</c:v>
                </c:pt>
                <c:pt idx="903">
                  <c:v>39621</c:v>
                </c:pt>
                <c:pt idx="904">
                  <c:v>39622</c:v>
                </c:pt>
                <c:pt idx="905">
                  <c:v>39623</c:v>
                </c:pt>
                <c:pt idx="906">
                  <c:v>39624</c:v>
                </c:pt>
                <c:pt idx="907">
                  <c:v>39625</c:v>
                </c:pt>
                <c:pt idx="908">
                  <c:v>39626</c:v>
                </c:pt>
                <c:pt idx="909">
                  <c:v>39627</c:v>
                </c:pt>
                <c:pt idx="910">
                  <c:v>39628</c:v>
                </c:pt>
                <c:pt idx="911">
                  <c:v>39629</c:v>
                </c:pt>
                <c:pt idx="912">
                  <c:v>39630</c:v>
                </c:pt>
                <c:pt idx="913">
                  <c:v>39631</c:v>
                </c:pt>
                <c:pt idx="914">
                  <c:v>39632</c:v>
                </c:pt>
                <c:pt idx="915">
                  <c:v>39633</c:v>
                </c:pt>
                <c:pt idx="916">
                  <c:v>39634</c:v>
                </c:pt>
                <c:pt idx="917">
                  <c:v>39635</c:v>
                </c:pt>
                <c:pt idx="918">
                  <c:v>39636</c:v>
                </c:pt>
                <c:pt idx="919">
                  <c:v>39637</c:v>
                </c:pt>
                <c:pt idx="920">
                  <c:v>39638</c:v>
                </c:pt>
                <c:pt idx="921">
                  <c:v>39639</c:v>
                </c:pt>
                <c:pt idx="922">
                  <c:v>39640</c:v>
                </c:pt>
                <c:pt idx="923">
                  <c:v>39641</c:v>
                </c:pt>
                <c:pt idx="924">
                  <c:v>39642</c:v>
                </c:pt>
                <c:pt idx="925">
                  <c:v>39643</c:v>
                </c:pt>
                <c:pt idx="926">
                  <c:v>39644</c:v>
                </c:pt>
                <c:pt idx="927">
                  <c:v>39645</c:v>
                </c:pt>
                <c:pt idx="928">
                  <c:v>39646</c:v>
                </c:pt>
                <c:pt idx="929">
                  <c:v>39647</c:v>
                </c:pt>
                <c:pt idx="930">
                  <c:v>39648</c:v>
                </c:pt>
                <c:pt idx="931">
                  <c:v>39649</c:v>
                </c:pt>
                <c:pt idx="932">
                  <c:v>39650</c:v>
                </c:pt>
                <c:pt idx="933">
                  <c:v>39651</c:v>
                </c:pt>
                <c:pt idx="934">
                  <c:v>39652</c:v>
                </c:pt>
                <c:pt idx="935">
                  <c:v>39653</c:v>
                </c:pt>
                <c:pt idx="936">
                  <c:v>39654</c:v>
                </c:pt>
                <c:pt idx="937">
                  <c:v>39655</c:v>
                </c:pt>
                <c:pt idx="938">
                  <c:v>39656</c:v>
                </c:pt>
                <c:pt idx="939">
                  <c:v>39657</c:v>
                </c:pt>
                <c:pt idx="940">
                  <c:v>39658</c:v>
                </c:pt>
                <c:pt idx="941">
                  <c:v>39659</c:v>
                </c:pt>
                <c:pt idx="942">
                  <c:v>39660</c:v>
                </c:pt>
                <c:pt idx="943">
                  <c:v>39661</c:v>
                </c:pt>
                <c:pt idx="944">
                  <c:v>39662</c:v>
                </c:pt>
                <c:pt idx="945">
                  <c:v>39663</c:v>
                </c:pt>
                <c:pt idx="946">
                  <c:v>39664</c:v>
                </c:pt>
                <c:pt idx="947">
                  <c:v>39665</c:v>
                </c:pt>
                <c:pt idx="948">
                  <c:v>39666</c:v>
                </c:pt>
                <c:pt idx="949">
                  <c:v>39667</c:v>
                </c:pt>
                <c:pt idx="950">
                  <c:v>39668</c:v>
                </c:pt>
                <c:pt idx="951">
                  <c:v>39669</c:v>
                </c:pt>
                <c:pt idx="952">
                  <c:v>39670</c:v>
                </c:pt>
                <c:pt idx="953">
                  <c:v>39671</c:v>
                </c:pt>
                <c:pt idx="954">
                  <c:v>39672</c:v>
                </c:pt>
                <c:pt idx="955">
                  <c:v>39673</c:v>
                </c:pt>
                <c:pt idx="956">
                  <c:v>39674</c:v>
                </c:pt>
                <c:pt idx="957">
                  <c:v>39675</c:v>
                </c:pt>
                <c:pt idx="958">
                  <c:v>39676</c:v>
                </c:pt>
                <c:pt idx="959">
                  <c:v>39677</c:v>
                </c:pt>
                <c:pt idx="960">
                  <c:v>39678</c:v>
                </c:pt>
                <c:pt idx="961">
                  <c:v>39679</c:v>
                </c:pt>
                <c:pt idx="962">
                  <c:v>39680</c:v>
                </c:pt>
                <c:pt idx="963">
                  <c:v>39681</c:v>
                </c:pt>
                <c:pt idx="964">
                  <c:v>39682</c:v>
                </c:pt>
                <c:pt idx="965">
                  <c:v>39683</c:v>
                </c:pt>
                <c:pt idx="966">
                  <c:v>39684</c:v>
                </c:pt>
                <c:pt idx="967">
                  <c:v>39685</c:v>
                </c:pt>
                <c:pt idx="968">
                  <c:v>39686</c:v>
                </c:pt>
                <c:pt idx="969">
                  <c:v>39687</c:v>
                </c:pt>
                <c:pt idx="970">
                  <c:v>39688</c:v>
                </c:pt>
                <c:pt idx="971">
                  <c:v>39689</c:v>
                </c:pt>
                <c:pt idx="972">
                  <c:v>39690</c:v>
                </c:pt>
                <c:pt idx="973">
                  <c:v>39691</c:v>
                </c:pt>
                <c:pt idx="974">
                  <c:v>39692</c:v>
                </c:pt>
                <c:pt idx="975">
                  <c:v>39693</c:v>
                </c:pt>
                <c:pt idx="976">
                  <c:v>39694</c:v>
                </c:pt>
                <c:pt idx="977">
                  <c:v>39695</c:v>
                </c:pt>
                <c:pt idx="978">
                  <c:v>39696</c:v>
                </c:pt>
                <c:pt idx="979">
                  <c:v>39697</c:v>
                </c:pt>
                <c:pt idx="980">
                  <c:v>39698</c:v>
                </c:pt>
                <c:pt idx="981">
                  <c:v>39699</c:v>
                </c:pt>
                <c:pt idx="982">
                  <c:v>39700</c:v>
                </c:pt>
                <c:pt idx="983">
                  <c:v>39701</c:v>
                </c:pt>
                <c:pt idx="984">
                  <c:v>39702</c:v>
                </c:pt>
                <c:pt idx="985">
                  <c:v>39703</c:v>
                </c:pt>
                <c:pt idx="986">
                  <c:v>39704</c:v>
                </c:pt>
                <c:pt idx="987">
                  <c:v>39705</c:v>
                </c:pt>
                <c:pt idx="988">
                  <c:v>39706</c:v>
                </c:pt>
                <c:pt idx="989">
                  <c:v>39707</c:v>
                </c:pt>
                <c:pt idx="990">
                  <c:v>39708</c:v>
                </c:pt>
                <c:pt idx="991">
                  <c:v>39709</c:v>
                </c:pt>
                <c:pt idx="992">
                  <c:v>39710</c:v>
                </c:pt>
                <c:pt idx="993">
                  <c:v>39711</c:v>
                </c:pt>
                <c:pt idx="994">
                  <c:v>39712</c:v>
                </c:pt>
                <c:pt idx="995">
                  <c:v>39713</c:v>
                </c:pt>
                <c:pt idx="996">
                  <c:v>39714</c:v>
                </c:pt>
                <c:pt idx="997">
                  <c:v>39715</c:v>
                </c:pt>
                <c:pt idx="998">
                  <c:v>39716</c:v>
                </c:pt>
                <c:pt idx="999">
                  <c:v>39717</c:v>
                </c:pt>
                <c:pt idx="1000">
                  <c:v>39718</c:v>
                </c:pt>
                <c:pt idx="1001">
                  <c:v>39719</c:v>
                </c:pt>
                <c:pt idx="1002">
                  <c:v>39720</c:v>
                </c:pt>
                <c:pt idx="1003">
                  <c:v>39721</c:v>
                </c:pt>
                <c:pt idx="1004">
                  <c:v>39722</c:v>
                </c:pt>
                <c:pt idx="1005">
                  <c:v>39723</c:v>
                </c:pt>
                <c:pt idx="1006">
                  <c:v>39724</c:v>
                </c:pt>
                <c:pt idx="1007">
                  <c:v>39725</c:v>
                </c:pt>
                <c:pt idx="1008">
                  <c:v>39726</c:v>
                </c:pt>
                <c:pt idx="1009">
                  <c:v>39727</c:v>
                </c:pt>
                <c:pt idx="1010">
                  <c:v>39728</c:v>
                </c:pt>
                <c:pt idx="1011">
                  <c:v>39729</c:v>
                </c:pt>
                <c:pt idx="1012">
                  <c:v>39730</c:v>
                </c:pt>
                <c:pt idx="1013">
                  <c:v>39731</c:v>
                </c:pt>
                <c:pt idx="1014">
                  <c:v>39732</c:v>
                </c:pt>
                <c:pt idx="1015">
                  <c:v>39733</c:v>
                </c:pt>
                <c:pt idx="1016">
                  <c:v>39734</c:v>
                </c:pt>
                <c:pt idx="1017">
                  <c:v>39735</c:v>
                </c:pt>
                <c:pt idx="1018">
                  <c:v>39736</c:v>
                </c:pt>
                <c:pt idx="1019">
                  <c:v>39737</c:v>
                </c:pt>
                <c:pt idx="1020">
                  <c:v>39738</c:v>
                </c:pt>
                <c:pt idx="1021">
                  <c:v>39739</c:v>
                </c:pt>
                <c:pt idx="1022">
                  <c:v>39740</c:v>
                </c:pt>
                <c:pt idx="1023">
                  <c:v>39741</c:v>
                </c:pt>
                <c:pt idx="1024">
                  <c:v>39742</c:v>
                </c:pt>
                <c:pt idx="1025">
                  <c:v>39743</c:v>
                </c:pt>
                <c:pt idx="1026">
                  <c:v>39744</c:v>
                </c:pt>
                <c:pt idx="1027">
                  <c:v>39745</c:v>
                </c:pt>
                <c:pt idx="1028">
                  <c:v>39746</c:v>
                </c:pt>
                <c:pt idx="1029">
                  <c:v>39747</c:v>
                </c:pt>
                <c:pt idx="1030">
                  <c:v>39748</c:v>
                </c:pt>
                <c:pt idx="1031">
                  <c:v>39749</c:v>
                </c:pt>
                <c:pt idx="1032">
                  <c:v>39750</c:v>
                </c:pt>
                <c:pt idx="1033">
                  <c:v>39751</c:v>
                </c:pt>
                <c:pt idx="1034">
                  <c:v>39752</c:v>
                </c:pt>
                <c:pt idx="1035">
                  <c:v>39753</c:v>
                </c:pt>
                <c:pt idx="1036">
                  <c:v>39754</c:v>
                </c:pt>
                <c:pt idx="1037">
                  <c:v>39755</c:v>
                </c:pt>
                <c:pt idx="1038">
                  <c:v>39756</c:v>
                </c:pt>
                <c:pt idx="1039">
                  <c:v>39757</c:v>
                </c:pt>
                <c:pt idx="1040">
                  <c:v>39758</c:v>
                </c:pt>
                <c:pt idx="1041">
                  <c:v>39759</c:v>
                </c:pt>
                <c:pt idx="1042">
                  <c:v>39760</c:v>
                </c:pt>
                <c:pt idx="1043">
                  <c:v>39761</c:v>
                </c:pt>
                <c:pt idx="1044">
                  <c:v>39762</c:v>
                </c:pt>
                <c:pt idx="1045">
                  <c:v>39763</c:v>
                </c:pt>
                <c:pt idx="1046">
                  <c:v>39764</c:v>
                </c:pt>
                <c:pt idx="1047">
                  <c:v>39765</c:v>
                </c:pt>
                <c:pt idx="1048">
                  <c:v>39766</c:v>
                </c:pt>
                <c:pt idx="1049">
                  <c:v>39767</c:v>
                </c:pt>
                <c:pt idx="1050">
                  <c:v>39768</c:v>
                </c:pt>
                <c:pt idx="1051">
                  <c:v>39769</c:v>
                </c:pt>
                <c:pt idx="1052">
                  <c:v>39770</c:v>
                </c:pt>
                <c:pt idx="1053">
                  <c:v>39771</c:v>
                </c:pt>
                <c:pt idx="1054">
                  <c:v>39772</c:v>
                </c:pt>
                <c:pt idx="1055">
                  <c:v>39773</c:v>
                </c:pt>
                <c:pt idx="1056">
                  <c:v>39774</c:v>
                </c:pt>
                <c:pt idx="1057">
                  <c:v>39775</c:v>
                </c:pt>
                <c:pt idx="1058">
                  <c:v>39776</c:v>
                </c:pt>
                <c:pt idx="1059">
                  <c:v>39777</c:v>
                </c:pt>
                <c:pt idx="1060">
                  <c:v>39778</c:v>
                </c:pt>
                <c:pt idx="1061">
                  <c:v>39779</c:v>
                </c:pt>
                <c:pt idx="1062">
                  <c:v>39780</c:v>
                </c:pt>
                <c:pt idx="1063">
                  <c:v>39781</c:v>
                </c:pt>
                <c:pt idx="1064">
                  <c:v>39782</c:v>
                </c:pt>
                <c:pt idx="1065">
                  <c:v>39783</c:v>
                </c:pt>
                <c:pt idx="1066">
                  <c:v>39784</c:v>
                </c:pt>
                <c:pt idx="1067">
                  <c:v>39785</c:v>
                </c:pt>
                <c:pt idx="1068">
                  <c:v>39786</c:v>
                </c:pt>
                <c:pt idx="1069">
                  <c:v>39787</c:v>
                </c:pt>
                <c:pt idx="1070">
                  <c:v>39788</c:v>
                </c:pt>
                <c:pt idx="1071">
                  <c:v>39789</c:v>
                </c:pt>
                <c:pt idx="1072">
                  <c:v>39790</c:v>
                </c:pt>
                <c:pt idx="1073">
                  <c:v>39791</c:v>
                </c:pt>
                <c:pt idx="1074">
                  <c:v>39792</c:v>
                </c:pt>
                <c:pt idx="1075">
                  <c:v>39793</c:v>
                </c:pt>
                <c:pt idx="1076">
                  <c:v>39794</c:v>
                </c:pt>
                <c:pt idx="1077">
                  <c:v>39795</c:v>
                </c:pt>
                <c:pt idx="1078">
                  <c:v>39796</c:v>
                </c:pt>
                <c:pt idx="1079">
                  <c:v>39797</c:v>
                </c:pt>
                <c:pt idx="1080">
                  <c:v>39798</c:v>
                </c:pt>
                <c:pt idx="1081">
                  <c:v>39799</c:v>
                </c:pt>
                <c:pt idx="1082">
                  <c:v>39800</c:v>
                </c:pt>
                <c:pt idx="1083">
                  <c:v>39801</c:v>
                </c:pt>
                <c:pt idx="1084">
                  <c:v>39802</c:v>
                </c:pt>
                <c:pt idx="1085">
                  <c:v>39803</c:v>
                </c:pt>
                <c:pt idx="1086">
                  <c:v>39804</c:v>
                </c:pt>
                <c:pt idx="1087">
                  <c:v>39805</c:v>
                </c:pt>
                <c:pt idx="1088">
                  <c:v>39806</c:v>
                </c:pt>
                <c:pt idx="1089">
                  <c:v>39807</c:v>
                </c:pt>
                <c:pt idx="1090">
                  <c:v>39808</c:v>
                </c:pt>
                <c:pt idx="1091">
                  <c:v>39809</c:v>
                </c:pt>
                <c:pt idx="1092">
                  <c:v>39810</c:v>
                </c:pt>
                <c:pt idx="1093">
                  <c:v>39811</c:v>
                </c:pt>
                <c:pt idx="1094">
                  <c:v>39812</c:v>
                </c:pt>
                <c:pt idx="1095">
                  <c:v>39813</c:v>
                </c:pt>
                <c:pt idx="1096">
                  <c:v>39814</c:v>
                </c:pt>
                <c:pt idx="1097">
                  <c:v>39815</c:v>
                </c:pt>
                <c:pt idx="1098">
                  <c:v>39816</c:v>
                </c:pt>
                <c:pt idx="1099">
                  <c:v>39817</c:v>
                </c:pt>
                <c:pt idx="1100">
                  <c:v>39818</c:v>
                </c:pt>
                <c:pt idx="1101">
                  <c:v>39819</c:v>
                </c:pt>
                <c:pt idx="1102">
                  <c:v>39820</c:v>
                </c:pt>
                <c:pt idx="1103">
                  <c:v>39821</c:v>
                </c:pt>
                <c:pt idx="1104">
                  <c:v>39822</c:v>
                </c:pt>
                <c:pt idx="1105">
                  <c:v>39823</c:v>
                </c:pt>
                <c:pt idx="1106">
                  <c:v>39824</c:v>
                </c:pt>
                <c:pt idx="1107">
                  <c:v>39825</c:v>
                </c:pt>
                <c:pt idx="1108">
                  <c:v>39826</c:v>
                </c:pt>
                <c:pt idx="1109">
                  <c:v>39827</c:v>
                </c:pt>
                <c:pt idx="1110">
                  <c:v>39828</c:v>
                </c:pt>
                <c:pt idx="1111">
                  <c:v>39829</c:v>
                </c:pt>
                <c:pt idx="1112">
                  <c:v>39830</c:v>
                </c:pt>
                <c:pt idx="1113">
                  <c:v>39831</c:v>
                </c:pt>
                <c:pt idx="1114">
                  <c:v>39832</c:v>
                </c:pt>
                <c:pt idx="1115">
                  <c:v>39833</c:v>
                </c:pt>
                <c:pt idx="1116">
                  <c:v>39834</c:v>
                </c:pt>
                <c:pt idx="1117">
                  <c:v>39835</c:v>
                </c:pt>
                <c:pt idx="1118">
                  <c:v>39836</c:v>
                </c:pt>
                <c:pt idx="1119">
                  <c:v>39837</c:v>
                </c:pt>
                <c:pt idx="1120">
                  <c:v>39838</c:v>
                </c:pt>
                <c:pt idx="1121">
                  <c:v>39839</c:v>
                </c:pt>
                <c:pt idx="1122">
                  <c:v>39840</c:v>
                </c:pt>
                <c:pt idx="1123">
                  <c:v>39841</c:v>
                </c:pt>
                <c:pt idx="1124">
                  <c:v>39842</c:v>
                </c:pt>
                <c:pt idx="1125">
                  <c:v>39843</c:v>
                </c:pt>
                <c:pt idx="1126">
                  <c:v>39844</c:v>
                </c:pt>
                <c:pt idx="1127">
                  <c:v>39845</c:v>
                </c:pt>
                <c:pt idx="1128">
                  <c:v>39846</c:v>
                </c:pt>
                <c:pt idx="1129">
                  <c:v>39847</c:v>
                </c:pt>
                <c:pt idx="1130">
                  <c:v>39848</c:v>
                </c:pt>
                <c:pt idx="1131">
                  <c:v>39849</c:v>
                </c:pt>
                <c:pt idx="1132">
                  <c:v>39850</c:v>
                </c:pt>
                <c:pt idx="1133">
                  <c:v>39851</c:v>
                </c:pt>
                <c:pt idx="1134">
                  <c:v>39852</c:v>
                </c:pt>
                <c:pt idx="1135">
                  <c:v>39853</c:v>
                </c:pt>
                <c:pt idx="1136">
                  <c:v>39854</c:v>
                </c:pt>
                <c:pt idx="1137">
                  <c:v>39855</c:v>
                </c:pt>
                <c:pt idx="1138">
                  <c:v>39856</c:v>
                </c:pt>
                <c:pt idx="1139">
                  <c:v>39857</c:v>
                </c:pt>
                <c:pt idx="1140">
                  <c:v>39858</c:v>
                </c:pt>
                <c:pt idx="1141">
                  <c:v>39859</c:v>
                </c:pt>
                <c:pt idx="1142">
                  <c:v>39860</c:v>
                </c:pt>
                <c:pt idx="1143">
                  <c:v>39861</c:v>
                </c:pt>
                <c:pt idx="1144">
                  <c:v>39862</c:v>
                </c:pt>
                <c:pt idx="1145">
                  <c:v>39863</c:v>
                </c:pt>
                <c:pt idx="1146">
                  <c:v>39864</c:v>
                </c:pt>
                <c:pt idx="1147">
                  <c:v>39865</c:v>
                </c:pt>
                <c:pt idx="1148">
                  <c:v>39866</c:v>
                </c:pt>
                <c:pt idx="1149">
                  <c:v>39867</c:v>
                </c:pt>
                <c:pt idx="1150">
                  <c:v>39868</c:v>
                </c:pt>
                <c:pt idx="1151">
                  <c:v>39869</c:v>
                </c:pt>
                <c:pt idx="1152">
                  <c:v>39870</c:v>
                </c:pt>
                <c:pt idx="1153">
                  <c:v>39871</c:v>
                </c:pt>
                <c:pt idx="1154">
                  <c:v>39872</c:v>
                </c:pt>
                <c:pt idx="1155">
                  <c:v>39873</c:v>
                </c:pt>
                <c:pt idx="1156">
                  <c:v>39874</c:v>
                </c:pt>
                <c:pt idx="1157">
                  <c:v>39875</c:v>
                </c:pt>
                <c:pt idx="1158">
                  <c:v>39876</c:v>
                </c:pt>
                <c:pt idx="1159">
                  <c:v>39877</c:v>
                </c:pt>
                <c:pt idx="1160">
                  <c:v>39878</c:v>
                </c:pt>
                <c:pt idx="1161">
                  <c:v>39879</c:v>
                </c:pt>
                <c:pt idx="1162">
                  <c:v>39880</c:v>
                </c:pt>
                <c:pt idx="1163">
                  <c:v>39881</c:v>
                </c:pt>
                <c:pt idx="1164">
                  <c:v>39882</c:v>
                </c:pt>
                <c:pt idx="1165">
                  <c:v>39883</c:v>
                </c:pt>
                <c:pt idx="1166">
                  <c:v>39884</c:v>
                </c:pt>
                <c:pt idx="1167">
                  <c:v>39885</c:v>
                </c:pt>
                <c:pt idx="1168">
                  <c:v>39886</c:v>
                </c:pt>
                <c:pt idx="1169">
                  <c:v>39887</c:v>
                </c:pt>
                <c:pt idx="1170">
                  <c:v>39888</c:v>
                </c:pt>
                <c:pt idx="1171">
                  <c:v>39889</c:v>
                </c:pt>
                <c:pt idx="1172">
                  <c:v>39890</c:v>
                </c:pt>
                <c:pt idx="1173">
                  <c:v>39891</c:v>
                </c:pt>
                <c:pt idx="1174">
                  <c:v>39892</c:v>
                </c:pt>
                <c:pt idx="1175">
                  <c:v>39893</c:v>
                </c:pt>
                <c:pt idx="1176">
                  <c:v>39894</c:v>
                </c:pt>
                <c:pt idx="1177">
                  <c:v>39895</c:v>
                </c:pt>
                <c:pt idx="1178">
                  <c:v>39896</c:v>
                </c:pt>
                <c:pt idx="1179">
                  <c:v>39897</c:v>
                </c:pt>
                <c:pt idx="1180">
                  <c:v>39898</c:v>
                </c:pt>
                <c:pt idx="1181">
                  <c:v>39899</c:v>
                </c:pt>
                <c:pt idx="1182">
                  <c:v>39900</c:v>
                </c:pt>
                <c:pt idx="1183">
                  <c:v>39901</c:v>
                </c:pt>
                <c:pt idx="1184">
                  <c:v>39902</c:v>
                </c:pt>
                <c:pt idx="1185">
                  <c:v>39903</c:v>
                </c:pt>
                <c:pt idx="1186">
                  <c:v>39904</c:v>
                </c:pt>
                <c:pt idx="1187">
                  <c:v>39905</c:v>
                </c:pt>
                <c:pt idx="1188">
                  <c:v>39906</c:v>
                </c:pt>
                <c:pt idx="1189">
                  <c:v>39907</c:v>
                </c:pt>
                <c:pt idx="1190">
                  <c:v>39908</c:v>
                </c:pt>
                <c:pt idx="1191">
                  <c:v>39909</c:v>
                </c:pt>
                <c:pt idx="1192">
                  <c:v>39910</c:v>
                </c:pt>
                <c:pt idx="1193">
                  <c:v>39911</c:v>
                </c:pt>
                <c:pt idx="1194">
                  <c:v>39912</c:v>
                </c:pt>
                <c:pt idx="1195">
                  <c:v>39913</c:v>
                </c:pt>
                <c:pt idx="1196">
                  <c:v>39914</c:v>
                </c:pt>
                <c:pt idx="1197">
                  <c:v>39915</c:v>
                </c:pt>
                <c:pt idx="1198">
                  <c:v>39916</c:v>
                </c:pt>
                <c:pt idx="1199">
                  <c:v>39917</c:v>
                </c:pt>
                <c:pt idx="1200">
                  <c:v>39918</c:v>
                </c:pt>
                <c:pt idx="1201">
                  <c:v>39919</c:v>
                </c:pt>
                <c:pt idx="1202">
                  <c:v>39920</c:v>
                </c:pt>
                <c:pt idx="1203">
                  <c:v>39921</c:v>
                </c:pt>
                <c:pt idx="1204">
                  <c:v>39922</c:v>
                </c:pt>
                <c:pt idx="1205">
                  <c:v>39923</c:v>
                </c:pt>
                <c:pt idx="1206">
                  <c:v>39924</c:v>
                </c:pt>
                <c:pt idx="1207">
                  <c:v>39925</c:v>
                </c:pt>
                <c:pt idx="1208">
                  <c:v>39926</c:v>
                </c:pt>
                <c:pt idx="1209">
                  <c:v>39927</c:v>
                </c:pt>
                <c:pt idx="1210">
                  <c:v>39928</c:v>
                </c:pt>
                <c:pt idx="1211">
                  <c:v>39929</c:v>
                </c:pt>
                <c:pt idx="1212">
                  <c:v>39930</c:v>
                </c:pt>
                <c:pt idx="1213">
                  <c:v>39931</c:v>
                </c:pt>
                <c:pt idx="1214">
                  <c:v>39932</c:v>
                </c:pt>
                <c:pt idx="1215">
                  <c:v>39933</c:v>
                </c:pt>
                <c:pt idx="1216">
                  <c:v>39934</c:v>
                </c:pt>
                <c:pt idx="1217">
                  <c:v>39935</c:v>
                </c:pt>
                <c:pt idx="1218">
                  <c:v>39936</c:v>
                </c:pt>
                <c:pt idx="1219">
                  <c:v>39937</c:v>
                </c:pt>
                <c:pt idx="1220">
                  <c:v>39938</c:v>
                </c:pt>
                <c:pt idx="1221">
                  <c:v>39939</c:v>
                </c:pt>
                <c:pt idx="1222">
                  <c:v>39940</c:v>
                </c:pt>
                <c:pt idx="1223">
                  <c:v>39941</c:v>
                </c:pt>
                <c:pt idx="1224">
                  <c:v>39942</c:v>
                </c:pt>
                <c:pt idx="1225">
                  <c:v>39943</c:v>
                </c:pt>
                <c:pt idx="1226">
                  <c:v>39944</c:v>
                </c:pt>
                <c:pt idx="1227">
                  <c:v>39945</c:v>
                </c:pt>
                <c:pt idx="1228">
                  <c:v>39946</c:v>
                </c:pt>
                <c:pt idx="1229">
                  <c:v>39947</c:v>
                </c:pt>
                <c:pt idx="1230">
                  <c:v>39948</c:v>
                </c:pt>
                <c:pt idx="1231">
                  <c:v>39949</c:v>
                </c:pt>
                <c:pt idx="1232">
                  <c:v>39950</c:v>
                </c:pt>
                <c:pt idx="1233">
                  <c:v>39951</c:v>
                </c:pt>
                <c:pt idx="1234">
                  <c:v>39952</c:v>
                </c:pt>
                <c:pt idx="1235">
                  <c:v>39953</c:v>
                </c:pt>
                <c:pt idx="1236">
                  <c:v>39954</c:v>
                </c:pt>
                <c:pt idx="1237">
                  <c:v>39955</c:v>
                </c:pt>
                <c:pt idx="1238">
                  <c:v>39956</c:v>
                </c:pt>
                <c:pt idx="1239">
                  <c:v>39957</c:v>
                </c:pt>
                <c:pt idx="1240">
                  <c:v>39958</c:v>
                </c:pt>
                <c:pt idx="1241">
                  <c:v>39959</c:v>
                </c:pt>
                <c:pt idx="1242">
                  <c:v>39960</c:v>
                </c:pt>
                <c:pt idx="1243">
                  <c:v>39961</c:v>
                </c:pt>
                <c:pt idx="1244">
                  <c:v>39962</c:v>
                </c:pt>
                <c:pt idx="1245">
                  <c:v>39963</c:v>
                </c:pt>
                <c:pt idx="1246">
                  <c:v>39964</c:v>
                </c:pt>
                <c:pt idx="1247">
                  <c:v>39965</c:v>
                </c:pt>
                <c:pt idx="1248">
                  <c:v>39966</c:v>
                </c:pt>
                <c:pt idx="1249">
                  <c:v>39967</c:v>
                </c:pt>
                <c:pt idx="1250">
                  <c:v>39968</c:v>
                </c:pt>
                <c:pt idx="1251">
                  <c:v>39969</c:v>
                </c:pt>
                <c:pt idx="1252">
                  <c:v>39970</c:v>
                </c:pt>
                <c:pt idx="1253">
                  <c:v>39971</c:v>
                </c:pt>
                <c:pt idx="1254">
                  <c:v>39972</c:v>
                </c:pt>
                <c:pt idx="1255">
                  <c:v>39973</c:v>
                </c:pt>
                <c:pt idx="1256">
                  <c:v>39974</c:v>
                </c:pt>
                <c:pt idx="1257">
                  <c:v>39975</c:v>
                </c:pt>
                <c:pt idx="1258">
                  <c:v>39976</c:v>
                </c:pt>
                <c:pt idx="1259">
                  <c:v>39977</c:v>
                </c:pt>
                <c:pt idx="1260">
                  <c:v>39978</c:v>
                </c:pt>
                <c:pt idx="1261">
                  <c:v>39979</c:v>
                </c:pt>
                <c:pt idx="1262">
                  <c:v>39980</c:v>
                </c:pt>
                <c:pt idx="1263">
                  <c:v>39981</c:v>
                </c:pt>
                <c:pt idx="1264">
                  <c:v>39982</c:v>
                </c:pt>
                <c:pt idx="1265">
                  <c:v>39983</c:v>
                </c:pt>
                <c:pt idx="1266">
                  <c:v>39984</c:v>
                </c:pt>
                <c:pt idx="1267">
                  <c:v>39985</c:v>
                </c:pt>
                <c:pt idx="1268">
                  <c:v>39986</c:v>
                </c:pt>
                <c:pt idx="1269">
                  <c:v>39987</c:v>
                </c:pt>
                <c:pt idx="1270">
                  <c:v>39988</c:v>
                </c:pt>
                <c:pt idx="1271">
                  <c:v>39989</c:v>
                </c:pt>
                <c:pt idx="1272">
                  <c:v>39990</c:v>
                </c:pt>
                <c:pt idx="1273">
                  <c:v>39991</c:v>
                </c:pt>
                <c:pt idx="1274">
                  <c:v>39992</c:v>
                </c:pt>
                <c:pt idx="1275">
                  <c:v>39993</c:v>
                </c:pt>
                <c:pt idx="1276">
                  <c:v>39994</c:v>
                </c:pt>
                <c:pt idx="1277">
                  <c:v>39995</c:v>
                </c:pt>
                <c:pt idx="1278">
                  <c:v>39996</c:v>
                </c:pt>
                <c:pt idx="1279">
                  <c:v>39997</c:v>
                </c:pt>
                <c:pt idx="1280">
                  <c:v>39998</c:v>
                </c:pt>
                <c:pt idx="1281">
                  <c:v>39999</c:v>
                </c:pt>
                <c:pt idx="1282">
                  <c:v>40000</c:v>
                </c:pt>
                <c:pt idx="1283">
                  <c:v>40001</c:v>
                </c:pt>
                <c:pt idx="1284">
                  <c:v>40002</c:v>
                </c:pt>
                <c:pt idx="1285">
                  <c:v>40003</c:v>
                </c:pt>
                <c:pt idx="1286">
                  <c:v>40004</c:v>
                </c:pt>
                <c:pt idx="1287">
                  <c:v>40005</c:v>
                </c:pt>
                <c:pt idx="1288">
                  <c:v>40006</c:v>
                </c:pt>
                <c:pt idx="1289">
                  <c:v>40007</c:v>
                </c:pt>
                <c:pt idx="1290">
                  <c:v>40008</c:v>
                </c:pt>
                <c:pt idx="1291">
                  <c:v>40009</c:v>
                </c:pt>
                <c:pt idx="1292">
                  <c:v>40010</c:v>
                </c:pt>
                <c:pt idx="1293">
                  <c:v>40011</c:v>
                </c:pt>
                <c:pt idx="1294">
                  <c:v>40012</c:v>
                </c:pt>
                <c:pt idx="1295">
                  <c:v>40013</c:v>
                </c:pt>
                <c:pt idx="1296">
                  <c:v>40014</c:v>
                </c:pt>
                <c:pt idx="1297">
                  <c:v>40015</c:v>
                </c:pt>
                <c:pt idx="1298">
                  <c:v>40016</c:v>
                </c:pt>
                <c:pt idx="1299">
                  <c:v>40017</c:v>
                </c:pt>
                <c:pt idx="1300">
                  <c:v>40018</c:v>
                </c:pt>
                <c:pt idx="1301">
                  <c:v>40019</c:v>
                </c:pt>
                <c:pt idx="1302">
                  <c:v>40020</c:v>
                </c:pt>
                <c:pt idx="1303">
                  <c:v>40021</c:v>
                </c:pt>
                <c:pt idx="1304">
                  <c:v>40022</c:v>
                </c:pt>
                <c:pt idx="1305">
                  <c:v>40023</c:v>
                </c:pt>
                <c:pt idx="1306">
                  <c:v>40024</c:v>
                </c:pt>
                <c:pt idx="1307">
                  <c:v>40025</c:v>
                </c:pt>
                <c:pt idx="1308">
                  <c:v>40026</c:v>
                </c:pt>
                <c:pt idx="1309">
                  <c:v>40027</c:v>
                </c:pt>
                <c:pt idx="1310">
                  <c:v>40028</c:v>
                </c:pt>
                <c:pt idx="1311">
                  <c:v>40029</c:v>
                </c:pt>
                <c:pt idx="1312">
                  <c:v>40030</c:v>
                </c:pt>
                <c:pt idx="1313">
                  <c:v>40031</c:v>
                </c:pt>
                <c:pt idx="1314">
                  <c:v>40032</c:v>
                </c:pt>
                <c:pt idx="1315">
                  <c:v>40033</c:v>
                </c:pt>
                <c:pt idx="1316">
                  <c:v>40034</c:v>
                </c:pt>
                <c:pt idx="1317">
                  <c:v>40035</c:v>
                </c:pt>
                <c:pt idx="1318">
                  <c:v>40036</c:v>
                </c:pt>
                <c:pt idx="1319">
                  <c:v>40037</c:v>
                </c:pt>
                <c:pt idx="1320">
                  <c:v>40038</c:v>
                </c:pt>
                <c:pt idx="1321">
                  <c:v>40039</c:v>
                </c:pt>
                <c:pt idx="1322">
                  <c:v>40040</c:v>
                </c:pt>
                <c:pt idx="1323">
                  <c:v>40041</c:v>
                </c:pt>
                <c:pt idx="1324">
                  <c:v>40042</c:v>
                </c:pt>
                <c:pt idx="1325">
                  <c:v>40043</c:v>
                </c:pt>
                <c:pt idx="1326">
                  <c:v>40044</c:v>
                </c:pt>
                <c:pt idx="1327">
                  <c:v>40045</c:v>
                </c:pt>
                <c:pt idx="1328">
                  <c:v>40046</c:v>
                </c:pt>
                <c:pt idx="1329">
                  <c:v>40047</c:v>
                </c:pt>
                <c:pt idx="1330">
                  <c:v>40048</c:v>
                </c:pt>
                <c:pt idx="1331">
                  <c:v>40049</c:v>
                </c:pt>
                <c:pt idx="1332">
                  <c:v>40050</c:v>
                </c:pt>
                <c:pt idx="1333">
                  <c:v>40051</c:v>
                </c:pt>
                <c:pt idx="1334">
                  <c:v>40052</c:v>
                </c:pt>
                <c:pt idx="1335">
                  <c:v>40053</c:v>
                </c:pt>
                <c:pt idx="1336">
                  <c:v>40054</c:v>
                </c:pt>
                <c:pt idx="1337">
                  <c:v>40055</c:v>
                </c:pt>
                <c:pt idx="1338">
                  <c:v>40056</c:v>
                </c:pt>
                <c:pt idx="1339">
                  <c:v>40057</c:v>
                </c:pt>
                <c:pt idx="1340">
                  <c:v>40058</c:v>
                </c:pt>
                <c:pt idx="1341">
                  <c:v>40059</c:v>
                </c:pt>
                <c:pt idx="1342">
                  <c:v>40060</c:v>
                </c:pt>
                <c:pt idx="1343">
                  <c:v>40061</c:v>
                </c:pt>
                <c:pt idx="1344">
                  <c:v>40062</c:v>
                </c:pt>
                <c:pt idx="1345">
                  <c:v>40063</c:v>
                </c:pt>
                <c:pt idx="1346">
                  <c:v>40064</c:v>
                </c:pt>
                <c:pt idx="1347">
                  <c:v>40065</c:v>
                </c:pt>
                <c:pt idx="1348">
                  <c:v>40066</c:v>
                </c:pt>
                <c:pt idx="1349">
                  <c:v>40067</c:v>
                </c:pt>
                <c:pt idx="1350">
                  <c:v>40068</c:v>
                </c:pt>
                <c:pt idx="1351">
                  <c:v>40069</c:v>
                </c:pt>
                <c:pt idx="1352">
                  <c:v>40070</c:v>
                </c:pt>
                <c:pt idx="1353">
                  <c:v>40071</c:v>
                </c:pt>
                <c:pt idx="1354">
                  <c:v>40072</c:v>
                </c:pt>
                <c:pt idx="1355">
                  <c:v>40073</c:v>
                </c:pt>
                <c:pt idx="1356">
                  <c:v>40074</c:v>
                </c:pt>
                <c:pt idx="1357">
                  <c:v>40075</c:v>
                </c:pt>
                <c:pt idx="1358">
                  <c:v>40076</c:v>
                </c:pt>
                <c:pt idx="1359">
                  <c:v>40077</c:v>
                </c:pt>
                <c:pt idx="1360">
                  <c:v>40078</c:v>
                </c:pt>
                <c:pt idx="1361">
                  <c:v>40079</c:v>
                </c:pt>
                <c:pt idx="1362">
                  <c:v>40080</c:v>
                </c:pt>
                <c:pt idx="1363">
                  <c:v>40081</c:v>
                </c:pt>
                <c:pt idx="1364">
                  <c:v>40082</c:v>
                </c:pt>
                <c:pt idx="1365">
                  <c:v>40083</c:v>
                </c:pt>
                <c:pt idx="1366">
                  <c:v>40084</c:v>
                </c:pt>
                <c:pt idx="1367">
                  <c:v>40085</c:v>
                </c:pt>
                <c:pt idx="1368">
                  <c:v>40086</c:v>
                </c:pt>
                <c:pt idx="1369">
                  <c:v>40087</c:v>
                </c:pt>
                <c:pt idx="1370">
                  <c:v>40088</c:v>
                </c:pt>
                <c:pt idx="1371">
                  <c:v>40089</c:v>
                </c:pt>
                <c:pt idx="1372">
                  <c:v>40090</c:v>
                </c:pt>
                <c:pt idx="1373">
                  <c:v>40091</c:v>
                </c:pt>
                <c:pt idx="1374">
                  <c:v>40092</c:v>
                </c:pt>
                <c:pt idx="1375">
                  <c:v>40093</c:v>
                </c:pt>
                <c:pt idx="1376">
                  <c:v>40094</c:v>
                </c:pt>
                <c:pt idx="1377">
                  <c:v>40095</c:v>
                </c:pt>
                <c:pt idx="1378">
                  <c:v>40096</c:v>
                </c:pt>
                <c:pt idx="1379">
                  <c:v>40097</c:v>
                </c:pt>
                <c:pt idx="1380">
                  <c:v>40098</c:v>
                </c:pt>
                <c:pt idx="1381">
                  <c:v>40099</c:v>
                </c:pt>
                <c:pt idx="1382">
                  <c:v>40100</c:v>
                </c:pt>
                <c:pt idx="1383">
                  <c:v>40101</c:v>
                </c:pt>
                <c:pt idx="1384">
                  <c:v>40102</c:v>
                </c:pt>
                <c:pt idx="1385">
                  <c:v>40103</c:v>
                </c:pt>
                <c:pt idx="1386">
                  <c:v>40104</c:v>
                </c:pt>
                <c:pt idx="1387">
                  <c:v>40105</c:v>
                </c:pt>
                <c:pt idx="1388">
                  <c:v>40106</c:v>
                </c:pt>
                <c:pt idx="1389">
                  <c:v>40107</c:v>
                </c:pt>
                <c:pt idx="1390">
                  <c:v>40108</c:v>
                </c:pt>
                <c:pt idx="1391">
                  <c:v>40109</c:v>
                </c:pt>
                <c:pt idx="1392">
                  <c:v>40110</c:v>
                </c:pt>
                <c:pt idx="1393">
                  <c:v>40111</c:v>
                </c:pt>
                <c:pt idx="1394">
                  <c:v>40112</c:v>
                </c:pt>
                <c:pt idx="1395">
                  <c:v>40113</c:v>
                </c:pt>
                <c:pt idx="1396">
                  <c:v>40114</c:v>
                </c:pt>
                <c:pt idx="1397">
                  <c:v>40115</c:v>
                </c:pt>
                <c:pt idx="1398">
                  <c:v>40116</c:v>
                </c:pt>
                <c:pt idx="1399">
                  <c:v>40117</c:v>
                </c:pt>
                <c:pt idx="1400">
                  <c:v>40118</c:v>
                </c:pt>
                <c:pt idx="1401">
                  <c:v>40119</c:v>
                </c:pt>
                <c:pt idx="1402">
                  <c:v>40120</c:v>
                </c:pt>
                <c:pt idx="1403">
                  <c:v>40121</c:v>
                </c:pt>
                <c:pt idx="1404">
                  <c:v>40122</c:v>
                </c:pt>
                <c:pt idx="1405">
                  <c:v>40123</c:v>
                </c:pt>
                <c:pt idx="1406">
                  <c:v>40124</c:v>
                </c:pt>
                <c:pt idx="1407">
                  <c:v>40125</c:v>
                </c:pt>
                <c:pt idx="1408">
                  <c:v>40126</c:v>
                </c:pt>
                <c:pt idx="1409">
                  <c:v>40127</c:v>
                </c:pt>
                <c:pt idx="1410">
                  <c:v>40128</c:v>
                </c:pt>
                <c:pt idx="1411">
                  <c:v>40129</c:v>
                </c:pt>
                <c:pt idx="1412">
                  <c:v>40130</c:v>
                </c:pt>
                <c:pt idx="1413">
                  <c:v>40131</c:v>
                </c:pt>
                <c:pt idx="1414">
                  <c:v>40132</c:v>
                </c:pt>
                <c:pt idx="1415">
                  <c:v>40133</c:v>
                </c:pt>
                <c:pt idx="1416">
                  <c:v>40134</c:v>
                </c:pt>
                <c:pt idx="1417">
                  <c:v>40135</c:v>
                </c:pt>
                <c:pt idx="1418">
                  <c:v>40136</c:v>
                </c:pt>
                <c:pt idx="1419">
                  <c:v>40137</c:v>
                </c:pt>
                <c:pt idx="1420">
                  <c:v>40138</c:v>
                </c:pt>
                <c:pt idx="1421">
                  <c:v>40139</c:v>
                </c:pt>
                <c:pt idx="1422">
                  <c:v>40140</c:v>
                </c:pt>
                <c:pt idx="1423">
                  <c:v>40141</c:v>
                </c:pt>
                <c:pt idx="1424">
                  <c:v>40142</c:v>
                </c:pt>
                <c:pt idx="1425">
                  <c:v>40143</c:v>
                </c:pt>
                <c:pt idx="1426">
                  <c:v>40144</c:v>
                </c:pt>
                <c:pt idx="1427">
                  <c:v>40145</c:v>
                </c:pt>
                <c:pt idx="1428">
                  <c:v>40146</c:v>
                </c:pt>
                <c:pt idx="1429">
                  <c:v>40147</c:v>
                </c:pt>
                <c:pt idx="1430">
                  <c:v>40148</c:v>
                </c:pt>
                <c:pt idx="1431">
                  <c:v>40149</c:v>
                </c:pt>
                <c:pt idx="1432">
                  <c:v>40150</c:v>
                </c:pt>
                <c:pt idx="1433">
                  <c:v>40151</c:v>
                </c:pt>
                <c:pt idx="1434">
                  <c:v>40152</c:v>
                </c:pt>
                <c:pt idx="1435">
                  <c:v>40153</c:v>
                </c:pt>
                <c:pt idx="1436">
                  <c:v>40154</c:v>
                </c:pt>
                <c:pt idx="1437">
                  <c:v>40155</c:v>
                </c:pt>
                <c:pt idx="1438">
                  <c:v>40156</c:v>
                </c:pt>
                <c:pt idx="1439">
                  <c:v>40157</c:v>
                </c:pt>
                <c:pt idx="1440">
                  <c:v>40158</c:v>
                </c:pt>
                <c:pt idx="1441">
                  <c:v>40159</c:v>
                </c:pt>
                <c:pt idx="1442">
                  <c:v>40160</c:v>
                </c:pt>
                <c:pt idx="1443">
                  <c:v>40161</c:v>
                </c:pt>
                <c:pt idx="1444">
                  <c:v>40162</c:v>
                </c:pt>
                <c:pt idx="1445">
                  <c:v>40163</c:v>
                </c:pt>
                <c:pt idx="1446">
                  <c:v>40164</c:v>
                </c:pt>
                <c:pt idx="1447">
                  <c:v>40165</c:v>
                </c:pt>
                <c:pt idx="1448">
                  <c:v>40166</c:v>
                </c:pt>
                <c:pt idx="1449">
                  <c:v>40167</c:v>
                </c:pt>
                <c:pt idx="1450">
                  <c:v>40168</c:v>
                </c:pt>
                <c:pt idx="1451">
                  <c:v>40169</c:v>
                </c:pt>
                <c:pt idx="1452">
                  <c:v>40170</c:v>
                </c:pt>
                <c:pt idx="1453">
                  <c:v>40171</c:v>
                </c:pt>
                <c:pt idx="1454">
                  <c:v>40172</c:v>
                </c:pt>
                <c:pt idx="1455">
                  <c:v>40173</c:v>
                </c:pt>
                <c:pt idx="1456">
                  <c:v>40174</c:v>
                </c:pt>
                <c:pt idx="1457">
                  <c:v>40175</c:v>
                </c:pt>
                <c:pt idx="1458">
                  <c:v>40176</c:v>
                </c:pt>
                <c:pt idx="1459">
                  <c:v>40177</c:v>
                </c:pt>
                <c:pt idx="1460">
                  <c:v>40178</c:v>
                </c:pt>
                <c:pt idx="1461">
                  <c:v>40179</c:v>
                </c:pt>
                <c:pt idx="1462">
                  <c:v>40180</c:v>
                </c:pt>
                <c:pt idx="1463">
                  <c:v>40181</c:v>
                </c:pt>
                <c:pt idx="1464">
                  <c:v>40182</c:v>
                </c:pt>
                <c:pt idx="1465">
                  <c:v>40183</c:v>
                </c:pt>
                <c:pt idx="1466">
                  <c:v>40184</c:v>
                </c:pt>
                <c:pt idx="1467">
                  <c:v>40185</c:v>
                </c:pt>
                <c:pt idx="1468">
                  <c:v>40186</c:v>
                </c:pt>
                <c:pt idx="1469">
                  <c:v>40187</c:v>
                </c:pt>
                <c:pt idx="1470">
                  <c:v>40188</c:v>
                </c:pt>
                <c:pt idx="1471">
                  <c:v>40189</c:v>
                </c:pt>
                <c:pt idx="1472">
                  <c:v>40190</c:v>
                </c:pt>
                <c:pt idx="1473">
                  <c:v>40191</c:v>
                </c:pt>
                <c:pt idx="1474">
                  <c:v>40192</c:v>
                </c:pt>
                <c:pt idx="1475">
                  <c:v>40193</c:v>
                </c:pt>
                <c:pt idx="1476">
                  <c:v>40194</c:v>
                </c:pt>
                <c:pt idx="1477">
                  <c:v>40195</c:v>
                </c:pt>
                <c:pt idx="1478">
                  <c:v>40196</c:v>
                </c:pt>
                <c:pt idx="1479">
                  <c:v>40197</c:v>
                </c:pt>
                <c:pt idx="1480">
                  <c:v>40198</c:v>
                </c:pt>
                <c:pt idx="1481">
                  <c:v>40199</c:v>
                </c:pt>
                <c:pt idx="1482">
                  <c:v>40200</c:v>
                </c:pt>
                <c:pt idx="1483">
                  <c:v>40201</c:v>
                </c:pt>
                <c:pt idx="1484">
                  <c:v>40202</c:v>
                </c:pt>
                <c:pt idx="1485">
                  <c:v>40203</c:v>
                </c:pt>
                <c:pt idx="1486">
                  <c:v>40204</c:v>
                </c:pt>
                <c:pt idx="1487">
                  <c:v>40205</c:v>
                </c:pt>
                <c:pt idx="1488">
                  <c:v>40206</c:v>
                </c:pt>
                <c:pt idx="1489">
                  <c:v>40207</c:v>
                </c:pt>
                <c:pt idx="1490">
                  <c:v>40208</c:v>
                </c:pt>
                <c:pt idx="1491">
                  <c:v>40209</c:v>
                </c:pt>
                <c:pt idx="1492">
                  <c:v>40210</c:v>
                </c:pt>
                <c:pt idx="1493">
                  <c:v>40211</c:v>
                </c:pt>
                <c:pt idx="1494">
                  <c:v>40212</c:v>
                </c:pt>
                <c:pt idx="1495">
                  <c:v>40213</c:v>
                </c:pt>
                <c:pt idx="1496">
                  <c:v>40214</c:v>
                </c:pt>
                <c:pt idx="1497">
                  <c:v>40215</c:v>
                </c:pt>
                <c:pt idx="1498">
                  <c:v>40216</c:v>
                </c:pt>
                <c:pt idx="1499">
                  <c:v>40217</c:v>
                </c:pt>
                <c:pt idx="1500">
                  <c:v>40218</c:v>
                </c:pt>
                <c:pt idx="1501">
                  <c:v>40219</c:v>
                </c:pt>
                <c:pt idx="1502">
                  <c:v>40220</c:v>
                </c:pt>
                <c:pt idx="1503">
                  <c:v>40221</c:v>
                </c:pt>
                <c:pt idx="1504">
                  <c:v>40222</c:v>
                </c:pt>
                <c:pt idx="1505">
                  <c:v>40223</c:v>
                </c:pt>
                <c:pt idx="1506">
                  <c:v>40224</c:v>
                </c:pt>
                <c:pt idx="1507">
                  <c:v>40225</c:v>
                </c:pt>
                <c:pt idx="1508">
                  <c:v>40226</c:v>
                </c:pt>
                <c:pt idx="1509">
                  <c:v>40227</c:v>
                </c:pt>
                <c:pt idx="1510">
                  <c:v>40228</c:v>
                </c:pt>
                <c:pt idx="1511">
                  <c:v>40229</c:v>
                </c:pt>
                <c:pt idx="1512">
                  <c:v>40230</c:v>
                </c:pt>
                <c:pt idx="1513">
                  <c:v>40231</c:v>
                </c:pt>
                <c:pt idx="1514">
                  <c:v>40232</c:v>
                </c:pt>
                <c:pt idx="1515">
                  <c:v>40233</c:v>
                </c:pt>
                <c:pt idx="1516">
                  <c:v>40234</c:v>
                </c:pt>
                <c:pt idx="1517">
                  <c:v>40235</c:v>
                </c:pt>
                <c:pt idx="1518">
                  <c:v>40236</c:v>
                </c:pt>
                <c:pt idx="1519">
                  <c:v>40237</c:v>
                </c:pt>
                <c:pt idx="1520">
                  <c:v>40238</c:v>
                </c:pt>
                <c:pt idx="1521">
                  <c:v>40239</c:v>
                </c:pt>
                <c:pt idx="1522">
                  <c:v>40240</c:v>
                </c:pt>
                <c:pt idx="1523">
                  <c:v>40241</c:v>
                </c:pt>
                <c:pt idx="1524">
                  <c:v>40242</c:v>
                </c:pt>
                <c:pt idx="1525">
                  <c:v>40243</c:v>
                </c:pt>
                <c:pt idx="1526">
                  <c:v>40244</c:v>
                </c:pt>
                <c:pt idx="1527">
                  <c:v>40245</c:v>
                </c:pt>
                <c:pt idx="1528">
                  <c:v>40246</c:v>
                </c:pt>
                <c:pt idx="1529">
                  <c:v>40247</c:v>
                </c:pt>
                <c:pt idx="1530">
                  <c:v>40248</c:v>
                </c:pt>
                <c:pt idx="1531">
                  <c:v>40249</c:v>
                </c:pt>
                <c:pt idx="1532">
                  <c:v>40250</c:v>
                </c:pt>
                <c:pt idx="1533">
                  <c:v>40251</c:v>
                </c:pt>
                <c:pt idx="1534">
                  <c:v>40252</c:v>
                </c:pt>
                <c:pt idx="1535">
                  <c:v>40253</c:v>
                </c:pt>
                <c:pt idx="1536">
                  <c:v>40254</c:v>
                </c:pt>
                <c:pt idx="1537">
                  <c:v>40255</c:v>
                </c:pt>
                <c:pt idx="1538">
                  <c:v>40256</c:v>
                </c:pt>
                <c:pt idx="1539">
                  <c:v>40257</c:v>
                </c:pt>
                <c:pt idx="1540">
                  <c:v>40258</c:v>
                </c:pt>
                <c:pt idx="1541">
                  <c:v>40259</c:v>
                </c:pt>
                <c:pt idx="1542">
                  <c:v>40260</c:v>
                </c:pt>
                <c:pt idx="1543">
                  <c:v>40261</c:v>
                </c:pt>
                <c:pt idx="1544">
                  <c:v>40262</c:v>
                </c:pt>
                <c:pt idx="1545">
                  <c:v>40263</c:v>
                </c:pt>
                <c:pt idx="1546">
                  <c:v>40264</c:v>
                </c:pt>
                <c:pt idx="1547">
                  <c:v>40265</c:v>
                </c:pt>
                <c:pt idx="1548">
                  <c:v>40266</c:v>
                </c:pt>
                <c:pt idx="1549">
                  <c:v>40267</c:v>
                </c:pt>
                <c:pt idx="1550">
                  <c:v>40268</c:v>
                </c:pt>
                <c:pt idx="1551">
                  <c:v>40269</c:v>
                </c:pt>
                <c:pt idx="1552">
                  <c:v>40270</c:v>
                </c:pt>
                <c:pt idx="1553">
                  <c:v>40271</c:v>
                </c:pt>
                <c:pt idx="1554">
                  <c:v>40272</c:v>
                </c:pt>
                <c:pt idx="1555">
                  <c:v>40273</c:v>
                </c:pt>
                <c:pt idx="1556">
                  <c:v>40274</c:v>
                </c:pt>
                <c:pt idx="1557">
                  <c:v>40275</c:v>
                </c:pt>
                <c:pt idx="1558">
                  <c:v>40276</c:v>
                </c:pt>
                <c:pt idx="1559">
                  <c:v>40277</c:v>
                </c:pt>
                <c:pt idx="1560">
                  <c:v>40278</c:v>
                </c:pt>
                <c:pt idx="1561">
                  <c:v>40279</c:v>
                </c:pt>
                <c:pt idx="1562">
                  <c:v>40280</c:v>
                </c:pt>
                <c:pt idx="1563">
                  <c:v>40281</c:v>
                </c:pt>
                <c:pt idx="1564">
                  <c:v>40282</c:v>
                </c:pt>
                <c:pt idx="1565">
                  <c:v>40283</c:v>
                </c:pt>
                <c:pt idx="1566">
                  <c:v>40284</c:v>
                </c:pt>
                <c:pt idx="1567">
                  <c:v>40285</c:v>
                </c:pt>
                <c:pt idx="1568">
                  <c:v>40286</c:v>
                </c:pt>
                <c:pt idx="1569">
                  <c:v>40287</c:v>
                </c:pt>
                <c:pt idx="1570">
                  <c:v>40288</c:v>
                </c:pt>
                <c:pt idx="1571">
                  <c:v>40289</c:v>
                </c:pt>
                <c:pt idx="1572">
                  <c:v>40290</c:v>
                </c:pt>
                <c:pt idx="1573">
                  <c:v>40291</c:v>
                </c:pt>
                <c:pt idx="1574">
                  <c:v>40292</c:v>
                </c:pt>
                <c:pt idx="1575">
                  <c:v>40293</c:v>
                </c:pt>
                <c:pt idx="1576">
                  <c:v>40294</c:v>
                </c:pt>
                <c:pt idx="1577">
                  <c:v>40295</c:v>
                </c:pt>
                <c:pt idx="1578">
                  <c:v>40296</c:v>
                </c:pt>
                <c:pt idx="1579">
                  <c:v>40297</c:v>
                </c:pt>
                <c:pt idx="1580">
                  <c:v>40298</c:v>
                </c:pt>
                <c:pt idx="1581">
                  <c:v>40299</c:v>
                </c:pt>
                <c:pt idx="1582">
                  <c:v>40300</c:v>
                </c:pt>
                <c:pt idx="1583">
                  <c:v>40301</c:v>
                </c:pt>
                <c:pt idx="1584">
                  <c:v>40302</c:v>
                </c:pt>
                <c:pt idx="1585">
                  <c:v>40303</c:v>
                </c:pt>
                <c:pt idx="1586">
                  <c:v>40304</c:v>
                </c:pt>
                <c:pt idx="1587">
                  <c:v>40305</c:v>
                </c:pt>
                <c:pt idx="1588">
                  <c:v>40306</c:v>
                </c:pt>
                <c:pt idx="1589">
                  <c:v>40307</c:v>
                </c:pt>
                <c:pt idx="1590">
                  <c:v>40308</c:v>
                </c:pt>
                <c:pt idx="1591">
                  <c:v>40309</c:v>
                </c:pt>
                <c:pt idx="1592">
                  <c:v>40310</c:v>
                </c:pt>
                <c:pt idx="1593">
                  <c:v>40311</c:v>
                </c:pt>
                <c:pt idx="1594">
                  <c:v>40312</c:v>
                </c:pt>
                <c:pt idx="1595">
                  <c:v>40313</c:v>
                </c:pt>
                <c:pt idx="1596">
                  <c:v>40314</c:v>
                </c:pt>
                <c:pt idx="1597">
                  <c:v>40315</c:v>
                </c:pt>
                <c:pt idx="1598">
                  <c:v>40316</c:v>
                </c:pt>
                <c:pt idx="1599">
                  <c:v>40317</c:v>
                </c:pt>
                <c:pt idx="1600">
                  <c:v>40318</c:v>
                </c:pt>
                <c:pt idx="1601">
                  <c:v>40319</c:v>
                </c:pt>
                <c:pt idx="1602">
                  <c:v>40320</c:v>
                </c:pt>
                <c:pt idx="1603">
                  <c:v>40321</c:v>
                </c:pt>
                <c:pt idx="1604">
                  <c:v>40322</c:v>
                </c:pt>
                <c:pt idx="1605">
                  <c:v>40323</c:v>
                </c:pt>
                <c:pt idx="1606">
                  <c:v>40324</c:v>
                </c:pt>
                <c:pt idx="1607">
                  <c:v>40325</c:v>
                </c:pt>
                <c:pt idx="1608">
                  <c:v>40326</c:v>
                </c:pt>
                <c:pt idx="1609">
                  <c:v>40327</c:v>
                </c:pt>
                <c:pt idx="1610">
                  <c:v>40328</c:v>
                </c:pt>
                <c:pt idx="1611">
                  <c:v>40329</c:v>
                </c:pt>
                <c:pt idx="1612">
                  <c:v>40330</c:v>
                </c:pt>
                <c:pt idx="1613">
                  <c:v>40331</c:v>
                </c:pt>
                <c:pt idx="1614">
                  <c:v>40332</c:v>
                </c:pt>
                <c:pt idx="1615">
                  <c:v>40333</c:v>
                </c:pt>
                <c:pt idx="1616">
                  <c:v>40334</c:v>
                </c:pt>
                <c:pt idx="1617">
                  <c:v>40335</c:v>
                </c:pt>
                <c:pt idx="1618">
                  <c:v>40336</c:v>
                </c:pt>
                <c:pt idx="1619">
                  <c:v>40337</c:v>
                </c:pt>
                <c:pt idx="1620">
                  <c:v>40338</c:v>
                </c:pt>
                <c:pt idx="1621">
                  <c:v>40339</c:v>
                </c:pt>
                <c:pt idx="1622">
                  <c:v>40340</c:v>
                </c:pt>
                <c:pt idx="1623">
                  <c:v>40341</c:v>
                </c:pt>
                <c:pt idx="1624">
                  <c:v>40342</c:v>
                </c:pt>
                <c:pt idx="1625">
                  <c:v>40343</c:v>
                </c:pt>
                <c:pt idx="1626">
                  <c:v>40344</c:v>
                </c:pt>
                <c:pt idx="1627">
                  <c:v>40345</c:v>
                </c:pt>
                <c:pt idx="1628">
                  <c:v>40346</c:v>
                </c:pt>
                <c:pt idx="1629">
                  <c:v>40347</c:v>
                </c:pt>
                <c:pt idx="1630">
                  <c:v>40348</c:v>
                </c:pt>
                <c:pt idx="1631">
                  <c:v>40349</c:v>
                </c:pt>
                <c:pt idx="1632">
                  <c:v>40350</c:v>
                </c:pt>
                <c:pt idx="1633">
                  <c:v>40351</c:v>
                </c:pt>
                <c:pt idx="1634">
                  <c:v>40352</c:v>
                </c:pt>
                <c:pt idx="1635">
                  <c:v>40353</c:v>
                </c:pt>
                <c:pt idx="1636">
                  <c:v>40354</c:v>
                </c:pt>
                <c:pt idx="1637">
                  <c:v>40355</c:v>
                </c:pt>
                <c:pt idx="1638">
                  <c:v>40356</c:v>
                </c:pt>
                <c:pt idx="1639">
                  <c:v>40357</c:v>
                </c:pt>
                <c:pt idx="1640">
                  <c:v>40358</c:v>
                </c:pt>
                <c:pt idx="1641">
                  <c:v>40359</c:v>
                </c:pt>
                <c:pt idx="1642">
                  <c:v>40360</c:v>
                </c:pt>
                <c:pt idx="1643">
                  <c:v>40361</c:v>
                </c:pt>
                <c:pt idx="1644">
                  <c:v>40362</c:v>
                </c:pt>
                <c:pt idx="1645">
                  <c:v>40363</c:v>
                </c:pt>
                <c:pt idx="1646">
                  <c:v>40364</c:v>
                </c:pt>
                <c:pt idx="1647">
                  <c:v>40365</c:v>
                </c:pt>
                <c:pt idx="1648">
                  <c:v>40366</c:v>
                </c:pt>
                <c:pt idx="1649">
                  <c:v>40367</c:v>
                </c:pt>
                <c:pt idx="1650">
                  <c:v>40368</c:v>
                </c:pt>
                <c:pt idx="1651">
                  <c:v>40369</c:v>
                </c:pt>
                <c:pt idx="1652">
                  <c:v>40370</c:v>
                </c:pt>
                <c:pt idx="1653">
                  <c:v>40371</c:v>
                </c:pt>
                <c:pt idx="1654">
                  <c:v>40372</c:v>
                </c:pt>
                <c:pt idx="1655">
                  <c:v>40373</c:v>
                </c:pt>
                <c:pt idx="1656">
                  <c:v>40374</c:v>
                </c:pt>
                <c:pt idx="1657">
                  <c:v>40375</c:v>
                </c:pt>
                <c:pt idx="1658">
                  <c:v>40376</c:v>
                </c:pt>
                <c:pt idx="1659">
                  <c:v>40377</c:v>
                </c:pt>
                <c:pt idx="1660">
                  <c:v>40378</c:v>
                </c:pt>
                <c:pt idx="1661">
                  <c:v>40379</c:v>
                </c:pt>
                <c:pt idx="1662">
                  <c:v>40380</c:v>
                </c:pt>
                <c:pt idx="1663">
                  <c:v>40381</c:v>
                </c:pt>
                <c:pt idx="1664">
                  <c:v>40382</c:v>
                </c:pt>
                <c:pt idx="1665">
                  <c:v>40383</c:v>
                </c:pt>
                <c:pt idx="1666">
                  <c:v>40384</c:v>
                </c:pt>
                <c:pt idx="1667">
                  <c:v>40385</c:v>
                </c:pt>
                <c:pt idx="1668">
                  <c:v>40386</c:v>
                </c:pt>
                <c:pt idx="1669">
                  <c:v>40387</c:v>
                </c:pt>
                <c:pt idx="1670">
                  <c:v>40388</c:v>
                </c:pt>
                <c:pt idx="1671">
                  <c:v>40389</c:v>
                </c:pt>
                <c:pt idx="1672">
                  <c:v>40390</c:v>
                </c:pt>
                <c:pt idx="1673">
                  <c:v>40391</c:v>
                </c:pt>
                <c:pt idx="1674">
                  <c:v>40392</c:v>
                </c:pt>
                <c:pt idx="1675">
                  <c:v>40393</c:v>
                </c:pt>
                <c:pt idx="1676">
                  <c:v>40394</c:v>
                </c:pt>
                <c:pt idx="1677">
                  <c:v>40395</c:v>
                </c:pt>
                <c:pt idx="1678">
                  <c:v>40396</c:v>
                </c:pt>
                <c:pt idx="1679">
                  <c:v>40397</c:v>
                </c:pt>
                <c:pt idx="1680">
                  <c:v>40398</c:v>
                </c:pt>
                <c:pt idx="1681">
                  <c:v>40399</c:v>
                </c:pt>
                <c:pt idx="1682">
                  <c:v>40400</c:v>
                </c:pt>
                <c:pt idx="1683">
                  <c:v>40401</c:v>
                </c:pt>
                <c:pt idx="1684">
                  <c:v>40402</c:v>
                </c:pt>
                <c:pt idx="1685">
                  <c:v>40403</c:v>
                </c:pt>
                <c:pt idx="1686">
                  <c:v>40404</c:v>
                </c:pt>
                <c:pt idx="1687">
                  <c:v>40405</c:v>
                </c:pt>
                <c:pt idx="1688">
                  <c:v>40406</c:v>
                </c:pt>
                <c:pt idx="1689">
                  <c:v>40407</c:v>
                </c:pt>
                <c:pt idx="1690">
                  <c:v>40408</c:v>
                </c:pt>
                <c:pt idx="1691">
                  <c:v>40409</c:v>
                </c:pt>
                <c:pt idx="1692">
                  <c:v>40410</c:v>
                </c:pt>
                <c:pt idx="1693">
                  <c:v>40411</c:v>
                </c:pt>
                <c:pt idx="1694">
                  <c:v>40412</c:v>
                </c:pt>
                <c:pt idx="1695">
                  <c:v>40413</c:v>
                </c:pt>
                <c:pt idx="1696">
                  <c:v>40414</c:v>
                </c:pt>
                <c:pt idx="1697">
                  <c:v>40415</c:v>
                </c:pt>
                <c:pt idx="1698">
                  <c:v>40416</c:v>
                </c:pt>
                <c:pt idx="1699">
                  <c:v>40417</c:v>
                </c:pt>
                <c:pt idx="1700">
                  <c:v>40418</c:v>
                </c:pt>
                <c:pt idx="1701">
                  <c:v>40419</c:v>
                </c:pt>
                <c:pt idx="1702">
                  <c:v>40420</c:v>
                </c:pt>
                <c:pt idx="1703">
                  <c:v>40421</c:v>
                </c:pt>
                <c:pt idx="1704">
                  <c:v>40422</c:v>
                </c:pt>
                <c:pt idx="1705">
                  <c:v>40423</c:v>
                </c:pt>
                <c:pt idx="1706">
                  <c:v>40424</c:v>
                </c:pt>
                <c:pt idx="1707">
                  <c:v>40425</c:v>
                </c:pt>
                <c:pt idx="1708">
                  <c:v>40426</c:v>
                </c:pt>
                <c:pt idx="1709">
                  <c:v>40427</c:v>
                </c:pt>
                <c:pt idx="1710">
                  <c:v>40428</c:v>
                </c:pt>
                <c:pt idx="1711">
                  <c:v>40429</c:v>
                </c:pt>
                <c:pt idx="1712">
                  <c:v>40430</c:v>
                </c:pt>
                <c:pt idx="1713">
                  <c:v>40431</c:v>
                </c:pt>
                <c:pt idx="1714">
                  <c:v>40432</c:v>
                </c:pt>
                <c:pt idx="1715">
                  <c:v>40433</c:v>
                </c:pt>
                <c:pt idx="1716">
                  <c:v>40434</c:v>
                </c:pt>
                <c:pt idx="1717">
                  <c:v>40435</c:v>
                </c:pt>
                <c:pt idx="1718">
                  <c:v>40436</c:v>
                </c:pt>
                <c:pt idx="1719">
                  <c:v>40437</c:v>
                </c:pt>
                <c:pt idx="1720">
                  <c:v>40438</c:v>
                </c:pt>
                <c:pt idx="1721">
                  <c:v>40439</c:v>
                </c:pt>
                <c:pt idx="1722">
                  <c:v>40440</c:v>
                </c:pt>
                <c:pt idx="1723">
                  <c:v>40441</c:v>
                </c:pt>
                <c:pt idx="1724">
                  <c:v>40442</c:v>
                </c:pt>
                <c:pt idx="1725">
                  <c:v>40443</c:v>
                </c:pt>
                <c:pt idx="1726">
                  <c:v>40444</c:v>
                </c:pt>
                <c:pt idx="1727">
                  <c:v>40445</c:v>
                </c:pt>
                <c:pt idx="1728">
                  <c:v>40446</c:v>
                </c:pt>
                <c:pt idx="1729">
                  <c:v>40447</c:v>
                </c:pt>
                <c:pt idx="1730">
                  <c:v>40448</c:v>
                </c:pt>
                <c:pt idx="1731">
                  <c:v>40449</c:v>
                </c:pt>
                <c:pt idx="1732">
                  <c:v>40450</c:v>
                </c:pt>
                <c:pt idx="1733">
                  <c:v>40451</c:v>
                </c:pt>
                <c:pt idx="1734">
                  <c:v>40452</c:v>
                </c:pt>
                <c:pt idx="1735">
                  <c:v>40453</c:v>
                </c:pt>
                <c:pt idx="1736">
                  <c:v>40454</c:v>
                </c:pt>
                <c:pt idx="1737">
                  <c:v>40455</c:v>
                </c:pt>
                <c:pt idx="1738">
                  <c:v>40456</c:v>
                </c:pt>
                <c:pt idx="1739">
                  <c:v>40457</c:v>
                </c:pt>
                <c:pt idx="1740">
                  <c:v>40458</c:v>
                </c:pt>
                <c:pt idx="1741">
                  <c:v>40459</c:v>
                </c:pt>
                <c:pt idx="1742">
                  <c:v>40460</c:v>
                </c:pt>
                <c:pt idx="1743">
                  <c:v>40461</c:v>
                </c:pt>
                <c:pt idx="1744">
                  <c:v>40462</c:v>
                </c:pt>
                <c:pt idx="1745">
                  <c:v>40463</c:v>
                </c:pt>
                <c:pt idx="1746">
                  <c:v>40464</c:v>
                </c:pt>
                <c:pt idx="1747">
                  <c:v>40465</c:v>
                </c:pt>
                <c:pt idx="1748">
                  <c:v>40466</c:v>
                </c:pt>
                <c:pt idx="1749">
                  <c:v>40467</c:v>
                </c:pt>
                <c:pt idx="1750">
                  <c:v>40468</c:v>
                </c:pt>
                <c:pt idx="1751">
                  <c:v>40469</c:v>
                </c:pt>
                <c:pt idx="1752">
                  <c:v>40470</c:v>
                </c:pt>
                <c:pt idx="1753">
                  <c:v>40471</c:v>
                </c:pt>
                <c:pt idx="1754">
                  <c:v>40472</c:v>
                </c:pt>
                <c:pt idx="1755">
                  <c:v>40473</c:v>
                </c:pt>
                <c:pt idx="1756">
                  <c:v>40474</c:v>
                </c:pt>
                <c:pt idx="1757">
                  <c:v>40475</c:v>
                </c:pt>
                <c:pt idx="1758">
                  <c:v>40476</c:v>
                </c:pt>
                <c:pt idx="1759">
                  <c:v>40477</c:v>
                </c:pt>
                <c:pt idx="1760">
                  <c:v>40478</c:v>
                </c:pt>
                <c:pt idx="1761">
                  <c:v>40479</c:v>
                </c:pt>
                <c:pt idx="1762">
                  <c:v>40480</c:v>
                </c:pt>
                <c:pt idx="1763">
                  <c:v>40481</c:v>
                </c:pt>
                <c:pt idx="1764">
                  <c:v>40482</c:v>
                </c:pt>
                <c:pt idx="1765">
                  <c:v>40483</c:v>
                </c:pt>
                <c:pt idx="1766">
                  <c:v>40484</c:v>
                </c:pt>
                <c:pt idx="1767">
                  <c:v>40485</c:v>
                </c:pt>
                <c:pt idx="1768">
                  <c:v>40486</c:v>
                </c:pt>
                <c:pt idx="1769">
                  <c:v>40487</c:v>
                </c:pt>
                <c:pt idx="1770">
                  <c:v>40488</c:v>
                </c:pt>
                <c:pt idx="1771">
                  <c:v>40489</c:v>
                </c:pt>
                <c:pt idx="1772">
                  <c:v>40490</c:v>
                </c:pt>
                <c:pt idx="1773">
                  <c:v>40491</c:v>
                </c:pt>
                <c:pt idx="1774">
                  <c:v>40492</c:v>
                </c:pt>
                <c:pt idx="1775">
                  <c:v>40493</c:v>
                </c:pt>
                <c:pt idx="1776">
                  <c:v>40494</c:v>
                </c:pt>
                <c:pt idx="1777">
                  <c:v>40495</c:v>
                </c:pt>
                <c:pt idx="1778">
                  <c:v>40496</c:v>
                </c:pt>
                <c:pt idx="1779">
                  <c:v>40497</c:v>
                </c:pt>
                <c:pt idx="1780">
                  <c:v>40498</c:v>
                </c:pt>
                <c:pt idx="1781">
                  <c:v>40499</c:v>
                </c:pt>
                <c:pt idx="1782">
                  <c:v>40500</c:v>
                </c:pt>
                <c:pt idx="1783">
                  <c:v>40501</c:v>
                </c:pt>
                <c:pt idx="1784">
                  <c:v>40502</c:v>
                </c:pt>
                <c:pt idx="1785">
                  <c:v>40503</c:v>
                </c:pt>
                <c:pt idx="1786">
                  <c:v>40504</c:v>
                </c:pt>
                <c:pt idx="1787">
                  <c:v>40505</c:v>
                </c:pt>
                <c:pt idx="1788">
                  <c:v>40506</c:v>
                </c:pt>
                <c:pt idx="1789">
                  <c:v>40507</c:v>
                </c:pt>
                <c:pt idx="1790">
                  <c:v>40508</c:v>
                </c:pt>
                <c:pt idx="1791">
                  <c:v>40509</c:v>
                </c:pt>
                <c:pt idx="1792">
                  <c:v>40510</c:v>
                </c:pt>
                <c:pt idx="1793">
                  <c:v>40511</c:v>
                </c:pt>
                <c:pt idx="1794">
                  <c:v>40512</c:v>
                </c:pt>
                <c:pt idx="1795">
                  <c:v>40513</c:v>
                </c:pt>
                <c:pt idx="1796">
                  <c:v>40514</c:v>
                </c:pt>
                <c:pt idx="1797">
                  <c:v>40515</c:v>
                </c:pt>
                <c:pt idx="1798">
                  <c:v>40516</c:v>
                </c:pt>
                <c:pt idx="1799">
                  <c:v>40517</c:v>
                </c:pt>
                <c:pt idx="1800">
                  <c:v>40518</c:v>
                </c:pt>
                <c:pt idx="1801">
                  <c:v>40519</c:v>
                </c:pt>
                <c:pt idx="1802">
                  <c:v>40520</c:v>
                </c:pt>
                <c:pt idx="1803">
                  <c:v>40521</c:v>
                </c:pt>
                <c:pt idx="1804">
                  <c:v>40522</c:v>
                </c:pt>
                <c:pt idx="1805">
                  <c:v>40523</c:v>
                </c:pt>
                <c:pt idx="1806">
                  <c:v>40524</c:v>
                </c:pt>
                <c:pt idx="1807">
                  <c:v>40525</c:v>
                </c:pt>
                <c:pt idx="1808">
                  <c:v>40526</c:v>
                </c:pt>
                <c:pt idx="1809">
                  <c:v>40527</c:v>
                </c:pt>
                <c:pt idx="1810">
                  <c:v>40528</c:v>
                </c:pt>
                <c:pt idx="1811">
                  <c:v>40529</c:v>
                </c:pt>
                <c:pt idx="1812">
                  <c:v>40530</c:v>
                </c:pt>
                <c:pt idx="1813">
                  <c:v>40531</c:v>
                </c:pt>
                <c:pt idx="1814">
                  <c:v>40532</c:v>
                </c:pt>
                <c:pt idx="1815">
                  <c:v>40533</c:v>
                </c:pt>
                <c:pt idx="1816">
                  <c:v>40534</c:v>
                </c:pt>
                <c:pt idx="1817">
                  <c:v>40535</c:v>
                </c:pt>
                <c:pt idx="1818">
                  <c:v>40536</c:v>
                </c:pt>
                <c:pt idx="1819">
                  <c:v>40537</c:v>
                </c:pt>
                <c:pt idx="1820">
                  <c:v>40538</c:v>
                </c:pt>
                <c:pt idx="1821">
                  <c:v>40539</c:v>
                </c:pt>
                <c:pt idx="1822">
                  <c:v>40540</c:v>
                </c:pt>
                <c:pt idx="1823">
                  <c:v>40541</c:v>
                </c:pt>
                <c:pt idx="1824">
                  <c:v>40542</c:v>
                </c:pt>
                <c:pt idx="1825">
                  <c:v>40543</c:v>
                </c:pt>
                <c:pt idx="1826">
                  <c:v>40544</c:v>
                </c:pt>
                <c:pt idx="1827">
                  <c:v>40545</c:v>
                </c:pt>
                <c:pt idx="1828">
                  <c:v>40546</c:v>
                </c:pt>
                <c:pt idx="1829">
                  <c:v>40547</c:v>
                </c:pt>
                <c:pt idx="1830">
                  <c:v>40548</c:v>
                </c:pt>
                <c:pt idx="1831">
                  <c:v>40549</c:v>
                </c:pt>
                <c:pt idx="1832">
                  <c:v>40550</c:v>
                </c:pt>
                <c:pt idx="1833">
                  <c:v>40551</c:v>
                </c:pt>
                <c:pt idx="1834">
                  <c:v>40552</c:v>
                </c:pt>
                <c:pt idx="1835">
                  <c:v>40553</c:v>
                </c:pt>
                <c:pt idx="1836">
                  <c:v>40554</c:v>
                </c:pt>
                <c:pt idx="1837">
                  <c:v>40555</c:v>
                </c:pt>
                <c:pt idx="1838">
                  <c:v>40556</c:v>
                </c:pt>
                <c:pt idx="1839">
                  <c:v>40557</c:v>
                </c:pt>
                <c:pt idx="1840">
                  <c:v>40558</c:v>
                </c:pt>
                <c:pt idx="1841">
                  <c:v>40559</c:v>
                </c:pt>
                <c:pt idx="1842">
                  <c:v>40560</c:v>
                </c:pt>
                <c:pt idx="1843">
                  <c:v>40561</c:v>
                </c:pt>
                <c:pt idx="1844">
                  <c:v>40562</c:v>
                </c:pt>
                <c:pt idx="1845">
                  <c:v>40563</c:v>
                </c:pt>
                <c:pt idx="1846">
                  <c:v>40564</c:v>
                </c:pt>
                <c:pt idx="1847">
                  <c:v>40565</c:v>
                </c:pt>
                <c:pt idx="1848">
                  <c:v>40566</c:v>
                </c:pt>
                <c:pt idx="1849">
                  <c:v>40567</c:v>
                </c:pt>
                <c:pt idx="1850">
                  <c:v>40568</c:v>
                </c:pt>
                <c:pt idx="1851">
                  <c:v>40569</c:v>
                </c:pt>
                <c:pt idx="1852">
                  <c:v>40570</c:v>
                </c:pt>
                <c:pt idx="1853">
                  <c:v>40571</c:v>
                </c:pt>
                <c:pt idx="1854">
                  <c:v>40572</c:v>
                </c:pt>
                <c:pt idx="1855">
                  <c:v>40573</c:v>
                </c:pt>
                <c:pt idx="1856">
                  <c:v>40574</c:v>
                </c:pt>
                <c:pt idx="1857">
                  <c:v>40575</c:v>
                </c:pt>
                <c:pt idx="1858">
                  <c:v>40576</c:v>
                </c:pt>
                <c:pt idx="1859">
                  <c:v>40577</c:v>
                </c:pt>
                <c:pt idx="1860">
                  <c:v>40578</c:v>
                </c:pt>
                <c:pt idx="1861">
                  <c:v>40579</c:v>
                </c:pt>
                <c:pt idx="1862">
                  <c:v>40580</c:v>
                </c:pt>
                <c:pt idx="1863">
                  <c:v>40581</c:v>
                </c:pt>
                <c:pt idx="1864">
                  <c:v>40582</c:v>
                </c:pt>
                <c:pt idx="1865">
                  <c:v>40583</c:v>
                </c:pt>
                <c:pt idx="1866">
                  <c:v>40584</c:v>
                </c:pt>
                <c:pt idx="1867">
                  <c:v>40585</c:v>
                </c:pt>
                <c:pt idx="1868">
                  <c:v>40586</c:v>
                </c:pt>
                <c:pt idx="1869">
                  <c:v>40587</c:v>
                </c:pt>
                <c:pt idx="1870">
                  <c:v>40588</c:v>
                </c:pt>
                <c:pt idx="1871">
                  <c:v>40589</c:v>
                </c:pt>
                <c:pt idx="1872">
                  <c:v>40590</c:v>
                </c:pt>
                <c:pt idx="1873">
                  <c:v>40591</c:v>
                </c:pt>
                <c:pt idx="1874">
                  <c:v>40592</c:v>
                </c:pt>
                <c:pt idx="1875">
                  <c:v>40593</c:v>
                </c:pt>
                <c:pt idx="1876">
                  <c:v>40594</c:v>
                </c:pt>
                <c:pt idx="1877">
                  <c:v>40595</c:v>
                </c:pt>
                <c:pt idx="1878">
                  <c:v>40596</c:v>
                </c:pt>
                <c:pt idx="1879">
                  <c:v>40597</c:v>
                </c:pt>
                <c:pt idx="1880">
                  <c:v>40598</c:v>
                </c:pt>
                <c:pt idx="1881">
                  <c:v>40599</c:v>
                </c:pt>
                <c:pt idx="1882">
                  <c:v>40600</c:v>
                </c:pt>
                <c:pt idx="1883">
                  <c:v>40601</c:v>
                </c:pt>
                <c:pt idx="1884">
                  <c:v>40602</c:v>
                </c:pt>
                <c:pt idx="1885">
                  <c:v>40603</c:v>
                </c:pt>
                <c:pt idx="1886">
                  <c:v>40604</c:v>
                </c:pt>
                <c:pt idx="1887">
                  <c:v>40605</c:v>
                </c:pt>
                <c:pt idx="1888">
                  <c:v>40606</c:v>
                </c:pt>
                <c:pt idx="1889">
                  <c:v>40607</c:v>
                </c:pt>
                <c:pt idx="1890">
                  <c:v>40608</c:v>
                </c:pt>
                <c:pt idx="1891">
                  <c:v>40609</c:v>
                </c:pt>
                <c:pt idx="1892">
                  <c:v>40610</c:v>
                </c:pt>
                <c:pt idx="1893">
                  <c:v>40611</c:v>
                </c:pt>
                <c:pt idx="1894">
                  <c:v>40612</c:v>
                </c:pt>
                <c:pt idx="1895">
                  <c:v>40613</c:v>
                </c:pt>
                <c:pt idx="1896">
                  <c:v>40614</c:v>
                </c:pt>
                <c:pt idx="1897">
                  <c:v>40615</c:v>
                </c:pt>
                <c:pt idx="1898">
                  <c:v>40616</c:v>
                </c:pt>
                <c:pt idx="1899">
                  <c:v>40617</c:v>
                </c:pt>
                <c:pt idx="1900">
                  <c:v>40618</c:v>
                </c:pt>
                <c:pt idx="1901">
                  <c:v>40619</c:v>
                </c:pt>
                <c:pt idx="1902">
                  <c:v>40620</c:v>
                </c:pt>
                <c:pt idx="1903">
                  <c:v>40621</c:v>
                </c:pt>
                <c:pt idx="1904">
                  <c:v>40622</c:v>
                </c:pt>
                <c:pt idx="1905">
                  <c:v>40623</c:v>
                </c:pt>
                <c:pt idx="1906">
                  <c:v>40624</c:v>
                </c:pt>
                <c:pt idx="1907">
                  <c:v>40625</c:v>
                </c:pt>
                <c:pt idx="1908">
                  <c:v>40626</c:v>
                </c:pt>
                <c:pt idx="1909">
                  <c:v>40627</c:v>
                </c:pt>
                <c:pt idx="1910">
                  <c:v>40628</c:v>
                </c:pt>
                <c:pt idx="1911">
                  <c:v>40629</c:v>
                </c:pt>
                <c:pt idx="1912">
                  <c:v>40630</c:v>
                </c:pt>
                <c:pt idx="1913">
                  <c:v>40631</c:v>
                </c:pt>
                <c:pt idx="1914">
                  <c:v>40632</c:v>
                </c:pt>
                <c:pt idx="1915">
                  <c:v>40633</c:v>
                </c:pt>
                <c:pt idx="1916">
                  <c:v>40634</c:v>
                </c:pt>
                <c:pt idx="1917">
                  <c:v>40635</c:v>
                </c:pt>
                <c:pt idx="1918">
                  <c:v>40636</c:v>
                </c:pt>
                <c:pt idx="1919">
                  <c:v>40637</c:v>
                </c:pt>
                <c:pt idx="1920">
                  <c:v>40638</c:v>
                </c:pt>
                <c:pt idx="1921">
                  <c:v>40639</c:v>
                </c:pt>
                <c:pt idx="1922">
                  <c:v>40640</c:v>
                </c:pt>
                <c:pt idx="1923">
                  <c:v>40641</c:v>
                </c:pt>
                <c:pt idx="1924">
                  <c:v>40642</c:v>
                </c:pt>
                <c:pt idx="1925">
                  <c:v>40643</c:v>
                </c:pt>
                <c:pt idx="1926">
                  <c:v>40644</c:v>
                </c:pt>
                <c:pt idx="1927">
                  <c:v>40645</c:v>
                </c:pt>
                <c:pt idx="1928">
                  <c:v>40646</c:v>
                </c:pt>
                <c:pt idx="1929">
                  <c:v>40647</c:v>
                </c:pt>
                <c:pt idx="1930">
                  <c:v>40648</c:v>
                </c:pt>
                <c:pt idx="1931">
                  <c:v>40649</c:v>
                </c:pt>
                <c:pt idx="1932">
                  <c:v>40650</c:v>
                </c:pt>
                <c:pt idx="1933">
                  <c:v>40651</c:v>
                </c:pt>
                <c:pt idx="1934">
                  <c:v>40652</c:v>
                </c:pt>
                <c:pt idx="1935">
                  <c:v>40653</c:v>
                </c:pt>
                <c:pt idx="1936">
                  <c:v>40654</c:v>
                </c:pt>
                <c:pt idx="1937">
                  <c:v>40655</c:v>
                </c:pt>
                <c:pt idx="1938">
                  <c:v>40656</c:v>
                </c:pt>
                <c:pt idx="1939">
                  <c:v>40657</c:v>
                </c:pt>
                <c:pt idx="1940">
                  <c:v>40658</c:v>
                </c:pt>
                <c:pt idx="1941">
                  <c:v>40659</c:v>
                </c:pt>
                <c:pt idx="1942">
                  <c:v>40660</c:v>
                </c:pt>
                <c:pt idx="1943">
                  <c:v>40661</c:v>
                </c:pt>
                <c:pt idx="1944">
                  <c:v>40662</c:v>
                </c:pt>
                <c:pt idx="1945">
                  <c:v>40663</c:v>
                </c:pt>
                <c:pt idx="1946">
                  <c:v>40664</c:v>
                </c:pt>
                <c:pt idx="1947">
                  <c:v>40665</c:v>
                </c:pt>
                <c:pt idx="1948">
                  <c:v>40666</c:v>
                </c:pt>
                <c:pt idx="1949">
                  <c:v>40667</c:v>
                </c:pt>
                <c:pt idx="1950">
                  <c:v>40668</c:v>
                </c:pt>
                <c:pt idx="1951">
                  <c:v>40669</c:v>
                </c:pt>
                <c:pt idx="1952">
                  <c:v>40670</c:v>
                </c:pt>
                <c:pt idx="1953">
                  <c:v>40671</c:v>
                </c:pt>
                <c:pt idx="1954">
                  <c:v>40672</c:v>
                </c:pt>
                <c:pt idx="1955">
                  <c:v>40673</c:v>
                </c:pt>
                <c:pt idx="1956">
                  <c:v>40674</c:v>
                </c:pt>
                <c:pt idx="1957">
                  <c:v>40675</c:v>
                </c:pt>
                <c:pt idx="1958">
                  <c:v>40676</c:v>
                </c:pt>
                <c:pt idx="1959">
                  <c:v>40677</c:v>
                </c:pt>
                <c:pt idx="1960">
                  <c:v>40678</c:v>
                </c:pt>
                <c:pt idx="1961">
                  <c:v>40679</c:v>
                </c:pt>
                <c:pt idx="1962">
                  <c:v>40680</c:v>
                </c:pt>
                <c:pt idx="1963">
                  <c:v>40681</c:v>
                </c:pt>
                <c:pt idx="1964">
                  <c:v>40682</c:v>
                </c:pt>
                <c:pt idx="1965">
                  <c:v>40683</c:v>
                </c:pt>
                <c:pt idx="1966">
                  <c:v>40684</c:v>
                </c:pt>
                <c:pt idx="1967">
                  <c:v>40685</c:v>
                </c:pt>
                <c:pt idx="1968">
                  <c:v>40686</c:v>
                </c:pt>
                <c:pt idx="1969">
                  <c:v>40687</c:v>
                </c:pt>
                <c:pt idx="1970">
                  <c:v>40688</c:v>
                </c:pt>
                <c:pt idx="1971">
                  <c:v>40689</c:v>
                </c:pt>
                <c:pt idx="1972">
                  <c:v>40690</c:v>
                </c:pt>
                <c:pt idx="1973">
                  <c:v>40691</c:v>
                </c:pt>
                <c:pt idx="1974">
                  <c:v>40692</c:v>
                </c:pt>
                <c:pt idx="1975">
                  <c:v>40693</c:v>
                </c:pt>
                <c:pt idx="1976">
                  <c:v>40694</c:v>
                </c:pt>
                <c:pt idx="1977">
                  <c:v>40695</c:v>
                </c:pt>
                <c:pt idx="1978">
                  <c:v>40696</c:v>
                </c:pt>
                <c:pt idx="1979">
                  <c:v>40697</c:v>
                </c:pt>
                <c:pt idx="1980">
                  <c:v>40698</c:v>
                </c:pt>
                <c:pt idx="1981">
                  <c:v>40699</c:v>
                </c:pt>
                <c:pt idx="1982">
                  <c:v>40700</c:v>
                </c:pt>
                <c:pt idx="1983">
                  <c:v>40701</c:v>
                </c:pt>
                <c:pt idx="1984">
                  <c:v>40702</c:v>
                </c:pt>
                <c:pt idx="1985">
                  <c:v>40703</c:v>
                </c:pt>
                <c:pt idx="1986">
                  <c:v>40704</c:v>
                </c:pt>
                <c:pt idx="1987">
                  <c:v>40705</c:v>
                </c:pt>
                <c:pt idx="1988">
                  <c:v>40706</c:v>
                </c:pt>
                <c:pt idx="1989">
                  <c:v>40707</c:v>
                </c:pt>
                <c:pt idx="1990">
                  <c:v>40708</c:v>
                </c:pt>
                <c:pt idx="1991">
                  <c:v>40709</c:v>
                </c:pt>
                <c:pt idx="1992">
                  <c:v>40710</c:v>
                </c:pt>
                <c:pt idx="1993">
                  <c:v>40711</c:v>
                </c:pt>
                <c:pt idx="1994">
                  <c:v>40712</c:v>
                </c:pt>
                <c:pt idx="1995">
                  <c:v>40713</c:v>
                </c:pt>
                <c:pt idx="1996">
                  <c:v>40714</c:v>
                </c:pt>
                <c:pt idx="1997">
                  <c:v>40715</c:v>
                </c:pt>
                <c:pt idx="1998">
                  <c:v>40716</c:v>
                </c:pt>
                <c:pt idx="1999">
                  <c:v>40717</c:v>
                </c:pt>
                <c:pt idx="2000">
                  <c:v>40718</c:v>
                </c:pt>
                <c:pt idx="2001">
                  <c:v>40719</c:v>
                </c:pt>
                <c:pt idx="2002">
                  <c:v>40720</c:v>
                </c:pt>
                <c:pt idx="2003">
                  <c:v>40721</c:v>
                </c:pt>
                <c:pt idx="2004">
                  <c:v>40722</c:v>
                </c:pt>
                <c:pt idx="2005">
                  <c:v>40723</c:v>
                </c:pt>
                <c:pt idx="2006">
                  <c:v>40724</c:v>
                </c:pt>
                <c:pt idx="2007">
                  <c:v>40725</c:v>
                </c:pt>
                <c:pt idx="2008">
                  <c:v>40726</c:v>
                </c:pt>
                <c:pt idx="2009">
                  <c:v>40727</c:v>
                </c:pt>
                <c:pt idx="2010">
                  <c:v>40728</c:v>
                </c:pt>
                <c:pt idx="2011">
                  <c:v>40729</c:v>
                </c:pt>
                <c:pt idx="2012">
                  <c:v>40730</c:v>
                </c:pt>
                <c:pt idx="2013">
                  <c:v>40731</c:v>
                </c:pt>
                <c:pt idx="2014">
                  <c:v>40732</c:v>
                </c:pt>
                <c:pt idx="2015">
                  <c:v>40733</c:v>
                </c:pt>
                <c:pt idx="2016">
                  <c:v>40734</c:v>
                </c:pt>
                <c:pt idx="2017">
                  <c:v>40735</c:v>
                </c:pt>
                <c:pt idx="2018">
                  <c:v>40736</c:v>
                </c:pt>
                <c:pt idx="2019">
                  <c:v>40737</c:v>
                </c:pt>
                <c:pt idx="2020">
                  <c:v>40738</c:v>
                </c:pt>
                <c:pt idx="2021">
                  <c:v>40739</c:v>
                </c:pt>
                <c:pt idx="2022">
                  <c:v>40740</c:v>
                </c:pt>
                <c:pt idx="2023">
                  <c:v>40741</c:v>
                </c:pt>
                <c:pt idx="2024">
                  <c:v>40742</c:v>
                </c:pt>
                <c:pt idx="2025">
                  <c:v>40743</c:v>
                </c:pt>
                <c:pt idx="2026">
                  <c:v>40744</c:v>
                </c:pt>
                <c:pt idx="2027">
                  <c:v>40745</c:v>
                </c:pt>
                <c:pt idx="2028">
                  <c:v>40746</c:v>
                </c:pt>
                <c:pt idx="2029">
                  <c:v>40747</c:v>
                </c:pt>
                <c:pt idx="2030">
                  <c:v>40748</c:v>
                </c:pt>
                <c:pt idx="2031">
                  <c:v>40749</c:v>
                </c:pt>
                <c:pt idx="2032">
                  <c:v>40750</c:v>
                </c:pt>
                <c:pt idx="2033">
                  <c:v>40751</c:v>
                </c:pt>
                <c:pt idx="2034">
                  <c:v>40752</c:v>
                </c:pt>
                <c:pt idx="2035">
                  <c:v>40753</c:v>
                </c:pt>
                <c:pt idx="2036">
                  <c:v>40754</c:v>
                </c:pt>
                <c:pt idx="2037">
                  <c:v>40755</c:v>
                </c:pt>
                <c:pt idx="2038">
                  <c:v>40756</c:v>
                </c:pt>
                <c:pt idx="2039">
                  <c:v>40757</c:v>
                </c:pt>
                <c:pt idx="2040">
                  <c:v>40758</c:v>
                </c:pt>
                <c:pt idx="2041">
                  <c:v>40759</c:v>
                </c:pt>
                <c:pt idx="2042">
                  <c:v>40760</c:v>
                </c:pt>
                <c:pt idx="2043">
                  <c:v>40761</c:v>
                </c:pt>
                <c:pt idx="2044">
                  <c:v>40762</c:v>
                </c:pt>
                <c:pt idx="2045">
                  <c:v>40763</c:v>
                </c:pt>
                <c:pt idx="2046">
                  <c:v>40764</c:v>
                </c:pt>
                <c:pt idx="2047">
                  <c:v>40765</c:v>
                </c:pt>
                <c:pt idx="2048">
                  <c:v>40766</c:v>
                </c:pt>
                <c:pt idx="2049">
                  <c:v>40767</c:v>
                </c:pt>
                <c:pt idx="2050">
                  <c:v>40768</c:v>
                </c:pt>
                <c:pt idx="2051">
                  <c:v>40769</c:v>
                </c:pt>
                <c:pt idx="2052">
                  <c:v>40770</c:v>
                </c:pt>
                <c:pt idx="2053">
                  <c:v>40771</c:v>
                </c:pt>
                <c:pt idx="2054">
                  <c:v>40772</c:v>
                </c:pt>
                <c:pt idx="2055">
                  <c:v>40773</c:v>
                </c:pt>
                <c:pt idx="2056">
                  <c:v>40774</c:v>
                </c:pt>
                <c:pt idx="2057">
                  <c:v>40775</c:v>
                </c:pt>
                <c:pt idx="2058">
                  <c:v>40776</c:v>
                </c:pt>
                <c:pt idx="2059">
                  <c:v>40777</c:v>
                </c:pt>
                <c:pt idx="2060">
                  <c:v>40778</c:v>
                </c:pt>
                <c:pt idx="2061">
                  <c:v>40779</c:v>
                </c:pt>
                <c:pt idx="2062">
                  <c:v>40780</c:v>
                </c:pt>
                <c:pt idx="2063">
                  <c:v>40781</c:v>
                </c:pt>
                <c:pt idx="2064">
                  <c:v>40782</c:v>
                </c:pt>
                <c:pt idx="2065">
                  <c:v>40783</c:v>
                </c:pt>
                <c:pt idx="2066">
                  <c:v>40784</c:v>
                </c:pt>
                <c:pt idx="2067">
                  <c:v>40785</c:v>
                </c:pt>
                <c:pt idx="2068">
                  <c:v>40786</c:v>
                </c:pt>
                <c:pt idx="2069">
                  <c:v>40787</c:v>
                </c:pt>
                <c:pt idx="2070">
                  <c:v>40788</c:v>
                </c:pt>
                <c:pt idx="2071">
                  <c:v>40789</c:v>
                </c:pt>
                <c:pt idx="2072">
                  <c:v>40790</c:v>
                </c:pt>
                <c:pt idx="2073">
                  <c:v>40791</c:v>
                </c:pt>
                <c:pt idx="2074">
                  <c:v>40792</c:v>
                </c:pt>
                <c:pt idx="2075">
                  <c:v>40793</c:v>
                </c:pt>
                <c:pt idx="2076">
                  <c:v>40794</c:v>
                </c:pt>
                <c:pt idx="2077">
                  <c:v>40795</c:v>
                </c:pt>
                <c:pt idx="2078">
                  <c:v>40796</c:v>
                </c:pt>
                <c:pt idx="2079">
                  <c:v>40797</c:v>
                </c:pt>
                <c:pt idx="2080">
                  <c:v>40798</c:v>
                </c:pt>
                <c:pt idx="2081">
                  <c:v>40799</c:v>
                </c:pt>
                <c:pt idx="2082">
                  <c:v>40800</c:v>
                </c:pt>
                <c:pt idx="2083">
                  <c:v>40801</c:v>
                </c:pt>
                <c:pt idx="2084">
                  <c:v>40802</c:v>
                </c:pt>
                <c:pt idx="2085">
                  <c:v>40803</c:v>
                </c:pt>
                <c:pt idx="2086">
                  <c:v>40804</c:v>
                </c:pt>
                <c:pt idx="2087">
                  <c:v>40805</c:v>
                </c:pt>
                <c:pt idx="2088">
                  <c:v>40806</c:v>
                </c:pt>
                <c:pt idx="2089">
                  <c:v>40807</c:v>
                </c:pt>
                <c:pt idx="2090">
                  <c:v>40808</c:v>
                </c:pt>
                <c:pt idx="2091">
                  <c:v>40809</c:v>
                </c:pt>
                <c:pt idx="2092">
                  <c:v>40810</c:v>
                </c:pt>
                <c:pt idx="2093">
                  <c:v>40811</c:v>
                </c:pt>
                <c:pt idx="2094">
                  <c:v>40812</c:v>
                </c:pt>
                <c:pt idx="2095">
                  <c:v>40813</c:v>
                </c:pt>
                <c:pt idx="2096">
                  <c:v>40814</c:v>
                </c:pt>
                <c:pt idx="2097">
                  <c:v>40815</c:v>
                </c:pt>
                <c:pt idx="2098">
                  <c:v>40816</c:v>
                </c:pt>
                <c:pt idx="2099">
                  <c:v>40817</c:v>
                </c:pt>
                <c:pt idx="2100">
                  <c:v>40818</c:v>
                </c:pt>
                <c:pt idx="2101">
                  <c:v>40819</c:v>
                </c:pt>
                <c:pt idx="2102">
                  <c:v>40820</c:v>
                </c:pt>
                <c:pt idx="2103">
                  <c:v>40821</c:v>
                </c:pt>
                <c:pt idx="2104">
                  <c:v>40822</c:v>
                </c:pt>
                <c:pt idx="2105">
                  <c:v>40823</c:v>
                </c:pt>
                <c:pt idx="2106">
                  <c:v>40824</c:v>
                </c:pt>
                <c:pt idx="2107">
                  <c:v>40825</c:v>
                </c:pt>
                <c:pt idx="2108">
                  <c:v>40826</c:v>
                </c:pt>
                <c:pt idx="2109">
                  <c:v>40827</c:v>
                </c:pt>
                <c:pt idx="2110">
                  <c:v>40828</c:v>
                </c:pt>
                <c:pt idx="2111">
                  <c:v>40829</c:v>
                </c:pt>
                <c:pt idx="2112">
                  <c:v>40830</c:v>
                </c:pt>
                <c:pt idx="2113">
                  <c:v>40831</c:v>
                </c:pt>
                <c:pt idx="2114">
                  <c:v>40832</c:v>
                </c:pt>
                <c:pt idx="2115">
                  <c:v>40833</c:v>
                </c:pt>
                <c:pt idx="2116">
                  <c:v>40834</c:v>
                </c:pt>
                <c:pt idx="2117">
                  <c:v>40835</c:v>
                </c:pt>
                <c:pt idx="2118">
                  <c:v>40836</c:v>
                </c:pt>
                <c:pt idx="2119">
                  <c:v>40837</c:v>
                </c:pt>
                <c:pt idx="2120">
                  <c:v>40838</c:v>
                </c:pt>
                <c:pt idx="2121">
                  <c:v>40839</c:v>
                </c:pt>
                <c:pt idx="2122">
                  <c:v>40840</c:v>
                </c:pt>
                <c:pt idx="2123">
                  <c:v>40841</c:v>
                </c:pt>
                <c:pt idx="2124">
                  <c:v>40842</c:v>
                </c:pt>
                <c:pt idx="2125">
                  <c:v>40843</c:v>
                </c:pt>
                <c:pt idx="2126">
                  <c:v>40844</c:v>
                </c:pt>
                <c:pt idx="2127">
                  <c:v>40845</c:v>
                </c:pt>
                <c:pt idx="2128">
                  <c:v>40846</c:v>
                </c:pt>
                <c:pt idx="2129">
                  <c:v>40847</c:v>
                </c:pt>
                <c:pt idx="2130">
                  <c:v>40848</c:v>
                </c:pt>
                <c:pt idx="2131">
                  <c:v>40849</c:v>
                </c:pt>
                <c:pt idx="2132">
                  <c:v>40850</c:v>
                </c:pt>
                <c:pt idx="2133">
                  <c:v>40851</c:v>
                </c:pt>
                <c:pt idx="2134">
                  <c:v>40852</c:v>
                </c:pt>
                <c:pt idx="2135">
                  <c:v>40853</c:v>
                </c:pt>
                <c:pt idx="2136">
                  <c:v>40854</c:v>
                </c:pt>
                <c:pt idx="2137">
                  <c:v>40855</c:v>
                </c:pt>
                <c:pt idx="2138">
                  <c:v>40856</c:v>
                </c:pt>
                <c:pt idx="2139">
                  <c:v>40857</c:v>
                </c:pt>
                <c:pt idx="2140">
                  <c:v>40858</c:v>
                </c:pt>
                <c:pt idx="2141">
                  <c:v>40859</c:v>
                </c:pt>
                <c:pt idx="2142">
                  <c:v>40860</c:v>
                </c:pt>
                <c:pt idx="2143">
                  <c:v>40861</c:v>
                </c:pt>
                <c:pt idx="2144">
                  <c:v>40862</c:v>
                </c:pt>
                <c:pt idx="2145">
                  <c:v>40863</c:v>
                </c:pt>
                <c:pt idx="2146">
                  <c:v>40864</c:v>
                </c:pt>
                <c:pt idx="2147">
                  <c:v>40865</c:v>
                </c:pt>
                <c:pt idx="2148">
                  <c:v>40866</c:v>
                </c:pt>
                <c:pt idx="2149">
                  <c:v>40867</c:v>
                </c:pt>
                <c:pt idx="2150">
                  <c:v>40868</c:v>
                </c:pt>
                <c:pt idx="2151">
                  <c:v>40869</c:v>
                </c:pt>
                <c:pt idx="2152">
                  <c:v>40870</c:v>
                </c:pt>
                <c:pt idx="2153">
                  <c:v>40871</c:v>
                </c:pt>
                <c:pt idx="2154">
                  <c:v>40872</c:v>
                </c:pt>
                <c:pt idx="2155">
                  <c:v>40873</c:v>
                </c:pt>
                <c:pt idx="2156">
                  <c:v>40874</c:v>
                </c:pt>
                <c:pt idx="2157">
                  <c:v>40875</c:v>
                </c:pt>
                <c:pt idx="2158">
                  <c:v>40876</c:v>
                </c:pt>
                <c:pt idx="2159">
                  <c:v>40877</c:v>
                </c:pt>
                <c:pt idx="2160">
                  <c:v>40878</c:v>
                </c:pt>
                <c:pt idx="2161">
                  <c:v>40879</c:v>
                </c:pt>
                <c:pt idx="2162">
                  <c:v>40880</c:v>
                </c:pt>
                <c:pt idx="2163">
                  <c:v>40881</c:v>
                </c:pt>
                <c:pt idx="2164">
                  <c:v>40882</c:v>
                </c:pt>
                <c:pt idx="2165">
                  <c:v>40883</c:v>
                </c:pt>
                <c:pt idx="2166">
                  <c:v>40884</c:v>
                </c:pt>
                <c:pt idx="2167">
                  <c:v>40885</c:v>
                </c:pt>
                <c:pt idx="2168">
                  <c:v>40886</c:v>
                </c:pt>
                <c:pt idx="2169">
                  <c:v>40887</c:v>
                </c:pt>
                <c:pt idx="2170">
                  <c:v>40888</c:v>
                </c:pt>
                <c:pt idx="2171">
                  <c:v>40889</c:v>
                </c:pt>
                <c:pt idx="2172">
                  <c:v>40890</c:v>
                </c:pt>
                <c:pt idx="2173">
                  <c:v>40891</c:v>
                </c:pt>
                <c:pt idx="2174">
                  <c:v>40892</c:v>
                </c:pt>
                <c:pt idx="2175">
                  <c:v>40893</c:v>
                </c:pt>
                <c:pt idx="2176">
                  <c:v>40894</c:v>
                </c:pt>
                <c:pt idx="2177">
                  <c:v>40895</c:v>
                </c:pt>
                <c:pt idx="2178">
                  <c:v>40896</c:v>
                </c:pt>
                <c:pt idx="2179">
                  <c:v>40897</c:v>
                </c:pt>
                <c:pt idx="2180">
                  <c:v>40898</c:v>
                </c:pt>
                <c:pt idx="2181">
                  <c:v>40899</c:v>
                </c:pt>
                <c:pt idx="2182">
                  <c:v>40900</c:v>
                </c:pt>
                <c:pt idx="2183">
                  <c:v>40901</c:v>
                </c:pt>
                <c:pt idx="2184">
                  <c:v>40902</c:v>
                </c:pt>
                <c:pt idx="2185">
                  <c:v>40903</c:v>
                </c:pt>
                <c:pt idx="2186">
                  <c:v>40904</c:v>
                </c:pt>
                <c:pt idx="2187">
                  <c:v>40905</c:v>
                </c:pt>
                <c:pt idx="2188">
                  <c:v>40906</c:v>
                </c:pt>
                <c:pt idx="2189">
                  <c:v>40907</c:v>
                </c:pt>
                <c:pt idx="2190">
                  <c:v>40908</c:v>
                </c:pt>
                <c:pt idx="2191">
                  <c:v>40909</c:v>
                </c:pt>
                <c:pt idx="2192">
                  <c:v>40910</c:v>
                </c:pt>
                <c:pt idx="2193">
                  <c:v>40911</c:v>
                </c:pt>
                <c:pt idx="2194">
                  <c:v>40912</c:v>
                </c:pt>
                <c:pt idx="2195">
                  <c:v>40913</c:v>
                </c:pt>
                <c:pt idx="2196">
                  <c:v>40914</c:v>
                </c:pt>
                <c:pt idx="2197">
                  <c:v>40915</c:v>
                </c:pt>
                <c:pt idx="2198">
                  <c:v>40916</c:v>
                </c:pt>
                <c:pt idx="2199">
                  <c:v>40917</c:v>
                </c:pt>
                <c:pt idx="2200">
                  <c:v>40918</c:v>
                </c:pt>
                <c:pt idx="2201">
                  <c:v>40919</c:v>
                </c:pt>
                <c:pt idx="2202">
                  <c:v>40920</c:v>
                </c:pt>
                <c:pt idx="2203">
                  <c:v>40921</c:v>
                </c:pt>
                <c:pt idx="2204">
                  <c:v>40922</c:v>
                </c:pt>
                <c:pt idx="2205">
                  <c:v>40923</c:v>
                </c:pt>
                <c:pt idx="2206">
                  <c:v>40924</c:v>
                </c:pt>
                <c:pt idx="2207">
                  <c:v>40925</c:v>
                </c:pt>
                <c:pt idx="2208">
                  <c:v>40926</c:v>
                </c:pt>
                <c:pt idx="2209">
                  <c:v>40927</c:v>
                </c:pt>
                <c:pt idx="2210">
                  <c:v>40928</c:v>
                </c:pt>
                <c:pt idx="2211">
                  <c:v>40929</c:v>
                </c:pt>
                <c:pt idx="2212">
                  <c:v>40930</c:v>
                </c:pt>
                <c:pt idx="2213">
                  <c:v>40931</c:v>
                </c:pt>
                <c:pt idx="2214">
                  <c:v>40932</c:v>
                </c:pt>
                <c:pt idx="2215">
                  <c:v>40933</c:v>
                </c:pt>
                <c:pt idx="2216">
                  <c:v>40934</c:v>
                </c:pt>
                <c:pt idx="2217">
                  <c:v>40935</c:v>
                </c:pt>
                <c:pt idx="2218">
                  <c:v>40936</c:v>
                </c:pt>
                <c:pt idx="2219">
                  <c:v>40937</c:v>
                </c:pt>
                <c:pt idx="2220">
                  <c:v>40938</c:v>
                </c:pt>
                <c:pt idx="2221">
                  <c:v>40939</c:v>
                </c:pt>
                <c:pt idx="2222">
                  <c:v>40940</c:v>
                </c:pt>
                <c:pt idx="2223">
                  <c:v>40941</c:v>
                </c:pt>
                <c:pt idx="2224">
                  <c:v>40942</c:v>
                </c:pt>
                <c:pt idx="2225">
                  <c:v>40943</c:v>
                </c:pt>
                <c:pt idx="2226">
                  <c:v>40944</c:v>
                </c:pt>
                <c:pt idx="2227">
                  <c:v>40945</c:v>
                </c:pt>
                <c:pt idx="2228">
                  <c:v>40946</c:v>
                </c:pt>
                <c:pt idx="2229">
                  <c:v>40947</c:v>
                </c:pt>
                <c:pt idx="2230">
                  <c:v>40948</c:v>
                </c:pt>
                <c:pt idx="2231">
                  <c:v>40949</c:v>
                </c:pt>
                <c:pt idx="2232">
                  <c:v>40950</c:v>
                </c:pt>
                <c:pt idx="2233">
                  <c:v>40951</c:v>
                </c:pt>
                <c:pt idx="2234">
                  <c:v>40952</c:v>
                </c:pt>
                <c:pt idx="2235">
                  <c:v>40953</c:v>
                </c:pt>
                <c:pt idx="2236">
                  <c:v>40954</c:v>
                </c:pt>
                <c:pt idx="2237">
                  <c:v>40955</c:v>
                </c:pt>
                <c:pt idx="2238">
                  <c:v>40956</c:v>
                </c:pt>
                <c:pt idx="2239">
                  <c:v>40957</c:v>
                </c:pt>
                <c:pt idx="2240">
                  <c:v>40958</c:v>
                </c:pt>
                <c:pt idx="2241">
                  <c:v>40959</c:v>
                </c:pt>
                <c:pt idx="2242">
                  <c:v>40960</c:v>
                </c:pt>
                <c:pt idx="2243">
                  <c:v>40961</c:v>
                </c:pt>
                <c:pt idx="2244">
                  <c:v>40962</c:v>
                </c:pt>
                <c:pt idx="2245">
                  <c:v>40963</c:v>
                </c:pt>
                <c:pt idx="2246">
                  <c:v>40964</c:v>
                </c:pt>
                <c:pt idx="2247">
                  <c:v>40965</c:v>
                </c:pt>
                <c:pt idx="2248">
                  <c:v>40966</c:v>
                </c:pt>
                <c:pt idx="2249">
                  <c:v>40967</c:v>
                </c:pt>
                <c:pt idx="2250">
                  <c:v>40968</c:v>
                </c:pt>
                <c:pt idx="2251">
                  <c:v>40969</c:v>
                </c:pt>
                <c:pt idx="2252">
                  <c:v>40970</c:v>
                </c:pt>
                <c:pt idx="2253">
                  <c:v>40971</c:v>
                </c:pt>
                <c:pt idx="2254">
                  <c:v>40972</c:v>
                </c:pt>
                <c:pt idx="2255">
                  <c:v>40973</c:v>
                </c:pt>
                <c:pt idx="2256">
                  <c:v>40974</c:v>
                </c:pt>
                <c:pt idx="2257">
                  <c:v>40975</c:v>
                </c:pt>
                <c:pt idx="2258">
                  <c:v>40976</c:v>
                </c:pt>
                <c:pt idx="2259">
                  <c:v>40977</c:v>
                </c:pt>
                <c:pt idx="2260">
                  <c:v>40978</c:v>
                </c:pt>
                <c:pt idx="2261">
                  <c:v>40979</c:v>
                </c:pt>
                <c:pt idx="2262">
                  <c:v>40980</c:v>
                </c:pt>
                <c:pt idx="2263">
                  <c:v>40981</c:v>
                </c:pt>
                <c:pt idx="2264">
                  <c:v>40982</c:v>
                </c:pt>
                <c:pt idx="2265">
                  <c:v>40983</c:v>
                </c:pt>
                <c:pt idx="2266">
                  <c:v>40984</c:v>
                </c:pt>
                <c:pt idx="2267">
                  <c:v>40985</c:v>
                </c:pt>
                <c:pt idx="2268">
                  <c:v>40986</c:v>
                </c:pt>
                <c:pt idx="2269">
                  <c:v>40987</c:v>
                </c:pt>
                <c:pt idx="2270">
                  <c:v>40988</c:v>
                </c:pt>
                <c:pt idx="2271">
                  <c:v>40989</c:v>
                </c:pt>
                <c:pt idx="2272">
                  <c:v>40990</c:v>
                </c:pt>
                <c:pt idx="2273">
                  <c:v>40991</c:v>
                </c:pt>
                <c:pt idx="2274">
                  <c:v>40992</c:v>
                </c:pt>
                <c:pt idx="2275">
                  <c:v>40993</c:v>
                </c:pt>
                <c:pt idx="2276">
                  <c:v>40994</c:v>
                </c:pt>
                <c:pt idx="2277">
                  <c:v>40995</c:v>
                </c:pt>
                <c:pt idx="2278">
                  <c:v>40996</c:v>
                </c:pt>
                <c:pt idx="2279">
                  <c:v>40997</c:v>
                </c:pt>
                <c:pt idx="2280">
                  <c:v>40998</c:v>
                </c:pt>
                <c:pt idx="2281">
                  <c:v>40999</c:v>
                </c:pt>
                <c:pt idx="2282">
                  <c:v>41000</c:v>
                </c:pt>
                <c:pt idx="2283">
                  <c:v>41001</c:v>
                </c:pt>
                <c:pt idx="2284">
                  <c:v>41002</c:v>
                </c:pt>
                <c:pt idx="2285">
                  <c:v>41003</c:v>
                </c:pt>
                <c:pt idx="2286">
                  <c:v>41004</c:v>
                </c:pt>
                <c:pt idx="2287">
                  <c:v>41005</c:v>
                </c:pt>
                <c:pt idx="2288">
                  <c:v>41006</c:v>
                </c:pt>
                <c:pt idx="2289">
                  <c:v>41007</c:v>
                </c:pt>
                <c:pt idx="2290">
                  <c:v>41008</c:v>
                </c:pt>
                <c:pt idx="2291">
                  <c:v>41009</c:v>
                </c:pt>
                <c:pt idx="2292">
                  <c:v>41010</c:v>
                </c:pt>
                <c:pt idx="2293">
                  <c:v>41011</c:v>
                </c:pt>
                <c:pt idx="2294">
                  <c:v>41012</c:v>
                </c:pt>
                <c:pt idx="2295">
                  <c:v>41013</c:v>
                </c:pt>
                <c:pt idx="2296">
                  <c:v>41014</c:v>
                </c:pt>
                <c:pt idx="2297">
                  <c:v>41015</c:v>
                </c:pt>
                <c:pt idx="2298">
                  <c:v>41016</c:v>
                </c:pt>
                <c:pt idx="2299">
                  <c:v>41017</c:v>
                </c:pt>
                <c:pt idx="2300">
                  <c:v>41018</c:v>
                </c:pt>
                <c:pt idx="2301">
                  <c:v>41019</c:v>
                </c:pt>
                <c:pt idx="2302">
                  <c:v>41020</c:v>
                </c:pt>
                <c:pt idx="2303">
                  <c:v>41021</c:v>
                </c:pt>
                <c:pt idx="2304">
                  <c:v>41022</c:v>
                </c:pt>
                <c:pt idx="2305">
                  <c:v>41023</c:v>
                </c:pt>
                <c:pt idx="2306">
                  <c:v>41024</c:v>
                </c:pt>
                <c:pt idx="2307">
                  <c:v>41025</c:v>
                </c:pt>
                <c:pt idx="2308">
                  <c:v>41026</c:v>
                </c:pt>
                <c:pt idx="2309">
                  <c:v>41027</c:v>
                </c:pt>
                <c:pt idx="2310">
                  <c:v>41028</c:v>
                </c:pt>
                <c:pt idx="2311">
                  <c:v>41029</c:v>
                </c:pt>
                <c:pt idx="2312">
                  <c:v>41030</c:v>
                </c:pt>
                <c:pt idx="2313">
                  <c:v>41031</c:v>
                </c:pt>
                <c:pt idx="2314">
                  <c:v>41032</c:v>
                </c:pt>
                <c:pt idx="2315">
                  <c:v>41033</c:v>
                </c:pt>
                <c:pt idx="2316">
                  <c:v>41034</c:v>
                </c:pt>
                <c:pt idx="2317">
                  <c:v>41035</c:v>
                </c:pt>
                <c:pt idx="2318">
                  <c:v>41036</c:v>
                </c:pt>
                <c:pt idx="2319">
                  <c:v>41037</c:v>
                </c:pt>
                <c:pt idx="2320">
                  <c:v>41038</c:v>
                </c:pt>
                <c:pt idx="2321">
                  <c:v>41039</c:v>
                </c:pt>
                <c:pt idx="2322">
                  <c:v>41040</c:v>
                </c:pt>
                <c:pt idx="2323">
                  <c:v>41041</c:v>
                </c:pt>
                <c:pt idx="2324">
                  <c:v>41042</c:v>
                </c:pt>
                <c:pt idx="2325">
                  <c:v>41043</c:v>
                </c:pt>
                <c:pt idx="2326">
                  <c:v>41044</c:v>
                </c:pt>
                <c:pt idx="2327">
                  <c:v>41045</c:v>
                </c:pt>
                <c:pt idx="2328">
                  <c:v>41046</c:v>
                </c:pt>
                <c:pt idx="2329">
                  <c:v>41047</c:v>
                </c:pt>
                <c:pt idx="2330">
                  <c:v>41048</c:v>
                </c:pt>
                <c:pt idx="2331">
                  <c:v>41049</c:v>
                </c:pt>
                <c:pt idx="2332">
                  <c:v>41050</c:v>
                </c:pt>
                <c:pt idx="2333">
                  <c:v>41051</c:v>
                </c:pt>
                <c:pt idx="2334">
                  <c:v>41052</c:v>
                </c:pt>
                <c:pt idx="2335">
                  <c:v>41053</c:v>
                </c:pt>
                <c:pt idx="2336">
                  <c:v>41054</c:v>
                </c:pt>
                <c:pt idx="2337">
                  <c:v>41055</c:v>
                </c:pt>
                <c:pt idx="2338">
                  <c:v>41056</c:v>
                </c:pt>
                <c:pt idx="2339">
                  <c:v>41057</c:v>
                </c:pt>
                <c:pt idx="2340">
                  <c:v>41058</c:v>
                </c:pt>
                <c:pt idx="2341">
                  <c:v>41059</c:v>
                </c:pt>
                <c:pt idx="2342">
                  <c:v>41060</c:v>
                </c:pt>
                <c:pt idx="2343">
                  <c:v>41061</c:v>
                </c:pt>
                <c:pt idx="2344">
                  <c:v>41062</c:v>
                </c:pt>
                <c:pt idx="2345">
                  <c:v>41063</c:v>
                </c:pt>
                <c:pt idx="2346">
                  <c:v>41064</c:v>
                </c:pt>
                <c:pt idx="2347">
                  <c:v>41065</c:v>
                </c:pt>
                <c:pt idx="2348">
                  <c:v>41066</c:v>
                </c:pt>
                <c:pt idx="2349">
                  <c:v>41067</c:v>
                </c:pt>
                <c:pt idx="2350">
                  <c:v>41068</c:v>
                </c:pt>
                <c:pt idx="2351">
                  <c:v>41069</c:v>
                </c:pt>
                <c:pt idx="2352">
                  <c:v>41070</c:v>
                </c:pt>
                <c:pt idx="2353">
                  <c:v>41071</c:v>
                </c:pt>
                <c:pt idx="2354">
                  <c:v>41072</c:v>
                </c:pt>
                <c:pt idx="2355">
                  <c:v>41073</c:v>
                </c:pt>
                <c:pt idx="2356">
                  <c:v>41074</c:v>
                </c:pt>
                <c:pt idx="2357">
                  <c:v>41075</c:v>
                </c:pt>
                <c:pt idx="2358">
                  <c:v>41076</c:v>
                </c:pt>
                <c:pt idx="2359">
                  <c:v>41077</c:v>
                </c:pt>
                <c:pt idx="2360">
                  <c:v>41078</c:v>
                </c:pt>
                <c:pt idx="2361">
                  <c:v>41079</c:v>
                </c:pt>
                <c:pt idx="2362">
                  <c:v>41080</c:v>
                </c:pt>
                <c:pt idx="2363">
                  <c:v>41081</c:v>
                </c:pt>
                <c:pt idx="2364">
                  <c:v>41082</c:v>
                </c:pt>
                <c:pt idx="2365">
                  <c:v>41083</c:v>
                </c:pt>
                <c:pt idx="2366">
                  <c:v>41084</c:v>
                </c:pt>
                <c:pt idx="2367">
                  <c:v>41085</c:v>
                </c:pt>
                <c:pt idx="2368">
                  <c:v>41086</c:v>
                </c:pt>
                <c:pt idx="2369">
                  <c:v>41087</c:v>
                </c:pt>
                <c:pt idx="2370">
                  <c:v>41088</c:v>
                </c:pt>
                <c:pt idx="2371">
                  <c:v>41089</c:v>
                </c:pt>
                <c:pt idx="2372">
                  <c:v>41090</c:v>
                </c:pt>
                <c:pt idx="2373">
                  <c:v>41091</c:v>
                </c:pt>
                <c:pt idx="2374">
                  <c:v>41092</c:v>
                </c:pt>
                <c:pt idx="2375">
                  <c:v>41093</c:v>
                </c:pt>
                <c:pt idx="2376">
                  <c:v>41094</c:v>
                </c:pt>
                <c:pt idx="2377">
                  <c:v>41095</c:v>
                </c:pt>
                <c:pt idx="2378">
                  <c:v>41096</c:v>
                </c:pt>
                <c:pt idx="2379">
                  <c:v>41097</c:v>
                </c:pt>
                <c:pt idx="2380">
                  <c:v>41098</c:v>
                </c:pt>
                <c:pt idx="2381">
                  <c:v>41099</c:v>
                </c:pt>
                <c:pt idx="2382">
                  <c:v>41100</c:v>
                </c:pt>
                <c:pt idx="2383">
                  <c:v>41101</c:v>
                </c:pt>
                <c:pt idx="2384">
                  <c:v>41102</c:v>
                </c:pt>
                <c:pt idx="2385">
                  <c:v>41103</c:v>
                </c:pt>
                <c:pt idx="2386">
                  <c:v>41104</c:v>
                </c:pt>
                <c:pt idx="2387">
                  <c:v>41105</c:v>
                </c:pt>
                <c:pt idx="2388">
                  <c:v>41106</c:v>
                </c:pt>
                <c:pt idx="2389">
                  <c:v>41107</c:v>
                </c:pt>
                <c:pt idx="2390">
                  <c:v>41108</c:v>
                </c:pt>
                <c:pt idx="2391">
                  <c:v>41109</c:v>
                </c:pt>
                <c:pt idx="2392">
                  <c:v>41110</c:v>
                </c:pt>
                <c:pt idx="2393">
                  <c:v>41111</c:v>
                </c:pt>
                <c:pt idx="2394">
                  <c:v>41112</c:v>
                </c:pt>
                <c:pt idx="2395">
                  <c:v>41113</c:v>
                </c:pt>
                <c:pt idx="2396">
                  <c:v>41114</c:v>
                </c:pt>
                <c:pt idx="2397">
                  <c:v>41115</c:v>
                </c:pt>
                <c:pt idx="2398">
                  <c:v>41116</c:v>
                </c:pt>
                <c:pt idx="2399">
                  <c:v>41117</c:v>
                </c:pt>
                <c:pt idx="2400">
                  <c:v>41118</c:v>
                </c:pt>
                <c:pt idx="2401">
                  <c:v>41119</c:v>
                </c:pt>
                <c:pt idx="2402">
                  <c:v>41120</c:v>
                </c:pt>
                <c:pt idx="2403">
                  <c:v>41121</c:v>
                </c:pt>
                <c:pt idx="2404">
                  <c:v>41122</c:v>
                </c:pt>
                <c:pt idx="2405">
                  <c:v>41123</c:v>
                </c:pt>
                <c:pt idx="2406">
                  <c:v>41124</c:v>
                </c:pt>
                <c:pt idx="2407">
                  <c:v>41125</c:v>
                </c:pt>
                <c:pt idx="2408">
                  <c:v>41126</c:v>
                </c:pt>
                <c:pt idx="2409">
                  <c:v>41127</c:v>
                </c:pt>
                <c:pt idx="2410">
                  <c:v>41128</c:v>
                </c:pt>
                <c:pt idx="2411">
                  <c:v>41129</c:v>
                </c:pt>
                <c:pt idx="2412">
                  <c:v>41130</c:v>
                </c:pt>
                <c:pt idx="2413">
                  <c:v>41131</c:v>
                </c:pt>
                <c:pt idx="2414">
                  <c:v>41132</c:v>
                </c:pt>
                <c:pt idx="2415">
                  <c:v>41133</c:v>
                </c:pt>
                <c:pt idx="2416">
                  <c:v>41134</c:v>
                </c:pt>
                <c:pt idx="2417">
                  <c:v>41135</c:v>
                </c:pt>
                <c:pt idx="2418">
                  <c:v>41136</c:v>
                </c:pt>
                <c:pt idx="2419">
                  <c:v>41137</c:v>
                </c:pt>
                <c:pt idx="2420">
                  <c:v>41138</c:v>
                </c:pt>
                <c:pt idx="2421">
                  <c:v>41139</c:v>
                </c:pt>
                <c:pt idx="2422">
                  <c:v>41140</c:v>
                </c:pt>
                <c:pt idx="2423">
                  <c:v>41141</c:v>
                </c:pt>
                <c:pt idx="2424">
                  <c:v>41142</c:v>
                </c:pt>
                <c:pt idx="2425">
                  <c:v>41143</c:v>
                </c:pt>
                <c:pt idx="2426">
                  <c:v>41144</c:v>
                </c:pt>
                <c:pt idx="2427">
                  <c:v>41145</c:v>
                </c:pt>
                <c:pt idx="2428">
                  <c:v>41146</c:v>
                </c:pt>
                <c:pt idx="2429">
                  <c:v>41147</c:v>
                </c:pt>
                <c:pt idx="2430">
                  <c:v>41148</c:v>
                </c:pt>
                <c:pt idx="2431">
                  <c:v>41149</c:v>
                </c:pt>
                <c:pt idx="2432">
                  <c:v>41150</c:v>
                </c:pt>
                <c:pt idx="2433">
                  <c:v>41151</c:v>
                </c:pt>
                <c:pt idx="2434">
                  <c:v>41152</c:v>
                </c:pt>
                <c:pt idx="2435">
                  <c:v>41153</c:v>
                </c:pt>
                <c:pt idx="2436">
                  <c:v>41154</c:v>
                </c:pt>
                <c:pt idx="2437">
                  <c:v>41155</c:v>
                </c:pt>
                <c:pt idx="2438">
                  <c:v>41156</c:v>
                </c:pt>
                <c:pt idx="2439">
                  <c:v>41157</c:v>
                </c:pt>
                <c:pt idx="2440">
                  <c:v>41158</c:v>
                </c:pt>
                <c:pt idx="2441">
                  <c:v>41159</c:v>
                </c:pt>
                <c:pt idx="2442">
                  <c:v>41160</c:v>
                </c:pt>
                <c:pt idx="2443">
                  <c:v>41161</c:v>
                </c:pt>
                <c:pt idx="2444">
                  <c:v>41162</c:v>
                </c:pt>
                <c:pt idx="2445">
                  <c:v>41163</c:v>
                </c:pt>
                <c:pt idx="2446">
                  <c:v>41164</c:v>
                </c:pt>
                <c:pt idx="2447">
                  <c:v>41165</c:v>
                </c:pt>
                <c:pt idx="2448">
                  <c:v>41166</c:v>
                </c:pt>
                <c:pt idx="2449">
                  <c:v>41167</c:v>
                </c:pt>
                <c:pt idx="2450">
                  <c:v>41168</c:v>
                </c:pt>
                <c:pt idx="2451">
                  <c:v>41169</c:v>
                </c:pt>
                <c:pt idx="2452">
                  <c:v>41170</c:v>
                </c:pt>
                <c:pt idx="2453">
                  <c:v>41171</c:v>
                </c:pt>
                <c:pt idx="2454">
                  <c:v>41172</c:v>
                </c:pt>
                <c:pt idx="2455">
                  <c:v>41173</c:v>
                </c:pt>
                <c:pt idx="2456">
                  <c:v>41174</c:v>
                </c:pt>
                <c:pt idx="2457">
                  <c:v>41175</c:v>
                </c:pt>
                <c:pt idx="2458">
                  <c:v>41176</c:v>
                </c:pt>
                <c:pt idx="2459">
                  <c:v>41177</c:v>
                </c:pt>
                <c:pt idx="2460">
                  <c:v>41178</c:v>
                </c:pt>
                <c:pt idx="2461">
                  <c:v>41179</c:v>
                </c:pt>
                <c:pt idx="2462">
                  <c:v>41180</c:v>
                </c:pt>
                <c:pt idx="2463">
                  <c:v>41181</c:v>
                </c:pt>
                <c:pt idx="2464">
                  <c:v>41182</c:v>
                </c:pt>
                <c:pt idx="2465">
                  <c:v>41183</c:v>
                </c:pt>
                <c:pt idx="2466">
                  <c:v>41184</c:v>
                </c:pt>
                <c:pt idx="2467">
                  <c:v>41185</c:v>
                </c:pt>
                <c:pt idx="2468">
                  <c:v>41186</c:v>
                </c:pt>
                <c:pt idx="2469">
                  <c:v>41187</c:v>
                </c:pt>
                <c:pt idx="2470">
                  <c:v>41188</c:v>
                </c:pt>
                <c:pt idx="2471">
                  <c:v>41189</c:v>
                </c:pt>
                <c:pt idx="2472">
                  <c:v>41190</c:v>
                </c:pt>
                <c:pt idx="2473">
                  <c:v>41191</c:v>
                </c:pt>
                <c:pt idx="2474">
                  <c:v>41192</c:v>
                </c:pt>
                <c:pt idx="2475">
                  <c:v>41193</c:v>
                </c:pt>
                <c:pt idx="2476">
                  <c:v>41194</c:v>
                </c:pt>
                <c:pt idx="2477">
                  <c:v>41195</c:v>
                </c:pt>
                <c:pt idx="2478">
                  <c:v>41196</c:v>
                </c:pt>
                <c:pt idx="2479">
                  <c:v>41197</c:v>
                </c:pt>
                <c:pt idx="2480">
                  <c:v>41198</c:v>
                </c:pt>
                <c:pt idx="2481">
                  <c:v>41199</c:v>
                </c:pt>
                <c:pt idx="2482">
                  <c:v>41200</c:v>
                </c:pt>
                <c:pt idx="2483">
                  <c:v>41201</c:v>
                </c:pt>
                <c:pt idx="2484">
                  <c:v>41202</c:v>
                </c:pt>
                <c:pt idx="2485">
                  <c:v>41203</c:v>
                </c:pt>
                <c:pt idx="2486">
                  <c:v>41204</c:v>
                </c:pt>
                <c:pt idx="2487">
                  <c:v>41205</c:v>
                </c:pt>
                <c:pt idx="2488">
                  <c:v>41206</c:v>
                </c:pt>
                <c:pt idx="2489">
                  <c:v>41207</c:v>
                </c:pt>
                <c:pt idx="2490">
                  <c:v>41208</c:v>
                </c:pt>
                <c:pt idx="2491">
                  <c:v>41209</c:v>
                </c:pt>
                <c:pt idx="2492">
                  <c:v>41210</c:v>
                </c:pt>
                <c:pt idx="2493">
                  <c:v>41211</c:v>
                </c:pt>
                <c:pt idx="2494">
                  <c:v>41212</c:v>
                </c:pt>
                <c:pt idx="2495">
                  <c:v>41213</c:v>
                </c:pt>
                <c:pt idx="2496">
                  <c:v>41214</c:v>
                </c:pt>
                <c:pt idx="2497">
                  <c:v>41215</c:v>
                </c:pt>
                <c:pt idx="2498">
                  <c:v>41216</c:v>
                </c:pt>
                <c:pt idx="2499">
                  <c:v>41217</c:v>
                </c:pt>
                <c:pt idx="2500">
                  <c:v>41218</c:v>
                </c:pt>
                <c:pt idx="2501">
                  <c:v>41219</c:v>
                </c:pt>
                <c:pt idx="2502">
                  <c:v>41220</c:v>
                </c:pt>
                <c:pt idx="2503">
                  <c:v>41221</c:v>
                </c:pt>
                <c:pt idx="2504">
                  <c:v>41222</c:v>
                </c:pt>
                <c:pt idx="2505">
                  <c:v>41223</c:v>
                </c:pt>
                <c:pt idx="2506">
                  <c:v>41224</c:v>
                </c:pt>
                <c:pt idx="2507">
                  <c:v>41225</c:v>
                </c:pt>
                <c:pt idx="2508">
                  <c:v>41226</c:v>
                </c:pt>
                <c:pt idx="2509">
                  <c:v>41227</c:v>
                </c:pt>
                <c:pt idx="2510">
                  <c:v>41228</c:v>
                </c:pt>
                <c:pt idx="2511">
                  <c:v>41229</c:v>
                </c:pt>
                <c:pt idx="2512">
                  <c:v>41230</c:v>
                </c:pt>
                <c:pt idx="2513">
                  <c:v>41231</c:v>
                </c:pt>
                <c:pt idx="2514">
                  <c:v>41232</c:v>
                </c:pt>
                <c:pt idx="2515">
                  <c:v>41233</c:v>
                </c:pt>
                <c:pt idx="2516">
                  <c:v>41234</c:v>
                </c:pt>
                <c:pt idx="2517">
                  <c:v>41235</c:v>
                </c:pt>
                <c:pt idx="2518">
                  <c:v>41236</c:v>
                </c:pt>
                <c:pt idx="2519">
                  <c:v>41237</c:v>
                </c:pt>
                <c:pt idx="2520">
                  <c:v>41238</c:v>
                </c:pt>
                <c:pt idx="2521">
                  <c:v>41239</c:v>
                </c:pt>
                <c:pt idx="2522">
                  <c:v>41240</c:v>
                </c:pt>
                <c:pt idx="2523">
                  <c:v>41241</c:v>
                </c:pt>
                <c:pt idx="2524">
                  <c:v>41242</c:v>
                </c:pt>
                <c:pt idx="2525">
                  <c:v>41243</c:v>
                </c:pt>
                <c:pt idx="2526">
                  <c:v>41244</c:v>
                </c:pt>
                <c:pt idx="2527">
                  <c:v>41245</c:v>
                </c:pt>
                <c:pt idx="2528">
                  <c:v>41246</c:v>
                </c:pt>
                <c:pt idx="2529">
                  <c:v>41247</c:v>
                </c:pt>
                <c:pt idx="2530">
                  <c:v>41248</c:v>
                </c:pt>
                <c:pt idx="2531">
                  <c:v>41249</c:v>
                </c:pt>
                <c:pt idx="2532">
                  <c:v>41250</c:v>
                </c:pt>
                <c:pt idx="2533">
                  <c:v>41251</c:v>
                </c:pt>
                <c:pt idx="2534">
                  <c:v>41252</c:v>
                </c:pt>
                <c:pt idx="2535">
                  <c:v>41253</c:v>
                </c:pt>
                <c:pt idx="2536">
                  <c:v>41254</c:v>
                </c:pt>
                <c:pt idx="2537">
                  <c:v>41255</c:v>
                </c:pt>
                <c:pt idx="2538">
                  <c:v>41256</c:v>
                </c:pt>
                <c:pt idx="2539">
                  <c:v>41257</c:v>
                </c:pt>
                <c:pt idx="2540">
                  <c:v>41258</c:v>
                </c:pt>
                <c:pt idx="2541">
                  <c:v>41259</c:v>
                </c:pt>
                <c:pt idx="2542">
                  <c:v>41260</c:v>
                </c:pt>
                <c:pt idx="2543">
                  <c:v>41261</c:v>
                </c:pt>
                <c:pt idx="2544">
                  <c:v>41262</c:v>
                </c:pt>
                <c:pt idx="2545">
                  <c:v>41263</c:v>
                </c:pt>
                <c:pt idx="2546">
                  <c:v>41264</c:v>
                </c:pt>
                <c:pt idx="2547">
                  <c:v>41265</c:v>
                </c:pt>
                <c:pt idx="2548">
                  <c:v>41266</c:v>
                </c:pt>
                <c:pt idx="2549">
                  <c:v>41267</c:v>
                </c:pt>
                <c:pt idx="2550">
                  <c:v>41268</c:v>
                </c:pt>
                <c:pt idx="2551">
                  <c:v>41269</c:v>
                </c:pt>
                <c:pt idx="2552">
                  <c:v>41270</c:v>
                </c:pt>
                <c:pt idx="2553">
                  <c:v>41271</c:v>
                </c:pt>
                <c:pt idx="2554">
                  <c:v>41272</c:v>
                </c:pt>
                <c:pt idx="2555">
                  <c:v>41273</c:v>
                </c:pt>
                <c:pt idx="2556">
                  <c:v>41274</c:v>
                </c:pt>
                <c:pt idx="2557">
                  <c:v>41275</c:v>
                </c:pt>
                <c:pt idx="2558">
                  <c:v>41276</c:v>
                </c:pt>
                <c:pt idx="2559">
                  <c:v>41277</c:v>
                </c:pt>
                <c:pt idx="2560">
                  <c:v>41278</c:v>
                </c:pt>
                <c:pt idx="2561">
                  <c:v>41279</c:v>
                </c:pt>
                <c:pt idx="2562">
                  <c:v>41280</c:v>
                </c:pt>
                <c:pt idx="2563">
                  <c:v>41281</c:v>
                </c:pt>
                <c:pt idx="2564">
                  <c:v>41282</c:v>
                </c:pt>
                <c:pt idx="2565">
                  <c:v>41283</c:v>
                </c:pt>
                <c:pt idx="2566">
                  <c:v>41284</c:v>
                </c:pt>
                <c:pt idx="2567">
                  <c:v>41285</c:v>
                </c:pt>
                <c:pt idx="2568">
                  <c:v>41286</c:v>
                </c:pt>
                <c:pt idx="2569">
                  <c:v>41287</c:v>
                </c:pt>
                <c:pt idx="2570">
                  <c:v>41288</c:v>
                </c:pt>
                <c:pt idx="2571">
                  <c:v>41289</c:v>
                </c:pt>
                <c:pt idx="2572">
                  <c:v>41290</c:v>
                </c:pt>
                <c:pt idx="2573">
                  <c:v>41291</c:v>
                </c:pt>
                <c:pt idx="2574">
                  <c:v>41292</c:v>
                </c:pt>
                <c:pt idx="2575">
                  <c:v>41293</c:v>
                </c:pt>
                <c:pt idx="2576">
                  <c:v>41294</c:v>
                </c:pt>
                <c:pt idx="2577">
                  <c:v>41295</c:v>
                </c:pt>
                <c:pt idx="2578">
                  <c:v>41296</c:v>
                </c:pt>
                <c:pt idx="2579">
                  <c:v>41297</c:v>
                </c:pt>
                <c:pt idx="2580">
                  <c:v>41298</c:v>
                </c:pt>
                <c:pt idx="2581">
                  <c:v>41299</c:v>
                </c:pt>
                <c:pt idx="2582">
                  <c:v>41300</c:v>
                </c:pt>
                <c:pt idx="2583">
                  <c:v>41301</c:v>
                </c:pt>
                <c:pt idx="2584">
                  <c:v>41302</c:v>
                </c:pt>
                <c:pt idx="2585">
                  <c:v>41303</c:v>
                </c:pt>
                <c:pt idx="2586">
                  <c:v>41304</c:v>
                </c:pt>
                <c:pt idx="2587">
                  <c:v>41305</c:v>
                </c:pt>
                <c:pt idx="2588">
                  <c:v>41306</c:v>
                </c:pt>
                <c:pt idx="2589">
                  <c:v>41307</c:v>
                </c:pt>
                <c:pt idx="2590">
                  <c:v>41308</c:v>
                </c:pt>
                <c:pt idx="2591">
                  <c:v>41309</c:v>
                </c:pt>
                <c:pt idx="2592">
                  <c:v>41310</c:v>
                </c:pt>
                <c:pt idx="2593">
                  <c:v>41311</c:v>
                </c:pt>
                <c:pt idx="2594">
                  <c:v>41312</c:v>
                </c:pt>
                <c:pt idx="2595">
                  <c:v>41313</c:v>
                </c:pt>
                <c:pt idx="2596">
                  <c:v>41314</c:v>
                </c:pt>
                <c:pt idx="2597">
                  <c:v>41315</c:v>
                </c:pt>
                <c:pt idx="2598">
                  <c:v>41316</c:v>
                </c:pt>
                <c:pt idx="2599">
                  <c:v>41317</c:v>
                </c:pt>
                <c:pt idx="2600">
                  <c:v>41318</c:v>
                </c:pt>
                <c:pt idx="2601">
                  <c:v>41319</c:v>
                </c:pt>
                <c:pt idx="2602">
                  <c:v>41320</c:v>
                </c:pt>
                <c:pt idx="2603">
                  <c:v>41321</c:v>
                </c:pt>
                <c:pt idx="2604">
                  <c:v>41322</c:v>
                </c:pt>
                <c:pt idx="2605">
                  <c:v>41323</c:v>
                </c:pt>
                <c:pt idx="2606">
                  <c:v>41324</c:v>
                </c:pt>
                <c:pt idx="2607">
                  <c:v>41325</c:v>
                </c:pt>
                <c:pt idx="2608">
                  <c:v>41326</c:v>
                </c:pt>
                <c:pt idx="2609">
                  <c:v>41327</c:v>
                </c:pt>
                <c:pt idx="2610">
                  <c:v>41328</c:v>
                </c:pt>
                <c:pt idx="2611">
                  <c:v>41329</c:v>
                </c:pt>
                <c:pt idx="2612">
                  <c:v>41330</c:v>
                </c:pt>
                <c:pt idx="2613">
                  <c:v>41331</c:v>
                </c:pt>
                <c:pt idx="2614">
                  <c:v>41332</c:v>
                </c:pt>
                <c:pt idx="2615">
                  <c:v>41333</c:v>
                </c:pt>
                <c:pt idx="2616">
                  <c:v>41334</c:v>
                </c:pt>
                <c:pt idx="2617">
                  <c:v>41335</c:v>
                </c:pt>
                <c:pt idx="2618">
                  <c:v>41336</c:v>
                </c:pt>
                <c:pt idx="2619">
                  <c:v>41337</c:v>
                </c:pt>
                <c:pt idx="2620">
                  <c:v>41338</c:v>
                </c:pt>
                <c:pt idx="2621">
                  <c:v>41339</c:v>
                </c:pt>
                <c:pt idx="2622">
                  <c:v>41340</c:v>
                </c:pt>
                <c:pt idx="2623">
                  <c:v>41341</c:v>
                </c:pt>
                <c:pt idx="2624">
                  <c:v>41342</c:v>
                </c:pt>
                <c:pt idx="2625">
                  <c:v>41343</c:v>
                </c:pt>
                <c:pt idx="2626">
                  <c:v>41344</c:v>
                </c:pt>
                <c:pt idx="2627">
                  <c:v>41345</c:v>
                </c:pt>
                <c:pt idx="2628">
                  <c:v>41346</c:v>
                </c:pt>
                <c:pt idx="2629">
                  <c:v>41347</c:v>
                </c:pt>
                <c:pt idx="2630">
                  <c:v>41348</c:v>
                </c:pt>
                <c:pt idx="2631">
                  <c:v>41349</c:v>
                </c:pt>
                <c:pt idx="2632">
                  <c:v>41350</c:v>
                </c:pt>
                <c:pt idx="2633">
                  <c:v>41351</c:v>
                </c:pt>
                <c:pt idx="2634">
                  <c:v>41352</c:v>
                </c:pt>
                <c:pt idx="2635">
                  <c:v>41353</c:v>
                </c:pt>
                <c:pt idx="2636">
                  <c:v>41354</c:v>
                </c:pt>
                <c:pt idx="2637">
                  <c:v>41355</c:v>
                </c:pt>
                <c:pt idx="2638">
                  <c:v>41356</c:v>
                </c:pt>
                <c:pt idx="2639">
                  <c:v>41357</c:v>
                </c:pt>
                <c:pt idx="2640">
                  <c:v>41358</c:v>
                </c:pt>
                <c:pt idx="2641">
                  <c:v>41359</c:v>
                </c:pt>
                <c:pt idx="2642">
                  <c:v>41360</c:v>
                </c:pt>
                <c:pt idx="2643">
                  <c:v>41361</c:v>
                </c:pt>
                <c:pt idx="2644">
                  <c:v>41362</c:v>
                </c:pt>
                <c:pt idx="2645">
                  <c:v>41363</c:v>
                </c:pt>
                <c:pt idx="2646">
                  <c:v>41364</c:v>
                </c:pt>
                <c:pt idx="2647">
                  <c:v>41365</c:v>
                </c:pt>
                <c:pt idx="2648">
                  <c:v>41366</c:v>
                </c:pt>
                <c:pt idx="2649">
                  <c:v>41367</c:v>
                </c:pt>
                <c:pt idx="2650">
                  <c:v>41368</c:v>
                </c:pt>
                <c:pt idx="2651">
                  <c:v>41369</c:v>
                </c:pt>
                <c:pt idx="2652">
                  <c:v>41370</c:v>
                </c:pt>
                <c:pt idx="2653">
                  <c:v>41371</c:v>
                </c:pt>
                <c:pt idx="2654">
                  <c:v>41372</c:v>
                </c:pt>
                <c:pt idx="2655">
                  <c:v>41373</c:v>
                </c:pt>
                <c:pt idx="2656">
                  <c:v>41374</c:v>
                </c:pt>
                <c:pt idx="2657">
                  <c:v>41375</c:v>
                </c:pt>
                <c:pt idx="2658">
                  <c:v>41376</c:v>
                </c:pt>
                <c:pt idx="2659">
                  <c:v>41377</c:v>
                </c:pt>
                <c:pt idx="2660">
                  <c:v>41378</c:v>
                </c:pt>
                <c:pt idx="2661">
                  <c:v>41379</c:v>
                </c:pt>
                <c:pt idx="2662">
                  <c:v>41380</c:v>
                </c:pt>
                <c:pt idx="2663">
                  <c:v>41381</c:v>
                </c:pt>
                <c:pt idx="2664">
                  <c:v>41382</c:v>
                </c:pt>
                <c:pt idx="2665">
                  <c:v>41383</c:v>
                </c:pt>
                <c:pt idx="2666">
                  <c:v>41384</c:v>
                </c:pt>
                <c:pt idx="2667">
                  <c:v>41385</c:v>
                </c:pt>
                <c:pt idx="2668">
                  <c:v>41386</c:v>
                </c:pt>
                <c:pt idx="2669">
                  <c:v>41387</c:v>
                </c:pt>
                <c:pt idx="2670">
                  <c:v>41388</c:v>
                </c:pt>
                <c:pt idx="2671">
                  <c:v>41389</c:v>
                </c:pt>
                <c:pt idx="2672">
                  <c:v>41390</c:v>
                </c:pt>
                <c:pt idx="2673">
                  <c:v>41391</c:v>
                </c:pt>
                <c:pt idx="2674">
                  <c:v>41392</c:v>
                </c:pt>
                <c:pt idx="2675">
                  <c:v>41393</c:v>
                </c:pt>
                <c:pt idx="2676">
                  <c:v>41394</c:v>
                </c:pt>
                <c:pt idx="2677">
                  <c:v>41395</c:v>
                </c:pt>
                <c:pt idx="2678">
                  <c:v>41396</c:v>
                </c:pt>
                <c:pt idx="2679">
                  <c:v>41397</c:v>
                </c:pt>
                <c:pt idx="2680">
                  <c:v>41398</c:v>
                </c:pt>
                <c:pt idx="2681">
                  <c:v>41399</c:v>
                </c:pt>
                <c:pt idx="2682">
                  <c:v>41400</c:v>
                </c:pt>
                <c:pt idx="2683">
                  <c:v>41401</c:v>
                </c:pt>
                <c:pt idx="2684">
                  <c:v>41402</c:v>
                </c:pt>
                <c:pt idx="2685">
                  <c:v>41403</c:v>
                </c:pt>
                <c:pt idx="2686">
                  <c:v>41404</c:v>
                </c:pt>
                <c:pt idx="2687">
                  <c:v>41405</c:v>
                </c:pt>
                <c:pt idx="2688">
                  <c:v>41406</c:v>
                </c:pt>
                <c:pt idx="2689">
                  <c:v>41407</c:v>
                </c:pt>
                <c:pt idx="2690">
                  <c:v>41408</c:v>
                </c:pt>
                <c:pt idx="2691">
                  <c:v>41409</c:v>
                </c:pt>
                <c:pt idx="2692">
                  <c:v>41410</c:v>
                </c:pt>
                <c:pt idx="2693">
                  <c:v>41411</c:v>
                </c:pt>
                <c:pt idx="2694">
                  <c:v>41412</c:v>
                </c:pt>
                <c:pt idx="2695">
                  <c:v>41413</c:v>
                </c:pt>
                <c:pt idx="2696">
                  <c:v>41414</c:v>
                </c:pt>
                <c:pt idx="2697">
                  <c:v>41415</c:v>
                </c:pt>
                <c:pt idx="2698">
                  <c:v>41416</c:v>
                </c:pt>
                <c:pt idx="2699">
                  <c:v>41417</c:v>
                </c:pt>
                <c:pt idx="2700">
                  <c:v>41418</c:v>
                </c:pt>
                <c:pt idx="2701">
                  <c:v>41419</c:v>
                </c:pt>
                <c:pt idx="2702">
                  <c:v>41420</c:v>
                </c:pt>
                <c:pt idx="2703">
                  <c:v>41421</c:v>
                </c:pt>
                <c:pt idx="2704">
                  <c:v>41422</c:v>
                </c:pt>
                <c:pt idx="2705">
                  <c:v>41423</c:v>
                </c:pt>
                <c:pt idx="2706">
                  <c:v>41424</c:v>
                </c:pt>
                <c:pt idx="2707">
                  <c:v>41425</c:v>
                </c:pt>
                <c:pt idx="2708">
                  <c:v>41426</c:v>
                </c:pt>
                <c:pt idx="2709">
                  <c:v>41427</c:v>
                </c:pt>
                <c:pt idx="2710">
                  <c:v>41428</c:v>
                </c:pt>
                <c:pt idx="2711">
                  <c:v>41429</c:v>
                </c:pt>
                <c:pt idx="2712">
                  <c:v>41430</c:v>
                </c:pt>
                <c:pt idx="2713">
                  <c:v>41431</c:v>
                </c:pt>
                <c:pt idx="2714">
                  <c:v>41432</c:v>
                </c:pt>
                <c:pt idx="2715">
                  <c:v>41433</c:v>
                </c:pt>
                <c:pt idx="2716">
                  <c:v>41434</c:v>
                </c:pt>
                <c:pt idx="2717">
                  <c:v>41435</c:v>
                </c:pt>
                <c:pt idx="2718">
                  <c:v>41436</c:v>
                </c:pt>
                <c:pt idx="2719">
                  <c:v>41437</c:v>
                </c:pt>
                <c:pt idx="2720">
                  <c:v>41438</c:v>
                </c:pt>
                <c:pt idx="2721">
                  <c:v>41439</c:v>
                </c:pt>
                <c:pt idx="2722">
                  <c:v>41440</c:v>
                </c:pt>
                <c:pt idx="2723">
                  <c:v>41441</c:v>
                </c:pt>
                <c:pt idx="2724">
                  <c:v>41442</c:v>
                </c:pt>
                <c:pt idx="2725">
                  <c:v>41443</c:v>
                </c:pt>
                <c:pt idx="2726">
                  <c:v>41444</c:v>
                </c:pt>
                <c:pt idx="2727">
                  <c:v>41445</c:v>
                </c:pt>
                <c:pt idx="2728">
                  <c:v>41446</c:v>
                </c:pt>
                <c:pt idx="2729">
                  <c:v>41447</c:v>
                </c:pt>
                <c:pt idx="2730">
                  <c:v>41448</c:v>
                </c:pt>
                <c:pt idx="2731">
                  <c:v>41449</c:v>
                </c:pt>
                <c:pt idx="2732">
                  <c:v>41450</c:v>
                </c:pt>
                <c:pt idx="2733">
                  <c:v>41451</c:v>
                </c:pt>
                <c:pt idx="2734">
                  <c:v>41452</c:v>
                </c:pt>
                <c:pt idx="2735">
                  <c:v>41453</c:v>
                </c:pt>
                <c:pt idx="2736">
                  <c:v>41454</c:v>
                </c:pt>
                <c:pt idx="2737">
                  <c:v>41455</c:v>
                </c:pt>
                <c:pt idx="2738">
                  <c:v>41456</c:v>
                </c:pt>
                <c:pt idx="2739">
                  <c:v>41457</c:v>
                </c:pt>
                <c:pt idx="2740">
                  <c:v>41458</c:v>
                </c:pt>
                <c:pt idx="2741">
                  <c:v>41459</c:v>
                </c:pt>
                <c:pt idx="2742">
                  <c:v>41460</c:v>
                </c:pt>
                <c:pt idx="2743">
                  <c:v>41461</c:v>
                </c:pt>
                <c:pt idx="2744">
                  <c:v>41462</c:v>
                </c:pt>
                <c:pt idx="2745">
                  <c:v>41463</c:v>
                </c:pt>
                <c:pt idx="2746">
                  <c:v>41464</c:v>
                </c:pt>
                <c:pt idx="2747">
                  <c:v>41465</c:v>
                </c:pt>
                <c:pt idx="2748">
                  <c:v>41466</c:v>
                </c:pt>
                <c:pt idx="2749">
                  <c:v>41467</c:v>
                </c:pt>
                <c:pt idx="2750">
                  <c:v>41468</c:v>
                </c:pt>
                <c:pt idx="2751">
                  <c:v>41469</c:v>
                </c:pt>
                <c:pt idx="2752">
                  <c:v>41470</c:v>
                </c:pt>
                <c:pt idx="2753">
                  <c:v>41471</c:v>
                </c:pt>
                <c:pt idx="2754">
                  <c:v>41472</c:v>
                </c:pt>
                <c:pt idx="2755">
                  <c:v>41473</c:v>
                </c:pt>
                <c:pt idx="2756">
                  <c:v>41474</c:v>
                </c:pt>
                <c:pt idx="2757">
                  <c:v>41475</c:v>
                </c:pt>
                <c:pt idx="2758">
                  <c:v>41476</c:v>
                </c:pt>
                <c:pt idx="2759">
                  <c:v>41477</c:v>
                </c:pt>
                <c:pt idx="2760">
                  <c:v>41478</c:v>
                </c:pt>
                <c:pt idx="2761">
                  <c:v>41479</c:v>
                </c:pt>
                <c:pt idx="2762">
                  <c:v>41480</c:v>
                </c:pt>
                <c:pt idx="2763">
                  <c:v>41481</c:v>
                </c:pt>
                <c:pt idx="2764">
                  <c:v>41482</c:v>
                </c:pt>
                <c:pt idx="2765">
                  <c:v>41483</c:v>
                </c:pt>
                <c:pt idx="2766">
                  <c:v>41484</c:v>
                </c:pt>
                <c:pt idx="2767">
                  <c:v>41485</c:v>
                </c:pt>
                <c:pt idx="2768">
                  <c:v>41486</c:v>
                </c:pt>
                <c:pt idx="2769">
                  <c:v>41487</c:v>
                </c:pt>
                <c:pt idx="2770">
                  <c:v>41488</c:v>
                </c:pt>
                <c:pt idx="2771">
                  <c:v>41489</c:v>
                </c:pt>
                <c:pt idx="2772">
                  <c:v>41490</c:v>
                </c:pt>
                <c:pt idx="2773">
                  <c:v>41491</c:v>
                </c:pt>
                <c:pt idx="2774">
                  <c:v>41492</c:v>
                </c:pt>
                <c:pt idx="2775">
                  <c:v>41493</c:v>
                </c:pt>
                <c:pt idx="2776">
                  <c:v>41494</c:v>
                </c:pt>
                <c:pt idx="2777">
                  <c:v>41495</c:v>
                </c:pt>
                <c:pt idx="2778">
                  <c:v>41496</c:v>
                </c:pt>
                <c:pt idx="2779">
                  <c:v>41497</c:v>
                </c:pt>
                <c:pt idx="2780">
                  <c:v>41498</c:v>
                </c:pt>
                <c:pt idx="2781">
                  <c:v>41499</c:v>
                </c:pt>
                <c:pt idx="2782">
                  <c:v>41500</c:v>
                </c:pt>
                <c:pt idx="2783">
                  <c:v>41501</c:v>
                </c:pt>
                <c:pt idx="2784">
                  <c:v>41502</c:v>
                </c:pt>
                <c:pt idx="2785">
                  <c:v>41503</c:v>
                </c:pt>
                <c:pt idx="2786">
                  <c:v>41504</c:v>
                </c:pt>
                <c:pt idx="2787">
                  <c:v>41505</c:v>
                </c:pt>
                <c:pt idx="2788">
                  <c:v>41506</c:v>
                </c:pt>
                <c:pt idx="2789">
                  <c:v>41507</c:v>
                </c:pt>
                <c:pt idx="2790">
                  <c:v>41508</c:v>
                </c:pt>
                <c:pt idx="2791">
                  <c:v>41509</c:v>
                </c:pt>
                <c:pt idx="2792">
                  <c:v>41510</c:v>
                </c:pt>
                <c:pt idx="2793">
                  <c:v>41511</c:v>
                </c:pt>
                <c:pt idx="2794">
                  <c:v>41512</c:v>
                </c:pt>
                <c:pt idx="2795">
                  <c:v>41513</c:v>
                </c:pt>
                <c:pt idx="2796">
                  <c:v>41514</c:v>
                </c:pt>
                <c:pt idx="2797">
                  <c:v>41515</c:v>
                </c:pt>
                <c:pt idx="2798">
                  <c:v>41516</c:v>
                </c:pt>
                <c:pt idx="2799">
                  <c:v>41517</c:v>
                </c:pt>
                <c:pt idx="2800">
                  <c:v>41518</c:v>
                </c:pt>
                <c:pt idx="2801">
                  <c:v>41519</c:v>
                </c:pt>
                <c:pt idx="2802">
                  <c:v>41520</c:v>
                </c:pt>
                <c:pt idx="2803">
                  <c:v>41521</c:v>
                </c:pt>
                <c:pt idx="2804">
                  <c:v>41522</c:v>
                </c:pt>
                <c:pt idx="2805">
                  <c:v>41523</c:v>
                </c:pt>
                <c:pt idx="2806">
                  <c:v>41524</c:v>
                </c:pt>
                <c:pt idx="2807">
                  <c:v>41525</c:v>
                </c:pt>
                <c:pt idx="2808">
                  <c:v>41526</c:v>
                </c:pt>
                <c:pt idx="2809">
                  <c:v>41527</c:v>
                </c:pt>
                <c:pt idx="2810">
                  <c:v>41528</c:v>
                </c:pt>
                <c:pt idx="2811">
                  <c:v>41529</c:v>
                </c:pt>
                <c:pt idx="2812">
                  <c:v>41530</c:v>
                </c:pt>
                <c:pt idx="2813">
                  <c:v>41531</c:v>
                </c:pt>
                <c:pt idx="2814">
                  <c:v>41532</c:v>
                </c:pt>
                <c:pt idx="2815">
                  <c:v>41533</c:v>
                </c:pt>
                <c:pt idx="2816">
                  <c:v>41534</c:v>
                </c:pt>
                <c:pt idx="2817">
                  <c:v>41535</c:v>
                </c:pt>
                <c:pt idx="2818">
                  <c:v>41536</c:v>
                </c:pt>
                <c:pt idx="2819">
                  <c:v>41537</c:v>
                </c:pt>
                <c:pt idx="2820">
                  <c:v>41538</c:v>
                </c:pt>
                <c:pt idx="2821">
                  <c:v>41539</c:v>
                </c:pt>
                <c:pt idx="2822">
                  <c:v>41540</c:v>
                </c:pt>
                <c:pt idx="2823">
                  <c:v>41541</c:v>
                </c:pt>
                <c:pt idx="2824">
                  <c:v>41542</c:v>
                </c:pt>
                <c:pt idx="2825">
                  <c:v>41543</c:v>
                </c:pt>
                <c:pt idx="2826">
                  <c:v>41544</c:v>
                </c:pt>
                <c:pt idx="2827">
                  <c:v>41545</c:v>
                </c:pt>
                <c:pt idx="2828">
                  <c:v>41546</c:v>
                </c:pt>
                <c:pt idx="2829">
                  <c:v>41547</c:v>
                </c:pt>
                <c:pt idx="2830">
                  <c:v>41548</c:v>
                </c:pt>
                <c:pt idx="2831">
                  <c:v>41549</c:v>
                </c:pt>
                <c:pt idx="2832">
                  <c:v>41550</c:v>
                </c:pt>
                <c:pt idx="2833">
                  <c:v>41551</c:v>
                </c:pt>
                <c:pt idx="2834">
                  <c:v>41552</c:v>
                </c:pt>
                <c:pt idx="2835">
                  <c:v>41553</c:v>
                </c:pt>
                <c:pt idx="2836">
                  <c:v>41554</c:v>
                </c:pt>
                <c:pt idx="2837">
                  <c:v>41555</c:v>
                </c:pt>
                <c:pt idx="2838">
                  <c:v>41556</c:v>
                </c:pt>
                <c:pt idx="2839">
                  <c:v>41557</c:v>
                </c:pt>
                <c:pt idx="2840">
                  <c:v>41558</c:v>
                </c:pt>
                <c:pt idx="2841">
                  <c:v>41559</c:v>
                </c:pt>
                <c:pt idx="2842">
                  <c:v>41560</c:v>
                </c:pt>
                <c:pt idx="2843">
                  <c:v>41561</c:v>
                </c:pt>
                <c:pt idx="2844">
                  <c:v>41562</c:v>
                </c:pt>
                <c:pt idx="2845">
                  <c:v>41563</c:v>
                </c:pt>
                <c:pt idx="2846">
                  <c:v>41564</c:v>
                </c:pt>
                <c:pt idx="2847">
                  <c:v>41565</c:v>
                </c:pt>
                <c:pt idx="2848">
                  <c:v>41566</c:v>
                </c:pt>
                <c:pt idx="2849">
                  <c:v>41567</c:v>
                </c:pt>
                <c:pt idx="2850">
                  <c:v>41568</c:v>
                </c:pt>
                <c:pt idx="2851">
                  <c:v>41569</c:v>
                </c:pt>
                <c:pt idx="2852">
                  <c:v>41570</c:v>
                </c:pt>
                <c:pt idx="2853">
                  <c:v>41571</c:v>
                </c:pt>
                <c:pt idx="2854">
                  <c:v>41572</c:v>
                </c:pt>
                <c:pt idx="2855">
                  <c:v>41573</c:v>
                </c:pt>
                <c:pt idx="2856">
                  <c:v>41574</c:v>
                </c:pt>
                <c:pt idx="2857">
                  <c:v>41575</c:v>
                </c:pt>
                <c:pt idx="2858">
                  <c:v>41576</c:v>
                </c:pt>
                <c:pt idx="2859">
                  <c:v>41577</c:v>
                </c:pt>
                <c:pt idx="2860">
                  <c:v>41578</c:v>
                </c:pt>
                <c:pt idx="2861">
                  <c:v>41579</c:v>
                </c:pt>
                <c:pt idx="2862">
                  <c:v>41580</c:v>
                </c:pt>
                <c:pt idx="2863">
                  <c:v>41581</c:v>
                </c:pt>
                <c:pt idx="2864">
                  <c:v>41582</c:v>
                </c:pt>
                <c:pt idx="2865">
                  <c:v>41583</c:v>
                </c:pt>
                <c:pt idx="2866">
                  <c:v>41584</c:v>
                </c:pt>
                <c:pt idx="2867">
                  <c:v>41585</c:v>
                </c:pt>
                <c:pt idx="2868">
                  <c:v>41586</c:v>
                </c:pt>
                <c:pt idx="2869">
                  <c:v>41587</c:v>
                </c:pt>
                <c:pt idx="2870">
                  <c:v>41588</c:v>
                </c:pt>
                <c:pt idx="2871">
                  <c:v>41589</c:v>
                </c:pt>
                <c:pt idx="2872">
                  <c:v>41590</c:v>
                </c:pt>
                <c:pt idx="2873">
                  <c:v>41591</c:v>
                </c:pt>
                <c:pt idx="2874">
                  <c:v>41592</c:v>
                </c:pt>
                <c:pt idx="2875">
                  <c:v>41593</c:v>
                </c:pt>
                <c:pt idx="2876">
                  <c:v>41594</c:v>
                </c:pt>
                <c:pt idx="2877">
                  <c:v>41595</c:v>
                </c:pt>
                <c:pt idx="2878">
                  <c:v>41596</c:v>
                </c:pt>
                <c:pt idx="2879">
                  <c:v>41597</c:v>
                </c:pt>
                <c:pt idx="2880">
                  <c:v>41598</c:v>
                </c:pt>
                <c:pt idx="2881">
                  <c:v>41599</c:v>
                </c:pt>
                <c:pt idx="2882">
                  <c:v>41600</c:v>
                </c:pt>
                <c:pt idx="2883">
                  <c:v>41601</c:v>
                </c:pt>
                <c:pt idx="2884">
                  <c:v>41602</c:v>
                </c:pt>
                <c:pt idx="2885">
                  <c:v>41603</c:v>
                </c:pt>
                <c:pt idx="2886">
                  <c:v>41604</c:v>
                </c:pt>
                <c:pt idx="2887">
                  <c:v>41605</c:v>
                </c:pt>
                <c:pt idx="2888">
                  <c:v>41606</c:v>
                </c:pt>
                <c:pt idx="2889">
                  <c:v>41607</c:v>
                </c:pt>
                <c:pt idx="2890">
                  <c:v>41608</c:v>
                </c:pt>
                <c:pt idx="2891">
                  <c:v>41609</c:v>
                </c:pt>
                <c:pt idx="2892">
                  <c:v>41610</c:v>
                </c:pt>
                <c:pt idx="2893">
                  <c:v>41611</c:v>
                </c:pt>
                <c:pt idx="2894">
                  <c:v>41612</c:v>
                </c:pt>
                <c:pt idx="2895">
                  <c:v>41613</c:v>
                </c:pt>
                <c:pt idx="2896">
                  <c:v>41614</c:v>
                </c:pt>
                <c:pt idx="2897">
                  <c:v>41615</c:v>
                </c:pt>
                <c:pt idx="2898">
                  <c:v>41616</c:v>
                </c:pt>
                <c:pt idx="2899">
                  <c:v>41617</c:v>
                </c:pt>
                <c:pt idx="2900">
                  <c:v>41618</c:v>
                </c:pt>
                <c:pt idx="2901">
                  <c:v>41619</c:v>
                </c:pt>
                <c:pt idx="2902">
                  <c:v>41620</c:v>
                </c:pt>
                <c:pt idx="2903">
                  <c:v>41621</c:v>
                </c:pt>
                <c:pt idx="2904">
                  <c:v>41622</c:v>
                </c:pt>
                <c:pt idx="2905">
                  <c:v>41623</c:v>
                </c:pt>
                <c:pt idx="2906">
                  <c:v>41624</c:v>
                </c:pt>
                <c:pt idx="2907">
                  <c:v>41625</c:v>
                </c:pt>
                <c:pt idx="2908">
                  <c:v>41626</c:v>
                </c:pt>
                <c:pt idx="2909">
                  <c:v>41627</c:v>
                </c:pt>
                <c:pt idx="2910">
                  <c:v>41628</c:v>
                </c:pt>
                <c:pt idx="2911">
                  <c:v>41629</c:v>
                </c:pt>
                <c:pt idx="2912">
                  <c:v>41630</c:v>
                </c:pt>
                <c:pt idx="2913">
                  <c:v>41631</c:v>
                </c:pt>
                <c:pt idx="2914">
                  <c:v>41632</c:v>
                </c:pt>
                <c:pt idx="2915">
                  <c:v>41633</c:v>
                </c:pt>
                <c:pt idx="2916">
                  <c:v>41634</c:v>
                </c:pt>
                <c:pt idx="2917">
                  <c:v>41635</c:v>
                </c:pt>
                <c:pt idx="2918">
                  <c:v>41636</c:v>
                </c:pt>
                <c:pt idx="2919">
                  <c:v>41637</c:v>
                </c:pt>
                <c:pt idx="2920">
                  <c:v>41638</c:v>
                </c:pt>
                <c:pt idx="2921">
                  <c:v>41639</c:v>
                </c:pt>
                <c:pt idx="2922">
                  <c:v>41640</c:v>
                </c:pt>
                <c:pt idx="2923">
                  <c:v>41641</c:v>
                </c:pt>
                <c:pt idx="2924">
                  <c:v>41642</c:v>
                </c:pt>
                <c:pt idx="2925">
                  <c:v>41643</c:v>
                </c:pt>
                <c:pt idx="2926">
                  <c:v>41644</c:v>
                </c:pt>
                <c:pt idx="2927">
                  <c:v>41645</c:v>
                </c:pt>
                <c:pt idx="2928">
                  <c:v>41646</c:v>
                </c:pt>
                <c:pt idx="2929">
                  <c:v>41647</c:v>
                </c:pt>
                <c:pt idx="2930">
                  <c:v>41648</c:v>
                </c:pt>
                <c:pt idx="2931">
                  <c:v>41649</c:v>
                </c:pt>
                <c:pt idx="2932">
                  <c:v>41650</c:v>
                </c:pt>
                <c:pt idx="2933">
                  <c:v>41651</c:v>
                </c:pt>
                <c:pt idx="2934">
                  <c:v>41652</c:v>
                </c:pt>
                <c:pt idx="2935">
                  <c:v>41653</c:v>
                </c:pt>
                <c:pt idx="2936">
                  <c:v>41654</c:v>
                </c:pt>
                <c:pt idx="2937">
                  <c:v>41655</c:v>
                </c:pt>
                <c:pt idx="2938">
                  <c:v>41656</c:v>
                </c:pt>
                <c:pt idx="2939">
                  <c:v>41657</c:v>
                </c:pt>
                <c:pt idx="2940">
                  <c:v>41658</c:v>
                </c:pt>
                <c:pt idx="2941">
                  <c:v>41659</c:v>
                </c:pt>
                <c:pt idx="2942">
                  <c:v>41660</c:v>
                </c:pt>
                <c:pt idx="2943">
                  <c:v>41661</c:v>
                </c:pt>
                <c:pt idx="2944">
                  <c:v>41662</c:v>
                </c:pt>
                <c:pt idx="2945">
                  <c:v>41663</c:v>
                </c:pt>
                <c:pt idx="2946">
                  <c:v>41664</c:v>
                </c:pt>
                <c:pt idx="2947">
                  <c:v>41665</c:v>
                </c:pt>
                <c:pt idx="2948">
                  <c:v>41666</c:v>
                </c:pt>
                <c:pt idx="2949">
                  <c:v>41667</c:v>
                </c:pt>
                <c:pt idx="2950">
                  <c:v>41668</c:v>
                </c:pt>
                <c:pt idx="2951">
                  <c:v>41669</c:v>
                </c:pt>
                <c:pt idx="2952">
                  <c:v>41670</c:v>
                </c:pt>
                <c:pt idx="2953">
                  <c:v>41671</c:v>
                </c:pt>
                <c:pt idx="2954">
                  <c:v>41672</c:v>
                </c:pt>
                <c:pt idx="2955">
                  <c:v>41673</c:v>
                </c:pt>
                <c:pt idx="2956">
                  <c:v>41674</c:v>
                </c:pt>
                <c:pt idx="2957">
                  <c:v>41675</c:v>
                </c:pt>
                <c:pt idx="2958">
                  <c:v>41676</c:v>
                </c:pt>
                <c:pt idx="2959">
                  <c:v>41677</c:v>
                </c:pt>
                <c:pt idx="2960">
                  <c:v>41678</c:v>
                </c:pt>
                <c:pt idx="2961">
                  <c:v>41679</c:v>
                </c:pt>
                <c:pt idx="2962">
                  <c:v>41680</c:v>
                </c:pt>
                <c:pt idx="2963">
                  <c:v>41681</c:v>
                </c:pt>
                <c:pt idx="2964">
                  <c:v>41682</c:v>
                </c:pt>
                <c:pt idx="2965">
                  <c:v>41683</c:v>
                </c:pt>
                <c:pt idx="2966">
                  <c:v>41684</c:v>
                </c:pt>
                <c:pt idx="2967">
                  <c:v>41685</c:v>
                </c:pt>
                <c:pt idx="2968">
                  <c:v>41686</c:v>
                </c:pt>
                <c:pt idx="2969">
                  <c:v>41687</c:v>
                </c:pt>
                <c:pt idx="2970">
                  <c:v>41688</c:v>
                </c:pt>
                <c:pt idx="2971">
                  <c:v>41689</c:v>
                </c:pt>
                <c:pt idx="2972">
                  <c:v>41690</c:v>
                </c:pt>
                <c:pt idx="2973">
                  <c:v>41691</c:v>
                </c:pt>
                <c:pt idx="2974">
                  <c:v>41692</c:v>
                </c:pt>
                <c:pt idx="2975">
                  <c:v>41693</c:v>
                </c:pt>
                <c:pt idx="2976">
                  <c:v>41694</c:v>
                </c:pt>
                <c:pt idx="2977">
                  <c:v>41695</c:v>
                </c:pt>
                <c:pt idx="2978">
                  <c:v>41696</c:v>
                </c:pt>
                <c:pt idx="2979">
                  <c:v>41697</c:v>
                </c:pt>
                <c:pt idx="2980">
                  <c:v>41698</c:v>
                </c:pt>
                <c:pt idx="2981">
                  <c:v>41699</c:v>
                </c:pt>
                <c:pt idx="2982">
                  <c:v>41700</c:v>
                </c:pt>
                <c:pt idx="2983">
                  <c:v>41701</c:v>
                </c:pt>
                <c:pt idx="2984">
                  <c:v>41702</c:v>
                </c:pt>
                <c:pt idx="2985">
                  <c:v>41703</c:v>
                </c:pt>
                <c:pt idx="2986">
                  <c:v>41704</c:v>
                </c:pt>
                <c:pt idx="2987">
                  <c:v>41705</c:v>
                </c:pt>
                <c:pt idx="2988">
                  <c:v>41706</c:v>
                </c:pt>
                <c:pt idx="2989">
                  <c:v>41707</c:v>
                </c:pt>
                <c:pt idx="2990">
                  <c:v>41708</c:v>
                </c:pt>
                <c:pt idx="2991">
                  <c:v>41709</c:v>
                </c:pt>
                <c:pt idx="2992">
                  <c:v>41710</c:v>
                </c:pt>
                <c:pt idx="2993">
                  <c:v>41711</c:v>
                </c:pt>
                <c:pt idx="2994">
                  <c:v>41712</c:v>
                </c:pt>
                <c:pt idx="2995">
                  <c:v>41713</c:v>
                </c:pt>
                <c:pt idx="2996">
                  <c:v>41714</c:v>
                </c:pt>
                <c:pt idx="2997">
                  <c:v>41715</c:v>
                </c:pt>
                <c:pt idx="2998">
                  <c:v>41716</c:v>
                </c:pt>
                <c:pt idx="2999">
                  <c:v>41717</c:v>
                </c:pt>
                <c:pt idx="3000">
                  <c:v>41718</c:v>
                </c:pt>
                <c:pt idx="3001">
                  <c:v>41719</c:v>
                </c:pt>
                <c:pt idx="3002">
                  <c:v>41720</c:v>
                </c:pt>
                <c:pt idx="3003">
                  <c:v>41721</c:v>
                </c:pt>
                <c:pt idx="3004">
                  <c:v>41722</c:v>
                </c:pt>
                <c:pt idx="3005">
                  <c:v>41723</c:v>
                </c:pt>
                <c:pt idx="3006">
                  <c:v>41724</c:v>
                </c:pt>
                <c:pt idx="3007">
                  <c:v>41725</c:v>
                </c:pt>
                <c:pt idx="3008">
                  <c:v>41726</c:v>
                </c:pt>
                <c:pt idx="3009">
                  <c:v>41727</c:v>
                </c:pt>
                <c:pt idx="3010">
                  <c:v>41728</c:v>
                </c:pt>
                <c:pt idx="3011">
                  <c:v>41729</c:v>
                </c:pt>
                <c:pt idx="3012">
                  <c:v>41730</c:v>
                </c:pt>
                <c:pt idx="3013">
                  <c:v>41731</c:v>
                </c:pt>
                <c:pt idx="3014">
                  <c:v>41732</c:v>
                </c:pt>
                <c:pt idx="3015">
                  <c:v>41733</c:v>
                </c:pt>
                <c:pt idx="3016">
                  <c:v>41734</c:v>
                </c:pt>
                <c:pt idx="3017">
                  <c:v>41735</c:v>
                </c:pt>
                <c:pt idx="3018">
                  <c:v>41736</c:v>
                </c:pt>
                <c:pt idx="3019">
                  <c:v>41737</c:v>
                </c:pt>
                <c:pt idx="3020">
                  <c:v>41738</c:v>
                </c:pt>
                <c:pt idx="3021">
                  <c:v>41739</c:v>
                </c:pt>
                <c:pt idx="3022">
                  <c:v>41740</c:v>
                </c:pt>
                <c:pt idx="3023">
                  <c:v>41741</c:v>
                </c:pt>
                <c:pt idx="3024">
                  <c:v>41742</c:v>
                </c:pt>
                <c:pt idx="3025">
                  <c:v>41743</c:v>
                </c:pt>
                <c:pt idx="3026">
                  <c:v>41744</c:v>
                </c:pt>
                <c:pt idx="3027">
                  <c:v>41745</c:v>
                </c:pt>
                <c:pt idx="3028">
                  <c:v>41746</c:v>
                </c:pt>
                <c:pt idx="3029">
                  <c:v>41747</c:v>
                </c:pt>
                <c:pt idx="3030">
                  <c:v>41748</c:v>
                </c:pt>
                <c:pt idx="3031">
                  <c:v>41749</c:v>
                </c:pt>
                <c:pt idx="3032">
                  <c:v>41750</c:v>
                </c:pt>
                <c:pt idx="3033">
                  <c:v>41751</c:v>
                </c:pt>
                <c:pt idx="3034">
                  <c:v>41752</c:v>
                </c:pt>
                <c:pt idx="3035">
                  <c:v>41753</c:v>
                </c:pt>
                <c:pt idx="3036">
                  <c:v>41754</c:v>
                </c:pt>
                <c:pt idx="3037">
                  <c:v>41755</c:v>
                </c:pt>
                <c:pt idx="3038">
                  <c:v>41756</c:v>
                </c:pt>
                <c:pt idx="3039">
                  <c:v>41757</c:v>
                </c:pt>
                <c:pt idx="3040">
                  <c:v>41758</c:v>
                </c:pt>
                <c:pt idx="3041">
                  <c:v>41759</c:v>
                </c:pt>
                <c:pt idx="3042">
                  <c:v>41760</c:v>
                </c:pt>
                <c:pt idx="3043">
                  <c:v>41761</c:v>
                </c:pt>
                <c:pt idx="3044">
                  <c:v>41762</c:v>
                </c:pt>
                <c:pt idx="3045">
                  <c:v>41763</c:v>
                </c:pt>
                <c:pt idx="3046">
                  <c:v>41764</c:v>
                </c:pt>
                <c:pt idx="3047">
                  <c:v>41765</c:v>
                </c:pt>
                <c:pt idx="3048">
                  <c:v>41766</c:v>
                </c:pt>
                <c:pt idx="3049">
                  <c:v>41767</c:v>
                </c:pt>
                <c:pt idx="3050">
                  <c:v>41768</c:v>
                </c:pt>
                <c:pt idx="3051">
                  <c:v>41769</c:v>
                </c:pt>
                <c:pt idx="3052">
                  <c:v>41770</c:v>
                </c:pt>
                <c:pt idx="3053">
                  <c:v>41771</c:v>
                </c:pt>
                <c:pt idx="3054">
                  <c:v>41772</c:v>
                </c:pt>
                <c:pt idx="3055">
                  <c:v>41773</c:v>
                </c:pt>
                <c:pt idx="3056">
                  <c:v>41774</c:v>
                </c:pt>
                <c:pt idx="3057">
                  <c:v>41775</c:v>
                </c:pt>
                <c:pt idx="3058">
                  <c:v>41776</c:v>
                </c:pt>
                <c:pt idx="3059">
                  <c:v>41777</c:v>
                </c:pt>
                <c:pt idx="3060">
                  <c:v>41778</c:v>
                </c:pt>
                <c:pt idx="3061">
                  <c:v>41779</c:v>
                </c:pt>
                <c:pt idx="3062">
                  <c:v>41780</c:v>
                </c:pt>
                <c:pt idx="3063">
                  <c:v>41781</c:v>
                </c:pt>
                <c:pt idx="3064">
                  <c:v>41782</c:v>
                </c:pt>
                <c:pt idx="3065">
                  <c:v>41783</c:v>
                </c:pt>
                <c:pt idx="3066">
                  <c:v>41784</c:v>
                </c:pt>
                <c:pt idx="3067">
                  <c:v>41785</c:v>
                </c:pt>
                <c:pt idx="3068">
                  <c:v>41786</c:v>
                </c:pt>
                <c:pt idx="3069">
                  <c:v>41787</c:v>
                </c:pt>
                <c:pt idx="3070">
                  <c:v>41788</c:v>
                </c:pt>
                <c:pt idx="3071">
                  <c:v>41789</c:v>
                </c:pt>
                <c:pt idx="3072">
                  <c:v>41790</c:v>
                </c:pt>
                <c:pt idx="3073">
                  <c:v>41791</c:v>
                </c:pt>
                <c:pt idx="3074">
                  <c:v>41792</c:v>
                </c:pt>
                <c:pt idx="3075">
                  <c:v>41793</c:v>
                </c:pt>
                <c:pt idx="3076">
                  <c:v>41794</c:v>
                </c:pt>
                <c:pt idx="3077">
                  <c:v>41795</c:v>
                </c:pt>
                <c:pt idx="3078">
                  <c:v>41796</c:v>
                </c:pt>
                <c:pt idx="3079">
                  <c:v>41797</c:v>
                </c:pt>
                <c:pt idx="3080">
                  <c:v>41798</c:v>
                </c:pt>
                <c:pt idx="3081">
                  <c:v>41799</c:v>
                </c:pt>
                <c:pt idx="3082">
                  <c:v>41800</c:v>
                </c:pt>
                <c:pt idx="3083">
                  <c:v>41801</c:v>
                </c:pt>
                <c:pt idx="3084">
                  <c:v>41802</c:v>
                </c:pt>
                <c:pt idx="3085">
                  <c:v>41803</c:v>
                </c:pt>
                <c:pt idx="3086">
                  <c:v>41804</c:v>
                </c:pt>
                <c:pt idx="3087">
                  <c:v>41805</c:v>
                </c:pt>
                <c:pt idx="3088">
                  <c:v>41806</c:v>
                </c:pt>
                <c:pt idx="3089">
                  <c:v>41807</c:v>
                </c:pt>
                <c:pt idx="3090">
                  <c:v>41808</c:v>
                </c:pt>
                <c:pt idx="3091">
                  <c:v>41809</c:v>
                </c:pt>
                <c:pt idx="3092">
                  <c:v>41810</c:v>
                </c:pt>
                <c:pt idx="3093">
                  <c:v>41811</c:v>
                </c:pt>
                <c:pt idx="3094">
                  <c:v>41812</c:v>
                </c:pt>
                <c:pt idx="3095">
                  <c:v>41813</c:v>
                </c:pt>
                <c:pt idx="3096">
                  <c:v>41814</c:v>
                </c:pt>
                <c:pt idx="3097">
                  <c:v>41815</c:v>
                </c:pt>
                <c:pt idx="3098">
                  <c:v>41816</c:v>
                </c:pt>
                <c:pt idx="3099">
                  <c:v>41817</c:v>
                </c:pt>
                <c:pt idx="3100">
                  <c:v>41818</c:v>
                </c:pt>
                <c:pt idx="3101">
                  <c:v>41819</c:v>
                </c:pt>
                <c:pt idx="3102">
                  <c:v>41820</c:v>
                </c:pt>
                <c:pt idx="3103">
                  <c:v>41821</c:v>
                </c:pt>
                <c:pt idx="3104">
                  <c:v>41822</c:v>
                </c:pt>
                <c:pt idx="3105">
                  <c:v>41823</c:v>
                </c:pt>
                <c:pt idx="3106">
                  <c:v>41824</c:v>
                </c:pt>
                <c:pt idx="3107">
                  <c:v>41825</c:v>
                </c:pt>
                <c:pt idx="3108">
                  <c:v>41826</c:v>
                </c:pt>
                <c:pt idx="3109">
                  <c:v>41827</c:v>
                </c:pt>
                <c:pt idx="3110">
                  <c:v>41828</c:v>
                </c:pt>
                <c:pt idx="3111">
                  <c:v>41829</c:v>
                </c:pt>
                <c:pt idx="3112">
                  <c:v>41830</c:v>
                </c:pt>
                <c:pt idx="3113">
                  <c:v>41831</c:v>
                </c:pt>
                <c:pt idx="3114">
                  <c:v>41832</c:v>
                </c:pt>
                <c:pt idx="3115">
                  <c:v>41833</c:v>
                </c:pt>
                <c:pt idx="3116">
                  <c:v>41834</c:v>
                </c:pt>
                <c:pt idx="3117">
                  <c:v>41835</c:v>
                </c:pt>
                <c:pt idx="3118">
                  <c:v>41836</c:v>
                </c:pt>
                <c:pt idx="3119">
                  <c:v>41837</c:v>
                </c:pt>
                <c:pt idx="3120">
                  <c:v>41838</c:v>
                </c:pt>
                <c:pt idx="3121">
                  <c:v>41839</c:v>
                </c:pt>
                <c:pt idx="3122">
                  <c:v>41840</c:v>
                </c:pt>
                <c:pt idx="3123">
                  <c:v>41841</c:v>
                </c:pt>
                <c:pt idx="3124">
                  <c:v>41842</c:v>
                </c:pt>
                <c:pt idx="3125">
                  <c:v>41843</c:v>
                </c:pt>
                <c:pt idx="3126">
                  <c:v>41844</c:v>
                </c:pt>
                <c:pt idx="3127">
                  <c:v>41845</c:v>
                </c:pt>
                <c:pt idx="3128">
                  <c:v>41846</c:v>
                </c:pt>
                <c:pt idx="3129">
                  <c:v>41847</c:v>
                </c:pt>
                <c:pt idx="3130">
                  <c:v>41848</c:v>
                </c:pt>
                <c:pt idx="3131">
                  <c:v>41849</c:v>
                </c:pt>
                <c:pt idx="3132">
                  <c:v>41850</c:v>
                </c:pt>
                <c:pt idx="3133">
                  <c:v>41851</c:v>
                </c:pt>
                <c:pt idx="3134">
                  <c:v>41852</c:v>
                </c:pt>
                <c:pt idx="3135">
                  <c:v>41853</c:v>
                </c:pt>
                <c:pt idx="3136">
                  <c:v>41854</c:v>
                </c:pt>
                <c:pt idx="3137">
                  <c:v>41855</c:v>
                </c:pt>
                <c:pt idx="3138">
                  <c:v>41856</c:v>
                </c:pt>
                <c:pt idx="3139">
                  <c:v>41857</c:v>
                </c:pt>
                <c:pt idx="3140">
                  <c:v>41858</c:v>
                </c:pt>
                <c:pt idx="3141">
                  <c:v>41859</c:v>
                </c:pt>
                <c:pt idx="3142">
                  <c:v>41860</c:v>
                </c:pt>
                <c:pt idx="3143">
                  <c:v>41861</c:v>
                </c:pt>
                <c:pt idx="3144">
                  <c:v>41862</c:v>
                </c:pt>
                <c:pt idx="3145">
                  <c:v>41863</c:v>
                </c:pt>
                <c:pt idx="3146">
                  <c:v>41864</c:v>
                </c:pt>
                <c:pt idx="3147">
                  <c:v>41865</c:v>
                </c:pt>
                <c:pt idx="3148">
                  <c:v>41866</c:v>
                </c:pt>
                <c:pt idx="3149">
                  <c:v>41867</c:v>
                </c:pt>
                <c:pt idx="3150">
                  <c:v>41868</c:v>
                </c:pt>
                <c:pt idx="3151">
                  <c:v>41869</c:v>
                </c:pt>
                <c:pt idx="3152">
                  <c:v>41870</c:v>
                </c:pt>
                <c:pt idx="3153">
                  <c:v>41871</c:v>
                </c:pt>
                <c:pt idx="3154">
                  <c:v>41872</c:v>
                </c:pt>
                <c:pt idx="3155">
                  <c:v>41873</c:v>
                </c:pt>
                <c:pt idx="3156">
                  <c:v>41874</c:v>
                </c:pt>
                <c:pt idx="3157">
                  <c:v>41875</c:v>
                </c:pt>
                <c:pt idx="3158">
                  <c:v>41876</c:v>
                </c:pt>
                <c:pt idx="3159">
                  <c:v>41877</c:v>
                </c:pt>
                <c:pt idx="3160">
                  <c:v>41878</c:v>
                </c:pt>
                <c:pt idx="3161">
                  <c:v>41879</c:v>
                </c:pt>
                <c:pt idx="3162">
                  <c:v>41880</c:v>
                </c:pt>
                <c:pt idx="3163">
                  <c:v>41881</c:v>
                </c:pt>
                <c:pt idx="3164">
                  <c:v>41882</c:v>
                </c:pt>
                <c:pt idx="3165">
                  <c:v>41883</c:v>
                </c:pt>
                <c:pt idx="3166">
                  <c:v>41884</c:v>
                </c:pt>
                <c:pt idx="3167">
                  <c:v>41885</c:v>
                </c:pt>
                <c:pt idx="3168">
                  <c:v>41886</c:v>
                </c:pt>
                <c:pt idx="3169">
                  <c:v>41887</c:v>
                </c:pt>
                <c:pt idx="3170">
                  <c:v>41888</c:v>
                </c:pt>
                <c:pt idx="3171">
                  <c:v>41889</c:v>
                </c:pt>
                <c:pt idx="3172">
                  <c:v>41890</c:v>
                </c:pt>
                <c:pt idx="3173">
                  <c:v>41891</c:v>
                </c:pt>
                <c:pt idx="3174">
                  <c:v>41892</c:v>
                </c:pt>
                <c:pt idx="3175">
                  <c:v>41893</c:v>
                </c:pt>
                <c:pt idx="3176">
                  <c:v>41894</c:v>
                </c:pt>
                <c:pt idx="3177">
                  <c:v>41895</c:v>
                </c:pt>
                <c:pt idx="3178">
                  <c:v>41896</c:v>
                </c:pt>
                <c:pt idx="3179">
                  <c:v>41897</c:v>
                </c:pt>
                <c:pt idx="3180">
                  <c:v>41898</c:v>
                </c:pt>
                <c:pt idx="3181">
                  <c:v>41899</c:v>
                </c:pt>
                <c:pt idx="3182">
                  <c:v>41900</c:v>
                </c:pt>
                <c:pt idx="3183">
                  <c:v>41901</c:v>
                </c:pt>
                <c:pt idx="3184">
                  <c:v>41902</c:v>
                </c:pt>
                <c:pt idx="3185">
                  <c:v>41903</c:v>
                </c:pt>
                <c:pt idx="3186">
                  <c:v>41904</c:v>
                </c:pt>
                <c:pt idx="3187">
                  <c:v>41905</c:v>
                </c:pt>
                <c:pt idx="3188">
                  <c:v>41906</c:v>
                </c:pt>
                <c:pt idx="3189">
                  <c:v>41907</c:v>
                </c:pt>
                <c:pt idx="3190">
                  <c:v>41908</c:v>
                </c:pt>
                <c:pt idx="3191">
                  <c:v>41909</c:v>
                </c:pt>
                <c:pt idx="3192">
                  <c:v>41910</c:v>
                </c:pt>
                <c:pt idx="3193">
                  <c:v>41911</c:v>
                </c:pt>
                <c:pt idx="3194">
                  <c:v>41912</c:v>
                </c:pt>
                <c:pt idx="3195">
                  <c:v>41913</c:v>
                </c:pt>
                <c:pt idx="3196">
                  <c:v>41914</c:v>
                </c:pt>
                <c:pt idx="3197">
                  <c:v>41915</c:v>
                </c:pt>
                <c:pt idx="3198">
                  <c:v>41916</c:v>
                </c:pt>
                <c:pt idx="3199">
                  <c:v>41917</c:v>
                </c:pt>
                <c:pt idx="3200">
                  <c:v>41918</c:v>
                </c:pt>
                <c:pt idx="3201">
                  <c:v>41919</c:v>
                </c:pt>
                <c:pt idx="3202">
                  <c:v>41920</c:v>
                </c:pt>
                <c:pt idx="3203">
                  <c:v>41921</c:v>
                </c:pt>
                <c:pt idx="3204">
                  <c:v>41922</c:v>
                </c:pt>
                <c:pt idx="3205">
                  <c:v>41923</c:v>
                </c:pt>
                <c:pt idx="3206">
                  <c:v>41924</c:v>
                </c:pt>
                <c:pt idx="3207">
                  <c:v>41925</c:v>
                </c:pt>
                <c:pt idx="3208">
                  <c:v>41926</c:v>
                </c:pt>
                <c:pt idx="3209">
                  <c:v>41927</c:v>
                </c:pt>
                <c:pt idx="3210">
                  <c:v>41928</c:v>
                </c:pt>
                <c:pt idx="3211">
                  <c:v>41929</c:v>
                </c:pt>
                <c:pt idx="3212">
                  <c:v>41930</c:v>
                </c:pt>
                <c:pt idx="3213">
                  <c:v>41931</c:v>
                </c:pt>
                <c:pt idx="3214">
                  <c:v>41932</c:v>
                </c:pt>
                <c:pt idx="3215">
                  <c:v>41933</c:v>
                </c:pt>
                <c:pt idx="3216">
                  <c:v>41934</c:v>
                </c:pt>
                <c:pt idx="3217">
                  <c:v>41935</c:v>
                </c:pt>
                <c:pt idx="3218">
                  <c:v>41936</c:v>
                </c:pt>
                <c:pt idx="3219">
                  <c:v>41937</c:v>
                </c:pt>
                <c:pt idx="3220">
                  <c:v>41938</c:v>
                </c:pt>
                <c:pt idx="3221">
                  <c:v>41939</c:v>
                </c:pt>
                <c:pt idx="3222">
                  <c:v>41940</c:v>
                </c:pt>
                <c:pt idx="3223">
                  <c:v>41941</c:v>
                </c:pt>
                <c:pt idx="3224">
                  <c:v>41942</c:v>
                </c:pt>
                <c:pt idx="3225">
                  <c:v>41943</c:v>
                </c:pt>
                <c:pt idx="3226">
                  <c:v>41944</c:v>
                </c:pt>
                <c:pt idx="3227">
                  <c:v>41945</c:v>
                </c:pt>
                <c:pt idx="3228">
                  <c:v>41946</c:v>
                </c:pt>
                <c:pt idx="3229">
                  <c:v>41947</c:v>
                </c:pt>
                <c:pt idx="3230">
                  <c:v>41948</c:v>
                </c:pt>
                <c:pt idx="3231">
                  <c:v>41949</c:v>
                </c:pt>
                <c:pt idx="3232">
                  <c:v>41950</c:v>
                </c:pt>
                <c:pt idx="3233">
                  <c:v>41951</c:v>
                </c:pt>
                <c:pt idx="3234">
                  <c:v>41952</c:v>
                </c:pt>
                <c:pt idx="3235">
                  <c:v>41953</c:v>
                </c:pt>
                <c:pt idx="3236">
                  <c:v>41954</c:v>
                </c:pt>
                <c:pt idx="3237">
                  <c:v>41955</c:v>
                </c:pt>
                <c:pt idx="3238">
                  <c:v>41956</c:v>
                </c:pt>
                <c:pt idx="3239">
                  <c:v>41957</c:v>
                </c:pt>
                <c:pt idx="3240">
                  <c:v>41958</c:v>
                </c:pt>
                <c:pt idx="3241">
                  <c:v>41959</c:v>
                </c:pt>
                <c:pt idx="3242">
                  <c:v>41960</c:v>
                </c:pt>
                <c:pt idx="3243">
                  <c:v>41961</c:v>
                </c:pt>
                <c:pt idx="3244">
                  <c:v>41962</c:v>
                </c:pt>
                <c:pt idx="3245">
                  <c:v>41963</c:v>
                </c:pt>
                <c:pt idx="3246">
                  <c:v>41964</c:v>
                </c:pt>
                <c:pt idx="3247">
                  <c:v>41965</c:v>
                </c:pt>
                <c:pt idx="3248">
                  <c:v>41966</c:v>
                </c:pt>
                <c:pt idx="3249">
                  <c:v>41967</c:v>
                </c:pt>
                <c:pt idx="3250">
                  <c:v>41968</c:v>
                </c:pt>
                <c:pt idx="3251">
                  <c:v>41969</c:v>
                </c:pt>
                <c:pt idx="3252">
                  <c:v>41970</c:v>
                </c:pt>
                <c:pt idx="3253">
                  <c:v>41971</c:v>
                </c:pt>
                <c:pt idx="3254">
                  <c:v>41972</c:v>
                </c:pt>
                <c:pt idx="3255">
                  <c:v>41973</c:v>
                </c:pt>
                <c:pt idx="3256">
                  <c:v>41974</c:v>
                </c:pt>
                <c:pt idx="3257">
                  <c:v>41975</c:v>
                </c:pt>
                <c:pt idx="3258">
                  <c:v>41976</c:v>
                </c:pt>
                <c:pt idx="3259">
                  <c:v>41977</c:v>
                </c:pt>
                <c:pt idx="3260">
                  <c:v>41978</c:v>
                </c:pt>
                <c:pt idx="3261">
                  <c:v>41979</c:v>
                </c:pt>
                <c:pt idx="3262">
                  <c:v>41980</c:v>
                </c:pt>
                <c:pt idx="3263">
                  <c:v>41981</c:v>
                </c:pt>
                <c:pt idx="3264">
                  <c:v>41982</c:v>
                </c:pt>
                <c:pt idx="3265">
                  <c:v>41983</c:v>
                </c:pt>
                <c:pt idx="3266">
                  <c:v>41984</c:v>
                </c:pt>
                <c:pt idx="3267">
                  <c:v>41985</c:v>
                </c:pt>
                <c:pt idx="3268">
                  <c:v>41986</c:v>
                </c:pt>
                <c:pt idx="3269">
                  <c:v>41987</c:v>
                </c:pt>
                <c:pt idx="3270">
                  <c:v>41988</c:v>
                </c:pt>
                <c:pt idx="3271">
                  <c:v>41989</c:v>
                </c:pt>
                <c:pt idx="3272">
                  <c:v>41990</c:v>
                </c:pt>
                <c:pt idx="3273">
                  <c:v>41991</c:v>
                </c:pt>
                <c:pt idx="3274">
                  <c:v>41992</c:v>
                </c:pt>
                <c:pt idx="3275">
                  <c:v>41993</c:v>
                </c:pt>
                <c:pt idx="3276">
                  <c:v>41994</c:v>
                </c:pt>
                <c:pt idx="3277">
                  <c:v>41995</c:v>
                </c:pt>
                <c:pt idx="3278">
                  <c:v>41996</c:v>
                </c:pt>
                <c:pt idx="3279">
                  <c:v>41997</c:v>
                </c:pt>
                <c:pt idx="3280">
                  <c:v>41998</c:v>
                </c:pt>
                <c:pt idx="3281">
                  <c:v>41999</c:v>
                </c:pt>
                <c:pt idx="3282">
                  <c:v>42000</c:v>
                </c:pt>
                <c:pt idx="3283">
                  <c:v>42001</c:v>
                </c:pt>
                <c:pt idx="3284">
                  <c:v>42002</c:v>
                </c:pt>
                <c:pt idx="3285">
                  <c:v>42003</c:v>
                </c:pt>
                <c:pt idx="3286">
                  <c:v>42004</c:v>
                </c:pt>
                <c:pt idx="3287">
                  <c:v>42005</c:v>
                </c:pt>
                <c:pt idx="3288">
                  <c:v>42006</c:v>
                </c:pt>
                <c:pt idx="3289">
                  <c:v>42007</c:v>
                </c:pt>
                <c:pt idx="3290">
                  <c:v>42008</c:v>
                </c:pt>
                <c:pt idx="3291">
                  <c:v>42009</c:v>
                </c:pt>
                <c:pt idx="3292">
                  <c:v>42010</c:v>
                </c:pt>
                <c:pt idx="3293">
                  <c:v>42011</c:v>
                </c:pt>
                <c:pt idx="3294">
                  <c:v>42012</c:v>
                </c:pt>
                <c:pt idx="3295">
                  <c:v>42013</c:v>
                </c:pt>
                <c:pt idx="3296">
                  <c:v>42014</c:v>
                </c:pt>
                <c:pt idx="3297">
                  <c:v>42015</c:v>
                </c:pt>
                <c:pt idx="3298">
                  <c:v>42016</c:v>
                </c:pt>
                <c:pt idx="3299">
                  <c:v>42017</c:v>
                </c:pt>
                <c:pt idx="3300">
                  <c:v>42018</c:v>
                </c:pt>
                <c:pt idx="3301">
                  <c:v>42019</c:v>
                </c:pt>
                <c:pt idx="3302">
                  <c:v>42020</c:v>
                </c:pt>
                <c:pt idx="3303">
                  <c:v>42021</c:v>
                </c:pt>
                <c:pt idx="3304">
                  <c:v>42022</c:v>
                </c:pt>
                <c:pt idx="3305">
                  <c:v>42023</c:v>
                </c:pt>
                <c:pt idx="3306">
                  <c:v>42024</c:v>
                </c:pt>
                <c:pt idx="3307">
                  <c:v>42025</c:v>
                </c:pt>
                <c:pt idx="3308">
                  <c:v>42026</c:v>
                </c:pt>
                <c:pt idx="3309">
                  <c:v>42027</c:v>
                </c:pt>
                <c:pt idx="3310">
                  <c:v>42028</c:v>
                </c:pt>
                <c:pt idx="3311">
                  <c:v>42029</c:v>
                </c:pt>
                <c:pt idx="3312">
                  <c:v>42030</c:v>
                </c:pt>
                <c:pt idx="3313">
                  <c:v>42031</c:v>
                </c:pt>
                <c:pt idx="3314">
                  <c:v>42032</c:v>
                </c:pt>
                <c:pt idx="3315">
                  <c:v>42033</c:v>
                </c:pt>
                <c:pt idx="3316">
                  <c:v>42034</c:v>
                </c:pt>
                <c:pt idx="3317">
                  <c:v>42035</c:v>
                </c:pt>
                <c:pt idx="3318">
                  <c:v>42036</c:v>
                </c:pt>
                <c:pt idx="3319">
                  <c:v>42037</c:v>
                </c:pt>
                <c:pt idx="3320">
                  <c:v>42038</c:v>
                </c:pt>
                <c:pt idx="3321">
                  <c:v>42039</c:v>
                </c:pt>
                <c:pt idx="3322">
                  <c:v>42040</c:v>
                </c:pt>
                <c:pt idx="3323">
                  <c:v>42041</c:v>
                </c:pt>
                <c:pt idx="3324">
                  <c:v>42042</c:v>
                </c:pt>
                <c:pt idx="3325">
                  <c:v>42043</c:v>
                </c:pt>
                <c:pt idx="3326">
                  <c:v>42044</c:v>
                </c:pt>
                <c:pt idx="3327">
                  <c:v>42045</c:v>
                </c:pt>
                <c:pt idx="3328">
                  <c:v>42046</c:v>
                </c:pt>
                <c:pt idx="3329">
                  <c:v>42047</c:v>
                </c:pt>
                <c:pt idx="3330">
                  <c:v>42048</c:v>
                </c:pt>
                <c:pt idx="3331">
                  <c:v>42049</c:v>
                </c:pt>
                <c:pt idx="3332">
                  <c:v>42050</c:v>
                </c:pt>
                <c:pt idx="3333">
                  <c:v>42051</c:v>
                </c:pt>
                <c:pt idx="3334">
                  <c:v>42052</c:v>
                </c:pt>
                <c:pt idx="3335">
                  <c:v>42053</c:v>
                </c:pt>
                <c:pt idx="3336">
                  <c:v>42054</c:v>
                </c:pt>
                <c:pt idx="3337">
                  <c:v>42055</c:v>
                </c:pt>
                <c:pt idx="3338">
                  <c:v>42056</c:v>
                </c:pt>
                <c:pt idx="3339">
                  <c:v>42057</c:v>
                </c:pt>
                <c:pt idx="3340">
                  <c:v>42058</c:v>
                </c:pt>
                <c:pt idx="3341">
                  <c:v>42059</c:v>
                </c:pt>
                <c:pt idx="3342">
                  <c:v>42060</c:v>
                </c:pt>
                <c:pt idx="3343">
                  <c:v>42061</c:v>
                </c:pt>
                <c:pt idx="3344">
                  <c:v>42062</c:v>
                </c:pt>
                <c:pt idx="3345">
                  <c:v>42063</c:v>
                </c:pt>
                <c:pt idx="3346">
                  <c:v>42064</c:v>
                </c:pt>
                <c:pt idx="3347">
                  <c:v>42065</c:v>
                </c:pt>
                <c:pt idx="3348">
                  <c:v>42066</c:v>
                </c:pt>
                <c:pt idx="3349">
                  <c:v>42067</c:v>
                </c:pt>
                <c:pt idx="3350">
                  <c:v>42068</c:v>
                </c:pt>
                <c:pt idx="3351">
                  <c:v>42069</c:v>
                </c:pt>
                <c:pt idx="3352">
                  <c:v>42070</c:v>
                </c:pt>
                <c:pt idx="3353">
                  <c:v>42071</c:v>
                </c:pt>
                <c:pt idx="3354">
                  <c:v>42072</c:v>
                </c:pt>
                <c:pt idx="3355">
                  <c:v>42073</c:v>
                </c:pt>
                <c:pt idx="3356">
                  <c:v>42074</c:v>
                </c:pt>
                <c:pt idx="3357">
                  <c:v>42075</c:v>
                </c:pt>
                <c:pt idx="3358">
                  <c:v>42076</c:v>
                </c:pt>
                <c:pt idx="3359">
                  <c:v>42077</c:v>
                </c:pt>
                <c:pt idx="3360">
                  <c:v>42078</c:v>
                </c:pt>
                <c:pt idx="3361">
                  <c:v>42079</c:v>
                </c:pt>
                <c:pt idx="3362">
                  <c:v>42080</c:v>
                </c:pt>
                <c:pt idx="3363">
                  <c:v>42081</c:v>
                </c:pt>
                <c:pt idx="3364">
                  <c:v>42082</c:v>
                </c:pt>
                <c:pt idx="3365">
                  <c:v>42083</c:v>
                </c:pt>
                <c:pt idx="3366">
                  <c:v>42084</c:v>
                </c:pt>
                <c:pt idx="3367">
                  <c:v>42085</c:v>
                </c:pt>
                <c:pt idx="3368">
                  <c:v>42086</c:v>
                </c:pt>
                <c:pt idx="3369">
                  <c:v>42087</c:v>
                </c:pt>
                <c:pt idx="3370">
                  <c:v>42088</c:v>
                </c:pt>
                <c:pt idx="3371">
                  <c:v>42089</c:v>
                </c:pt>
                <c:pt idx="3372">
                  <c:v>42090</c:v>
                </c:pt>
                <c:pt idx="3373">
                  <c:v>42091</c:v>
                </c:pt>
                <c:pt idx="3374">
                  <c:v>42092</c:v>
                </c:pt>
                <c:pt idx="3375">
                  <c:v>42093</c:v>
                </c:pt>
                <c:pt idx="3376">
                  <c:v>42094</c:v>
                </c:pt>
                <c:pt idx="3377">
                  <c:v>42095</c:v>
                </c:pt>
                <c:pt idx="3378">
                  <c:v>42096</c:v>
                </c:pt>
                <c:pt idx="3379">
                  <c:v>42097</c:v>
                </c:pt>
                <c:pt idx="3380">
                  <c:v>42098</c:v>
                </c:pt>
                <c:pt idx="3381">
                  <c:v>42099</c:v>
                </c:pt>
                <c:pt idx="3382">
                  <c:v>42100</c:v>
                </c:pt>
                <c:pt idx="3383">
                  <c:v>42101</c:v>
                </c:pt>
                <c:pt idx="3384">
                  <c:v>42102</c:v>
                </c:pt>
                <c:pt idx="3385">
                  <c:v>42103</c:v>
                </c:pt>
                <c:pt idx="3386">
                  <c:v>42104</c:v>
                </c:pt>
                <c:pt idx="3387">
                  <c:v>42105</c:v>
                </c:pt>
                <c:pt idx="3388">
                  <c:v>42106</c:v>
                </c:pt>
                <c:pt idx="3389">
                  <c:v>42107</c:v>
                </c:pt>
                <c:pt idx="3390">
                  <c:v>42108</c:v>
                </c:pt>
                <c:pt idx="3391">
                  <c:v>42109</c:v>
                </c:pt>
                <c:pt idx="3392">
                  <c:v>42110</c:v>
                </c:pt>
                <c:pt idx="3393">
                  <c:v>42111</c:v>
                </c:pt>
                <c:pt idx="3394">
                  <c:v>42112</c:v>
                </c:pt>
                <c:pt idx="3395">
                  <c:v>42113</c:v>
                </c:pt>
                <c:pt idx="3396">
                  <c:v>42114</c:v>
                </c:pt>
                <c:pt idx="3397">
                  <c:v>42115</c:v>
                </c:pt>
                <c:pt idx="3398">
                  <c:v>42116</c:v>
                </c:pt>
                <c:pt idx="3399">
                  <c:v>42117</c:v>
                </c:pt>
                <c:pt idx="3400">
                  <c:v>42118</c:v>
                </c:pt>
                <c:pt idx="3401">
                  <c:v>42119</c:v>
                </c:pt>
                <c:pt idx="3402">
                  <c:v>42120</c:v>
                </c:pt>
                <c:pt idx="3403">
                  <c:v>42121</c:v>
                </c:pt>
                <c:pt idx="3404">
                  <c:v>42122</c:v>
                </c:pt>
                <c:pt idx="3405">
                  <c:v>42123</c:v>
                </c:pt>
                <c:pt idx="3406">
                  <c:v>42124</c:v>
                </c:pt>
                <c:pt idx="3407">
                  <c:v>42125</c:v>
                </c:pt>
                <c:pt idx="3408">
                  <c:v>42126</c:v>
                </c:pt>
                <c:pt idx="3409">
                  <c:v>42127</c:v>
                </c:pt>
                <c:pt idx="3410">
                  <c:v>42128</c:v>
                </c:pt>
                <c:pt idx="3411">
                  <c:v>42129</c:v>
                </c:pt>
                <c:pt idx="3412">
                  <c:v>42130</c:v>
                </c:pt>
                <c:pt idx="3413">
                  <c:v>42131</c:v>
                </c:pt>
                <c:pt idx="3414">
                  <c:v>42132</c:v>
                </c:pt>
                <c:pt idx="3415">
                  <c:v>42133</c:v>
                </c:pt>
                <c:pt idx="3416">
                  <c:v>42134</c:v>
                </c:pt>
                <c:pt idx="3417">
                  <c:v>42135</c:v>
                </c:pt>
                <c:pt idx="3418">
                  <c:v>42136</c:v>
                </c:pt>
                <c:pt idx="3419">
                  <c:v>42137</c:v>
                </c:pt>
                <c:pt idx="3420">
                  <c:v>42138</c:v>
                </c:pt>
                <c:pt idx="3421">
                  <c:v>42139</c:v>
                </c:pt>
                <c:pt idx="3422">
                  <c:v>42140</c:v>
                </c:pt>
                <c:pt idx="3423">
                  <c:v>42141</c:v>
                </c:pt>
                <c:pt idx="3424">
                  <c:v>42142</c:v>
                </c:pt>
                <c:pt idx="3425">
                  <c:v>42143</c:v>
                </c:pt>
                <c:pt idx="3426">
                  <c:v>42144</c:v>
                </c:pt>
                <c:pt idx="3427">
                  <c:v>42145</c:v>
                </c:pt>
                <c:pt idx="3428">
                  <c:v>42146</c:v>
                </c:pt>
                <c:pt idx="3429">
                  <c:v>42147</c:v>
                </c:pt>
                <c:pt idx="3430">
                  <c:v>42148</c:v>
                </c:pt>
                <c:pt idx="3431">
                  <c:v>42149</c:v>
                </c:pt>
                <c:pt idx="3432">
                  <c:v>42150</c:v>
                </c:pt>
                <c:pt idx="3433">
                  <c:v>42151</c:v>
                </c:pt>
                <c:pt idx="3434">
                  <c:v>42152</c:v>
                </c:pt>
                <c:pt idx="3435">
                  <c:v>42153</c:v>
                </c:pt>
                <c:pt idx="3436">
                  <c:v>42154</c:v>
                </c:pt>
                <c:pt idx="3437">
                  <c:v>42155</c:v>
                </c:pt>
                <c:pt idx="3438">
                  <c:v>42156</c:v>
                </c:pt>
                <c:pt idx="3439">
                  <c:v>42157</c:v>
                </c:pt>
                <c:pt idx="3440">
                  <c:v>42158</c:v>
                </c:pt>
                <c:pt idx="3441">
                  <c:v>42159</c:v>
                </c:pt>
                <c:pt idx="3442">
                  <c:v>42160</c:v>
                </c:pt>
                <c:pt idx="3443">
                  <c:v>42161</c:v>
                </c:pt>
                <c:pt idx="3444">
                  <c:v>42162</c:v>
                </c:pt>
                <c:pt idx="3445">
                  <c:v>42163</c:v>
                </c:pt>
                <c:pt idx="3446">
                  <c:v>42164</c:v>
                </c:pt>
                <c:pt idx="3447">
                  <c:v>42165</c:v>
                </c:pt>
                <c:pt idx="3448">
                  <c:v>42166</c:v>
                </c:pt>
                <c:pt idx="3449">
                  <c:v>42167</c:v>
                </c:pt>
                <c:pt idx="3450">
                  <c:v>42168</c:v>
                </c:pt>
                <c:pt idx="3451">
                  <c:v>42169</c:v>
                </c:pt>
                <c:pt idx="3452">
                  <c:v>42170</c:v>
                </c:pt>
                <c:pt idx="3453">
                  <c:v>42171</c:v>
                </c:pt>
                <c:pt idx="3454">
                  <c:v>42172</c:v>
                </c:pt>
                <c:pt idx="3455">
                  <c:v>42173</c:v>
                </c:pt>
                <c:pt idx="3456">
                  <c:v>42174</c:v>
                </c:pt>
                <c:pt idx="3457">
                  <c:v>42175</c:v>
                </c:pt>
                <c:pt idx="3458">
                  <c:v>42176</c:v>
                </c:pt>
                <c:pt idx="3459">
                  <c:v>42177</c:v>
                </c:pt>
                <c:pt idx="3460">
                  <c:v>42178</c:v>
                </c:pt>
                <c:pt idx="3461">
                  <c:v>42179</c:v>
                </c:pt>
                <c:pt idx="3462">
                  <c:v>42180</c:v>
                </c:pt>
                <c:pt idx="3463">
                  <c:v>42181</c:v>
                </c:pt>
                <c:pt idx="3464">
                  <c:v>42182</c:v>
                </c:pt>
                <c:pt idx="3465">
                  <c:v>42183</c:v>
                </c:pt>
                <c:pt idx="3466">
                  <c:v>42184</c:v>
                </c:pt>
                <c:pt idx="3467">
                  <c:v>42185</c:v>
                </c:pt>
                <c:pt idx="3468">
                  <c:v>42186</c:v>
                </c:pt>
                <c:pt idx="3469">
                  <c:v>42187</c:v>
                </c:pt>
                <c:pt idx="3470">
                  <c:v>42188</c:v>
                </c:pt>
                <c:pt idx="3471">
                  <c:v>42189</c:v>
                </c:pt>
                <c:pt idx="3472">
                  <c:v>42190</c:v>
                </c:pt>
                <c:pt idx="3473">
                  <c:v>42191</c:v>
                </c:pt>
                <c:pt idx="3474">
                  <c:v>42192</c:v>
                </c:pt>
                <c:pt idx="3475">
                  <c:v>42193</c:v>
                </c:pt>
                <c:pt idx="3476">
                  <c:v>42194</c:v>
                </c:pt>
                <c:pt idx="3477">
                  <c:v>42195</c:v>
                </c:pt>
                <c:pt idx="3478">
                  <c:v>42196</c:v>
                </c:pt>
                <c:pt idx="3479">
                  <c:v>42197</c:v>
                </c:pt>
                <c:pt idx="3480">
                  <c:v>42198</c:v>
                </c:pt>
                <c:pt idx="3481">
                  <c:v>42199</c:v>
                </c:pt>
                <c:pt idx="3482">
                  <c:v>42200</c:v>
                </c:pt>
                <c:pt idx="3483">
                  <c:v>42201</c:v>
                </c:pt>
                <c:pt idx="3484">
                  <c:v>42202</c:v>
                </c:pt>
                <c:pt idx="3485">
                  <c:v>42203</c:v>
                </c:pt>
                <c:pt idx="3486">
                  <c:v>42204</c:v>
                </c:pt>
                <c:pt idx="3487">
                  <c:v>42205</c:v>
                </c:pt>
                <c:pt idx="3488">
                  <c:v>42206</c:v>
                </c:pt>
                <c:pt idx="3489">
                  <c:v>42207</c:v>
                </c:pt>
                <c:pt idx="3490">
                  <c:v>42208</c:v>
                </c:pt>
                <c:pt idx="3491">
                  <c:v>42209</c:v>
                </c:pt>
                <c:pt idx="3492">
                  <c:v>42210</c:v>
                </c:pt>
                <c:pt idx="3493">
                  <c:v>42211</c:v>
                </c:pt>
                <c:pt idx="3494">
                  <c:v>42212</c:v>
                </c:pt>
                <c:pt idx="3495">
                  <c:v>42213</c:v>
                </c:pt>
                <c:pt idx="3496">
                  <c:v>42214</c:v>
                </c:pt>
                <c:pt idx="3497">
                  <c:v>42215</c:v>
                </c:pt>
                <c:pt idx="3498">
                  <c:v>42216</c:v>
                </c:pt>
                <c:pt idx="3499">
                  <c:v>42217</c:v>
                </c:pt>
                <c:pt idx="3500">
                  <c:v>42218</c:v>
                </c:pt>
                <c:pt idx="3501">
                  <c:v>42219</c:v>
                </c:pt>
                <c:pt idx="3502">
                  <c:v>42220</c:v>
                </c:pt>
                <c:pt idx="3503">
                  <c:v>42221</c:v>
                </c:pt>
                <c:pt idx="3504">
                  <c:v>42222</c:v>
                </c:pt>
                <c:pt idx="3505">
                  <c:v>42223</c:v>
                </c:pt>
                <c:pt idx="3506">
                  <c:v>42224</c:v>
                </c:pt>
                <c:pt idx="3507">
                  <c:v>42225</c:v>
                </c:pt>
                <c:pt idx="3508">
                  <c:v>42226</c:v>
                </c:pt>
                <c:pt idx="3509">
                  <c:v>42227</c:v>
                </c:pt>
                <c:pt idx="3510">
                  <c:v>42228</c:v>
                </c:pt>
                <c:pt idx="3511">
                  <c:v>42229</c:v>
                </c:pt>
                <c:pt idx="3512">
                  <c:v>42230</c:v>
                </c:pt>
                <c:pt idx="3513">
                  <c:v>42231</c:v>
                </c:pt>
                <c:pt idx="3514">
                  <c:v>42232</c:v>
                </c:pt>
                <c:pt idx="3515">
                  <c:v>42233</c:v>
                </c:pt>
                <c:pt idx="3516">
                  <c:v>42234</c:v>
                </c:pt>
                <c:pt idx="3517">
                  <c:v>42235</c:v>
                </c:pt>
                <c:pt idx="3518">
                  <c:v>42236</c:v>
                </c:pt>
                <c:pt idx="3519">
                  <c:v>42237</c:v>
                </c:pt>
                <c:pt idx="3520">
                  <c:v>42238</c:v>
                </c:pt>
                <c:pt idx="3521">
                  <c:v>42239</c:v>
                </c:pt>
                <c:pt idx="3522">
                  <c:v>42240</c:v>
                </c:pt>
                <c:pt idx="3523">
                  <c:v>42241</c:v>
                </c:pt>
                <c:pt idx="3524">
                  <c:v>42242</c:v>
                </c:pt>
                <c:pt idx="3525">
                  <c:v>42243</c:v>
                </c:pt>
                <c:pt idx="3526">
                  <c:v>42244</c:v>
                </c:pt>
                <c:pt idx="3527">
                  <c:v>42245</c:v>
                </c:pt>
                <c:pt idx="3528">
                  <c:v>42246</c:v>
                </c:pt>
                <c:pt idx="3529">
                  <c:v>42247</c:v>
                </c:pt>
                <c:pt idx="3530">
                  <c:v>42248</c:v>
                </c:pt>
                <c:pt idx="3531">
                  <c:v>42249</c:v>
                </c:pt>
                <c:pt idx="3532">
                  <c:v>42250</c:v>
                </c:pt>
                <c:pt idx="3533">
                  <c:v>42251</c:v>
                </c:pt>
                <c:pt idx="3534">
                  <c:v>42252</c:v>
                </c:pt>
                <c:pt idx="3535">
                  <c:v>42253</c:v>
                </c:pt>
                <c:pt idx="3536">
                  <c:v>42254</c:v>
                </c:pt>
                <c:pt idx="3537">
                  <c:v>42255</c:v>
                </c:pt>
                <c:pt idx="3538">
                  <c:v>42256</c:v>
                </c:pt>
                <c:pt idx="3539">
                  <c:v>42257</c:v>
                </c:pt>
                <c:pt idx="3540">
                  <c:v>42258</c:v>
                </c:pt>
                <c:pt idx="3541">
                  <c:v>42259</c:v>
                </c:pt>
                <c:pt idx="3542">
                  <c:v>42260</c:v>
                </c:pt>
                <c:pt idx="3543">
                  <c:v>42261</c:v>
                </c:pt>
                <c:pt idx="3544">
                  <c:v>42262</c:v>
                </c:pt>
                <c:pt idx="3545">
                  <c:v>42263</c:v>
                </c:pt>
                <c:pt idx="3546">
                  <c:v>42264</c:v>
                </c:pt>
                <c:pt idx="3547">
                  <c:v>42265</c:v>
                </c:pt>
                <c:pt idx="3548">
                  <c:v>42266</c:v>
                </c:pt>
                <c:pt idx="3549">
                  <c:v>42267</c:v>
                </c:pt>
                <c:pt idx="3550">
                  <c:v>42268</c:v>
                </c:pt>
                <c:pt idx="3551">
                  <c:v>42269</c:v>
                </c:pt>
                <c:pt idx="3552">
                  <c:v>42270</c:v>
                </c:pt>
                <c:pt idx="3553">
                  <c:v>42271</c:v>
                </c:pt>
                <c:pt idx="3554">
                  <c:v>42272</c:v>
                </c:pt>
                <c:pt idx="3555">
                  <c:v>42273</c:v>
                </c:pt>
                <c:pt idx="3556">
                  <c:v>42274</c:v>
                </c:pt>
                <c:pt idx="3557">
                  <c:v>42275</c:v>
                </c:pt>
                <c:pt idx="3558">
                  <c:v>42276</c:v>
                </c:pt>
                <c:pt idx="3559">
                  <c:v>42277</c:v>
                </c:pt>
                <c:pt idx="3560">
                  <c:v>42278</c:v>
                </c:pt>
                <c:pt idx="3561">
                  <c:v>42279</c:v>
                </c:pt>
                <c:pt idx="3562">
                  <c:v>42280</c:v>
                </c:pt>
                <c:pt idx="3563">
                  <c:v>42281</c:v>
                </c:pt>
                <c:pt idx="3564">
                  <c:v>42282</c:v>
                </c:pt>
                <c:pt idx="3565">
                  <c:v>42283</c:v>
                </c:pt>
                <c:pt idx="3566">
                  <c:v>42284</c:v>
                </c:pt>
                <c:pt idx="3567">
                  <c:v>42285</c:v>
                </c:pt>
                <c:pt idx="3568">
                  <c:v>42286</c:v>
                </c:pt>
                <c:pt idx="3569">
                  <c:v>42287</c:v>
                </c:pt>
                <c:pt idx="3570">
                  <c:v>42288</c:v>
                </c:pt>
                <c:pt idx="3571">
                  <c:v>42289</c:v>
                </c:pt>
                <c:pt idx="3572">
                  <c:v>42290</c:v>
                </c:pt>
                <c:pt idx="3573">
                  <c:v>42291</c:v>
                </c:pt>
                <c:pt idx="3574">
                  <c:v>42292</c:v>
                </c:pt>
                <c:pt idx="3575">
                  <c:v>42293</c:v>
                </c:pt>
                <c:pt idx="3576">
                  <c:v>42294</c:v>
                </c:pt>
                <c:pt idx="3577">
                  <c:v>42295</c:v>
                </c:pt>
                <c:pt idx="3578">
                  <c:v>42296</c:v>
                </c:pt>
                <c:pt idx="3579">
                  <c:v>42297</c:v>
                </c:pt>
                <c:pt idx="3580">
                  <c:v>42298</c:v>
                </c:pt>
                <c:pt idx="3581">
                  <c:v>42299</c:v>
                </c:pt>
                <c:pt idx="3582">
                  <c:v>42300</c:v>
                </c:pt>
                <c:pt idx="3583">
                  <c:v>42301</c:v>
                </c:pt>
                <c:pt idx="3584">
                  <c:v>42302</c:v>
                </c:pt>
                <c:pt idx="3585">
                  <c:v>42303</c:v>
                </c:pt>
                <c:pt idx="3586">
                  <c:v>42304</c:v>
                </c:pt>
                <c:pt idx="3587">
                  <c:v>42305</c:v>
                </c:pt>
                <c:pt idx="3588">
                  <c:v>42306</c:v>
                </c:pt>
                <c:pt idx="3589">
                  <c:v>42307</c:v>
                </c:pt>
                <c:pt idx="3590">
                  <c:v>42308</c:v>
                </c:pt>
                <c:pt idx="3591">
                  <c:v>42309</c:v>
                </c:pt>
                <c:pt idx="3592">
                  <c:v>42310</c:v>
                </c:pt>
                <c:pt idx="3593">
                  <c:v>42311</c:v>
                </c:pt>
                <c:pt idx="3594">
                  <c:v>42312</c:v>
                </c:pt>
                <c:pt idx="3595">
                  <c:v>42313</c:v>
                </c:pt>
                <c:pt idx="3596">
                  <c:v>42314</c:v>
                </c:pt>
                <c:pt idx="3597">
                  <c:v>42315</c:v>
                </c:pt>
                <c:pt idx="3598">
                  <c:v>42316</c:v>
                </c:pt>
                <c:pt idx="3599">
                  <c:v>42317</c:v>
                </c:pt>
                <c:pt idx="3600">
                  <c:v>42318</c:v>
                </c:pt>
                <c:pt idx="3601">
                  <c:v>42319</c:v>
                </c:pt>
                <c:pt idx="3602">
                  <c:v>42320</c:v>
                </c:pt>
                <c:pt idx="3603">
                  <c:v>42321</c:v>
                </c:pt>
                <c:pt idx="3604">
                  <c:v>42322</c:v>
                </c:pt>
                <c:pt idx="3605">
                  <c:v>42323</c:v>
                </c:pt>
                <c:pt idx="3606">
                  <c:v>42324</c:v>
                </c:pt>
                <c:pt idx="3607">
                  <c:v>42325</c:v>
                </c:pt>
                <c:pt idx="3608">
                  <c:v>42326</c:v>
                </c:pt>
                <c:pt idx="3609">
                  <c:v>42327</c:v>
                </c:pt>
                <c:pt idx="3610">
                  <c:v>42328</c:v>
                </c:pt>
                <c:pt idx="3611">
                  <c:v>42329</c:v>
                </c:pt>
                <c:pt idx="3612">
                  <c:v>42330</c:v>
                </c:pt>
                <c:pt idx="3613">
                  <c:v>42331</c:v>
                </c:pt>
                <c:pt idx="3614">
                  <c:v>42332</c:v>
                </c:pt>
                <c:pt idx="3615">
                  <c:v>42333</c:v>
                </c:pt>
                <c:pt idx="3616">
                  <c:v>42334</c:v>
                </c:pt>
                <c:pt idx="3617">
                  <c:v>42335</c:v>
                </c:pt>
                <c:pt idx="3618">
                  <c:v>42336</c:v>
                </c:pt>
                <c:pt idx="3619">
                  <c:v>42337</c:v>
                </c:pt>
                <c:pt idx="3620">
                  <c:v>42338</c:v>
                </c:pt>
                <c:pt idx="3621">
                  <c:v>42339</c:v>
                </c:pt>
                <c:pt idx="3622">
                  <c:v>42340</c:v>
                </c:pt>
                <c:pt idx="3623">
                  <c:v>42341</c:v>
                </c:pt>
                <c:pt idx="3624">
                  <c:v>42342</c:v>
                </c:pt>
                <c:pt idx="3625">
                  <c:v>42343</c:v>
                </c:pt>
                <c:pt idx="3626">
                  <c:v>42344</c:v>
                </c:pt>
                <c:pt idx="3627">
                  <c:v>42345</c:v>
                </c:pt>
                <c:pt idx="3628">
                  <c:v>42346</c:v>
                </c:pt>
                <c:pt idx="3629">
                  <c:v>42347</c:v>
                </c:pt>
                <c:pt idx="3630">
                  <c:v>42348</c:v>
                </c:pt>
                <c:pt idx="3631">
                  <c:v>42349</c:v>
                </c:pt>
                <c:pt idx="3632">
                  <c:v>42350</c:v>
                </c:pt>
                <c:pt idx="3633">
                  <c:v>42351</c:v>
                </c:pt>
                <c:pt idx="3634">
                  <c:v>42352</c:v>
                </c:pt>
                <c:pt idx="3635">
                  <c:v>42353</c:v>
                </c:pt>
                <c:pt idx="3636">
                  <c:v>42354</c:v>
                </c:pt>
                <c:pt idx="3637">
                  <c:v>42355</c:v>
                </c:pt>
                <c:pt idx="3638">
                  <c:v>42356</c:v>
                </c:pt>
                <c:pt idx="3639">
                  <c:v>42357</c:v>
                </c:pt>
                <c:pt idx="3640">
                  <c:v>42358</c:v>
                </c:pt>
                <c:pt idx="3641">
                  <c:v>42359</c:v>
                </c:pt>
                <c:pt idx="3642">
                  <c:v>42360</c:v>
                </c:pt>
                <c:pt idx="3643">
                  <c:v>42361</c:v>
                </c:pt>
                <c:pt idx="3644">
                  <c:v>42362</c:v>
                </c:pt>
                <c:pt idx="3645">
                  <c:v>42363</c:v>
                </c:pt>
                <c:pt idx="3646">
                  <c:v>42364</c:v>
                </c:pt>
                <c:pt idx="3647">
                  <c:v>42365</c:v>
                </c:pt>
                <c:pt idx="3648">
                  <c:v>42366</c:v>
                </c:pt>
                <c:pt idx="3649">
                  <c:v>42367</c:v>
                </c:pt>
                <c:pt idx="3650">
                  <c:v>42368</c:v>
                </c:pt>
                <c:pt idx="3651">
                  <c:v>42369</c:v>
                </c:pt>
                <c:pt idx="3652">
                  <c:v>42370</c:v>
                </c:pt>
                <c:pt idx="3653">
                  <c:v>42371</c:v>
                </c:pt>
                <c:pt idx="3654">
                  <c:v>42372</c:v>
                </c:pt>
                <c:pt idx="3655">
                  <c:v>42373</c:v>
                </c:pt>
                <c:pt idx="3656">
                  <c:v>42374</c:v>
                </c:pt>
                <c:pt idx="3657">
                  <c:v>42375</c:v>
                </c:pt>
                <c:pt idx="3658">
                  <c:v>42376</c:v>
                </c:pt>
                <c:pt idx="3659">
                  <c:v>42377</c:v>
                </c:pt>
                <c:pt idx="3660">
                  <c:v>42378</c:v>
                </c:pt>
                <c:pt idx="3661">
                  <c:v>42379</c:v>
                </c:pt>
                <c:pt idx="3662">
                  <c:v>42380</c:v>
                </c:pt>
                <c:pt idx="3663">
                  <c:v>42381</c:v>
                </c:pt>
                <c:pt idx="3664">
                  <c:v>42382</c:v>
                </c:pt>
                <c:pt idx="3665">
                  <c:v>42383</c:v>
                </c:pt>
                <c:pt idx="3666">
                  <c:v>42384</c:v>
                </c:pt>
                <c:pt idx="3667">
                  <c:v>42385</c:v>
                </c:pt>
                <c:pt idx="3668">
                  <c:v>42386</c:v>
                </c:pt>
                <c:pt idx="3669">
                  <c:v>42387</c:v>
                </c:pt>
                <c:pt idx="3670">
                  <c:v>42388</c:v>
                </c:pt>
                <c:pt idx="3671">
                  <c:v>42389</c:v>
                </c:pt>
                <c:pt idx="3672">
                  <c:v>42390</c:v>
                </c:pt>
                <c:pt idx="3673">
                  <c:v>42391</c:v>
                </c:pt>
                <c:pt idx="3674">
                  <c:v>42392</c:v>
                </c:pt>
                <c:pt idx="3675">
                  <c:v>42393</c:v>
                </c:pt>
                <c:pt idx="3676">
                  <c:v>42394</c:v>
                </c:pt>
                <c:pt idx="3677">
                  <c:v>42395</c:v>
                </c:pt>
                <c:pt idx="3678">
                  <c:v>42396</c:v>
                </c:pt>
                <c:pt idx="3679">
                  <c:v>42397</c:v>
                </c:pt>
                <c:pt idx="3680">
                  <c:v>42398</c:v>
                </c:pt>
                <c:pt idx="3681">
                  <c:v>42399</c:v>
                </c:pt>
                <c:pt idx="3682">
                  <c:v>42400</c:v>
                </c:pt>
                <c:pt idx="3683">
                  <c:v>42401</c:v>
                </c:pt>
                <c:pt idx="3684">
                  <c:v>42402</c:v>
                </c:pt>
                <c:pt idx="3685">
                  <c:v>42403</c:v>
                </c:pt>
                <c:pt idx="3686">
                  <c:v>42404</c:v>
                </c:pt>
                <c:pt idx="3687">
                  <c:v>42405</c:v>
                </c:pt>
                <c:pt idx="3688">
                  <c:v>42406</c:v>
                </c:pt>
                <c:pt idx="3689">
                  <c:v>42407</c:v>
                </c:pt>
                <c:pt idx="3690">
                  <c:v>42408</c:v>
                </c:pt>
                <c:pt idx="3691">
                  <c:v>42409</c:v>
                </c:pt>
                <c:pt idx="3692">
                  <c:v>42410</c:v>
                </c:pt>
                <c:pt idx="3693">
                  <c:v>42411</c:v>
                </c:pt>
                <c:pt idx="3694">
                  <c:v>42412</c:v>
                </c:pt>
                <c:pt idx="3695">
                  <c:v>42413</c:v>
                </c:pt>
                <c:pt idx="3696">
                  <c:v>42414</c:v>
                </c:pt>
                <c:pt idx="3697">
                  <c:v>42415</c:v>
                </c:pt>
                <c:pt idx="3698">
                  <c:v>42416</c:v>
                </c:pt>
                <c:pt idx="3699">
                  <c:v>42417</c:v>
                </c:pt>
                <c:pt idx="3700">
                  <c:v>42418</c:v>
                </c:pt>
                <c:pt idx="3701">
                  <c:v>42419</c:v>
                </c:pt>
                <c:pt idx="3702">
                  <c:v>42420</c:v>
                </c:pt>
                <c:pt idx="3703">
                  <c:v>42421</c:v>
                </c:pt>
                <c:pt idx="3704">
                  <c:v>42422</c:v>
                </c:pt>
                <c:pt idx="3705">
                  <c:v>42423</c:v>
                </c:pt>
                <c:pt idx="3706">
                  <c:v>42424</c:v>
                </c:pt>
                <c:pt idx="3707">
                  <c:v>42425</c:v>
                </c:pt>
                <c:pt idx="3708">
                  <c:v>42426</c:v>
                </c:pt>
                <c:pt idx="3709">
                  <c:v>42427</c:v>
                </c:pt>
                <c:pt idx="3710">
                  <c:v>42428</c:v>
                </c:pt>
                <c:pt idx="3711">
                  <c:v>42429</c:v>
                </c:pt>
                <c:pt idx="3712">
                  <c:v>42430</c:v>
                </c:pt>
                <c:pt idx="3713">
                  <c:v>42431</c:v>
                </c:pt>
                <c:pt idx="3714">
                  <c:v>42432</c:v>
                </c:pt>
                <c:pt idx="3715">
                  <c:v>42433</c:v>
                </c:pt>
                <c:pt idx="3716">
                  <c:v>42434</c:v>
                </c:pt>
                <c:pt idx="3717">
                  <c:v>42435</c:v>
                </c:pt>
                <c:pt idx="3718">
                  <c:v>42436</c:v>
                </c:pt>
                <c:pt idx="3719">
                  <c:v>42437</c:v>
                </c:pt>
                <c:pt idx="3720">
                  <c:v>42438</c:v>
                </c:pt>
                <c:pt idx="3721">
                  <c:v>42439</c:v>
                </c:pt>
                <c:pt idx="3722">
                  <c:v>42440</c:v>
                </c:pt>
                <c:pt idx="3723">
                  <c:v>42441</c:v>
                </c:pt>
                <c:pt idx="3724">
                  <c:v>42442</c:v>
                </c:pt>
                <c:pt idx="3725">
                  <c:v>42443</c:v>
                </c:pt>
                <c:pt idx="3726">
                  <c:v>42444</c:v>
                </c:pt>
                <c:pt idx="3727">
                  <c:v>42445</c:v>
                </c:pt>
                <c:pt idx="3728">
                  <c:v>42446</c:v>
                </c:pt>
                <c:pt idx="3729">
                  <c:v>42447</c:v>
                </c:pt>
                <c:pt idx="3730">
                  <c:v>42448</c:v>
                </c:pt>
                <c:pt idx="3731">
                  <c:v>42449</c:v>
                </c:pt>
                <c:pt idx="3732">
                  <c:v>42450</c:v>
                </c:pt>
                <c:pt idx="3733">
                  <c:v>42451</c:v>
                </c:pt>
                <c:pt idx="3734">
                  <c:v>42452</c:v>
                </c:pt>
                <c:pt idx="3735">
                  <c:v>42453</c:v>
                </c:pt>
                <c:pt idx="3736">
                  <c:v>42454</c:v>
                </c:pt>
                <c:pt idx="3737">
                  <c:v>42455</c:v>
                </c:pt>
                <c:pt idx="3738">
                  <c:v>42456</c:v>
                </c:pt>
                <c:pt idx="3739">
                  <c:v>42457</c:v>
                </c:pt>
                <c:pt idx="3740">
                  <c:v>42458</c:v>
                </c:pt>
                <c:pt idx="3741">
                  <c:v>42459</c:v>
                </c:pt>
                <c:pt idx="3742">
                  <c:v>42460</c:v>
                </c:pt>
                <c:pt idx="3743">
                  <c:v>42461</c:v>
                </c:pt>
                <c:pt idx="3744">
                  <c:v>42462</c:v>
                </c:pt>
                <c:pt idx="3745">
                  <c:v>42463</c:v>
                </c:pt>
                <c:pt idx="3746">
                  <c:v>42464</c:v>
                </c:pt>
                <c:pt idx="3747">
                  <c:v>42465</c:v>
                </c:pt>
                <c:pt idx="3748">
                  <c:v>42466</c:v>
                </c:pt>
                <c:pt idx="3749">
                  <c:v>42467</c:v>
                </c:pt>
                <c:pt idx="3750">
                  <c:v>42468</c:v>
                </c:pt>
                <c:pt idx="3751">
                  <c:v>42469</c:v>
                </c:pt>
                <c:pt idx="3752">
                  <c:v>42470</c:v>
                </c:pt>
                <c:pt idx="3753">
                  <c:v>42471</c:v>
                </c:pt>
                <c:pt idx="3754">
                  <c:v>42472</c:v>
                </c:pt>
                <c:pt idx="3755">
                  <c:v>42473</c:v>
                </c:pt>
                <c:pt idx="3756">
                  <c:v>42474</c:v>
                </c:pt>
                <c:pt idx="3757">
                  <c:v>42475</c:v>
                </c:pt>
                <c:pt idx="3758">
                  <c:v>42476</c:v>
                </c:pt>
                <c:pt idx="3759">
                  <c:v>42477</c:v>
                </c:pt>
                <c:pt idx="3760">
                  <c:v>42478</c:v>
                </c:pt>
                <c:pt idx="3761">
                  <c:v>42479</c:v>
                </c:pt>
                <c:pt idx="3762">
                  <c:v>42480</c:v>
                </c:pt>
                <c:pt idx="3763">
                  <c:v>42481</c:v>
                </c:pt>
                <c:pt idx="3764">
                  <c:v>42482</c:v>
                </c:pt>
                <c:pt idx="3765">
                  <c:v>42483</c:v>
                </c:pt>
                <c:pt idx="3766">
                  <c:v>42484</c:v>
                </c:pt>
                <c:pt idx="3767">
                  <c:v>42485</c:v>
                </c:pt>
                <c:pt idx="3768">
                  <c:v>42486</c:v>
                </c:pt>
                <c:pt idx="3769">
                  <c:v>42487</c:v>
                </c:pt>
                <c:pt idx="3770">
                  <c:v>42488</c:v>
                </c:pt>
                <c:pt idx="3771">
                  <c:v>42489</c:v>
                </c:pt>
                <c:pt idx="3772">
                  <c:v>42490</c:v>
                </c:pt>
                <c:pt idx="3773">
                  <c:v>42491</c:v>
                </c:pt>
                <c:pt idx="3774">
                  <c:v>42492</c:v>
                </c:pt>
                <c:pt idx="3775">
                  <c:v>42493</c:v>
                </c:pt>
                <c:pt idx="3776">
                  <c:v>42494</c:v>
                </c:pt>
                <c:pt idx="3777">
                  <c:v>42495</c:v>
                </c:pt>
                <c:pt idx="3778">
                  <c:v>42496</c:v>
                </c:pt>
                <c:pt idx="3779">
                  <c:v>42497</c:v>
                </c:pt>
                <c:pt idx="3780">
                  <c:v>42498</c:v>
                </c:pt>
                <c:pt idx="3781">
                  <c:v>42499</c:v>
                </c:pt>
                <c:pt idx="3782">
                  <c:v>42500</c:v>
                </c:pt>
                <c:pt idx="3783">
                  <c:v>42501</c:v>
                </c:pt>
                <c:pt idx="3784">
                  <c:v>42502</c:v>
                </c:pt>
                <c:pt idx="3785">
                  <c:v>42503</c:v>
                </c:pt>
                <c:pt idx="3786">
                  <c:v>42504</c:v>
                </c:pt>
                <c:pt idx="3787">
                  <c:v>42505</c:v>
                </c:pt>
                <c:pt idx="3788">
                  <c:v>42506</c:v>
                </c:pt>
                <c:pt idx="3789">
                  <c:v>42507</c:v>
                </c:pt>
                <c:pt idx="3790">
                  <c:v>42508</c:v>
                </c:pt>
                <c:pt idx="3791">
                  <c:v>42509</c:v>
                </c:pt>
                <c:pt idx="3792">
                  <c:v>42510</c:v>
                </c:pt>
                <c:pt idx="3793">
                  <c:v>42511</c:v>
                </c:pt>
                <c:pt idx="3794">
                  <c:v>42512</c:v>
                </c:pt>
                <c:pt idx="3795">
                  <c:v>42513</c:v>
                </c:pt>
                <c:pt idx="3796">
                  <c:v>42514</c:v>
                </c:pt>
                <c:pt idx="3797">
                  <c:v>42515</c:v>
                </c:pt>
                <c:pt idx="3798">
                  <c:v>42516</c:v>
                </c:pt>
                <c:pt idx="3799">
                  <c:v>42517</c:v>
                </c:pt>
                <c:pt idx="3800">
                  <c:v>42518</c:v>
                </c:pt>
                <c:pt idx="3801">
                  <c:v>42519</c:v>
                </c:pt>
                <c:pt idx="3802">
                  <c:v>42520</c:v>
                </c:pt>
                <c:pt idx="3803">
                  <c:v>42521</c:v>
                </c:pt>
                <c:pt idx="3804">
                  <c:v>42522</c:v>
                </c:pt>
                <c:pt idx="3805">
                  <c:v>42523</c:v>
                </c:pt>
                <c:pt idx="3806">
                  <c:v>42524</c:v>
                </c:pt>
                <c:pt idx="3807">
                  <c:v>42525</c:v>
                </c:pt>
                <c:pt idx="3808">
                  <c:v>42526</c:v>
                </c:pt>
                <c:pt idx="3809">
                  <c:v>42527</c:v>
                </c:pt>
                <c:pt idx="3810">
                  <c:v>42528</c:v>
                </c:pt>
                <c:pt idx="3811">
                  <c:v>42529</c:v>
                </c:pt>
                <c:pt idx="3812">
                  <c:v>42530</c:v>
                </c:pt>
                <c:pt idx="3813">
                  <c:v>42531</c:v>
                </c:pt>
                <c:pt idx="3814">
                  <c:v>42532</c:v>
                </c:pt>
                <c:pt idx="3815">
                  <c:v>42533</c:v>
                </c:pt>
                <c:pt idx="3816">
                  <c:v>42534</c:v>
                </c:pt>
                <c:pt idx="3817">
                  <c:v>42535</c:v>
                </c:pt>
                <c:pt idx="3818">
                  <c:v>42536</c:v>
                </c:pt>
                <c:pt idx="3819">
                  <c:v>42537</c:v>
                </c:pt>
                <c:pt idx="3820">
                  <c:v>42538</c:v>
                </c:pt>
                <c:pt idx="3821">
                  <c:v>42539</c:v>
                </c:pt>
                <c:pt idx="3822">
                  <c:v>42540</c:v>
                </c:pt>
                <c:pt idx="3823">
                  <c:v>42541</c:v>
                </c:pt>
                <c:pt idx="3824">
                  <c:v>42542</c:v>
                </c:pt>
                <c:pt idx="3825">
                  <c:v>42543</c:v>
                </c:pt>
                <c:pt idx="3826">
                  <c:v>42544</c:v>
                </c:pt>
                <c:pt idx="3827">
                  <c:v>42545</c:v>
                </c:pt>
                <c:pt idx="3828">
                  <c:v>42546</c:v>
                </c:pt>
                <c:pt idx="3829">
                  <c:v>42547</c:v>
                </c:pt>
                <c:pt idx="3830">
                  <c:v>42548</c:v>
                </c:pt>
                <c:pt idx="3831">
                  <c:v>42549</c:v>
                </c:pt>
                <c:pt idx="3832">
                  <c:v>42550</c:v>
                </c:pt>
                <c:pt idx="3833">
                  <c:v>42551</c:v>
                </c:pt>
                <c:pt idx="3834">
                  <c:v>42552</c:v>
                </c:pt>
                <c:pt idx="3835">
                  <c:v>42553</c:v>
                </c:pt>
                <c:pt idx="3836">
                  <c:v>42554</c:v>
                </c:pt>
                <c:pt idx="3837">
                  <c:v>42555</c:v>
                </c:pt>
                <c:pt idx="3838">
                  <c:v>42556</c:v>
                </c:pt>
                <c:pt idx="3839">
                  <c:v>42557</c:v>
                </c:pt>
                <c:pt idx="3840">
                  <c:v>42558</c:v>
                </c:pt>
                <c:pt idx="3841">
                  <c:v>42559</c:v>
                </c:pt>
                <c:pt idx="3842">
                  <c:v>42560</c:v>
                </c:pt>
                <c:pt idx="3843">
                  <c:v>42561</c:v>
                </c:pt>
                <c:pt idx="3844">
                  <c:v>42562</c:v>
                </c:pt>
                <c:pt idx="3845">
                  <c:v>42563</c:v>
                </c:pt>
                <c:pt idx="3846">
                  <c:v>42564</c:v>
                </c:pt>
                <c:pt idx="3847">
                  <c:v>42565</c:v>
                </c:pt>
                <c:pt idx="3848">
                  <c:v>42566</c:v>
                </c:pt>
                <c:pt idx="3849">
                  <c:v>42567</c:v>
                </c:pt>
                <c:pt idx="3850">
                  <c:v>42568</c:v>
                </c:pt>
                <c:pt idx="3851">
                  <c:v>42569</c:v>
                </c:pt>
                <c:pt idx="3852">
                  <c:v>42570</c:v>
                </c:pt>
                <c:pt idx="3853">
                  <c:v>42571</c:v>
                </c:pt>
                <c:pt idx="3854">
                  <c:v>42572</c:v>
                </c:pt>
                <c:pt idx="3855">
                  <c:v>42573</c:v>
                </c:pt>
                <c:pt idx="3856">
                  <c:v>42574</c:v>
                </c:pt>
                <c:pt idx="3857">
                  <c:v>42575</c:v>
                </c:pt>
                <c:pt idx="3858">
                  <c:v>42576</c:v>
                </c:pt>
                <c:pt idx="3859">
                  <c:v>42577</c:v>
                </c:pt>
                <c:pt idx="3860">
                  <c:v>42578</c:v>
                </c:pt>
                <c:pt idx="3861">
                  <c:v>42579</c:v>
                </c:pt>
                <c:pt idx="3862">
                  <c:v>42580</c:v>
                </c:pt>
                <c:pt idx="3863">
                  <c:v>42581</c:v>
                </c:pt>
                <c:pt idx="3864">
                  <c:v>42582</c:v>
                </c:pt>
                <c:pt idx="3865">
                  <c:v>42583</c:v>
                </c:pt>
                <c:pt idx="3866">
                  <c:v>42584</c:v>
                </c:pt>
                <c:pt idx="3867">
                  <c:v>42585</c:v>
                </c:pt>
                <c:pt idx="3868">
                  <c:v>42586</c:v>
                </c:pt>
                <c:pt idx="3869">
                  <c:v>42587</c:v>
                </c:pt>
                <c:pt idx="3870">
                  <c:v>42588</c:v>
                </c:pt>
                <c:pt idx="3871">
                  <c:v>42589</c:v>
                </c:pt>
                <c:pt idx="3872">
                  <c:v>42590</c:v>
                </c:pt>
                <c:pt idx="3873">
                  <c:v>42591</c:v>
                </c:pt>
                <c:pt idx="3874">
                  <c:v>42592</c:v>
                </c:pt>
                <c:pt idx="3875">
                  <c:v>42593</c:v>
                </c:pt>
                <c:pt idx="3876">
                  <c:v>42594</c:v>
                </c:pt>
                <c:pt idx="3877">
                  <c:v>42595</c:v>
                </c:pt>
                <c:pt idx="3878">
                  <c:v>42596</c:v>
                </c:pt>
                <c:pt idx="3879">
                  <c:v>42597</c:v>
                </c:pt>
                <c:pt idx="3880">
                  <c:v>42598</c:v>
                </c:pt>
                <c:pt idx="3881">
                  <c:v>42599</c:v>
                </c:pt>
                <c:pt idx="3882">
                  <c:v>42600</c:v>
                </c:pt>
                <c:pt idx="3883">
                  <c:v>42601</c:v>
                </c:pt>
                <c:pt idx="3884">
                  <c:v>42602</c:v>
                </c:pt>
                <c:pt idx="3885">
                  <c:v>42603</c:v>
                </c:pt>
                <c:pt idx="3886">
                  <c:v>42604</c:v>
                </c:pt>
                <c:pt idx="3887">
                  <c:v>42605</c:v>
                </c:pt>
                <c:pt idx="3888">
                  <c:v>42606</c:v>
                </c:pt>
                <c:pt idx="3889">
                  <c:v>42607</c:v>
                </c:pt>
                <c:pt idx="3890">
                  <c:v>42608</c:v>
                </c:pt>
                <c:pt idx="3891">
                  <c:v>42609</c:v>
                </c:pt>
                <c:pt idx="3892">
                  <c:v>42610</c:v>
                </c:pt>
                <c:pt idx="3893">
                  <c:v>42611</c:v>
                </c:pt>
                <c:pt idx="3894">
                  <c:v>42612</c:v>
                </c:pt>
                <c:pt idx="3895">
                  <c:v>42613</c:v>
                </c:pt>
                <c:pt idx="3896">
                  <c:v>42614</c:v>
                </c:pt>
                <c:pt idx="3897">
                  <c:v>42615</c:v>
                </c:pt>
                <c:pt idx="3898">
                  <c:v>42616</c:v>
                </c:pt>
                <c:pt idx="3899">
                  <c:v>42617</c:v>
                </c:pt>
                <c:pt idx="3900">
                  <c:v>42618</c:v>
                </c:pt>
                <c:pt idx="3901">
                  <c:v>42619</c:v>
                </c:pt>
                <c:pt idx="3902">
                  <c:v>42620</c:v>
                </c:pt>
                <c:pt idx="3903">
                  <c:v>42621</c:v>
                </c:pt>
                <c:pt idx="3904">
                  <c:v>42622</c:v>
                </c:pt>
                <c:pt idx="3905">
                  <c:v>42623</c:v>
                </c:pt>
                <c:pt idx="3906">
                  <c:v>42624</c:v>
                </c:pt>
                <c:pt idx="3907">
                  <c:v>42625</c:v>
                </c:pt>
                <c:pt idx="3908">
                  <c:v>42626</c:v>
                </c:pt>
                <c:pt idx="3909">
                  <c:v>42627</c:v>
                </c:pt>
                <c:pt idx="3910">
                  <c:v>42628</c:v>
                </c:pt>
                <c:pt idx="3911">
                  <c:v>42629</c:v>
                </c:pt>
                <c:pt idx="3912">
                  <c:v>42630</c:v>
                </c:pt>
                <c:pt idx="3913">
                  <c:v>42631</c:v>
                </c:pt>
                <c:pt idx="3914">
                  <c:v>42632</c:v>
                </c:pt>
                <c:pt idx="3915">
                  <c:v>42633</c:v>
                </c:pt>
                <c:pt idx="3916">
                  <c:v>42634</c:v>
                </c:pt>
                <c:pt idx="3917">
                  <c:v>42635</c:v>
                </c:pt>
                <c:pt idx="3918">
                  <c:v>42636</c:v>
                </c:pt>
                <c:pt idx="3919">
                  <c:v>42637</c:v>
                </c:pt>
                <c:pt idx="3920">
                  <c:v>42638</c:v>
                </c:pt>
                <c:pt idx="3921">
                  <c:v>42639</c:v>
                </c:pt>
                <c:pt idx="3922">
                  <c:v>42640</c:v>
                </c:pt>
                <c:pt idx="3923">
                  <c:v>42641</c:v>
                </c:pt>
                <c:pt idx="3924">
                  <c:v>42642</c:v>
                </c:pt>
                <c:pt idx="3925">
                  <c:v>42643</c:v>
                </c:pt>
                <c:pt idx="3926">
                  <c:v>42644</c:v>
                </c:pt>
                <c:pt idx="3927">
                  <c:v>42645</c:v>
                </c:pt>
                <c:pt idx="3928">
                  <c:v>42646</c:v>
                </c:pt>
                <c:pt idx="3929">
                  <c:v>42647</c:v>
                </c:pt>
                <c:pt idx="3930">
                  <c:v>42648</c:v>
                </c:pt>
                <c:pt idx="3931">
                  <c:v>42649</c:v>
                </c:pt>
                <c:pt idx="3932">
                  <c:v>42650</c:v>
                </c:pt>
                <c:pt idx="3933">
                  <c:v>42651</c:v>
                </c:pt>
                <c:pt idx="3934">
                  <c:v>42652</c:v>
                </c:pt>
                <c:pt idx="3935">
                  <c:v>42653</c:v>
                </c:pt>
                <c:pt idx="3936">
                  <c:v>42654</c:v>
                </c:pt>
                <c:pt idx="3937">
                  <c:v>42655</c:v>
                </c:pt>
                <c:pt idx="3938">
                  <c:v>42656</c:v>
                </c:pt>
                <c:pt idx="3939">
                  <c:v>42657</c:v>
                </c:pt>
                <c:pt idx="3940">
                  <c:v>42658</c:v>
                </c:pt>
                <c:pt idx="3941">
                  <c:v>42659</c:v>
                </c:pt>
                <c:pt idx="3942">
                  <c:v>42660</c:v>
                </c:pt>
                <c:pt idx="3943">
                  <c:v>42661</c:v>
                </c:pt>
                <c:pt idx="3944">
                  <c:v>42662</c:v>
                </c:pt>
                <c:pt idx="3945">
                  <c:v>42663</c:v>
                </c:pt>
                <c:pt idx="3946">
                  <c:v>42664</c:v>
                </c:pt>
                <c:pt idx="3947">
                  <c:v>42665</c:v>
                </c:pt>
                <c:pt idx="3948">
                  <c:v>42666</c:v>
                </c:pt>
                <c:pt idx="3949">
                  <c:v>42667</c:v>
                </c:pt>
                <c:pt idx="3950">
                  <c:v>42668</c:v>
                </c:pt>
                <c:pt idx="3951">
                  <c:v>42669</c:v>
                </c:pt>
                <c:pt idx="3952">
                  <c:v>42670</c:v>
                </c:pt>
                <c:pt idx="3953">
                  <c:v>42671</c:v>
                </c:pt>
                <c:pt idx="3954">
                  <c:v>42672</c:v>
                </c:pt>
                <c:pt idx="3955">
                  <c:v>42673</c:v>
                </c:pt>
                <c:pt idx="3956">
                  <c:v>42674</c:v>
                </c:pt>
                <c:pt idx="3957">
                  <c:v>42675</c:v>
                </c:pt>
                <c:pt idx="3958">
                  <c:v>42676</c:v>
                </c:pt>
                <c:pt idx="3959">
                  <c:v>42677</c:v>
                </c:pt>
                <c:pt idx="3960">
                  <c:v>42678</c:v>
                </c:pt>
                <c:pt idx="3961">
                  <c:v>42679</c:v>
                </c:pt>
                <c:pt idx="3962">
                  <c:v>42680</c:v>
                </c:pt>
                <c:pt idx="3963">
                  <c:v>42681</c:v>
                </c:pt>
                <c:pt idx="3964">
                  <c:v>42682</c:v>
                </c:pt>
                <c:pt idx="3965">
                  <c:v>42683</c:v>
                </c:pt>
                <c:pt idx="3966">
                  <c:v>42684</c:v>
                </c:pt>
                <c:pt idx="3967">
                  <c:v>42685</c:v>
                </c:pt>
                <c:pt idx="3968">
                  <c:v>42686</c:v>
                </c:pt>
                <c:pt idx="3969">
                  <c:v>42687</c:v>
                </c:pt>
                <c:pt idx="3970">
                  <c:v>42688</c:v>
                </c:pt>
                <c:pt idx="3971">
                  <c:v>42689</c:v>
                </c:pt>
                <c:pt idx="3972">
                  <c:v>42690</c:v>
                </c:pt>
                <c:pt idx="3973">
                  <c:v>42691</c:v>
                </c:pt>
                <c:pt idx="3974">
                  <c:v>42692</c:v>
                </c:pt>
                <c:pt idx="3975">
                  <c:v>42693</c:v>
                </c:pt>
                <c:pt idx="3976">
                  <c:v>42694</c:v>
                </c:pt>
                <c:pt idx="3977">
                  <c:v>42695</c:v>
                </c:pt>
                <c:pt idx="3978">
                  <c:v>42696</c:v>
                </c:pt>
                <c:pt idx="3979">
                  <c:v>42697</c:v>
                </c:pt>
                <c:pt idx="3980">
                  <c:v>42698</c:v>
                </c:pt>
                <c:pt idx="3981">
                  <c:v>42699</c:v>
                </c:pt>
                <c:pt idx="3982">
                  <c:v>42700</c:v>
                </c:pt>
                <c:pt idx="3983">
                  <c:v>42701</c:v>
                </c:pt>
                <c:pt idx="3984">
                  <c:v>42702</c:v>
                </c:pt>
                <c:pt idx="3985">
                  <c:v>42703</c:v>
                </c:pt>
                <c:pt idx="3986">
                  <c:v>42704</c:v>
                </c:pt>
                <c:pt idx="3987">
                  <c:v>42705</c:v>
                </c:pt>
                <c:pt idx="3988">
                  <c:v>42706</c:v>
                </c:pt>
                <c:pt idx="3989">
                  <c:v>42707</c:v>
                </c:pt>
                <c:pt idx="3990">
                  <c:v>42708</c:v>
                </c:pt>
                <c:pt idx="3991">
                  <c:v>42709</c:v>
                </c:pt>
                <c:pt idx="3992">
                  <c:v>42710</c:v>
                </c:pt>
                <c:pt idx="3993">
                  <c:v>42711</c:v>
                </c:pt>
                <c:pt idx="3994">
                  <c:v>42712</c:v>
                </c:pt>
                <c:pt idx="3995">
                  <c:v>42713</c:v>
                </c:pt>
                <c:pt idx="3996">
                  <c:v>42714</c:v>
                </c:pt>
                <c:pt idx="3997">
                  <c:v>42715</c:v>
                </c:pt>
                <c:pt idx="3998">
                  <c:v>42716</c:v>
                </c:pt>
                <c:pt idx="3999">
                  <c:v>42717</c:v>
                </c:pt>
                <c:pt idx="4000">
                  <c:v>42718</c:v>
                </c:pt>
                <c:pt idx="4001">
                  <c:v>42719</c:v>
                </c:pt>
                <c:pt idx="4002">
                  <c:v>42720</c:v>
                </c:pt>
                <c:pt idx="4003">
                  <c:v>42721</c:v>
                </c:pt>
                <c:pt idx="4004">
                  <c:v>42722</c:v>
                </c:pt>
                <c:pt idx="4005">
                  <c:v>42723</c:v>
                </c:pt>
                <c:pt idx="4006">
                  <c:v>42724</c:v>
                </c:pt>
                <c:pt idx="4007">
                  <c:v>42725</c:v>
                </c:pt>
                <c:pt idx="4008">
                  <c:v>42726</c:v>
                </c:pt>
                <c:pt idx="4009">
                  <c:v>42727</c:v>
                </c:pt>
                <c:pt idx="4010">
                  <c:v>42728</c:v>
                </c:pt>
                <c:pt idx="4011">
                  <c:v>42729</c:v>
                </c:pt>
                <c:pt idx="4012">
                  <c:v>42730</c:v>
                </c:pt>
                <c:pt idx="4013">
                  <c:v>42731</c:v>
                </c:pt>
                <c:pt idx="4014">
                  <c:v>42732</c:v>
                </c:pt>
                <c:pt idx="4015">
                  <c:v>42733</c:v>
                </c:pt>
                <c:pt idx="4016">
                  <c:v>42734</c:v>
                </c:pt>
                <c:pt idx="4017">
                  <c:v>42735</c:v>
                </c:pt>
                <c:pt idx="4018">
                  <c:v>42736</c:v>
                </c:pt>
                <c:pt idx="4019">
                  <c:v>42737</c:v>
                </c:pt>
                <c:pt idx="4020">
                  <c:v>42738</c:v>
                </c:pt>
                <c:pt idx="4021">
                  <c:v>42739</c:v>
                </c:pt>
                <c:pt idx="4022">
                  <c:v>42740</c:v>
                </c:pt>
                <c:pt idx="4023">
                  <c:v>42741</c:v>
                </c:pt>
                <c:pt idx="4024">
                  <c:v>42742</c:v>
                </c:pt>
                <c:pt idx="4025">
                  <c:v>42743</c:v>
                </c:pt>
                <c:pt idx="4026">
                  <c:v>42744</c:v>
                </c:pt>
                <c:pt idx="4027">
                  <c:v>42745</c:v>
                </c:pt>
                <c:pt idx="4028">
                  <c:v>42746</c:v>
                </c:pt>
                <c:pt idx="4029">
                  <c:v>42747</c:v>
                </c:pt>
                <c:pt idx="4030">
                  <c:v>42748</c:v>
                </c:pt>
                <c:pt idx="4031">
                  <c:v>42749</c:v>
                </c:pt>
                <c:pt idx="4032">
                  <c:v>42750</c:v>
                </c:pt>
                <c:pt idx="4033">
                  <c:v>42751</c:v>
                </c:pt>
                <c:pt idx="4034">
                  <c:v>42752</c:v>
                </c:pt>
                <c:pt idx="4035">
                  <c:v>42753</c:v>
                </c:pt>
                <c:pt idx="4036">
                  <c:v>42754</c:v>
                </c:pt>
                <c:pt idx="4037">
                  <c:v>42755</c:v>
                </c:pt>
                <c:pt idx="4038">
                  <c:v>42756</c:v>
                </c:pt>
                <c:pt idx="4039">
                  <c:v>42757</c:v>
                </c:pt>
                <c:pt idx="4040">
                  <c:v>42758</c:v>
                </c:pt>
                <c:pt idx="4041">
                  <c:v>42759</c:v>
                </c:pt>
                <c:pt idx="4042">
                  <c:v>42760</c:v>
                </c:pt>
                <c:pt idx="4043">
                  <c:v>42761</c:v>
                </c:pt>
                <c:pt idx="4044">
                  <c:v>42762</c:v>
                </c:pt>
                <c:pt idx="4045">
                  <c:v>42763</c:v>
                </c:pt>
                <c:pt idx="4046">
                  <c:v>42764</c:v>
                </c:pt>
                <c:pt idx="4047">
                  <c:v>42765</c:v>
                </c:pt>
                <c:pt idx="4048">
                  <c:v>42766</c:v>
                </c:pt>
                <c:pt idx="4049">
                  <c:v>42767</c:v>
                </c:pt>
                <c:pt idx="4050">
                  <c:v>42768</c:v>
                </c:pt>
                <c:pt idx="4051">
                  <c:v>42769</c:v>
                </c:pt>
                <c:pt idx="4052">
                  <c:v>42770</c:v>
                </c:pt>
                <c:pt idx="4053">
                  <c:v>42771</c:v>
                </c:pt>
                <c:pt idx="4054">
                  <c:v>42772</c:v>
                </c:pt>
                <c:pt idx="4055">
                  <c:v>42773</c:v>
                </c:pt>
                <c:pt idx="4056">
                  <c:v>42774</c:v>
                </c:pt>
                <c:pt idx="4057">
                  <c:v>42775</c:v>
                </c:pt>
                <c:pt idx="4058">
                  <c:v>42776</c:v>
                </c:pt>
                <c:pt idx="4059">
                  <c:v>42777</c:v>
                </c:pt>
                <c:pt idx="4060">
                  <c:v>42778</c:v>
                </c:pt>
                <c:pt idx="4061">
                  <c:v>42779</c:v>
                </c:pt>
                <c:pt idx="4062">
                  <c:v>42780</c:v>
                </c:pt>
                <c:pt idx="4063">
                  <c:v>42781</c:v>
                </c:pt>
                <c:pt idx="4064">
                  <c:v>42782</c:v>
                </c:pt>
                <c:pt idx="4065">
                  <c:v>42783</c:v>
                </c:pt>
                <c:pt idx="4066">
                  <c:v>42784</c:v>
                </c:pt>
                <c:pt idx="4067">
                  <c:v>42785</c:v>
                </c:pt>
                <c:pt idx="4068">
                  <c:v>42786</c:v>
                </c:pt>
                <c:pt idx="4069">
                  <c:v>42787</c:v>
                </c:pt>
                <c:pt idx="4070">
                  <c:v>42788</c:v>
                </c:pt>
                <c:pt idx="4071">
                  <c:v>42789</c:v>
                </c:pt>
                <c:pt idx="4072">
                  <c:v>42790</c:v>
                </c:pt>
                <c:pt idx="4073">
                  <c:v>42791</c:v>
                </c:pt>
                <c:pt idx="4074">
                  <c:v>42792</c:v>
                </c:pt>
                <c:pt idx="4075">
                  <c:v>42793</c:v>
                </c:pt>
                <c:pt idx="4076">
                  <c:v>42794</c:v>
                </c:pt>
                <c:pt idx="4077">
                  <c:v>42795</c:v>
                </c:pt>
                <c:pt idx="4078">
                  <c:v>42796</c:v>
                </c:pt>
                <c:pt idx="4079">
                  <c:v>42797</c:v>
                </c:pt>
                <c:pt idx="4080">
                  <c:v>42798</c:v>
                </c:pt>
                <c:pt idx="4081">
                  <c:v>42799</c:v>
                </c:pt>
                <c:pt idx="4082">
                  <c:v>42800</c:v>
                </c:pt>
                <c:pt idx="4083">
                  <c:v>42801</c:v>
                </c:pt>
                <c:pt idx="4084">
                  <c:v>42802</c:v>
                </c:pt>
                <c:pt idx="4085">
                  <c:v>42803</c:v>
                </c:pt>
                <c:pt idx="4086">
                  <c:v>42804</c:v>
                </c:pt>
                <c:pt idx="4087">
                  <c:v>42805</c:v>
                </c:pt>
                <c:pt idx="4088">
                  <c:v>42806</c:v>
                </c:pt>
                <c:pt idx="4089">
                  <c:v>42807</c:v>
                </c:pt>
                <c:pt idx="4090">
                  <c:v>42808</c:v>
                </c:pt>
                <c:pt idx="4091">
                  <c:v>42809</c:v>
                </c:pt>
                <c:pt idx="4092">
                  <c:v>42810</c:v>
                </c:pt>
                <c:pt idx="4093">
                  <c:v>42811</c:v>
                </c:pt>
                <c:pt idx="4094">
                  <c:v>42812</c:v>
                </c:pt>
                <c:pt idx="4095">
                  <c:v>42813</c:v>
                </c:pt>
                <c:pt idx="4096">
                  <c:v>42814</c:v>
                </c:pt>
                <c:pt idx="4097">
                  <c:v>42815</c:v>
                </c:pt>
                <c:pt idx="4098">
                  <c:v>42816</c:v>
                </c:pt>
                <c:pt idx="4099">
                  <c:v>42817</c:v>
                </c:pt>
                <c:pt idx="4100">
                  <c:v>42818</c:v>
                </c:pt>
                <c:pt idx="4101">
                  <c:v>42819</c:v>
                </c:pt>
                <c:pt idx="4102">
                  <c:v>42820</c:v>
                </c:pt>
                <c:pt idx="4103">
                  <c:v>42821</c:v>
                </c:pt>
                <c:pt idx="4104">
                  <c:v>42822</c:v>
                </c:pt>
                <c:pt idx="4105">
                  <c:v>42823</c:v>
                </c:pt>
                <c:pt idx="4106">
                  <c:v>42824</c:v>
                </c:pt>
                <c:pt idx="4107">
                  <c:v>42825</c:v>
                </c:pt>
                <c:pt idx="4108">
                  <c:v>42826</c:v>
                </c:pt>
                <c:pt idx="4109">
                  <c:v>42827</c:v>
                </c:pt>
                <c:pt idx="4110">
                  <c:v>42828</c:v>
                </c:pt>
                <c:pt idx="4111">
                  <c:v>42829</c:v>
                </c:pt>
                <c:pt idx="4112">
                  <c:v>42830</c:v>
                </c:pt>
                <c:pt idx="4113">
                  <c:v>42831</c:v>
                </c:pt>
                <c:pt idx="4114">
                  <c:v>42832</c:v>
                </c:pt>
                <c:pt idx="4115">
                  <c:v>42833</c:v>
                </c:pt>
                <c:pt idx="4116">
                  <c:v>42834</c:v>
                </c:pt>
                <c:pt idx="4117">
                  <c:v>42835</c:v>
                </c:pt>
                <c:pt idx="4118">
                  <c:v>42836</c:v>
                </c:pt>
                <c:pt idx="4119">
                  <c:v>42837</c:v>
                </c:pt>
                <c:pt idx="4120">
                  <c:v>42838</c:v>
                </c:pt>
                <c:pt idx="4121">
                  <c:v>42839</c:v>
                </c:pt>
                <c:pt idx="4122">
                  <c:v>42840</c:v>
                </c:pt>
                <c:pt idx="4123">
                  <c:v>42841</c:v>
                </c:pt>
                <c:pt idx="4124">
                  <c:v>42842</c:v>
                </c:pt>
                <c:pt idx="4125">
                  <c:v>42843</c:v>
                </c:pt>
                <c:pt idx="4126">
                  <c:v>42844</c:v>
                </c:pt>
                <c:pt idx="4127">
                  <c:v>42845</c:v>
                </c:pt>
                <c:pt idx="4128">
                  <c:v>42846</c:v>
                </c:pt>
                <c:pt idx="4129">
                  <c:v>42847</c:v>
                </c:pt>
                <c:pt idx="4130">
                  <c:v>42848</c:v>
                </c:pt>
                <c:pt idx="4131">
                  <c:v>42849</c:v>
                </c:pt>
                <c:pt idx="4132">
                  <c:v>42850</c:v>
                </c:pt>
                <c:pt idx="4133">
                  <c:v>42851</c:v>
                </c:pt>
                <c:pt idx="4134">
                  <c:v>42852</c:v>
                </c:pt>
                <c:pt idx="4135">
                  <c:v>42853</c:v>
                </c:pt>
                <c:pt idx="4136">
                  <c:v>42854</c:v>
                </c:pt>
                <c:pt idx="4137">
                  <c:v>42855</c:v>
                </c:pt>
                <c:pt idx="4138">
                  <c:v>42856</c:v>
                </c:pt>
                <c:pt idx="4139">
                  <c:v>42857</c:v>
                </c:pt>
                <c:pt idx="4140">
                  <c:v>42858</c:v>
                </c:pt>
                <c:pt idx="4141">
                  <c:v>42859</c:v>
                </c:pt>
                <c:pt idx="4142">
                  <c:v>42860</c:v>
                </c:pt>
                <c:pt idx="4143">
                  <c:v>42861</c:v>
                </c:pt>
                <c:pt idx="4144">
                  <c:v>42862</c:v>
                </c:pt>
                <c:pt idx="4145">
                  <c:v>42863</c:v>
                </c:pt>
                <c:pt idx="4146">
                  <c:v>42864</c:v>
                </c:pt>
                <c:pt idx="4147">
                  <c:v>42865</c:v>
                </c:pt>
                <c:pt idx="4148">
                  <c:v>42866</c:v>
                </c:pt>
                <c:pt idx="4149">
                  <c:v>42867</c:v>
                </c:pt>
                <c:pt idx="4150">
                  <c:v>42868</c:v>
                </c:pt>
                <c:pt idx="4151">
                  <c:v>42869</c:v>
                </c:pt>
                <c:pt idx="4152">
                  <c:v>42870</c:v>
                </c:pt>
                <c:pt idx="4153">
                  <c:v>42871</c:v>
                </c:pt>
                <c:pt idx="4154">
                  <c:v>42872</c:v>
                </c:pt>
                <c:pt idx="4155">
                  <c:v>42873</c:v>
                </c:pt>
                <c:pt idx="4156">
                  <c:v>42874</c:v>
                </c:pt>
                <c:pt idx="4157">
                  <c:v>42875</c:v>
                </c:pt>
                <c:pt idx="4158">
                  <c:v>42876</c:v>
                </c:pt>
                <c:pt idx="4159">
                  <c:v>42877</c:v>
                </c:pt>
                <c:pt idx="4160">
                  <c:v>42878</c:v>
                </c:pt>
                <c:pt idx="4161">
                  <c:v>42879</c:v>
                </c:pt>
                <c:pt idx="4162">
                  <c:v>42880</c:v>
                </c:pt>
                <c:pt idx="4163">
                  <c:v>42881</c:v>
                </c:pt>
                <c:pt idx="4164">
                  <c:v>42882</c:v>
                </c:pt>
                <c:pt idx="4165">
                  <c:v>42883</c:v>
                </c:pt>
                <c:pt idx="4166">
                  <c:v>42884</c:v>
                </c:pt>
                <c:pt idx="4167">
                  <c:v>42885</c:v>
                </c:pt>
                <c:pt idx="4168">
                  <c:v>42886</c:v>
                </c:pt>
                <c:pt idx="4169">
                  <c:v>42887</c:v>
                </c:pt>
                <c:pt idx="4170">
                  <c:v>42888</c:v>
                </c:pt>
                <c:pt idx="4171">
                  <c:v>42889</c:v>
                </c:pt>
                <c:pt idx="4172">
                  <c:v>42890</c:v>
                </c:pt>
                <c:pt idx="4173">
                  <c:v>42891</c:v>
                </c:pt>
                <c:pt idx="4174">
                  <c:v>42892</c:v>
                </c:pt>
                <c:pt idx="4175">
                  <c:v>42893</c:v>
                </c:pt>
                <c:pt idx="4176">
                  <c:v>42894</c:v>
                </c:pt>
                <c:pt idx="4177">
                  <c:v>42895</c:v>
                </c:pt>
                <c:pt idx="4178">
                  <c:v>42896</c:v>
                </c:pt>
                <c:pt idx="4179">
                  <c:v>42897</c:v>
                </c:pt>
                <c:pt idx="4180">
                  <c:v>42898</c:v>
                </c:pt>
                <c:pt idx="4181">
                  <c:v>42899</c:v>
                </c:pt>
                <c:pt idx="4182">
                  <c:v>42900</c:v>
                </c:pt>
                <c:pt idx="4183">
                  <c:v>42901</c:v>
                </c:pt>
                <c:pt idx="4184">
                  <c:v>42902</c:v>
                </c:pt>
                <c:pt idx="4185">
                  <c:v>42903</c:v>
                </c:pt>
                <c:pt idx="4186">
                  <c:v>42904</c:v>
                </c:pt>
                <c:pt idx="4187">
                  <c:v>42905</c:v>
                </c:pt>
                <c:pt idx="4188">
                  <c:v>42906</c:v>
                </c:pt>
                <c:pt idx="4189">
                  <c:v>42907</c:v>
                </c:pt>
                <c:pt idx="4190">
                  <c:v>42908</c:v>
                </c:pt>
                <c:pt idx="4191">
                  <c:v>42909</c:v>
                </c:pt>
                <c:pt idx="4192">
                  <c:v>42910</c:v>
                </c:pt>
                <c:pt idx="4193">
                  <c:v>42911</c:v>
                </c:pt>
                <c:pt idx="4194">
                  <c:v>42912</c:v>
                </c:pt>
                <c:pt idx="4195">
                  <c:v>42913</c:v>
                </c:pt>
                <c:pt idx="4196">
                  <c:v>42914</c:v>
                </c:pt>
                <c:pt idx="4197">
                  <c:v>42915</c:v>
                </c:pt>
                <c:pt idx="4198">
                  <c:v>42916</c:v>
                </c:pt>
                <c:pt idx="4199">
                  <c:v>42917</c:v>
                </c:pt>
                <c:pt idx="4200">
                  <c:v>42918</c:v>
                </c:pt>
                <c:pt idx="4201">
                  <c:v>42919</c:v>
                </c:pt>
                <c:pt idx="4202">
                  <c:v>42920</c:v>
                </c:pt>
                <c:pt idx="4203">
                  <c:v>42921</c:v>
                </c:pt>
                <c:pt idx="4204">
                  <c:v>42922</c:v>
                </c:pt>
                <c:pt idx="4205">
                  <c:v>42923</c:v>
                </c:pt>
                <c:pt idx="4206">
                  <c:v>42924</c:v>
                </c:pt>
                <c:pt idx="4207">
                  <c:v>42925</c:v>
                </c:pt>
                <c:pt idx="4208">
                  <c:v>42926</c:v>
                </c:pt>
                <c:pt idx="4209">
                  <c:v>42927</c:v>
                </c:pt>
                <c:pt idx="4210">
                  <c:v>42928</c:v>
                </c:pt>
                <c:pt idx="4211">
                  <c:v>42929</c:v>
                </c:pt>
                <c:pt idx="4212">
                  <c:v>42930</c:v>
                </c:pt>
                <c:pt idx="4213">
                  <c:v>42931</c:v>
                </c:pt>
                <c:pt idx="4214">
                  <c:v>42932</c:v>
                </c:pt>
                <c:pt idx="4215">
                  <c:v>42933</c:v>
                </c:pt>
                <c:pt idx="4216">
                  <c:v>42934</c:v>
                </c:pt>
                <c:pt idx="4217">
                  <c:v>42935</c:v>
                </c:pt>
                <c:pt idx="4218">
                  <c:v>42936</c:v>
                </c:pt>
                <c:pt idx="4219">
                  <c:v>42937</c:v>
                </c:pt>
                <c:pt idx="4220">
                  <c:v>42938</c:v>
                </c:pt>
                <c:pt idx="4221">
                  <c:v>42939</c:v>
                </c:pt>
                <c:pt idx="4222">
                  <c:v>42940</c:v>
                </c:pt>
                <c:pt idx="4223">
                  <c:v>42941</c:v>
                </c:pt>
                <c:pt idx="4224">
                  <c:v>42942</c:v>
                </c:pt>
                <c:pt idx="4225">
                  <c:v>42943</c:v>
                </c:pt>
                <c:pt idx="4226">
                  <c:v>42944</c:v>
                </c:pt>
                <c:pt idx="4227">
                  <c:v>42945</c:v>
                </c:pt>
                <c:pt idx="4228">
                  <c:v>42946</c:v>
                </c:pt>
                <c:pt idx="4229">
                  <c:v>42947</c:v>
                </c:pt>
                <c:pt idx="4230">
                  <c:v>42948</c:v>
                </c:pt>
                <c:pt idx="4231">
                  <c:v>42949</c:v>
                </c:pt>
                <c:pt idx="4232">
                  <c:v>42950</c:v>
                </c:pt>
                <c:pt idx="4233">
                  <c:v>42951</c:v>
                </c:pt>
                <c:pt idx="4234">
                  <c:v>42952</c:v>
                </c:pt>
                <c:pt idx="4235">
                  <c:v>42953</c:v>
                </c:pt>
                <c:pt idx="4236">
                  <c:v>42954</c:v>
                </c:pt>
                <c:pt idx="4237">
                  <c:v>42955</c:v>
                </c:pt>
                <c:pt idx="4238">
                  <c:v>42956</c:v>
                </c:pt>
                <c:pt idx="4239">
                  <c:v>42957</c:v>
                </c:pt>
                <c:pt idx="4240">
                  <c:v>42958</c:v>
                </c:pt>
                <c:pt idx="4241">
                  <c:v>42959</c:v>
                </c:pt>
                <c:pt idx="4242">
                  <c:v>42960</c:v>
                </c:pt>
                <c:pt idx="4243">
                  <c:v>42961</c:v>
                </c:pt>
                <c:pt idx="4244">
                  <c:v>42962</c:v>
                </c:pt>
                <c:pt idx="4245">
                  <c:v>42963</c:v>
                </c:pt>
                <c:pt idx="4246">
                  <c:v>42964</c:v>
                </c:pt>
                <c:pt idx="4247">
                  <c:v>42965</c:v>
                </c:pt>
                <c:pt idx="4248">
                  <c:v>42966</c:v>
                </c:pt>
                <c:pt idx="4249">
                  <c:v>42967</c:v>
                </c:pt>
                <c:pt idx="4250">
                  <c:v>42968</c:v>
                </c:pt>
                <c:pt idx="4251">
                  <c:v>42969</c:v>
                </c:pt>
                <c:pt idx="4252">
                  <c:v>42970</c:v>
                </c:pt>
                <c:pt idx="4253">
                  <c:v>42971</c:v>
                </c:pt>
                <c:pt idx="4254">
                  <c:v>42972</c:v>
                </c:pt>
                <c:pt idx="4255">
                  <c:v>42973</c:v>
                </c:pt>
                <c:pt idx="4256">
                  <c:v>42974</c:v>
                </c:pt>
                <c:pt idx="4257">
                  <c:v>42975</c:v>
                </c:pt>
                <c:pt idx="4258">
                  <c:v>42976</c:v>
                </c:pt>
                <c:pt idx="4259">
                  <c:v>42977</c:v>
                </c:pt>
                <c:pt idx="4260">
                  <c:v>42978</c:v>
                </c:pt>
                <c:pt idx="4261">
                  <c:v>42979</c:v>
                </c:pt>
                <c:pt idx="4262">
                  <c:v>42980</c:v>
                </c:pt>
                <c:pt idx="4263">
                  <c:v>42981</c:v>
                </c:pt>
                <c:pt idx="4264">
                  <c:v>42982</c:v>
                </c:pt>
                <c:pt idx="4265">
                  <c:v>42983</c:v>
                </c:pt>
                <c:pt idx="4266">
                  <c:v>42984</c:v>
                </c:pt>
                <c:pt idx="4267">
                  <c:v>42985</c:v>
                </c:pt>
                <c:pt idx="4268">
                  <c:v>42986</c:v>
                </c:pt>
                <c:pt idx="4269">
                  <c:v>42987</c:v>
                </c:pt>
                <c:pt idx="4270">
                  <c:v>42988</c:v>
                </c:pt>
                <c:pt idx="4271">
                  <c:v>42989</c:v>
                </c:pt>
                <c:pt idx="4272">
                  <c:v>42990</c:v>
                </c:pt>
                <c:pt idx="4273">
                  <c:v>42991</c:v>
                </c:pt>
                <c:pt idx="4274">
                  <c:v>42992</c:v>
                </c:pt>
                <c:pt idx="4275">
                  <c:v>42993</c:v>
                </c:pt>
                <c:pt idx="4276">
                  <c:v>42994</c:v>
                </c:pt>
                <c:pt idx="4277">
                  <c:v>42995</c:v>
                </c:pt>
                <c:pt idx="4278">
                  <c:v>42996</c:v>
                </c:pt>
                <c:pt idx="4279">
                  <c:v>42997</c:v>
                </c:pt>
                <c:pt idx="4280">
                  <c:v>42998</c:v>
                </c:pt>
                <c:pt idx="4281">
                  <c:v>42999</c:v>
                </c:pt>
                <c:pt idx="4282">
                  <c:v>43000</c:v>
                </c:pt>
                <c:pt idx="4283">
                  <c:v>43001</c:v>
                </c:pt>
                <c:pt idx="4284">
                  <c:v>43002</c:v>
                </c:pt>
                <c:pt idx="4285">
                  <c:v>43003</c:v>
                </c:pt>
                <c:pt idx="4286">
                  <c:v>43004</c:v>
                </c:pt>
                <c:pt idx="4287">
                  <c:v>43005</c:v>
                </c:pt>
                <c:pt idx="4288">
                  <c:v>43006</c:v>
                </c:pt>
                <c:pt idx="4289">
                  <c:v>43007</c:v>
                </c:pt>
                <c:pt idx="4290">
                  <c:v>43008</c:v>
                </c:pt>
                <c:pt idx="4291">
                  <c:v>43009</c:v>
                </c:pt>
                <c:pt idx="4292">
                  <c:v>43010</c:v>
                </c:pt>
                <c:pt idx="4293">
                  <c:v>43011</c:v>
                </c:pt>
                <c:pt idx="4294">
                  <c:v>43012</c:v>
                </c:pt>
                <c:pt idx="4295">
                  <c:v>43013</c:v>
                </c:pt>
                <c:pt idx="4296">
                  <c:v>43014</c:v>
                </c:pt>
                <c:pt idx="4297">
                  <c:v>43015</c:v>
                </c:pt>
                <c:pt idx="4298">
                  <c:v>43016</c:v>
                </c:pt>
                <c:pt idx="4299">
                  <c:v>43017</c:v>
                </c:pt>
                <c:pt idx="4300">
                  <c:v>43018</c:v>
                </c:pt>
                <c:pt idx="4301">
                  <c:v>43019</c:v>
                </c:pt>
                <c:pt idx="4302">
                  <c:v>43020</c:v>
                </c:pt>
                <c:pt idx="4303">
                  <c:v>43021</c:v>
                </c:pt>
                <c:pt idx="4304">
                  <c:v>43022</c:v>
                </c:pt>
                <c:pt idx="4305">
                  <c:v>43023</c:v>
                </c:pt>
                <c:pt idx="4306">
                  <c:v>43024</c:v>
                </c:pt>
                <c:pt idx="4307">
                  <c:v>43025</c:v>
                </c:pt>
                <c:pt idx="4308">
                  <c:v>43026</c:v>
                </c:pt>
                <c:pt idx="4309">
                  <c:v>43027</c:v>
                </c:pt>
                <c:pt idx="4310">
                  <c:v>43028</c:v>
                </c:pt>
                <c:pt idx="4311">
                  <c:v>43029</c:v>
                </c:pt>
                <c:pt idx="4312">
                  <c:v>43030</c:v>
                </c:pt>
                <c:pt idx="4313">
                  <c:v>43031</c:v>
                </c:pt>
                <c:pt idx="4314">
                  <c:v>43032</c:v>
                </c:pt>
                <c:pt idx="4315">
                  <c:v>43033</c:v>
                </c:pt>
                <c:pt idx="4316">
                  <c:v>43034</c:v>
                </c:pt>
                <c:pt idx="4317">
                  <c:v>43035</c:v>
                </c:pt>
                <c:pt idx="4318">
                  <c:v>43036</c:v>
                </c:pt>
                <c:pt idx="4319">
                  <c:v>43037</c:v>
                </c:pt>
                <c:pt idx="4320">
                  <c:v>43038</c:v>
                </c:pt>
                <c:pt idx="4321">
                  <c:v>43039</c:v>
                </c:pt>
                <c:pt idx="4322">
                  <c:v>43040</c:v>
                </c:pt>
                <c:pt idx="4323">
                  <c:v>43041</c:v>
                </c:pt>
                <c:pt idx="4324">
                  <c:v>43042</c:v>
                </c:pt>
                <c:pt idx="4325">
                  <c:v>43043</c:v>
                </c:pt>
                <c:pt idx="4326">
                  <c:v>43044</c:v>
                </c:pt>
                <c:pt idx="4327">
                  <c:v>43045</c:v>
                </c:pt>
                <c:pt idx="4328">
                  <c:v>43046</c:v>
                </c:pt>
                <c:pt idx="4329">
                  <c:v>43047</c:v>
                </c:pt>
                <c:pt idx="4330">
                  <c:v>43048</c:v>
                </c:pt>
                <c:pt idx="4331">
                  <c:v>43049</c:v>
                </c:pt>
                <c:pt idx="4332">
                  <c:v>43050</c:v>
                </c:pt>
                <c:pt idx="4333">
                  <c:v>43051</c:v>
                </c:pt>
                <c:pt idx="4334">
                  <c:v>43052</c:v>
                </c:pt>
                <c:pt idx="4335">
                  <c:v>43053</c:v>
                </c:pt>
                <c:pt idx="4336">
                  <c:v>43054</c:v>
                </c:pt>
                <c:pt idx="4337">
                  <c:v>43055</c:v>
                </c:pt>
                <c:pt idx="4338">
                  <c:v>43056</c:v>
                </c:pt>
                <c:pt idx="4339">
                  <c:v>43057</c:v>
                </c:pt>
                <c:pt idx="4340">
                  <c:v>43058</c:v>
                </c:pt>
                <c:pt idx="4341">
                  <c:v>43059</c:v>
                </c:pt>
                <c:pt idx="4342">
                  <c:v>43060</c:v>
                </c:pt>
                <c:pt idx="4343">
                  <c:v>43061</c:v>
                </c:pt>
                <c:pt idx="4344">
                  <c:v>43062</c:v>
                </c:pt>
                <c:pt idx="4345">
                  <c:v>43063</c:v>
                </c:pt>
                <c:pt idx="4346">
                  <c:v>43064</c:v>
                </c:pt>
                <c:pt idx="4347">
                  <c:v>43065</c:v>
                </c:pt>
                <c:pt idx="4348">
                  <c:v>43066</c:v>
                </c:pt>
                <c:pt idx="4349">
                  <c:v>43067</c:v>
                </c:pt>
                <c:pt idx="4350">
                  <c:v>43068</c:v>
                </c:pt>
                <c:pt idx="4351">
                  <c:v>43069</c:v>
                </c:pt>
                <c:pt idx="4352">
                  <c:v>43070</c:v>
                </c:pt>
                <c:pt idx="4353">
                  <c:v>43071</c:v>
                </c:pt>
                <c:pt idx="4354">
                  <c:v>43072</c:v>
                </c:pt>
                <c:pt idx="4355">
                  <c:v>43073</c:v>
                </c:pt>
                <c:pt idx="4356">
                  <c:v>43074</c:v>
                </c:pt>
                <c:pt idx="4357">
                  <c:v>43075</c:v>
                </c:pt>
                <c:pt idx="4358">
                  <c:v>43076</c:v>
                </c:pt>
                <c:pt idx="4359">
                  <c:v>43077</c:v>
                </c:pt>
                <c:pt idx="4360">
                  <c:v>43078</c:v>
                </c:pt>
                <c:pt idx="4361">
                  <c:v>43079</c:v>
                </c:pt>
                <c:pt idx="4362">
                  <c:v>43080</c:v>
                </c:pt>
                <c:pt idx="4363">
                  <c:v>43081</c:v>
                </c:pt>
                <c:pt idx="4364">
                  <c:v>43082</c:v>
                </c:pt>
                <c:pt idx="4365">
                  <c:v>43083</c:v>
                </c:pt>
                <c:pt idx="4366">
                  <c:v>43084</c:v>
                </c:pt>
                <c:pt idx="4367">
                  <c:v>43085</c:v>
                </c:pt>
                <c:pt idx="4368">
                  <c:v>43086</c:v>
                </c:pt>
                <c:pt idx="4369">
                  <c:v>43087</c:v>
                </c:pt>
                <c:pt idx="4370">
                  <c:v>43088</c:v>
                </c:pt>
                <c:pt idx="4371">
                  <c:v>43089</c:v>
                </c:pt>
                <c:pt idx="4372">
                  <c:v>43090</c:v>
                </c:pt>
                <c:pt idx="4373">
                  <c:v>43091</c:v>
                </c:pt>
                <c:pt idx="4374">
                  <c:v>43092</c:v>
                </c:pt>
                <c:pt idx="4375">
                  <c:v>43093</c:v>
                </c:pt>
                <c:pt idx="4376">
                  <c:v>43094</c:v>
                </c:pt>
                <c:pt idx="4377">
                  <c:v>43095</c:v>
                </c:pt>
                <c:pt idx="4378">
                  <c:v>43096</c:v>
                </c:pt>
                <c:pt idx="4379">
                  <c:v>43097</c:v>
                </c:pt>
                <c:pt idx="4380">
                  <c:v>43098</c:v>
                </c:pt>
                <c:pt idx="4381">
                  <c:v>43099</c:v>
                </c:pt>
                <c:pt idx="4382">
                  <c:v>43100</c:v>
                </c:pt>
                <c:pt idx="4383">
                  <c:v>43101</c:v>
                </c:pt>
                <c:pt idx="4384">
                  <c:v>43102</c:v>
                </c:pt>
                <c:pt idx="4385">
                  <c:v>43103</c:v>
                </c:pt>
                <c:pt idx="4386">
                  <c:v>43104</c:v>
                </c:pt>
                <c:pt idx="4387">
                  <c:v>43105</c:v>
                </c:pt>
                <c:pt idx="4388">
                  <c:v>43106</c:v>
                </c:pt>
                <c:pt idx="4389">
                  <c:v>43107</c:v>
                </c:pt>
                <c:pt idx="4390">
                  <c:v>43108</c:v>
                </c:pt>
                <c:pt idx="4391">
                  <c:v>43109</c:v>
                </c:pt>
                <c:pt idx="4392">
                  <c:v>43110</c:v>
                </c:pt>
                <c:pt idx="4393">
                  <c:v>43111</c:v>
                </c:pt>
                <c:pt idx="4394">
                  <c:v>43112</c:v>
                </c:pt>
                <c:pt idx="4395">
                  <c:v>43113</c:v>
                </c:pt>
                <c:pt idx="4396">
                  <c:v>43114</c:v>
                </c:pt>
                <c:pt idx="4397">
                  <c:v>43115</c:v>
                </c:pt>
                <c:pt idx="4398">
                  <c:v>43116</c:v>
                </c:pt>
                <c:pt idx="4399">
                  <c:v>43117</c:v>
                </c:pt>
                <c:pt idx="4400">
                  <c:v>43118</c:v>
                </c:pt>
                <c:pt idx="4401">
                  <c:v>43119</c:v>
                </c:pt>
                <c:pt idx="4402">
                  <c:v>43120</c:v>
                </c:pt>
                <c:pt idx="4403">
                  <c:v>43121</c:v>
                </c:pt>
                <c:pt idx="4404">
                  <c:v>43122</c:v>
                </c:pt>
                <c:pt idx="4405">
                  <c:v>43123</c:v>
                </c:pt>
                <c:pt idx="4406">
                  <c:v>43124</c:v>
                </c:pt>
                <c:pt idx="4407">
                  <c:v>43125</c:v>
                </c:pt>
                <c:pt idx="4408">
                  <c:v>43126</c:v>
                </c:pt>
                <c:pt idx="4409">
                  <c:v>43127</c:v>
                </c:pt>
                <c:pt idx="4410">
                  <c:v>43128</c:v>
                </c:pt>
                <c:pt idx="4411">
                  <c:v>43129</c:v>
                </c:pt>
                <c:pt idx="4412">
                  <c:v>43130</c:v>
                </c:pt>
                <c:pt idx="4413">
                  <c:v>43131</c:v>
                </c:pt>
                <c:pt idx="4414">
                  <c:v>43132</c:v>
                </c:pt>
                <c:pt idx="4415">
                  <c:v>43133</c:v>
                </c:pt>
                <c:pt idx="4416">
                  <c:v>43134</c:v>
                </c:pt>
                <c:pt idx="4417">
                  <c:v>43135</c:v>
                </c:pt>
                <c:pt idx="4418">
                  <c:v>43136</c:v>
                </c:pt>
                <c:pt idx="4419">
                  <c:v>43137</c:v>
                </c:pt>
                <c:pt idx="4420">
                  <c:v>43138</c:v>
                </c:pt>
                <c:pt idx="4421">
                  <c:v>43139</c:v>
                </c:pt>
                <c:pt idx="4422">
                  <c:v>43140</c:v>
                </c:pt>
                <c:pt idx="4423">
                  <c:v>43141</c:v>
                </c:pt>
                <c:pt idx="4424">
                  <c:v>43142</c:v>
                </c:pt>
                <c:pt idx="4425">
                  <c:v>43143</c:v>
                </c:pt>
                <c:pt idx="4426">
                  <c:v>43144</c:v>
                </c:pt>
                <c:pt idx="4427">
                  <c:v>43145</c:v>
                </c:pt>
                <c:pt idx="4428">
                  <c:v>43146</c:v>
                </c:pt>
                <c:pt idx="4429">
                  <c:v>43147</c:v>
                </c:pt>
                <c:pt idx="4430">
                  <c:v>43148</c:v>
                </c:pt>
                <c:pt idx="4431">
                  <c:v>43149</c:v>
                </c:pt>
                <c:pt idx="4432">
                  <c:v>43150</c:v>
                </c:pt>
                <c:pt idx="4433">
                  <c:v>43151</c:v>
                </c:pt>
                <c:pt idx="4434">
                  <c:v>43152</c:v>
                </c:pt>
                <c:pt idx="4435">
                  <c:v>43153</c:v>
                </c:pt>
                <c:pt idx="4436">
                  <c:v>43154</c:v>
                </c:pt>
                <c:pt idx="4437">
                  <c:v>43155</c:v>
                </c:pt>
                <c:pt idx="4438">
                  <c:v>43156</c:v>
                </c:pt>
                <c:pt idx="4439">
                  <c:v>43157</c:v>
                </c:pt>
                <c:pt idx="4440">
                  <c:v>43158</c:v>
                </c:pt>
                <c:pt idx="4441">
                  <c:v>43159</c:v>
                </c:pt>
                <c:pt idx="4442">
                  <c:v>43160</c:v>
                </c:pt>
                <c:pt idx="4443">
                  <c:v>43161</c:v>
                </c:pt>
                <c:pt idx="4444">
                  <c:v>43162</c:v>
                </c:pt>
                <c:pt idx="4445">
                  <c:v>43163</c:v>
                </c:pt>
                <c:pt idx="4446">
                  <c:v>43164</c:v>
                </c:pt>
                <c:pt idx="4447">
                  <c:v>43165</c:v>
                </c:pt>
                <c:pt idx="4448">
                  <c:v>43166</c:v>
                </c:pt>
                <c:pt idx="4449">
                  <c:v>43167</c:v>
                </c:pt>
                <c:pt idx="4450">
                  <c:v>43168</c:v>
                </c:pt>
                <c:pt idx="4451">
                  <c:v>43169</c:v>
                </c:pt>
                <c:pt idx="4452">
                  <c:v>43170</c:v>
                </c:pt>
                <c:pt idx="4453">
                  <c:v>43171</c:v>
                </c:pt>
                <c:pt idx="4454">
                  <c:v>43172</c:v>
                </c:pt>
                <c:pt idx="4455">
                  <c:v>43173</c:v>
                </c:pt>
                <c:pt idx="4456">
                  <c:v>43174</c:v>
                </c:pt>
                <c:pt idx="4457">
                  <c:v>43175</c:v>
                </c:pt>
                <c:pt idx="4458">
                  <c:v>43176</c:v>
                </c:pt>
                <c:pt idx="4459">
                  <c:v>43177</c:v>
                </c:pt>
                <c:pt idx="4460">
                  <c:v>43178</c:v>
                </c:pt>
                <c:pt idx="4461">
                  <c:v>43179</c:v>
                </c:pt>
                <c:pt idx="4462">
                  <c:v>43180</c:v>
                </c:pt>
                <c:pt idx="4463">
                  <c:v>43181</c:v>
                </c:pt>
                <c:pt idx="4464">
                  <c:v>43182</c:v>
                </c:pt>
                <c:pt idx="4465">
                  <c:v>43183</c:v>
                </c:pt>
                <c:pt idx="4466">
                  <c:v>43184</c:v>
                </c:pt>
                <c:pt idx="4467">
                  <c:v>43185</c:v>
                </c:pt>
                <c:pt idx="4468">
                  <c:v>43186</c:v>
                </c:pt>
                <c:pt idx="4469">
                  <c:v>43187</c:v>
                </c:pt>
                <c:pt idx="4470">
                  <c:v>43188</c:v>
                </c:pt>
                <c:pt idx="4471">
                  <c:v>43189</c:v>
                </c:pt>
                <c:pt idx="4472">
                  <c:v>43190</c:v>
                </c:pt>
                <c:pt idx="4473">
                  <c:v>43191</c:v>
                </c:pt>
                <c:pt idx="4474">
                  <c:v>43192</c:v>
                </c:pt>
                <c:pt idx="4475">
                  <c:v>43193</c:v>
                </c:pt>
                <c:pt idx="4476">
                  <c:v>43194</c:v>
                </c:pt>
                <c:pt idx="4477">
                  <c:v>43195</c:v>
                </c:pt>
                <c:pt idx="4478">
                  <c:v>43196</c:v>
                </c:pt>
                <c:pt idx="4479">
                  <c:v>43197</c:v>
                </c:pt>
                <c:pt idx="4480">
                  <c:v>43198</c:v>
                </c:pt>
                <c:pt idx="4481">
                  <c:v>43199</c:v>
                </c:pt>
                <c:pt idx="4482">
                  <c:v>43200</c:v>
                </c:pt>
                <c:pt idx="4483">
                  <c:v>43201</c:v>
                </c:pt>
                <c:pt idx="4484">
                  <c:v>43202</c:v>
                </c:pt>
                <c:pt idx="4485">
                  <c:v>43203</c:v>
                </c:pt>
                <c:pt idx="4486">
                  <c:v>43204</c:v>
                </c:pt>
                <c:pt idx="4487">
                  <c:v>43205</c:v>
                </c:pt>
                <c:pt idx="4488">
                  <c:v>43206</c:v>
                </c:pt>
                <c:pt idx="4489">
                  <c:v>43207</c:v>
                </c:pt>
                <c:pt idx="4490">
                  <c:v>43208</c:v>
                </c:pt>
                <c:pt idx="4491">
                  <c:v>43209</c:v>
                </c:pt>
                <c:pt idx="4492">
                  <c:v>43210</c:v>
                </c:pt>
                <c:pt idx="4493">
                  <c:v>43211</c:v>
                </c:pt>
                <c:pt idx="4494">
                  <c:v>43212</c:v>
                </c:pt>
                <c:pt idx="4495">
                  <c:v>43213</c:v>
                </c:pt>
                <c:pt idx="4496">
                  <c:v>43214</c:v>
                </c:pt>
                <c:pt idx="4497">
                  <c:v>43215</c:v>
                </c:pt>
                <c:pt idx="4498">
                  <c:v>43216</c:v>
                </c:pt>
                <c:pt idx="4499">
                  <c:v>43217</c:v>
                </c:pt>
                <c:pt idx="4500">
                  <c:v>43218</c:v>
                </c:pt>
                <c:pt idx="4501">
                  <c:v>43219</c:v>
                </c:pt>
                <c:pt idx="4502">
                  <c:v>43220</c:v>
                </c:pt>
                <c:pt idx="4503">
                  <c:v>43221</c:v>
                </c:pt>
                <c:pt idx="4504">
                  <c:v>43222</c:v>
                </c:pt>
                <c:pt idx="4505">
                  <c:v>43223</c:v>
                </c:pt>
                <c:pt idx="4506">
                  <c:v>43224</c:v>
                </c:pt>
                <c:pt idx="4507">
                  <c:v>43225</c:v>
                </c:pt>
                <c:pt idx="4508">
                  <c:v>43226</c:v>
                </c:pt>
                <c:pt idx="4509">
                  <c:v>43227</c:v>
                </c:pt>
                <c:pt idx="4510">
                  <c:v>43228</c:v>
                </c:pt>
                <c:pt idx="4511">
                  <c:v>43229</c:v>
                </c:pt>
                <c:pt idx="4512">
                  <c:v>43230</c:v>
                </c:pt>
                <c:pt idx="4513">
                  <c:v>43231</c:v>
                </c:pt>
                <c:pt idx="4514">
                  <c:v>43232</c:v>
                </c:pt>
                <c:pt idx="4515">
                  <c:v>43233</c:v>
                </c:pt>
                <c:pt idx="4516">
                  <c:v>43234</c:v>
                </c:pt>
                <c:pt idx="4517">
                  <c:v>43235</c:v>
                </c:pt>
                <c:pt idx="4518">
                  <c:v>43236</c:v>
                </c:pt>
                <c:pt idx="4519">
                  <c:v>43237</c:v>
                </c:pt>
                <c:pt idx="4520">
                  <c:v>43238</c:v>
                </c:pt>
                <c:pt idx="4521">
                  <c:v>43239</c:v>
                </c:pt>
                <c:pt idx="4522">
                  <c:v>43240</c:v>
                </c:pt>
                <c:pt idx="4523">
                  <c:v>43241</c:v>
                </c:pt>
                <c:pt idx="4524">
                  <c:v>43242</c:v>
                </c:pt>
                <c:pt idx="4525">
                  <c:v>43243</c:v>
                </c:pt>
                <c:pt idx="4526">
                  <c:v>43244</c:v>
                </c:pt>
                <c:pt idx="4527">
                  <c:v>43245</c:v>
                </c:pt>
                <c:pt idx="4528">
                  <c:v>43246</c:v>
                </c:pt>
                <c:pt idx="4529">
                  <c:v>43247</c:v>
                </c:pt>
                <c:pt idx="4530">
                  <c:v>43248</c:v>
                </c:pt>
                <c:pt idx="4531">
                  <c:v>43249</c:v>
                </c:pt>
                <c:pt idx="4532">
                  <c:v>43250</c:v>
                </c:pt>
                <c:pt idx="4533">
                  <c:v>43251</c:v>
                </c:pt>
                <c:pt idx="4534">
                  <c:v>43252</c:v>
                </c:pt>
                <c:pt idx="4535">
                  <c:v>43253</c:v>
                </c:pt>
                <c:pt idx="4536">
                  <c:v>43254</c:v>
                </c:pt>
                <c:pt idx="4537">
                  <c:v>43255</c:v>
                </c:pt>
                <c:pt idx="4538">
                  <c:v>43256</c:v>
                </c:pt>
                <c:pt idx="4539">
                  <c:v>43257</c:v>
                </c:pt>
                <c:pt idx="4540">
                  <c:v>43258</c:v>
                </c:pt>
                <c:pt idx="4541">
                  <c:v>43259</c:v>
                </c:pt>
                <c:pt idx="4542">
                  <c:v>43260</c:v>
                </c:pt>
                <c:pt idx="4543">
                  <c:v>43261</c:v>
                </c:pt>
                <c:pt idx="4544">
                  <c:v>43262</c:v>
                </c:pt>
                <c:pt idx="4545">
                  <c:v>43263</c:v>
                </c:pt>
                <c:pt idx="4546">
                  <c:v>43264</c:v>
                </c:pt>
                <c:pt idx="4547">
                  <c:v>43265</c:v>
                </c:pt>
                <c:pt idx="4548">
                  <c:v>43266</c:v>
                </c:pt>
                <c:pt idx="4549">
                  <c:v>43267</c:v>
                </c:pt>
                <c:pt idx="4550">
                  <c:v>43268</c:v>
                </c:pt>
                <c:pt idx="4551">
                  <c:v>43269</c:v>
                </c:pt>
                <c:pt idx="4552">
                  <c:v>43270</c:v>
                </c:pt>
                <c:pt idx="4553">
                  <c:v>43271</c:v>
                </c:pt>
                <c:pt idx="4554">
                  <c:v>43272</c:v>
                </c:pt>
                <c:pt idx="4555">
                  <c:v>43273</c:v>
                </c:pt>
                <c:pt idx="4556">
                  <c:v>43274</c:v>
                </c:pt>
                <c:pt idx="4557">
                  <c:v>43275</c:v>
                </c:pt>
                <c:pt idx="4558">
                  <c:v>43276</c:v>
                </c:pt>
                <c:pt idx="4559">
                  <c:v>43277</c:v>
                </c:pt>
                <c:pt idx="4560">
                  <c:v>43278</c:v>
                </c:pt>
                <c:pt idx="4561">
                  <c:v>43279</c:v>
                </c:pt>
                <c:pt idx="4562">
                  <c:v>43280</c:v>
                </c:pt>
                <c:pt idx="4563">
                  <c:v>43281</c:v>
                </c:pt>
                <c:pt idx="4564">
                  <c:v>43282</c:v>
                </c:pt>
                <c:pt idx="4565">
                  <c:v>43283</c:v>
                </c:pt>
                <c:pt idx="4566">
                  <c:v>43284</c:v>
                </c:pt>
                <c:pt idx="4567">
                  <c:v>43285</c:v>
                </c:pt>
                <c:pt idx="4568">
                  <c:v>43286</c:v>
                </c:pt>
                <c:pt idx="4569">
                  <c:v>43287</c:v>
                </c:pt>
                <c:pt idx="4570">
                  <c:v>43288</c:v>
                </c:pt>
                <c:pt idx="4571">
                  <c:v>43289</c:v>
                </c:pt>
                <c:pt idx="4572">
                  <c:v>43290</c:v>
                </c:pt>
                <c:pt idx="4573">
                  <c:v>43291</c:v>
                </c:pt>
                <c:pt idx="4574">
                  <c:v>43292</c:v>
                </c:pt>
                <c:pt idx="4575">
                  <c:v>43293</c:v>
                </c:pt>
                <c:pt idx="4576">
                  <c:v>43294</c:v>
                </c:pt>
                <c:pt idx="4577">
                  <c:v>43295</c:v>
                </c:pt>
                <c:pt idx="4578">
                  <c:v>43296</c:v>
                </c:pt>
                <c:pt idx="4579">
                  <c:v>43297</c:v>
                </c:pt>
                <c:pt idx="4580">
                  <c:v>43298</c:v>
                </c:pt>
                <c:pt idx="4581">
                  <c:v>43299</c:v>
                </c:pt>
                <c:pt idx="4582">
                  <c:v>43300</c:v>
                </c:pt>
                <c:pt idx="4583">
                  <c:v>43301</c:v>
                </c:pt>
                <c:pt idx="4584">
                  <c:v>43302</c:v>
                </c:pt>
                <c:pt idx="4585">
                  <c:v>43303</c:v>
                </c:pt>
                <c:pt idx="4586">
                  <c:v>43304</c:v>
                </c:pt>
                <c:pt idx="4587">
                  <c:v>43305</c:v>
                </c:pt>
                <c:pt idx="4588">
                  <c:v>43306</c:v>
                </c:pt>
                <c:pt idx="4589">
                  <c:v>43307</c:v>
                </c:pt>
                <c:pt idx="4590">
                  <c:v>43308</c:v>
                </c:pt>
                <c:pt idx="4591">
                  <c:v>43309</c:v>
                </c:pt>
                <c:pt idx="4592">
                  <c:v>43310</c:v>
                </c:pt>
                <c:pt idx="4593">
                  <c:v>43311</c:v>
                </c:pt>
                <c:pt idx="4594">
                  <c:v>43312</c:v>
                </c:pt>
                <c:pt idx="4595">
                  <c:v>43313</c:v>
                </c:pt>
                <c:pt idx="4596">
                  <c:v>43314</c:v>
                </c:pt>
                <c:pt idx="4597">
                  <c:v>43315</c:v>
                </c:pt>
                <c:pt idx="4598">
                  <c:v>43316</c:v>
                </c:pt>
                <c:pt idx="4599">
                  <c:v>43317</c:v>
                </c:pt>
                <c:pt idx="4600">
                  <c:v>43318</c:v>
                </c:pt>
                <c:pt idx="4601">
                  <c:v>43319</c:v>
                </c:pt>
                <c:pt idx="4602">
                  <c:v>43320</c:v>
                </c:pt>
                <c:pt idx="4603">
                  <c:v>43321</c:v>
                </c:pt>
                <c:pt idx="4604">
                  <c:v>43322</c:v>
                </c:pt>
                <c:pt idx="4605">
                  <c:v>43323</c:v>
                </c:pt>
                <c:pt idx="4606">
                  <c:v>43324</c:v>
                </c:pt>
                <c:pt idx="4607">
                  <c:v>43325</c:v>
                </c:pt>
                <c:pt idx="4608">
                  <c:v>43326</c:v>
                </c:pt>
                <c:pt idx="4609">
                  <c:v>43327</c:v>
                </c:pt>
                <c:pt idx="4610">
                  <c:v>43328</c:v>
                </c:pt>
                <c:pt idx="4611">
                  <c:v>43329</c:v>
                </c:pt>
                <c:pt idx="4612">
                  <c:v>43330</c:v>
                </c:pt>
                <c:pt idx="4613">
                  <c:v>43331</c:v>
                </c:pt>
                <c:pt idx="4614">
                  <c:v>43332</c:v>
                </c:pt>
                <c:pt idx="4615">
                  <c:v>43333</c:v>
                </c:pt>
                <c:pt idx="4616">
                  <c:v>43334</c:v>
                </c:pt>
                <c:pt idx="4617">
                  <c:v>43335</c:v>
                </c:pt>
                <c:pt idx="4618">
                  <c:v>43336</c:v>
                </c:pt>
                <c:pt idx="4619">
                  <c:v>43337</c:v>
                </c:pt>
                <c:pt idx="4620">
                  <c:v>43338</c:v>
                </c:pt>
                <c:pt idx="4621">
                  <c:v>43339</c:v>
                </c:pt>
                <c:pt idx="4622">
                  <c:v>43340</c:v>
                </c:pt>
                <c:pt idx="4623">
                  <c:v>43341</c:v>
                </c:pt>
                <c:pt idx="4624">
                  <c:v>43342</c:v>
                </c:pt>
                <c:pt idx="4625">
                  <c:v>43343</c:v>
                </c:pt>
                <c:pt idx="4626">
                  <c:v>43344</c:v>
                </c:pt>
                <c:pt idx="4627">
                  <c:v>43345</c:v>
                </c:pt>
                <c:pt idx="4628">
                  <c:v>43346</c:v>
                </c:pt>
                <c:pt idx="4629">
                  <c:v>43347</c:v>
                </c:pt>
                <c:pt idx="4630">
                  <c:v>43348</c:v>
                </c:pt>
                <c:pt idx="4631">
                  <c:v>43349</c:v>
                </c:pt>
                <c:pt idx="4632">
                  <c:v>43350</c:v>
                </c:pt>
                <c:pt idx="4633">
                  <c:v>43351</c:v>
                </c:pt>
                <c:pt idx="4634">
                  <c:v>43352</c:v>
                </c:pt>
                <c:pt idx="4635">
                  <c:v>43353</c:v>
                </c:pt>
                <c:pt idx="4636">
                  <c:v>43354</c:v>
                </c:pt>
                <c:pt idx="4637">
                  <c:v>43355</c:v>
                </c:pt>
                <c:pt idx="4638">
                  <c:v>43356</c:v>
                </c:pt>
                <c:pt idx="4639">
                  <c:v>43357</c:v>
                </c:pt>
                <c:pt idx="4640">
                  <c:v>43358</c:v>
                </c:pt>
                <c:pt idx="4641">
                  <c:v>43359</c:v>
                </c:pt>
                <c:pt idx="4642">
                  <c:v>43360</c:v>
                </c:pt>
                <c:pt idx="4643">
                  <c:v>43361</c:v>
                </c:pt>
                <c:pt idx="4644">
                  <c:v>43362</c:v>
                </c:pt>
                <c:pt idx="4645">
                  <c:v>43363</c:v>
                </c:pt>
                <c:pt idx="4646">
                  <c:v>43364</c:v>
                </c:pt>
                <c:pt idx="4647">
                  <c:v>43365</c:v>
                </c:pt>
                <c:pt idx="4648">
                  <c:v>43366</c:v>
                </c:pt>
                <c:pt idx="4649">
                  <c:v>43367</c:v>
                </c:pt>
                <c:pt idx="4650">
                  <c:v>43368</c:v>
                </c:pt>
                <c:pt idx="4651">
                  <c:v>43369</c:v>
                </c:pt>
                <c:pt idx="4652">
                  <c:v>43370</c:v>
                </c:pt>
                <c:pt idx="4653">
                  <c:v>43371</c:v>
                </c:pt>
                <c:pt idx="4654">
                  <c:v>43372</c:v>
                </c:pt>
                <c:pt idx="4655">
                  <c:v>43373</c:v>
                </c:pt>
                <c:pt idx="4656">
                  <c:v>43374</c:v>
                </c:pt>
                <c:pt idx="4657">
                  <c:v>43375</c:v>
                </c:pt>
                <c:pt idx="4658">
                  <c:v>43376</c:v>
                </c:pt>
                <c:pt idx="4659">
                  <c:v>43377</c:v>
                </c:pt>
                <c:pt idx="4660">
                  <c:v>43378</c:v>
                </c:pt>
                <c:pt idx="4661">
                  <c:v>43379</c:v>
                </c:pt>
                <c:pt idx="4662">
                  <c:v>43380</c:v>
                </c:pt>
                <c:pt idx="4663">
                  <c:v>43381</c:v>
                </c:pt>
                <c:pt idx="4664">
                  <c:v>43382</c:v>
                </c:pt>
                <c:pt idx="4665">
                  <c:v>43383</c:v>
                </c:pt>
                <c:pt idx="4666">
                  <c:v>43384</c:v>
                </c:pt>
                <c:pt idx="4667">
                  <c:v>43385</c:v>
                </c:pt>
                <c:pt idx="4668">
                  <c:v>43386</c:v>
                </c:pt>
                <c:pt idx="4669">
                  <c:v>43387</c:v>
                </c:pt>
                <c:pt idx="4670">
                  <c:v>43388</c:v>
                </c:pt>
                <c:pt idx="4671">
                  <c:v>43389</c:v>
                </c:pt>
                <c:pt idx="4672">
                  <c:v>43390</c:v>
                </c:pt>
                <c:pt idx="4673">
                  <c:v>43391</c:v>
                </c:pt>
                <c:pt idx="4674">
                  <c:v>43392</c:v>
                </c:pt>
                <c:pt idx="4675">
                  <c:v>43393</c:v>
                </c:pt>
                <c:pt idx="4676">
                  <c:v>43394</c:v>
                </c:pt>
                <c:pt idx="4677">
                  <c:v>43395</c:v>
                </c:pt>
                <c:pt idx="4678">
                  <c:v>43396</c:v>
                </c:pt>
                <c:pt idx="4679">
                  <c:v>43397</c:v>
                </c:pt>
                <c:pt idx="4680">
                  <c:v>43398</c:v>
                </c:pt>
                <c:pt idx="4681">
                  <c:v>43399</c:v>
                </c:pt>
                <c:pt idx="4682">
                  <c:v>43400</c:v>
                </c:pt>
                <c:pt idx="4683">
                  <c:v>43401</c:v>
                </c:pt>
                <c:pt idx="4684">
                  <c:v>43402</c:v>
                </c:pt>
                <c:pt idx="4685">
                  <c:v>43403</c:v>
                </c:pt>
                <c:pt idx="4686">
                  <c:v>43404</c:v>
                </c:pt>
                <c:pt idx="4687">
                  <c:v>43405</c:v>
                </c:pt>
                <c:pt idx="4688">
                  <c:v>43406</c:v>
                </c:pt>
                <c:pt idx="4689">
                  <c:v>43407</c:v>
                </c:pt>
                <c:pt idx="4690">
                  <c:v>43408</c:v>
                </c:pt>
                <c:pt idx="4691">
                  <c:v>43409</c:v>
                </c:pt>
                <c:pt idx="4692">
                  <c:v>43410</c:v>
                </c:pt>
                <c:pt idx="4693">
                  <c:v>43411</c:v>
                </c:pt>
                <c:pt idx="4694">
                  <c:v>43412</c:v>
                </c:pt>
                <c:pt idx="4695">
                  <c:v>43413</c:v>
                </c:pt>
                <c:pt idx="4696">
                  <c:v>43414</c:v>
                </c:pt>
                <c:pt idx="4697">
                  <c:v>43415</c:v>
                </c:pt>
                <c:pt idx="4698">
                  <c:v>43416</c:v>
                </c:pt>
                <c:pt idx="4699">
                  <c:v>43417</c:v>
                </c:pt>
                <c:pt idx="4700">
                  <c:v>43418</c:v>
                </c:pt>
                <c:pt idx="4701">
                  <c:v>43419</c:v>
                </c:pt>
                <c:pt idx="4702">
                  <c:v>43420</c:v>
                </c:pt>
                <c:pt idx="4703">
                  <c:v>43421</c:v>
                </c:pt>
                <c:pt idx="4704">
                  <c:v>43422</c:v>
                </c:pt>
                <c:pt idx="4705">
                  <c:v>43423</c:v>
                </c:pt>
                <c:pt idx="4706">
                  <c:v>43424</c:v>
                </c:pt>
                <c:pt idx="4707">
                  <c:v>43425</c:v>
                </c:pt>
                <c:pt idx="4708">
                  <c:v>43426</c:v>
                </c:pt>
                <c:pt idx="4709">
                  <c:v>43427</c:v>
                </c:pt>
                <c:pt idx="4710">
                  <c:v>43428</c:v>
                </c:pt>
                <c:pt idx="4711">
                  <c:v>43429</c:v>
                </c:pt>
                <c:pt idx="4712">
                  <c:v>43430</c:v>
                </c:pt>
                <c:pt idx="4713">
                  <c:v>43431</c:v>
                </c:pt>
                <c:pt idx="4714">
                  <c:v>43432</c:v>
                </c:pt>
                <c:pt idx="4715">
                  <c:v>43433</c:v>
                </c:pt>
                <c:pt idx="4716">
                  <c:v>43434</c:v>
                </c:pt>
                <c:pt idx="4717">
                  <c:v>43435</c:v>
                </c:pt>
                <c:pt idx="4718">
                  <c:v>43436</c:v>
                </c:pt>
                <c:pt idx="4719">
                  <c:v>43437</c:v>
                </c:pt>
                <c:pt idx="4720">
                  <c:v>43438</c:v>
                </c:pt>
                <c:pt idx="4721">
                  <c:v>43439</c:v>
                </c:pt>
                <c:pt idx="4722">
                  <c:v>43440</c:v>
                </c:pt>
                <c:pt idx="4723">
                  <c:v>43441</c:v>
                </c:pt>
                <c:pt idx="4724">
                  <c:v>43442</c:v>
                </c:pt>
                <c:pt idx="4725">
                  <c:v>43443</c:v>
                </c:pt>
                <c:pt idx="4726">
                  <c:v>43444</c:v>
                </c:pt>
                <c:pt idx="4727">
                  <c:v>43445</c:v>
                </c:pt>
                <c:pt idx="4728">
                  <c:v>43446</c:v>
                </c:pt>
                <c:pt idx="4729">
                  <c:v>43447</c:v>
                </c:pt>
                <c:pt idx="4730">
                  <c:v>43448</c:v>
                </c:pt>
                <c:pt idx="4731">
                  <c:v>43449</c:v>
                </c:pt>
                <c:pt idx="4732">
                  <c:v>43450</c:v>
                </c:pt>
                <c:pt idx="4733">
                  <c:v>43451</c:v>
                </c:pt>
                <c:pt idx="4734">
                  <c:v>43452</c:v>
                </c:pt>
                <c:pt idx="4735">
                  <c:v>43453</c:v>
                </c:pt>
                <c:pt idx="4736">
                  <c:v>43454</c:v>
                </c:pt>
                <c:pt idx="4737">
                  <c:v>43455</c:v>
                </c:pt>
                <c:pt idx="4738">
                  <c:v>43456</c:v>
                </c:pt>
                <c:pt idx="4739">
                  <c:v>43457</c:v>
                </c:pt>
                <c:pt idx="4740">
                  <c:v>43458</c:v>
                </c:pt>
                <c:pt idx="4741">
                  <c:v>43459</c:v>
                </c:pt>
                <c:pt idx="4742">
                  <c:v>43460</c:v>
                </c:pt>
                <c:pt idx="4743">
                  <c:v>43461</c:v>
                </c:pt>
                <c:pt idx="4744">
                  <c:v>43462</c:v>
                </c:pt>
                <c:pt idx="4745">
                  <c:v>43463</c:v>
                </c:pt>
                <c:pt idx="4746">
                  <c:v>43464</c:v>
                </c:pt>
                <c:pt idx="4747">
                  <c:v>43465</c:v>
                </c:pt>
                <c:pt idx="4748">
                  <c:v>43466</c:v>
                </c:pt>
                <c:pt idx="4749">
                  <c:v>43467</c:v>
                </c:pt>
                <c:pt idx="4750">
                  <c:v>43468</c:v>
                </c:pt>
                <c:pt idx="4751">
                  <c:v>43469</c:v>
                </c:pt>
                <c:pt idx="4752">
                  <c:v>43470</c:v>
                </c:pt>
                <c:pt idx="4753">
                  <c:v>43471</c:v>
                </c:pt>
                <c:pt idx="4754">
                  <c:v>43472</c:v>
                </c:pt>
                <c:pt idx="4755">
                  <c:v>43473</c:v>
                </c:pt>
                <c:pt idx="4756">
                  <c:v>43474</c:v>
                </c:pt>
                <c:pt idx="4757">
                  <c:v>43475</c:v>
                </c:pt>
                <c:pt idx="4758">
                  <c:v>43476</c:v>
                </c:pt>
                <c:pt idx="4759">
                  <c:v>43477</c:v>
                </c:pt>
                <c:pt idx="4760">
                  <c:v>43478</c:v>
                </c:pt>
                <c:pt idx="4761">
                  <c:v>43479</c:v>
                </c:pt>
                <c:pt idx="4762">
                  <c:v>43480</c:v>
                </c:pt>
                <c:pt idx="4763">
                  <c:v>43481</c:v>
                </c:pt>
                <c:pt idx="4764">
                  <c:v>43482</c:v>
                </c:pt>
                <c:pt idx="4765">
                  <c:v>43483</c:v>
                </c:pt>
                <c:pt idx="4766">
                  <c:v>43484</c:v>
                </c:pt>
                <c:pt idx="4767">
                  <c:v>43485</c:v>
                </c:pt>
                <c:pt idx="4768">
                  <c:v>43486</c:v>
                </c:pt>
                <c:pt idx="4769">
                  <c:v>43487</c:v>
                </c:pt>
                <c:pt idx="4770">
                  <c:v>43488</c:v>
                </c:pt>
                <c:pt idx="4771">
                  <c:v>43489</c:v>
                </c:pt>
                <c:pt idx="4772">
                  <c:v>43490</c:v>
                </c:pt>
                <c:pt idx="4773">
                  <c:v>43491</c:v>
                </c:pt>
                <c:pt idx="4774">
                  <c:v>43492</c:v>
                </c:pt>
                <c:pt idx="4775">
                  <c:v>43493</c:v>
                </c:pt>
                <c:pt idx="4776">
                  <c:v>43494</c:v>
                </c:pt>
                <c:pt idx="4777">
                  <c:v>43495</c:v>
                </c:pt>
                <c:pt idx="4778">
                  <c:v>43496</c:v>
                </c:pt>
                <c:pt idx="4779">
                  <c:v>43497</c:v>
                </c:pt>
                <c:pt idx="4780">
                  <c:v>43498</c:v>
                </c:pt>
                <c:pt idx="4781">
                  <c:v>43499</c:v>
                </c:pt>
                <c:pt idx="4782">
                  <c:v>43500</c:v>
                </c:pt>
                <c:pt idx="4783">
                  <c:v>43501</c:v>
                </c:pt>
                <c:pt idx="4784">
                  <c:v>43502</c:v>
                </c:pt>
                <c:pt idx="4785">
                  <c:v>43503</c:v>
                </c:pt>
                <c:pt idx="4786">
                  <c:v>43504</c:v>
                </c:pt>
                <c:pt idx="4787">
                  <c:v>43505</c:v>
                </c:pt>
                <c:pt idx="4788">
                  <c:v>43506</c:v>
                </c:pt>
                <c:pt idx="4789">
                  <c:v>43507</c:v>
                </c:pt>
                <c:pt idx="4790">
                  <c:v>43508</c:v>
                </c:pt>
                <c:pt idx="4791">
                  <c:v>43509</c:v>
                </c:pt>
                <c:pt idx="4792">
                  <c:v>43510</c:v>
                </c:pt>
                <c:pt idx="4793">
                  <c:v>43511</c:v>
                </c:pt>
                <c:pt idx="4794">
                  <c:v>43512</c:v>
                </c:pt>
                <c:pt idx="4795">
                  <c:v>43513</c:v>
                </c:pt>
                <c:pt idx="4796">
                  <c:v>43514</c:v>
                </c:pt>
                <c:pt idx="4797">
                  <c:v>43515</c:v>
                </c:pt>
                <c:pt idx="4798">
                  <c:v>43516</c:v>
                </c:pt>
                <c:pt idx="4799">
                  <c:v>43517</c:v>
                </c:pt>
                <c:pt idx="4800">
                  <c:v>43518</c:v>
                </c:pt>
                <c:pt idx="4801">
                  <c:v>43519</c:v>
                </c:pt>
                <c:pt idx="4802">
                  <c:v>43520</c:v>
                </c:pt>
                <c:pt idx="4803">
                  <c:v>43521</c:v>
                </c:pt>
                <c:pt idx="4804">
                  <c:v>43522</c:v>
                </c:pt>
                <c:pt idx="4805">
                  <c:v>43523</c:v>
                </c:pt>
                <c:pt idx="4806">
                  <c:v>43524</c:v>
                </c:pt>
                <c:pt idx="4807">
                  <c:v>43525</c:v>
                </c:pt>
                <c:pt idx="4808">
                  <c:v>43526</c:v>
                </c:pt>
                <c:pt idx="4809">
                  <c:v>43527</c:v>
                </c:pt>
                <c:pt idx="4810">
                  <c:v>43528</c:v>
                </c:pt>
                <c:pt idx="4811">
                  <c:v>43529</c:v>
                </c:pt>
                <c:pt idx="4812">
                  <c:v>43530</c:v>
                </c:pt>
                <c:pt idx="4813">
                  <c:v>43531</c:v>
                </c:pt>
                <c:pt idx="4814">
                  <c:v>43532</c:v>
                </c:pt>
                <c:pt idx="4815">
                  <c:v>43533</c:v>
                </c:pt>
                <c:pt idx="4816">
                  <c:v>43534</c:v>
                </c:pt>
                <c:pt idx="4817">
                  <c:v>43535</c:v>
                </c:pt>
                <c:pt idx="4818">
                  <c:v>43536</c:v>
                </c:pt>
                <c:pt idx="4819">
                  <c:v>43537</c:v>
                </c:pt>
                <c:pt idx="4820">
                  <c:v>43538</c:v>
                </c:pt>
                <c:pt idx="4821">
                  <c:v>43539</c:v>
                </c:pt>
                <c:pt idx="4822">
                  <c:v>43540</c:v>
                </c:pt>
                <c:pt idx="4823">
                  <c:v>43541</c:v>
                </c:pt>
                <c:pt idx="4824">
                  <c:v>43542</c:v>
                </c:pt>
                <c:pt idx="4825">
                  <c:v>43543</c:v>
                </c:pt>
                <c:pt idx="4826">
                  <c:v>43544</c:v>
                </c:pt>
                <c:pt idx="4827">
                  <c:v>43545</c:v>
                </c:pt>
                <c:pt idx="4828">
                  <c:v>43546</c:v>
                </c:pt>
                <c:pt idx="4829">
                  <c:v>43547</c:v>
                </c:pt>
                <c:pt idx="4830">
                  <c:v>43548</c:v>
                </c:pt>
                <c:pt idx="4831">
                  <c:v>43549</c:v>
                </c:pt>
                <c:pt idx="4832">
                  <c:v>43550</c:v>
                </c:pt>
                <c:pt idx="4833">
                  <c:v>43551</c:v>
                </c:pt>
                <c:pt idx="4834">
                  <c:v>43552</c:v>
                </c:pt>
                <c:pt idx="4835">
                  <c:v>43553</c:v>
                </c:pt>
                <c:pt idx="4836">
                  <c:v>43554</c:v>
                </c:pt>
                <c:pt idx="4837">
                  <c:v>43555</c:v>
                </c:pt>
                <c:pt idx="4838">
                  <c:v>43556</c:v>
                </c:pt>
                <c:pt idx="4839">
                  <c:v>43557</c:v>
                </c:pt>
                <c:pt idx="4840">
                  <c:v>43558</c:v>
                </c:pt>
                <c:pt idx="4841">
                  <c:v>43559</c:v>
                </c:pt>
                <c:pt idx="4842">
                  <c:v>43560</c:v>
                </c:pt>
                <c:pt idx="4843">
                  <c:v>43561</c:v>
                </c:pt>
                <c:pt idx="4844">
                  <c:v>43562</c:v>
                </c:pt>
                <c:pt idx="4845">
                  <c:v>43563</c:v>
                </c:pt>
                <c:pt idx="4846">
                  <c:v>43564</c:v>
                </c:pt>
                <c:pt idx="4847">
                  <c:v>43565</c:v>
                </c:pt>
                <c:pt idx="4848">
                  <c:v>43566</c:v>
                </c:pt>
                <c:pt idx="4849">
                  <c:v>43567</c:v>
                </c:pt>
                <c:pt idx="4850">
                  <c:v>43568</c:v>
                </c:pt>
                <c:pt idx="4851">
                  <c:v>43569</c:v>
                </c:pt>
                <c:pt idx="4852">
                  <c:v>43570</c:v>
                </c:pt>
                <c:pt idx="4853">
                  <c:v>43571</c:v>
                </c:pt>
                <c:pt idx="4854">
                  <c:v>43572</c:v>
                </c:pt>
                <c:pt idx="4855">
                  <c:v>43573</c:v>
                </c:pt>
                <c:pt idx="4856">
                  <c:v>43574</c:v>
                </c:pt>
                <c:pt idx="4857">
                  <c:v>43575</c:v>
                </c:pt>
                <c:pt idx="4858">
                  <c:v>43576</c:v>
                </c:pt>
                <c:pt idx="4859">
                  <c:v>43577</c:v>
                </c:pt>
                <c:pt idx="4860">
                  <c:v>43578</c:v>
                </c:pt>
                <c:pt idx="4861">
                  <c:v>43579</c:v>
                </c:pt>
                <c:pt idx="4862">
                  <c:v>43580</c:v>
                </c:pt>
                <c:pt idx="4863">
                  <c:v>43581</c:v>
                </c:pt>
                <c:pt idx="4864">
                  <c:v>43582</c:v>
                </c:pt>
                <c:pt idx="4865">
                  <c:v>43583</c:v>
                </c:pt>
                <c:pt idx="4866">
                  <c:v>43584</c:v>
                </c:pt>
                <c:pt idx="4867">
                  <c:v>43585</c:v>
                </c:pt>
                <c:pt idx="4868">
                  <c:v>43586</c:v>
                </c:pt>
                <c:pt idx="4869">
                  <c:v>43587</c:v>
                </c:pt>
                <c:pt idx="4870">
                  <c:v>43588</c:v>
                </c:pt>
                <c:pt idx="4871">
                  <c:v>43589</c:v>
                </c:pt>
                <c:pt idx="4872">
                  <c:v>43590</c:v>
                </c:pt>
                <c:pt idx="4873">
                  <c:v>43591</c:v>
                </c:pt>
                <c:pt idx="4874">
                  <c:v>43592</c:v>
                </c:pt>
                <c:pt idx="4875">
                  <c:v>43593</c:v>
                </c:pt>
                <c:pt idx="4876">
                  <c:v>43594</c:v>
                </c:pt>
                <c:pt idx="4877">
                  <c:v>43595</c:v>
                </c:pt>
                <c:pt idx="4878">
                  <c:v>43596</c:v>
                </c:pt>
                <c:pt idx="4879">
                  <c:v>43597</c:v>
                </c:pt>
                <c:pt idx="4880">
                  <c:v>43598</c:v>
                </c:pt>
                <c:pt idx="4881">
                  <c:v>43599</c:v>
                </c:pt>
                <c:pt idx="4882">
                  <c:v>43600</c:v>
                </c:pt>
                <c:pt idx="4883">
                  <c:v>43601</c:v>
                </c:pt>
                <c:pt idx="4884">
                  <c:v>43602</c:v>
                </c:pt>
                <c:pt idx="4885">
                  <c:v>43603</c:v>
                </c:pt>
                <c:pt idx="4886">
                  <c:v>43604</c:v>
                </c:pt>
                <c:pt idx="4887">
                  <c:v>43605</c:v>
                </c:pt>
                <c:pt idx="4888">
                  <c:v>43606</c:v>
                </c:pt>
                <c:pt idx="4889">
                  <c:v>43607</c:v>
                </c:pt>
                <c:pt idx="4890">
                  <c:v>43608</c:v>
                </c:pt>
                <c:pt idx="4891">
                  <c:v>43609</c:v>
                </c:pt>
                <c:pt idx="4892">
                  <c:v>43610</c:v>
                </c:pt>
                <c:pt idx="4893">
                  <c:v>43611</c:v>
                </c:pt>
                <c:pt idx="4894">
                  <c:v>43612</c:v>
                </c:pt>
                <c:pt idx="4895">
                  <c:v>43613</c:v>
                </c:pt>
                <c:pt idx="4896">
                  <c:v>43614</c:v>
                </c:pt>
                <c:pt idx="4897">
                  <c:v>43615</c:v>
                </c:pt>
                <c:pt idx="4898">
                  <c:v>43616</c:v>
                </c:pt>
                <c:pt idx="4899">
                  <c:v>43617</c:v>
                </c:pt>
                <c:pt idx="4900">
                  <c:v>43618</c:v>
                </c:pt>
                <c:pt idx="4901">
                  <c:v>43619</c:v>
                </c:pt>
                <c:pt idx="4902">
                  <c:v>43620</c:v>
                </c:pt>
                <c:pt idx="4903">
                  <c:v>43621</c:v>
                </c:pt>
                <c:pt idx="4904">
                  <c:v>43622</c:v>
                </c:pt>
                <c:pt idx="4905">
                  <c:v>43623</c:v>
                </c:pt>
                <c:pt idx="4906">
                  <c:v>43624</c:v>
                </c:pt>
                <c:pt idx="4907">
                  <c:v>43625</c:v>
                </c:pt>
                <c:pt idx="4908">
                  <c:v>43626</c:v>
                </c:pt>
                <c:pt idx="4909">
                  <c:v>43627</c:v>
                </c:pt>
                <c:pt idx="4910">
                  <c:v>43628</c:v>
                </c:pt>
                <c:pt idx="4911">
                  <c:v>43629</c:v>
                </c:pt>
                <c:pt idx="4912">
                  <c:v>43630</c:v>
                </c:pt>
                <c:pt idx="4913">
                  <c:v>43631</c:v>
                </c:pt>
                <c:pt idx="4914">
                  <c:v>43632</c:v>
                </c:pt>
                <c:pt idx="4915">
                  <c:v>43633</c:v>
                </c:pt>
                <c:pt idx="4916">
                  <c:v>43634</c:v>
                </c:pt>
                <c:pt idx="4917">
                  <c:v>43635</c:v>
                </c:pt>
                <c:pt idx="4918">
                  <c:v>43636</c:v>
                </c:pt>
                <c:pt idx="4919">
                  <c:v>43637</c:v>
                </c:pt>
                <c:pt idx="4920">
                  <c:v>43638</c:v>
                </c:pt>
                <c:pt idx="4921">
                  <c:v>43639</c:v>
                </c:pt>
                <c:pt idx="4922">
                  <c:v>43640</c:v>
                </c:pt>
                <c:pt idx="4923">
                  <c:v>43641</c:v>
                </c:pt>
                <c:pt idx="4924">
                  <c:v>43642</c:v>
                </c:pt>
                <c:pt idx="4925">
                  <c:v>43643</c:v>
                </c:pt>
                <c:pt idx="4926">
                  <c:v>43644</c:v>
                </c:pt>
                <c:pt idx="4927">
                  <c:v>43645</c:v>
                </c:pt>
                <c:pt idx="4928">
                  <c:v>43646</c:v>
                </c:pt>
                <c:pt idx="4929">
                  <c:v>43647</c:v>
                </c:pt>
                <c:pt idx="4930">
                  <c:v>43648</c:v>
                </c:pt>
                <c:pt idx="4931">
                  <c:v>43649</c:v>
                </c:pt>
                <c:pt idx="4932">
                  <c:v>43650</c:v>
                </c:pt>
                <c:pt idx="4933">
                  <c:v>43651</c:v>
                </c:pt>
                <c:pt idx="4934">
                  <c:v>43652</c:v>
                </c:pt>
                <c:pt idx="4935">
                  <c:v>43653</c:v>
                </c:pt>
                <c:pt idx="4936">
                  <c:v>43654</c:v>
                </c:pt>
                <c:pt idx="4937">
                  <c:v>43655</c:v>
                </c:pt>
                <c:pt idx="4938">
                  <c:v>43656</c:v>
                </c:pt>
                <c:pt idx="4939">
                  <c:v>43657</c:v>
                </c:pt>
                <c:pt idx="4940">
                  <c:v>43658</c:v>
                </c:pt>
                <c:pt idx="4941">
                  <c:v>43659</c:v>
                </c:pt>
                <c:pt idx="4942">
                  <c:v>43660</c:v>
                </c:pt>
                <c:pt idx="4943">
                  <c:v>43661</c:v>
                </c:pt>
                <c:pt idx="4944">
                  <c:v>43662</c:v>
                </c:pt>
                <c:pt idx="4945">
                  <c:v>43663</c:v>
                </c:pt>
                <c:pt idx="4946">
                  <c:v>43664</c:v>
                </c:pt>
                <c:pt idx="4947">
                  <c:v>43665</c:v>
                </c:pt>
                <c:pt idx="4948">
                  <c:v>43666</c:v>
                </c:pt>
                <c:pt idx="4949">
                  <c:v>43667</c:v>
                </c:pt>
                <c:pt idx="4950">
                  <c:v>43668</c:v>
                </c:pt>
                <c:pt idx="4951">
                  <c:v>43669</c:v>
                </c:pt>
                <c:pt idx="4952">
                  <c:v>43670</c:v>
                </c:pt>
                <c:pt idx="4953">
                  <c:v>43671</c:v>
                </c:pt>
                <c:pt idx="4954">
                  <c:v>43672</c:v>
                </c:pt>
                <c:pt idx="4955">
                  <c:v>43673</c:v>
                </c:pt>
                <c:pt idx="4956">
                  <c:v>43674</c:v>
                </c:pt>
                <c:pt idx="4957">
                  <c:v>43675</c:v>
                </c:pt>
                <c:pt idx="4958">
                  <c:v>43676</c:v>
                </c:pt>
                <c:pt idx="4959">
                  <c:v>43677</c:v>
                </c:pt>
                <c:pt idx="4960">
                  <c:v>43678</c:v>
                </c:pt>
                <c:pt idx="4961">
                  <c:v>43679</c:v>
                </c:pt>
                <c:pt idx="4962">
                  <c:v>43680</c:v>
                </c:pt>
                <c:pt idx="4963">
                  <c:v>43681</c:v>
                </c:pt>
                <c:pt idx="4964">
                  <c:v>43682</c:v>
                </c:pt>
                <c:pt idx="4965">
                  <c:v>43683</c:v>
                </c:pt>
                <c:pt idx="4966">
                  <c:v>43684</c:v>
                </c:pt>
                <c:pt idx="4967">
                  <c:v>43685</c:v>
                </c:pt>
                <c:pt idx="4968">
                  <c:v>43686</c:v>
                </c:pt>
                <c:pt idx="4969">
                  <c:v>43687</c:v>
                </c:pt>
                <c:pt idx="4970">
                  <c:v>43688</c:v>
                </c:pt>
                <c:pt idx="4971">
                  <c:v>43689</c:v>
                </c:pt>
                <c:pt idx="4972">
                  <c:v>43690</c:v>
                </c:pt>
                <c:pt idx="4973">
                  <c:v>43691</c:v>
                </c:pt>
                <c:pt idx="4974">
                  <c:v>43692</c:v>
                </c:pt>
                <c:pt idx="4975">
                  <c:v>43693</c:v>
                </c:pt>
                <c:pt idx="4976">
                  <c:v>43694</c:v>
                </c:pt>
                <c:pt idx="4977">
                  <c:v>43695</c:v>
                </c:pt>
                <c:pt idx="4978">
                  <c:v>43696</c:v>
                </c:pt>
                <c:pt idx="4979">
                  <c:v>43697</c:v>
                </c:pt>
                <c:pt idx="4980">
                  <c:v>43698</c:v>
                </c:pt>
                <c:pt idx="4981">
                  <c:v>43699</c:v>
                </c:pt>
                <c:pt idx="4982">
                  <c:v>43700</c:v>
                </c:pt>
                <c:pt idx="4983">
                  <c:v>43701</c:v>
                </c:pt>
                <c:pt idx="4984">
                  <c:v>43702</c:v>
                </c:pt>
                <c:pt idx="4985">
                  <c:v>43703</c:v>
                </c:pt>
                <c:pt idx="4986">
                  <c:v>43704</c:v>
                </c:pt>
                <c:pt idx="4987">
                  <c:v>43705</c:v>
                </c:pt>
                <c:pt idx="4988">
                  <c:v>43706</c:v>
                </c:pt>
                <c:pt idx="4989">
                  <c:v>43707</c:v>
                </c:pt>
                <c:pt idx="4990">
                  <c:v>43708</c:v>
                </c:pt>
                <c:pt idx="4991">
                  <c:v>43709</c:v>
                </c:pt>
                <c:pt idx="4992">
                  <c:v>43710</c:v>
                </c:pt>
                <c:pt idx="4993">
                  <c:v>43711</c:v>
                </c:pt>
                <c:pt idx="4994">
                  <c:v>43712</c:v>
                </c:pt>
                <c:pt idx="4995">
                  <c:v>43713</c:v>
                </c:pt>
                <c:pt idx="4996">
                  <c:v>43714</c:v>
                </c:pt>
                <c:pt idx="4997">
                  <c:v>43715</c:v>
                </c:pt>
                <c:pt idx="4998">
                  <c:v>43716</c:v>
                </c:pt>
                <c:pt idx="4999">
                  <c:v>43717</c:v>
                </c:pt>
                <c:pt idx="5000">
                  <c:v>43718</c:v>
                </c:pt>
                <c:pt idx="5001">
                  <c:v>43719</c:v>
                </c:pt>
                <c:pt idx="5002">
                  <c:v>43720</c:v>
                </c:pt>
                <c:pt idx="5003">
                  <c:v>43721</c:v>
                </c:pt>
                <c:pt idx="5004">
                  <c:v>43722</c:v>
                </c:pt>
                <c:pt idx="5005">
                  <c:v>43723</c:v>
                </c:pt>
                <c:pt idx="5006">
                  <c:v>43724</c:v>
                </c:pt>
                <c:pt idx="5007">
                  <c:v>43725</c:v>
                </c:pt>
                <c:pt idx="5008">
                  <c:v>43726</c:v>
                </c:pt>
                <c:pt idx="5009">
                  <c:v>43727</c:v>
                </c:pt>
                <c:pt idx="5010">
                  <c:v>43728</c:v>
                </c:pt>
                <c:pt idx="5011">
                  <c:v>43729</c:v>
                </c:pt>
                <c:pt idx="5012">
                  <c:v>43730</c:v>
                </c:pt>
                <c:pt idx="5013">
                  <c:v>43731</c:v>
                </c:pt>
                <c:pt idx="5014">
                  <c:v>43732</c:v>
                </c:pt>
                <c:pt idx="5015">
                  <c:v>43733</c:v>
                </c:pt>
                <c:pt idx="5016">
                  <c:v>43734</c:v>
                </c:pt>
                <c:pt idx="5017">
                  <c:v>43735</c:v>
                </c:pt>
                <c:pt idx="5018">
                  <c:v>43736</c:v>
                </c:pt>
                <c:pt idx="5019">
                  <c:v>43737</c:v>
                </c:pt>
                <c:pt idx="5020">
                  <c:v>43738</c:v>
                </c:pt>
                <c:pt idx="5021">
                  <c:v>43739</c:v>
                </c:pt>
                <c:pt idx="5022">
                  <c:v>43740</c:v>
                </c:pt>
                <c:pt idx="5023">
                  <c:v>43741</c:v>
                </c:pt>
                <c:pt idx="5024">
                  <c:v>43742</c:v>
                </c:pt>
                <c:pt idx="5025">
                  <c:v>43743</c:v>
                </c:pt>
                <c:pt idx="5026">
                  <c:v>43744</c:v>
                </c:pt>
                <c:pt idx="5027">
                  <c:v>43745</c:v>
                </c:pt>
                <c:pt idx="5028">
                  <c:v>43746</c:v>
                </c:pt>
                <c:pt idx="5029">
                  <c:v>43747</c:v>
                </c:pt>
                <c:pt idx="5030">
                  <c:v>43748</c:v>
                </c:pt>
                <c:pt idx="5031">
                  <c:v>43749</c:v>
                </c:pt>
                <c:pt idx="5032">
                  <c:v>43750</c:v>
                </c:pt>
                <c:pt idx="5033">
                  <c:v>43751</c:v>
                </c:pt>
                <c:pt idx="5034">
                  <c:v>43752</c:v>
                </c:pt>
                <c:pt idx="5035">
                  <c:v>43753</c:v>
                </c:pt>
                <c:pt idx="5036">
                  <c:v>43754</c:v>
                </c:pt>
                <c:pt idx="5037">
                  <c:v>43755</c:v>
                </c:pt>
                <c:pt idx="5038">
                  <c:v>43756</c:v>
                </c:pt>
                <c:pt idx="5039">
                  <c:v>43757</c:v>
                </c:pt>
                <c:pt idx="5040">
                  <c:v>43758</c:v>
                </c:pt>
                <c:pt idx="5041">
                  <c:v>43759</c:v>
                </c:pt>
                <c:pt idx="5042">
                  <c:v>43760</c:v>
                </c:pt>
                <c:pt idx="5043">
                  <c:v>43761</c:v>
                </c:pt>
                <c:pt idx="5044">
                  <c:v>43762</c:v>
                </c:pt>
                <c:pt idx="5045">
                  <c:v>43763</c:v>
                </c:pt>
                <c:pt idx="5046">
                  <c:v>43764</c:v>
                </c:pt>
                <c:pt idx="5047">
                  <c:v>43765</c:v>
                </c:pt>
                <c:pt idx="5048">
                  <c:v>43766</c:v>
                </c:pt>
                <c:pt idx="5049">
                  <c:v>43767</c:v>
                </c:pt>
                <c:pt idx="5050">
                  <c:v>43768</c:v>
                </c:pt>
                <c:pt idx="5051">
                  <c:v>43769</c:v>
                </c:pt>
                <c:pt idx="5052">
                  <c:v>43770</c:v>
                </c:pt>
                <c:pt idx="5053">
                  <c:v>43771</c:v>
                </c:pt>
                <c:pt idx="5054">
                  <c:v>43772</c:v>
                </c:pt>
                <c:pt idx="5055">
                  <c:v>43773</c:v>
                </c:pt>
                <c:pt idx="5056">
                  <c:v>43774</c:v>
                </c:pt>
                <c:pt idx="5057">
                  <c:v>43775</c:v>
                </c:pt>
                <c:pt idx="5058">
                  <c:v>43776</c:v>
                </c:pt>
                <c:pt idx="5059">
                  <c:v>43777</c:v>
                </c:pt>
                <c:pt idx="5060">
                  <c:v>43778</c:v>
                </c:pt>
                <c:pt idx="5061">
                  <c:v>43779</c:v>
                </c:pt>
                <c:pt idx="5062">
                  <c:v>43780</c:v>
                </c:pt>
                <c:pt idx="5063">
                  <c:v>43781</c:v>
                </c:pt>
                <c:pt idx="5064">
                  <c:v>43782</c:v>
                </c:pt>
                <c:pt idx="5065">
                  <c:v>43783</c:v>
                </c:pt>
                <c:pt idx="5066">
                  <c:v>43784</c:v>
                </c:pt>
                <c:pt idx="5067">
                  <c:v>43785</c:v>
                </c:pt>
                <c:pt idx="5068">
                  <c:v>43786</c:v>
                </c:pt>
                <c:pt idx="5069">
                  <c:v>43787</c:v>
                </c:pt>
                <c:pt idx="5070">
                  <c:v>43788</c:v>
                </c:pt>
                <c:pt idx="5071">
                  <c:v>43789</c:v>
                </c:pt>
                <c:pt idx="5072">
                  <c:v>43790</c:v>
                </c:pt>
                <c:pt idx="5073">
                  <c:v>43791</c:v>
                </c:pt>
                <c:pt idx="5074">
                  <c:v>43792</c:v>
                </c:pt>
                <c:pt idx="5075">
                  <c:v>43793</c:v>
                </c:pt>
                <c:pt idx="5076">
                  <c:v>43794</c:v>
                </c:pt>
                <c:pt idx="5077">
                  <c:v>43795</c:v>
                </c:pt>
                <c:pt idx="5078">
                  <c:v>43796</c:v>
                </c:pt>
                <c:pt idx="5079">
                  <c:v>43797</c:v>
                </c:pt>
                <c:pt idx="5080">
                  <c:v>43798</c:v>
                </c:pt>
                <c:pt idx="5081">
                  <c:v>43799</c:v>
                </c:pt>
                <c:pt idx="5082">
                  <c:v>43800</c:v>
                </c:pt>
                <c:pt idx="5083">
                  <c:v>43801</c:v>
                </c:pt>
                <c:pt idx="5084">
                  <c:v>43802</c:v>
                </c:pt>
                <c:pt idx="5085">
                  <c:v>43803</c:v>
                </c:pt>
                <c:pt idx="5086">
                  <c:v>43804</c:v>
                </c:pt>
                <c:pt idx="5087">
                  <c:v>43805</c:v>
                </c:pt>
                <c:pt idx="5088">
                  <c:v>43806</c:v>
                </c:pt>
                <c:pt idx="5089">
                  <c:v>43807</c:v>
                </c:pt>
                <c:pt idx="5090">
                  <c:v>43808</c:v>
                </c:pt>
                <c:pt idx="5091">
                  <c:v>43809</c:v>
                </c:pt>
                <c:pt idx="5092">
                  <c:v>43810</c:v>
                </c:pt>
                <c:pt idx="5093">
                  <c:v>43811</c:v>
                </c:pt>
                <c:pt idx="5094">
                  <c:v>43812</c:v>
                </c:pt>
                <c:pt idx="5095">
                  <c:v>43813</c:v>
                </c:pt>
                <c:pt idx="5096">
                  <c:v>43814</c:v>
                </c:pt>
                <c:pt idx="5097">
                  <c:v>43815</c:v>
                </c:pt>
                <c:pt idx="5098">
                  <c:v>43816</c:v>
                </c:pt>
                <c:pt idx="5099">
                  <c:v>43817</c:v>
                </c:pt>
                <c:pt idx="5100">
                  <c:v>43818</c:v>
                </c:pt>
                <c:pt idx="5101">
                  <c:v>43819</c:v>
                </c:pt>
                <c:pt idx="5102">
                  <c:v>43820</c:v>
                </c:pt>
                <c:pt idx="5103">
                  <c:v>43821</c:v>
                </c:pt>
                <c:pt idx="5104">
                  <c:v>43822</c:v>
                </c:pt>
                <c:pt idx="5105">
                  <c:v>43823</c:v>
                </c:pt>
                <c:pt idx="5106">
                  <c:v>43824</c:v>
                </c:pt>
                <c:pt idx="5107">
                  <c:v>43825</c:v>
                </c:pt>
                <c:pt idx="5108">
                  <c:v>43826</c:v>
                </c:pt>
                <c:pt idx="5109">
                  <c:v>43827</c:v>
                </c:pt>
                <c:pt idx="5110">
                  <c:v>43828</c:v>
                </c:pt>
                <c:pt idx="5111">
                  <c:v>43829</c:v>
                </c:pt>
                <c:pt idx="5112">
                  <c:v>43830</c:v>
                </c:pt>
                <c:pt idx="5113">
                  <c:v>43831</c:v>
                </c:pt>
                <c:pt idx="5114">
                  <c:v>43832</c:v>
                </c:pt>
                <c:pt idx="5115">
                  <c:v>43833</c:v>
                </c:pt>
                <c:pt idx="5116">
                  <c:v>43834</c:v>
                </c:pt>
                <c:pt idx="5117">
                  <c:v>43835</c:v>
                </c:pt>
                <c:pt idx="5118">
                  <c:v>43836</c:v>
                </c:pt>
                <c:pt idx="5119">
                  <c:v>43837</c:v>
                </c:pt>
                <c:pt idx="5120">
                  <c:v>43838</c:v>
                </c:pt>
                <c:pt idx="5121">
                  <c:v>43839</c:v>
                </c:pt>
                <c:pt idx="5122">
                  <c:v>43840</c:v>
                </c:pt>
                <c:pt idx="5123">
                  <c:v>43841</c:v>
                </c:pt>
                <c:pt idx="5124">
                  <c:v>43842</c:v>
                </c:pt>
                <c:pt idx="5125">
                  <c:v>43843</c:v>
                </c:pt>
                <c:pt idx="5126">
                  <c:v>43844</c:v>
                </c:pt>
                <c:pt idx="5127">
                  <c:v>43845</c:v>
                </c:pt>
                <c:pt idx="5128">
                  <c:v>43846</c:v>
                </c:pt>
                <c:pt idx="5129">
                  <c:v>43847</c:v>
                </c:pt>
                <c:pt idx="5130">
                  <c:v>43848</c:v>
                </c:pt>
                <c:pt idx="5131">
                  <c:v>43849</c:v>
                </c:pt>
                <c:pt idx="5132">
                  <c:v>43850</c:v>
                </c:pt>
                <c:pt idx="5133">
                  <c:v>43851</c:v>
                </c:pt>
                <c:pt idx="5134">
                  <c:v>43852</c:v>
                </c:pt>
                <c:pt idx="5135">
                  <c:v>43853</c:v>
                </c:pt>
                <c:pt idx="5136">
                  <c:v>43854</c:v>
                </c:pt>
                <c:pt idx="5137">
                  <c:v>43855</c:v>
                </c:pt>
                <c:pt idx="5138">
                  <c:v>43856</c:v>
                </c:pt>
                <c:pt idx="5139">
                  <c:v>43857</c:v>
                </c:pt>
                <c:pt idx="5140">
                  <c:v>43858</c:v>
                </c:pt>
                <c:pt idx="5141">
                  <c:v>43859</c:v>
                </c:pt>
                <c:pt idx="5142">
                  <c:v>43860</c:v>
                </c:pt>
                <c:pt idx="5143">
                  <c:v>43861</c:v>
                </c:pt>
                <c:pt idx="5144">
                  <c:v>43862</c:v>
                </c:pt>
                <c:pt idx="5145">
                  <c:v>43863</c:v>
                </c:pt>
                <c:pt idx="5146">
                  <c:v>43864</c:v>
                </c:pt>
                <c:pt idx="5147">
                  <c:v>43865</c:v>
                </c:pt>
                <c:pt idx="5148">
                  <c:v>43866</c:v>
                </c:pt>
                <c:pt idx="5149">
                  <c:v>43867</c:v>
                </c:pt>
                <c:pt idx="5150">
                  <c:v>43868</c:v>
                </c:pt>
                <c:pt idx="5151">
                  <c:v>43869</c:v>
                </c:pt>
                <c:pt idx="5152">
                  <c:v>43870</c:v>
                </c:pt>
                <c:pt idx="5153">
                  <c:v>43871</c:v>
                </c:pt>
                <c:pt idx="5154">
                  <c:v>43872</c:v>
                </c:pt>
                <c:pt idx="5155">
                  <c:v>43873</c:v>
                </c:pt>
                <c:pt idx="5156">
                  <c:v>43874</c:v>
                </c:pt>
                <c:pt idx="5157">
                  <c:v>43875</c:v>
                </c:pt>
                <c:pt idx="5158">
                  <c:v>43876</c:v>
                </c:pt>
                <c:pt idx="5159">
                  <c:v>43877</c:v>
                </c:pt>
                <c:pt idx="5160">
                  <c:v>43878</c:v>
                </c:pt>
                <c:pt idx="5161">
                  <c:v>43879</c:v>
                </c:pt>
                <c:pt idx="5162">
                  <c:v>43880</c:v>
                </c:pt>
                <c:pt idx="5163">
                  <c:v>43881</c:v>
                </c:pt>
                <c:pt idx="5164">
                  <c:v>43882</c:v>
                </c:pt>
                <c:pt idx="5165">
                  <c:v>43883</c:v>
                </c:pt>
                <c:pt idx="5166">
                  <c:v>43884</c:v>
                </c:pt>
                <c:pt idx="5167">
                  <c:v>43885</c:v>
                </c:pt>
                <c:pt idx="5168">
                  <c:v>43886</c:v>
                </c:pt>
                <c:pt idx="5169">
                  <c:v>43887</c:v>
                </c:pt>
                <c:pt idx="5170">
                  <c:v>43888</c:v>
                </c:pt>
                <c:pt idx="5171">
                  <c:v>43889</c:v>
                </c:pt>
                <c:pt idx="5172">
                  <c:v>43890</c:v>
                </c:pt>
                <c:pt idx="5173">
                  <c:v>43891</c:v>
                </c:pt>
                <c:pt idx="5174">
                  <c:v>43892</c:v>
                </c:pt>
                <c:pt idx="5175">
                  <c:v>43893</c:v>
                </c:pt>
                <c:pt idx="5176">
                  <c:v>43894</c:v>
                </c:pt>
                <c:pt idx="5177">
                  <c:v>43895</c:v>
                </c:pt>
                <c:pt idx="5178">
                  <c:v>43896</c:v>
                </c:pt>
                <c:pt idx="5179">
                  <c:v>43897</c:v>
                </c:pt>
                <c:pt idx="5180">
                  <c:v>43898</c:v>
                </c:pt>
                <c:pt idx="5181">
                  <c:v>43899</c:v>
                </c:pt>
                <c:pt idx="5182">
                  <c:v>43900</c:v>
                </c:pt>
                <c:pt idx="5183">
                  <c:v>43901</c:v>
                </c:pt>
                <c:pt idx="5184">
                  <c:v>43902</c:v>
                </c:pt>
                <c:pt idx="5185">
                  <c:v>43903</c:v>
                </c:pt>
                <c:pt idx="5186">
                  <c:v>43904</c:v>
                </c:pt>
                <c:pt idx="5187">
                  <c:v>43905</c:v>
                </c:pt>
                <c:pt idx="5188">
                  <c:v>43906</c:v>
                </c:pt>
                <c:pt idx="5189">
                  <c:v>43907</c:v>
                </c:pt>
                <c:pt idx="5190">
                  <c:v>43908</c:v>
                </c:pt>
                <c:pt idx="5191">
                  <c:v>43909</c:v>
                </c:pt>
                <c:pt idx="5192">
                  <c:v>43910</c:v>
                </c:pt>
                <c:pt idx="5193">
                  <c:v>43911</c:v>
                </c:pt>
                <c:pt idx="5194">
                  <c:v>43912</c:v>
                </c:pt>
                <c:pt idx="5195">
                  <c:v>43913</c:v>
                </c:pt>
                <c:pt idx="5196">
                  <c:v>43914</c:v>
                </c:pt>
                <c:pt idx="5197">
                  <c:v>43915</c:v>
                </c:pt>
                <c:pt idx="5198">
                  <c:v>43916</c:v>
                </c:pt>
                <c:pt idx="5199">
                  <c:v>43917</c:v>
                </c:pt>
                <c:pt idx="5200">
                  <c:v>43918</c:v>
                </c:pt>
                <c:pt idx="5201">
                  <c:v>43919</c:v>
                </c:pt>
                <c:pt idx="5202">
                  <c:v>43920</c:v>
                </c:pt>
                <c:pt idx="5203">
                  <c:v>43921</c:v>
                </c:pt>
                <c:pt idx="5204">
                  <c:v>43922</c:v>
                </c:pt>
                <c:pt idx="5205">
                  <c:v>43923</c:v>
                </c:pt>
                <c:pt idx="5206">
                  <c:v>43924</c:v>
                </c:pt>
                <c:pt idx="5207">
                  <c:v>43925</c:v>
                </c:pt>
                <c:pt idx="5208">
                  <c:v>43926</c:v>
                </c:pt>
                <c:pt idx="5209">
                  <c:v>43927</c:v>
                </c:pt>
                <c:pt idx="5210">
                  <c:v>43928</c:v>
                </c:pt>
                <c:pt idx="5211">
                  <c:v>43929</c:v>
                </c:pt>
                <c:pt idx="5212">
                  <c:v>43930</c:v>
                </c:pt>
                <c:pt idx="5213">
                  <c:v>43931</c:v>
                </c:pt>
                <c:pt idx="5214">
                  <c:v>43932</c:v>
                </c:pt>
                <c:pt idx="5215">
                  <c:v>43933</c:v>
                </c:pt>
                <c:pt idx="5216">
                  <c:v>43934</c:v>
                </c:pt>
                <c:pt idx="5217">
                  <c:v>43935</c:v>
                </c:pt>
                <c:pt idx="5218">
                  <c:v>43936</c:v>
                </c:pt>
                <c:pt idx="5219">
                  <c:v>43937</c:v>
                </c:pt>
                <c:pt idx="5220">
                  <c:v>43938</c:v>
                </c:pt>
                <c:pt idx="5221">
                  <c:v>43939</c:v>
                </c:pt>
                <c:pt idx="5222">
                  <c:v>43940</c:v>
                </c:pt>
                <c:pt idx="5223">
                  <c:v>43941</c:v>
                </c:pt>
                <c:pt idx="5224">
                  <c:v>43942</c:v>
                </c:pt>
                <c:pt idx="5225">
                  <c:v>43943</c:v>
                </c:pt>
                <c:pt idx="5226">
                  <c:v>43944</c:v>
                </c:pt>
                <c:pt idx="5227">
                  <c:v>43945</c:v>
                </c:pt>
                <c:pt idx="5228">
                  <c:v>43946</c:v>
                </c:pt>
                <c:pt idx="5229">
                  <c:v>43947</c:v>
                </c:pt>
                <c:pt idx="5230">
                  <c:v>43948</c:v>
                </c:pt>
                <c:pt idx="5231">
                  <c:v>43949</c:v>
                </c:pt>
                <c:pt idx="5232">
                  <c:v>43950</c:v>
                </c:pt>
                <c:pt idx="5233">
                  <c:v>43951</c:v>
                </c:pt>
                <c:pt idx="5234">
                  <c:v>43952</c:v>
                </c:pt>
                <c:pt idx="5235">
                  <c:v>43953</c:v>
                </c:pt>
                <c:pt idx="5236">
                  <c:v>43954</c:v>
                </c:pt>
                <c:pt idx="5237">
                  <c:v>43955</c:v>
                </c:pt>
                <c:pt idx="5238">
                  <c:v>43956</c:v>
                </c:pt>
                <c:pt idx="5239">
                  <c:v>43957</c:v>
                </c:pt>
                <c:pt idx="5240">
                  <c:v>43958</c:v>
                </c:pt>
                <c:pt idx="5241">
                  <c:v>43959</c:v>
                </c:pt>
                <c:pt idx="5242">
                  <c:v>43960</c:v>
                </c:pt>
                <c:pt idx="5243">
                  <c:v>43961</c:v>
                </c:pt>
                <c:pt idx="5244">
                  <c:v>43962</c:v>
                </c:pt>
                <c:pt idx="5245">
                  <c:v>43963</c:v>
                </c:pt>
                <c:pt idx="5246">
                  <c:v>43964</c:v>
                </c:pt>
                <c:pt idx="5247">
                  <c:v>43965</c:v>
                </c:pt>
                <c:pt idx="5248">
                  <c:v>43966</c:v>
                </c:pt>
                <c:pt idx="5249">
                  <c:v>43967</c:v>
                </c:pt>
                <c:pt idx="5250">
                  <c:v>43968</c:v>
                </c:pt>
                <c:pt idx="5251">
                  <c:v>43969</c:v>
                </c:pt>
                <c:pt idx="5252">
                  <c:v>43970</c:v>
                </c:pt>
                <c:pt idx="5253">
                  <c:v>43971</c:v>
                </c:pt>
                <c:pt idx="5254">
                  <c:v>43972</c:v>
                </c:pt>
                <c:pt idx="5255">
                  <c:v>43973</c:v>
                </c:pt>
                <c:pt idx="5256">
                  <c:v>43974</c:v>
                </c:pt>
                <c:pt idx="5257">
                  <c:v>43975</c:v>
                </c:pt>
                <c:pt idx="5258">
                  <c:v>43976</c:v>
                </c:pt>
                <c:pt idx="5259">
                  <c:v>43977</c:v>
                </c:pt>
                <c:pt idx="5260">
                  <c:v>43978</c:v>
                </c:pt>
                <c:pt idx="5261">
                  <c:v>43979</c:v>
                </c:pt>
                <c:pt idx="5262">
                  <c:v>43980</c:v>
                </c:pt>
                <c:pt idx="5263">
                  <c:v>43981</c:v>
                </c:pt>
                <c:pt idx="5264">
                  <c:v>43982</c:v>
                </c:pt>
                <c:pt idx="5265">
                  <c:v>43983</c:v>
                </c:pt>
                <c:pt idx="5266">
                  <c:v>43984</c:v>
                </c:pt>
                <c:pt idx="5267">
                  <c:v>43985</c:v>
                </c:pt>
                <c:pt idx="5268">
                  <c:v>43986</c:v>
                </c:pt>
                <c:pt idx="5269">
                  <c:v>43987</c:v>
                </c:pt>
                <c:pt idx="5270">
                  <c:v>43988</c:v>
                </c:pt>
                <c:pt idx="5271">
                  <c:v>43989</c:v>
                </c:pt>
                <c:pt idx="5272">
                  <c:v>43990</c:v>
                </c:pt>
                <c:pt idx="5273">
                  <c:v>43991</c:v>
                </c:pt>
                <c:pt idx="5274">
                  <c:v>43992</c:v>
                </c:pt>
                <c:pt idx="5275">
                  <c:v>43993</c:v>
                </c:pt>
                <c:pt idx="5276">
                  <c:v>43994</c:v>
                </c:pt>
                <c:pt idx="5277">
                  <c:v>43995</c:v>
                </c:pt>
                <c:pt idx="5278">
                  <c:v>43996</c:v>
                </c:pt>
                <c:pt idx="5279">
                  <c:v>43997</c:v>
                </c:pt>
                <c:pt idx="5280">
                  <c:v>43998</c:v>
                </c:pt>
                <c:pt idx="5281">
                  <c:v>43999</c:v>
                </c:pt>
                <c:pt idx="5282">
                  <c:v>44000</c:v>
                </c:pt>
                <c:pt idx="5283">
                  <c:v>44001</c:v>
                </c:pt>
                <c:pt idx="5284">
                  <c:v>44002</c:v>
                </c:pt>
                <c:pt idx="5285">
                  <c:v>44003</c:v>
                </c:pt>
                <c:pt idx="5286">
                  <c:v>44004</c:v>
                </c:pt>
                <c:pt idx="5287">
                  <c:v>44005</c:v>
                </c:pt>
                <c:pt idx="5288">
                  <c:v>44006</c:v>
                </c:pt>
                <c:pt idx="5289">
                  <c:v>44007</c:v>
                </c:pt>
                <c:pt idx="5290">
                  <c:v>44008</c:v>
                </c:pt>
                <c:pt idx="5291">
                  <c:v>44009</c:v>
                </c:pt>
                <c:pt idx="5292">
                  <c:v>44010</c:v>
                </c:pt>
                <c:pt idx="5293">
                  <c:v>44011</c:v>
                </c:pt>
                <c:pt idx="5294">
                  <c:v>44012</c:v>
                </c:pt>
                <c:pt idx="5295">
                  <c:v>44013</c:v>
                </c:pt>
                <c:pt idx="5296">
                  <c:v>44014</c:v>
                </c:pt>
                <c:pt idx="5297">
                  <c:v>44015</c:v>
                </c:pt>
                <c:pt idx="5298">
                  <c:v>44016</c:v>
                </c:pt>
                <c:pt idx="5299">
                  <c:v>44017</c:v>
                </c:pt>
                <c:pt idx="5300">
                  <c:v>44018</c:v>
                </c:pt>
                <c:pt idx="5301">
                  <c:v>44019</c:v>
                </c:pt>
                <c:pt idx="5302">
                  <c:v>44020</c:v>
                </c:pt>
                <c:pt idx="5303">
                  <c:v>44021</c:v>
                </c:pt>
                <c:pt idx="5304">
                  <c:v>44022</c:v>
                </c:pt>
                <c:pt idx="5305">
                  <c:v>44023</c:v>
                </c:pt>
                <c:pt idx="5306">
                  <c:v>44024</c:v>
                </c:pt>
                <c:pt idx="5307">
                  <c:v>44025</c:v>
                </c:pt>
                <c:pt idx="5308">
                  <c:v>44026</c:v>
                </c:pt>
                <c:pt idx="5309">
                  <c:v>44027</c:v>
                </c:pt>
                <c:pt idx="5310">
                  <c:v>44028</c:v>
                </c:pt>
                <c:pt idx="5311">
                  <c:v>44029</c:v>
                </c:pt>
                <c:pt idx="5312">
                  <c:v>44030</c:v>
                </c:pt>
                <c:pt idx="5313">
                  <c:v>44031</c:v>
                </c:pt>
                <c:pt idx="5314">
                  <c:v>44032</c:v>
                </c:pt>
                <c:pt idx="5315">
                  <c:v>44033</c:v>
                </c:pt>
                <c:pt idx="5316">
                  <c:v>44034</c:v>
                </c:pt>
                <c:pt idx="5317">
                  <c:v>44035</c:v>
                </c:pt>
                <c:pt idx="5318">
                  <c:v>44036</c:v>
                </c:pt>
                <c:pt idx="5319">
                  <c:v>44037</c:v>
                </c:pt>
                <c:pt idx="5320">
                  <c:v>44038</c:v>
                </c:pt>
                <c:pt idx="5321">
                  <c:v>44039</c:v>
                </c:pt>
                <c:pt idx="5322">
                  <c:v>44040</c:v>
                </c:pt>
                <c:pt idx="5323">
                  <c:v>44041</c:v>
                </c:pt>
                <c:pt idx="5324">
                  <c:v>44042</c:v>
                </c:pt>
                <c:pt idx="5325">
                  <c:v>44043</c:v>
                </c:pt>
                <c:pt idx="5326">
                  <c:v>44044</c:v>
                </c:pt>
                <c:pt idx="5327">
                  <c:v>44045</c:v>
                </c:pt>
                <c:pt idx="5328">
                  <c:v>44046</c:v>
                </c:pt>
                <c:pt idx="5329">
                  <c:v>44047</c:v>
                </c:pt>
                <c:pt idx="5330">
                  <c:v>44048</c:v>
                </c:pt>
                <c:pt idx="5331">
                  <c:v>44049</c:v>
                </c:pt>
                <c:pt idx="5332">
                  <c:v>44050</c:v>
                </c:pt>
                <c:pt idx="5333">
                  <c:v>44051</c:v>
                </c:pt>
                <c:pt idx="5334">
                  <c:v>44052</c:v>
                </c:pt>
                <c:pt idx="5335">
                  <c:v>44053</c:v>
                </c:pt>
                <c:pt idx="5336">
                  <c:v>44054</c:v>
                </c:pt>
                <c:pt idx="5337">
                  <c:v>44055</c:v>
                </c:pt>
                <c:pt idx="5338">
                  <c:v>44056</c:v>
                </c:pt>
                <c:pt idx="5339">
                  <c:v>44057</c:v>
                </c:pt>
                <c:pt idx="5340">
                  <c:v>44058</c:v>
                </c:pt>
                <c:pt idx="5341">
                  <c:v>44059</c:v>
                </c:pt>
                <c:pt idx="5342">
                  <c:v>44060</c:v>
                </c:pt>
                <c:pt idx="5343">
                  <c:v>44061</c:v>
                </c:pt>
                <c:pt idx="5344">
                  <c:v>44062</c:v>
                </c:pt>
                <c:pt idx="5345">
                  <c:v>44063</c:v>
                </c:pt>
                <c:pt idx="5346">
                  <c:v>44064</c:v>
                </c:pt>
                <c:pt idx="5347">
                  <c:v>44065</c:v>
                </c:pt>
                <c:pt idx="5348">
                  <c:v>44066</c:v>
                </c:pt>
                <c:pt idx="5349">
                  <c:v>44067</c:v>
                </c:pt>
                <c:pt idx="5350">
                  <c:v>44068</c:v>
                </c:pt>
                <c:pt idx="5351">
                  <c:v>44069</c:v>
                </c:pt>
                <c:pt idx="5352">
                  <c:v>44070</c:v>
                </c:pt>
                <c:pt idx="5353">
                  <c:v>44071</c:v>
                </c:pt>
                <c:pt idx="5354">
                  <c:v>44072</c:v>
                </c:pt>
                <c:pt idx="5355">
                  <c:v>44073</c:v>
                </c:pt>
                <c:pt idx="5356">
                  <c:v>44074</c:v>
                </c:pt>
                <c:pt idx="5357">
                  <c:v>44075</c:v>
                </c:pt>
                <c:pt idx="5358">
                  <c:v>44076</c:v>
                </c:pt>
                <c:pt idx="5359">
                  <c:v>44077</c:v>
                </c:pt>
                <c:pt idx="5360">
                  <c:v>44078</c:v>
                </c:pt>
                <c:pt idx="5361">
                  <c:v>44079</c:v>
                </c:pt>
                <c:pt idx="5362">
                  <c:v>44080</c:v>
                </c:pt>
                <c:pt idx="5363">
                  <c:v>44081</c:v>
                </c:pt>
                <c:pt idx="5364">
                  <c:v>44082</c:v>
                </c:pt>
                <c:pt idx="5365">
                  <c:v>44083</c:v>
                </c:pt>
                <c:pt idx="5366">
                  <c:v>44084</c:v>
                </c:pt>
                <c:pt idx="5367">
                  <c:v>44085</c:v>
                </c:pt>
                <c:pt idx="5368">
                  <c:v>44086</c:v>
                </c:pt>
                <c:pt idx="5369">
                  <c:v>44087</c:v>
                </c:pt>
                <c:pt idx="5370">
                  <c:v>44088</c:v>
                </c:pt>
                <c:pt idx="5371">
                  <c:v>44089</c:v>
                </c:pt>
                <c:pt idx="5372">
                  <c:v>44090</c:v>
                </c:pt>
                <c:pt idx="5373">
                  <c:v>44091</c:v>
                </c:pt>
                <c:pt idx="5374">
                  <c:v>44092</c:v>
                </c:pt>
                <c:pt idx="5375">
                  <c:v>44093</c:v>
                </c:pt>
                <c:pt idx="5376">
                  <c:v>44094</c:v>
                </c:pt>
                <c:pt idx="5377">
                  <c:v>44095</c:v>
                </c:pt>
                <c:pt idx="5378">
                  <c:v>44096</c:v>
                </c:pt>
                <c:pt idx="5379">
                  <c:v>44097</c:v>
                </c:pt>
                <c:pt idx="5380">
                  <c:v>44098</c:v>
                </c:pt>
                <c:pt idx="5381">
                  <c:v>44099</c:v>
                </c:pt>
                <c:pt idx="5382">
                  <c:v>44100</c:v>
                </c:pt>
                <c:pt idx="5383">
                  <c:v>44101</c:v>
                </c:pt>
                <c:pt idx="5384">
                  <c:v>44102</c:v>
                </c:pt>
                <c:pt idx="5385">
                  <c:v>44103</c:v>
                </c:pt>
                <c:pt idx="5386">
                  <c:v>44104</c:v>
                </c:pt>
                <c:pt idx="5387">
                  <c:v>44105</c:v>
                </c:pt>
                <c:pt idx="5388">
                  <c:v>44106</c:v>
                </c:pt>
                <c:pt idx="5389">
                  <c:v>44107</c:v>
                </c:pt>
                <c:pt idx="5390">
                  <c:v>44108</c:v>
                </c:pt>
                <c:pt idx="5391">
                  <c:v>44109</c:v>
                </c:pt>
                <c:pt idx="5392">
                  <c:v>44110</c:v>
                </c:pt>
                <c:pt idx="5393">
                  <c:v>44111</c:v>
                </c:pt>
                <c:pt idx="5394">
                  <c:v>44112</c:v>
                </c:pt>
                <c:pt idx="5395">
                  <c:v>44113</c:v>
                </c:pt>
                <c:pt idx="5396">
                  <c:v>44114</c:v>
                </c:pt>
                <c:pt idx="5397">
                  <c:v>44115</c:v>
                </c:pt>
                <c:pt idx="5398">
                  <c:v>44116</c:v>
                </c:pt>
                <c:pt idx="5399">
                  <c:v>44117</c:v>
                </c:pt>
                <c:pt idx="5400">
                  <c:v>44118</c:v>
                </c:pt>
                <c:pt idx="5401">
                  <c:v>44119</c:v>
                </c:pt>
                <c:pt idx="5402">
                  <c:v>44120</c:v>
                </c:pt>
                <c:pt idx="5403">
                  <c:v>44121</c:v>
                </c:pt>
                <c:pt idx="5404">
                  <c:v>44122</c:v>
                </c:pt>
                <c:pt idx="5405">
                  <c:v>44123</c:v>
                </c:pt>
                <c:pt idx="5406">
                  <c:v>44124</c:v>
                </c:pt>
                <c:pt idx="5407">
                  <c:v>44125</c:v>
                </c:pt>
                <c:pt idx="5408">
                  <c:v>44126</c:v>
                </c:pt>
                <c:pt idx="5409">
                  <c:v>44127</c:v>
                </c:pt>
                <c:pt idx="5410">
                  <c:v>44128</c:v>
                </c:pt>
                <c:pt idx="5411">
                  <c:v>44129</c:v>
                </c:pt>
                <c:pt idx="5412">
                  <c:v>44130</c:v>
                </c:pt>
                <c:pt idx="5413">
                  <c:v>44131</c:v>
                </c:pt>
                <c:pt idx="5414">
                  <c:v>44132</c:v>
                </c:pt>
                <c:pt idx="5415">
                  <c:v>44133</c:v>
                </c:pt>
                <c:pt idx="5416">
                  <c:v>44134</c:v>
                </c:pt>
                <c:pt idx="5417">
                  <c:v>44135</c:v>
                </c:pt>
                <c:pt idx="5418">
                  <c:v>44136</c:v>
                </c:pt>
                <c:pt idx="5419">
                  <c:v>44137</c:v>
                </c:pt>
                <c:pt idx="5420">
                  <c:v>44138</c:v>
                </c:pt>
                <c:pt idx="5421">
                  <c:v>44139</c:v>
                </c:pt>
                <c:pt idx="5422">
                  <c:v>44140</c:v>
                </c:pt>
                <c:pt idx="5423">
                  <c:v>44141</c:v>
                </c:pt>
                <c:pt idx="5424">
                  <c:v>44142</c:v>
                </c:pt>
                <c:pt idx="5425">
                  <c:v>44143</c:v>
                </c:pt>
                <c:pt idx="5426">
                  <c:v>44144</c:v>
                </c:pt>
                <c:pt idx="5427">
                  <c:v>44145</c:v>
                </c:pt>
                <c:pt idx="5428">
                  <c:v>44146</c:v>
                </c:pt>
                <c:pt idx="5429">
                  <c:v>44147</c:v>
                </c:pt>
                <c:pt idx="5430">
                  <c:v>44148</c:v>
                </c:pt>
                <c:pt idx="5431">
                  <c:v>44149</c:v>
                </c:pt>
                <c:pt idx="5432">
                  <c:v>44150</c:v>
                </c:pt>
                <c:pt idx="5433">
                  <c:v>44151</c:v>
                </c:pt>
                <c:pt idx="5434">
                  <c:v>44152</c:v>
                </c:pt>
                <c:pt idx="5435">
                  <c:v>44153</c:v>
                </c:pt>
                <c:pt idx="5436">
                  <c:v>44154</c:v>
                </c:pt>
                <c:pt idx="5437">
                  <c:v>44155</c:v>
                </c:pt>
                <c:pt idx="5438">
                  <c:v>44156</c:v>
                </c:pt>
                <c:pt idx="5439">
                  <c:v>44157</c:v>
                </c:pt>
                <c:pt idx="5440">
                  <c:v>44158</c:v>
                </c:pt>
                <c:pt idx="5441">
                  <c:v>44159</c:v>
                </c:pt>
                <c:pt idx="5442">
                  <c:v>44160</c:v>
                </c:pt>
                <c:pt idx="5443">
                  <c:v>44161</c:v>
                </c:pt>
                <c:pt idx="5444">
                  <c:v>44162</c:v>
                </c:pt>
                <c:pt idx="5445">
                  <c:v>44163</c:v>
                </c:pt>
                <c:pt idx="5446">
                  <c:v>44164</c:v>
                </c:pt>
                <c:pt idx="5447">
                  <c:v>44165</c:v>
                </c:pt>
                <c:pt idx="5448">
                  <c:v>44166</c:v>
                </c:pt>
                <c:pt idx="5449">
                  <c:v>44167</c:v>
                </c:pt>
                <c:pt idx="5450">
                  <c:v>44168</c:v>
                </c:pt>
                <c:pt idx="5451">
                  <c:v>44169</c:v>
                </c:pt>
                <c:pt idx="5452">
                  <c:v>44170</c:v>
                </c:pt>
                <c:pt idx="5453">
                  <c:v>44171</c:v>
                </c:pt>
                <c:pt idx="5454">
                  <c:v>44172</c:v>
                </c:pt>
                <c:pt idx="5455">
                  <c:v>44173</c:v>
                </c:pt>
                <c:pt idx="5456">
                  <c:v>44174</c:v>
                </c:pt>
                <c:pt idx="5457">
                  <c:v>44175</c:v>
                </c:pt>
                <c:pt idx="5458">
                  <c:v>44176</c:v>
                </c:pt>
                <c:pt idx="5459">
                  <c:v>44177</c:v>
                </c:pt>
                <c:pt idx="5460">
                  <c:v>44178</c:v>
                </c:pt>
                <c:pt idx="5461">
                  <c:v>44179</c:v>
                </c:pt>
                <c:pt idx="5462">
                  <c:v>44180</c:v>
                </c:pt>
                <c:pt idx="5463">
                  <c:v>44181</c:v>
                </c:pt>
                <c:pt idx="5464">
                  <c:v>44182</c:v>
                </c:pt>
                <c:pt idx="5465">
                  <c:v>44183</c:v>
                </c:pt>
                <c:pt idx="5466">
                  <c:v>44184</c:v>
                </c:pt>
                <c:pt idx="5467">
                  <c:v>44185</c:v>
                </c:pt>
                <c:pt idx="5468">
                  <c:v>44186</c:v>
                </c:pt>
                <c:pt idx="5469">
                  <c:v>44187</c:v>
                </c:pt>
                <c:pt idx="5470">
                  <c:v>44188</c:v>
                </c:pt>
                <c:pt idx="5471">
                  <c:v>44189</c:v>
                </c:pt>
                <c:pt idx="5472">
                  <c:v>44190</c:v>
                </c:pt>
                <c:pt idx="5473">
                  <c:v>44191</c:v>
                </c:pt>
                <c:pt idx="5474">
                  <c:v>44192</c:v>
                </c:pt>
                <c:pt idx="5475">
                  <c:v>44193</c:v>
                </c:pt>
                <c:pt idx="5476">
                  <c:v>44194</c:v>
                </c:pt>
                <c:pt idx="5477">
                  <c:v>44195</c:v>
                </c:pt>
                <c:pt idx="5478">
                  <c:v>44196</c:v>
                </c:pt>
                <c:pt idx="5479">
                  <c:v>44197</c:v>
                </c:pt>
                <c:pt idx="5480">
                  <c:v>44198</c:v>
                </c:pt>
                <c:pt idx="5481">
                  <c:v>44199</c:v>
                </c:pt>
                <c:pt idx="5482">
                  <c:v>44200</c:v>
                </c:pt>
                <c:pt idx="5483">
                  <c:v>44201</c:v>
                </c:pt>
                <c:pt idx="5484">
                  <c:v>44202</c:v>
                </c:pt>
                <c:pt idx="5485">
                  <c:v>44203</c:v>
                </c:pt>
                <c:pt idx="5486">
                  <c:v>44204</c:v>
                </c:pt>
                <c:pt idx="5487">
                  <c:v>44205</c:v>
                </c:pt>
                <c:pt idx="5488">
                  <c:v>44206</c:v>
                </c:pt>
                <c:pt idx="5489">
                  <c:v>44207</c:v>
                </c:pt>
                <c:pt idx="5490">
                  <c:v>44208</c:v>
                </c:pt>
                <c:pt idx="5491">
                  <c:v>44209</c:v>
                </c:pt>
                <c:pt idx="5492">
                  <c:v>44210</c:v>
                </c:pt>
                <c:pt idx="5493">
                  <c:v>44211</c:v>
                </c:pt>
                <c:pt idx="5494">
                  <c:v>44212</c:v>
                </c:pt>
                <c:pt idx="5495">
                  <c:v>44213</c:v>
                </c:pt>
                <c:pt idx="5496">
                  <c:v>44214</c:v>
                </c:pt>
                <c:pt idx="5497">
                  <c:v>44215</c:v>
                </c:pt>
                <c:pt idx="5498">
                  <c:v>44216</c:v>
                </c:pt>
                <c:pt idx="5499">
                  <c:v>44217</c:v>
                </c:pt>
                <c:pt idx="5500">
                  <c:v>44218</c:v>
                </c:pt>
                <c:pt idx="5501">
                  <c:v>44219</c:v>
                </c:pt>
                <c:pt idx="5502">
                  <c:v>44220</c:v>
                </c:pt>
                <c:pt idx="5503">
                  <c:v>44221</c:v>
                </c:pt>
                <c:pt idx="5504">
                  <c:v>44222</c:v>
                </c:pt>
                <c:pt idx="5505">
                  <c:v>44223</c:v>
                </c:pt>
                <c:pt idx="5506">
                  <c:v>44224</c:v>
                </c:pt>
                <c:pt idx="5507">
                  <c:v>44225</c:v>
                </c:pt>
                <c:pt idx="5508">
                  <c:v>44226</c:v>
                </c:pt>
                <c:pt idx="5509">
                  <c:v>44227</c:v>
                </c:pt>
                <c:pt idx="5510">
                  <c:v>44228</c:v>
                </c:pt>
                <c:pt idx="5511">
                  <c:v>44229</c:v>
                </c:pt>
                <c:pt idx="5512">
                  <c:v>44230</c:v>
                </c:pt>
                <c:pt idx="5513">
                  <c:v>44231</c:v>
                </c:pt>
                <c:pt idx="5514">
                  <c:v>44232</c:v>
                </c:pt>
                <c:pt idx="5515">
                  <c:v>44233</c:v>
                </c:pt>
                <c:pt idx="5516">
                  <c:v>44234</c:v>
                </c:pt>
                <c:pt idx="5517">
                  <c:v>44235</c:v>
                </c:pt>
                <c:pt idx="5518">
                  <c:v>44236</c:v>
                </c:pt>
                <c:pt idx="5519">
                  <c:v>44237</c:v>
                </c:pt>
                <c:pt idx="5520">
                  <c:v>44238</c:v>
                </c:pt>
                <c:pt idx="5521">
                  <c:v>44239</c:v>
                </c:pt>
                <c:pt idx="5522">
                  <c:v>44240</c:v>
                </c:pt>
                <c:pt idx="5523">
                  <c:v>44241</c:v>
                </c:pt>
                <c:pt idx="5524">
                  <c:v>44242</c:v>
                </c:pt>
                <c:pt idx="5525">
                  <c:v>44243</c:v>
                </c:pt>
                <c:pt idx="5526">
                  <c:v>44244</c:v>
                </c:pt>
                <c:pt idx="5527">
                  <c:v>44245</c:v>
                </c:pt>
                <c:pt idx="5528">
                  <c:v>44246</c:v>
                </c:pt>
                <c:pt idx="5529">
                  <c:v>44247</c:v>
                </c:pt>
                <c:pt idx="5530">
                  <c:v>44248</c:v>
                </c:pt>
                <c:pt idx="5531">
                  <c:v>44249</c:v>
                </c:pt>
                <c:pt idx="5532">
                  <c:v>44250</c:v>
                </c:pt>
                <c:pt idx="5533">
                  <c:v>44251</c:v>
                </c:pt>
                <c:pt idx="5534">
                  <c:v>44252</c:v>
                </c:pt>
                <c:pt idx="5535">
                  <c:v>44253</c:v>
                </c:pt>
                <c:pt idx="5536">
                  <c:v>44254</c:v>
                </c:pt>
                <c:pt idx="5537">
                  <c:v>44255</c:v>
                </c:pt>
                <c:pt idx="5538">
                  <c:v>44256</c:v>
                </c:pt>
                <c:pt idx="5539">
                  <c:v>44257</c:v>
                </c:pt>
                <c:pt idx="5540">
                  <c:v>44258</c:v>
                </c:pt>
                <c:pt idx="5541">
                  <c:v>44259</c:v>
                </c:pt>
                <c:pt idx="5542">
                  <c:v>44260</c:v>
                </c:pt>
                <c:pt idx="5543">
                  <c:v>44261</c:v>
                </c:pt>
                <c:pt idx="5544">
                  <c:v>44262</c:v>
                </c:pt>
                <c:pt idx="5545">
                  <c:v>44263</c:v>
                </c:pt>
                <c:pt idx="5546">
                  <c:v>44264</c:v>
                </c:pt>
                <c:pt idx="5547">
                  <c:v>44265</c:v>
                </c:pt>
                <c:pt idx="5548">
                  <c:v>44266</c:v>
                </c:pt>
                <c:pt idx="5549">
                  <c:v>44267</c:v>
                </c:pt>
                <c:pt idx="5550">
                  <c:v>44268</c:v>
                </c:pt>
                <c:pt idx="5551">
                  <c:v>44269</c:v>
                </c:pt>
                <c:pt idx="5552">
                  <c:v>44270</c:v>
                </c:pt>
                <c:pt idx="5553">
                  <c:v>44271</c:v>
                </c:pt>
                <c:pt idx="5554">
                  <c:v>44272</c:v>
                </c:pt>
                <c:pt idx="5555">
                  <c:v>44273</c:v>
                </c:pt>
                <c:pt idx="5556">
                  <c:v>44274</c:v>
                </c:pt>
                <c:pt idx="5557">
                  <c:v>44275</c:v>
                </c:pt>
                <c:pt idx="5558">
                  <c:v>44276</c:v>
                </c:pt>
                <c:pt idx="5559">
                  <c:v>44277</c:v>
                </c:pt>
                <c:pt idx="5560">
                  <c:v>44278</c:v>
                </c:pt>
                <c:pt idx="5561">
                  <c:v>44279</c:v>
                </c:pt>
                <c:pt idx="5562">
                  <c:v>44280</c:v>
                </c:pt>
                <c:pt idx="5563">
                  <c:v>44281</c:v>
                </c:pt>
                <c:pt idx="5564">
                  <c:v>44282</c:v>
                </c:pt>
                <c:pt idx="5565">
                  <c:v>44283</c:v>
                </c:pt>
                <c:pt idx="5566">
                  <c:v>44284</c:v>
                </c:pt>
                <c:pt idx="5567">
                  <c:v>44285</c:v>
                </c:pt>
                <c:pt idx="5568">
                  <c:v>44286</c:v>
                </c:pt>
                <c:pt idx="5569">
                  <c:v>44287</c:v>
                </c:pt>
                <c:pt idx="5570">
                  <c:v>44288</c:v>
                </c:pt>
                <c:pt idx="5571">
                  <c:v>44289</c:v>
                </c:pt>
                <c:pt idx="5572">
                  <c:v>44290</c:v>
                </c:pt>
                <c:pt idx="5573">
                  <c:v>44291</c:v>
                </c:pt>
                <c:pt idx="5574">
                  <c:v>44292</c:v>
                </c:pt>
                <c:pt idx="5575">
                  <c:v>44293</c:v>
                </c:pt>
                <c:pt idx="5576">
                  <c:v>44294</c:v>
                </c:pt>
                <c:pt idx="5577">
                  <c:v>44295</c:v>
                </c:pt>
                <c:pt idx="5578">
                  <c:v>44296</c:v>
                </c:pt>
                <c:pt idx="5579">
                  <c:v>44297</c:v>
                </c:pt>
                <c:pt idx="5580">
                  <c:v>44298</c:v>
                </c:pt>
                <c:pt idx="5581">
                  <c:v>44299</c:v>
                </c:pt>
                <c:pt idx="5582">
                  <c:v>44300</c:v>
                </c:pt>
                <c:pt idx="5583">
                  <c:v>44301</c:v>
                </c:pt>
                <c:pt idx="5584">
                  <c:v>44302</c:v>
                </c:pt>
                <c:pt idx="5585">
                  <c:v>44303</c:v>
                </c:pt>
                <c:pt idx="5586">
                  <c:v>44304</c:v>
                </c:pt>
                <c:pt idx="5587">
                  <c:v>44305</c:v>
                </c:pt>
                <c:pt idx="5588">
                  <c:v>44306</c:v>
                </c:pt>
                <c:pt idx="5589">
                  <c:v>44307</c:v>
                </c:pt>
                <c:pt idx="5590">
                  <c:v>44308</c:v>
                </c:pt>
                <c:pt idx="5591">
                  <c:v>44309</c:v>
                </c:pt>
                <c:pt idx="5592">
                  <c:v>44310</c:v>
                </c:pt>
                <c:pt idx="5593">
                  <c:v>44311</c:v>
                </c:pt>
                <c:pt idx="5594">
                  <c:v>44312</c:v>
                </c:pt>
                <c:pt idx="5595">
                  <c:v>44313</c:v>
                </c:pt>
                <c:pt idx="5596">
                  <c:v>44314</c:v>
                </c:pt>
                <c:pt idx="5597">
                  <c:v>44315</c:v>
                </c:pt>
                <c:pt idx="5598">
                  <c:v>44316</c:v>
                </c:pt>
                <c:pt idx="5599">
                  <c:v>44317</c:v>
                </c:pt>
                <c:pt idx="5600">
                  <c:v>44318</c:v>
                </c:pt>
                <c:pt idx="5601">
                  <c:v>44319</c:v>
                </c:pt>
                <c:pt idx="5602">
                  <c:v>44320</c:v>
                </c:pt>
                <c:pt idx="5603">
                  <c:v>44321</c:v>
                </c:pt>
                <c:pt idx="5604">
                  <c:v>44322</c:v>
                </c:pt>
                <c:pt idx="5605">
                  <c:v>44323</c:v>
                </c:pt>
                <c:pt idx="5606">
                  <c:v>44324</c:v>
                </c:pt>
                <c:pt idx="5607">
                  <c:v>44325</c:v>
                </c:pt>
                <c:pt idx="5608">
                  <c:v>44326</c:v>
                </c:pt>
                <c:pt idx="5609">
                  <c:v>44327</c:v>
                </c:pt>
                <c:pt idx="5610">
                  <c:v>44328</c:v>
                </c:pt>
                <c:pt idx="5611">
                  <c:v>44329</c:v>
                </c:pt>
                <c:pt idx="5612">
                  <c:v>44330</c:v>
                </c:pt>
                <c:pt idx="5613">
                  <c:v>44331</c:v>
                </c:pt>
                <c:pt idx="5614">
                  <c:v>44332</c:v>
                </c:pt>
                <c:pt idx="5615">
                  <c:v>44333</c:v>
                </c:pt>
                <c:pt idx="5616">
                  <c:v>44334</c:v>
                </c:pt>
                <c:pt idx="5617">
                  <c:v>44335</c:v>
                </c:pt>
                <c:pt idx="5618">
                  <c:v>44336</c:v>
                </c:pt>
                <c:pt idx="5619">
                  <c:v>44337</c:v>
                </c:pt>
                <c:pt idx="5620">
                  <c:v>44338</c:v>
                </c:pt>
                <c:pt idx="5621">
                  <c:v>44339</c:v>
                </c:pt>
                <c:pt idx="5622">
                  <c:v>44340</c:v>
                </c:pt>
                <c:pt idx="5623">
                  <c:v>44341</c:v>
                </c:pt>
                <c:pt idx="5624">
                  <c:v>44342</c:v>
                </c:pt>
                <c:pt idx="5625">
                  <c:v>44343</c:v>
                </c:pt>
                <c:pt idx="5626">
                  <c:v>44344</c:v>
                </c:pt>
                <c:pt idx="5627">
                  <c:v>44345</c:v>
                </c:pt>
                <c:pt idx="5628">
                  <c:v>44346</c:v>
                </c:pt>
                <c:pt idx="5629">
                  <c:v>44347</c:v>
                </c:pt>
                <c:pt idx="5630">
                  <c:v>44348</c:v>
                </c:pt>
                <c:pt idx="5631">
                  <c:v>44349</c:v>
                </c:pt>
                <c:pt idx="5632">
                  <c:v>44350</c:v>
                </c:pt>
                <c:pt idx="5633">
                  <c:v>44351</c:v>
                </c:pt>
                <c:pt idx="5634">
                  <c:v>44352</c:v>
                </c:pt>
                <c:pt idx="5635">
                  <c:v>44353</c:v>
                </c:pt>
                <c:pt idx="5636">
                  <c:v>44354</c:v>
                </c:pt>
                <c:pt idx="5637">
                  <c:v>44355</c:v>
                </c:pt>
                <c:pt idx="5638">
                  <c:v>44356</c:v>
                </c:pt>
                <c:pt idx="5639">
                  <c:v>44357</c:v>
                </c:pt>
                <c:pt idx="5640">
                  <c:v>44358</c:v>
                </c:pt>
                <c:pt idx="5641">
                  <c:v>44359</c:v>
                </c:pt>
                <c:pt idx="5642">
                  <c:v>44360</c:v>
                </c:pt>
                <c:pt idx="5643">
                  <c:v>44361</c:v>
                </c:pt>
                <c:pt idx="5644">
                  <c:v>44362</c:v>
                </c:pt>
                <c:pt idx="5645">
                  <c:v>44363</c:v>
                </c:pt>
                <c:pt idx="5646">
                  <c:v>44364</c:v>
                </c:pt>
                <c:pt idx="5647">
                  <c:v>44365</c:v>
                </c:pt>
                <c:pt idx="5648">
                  <c:v>44366</c:v>
                </c:pt>
                <c:pt idx="5649">
                  <c:v>44367</c:v>
                </c:pt>
                <c:pt idx="5650">
                  <c:v>44368</c:v>
                </c:pt>
                <c:pt idx="5651">
                  <c:v>44369</c:v>
                </c:pt>
                <c:pt idx="5652">
                  <c:v>44370</c:v>
                </c:pt>
                <c:pt idx="5653">
                  <c:v>44371</c:v>
                </c:pt>
                <c:pt idx="5654">
                  <c:v>44372</c:v>
                </c:pt>
                <c:pt idx="5655">
                  <c:v>44373</c:v>
                </c:pt>
                <c:pt idx="5656">
                  <c:v>44374</c:v>
                </c:pt>
                <c:pt idx="5657">
                  <c:v>44375</c:v>
                </c:pt>
                <c:pt idx="5658">
                  <c:v>44376</c:v>
                </c:pt>
                <c:pt idx="5659">
                  <c:v>44377</c:v>
                </c:pt>
                <c:pt idx="5660">
                  <c:v>44378</c:v>
                </c:pt>
                <c:pt idx="5661">
                  <c:v>44379</c:v>
                </c:pt>
                <c:pt idx="5662">
                  <c:v>44380</c:v>
                </c:pt>
                <c:pt idx="5663">
                  <c:v>44381</c:v>
                </c:pt>
                <c:pt idx="5664">
                  <c:v>44382</c:v>
                </c:pt>
                <c:pt idx="5665">
                  <c:v>44383</c:v>
                </c:pt>
                <c:pt idx="5666">
                  <c:v>44384</c:v>
                </c:pt>
                <c:pt idx="5667">
                  <c:v>44385</c:v>
                </c:pt>
                <c:pt idx="5668">
                  <c:v>44386</c:v>
                </c:pt>
                <c:pt idx="5669">
                  <c:v>44387</c:v>
                </c:pt>
                <c:pt idx="5670">
                  <c:v>44388</c:v>
                </c:pt>
                <c:pt idx="5671">
                  <c:v>44389</c:v>
                </c:pt>
                <c:pt idx="5672">
                  <c:v>44390</c:v>
                </c:pt>
                <c:pt idx="5673">
                  <c:v>44391</c:v>
                </c:pt>
                <c:pt idx="5674">
                  <c:v>44392</c:v>
                </c:pt>
                <c:pt idx="5675">
                  <c:v>44393</c:v>
                </c:pt>
                <c:pt idx="5676">
                  <c:v>44394</c:v>
                </c:pt>
                <c:pt idx="5677">
                  <c:v>44395</c:v>
                </c:pt>
                <c:pt idx="5678">
                  <c:v>44396</c:v>
                </c:pt>
                <c:pt idx="5679">
                  <c:v>44397</c:v>
                </c:pt>
                <c:pt idx="5680">
                  <c:v>44398</c:v>
                </c:pt>
                <c:pt idx="5681">
                  <c:v>44399</c:v>
                </c:pt>
                <c:pt idx="5682">
                  <c:v>44400</c:v>
                </c:pt>
                <c:pt idx="5683">
                  <c:v>44401</c:v>
                </c:pt>
                <c:pt idx="5684">
                  <c:v>44402</c:v>
                </c:pt>
                <c:pt idx="5685">
                  <c:v>44403</c:v>
                </c:pt>
                <c:pt idx="5686">
                  <c:v>44404</c:v>
                </c:pt>
                <c:pt idx="5687">
                  <c:v>44405</c:v>
                </c:pt>
                <c:pt idx="5688">
                  <c:v>44406</c:v>
                </c:pt>
                <c:pt idx="5689">
                  <c:v>44407</c:v>
                </c:pt>
                <c:pt idx="5690">
                  <c:v>44408</c:v>
                </c:pt>
                <c:pt idx="5691">
                  <c:v>44409</c:v>
                </c:pt>
                <c:pt idx="5692">
                  <c:v>44410</c:v>
                </c:pt>
                <c:pt idx="5693">
                  <c:v>44411</c:v>
                </c:pt>
                <c:pt idx="5694">
                  <c:v>44412</c:v>
                </c:pt>
                <c:pt idx="5695">
                  <c:v>44413</c:v>
                </c:pt>
                <c:pt idx="5696">
                  <c:v>44414</c:v>
                </c:pt>
                <c:pt idx="5697">
                  <c:v>44415</c:v>
                </c:pt>
                <c:pt idx="5698">
                  <c:v>44416</c:v>
                </c:pt>
                <c:pt idx="5699">
                  <c:v>44417</c:v>
                </c:pt>
                <c:pt idx="5700">
                  <c:v>44418</c:v>
                </c:pt>
                <c:pt idx="5701">
                  <c:v>44419</c:v>
                </c:pt>
                <c:pt idx="5702">
                  <c:v>44420</c:v>
                </c:pt>
                <c:pt idx="5703">
                  <c:v>44421</c:v>
                </c:pt>
                <c:pt idx="5704">
                  <c:v>44422</c:v>
                </c:pt>
                <c:pt idx="5705">
                  <c:v>44423</c:v>
                </c:pt>
                <c:pt idx="5706">
                  <c:v>44424</c:v>
                </c:pt>
                <c:pt idx="5707">
                  <c:v>44425</c:v>
                </c:pt>
                <c:pt idx="5708">
                  <c:v>44426</c:v>
                </c:pt>
                <c:pt idx="5709">
                  <c:v>44427</c:v>
                </c:pt>
                <c:pt idx="5710">
                  <c:v>44428</c:v>
                </c:pt>
                <c:pt idx="5711">
                  <c:v>44429</c:v>
                </c:pt>
                <c:pt idx="5712">
                  <c:v>44430</c:v>
                </c:pt>
                <c:pt idx="5713">
                  <c:v>44431</c:v>
                </c:pt>
                <c:pt idx="5714">
                  <c:v>44432</c:v>
                </c:pt>
                <c:pt idx="5715">
                  <c:v>44433</c:v>
                </c:pt>
                <c:pt idx="5716">
                  <c:v>44434</c:v>
                </c:pt>
                <c:pt idx="5717">
                  <c:v>44435</c:v>
                </c:pt>
                <c:pt idx="5718">
                  <c:v>44436</c:v>
                </c:pt>
                <c:pt idx="5719">
                  <c:v>44437</c:v>
                </c:pt>
                <c:pt idx="5720">
                  <c:v>44438</c:v>
                </c:pt>
                <c:pt idx="5721">
                  <c:v>44439</c:v>
                </c:pt>
                <c:pt idx="5722">
                  <c:v>44440</c:v>
                </c:pt>
                <c:pt idx="5723">
                  <c:v>44441</c:v>
                </c:pt>
                <c:pt idx="5724">
                  <c:v>44442</c:v>
                </c:pt>
                <c:pt idx="5725">
                  <c:v>44443</c:v>
                </c:pt>
                <c:pt idx="5726">
                  <c:v>44444</c:v>
                </c:pt>
                <c:pt idx="5727">
                  <c:v>44445</c:v>
                </c:pt>
                <c:pt idx="5728">
                  <c:v>44446</c:v>
                </c:pt>
                <c:pt idx="5729">
                  <c:v>44447</c:v>
                </c:pt>
                <c:pt idx="5730">
                  <c:v>44448</c:v>
                </c:pt>
                <c:pt idx="5731">
                  <c:v>44449</c:v>
                </c:pt>
                <c:pt idx="5732">
                  <c:v>44450</c:v>
                </c:pt>
                <c:pt idx="5733">
                  <c:v>44451</c:v>
                </c:pt>
                <c:pt idx="5734">
                  <c:v>44452</c:v>
                </c:pt>
                <c:pt idx="5735">
                  <c:v>44453</c:v>
                </c:pt>
                <c:pt idx="5736">
                  <c:v>44454</c:v>
                </c:pt>
                <c:pt idx="5737">
                  <c:v>44455</c:v>
                </c:pt>
                <c:pt idx="5738">
                  <c:v>44456</c:v>
                </c:pt>
                <c:pt idx="5739">
                  <c:v>44457</c:v>
                </c:pt>
                <c:pt idx="5740">
                  <c:v>44458</c:v>
                </c:pt>
                <c:pt idx="5741">
                  <c:v>44459</c:v>
                </c:pt>
                <c:pt idx="5742">
                  <c:v>44460</c:v>
                </c:pt>
                <c:pt idx="5743">
                  <c:v>44461</c:v>
                </c:pt>
                <c:pt idx="5744">
                  <c:v>44462</c:v>
                </c:pt>
                <c:pt idx="5745">
                  <c:v>44463</c:v>
                </c:pt>
                <c:pt idx="5746">
                  <c:v>44464</c:v>
                </c:pt>
                <c:pt idx="5747">
                  <c:v>44465</c:v>
                </c:pt>
                <c:pt idx="5748">
                  <c:v>44466</c:v>
                </c:pt>
                <c:pt idx="5749">
                  <c:v>44467</c:v>
                </c:pt>
                <c:pt idx="5750">
                  <c:v>44468</c:v>
                </c:pt>
                <c:pt idx="5751">
                  <c:v>44469</c:v>
                </c:pt>
                <c:pt idx="5752">
                  <c:v>44470</c:v>
                </c:pt>
                <c:pt idx="5753">
                  <c:v>44471</c:v>
                </c:pt>
                <c:pt idx="5754">
                  <c:v>44472</c:v>
                </c:pt>
                <c:pt idx="5755">
                  <c:v>44473</c:v>
                </c:pt>
                <c:pt idx="5756">
                  <c:v>44474</c:v>
                </c:pt>
                <c:pt idx="5757">
                  <c:v>44475</c:v>
                </c:pt>
                <c:pt idx="5758">
                  <c:v>44476</c:v>
                </c:pt>
                <c:pt idx="5759">
                  <c:v>44477</c:v>
                </c:pt>
                <c:pt idx="5760">
                  <c:v>44478</c:v>
                </c:pt>
                <c:pt idx="5761">
                  <c:v>44479</c:v>
                </c:pt>
                <c:pt idx="5762">
                  <c:v>44480</c:v>
                </c:pt>
                <c:pt idx="5763">
                  <c:v>44481</c:v>
                </c:pt>
                <c:pt idx="5764">
                  <c:v>44482</c:v>
                </c:pt>
                <c:pt idx="5765">
                  <c:v>44483</c:v>
                </c:pt>
                <c:pt idx="5766">
                  <c:v>44484</c:v>
                </c:pt>
                <c:pt idx="5767">
                  <c:v>44485</c:v>
                </c:pt>
                <c:pt idx="5768">
                  <c:v>44486</c:v>
                </c:pt>
                <c:pt idx="5769">
                  <c:v>44487</c:v>
                </c:pt>
                <c:pt idx="5770">
                  <c:v>44488</c:v>
                </c:pt>
                <c:pt idx="5771">
                  <c:v>44489</c:v>
                </c:pt>
                <c:pt idx="5772">
                  <c:v>44490</c:v>
                </c:pt>
                <c:pt idx="5773">
                  <c:v>44491</c:v>
                </c:pt>
                <c:pt idx="5774">
                  <c:v>44492</c:v>
                </c:pt>
                <c:pt idx="5775">
                  <c:v>44493</c:v>
                </c:pt>
                <c:pt idx="5776">
                  <c:v>44494</c:v>
                </c:pt>
                <c:pt idx="5777">
                  <c:v>44495</c:v>
                </c:pt>
                <c:pt idx="5778">
                  <c:v>44496</c:v>
                </c:pt>
                <c:pt idx="5779">
                  <c:v>44497</c:v>
                </c:pt>
                <c:pt idx="5780">
                  <c:v>44498</c:v>
                </c:pt>
                <c:pt idx="5781">
                  <c:v>44499</c:v>
                </c:pt>
                <c:pt idx="5782">
                  <c:v>44500</c:v>
                </c:pt>
                <c:pt idx="5783">
                  <c:v>44501</c:v>
                </c:pt>
                <c:pt idx="5784">
                  <c:v>44502</c:v>
                </c:pt>
                <c:pt idx="5785">
                  <c:v>44503</c:v>
                </c:pt>
                <c:pt idx="5786">
                  <c:v>44504</c:v>
                </c:pt>
                <c:pt idx="5787">
                  <c:v>44505</c:v>
                </c:pt>
                <c:pt idx="5788">
                  <c:v>44506</c:v>
                </c:pt>
                <c:pt idx="5789">
                  <c:v>44507</c:v>
                </c:pt>
                <c:pt idx="5790">
                  <c:v>44508</c:v>
                </c:pt>
                <c:pt idx="5791">
                  <c:v>44509</c:v>
                </c:pt>
                <c:pt idx="5792">
                  <c:v>44510</c:v>
                </c:pt>
                <c:pt idx="5793">
                  <c:v>44511</c:v>
                </c:pt>
                <c:pt idx="5794">
                  <c:v>44512</c:v>
                </c:pt>
                <c:pt idx="5795">
                  <c:v>44513</c:v>
                </c:pt>
                <c:pt idx="5796">
                  <c:v>44514</c:v>
                </c:pt>
                <c:pt idx="5797">
                  <c:v>44515</c:v>
                </c:pt>
                <c:pt idx="5798">
                  <c:v>44516</c:v>
                </c:pt>
                <c:pt idx="5799">
                  <c:v>44517</c:v>
                </c:pt>
                <c:pt idx="5800">
                  <c:v>44518</c:v>
                </c:pt>
                <c:pt idx="5801">
                  <c:v>44519</c:v>
                </c:pt>
                <c:pt idx="5802">
                  <c:v>44520</c:v>
                </c:pt>
                <c:pt idx="5803">
                  <c:v>44521</c:v>
                </c:pt>
                <c:pt idx="5804">
                  <c:v>44522</c:v>
                </c:pt>
                <c:pt idx="5805">
                  <c:v>44523</c:v>
                </c:pt>
                <c:pt idx="5806">
                  <c:v>44524</c:v>
                </c:pt>
                <c:pt idx="5807">
                  <c:v>44525</c:v>
                </c:pt>
                <c:pt idx="5808">
                  <c:v>44526</c:v>
                </c:pt>
                <c:pt idx="5809">
                  <c:v>44527</c:v>
                </c:pt>
                <c:pt idx="5810">
                  <c:v>44528</c:v>
                </c:pt>
                <c:pt idx="5811">
                  <c:v>44529</c:v>
                </c:pt>
                <c:pt idx="5812">
                  <c:v>44530</c:v>
                </c:pt>
                <c:pt idx="5813">
                  <c:v>44531</c:v>
                </c:pt>
                <c:pt idx="5814">
                  <c:v>44532</c:v>
                </c:pt>
                <c:pt idx="5815">
                  <c:v>44533</c:v>
                </c:pt>
                <c:pt idx="5816">
                  <c:v>44534</c:v>
                </c:pt>
                <c:pt idx="5817">
                  <c:v>44535</c:v>
                </c:pt>
                <c:pt idx="5818">
                  <c:v>44536</c:v>
                </c:pt>
                <c:pt idx="5819">
                  <c:v>44537</c:v>
                </c:pt>
                <c:pt idx="5820">
                  <c:v>44538</c:v>
                </c:pt>
                <c:pt idx="5821">
                  <c:v>44539</c:v>
                </c:pt>
                <c:pt idx="5822">
                  <c:v>44540</c:v>
                </c:pt>
                <c:pt idx="5823">
                  <c:v>44541</c:v>
                </c:pt>
                <c:pt idx="5824">
                  <c:v>44542</c:v>
                </c:pt>
                <c:pt idx="5825">
                  <c:v>44543</c:v>
                </c:pt>
                <c:pt idx="5826">
                  <c:v>44544</c:v>
                </c:pt>
                <c:pt idx="5827">
                  <c:v>44545</c:v>
                </c:pt>
                <c:pt idx="5828">
                  <c:v>44546</c:v>
                </c:pt>
                <c:pt idx="5829">
                  <c:v>44547</c:v>
                </c:pt>
                <c:pt idx="5830">
                  <c:v>44548</c:v>
                </c:pt>
                <c:pt idx="5831">
                  <c:v>44549</c:v>
                </c:pt>
                <c:pt idx="5832">
                  <c:v>44550</c:v>
                </c:pt>
                <c:pt idx="5833">
                  <c:v>44551</c:v>
                </c:pt>
                <c:pt idx="5834">
                  <c:v>44552</c:v>
                </c:pt>
                <c:pt idx="5835">
                  <c:v>44553</c:v>
                </c:pt>
                <c:pt idx="5836">
                  <c:v>44554</c:v>
                </c:pt>
                <c:pt idx="5837">
                  <c:v>44555</c:v>
                </c:pt>
                <c:pt idx="5838">
                  <c:v>44556</c:v>
                </c:pt>
                <c:pt idx="5839">
                  <c:v>44557</c:v>
                </c:pt>
                <c:pt idx="5840">
                  <c:v>44558</c:v>
                </c:pt>
                <c:pt idx="5841">
                  <c:v>44559</c:v>
                </c:pt>
                <c:pt idx="5842">
                  <c:v>44560</c:v>
                </c:pt>
                <c:pt idx="5843">
                  <c:v>44561</c:v>
                </c:pt>
                <c:pt idx="5844">
                  <c:v>44562</c:v>
                </c:pt>
                <c:pt idx="5845">
                  <c:v>44563</c:v>
                </c:pt>
                <c:pt idx="5846">
                  <c:v>44564</c:v>
                </c:pt>
                <c:pt idx="5847">
                  <c:v>44565</c:v>
                </c:pt>
                <c:pt idx="5848">
                  <c:v>44566</c:v>
                </c:pt>
                <c:pt idx="5849">
                  <c:v>44567</c:v>
                </c:pt>
                <c:pt idx="5850">
                  <c:v>44568</c:v>
                </c:pt>
                <c:pt idx="5851">
                  <c:v>44569</c:v>
                </c:pt>
                <c:pt idx="5852">
                  <c:v>44570</c:v>
                </c:pt>
                <c:pt idx="5853">
                  <c:v>44571</c:v>
                </c:pt>
                <c:pt idx="5854">
                  <c:v>44572</c:v>
                </c:pt>
                <c:pt idx="5855">
                  <c:v>44573</c:v>
                </c:pt>
                <c:pt idx="5856">
                  <c:v>44574</c:v>
                </c:pt>
                <c:pt idx="5857">
                  <c:v>44575</c:v>
                </c:pt>
                <c:pt idx="5858">
                  <c:v>44576</c:v>
                </c:pt>
                <c:pt idx="5859">
                  <c:v>44577</c:v>
                </c:pt>
                <c:pt idx="5860">
                  <c:v>44578</c:v>
                </c:pt>
                <c:pt idx="5861">
                  <c:v>44579</c:v>
                </c:pt>
                <c:pt idx="5862">
                  <c:v>44580</c:v>
                </c:pt>
                <c:pt idx="5863">
                  <c:v>44581</c:v>
                </c:pt>
                <c:pt idx="5864">
                  <c:v>44582</c:v>
                </c:pt>
                <c:pt idx="5865">
                  <c:v>44583</c:v>
                </c:pt>
                <c:pt idx="5866">
                  <c:v>44584</c:v>
                </c:pt>
                <c:pt idx="5867">
                  <c:v>44585</c:v>
                </c:pt>
                <c:pt idx="5868">
                  <c:v>44586</c:v>
                </c:pt>
                <c:pt idx="5869">
                  <c:v>44587</c:v>
                </c:pt>
                <c:pt idx="5870">
                  <c:v>44588</c:v>
                </c:pt>
                <c:pt idx="5871">
                  <c:v>44589</c:v>
                </c:pt>
                <c:pt idx="5872">
                  <c:v>44590</c:v>
                </c:pt>
                <c:pt idx="5873">
                  <c:v>44591</c:v>
                </c:pt>
                <c:pt idx="5874">
                  <c:v>44592</c:v>
                </c:pt>
                <c:pt idx="5875">
                  <c:v>44593</c:v>
                </c:pt>
                <c:pt idx="5876">
                  <c:v>44594</c:v>
                </c:pt>
                <c:pt idx="5877">
                  <c:v>44595</c:v>
                </c:pt>
                <c:pt idx="5878">
                  <c:v>44596</c:v>
                </c:pt>
                <c:pt idx="5879">
                  <c:v>44597</c:v>
                </c:pt>
                <c:pt idx="5880">
                  <c:v>44598</c:v>
                </c:pt>
                <c:pt idx="5881">
                  <c:v>44599</c:v>
                </c:pt>
                <c:pt idx="5882">
                  <c:v>44600</c:v>
                </c:pt>
                <c:pt idx="5883">
                  <c:v>44601</c:v>
                </c:pt>
                <c:pt idx="5884">
                  <c:v>44602</c:v>
                </c:pt>
                <c:pt idx="5885">
                  <c:v>44603</c:v>
                </c:pt>
                <c:pt idx="5886">
                  <c:v>44604</c:v>
                </c:pt>
                <c:pt idx="5887">
                  <c:v>44605</c:v>
                </c:pt>
                <c:pt idx="5888">
                  <c:v>44606</c:v>
                </c:pt>
                <c:pt idx="5889">
                  <c:v>44607</c:v>
                </c:pt>
                <c:pt idx="5890">
                  <c:v>44608</c:v>
                </c:pt>
                <c:pt idx="5891">
                  <c:v>44609</c:v>
                </c:pt>
                <c:pt idx="5892">
                  <c:v>44610</c:v>
                </c:pt>
                <c:pt idx="5893">
                  <c:v>44611</c:v>
                </c:pt>
                <c:pt idx="5894">
                  <c:v>44612</c:v>
                </c:pt>
                <c:pt idx="5895">
                  <c:v>44613</c:v>
                </c:pt>
                <c:pt idx="5896">
                  <c:v>44614</c:v>
                </c:pt>
                <c:pt idx="5897">
                  <c:v>44615</c:v>
                </c:pt>
                <c:pt idx="5898">
                  <c:v>44616</c:v>
                </c:pt>
                <c:pt idx="5899">
                  <c:v>44617</c:v>
                </c:pt>
                <c:pt idx="5900">
                  <c:v>44618</c:v>
                </c:pt>
                <c:pt idx="5901">
                  <c:v>44619</c:v>
                </c:pt>
                <c:pt idx="5902">
                  <c:v>44620</c:v>
                </c:pt>
                <c:pt idx="5903">
                  <c:v>44621</c:v>
                </c:pt>
                <c:pt idx="5904">
                  <c:v>44622</c:v>
                </c:pt>
                <c:pt idx="5905">
                  <c:v>44623</c:v>
                </c:pt>
                <c:pt idx="5906">
                  <c:v>44624</c:v>
                </c:pt>
                <c:pt idx="5907">
                  <c:v>44625</c:v>
                </c:pt>
                <c:pt idx="5908">
                  <c:v>44626</c:v>
                </c:pt>
                <c:pt idx="5909">
                  <c:v>44627</c:v>
                </c:pt>
                <c:pt idx="5910">
                  <c:v>44628</c:v>
                </c:pt>
                <c:pt idx="5911">
                  <c:v>44629</c:v>
                </c:pt>
                <c:pt idx="5912">
                  <c:v>44630</c:v>
                </c:pt>
                <c:pt idx="5913">
                  <c:v>44631</c:v>
                </c:pt>
                <c:pt idx="5914">
                  <c:v>44632</c:v>
                </c:pt>
                <c:pt idx="5915">
                  <c:v>44633</c:v>
                </c:pt>
                <c:pt idx="5916">
                  <c:v>44634</c:v>
                </c:pt>
                <c:pt idx="5917">
                  <c:v>44635</c:v>
                </c:pt>
                <c:pt idx="5918">
                  <c:v>44636</c:v>
                </c:pt>
                <c:pt idx="5919">
                  <c:v>44637</c:v>
                </c:pt>
                <c:pt idx="5920">
                  <c:v>44638</c:v>
                </c:pt>
                <c:pt idx="5921">
                  <c:v>44639</c:v>
                </c:pt>
                <c:pt idx="5922">
                  <c:v>44640</c:v>
                </c:pt>
                <c:pt idx="5923">
                  <c:v>44641</c:v>
                </c:pt>
                <c:pt idx="5924">
                  <c:v>44642</c:v>
                </c:pt>
                <c:pt idx="5925">
                  <c:v>44643</c:v>
                </c:pt>
                <c:pt idx="5926">
                  <c:v>44644</c:v>
                </c:pt>
                <c:pt idx="5927">
                  <c:v>44645</c:v>
                </c:pt>
                <c:pt idx="5928">
                  <c:v>44646</c:v>
                </c:pt>
                <c:pt idx="5929">
                  <c:v>44647</c:v>
                </c:pt>
                <c:pt idx="5930">
                  <c:v>44648</c:v>
                </c:pt>
                <c:pt idx="5931">
                  <c:v>44649</c:v>
                </c:pt>
                <c:pt idx="5932">
                  <c:v>44650</c:v>
                </c:pt>
                <c:pt idx="5933">
                  <c:v>44651</c:v>
                </c:pt>
                <c:pt idx="5934">
                  <c:v>44652</c:v>
                </c:pt>
                <c:pt idx="5935">
                  <c:v>44653</c:v>
                </c:pt>
                <c:pt idx="5936">
                  <c:v>44654</c:v>
                </c:pt>
                <c:pt idx="5937">
                  <c:v>44655</c:v>
                </c:pt>
                <c:pt idx="5938">
                  <c:v>44656</c:v>
                </c:pt>
                <c:pt idx="5939">
                  <c:v>44657</c:v>
                </c:pt>
                <c:pt idx="5940">
                  <c:v>44658</c:v>
                </c:pt>
                <c:pt idx="5941">
                  <c:v>44659</c:v>
                </c:pt>
                <c:pt idx="5942">
                  <c:v>44660</c:v>
                </c:pt>
                <c:pt idx="5943">
                  <c:v>44661</c:v>
                </c:pt>
                <c:pt idx="5944">
                  <c:v>44662</c:v>
                </c:pt>
                <c:pt idx="5945">
                  <c:v>44663</c:v>
                </c:pt>
                <c:pt idx="5946">
                  <c:v>44664</c:v>
                </c:pt>
                <c:pt idx="5947">
                  <c:v>44665</c:v>
                </c:pt>
                <c:pt idx="5948">
                  <c:v>44666</c:v>
                </c:pt>
                <c:pt idx="5949">
                  <c:v>44667</c:v>
                </c:pt>
                <c:pt idx="5950">
                  <c:v>44668</c:v>
                </c:pt>
                <c:pt idx="5951">
                  <c:v>44669</c:v>
                </c:pt>
                <c:pt idx="5952">
                  <c:v>44670</c:v>
                </c:pt>
                <c:pt idx="5953">
                  <c:v>44671</c:v>
                </c:pt>
                <c:pt idx="5954">
                  <c:v>44672</c:v>
                </c:pt>
                <c:pt idx="5955">
                  <c:v>44673</c:v>
                </c:pt>
                <c:pt idx="5956">
                  <c:v>44674</c:v>
                </c:pt>
                <c:pt idx="5957">
                  <c:v>44675</c:v>
                </c:pt>
                <c:pt idx="5958">
                  <c:v>44676</c:v>
                </c:pt>
                <c:pt idx="5959">
                  <c:v>44677</c:v>
                </c:pt>
                <c:pt idx="5960">
                  <c:v>44678</c:v>
                </c:pt>
                <c:pt idx="5961">
                  <c:v>44679</c:v>
                </c:pt>
                <c:pt idx="5962">
                  <c:v>44680</c:v>
                </c:pt>
                <c:pt idx="5963">
                  <c:v>44681</c:v>
                </c:pt>
                <c:pt idx="5964">
                  <c:v>44682</c:v>
                </c:pt>
                <c:pt idx="5965">
                  <c:v>44683</c:v>
                </c:pt>
                <c:pt idx="5966">
                  <c:v>44684</c:v>
                </c:pt>
                <c:pt idx="5967">
                  <c:v>44685</c:v>
                </c:pt>
                <c:pt idx="5968">
                  <c:v>44686</c:v>
                </c:pt>
                <c:pt idx="5969">
                  <c:v>44687</c:v>
                </c:pt>
                <c:pt idx="5970">
                  <c:v>44688</c:v>
                </c:pt>
                <c:pt idx="5971">
                  <c:v>44689</c:v>
                </c:pt>
                <c:pt idx="5972">
                  <c:v>44690</c:v>
                </c:pt>
                <c:pt idx="5973">
                  <c:v>44691</c:v>
                </c:pt>
                <c:pt idx="5974">
                  <c:v>44692</c:v>
                </c:pt>
                <c:pt idx="5975">
                  <c:v>44693</c:v>
                </c:pt>
                <c:pt idx="5976">
                  <c:v>44694</c:v>
                </c:pt>
                <c:pt idx="5977">
                  <c:v>44695</c:v>
                </c:pt>
                <c:pt idx="5978">
                  <c:v>44696</c:v>
                </c:pt>
                <c:pt idx="5979">
                  <c:v>44697</c:v>
                </c:pt>
                <c:pt idx="5980">
                  <c:v>44698</c:v>
                </c:pt>
                <c:pt idx="5981">
                  <c:v>44699</c:v>
                </c:pt>
                <c:pt idx="5982">
                  <c:v>44700</c:v>
                </c:pt>
                <c:pt idx="5983">
                  <c:v>44701</c:v>
                </c:pt>
                <c:pt idx="5984">
                  <c:v>44702</c:v>
                </c:pt>
                <c:pt idx="5985">
                  <c:v>44703</c:v>
                </c:pt>
                <c:pt idx="5986">
                  <c:v>44704</c:v>
                </c:pt>
                <c:pt idx="5987">
                  <c:v>44705</c:v>
                </c:pt>
                <c:pt idx="5988">
                  <c:v>44706</c:v>
                </c:pt>
                <c:pt idx="5989">
                  <c:v>44707</c:v>
                </c:pt>
                <c:pt idx="5990">
                  <c:v>44708</c:v>
                </c:pt>
                <c:pt idx="5991">
                  <c:v>44709</c:v>
                </c:pt>
                <c:pt idx="5992">
                  <c:v>44710</c:v>
                </c:pt>
                <c:pt idx="5993">
                  <c:v>44711</c:v>
                </c:pt>
                <c:pt idx="5994">
                  <c:v>44712</c:v>
                </c:pt>
                <c:pt idx="5995">
                  <c:v>44713</c:v>
                </c:pt>
                <c:pt idx="5996">
                  <c:v>44714</c:v>
                </c:pt>
                <c:pt idx="5997">
                  <c:v>44715</c:v>
                </c:pt>
                <c:pt idx="5998">
                  <c:v>44716</c:v>
                </c:pt>
                <c:pt idx="5999">
                  <c:v>44717</c:v>
                </c:pt>
                <c:pt idx="6000">
                  <c:v>44718</c:v>
                </c:pt>
                <c:pt idx="6001">
                  <c:v>44719</c:v>
                </c:pt>
                <c:pt idx="6002">
                  <c:v>44720</c:v>
                </c:pt>
                <c:pt idx="6003">
                  <c:v>44721</c:v>
                </c:pt>
                <c:pt idx="6004">
                  <c:v>44722</c:v>
                </c:pt>
                <c:pt idx="6005">
                  <c:v>44723</c:v>
                </c:pt>
                <c:pt idx="6006">
                  <c:v>44724</c:v>
                </c:pt>
                <c:pt idx="6007">
                  <c:v>44725</c:v>
                </c:pt>
                <c:pt idx="6008">
                  <c:v>44726</c:v>
                </c:pt>
                <c:pt idx="6009">
                  <c:v>44727</c:v>
                </c:pt>
                <c:pt idx="6010">
                  <c:v>44728</c:v>
                </c:pt>
                <c:pt idx="6011">
                  <c:v>44729</c:v>
                </c:pt>
                <c:pt idx="6012">
                  <c:v>44730</c:v>
                </c:pt>
                <c:pt idx="6013">
                  <c:v>44731</c:v>
                </c:pt>
                <c:pt idx="6014">
                  <c:v>44732</c:v>
                </c:pt>
                <c:pt idx="6015">
                  <c:v>44733</c:v>
                </c:pt>
                <c:pt idx="6016">
                  <c:v>44734</c:v>
                </c:pt>
                <c:pt idx="6017">
                  <c:v>44735</c:v>
                </c:pt>
                <c:pt idx="6018">
                  <c:v>44736</c:v>
                </c:pt>
                <c:pt idx="6019">
                  <c:v>44737</c:v>
                </c:pt>
                <c:pt idx="6020">
                  <c:v>44738</c:v>
                </c:pt>
                <c:pt idx="6021">
                  <c:v>44739</c:v>
                </c:pt>
                <c:pt idx="6022">
                  <c:v>44740</c:v>
                </c:pt>
                <c:pt idx="6023">
                  <c:v>44741</c:v>
                </c:pt>
                <c:pt idx="6024">
                  <c:v>44742</c:v>
                </c:pt>
                <c:pt idx="6025">
                  <c:v>44743</c:v>
                </c:pt>
                <c:pt idx="6026">
                  <c:v>44744</c:v>
                </c:pt>
                <c:pt idx="6027">
                  <c:v>44745</c:v>
                </c:pt>
                <c:pt idx="6028">
                  <c:v>44746</c:v>
                </c:pt>
                <c:pt idx="6029">
                  <c:v>44747</c:v>
                </c:pt>
                <c:pt idx="6030">
                  <c:v>44748</c:v>
                </c:pt>
                <c:pt idx="6031">
                  <c:v>44749</c:v>
                </c:pt>
                <c:pt idx="6032">
                  <c:v>44750</c:v>
                </c:pt>
                <c:pt idx="6033">
                  <c:v>44751</c:v>
                </c:pt>
                <c:pt idx="6034">
                  <c:v>44752</c:v>
                </c:pt>
                <c:pt idx="6035">
                  <c:v>44753</c:v>
                </c:pt>
                <c:pt idx="6036">
                  <c:v>44754</c:v>
                </c:pt>
                <c:pt idx="6037">
                  <c:v>44755</c:v>
                </c:pt>
                <c:pt idx="6038">
                  <c:v>44756</c:v>
                </c:pt>
                <c:pt idx="6039">
                  <c:v>44757</c:v>
                </c:pt>
                <c:pt idx="6040">
                  <c:v>44758</c:v>
                </c:pt>
                <c:pt idx="6041">
                  <c:v>44759</c:v>
                </c:pt>
                <c:pt idx="6042">
                  <c:v>44760</c:v>
                </c:pt>
                <c:pt idx="6043">
                  <c:v>44761</c:v>
                </c:pt>
                <c:pt idx="6044">
                  <c:v>44762</c:v>
                </c:pt>
                <c:pt idx="6045">
                  <c:v>44763</c:v>
                </c:pt>
                <c:pt idx="6046">
                  <c:v>44764</c:v>
                </c:pt>
                <c:pt idx="6047">
                  <c:v>44765</c:v>
                </c:pt>
                <c:pt idx="6048">
                  <c:v>44766</c:v>
                </c:pt>
                <c:pt idx="6049">
                  <c:v>44767</c:v>
                </c:pt>
                <c:pt idx="6050">
                  <c:v>44768</c:v>
                </c:pt>
                <c:pt idx="6051">
                  <c:v>44769</c:v>
                </c:pt>
                <c:pt idx="6052">
                  <c:v>44770</c:v>
                </c:pt>
                <c:pt idx="6053">
                  <c:v>44771</c:v>
                </c:pt>
                <c:pt idx="6054">
                  <c:v>44772</c:v>
                </c:pt>
                <c:pt idx="6055">
                  <c:v>44773</c:v>
                </c:pt>
                <c:pt idx="6056">
                  <c:v>44774</c:v>
                </c:pt>
                <c:pt idx="6057">
                  <c:v>44775</c:v>
                </c:pt>
                <c:pt idx="6058">
                  <c:v>44776</c:v>
                </c:pt>
                <c:pt idx="6059">
                  <c:v>44777</c:v>
                </c:pt>
                <c:pt idx="6060">
                  <c:v>44778</c:v>
                </c:pt>
                <c:pt idx="6061">
                  <c:v>44779</c:v>
                </c:pt>
                <c:pt idx="6062">
                  <c:v>44780</c:v>
                </c:pt>
                <c:pt idx="6063">
                  <c:v>44781</c:v>
                </c:pt>
                <c:pt idx="6064">
                  <c:v>44782</c:v>
                </c:pt>
                <c:pt idx="6065">
                  <c:v>44783</c:v>
                </c:pt>
                <c:pt idx="6066">
                  <c:v>44784</c:v>
                </c:pt>
                <c:pt idx="6067">
                  <c:v>44785</c:v>
                </c:pt>
                <c:pt idx="6068">
                  <c:v>44786</c:v>
                </c:pt>
                <c:pt idx="6069">
                  <c:v>44787</c:v>
                </c:pt>
                <c:pt idx="6070">
                  <c:v>44788</c:v>
                </c:pt>
                <c:pt idx="6071">
                  <c:v>44789</c:v>
                </c:pt>
                <c:pt idx="6072">
                  <c:v>44790</c:v>
                </c:pt>
                <c:pt idx="6073">
                  <c:v>44791</c:v>
                </c:pt>
                <c:pt idx="6074">
                  <c:v>44792</c:v>
                </c:pt>
                <c:pt idx="6075">
                  <c:v>44793</c:v>
                </c:pt>
                <c:pt idx="6076">
                  <c:v>44794</c:v>
                </c:pt>
                <c:pt idx="6077">
                  <c:v>44795</c:v>
                </c:pt>
                <c:pt idx="6078">
                  <c:v>44796</c:v>
                </c:pt>
                <c:pt idx="6079">
                  <c:v>44797</c:v>
                </c:pt>
                <c:pt idx="6080">
                  <c:v>44798</c:v>
                </c:pt>
                <c:pt idx="6081">
                  <c:v>44799</c:v>
                </c:pt>
                <c:pt idx="6082">
                  <c:v>44800</c:v>
                </c:pt>
                <c:pt idx="6083">
                  <c:v>44801</c:v>
                </c:pt>
                <c:pt idx="6084">
                  <c:v>44802</c:v>
                </c:pt>
                <c:pt idx="6085">
                  <c:v>44803</c:v>
                </c:pt>
                <c:pt idx="6086">
                  <c:v>44804</c:v>
                </c:pt>
                <c:pt idx="6087">
                  <c:v>44805</c:v>
                </c:pt>
                <c:pt idx="6088">
                  <c:v>44806</c:v>
                </c:pt>
                <c:pt idx="6089">
                  <c:v>44807</c:v>
                </c:pt>
                <c:pt idx="6090">
                  <c:v>44808</c:v>
                </c:pt>
                <c:pt idx="6091">
                  <c:v>44809</c:v>
                </c:pt>
                <c:pt idx="6092">
                  <c:v>44810</c:v>
                </c:pt>
                <c:pt idx="6093">
                  <c:v>44811</c:v>
                </c:pt>
                <c:pt idx="6094">
                  <c:v>44812</c:v>
                </c:pt>
                <c:pt idx="6095">
                  <c:v>44813</c:v>
                </c:pt>
                <c:pt idx="6096">
                  <c:v>44814</c:v>
                </c:pt>
                <c:pt idx="6097">
                  <c:v>44815</c:v>
                </c:pt>
                <c:pt idx="6098">
                  <c:v>44816</c:v>
                </c:pt>
                <c:pt idx="6099">
                  <c:v>44817</c:v>
                </c:pt>
                <c:pt idx="6100">
                  <c:v>44818</c:v>
                </c:pt>
                <c:pt idx="6101">
                  <c:v>44819</c:v>
                </c:pt>
                <c:pt idx="6102">
                  <c:v>44820</c:v>
                </c:pt>
                <c:pt idx="6103">
                  <c:v>44821</c:v>
                </c:pt>
                <c:pt idx="6104">
                  <c:v>44822</c:v>
                </c:pt>
                <c:pt idx="6105">
                  <c:v>44823</c:v>
                </c:pt>
                <c:pt idx="6106">
                  <c:v>44824</c:v>
                </c:pt>
                <c:pt idx="6107">
                  <c:v>44825</c:v>
                </c:pt>
                <c:pt idx="6108">
                  <c:v>44826</c:v>
                </c:pt>
                <c:pt idx="6109">
                  <c:v>44827</c:v>
                </c:pt>
                <c:pt idx="6110">
                  <c:v>44828</c:v>
                </c:pt>
                <c:pt idx="6111">
                  <c:v>44829</c:v>
                </c:pt>
                <c:pt idx="6112">
                  <c:v>44830</c:v>
                </c:pt>
                <c:pt idx="6113">
                  <c:v>44831</c:v>
                </c:pt>
                <c:pt idx="6114">
                  <c:v>44832</c:v>
                </c:pt>
                <c:pt idx="6115">
                  <c:v>44833</c:v>
                </c:pt>
                <c:pt idx="6116">
                  <c:v>44834</c:v>
                </c:pt>
                <c:pt idx="6117">
                  <c:v>44835</c:v>
                </c:pt>
                <c:pt idx="6118">
                  <c:v>44836</c:v>
                </c:pt>
                <c:pt idx="6119">
                  <c:v>44837</c:v>
                </c:pt>
                <c:pt idx="6120">
                  <c:v>44838</c:v>
                </c:pt>
                <c:pt idx="6121">
                  <c:v>44839</c:v>
                </c:pt>
                <c:pt idx="6122">
                  <c:v>44840</c:v>
                </c:pt>
                <c:pt idx="6123">
                  <c:v>44841</c:v>
                </c:pt>
                <c:pt idx="6124">
                  <c:v>44842</c:v>
                </c:pt>
                <c:pt idx="6125">
                  <c:v>44843</c:v>
                </c:pt>
                <c:pt idx="6126">
                  <c:v>44844</c:v>
                </c:pt>
                <c:pt idx="6127">
                  <c:v>44845</c:v>
                </c:pt>
                <c:pt idx="6128">
                  <c:v>44846</c:v>
                </c:pt>
                <c:pt idx="6129">
                  <c:v>44847</c:v>
                </c:pt>
                <c:pt idx="6130">
                  <c:v>44848</c:v>
                </c:pt>
                <c:pt idx="6131">
                  <c:v>44849</c:v>
                </c:pt>
                <c:pt idx="6132">
                  <c:v>44850</c:v>
                </c:pt>
                <c:pt idx="6133">
                  <c:v>44851</c:v>
                </c:pt>
                <c:pt idx="6134">
                  <c:v>44852</c:v>
                </c:pt>
                <c:pt idx="6135">
                  <c:v>44853</c:v>
                </c:pt>
                <c:pt idx="6136">
                  <c:v>44854</c:v>
                </c:pt>
                <c:pt idx="6137">
                  <c:v>44855</c:v>
                </c:pt>
                <c:pt idx="6138">
                  <c:v>44856</c:v>
                </c:pt>
                <c:pt idx="6139">
                  <c:v>44857</c:v>
                </c:pt>
                <c:pt idx="6140">
                  <c:v>44858</c:v>
                </c:pt>
                <c:pt idx="6141">
                  <c:v>44859</c:v>
                </c:pt>
                <c:pt idx="6142">
                  <c:v>44860</c:v>
                </c:pt>
                <c:pt idx="6143">
                  <c:v>44861</c:v>
                </c:pt>
                <c:pt idx="6144">
                  <c:v>44862</c:v>
                </c:pt>
                <c:pt idx="6145">
                  <c:v>44863</c:v>
                </c:pt>
                <c:pt idx="6146">
                  <c:v>44864</c:v>
                </c:pt>
                <c:pt idx="6147">
                  <c:v>44865</c:v>
                </c:pt>
                <c:pt idx="6148">
                  <c:v>44866</c:v>
                </c:pt>
                <c:pt idx="6149">
                  <c:v>44867</c:v>
                </c:pt>
                <c:pt idx="6150">
                  <c:v>44868</c:v>
                </c:pt>
                <c:pt idx="6151">
                  <c:v>44869</c:v>
                </c:pt>
                <c:pt idx="6152">
                  <c:v>44870</c:v>
                </c:pt>
                <c:pt idx="6153">
                  <c:v>44871</c:v>
                </c:pt>
                <c:pt idx="6154">
                  <c:v>44872</c:v>
                </c:pt>
                <c:pt idx="6155">
                  <c:v>44873</c:v>
                </c:pt>
                <c:pt idx="6156">
                  <c:v>44874</c:v>
                </c:pt>
                <c:pt idx="6157">
                  <c:v>44875</c:v>
                </c:pt>
                <c:pt idx="6158">
                  <c:v>44876</c:v>
                </c:pt>
                <c:pt idx="6159">
                  <c:v>44877</c:v>
                </c:pt>
                <c:pt idx="6160">
                  <c:v>44878</c:v>
                </c:pt>
                <c:pt idx="6161">
                  <c:v>44879</c:v>
                </c:pt>
                <c:pt idx="6162">
                  <c:v>44880</c:v>
                </c:pt>
                <c:pt idx="6163">
                  <c:v>44881</c:v>
                </c:pt>
                <c:pt idx="6164">
                  <c:v>44882</c:v>
                </c:pt>
                <c:pt idx="6165">
                  <c:v>44883</c:v>
                </c:pt>
                <c:pt idx="6166">
                  <c:v>44884</c:v>
                </c:pt>
                <c:pt idx="6167">
                  <c:v>44885</c:v>
                </c:pt>
                <c:pt idx="6168">
                  <c:v>44886</c:v>
                </c:pt>
                <c:pt idx="6169">
                  <c:v>44887</c:v>
                </c:pt>
                <c:pt idx="6170">
                  <c:v>44888</c:v>
                </c:pt>
                <c:pt idx="6171">
                  <c:v>44889</c:v>
                </c:pt>
                <c:pt idx="6172">
                  <c:v>44890</c:v>
                </c:pt>
                <c:pt idx="6173">
                  <c:v>44891</c:v>
                </c:pt>
                <c:pt idx="6174">
                  <c:v>44892</c:v>
                </c:pt>
                <c:pt idx="6175">
                  <c:v>44893</c:v>
                </c:pt>
                <c:pt idx="6176">
                  <c:v>44894</c:v>
                </c:pt>
                <c:pt idx="6177">
                  <c:v>44895</c:v>
                </c:pt>
                <c:pt idx="6178">
                  <c:v>44896</c:v>
                </c:pt>
                <c:pt idx="6179">
                  <c:v>44897</c:v>
                </c:pt>
                <c:pt idx="6180">
                  <c:v>44898</c:v>
                </c:pt>
                <c:pt idx="6181">
                  <c:v>44899</c:v>
                </c:pt>
                <c:pt idx="6182">
                  <c:v>44900</c:v>
                </c:pt>
                <c:pt idx="6183">
                  <c:v>44901</c:v>
                </c:pt>
                <c:pt idx="6184">
                  <c:v>44902</c:v>
                </c:pt>
                <c:pt idx="6185">
                  <c:v>44903</c:v>
                </c:pt>
                <c:pt idx="6186">
                  <c:v>44904</c:v>
                </c:pt>
                <c:pt idx="6187">
                  <c:v>44905</c:v>
                </c:pt>
                <c:pt idx="6188">
                  <c:v>44906</c:v>
                </c:pt>
                <c:pt idx="6189">
                  <c:v>44907</c:v>
                </c:pt>
                <c:pt idx="6190">
                  <c:v>44908</c:v>
                </c:pt>
                <c:pt idx="6191">
                  <c:v>44909</c:v>
                </c:pt>
                <c:pt idx="6192">
                  <c:v>44910</c:v>
                </c:pt>
                <c:pt idx="6193">
                  <c:v>44911</c:v>
                </c:pt>
                <c:pt idx="6194">
                  <c:v>44912</c:v>
                </c:pt>
                <c:pt idx="6195">
                  <c:v>44913</c:v>
                </c:pt>
                <c:pt idx="6196">
                  <c:v>44914</c:v>
                </c:pt>
                <c:pt idx="6197">
                  <c:v>44915</c:v>
                </c:pt>
                <c:pt idx="6198">
                  <c:v>44916</c:v>
                </c:pt>
                <c:pt idx="6199">
                  <c:v>44917</c:v>
                </c:pt>
                <c:pt idx="6200">
                  <c:v>44918</c:v>
                </c:pt>
                <c:pt idx="6201">
                  <c:v>44919</c:v>
                </c:pt>
                <c:pt idx="6202">
                  <c:v>44920</c:v>
                </c:pt>
                <c:pt idx="6203">
                  <c:v>44921</c:v>
                </c:pt>
                <c:pt idx="6204">
                  <c:v>44922</c:v>
                </c:pt>
                <c:pt idx="6205">
                  <c:v>44923</c:v>
                </c:pt>
                <c:pt idx="6206">
                  <c:v>44924</c:v>
                </c:pt>
                <c:pt idx="6207">
                  <c:v>44925</c:v>
                </c:pt>
                <c:pt idx="6208">
                  <c:v>44926</c:v>
                </c:pt>
                <c:pt idx="6209">
                  <c:v>44927</c:v>
                </c:pt>
                <c:pt idx="6210">
                  <c:v>44928</c:v>
                </c:pt>
                <c:pt idx="6211">
                  <c:v>44929</c:v>
                </c:pt>
                <c:pt idx="6212">
                  <c:v>44930</c:v>
                </c:pt>
                <c:pt idx="6213">
                  <c:v>44931</c:v>
                </c:pt>
                <c:pt idx="6214">
                  <c:v>44932</c:v>
                </c:pt>
                <c:pt idx="6215">
                  <c:v>44933</c:v>
                </c:pt>
                <c:pt idx="6216">
                  <c:v>44934</c:v>
                </c:pt>
                <c:pt idx="6217">
                  <c:v>44935</c:v>
                </c:pt>
                <c:pt idx="6218">
                  <c:v>44936</c:v>
                </c:pt>
                <c:pt idx="6219">
                  <c:v>44937</c:v>
                </c:pt>
                <c:pt idx="6220">
                  <c:v>44938</c:v>
                </c:pt>
                <c:pt idx="6221">
                  <c:v>44939</c:v>
                </c:pt>
                <c:pt idx="6222">
                  <c:v>44940</c:v>
                </c:pt>
                <c:pt idx="6223">
                  <c:v>44941</c:v>
                </c:pt>
                <c:pt idx="6224">
                  <c:v>44942</c:v>
                </c:pt>
                <c:pt idx="6225">
                  <c:v>44943</c:v>
                </c:pt>
                <c:pt idx="6226">
                  <c:v>44944</c:v>
                </c:pt>
                <c:pt idx="6227">
                  <c:v>44945</c:v>
                </c:pt>
                <c:pt idx="6228">
                  <c:v>44946</c:v>
                </c:pt>
                <c:pt idx="6229">
                  <c:v>44947</c:v>
                </c:pt>
                <c:pt idx="6230">
                  <c:v>44948</c:v>
                </c:pt>
                <c:pt idx="6231">
                  <c:v>44949</c:v>
                </c:pt>
                <c:pt idx="6232">
                  <c:v>44950</c:v>
                </c:pt>
                <c:pt idx="6233">
                  <c:v>44951</c:v>
                </c:pt>
                <c:pt idx="6234">
                  <c:v>44952</c:v>
                </c:pt>
                <c:pt idx="6235">
                  <c:v>44953</c:v>
                </c:pt>
                <c:pt idx="6236">
                  <c:v>44954</c:v>
                </c:pt>
                <c:pt idx="6237">
                  <c:v>44955</c:v>
                </c:pt>
                <c:pt idx="6238">
                  <c:v>44956</c:v>
                </c:pt>
                <c:pt idx="6239">
                  <c:v>44957</c:v>
                </c:pt>
                <c:pt idx="6240">
                  <c:v>44958</c:v>
                </c:pt>
                <c:pt idx="6241">
                  <c:v>44959</c:v>
                </c:pt>
                <c:pt idx="6242">
                  <c:v>44960</c:v>
                </c:pt>
                <c:pt idx="6243">
                  <c:v>44961</c:v>
                </c:pt>
                <c:pt idx="6244">
                  <c:v>44962</c:v>
                </c:pt>
                <c:pt idx="6245">
                  <c:v>44963</c:v>
                </c:pt>
                <c:pt idx="6246">
                  <c:v>44964</c:v>
                </c:pt>
                <c:pt idx="6247">
                  <c:v>44965</c:v>
                </c:pt>
                <c:pt idx="6248">
                  <c:v>44966</c:v>
                </c:pt>
                <c:pt idx="6249">
                  <c:v>44967</c:v>
                </c:pt>
                <c:pt idx="6250">
                  <c:v>44968</c:v>
                </c:pt>
                <c:pt idx="6251">
                  <c:v>44969</c:v>
                </c:pt>
                <c:pt idx="6252">
                  <c:v>44970</c:v>
                </c:pt>
                <c:pt idx="6253">
                  <c:v>44971</c:v>
                </c:pt>
                <c:pt idx="6254">
                  <c:v>44972</c:v>
                </c:pt>
                <c:pt idx="6255">
                  <c:v>44973</c:v>
                </c:pt>
                <c:pt idx="6256">
                  <c:v>44974</c:v>
                </c:pt>
                <c:pt idx="6257">
                  <c:v>44975</c:v>
                </c:pt>
                <c:pt idx="6258">
                  <c:v>44976</c:v>
                </c:pt>
                <c:pt idx="6259">
                  <c:v>44977</c:v>
                </c:pt>
                <c:pt idx="6260">
                  <c:v>44978</c:v>
                </c:pt>
                <c:pt idx="6261">
                  <c:v>44979</c:v>
                </c:pt>
                <c:pt idx="6262">
                  <c:v>44980</c:v>
                </c:pt>
                <c:pt idx="6263">
                  <c:v>44981</c:v>
                </c:pt>
                <c:pt idx="6264">
                  <c:v>44982</c:v>
                </c:pt>
                <c:pt idx="6265">
                  <c:v>44983</c:v>
                </c:pt>
                <c:pt idx="6266">
                  <c:v>44984</c:v>
                </c:pt>
                <c:pt idx="6267">
                  <c:v>44985</c:v>
                </c:pt>
                <c:pt idx="6268">
                  <c:v>44986</c:v>
                </c:pt>
                <c:pt idx="6269">
                  <c:v>44987</c:v>
                </c:pt>
                <c:pt idx="6270">
                  <c:v>44988</c:v>
                </c:pt>
                <c:pt idx="6271">
                  <c:v>44989</c:v>
                </c:pt>
                <c:pt idx="6272">
                  <c:v>44990</c:v>
                </c:pt>
                <c:pt idx="6273">
                  <c:v>44991</c:v>
                </c:pt>
                <c:pt idx="6274">
                  <c:v>44992</c:v>
                </c:pt>
                <c:pt idx="6275">
                  <c:v>44993</c:v>
                </c:pt>
                <c:pt idx="6276">
                  <c:v>44994</c:v>
                </c:pt>
                <c:pt idx="6277">
                  <c:v>44995</c:v>
                </c:pt>
                <c:pt idx="6278">
                  <c:v>44996</c:v>
                </c:pt>
                <c:pt idx="6279">
                  <c:v>44997</c:v>
                </c:pt>
                <c:pt idx="6280">
                  <c:v>44998</c:v>
                </c:pt>
                <c:pt idx="6281">
                  <c:v>44999</c:v>
                </c:pt>
                <c:pt idx="6282">
                  <c:v>45000</c:v>
                </c:pt>
                <c:pt idx="6283">
                  <c:v>45001</c:v>
                </c:pt>
                <c:pt idx="6284">
                  <c:v>45002</c:v>
                </c:pt>
                <c:pt idx="6285">
                  <c:v>45003</c:v>
                </c:pt>
                <c:pt idx="6286">
                  <c:v>45004</c:v>
                </c:pt>
                <c:pt idx="6287">
                  <c:v>45005</c:v>
                </c:pt>
                <c:pt idx="6288">
                  <c:v>45006</c:v>
                </c:pt>
                <c:pt idx="6289">
                  <c:v>45007</c:v>
                </c:pt>
                <c:pt idx="6290">
                  <c:v>45008</c:v>
                </c:pt>
                <c:pt idx="6291">
                  <c:v>45009</c:v>
                </c:pt>
                <c:pt idx="6292">
                  <c:v>45010</c:v>
                </c:pt>
                <c:pt idx="6293">
                  <c:v>45011</c:v>
                </c:pt>
                <c:pt idx="6294">
                  <c:v>45012</c:v>
                </c:pt>
                <c:pt idx="6295">
                  <c:v>45013</c:v>
                </c:pt>
                <c:pt idx="6296">
                  <c:v>45014</c:v>
                </c:pt>
                <c:pt idx="6297">
                  <c:v>45015</c:v>
                </c:pt>
                <c:pt idx="6298">
                  <c:v>45016</c:v>
                </c:pt>
                <c:pt idx="6299">
                  <c:v>45017</c:v>
                </c:pt>
                <c:pt idx="6300">
                  <c:v>45018</c:v>
                </c:pt>
                <c:pt idx="6301">
                  <c:v>45019</c:v>
                </c:pt>
                <c:pt idx="6302">
                  <c:v>45020</c:v>
                </c:pt>
                <c:pt idx="6303">
                  <c:v>45021</c:v>
                </c:pt>
                <c:pt idx="6304">
                  <c:v>45022</c:v>
                </c:pt>
                <c:pt idx="6305">
                  <c:v>45023</c:v>
                </c:pt>
                <c:pt idx="6306">
                  <c:v>45024</c:v>
                </c:pt>
                <c:pt idx="6307">
                  <c:v>45025</c:v>
                </c:pt>
                <c:pt idx="6308">
                  <c:v>45026</c:v>
                </c:pt>
                <c:pt idx="6309">
                  <c:v>45027</c:v>
                </c:pt>
                <c:pt idx="6310">
                  <c:v>45028</c:v>
                </c:pt>
                <c:pt idx="6311">
                  <c:v>45029</c:v>
                </c:pt>
                <c:pt idx="6312">
                  <c:v>45030</c:v>
                </c:pt>
                <c:pt idx="6313">
                  <c:v>45031</c:v>
                </c:pt>
                <c:pt idx="6314">
                  <c:v>45032</c:v>
                </c:pt>
                <c:pt idx="6315">
                  <c:v>45033</c:v>
                </c:pt>
                <c:pt idx="6316">
                  <c:v>45034</c:v>
                </c:pt>
                <c:pt idx="6317">
                  <c:v>45035</c:v>
                </c:pt>
                <c:pt idx="6318">
                  <c:v>45036</c:v>
                </c:pt>
                <c:pt idx="6319">
                  <c:v>45037</c:v>
                </c:pt>
                <c:pt idx="6320">
                  <c:v>45038</c:v>
                </c:pt>
                <c:pt idx="6321">
                  <c:v>45039</c:v>
                </c:pt>
                <c:pt idx="6322">
                  <c:v>45040</c:v>
                </c:pt>
                <c:pt idx="6323">
                  <c:v>45041</c:v>
                </c:pt>
                <c:pt idx="6324">
                  <c:v>45042</c:v>
                </c:pt>
                <c:pt idx="6325">
                  <c:v>45043</c:v>
                </c:pt>
                <c:pt idx="6326">
                  <c:v>45044</c:v>
                </c:pt>
                <c:pt idx="6327">
                  <c:v>45045</c:v>
                </c:pt>
                <c:pt idx="6328">
                  <c:v>45046</c:v>
                </c:pt>
                <c:pt idx="6329">
                  <c:v>45047</c:v>
                </c:pt>
                <c:pt idx="6330">
                  <c:v>45048</c:v>
                </c:pt>
                <c:pt idx="6331">
                  <c:v>45049</c:v>
                </c:pt>
                <c:pt idx="6332">
                  <c:v>45050</c:v>
                </c:pt>
                <c:pt idx="6333">
                  <c:v>45051</c:v>
                </c:pt>
                <c:pt idx="6334">
                  <c:v>45052</c:v>
                </c:pt>
                <c:pt idx="6335">
                  <c:v>45053</c:v>
                </c:pt>
                <c:pt idx="6336">
                  <c:v>45054</c:v>
                </c:pt>
                <c:pt idx="6337">
                  <c:v>45055</c:v>
                </c:pt>
                <c:pt idx="6338">
                  <c:v>45056</c:v>
                </c:pt>
                <c:pt idx="6339">
                  <c:v>45057</c:v>
                </c:pt>
                <c:pt idx="6340">
                  <c:v>45058</c:v>
                </c:pt>
                <c:pt idx="6341">
                  <c:v>45059</c:v>
                </c:pt>
                <c:pt idx="6342">
                  <c:v>45060</c:v>
                </c:pt>
                <c:pt idx="6343">
                  <c:v>45061</c:v>
                </c:pt>
                <c:pt idx="6344">
                  <c:v>45062</c:v>
                </c:pt>
                <c:pt idx="6345">
                  <c:v>45063</c:v>
                </c:pt>
                <c:pt idx="6346">
                  <c:v>45064</c:v>
                </c:pt>
                <c:pt idx="6347">
                  <c:v>45065</c:v>
                </c:pt>
                <c:pt idx="6348">
                  <c:v>45066</c:v>
                </c:pt>
                <c:pt idx="6349">
                  <c:v>45067</c:v>
                </c:pt>
                <c:pt idx="6350">
                  <c:v>45068</c:v>
                </c:pt>
                <c:pt idx="6351">
                  <c:v>45069</c:v>
                </c:pt>
                <c:pt idx="6352">
                  <c:v>45070</c:v>
                </c:pt>
                <c:pt idx="6353">
                  <c:v>45071</c:v>
                </c:pt>
                <c:pt idx="6354">
                  <c:v>45072</c:v>
                </c:pt>
                <c:pt idx="6355">
                  <c:v>45073</c:v>
                </c:pt>
                <c:pt idx="6356">
                  <c:v>45074</c:v>
                </c:pt>
                <c:pt idx="6357">
                  <c:v>45075</c:v>
                </c:pt>
                <c:pt idx="6358">
                  <c:v>45076</c:v>
                </c:pt>
                <c:pt idx="6359">
                  <c:v>45077</c:v>
                </c:pt>
                <c:pt idx="6360">
                  <c:v>45078</c:v>
                </c:pt>
                <c:pt idx="6361">
                  <c:v>45079</c:v>
                </c:pt>
                <c:pt idx="6362">
                  <c:v>45080</c:v>
                </c:pt>
                <c:pt idx="6363">
                  <c:v>45081</c:v>
                </c:pt>
                <c:pt idx="6364">
                  <c:v>45082</c:v>
                </c:pt>
                <c:pt idx="6365">
                  <c:v>45083</c:v>
                </c:pt>
                <c:pt idx="6366">
                  <c:v>45084</c:v>
                </c:pt>
                <c:pt idx="6367">
                  <c:v>45085</c:v>
                </c:pt>
                <c:pt idx="6368">
                  <c:v>45086</c:v>
                </c:pt>
                <c:pt idx="6369">
                  <c:v>45087</c:v>
                </c:pt>
                <c:pt idx="6370">
                  <c:v>45088</c:v>
                </c:pt>
                <c:pt idx="6371">
                  <c:v>45089</c:v>
                </c:pt>
                <c:pt idx="6372">
                  <c:v>45090</c:v>
                </c:pt>
                <c:pt idx="6373">
                  <c:v>45091</c:v>
                </c:pt>
                <c:pt idx="6374">
                  <c:v>45092</c:v>
                </c:pt>
                <c:pt idx="6375">
                  <c:v>45093</c:v>
                </c:pt>
                <c:pt idx="6376">
                  <c:v>45094</c:v>
                </c:pt>
                <c:pt idx="6377">
                  <c:v>45095</c:v>
                </c:pt>
                <c:pt idx="6378">
                  <c:v>45096</c:v>
                </c:pt>
                <c:pt idx="6379">
                  <c:v>45097</c:v>
                </c:pt>
                <c:pt idx="6380">
                  <c:v>45098</c:v>
                </c:pt>
                <c:pt idx="6381">
                  <c:v>45099</c:v>
                </c:pt>
                <c:pt idx="6382">
                  <c:v>45100</c:v>
                </c:pt>
                <c:pt idx="6383">
                  <c:v>45101</c:v>
                </c:pt>
                <c:pt idx="6384">
                  <c:v>45102</c:v>
                </c:pt>
                <c:pt idx="6385">
                  <c:v>45103</c:v>
                </c:pt>
                <c:pt idx="6386">
                  <c:v>45104</c:v>
                </c:pt>
                <c:pt idx="6387">
                  <c:v>45105</c:v>
                </c:pt>
                <c:pt idx="6388">
                  <c:v>45106</c:v>
                </c:pt>
                <c:pt idx="6389">
                  <c:v>45107</c:v>
                </c:pt>
                <c:pt idx="6390">
                  <c:v>45108</c:v>
                </c:pt>
                <c:pt idx="6391">
                  <c:v>45109</c:v>
                </c:pt>
                <c:pt idx="6392">
                  <c:v>45110</c:v>
                </c:pt>
                <c:pt idx="6393">
                  <c:v>45111</c:v>
                </c:pt>
                <c:pt idx="6394">
                  <c:v>45112</c:v>
                </c:pt>
                <c:pt idx="6395">
                  <c:v>45113</c:v>
                </c:pt>
                <c:pt idx="6396">
                  <c:v>45114</c:v>
                </c:pt>
                <c:pt idx="6397">
                  <c:v>45115</c:v>
                </c:pt>
                <c:pt idx="6398">
                  <c:v>45116</c:v>
                </c:pt>
                <c:pt idx="6399">
                  <c:v>45117</c:v>
                </c:pt>
                <c:pt idx="6400">
                  <c:v>45118</c:v>
                </c:pt>
                <c:pt idx="6401">
                  <c:v>45119</c:v>
                </c:pt>
                <c:pt idx="6402">
                  <c:v>45120</c:v>
                </c:pt>
                <c:pt idx="6403">
                  <c:v>45121</c:v>
                </c:pt>
                <c:pt idx="6404">
                  <c:v>45122</c:v>
                </c:pt>
                <c:pt idx="6405">
                  <c:v>45123</c:v>
                </c:pt>
                <c:pt idx="6406">
                  <c:v>45124</c:v>
                </c:pt>
                <c:pt idx="6407">
                  <c:v>45125</c:v>
                </c:pt>
                <c:pt idx="6408">
                  <c:v>45126</c:v>
                </c:pt>
                <c:pt idx="6409">
                  <c:v>45127</c:v>
                </c:pt>
                <c:pt idx="6410">
                  <c:v>45128</c:v>
                </c:pt>
                <c:pt idx="6411">
                  <c:v>45129</c:v>
                </c:pt>
                <c:pt idx="6412">
                  <c:v>45130</c:v>
                </c:pt>
                <c:pt idx="6413">
                  <c:v>45131</c:v>
                </c:pt>
                <c:pt idx="6414">
                  <c:v>45132</c:v>
                </c:pt>
                <c:pt idx="6415">
                  <c:v>45133</c:v>
                </c:pt>
                <c:pt idx="6416">
                  <c:v>45134</c:v>
                </c:pt>
                <c:pt idx="6417">
                  <c:v>45135</c:v>
                </c:pt>
                <c:pt idx="6418">
                  <c:v>45136</c:v>
                </c:pt>
                <c:pt idx="6419">
                  <c:v>45137</c:v>
                </c:pt>
                <c:pt idx="6420">
                  <c:v>45138</c:v>
                </c:pt>
                <c:pt idx="6421">
                  <c:v>45139</c:v>
                </c:pt>
                <c:pt idx="6422">
                  <c:v>45140</c:v>
                </c:pt>
                <c:pt idx="6423">
                  <c:v>45141</c:v>
                </c:pt>
                <c:pt idx="6424">
                  <c:v>45142</c:v>
                </c:pt>
                <c:pt idx="6425">
                  <c:v>45143</c:v>
                </c:pt>
                <c:pt idx="6426">
                  <c:v>45144</c:v>
                </c:pt>
                <c:pt idx="6427">
                  <c:v>45145</c:v>
                </c:pt>
                <c:pt idx="6428">
                  <c:v>45146</c:v>
                </c:pt>
                <c:pt idx="6429">
                  <c:v>45147</c:v>
                </c:pt>
                <c:pt idx="6430">
                  <c:v>45148</c:v>
                </c:pt>
                <c:pt idx="6431">
                  <c:v>45149</c:v>
                </c:pt>
                <c:pt idx="6432">
                  <c:v>45150</c:v>
                </c:pt>
                <c:pt idx="6433">
                  <c:v>45151</c:v>
                </c:pt>
                <c:pt idx="6434">
                  <c:v>45152</c:v>
                </c:pt>
                <c:pt idx="6435">
                  <c:v>45153</c:v>
                </c:pt>
                <c:pt idx="6436">
                  <c:v>45154</c:v>
                </c:pt>
                <c:pt idx="6437">
                  <c:v>45155</c:v>
                </c:pt>
                <c:pt idx="6438">
                  <c:v>45156</c:v>
                </c:pt>
                <c:pt idx="6439">
                  <c:v>45157</c:v>
                </c:pt>
                <c:pt idx="6440">
                  <c:v>45158</c:v>
                </c:pt>
                <c:pt idx="6441">
                  <c:v>45159</c:v>
                </c:pt>
                <c:pt idx="6442">
                  <c:v>45160</c:v>
                </c:pt>
                <c:pt idx="6443">
                  <c:v>45161</c:v>
                </c:pt>
                <c:pt idx="6444">
                  <c:v>45162</c:v>
                </c:pt>
                <c:pt idx="6445">
                  <c:v>45163</c:v>
                </c:pt>
                <c:pt idx="6446">
                  <c:v>45164</c:v>
                </c:pt>
                <c:pt idx="6447">
                  <c:v>45165</c:v>
                </c:pt>
                <c:pt idx="6448">
                  <c:v>45166</c:v>
                </c:pt>
                <c:pt idx="6449">
                  <c:v>45167</c:v>
                </c:pt>
                <c:pt idx="6450">
                  <c:v>45168</c:v>
                </c:pt>
                <c:pt idx="6451">
                  <c:v>45169</c:v>
                </c:pt>
                <c:pt idx="6452">
                  <c:v>45170</c:v>
                </c:pt>
                <c:pt idx="6453">
                  <c:v>45171</c:v>
                </c:pt>
                <c:pt idx="6454">
                  <c:v>45172</c:v>
                </c:pt>
                <c:pt idx="6455">
                  <c:v>45173</c:v>
                </c:pt>
                <c:pt idx="6456">
                  <c:v>45174</c:v>
                </c:pt>
                <c:pt idx="6457">
                  <c:v>45175</c:v>
                </c:pt>
                <c:pt idx="6458">
                  <c:v>45176</c:v>
                </c:pt>
                <c:pt idx="6459">
                  <c:v>45177</c:v>
                </c:pt>
                <c:pt idx="6460">
                  <c:v>45178</c:v>
                </c:pt>
                <c:pt idx="6461">
                  <c:v>45179</c:v>
                </c:pt>
                <c:pt idx="6462">
                  <c:v>45180</c:v>
                </c:pt>
                <c:pt idx="6463">
                  <c:v>45181</c:v>
                </c:pt>
                <c:pt idx="6464">
                  <c:v>45182</c:v>
                </c:pt>
                <c:pt idx="6465">
                  <c:v>45183</c:v>
                </c:pt>
                <c:pt idx="6466">
                  <c:v>45184</c:v>
                </c:pt>
                <c:pt idx="6467">
                  <c:v>45185</c:v>
                </c:pt>
                <c:pt idx="6468">
                  <c:v>45186</c:v>
                </c:pt>
                <c:pt idx="6469">
                  <c:v>45187</c:v>
                </c:pt>
                <c:pt idx="6470">
                  <c:v>45188</c:v>
                </c:pt>
                <c:pt idx="6471">
                  <c:v>45189</c:v>
                </c:pt>
                <c:pt idx="6472">
                  <c:v>45190</c:v>
                </c:pt>
                <c:pt idx="6473">
                  <c:v>45191</c:v>
                </c:pt>
                <c:pt idx="6474">
                  <c:v>45192</c:v>
                </c:pt>
                <c:pt idx="6475">
                  <c:v>45193</c:v>
                </c:pt>
                <c:pt idx="6476">
                  <c:v>45194</c:v>
                </c:pt>
                <c:pt idx="6477">
                  <c:v>45195</c:v>
                </c:pt>
                <c:pt idx="6478">
                  <c:v>45196</c:v>
                </c:pt>
                <c:pt idx="6479">
                  <c:v>45197</c:v>
                </c:pt>
                <c:pt idx="6480">
                  <c:v>45198</c:v>
                </c:pt>
                <c:pt idx="6481">
                  <c:v>45199</c:v>
                </c:pt>
                <c:pt idx="6482">
                  <c:v>45200</c:v>
                </c:pt>
                <c:pt idx="6483">
                  <c:v>45201</c:v>
                </c:pt>
                <c:pt idx="6484">
                  <c:v>45202</c:v>
                </c:pt>
                <c:pt idx="6485">
                  <c:v>45203</c:v>
                </c:pt>
                <c:pt idx="6486">
                  <c:v>45204</c:v>
                </c:pt>
                <c:pt idx="6487">
                  <c:v>45205</c:v>
                </c:pt>
                <c:pt idx="6488">
                  <c:v>45206</c:v>
                </c:pt>
                <c:pt idx="6489">
                  <c:v>45207</c:v>
                </c:pt>
                <c:pt idx="6490">
                  <c:v>45208</c:v>
                </c:pt>
                <c:pt idx="6491">
                  <c:v>45209</c:v>
                </c:pt>
                <c:pt idx="6492">
                  <c:v>45210</c:v>
                </c:pt>
                <c:pt idx="6493">
                  <c:v>45211</c:v>
                </c:pt>
                <c:pt idx="6494">
                  <c:v>45212</c:v>
                </c:pt>
                <c:pt idx="6495">
                  <c:v>45213</c:v>
                </c:pt>
                <c:pt idx="6496">
                  <c:v>45214</c:v>
                </c:pt>
                <c:pt idx="6497">
                  <c:v>45215</c:v>
                </c:pt>
                <c:pt idx="6498">
                  <c:v>45216</c:v>
                </c:pt>
                <c:pt idx="6499">
                  <c:v>45217</c:v>
                </c:pt>
                <c:pt idx="6500">
                  <c:v>45218</c:v>
                </c:pt>
                <c:pt idx="6501">
                  <c:v>45219</c:v>
                </c:pt>
                <c:pt idx="6502">
                  <c:v>45220</c:v>
                </c:pt>
                <c:pt idx="6503">
                  <c:v>45221</c:v>
                </c:pt>
                <c:pt idx="6504">
                  <c:v>45222</c:v>
                </c:pt>
                <c:pt idx="6505">
                  <c:v>45223</c:v>
                </c:pt>
                <c:pt idx="6506">
                  <c:v>45224</c:v>
                </c:pt>
                <c:pt idx="6507">
                  <c:v>45225</c:v>
                </c:pt>
                <c:pt idx="6508">
                  <c:v>45226</c:v>
                </c:pt>
                <c:pt idx="6509">
                  <c:v>45227</c:v>
                </c:pt>
                <c:pt idx="6510">
                  <c:v>45228</c:v>
                </c:pt>
                <c:pt idx="6511">
                  <c:v>45229</c:v>
                </c:pt>
                <c:pt idx="6512">
                  <c:v>45230</c:v>
                </c:pt>
                <c:pt idx="6513">
                  <c:v>45231</c:v>
                </c:pt>
                <c:pt idx="6514">
                  <c:v>45232</c:v>
                </c:pt>
                <c:pt idx="6515">
                  <c:v>45233</c:v>
                </c:pt>
                <c:pt idx="6516">
                  <c:v>45234</c:v>
                </c:pt>
                <c:pt idx="6517">
                  <c:v>45235</c:v>
                </c:pt>
                <c:pt idx="6518">
                  <c:v>45236</c:v>
                </c:pt>
                <c:pt idx="6519">
                  <c:v>45237</c:v>
                </c:pt>
                <c:pt idx="6520">
                  <c:v>45238</c:v>
                </c:pt>
                <c:pt idx="6521">
                  <c:v>45239</c:v>
                </c:pt>
                <c:pt idx="6522">
                  <c:v>45240</c:v>
                </c:pt>
                <c:pt idx="6523">
                  <c:v>45241</c:v>
                </c:pt>
                <c:pt idx="6524">
                  <c:v>45242</c:v>
                </c:pt>
                <c:pt idx="6525">
                  <c:v>45243</c:v>
                </c:pt>
                <c:pt idx="6526">
                  <c:v>45244</c:v>
                </c:pt>
                <c:pt idx="6527">
                  <c:v>45245</c:v>
                </c:pt>
                <c:pt idx="6528">
                  <c:v>45246</c:v>
                </c:pt>
                <c:pt idx="6529">
                  <c:v>45247</c:v>
                </c:pt>
                <c:pt idx="6530">
                  <c:v>45248</c:v>
                </c:pt>
                <c:pt idx="6531">
                  <c:v>45249</c:v>
                </c:pt>
                <c:pt idx="6532">
                  <c:v>45250</c:v>
                </c:pt>
                <c:pt idx="6533">
                  <c:v>45251</c:v>
                </c:pt>
                <c:pt idx="6534">
                  <c:v>45252</c:v>
                </c:pt>
                <c:pt idx="6535">
                  <c:v>45253</c:v>
                </c:pt>
                <c:pt idx="6536">
                  <c:v>45254</c:v>
                </c:pt>
                <c:pt idx="6537">
                  <c:v>45255</c:v>
                </c:pt>
                <c:pt idx="6538">
                  <c:v>45256</c:v>
                </c:pt>
                <c:pt idx="6539">
                  <c:v>45257</c:v>
                </c:pt>
                <c:pt idx="6540">
                  <c:v>45258</c:v>
                </c:pt>
                <c:pt idx="6541">
                  <c:v>45259</c:v>
                </c:pt>
                <c:pt idx="6542">
                  <c:v>45260</c:v>
                </c:pt>
                <c:pt idx="6543">
                  <c:v>45261</c:v>
                </c:pt>
                <c:pt idx="6544">
                  <c:v>45262</c:v>
                </c:pt>
                <c:pt idx="6545">
                  <c:v>45263</c:v>
                </c:pt>
                <c:pt idx="6546">
                  <c:v>45264</c:v>
                </c:pt>
                <c:pt idx="6547">
                  <c:v>45265</c:v>
                </c:pt>
                <c:pt idx="6548">
                  <c:v>45266</c:v>
                </c:pt>
                <c:pt idx="6549">
                  <c:v>45267</c:v>
                </c:pt>
                <c:pt idx="6550">
                  <c:v>45268</c:v>
                </c:pt>
                <c:pt idx="6551">
                  <c:v>45269</c:v>
                </c:pt>
                <c:pt idx="6552">
                  <c:v>45270</c:v>
                </c:pt>
                <c:pt idx="6553">
                  <c:v>45271</c:v>
                </c:pt>
                <c:pt idx="6554">
                  <c:v>45272</c:v>
                </c:pt>
                <c:pt idx="6555">
                  <c:v>45273</c:v>
                </c:pt>
                <c:pt idx="6556">
                  <c:v>45274</c:v>
                </c:pt>
                <c:pt idx="6557">
                  <c:v>45275</c:v>
                </c:pt>
                <c:pt idx="6558">
                  <c:v>45276</c:v>
                </c:pt>
                <c:pt idx="6559">
                  <c:v>45277</c:v>
                </c:pt>
                <c:pt idx="6560">
                  <c:v>45278</c:v>
                </c:pt>
                <c:pt idx="6561">
                  <c:v>45279</c:v>
                </c:pt>
                <c:pt idx="6562">
                  <c:v>45280</c:v>
                </c:pt>
                <c:pt idx="6563">
                  <c:v>45281</c:v>
                </c:pt>
                <c:pt idx="6564">
                  <c:v>45282</c:v>
                </c:pt>
                <c:pt idx="6565">
                  <c:v>45283</c:v>
                </c:pt>
                <c:pt idx="6566">
                  <c:v>45284</c:v>
                </c:pt>
                <c:pt idx="6567">
                  <c:v>45285</c:v>
                </c:pt>
                <c:pt idx="6568">
                  <c:v>45286</c:v>
                </c:pt>
                <c:pt idx="6569">
                  <c:v>45287</c:v>
                </c:pt>
                <c:pt idx="6570">
                  <c:v>45288</c:v>
                </c:pt>
                <c:pt idx="6571">
                  <c:v>45289</c:v>
                </c:pt>
                <c:pt idx="6572">
                  <c:v>45290</c:v>
                </c:pt>
                <c:pt idx="6573">
                  <c:v>45291</c:v>
                </c:pt>
                <c:pt idx="6574">
                  <c:v>45292</c:v>
                </c:pt>
                <c:pt idx="6575">
                  <c:v>45293</c:v>
                </c:pt>
                <c:pt idx="6576">
                  <c:v>45294</c:v>
                </c:pt>
                <c:pt idx="6577">
                  <c:v>45295</c:v>
                </c:pt>
                <c:pt idx="6578">
                  <c:v>45296</c:v>
                </c:pt>
                <c:pt idx="6579">
                  <c:v>45297</c:v>
                </c:pt>
                <c:pt idx="6580">
                  <c:v>45298</c:v>
                </c:pt>
                <c:pt idx="6581">
                  <c:v>45299</c:v>
                </c:pt>
                <c:pt idx="6582">
                  <c:v>45300</c:v>
                </c:pt>
                <c:pt idx="6583">
                  <c:v>45301</c:v>
                </c:pt>
                <c:pt idx="6584">
                  <c:v>45302</c:v>
                </c:pt>
                <c:pt idx="6585">
                  <c:v>45303</c:v>
                </c:pt>
                <c:pt idx="6586">
                  <c:v>45304</c:v>
                </c:pt>
                <c:pt idx="6587">
                  <c:v>45305</c:v>
                </c:pt>
                <c:pt idx="6588">
                  <c:v>45306</c:v>
                </c:pt>
                <c:pt idx="6589">
                  <c:v>45307</c:v>
                </c:pt>
                <c:pt idx="6590">
                  <c:v>45308</c:v>
                </c:pt>
                <c:pt idx="6591">
                  <c:v>45309</c:v>
                </c:pt>
                <c:pt idx="6592">
                  <c:v>45310</c:v>
                </c:pt>
                <c:pt idx="6593">
                  <c:v>45311</c:v>
                </c:pt>
                <c:pt idx="6594">
                  <c:v>45312</c:v>
                </c:pt>
                <c:pt idx="6595">
                  <c:v>45313</c:v>
                </c:pt>
                <c:pt idx="6596">
                  <c:v>45314</c:v>
                </c:pt>
                <c:pt idx="6597">
                  <c:v>45315</c:v>
                </c:pt>
                <c:pt idx="6598">
                  <c:v>45316</c:v>
                </c:pt>
                <c:pt idx="6599">
                  <c:v>45317</c:v>
                </c:pt>
                <c:pt idx="6600">
                  <c:v>45318</c:v>
                </c:pt>
                <c:pt idx="6601">
                  <c:v>45319</c:v>
                </c:pt>
                <c:pt idx="6602">
                  <c:v>45320</c:v>
                </c:pt>
                <c:pt idx="6603">
                  <c:v>45321</c:v>
                </c:pt>
                <c:pt idx="6604">
                  <c:v>45322</c:v>
                </c:pt>
                <c:pt idx="6605">
                  <c:v>45323</c:v>
                </c:pt>
                <c:pt idx="6606">
                  <c:v>45324</c:v>
                </c:pt>
                <c:pt idx="6607">
                  <c:v>45325</c:v>
                </c:pt>
                <c:pt idx="6608">
                  <c:v>45326</c:v>
                </c:pt>
                <c:pt idx="6609">
                  <c:v>45327</c:v>
                </c:pt>
                <c:pt idx="6610">
                  <c:v>45328</c:v>
                </c:pt>
                <c:pt idx="6611">
                  <c:v>45329</c:v>
                </c:pt>
                <c:pt idx="6612">
                  <c:v>45330</c:v>
                </c:pt>
                <c:pt idx="6613">
                  <c:v>45331</c:v>
                </c:pt>
                <c:pt idx="6614">
                  <c:v>45332</c:v>
                </c:pt>
                <c:pt idx="6615">
                  <c:v>45333</c:v>
                </c:pt>
                <c:pt idx="6616">
                  <c:v>45334</c:v>
                </c:pt>
                <c:pt idx="6617">
                  <c:v>45335</c:v>
                </c:pt>
                <c:pt idx="6618">
                  <c:v>45336</c:v>
                </c:pt>
                <c:pt idx="6619">
                  <c:v>45337</c:v>
                </c:pt>
                <c:pt idx="6620">
                  <c:v>45338</c:v>
                </c:pt>
                <c:pt idx="6621">
                  <c:v>45339</c:v>
                </c:pt>
                <c:pt idx="6622">
                  <c:v>45340</c:v>
                </c:pt>
                <c:pt idx="6623">
                  <c:v>45341</c:v>
                </c:pt>
                <c:pt idx="6624">
                  <c:v>45342</c:v>
                </c:pt>
                <c:pt idx="6625">
                  <c:v>45343</c:v>
                </c:pt>
                <c:pt idx="6626">
                  <c:v>45344</c:v>
                </c:pt>
                <c:pt idx="6627">
                  <c:v>45345</c:v>
                </c:pt>
                <c:pt idx="6628">
                  <c:v>45346</c:v>
                </c:pt>
                <c:pt idx="6629">
                  <c:v>45347</c:v>
                </c:pt>
                <c:pt idx="6630">
                  <c:v>45348</c:v>
                </c:pt>
                <c:pt idx="6631">
                  <c:v>45349</c:v>
                </c:pt>
                <c:pt idx="6632">
                  <c:v>45350</c:v>
                </c:pt>
                <c:pt idx="6633">
                  <c:v>45351</c:v>
                </c:pt>
                <c:pt idx="6634">
                  <c:v>45352</c:v>
                </c:pt>
                <c:pt idx="6635">
                  <c:v>45353</c:v>
                </c:pt>
                <c:pt idx="6636">
                  <c:v>45354</c:v>
                </c:pt>
              </c:numCache>
            </c:numRef>
          </c:cat>
          <c:val>
            <c:numRef>
              <c:f>价差走势表!$BY$2:$BY$6638</c:f>
              <c:numCache>
                <c:formatCode>0_);[Red]\(0\)</c:formatCode>
                <c:ptCount val="6637"/>
                <c:pt idx="0">
                  <c:v>27710</c:v>
                </c:pt>
                <c:pt idx="1">
                  <c:v>27710</c:v>
                </c:pt>
                <c:pt idx="2">
                  <c:v>27710</c:v>
                </c:pt>
                <c:pt idx="3">
                  <c:v>27710</c:v>
                </c:pt>
                <c:pt idx="4">
                  <c:v>27710</c:v>
                </c:pt>
                <c:pt idx="5">
                  <c:v>27710</c:v>
                </c:pt>
                <c:pt idx="6">
                  <c:v>27710</c:v>
                </c:pt>
                <c:pt idx="7">
                  <c:v>27710</c:v>
                </c:pt>
                <c:pt idx="8">
                  <c:v>27710</c:v>
                </c:pt>
                <c:pt idx="9">
                  <c:v>27710</c:v>
                </c:pt>
                <c:pt idx="10">
                  <c:v>27710</c:v>
                </c:pt>
                <c:pt idx="11">
                  <c:v>27710</c:v>
                </c:pt>
                <c:pt idx="12">
                  <c:v>27710</c:v>
                </c:pt>
                <c:pt idx="13">
                  <c:v>27710</c:v>
                </c:pt>
                <c:pt idx="14">
                  <c:v>27710</c:v>
                </c:pt>
                <c:pt idx="15">
                  <c:v>27710</c:v>
                </c:pt>
                <c:pt idx="16">
                  <c:v>27710</c:v>
                </c:pt>
                <c:pt idx="17">
                  <c:v>25510</c:v>
                </c:pt>
                <c:pt idx="18">
                  <c:v>25510</c:v>
                </c:pt>
                <c:pt idx="19">
                  <c:v>25510</c:v>
                </c:pt>
                <c:pt idx="20">
                  <c:v>25510</c:v>
                </c:pt>
                <c:pt idx="21">
                  <c:v>25510</c:v>
                </c:pt>
                <c:pt idx="22">
                  <c:v>25510</c:v>
                </c:pt>
                <c:pt idx="23">
                  <c:v>25510</c:v>
                </c:pt>
                <c:pt idx="24">
                  <c:v>25510</c:v>
                </c:pt>
                <c:pt idx="25">
                  <c:v>25510</c:v>
                </c:pt>
                <c:pt idx="26">
                  <c:v>25510</c:v>
                </c:pt>
                <c:pt idx="27">
                  <c:v>25510</c:v>
                </c:pt>
                <c:pt idx="28">
                  <c:v>25510</c:v>
                </c:pt>
                <c:pt idx="29">
                  <c:v>25510</c:v>
                </c:pt>
                <c:pt idx="30">
                  <c:v>25510</c:v>
                </c:pt>
                <c:pt idx="31">
                  <c:v>25510</c:v>
                </c:pt>
                <c:pt idx="32">
                  <c:v>25510</c:v>
                </c:pt>
                <c:pt idx="33">
                  <c:v>25510</c:v>
                </c:pt>
                <c:pt idx="34">
                  <c:v>25510</c:v>
                </c:pt>
                <c:pt idx="35">
                  <c:v>25510</c:v>
                </c:pt>
                <c:pt idx="36">
                  <c:v>25510</c:v>
                </c:pt>
                <c:pt idx="37">
                  <c:v>25510</c:v>
                </c:pt>
                <c:pt idx="38">
                  <c:v>25510</c:v>
                </c:pt>
                <c:pt idx="39">
                  <c:v>25510</c:v>
                </c:pt>
                <c:pt idx="40">
                  <c:v>27010</c:v>
                </c:pt>
                <c:pt idx="41">
                  <c:v>27010</c:v>
                </c:pt>
                <c:pt idx="42">
                  <c:v>27010</c:v>
                </c:pt>
                <c:pt idx="43">
                  <c:v>27010</c:v>
                </c:pt>
                <c:pt idx="44">
                  <c:v>27310</c:v>
                </c:pt>
                <c:pt idx="45">
                  <c:v>27310</c:v>
                </c:pt>
                <c:pt idx="46">
                  <c:v>27310</c:v>
                </c:pt>
                <c:pt idx="47">
                  <c:v>27310</c:v>
                </c:pt>
                <c:pt idx="48">
                  <c:v>27310</c:v>
                </c:pt>
                <c:pt idx="49">
                  <c:v>27310</c:v>
                </c:pt>
                <c:pt idx="50">
                  <c:v>27310</c:v>
                </c:pt>
                <c:pt idx="51">
                  <c:v>27310</c:v>
                </c:pt>
                <c:pt idx="52">
                  <c:v>27310</c:v>
                </c:pt>
                <c:pt idx="53">
                  <c:v>27310</c:v>
                </c:pt>
                <c:pt idx="54">
                  <c:v>27310</c:v>
                </c:pt>
                <c:pt idx="55">
                  <c:v>27310</c:v>
                </c:pt>
                <c:pt idx="56">
                  <c:v>27310</c:v>
                </c:pt>
                <c:pt idx="57">
                  <c:v>27310</c:v>
                </c:pt>
                <c:pt idx="58">
                  <c:v>27310</c:v>
                </c:pt>
                <c:pt idx="59">
                  <c:v>27310</c:v>
                </c:pt>
                <c:pt idx="60">
                  <c:v>27510</c:v>
                </c:pt>
                <c:pt idx="61">
                  <c:v>27210</c:v>
                </c:pt>
                <c:pt idx="62">
                  <c:v>27210</c:v>
                </c:pt>
                <c:pt idx="63">
                  <c:v>27210</c:v>
                </c:pt>
                <c:pt idx="64">
                  <c:v>27210</c:v>
                </c:pt>
                <c:pt idx="65">
                  <c:v>27210</c:v>
                </c:pt>
                <c:pt idx="66">
                  <c:v>27210</c:v>
                </c:pt>
                <c:pt idx="67">
                  <c:v>27210</c:v>
                </c:pt>
                <c:pt idx="68">
                  <c:v>26510</c:v>
                </c:pt>
                <c:pt idx="69">
                  <c:v>26510</c:v>
                </c:pt>
                <c:pt idx="70">
                  <c:v>26510</c:v>
                </c:pt>
                <c:pt idx="71">
                  <c:v>26510</c:v>
                </c:pt>
                <c:pt idx="72">
                  <c:v>26510</c:v>
                </c:pt>
                <c:pt idx="73">
                  <c:v>26510</c:v>
                </c:pt>
                <c:pt idx="74">
                  <c:v>26510</c:v>
                </c:pt>
                <c:pt idx="75">
                  <c:v>26510</c:v>
                </c:pt>
                <c:pt idx="76">
                  <c:v>26510</c:v>
                </c:pt>
                <c:pt idx="77">
                  <c:v>26510</c:v>
                </c:pt>
                <c:pt idx="78">
                  <c:v>26510</c:v>
                </c:pt>
                <c:pt idx="79">
                  <c:v>26510</c:v>
                </c:pt>
                <c:pt idx="80">
                  <c:v>26510</c:v>
                </c:pt>
                <c:pt idx="81">
                  <c:v>26510</c:v>
                </c:pt>
                <c:pt idx="82">
                  <c:v>26510</c:v>
                </c:pt>
                <c:pt idx="83">
                  <c:v>26510</c:v>
                </c:pt>
                <c:pt idx="84">
                  <c:v>26510</c:v>
                </c:pt>
                <c:pt idx="85">
                  <c:v>26510</c:v>
                </c:pt>
                <c:pt idx="86">
                  <c:v>26510</c:v>
                </c:pt>
                <c:pt idx="87">
                  <c:v>26510</c:v>
                </c:pt>
                <c:pt idx="88">
                  <c:v>26510</c:v>
                </c:pt>
                <c:pt idx="89">
                  <c:v>26510</c:v>
                </c:pt>
                <c:pt idx="90">
                  <c:v>26510</c:v>
                </c:pt>
                <c:pt idx="91">
                  <c:v>26510</c:v>
                </c:pt>
                <c:pt idx="92">
                  <c:v>26010</c:v>
                </c:pt>
                <c:pt idx="93">
                  <c:v>26010</c:v>
                </c:pt>
                <c:pt idx="94">
                  <c:v>26010</c:v>
                </c:pt>
                <c:pt idx="95">
                  <c:v>26010</c:v>
                </c:pt>
                <c:pt idx="96">
                  <c:v>26010</c:v>
                </c:pt>
                <c:pt idx="97">
                  <c:v>26010</c:v>
                </c:pt>
                <c:pt idx="98">
                  <c:v>26010</c:v>
                </c:pt>
                <c:pt idx="99">
                  <c:v>26010</c:v>
                </c:pt>
                <c:pt idx="100">
                  <c:v>26010</c:v>
                </c:pt>
                <c:pt idx="101">
                  <c:v>26010</c:v>
                </c:pt>
                <c:pt idx="102">
                  <c:v>26010</c:v>
                </c:pt>
                <c:pt idx="103">
                  <c:v>26010</c:v>
                </c:pt>
                <c:pt idx="104">
                  <c:v>26010</c:v>
                </c:pt>
                <c:pt idx="105">
                  <c:v>26010</c:v>
                </c:pt>
                <c:pt idx="106">
                  <c:v>26010</c:v>
                </c:pt>
                <c:pt idx="107">
                  <c:v>26010</c:v>
                </c:pt>
                <c:pt idx="108">
                  <c:v>26010</c:v>
                </c:pt>
                <c:pt idx="109">
                  <c:v>26010</c:v>
                </c:pt>
                <c:pt idx="110">
                  <c:v>26010</c:v>
                </c:pt>
                <c:pt idx="111">
                  <c:v>26010</c:v>
                </c:pt>
                <c:pt idx="112">
                  <c:v>26010</c:v>
                </c:pt>
                <c:pt idx="113">
                  <c:v>26010</c:v>
                </c:pt>
                <c:pt idx="114">
                  <c:v>26010</c:v>
                </c:pt>
                <c:pt idx="115">
                  <c:v>26010</c:v>
                </c:pt>
                <c:pt idx="116">
                  <c:v>26010</c:v>
                </c:pt>
                <c:pt idx="117">
                  <c:v>26010</c:v>
                </c:pt>
                <c:pt idx="118">
                  <c:v>26010</c:v>
                </c:pt>
                <c:pt idx="119">
                  <c:v>26010</c:v>
                </c:pt>
                <c:pt idx="120">
                  <c:v>26010</c:v>
                </c:pt>
                <c:pt idx="121">
                  <c:v>26010</c:v>
                </c:pt>
                <c:pt idx="122">
                  <c:v>26010</c:v>
                </c:pt>
                <c:pt idx="123">
                  <c:v>26010</c:v>
                </c:pt>
                <c:pt idx="124">
                  <c:v>26010</c:v>
                </c:pt>
                <c:pt idx="125">
                  <c:v>26010</c:v>
                </c:pt>
                <c:pt idx="126">
                  <c:v>26010</c:v>
                </c:pt>
                <c:pt idx="127">
                  <c:v>26010</c:v>
                </c:pt>
                <c:pt idx="128">
                  <c:v>26010</c:v>
                </c:pt>
                <c:pt idx="129">
                  <c:v>26010</c:v>
                </c:pt>
                <c:pt idx="130">
                  <c:v>26010</c:v>
                </c:pt>
                <c:pt idx="131">
                  <c:v>26010</c:v>
                </c:pt>
                <c:pt idx="132">
                  <c:v>26010</c:v>
                </c:pt>
                <c:pt idx="133">
                  <c:v>26010</c:v>
                </c:pt>
                <c:pt idx="134">
                  <c:v>26010</c:v>
                </c:pt>
                <c:pt idx="135">
                  <c:v>26010</c:v>
                </c:pt>
                <c:pt idx="136">
                  <c:v>26010</c:v>
                </c:pt>
                <c:pt idx="137">
                  <c:v>26010</c:v>
                </c:pt>
                <c:pt idx="138">
                  <c:v>26010</c:v>
                </c:pt>
                <c:pt idx="139">
                  <c:v>26010</c:v>
                </c:pt>
                <c:pt idx="140">
                  <c:v>26010</c:v>
                </c:pt>
                <c:pt idx="141">
                  <c:v>26010</c:v>
                </c:pt>
                <c:pt idx="142">
                  <c:v>26010</c:v>
                </c:pt>
                <c:pt idx="143">
                  <c:v>26010</c:v>
                </c:pt>
                <c:pt idx="144">
                  <c:v>26010</c:v>
                </c:pt>
                <c:pt idx="145">
                  <c:v>26010</c:v>
                </c:pt>
                <c:pt idx="146">
                  <c:v>26010</c:v>
                </c:pt>
                <c:pt idx="147">
                  <c:v>26010</c:v>
                </c:pt>
                <c:pt idx="148">
                  <c:v>26010</c:v>
                </c:pt>
                <c:pt idx="149">
                  <c:v>26310</c:v>
                </c:pt>
                <c:pt idx="150">
                  <c:v>26310</c:v>
                </c:pt>
                <c:pt idx="151">
                  <c:v>26310</c:v>
                </c:pt>
                <c:pt idx="152">
                  <c:v>26310</c:v>
                </c:pt>
                <c:pt idx="153">
                  <c:v>26310</c:v>
                </c:pt>
                <c:pt idx="154">
                  <c:v>26310</c:v>
                </c:pt>
                <c:pt idx="155">
                  <c:v>26310</c:v>
                </c:pt>
                <c:pt idx="156">
                  <c:v>26310</c:v>
                </c:pt>
                <c:pt idx="157">
                  <c:v>26510</c:v>
                </c:pt>
                <c:pt idx="158">
                  <c:v>26510</c:v>
                </c:pt>
                <c:pt idx="159">
                  <c:v>26510</c:v>
                </c:pt>
                <c:pt idx="160">
                  <c:v>26510</c:v>
                </c:pt>
                <c:pt idx="161">
                  <c:v>26510</c:v>
                </c:pt>
                <c:pt idx="162">
                  <c:v>26510</c:v>
                </c:pt>
                <c:pt idx="163">
                  <c:v>26510</c:v>
                </c:pt>
                <c:pt idx="164">
                  <c:v>26510</c:v>
                </c:pt>
                <c:pt idx="165">
                  <c:v>26510</c:v>
                </c:pt>
                <c:pt idx="166">
                  <c:v>26510</c:v>
                </c:pt>
                <c:pt idx="167">
                  <c:v>26510</c:v>
                </c:pt>
                <c:pt idx="168">
                  <c:v>26510</c:v>
                </c:pt>
                <c:pt idx="169">
                  <c:v>26510</c:v>
                </c:pt>
                <c:pt idx="170">
                  <c:v>26510</c:v>
                </c:pt>
                <c:pt idx="171">
                  <c:v>26510</c:v>
                </c:pt>
                <c:pt idx="172">
                  <c:v>26510</c:v>
                </c:pt>
                <c:pt idx="173">
                  <c:v>26510</c:v>
                </c:pt>
                <c:pt idx="174">
                  <c:v>26510</c:v>
                </c:pt>
                <c:pt idx="175">
                  <c:v>26510</c:v>
                </c:pt>
                <c:pt idx="176">
                  <c:v>26510</c:v>
                </c:pt>
                <c:pt idx="177">
                  <c:v>26510</c:v>
                </c:pt>
                <c:pt idx="178">
                  <c:v>26510</c:v>
                </c:pt>
                <c:pt idx="179">
                  <c:v>26510</c:v>
                </c:pt>
                <c:pt idx="180">
                  <c:v>26510</c:v>
                </c:pt>
                <c:pt idx="181">
                  <c:v>26510</c:v>
                </c:pt>
                <c:pt idx="182">
                  <c:v>26510</c:v>
                </c:pt>
                <c:pt idx="183">
                  <c:v>26010</c:v>
                </c:pt>
                <c:pt idx="184">
                  <c:v>26010</c:v>
                </c:pt>
                <c:pt idx="185">
                  <c:v>26010</c:v>
                </c:pt>
                <c:pt idx="186">
                  <c:v>26010</c:v>
                </c:pt>
                <c:pt idx="187">
                  <c:v>26010</c:v>
                </c:pt>
                <c:pt idx="188">
                  <c:v>26010</c:v>
                </c:pt>
                <c:pt idx="189">
                  <c:v>26010</c:v>
                </c:pt>
                <c:pt idx="190">
                  <c:v>26010</c:v>
                </c:pt>
                <c:pt idx="191">
                  <c:v>26010</c:v>
                </c:pt>
                <c:pt idx="192">
                  <c:v>26010</c:v>
                </c:pt>
                <c:pt idx="193">
                  <c:v>26010</c:v>
                </c:pt>
                <c:pt idx="194">
                  <c:v>26010</c:v>
                </c:pt>
                <c:pt idx="195">
                  <c:v>26010</c:v>
                </c:pt>
                <c:pt idx="196">
                  <c:v>26010</c:v>
                </c:pt>
                <c:pt idx="197">
                  <c:v>26010</c:v>
                </c:pt>
                <c:pt idx="198">
                  <c:v>26010</c:v>
                </c:pt>
                <c:pt idx="199">
                  <c:v>26010</c:v>
                </c:pt>
                <c:pt idx="200">
                  <c:v>26010</c:v>
                </c:pt>
                <c:pt idx="201">
                  <c:v>26010</c:v>
                </c:pt>
                <c:pt idx="202">
                  <c:v>26010</c:v>
                </c:pt>
                <c:pt idx="203">
                  <c:v>26010</c:v>
                </c:pt>
                <c:pt idx="204">
                  <c:v>26010</c:v>
                </c:pt>
                <c:pt idx="205">
                  <c:v>26010</c:v>
                </c:pt>
                <c:pt idx="206">
                  <c:v>26010</c:v>
                </c:pt>
                <c:pt idx="207">
                  <c:v>26010</c:v>
                </c:pt>
                <c:pt idx="208">
                  <c:v>26010</c:v>
                </c:pt>
                <c:pt idx="209">
                  <c:v>26010</c:v>
                </c:pt>
                <c:pt idx="210">
                  <c:v>26010</c:v>
                </c:pt>
                <c:pt idx="211">
                  <c:v>26010</c:v>
                </c:pt>
                <c:pt idx="212">
                  <c:v>26010</c:v>
                </c:pt>
                <c:pt idx="213">
                  <c:v>26010</c:v>
                </c:pt>
                <c:pt idx="214">
                  <c:v>26010</c:v>
                </c:pt>
                <c:pt idx="215">
                  <c:v>26010</c:v>
                </c:pt>
                <c:pt idx="216">
                  <c:v>26010</c:v>
                </c:pt>
                <c:pt idx="217">
                  <c:v>26010</c:v>
                </c:pt>
                <c:pt idx="218">
                  <c:v>26010</c:v>
                </c:pt>
                <c:pt idx="219">
                  <c:v>26010</c:v>
                </c:pt>
                <c:pt idx="220">
                  <c:v>26010</c:v>
                </c:pt>
                <c:pt idx="221">
                  <c:v>26010</c:v>
                </c:pt>
                <c:pt idx="222">
                  <c:v>26010</c:v>
                </c:pt>
                <c:pt idx="223">
                  <c:v>26010</c:v>
                </c:pt>
                <c:pt idx="224">
                  <c:v>26010</c:v>
                </c:pt>
                <c:pt idx="225">
                  <c:v>26010</c:v>
                </c:pt>
                <c:pt idx="226">
                  <c:v>26010</c:v>
                </c:pt>
                <c:pt idx="227">
                  <c:v>26010</c:v>
                </c:pt>
                <c:pt idx="228">
                  <c:v>26010</c:v>
                </c:pt>
                <c:pt idx="229">
                  <c:v>26010</c:v>
                </c:pt>
                <c:pt idx="230">
                  <c:v>26010</c:v>
                </c:pt>
                <c:pt idx="231">
                  <c:v>26010</c:v>
                </c:pt>
                <c:pt idx="232">
                  <c:v>26010</c:v>
                </c:pt>
                <c:pt idx="233">
                  <c:v>26010</c:v>
                </c:pt>
                <c:pt idx="234">
                  <c:v>26010</c:v>
                </c:pt>
                <c:pt idx="235">
                  <c:v>26010</c:v>
                </c:pt>
                <c:pt idx="236">
                  <c:v>26010</c:v>
                </c:pt>
                <c:pt idx="237">
                  <c:v>26010</c:v>
                </c:pt>
                <c:pt idx="238">
                  <c:v>26010</c:v>
                </c:pt>
                <c:pt idx="239">
                  <c:v>26010</c:v>
                </c:pt>
                <c:pt idx="240">
                  <c:v>26010</c:v>
                </c:pt>
                <c:pt idx="241">
                  <c:v>26010</c:v>
                </c:pt>
                <c:pt idx="242">
                  <c:v>26010</c:v>
                </c:pt>
                <c:pt idx="243">
                  <c:v>26010</c:v>
                </c:pt>
                <c:pt idx="244">
                  <c:v>26010</c:v>
                </c:pt>
                <c:pt idx="245">
                  <c:v>26010</c:v>
                </c:pt>
                <c:pt idx="246">
                  <c:v>26010</c:v>
                </c:pt>
                <c:pt idx="247">
                  <c:v>26010</c:v>
                </c:pt>
                <c:pt idx="248">
                  <c:v>26010</c:v>
                </c:pt>
                <c:pt idx="249">
                  <c:v>26010</c:v>
                </c:pt>
                <c:pt idx="250">
                  <c:v>26010</c:v>
                </c:pt>
                <c:pt idx="251">
                  <c:v>26010</c:v>
                </c:pt>
                <c:pt idx="252">
                  <c:v>26010</c:v>
                </c:pt>
                <c:pt idx="253">
                  <c:v>26010</c:v>
                </c:pt>
                <c:pt idx="254">
                  <c:v>26010</c:v>
                </c:pt>
                <c:pt idx="255">
                  <c:v>26010</c:v>
                </c:pt>
                <c:pt idx="256">
                  <c:v>26010</c:v>
                </c:pt>
                <c:pt idx="257">
                  <c:v>26010</c:v>
                </c:pt>
                <c:pt idx="258">
                  <c:v>26010</c:v>
                </c:pt>
                <c:pt idx="259">
                  <c:v>26010</c:v>
                </c:pt>
                <c:pt idx="260">
                  <c:v>26010</c:v>
                </c:pt>
                <c:pt idx="261">
                  <c:v>26510</c:v>
                </c:pt>
                <c:pt idx="262">
                  <c:v>26510</c:v>
                </c:pt>
                <c:pt idx="263">
                  <c:v>26510</c:v>
                </c:pt>
                <c:pt idx="264">
                  <c:v>26510</c:v>
                </c:pt>
                <c:pt idx="265">
                  <c:v>26510</c:v>
                </c:pt>
                <c:pt idx="266">
                  <c:v>26510</c:v>
                </c:pt>
                <c:pt idx="267">
                  <c:v>26510</c:v>
                </c:pt>
                <c:pt idx="268">
                  <c:v>26510</c:v>
                </c:pt>
                <c:pt idx="269">
                  <c:v>26510</c:v>
                </c:pt>
                <c:pt idx="270">
                  <c:v>26510</c:v>
                </c:pt>
                <c:pt idx="271">
                  <c:v>26510</c:v>
                </c:pt>
                <c:pt idx="272">
                  <c:v>26510</c:v>
                </c:pt>
                <c:pt idx="273">
                  <c:v>26510</c:v>
                </c:pt>
                <c:pt idx="274">
                  <c:v>26510</c:v>
                </c:pt>
                <c:pt idx="275">
                  <c:v>26510</c:v>
                </c:pt>
                <c:pt idx="276">
                  <c:v>26510</c:v>
                </c:pt>
                <c:pt idx="277">
                  <c:v>26510</c:v>
                </c:pt>
                <c:pt idx="278">
                  <c:v>26510</c:v>
                </c:pt>
                <c:pt idx="279">
                  <c:v>26510</c:v>
                </c:pt>
                <c:pt idx="280">
                  <c:v>26510</c:v>
                </c:pt>
                <c:pt idx="281">
                  <c:v>26510</c:v>
                </c:pt>
                <c:pt idx="282">
                  <c:v>26510</c:v>
                </c:pt>
                <c:pt idx="283">
                  <c:v>27210</c:v>
                </c:pt>
                <c:pt idx="284">
                  <c:v>27210</c:v>
                </c:pt>
                <c:pt idx="285">
                  <c:v>27210</c:v>
                </c:pt>
                <c:pt idx="286">
                  <c:v>27210</c:v>
                </c:pt>
                <c:pt idx="287">
                  <c:v>27210</c:v>
                </c:pt>
                <c:pt idx="288">
                  <c:v>27210</c:v>
                </c:pt>
                <c:pt idx="289">
                  <c:v>27210</c:v>
                </c:pt>
                <c:pt idx="290">
                  <c:v>27210</c:v>
                </c:pt>
                <c:pt idx="291">
                  <c:v>27210</c:v>
                </c:pt>
                <c:pt idx="292">
                  <c:v>27210</c:v>
                </c:pt>
                <c:pt idx="293">
                  <c:v>27210</c:v>
                </c:pt>
                <c:pt idx="294">
                  <c:v>27210</c:v>
                </c:pt>
                <c:pt idx="295">
                  <c:v>28510</c:v>
                </c:pt>
                <c:pt idx="296">
                  <c:v>28510</c:v>
                </c:pt>
                <c:pt idx="297">
                  <c:v>28510</c:v>
                </c:pt>
                <c:pt idx="298">
                  <c:v>28510</c:v>
                </c:pt>
                <c:pt idx="299">
                  <c:v>28510</c:v>
                </c:pt>
                <c:pt idx="300">
                  <c:v>28510</c:v>
                </c:pt>
                <c:pt idx="301">
                  <c:v>28510</c:v>
                </c:pt>
                <c:pt idx="302">
                  <c:v>28510</c:v>
                </c:pt>
                <c:pt idx="303">
                  <c:v>28510</c:v>
                </c:pt>
                <c:pt idx="304">
                  <c:v>29010</c:v>
                </c:pt>
                <c:pt idx="305">
                  <c:v>29010</c:v>
                </c:pt>
                <c:pt idx="306">
                  <c:v>29010</c:v>
                </c:pt>
                <c:pt idx="307">
                  <c:v>29010</c:v>
                </c:pt>
                <c:pt idx="308">
                  <c:v>29010</c:v>
                </c:pt>
                <c:pt idx="309">
                  <c:v>29010</c:v>
                </c:pt>
                <c:pt idx="310">
                  <c:v>29010</c:v>
                </c:pt>
                <c:pt idx="311">
                  <c:v>29010</c:v>
                </c:pt>
                <c:pt idx="312">
                  <c:v>29010</c:v>
                </c:pt>
                <c:pt idx="313">
                  <c:v>29010</c:v>
                </c:pt>
                <c:pt idx="314">
                  <c:v>29010</c:v>
                </c:pt>
                <c:pt idx="315">
                  <c:v>29010</c:v>
                </c:pt>
                <c:pt idx="316">
                  <c:v>29510</c:v>
                </c:pt>
                <c:pt idx="317">
                  <c:v>29510</c:v>
                </c:pt>
                <c:pt idx="318">
                  <c:v>29510</c:v>
                </c:pt>
                <c:pt idx="319">
                  <c:v>29510</c:v>
                </c:pt>
                <c:pt idx="320">
                  <c:v>29510</c:v>
                </c:pt>
                <c:pt idx="321">
                  <c:v>29510</c:v>
                </c:pt>
                <c:pt idx="322">
                  <c:v>29510</c:v>
                </c:pt>
                <c:pt idx="323">
                  <c:v>29510</c:v>
                </c:pt>
                <c:pt idx="324">
                  <c:v>29510</c:v>
                </c:pt>
                <c:pt idx="325">
                  <c:v>29510</c:v>
                </c:pt>
                <c:pt idx="326">
                  <c:v>29510</c:v>
                </c:pt>
                <c:pt idx="327">
                  <c:v>29510</c:v>
                </c:pt>
                <c:pt idx="328">
                  <c:v>29510</c:v>
                </c:pt>
                <c:pt idx="329">
                  <c:v>29510</c:v>
                </c:pt>
                <c:pt idx="330">
                  <c:v>29510</c:v>
                </c:pt>
                <c:pt idx="331">
                  <c:v>29510</c:v>
                </c:pt>
                <c:pt idx="332">
                  <c:v>29510</c:v>
                </c:pt>
                <c:pt idx="333">
                  <c:v>29510</c:v>
                </c:pt>
                <c:pt idx="334">
                  <c:v>29510</c:v>
                </c:pt>
                <c:pt idx="335">
                  <c:v>29510</c:v>
                </c:pt>
                <c:pt idx="336">
                  <c:v>29510</c:v>
                </c:pt>
                <c:pt idx="337">
                  <c:v>29510</c:v>
                </c:pt>
                <c:pt idx="338">
                  <c:v>29510</c:v>
                </c:pt>
                <c:pt idx="339">
                  <c:v>29510</c:v>
                </c:pt>
                <c:pt idx="340">
                  <c:v>29510</c:v>
                </c:pt>
                <c:pt idx="341">
                  <c:v>29510</c:v>
                </c:pt>
                <c:pt idx="342">
                  <c:v>29510</c:v>
                </c:pt>
                <c:pt idx="343">
                  <c:v>29510</c:v>
                </c:pt>
                <c:pt idx="344">
                  <c:v>29510</c:v>
                </c:pt>
                <c:pt idx="345">
                  <c:v>29510</c:v>
                </c:pt>
                <c:pt idx="346">
                  <c:v>29510</c:v>
                </c:pt>
                <c:pt idx="347">
                  <c:v>29510</c:v>
                </c:pt>
                <c:pt idx="348">
                  <c:v>29510</c:v>
                </c:pt>
                <c:pt idx="349">
                  <c:v>29510</c:v>
                </c:pt>
                <c:pt idx="350">
                  <c:v>29510</c:v>
                </c:pt>
                <c:pt idx="351">
                  <c:v>29510</c:v>
                </c:pt>
                <c:pt idx="352">
                  <c:v>29510</c:v>
                </c:pt>
                <c:pt idx="353">
                  <c:v>29510</c:v>
                </c:pt>
                <c:pt idx="354">
                  <c:v>29510</c:v>
                </c:pt>
                <c:pt idx="355">
                  <c:v>29510</c:v>
                </c:pt>
                <c:pt idx="356">
                  <c:v>29510</c:v>
                </c:pt>
                <c:pt idx="357">
                  <c:v>29510</c:v>
                </c:pt>
                <c:pt idx="358">
                  <c:v>29510</c:v>
                </c:pt>
                <c:pt idx="359">
                  <c:v>29510</c:v>
                </c:pt>
                <c:pt idx="360">
                  <c:v>29510</c:v>
                </c:pt>
                <c:pt idx="361">
                  <c:v>29510</c:v>
                </c:pt>
                <c:pt idx="362">
                  <c:v>29510</c:v>
                </c:pt>
                <c:pt idx="363">
                  <c:v>29510</c:v>
                </c:pt>
                <c:pt idx="364">
                  <c:v>29510</c:v>
                </c:pt>
                <c:pt idx="365">
                  <c:v>29510</c:v>
                </c:pt>
                <c:pt idx="366">
                  <c:v>29510</c:v>
                </c:pt>
                <c:pt idx="367">
                  <c:v>29510</c:v>
                </c:pt>
                <c:pt idx="368">
                  <c:v>29510</c:v>
                </c:pt>
                <c:pt idx="369">
                  <c:v>27010</c:v>
                </c:pt>
                <c:pt idx="370">
                  <c:v>27010</c:v>
                </c:pt>
                <c:pt idx="371">
                  <c:v>27010</c:v>
                </c:pt>
                <c:pt idx="372">
                  <c:v>27010</c:v>
                </c:pt>
                <c:pt idx="373">
                  <c:v>27010</c:v>
                </c:pt>
                <c:pt idx="374">
                  <c:v>27010</c:v>
                </c:pt>
                <c:pt idx="375">
                  <c:v>27010</c:v>
                </c:pt>
                <c:pt idx="376">
                  <c:v>27010</c:v>
                </c:pt>
                <c:pt idx="377">
                  <c:v>27010</c:v>
                </c:pt>
                <c:pt idx="378">
                  <c:v>27010</c:v>
                </c:pt>
                <c:pt idx="379">
                  <c:v>27010</c:v>
                </c:pt>
                <c:pt idx="380">
                  <c:v>27010</c:v>
                </c:pt>
                <c:pt idx="381">
                  <c:v>27010</c:v>
                </c:pt>
                <c:pt idx="382">
                  <c:v>27010</c:v>
                </c:pt>
                <c:pt idx="383">
                  <c:v>27010</c:v>
                </c:pt>
                <c:pt idx="384">
                  <c:v>27010</c:v>
                </c:pt>
                <c:pt idx="385">
                  <c:v>27010</c:v>
                </c:pt>
                <c:pt idx="386">
                  <c:v>27010</c:v>
                </c:pt>
                <c:pt idx="387">
                  <c:v>27010</c:v>
                </c:pt>
                <c:pt idx="388">
                  <c:v>27010</c:v>
                </c:pt>
                <c:pt idx="389">
                  <c:v>27010</c:v>
                </c:pt>
                <c:pt idx="390">
                  <c:v>27010</c:v>
                </c:pt>
                <c:pt idx="391">
                  <c:v>27010</c:v>
                </c:pt>
                <c:pt idx="392">
                  <c:v>27010</c:v>
                </c:pt>
                <c:pt idx="393">
                  <c:v>27010</c:v>
                </c:pt>
                <c:pt idx="394">
                  <c:v>27010</c:v>
                </c:pt>
                <c:pt idx="395">
                  <c:v>27010</c:v>
                </c:pt>
                <c:pt idx="396">
                  <c:v>27010</c:v>
                </c:pt>
                <c:pt idx="397">
                  <c:v>27010</c:v>
                </c:pt>
                <c:pt idx="398">
                  <c:v>27010</c:v>
                </c:pt>
                <c:pt idx="399">
                  <c:v>27010</c:v>
                </c:pt>
                <c:pt idx="400">
                  <c:v>26100</c:v>
                </c:pt>
                <c:pt idx="401">
                  <c:v>26100</c:v>
                </c:pt>
                <c:pt idx="402">
                  <c:v>28500</c:v>
                </c:pt>
                <c:pt idx="403">
                  <c:v>28500</c:v>
                </c:pt>
                <c:pt idx="404">
                  <c:v>28500</c:v>
                </c:pt>
                <c:pt idx="405">
                  <c:v>28500</c:v>
                </c:pt>
                <c:pt idx="406">
                  <c:v>28500</c:v>
                </c:pt>
                <c:pt idx="407">
                  <c:v>28500</c:v>
                </c:pt>
                <c:pt idx="408">
                  <c:v>28500</c:v>
                </c:pt>
                <c:pt idx="409">
                  <c:v>28500</c:v>
                </c:pt>
                <c:pt idx="410">
                  <c:v>28500</c:v>
                </c:pt>
                <c:pt idx="411">
                  <c:v>28500</c:v>
                </c:pt>
                <c:pt idx="412">
                  <c:v>28500</c:v>
                </c:pt>
                <c:pt idx="413">
                  <c:v>28500</c:v>
                </c:pt>
                <c:pt idx="414">
                  <c:v>28500</c:v>
                </c:pt>
                <c:pt idx="415">
                  <c:v>28500</c:v>
                </c:pt>
                <c:pt idx="416">
                  <c:v>28500</c:v>
                </c:pt>
                <c:pt idx="417">
                  <c:v>28500</c:v>
                </c:pt>
                <c:pt idx="418">
                  <c:v>28500</c:v>
                </c:pt>
                <c:pt idx="419">
                  <c:v>28500</c:v>
                </c:pt>
                <c:pt idx="420">
                  <c:v>28500</c:v>
                </c:pt>
                <c:pt idx="421">
                  <c:v>28500</c:v>
                </c:pt>
                <c:pt idx="422">
                  <c:v>28500</c:v>
                </c:pt>
                <c:pt idx="423">
                  <c:v>28500</c:v>
                </c:pt>
                <c:pt idx="424">
                  <c:v>28500</c:v>
                </c:pt>
                <c:pt idx="425">
                  <c:v>28500</c:v>
                </c:pt>
                <c:pt idx="426">
                  <c:v>28500</c:v>
                </c:pt>
                <c:pt idx="427">
                  <c:v>28500</c:v>
                </c:pt>
                <c:pt idx="428">
                  <c:v>28500</c:v>
                </c:pt>
                <c:pt idx="429">
                  <c:v>28500</c:v>
                </c:pt>
                <c:pt idx="430">
                  <c:v>28500</c:v>
                </c:pt>
                <c:pt idx="431">
                  <c:v>28500</c:v>
                </c:pt>
                <c:pt idx="432">
                  <c:v>28500</c:v>
                </c:pt>
                <c:pt idx="433">
                  <c:v>28500</c:v>
                </c:pt>
                <c:pt idx="434">
                  <c:v>28500</c:v>
                </c:pt>
                <c:pt idx="435">
                  <c:v>28500</c:v>
                </c:pt>
                <c:pt idx="436">
                  <c:v>28500</c:v>
                </c:pt>
                <c:pt idx="437">
                  <c:v>29500</c:v>
                </c:pt>
                <c:pt idx="438">
                  <c:v>29500</c:v>
                </c:pt>
                <c:pt idx="439">
                  <c:v>29500</c:v>
                </c:pt>
                <c:pt idx="440">
                  <c:v>29500</c:v>
                </c:pt>
                <c:pt idx="441">
                  <c:v>29500</c:v>
                </c:pt>
                <c:pt idx="442">
                  <c:v>29500</c:v>
                </c:pt>
                <c:pt idx="443">
                  <c:v>29500</c:v>
                </c:pt>
                <c:pt idx="444">
                  <c:v>29500</c:v>
                </c:pt>
                <c:pt idx="445">
                  <c:v>29500</c:v>
                </c:pt>
                <c:pt idx="446">
                  <c:v>29500</c:v>
                </c:pt>
                <c:pt idx="447">
                  <c:v>29500</c:v>
                </c:pt>
                <c:pt idx="448">
                  <c:v>29500</c:v>
                </c:pt>
                <c:pt idx="449">
                  <c:v>29500</c:v>
                </c:pt>
                <c:pt idx="450">
                  <c:v>29500</c:v>
                </c:pt>
                <c:pt idx="451">
                  <c:v>29500</c:v>
                </c:pt>
                <c:pt idx="452">
                  <c:v>29500</c:v>
                </c:pt>
                <c:pt idx="453">
                  <c:v>29500</c:v>
                </c:pt>
                <c:pt idx="454">
                  <c:v>29500</c:v>
                </c:pt>
                <c:pt idx="455">
                  <c:v>29500</c:v>
                </c:pt>
                <c:pt idx="456">
                  <c:v>29500</c:v>
                </c:pt>
                <c:pt idx="457">
                  <c:v>29500</c:v>
                </c:pt>
                <c:pt idx="458">
                  <c:v>29500</c:v>
                </c:pt>
                <c:pt idx="459">
                  <c:v>29500</c:v>
                </c:pt>
                <c:pt idx="460">
                  <c:v>29500</c:v>
                </c:pt>
                <c:pt idx="461">
                  <c:v>29500</c:v>
                </c:pt>
                <c:pt idx="462">
                  <c:v>29500</c:v>
                </c:pt>
                <c:pt idx="463">
                  <c:v>29500</c:v>
                </c:pt>
                <c:pt idx="464">
                  <c:v>29000</c:v>
                </c:pt>
                <c:pt idx="465">
                  <c:v>29000</c:v>
                </c:pt>
                <c:pt idx="466">
                  <c:v>29000</c:v>
                </c:pt>
                <c:pt idx="467">
                  <c:v>29000</c:v>
                </c:pt>
                <c:pt idx="468">
                  <c:v>29000</c:v>
                </c:pt>
                <c:pt idx="469">
                  <c:v>29000</c:v>
                </c:pt>
                <c:pt idx="470">
                  <c:v>29000</c:v>
                </c:pt>
                <c:pt idx="471">
                  <c:v>29000</c:v>
                </c:pt>
                <c:pt idx="472">
                  <c:v>29000</c:v>
                </c:pt>
                <c:pt idx="473">
                  <c:v>29000</c:v>
                </c:pt>
                <c:pt idx="474">
                  <c:v>29000</c:v>
                </c:pt>
                <c:pt idx="475">
                  <c:v>29000</c:v>
                </c:pt>
                <c:pt idx="476">
                  <c:v>29000</c:v>
                </c:pt>
                <c:pt idx="477">
                  <c:v>29000</c:v>
                </c:pt>
                <c:pt idx="478">
                  <c:v>29000</c:v>
                </c:pt>
                <c:pt idx="479">
                  <c:v>29000</c:v>
                </c:pt>
                <c:pt idx="480">
                  <c:v>29000</c:v>
                </c:pt>
                <c:pt idx="481">
                  <c:v>29000</c:v>
                </c:pt>
                <c:pt idx="482">
                  <c:v>29000</c:v>
                </c:pt>
                <c:pt idx="483">
                  <c:v>29000</c:v>
                </c:pt>
                <c:pt idx="484">
                  <c:v>29000</c:v>
                </c:pt>
                <c:pt idx="485">
                  <c:v>29000</c:v>
                </c:pt>
                <c:pt idx="486">
                  <c:v>29000</c:v>
                </c:pt>
                <c:pt idx="487">
                  <c:v>29000</c:v>
                </c:pt>
                <c:pt idx="488">
                  <c:v>29000</c:v>
                </c:pt>
                <c:pt idx="489">
                  <c:v>29000</c:v>
                </c:pt>
                <c:pt idx="490">
                  <c:v>29000</c:v>
                </c:pt>
                <c:pt idx="491">
                  <c:v>29000</c:v>
                </c:pt>
                <c:pt idx="492">
                  <c:v>29000</c:v>
                </c:pt>
                <c:pt idx="493">
                  <c:v>29000</c:v>
                </c:pt>
                <c:pt idx="494">
                  <c:v>29000</c:v>
                </c:pt>
                <c:pt idx="495">
                  <c:v>29000</c:v>
                </c:pt>
                <c:pt idx="496">
                  <c:v>29000</c:v>
                </c:pt>
                <c:pt idx="497">
                  <c:v>29000</c:v>
                </c:pt>
                <c:pt idx="498">
                  <c:v>29000</c:v>
                </c:pt>
                <c:pt idx="499">
                  <c:v>29000</c:v>
                </c:pt>
                <c:pt idx="500">
                  <c:v>29000</c:v>
                </c:pt>
                <c:pt idx="501">
                  <c:v>29000</c:v>
                </c:pt>
                <c:pt idx="502">
                  <c:v>29000</c:v>
                </c:pt>
                <c:pt idx="503">
                  <c:v>29000</c:v>
                </c:pt>
                <c:pt idx="504">
                  <c:v>29000</c:v>
                </c:pt>
                <c:pt idx="505">
                  <c:v>29000</c:v>
                </c:pt>
                <c:pt idx="506">
                  <c:v>29000</c:v>
                </c:pt>
                <c:pt idx="507">
                  <c:v>29000</c:v>
                </c:pt>
                <c:pt idx="508">
                  <c:v>29000</c:v>
                </c:pt>
                <c:pt idx="509">
                  <c:v>29000</c:v>
                </c:pt>
                <c:pt idx="510">
                  <c:v>29000</c:v>
                </c:pt>
                <c:pt idx="511">
                  <c:v>29000</c:v>
                </c:pt>
                <c:pt idx="512">
                  <c:v>29000</c:v>
                </c:pt>
                <c:pt idx="513">
                  <c:v>29000</c:v>
                </c:pt>
                <c:pt idx="514">
                  <c:v>29000</c:v>
                </c:pt>
                <c:pt idx="515">
                  <c:v>29000</c:v>
                </c:pt>
                <c:pt idx="516">
                  <c:v>29000</c:v>
                </c:pt>
                <c:pt idx="517">
                  <c:v>29000</c:v>
                </c:pt>
                <c:pt idx="518">
                  <c:v>29000</c:v>
                </c:pt>
                <c:pt idx="519">
                  <c:v>29200</c:v>
                </c:pt>
                <c:pt idx="520">
                  <c:v>29200</c:v>
                </c:pt>
                <c:pt idx="521">
                  <c:v>29200</c:v>
                </c:pt>
                <c:pt idx="522">
                  <c:v>29200</c:v>
                </c:pt>
                <c:pt idx="523">
                  <c:v>29200</c:v>
                </c:pt>
                <c:pt idx="524">
                  <c:v>29200</c:v>
                </c:pt>
                <c:pt idx="525">
                  <c:v>29200</c:v>
                </c:pt>
                <c:pt idx="526">
                  <c:v>29200</c:v>
                </c:pt>
                <c:pt idx="527">
                  <c:v>29200</c:v>
                </c:pt>
                <c:pt idx="528">
                  <c:v>29200</c:v>
                </c:pt>
                <c:pt idx="529">
                  <c:v>29200</c:v>
                </c:pt>
                <c:pt idx="530">
                  <c:v>29200</c:v>
                </c:pt>
                <c:pt idx="531">
                  <c:v>29200</c:v>
                </c:pt>
                <c:pt idx="532">
                  <c:v>29200</c:v>
                </c:pt>
                <c:pt idx="533">
                  <c:v>29200</c:v>
                </c:pt>
                <c:pt idx="534">
                  <c:v>29200</c:v>
                </c:pt>
                <c:pt idx="535">
                  <c:v>29200</c:v>
                </c:pt>
                <c:pt idx="536">
                  <c:v>29200</c:v>
                </c:pt>
                <c:pt idx="537">
                  <c:v>29200</c:v>
                </c:pt>
                <c:pt idx="538">
                  <c:v>29200</c:v>
                </c:pt>
                <c:pt idx="539">
                  <c:v>29200</c:v>
                </c:pt>
                <c:pt idx="540">
                  <c:v>29200</c:v>
                </c:pt>
                <c:pt idx="541">
                  <c:v>29200</c:v>
                </c:pt>
                <c:pt idx="542">
                  <c:v>29200</c:v>
                </c:pt>
                <c:pt idx="543">
                  <c:v>29200</c:v>
                </c:pt>
                <c:pt idx="544">
                  <c:v>29200</c:v>
                </c:pt>
                <c:pt idx="545">
                  <c:v>29200</c:v>
                </c:pt>
                <c:pt idx="546">
                  <c:v>29200</c:v>
                </c:pt>
                <c:pt idx="547">
                  <c:v>29200</c:v>
                </c:pt>
                <c:pt idx="548">
                  <c:v>29200</c:v>
                </c:pt>
                <c:pt idx="549">
                  <c:v>29200</c:v>
                </c:pt>
                <c:pt idx="550">
                  <c:v>29200</c:v>
                </c:pt>
                <c:pt idx="551">
                  <c:v>29200</c:v>
                </c:pt>
                <c:pt idx="552">
                  <c:v>29200</c:v>
                </c:pt>
                <c:pt idx="553">
                  <c:v>29200</c:v>
                </c:pt>
                <c:pt idx="554">
                  <c:v>29200</c:v>
                </c:pt>
                <c:pt idx="555">
                  <c:v>29200</c:v>
                </c:pt>
                <c:pt idx="556">
                  <c:v>29200</c:v>
                </c:pt>
                <c:pt idx="557">
                  <c:v>29200</c:v>
                </c:pt>
                <c:pt idx="558">
                  <c:v>29200</c:v>
                </c:pt>
                <c:pt idx="559">
                  <c:v>29200</c:v>
                </c:pt>
                <c:pt idx="560">
                  <c:v>29200</c:v>
                </c:pt>
                <c:pt idx="561">
                  <c:v>29200</c:v>
                </c:pt>
                <c:pt idx="562">
                  <c:v>29200</c:v>
                </c:pt>
                <c:pt idx="563">
                  <c:v>29200</c:v>
                </c:pt>
                <c:pt idx="564">
                  <c:v>29200</c:v>
                </c:pt>
                <c:pt idx="565">
                  <c:v>29200</c:v>
                </c:pt>
                <c:pt idx="566">
                  <c:v>29200</c:v>
                </c:pt>
                <c:pt idx="567">
                  <c:v>29200</c:v>
                </c:pt>
                <c:pt idx="568">
                  <c:v>29200</c:v>
                </c:pt>
                <c:pt idx="569">
                  <c:v>29200</c:v>
                </c:pt>
                <c:pt idx="570">
                  <c:v>29200</c:v>
                </c:pt>
                <c:pt idx="571">
                  <c:v>29200</c:v>
                </c:pt>
                <c:pt idx="572">
                  <c:v>29200</c:v>
                </c:pt>
                <c:pt idx="573">
                  <c:v>29200</c:v>
                </c:pt>
                <c:pt idx="574">
                  <c:v>29200</c:v>
                </c:pt>
                <c:pt idx="575">
                  <c:v>29200</c:v>
                </c:pt>
                <c:pt idx="576">
                  <c:v>29200</c:v>
                </c:pt>
                <c:pt idx="577">
                  <c:v>29200</c:v>
                </c:pt>
                <c:pt idx="578">
                  <c:v>29200</c:v>
                </c:pt>
                <c:pt idx="579">
                  <c:v>29200</c:v>
                </c:pt>
                <c:pt idx="580">
                  <c:v>29200</c:v>
                </c:pt>
                <c:pt idx="581">
                  <c:v>29200</c:v>
                </c:pt>
                <c:pt idx="582">
                  <c:v>29200</c:v>
                </c:pt>
                <c:pt idx="583">
                  <c:v>29200</c:v>
                </c:pt>
                <c:pt idx="584">
                  <c:v>29200</c:v>
                </c:pt>
                <c:pt idx="585">
                  <c:v>29200</c:v>
                </c:pt>
                <c:pt idx="586">
                  <c:v>29200</c:v>
                </c:pt>
                <c:pt idx="587">
                  <c:v>29200</c:v>
                </c:pt>
                <c:pt idx="588">
                  <c:v>29200</c:v>
                </c:pt>
                <c:pt idx="589">
                  <c:v>29200</c:v>
                </c:pt>
                <c:pt idx="590">
                  <c:v>29200</c:v>
                </c:pt>
                <c:pt idx="591">
                  <c:v>29200</c:v>
                </c:pt>
                <c:pt idx="592">
                  <c:v>29200</c:v>
                </c:pt>
                <c:pt idx="593">
                  <c:v>29200</c:v>
                </c:pt>
                <c:pt idx="594">
                  <c:v>29200</c:v>
                </c:pt>
                <c:pt idx="595">
                  <c:v>29200</c:v>
                </c:pt>
                <c:pt idx="596">
                  <c:v>29200</c:v>
                </c:pt>
                <c:pt idx="597">
                  <c:v>29200</c:v>
                </c:pt>
                <c:pt idx="598">
                  <c:v>29200</c:v>
                </c:pt>
                <c:pt idx="599">
                  <c:v>29200</c:v>
                </c:pt>
                <c:pt idx="600">
                  <c:v>29200</c:v>
                </c:pt>
                <c:pt idx="601">
                  <c:v>29200</c:v>
                </c:pt>
                <c:pt idx="602">
                  <c:v>29200</c:v>
                </c:pt>
                <c:pt idx="603">
                  <c:v>29200</c:v>
                </c:pt>
                <c:pt idx="604">
                  <c:v>29200</c:v>
                </c:pt>
                <c:pt idx="605">
                  <c:v>29200</c:v>
                </c:pt>
                <c:pt idx="606">
                  <c:v>29200</c:v>
                </c:pt>
                <c:pt idx="607">
                  <c:v>29200</c:v>
                </c:pt>
                <c:pt idx="608">
                  <c:v>29200</c:v>
                </c:pt>
                <c:pt idx="609">
                  <c:v>29200</c:v>
                </c:pt>
                <c:pt idx="610">
                  <c:v>28500</c:v>
                </c:pt>
                <c:pt idx="611">
                  <c:v>28500</c:v>
                </c:pt>
                <c:pt idx="612">
                  <c:v>28500</c:v>
                </c:pt>
                <c:pt idx="613">
                  <c:v>28500</c:v>
                </c:pt>
                <c:pt idx="614">
                  <c:v>28500</c:v>
                </c:pt>
                <c:pt idx="615">
                  <c:v>28500</c:v>
                </c:pt>
                <c:pt idx="616">
                  <c:v>28500</c:v>
                </c:pt>
                <c:pt idx="617">
                  <c:v>27600</c:v>
                </c:pt>
                <c:pt idx="618">
                  <c:v>27600</c:v>
                </c:pt>
                <c:pt idx="619">
                  <c:v>27600</c:v>
                </c:pt>
                <c:pt idx="620">
                  <c:v>27600</c:v>
                </c:pt>
                <c:pt idx="621">
                  <c:v>27600</c:v>
                </c:pt>
                <c:pt idx="622">
                  <c:v>27600</c:v>
                </c:pt>
                <c:pt idx="623">
                  <c:v>27600</c:v>
                </c:pt>
                <c:pt idx="624">
                  <c:v>27000</c:v>
                </c:pt>
                <c:pt idx="625">
                  <c:v>27000</c:v>
                </c:pt>
                <c:pt idx="626">
                  <c:v>27000</c:v>
                </c:pt>
                <c:pt idx="627">
                  <c:v>27000</c:v>
                </c:pt>
                <c:pt idx="628">
                  <c:v>27000</c:v>
                </c:pt>
                <c:pt idx="629">
                  <c:v>27000</c:v>
                </c:pt>
                <c:pt idx="630">
                  <c:v>27000</c:v>
                </c:pt>
                <c:pt idx="631">
                  <c:v>26600</c:v>
                </c:pt>
                <c:pt idx="632">
                  <c:v>26600</c:v>
                </c:pt>
                <c:pt idx="633">
                  <c:v>26600</c:v>
                </c:pt>
                <c:pt idx="634">
                  <c:v>26600</c:v>
                </c:pt>
                <c:pt idx="635">
                  <c:v>26600</c:v>
                </c:pt>
                <c:pt idx="636">
                  <c:v>26600</c:v>
                </c:pt>
                <c:pt idx="637">
                  <c:v>26600</c:v>
                </c:pt>
                <c:pt idx="638">
                  <c:v>26600</c:v>
                </c:pt>
                <c:pt idx="639">
                  <c:v>26600</c:v>
                </c:pt>
                <c:pt idx="640">
                  <c:v>26600</c:v>
                </c:pt>
                <c:pt idx="641">
                  <c:v>26600</c:v>
                </c:pt>
                <c:pt idx="642">
                  <c:v>26600</c:v>
                </c:pt>
                <c:pt idx="643">
                  <c:v>26600</c:v>
                </c:pt>
                <c:pt idx="644">
                  <c:v>26600</c:v>
                </c:pt>
                <c:pt idx="645">
                  <c:v>26600</c:v>
                </c:pt>
                <c:pt idx="646">
                  <c:v>26600</c:v>
                </c:pt>
                <c:pt idx="647">
                  <c:v>26600</c:v>
                </c:pt>
                <c:pt idx="648">
                  <c:v>26600</c:v>
                </c:pt>
                <c:pt idx="649">
                  <c:v>26600</c:v>
                </c:pt>
                <c:pt idx="650">
                  <c:v>26600</c:v>
                </c:pt>
                <c:pt idx="651">
                  <c:v>26600</c:v>
                </c:pt>
                <c:pt idx="652">
                  <c:v>26600</c:v>
                </c:pt>
                <c:pt idx="653">
                  <c:v>26600</c:v>
                </c:pt>
                <c:pt idx="654">
                  <c:v>26600</c:v>
                </c:pt>
                <c:pt idx="655">
                  <c:v>26600</c:v>
                </c:pt>
                <c:pt idx="656">
                  <c:v>26600</c:v>
                </c:pt>
                <c:pt idx="657">
                  <c:v>26600</c:v>
                </c:pt>
                <c:pt idx="658">
                  <c:v>26600</c:v>
                </c:pt>
                <c:pt idx="659">
                  <c:v>26600</c:v>
                </c:pt>
                <c:pt idx="660">
                  <c:v>26600</c:v>
                </c:pt>
                <c:pt idx="661">
                  <c:v>26600</c:v>
                </c:pt>
                <c:pt idx="662">
                  <c:v>26600</c:v>
                </c:pt>
                <c:pt idx="663">
                  <c:v>26600</c:v>
                </c:pt>
                <c:pt idx="664">
                  <c:v>26600</c:v>
                </c:pt>
                <c:pt idx="665">
                  <c:v>26600</c:v>
                </c:pt>
                <c:pt idx="666">
                  <c:v>26600</c:v>
                </c:pt>
                <c:pt idx="667">
                  <c:v>23000</c:v>
                </c:pt>
                <c:pt idx="668">
                  <c:v>23000</c:v>
                </c:pt>
                <c:pt idx="669">
                  <c:v>23000</c:v>
                </c:pt>
                <c:pt idx="670">
                  <c:v>23000</c:v>
                </c:pt>
                <c:pt idx="671">
                  <c:v>23000</c:v>
                </c:pt>
                <c:pt idx="672">
                  <c:v>23000</c:v>
                </c:pt>
                <c:pt idx="673">
                  <c:v>23000</c:v>
                </c:pt>
                <c:pt idx="674">
                  <c:v>23000</c:v>
                </c:pt>
                <c:pt idx="675">
                  <c:v>23000</c:v>
                </c:pt>
                <c:pt idx="676">
                  <c:v>23000</c:v>
                </c:pt>
                <c:pt idx="677">
                  <c:v>23000</c:v>
                </c:pt>
                <c:pt idx="678">
                  <c:v>23000</c:v>
                </c:pt>
                <c:pt idx="679">
                  <c:v>23000</c:v>
                </c:pt>
                <c:pt idx="680">
                  <c:v>23000</c:v>
                </c:pt>
                <c:pt idx="681">
                  <c:v>23000</c:v>
                </c:pt>
                <c:pt idx="682">
                  <c:v>23000</c:v>
                </c:pt>
                <c:pt idx="683">
                  <c:v>23000</c:v>
                </c:pt>
                <c:pt idx="684">
                  <c:v>23000</c:v>
                </c:pt>
                <c:pt idx="685">
                  <c:v>23000</c:v>
                </c:pt>
                <c:pt idx="686">
                  <c:v>23000</c:v>
                </c:pt>
                <c:pt idx="687">
                  <c:v>23000</c:v>
                </c:pt>
                <c:pt idx="688">
                  <c:v>23000</c:v>
                </c:pt>
                <c:pt idx="689">
                  <c:v>23000</c:v>
                </c:pt>
                <c:pt idx="690">
                  <c:v>23000</c:v>
                </c:pt>
                <c:pt idx="691">
                  <c:v>22500</c:v>
                </c:pt>
                <c:pt idx="692">
                  <c:v>22500</c:v>
                </c:pt>
                <c:pt idx="693">
                  <c:v>22500</c:v>
                </c:pt>
                <c:pt idx="694">
                  <c:v>22500</c:v>
                </c:pt>
                <c:pt idx="695">
                  <c:v>22500</c:v>
                </c:pt>
                <c:pt idx="696">
                  <c:v>22500</c:v>
                </c:pt>
                <c:pt idx="697">
                  <c:v>22500</c:v>
                </c:pt>
                <c:pt idx="698">
                  <c:v>22500</c:v>
                </c:pt>
                <c:pt idx="699">
                  <c:v>22500</c:v>
                </c:pt>
                <c:pt idx="700">
                  <c:v>22500</c:v>
                </c:pt>
                <c:pt idx="701">
                  <c:v>22500</c:v>
                </c:pt>
                <c:pt idx="702">
                  <c:v>22500</c:v>
                </c:pt>
                <c:pt idx="703">
                  <c:v>22500</c:v>
                </c:pt>
                <c:pt idx="704">
                  <c:v>22500</c:v>
                </c:pt>
                <c:pt idx="705">
                  <c:v>22500</c:v>
                </c:pt>
                <c:pt idx="706">
                  <c:v>22500</c:v>
                </c:pt>
                <c:pt idx="707">
                  <c:v>22500</c:v>
                </c:pt>
                <c:pt idx="708">
                  <c:v>22500</c:v>
                </c:pt>
                <c:pt idx="709">
                  <c:v>22500</c:v>
                </c:pt>
                <c:pt idx="710">
                  <c:v>22500</c:v>
                </c:pt>
                <c:pt idx="711">
                  <c:v>22500</c:v>
                </c:pt>
                <c:pt idx="712">
                  <c:v>22500</c:v>
                </c:pt>
                <c:pt idx="713">
                  <c:v>22500</c:v>
                </c:pt>
                <c:pt idx="714">
                  <c:v>22500</c:v>
                </c:pt>
                <c:pt idx="715">
                  <c:v>22500</c:v>
                </c:pt>
                <c:pt idx="716">
                  <c:v>22500</c:v>
                </c:pt>
                <c:pt idx="717">
                  <c:v>22500</c:v>
                </c:pt>
                <c:pt idx="718">
                  <c:v>22500</c:v>
                </c:pt>
                <c:pt idx="719">
                  <c:v>22500</c:v>
                </c:pt>
                <c:pt idx="720">
                  <c:v>22500</c:v>
                </c:pt>
                <c:pt idx="721">
                  <c:v>22500</c:v>
                </c:pt>
                <c:pt idx="722">
                  <c:v>22500</c:v>
                </c:pt>
                <c:pt idx="723">
                  <c:v>22500</c:v>
                </c:pt>
                <c:pt idx="724">
                  <c:v>22500</c:v>
                </c:pt>
                <c:pt idx="725">
                  <c:v>22500</c:v>
                </c:pt>
                <c:pt idx="726">
                  <c:v>22500</c:v>
                </c:pt>
                <c:pt idx="727">
                  <c:v>22500</c:v>
                </c:pt>
                <c:pt idx="728">
                  <c:v>22500</c:v>
                </c:pt>
                <c:pt idx="729">
                  <c:v>22500</c:v>
                </c:pt>
                <c:pt idx="730">
                  <c:v>22500</c:v>
                </c:pt>
                <c:pt idx="731">
                  <c:v>22500</c:v>
                </c:pt>
                <c:pt idx="732">
                  <c:v>22500</c:v>
                </c:pt>
                <c:pt idx="733">
                  <c:v>22500</c:v>
                </c:pt>
                <c:pt idx="734">
                  <c:v>22500</c:v>
                </c:pt>
                <c:pt idx="735">
                  <c:v>22500</c:v>
                </c:pt>
                <c:pt idx="736">
                  <c:v>22500</c:v>
                </c:pt>
                <c:pt idx="737">
                  <c:v>22500</c:v>
                </c:pt>
                <c:pt idx="738">
                  <c:v>22500</c:v>
                </c:pt>
                <c:pt idx="739">
                  <c:v>22500</c:v>
                </c:pt>
                <c:pt idx="740">
                  <c:v>22500</c:v>
                </c:pt>
                <c:pt idx="741">
                  <c:v>22500</c:v>
                </c:pt>
                <c:pt idx="742">
                  <c:v>22500</c:v>
                </c:pt>
                <c:pt idx="743">
                  <c:v>22500</c:v>
                </c:pt>
                <c:pt idx="744">
                  <c:v>22500</c:v>
                </c:pt>
                <c:pt idx="745">
                  <c:v>22500</c:v>
                </c:pt>
                <c:pt idx="746">
                  <c:v>22500</c:v>
                </c:pt>
                <c:pt idx="747">
                  <c:v>22500</c:v>
                </c:pt>
                <c:pt idx="748">
                  <c:v>22500</c:v>
                </c:pt>
                <c:pt idx="749">
                  <c:v>22500</c:v>
                </c:pt>
                <c:pt idx="750">
                  <c:v>22500</c:v>
                </c:pt>
                <c:pt idx="751">
                  <c:v>22500</c:v>
                </c:pt>
                <c:pt idx="752">
                  <c:v>22500</c:v>
                </c:pt>
                <c:pt idx="753">
                  <c:v>22500</c:v>
                </c:pt>
                <c:pt idx="754">
                  <c:v>22500</c:v>
                </c:pt>
                <c:pt idx="755">
                  <c:v>22500</c:v>
                </c:pt>
                <c:pt idx="756">
                  <c:v>22500</c:v>
                </c:pt>
                <c:pt idx="757">
                  <c:v>22500</c:v>
                </c:pt>
                <c:pt idx="758">
                  <c:v>22500</c:v>
                </c:pt>
                <c:pt idx="759">
                  <c:v>22500</c:v>
                </c:pt>
                <c:pt idx="760">
                  <c:v>22500</c:v>
                </c:pt>
                <c:pt idx="761">
                  <c:v>22500</c:v>
                </c:pt>
                <c:pt idx="762">
                  <c:v>22500</c:v>
                </c:pt>
                <c:pt idx="763">
                  <c:v>22500</c:v>
                </c:pt>
                <c:pt idx="764">
                  <c:v>23000</c:v>
                </c:pt>
                <c:pt idx="765">
                  <c:v>23000</c:v>
                </c:pt>
                <c:pt idx="766">
                  <c:v>23000</c:v>
                </c:pt>
                <c:pt idx="767">
                  <c:v>23000</c:v>
                </c:pt>
                <c:pt idx="768">
                  <c:v>23000</c:v>
                </c:pt>
                <c:pt idx="769">
                  <c:v>23000</c:v>
                </c:pt>
                <c:pt idx="770">
                  <c:v>23000</c:v>
                </c:pt>
                <c:pt idx="771">
                  <c:v>23000</c:v>
                </c:pt>
                <c:pt idx="772">
                  <c:v>23000</c:v>
                </c:pt>
                <c:pt idx="773">
                  <c:v>23000</c:v>
                </c:pt>
                <c:pt idx="774">
                  <c:v>23000</c:v>
                </c:pt>
                <c:pt idx="775">
                  <c:v>23000</c:v>
                </c:pt>
                <c:pt idx="776">
                  <c:v>23000</c:v>
                </c:pt>
                <c:pt idx="777">
                  <c:v>23000</c:v>
                </c:pt>
                <c:pt idx="778">
                  <c:v>23000</c:v>
                </c:pt>
                <c:pt idx="779">
                  <c:v>23000</c:v>
                </c:pt>
                <c:pt idx="780">
                  <c:v>23000</c:v>
                </c:pt>
                <c:pt idx="781">
                  <c:v>23000</c:v>
                </c:pt>
                <c:pt idx="782">
                  <c:v>23000</c:v>
                </c:pt>
                <c:pt idx="783">
                  <c:v>23000</c:v>
                </c:pt>
                <c:pt idx="784">
                  <c:v>23000</c:v>
                </c:pt>
                <c:pt idx="785">
                  <c:v>23000</c:v>
                </c:pt>
                <c:pt idx="786">
                  <c:v>23000</c:v>
                </c:pt>
                <c:pt idx="787">
                  <c:v>23000</c:v>
                </c:pt>
                <c:pt idx="788">
                  <c:v>23000</c:v>
                </c:pt>
                <c:pt idx="789">
                  <c:v>23000</c:v>
                </c:pt>
                <c:pt idx="790">
                  <c:v>23000</c:v>
                </c:pt>
                <c:pt idx="791">
                  <c:v>23000</c:v>
                </c:pt>
                <c:pt idx="792">
                  <c:v>23000</c:v>
                </c:pt>
                <c:pt idx="793">
                  <c:v>24900</c:v>
                </c:pt>
                <c:pt idx="794">
                  <c:v>24900</c:v>
                </c:pt>
                <c:pt idx="795">
                  <c:v>24900</c:v>
                </c:pt>
                <c:pt idx="796">
                  <c:v>24900</c:v>
                </c:pt>
                <c:pt idx="797">
                  <c:v>24900</c:v>
                </c:pt>
                <c:pt idx="798">
                  <c:v>24900</c:v>
                </c:pt>
                <c:pt idx="799">
                  <c:v>24900</c:v>
                </c:pt>
                <c:pt idx="800">
                  <c:v>24900</c:v>
                </c:pt>
                <c:pt idx="801">
                  <c:v>24900</c:v>
                </c:pt>
                <c:pt idx="802">
                  <c:v>24900</c:v>
                </c:pt>
                <c:pt idx="803">
                  <c:v>24900</c:v>
                </c:pt>
                <c:pt idx="804">
                  <c:v>24900</c:v>
                </c:pt>
                <c:pt idx="805">
                  <c:v>24900</c:v>
                </c:pt>
                <c:pt idx="806">
                  <c:v>24900</c:v>
                </c:pt>
                <c:pt idx="807">
                  <c:v>24900</c:v>
                </c:pt>
                <c:pt idx="808">
                  <c:v>24900</c:v>
                </c:pt>
                <c:pt idx="809">
                  <c:v>24900</c:v>
                </c:pt>
                <c:pt idx="810">
                  <c:v>24900</c:v>
                </c:pt>
                <c:pt idx="811">
                  <c:v>24900</c:v>
                </c:pt>
                <c:pt idx="812">
                  <c:v>24900</c:v>
                </c:pt>
                <c:pt idx="813">
                  <c:v>24900</c:v>
                </c:pt>
                <c:pt idx="814">
                  <c:v>24900</c:v>
                </c:pt>
                <c:pt idx="815">
                  <c:v>24900</c:v>
                </c:pt>
                <c:pt idx="816">
                  <c:v>24900</c:v>
                </c:pt>
                <c:pt idx="817">
                  <c:v>24900</c:v>
                </c:pt>
                <c:pt idx="818">
                  <c:v>24900</c:v>
                </c:pt>
                <c:pt idx="819">
                  <c:v>24900</c:v>
                </c:pt>
                <c:pt idx="820">
                  <c:v>24900</c:v>
                </c:pt>
                <c:pt idx="821">
                  <c:v>25000</c:v>
                </c:pt>
                <c:pt idx="822">
                  <c:v>25000</c:v>
                </c:pt>
                <c:pt idx="823">
                  <c:v>25000</c:v>
                </c:pt>
                <c:pt idx="824">
                  <c:v>25000</c:v>
                </c:pt>
                <c:pt idx="825">
                  <c:v>25000</c:v>
                </c:pt>
                <c:pt idx="826">
                  <c:v>25000</c:v>
                </c:pt>
                <c:pt idx="827">
                  <c:v>25000</c:v>
                </c:pt>
                <c:pt idx="828">
                  <c:v>25000</c:v>
                </c:pt>
                <c:pt idx="829">
                  <c:v>25000</c:v>
                </c:pt>
                <c:pt idx="830">
                  <c:v>25000</c:v>
                </c:pt>
                <c:pt idx="831">
                  <c:v>25000</c:v>
                </c:pt>
                <c:pt idx="832">
                  <c:v>25000</c:v>
                </c:pt>
                <c:pt idx="833">
                  <c:v>25000</c:v>
                </c:pt>
                <c:pt idx="834">
                  <c:v>25000</c:v>
                </c:pt>
                <c:pt idx="835">
                  <c:v>25000</c:v>
                </c:pt>
                <c:pt idx="836">
                  <c:v>25000</c:v>
                </c:pt>
                <c:pt idx="837">
                  <c:v>25000</c:v>
                </c:pt>
                <c:pt idx="838">
                  <c:v>25000</c:v>
                </c:pt>
                <c:pt idx="839">
                  <c:v>25000</c:v>
                </c:pt>
                <c:pt idx="840">
                  <c:v>25000</c:v>
                </c:pt>
                <c:pt idx="841">
                  <c:v>25000</c:v>
                </c:pt>
                <c:pt idx="842">
                  <c:v>25000</c:v>
                </c:pt>
                <c:pt idx="843">
                  <c:v>25000</c:v>
                </c:pt>
                <c:pt idx="844">
                  <c:v>25000</c:v>
                </c:pt>
                <c:pt idx="845">
                  <c:v>25000</c:v>
                </c:pt>
                <c:pt idx="846">
                  <c:v>25000</c:v>
                </c:pt>
                <c:pt idx="847">
                  <c:v>25000</c:v>
                </c:pt>
                <c:pt idx="848">
                  <c:v>25000</c:v>
                </c:pt>
                <c:pt idx="849">
                  <c:v>25000</c:v>
                </c:pt>
                <c:pt idx="850">
                  <c:v>25000</c:v>
                </c:pt>
                <c:pt idx="851">
                  <c:v>25000</c:v>
                </c:pt>
                <c:pt idx="852">
                  <c:v>25000</c:v>
                </c:pt>
                <c:pt idx="853">
                  <c:v>25000</c:v>
                </c:pt>
                <c:pt idx="854">
                  <c:v>25000</c:v>
                </c:pt>
                <c:pt idx="855">
                  <c:v>25000</c:v>
                </c:pt>
                <c:pt idx="856">
                  <c:v>25000</c:v>
                </c:pt>
                <c:pt idx="857">
                  <c:v>25000</c:v>
                </c:pt>
                <c:pt idx="858">
                  <c:v>25000</c:v>
                </c:pt>
                <c:pt idx="859">
                  <c:v>25000</c:v>
                </c:pt>
                <c:pt idx="860">
                  <c:v>25000</c:v>
                </c:pt>
                <c:pt idx="861">
                  <c:v>25000</c:v>
                </c:pt>
                <c:pt idx="862">
                  <c:v>25000</c:v>
                </c:pt>
                <c:pt idx="863">
                  <c:v>25000</c:v>
                </c:pt>
                <c:pt idx="864">
                  <c:v>25000</c:v>
                </c:pt>
                <c:pt idx="865">
                  <c:v>25000</c:v>
                </c:pt>
                <c:pt idx="866">
                  <c:v>25000</c:v>
                </c:pt>
                <c:pt idx="867">
                  <c:v>25000</c:v>
                </c:pt>
                <c:pt idx="868">
                  <c:v>25000</c:v>
                </c:pt>
                <c:pt idx="869">
                  <c:v>25000</c:v>
                </c:pt>
                <c:pt idx="870">
                  <c:v>25000</c:v>
                </c:pt>
                <c:pt idx="871">
                  <c:v>25000</c:v>
                </c:pt>
                <c:pt idx="872">
                  <c:v>25000</c:v>
                </c:pt>
                <c:pt idx="873">
                  <c:v>25000</c:v>
                </c:pt>
                <c:pt idx="874">
                  <c:v>25000</c:v>
                </c:pt>
                <c:pt idx="875">
                  <c:v>25000</c:v>
                </c:pt>
                <c:pt idx="876">
                  <c:v>25000</c:v>
                </c:pt>
                <c:pt idx="877">
                  <c:v>25000</c:v>
                </c:pt>
                <c:pt idx="878">
                  <c:v>25000</c:v>
                </c:pt>
                <c:pt idx="879">
                  <c:v>25000</c:v>
                </c:pt>
                <c:pt idx="880">
                  <c:v>25000</c:v>
                </c:pt>
                <c:pt idx="881">
                  <c:v>25000</c:v>
                </c:pt>
                <c:pt idx="882">
                  <c:v>25000</c:v>
                </c:pt>
                <c:pt idx="883">
                  <c:v>25000</c:v>
                </c:pt>
                <c:pt idx="884">
                  <c:v>25000</c:v>
                </c:pt>
                <c:pt idx="885">
                  <c:v>25000</c:v>
                </c:pt>
                <c:pt idx="886">
                  <c:v>25000</c:v>
                </c:pt>
                <c:pt idx="887">
                  <c:v>25000</c:v>
                </c:pt>
                <c:pt idx="888">
                  <c:v>25000</c:v>
                </c:pt>
                <c:pt idx="889">
                  <c:v>25000</c:v>
                </c:pt>
                <c:pt idx="890">
                  <c:v>25000</c:v>
                </c:pt>
                <c:pt idx="891">
                  <c:v>25000</c:v>
                </c:pt>
                <c:pt idx="892">
                  <c:v>25000</c:v>
                </c:pt>
                <c:pt idx="893">
                  <c:v>25000</c:v>
                </c:pt>
                <c:pt idx="894">
                  <c:v>25000</c:v>
                </c:pt>
                <c:pt idx="895">
                  <c:v>25000</c:v>
                </c:pt>
                <c:pt idx="896">
                  <c:v>25000</c:v>
                </c:pt>
                <c:pt idx="897">
                  <c:v>25000</c:v>
                </c:pt>
                <c:pt idx="898">
                  <c:v>25000</c:v>
                </c:pt>
                <c:pt idx="899">
                  <c:v>25000</c:v>
                </c:pt>
                <c:pt idx="900">
                  <c:v>25000</c:v>
                </c:pt>
                <c:pt idx="901">
                  <c:v>25000</c:v>
                </c:pt>
                <c:pt idx="902">
                  <c:v>25000</c:v>
                </c:pt>
                <c:pt idx="903">
                  <c:v>25000</c:v>
                </c:pt>
                <c:pt idx="904">
                  <c:v>24300</c:v>
                </c:pt>
                <c:pt idx="905">
                  <c:v>24300</c:v>
                </c:pt>
                <c:pt idx="906">
                  <c:v>24300</c:v>
                </c:pt>
                <c:pt idx="907">
                  <c:v>24300</c:v>
                </c:pt>
                <c:pt idx="908">
                  <c:v>24300</c:v>
                </c:pt>
                <c:pt idx="909">
                  <c:v>24300</c:v>
                </c:pt>
                <c:pt idx="910">
                  <c:v>24300</c:v>
                </c:pt>
                <c:pt idx="911">
                  <c:v>24000</c:v>
                </c:pt>
                <c:pt idx="912">
                  <c:v>24000</c:v>
                </c:pt>
                <c:pt idx="913">
                  <c:v>24000</c:v>
                </c:pt>
                <c:pt idx="914">
                  <c:v>24000</c:v>
                </c:pt>
                <c:pt idx="915">
                  <c:v>24000</c:v>
                </c:pt>
                <c:pt idx="916">
                  <c:v>24000</c:v>
                </c:pt>
                <c:pt idx="917">
                  <c:v>24000</c:v>
                </c:pt>
                <c:pt idx="918">
                  <c:v>24000</c:v>
                </c:pt>
                <c:pt idx="919">
                  <c:v>24000</c:v>
                </c:pt>
                <c:pt idx="920">
                  <c:v>28000</c:v>
                </c:pt>
                <c:pt idx="921">
                  <c:v>28000</c:v>
                </c:pt>
                <c:pt idx="922">
                  <c:v>28000</c:v>
                </c:pt>
                <c:pt idx="923">
                  <c:v>28000</c:v>
                </c:pt>
                <c:pt idx="924">
                  <c:v>28000</c:v>
                </c:pt>
                <c:pt idx="925">
                  <c:v>30000</c:v>
                </c:pt>
                <c:pt idx="926">
                  <c:v>30000</c:v>
                </c:pt>
                <c:pt idx="927">
                  <c:v>30000</c:v>
                </c:pt>
                <c:pt idx="928">
                  <c:v>30000</c:v>
                </c:pt>
                <c:pt idx="929">
                  <c:v>30000</c:v>
                </c:pt>
                <c:pt idx="930">
                  <c:v>30000</c:v>
                </c:pt>
                <c:pt idx="931">
                  <c:v>30000</c:v>
                </c:pt>
                <c:pt idx="932">
                  <c:v>31000</c:v>
                </c:pt>
                <c:pt idx="933">
                  <c:v>31000</c:v>
                </c:pt>
                <c:pt idx="934">
                  <c:v>31000</c:v>
                </c:pt>
                <c:pt idx="935">
                  <c:v>31000</c:v>
                </c:pt>
                <c:pt idx="936">
                  <c:v>31000</c:v>
                </c:pt>
                <c:pt idx="937">
                  <c:v>31000</c:v>
                </c:pt>
                <c:pt idx="938">
                  <c:v>31000</c:v>
                </c:pt>
                <c:pt idx="939">
                  <c:v>31000</c:v>
                </c:pt>
                <c:pt idx="940">
                  <c:v>31000</c:v>
                </c:pt>
                <c:pt idx="941">
                  <c:v>31000</c:v>
                </c:pt>
                <c:pt idx="942">
                  <c:v>31000</c:v>
                </c:pt>
                <c:pt idx="943">
                  <c:v>31000</c:v>
                </c:pt>
                <c:pt idx="944">
                  <c:v>31000</c:v>
                </c:pt>
                <c:pt idx="945">
                  <c:v>31000</c:v>
                </c:pt>
                <c:pt idx="946">
                  <c:v>31000</c:v>
                </c:pt>
                <c:pt idx="947">
                  <c:v>31000</c:v>
                </c:pt>
                <c:pt idx="948">
                  <c:v>31000</c:v>
                </c:pt>
                <c:pt idx="949">
                  <c:v>31000</c:v>
                </c:pt>
                <c:pt idx="950">
                  <c:v>31000</c:v>
                </c:pt>
                <c:pt idx="951">
                  <c:v>31000</c:v>
                </c:pt>
                <c:pt idx="952">
                  <c:v>31000</c:v>
                </c:pt>
                <c:pt idx="953">
                  <c:v>31000</c:v>
                </c:pt>
                <c:pt idx="954">
                  <c:v>31000</c:v>
                </c:pt>
                <c:pt idx="955">
                  <c:v>31000</c:v>
                </c:pt>
                <c:pt idx="956">
                  <c:v>31000</c:v>
                </c:pt>
                <c:pt idx="957">
                  <c:v>31000</c:v>
                </c:pt>
                <c:pt idx="958">
                  <c:v>31000</c:v>
                </c:pt>
                <c:pt idx="959">
                  <c:v>31000</c:v>
                </c:pt>
                <c:pt idx="960">
                  <c:v>31100</c:v>
                </c:pt>
                <c:pt idx="961">
                  <c:v>31100</c:v>
                </c:pt>
                <c:pt idx="962">
                  <c:v>31100</c:v>
                </c:pt>
                <c:pt idx="963">
                  <c:v>31100</c:v>
                </c:pt>
                <c:pt idx="964">
                  <c:v>31100</c:v>
                </c:pt>
                <c:pt idx="965">
                  <c:v>31100</c:v>
                </c:pt>
                <c:pt idx="966">
                  <c:v>31100</c:v>
                </c:pt>
                <c:pt idx="967">
                  <c:v>31100</c:v>
                </c:pt>
                <c:pt idx="968">
                  <c:v>31100</c:v>
                </c:pt>
                <c:pt idx="969">
                  <c:v>31100</c:v>
                </c:pt>
                <c:pt idx="970">
                  <c:v>31100</c:v>
                </c:pt>
                <c:pt idx="971">
                  <c:v>31100</c:v>
                </c:pt>
                <c:pt idx="972">
                  <c:v>31100</c:v>
                </c:pt>
                <c:pt idx="973">
                  <c:v>31100</c:v>
                </c:pt>
                <c:pt idx="974">
                  <c:v>30000</c:v>
                </c:pt>
                <c:pt idx="975">
                  <c:v>30000</c:v>
                </c:pt>
                <c:pt idx="976">
                  <c:v>30000</c:v>
                </c:pt>
                <c:pt idx="977">
                  <c:v>30000</c:v>
                </c:pt>
                <c:pt idx="978">
                  <c:v>30000</c:v>
                </c:pt>
                <c:pt idx="979">
                  <c:v>30000</c:v>
                </c:pt>
                <c:pt idx="980">
                  <c:v>30000</c:v>
                </c:pt>
                <c:pt idx="981">
                  <c:v>28500</c:v>
                </c:pt>
                <c:pt idx="982">
                  <c:v>28500</c:v>
                </c:pt>
                <c:pt idx="983">
                  <c:v>28500</c:v>
                </c:pt>
                <c:pt idx="984">
                  <c:v>28500</c:v>
                </c:pt>
                <c:pt idx="985">
                  <c:v>28500</c:v>
                </c:pt>
                <c:pt idx="986">
                  <c:v>28500</c:v>
                </c:pt>
                <c:pt idx="987">
                  <c:v>28500</c:v>
                </c:pt>
                <c:pt idx="988">
                  <c:v>28500</c:v>
                </c:pt>
                <c:pt idx="989">
                  <c:v>28500</c:v>
                </c:pt>
                <c:pt idx="990">
                  <c:v>28500</c:v>
                </c:pt>
                <c:pt idx="991">
                  <c:v>28500</c:v>
                </c:pt>
                <c:pt idx="992">
                  <c:v>28500</c:v>
                </c:pt>
                <c:pt idx="993">
                  <c:v>28500</c:v>
                </c:pt>
                <c:pt idx="994">
                  <c:v>28500</c:v>
                </c:pt>
                <c:pt idx="995">
                  <c:v>28000</c:v>
                </c:pt>
                <c:pt idx="996">
                  <c:v>28000</c:v>
                </c:pt>
                <c:pt idx="997">
                  <c:v>28000</c:v>
                </c:pt>
                <c:pt idx="998">
                  <c:v>28000</c:v>
                </c:pt>
                <c:pt idx="999">
                  <c:v>28000</c:v>
                </c:pt>
                <c:pt idx="1000">
                  <c:v>28000</c:v>
                </c:pt>
                <c:pt idx="1001">
                  <c:v>28000</c:v>
                </c:pt>
                <c:pt idx="1002">
                  <c:v>28000</c:v>
                </c:pt>
                <c:pt idx="1003">
                  <c:v>28000</c:v>
                </c:pt>
                <c:pt idx="1004">
                  <c:v>28000</c:v>
                </c:pt>
                <c:pt idx="1005">
                  <c:v>28000</c:v>
                </c:pt>
                <c:pt idx="1006">
                  <c:v>28000</c:v>
                </c:pt>
                <c:pt idx="1007">
                  <c:v>28000</c:v>
                </c:pt>
                <c:pt idx="1008">
                  <c:v>28000</c:v>
                </c:pt>
                <c:pt idx="1009">
                  <c:v>28000</c:v>
                </c:pt>
                <c:pt idx="1010">
                  <c:v>28000</c:v>
                </c:pt>
                <c:pt idx="1011">
                  <c:v>28000</c:v>
                </c:pt>
                <c:pt idx="1012">
                  <c:v>28000</c:v>
                </c:pt>
                <c:pt idx="1013">
                  <c:v>28000</c:v>
                </c:pt>
                <c:pt idx="1014">
                  <c:v>28000</c:v>
                </c:pt>
                <c:pt idx="1015">
                  <c:v>28000</c:v>
                </c:pt>
                <c:pt idx="1016">
                  <c:v>28000</c:v>
                </c:pt>
                <c:pt idx="1017">
                  <c:v>28000</c:v>
                </c:pt>
                <c:pt idx="1018">
                  <c:v>28000</c:v>
                </c:pt>
                <c:pt idx="1019">
                  <c:v>28000</c:v>
                </c:pt>
                <c:pt idx="1020">
                  <c:v>28000</c:v>
                </c:pt>
                <c:pt idx="1021">
                  <c:v>28000</c:v>
                </c:pt>
                <c:pt idx="1022">
                  <c:v>28000</c:v>
                </c:pt>
                <c:pt idx="1023">
                  <c:v>28000</c:v>
                </c:pt>
                <c:pt idx="1024">
                  <c:v>28000</c:v>
                </c:pt>
                <c:pt idx="1025">
                  <c:v>28000</c:v>
                </c:pt>
                <c:pt idx="1026">
                  <c:v>28000</c:v>
                </c:pt>
                <c:pt idx="1027">
                  <c:v>28000</c:v>
                </c:pt>
                <c:pt idx="1028">
                  <c:v>28000</c:v>
                </c:pt>
                <c:pt idx="1029">
                  <c:v>28000</c:v>
                </c:pt>
                <c:pt idx="1030">
                  <c:v>27200</c:v>
                </c:pt>
                <c:pt idx="1031">
                  <c:v>27200</c:v>
                </c:pt>
                <c:pt idx="1032">
                  <c:v>27200</c:v>
                </c:pt>
                <c:pt idx="1033">
                  <c:v>27200</c:v>
                </c:pt>
                <c:pt idx="1034">
                  <c:v>27200</c:v>
                </c:pt>
                <c:pt idx="1035">
                  <c:v>27200</c:v>
                </c:pt>
                <c:pt idx="1036">
                  <c:v>27200</c:v>
                </c:pt>
                <c:pt idx="1037">
                  <c:v>25000</c:v>
                </c:pt>
                <c:pt idx="1038">
                  <c:v>23000</c:v>
                </c:pt>
                <c:pt idx="1039">
                  <c:v>21000</c:v>
                </c:pt>
                <c:pt idx="1040">
                  <c:v>19000</c:v>
                </c:pt>
                <c:pt idx="1041">
                  <c:v>19000</c:v>
                </c:pt>
                <c:pt idx="1042">
                  <c:v>19000</c:v>
                </c:pt>
                <c:pt idx="1043">
                  <c:v>19000</c:v>
                </c:pt>
                <c:pt idx="1044">
                  <c:v>19000</c:v>
                </c:pt>
                <c:pt idx="1045">
                  <c:v>19000</c:v>
                </c:pt>
                <c:pt idx="1046">
                  <c:v>19000</c:v>
                </c:pt>
                <c:pt idx="1047">
                  <c:v>19000</c:v>
                </c:pt>
                <c:pt idx="1048">
                  <c:v>19000</c:v>
                </c:pt>
                <c:pt idx="1049">
                  <c:v>19000</c:v>
                </c:pt>
                <c:pt idx="1050">
                  <c:v>19000</c:v>
                </c:pt>
                <c:pt idx="1051">
                  <c:v>19000</c:v>
                </c:pt>
                <c:pt idx="1052">
                  <c:v>19000</c:v>
                </c:pt>
                <c:pt idx="1053">
                  <c:v>19000</c:v>
                </c:pt>
                <c:pt idx="1054">
                  <c:v>19000</c:v>
                </c:pt>
                <c:pt idx="1055">
                  <c:v>19000</c:v>
                </c:pt>
                <c:pt idx="1056">
                  <c:v>19000</c:v>
                </c:pt>
                <c:pt idx="1057">
                  <c:v>19000</c:v>
                </c:pt>
                <c:pt idx="1058">
                  <c:v>18800</c:v>
                </c:pt>
                <c:pt idx="1059">
                  <c:v>18800</c:v>
                </c:pt>
                <c:pt idx="1060">
                  <c:v>18800</c:v>
                </c:pt>
                <c:pt idx="1061">
                  <c:v>18800</c:v>
                </c:pt>
                <c:pt idx="1062">
                  <c:v>18800</c:v>
                </c:pt>
                <c:pt idx="1063">
                  <c:v>18800</c:v>
                </c:pt>
                <c:pt idx="1064">
                  <c:v>18800</c:v>
                </c:pt>
                <c:pt idx="1065">
                  <c:v>18800</c:v>
                </c:pt>
                <c:pt idx="1066">
                  <c:v>18800</c:v>
                </c:pt>
                <c:pt idx="1067">
                  <c:v>18800</c:v>
                </c:pt>
                <c:pt idx="1068">
                  <c:v>18800</c:v>
                </c:pt>
                <c:pt idx="1069">
                  <c:v>18800</c:v>
                </c:pt>
                <c:pt idx="1070">
                  <c:v>18800</c:v>
                </c:pt>
                <c:pt idx="1071">
                  <c:v>18800</c:v>
                </c:pt>
                <c:pt idx="1072">
                  <c:v>18800</c:v>
                </c:pt>
                <c:pt idx="1073">
                  <c:v>18800</c:v>
                </c:pt>
                <c:pt idx="1074">
                  <c:v>18800</c:v>
                </c:pt>
                <c:pt idx="1075">
                  <c:v>18800</c:v>
                </c:pt>
                <c:pt idx="1076">
                  <c:v>18800</c:v>
                </c:pt>
                <c:pt idx="1077">
                  <c:v>18800</c:v>
                </c:pt>
                <c:pt idx="1078">
                  <c:v>18800</c:v>
                </c:pt>
                <c:pt idx="1079">
                  <c:v>18800</c:v>
                </c:pt>
                <c:pt idx="1080">
                  <c:v>18800</c:v>
                </c:pt>
                <c:pt idx="1081">
                  <c:v>18800</c:v>
                </c:pt>
                <c:pt idx="1082">
                  <c:v>18800</c:v>
                </c:pt>
                <c:pt idx="1083">
                  <c:v>18800</c:v>
                </c:pt>
                <c:pt idx="1084">
                  <c:v>18800</c:v>
                </c:pt>
                <c:pt idx="1085">
                  <c:v>18800</c:v>
                </c:pt>
                <c:pt idx="1086">
                  <c:v>18800</c:v>
                </c:pt>
                <c:pt idx="1087">
                  <c:v>19000</c:v>
                </c:pt>
                <c:pt idx="1088">
                  <c:v>19000</c:v>
                </c:pt>
                <c:pt idx="1089">
                  <c:v>19000</c:v>
                </c:pt>
                <c:pt idx="1090">
                  <c:v>19000</c:v>
                </c:pt>
                <c:pt idx="1091">
                  <c:v>19000</c:v>
                </c:pt>
                <c:pt idx="1092">
                  <c:v>19000</c:v>
                </c:pt>
                <c:pt idx="1093">
                  <c:v>19000</c:v>
                </c:pt>
                <c:pt idx="1094">
                  <c:v>19000</c:v>
                </c:pt>
                <c:pt idx="1095">
                  <c:v>19000</c:v>
                </c:pt>
                <c:pt idx="1096">
                  <c:v>19000</c:v>
                </c:pt>
                <c:pt idx="1097">
                  <c:v>19000</c:v>
                </c:pt>
                <c:pt idx="1098">
                  <c:v>19000</c:v>
                </c:pt>
                <c:pt idx="1099">
                  <c:v>19000</c:v>
                </c:pt>
                <c:pt idx="1100">
                  <c:v>19000</c:v>
                </c:pt>
                <c:pt idx="1101">
                  <c:v>19000</c:v>
                </c:pt>
                <c:pt idx="1102">
                  <c:v>19000</c:v>
                </c:pt>
                <c:pt idx="1103">
                  <c:v>19000</c:v>
                </c:pt>
                <c:pt idx="1104">
                  <c:v>19000</c:v>
                </c:pt>
                <c:pt idx="1105">
                  <c:v>19000</c:v>
                </c:pt>
                <c:pt idx="1106">
                  <c:v>19000</c:v>
                </c:pt>
                <c:pt idx="1107">
                  <c:v>18500</c:v>
                </c:pt>
                <c:pt idx="1108">
                  <c:v>18500</c:v>
                </c:pt>
                <c:pt idx="1109">
                  <c:v>18500</c:v>
                </c:pt>
                <c:pt idx="1110">
                  <c:v>18500</c:v>
                </c:pt>
                <c:pt idx="1111">
                  <c:v>18500</c:v>
                </c:pt>
                <c:pt idx="1112">
                  <c:v>18500</c:v>
                </c:pt>
                <c:pt idx="1113">
                  <c:v>18500</c:v>
                </c:pt>
                <c:pt idx="1114">
                  <c:v>18500</c:v>
                </c:pt>
                <c:pt idx="1115">
                  <c:v>18500</c:v>
                </c:pt>
                <c:pt idx="1116">
                  <c:v>18500</c:v>
                </c:pt>
                <c:pt idx="1117">
                  <c:v>18500</c:v>
                </c:pt>
                <c:pt idx="1118">
                  <c:v>18500</c:v>
                </c:pt>
                <c:pt idx="1119">
                  <c:v>18500</c:v>
                </c:pt>
                <c:pt idx="1120">
                  <c:v>18500</c:v>
                </c:pt>
                <c:pt idx="1121">
                  <c:v>18500</c:v>
                </c:pt>
                <c:pt idx="1122">
                  <c:v>18500</c:v>
                </c:pt>
                <c:pt idx="1123">
                  <c:v>18500</c:v>
                </c:pt>
                <c:pt idx="1124">
                  <c:v>18500</c:v>
                </c:pt>
                <c:pt idx="1125">
                  <c:v>18500</c:v>
                </c:pt>
                <c:pt idx="1126">
                  <c:v>18500</c:v>
                </c:pt>
                <c:pt idx="1127">
                  <c:v>18500</c:v>
                </c:pt>
                <c:pt idx="1128">
                  <c:v>18500</c:v>
                </c:pt>
                <c:pt idx="1129">
                  <c:v>18500</c:v>
                </c:pt>
                <c:pt idx="1130">
                  <c:v>18500</c:v>
                </c:pt>
                <c:pt idx="1131">
                  <c:v>18500</c:v>
                </c:pt>
                <c:pt idx="1132">
                  <c:v>18500</c:v>
                </c:pt>
                <c:pt idx="1133">
                  <c:v>18500</c:v>
                </c:pt>
                <c:pt idx="1134">
                  <c:v>18500</c:v>
                </c:pt>
                <c:pt idx="1135">
                  <c:v>18800</c:v>
                </c:pt>
                <c:pt idx="1136">
                  <c:v>18800</c:v>
                </c:pt>
                <c:pt idx="1137">
                  <c:v>18800</c:v>
                </c:pt>
                <c:pt idx="1138">
                  <c:v>18800</c:v>
                </c:pt>
                <c:pt idx="1139">
                  <c:v>18800</c:v>
                </c:pt>
                <c:pt idx="1140">
                  <c:v>18800</c:v>
                </c:pt>
                <c:pt idx="1141">
                  <c:v>18800</c:v>
                </c:pt>
                <c:pt idx="1142">
                  <c:v>18800</c:v>
                </c:pt>
                <c:pt idx="1143">
                  <c:v>18800</c:v>
                </c:pt>
                <c:pt idx="1144">
                  <c:v>18800</c:v>
                </c:pt>
                <c:pt idx="1145">
                  <c:v>18800</c:v>
                </c:pt>
                <c:pt idx="1146">
                  <c:v>18800</c:v>
                </c:pt>
                <c:pt idx="1147">
                  <c:v>19500</c:v>
                </c:pt>
                <c:pt idx="1148">
                  <c:v>19500</c:v>
                </c:pt>
                <c:pt idx="1149">
                  <c:v>20000</c:v>
                </c:pt>
                <c:pt idx="1150">
                  <c:v>20000</c:v>
                </c:pt>
                <c:pt idx="1151">
                  <c:v>20000</c:v>
                </c:pt>
                <c:pt idx="1152">
                  <c:v>20000</c:v>
                </c:pt>
                <c:pt idx="1153">
                  <c:v>20000</c:v>
                </c:pt>
                <c:pt idx="1154">
                  <c:v>20000</c:v>
                </c:pt>
                <c:pt idx="1155">
                  <c:v>20000</c:v>
                </c:pt>
                <c:pt idx="1156">
                  <c:v>20000</c:v>
                </c:pt>
                <c:pt idx="1157">
                  <c:v>20000</c:v>
                </c:pt>
                <c:pt idx="1158">
                  <c:v>20000</c:v>
                </c:pt>
                <c:pt idx="1159">
                  <c:v>20000</c:v>
                </c:pt>
                <c:pt idx="1160">
                  <c:v>20000</c:v>
                </c:pt>
                <c:pt idx="1161">
                  <c:v>20000</c:v>
                </c:pt>
                <c:pt idx="1162">
                  <c:v>20000</c:v>
                </c:pt>
                <c:pt idx="1163">
                  <c:v>20000</c:v>
                </c:pt>
                <c:pt idx="1164">
                  <c:v>20000</c:v>
                </c:pt>
                <c:pt idx="1165">
                  <c:v>20000</c:v>
                </c:pt>
                <c:pt idx="1166">
                  <c:v>20000</c:v>
                </c:pt>
                <c:pt idx="1167">
                  <c:v>20000</c:v>
                </c:pt>
                <c:pt idx="1168">
                  <c:v>20000</c:v>
                </c:pt>
                <c:pt idx="1169">
                  <c:v>20000</c:v>
                </c:pt>
                <c:pt idx="1170">
                  <c:v>20000</c:v>
                </c:pt>
                <c:pt idx="1171">
                  <c:v>20000</c:v>
                </c:pt>
                <c:pt idx="1172">
                  <c:v>20000</c:v>
                </c:pt>
                <c:pt idx="1173">
                  <c:v>20000</c:v>
                </c:pt>
                <c:pt idx="1174">
                  <c:v>20000</c:v>
                </c:pt>
                <c:pt idx="1175">
                  <c:v>20000</c:v>
                </c:pt>
                <c:pt idx="1176">
                  <c:v>20000</c:v>
                </c:pt>
                <c:pt idx="1177">
                  <c:v>20500</c:v>
                </c:pt>
                <c:pt idx="1178">
                  <c:v>20500</c:v>
                </c:pt>
                <c:pt idx="1179">
                  <c:v>20500</c:v>
                </c:pt>
                <c:pt idx="1180">
                  <c:v>20500</c:v>
                </c:pt>
                <c:pt idx="1181">
                  <c:v>20500</c:v>
                </c:pt>
                <c:pt idx="1182">
                  <c:v>20500</c:v>
                </c:pt>
                <c:pt idx="1183">
                  <c:v>20500</c:v>
                </c:pt>
                <c:pt idx="1184">
                  <c:v>20500</c:v>
                </c:pt>
                <c:pt idx="1185">
                  <c:v>20500</c:v>
                </c:pt>
                <c:pt idx="1186">
                  <c:v>20500</c:v>
                </c:pt>
                <c:pt idx="1187">
                  <c:v>20500</c:v>
                </c:pt>
                <c:pt idx="1188">
                  <c:v>20500</c:v>
                </c:pt>
                <c:pt idx="1189">
                  <c:v>20500</c:v>
                </c:pt>
                <c:pt idx="1190">
                  <c:v>20500</c:v>
                </c:pt>
                <c:pt idx="1191">
                  <c:v>20500</c:v>
                </c:pt>
                <c:pt idx="1192">
                  <c:v>20500</c:v>
                </c:pt>
                <c:pt idx="1193">
                  <c:v>20500</c:v>
                </c:pt>
                <c:pt idx="1194">
                  <c:v>20500</c:v>
                </c:pt>
                <c:pt idx="1195">
                  <c:v>20500</c:v>
                </c:pt>
                <c:pt idx="1196">
                  <c:v>20500</c:v>
                </c:pt>
                <c:pt idx="1197">
                  <c:v>20500</c:v>
                </c:pt>
                <c:pt idx="1198">
                  <c:v>20500</c:v>
                </c:pt>
                <c:pt idx="1199">
                  <c:v>20500</c:v>
                </c:pt>
                <c:pt idx="1200">
                  <c:v>20500</c:v>
                </c:pt>
                <c:pt idx="1201">
                  <c:v>20500</c:v>
                </c:pt>
                <c:pt idx="1202">
                  <c:v>20500</c:v>
                </c:pt>
                <c:pt idx="1203">
                  <c:v>20500</c:v>
                </c:pt>
                <c:pt idx="1204">
                  <c:v>20500</c:v>
                </c:pt>
                <c:pt idx="1205">
                  <c:v>20000</c:v>
                </c:pt>
                <c:pt idx="1206">
                  <c:v>20000</c:v>
                </c:pt>
                <c:pt idx="1207">
                  <c:v>20000</c:v>
                </c:pt>
                <c:pt idx="1208">
                  <c:v>20000</c:v>
                </c:pt>
                <c:pt idx="1209">
                  <c:v>20000</c:v>
                </c:pt>
                <c:pt idx="1210">
                  <c:v>20000</c:v>
                </c:pt>
                <c:pt idx="1211">
                  <c:v>20000</c:v>
                </c:pt>
                <c:pt idx="1212">
                  <c:v>20000</c:v>
                </c:pt>
                <c:pt idx="1213">
                  <c:v>20000</c:v>
                </c:pt>
                <c:pt idx="1214">
                  <c:v>20000</c:v>
                </c:pt>
                <c:pt idx="1215">
                  <c:v>20000</c:v>
                </c:pt>
                <c:pt idx="1216">
                  <c:v>20000</c:v>
                </c:pt>
                <c:pt idx="1217">
                  <c:v>20000</c:v>
                </c:pt>
                <c:pt idx="1218">
                  <c:v>20000</c:v>
                </c:pt>
                <c:pt idx="1219">
                  <c:v>20000</c:v>
                </c:pt>
                <c:pt idx="1220">
                  <c:v>20000</c:v>
                </c:pt>
                <c:pt idx="1221">
                  <c:v>20000</c:v>
                </c:pt>
                <c:pt idx="1222">
                  <c:v>20000</c:v>
                </c:pt>
                <c:pt idx="1223">
                  <c:v>20000</c:v>
                </c:pt>
                <c:pt idx="1224">
                  <c:v>20000</c:v>
                </c:pt>
                <c:pt idx="1225">
                  <c:v>20000</c:v>
                </c:pt>
                <c:pt idx="1226">
                  <c:v>20000</c:v>
                </c:pt>
                <c:pt idx="1227">
                  <c:v>20000</c:v>
                </c:pt>
                <c:pt idx="1228">
                  <c:v>20000</c:v>
                </c:pt>
                <c:pt idx="1229">
                  <c:v>20000</c:v>
                </c:pt>
                <c:pt idx="1230">
                  <c:v>20000</c:v>
                </c:pt>
                <c:pt idx="1231">
                  <c:v>20000</c:v>
                </c:pt>
                <c:pt idx="1232">
                  <c:v>20000</c:v>
                </c:pt>
                <c:pt idx="1233">
                  <c:v>20000</c:v>
                </c:pt>
                <c:pt idx="1234">
                  <c:v>20000</c:v>
                </c:pt>
                <c:pt idx="1235">
                  <c:v>20000</c:v>
                </c:pt>
                <c:pt idx="1236">
                  <c:v>20000</c:v>
                </c:pt>
                <c:pt idx="1237">
                  <c:v>20000</c:v>
                </c:pt>
                <c:pt idx="1238">
                  <c:v>20000</c:v>
                </c:pt>
                <c:pt idx="1239">
                  <c:v>20000</c:v>
                </c:pt>
                <c:pt idx="1240">
                  <c:v>19800</c:v>
                </c:pt>
                <c:pt idx="1241">
                  <c:v>19800</c:v>
                </c:pt>
                <c:pt idx="1242">
                  <c:v>19800</c:v>
                </c:pt>
                <c:pt idx="1243">
                  <c:v>19800</c:v>
                </c:pt>
                <c:pt idx="1244">
                  <c:v>19800</c:v>
                </c:pt>
                <c:pt idx="1245">
                  <c:v>19800</c:v>
                </c:pt>
                <c:pt idx="1246">
                  <c:v>19800</c:v>
                </c:pt>
                <c:pt idx="1247">
                  <c:v>19800</c:v>
                </c:pt>
                <c:pt idx="1248">
                  <c:v>19800</c:v>
                </c:pt>
                <c:pt idx="1249">
                  <c:v>19800</c:v>
                </c:pt>
                <c:pt idx="1250">
                  <c:v>19800</c:v>
                </c:pt>
                <c:pt idx="1251">
                  <c:v>19800</c:v>
                </c:pt>
                <c:pt idx="1252">
                  <c:v>19800</c:v>
                </c:pt>
                <c:pt idx="1253">
                  <c:v>19800</c:v>
                </c:pt>
                <c:pt idx="1254">
                  <c:v>19800</c:v>
                </c:pt>
                <c:pt idx="1255">
                  <c:v>19800</c:v>
                </c:pt>
                <c:pt idx="1256">
                  <c:v>19800</c:v>
                </c:pt>
                <c:pt idx="1257">
                  <c:v>19800</c:v>
                </c:pt>
                <c:pt idx="1258">
                  <c:v>19500</c:v>
                </c:pt>
                <c:pt idx="1259">
                  <c:v>19500</c:v>
                </c:pt>
                <c:pt idx="1260">
                  <c:v>19500</c:v>
                </c:pt>
                <c:pt idx="1261">
                  <c:v>19500</c:v>
                </c:pt>
                <c:pt idx="1262">
                  <c:v>19500</c:v>
                </c:pt>
                <c:pt idx="1263">
                  <c:v>19500</c:v>
                </c:pt>
                <c:pt idx="1264">
                  <c:v>19500</c:v>
                </c:pt>
                <c:pt idx="1265">
                  <c:v>19500</c:v>
                </c:pt>
                <c:pt idx="1266">
                  <c:v>19500</c:v>
                </c:pt>
                <c:pt idx="1267">
                  <c:v>19500</c:v>
                </c:pt>
                <c:pt idx="1268">
                  <c:v>19500</c:v>
                </c:pt>
                <c:pt idx="1269">
                  <c:v>19500</c:v>
                </c:pt>
                <c:pt idx="1270">
                  <c:v>19500</c:v>
                </c:pt>
                <c:pt idx="1271">
                  <c:v>19500</c:v>
                </c:pt>
                <c:pt idx="1272">
                  <c:v>19500</c:v>
                </c:pt>
                <c:pt idx="1273">
                  <c:v>19500</c:v>
                </c:pt>
                <c:pt idx="1274">
                  <c:v>19500</c:v>
                </c:pt>
                <c:pt idx="1275">
                  <c:v>19500</c:v>
                </c:pt>
                <c:pt idx="1276">
                  <c:v>19500</c:v>
                </c:pt>
                <c:pt idx="1277">
                  <c:v>19500</c:v>
                </c:pt>
                <c:pt idx="1278">
                  <c:v>19500</c:v>
                </c:pt>
                <c:pt idx="1279">
                  <c:v>19500</c:v>
                </c:pt>
                <c:pt idx="1280">
                  <c:v>19500</c:v>
                </c:pt>
                <c:pt idx="1281">
                  <c:v>19500</c:v>
                </c:pt>
                <c:pt idx="1282">
                  <c:v>19500</c:v>
                </c:pt>
                <c:pt idx="1283">
                  <c:v>19500</c:v>
                </c:pt>
                <c:pt idx="1284">
                  <c:v>19500</c:v>
                </c:pt>
                <c:pt idx="1285">
                  <c:v>19500</c:v>
                </c:pt>
                <c:pt idx="1286">
                  <c:v>19500</c:v>
                </c:pt>
                <c:pt idx="1287">
                  <c:v>19500</c:v>
                </c:pt>
                <c:pt idx="1288">
                  <c:v>19500</c:v>
                </c:pt>
                <c:pt idx="1289">
                  <c:v>19500</c:v>
                </c:pt>
                <c:pt idx="1290">
                  <c:v>19500</c:v>
                </c:pt>
                <c:pt idx="1291">
                  <c:v>19000</c:v>
                </c:pt>
                <c:pt idx="1292">
                  <c:v>19000</c:v>
                </c:pt>
                <c:pt idx="1293">
                  <c:v>19000</c:v>
                </c:pt>
                <c:pt idx="1294">
                  <c:v>19000</c:v>
                </c:pt>
                <c:pt idx="1295">
                  <c:v>19000</c:v>
                </c:pt>
                <c:pt idx="1296">
                  <c:v>19000</c:v>
                </c:pt>
                <c:pt idx="1297">
                  <c:v>19000</c:v>
                </c:pt>
                <c:pt idx="1298">
                  <c:v>19000</c:v>
                </c:pt>
                <c:pt idx="1299">
                  <c:v>19000</c:v>
                </c:pt>
                <c:pt idx="1300">
                  <c:v>19000</c:v>
                </c:pt>
                <c:pt idx="1301">
                  <c:v>19000</c:v>
                </c:pt>
                <c:pt idx="1302">
                  <c:v>19000</c:v>
                </c:pt>
                <c:pt idx="1303">
                  <c:v>19000</c:v>
                </c:pt>
                <c:pt idx="1304">
                  <c:v>19000</c:v>
                </c:pt>
                <c:pt idx="1305">
                  <c:v>19000</c:v>
                </c:pt>
                <c:pt idx="1306">
                  <c:v>19000</c:v>
                </c:pt>
                <c:pt idx="1307">
                  <c:v>19000</c:v>
                </c:pt>
                <c:pt idx="1308">
                  <c:v>19000</c:v>
                </c:pt>
                <c:pt idx="1309">
                  <c:v>19000</c:v>
                </c:pt>
                <c:pt idx="1310">
                  <c:v>19000</c:v>
                </c:pt>
                <c:pt idx="1311">
                  <c:v>19000</c:v>
                </c:pt>
                <c:pt idx="1312">
                  <c:v>19000</c:v>
                </c:pt>
                <c:pt idx="1313">
                  <c:v>19000</c:v>
                </c:pt>
                <c:pt idx="1314">
                  <c:v>19000</c:v>
                </c:pt>
                <c:pt idx="1315">
                  <c:v>19000</c:v>
                </c:pt>
                <c:pt idx="1316">
                  <c:v>19000</c:v>
                </c:pt>
                <c:pt idx="1317">
                  <c:v>18800</c:v>
                </c:pt>
                <c:pt idx="1318">
                  <c:v>18800</c:v>
                </c:pt>
                <c:pt idx="1319">
                  <c:v>18800</c:v>
                </c:pt>
                <c:pt idx="1320">
                  <c:v>18800</c:v>
                </c:pt>
                <c:pt idx="1321">
                  <c:v>18800</c:v>
                </c:pt>
                <c:pt idx="1322">
                  <c:v>18800</c:v>
                </c:pt>
                <c:pt idx="1323">
                  <c:v>18800</c:v>
                </c:pt>
                <c:pt idx="1324">
                  <c:v>18800</c:v>
                </c:pt>
                <c:pt idx="1325">
                  <c:v>18800</c:v>
                </c:pt>
                <c:pt idx="1326">
                  <c:v>18800</c:v>
                </c:pt>
                <c:pt idx="1327">
                  <c:v>18800</c:v>
                </c:pt>
                <c:pt idx="1328">
                  <c:v>18800</c:v>
                </c:pt>
                <c:pt idx="1329">
                  <c:v>18800</c:v>
                </c:pt>
                <c:pt idx="1330">
                  <c:v>18800</c:v>
                </c:pt>
                <c:pt idx="1331">
                  <c:v>18800</c:v>
                </c:pt>
                <c:pt idx="1332">
                  <c:v>18800</c:v>
                </c:pt>
                <c:pt idx="1333">
                  <c:v>18800</c:v>
                </c:pt>
                <c:pt idx="1334">
                  <c:v>18800</c:v>
                </c:pt>
                <c:pt idx="1335">
                  <c:v>18800</c:v>
                </c:pt>
                <c:pt idx="1336">
                  <c:v>18800</c:v>
                </c:pt>
                <c:pt idx="1337">
                  <c:v>18800</c:v>
                </c:pt>
                <c:pt idx="1338">
                  <c:v>18800</c:v>
                </c:pt>
                <c:pt idx="1339">
                  <c:v>18800</c:v>
                </c:pt>
                <c:pt idx="1340">
                  <c:v>18800</c:v>
                </c:pt>
                <c:pt idx="1341">
                  <c:v>18800</c:v>
                </c:pt>
                <c:pt idx="1342">
                  <c:v>18800</c:v>
                </c:pt>
                <c:pt idx="1343">
                  <c:v>18800</c:v>
                </c:pt>
                <c:pt idx="1344">
                  <c:v>18800</c:v>
                </c:pt>
                <c:pt idx="1345">
                  <c:v>18750</c:v>
                </c:pt>
                <c:pt idx="1346">
                  <c:v>18750</c:v>
                </c:pt>
                <c:pt idx="1347">
                  <c:v>18750</c:v>
                </c:pt>
                <c:pt idx="1348">
                  <c:v>18750</c:v>
                </c:pt>
                <c:pt idx="1349">
                  <c:v>18750</c:v>
                </c:pt>
                <c:pt idx="1350">
                  <c:v>18750</c:v>
                </c:pt>
                <c:pt idx="1351">
                  <c:v>18750</c:v>
                </c:pt>
                <c:pt idx="1352">
                  <c:v>20000</c:v>
                </c:pt>
                <c:pt idx="1353">
                  <c:v>20000</c:v>
                </c:pt>
                <c:pt idx="1354">
                  <c:v>20000</c:v>
                </c:pt>
                <c:pt idx="1355">
                  <c:v>20000</c:v>
                </c:pt>
                <c:pt idx="1356">
                  <c:v>21000</c:v>
                </c:pt>
                <c:pt idx="1357">
                  <c:v>21000</c:v>
                </c:pt>
                <c:pt idx="1358">
                  <c:v>21000</c:v>
                </c:pt>
                <c:pt idx="1359">
                  <c:v>22000</c:v>
                </c:pt>
                <c:pt idx="1360">
                  <c:v>22000</c:v>
                </c:pt>
                <c:pt idx="1361">
                  <c:v>22000</c:v>
                </c:pt>
                <c:pt idx="1362">
                  <c:v>22000</c:v>
                </c:pt>
                <c:pt idx="1363">
                  <c:v>22000</c:v>
                </c:pt>
                <c:pt idx="1364">
                  <c:v>22000</c:v>
                </c:pt>
                <c:pt idx="1365">
                  <c:v>22000</c:v>
                </c:pt>
                <c:pt idx="1366">
                  <c:v>22000</c:v>
                </c:pt>
                <c:pt idx="1367">
                  <c:v>22000</c:v>
                </c:pt>
                <c:pt idx="1368">
                  <c:v>22000</c:v>
                </c:pt>
                <c:pt idx="1369">
                  <c:v>22000</c:v>
                </c:pt>
                <c:pt idx="1370">
                  <c:v>22000</c:v>
                </c:pt>
                <c:pt idx="1371">
                  <c:v>22000</c:v>
                </c:pt>
                <c:pt idx="1372">
                  <c:v>22000</c:v>
                </c:pt>
                <c:pt idx="1373">
                  <c:v>22000</c:v>
                </c:pt>
                <c:pt idx="1374">
                  <c:v>22000</c:v>
                </c:pt>
                <c:pt idx="1375">
                  <c:v>22000</c:v>
                </c:pt>
                <c:pt idx="1376">
                  <c:v>22000</c:v>
                </c:pt>
                <c:pt idx="1377">
                  <c:v>22000</c:v>
                </c:pt>
                <c:pt idx="1378">
                  <c:v>22000</c:v>
                </c:pt>
                <c:pt idx="1379">
                  <c:v>22000</c:v>
                </c:pt>
                <c:pt idx="1380">
                  <c:v>23000</c:v>
                </c:pt>
                <c:pt idx="1381">
                  <c:v>23000</c:v>
                </c:pt>
                <c:pt idx="1382">
                  <c:v>23000</c:v>
                </c:pt>
                <c:pt idx="1383">
                  <c:v>23000</c:v>
                </c:pt>
                <c:pt idx="1384">
                  <c:v>23000</c:v>
                </c:pt>
                <c:pt idx="1385">
                  <c:v>25500</c:v>
                </c:pt>
                <c:pt idx="1386">
                  <c:v>25500</c:v>
                </c:pt>
                <c:pt idx="1387">
                  <c:v>25500</c:v>
                </c:pt>
                <c:pt idx="1388">
                  <c:v>25500</c:v>
                </c:pt>
                <c:pt idx="1389">
                  <c:v>25500</c:v>
                </c:pt>
                <c:pt idx="1390">
                  <c:v>25500</c:v>
                </c:pt>
                <c:pt idx="1391">
                  <c:v>25500</c:v>
                </c:pt>
                <c:pt idx="1392">
                  <c:v>25500</c:v>
                </c:pt>
                <c:pt idx="1393">
                  <c:v>25500</c:v>
                </c:pt>
                <c:pt idx="1394">
                  <c:v>25500</c:v>
                </c:pt>
                <c:pt idx="1395">
                  <c:v>25500</c:v>
                </c:pt>
                <c:pt idx="1396">
                  <c:v>25500</c:v>
                </c:pt>
                <c:pt idx="1397">
                  <c:v>25500</c:v>
                </c:pt>
                <c:pt idx="1398">
                  <c:v>25500</c:v>
                </c:pt>
                <c:pt idx="1399">
                  <c:v>25500</c:v>
                </c:pt>
                <c:pt idx="1400">
                  <c:v>25500</c:v>
                </c:pt>
                <c:pt idx="1401">
                  <c:v>25500</c:v>
                </c:pt>
                <c:pt idx="1402">
                  <c:v>25500</c:v>
                </c:pt>
                <c:pt idx="1403">
                  <c:v>25500</c:v>
                </c:pt>
                <c:pt idx="1404">
                  <c:v>25500</c:v>
                </c:pt>
                <c:pt idx="1405">
                  <c:v>25500</c:v>
                </c:pt>
                <c:pt idx="1406">
                  <c:v>25500</c:v>
                </c:pt>
                <c:pt idx="1407">
                  <c:v>25500</c:v>
                </c:pt>
                <c:pt idx="1408">
                  <c:v>25000</c:v>
                </c:pt>
                <c:pt idx="1409">
                  <c:v>25000</c:v>
                </c:pt>
                <c:pt idx="1410">
                  <c:v>24500</c:v>
                </c:pt>
                <c:pt idx="1411">
                  <c:v>24500</c:v>
                </c:pt>
                <c:pt idx="1412">
                  <c:v>23500</c:v>
                </c:pt>
                <c:pt idx="1413">
                  <c:v>23500</c:v>
                </c:pt>
                <c:pt idx="1414">
                  <c:v>23500</c:v>
                </c:pt>
                <c:pt idx="1415">
                  <c:v>23500</c:v>
                </c:pt>
                <c:pt idx="1416">
                  <c:v>23500</c:v>
                </c:pt>
                <c:pt idx="1417">
                  <c:v>23500</c:v>
                </c:pt>
                <c:pt idx="1418">
                  <c:v>23500</c:v>
                </c:pt>
                <c:pt idx="1419">
                  <c:v>22500</c:v>
                </c:pt>
                <c:pt idx="1420">
                  <c:v>22500</c:v>
                </c:pt>
                <c:pt idx="1421">
                  <c:v>22500</c:v>
                </c:pt>
                <c:pt idx="1422">
                  <c:v>22500</c:v>
                </c:pt>
                <c:pt idx="1423">
                  <c:v>22500</c:v>
                </c:pt>
                <c:pt idx="1424">
                  <c:v>22500</c:v>
                </c:pt>
                <c:pt idx="1425">
                  <c:v>22500</c:v>
                </c:pt>
                <c:pt idx="1426">
                  <c:v>22500</c:v>
                </c:pt>
                <c:pt idx="1427">
                  <c:v>22500</c:v>
                </c:pt>
                <c:pt idx="1428">
                  <c:v>22500</c:v>
                </c:pt>
                <c:pt idx="1429">
                  <c:v>22500</c:v>
                </c:pt>
                <c:pt idx="1430">
                  <c:v>22500</c:v>
                </c:pt>
                <c:pt idx="1431">
                  <c:v>22500</c:v>
                </c:pt>
                <c:pt idx="1432">
                  <c:v>22200</c:v>
                </c:pt>
                <c:pt idx="1433">
                  <c:v>22200</c:v>
                </c:pt>
                <c:pt idx="1434">
                  <c:v>22200</c:v>
                </c:pt>
                <c:pt idx="1435">
                  <c:v>22200</c:v>
                </c:pt>
                <c:pt idx="1436">
                  <c:v>22200</c:v>
                </c:pt>
                <c:pt idx="1437">
                  <c:v>22200</c:v>
                </c:pt>
                <c:pt idx="1438">
                  <c:v>22200</c:v>
                </c:pt>
                <c:pt idx="1439">
                  <c:v>22200</c:v>
                </c:pt>
                <c:pt idx="1440">
                  <c:v>22200</c:v>
                </c:pt>
                <c:pt idx="1441">
                  <c:v>22200</c:v>
                </c:pt>
                <c:pt idx="1442">
                  <c:v>22200</c:v>
                </c:pt>
                <c:pt idx="1443">
                  <c:v>22000</c:v>
                </c:pt>
                <c:pt idx="1444">
                  <c:v>22000</c:v>
                </c:pt>
                <c:pt idx="1445">
                  <c:v>22000</c:v>
                </c:pt>
                <c:pt idx="1446">
                  <c:v>22000</c:v>
                </c:pt>
                <c:pt idx="1447">
                  <c:v>22000</c:v>
                </c:pt>
                <c:pt idx="1448">
                  <c:v>22000</c:v>
                </c:pt>
                <c:pt idx="1449">
                  <c:v>22000</c:v>
                </c:pt>
                <c:pt idx="1450">
                  <c:v>20000</c:v>
                </c:pt>
                <c:pt idx="1451">
                  <c:v>19950</c:v>
                </c:pt>
                <c:pt idx="1452">
                  <c:v>19950</c:v>
                </c:pt>
                <c:pt idx="1453">
                  <c:v>19950</c:v>
                </c:pt>
                <c:pt idx="1454">
                  <c:v>19950</c:v>
                </c:pt>
                <c:pt idx="1455">
                  <c:v>19950</c:v>
                </c:pt>
                <c:pt idx="1456">
                  <c:v>19950</c:v>
                </c:pt>
                <c:pt idx="1457">
                  <c:v>19950</c:v>
                </c:pt>
                <c:pt idx="1458">
                  <c:v>19950</c:v>
                </c:pt>
                <c:pt idx="1459">
                  <c:v>19950</c:v>
                </c:pt>
                <c:pt idx="1460">
                  <c:v>19950</c:v>
                </c:pt>
                <c:pt idx="1461">
                  <c:v>19950</c:v>
                </c:pt>
                <c:pt idx="1462">
                  <c:v>19950</c:v>
                </c:pt>
                <c:pt idx="1463">
                  <c:v>19950</c:v>
                </c:pt>
                <c:pt idx="1464">
                  <c:v>19950</c:v>
                </c:pt>
                <c:pt idx="1465">
                  <c:v>19950</c:v>
                </c:pt>
                <c:pt idx="1466">
                  <c:v>19950</c:v>
                </c:pt>
                <c:pt idx="1467">
                  <c:v>19950</c:v>
                </c:pt>
                <c:pt idx="1468">
                  <c:v>19950</c:v>
                </c:pt>
                <c:pt idx="1469">
                  <c:v>19950</c:v>
                </c:pt>
                <c:pt idx="1470">
                  <c:v>19950</c:v>
                </c:pt>
                <c:pt idx="1471">
                  <c:v>19500</c:v>
                </c:pt>
                <c:pt idx="1472">
                  <c:v>19500</c:v>
                </c:pt>
                <c:pt idx="1473">
                  <c:v>20000</c:v>
                </c:pt>
                <c:pt idx="1474">
                  <c:v>20000</c:v>
                </c:pt>
                <c:pt idx="1475">
                  <c:v>20000</c:v>
                </c:pt>
                <c:pt idx="1476">
                  <c:v>20000</c:v>
                </c:pt>
                <c:pt idx="1477">
                  <c:v>20000</c:v>
                </c:pt>
                <c:pt idx="1478">
                  <c:v>20000</c:v>
                </c:pt>
                <c:pt idx="1479">
                  <c:v>20000</c:v>
                </c:pt>
                <c:pt idx="1480">
                  <c:v>20000</c:v>
                </c:pt>
                <c:pt idx="1481">
                  <c:v>20000</c:v>
                </c:pt>
                <c:pt idx="1482">
                  <c:v>20000</c:v>
                </c:pt>
                <c:pt idx="1483">
                  <c:v>20000</c:v>
                </c:pt>
                <c:pt idx="1484">
                  <c:v>20000</c:v>
                </c:pt>
                <c:pt idx="1485">
                  <c:v>20000</c:v>
                </c:pt>
                <c:pt idx="1486">
                  <c:v>20000</c:v>
                </c:pt>
                <c:pt idx="1487">
                  <c:v>20000</c:v>
                </c:pt>
                <c:pt idx="1488">
                  <c:v>20500</c:v>
                </c:pt>
                <c:pt idx="1489">
                  <c:v>20500</c:v>
                </c:pt>
                <c:pt idx="1490">
                  <c:v>20500</c:v>
                </c:pt>
                <c:pt idx="1491">
                  <c:v>20500</c:v>
                </c:pt>
                <c:pt idx="1492">
                  <c:v>20500</c:v>
                </c:pt>
                <c:pt idx="1493">
                  <c:v>20500</c:v>
                </c:pt>
                <c:pt idx="1494">
                  <c:v>20500</c:v>
                </c:pt>
                <c:pt idx="1495">
                  <c:v>20500</c:v>
                </c:pt>
                <c:pt idx="1496">
                  <c:v>20500</c:v>
                </c:pt>
                <c:pt idx="1497">
                  <c:v>20500</c:v>
                </c:pt>
                <c:pt idx="1498">
                  <c:v>20500</c:v>
                </c:pt>
                <c:pt idx="1499">
                  <c:v>20500</c:v>
                </c:pt>
                <c:pt idx="1500">
                  <c:v>20500</c:v>
                </c:pt>
                <c:pt idx="1501">
                  <c:v>20500</c:v>
                </c:pt>
                <c:pt idx="1502">
                  <c:v>20500</c:v>
                </c:pt>
                <c:pt idx="1503">
                  <c:v>20500</c:v>
                </c:pt>
                <c:pt idx="1504">
                  <c:v>20500</c:v>
                </c:pt>
                <c:pt idx="1505">
                  <c:v>20500</c:v>
                </c:pt>
                <c:pt idx="1506">
                  <c:v>20500</c:v>
                </c:pt>
                <c:pt idx="1507">
                  <c:v>20500</c:v>
                </c:pt>
                <c:pt idx="1508">
                  <c:v>20500</c:v>
                </c:pt>
                <c:pt idx="1509">
                  <c:v>20500</c:v>
                </c:pt>
                <c:pt idx="1510">
                  <c:v>20500</c:v>
                </c:pt>
                <c:pt idx="1511">
                  <c:v>20500</c:v>
                </c:pt>
                <c:pt idx="1512">
                  <c:v>20500</c:v>
                </c:pt>
                <c:pt idx="1513">
                  <c:v>21000</c:v>
                </c:pt>
                <c:pt idx="1514">
                  <c:v>21000</c:v>
                </c:pt>
                <c:pt idx="1515">
                  <c:v>21000</c:v>
                </c:pt>
                <c:pt idx="1516">
                  <c:v>21000</c:v>
                </c:pt>
                <c:pt idx="1517">
                  <c:v>21000</c:v>
                </c:pt>
                <c:pt idx="1518">
                  <c:v>21000</c:v>
                </c:pt>
                <c:pt idx="1519">
                  <c:v>21000</c:v>
                </c:pt>
                <c:pt idx="1520">
                  <c:v>21500</c:v>
                </c:pt>
                <c:pt idx="1521">
                  <c:v>21500</c:v>
                </c:pt>
                <c:pt idx="1522">
                  <c:v>21500</c:v>
                </c:pt>
                <c:pt idx="1523">
                  <c:v>21500</c:v>
                </c:pt>
                <c:pt idx="1524">
                  <c:v>21500</c:v>
                </c:pt>
                <c:pt idx="1525">
                  <c:v>21500</c:v>
                </c:pt>
                <c:pt idx="1526">
                  <c:v>21500</c:v>
                </c:pt>
                <c:pt idx="1527">
                  <c:v>21500</c:v>
                </c:pt>
                <c:pt idx="1528">
                  <c:v>21500</c:v>
                </c:pt>
                <c:pt idx="1529">
                  <c:v>22000</c:v>
                </c:pt>
                <c:pt idx="1530">
                  <c:v>22000</c:v>
                </c:pt>
                <c:pt idx="1531">
                  <c:v>22000</c:v>
                </c:pt>
                <c:pt idx="1532">
                  <c:v>22000</c:v>
                </c:pt>
                <c:pt idx="1533">
                  <c:v>22000</c:v>
                </c:pt>
                <c:pt idx="1534">
                  <c:v>22000</c:v>
                </c:pt>
                <c:pt idx="1535">
                  <c:v>22000</c:v>
                </c:pt>
                <c:pt idx="1536">
                  <c:v>22000</c:v>
                </c:pt>
                <c:pt idx="1537">
                  <c:v>22000</c:v>
                </c:pt>
                <c:pt idx="1538">
                  <c:v>22000</c:v>
                </c:pt>
                <c:pt idx="1539">
                  <c:v>22000</c:v>
                </c:pt>
                <c:pt idx="1540">
                  <c:v>22000</c:v>
                </c:pt>
                <c:pt idx="1541">
                  <c:v>22000</c:v>
                </c:pt>
                <c:pt idx="1542">
                  <c:v>22000</c:v>
                </c:pt>
                <c:pt idx="1543">
                  <c:v>22500</c:v>
                </c:pt>
                <c:pt idx="1544">
                  <c:v>22500</c:v>
                </c:pt>
                <c:pt idx="1545">
                  <c:v>22500</c:v>
                </c:pt>
                <c:pt idx="1546">
                  <c:v>22500</c:v>
                </c:pt>
                <c:pt idx="1547">
                  <c:v>22500</c:v>
                </c:pt>
                <c:pt idx="1548">
                  <c:v>23000</c:v>
                </c:pt>
                <c:pt idx="1549">
                  <c:v>23000</c:v>
                </c:pt>
                <c:pt idx="1550">
                  <c:v>23000</c:v>
                </c:pt>
                <c:pt idx="1551">
                  <c:v>23000</c:v>
                </c:pt>
                <c:pt idx="1552">
                  <c:v>23000</c:v>
                </c:pt>
                <c:pt idx="1553">
                  <c:v>23000</c:v>
                </c:pt>
                <c:pt idx="1554">
                  <c:v>23000</c:v>
                </c:pt>
                <c:pt idx="1555">
                  <c:v>23000</c:v>
                </c:pt>
                <c:pt idx="1556">
                  <c:v>23000</c:v>
                </c:pt>
                <c:pt idx="1557">
                  <c:v>23000</c:v>
                </c:pt>
                <c:pt idx="1558">
                  <c:v>23000</c:v>
                </c:pt>
                <c:pt idx="1559">
                  <c:v>23000</c:v>
                </c:pt>
                <c:pt idx="1560">
                  <c:v>23000</c:v>
                </c:pt>
                <c:pt idx="1561">
                  <c:v>23000</c:v>
                </c:pt>
                <c:pt idx="1562">
                  <c:v>23000</c:v>
                </c:pt>
                <c:pt idx="1563">
                  <c:v>23000</c:v>
                </c:pt>
                <c:pt idx="1564">
                  <c:v>23000</c:v>
                </c:pt>
                <c:pt idx="1565">
                  <c:v>23000</c:v>
                </c:pt>
                <c:pt idx="1566">
                  <c:v>23000</c:v>
                </c:pt>
                <c:pt idx="1567">
                  <c:v>23000</c:v>
                </c:pt>
                <c:pt idx="1568">
                  <c:v>23000</c:v>
                </c:pt>
                <c:pt idx="1569">
                  <c:v>23000</c:v>
                </c:pt>
                <c:pt idx="1570">
                  <c:v>23000</c:v>
                </c:pt>
                <c:pt idx="1571">
                  <c:v>23000</c:v>
                </c:pt>
                <c:pt idx="1572">
                  <c:v>23000</c:v>
                </c:pt>
                <c:pt idx="1573">
                  <c:v>23000</c:v>
                </c:pt>
                <c:pt idx="1574">
                  <c:v>23000</c:v>
                </c:pt>
                <c:pt idx="1575">
                  <c:v>23000</c:v>
                </c:pt>
                <c:pt idx="1576">
                  <c:v>23000</c:v>
                </c:pt>
                <c:pt idx="1577">
                  <c:v>23000</c:v>
                </c:pt>
                <c:pt idx="1578">
                  <c:v>23000</c:v>
                </c:pt>
                <c:pt idx="1579">
                  <c:v>23000</c:v>
                </c:pt>
                <c:pt idx="1580">
                  <c:v>23000</c:v>
                </c:pt>
                <c:pt idx="1581">
                  <c:v>23000</c:v>
                </c:pt>
                <c:pt idx="1582">
                  <c:v>23000</c:v>
                </c:pt>
                <c:pt idx="1583">
                  <c:v>23000</c:v>
                </c:pt>
                <c:pt idx="1584">
                  <c:v>23000</c:v>
                </c:pt>
                <c:pt idx="1585">
                  <c:v>22500</c:v>
                </c:pt>
                <c:pt idx="1586">
                  <c:v>22500</c:v>
                </c:pt>
                <c:pt idx="1587">
                  <c:v>22500</c:v>
                </c:pt>
                <c:pt idx="1588">
                  <c:v>22500</c:v>
                </c:pt>
                <c:pt idx="1589">
                  <c:v>22500</c:v>
                </c:pt>
                <c:pt idx="1590">
                  <c:v>22500</c:v>
                </c:pt>
                <c:pt idx="1591">
                  <c:v>22500</c:v>
                </c:pt>
                <c:pt idx="1592">
                  <c:v>22500</c:v>
                </c:pt>
                <c:pt idx="1593">
                  <c:v>22500</c:v>
                </c:pt>
                <c:pt idx="1594">
                  <c:v>22500</c:v>
                </c:pt>
                <c:pt idx="1595">
                  <c:v>22500</c:v>
                </c:pt>
                <c:pt idx="1596">
                  <c:v>22500</c:v>
                </c:pt>
                <c:pt idx="1597">
                  <c:v>22500</c:v>
                </c:pt>
                <c:pt idx="1598">
                  <c:v>22500</c:v>
                </c:pt>
                <c:pt idx="1599">
                  <c:v>22500</c:v>
                </c:pt>
                <c:pt idx="1600">
                  <c:v>22500</c:v>
                </c:pt>
                <c:pt idx="1601">
                  <c:v>22500</c:v>
                </c:pt>
                <c:pt idx="1602">
                  <c:v>22500</c:v>
                </c:pt>
                <c:pt idx="1603">
                  <c:v>22500</c:v>
                </c:pt>
                <c:pt idx="1604">
                  <c:v>22500</c:v>
                </c:pt>
                <c:pt idx="1605">
                  <c:v>22500</c:v>
                </c:pt>
                <c:pt idx="1606">
                  <c:v>22500</c:v>
                </c:pt>
                <c:pt idx="1607">
                  <c:v>22500</c:v>
                </c:pt>
                <c:pt idx="1608">
                  <c:v>22500</c:v>
                </c:pt>
                <c:pt idx="1609">
                  <c:v>22500</c:v>
                </c:pt>
                <c:pt idx="1610">
                  <c:v>22500</c:v>
                </c:pt>
                <c:pt idx="1611">
                  <c:v>22500</c:v>
                </c:pt>
                <c:pt idx="1612">
                  <c:v>22000</c:v>
                </c:pt>
                <c:pt idx="1613">
                  <c:v>22000</c:v>
                </c:pt>
                <c:pt idx="1614">
                  <c:v>21500</c:v>
                </c:pt>
                <c:pt idx="1615">
                  <c:v>21500</c:v>
                </c:pt>
                <c:pt idx="1616">
                  <c:v>21500</c:v>
                </c:pt>
                <c:pt idx="1617">
                  <c:v>21500</c:v>
                </c:pt>
                <c:pt idx="1618">
                  <c:v>21500</c:v>
                </c:pt>
                <c:pt idx="1619">
                  <c:v>21500</c:v>
                </c:pt>
                <c:pt idx="1620">
                  <c:v>21000</c:v>
                </c:pt>
                <c:pt idx="1621">
                  <c:v>21000</c:v>
                </c:pt>
                <c:pt idx="1622">
                  <c:v>21000</c:v>
                </c:pt>
                <c:pt idx="1623">
                  <c:v>21000</c:v>
                </c:pt>
                <c:pt idx="1624">
                  <c:v>21000</c:v>
                </c:pt>
                <c:pt idx="1625">
                  <c:v>21000</c:v>
                </c:pt>
                <c:pt idx="1626">
                  <c:v>21000</c:v>
                </c:pt>
                <c:pt idx="1627">
                  <c:v>21000</c:v>
                </c:pt>
                <c:pt idx="1628">
                  <c:v>21000</c:v>
                </c:pt>
                <c:pt idx="1629">
                  <c:v>21000</c:v>
                </c:pt>
                <c:pt idx="1630">
                  <c:v>21000</c:v>
                </c:pt>
                <c:pt idx="1631">
                  <c:v>21000</c:v>
                </c:pt>
                <c:pt idx="1632">
                  <c:v>21000</c:v>
                </c:pt>
                <c:pt idx="1633">
                  <c:v>21000</c:v>
                </c:pt>
                <c:pt idx="1634">
                  <c:v>20500</c:v>
                </c:pt>
                <c:pt idx="1635">
                  <c:v>20000</c:v>
                </c:pt>
                <c:pt idx="1636">
                  <c:v>20000</c:v>
                </c:pt>
                <c:pt idx="1637">
                  <c:v>20000</c:v>
                </c:pt>
                <c:pt idx="1638">
                  <c:v>20000</c:v>
                </c:pt>
                <c:pt idx="1639">
                  <c:v>20000</c:v>
                </c:pt>
                <c:pt idx="1640">
                  <c:v>20000</c:v>
                </c:pt>
                <c:pt idx="1641">
                  <c:v>20000</c:v>
                </c:pt>
                <c:pt idx="1642">
                  <c:v>20000</c:v>
                </c:pt>
                <c:pt idx="1643">
                  <c:v>20000</c:v>
                </c:pt>
                <c:pt idx="1644">
                  <c:v>20000</c:v>
                </c:pt>
                <c:pt idx="1645">
                  <c:v>20000</c:v>
                </c:pt>
                <c:pt idx="1646">
                  <c:v>20000</c:v>
                </c:pt>
                <c:pt idx="1647">
                  <c:v>20000</c:v>
                </c:pt>
                <c:pt idx="1648">
                  <c:v>20000</c:v>
                </c:pt>
                <c:pt idx="1649">
                  <c:v>20000</c:v>
                </c:pt>
                <c:pt idx="1650">
                  <c:v>20000</c:v>
                </c:pt>
                <c:pt idx="1651">
                  <c:v>20000</c:v>
                </c:pt>
                <c:pt idx="1652">
                  <c:v>20000</c:v>
                </c:pt>
                <c:pt idx="1653">
                  <c:v>19500</c:v>
                </c:pt>
                <c:pt idx="1654">
                  <c:v>19500</c:v>
                </c:pt>
                <c:pt idx="1655">
                  <c:v>19500</c:v>
                </c:pt>
                <c:pt idx="1656">
                  <c:v>19500</c:v>
                </c:pt>
                <c:pt idx="1657">
                  <c:v>19500</c:v>
                </c:pt>
                <c:pt idx="1658">
                  <c:v>19500</c:v>
                </c:pt>
                <c:pt idx="1659">
                  <c:v>19000</c:v>
                </c:pt>
                <c:pt idx="1660">
                  <c:v>19000</c:v>
                </c:pt>
                <c:pt idx="1661">
                  <c:v>19000</c:v>
                </c:pt>
                <c:pt idx="1662">
                  <c:v>19500</c:v>
                </c:pt>
                <c:pt idx="1663">
                  <c:v>19500</c:v>
                </c:pt>
                <c:pt idx="1664">
                  <c:v>19500</c:v>
                </c:pt>
                <c:pt idx="1665">
                  <c:v>19500</c:v>
                </c:pt>
                <c:pt idx="1666">
                  <c:v>19500</c:v>
                </c:pt>
                <c:pt idx="1667">
                  <c:v>19800</c:v>
                </c:pt>
                <c:pt idx="1668">
                  <c:v>19800</c:v>
                </c:pt>
                <c:pt idx="1669">
                  <c:v>19800</c:v>
                </c:pt>
                <c:pt idx="1670">
                  <c:v>19800</c:v>
                </c:pt>
                <c:pt idx="1671">
                  <c:v>19800</c:v>
                </c:pt>
                <c:pt idx="1672">
                  <c:v>19800</c:v>
                </c:pt>
                <c:pt idx="1673">
                  <c:v>19800</c:v>
                </c:pt>
                <c:pt idx="1674">
                  <c:v>19800</c:v>
                </c:pt>
                <c:pt idx="1675">
                  <c:v>20000</c:v>
                </c:pt>
                <c:pt idx="1676">
                  <c:v>20000</c:v>
                </c:pt>
                <c:pt idx="1677">
                  <c:v>20500</c:v>
                </c:pt>
                <c:pt idx="1678">
                  <c:v>20500</c:v>
                </c:pt>
                <c:pt idx="1679">
                  <c:v>20500</c:v>
                </c:pt>
                <c:pt idx="1680">
                  <c:v>20500</c:v>
                </c:pt>
                <c:pt idx="1681">
                  <c:v>20500</c:v>
                </c:pt>
                <c:pt idx="1682">
                  <c:v>20500</c:v>
                </c:pt>
                <c:pt idx="1683">
                  <c:v>20500</c:v>
                </c:pt>
                <c:pt idx="1684">
                  <c:v>20500</c:v>
                </c:pt>
                <c:pt idx="1685">
                  <c:v>20500</c:v>
                </c:pt>
                <c:pt idx="1686">
                  <c:v>20500</c:v>
                </c:pt>
                <c:pt idx="1687">
                  <c:v>20500</c:v>
                </c:pt>
                <c:pt idx="1688">
                  <c:v>20800</c:v>
                </c:pt>
                <c:pt idx="1689">
                  <c:v>20800</c:v>
                </c:pt>
                <c:pt idx="1690">
                  <c:v>21000</c:v>
                </c:pt>
                <c:pt idx="1691">
                  <c:v>21000</c:v>
                </c:pt>
                <c:pt idx="1692">
                  <c:v>21000</c:v>
                </c:pt>
                <c:pt idx="1693">
                  <c:v>21000</c:v>
                </c:pt>
                <c:pt idx="1694">
                  <c:v>21000</c:v>
                </c:pt>
                <c:pt idx="1695">
                  <c:v>21000</c:v>
                </c:pt>
                <c:pt idx="1696">
                  <c:v>21000</c:v>
                </c:pt>
                <c:pt idx="1697">
                  <c:v>21000</c:v>
                </c:pt>
                <c:pt idx="1698">
                  <c:v>21000</c:v>
                </c:pt>
                <c:pt idx="1699">
                  <c:v>21000</c:v>
                </c:pt>
                <c:pt idx="1700">
                  <c:v>21000</c:v>
                </c:pt>
                <c:pt idx="1701">
                  <c:v>21000</c:v>
                </c:pt>
                <c:pt idx="1702">
                  <c:v>21500</c:v>
                </c:pt>
                <c:pt idx="1703">
                  <c:v>21500</c:v>
                </c:pt>
                <c:pt idx="1704">
                  <c:v>21500</c:v>
                </c:pt>
                <c:pt idx="1705">
                  <c:v>21800</c:v>
                </c:pt>
                <c:pt idx="1706">
                  <c:v>21800</c:v>
                </c:pt>
                <c:pt idx="1707">
                  <c:v>21800</c:v>
                </c:pt>
                <c:pt idx="1708">
                  <c:v>21800</c:v>
                </c:pt>
                <c:pt idx="1709">
                  <c:v>21800</c:v>
                </c:pt>
                <c:pt idx="1710">
                  <c:v>21800</c:v>
                </c:pt>
                <c:pt idx="1711">
                  <c:v>20000</c:v>
                </c:pt>
                <c:pt idx="1712">
                  <c:v>20000</c:v>
                </c:pt>
                <c:pt idx="1713">
                  <c:v>20000</c:v>
                </c:pt>
                <c:pt idx="1714">
                  <c:v>22000</c:v>
                </c:pt>
                <c:pt idx="1715">
                  <c:v>22000</c:v>
                </c:pt>
                <c:pt idx="1716">
                  <c:v>22000</c:v>
                </c:pt>
                <c:pt idx="1717">
                  <c:v>22500</c:v>
                </c:pt>
                <c:pt idx="1718">
                  <c:v>22500</c:v>
                </c:pt>
                <c:pt idx="1719">
                  <c:v>22500</c:v>
                </c:pt>
                <c:pt idx="1720">
                  <c:v>22500</c:v>
                </c:pt>
                <c:pt idx="1721">
                  <c:v>22500</c:v>
                </c:pt>
                <c:pt idx="1722">
                  <c:v>22500</c:v>
                </c:pt>
                <c:pt idx="1723">
                  <c:v>22500</c:v>
                </c:pt>
                <c:pt idx="1724">
                  <c:v>22500</c:v>
                </c:pt>
                <c:pt idx="1725">
                  <c:v>22500</c:v>
                </c:pt>
                <c:pt idx="1726">
                  <c:v>22500</c:v>
                </c:pt>
                <c:pt idx="1727">
                  <c:v>22500</c:v>
                </c:pt>
                <c:pt idx="1728">
                  <c:v>22500</c:v>
                </c:pt>
                <c:pt idx="1729">
                  <c:v>22800</c:v>
                </c:pt>
                <c:pt idx="1730">
                  <c:v>23000</c:v>
                </c:pt>
                <c:pt idx="1731">
                  <c:v>23000</c:v>
                </c:pt>
                <c:pt idx="1732">
                  <c:v>23000</c:v>
                </c:pt>
                <c:pt idx="1733">
                  <c:v>23000</c:v>
                </c:pt>
                <c:pt idx="1734">
                  <c:v>23000</c:v>
                </c:pt>
                <c:pt idx="1735">
                  <c:v>23000</c:v>
                </c:pt>
                <c:pt idx="1736">
                  <c:v>23000</c:v>
                </c:pt>
                <c:pt idx="1737">
                  <c:v>23000</c:v>
                </c:pt>
                <c:pt idx="1738">
                  <c:v>23000</c:v>
                </c:pt>
                <c:pt idx="1739">
                  <c:v>23000</c:v>
                </c:pt>
                <c:pt idx="1740">
                  <c:v>23000</c:v>
                </c:pt>
                <c:pt idx="1741">
                  <c:v>23500</c:v>
                </c:pt>
                <c:pt idx="1742">
                  <c:v>23500</c:v>
                </c:pt>
                <c:pt idx="1743">
                  <c:v>23500</c:v>
                </c:pt>
                <c:pt idx="1744">
                  <c:v>23500</c:v>
                </c:pt>
                <c:pt idx="1745">
                  <c:v>23500</c:v>
                </c:pt>
                <c:pt idx="1746">
                  <c:v>23800</c:v>
                </c:pt>
                <c:pt idx="1747">
                  <c:v>23800</c:v>
                </c:pt>
                <c:pt idx="1748">
                  <c:v>23800</c:v>
                </c:pt>
                <c:pt idx="1749">
                  <c:v>23800</c:v>
                </c:pt>
                <c:pt idx="1750">
                  <c:v>23800</c:v>
                </c:pt>
                <c:pt idx="1751">
                  <c:v>23800</c:v>
                </c:pt>
                <c:pt idx="1752">
                  <c:v>23500</c:v>
                </c:pt>
                <c:pt idx="1753">
                  <c:v>23500</c:v>
                </c:pt>
                <c:pt idx="1754">
                  <c:v>23500</c:v>
                </c:pt>
                <c:pt idx="1755">
                  <c:v>23500</c:v>
                </c:pt>
                <c:pt idx="1756">
                  <c:v>23500</c:v>
                </c:pt>
                <c:pt idx="1757">
                  <c:v>23500</c:v>
                </c:pt>
                <c:pt idx="1758">
                  <c:v>23200</c:v>
                </c:pt>
                <c:pt idx="1759">
                  <c:v>23200</c:v>
                </c:pt>
                <c:pt idx="1760">
                  <c:v>23200</c:v>
                </c:pt>
                <c:pt idx="1761">
                  <c:v>23200</c:v>
                </c:pt>
                <c:pt idx="1762">
                  <c:v>23200</c:v>
                </c:pt>
                <c:pt idx="1763">
                  <c:v>23200</c:v>
                </c:pt>
                <c:pt idx="1764">
                  <c:v>23200</c:v>
                </c:pt>
                <c:pt idx="1765">
                  <c:v>23200</c:v>
                </c:pt>
                <c:pt idx="1766">
                  <c:v>23200</c:v>
                </c:pt>
                <c:pt idx="1767">
                  <c:v>23200</c:v>
                </c:pt>
                <c:pt idx="1768">
                  <c:v>23200</c:v>
                </c:pt>
                <c:pt idx="1769">
                  <c:v>23200</c:v>
                </c:pt>
                <c:pt idx="1770">
                  <c:v>23200</c:v>
                </c:pt>
                <c:pt idx="1771">
                  <c:v>23200</c:v>
                </c:pt>
                <c:pt idx="1772">
                  <c:v>23200</c:v>
                </c:pt>
                <c:pt idx="1773">
                  <c:v>23200</c:v>
                </c:pt>
                <c:pt idx="1774">
                  <c:v>23200</c:v>
                </c:pt>
                <c:pt idx="1775">
                  <c:v>23200</c:v>
                </c:pt>
                <c:pt idx="1776">
                  <c:v>23200</c:v>
                </c:pt>
                <c:pt idx="1777">
                  <c:v>23200</c:v>
                </c:pt>
                <c:pt idx="1778">
                  <c:v>23200</c:v>
                </c:pt>
                <c:pt idx="1779">
                  <c:v>23200</c:v>
                </c:pt>
                <c:pt idx="1780">
                  <c:v>23200</c:v>
                </c:pt>
                <c:pt idx="1781">
                  <c:v>23200</c:v>
                </c:pt>
                <c:pt idx="1782">
                  <c:v>23000</c:v>
                </c:pt>
                <c:pt idx="1783">
                  <c:v>23000</c:v>
                </c:pt>
                <c:pt idx="1784">
                  <c:v>23000</c:v>
                </c:pt>
                <c:pt idx="1785">
                  <c:v>23000</c:v>
                </c:pt>
                <c:pt idx="1786">
                  <c:v>22800</c:v>
                </c:pt>
                <c:pt idx="1787">
                  <c:v>22800</c:v>
                </c:pt>
                <c:pt idx="1788">
                  <c:v>22800</c:v>
                </c:pt>
                <c:pt idx="1789">
                  <c:v>22800</c:v>
                </c:pt>
                <c:pt idx="1790">
                  <c:v>22800</c:v>
                </c:pt>
                <c:pt idx="1791">
                  <c:v>22800</c:v>
                </c:pt>
                <c:pt idx="1792">
                  <c:v>22800</c:v>
                </c:pt>
                <c:pt idx="1793">
                  <c:v>22800</c:v>
                </c:pt>
                <c:pt idx="1794">
                  <c:v>22800</c:v>
                </c:pt>
                <c:pt idx="1795">
                  <c:v>22600</c:v>
                </c:pt>
                <c:pt idx="1796">
                  <c:v>22600</c:v>
                </c:pt>
                <c:pt idx="1797">
                  <c:v>22600</c:v>
                </c:pt>
                <c:pt idx="1798">
                  <c:v>22600</c:v>
                </c:pt>
                <c:pt idx="1799">
                  <c:v>22600</c:v>
                </c:pt>
                <c:pt idx="1800">
                  <c:v>22600</c:v>
                </c:pt>
                <c:pt idx="1801">
                  <c:v>22000</c:v>
                </c:pt>
                <c:pt idx="1802">
                  <c:v>22000</c:v>
                </c:pt>
                <c:pt idx="1803">
                  <c:v>22000</c:v>
                </c:pt>
                <c:pt idx="1804">
                  <c:v>22000</c:v>
                </c:pt>
                <c:pt idx="1805">
                  <c:v>22000</c:v>
                </c:pt>
                <c:pt idx="1806">
                  <c:v>22000</c:v>
                </c:pt>
                <c:pt idx="1807">
                  <c:v>22000</c:v>
                </c:pt>
                <c:pt idx="1808">
                  <c:v>22000</c:v>
                </c:pt>
                <c:pt idx="1809">
                  <c:v>22000</c:v>
                </c:pt>
                <c:pt idx="1810">
                  <c:v>22000</c:v>
                </c:pt>
                <c:pt idx="1811">
                  <c:v>22000</c:v>
                </c:pt>
                <c:pt idx="1812">
                  <c:v>22000</c:v>
                </c:pt>
                <c:pt idx="1813">
                  <c:v>22000</c:v>
                </c:pt>
                <c:pt idx="1814">
                  <c:v>22000</c:v>
                </c:pt>
                <c:pt idx="1815">
                  <c:v>22000</c:v>
                </c:pt>
                <c:pt idx="1816">
                  <c:v>21500</c:v>
                </c:pt>
                <c:pt idx="1817">
                  <c:v>21500</c:v>
                </c:pt>
                <c:pt idx="1818">
                  <c:v>21500</c:v>
                </c:pt>
                <c:pt idx="1819">
                  <c:v>21500</c:v>
                </c:pt>
                <c:pt idx="1820">
                  <c:v>21500</c:v>
                </c:pt>
                <c:pt idx="1821">
                  <c:v>21500</c:v>
                </c:pt>
                <c:pt idx="1822">
                  <c:v>21500</c:v>
                </c:pt>
                <c:pt idx="1823">
                  <c:v>21500</c:v>
                </c:pt>
                <c:pt idx="1824">
                  <c:v>21500</c:v>
                </c:pt>
                <c:pt idx="1825">
                  <c:v>21500</c:v>
                </c:pt>
                <c:pt idx="1826">
                  <c:v>21500</c:v>
                </c:pt>
                <c:pt idx="1827">
                  <c:v>21500</c:v>
                </c:pt>
                <c:pt idx="1828">
                  <c:v>21500</c:v>
                </c:pt>
                <c:pt idx="1829">
                  <c:v>21500</c:v>
                </c:pt>
                <c:pt idx="1830">
                  <c:v>21500</c:v>
                </c:pt>
                <c:pt idx="1831">
                  <c:v>21000</c:v>
                </c:pt>
                <c:pt idx="1832">
                  <c:v>20500</c:v>
                </c:pt>
                <c:pt idx="1833">
                  <c:v>20500</c:v>
                </c:pt>
                <c:pt idx="1834">
                  <c:v>20500</c:v>
                </c:pt>
                <c:pt idx="1835">
                  <c:v>20500</c:v>
                </c:pt>
                <c:pt idx="1836">
                  <c:v>20500</c:v>
                </c:pt>
                <c:pt idx="1837">
                  <c:v>20500</c:v>
                </c:pt>
                <c:pt idx="1838">
                  <c:v>20500</c:v>
                </c:pt>
                <c:pt idx="1839">
                  <c:v>20500</c:v>
                </c:pt>
                <c:pt idx="1840">
                  <c:v>20500</c:v>
                </c:pt>
                <c:pt idx="1841">
                  <c:v>20500</c:v>
                </c:pt>
                <c:pt idx="1842">
                  <c:v>20500</c:v>
                </c:pt>
                <c:pt idx="1843">
                  <c:v>20500</c:v>
                </c:pt>
                <c:pt idx="1844">
                  <c:v>20500</c:v>
                </c:pt>
                <c:pt idx="1845">
                  <c:v>20500</c:v>
                </c:pt>
                <c:pt idx="1846">
                  <c:v>20500</c:v>
                </c:pt>
                <c:pt idx="1847">
                  <c:v>20500</c:v>
                </c:pt>
                <c:pt idx="1848">
                  <c:v>20500</c:v>
                </c:pt>
                <c:pt idx="1849">
                  <c:v>20500</c:v>
                </c:pt>
                <c:pt idx="1850">
                  <c:v>20500</c:v>
                </c:pt>
                <c:pt idx="1851">
                  <c:v>20500</c:v>
                </c:pt>
                <c:pt idx="1852">
                  <c:v>20500</c:v>
                </c:pt>
                <c:pt idx="1853">
                  <c:v>20500</c:v>
                </c:pt>
                <c:pt idx="1854">
                  <c:v>20500</c:v>
                </c:pt>
                <c:pt idx="1855">
                  <c:v>20500</c:v>
                </c:pt>
                <c:pt idx="1856">
                  <c:v>20500</c:v>
                </c:pt>
                <c:pt idx="1857">
                  <c:v>20500</c:v>
                </c:pt>
                <c:pt idx="1858">
                  <c:v>20500</c:v>
                </c:pt>
                <c:pt idx="1859">
                  <c:v>20500</c:v>
                </c:pt>
                <c:pt idx="1860">
                  <c:v>20500</c:v>
                </c:pt>
                <c:pt idx="1861">
                  <c:v>20500</c:v>
                </c:pt>
                <c:pt idx="1862">
                  <c:v>20500</c:v>
                </c:pt>
                <c:pt idx="1863">
                  <c:v>20500</c:v>
                </c:pt>
                <c:pt idx="1864">
                  <c:v>20500</c:v>
                </c:pt>
                <c:pt idx="1865">
                  <c:v>20500</c:v>
                </c:pt>
                <c:pt idx="1866">
                  <c:v>21000</c:v>
                </c:pt>
                <c:pt idx="1867">
                  <c:v>21000</c:v>
                </c:pt>
                <c:pt idx="1868">
                  <c:v>21000</c:v>
                </c:pt>
                <c:pt idx="1869">
                  <c:v>21000</c:v>
                </c:pt>
                <c:pt idx="1870">
                  <c:v>21000</c:v>
                </c:pt>
                <c:pt idx="1871">
                  <c:v>21000</c:v>
                </c:pt>
                <c:pt idx="1872">
                  <c:v>21000</c:v>
                </c:pt>
                <c:pt idx="1873">
                  <c:v>21000</c:v>
                </c:pt>
                <c:pt idx="1874">
                  <c:v>21500</c:v>
                </c:pt>
                <c:pt idx="1875">
                  <c:v>21500</c:v>
                </c:pt>
                <c:pt idx="1876">
                  <c:v>21500</c:v>
                </c:pt>
                <c:pt idx="1877">
                  <c:v>21500</c:v>
                </c:pt>
                <c:pt idx="1878">
                  <c:v>21500</c:v>
                </c:pt>
                <c:pt idx="1879">
                  <c:v>21500</c:v>
                </c:pt>
                <c:pt idx="1880">
                  <c:v>21500</c:v>
                </c:pt>
                <c:pt idx="1881">
                  <c:v>21500</c:v>
                </c:pt>
                <c:pt idx="1882">
                  <c:v>21500</c:v>
                </c:pt>
                <c:pt idx="1883">
                  <c:v>21500</c:v>
                </c:pt>
                <c:pt idx="1884">
                  <c:v>21500</c:v>
                </c:pt>
                <c:pt idx="1885">
                  <c:v>21500</c:v>
                </c:pt>
                <c:pt idx="1886">
                  <c:v>21500</c:v>
                </c:pt>
                <c:pt idx="1887">
                  <c:v>21500</c:v>
                </c:pt>
                <c:pt idx="1888">
                  <c:v>22000</c:v>
                </c:pt>
                <c:pt idx="1889">
                  <c:v>22000</c:v>
                </c:pt>
                <c:pt idx="1890">
                  <c:v>22000</c:v>
                </c:pt>
                <c:pt idx="1891">
                  <c:v>22000</c:v>
                </c:pt>
                <c:pt idx="1892">
                  <c:v>22000</c:v>
                </c:pt>
                <c:pt idx="1893">
                  <c:v>22000</c:v>
                </c:pt>
                <c:pt idx="1894">
                  <c:v>22000</c:v>
                </c:pt>
                <c:pt idx="1895">
                  <c:v>22000</c:v>
                </c:pt>
                <c:pt idx="1896">
                  <c:v>22000</c:v>
                </c:pt>
                <c:pt idx="1897">
                  <c:v>22000</c:v>
                </c:pt>
                <c:pt idx="1898">
                  <c:v>22000</c:v>
                </c:pt>
                <c:pt idx="1899">
                  <c:v>22000</c:v>
                </c:pt>
                <c:pt idx="1900">
                  <c:v>22500</c:v>
                </c:pt>
                <c:pt idx="1901">
                  <c:v>22500</c:v>
                </c:pt>
                <c:pt idx="1902">
                  <c:v>22500</c:v>
                </c:pt>
                <c:pt idx="1903">
                  <c:v>22500</c:v>
                </c:pt>
                <c:pt idx="1904">
                  <c:v>22500</c:v>
                </c:pt>
                <c:pt idx="1905">
                  <c:v>22500</c:v>
                </c:pt>
                <c:pt idx="1906">
                  <c:v>22500</c:v>
                </c:pt>
                <c:pt idx="1907">
                  <c:v>22500</c:v>
                </c:pt>
                <c:pt idx="1908">
                  <c:v>22500</c:v>
                </c:pt>
                <c:pt idx="1909">
                  <c:v>22500</c:v>
                </c:pt>
                <c:pt idx="1910">
                  <c:v>22500</c:v>
                </c:pt>
                <c:pt idx="1911">
                  <c:v>22500</c:v>
                </c:pt>
                <c:pt idx="1912">
                  <c:v>22500</c:v>
                </c:pt>
                <c:pt idx="1913">
                  <c:v>22500</c:v>
                </c:pt>
                <c:pt idx="1914">
                  <c:v>22500</c:v>
                </c:pt>
                <c:pt idx="1915">
                  <c:v>22500</c:v>
                </c:pt>
                <c:pt idx="1916">
                  <c:v>23000</c:v>
                </c:pt>
                <c:pt idx="1917">
                  <c:v>23000</c:v>
                </c:pt>
                <c:pt idx="1918">
                  <c:v>23000</c:v>
                </c:pt>
                <c:pt idx="1919">
                  <c:v>23000</c:v>
                </c:pt>
                <c:pt idx="1920">
                  <c:v>23000</c:v>
                </c:pt>
                <c:pt idx="1921">
                  <c:v>23000</c:v>
                </c:pt>
                <c:pt idx="1922">
                  <c:v>23000</c:v>
                </c:pt>
                <c:pt idx="1923">
                  <c:v>23000</c:v>
                </c:pt>
                <c:pt idx="1924">
                  <c:v>23000</c:v>
                </c:pt>
                <c:pt idx="1925">
                  <c:v>23000</c:v>
                </c:pt>
                <c:pt idx="1926">
                  <c:v>23000</c:v>
                </c:pt>
                <c:pt idx="1927">
                  <c:v>23000</c:v>
                </c:pt>
                <c:pt idx="1928">
                  <c:v>23000</c:v>
                </c:pt>
                <c:pt idx="1929">
                  <c:v>23000</c:v>
                </c:pt>
                <c:pt idx="1930">
                  <c:v>23000</c:v>
                </c:pt>
                <c:pt idx="1931">
                  <c:v>23000</c:v>
                </c:pt>
                <c:pt idx="1932">
                  <c:v>23000</c:v>
                </c:pt>
                <c:pt idx="1933">
                  <c:v>22000</c:v>
                </c:pt>
                <c:pt idx="1934">
                  <c:v>22000</c:v>
                </c:pt>
                <c:pt idx="1935">
                  <c:v>22000</c:v>
                </c:pt>
                <c:pt idx="1936">
                  <c:v>21500</c:v>
                </c:pt>
                <c:pt idx="1937">
                  <c:v>21500</c:v>
                </c:pt>
                <c:pt idx="1938">
                  <c:v>21500</c:v>
                </c:pt>
                <c:pt idx="1939">
                  <c:v>21500</c:v>
                </c:pt>
                <c:pt idx="1940">
                  <c:v>21500</c:v>
                </c:pt>
                <c:pt idx="1941">
                  <c:v>21500</c:v>
                </c:pt>
                <c:pt idx="1942">
                  <c:v>21500</c:v>
                </c:pt>
                <c:pt idx="1943">
                  <c:v>21500</c:v>
                </c:pt>
                <c:pt idx="1944">
                  <c:v>21500</c:v>
                </c:pt>
                <c:pt idx="1945">
                  <c:v>21500</c:v>
                </c:pt>
                <c:pt idx="1946">
                  <c:v>21500</c:v>
                </c:pt>
                <c:pt idx="1947">
                  <c:v>21500</c:v>
                </c:pt>
                <c:pt idx="1948">
                  <c:v>21000</c:v>
                </c:pt>
                <c:pt idx="1949">
                  <c:v>21000</c:v>
                </c:pt>
                <c:pt idx="1950">
                  <c:v>21000</c:v>
                </c:pt>
                <c:pt idx="1951">
                  <c:v>21000</c:v>
                </c:pt>
                <c:pt idx="1952">
                  <c:v>21000</c:v>
                </c:pt>
                <c:pt idx="1953">
                  <c:v>21000</c:v>
                </c:pt>
                <c:pt idx="1954">
                  <c:v>21000</c:v>
                </c:pt>
                <c:pt idx="1955">
                  <c:v>21000</c:v>
                </c:pt>
                <c:pt idx="1956">
                  <c:v>21000</c:v>
                </c:pt>
                <c:pt idx="1957">
                  <c:v>20800</c:v>
                </c:pt>
                <c:pt idx="1958">
                  <c:v>20800</c:v>
                </c:pt>
                <c:pt idx="1959">
                  <c:v>20800</c:v>
                </c:pt>
                <c:pt idx="1960">
                  <c:v>20800</c:v>
                </c:pt>
                <c:pt idx="1961">
                  <c:v>20800</c:v>
                </c:pt>
                <c:pt idx="1962">
                  <c:v>20800</c:v>
                </c:pt>
                <c:pt idx="1963">
                  <c:v>20800</c:v>
                </c:pt>
                <c:pt idx="1964">
                  <c:v>20500</c:v>
                </c:pt>
                <c:pt idx="1965">
                  <c:v>20500</c:v>
                </c:pt>
                <c:pt idx="1966">
                  <c:v>20500</c:v>
                </c:pt>
                <c:pt idx="1967">
                  <c:v>20500</c:v>
                </c:pt>
                <c:pt idx="1968">
                  <c:v>20500</c:v>
                </c:pt>
                <c:pt idx="1969">
                  <c:v>20500</c:v>
                </c:pt>
                <c:pt idx="1970">
                  <c:v>20500</c:v>
                </c:pt>
                <c:pt idx="1971">
                  <c:v>20300</c:v>
                </c:pt>
                <c:pt idx="1972">
                  <c:v>20300</c:v>
                </c:pt>
                <c:pt idx="1973">
                  <c:v>20300</c:v>
                </c:pt>
                <c:pt idx="1974">
                  <c:v>20300</c:v>
                </c:pt>
                <c:pt idx="1975">
                  <c:v>20000</c:v>
                </c:pt>
                <c:pt idx="1976">
                  <c:v>20000</c:v>
                </c:pt>
                <c:pt idx="1977">
                  <c:v>19800</c:v>
                </c:pt>
                <c:pt idx="1978">
                  <c:v>19800</c:v>
                </c:pt>
                <c:pt idx="1979">
                  <c:v>19800</c:v>
                </c:pt>
                <c:pt idx="1980">
                  <c:v>19800</c:v>
                </c:pt>
                <c:pt idx="1981">
                  <c:v>19800</c:v>
                </c:pt>
                <c:pt idx="1982">
                  <c:v>19800</c:v>
                </c:pt>
                <c:pt idx="1983">
                  <c:v>19800</c:v>
                </c:pt>
                <c:pt idx="1984">
                  <c:v>19800</c:v>
                </c:pt>
                <c:pt idx="1985">
                  <c:v>19500</c:v>
                </c:pt>
                <c:pt idx="1986">
                  <c:v>19500</c:v>
                </c:pt>
                <c:pt idx="1987">
                  <c:v>19500</c:v>
                </c:pt>
                <c:pt idx="1988">
                  <c:v>19500</c:v>
                </c:pt>
                <c:pt idx="1989">
                  <c:v>19500</c:v>
                </c:pt>
                <c:pt idx="1990">
                  <c:v>19500</c:v>
                </c:pt>
                <c:pt idx="1991">
                  <c:v>19500</c:v>
                </c:pt>
                <c:pt idx="1992">
                  <c:v>19300</c:v>
                </c:pt>
                <c:pt idx="1993">
                  <c:v>19300</c:v>
                </c:pt>
                <c:pt idx="1994">
                  <c:v>19300</c:v>
                </c:pt>
                <c:pt idx="1995">
                  <c:v>19300</c:v>
                </c:pt>
                <c:pt idx="1996">
                  <c:v>19300</c:v>
                </c:pt>
                <c:pt idx="1997">
                  <c:v>19300</c:v>
                </c:pt>
                <c:pt idx="1998">
                  <c:v>19300</c:v>
                </c:pt>
                <c:pt idx="1999">
                  <c:v>19000</c:v>
                </c:pt>
                <c:pt idx="2000">
                  <c:v>19000</c:v>
                </c:pt>
                <c:pt idx="2001">
                  <c:v>19000</c:v>
                </c:pt>
                <c:pt idx="2002">
                  <c:v>19000</c:v>
                </c:pt>
                <c:pt idx="2003">
                  <c:v>19000</c:v>
                </c:pt>
                <c:pt idx="2004">
                  <c:v>19000</c:v>
                </c:pt>
                <c:pt idx="2005">
                  <c:v>19000</c:v>
                </c:pt>
                <c:pt idx="2006">
                  <c:v>19000</c:v>
                </c:pt>
                <c:pt idx="2007">
                  <c:v>19000</c:v>
                </c:pt>
                <c:pt idx="2008">
                  <c:v>19000</c:v>
                </c:pt>
                <c:pt idx="2009">
                  <c:v>19000</c:v>
                </c:pt>
                <c:pt idx="2010">
                  <c:v>19000</c:v>
                </c:pt>
                <c:pt idx="2011">
                  <c:v>19000</c:v>
                </c:pt>
                <c:pt idx="2012">
                  <c:v>19000</c:v>
                </c:pt>
                <c:pt idx="2013">
                  <c:v>19000</c:v>
                </c:pt>
                <c:pt idx="2014">
                  <c:v>19000</c:v>
                </c:pt>
                <c:pt idx="2015">
                  <c:v>19000</c:v>
                </c:pt>
                <c:pt idx="2016">
                  <c:v>19000</c:v>
                </c:pt>
                <c:pt idx="2017">
                  <c:v>19000</c:v>
                </c:pt>
                <c:pt idx="2018">
                  <c:v>19000</c:v>
                </c:pt>
                <c:pt idx="2019">
                  <c:v>19000</c:v>
                </c:pt>
                <c:pt idx="2020">
                  <c:v>19000</c:v>
                </c:pt>
                <c:pt idx="2021">
                  <c:v>19000</c:v>
                </c:pt>
                <c:pt idx="2022">
                  <c:v>19000</c:v>
                </c:pt>
                <c:pt idx="2023">
                  <c:v>19000</c:v>
                </c:pt>
                <c:pt idx="2024">
                  <c:v>19000</c:v>
                </c:pt>
                <c:pt idx="2025">
                  <c:v>19000</c:v>
                </c:pt>
                <c:pt idx="2026">
                  <c:v>19200</c:v>
                </c:pt>
                <c:pt idx="2027">
                  <c:v>19200</c:v>
                </c:pt>
                <c:pt idx="2028">
                  <c:v>19200</c:v>
                </c:pt>
                <c:pt idx="2029">
                  <c:v>19200</c:v>
                </c:pt>
                <c:pt idx="2030">
                  <c:v>19200</c:v>
                </c:pt>
                <c:pt idx="2031">
                  <c:v>19200</c:v>
                </c:pt>
                <c:pt idx="2032">
                  <c:v>19200</c:v>
                </c:pt>
                <c:pt idx="2033">
                  <c:v>19200</c:v>
                </c:pt>
                <c:pt idx="2034">
                  <c:v>19200</c:v>
                </c:pt>
                <c:pt idx="2035">
                  <c:v>19200</c:v>
                </c:pt>
                <c:pt idx="2036">
                  <c:v>19200</c:v>
                </c:pt>
                <c:pt idx="2037">
                  <c:v>19200</c:v>
                </c:pt>
                <c:pt idx="2038">
                  <c:v>19200</c:v>
                </c:pt>
                <c:pt idx="2039">
                  <c:v>19200</c:v>
                </c:pt>
                <c:pt idx="2040">
                  <c:v>19200</c:v>
                </c:pt>
                <c:pt idx="2041">
                  <c:v>19300</c:v>
                </c:pt>
                <c:pt idx="2042">
                  <c:v>19300</c:v>
                </c:pt>
                <c:pt idx="2043">
                  <c:v>19300</c:v>
                </c:pt>
                <c:pt idx="2044">
                  <c:v>19300</c:v>
                </c:pt>
                <c:pt idx="2045">
                  <c:v>19300</c:v>
                </c:pt>
                <c:pt idx="2046">
                  <c:v>19500</c:v>
                </c:pt>
                <c:pt idx="2047">
                  <c:v>19500</c:v>
                </c:pt>
                <c:pt idx="2048">
                  <c:v>19500</c:v>
                </c:pt>
                <c:pt idx="2049">
                  <c:v>19500</c:v>
                </c:pt>
                <c:pt idx="2050">
                  <c:v>19500</c:v>
                </c:pt>
                <c:pt idx="2051">
                  <c:v>19500</c:v>
                </c:pt>
                <c:pt idx="2052">
                  <c:v>19500</c:v>
                </c:pt>
                <c:pt idx="2053">
                  <c:v>19500</c:v>
                </c:pt>
                <c:pt idx="2054">
                  <c:v>19500</c:v>
                </c:pt>
                <c:pt idx="2055">
                  <c:v>19500</c:v>
                </c:pt>
                <c:pt idx="2056">
                  <c:v>19500</c:v>
                </c:pt>
                <c:pt idx="2057">
                  <c:v>19500</c:v>
                </c:pt>
                <c:pt idx="2058">
                  <c:v>19500</c:v>
                </c:pt>
                <c:pt idx="2059">
                  <c:v>19500</c:v>
                </c:pt>
                <c:pt idx="2060">
                  <c:v>19500</c:v>
                </c:pt>
                <c:pt idx="2061">
                  <c:v>19500</c:v>
                </c:pt>
                <c:pt idx="2062">
                  <c:v>19500</c:v>
                </c:pt>
                <c:pt idx="2063">
                  <c:v>19500</c:v>
                </c:pt>
                <c:pt idx="2064">
                  <c:v>19500</c:v>
                </c:pt>
                <c:pt idx="2065">
                  <c:v>19500</c:v>
                </c:pt>
                <c:pt idx="2066">
                  <c:v>19500</c:v>
                </c:pt>
                <c:pt idx="2067">
                  <c:v>19500</c:v>
                </c:pt>
                <c:pt idx="2068">
                  <c:v>19500</c:v>
                </c:pt>
                <c:pt idx="2069">
                  <c:v>19500</c:v>
                </c:pt>
                <c:pt idx="2070">
                  <c:v>19500</c:v>
                </c:pt>
                <c:pt idx="2071">
                  <c:v>19500</c:v>
                </c:pt>
                <c:pt idx="2072">
                  <c:v>19500</c:v>
                </c:pt>
                <c:pt idx="2073">
                  <c:v>19500</c:v>
                </c:pt>
                <c:pt idx="2074">
                  <c:v>19300</c:v>
                </c:pt>
                <c:pt idx="2075">
                  <c:v>19300</c:v>
                </c:pt>
                <c:pt idx="2076">
                  <c:v>19300</c:v>
                </c:pt>
                <c:pt idx="2077">
                  <c:v>19300</c:v>
                </c:pt>
                <c:pt idx="2078">
                  <c:v>19300</c:v>
                </c:pt>
                <c:pt idx="2079">
                  <c:v>19300</c:v>
                </c:pt>
                <c:pt idx="2080">
                  <c:v>19300</c:v>
                </c:pt>
                <c:pt idx="2081">
                  <c:v>19300</c:v>
                </c:pt>
                <c:pt idx="2082">
                  <c:v>19200</c:v>
                </c:pt>
                <c:pt idx="2083">
                  <c:v>19000</c:v>
                </c:pt>
                <c:pt idx="2084">
                  <c:v>19000</c:v>
                </c:pt>
                <c:pt idx="2085">
                  <c:v>19000</c:v>
                </c:pt>
                <c:pt idx="2086">
                  <c:v>19000</c:v>
                </c:pt>
                <c:pt idx="2087">
                  <c:v>19000</c:v>
                </c:pt>
                <c:pt idx="2088">
                  <c:v>18800</c:v>
                </c:pt>
                <c:pt idx="2089">
                  <c:v>18800</c:v>
                </c:pt>
                <c:pt idx="2090">
                  <c:v>18800</c:v>
                </c:pt>
                <c:pt idx="2091">
                  <c:v>18800</c:v>
                </c:pt>
                <c:pt idx="2092">
                  <c:v>18800</c:v>
                </c:pt>
                <c:pt idx="2093">
                  <c:v>18800</c:v>
                </c:pt>
                <c:pt idx="2094">
                  <c:v>18800</c:v>
                </c:pt>
                <c:pt idx="2095">
                  <c:v>18500</c:v>
                </c:pt>
                <c:pt idx="2096">
                  <c:v>18500</c:v>
                </c:pt>
                <c:pt idx="2097">
                  <c:v>18500</c:v>
                </c:pt>
                <c:pt idx="2098">
                  <c:v>18500</c:v>
                </c:pt>
                <c:pt idx="2099">
                  <c:v>18500</c:v>
                </c:pt>
                <c:pt idx="2100">
                  <c:v>18500</c:v>
                </c:pt>
                <c:pt idx="2101">
                  <c:v>18500</c:v>
                </c:pt>
                <c:pt idx="2102">
                  <c:v>18500</c:v>
                </c:pt>
                <c:pt idx="2103">
                  <c:v>18500</c:v>
                </c:pt>
                <c:pt idx="2104">
                  <c:v>18500</c:v>
                </c:pt>
                <c:pt idx="2105">
                  <c:v>18500</c:v>
                </c:pt>
                <c:pt idx="2106">
                  <c:v>18500</c:v>
                </c:pt>
                <c:pt idx="2107">
                  <c:v>18200</c:v>
                </c:pt>
                <c:pt idx="2108">
                  <c:v>18200</c:v>
                </c:pt>
                <c:pt idx="2109">
                  <c:v>18200</c:v>
                </c:pt>
                <c:pt idx="2110">
                  <c:v>18000</c:v>
                </c:pt>
                <c:pt idx="2111">
                  <c:v>17900</c:v>
                </c:pt>
                <c:pt idx="2112">
                  <c:v>17900</c:v>
                </c:pt>
                <c:pt idx="2113">
                  <c:v>17900</c:v>
                </c:pt>
                <c:pt idx="2114">
                  <c:v>17900</c:v>
                </c:pt>
                <c:pt idx="2115">
                  <c:v>17700</c:v>
                </c:pt>
                <c:pt idx="2116">
                  <c:v>17700</c:v>
                </c:pt>
                <c:pt idx="2117">
                  <c:v>17500</c:v>
                </c:pt>
                <c:pt idx="2118">
                  <c:v>17500</c:v>
                </c:pt>
                <c:pt idx="2119">
                  <c:v>17500</c:v>
                </c:pt>
                <c:pt idx="2120">
                  <c:v>17500</c:v>
                </c:pt>
                <c:pt idx="2121">
                  <c:v>17500</c:v>
                </c:pt>
                <c:pt idx="2122">
                  <c:v>17500</c:v>
                </c:pt>
                <c:pt idx="2123">
                  <c:v>17500</c:v>
                </c:pt>
                <c:pt idx="2124">
                  <c:v>17300</c:v>
                </c:pt>
                <c:pt idx="2125">
                  <c:v>17200</c:v>
                </c:pt>
                <c:pt idx="2126">
                  <c:v>17200</c:v>
                </c:pt>
                <c:pt idx="2127">
                  <c:v>17200</c:v>
                </c:pt>
                <c:pt idx="2128">
                  <c:v>17200</c:v>
                </c:pt>
                <c:pt idx="2129">
                  <c:v>17200</c:v>
                </c:pt>
                <c:pt idx="2130">
                  <c:v>17100</c:v>
                </c:pt>
                <c:pt idx="2131">
                  <c:v>17100</c:v>
                </c:pt>
                <c:pt idx="2132">
                  <c:v>17100</c:v>
                </c:pt>
                <c:pt idx="2133">
                  <c:v>17100</c:v>
                </c:pt>
                <c:pt idx="2134">
                  <c:v>17100</c:v>
                </c:pt>
                <c:pt idx="2135">
                  <c:v>17100</c:v>
                </c:pt>
                <c:pt idx="2136">
                  <c:v>17100</c:v>
                </c:pt>
                <c:pt idx="2137">
                  <c:v>16900</c:v>
                </c:pt>
                <c:pt idx="2138">
                  <c:v>16900</c:v>
                </c:pt>
                <c:pt idx="2139">
                  <c:v>16800</c:v>
                </c:pt>
                <c:pt idx="2140">
                  <c:v>16800</c:v>
                </c:pt>
                <c:pt idx="2141">
                  <c:v>16800</c:v>
                </c:pt>
                <c:pt idx="2142">
                  <c:v>16800</c:v>
                </c:pt>
                <c:pt idx="2143">
                  <c:v>16800</c:v>
                </c:pt>
                <c:pt idx="2144">
                  <c:v>16800</c:v>
                </c:pt>
                <c:pt idx="2145">
                  <c:v>16800</c:v>
                </c:pt>
                <c:pt idx="2146">
                  <c:v>16600</c:v>
                </c:pt>
                <c:pt idx="2147">
                  <c:v>16600</c:v>
                </c:pt>
                <c:pt idx="2148">
                  <c:v>16600</c:v>
                </c:pt>
                <c:pt idx="2149">
                  <c:v>16600</c:v>
                </c:pt>
                <c:pt idx="2150">
                  <c:v>16600</c:v>
                </c:pt>
                <c:pt idx="2151">
                  <c:v>16600</c:v>
                </c:pt>
                <c:pt idx="2152">
                  <c:v>16600</c:v>
                </c:pt>
                <c:pt idx="2153">
                  <c:v>16600</c:v>
                </c:pt>
                <c:pt idx="2154">
                  <c:v>16600</c:v>
                </c:pt>
                <c:pt idx="2155">
                  <c:v>16600</c:v>
                </c:pt>
                <c:pt idx="2156">
                  <c:v>16600</c:v>
                </c:pt>
                <c:pt idx="2157">
                  <c:v>16600</c:v>
                </c:pt>
                <c:pt idx="2158">
                  <c:v>16600</c:v>
                </c:pt>
                <c:pt idx="2159">
                  <c:v>16600</c:v>
                </c:pt>
                <c:pt idx="2160">
                  <c:v>16600</c:v>
                </c:pt>
                <c:pt idx="2161">
                  <c:v>16600</c:v>
                </c:pt>
                <c:pt idx="2162">
                  <c:v>16600</c:v>
                </c:pt>
                <c:pt idx="2163">
                  <c:v>16600</c:v>
                </c:pt>
                <c:pt idx="2164">
                  <c:v>16600</c:v>
                </c:pt>
                <c:pt idx="2165">
                  <c:v>16600</c:v>
                </c:pt>
                <c:pt idx="2166">
                  <c:v>16600</c:v>
                </c:pt>
                <c:pt idx="2167">
                  <c:v>16600</c:v>
                </c:pt>
                <c:pt idx="2168">
                  <c:v>16600</c:v>
                </c:pt>
                <c:pt idx="2169">
                  <c:v>16600</c:v>
                </c:pt>
                <c:pt idx="2170">
                  <c:v>16600</c:v>
                </c:pt>
                <c:pt idx="2171">
                  <c:v>16600</c:v>
                </c:pt>
                <c:pt idx="2172">
                  <c:v>16600</c:v>
                </c:pt>
                <c:pt idx="2173">
                  <c:v>16600</c:v>
                </c:pt>
                <c:pt idx="2174">
                  <c:v>16600</c:v>
                </c:pt>
                <c:pt idx="2175">
                  <c:v>16600</c:v>
                </c:pt>
                <c:pt idx="2176">
                  <c:v>16600</c:v>
                </c:pt>
                <c:pt idx="2177">
                  <c:v>16600</c:v>
                </c:pt>
                <c:pt idx="2178">
                  <c:v>16600</c:v>
                </c:pt>
                <c:pt idx="2179">
                  <c:v>16600</c:v>
                </c:pt>
                <c:pt idx="2180">
                  <c:v>16600</c:v>
                </c:pt>
                <c:pt idx="2181">
                  <c:v>16600</c:v>
                </c:pt>
                <c:pt idx="2182">
                  <c:v>16600</c:v>
                </c:pt>
                <c:pt idx="2183">
                  <c:v>16600</c:v>
                </c:pt>
                <c:pt idx="2184">
                  <c:v>16600</c:v>
                </c:pt>
                <c:pt idx="2185">
                  <c:v>16600</c:v>
                </c:pt>
                <c:pt idx="2186">
                  <c:v>16600</c:v>
                </c:pt>
                <c:pt idx="2187">
                  <c:v>16600</c:v>
                </c:pt>
                <c:pt idx="2188">
                  <c:v>16600</c:v>
                </c:pt>
                <c:pt idx="2189">
                  <c:v>16600</c:v>
                </c:pt>
                <c:pt idx="2190">
                  <c:v>16600</c:v>
                </c:pt>
                <c:pt idx="2191">
                  <c:v>16600</c:v>
                </c:pt>
                <c:pt idx="2192">
                  <c:v>16600</c:v>
                </c:pt>
                <c:pt idx="2193">
                  <c:v>16600</c:v>
                </c:pt>
                <c:pt idx="2194">
                  <c:v>16600</c:v>
                </c:pt>
                <c:pt idx="2195">
                  <c:v>16600</c:v>
                </c:pt>
                <c:pt idx="2196">
                  <c:v>16600</c:v>
                </c:pt>
                <c:pt idx="2197">
                  <c:v>16600</c:v>
                </c:pt>
                <c:pt idx="2198">
                  <c:v>16600</c:v>
                </c:pt>
                <c:pt idx="2199">
                  <c:v>16600</c:v>
                </c:pt>
                <c:pt idx="2200">
                  <c:v>16600</c:v>
                </c:pt>
                <c:pt idx="2201">
                  <c:v>16600</c:v>
                </c:pt>
                <c:pt idx="2202">
                  <c:v>16600</c:v>
                </c:pt>
                <c:pt idx="2203">
                  <c:v>16600</c:v>
                </c:pt>
                <c:pt idx="2204">
                  <c:v>16600</c:v>
                </c:pt>
                <c:pt idx="2205">
                  <c:v>16600</c:v>
                </c:pt>
                <c:pt idx="2206">
                  <c:v>16600</c:v>
                </c:pt>
                <c:pt idx="2207">
                  <c:v>16600</c:v>
                </c:pt>
                <c:pt idx="2208">
                  <c:v>16600</c:v>
                </c:pt>
                <c:pt idx="2209">
                  <c:v>16600</c:v>
                </c:pt>
                <c:pt idx="2210">
                  <c:v>16600</c:v>
                </c:pt>
                <c:pt idx="2211">
                  <c:v>16600</c:v>
                </c:pt>
                <c:pt idx="2212">
                  <c:v>16600</c:v>
                </c:pt>
                <c:pt idx="2213">
                  <c:v>16600</c:v>
                </c:pt>
                <c:pt idx="2214">
                  <c:v>16600</c:v>
                </c:pt>
                <c:pt idx="2215">
                  <c:v>16600</c:v>
                </c:pt>
                <c:pt idx="2216">
                  <c:v>16600</c:v>
                </c:pt>
                <c:pt idx="2217">
                  <c:v>16600</c:v>
                </c:pt>
                <c:pt idx="2218">
                  <c:v>16600</c:v>
                </c:pt>
                <c:pt idx="2219">
                  <c:v>16600</c:v>
                </c:pt>
                <c:pt idx="2220">
                  <c:v>16600</c:v>
                </c:pt>
                <c:pt idx="2221">
                  <c:v>16600</c:v>
                </c:pt>
                <c:pt idx="2222">
                  <c:v>16600</c:v>
                </c:pt>
                <c:pt idx="2223">
                  <c:v>16600</c:v>
                </c:pt>
                <c:pt idx="2224">
                  <c:v>16600</c:v>
                </c:pt>
                <c:pt idx="2225">
                  <c:v>16600</c:v>
                </c:pt>
                <c:pt idx="2226">
                  <c:v>16600</c:v>
                </c:pt>
                <c:pt idx="2227">
                  <c:v>16600</c:v>
                </c:pt>
                <c:pt idx="2228">
                  <c:v>16600</c:v>
                </c:pt>
                <c:pt idx="2229">
                  <c:v>16600</c:v>
                </c:pt>
                <c:pt idx="2230">
                  <c:v>16600</c:v>
                </c:pt>
                <c:pt idx="2231">
                  <c:v>16600</c:v>
                </c:pt>
                <c:pt idx="2232">
                  <c:v>16600</c:v>
                </c:pt>
                <c:pt idx="2233">
                  <c:v>16600</c:v>
                </c:pt>
                <c:pt idx="2234">
                  <c:v>16600</c:v>
                </c:pt>
                <c:pt idx="2235">
                  <c:v>16600</c:v>
                </c:pt>
                <c:pt idx="2236">
                  <c:v>16600</c:v>
                </c:pt>
                <c:pt idx="2237">
                  <c:v>16600</c:v>
                </c:pt>
                <c:pt idx="2238">
                  <c:v>16600</c:v>
                </c:pt>
                <c:pt idx="2239">
                  <c:v>16600</c:v>
                </c:pt>
                <c:pt idx="2240">
                  <c:v>16600</c:v>
                </c:pt>
                <c:pt idx="2241">
                  <c:v>16600</c:v>
                </c:pt>
                <c:pt idx="2242">
                  <c:v>16600</c:v>
                </c:pt>
                <c:pt idx="2243">
                  <c:v>16600</c:v>
                </c:pt>
                <c:pt idx="2244">
                  <c:v>16600</c:v>
                </c:pt>
                <c:pt idx="2245">
                  <c:v>16600</c:v>
                </c:pt>
                <c:pt idx="2246">
                  <c:v>16600</c:v>
                </c:pt>
                <c:pt idx="2247">
                  <c:v>16600</c:v>
                </c:pt>
                <c:pt idx="2248">
                  <c:v>16600</c:v>
                </c:pt>
                <c:pt idx="2249">
                  <c:v>16600</c:v>
                </c:pt>
                <c:pt idx="2250">
                  <c:v>16600</c:v>
                </c:pt>
                <c:pt idx="2251">
                  <c:v>16600</c:v>
                </c:pt>
                <c:pt idx="2252">
                  <c:v>16600</c:v>
                </c:pt>
                <c:pt idx="2253">
                  <c:v>16600</c:v>
                </c:pt>
                <c:pt idx="2254">
                  <c:v>16600</c:v>
                </c:pt>
                <c:pt idx="2255">
                  <c:v>16700</c:v>
                </c:pt>
                <c:pt idx="2256">
                  <c:v>16700</c:v>
                </c:pt>
                <c:pt idx="2257">
                  <c:v>16700</c:v>
                </c:pt>
                <c:pt idx="2258">
                  <c:v>16700</c:v>
                </c:pt>
                <c:pt idx="2259">
                  <c:v>16700</c:v>
                </c:pt>
                <c:pt idx="2260">
                  <c:v>16700</c:v>
                </c:pt>
                <c:pt idx="2261">
                  <c:v>16700</c:v>
                </c:pt>
                <c:pt idx="2262">
                  <c:v>16700</c:v>
                </c:pt>
                <c:pt idx="2263">
                  <c:v>16700</c:v>
                </c:pt>
                <c:pt idx="2264">
                  <c:v>16700</c:v>
                </c:pt>
                <c:pt idx="2265">
                  <c:v>16700</c:v>
                </c:pt>
                <c:pt idx="2266">
                  <c:v>16700</c:v>
                </c:pt>
                <c:pt idx="2267">
                  <c:v>16700</c:v>
                </c:pt>
                <c:pt idx="2268">
                  <c:v>16700</c:v>
                </c:pt>
                <c:pt idx="2269">
                  <c:v>16700</c:v>
                </c:pt>
                <c:pt idx="2270">
                  <c:v>16700</c:v>
                </c:pt>
                <c:pt idx="2271">
                  <c:v>16800</c:v>
                </c:pt>
                <c:pt idx="2272">
                  <c:v>16800</c:v>
                </c:pt>
                <c:pt idx="2273">
                  <c:v>16800</c:v>
                </c:pt>
                <c:pt idx="2274">
                  <c:v>16800</c:v>
                </c:pt>
                <c:pt idx="2275">
                  <c:v>16800</c:v>
                </c:pt>
                <c:pt idx="2276">
                  <c:v>16800</c:v>
                </c:pt>
                <c:pt idx="2277">
                  <c:v>16800</c:v>
                </c:pt>
                <c:pt idx="2278">
                  <c:v>16500</c:v>
                </c:pt>
                <c:pt idx="2279">
                  <c:v>16500</c:v>
                </c:pt>
                <c:pt idx="2280">
                  <c:v>16500</c:v>
                </c:pt>
                <c:pt idx="2281">
                  <c:v>16500</c:v>
                </c:pt>
                <c:pt idx="2282">
                  <c:v>16500</c:v>
                </c:pt>
                <c:pt idx="2283">
                  <c:v>16500</c:v>
                </c:pt>
                <c:pt idx="2284">
                  <c:v>16500</c:v>
                </c:pt>
                <c:pt idx="2285">
                  <c:v>16500</c:v>
                </c:pt>
                <c:pt idx="2286">
                  <c:v>16500</c:v>
                </c:pt>
                <c:pt idx="2287">
                  <c:v>16500</c:v>
                </c:pt>
                <c:pt idx="2288">
                  <c:v>16500</c:v>
                </c:pt>
                <c:pt idx="2289">
                  <c:v>16500</c:v>
                </c:pt>
                <c:pt idx="2290">
                  <c:v>16500</c:v>
                </c:pt>
                <c:pt idx="2291">
                  <c:v>16500</c:v>
                </c:pt>
                <c:pt idx="2292">
                  <c:v>16500</c:v>
                </c:pt>
                <c:pt idx="2293">
                  <c:v>16500</c:v>
                </c:pt>
                <c:pt idx="2294">
                  <c:v>16500</c:v>
                </c:pt>
                <c:pt idx="2295">
                  <c:v>16500</c:v>
                </c:pt>
                <c:pt idx="2296">
                  <c:v>16500</c:v>
                </c:pt>
                <c:pt idx="2297">
                  <c:v>16500</c:v>
                </c:pt>
                <c:pt idx="2298">
                  <c:v>16500</c:v>
                </c:pt>
                <c:pt idx="2299">
                  <c:v>16400</c:v>
                </c:pt>
                <c:pt idx="2300">
                  <c:v>16400</c:v>
                </c:pt>
                <c:pt idx="2301">
                  <c:v>16400</c:v>
                </c:pt>
                <c:pt idx="2302">
                  <c:v>16400</c:v>
                </c:pt>
                <c:pt idx="2303">
                  <c:v>16400</c:v>
                </c:pt>
                <c:pt idx="2304">
                  <c:v>16400</c:v>
                </c:pt>
                <c:pt idx="2305">
                  <c:v>16400</c:v>
                </c:pt>
                <c:pt idx="2306">
                  <c:v>16400</c:v>
                </c:pt>
                <c:pt idx="2307">
                  <c:v>16400</c:v>
                </c:pt>
                <c:pt idx="2308">
                  <c:v>16400</c:v>
                </c:pt>
                <c:pt idx="2309">
                  <c:v>16400</c:v>
                </c:pt>
                <c:pt idx="2310">
                  <c:v>16400</c:v>
                </c:pt>
                <c:pt idx="2311">
                  <c:v>16400</c:v>
                </c:pt>
                <c:pt idx="2312">
                  <c:v>16400</c:v>
                </c:pt>
                <c:pt idx="2313">
                  <c:v>16400</c:v>
                </c:pt>
                <c:pt idx="2314">
                  <c:v>16400</c:v>
                </c:pt>
                <c:pt idx="2315">
                  <c:v>16400</c:v>
                </c:pt>
                <c:pt idx="2316">
                  <c:v>16400</c:v>
                </c:pt>
                <c:pt idx="2317">
                  <c:v>16400</c:v>
                </c:pt>
                <c:pt idx="2318">
                  <c:v>16400</c:v>
                </c:pt>
                <c:pt idx="2319">
                  <c:v>16400</c:v>
                </c:pt>
                <c:pt idx="2320">
                  <c:v>16000</c:v>
                </c:pt>
                <c:pt idx="2321">
                  <c:v>16000</c:v>
                </c:pt>
                <c:pt idx="2322">
                  <c:v>16000</c:v>
                </c:pt>
                <c:pt idx="2323">
                  <c:v>16000</c:v>
                </c:pt>
                <c:pt idx="2324">
                  <c:v>16000</c:v>
                </c:pt>
                <c:pt idx="2325">
                  <c:v>16000</c:v>
                </c:pt>
                <c:pt idx="2326">
                  <c:v>16000</c:v>
                </c:pt>
                <c:pt idx="2327">
                  <c:v>16000</c:v>
                </c:pt>
                <c:pt idx="2328">
                  <c:v>16000</c:v>
                </c:pt>
                <c:pt idx="2329">
                  <c:v>16000</c:v>
                </c:pt>
                <c:pt idx="2330">
                  <c:v>16000</c:v>
                </c:pt>
                <c:pt idx="2331">
                  <c:v>16000</c:v>
                </c:pt>
                <c:pt idx="2332">
                  <c:v>16000</c:v>
                </c:pt>
                <c:pt idx="2333">
                  <c:v>16000</c:v>
                </c:pt>
                <c:pt idx="2334">
                  <c:v>16000</c:v>
                </c:pt>
                <c:pt idx="2335">
                  <c:v>16000</c:v>
                </c:pt>
                <c:pt idx="2336">
                  <c:v>16000</c:v>
                </c:pt>
                <c:pt idx="2337">
                  <c:v>16000</c:v>
                </c:pt>
                <c:pt idx="2338">
                  <c:v>16000</c:v>
                </c:pt>
                <c:pt idx="2339">
                  <c:v>16000</c:v>
                </c:pt>
                <c:pt idx="2340">
                  <c:v>16000</c:v>
                </c:pt>
                <c:pt idx="2341">
                  <c:v>16000</c:v>
                </c:pt>
                <c:pt idx="2342">
                  <c:v>16000</c:v>
                </c:pt>
                <c:pt idx="2343">
                  <c:v>16000</c:v>
                </c:pt>
                <c:pt idx="2344">
                  <c:v>16000</c:v>
                </c:pt>
                <c:pt idx="2345">
                  <c:v>16000</c:v>
                </c:pt>
                <c:pt idx="2346">
                  <c:v>16000</c:v>
                </c:pt>
                <c:pt idx="2347">
                  <c:v>16000</c:v>
                </c:pt>
                <c:pt idx="2348">
                  <c:v>16000</c:v>
                </c:pt>
                <c:pt idx="2349">
                  <c:v>16000</c:v>
                </c:pt>
                <c:pt idx="2350">
                  <c:v>16000</c:v>
                </c:pt>
                <c:pt idx="2351">
                  <c:v>16000</c:v>
                </c:pt>
                <c:pt idx="2352">
                  <c:v>16000</c:v>
                </c:pt>
                <c:pt idx="2353">
                  <c:v>16000</c:v>
                </c:pt>
                <c:pt idx="2354">
                  <c:v>16000</c:v>
                </c:pt>
                <c:pt idx="2355">
                  <c:v>16000</c:v>
                </c:pt>
                <c:pt idx="2356">
                  <c:v>16000</c:v>
                </c:pt>
                <c:pt idx="2357">
                  <c:v>16000</c:v>
                </c:pt>
                <c:pt idx="2358">
                  <c:v>16000</c:v>
                </c:pt>
                <c:pt idx="2359">
                  <c:v>16000</c:v>
                </c:pt>
                <c:pt idx="2360">
                  <c:v>16000</c:v>
                </c:pt>
                <c:pt idx="2361">
                  <c:v>16000</c:v>
                </c:pt>
                <c:pt idx="2362">
                  <c:v>16000</c:v>
                </c:pt>
                <c:pt idx="2363">
                  <c:v>16000</c:v>
                </c:pt>
                <c:pt idx="2364">
                  <c:v>16000</c:v>
                </c:pt>
                <c:pt idx="2365">
                  <c:v>16000</c:v>
                </c:pt>
                <c:pt idx="2366">
                  <c:v>16000</c:v>
                </c:pt>
                <c:pt idx="2367">
                  <c:v>16000</c:v>
                </c:pt>
                <c:pt idx="2368">
                  <c:v>16000</c:v>
                </c:pt>
                <c:pt idx="2369">
                  <c:v>16000</c:v>
                </c:pt>
                <c:pt idx="2370">
                  <c:v>16000</c:v>
                </c:pt>
                <c:pt idx="2371">
                  <c:v>16000</c:v>
                </c:pt>
                <c:pt idx="2372">
                  <c:v>16000</c:v>
                </c:pt>
                <c:pt idx="2373">
                  <c:v>16000</c:v>
                </c:pt>
                <c:pt idx="2374">
                  <c:v>16000</c:v>
                </c:pt>
                <c:pt idx="2375">
                  <c:v>16000</c:v>
                </c:pt>
                <c:pt idx="2376">
                  <c:v>16000</c:v>
                </c:pt>
                <c:pt idx="2377">
                  <c:v>16000</c:v>
                </c:pt>
                <c:pt idx="2378">
                  <c:v>16000</c:v>
                </c:pt>
                <c:pt idx="2379">
                  <c:v>16000</c:v>
                </c:pt>
                <c:pt idx="2380">
                  <c:v>16000</c:v>
                </c:pt>
                <c:pt idx="2381">
                  <c:v>16000</c:v>
                </c:pt>
                <c:pt idx="2382">
                  <c:v>16000</c:v>
                </c:pt>
                <c:pt idx="2383">
                  <c:v>16000</c:v>
                </c:pt>
                <c:pt idx="2384">
                  <c:v>16000</c:v>
                </c:pt>
                <c:pt idx="2385">
                  <c:v>16000</c:v>
                </c:pt>
                <c:pt idx="2386">
                  <c:v>16000</c:v>
                </c:pt>
                <c:pt idx="2387">
                  <c:v>16000</c:v>
                </c:pt>
                <c:pt idx="2388">
                  <c:v>16000</c:v>
                </c:pt>
                <c:pt idx="2389">
                  <c:v>16000</c:v>
                </c:pt>
                <c:pt idx="2390">
                  <c:v>16000</c:v>
                </c:pt>
                <c:pt idx="2391">
                  <c:v>16000</c:v>
                </c:pt>
                <c:pt idx="2392">
                  <c:v>16000</c:v>
                </c:pt>
                <c:pt idx="2393">
                  <c:v>16000</c:v>
                </c:pt>
                <c:pt idx="2394">
                  <c:v>16000</c:v>
                </c:pt>
                <c:pt idx="2395">
                  <c:v>16000</c:v>
                </c:pt>
                <c:pt idx="2396">
                  <c:v>16000</c:v>
                </c:pt>
                <c:pt idx="2397">
                  <c:v>16000</c:v>
                </c:pt>
                <c:pt idx="2398">
                  <c:v>16000</c:v>
                </c:pt>
                <c:pt idx="2399">
                  <c:v>16000</c:v>
                </c:pt>
                <c:pt idx="2400">
                  <c:v>16000</c:v>
                </c:pt>
                <c:pt idx="2401">
                  <c:v>16000</c:v>
                </c:pt>
                <c:pt idx="2402">
                  <c:v>16000</c:v>
                </c:pt>
                <c:pt idx="2403">
                  <c:v>16000</c:v>
                </c:pt>
                <c:pt idx="2404">
                  <c:v>16000</c:v>
                </c:pt>
                <c:pt idx="2405">
                  <c:v>16000</c:v>
                </c:pt>
                <c:pt idx="2406">
                  <c:v>16000</c:v>
                </c:pt>
                <c:pt idx="2407">
                  <c:v>16000</c:v>
                </c:pt>
                <c:pt idx="2408">
                  <c:v>16000</c:v>
                </c:pt>
                <c:pt idx="2409">
                  <c:v>16000</c:v>
                </c:pt>
                <c:pt idx="2410">
                  <c:v>16000</c:v>
                </c:pt>
                <c:pt idx="2411">
                  <c:v>16000</c:v>
                </c:pt>
                <c:pt idx="2412">
                  <c:v>16000</c:v>
                </c:pt>
                <c:pt idx="2413">
                  <c:v>16000</c:v>
                </c:pt>
                <c:pt idx="2414">
                  <c:v>16000</c:v>
                </c:pt>
                <c:pt idx="2415">
                  <c:v>16000</c:v>
                </c:pt>
                <c:pt idx="2416">
                  <c:v>16000</c:v>
                </c:pt>
                <c:pt idx="2417">
                  <c:v>16000</c:v>
                </c:pt>
                <c:pt idx="2418">
                  <c:v>16000</c:v>
                </c:pt>
                <c:pt idx="2419">
                  <c:v>16000</c:v>
                </c:pt>
                <c:pt idx="2420">
                  <c:v>16000</c:v>
                </c:pt>
                <c:pt idx="2421">
                  <c:v>16000</c:v>
                </c:pt>
                <c:pt idx="2422">
                  <c:v>16000</c:v>
                </c:pt>
                <c:pt idx="2423">
                  <c:v>16000</c:v>
                </c:pt>
                <c:pt idx="2424">
                  <c:v>16000</c:v>
                </c:pt>
                <c:pt idx="2425">
                  <c:v>16200</c:v>
                </c:pt>
                <c:pt idx="2426">
                  <c:v>16200</c:v>
                </c:pt>
                <c:pt idx="2427">
                  <c:v>16200</c:v>
                </c:pt>
                <c:pt idx="2428">
                  <c:v>16200</c:v>
                </c:pt>
                <c:pt idx="2429">
                  <c:v>16200</c:v>
                </c:pt>
                <c:pt idx="2430">
                  <c:v>16200</c:v>
                </c:pt>
                <c:pt idx="2431">
                  <c:v>16300</c:v>
                </c:pt>
                <c:pt idx="2432">
                  <c:v>16300</c:v>
                </c:pt>
                <c:pt idx="2433">
                  <c:v>16300</c:v>
                </c:pt>
                <c:pt idx="2434">
                  <c:v>16300</c:v>
                </c:pt>
                <c:pt idx="2435">
                  <c:v>16300</c:v>
                </c:pt>
                <c:pt idx="2436">
                  <c:v>16300</c:v>
                </c:pt>
                <c:pt idx="2437">
                  <c:v>16300</c:v>
                </c:pt>
                <c:pt idx="2438">
                  <c:v>16300</c:v>
                </c:pt>
                <c:pt idx="2439">
                  <c:v>16400</c:v>
                </c:pt>
                <c:pt idx="2440">
                  <c:v>16400</c:v>
                </c:pt>
                <c:pt idx="2441">
                  <c:v>16400</c:v>
                </c:pt>
                <c:pt idx="2442">
                  <c:v>16400</c:v>
                </c:pt>
                <c:pt idx="2443">
                  <c:v>16400</c:v>
                </c:pt>
                <c:pt idx="2444">
                  <c:v>16400</c:v>
                </c:pt>
                <c:pt idx="2445">
                  <c:v>16600</c:v>
                </c:pt>
                <c:pt idx="2446">
                  <c:v>16600</c:v>
                </c:pt>
                <c:pt idx="2447">
                  <c:v>16600</c:v>
                </c:pt>
                <c:pt idx="2448">
                  <c:v>16600</c:v>
                </c:pt>
                <c:pt idx="2449">
                  <c:v>16600</c:v>
                </c:pt>
                <c:pt idx="2450">
                  <c:v>16600</c:v>
                </c:pt>
                <c:pt idx="2451">
                  <c:v>16600</c:v>
                </c:pt>
                <c:pt idx="2452">
                  <c:v>16700</c:v>
                </c:pt>
                <c:pt idx="2453">
                  <c:v>16700</c:v>
                </c:pt>
                <c:pt idx="2454">
                  <c:v>16700</c:v>
                </c:pt>
                <c:pt idx="2455">
                  <c:v>16700</c:v>
                </c:pt>
                <c:pt idx="2456">
                  <c:v>16700</c:v>
                </c:pt>
                <c:pt idx="2457">
                  <c:v>16700</c:v>
                </c:pt>
                <c:pt idx="2458">
                  <c:v>16700</c:v>
                </c:pt>
                <c:pt idx="2459">
                  <c:v>16700</c:v>
                </c:pt>
                <c:pt idx="2460">
                  <c:v>16700</c:v>
                </c:pt>
                <c:pt idx="2461">
                  <c:v>16700</c:v>
                </c:pt>
                <c:pt idx="2462">
                  <c:v>16700</c:v>
                </c:pt>
                <c:pt idx="2463">
                  <c:v>16700</c:v>
                </c:pt>
                <c:pt idx="2464">
                  <c:v>16700</c:v>
                </c:pt>
                <c:pt idx="2465">
                  <c:v>16700</c:v>
                </c:pt>
                <c:pt idx="2466">
                  <c:v>16700</c:v>
                </c:pt>
                <c:pt idx="2467">
                  <c:v>16700</c:v>
                </c:pt>
                <c:pt idx="2468">
                  <c:v>16700</c:v>
                </c:pt>
                <c:pt idx="2469">
                  <c:v>16700</c:v>
                </c:pt>
                <c:pt idx="2470">
                  <c:v>16700</c:v>
                </c:pt>
                <c:pt idx="2471">
                  <c:v>16700</c:v>
                </c:pt>
                <c:pt idx="2472">
                  <c:v>17000</c:v>
                </c:pt>
                <c:pt idx="2473">
                  <c:v>17300</c:v>
                </c:pt>
                <c:pt idx="2474">
                  <c:v>17500</c:v>
                </c:pt>
                <c:pt idx="2475">
                  <c:v>17500</c:v>
                </c:pt>
                <c:pt idx="2476">
                  <c:v>17500</c:v>
                </c:pt>
                <c:pt idx="2477">
                  <c:v>17500</c:v>
                </c:pt>
                <c:pt idx="2478">
                  <c:v>17500</c:v>
                </c:pt>
                <c:pt idx="2479">
                  <c:v>17500</c:v>
                </c:pt>
                <c:pt idx="2480">
                  <c:v>17500</c:v>
                </c:pt>
                <c:pt idx="2481">
                  <c:v>17500</c:v>
                </c:pt>
                <c:pt idx="2482">
                  <c:v>17500</c:v>
                </c:pt>
                <c:pt idx="2483">
                  <c:v>17500</c:v>
                </c:pt>
                <c:pt idx="2484">
                  <c:v>17500</c:v>
                </c:pt>
                <c:pt idx="2485">
                  <c:v>17500</c:v>
                </c:pt>
                <c:pt idx="2486">
                  <c:v>17500</c:v>
                </c:pt>
                <c:pt idx="2487">
                  <c:v>17500</c:v>
                </c:pt>
                <c:pt idx="2488">
                  <c:v>17700</c:v>
                </c:pt>
                <c:pt idx="2489">
                  <c:v>17700</c:v>
                </c:pt>
                <c:pt idx="2490">
                  <c:v>17700</c:v>
                </c:pt>
                <c:pt idx="2491">
                  <c:v>17700</c:v>
                </c:pt>
                <c:pt idx="2492">
                  <c:v>17700</c:v>
                </c:pt>
                <c:pt idx="2493">
                  <c:v>17700</c:v>
                </c:pt>
                <c:pt idx="2494">
                  <c:v>17700</c:v>
                </c:pt>
                <c:pt idx="2495">
                  <c:v>17700</c:v>
                </c:pt>
                <c:pt idx="2496">
                  <c:v>17700</c:v>
                </c:pt>
                <c:pt idx="2497">
                  <c:v>17700</c:v>
                </c:pt>
                <c:pt idx="2498">
                  <c:v>17700</c:v>
                </c:pt>
                <c:pt idx="2499">
                  <c:v>17700</c:v>
                </c:pt>
                <c:pt idx="2500">
                  <c:v>17700</c:v>
                </c:pt>
                <c:pt idx="2501">
                  <c:v>17700</c:v>
                </c:pt>
                <c:pt idx="2502">
                  <c:v>17700</c:v>
                </c:pt>
                <c:pt idx="2503">
                  <c:v>17700</c:v>
                </c:pt>
                <c:pt idx="2504">
                  <c:v>17700</c:v>
                </c:pt>
                <c:pt idx="2505">
                  <c:v>17700</c:v>
                </c:pt>
                <c:pt idx="2506">
                  <c:v>17700</c:v>
                </c:pt>
                <c:pt idx="2507">
                  <c:v>17700</c:v>
                </c:pt>
                <c:pt idx="2508">
                  <c:v>17700</c:v>
                </c:pt>
                <c:pt idx="2509">
                  <c:v>17700</c:v>
                </c:pt>
                <c:pt idx="2510">
                  <c:v>17700</c:v>
                </c:pt>
                <c:pt idx="2511">
                  <c:v>17700</c:v>
                </c:pt>
                <c:pt idx="2512">
                  <c:v>17700</c:v>
                </c:pt>
                <c:pt idx="2513">
                  <c:v>17700</c:v>
                </c:pt>
                <c:pt idx="2514">
                  <c:v>17700</c:v>
                </c:pt>
                <c:pt idx="2515">
                  <c:v>17700</c:v>
                </c:pt>
                <c:pt idx="2516">
                  <c:v>17700</c:v>
                </c:pt>
                <c:pt idx="2517">
                  <c:v>17600</c:v>
                </c:pt>
                <c:pt idx="2518">
                  <c:v>17600</c:v>
                </c:pt>
                <c:pt idx="2519">
                  <c:v>17600</c:v>
                </c:pt>
                <c:pt idx="2520">
                  <c:v>17600</c:v>
                </c:pt>
                <c:pt idx="2521">
                  <c:v>17600</c:v>
                </c:pt>
                <c:pt idx="2522">
                  <c:v>17600</c:v>
                </c:pt>
                <c:pt idx="2523">
                  <c:v>17600</c:v>
                </c:pt>
                <c:pt idx="2524">
                  <c:v>17600</c:v>
                </c:pt>
                <c:pt idx="2525">
                  <c:v>17600</c:v>
                </c:pt>
                <c:pt idx="2526">
                  <c:v>17600</c:v>
                </c:pt>
                <c:pt idx="2527">
                  <c:v>17600</c:v>
                </c:pt>
                <c:pt idx="2528">
                  <c:v>17600</c:v>
                </c:pt>
                <c:pt idx="2529">
                  <c:v>17600</c:v>
                </c:pt>
                <c:pt idx="2530">
                  <c:v>17500</c:v>
                </c:pt>
                <c:pt idx="2531">
                  <c:v>17500</c:v>
                </c:pt>
                <c:pt idx="2532">
                  <c:v>17500</c:v>
                </c:pt>
                <c:pt idx="2533">
                  <c:v>17500</c:v>
                </c:pt>
                <c:pt idx="2534">
                  <c:v>17500</c:v>
                </c:pt>
                <c:pt idx="2535">
                  <c:v>17500</c:v>
                </c:pt>
                <c:pt idx="2536">
                  <c:v>17500</c:v>
                </c:pt>
                <c:pt idx="2537">
                  <c:v>17500</c:v>
                </c:pt>
                <c:pt idx="2538">
                  <c:v>17500</c:v>
                </c:pt>
                <c:pt idx="2539">
                  <c:v>17500</c:v>
                </c:pt>
                <c:pt idx="2540">
                  <c:v>17500</c:v>
                </c:pt>
                <c:pt idx="2541">
                  <c:v>17500</c:v>
                </c:pt>
                <c:pt idx="2542">
                  <c:v>17500</c:v>
                </c:pt>
                <c:pt idx="2543">
                  <c:v>17500</c:v>
                </c:pt>
                <c:pt idx="2544">
                  <c:v>17500</c:v>
                </c:pt>
                <c:pt idx="2545">
                  <c:v>17400</c:v>
                </c:pt>
                <c:pt idx="2546">
                  <c:v>17400</c:v>
                </c:pt>
                <c:pt idx="2547">
                  <c:v>17400</c:v>
                </c:pt>
                <c:pt idx="2548">
                  <c:v>17400</c:v>
                </c:pt>
                <c:pt idx="2549">
                  <c:v>17400</c:v>
                </c:pt>
                <c:pt idx="2550">
                  <c:v>17400</c:v>
                </c:pt>
                <c:pt idx="2551">
                  <c:v>17400</c:v>
                </c:pt>
                <c:pt idx="2552">
                  <c:v>17400</c:v>
                </c:pt>
                <c:pt idx="2553">
                  <c:v>17400</c:v>
                </c:pt>
                <c:pt idx="2554">
                  <c:v>17400</c:v>
                </c:pt>
                <c:pt idx="2555">
                  <c:v>17400</c:v>
                </c:pt>
                <c:pt idx="2556">
                  <c:v>17400</c:v>
                </c:pt>
                <c:pt idx="2557">
                  <c:v>17400</c:v>
                </c:pt>
                <c:pt idx="2558">
                  <c:v>17400</c:v>
                </c:pt>
                <c:pt idx="2559">
                  <c:v>17400</c:v>
                </c:pt>
                <c:pt idx="2560">
                  <c:v>17400</c:v>
                </c:pt>
                <c:pt idx="2561">
                  <c:v>17300</c:v>
                </c:pt>
                <c:pt idx="2562">
                  <c:v>17300</c:v>
                </c:pt>
                <c:pt idx="2563">
                  <c:v>17300</c:v>
                </c:pt>
                <c:pt idx="2564">
                  <c:v>17300</c:v>
                </c:pt>
                <c:pt idx="2565">
                  <c:v>17300</c:v>
                </c:pt>
                <c:pt idx="2566">
                  <c:v>17300</c:v>
                </c:pt>
                <c:pt idx="2567">
                  <c:v>17300</c:v>
                </c:pt>
                <c:pt idx="2568">
                  <c:v>17300</c:v>
                </c:pt>
                <c:pt idx="2569">
                  <c:v>17300</c:v>
                </c:pt>
                <c:pt idx="2570">
                  <c:v>17300</c:v>
                </c:pt>
                <c:pt idx="2571">
                  <c:v>17300</c:v>
                </c:pt>
                <c:pt idx="2572">
                  <c:v>17300</c:v>
                </c:pt>
                <c:pt idx="2573">
                  <c:v>17100</c:v>
                </c:pt>
                <c:pt idx="2574">
                  <c:v>17100</c:v>
                </c:pt>
                <c:pt idx="2575">
                  <c:v>17100</c:v>
                </c:pt>
                <c:pt idx="2576">
                  <c:v>17100</c:v>
                </c:pt>
                <c:pt idx="2577">
                  <c:v>17100</c:v>
                </c:pt>
                <c:pt idx="2578">
                  <c:v>17100</c:v>
                </c:pt>
                <c:pt idx="2579">
                  <c:v>17100</c:v>
                </c:pt>
                <c:pt idx="2580">
                  <c:v>17100</c:v>
                </c:pt>
                <c:pt idx="2581">
                  <c:v>17100</c:v>
                </c:pt>
                <c:pt idx="2582">
                  <c:v>17100</c:v>
                </c:pt>
                <c:pt idx="2583">
                  <c:v>17100</c:v>
                </c:pt>
                <c:pt idx="2584">
                  <c:v>17100</c:v>
                </c:pt>
                <c:pt idx="2585">
                  <c:v>17000</c:v>
                </c:pt>
                <c:pt idx="2586">
                  <c:v>17000</c:v>
                </c:pt>
                <c:pt idx="2587">
                  <c:v>17000</c:v>
                </c:pt>
                <c:pt idx="2588">
                  <c:v>17000</c:v>
                </c:pt>
                <c:pt idx="2589">
                  <c:v>17000</c:v>
                </c:pt>
                <c:pt idx="2590">
                  <c:v>17000</c:v>
                </c:pt>
                <c:pt idx="2591">
                  <c:v>17000</c:v>
                </c:pt>
                <c:pt idx="2592">
                  <c:v>17000</c:v>
                </c:pt>
                <c:pt idx="2593">
                  <c:v>17000</c:v>
                </c:pt>
                <c:pt idx="2594">
                  <c:v>17000</c:v>
                </c:pt>
                <c:pt idx="2595">
                  <c:v>17000</c:v>
                </c:pt>
                <c:pt idx="2596">
                  <c:v>17000</c:v>
                </c:pt>
                <c:pt idx="2597">
                  <c:v>17000</c:v>
                </c:pt>
                <c:pt idx="2598">
                  <c:v>17000</c:v>
                </c:pt>
                <c:pt idx="2599">
                  <c:v>17000</c:v>
                </c:pt>
                <c:pt idx="2600">
                  <c:v>17000</c:v>
                </c:pt>
                <c:pt idx="2601">
                  <c:v>17000</c:v>
                </c:pt>
                <c:pt idx="2602">
                  <c:v>17000</c:v>
                </c:pt>
                <c:pt idx="2603">
                  <c:v>17000</c:v>
                </c:pt>
                <c:pt idx="2604">
                  <c:v>17000</c:v>
                </c:pt>
                <c:pt idx="2605">
                  <c:v>17000</c:v>
                </c:pt>
                <c:pt idx="2606">
                  <c:v>17000</c:v>
                </c:pt>
                <c:pt idx="2607">
                  <c:v>17000</c:v>
                </c:pt>
                <c:pt idx="2608">
                  <c:v>17000</c:v>
                </c:pt>
                <c:pt idx="2609">
                  <c:v>17000</c:v>
                </c:pt>
                <c:pt idx="2610">
                  <c:v>17000</c:v>
                </c:pt>
                <c:pt idx="2611">
                  <c:v>17000</c:v>
                </c:pt>
                <c:pt idx="2612">
                  <c:v>17000</c:v>
                </c:pt>
                <c:pt idx="2613">
                  <c:v>17000</c:v>
                </c:pt>
                <c:pt idx="2614">
                  <c:v>17000</c:v>
                </c:pt>
                <c:pt idx="2615">
                  <c:v>17000</c:v>
                </c:pt>
                <c:pt idx="2616">
                  <c:v>17000</c:v>
                </c:pt>
                <c:pt idx="2617">
                  <c:v>17000</c:v>
                </c:pt>
                <c:pt idx="2618">
                  <c:v>17000</c:v>
                </c:pt>
                <c:pt idx="2619">
                  <c:v>17000</c:v>
                </c:pt>
                <c:pt idx="2620">
                  <c:v>17000</c:v>
                </c:pt>
                <c:pt idx="2621">
                  <c:v>17000</c:v>
                </c:pt>
                <c:pt idx="2622">
                  <c:v>17000</c:v>
                </c:pt>
                <c:pt idx="2623">
                  <c:v>17000</c:v>
                </c:pt>
                <c:pt idx="2624">
                  <c:v>17000</c:v>
                </c:pt>
                <c:pt idx="2625">
                  <c:v>17000</c:v>
                </c:pt>
                <c:pt idx="2626">
                  <c:v>17000</c:v>
                </c:pt>
                <c:pt idx="2627">
                  <c:v>17000</c:v>
                </c:pt>
                <c:pt idx="2628">
                  <c:v>17000</c:v>
                </c:pt>
                <c:pt idx="2629">
                  <c:v>17000</c:v>
                </c:pt>
                <c:pt idx="2630">
                  <c:v>17000</c:v>
                </c:pt>
                <c:pt idx="2631">
                  <c:v>17000</c:v>
                </c:pt>
                <c:pt idx="2632">
                  <c:v>17000</c:v>
                </c:pt>
                <c:pt idx="2633">
                  <c:v>17000</c:v>
                </c:pt>
                <c:pt idx="2634">
                  <c:v>17000</c:v>
                </c:pt>
                <c:pt idx="2635">
                  <c:v>17000</c:v>
                </c:pt>
                <c:pt idx="2636">
                  <c:v>17000</c:v>
                </c:pt>
                <c:pt idx="2637">
                  <c:v>17000</c:v>
                </c:pt>
                <c:pt idx="2638">
                  <c:v>17000</c:v>
                </c:pt>
                <c:pt idx="2639">
                  <c:v>17000</c:v>
                </c:pt>
                <c:pt idx="2640">
                  <c:v>17000</c:v>
                </c:pt>
                <c:pt idx="2641">
                  <c:v>17000</c:v>
                </c:pt>
                <c:pt idx="2642">
                  <c:v>16800</c:v>
                </c:pt>
                <c:pt idx="2643">
                  <c:v>16800</c:v>
                </c:pt>
                <c:pt idx="2644">
                  <c:v>16800</c:v>
                </c:pt>
                <c:pt idx="2645">
                  <c:v>16800</c:v>
                </c:pt>
                <c:pt idx="2646">
                  <c:v>16800</c:v>
                </c:pt>
                <c:pt idx="2647">
                  <c:v>16800</c:v>
                </c:pt>
                <c:pt idx="2648">
                  <c:v>16800</c:v>
                </c:pt>
                <c:pt idx="2649">
                  <c:v>16800</c:v>
                </c:pt>
                <c:pt idx="2650">
                  <c:v>16800</c:v>
                </c:pt>
                <c:pt idx="2651">
                  <c:v>16800</c:v>
                </c:pt>
                <c:pt idx="2652">
                  <c:v>16800</c:v>
                </c:pt>
                <c:pt idx="2653">
                  <c:v>16800</c:v>
                </c:pt>
                <c:pt idx="2654">
                  <c:v>16800</c:v>
                </c:pt>
                <c:pt idx="2655">
                  <c:v>16800</c:v>
                </c:pt>
                <c:pt idx="2656">
                  <c:v>16800</c:v>
                </c:pt>
                <c:pt idx="2657">
                  <c:v>16800</c:v>
                </c:pt>
                <c:pt idx="2658">
                  <c:v>16800</c:v>
                </c:pt>
                <c:pt idx="2659">
                  <c:v>16800</c:v>
                </c:pt>
                <c:pt idx="2660">
                  <c:v>16800</c:v>
                </c:pt>
                <c:pt idx="2661">
                  <c:v>16800</c:v>
                </c:pt>
                <c:pt idx="2662">
                  <c:v>16800</c:v>
                </c:pt>
                <c:pt idx="2663">
                  <c:v>16800</c:v>
                </c:pt>
                <c:pt idx="2664">
                  <c:v>16800</c:v>
                </c:pt>
                <c:pt idx="2665">
                  <c:v>16800</c:v>
                </c:pt>
                <c:pt idx="2666">
                  <c:v>16800</c:v>
                </c:pt>
                <c:pt idx="2667">
                  <c:v>16800</c:v>
                </c:pt>
                <c:pt idx="2668">
                  <c:v>16800</c:v>
                </c:pt>
                <c:pt idx="2669">
                  <c:v>16800</c:v>
                </c:pt>
                <c:pt idx="2670">
                  <c:v>16800</c:v>
                </c:pt>
                <c:pt idx="2671">
                  <c:v>16800</c:v>
                </c:pt>
                <c:pt idx="2672">
                  <c:v>16800</c:v>
                </c:pt>
                <c:pt idx="2673">
                  <c:v>16800</c:v>
                </c:pt>
                <c:pt idx="2674">
                  <c:v>16800</c:v>
                </c:pt>
                <c:pt idx="2675">
                  <c:v>16800</c:v>
                </c:pt>
                <c:pt idx="2676">
                  <c:v>16800</c:v>
                </c:pt>
                <c:pt idx="2677">
                  <c:v>16800</c:v>
                </c:pt>
                <c:pt idx="2678">
                  <c:v>16800</c:v>
                </c:pt>
                <c:pt idx="2679">
                  <c:v>16800</c:v>
                </c:pt>
                <c:pt idx="2680">
                  <c:v>16800</c:v>
                </c:pt>
                <c:pt idx="2681">
                  <c:v>16800</c:v>
                </c:pt>
                <c:pt idx="2682">
                  <c:v>16800</c:v>
                </c:pt>
                <c:pt idx="2683">
                  <c:v>16800</c:v>
                </c:pt>
                <c:pt idx="2684">
                  <c:v>16800</c:v>
                </c:pt>
                <c:pt idx="2685">
                  <c:v>16800</c:v>
                </c:pt>
                <c:pt idx="2686">
                  <c:v>16800</c:v>
                </c:pt>
                <c:pt idx="2687">
                  <c:v>16800</c:v>
                </c:pt>
                <c:pt idx="2688">
                  <c:v>16800</c:v>
                </c:pt>
                <c:pt idx="2689">
                  <c:v>16800</c:v>
                </c:pt>
                <c:pt idx="2690">
                  <c:v>16800</c:v>
                </c:pt>
                <c:pt idx="2691">
                  <c:v>16800</c:v>
                </c:pt>
                <c:pt idx="2692">
                  <c:v>16800</c:v>
                </c:pt>
                <c:pt idx="2693">
                  <c:v>16800</c:v>
                </c:pt>
                <c:pt idx="2694">
                  <c:v>16800</c:v>
                </c:pt>
                <c:pt idx="2695">
                  <c:v>16800</c:v>
                </c:pt>
                <c:pt idx="2696">
                  <c:v>16800</c:v>
                </c:pt>
                <c:pt idx="2697">
                  <c:v>16800</c:v>
                </c:pt>
                <c:pt idx="2698">
                  <c:v>16800</c:v>
                </c:pt>
                <c:pt idx="2699">
                  <c:v>16800</c:v>
                </c:pt>
                <c:pt idx="2700">
                  <c:v>16800</c:v>
                </c:pt>
                <c:pt idx="2701">
                  <c:v>16800</c:v>
                </c:pt>
                <c:pt idx="2702">
                  <c:v>16800</c:v>
                </c:pt>
                <c:pt idx="2703">
                  <c:v>16800</c:v>
                </c:pt>
                <c:pt idx="2704">
                  <c:v>16800</c:v>
                </c:pt>
                <c:pt idx="2705">
                  <c:v>16800</c:v>
                </c:pt>
                <c:pt idx="2706">
                  <c:v>16800</c:v>
                </c:pt>
                <c:pt idx="2707">
                  <c:v>16800</c:v>
                </c:pt>
                <c:pt idx="2708">
                  <c:v>16800</c:v>
                </c:pt>
                <c:pt idx="2709">
                  <c:v>16800</c:v>
                </c:pt>
                <c:pt idx="2710">
                  <c:v>16800</c:v>
                </c:pt>
                <c:pt idx="2711">
                  <c:v>16800</c:v>
                </c:pt>
                <c:pt idx="2712">
                  <c:v>16900</c:v>
                </c:pt>
                <c:pt idx="2713">
                  <c:v>16900</c:v>
                </c:pt>
                <c:pt idx="2714">
                  <c:v>16900</c:v>
                </c:pt>
                <c:pt idx="2715">
                  <c:v>16900</c:v>
                </c:pt>
                <c:pt idx="2716">
                  <c:v>16900</c:v>
                </c:pt>
                <c:pt idx="2717">
                  <c:v>16900</c:v>
                </c:pt>
                <c:pt idx="2718">
                  <c:v>16900</c:v>
                </c:pt>
                <c:pt idx="2719">
                  <c:v>16900</c:v>
                </c:pt>
                <c:pt idx="2720">
                  <c:v>16900</c:v>
                </c:pt>
                <c:pt idx="2721">
                  <c:v>16900</c:v>
                </c:pt>
                <c:pt idx="2722">
                  <c:v>16900</c:v>
                </c:pt>
                <c:pt idx="2723">
                  <c:v>16900</c:v>
                </c:pt>
                <c:pt idx="2724">
                  <c:v>16900</c:v>
                </c:pt>
                <c:pt idx="2725">
                  <c:v>16900</c:v>
                </c:pt>
                <c:pt idx="2726">
                  <c:v>16900</c:v>
                </c:pt>
                <c:pt idx="2727">
                  <c:v>16900</c:v>
                </c:pt>
                <c:pt idx="2728">
                  <c:v>16900</c:v>
                </c:pt>
                <c:pt idx="2729">
                  <c:v>16900</c:v>
                </c:pt>
                <c:pt idx="2730">
                  <c:v>16900</c:v>
                </c:pt>
                <c:pt idx="2731">
                  <c:v>16900</c:v>
                </c:pt>
                <c:pt idx="2732">
                  <c:v>17000</c:v>
                </c:pt>
                <c:pt idx="2733">
                  <c:v>17000</c:v>
                </c:pt>
                <c:pt idx="2734">
                  <c:v>17000</c:v>
                </c:pt>
                <c:pt idx="2735">
                  <c:v>17000</c:v>
                </c:pt>
                <c:pt idx="2736">
                  <c:v>17000</c:v>
                </c:pt>
                <c:pt idx="2737">
                  <c:v>17000</c:v>
                </c:pt>
                <c:pt idx="2738">
                  <c:v>17000</c:v>
                </c:pt>
                <c:pt idx="2739">
                  <c:v>17000</c:v>
                </c:pt>
                <c:pt idx="2740">
                  <c:v>17200</c:v>
                </c:pt>
                <c:pt idx="2741">
                  <c:v>17200</c:v>
                </c:pt>
                <c:pt idx="2742">
                  <c:v>17200</c:v>
                </c:pt>
                <c:pt idx="2743">
                  <c:v>17200</c:v>
                </c:pt>
                <c:pt idx="2744">
                  <c:v>17200</c:v>
                </c:pt>
                <c:pt idx="2745">
                  <c:v>17200</c:v>
                </c:pt>
                <c:pt idx="2746">
                  <c:v>17200</c:v>
                </c:pt>
                <c:pt idx="2747">
                  <c:v>17200</c:v>
                </c:pt>
                <c:pt idx="2748">
                  <c:v>17200</c:v>
                </c:pt>
                <c:pt idx="2749">
                  <c:v>17200</c:v>
                </c:pt>
                <c:pt idx="2750">
                  <c:v>17200</c:v>
                </c:pt>
                <c:pt idx="2751">
                  <c:v>17200</c:v>
                </c:pt>
                <c:pt idx="2752">
                  <c:v>17200</c:v>
                </c:pt>
                <c:pt idx="2753">
                  <c:v>17200</c:v>
                </c:pt>
                <c:pt idx="2754">
                  <c:v>17200</c:v>
                </c:pt>
                <c:pt idx="2755">
                  <c:v>17200</c:v>
                </c:pt>
                <c:pt idx="2756">
                  <c:v>17200</c:v>
                </c:pt>
                <c:pt idx="2757">
                  <c:v>17200</c:v>
                </c:pt>
                <c:pt idx="2758">
                  <c:v>17200</c:v>
                </c:pt>
                <c:pt idx="2759">
                  <c:v>17200</c:v>
                </c:pt>
                <c:pt idx="2760">
                  <c:v>17200</c:v>
                </c:pt>
                <c:pt idx="2761">
                  <c:v>17250</c:v>
                </c:pt>
                <c:pt idx="2762">
                  <c:v>17250</c:v>
                </c:pt>
                <c:pt idx="2763">
                  <c:v>17250</c:v>
                </c:pt>
                <c:pt idx="2764">
                  <c:v>17250</c:v>
                </c:pt>
                <c:pt idx="2765">
                  <c:v>17250</c:v>
                </c:pt>
                <c:pt idx="2766">
                  <c:v>17250</c:v>
                </c:pt>
                <c:pt idx="2767">
                  <c:v>17250</c:v>
                </c:pt>
                <c:pt idx="2768">
                  <c:v>17250</c:v>
                </c:pt>
                <c:pt idx="2769">
                  <c:v>17250</c:v>
                </c:pt>
                <c:pt idx="2770">
                  <c:v>17250</c:v>
                </c:pt>
                <c:pt idx="2771">
                  <c:v>17250</c:v>
                </c:pt>
                <c:pt idx="2772">
                  <c:v>17250</c:v>
                </c:pt>
                <c:pt idx="2773">
                  <c:v>17250</c:v>
                </c:pt>
                <c:pt idx="2774">
                  <c:v>17250</c:v>
                </c:pt>
                <c:pt idx="2775">
                  <c:v>17250</c:v>
                </c:pt>
                <c:pt idx="2776">
                  <c:v>17250</c:v>
                </c:pt>
                <c:pt idx="2777">
                  <c:v>17250</c:v>
                </c:pt>
                <c:pt idx="2778">
                  <c:v>17250</c:v>
                </c:pt>
                <c:pt idx="2779">
                  <c:v>17250</c:v>
                </c:pt>
                <c:pt idx="2780">
                  <c:v>17250</c:v>
                </c:pt>
                <c:pt idx="2781">
                  <c:v>17250</c:v>
                </c:pt>
                <c:pt idx="2782">
                  <c:v>17400</c:v>
                </c:pt>
                <c:pt idx="2783">
                  <c:v>17400</c:v>
                </c:pt>
                <c:pt idx="2784">
                  <c:v>17400</c:v>
                </c:pt>
                <c:pt idx="2785">
                  <c:v>17400</c:v>
                </c:pt>
                <c:pt idx="2786">
                  <c:v>17400</c:v>
                </c:pt>
                <c:pt idx="2787">
                  <c:v>17400</c:v>
                </c:pt>
                <c:pt idx="2788">
                  <c:v>17400</c:v>
                </c:pt>
                <c:pt idx="2789">
                  <c:v>17500</c:v>
                </c:pt>
                <c:pt idx="2790">
                  <c:v>17500</c:v>
                </c:pt>
                <c:pt idx="2791">
                  <c:v>17500</c:v>
                </c:pt>
                <c:pt idx="2792">
                  <c:v>17500</c:v>
                </c:pt>
                <c:pt idx="2793">
                  <c:v>17500</c:v>
                </c:pt>
                <c:pt idx="2794">
                  <c:v>17500</c:v>
                </c:pt>
                <c:pt idx="2795">
                  <c:v>17500</c:v>
                </c:pt>
                <c:pt idx="2796">
                  <c:v>17500</c:v>
                </c:pt>
                <c:pt idx="2797">
                  <c:v>17500</c:v>
                </c:pt>
                <c:pt idx="2798">
                  <c:v>17500</c:v>
                </c:pt>
                <c:pt idx="2799">
                  <c:v>17500</c:v>
                </c:pt>
                <c:pt idx="2800">
                  <c:v>17500</c:v>
                </c:pt>
                <c:pt idx="2801">
                  <c:v>17500</c:v>
                </c:pt>
                <c:pt idx="2802">
                  <c:v>17500</c:v>
                </c:pt>
                <c:pt idx="2803">
                  <c:v>17500</c:v>
                </c:pt>
                <c:pt idx="2804">
                  <c:v>17500</c:v>
                </c:pt>
                <c:pt idx="2805">
                  <c:v>17500</c:v>
                </c:pt>
                <c:pt idx="2806">
                  <c:v>17500</c:v>
                </c:pt>
                <c:pt idx="2807">
                  <c:v>17500</c:v>
                </c:pt>
                <c:pt idx="2808">
                  <c:v>17500</c:v>
                </c:pt>
                <c:pt idx="2809">
                  <c:v>17500</c:v>
                </c:pt>
                <c:pt idx="2810">
                  <c:v>17500</c:v>
                </c:pt>
                <c:pt idx="2811">
                  <c:v>17500</c:v>
                </c:pt>
                <c:pt idx="2812">
                  <c:v>17500</c:v>
                </c:pt>
                <c:pt idx="2813">
                  <c:v>17500</c:v>
                </c:pt>
                <c:pt idx="2814">
                  <c:v>17500</c:v>
                </c:pt>
                <c:pt idx="2815">
                  <c:v>17500</c:v>
                </c:pt>
                <c:pt idx="2816">
                  <c:v>17500</c:v>
                </c:pt>
                <c:pt idx="2817">
                  <c:v>17500</c:v>
                </c:pt>
                <c:pt idx="2818">
                  <c:v>17500</c:v>
                </c:pt>
                <c:pt idx="2819">
                  <c:v>17500</c:v>
                </c:pt>
                <c:pt idx="2820">
                  <c:v>17500</c:v>
                </c:pt>
                <c:pt idx="2821">
                  <c:v>17500</c:v>
                </c:pt>
                <c:pt idx="2822">
                  <c:v>17600</c:v>
                </c:pt>
                <c:pt idx="2823">
                  <c:v>17600</c:v>
                </c:pt>
                <c:pt idx="2824">
                  <c:v>17600</c:v>
                </c:pt>
                <c:pt idx="2825">
                  <c:v>17600</c:v>
                </c:pt>
                <c:pt idx="2826">
                  <c:v>17600</c:v>
                </c:pt>
                <c:pt idx="2827">
                  <c:v>17600</c:v>
                </c:pt>
                <c:pt idx="2828">
                  <c:v>17600</c:v>
                </c:pt>
                <c:pt idx="2829">
                  <c:v>17600</c:v>
                </c:pt>
                <c:pt idx="2830">
                  <c:v>17600</c:v>
                </c:pt>
                <c:pt idx="2831">
                  <c:v>17600</c:v>
                </c:pt>
                <c:pt idx="2832">
                  <c:v>17600</c:v>
                </c:pt>
                <c:pt idx="2833">
                  <c:v>17600</c:v>
                </c:pt>
                <c:pt idx="2834">
                  <c:v>17600</c:v>
                </c:pt>
                <c:pt idx="2835">
                  <c:v>17600</c:v>
                </c:pt>
                <c:pt idx="2836">
                  <c:v>17600</c:v>
                </c:pt>
                <c:pt idx="2837">
                  <c:v>17600</c:v>
                </c:pt>
                <c:pt idx="2838">
                  <c:v>17600</c:v>
                </c:pt>
                <c:pt idx="2839">
                  <c:v>17550</c:v>
                </c:pt>
                <c:pt idx="2840">
                  <c:v>17550</c:v>
                </c:pt>
                <c:pt idx="2841">
                  <c:v>17550</c:v>
                </c:pt>
                <c:pt idx="2842">
                  <c:v>17550</c:v>
                </c:pt>
                <c:pt idx="2843">
                  <c:v>17550</c:v>
                </c:pt>
                <c:pt idx="2844">
                  <c:v>17550</c:v>
                </c:pt>
                <c:pt idx="2845">
                  <c:v>17550</c:v>
                </c:pt>
                <c:pt idx="2846">
                  <c:v>17550</c:v>
                </c:pt>
                <c:pt idx="2847">
                  <c:v>17550</c:v>
                </c:pt>
                <c:pt idx="2848">
                  <c:v>17550</c:v>
                </c:pt>
                <c:pt idx="2849">
                  <c:v>17550</c:v>
                </c:pt>
                <c:pt idx="2850">
                  <c:v>17500</c:v>
                </c:pt>
                <c:pt idx="2851">
                  <c:v>17500</c:v>
                </c:pt>
                <c:pt idx="2852">
                  <c:v>17500</c:v>
                </c:pt>
                <c:pt idx="2853">
                  <c:v>17500</c:v>
                </c:pt>
                <c:pt idx="2854">
                  <c:v>17500</c:v>
                </c:pt>
                <c:pt idx="2855">
                  <c:v>17500</c:v>
                </c:pt>
                <c:pt idx="2856">
                  <c:v>17500</c:v>
                </c:pt>
                <c:pt idx="2857">
                  <c:v>17500</c:v>
                </c:pt>
                <c:pt idx="2858">
                  <c:v>17500</c:v>
                </c:pt>
                <c:pt idx="2859">
                  <c:v>17500</c:v>
                </c:pt>
                <c:pt idx="2860">
                  <c:v>17500</c:v>
                </c:pt>
                <c:pt idx="2861">
                  <c:v>17500</c:v>
                </c:pt>
                <c:pt idx="2862">
                  <c:v>17500</c:v>
                </c:pt>
                <c:pt idx="2863">
                  <c:v>17500</c:v>
                </c:pt>
                <c:pt idx="2864">
                  <c:v>17300</c:v>
                </c:pt>
                <c:pt idx="2865">
                  <c:v>17300</c:v>
                </c:pt>
                <c:pt idx="2866">
                  <c:v>17300</c:v>
                </c:pt>
                <c:pt idx="2867">
                  <c:v>17300</c:v>
                </c:pt>
                <c:pt idx="2868">
                  <c:v>17300</c:v>
                </c:pt>
                <c:pt idx="2869">
                  <c:v>17300</c:v>
                </c:pt>
                <c:pt idx="2870">
                  <c:v>17300</c:v>
                </c:pt>
                <c:pt idx="2871">
                  <c:v>17300</c:v>
                </c:pt>
                <c:pt idx="2872">
                  <c:v>17300</c:v>
                </c:pt>
                <c:pt idx="2873">
                  <c:v>17300</c:v>
                </c:pt>
                <c:pt idx="2874">
                  <c:v>17300</c:v>
                </c:pt>
                <c:pt idx="2875">
                  <c:v>17300</c:v>
                </c:pt>
                <c:pt idx="2876">
                  <c:v>17300</c:v>
                </c:pt>
                <c:pt idx="2877">
                  <c:v>17300</c:v>
                </c:pt>
                <c:pt idx="2878">
                  <c:v>17300</c:v>
                </c:pt>
                <c:pt idx="2879">
                  <c:v>17300</c:v>
                </c:pt>
                <c:pt idx="2880">
                  <c:v>17300</c:v>
                </c:pt>
                <c:pt idx="2881">
                  <c:v>17300</c:v>
                </c:pt>
                <c:pt idx="2882">
                  <c:v>17300</c:v>
                </c:pt>
                <c:pt idx="2883">
                  <c:v>17300</c:v>
                </c:pt>
                <c:pt idx="2884">
                  <c:v>17300</c:v>
                </c:pt>
                <c:pt idx="2885">
                  <c:v>17300</c:v>
                </c:pt>
                <c:pt idx="2886">
                  <c:v>17300</c:v>
                </c:pt>
                <c:pt idx="2887">
                  <c:v>17300</c:v>
                </c:pt>
                <c:pt idx="2888">
                  <c:v>17300</c:v>
                </c:pt>
                <c:pt idx="2889">
                  <c:v>17300</c:v>
                </c:pt>
                <c:pt idx="2890">
                  <c:v>17300</c:v>
                </c:pt>
                <c:pt idx="2891">
                  <c:v>17300</c:v>
                </c:pt>
                <c:pt idx="2892">
                  <c:v>17200</c:v>
                </c:pt>
                <c:pt idx="2893">
                  <c:v>17200</c:v>
                </c:pt>
                <c:pt idx="2894">
                  <c:v>17000</c:v>
                </c:pt>
                <c:pt idx="2895">
                  <c:v>17000</c:v>
                </c:pt>
                <c:pt idx="2896">
                  <c:v>17000</c:v>
                </c:pt>
                <c:pt idx="2897">
                  <c:v>17000</c:v>
                </c:pt>
                <c:pt idx="2898">
                  <c:v>17000</c:v>
                </c:pt>
                <c:pt idx="2899">
                  <c:v>17000</c:v>
                </c:pt>
                <c:pt idx="2900">
                  <c:v>17000</c:v>
                </c:pt>
                <c:pt idx="2901">
                  <c:v>17000</c:v>
                </c:pt>
                <c:pt idx="2902">
                  <c:v>17000</c:v>
                </c:pt>
                <c:pt idx="2903">
                  <c:v>17000</c:v>
                </c:pt>
                <c:pt idx="2904">
                  <c:v>17000</c:v>
                </c:pt>
                <c:pt idx="2905">
                  <c:v>17000</c:v>
                </c:pt>
                <c:pt idx="2906">
                  <c:v>17000</c:v>
                </c:pt>
                <c:pt idx="2907">
                  <c:v>17000</c:v>
                </c:pt>
                <c:pt idx="2908">
                  <c:v>16800</c:v>
                </c:pt>
                <c:pt idx="2909">
                  <c:v>16800</c:v>
                </c:pt>
                <c:pt idx="2910">
                  <c:v>16800</c:v>
                </c:pt>
                <c:pt idx="2911">
                  <c:v>16800</c:v>
                </c:pt>
                <c:pt idx="2912">
                  <c:v>16800</c:v>
                </c:pt>
                <c:pt idx="2913">
                  <c:v>16800</c:v>
                </c:pt>
                <c:pt idx="2914">
                  <c:v>16800</c:v>
                </c:pt>
                <c:pt idx="2915">
                  <c:v>16800</c:v>
                </c:pt>
                <c:pt idx="2916">
                  <c:v>16800</c:v>
                </c:pt>
                <c:pt idx="2917">
                  <c:v>16800</c:v>
                </c:pt>
                <c:pt idx="2918">
                  <c:v>16800</c:v>
                </c:pt>
                <c:pt idx="2919">
                  <c:v>16800</c:v>
                </c:pt>
                <c:pt idx="2920">
                  <c:v>16800</c:v>
                </c:pt>
                <c:pt idx="2921">
                  <c:v>16800</c:v>
                </c:pt>
                <c:pt idx="2922">
                  <c:v>16800</c:v>
                </c:pt>
                <c:pt idx="2923">
                  <c:v>16800</c:v>
                </c:pt>
                <c:pt idx="2924">
                  <c:v>16800</c:v>
                </c:pt>
                <c:pt idx="2925">
                  <c:v>16800</c:v>
                </c:pt>
                <c:pt idx="2926">
                  <c:v>16800</c:v>
                </c:pt>
                <c:pt idx="2927">
                  <c:v>16700</c:v>
                </c:pt>
                <c:pt idx="2928">
                  <c:v>16700</c:v>
                </c:pt>
                <c:pt idx="2929">
                  <c:v>16700</c:v>
                </c:pt>
                <c:pt idx="2930">
                  <c:v>16700</c:v>
                </c:pt>
                <c:pt idx="2931">
                  <c:v>16700</c:v>
                </c:pt>
                <c:pt idx="2932">
                  <c:v>16700</c:v>
                </c:pt>
                <c:pt idx="2933">
                  <c:v>16700</c:v>
                </c:pt>
                <c:pt idx="2934">
                  <c:v>16700</c:v>
                </c:pt>
                <c:pt idx="2935">
                  <c:v>16700</c:v>
                </c:pt>
                <c:pt idx="2936">
                  <c:v>16700</c:v>
                </c:pt>
                <c:pt idx="2937">
                  <c:v>16600</c:v>
                </c:pt>
                <c:pt idx="2938">
                  <c:v>16600</c:v>
                </c:pt>
                <c:pt idx="2939">
                  <c:v>16600</c:v>
                </c:pt>
                <c:pt idx="2940">
                  <c:v>16600</c:v>
                </c:pt>
                <c:pt idx="2941">
                  <c:v>16600</c:v>
                </c:pt>
                <c:pt idx="2942">
                  <c:v>16600</c:v>
                </c:pt>
                <c:pt idx="2943">
                  <c:v>16600</c:v>
                </c:pt>
                <c:pt idx="2944">
                  <c:v>16600</c:v>
                </c:pt>
                <c:pt idx="2945">
                  <c:v>16600</c:v>
                </c:pt>
                <c:pt idx="2946">
                  <c:v>16600</c:v>
                </c:pt>
                <c:pt idx="2947">
                  <c:v>16600</c:v>
                </c:pt>
                <c:pt idx="2948">
                  <c:v>16600</c:v>
                </c:pt>
                <c:pt idx="2949">
                  <c:v>16600</c:v>
                </c:pt>
                <c:pt idx="2950">
                  <c:v>16600</c:v>
                </c:pt>
                <c:pt idx="2951">
                  <c:v>16600</c:v>
                </c:pt>
                <c:pt idx="2952">
                  <c:v>16600</c:v>
                </c:pt>
                <c:pt idx="2953">
                  <c:v>16600</c:v>
                </c:pt>
                <c:pt idx="2954">
                  <c:v>16600</c:v>
                </c:pt>
                <c:pt idx="2955">
                  <c:v>16600</c:v>
                </c:pt>
                <c:pt idx="2956">
                  <c:v>16600</c:v>
                </c:pt>
                <c:pt idx="2957">
                  <c:v>16600</c:v>
                </c:pt>
                <c:pt idx="2958">
                  <c:v>16600</c:v>
                </c:pt>
                <c:pt idx="2959">
                  <c:v>16600</c:v>
                </c:pt>
                <c:pt idx="2960">
                  <c:v>16600</c:v>
                </c:pt>
                <c:pt idx="2961">
                  <c:v>16600</c:v>
                </c:pt>
                <c:pt idx="2962">
                  <c:v>16600</c:v>
                </c:pt>
                <c:pt idx="2963">
                  <c:v>16600</c:v>
                </c:pt>
                <c:pt idx="2964">
                  <c:v>16600</c:v>
                </c:pt>
                <c:pt idx="2965">
                  <c:v>16600</c:v>
                </c:pt>
                <c:pt idx="2966">
                  <c:v>16600</c:v>
                </c:pt>
                <c:pt idx="2967">
                  <c:v>16600</c:v>
                </c:pt>
                <c:pt idx="2968">
                  <c:v>16600</c:v>
                </c:pt>
                <c:pt idx="2969">
                  <c:v>16600</c:v>
                </c:pt>
                <c:pt idx="2970">
                  <c:v>16600</c:v>
                </c:pt>
                <c:pt idx="2971">
                  <c:v>16600</c:v>
                </c:pt>
                <c:pt idx="2972">
                  <c:v>16600</c:v>
                </c:pt>
                <c:pt idx="2973">
                  <c:v>16600</c:v>
                </c:pt>
                <c:pt idx="2974">
                  <c:v>16600</c:v>
                </c:pt>
                <c:pt idx="2975">
                  <c:v>16600</c:v>
                </c:pt>
                <c:pt idx="2976">
                  <c:v>16600</c:v>
                </c:pt>
                <c:pt idx="2977">
                  <c:v>16600</c:v>
                </c:pt>
                <c:pt idx="2978">
                  <c:v>16600</c:v>
                </c:pt>
                <c:pt idx="2979">
                  <c:v>16600</c:v>
                </c:pt>
                <c:pt idx="2980">
                  <c:v>16600</c:v>
                </c:pt>
                <c:pt idx="2981">
                  <c:v>16600</c:v>
                </c:pt>
                <c:pt idx="2982">
                  <c:v>16600</c:v>
                </c:pt>
                <c:pt idx="2983">
                  <c:v>16600</c:v>
                </c:pt>
                <c:pt idx="2984">
                  <c:v>16600</c:v>
                </c:pt>
                <c:pt idx="2985">
                  <c:v>16600</c:v>
                </c:pt>
                <c:pt idx="2986">
                  <c:v>16500</c:v>
                </c:pt>
                <c:pt idx="2987">
                  <c:v>16500</c:v>
                </c:pt>
                <c:pt idx="2988">
                  <c:v>16500</c:v>
                </c:pt>
                <c:pt idx="2989">
                  <c:v>16500</c:v>
                </c:pt>
                <c:pt idx="2990">
                  <c:v>16500</c:v>
                </c:pt>
                <c:pt idx="2991">
                  <c:v>16500</c:v>
                </c:pt>
                <c:pt idx="2992">
                  <c:v>16400</c:v>
                </c:pt>
                <c:pt idx="2993">
                  <c:v>16400</c:v>
                </c:pt>
                <c:pt idx="2994">
                  <c:v>16400</c:v>
                </c:pt>
                <c:pt idx="2995">
                  <c:v>16400</c:v>
                </c:pt>
                <c:pt idx="2996">
                  <c:v>16400</c:v>
                </c:pt>
                <c:pt idx="2997">
                  <c:v>16400</c:v>
                </c:pt>
                <c:pt idx="2998">
                  <c:v>16400</c:v>
                </c:pt>
                <c:pt idx="2999">
                  <c:v>16400</c:v>
                </c:pt>
                <c:pt idx="3000">
                  <c:v>16200</c:v>
                </c:pt>
                <c:pt idx="3001">
                  <c:v>16200</c:v>
                </c:pt>
                <c:pt idx="3002">
                  <c:v>16200</c:v>
                </c:pt>
                <c:pt idx="3003">
                  <c:v>16200</c:v>
                </c:pt>
                <c:pt idx="3004">
                  <c:v>16200</c:v>
                </c:pt>
                <c:pt idx="3005">
                  <c:v>16200</c:v>
                </c:pt>
                <c:pt idx="3006">
                  <c:v>16200</c:v>
                </c:pt>
                <c:pt idx="3007">
                  <c:v>16200</c:v>
                </c:pt>
                <c:pt idx="3008">
                  <c:v>16200</c:v>
                </c:pt>
                <c:pt idx="3009">
                  <c:v>16200</c:v>
                </c:pt>
                <c:pt idx="3010">
                  <c:v>16200</c:v>
                </c:pt>
                <c:pt idx="3011">
                  <c:v>16200</c:v>
                </c:pt>
                <c:pt idx="3012">
                  <c:v>16200</c:v>
                </c:pt>
                <c:pt idx="3013">
                  <c:v>16200</c:v>
                </c:pt>
                <c:pt idx="3014">
                  <c:v>16100</c:v>
                </c:pt>
                <c:pt idx="3015">
                  <c:v>16100</c:v>
                </c:pt>
                <c:pt idx="3016">
                  <c:v>16100</c:v>
                </c:pt>
                <c:pt idx="3017">
                  <c:v>16100</c:v>
                </c:pt>
                <c:pt idx="3018">
                  <c:v>16100</c:v>
                </c:pt>
                <c:pt idx="3019">
                  <c:v>16100</c:v>
                </c:pt>
                <c:pt idx="3020">
                  <c:v>16100</c:v>
                </c:pt>
                <c:pt idx="3021">
                  <c:v>16000</c:v>
                </c:pt>
                <c:pt idx="3022">
                  <c:v>16000</c:v>
                </c:pt>
                <c:pt idx="3023">
                  <c:v>16000</c:v>
                </c:pt>
                <c:pt idx="3024">
                  <c:v>16000</c:v>
                </c:pt>
                <c:pt idx="3025">
                  <c:v>16000</c:v>
                </c:pt>
                <c:pt idx="3026">
                  <c:v>16000</c:v>
                </c:pt>
                <c:pt idx="3027">
                  <c:v>16000</c:v>
                </c:pt>
                <c:pt idx="3028">
                  <c:v>16000</c:v>
                </c:pt>
                <c:pt idx="3029">
                  <c:v>16000</c:v>
                </c:pt>
                <c:pt idx="3030">
                  <c:v>16000</c:v>
                </c:pt>
                <c:pt idx="3031">
                  <c:v>16000</c:v>
                </c:pt>
                <c:pt idx="3032">
                  <c:v>15800</c:v>
                </c:pt>
                <c:pt idx="3033">
                  <c:v>15800</c:v>
                </c:pt>
                <c:pt idx="3034">
                  <c:v>15800</c:v>
                </c:pt>
                <c:pt idx="3035">
                  <c:v>15800</c:v>
                </c:pt>
                <c:pt idx="3036">
                  <c:v>15800</c:v>
                </c:pt>
                <c:pt idx="3037">
                  <c:v>15800</c:v>
                </c:pt>
                <c:pt idx="3038">
                  <c:v>15800</c:v>
                </c:pt>
                <c:pt idx="3039">
                  <c:v>15800</c:v>
                </c:pt>
                <c:pt idx="3040">
                  <c:v>15800</c:v>
                </c:pt>
                <c:pt idx="3041">
                  <c:v>15800</c:v>
                </c:pt>
                <c:pt idx="3042">
                  <c:v>15800</c:v>
                </c:pt>
                <c:pt idx="3043">
                  <c:v>15800</c:v>
                </c:pt>
                <c:pt idx="3044">
                  <c:v>15800</c:v>
                </c:pt>
                <c:pt idx="3045">
                  <c:v>15800</c:v>
                </c:pt>
                <c:pt idx="3046">
                  <c:v>15800</c:v>
                </c:pt>
                <c:pt idx="3047">
                  <c:v>15800</c:v>
                </c:pt>
                <c:pt idx="3048">
                  <c:v>15800</c:v>
                </c:pt>
                <c:pt idx="3049">
                  <c:v>15800</c:v>
                </c:pt>
                <c:pt idx="3050">
                  <c:v>15800</c:v>
                </c:pt>
                <c:pt idx="3051">
                  <c:v>15800</c:v>
                </c:pt>
                <c:pt idx="3052">
                  <c:v>15800</c:v>
                </c:pt>
                <c:pt idx="3053">
                  <c:v>15800</c:v>
                </c:pt>
                <c:pt idx="3054">
                  <c:v>15800</c:v>
                </c:pt>
                <c:pt idx="3055">
                  <c:v>15800</c:v>
                </c:pt>
                <c:pt idx="3056">
                  <c:v>15800</c:v>
                </c:pt>
                <c:pt idx="3057">
                  <c:v>15800</c:v>
                </c:pt>
                <c:pt idx="3058">
                  <c:v>15800</c:v>
                </c:pt>
                <c:pt idx="3059">
                  <c:v>15800</c:v>
                </c:pt>
                <c:pt idx="3060">
                  <c:v>15800</c:v>
                </c:pt>
                <c:pt idx="3061">
                  <c:v>15800</c:v>
                </c:pt>
                <c:pt idx="3062">
                  <c:v>15800</c:v>
                </c:pt>
                <c:pt idx="3063">
                  <c:v>15800</c:v>
                </c:pt>
                <c:pt idx="3064">
                  <c:v>15800</c:v>
                </c:pt>
                <c:pt idx="3065">
                  <c:v>15800</c:v>
                </c:pt>
                <c:pt idx="3066">
                  <c:v>15800</c:v>
                </c:pt>
                <c:pt idx="3067">
                  <c:v>15800</c:v>
                </c:pt>
                <c:pt idx="3068">
                  <c:v>15800</c:v>
                </c:pt>
                <c:pt idx="3069">
                  <c:v>15800</c:v>
                </c:pt>
                <c:pt idx="3070">
                  <c:v>15800</c:v>
                </c:pt>
                <c:pt idx="3071">
                  <c:v>15800</c:v>
                </c:pt>
                <c:pt idx="3072">
                  <c:v>15800</c:v>
                </c:pt>
                <c:pt idx="3073">
                  <c:v>15800</c:v>
                </c:pt>
                <c:pt idx="3074">
                  <c:v>15800</c:v>
                </c:pt>
                <c:pt idx="3075">
                  <c:v>15800</c:v>
                </c:pt>
                <c:pt idx="3076">
                  <c:v>15900</c:v>
                </c:pt>
                <c:pt idx="3077">
                  <c:v>15900</c:v>
                </c:pt>
                <c:pt idx="3078">
                  <c:v>15900</c:v>
                </c:pt>
                <c:pt idx="3079">
                  <c:v>15900</c:v>
                </c:pt>
                <c:pt idx="3080">
                  <c:v>15900</c:v>
                </c:pt>
                <c:pt idx="3081">
                  <c:v>15900</c:v>
                </c:pt>
                <c:pt idx="3082">
                  <c:v>15900</c:v>
                </c:pt>
                <c:pt idx="3083">
                  <c:v>15900</c:v>
                </c:pt>
                <c:pt idx="3084">
                  <c:v>15900</c:v>
                </c:pt>
                <c:pt idx="3085">
                  <c:v>15900</c:v>
                </c:pt>
                <c:pt idx="3086">
                  <c:v>15900</c:v>
                </c:pt>
                <c:pt idx="3087">
                  <c:v>15900</c:v>
                </c:pt>
                <c:pt idx="3088">
                  <c:v>15900</c:v>
                </c:pt>
                <c:pt idx="3089">
                  <c:v>15900</c:v>
                </c:pt>
                <c:pt idx="3090">
                  <c:v>15900</c:v>
                </c:pt>
                <c:pt idx="3091">
                  <c:v>15900</c:v>
                </c:pt>
                <c:pt idx="3092">
                  <c:v>15900</c:v>
                </c:pt>
                <c:pt idx="3093">
                  <c:v>15900</c:v>
                </c:pt>
                <c:pt idx="3094">
                  <c:v>15900</c:v>
                </c:pt>
                <c:pt idx="3095">
                  <c:v>15900</c:v>
                </c:pt>
                <c:pt idx="3096">
                  <c:v>15900</c:v>
                </c:pt>
                <c:pt idx="3097">
                  <c:v>15900</c:v>
                </c:pt>
                <c:pt idx="3098">
                  <c:v>16000</c:v>
                </c:pt>
                <c:pt idx="3099">
                  <c:v>16000</c:v>
                </c:pt>
                <c:pt idx="3100">
                  <c:v>16000</c:v>
                </c:pt>
                <c:pt idx="3101">
                  <c:v>16000</c:v>
                </c:pt>
                <c:pt idx="3102">
                  <c:v>16000</c:v>
                </c:pt>
                <c:pt idx="3103">
                  <c:v>16000</c:v>
                </c:pt>
                <c:pt idx="3104">
                  <c:v>16000</c:v>
                </c:pt>
                <c:pt idx="3105">
                  <c:v>16200</c:v>
                </c:pt>
                <c:pt idx="3106">
                  <c:v>16200</c:v>
                </c:pt>
                <c:pt idx="3107">
                  <c:v>16200</c:v>
                </c:pt>
                <c:pt idx="3108">
                  <c:v>16200</c:v>
                </c:pt>
                <c:pt idx="3109">
                  <c:v>16200</c:v>
                </c:pt>
                <c:pt idx="3110">
                  <c:v>16200</c:v>
                </c:pt>
                <c:pt idx="3111">
                  <c:v>16200</c:v>
                </c:pt>
                <c:pt idx="3112">
                  <c:v>16200</c:v>
                </c:pt>
                <c:pt idx="3113">
                  <c:v>16200</c:v>
                </c:pt>
                <c:pt idx="3114">
                  <c:v>16200</c:v>
                </c:pt>
                <c:pt idx="3115">
                  <c:v>16200</c:v>
                </c:pt>
                <c:pt idx="3116">
                  <c:v>16200</c:v>
                </c:pt>
                <c:pt idx="3117">
                  <c:v>16200</c:v>
                </c:pt>
                <c:pt idx="3118">
                  <c:v>16200</c:v>
                </c:pt>
                <c:pt idx="3119">
                  <c:v>16200</c:v>
                </c:pt>
                <c:pt idx="3120">
                  <c:v>16200</c:v>
                </c:pt>
                <c:pt idx="3121">
                  <c:v>16200</c:v>
                </c:pt>
                <c:pt idx="3122">
                  <c:v>16200</c:v>
                </c:pt>
                <c:pt idx="3123">
                  <c:v>16400</c:v>
                </c:pt>
                <c:pt idx="3124">
                  <c:v>16400</c:v>
                </c:pt>
                <c:pt idx="3125">
                  <c:v>16400</c:v>
                </c:pt>
                <c:pt idx="3126">
                  <c:v>16800</c:v>
                </c:pt>
                <c:pt idx="3127">
                  <c:v>16800</c:v>
                </c:pt>
                <c:pt idx="3128">
                  <c:v>16800</c:v>
                </c:pt>
                <c:pt idx="3129">
                  <c:v>16800</c:v>
                </c:pt>
                <c:pt idx="3130">
                  <c:v>16800</c:v>
                </c:pt>
                <c:pt idx="3131">
                  <c:v>16800</c:v>
                </c:pt>
                <c:pt idx="3132">
                  <c:v>16800</c:v>
                </c:pt>
                <c:pt idx="3133">
                  <c:v>16800</c:v>
                </c:pt>
                <c:pt idx="3134">
                  <c:v>16800</c:v>
                </c:pt>
                <c:pt idx="3135">
                  <c:v>16800</c:v>
                </c:pt>
                <c:pt idx="3136">
                  <c:v>16800</c:v>
                </c:pt>
                <c:pt idx="3137">
                  <c:v>16800</c:v>
                </c:pt>
                <c:pt idx="3138">
                  <c:v>16800</c:v>
                </c:pt>
                <c:pt idx="3139">
                  <c:v>16800</c:v>
                </c:pt>
                <c:pt idx="3140">
                  <c:v>16800</c:v>
                </c:pt>
                <c:pt idx="3141">
                  <c:v>16800</c:v>
                </c:pt>
                <c:pt idx="3142">
                  <c:v>16800</c:v>
                </c:pt>
                <c:pt idx="3143">
                  <c:v>16800</c:v>
                </c:pt>
                <c:pt idx="3144">
                  <c:v>16900</c:v>
                </c:pt>
                <c:pt idx="3145">
                  <c:v>16900</c:v>
                </c:pt>
                <c:pt idx="3146">
                  <c:v>16900</c:v>
                </c:pt>
                <c:pt idx="3147">
                  <c:v>16900</c:v>
                </c:pt>
                <c:pt idx="3148">
                  <c:v>16900</c:v>
                </c:pt>
                <c:pt idx="3149">
                  <c:v>16900</c:v>
                </c:pt>
                <c:pt idx="3150">
                  <c:v>16900</c:v>
                </c:pt>
                <c:pt idx="3151">
                  <c:v>16900</c:v>
                </c:pt>
                <c:pt idx="3152">
                  <c:v>16900</c:v>
                </c:pt>
                <c:pt idx="3153">
                  <c:v>16900</c:v>
                </c:pt>
                <c:pt idx="3154">
                  <c:v>16900</c:v>
                </c:pt>
                <c:pt idx="3155">
                  <c:v>16900</c:v>
                </c:pt>
                <c:pt idx="3156">
                  <c:v>16900</c:v>
                </c:pt>
                <c:pt idx="3157">
                  <c:v>16900</c:v>
                </c:pt>
                <c:pt idx="3158">
                  <c:v>16900</c:v>
                </c:pt>
                <c:pt idx="3159">
                  <c:v>17000</c:v>
                </c:pt>
                <c:pt idx="3160">
                  <c:v>17000</c:v>
                </c:pt>
                <c:pt idx="3161">
                  <c:v>17000</c:v>
                </c:pt>
                <c:pt idx="3162">
                  <c:v>17000</c:v>
                </c:pt>
                <c:pt idx="3163">
                  <c:v>17000</c:v>
                </c:pt>
                <c:pt idx="3164">
                  <c:v>17000</c:v>
                </c:pt>
                <c:pt idx="3165">
                  <c:v>17000</c:v>
                </c:pt>
                <c:pt idx="3166">
                  <c:v>17000</c:v>
                </c:pt>
                <c:pt idx="3167">
                  <c:v>17000</c:v>
                </c:pt>
                <c:pt idx="3168">
                  <c:v>17000</c:v>
                </c:pt>
                <c:pt idx="3169">
                  <c:v>17000</c:v>
                </c:pt>
                <c:pt idx="3170">
                  <c:v>17000</c:v>
                </c:pt>
                <c:pt idx="3171">
                  <c:v>17000</c:v>
                </c:pt>
                <c:pt idx="3172">
                  <c:v>17000</c:v>
                </c:pt>
                <c:pt idx="3173">
                  <c:v>17000</c:v>
                </c:pt>
                <c:pt idx="3174">
                  <c:v>17000</c:v>
                </c:pt>
                <c:pt idx="3175">
                  <c:v>17000</c:v>
                </c:pt>
                <c:pt idx="3176">
                  <c:v>17000</c:v>
                </c:pt>
                <c:pt idx="3177">
                  <c:v>17000</c:v>
                </c:pt>
                <c:pt idx="3178">
                  <c:v>17000</c:v>
                </c:pt>
                <c:pt idx="3179">
                  <c:v>17000</c:v>
                </c:pt>
                <c:pt idx="3180">
                  <c:v>17000</c:v>
                </c:pt>
                <c:pt idx="3181">
                  <c:v>17000</c:v>
                </c:pt>
                <c:pt idx="3182">
                  <c:v>17000</c:v>
                </c:pt>
                <c:pt idx="3183">
                  <c:v>17000</c:v>
                </c:pt>
                <c:pt idx="3184">
                  <c:v>17000</c:v>
                </c:pt>
                <c:pt idx="3185">
                  <c:v>17000</c:v>
                </c:pt>
                <c:pt idx="3186">
                  <c:v>17000</c:v>
                </c:pt>
                <c:pt idx="3187">
                  <c:v>17000</c:v>
                </c:pt>
                <c:pt idx="3188">
                  <c:v>17000</c:v>
                </c:pt>
                <c:pt idx="3189">
                  <c:v>17000</c:v>
                </c:pt>
                <c:pt idx="3190">
                  <c:v>17000</c:v>
                </c:pt>
                <c:pt idx="3191">
                  <c:v>17000</c:v>
                </c:pt>
                <c:pt idx="3192">
                  <c:v>17000</c:v>
                </c:pt>
                <c:pt idx="3193">
                  <c:v>17000</c:v>
                </c:pt>
                <c:pt idx="3194">
                  <c:v>17000</c:v>
                </c:pt>
                <c:pt idx="3195">
                  <c:v>17000</c:v>
                </c:pt>
                <c:pt idx="3196">
                  <c:v>17000</c:v>
                </c:pt>
                <c:pt idx="3197">
                  <c:v>17000</c:v>
                </c:pt>
                <c:pt idx="3198">
                  <c:v>17000</c:v>
                </c:pt>
                <c:pt idx="3199">
                  <c:v>17000</c:v>
                </c:pt>
                <c:pt idx="3200">
                  <c:v>17000</c:v>
                </c:pt>
                <c:pt idx="3201">
                  <c:v>17000</c:v>
                </c:pt>
                <c:pt idx="3202">
                  <c:v>17000</c:v>
                </c:pt>
                <c:pt idx="3203">
                  <c:v>17000</c:v>
                </c:pt>
                <c:pt idx="3204">
                  <c:v>17000</c:v>
                </c:pt>
                <c:pt idx="3205">
                  <c:v>17000</c:v>
                </c:pt>
                <c:pt idx="3206">
                  <c:v>17000</c:v>
                </c:pt>
                <c:pt idx="3207">
                  <c:v>17000</c:v>
                </c:pt>
                <c:pt idx="3208">
                  <c:v>17000</c:v>
                </c:pt>
                <c:pt idx="3209">
                  <c:v>17000</c:v>
                </c:pt>
                <c:pt idx="3210">
                  <c:v>17000</c:v>
                </c:pt>
                <c:pt idx="3211">
                  <c:v>17000</c:v>
                </c:pt>
                <c:pt idx="3212">
                  <c:v>17000</c:v>
                </c:pt>
                <c:pt idx="3213">
                  <c:v>17000</c:v>
                </c:pt>
                <c:pt idx="3214">
                  <c:v>17000</c:v>
                </c:pt>
                <c:pt idx="3215">
                  <c:v>17000</c:v>
                </c:pt>
                <c:pt idx="3216">
                  <c:v>17000</c:v>
                </c:pt>
                <c:pt idx="3217">
                  <c:v>17000</c:v>
                </c:pt>
                <c:pt idx="3218">
                  <c:v>17000</c:v>
                </c:pt>
                <c:pt idx="3219">
                  <c:v>17000</c:v>
                </c:pt>
                <c:pt idx="3220">
                  <c:v>17000</c:v>
                </c:pt>
                <c:pt idx="3221">
                  <c:v>17000</c:v>
                </c:pt>
                <c:pt idx="3222">
                  <c:v>17000</c:v>
                </c:pt>
                <c:pt idx="3223">
                  <c:v>17000</c:v>
                </c:pt>
                <c:pt idx="3224">
                  <c:v>17000</c:v>
                </c:pt>
                <c:pt idx="3225">
                  <c:v>17000</c:v>
                </c:pt>
                <c:pt idx="3226">
                  <c:v>17000</c:v>
                </c:pt>
                <c:pt idx="3227">
                  <c:v>17000</c:v>
                </c:pt>
                <c:pt idx="3228">
                  <c:v>17000</c:v>
                </c:pt>
                <c:pt idx="3229">
                  <c:v>17000</c:v>
                </c:pt>
                <c:pt idx="3230">
                  <c:v>17000</c:v>
                </c:pt>
                <c:pt idx="3231">
                  <c:v>17000</c:v>
                </c:pt>
                <c:pt idx="3232">
                  <c:v>17000</c:v>
                </c:pt>
                <c:pt idx="3233">
                  <c:v>17000</c:v>
                </c:pt>
                <c:pt idx="3234">
                  <c:v>17000</c:v>
                </c:pt>
                <c:pt idx="3235">
                  <c:v>17000</c:v>
                </c:pt>
                <c:pt idx="3236">
                  <c:v>17000</c:v>
                </c:pt>
                <c:pt idx="3237">
                  <c:v>17000</c:v>
                </c:pt>
                <c:pt idx="3238">
                  <c:v>17000</c:v>
                </c:pt>
                <c:pt idx="3239">
                  <c:v>17000</c:v>
                </c:pt>
                <c:pt idx="3240">
                  <c:v>17000</c:v>
                </c:pt>
                <c:pt idx="3241">
                  <c:v>17000</c:v>
                </c:pt>
                <c:pt idx="3242">
                  <c:v>17000</c:v>
                </c:pt>
                <c:pt idx="3243">
                  <c:v>17000</c:v>
                </c:pt>
                <c:pt idx="3244">
                  <c:v>17000</c:v>
                </c:pt>
                <c:pt idx="3245">
                  <c:v>17000</c:v>
                </c:pt>
                <c:pt idx="3246">
                  <c:v>17000</c:v>
                </c:pt>
                <c:pt idx="3247">
                  <c:v>17000</c:v>
                </c:pt>
                <c:pt idx="3248">
                  <c:v>17000</c:v>
                </c:pt>
                <c:pt idx="3249">
                  <c:v>17000</c:v>
                </c:pt>
                <c:pt idx="3250">
                  <c:v>17000</c:v>
                </c:pt>
                <c:pt idx="3251">
                  <c:v>17000</c:v>
                </c:pt>
                <c:pt idx="3252">
                  <c:v>17000</c:v>
                </c:pt>
                <c:pt idx="3253">
                  <c:v>17000</c:v>
                </c:pt>
                <c:pt idx="3254">
                  <c:v>17000</c:v>
                </c:pt>
                <c:pt idx="3255">
                  <c:v>17000</c:v>
                </c:pt>
                <c:pt idx="3256">
                  <c:v>17000</c:v>
                </c:pt>
                <c:pt idx="3257">
                  <c:v>17000</c:v>
                </c:pt>
                <c:pt idx="3258">
                  <c:v>16850</c:v>
                </c:pt>
                <c:pt idx="3259">
                  <c:v>16850</c:v>
                </c:pt>
                <c:pt idx="3260">
                  <c:v>16850</c:v>
                </c:pt>
                <c:pt idx="3261">
                  <c:v>16850</c:v>
                </c:pt>
                <c:pt idx="3262">
                  <c:v>16850</c:v>
                </c:pt>
                <c:pt idx="3263">
                  <c:v>16850</c:v>
                </c:pt>
                <c:pt idx="3264">
                  <c:v>16850</c:v>
                </c:pt>
                <c:pt idx="3265">
                  <c:v>16800</c:v>
                </c:pt>
                <c:pt idx="3266">
                  <c:v>16800</c:v>
                </c:pt>
                <c:pt idx="3267">
                  <c:v>16800</c:v>
                </c:pt>
                <c:pt idx="3268">
                  <c:v>16800</c:v>
                </c:pt>
                <c:pt idx="3269">
                  <c:v>16800</c:v>
                </c:pt>
                <c:pt idx="3270">
                  <c:v>16800</c:v>
                </c:pt>
                <c:pt idx="3271">
                  <c:v>16800</c:v>
                </c:pt>
                <c:pt idx="3272">
                  <c:v>16800</c:v>
                </c:pt>
                <c:pt idx="3273">
                  <c:v>16800</c:v>
                </c:pt>
                <c:pt idx="3274">
                  <c:v>16800</c:v>
                </c:pt>
                <c:pt idx="3275">
                  <c:v>16800</c:v>
                </c:pt>
                <c:pt idx="3276">
                  <c:v>16800</c:v>
                </c:pt>
                <c:pt idx="3277">
                  <c:v>16800</c:v>
                </c:pt>
                <c:pt idx="3278">
                  <c:v>16800</c:v>
                </c:pt>
                <c:pt idx="3279">
                  <c:v>16800</c:v>
                </c:pt>
                <c:pt idx="3280">
                  <c:v>16800</c:v>
                </c:pt>
                <c:pt idx="3281">
                  <c:v>16800</c:v>
                </c:pt>
                <c:pt idx="3282">
                  <c:v>16800</c:v>
                </c:pt>
                <c:pt idx="3283">
                  <c:v>16800</c:v>
                </c:pt>
                <c:pt idx="3284">
                  <c:v>16700</c:v>
                </c:pt>
                <c:pt idx="3285">
                  <c:v>16600</c:v>
                </c:pt>
                <c:pt idx="3286">
                  <c:v>16600</c:v>
                </c:pt>
                <c:pt idx="3287">
                  <c:v>16600</c:v>
                </c:pt>
                <c:pt idx="3288">
                  <c:v>16600</c:v>
                </c:pt>
                <c:pt idx="3289">
                  <c:v>16600</c:v>
                </c:pt>
                <c:pt idx="3290">
                  <c:v>16600</c:v>
                </c:pt>
                <c:pt idx="3291">
                  <c:v>16600</c:v>
                </c:pt>
                <c:pt idx="3292">
                  <c:v>16600</c:v>
                </c:pt>
                <c:pt idx="3293">
                  <c:v>16400</c:v>
                </c:pt>
                <c:pt idx="3294">
                  <c:v>16400</c:v>
                </c:pt>
                <c:pt idx="3295">
                  <c:v>16400</c:v>
                </c:pt>
                <c:pt idx="3296">
                  <c:v>16400</c:v>
                </c:pt>
                <c:pt idx="3297">
                  <c:v>16400</c:v>
                </c:pt>
                <c:pt idx="3298">
                  <c:v>16400</c:v>
                </c:pt>
                <c:pt idx="3299">
                  <c:v>16400</c:v>
                </c:pt>
                <c:pt idx="3300">
                  <c:v>16400</c:v>
                </c:pt>
                <c:pt idx="3301">
                  <c:v>16400</c:v>
                </c:pt>
                <c:pt idx="3302">
                  <c:v>16400</c:v>
                </c:pt>
                <c:pt idx="3303">
                  <c:v>16400</c:v>
                </c:pt>
                <c:pt idx="3304">
                  <c:v>16400</c:v>
                </c:pt>
                <c:pt idx="3305">
                  <c:v>16300</c:v>
                </c:pt>
                <c:pt idx="3306">
                  <c:v>16300</c:v>
                </c:pt>
                <c:pt idx="3307">
                  <c:v>16300</c:v>
                </c:pt>
                <c:pt idx="3308">
                  <c:v>16300</c:v>
                </c:pt>
                <c:pt idx="3309">
                  <c:v>16300</c:v>
                </c:pt>
                <c:pt idx="3310">
                  <c:v>16300</c:v>
                </c:pt>
                <c:pt idx="3311">
                  <c:v>16300</c:v>
                </c:pt>
                <c:pt idx="3312">
                  <c:v>16300</c:v>
                </c:pt>
                <c:pt idx="3313">
                  <c:v>16300</c:v>
                </c:pt>
                <c:pt idx="3314">
                  <c:v>16300</c:v>
                </c:pt>
                <c:pt idx="3315">
                  <c:v>16300</c:v>
                </c:pt>
                <c:pt idx="3316">
                  <c:v>16300</c:v>
                </c:pt>
                <c:pt idx="3317">
                  <c:v>16300</c:v>
                </c:pt>
                <c:pt idx="3318">
                  <c:v>16300</c:v>
                </c:pt>
                <c:pt idx="3319">
                  <c:v>16200</c:v>
                </c:pt>
                <c:pt idx="3320">
                  <c:v>16200</c:v>
                </c:pt>
                <c:pt idx="3321">
                  <c:v>16200</c:v>
                </c:pt>
                <c:pt idx="3322">
                  <c:v>16200</c:v>
                </c:pt>
                <c:pt idx="3323">
                  <c:v>16200</c:v>
                </c:pt>
                <c:pt idx="3324">
                  <c:v>16200</c:v>
                </c:pt>
                <c:pt idx="3325">
                  <c:v>16200</c:v>
                </c:pt>
                <c:pt idx="3326">
                  <c:v>16200</c:v>
                </c:pt>
                <c:pt idx="3327">
                  <c:v>16200</c:v>
                </c:pt>
                <c:pt idx="3328">
                  <c:v>16200</c:v>
                </c:pt>
                <c:pt idx="3329">
                  <c:v>16200</c:v>
                </c:pt>
                <c:pt idx="3330">
                  <c:v>16200</c:v>
                </c:pt>
                <c:pt idx="3331">
                  <c:v>16200</c:v>
                </c:pt>
                <c:pt idx="3332">
                  <c:v>16200</c:v>
                </c:pt>
                <c:pt idx="3333">
                  <c:v>16200</c:v>
                </c:pt>
                <c:pt idx="3334">
                  <c:v>16200</c:v>
                </c:pt>
                <c:pt idx="3335">
                  <c:v>16200</c:v>
                </c:pt>
                <c:pt idx="3336">
                  <c:v>16200</c:v>
                </c:pt>
                <c:pt idx="3337">
                  <c:v>16200</c:v>
                </c:pt>
                <c:pt idx="3338">
                  <c:v>16200</c:v>
                </c:pt>
                <c:pt idx="3339">
                  <c:v>16200</c:v>
                </c:pt>
                <c:pt idx="3340">
                  <c:v>16200</c:v>
                </c:pt>
                <c:pt idx="3341">
                  <c:v>16200</c:v>
                </c:pt>
                <c:pt idx="3342">
                  <c:v>16200</c:v>
                </c:pt>
                <c:pt idx="3343">
                  <c:v>16200</c:v>
                </c:pt>
                <c:pt idx="3344">
                  <c:v>16200</c:v>
                </c:pt>
                <c:pt idx="3345">
                  <c:v>16200</c:v>
                </c:pt>
                <c:pt idx="3346">
                  <c:v>16200</c:v>
                </c:pt>
                <c:pt idx="3347">
                  <c:v>16200</c:v>
                </c:pt>
                <c:pt idx="3348">
                  <c:v>16200</c:v>
                </c:pt>
                <c:pt idx="3349">
                  <c:v>16200</c:v>
                </c:pt>
                <c:pt idx="3350">
                  <c:v>16200</c:v>
                </c:pt>
                <c:pt idx="3351">
                  <c:v>16200</c:v>
                </c:pt>
                <c:pt idx="3352">
                  <c:v>16200</c:v>
                </c:pt>
                <c:pt idx="3353">
                  <c:v>16200</c:v>
                </c:pt>
                <c:pt idx="3354">
                  <c:v>16200</c:v>
                </c:pt>
                <c:pt idx="3355">
                  <c:v>16200</c:v>
                </c:pt>
                <c:pt idx="3356">
                  <c:v>16200</c:v>
                </c:pt>
                <c:pt idx="3357">
                  <c:v>16200</c:v>
                </c:pt>
                <c:pt idx="3358">
                  <c:v>16200</c:v>
                </c:pt>
                <c:pt idx="3359">
                  <c:v>16200</c:v>
                </c:pt>
                <c:pt idx="3360">
                  <c:v>16200</c:v>
                </c:pt>
                <c:pt idx="3361">
                  <c:v>16200</c:v>
                </c:pt>
                <c:pt idx="3362">
                  <c:v>16200</c:v>
                </c:pt>
                <c:pt idx="3363">
                  <c:v>16200</c:v>
                </c:pt>
                <c:pt idx="3364">
                  <c:v>16200</c:v>
                </c:pt>
                <c:pt idx="3365">
                  <c:v>16200</c:v>
                </c:pt>
                <c:pt idx="3366">
                  <c:v>16200</c:v>
                </c:pt>
                <c:pt idx="3367">
                  <c:v>16200</c:v>
                </c:pt>
                <c:pt idx="3368">
                  <c:v>16200</c:v>
                </c:pt>
                <c:pt idx="3369">
                  <c:v>16200</c:v>
                </c:pt>
                <c:pt idx="3370">
                  <c:v>16000</c:v>
                </c:pt>
                <c:pt idx="3371">
                  <c:v>16000</c:v>
                </c:pt>
                <c:pt idx="3372">
                  <c:v>16000</c:v>
                </c:pt>
                <c:pt idx="3373">
                  <c:v>16000</c:v>
                </c:pt>
                <c:pt idx="3374">
                  <c:v>16000</c:v>
                </c:pt>
                <c:pt idx="3375">
                  <c:v>16000</c:v>
                </c:pt>
                <c:pt idx="3376">
                  <c:v>16000</c:v>
                </c:pt>
                <c:pt idx="3377">
                  <c:v>16000</c:v>
                </c:pt>
                <c:pt idx="3378">
                  <c:v>15900</c:v>
                </c:pt>
                <c:pt idx="3379">
                  <c:v>15900</c:v>
                </c:pt>
                <c:pt idx="3380">
                  <c:v>15900</c:v>
                </c:pt>
                <c:pt idx="3381">
                  <c:v>15900</c:v>
                </c:pt>
                <c:pt idx="3382">
                  <c:v>15900</c:v>
                </c:pt>
                <c:pt idx="3383">
                  <c:v>15900</c:v>
                </c:pt>
                <c:pt idx="3384">
                  <c:v>15800</c:v>
                </c:pt>
                <c:pt idx="3385">
                  <c:v>15800</c:v>
                </c:pt>
                <c:pt idx="3386">
                  <c:v>15600</c:v>
                </c:pt>
                <c:pt idx="3387">
                  <c:v>15600</c:v>
                </c:pt>
                <c:pt idx="3388">
                  <c:v>15600</c:v>
                </c:pt>
                <c:pt idx="3389">
                  <c:v>15600</c:v>
                </c:pt>
                <c:pt idx="3390">
                  <c:v>15600</c:v>
                </c:pt>
                <c:pt idx="3391">
                  <c:v>15600</c:v>
                </c:pt>
                <c:pt idx="3392">
                  <c:v>15600</c:v>
                </c:pt>
                <c:pt idx="3393">
                  <c:v>15600</c:v>
                </c:pt>
                <c:pt idx="3394">
                  <c:v>15600</c:v>
                </c:pt>
                <c:pt idx="3395">
                  <c:v>15600</c:v>
                </c:pt>
                <c:pt idx="3396">
                  <c:v>15600</c:v>
                </c:pt>
                <c:pt idx="3397">
                  <c:v>15600</c:v>
                </c:pt>
                <c:pt idx="3398">
                  <c:v>15600</c:v>
                </c:pt>
                <c:pt idx="3399">
                  <c:v>15600</c:v>
                </c:pt>
                <c:pt idx="3400">
                  <c:v>15600</c:v>
                </c:pt>
                <c:pt idx="3401">
                  <c:v>15600</c:v>
                </c:pt>
                <c:pt idx="3402">
                  <c:v>15600</c:v>
                </c:pt>
                <c:pt idx="3403">
                  <c:v>15650</c:v>
                </c:pt>
                <c:pt idx="3404">
                  <c:v>15650</c:v>
                </c:pt>
                <c:pt idx="3405">
                  <c:v>15650</c:v>
                </c:pt>
                <c:pt idx="3406">
                  <c:v>15650</c:v>
                </c:pt>
                <c:pt idx="3407">
                  <c:v>15650</c:v>
                </c:pt>
                <c:pt idx="3408">
                  <c:v>15650</c:v>
                </c:pt>
                <c:pt idx="3409">
                  <c:v>15650</c:v>
                </c:pt>
                <c:pt idx="3410">
                  <c:v>15650</c:v>
                </c:pt>
                <c:pt idx="3411">
                  <c:v>15500</c:v>
                </c:pt>
                <c:pt idx="3412">
                  <c:v>15500</c:v>
                </c:pt>
                <c:pt idx="3413">
                  <c:v>15500</c:v>
                </c:pt>
                <c:pt idx="3414">
                  <c:v>15500</c:v>
                </c:pt>
                <c:pt idx="3415">
                  <c:v>15500</c:v>
                </c:pt>
                <c:pt idx="3416">
                  <c:v>15500</c:v>
                </c:pt>
                <c:pt idx="3417">
                  <c:v>15500</c:v>
                </c:pt>
                <c:pt idx="3418">
                  <c:v>15500</c:v>
                </c:pt>
                <c:pt idx="3419">
                  <c:v>15500</c:v>
                </c:pt>
                <c:pt idx="3420">
                  <c:v>15500</c:v>
                </c:pt>
                <c:pt idx="3421">
                  <c:v>15500</c:v>
                </c:pt>
                <c:pt idx="3422">
                  <c:v>15500</c:v>
                </c:pt>
                <c:pt idx="3423">
                  <c:v>15500</c:v>
                </c:pt>
                <c:pt idx="3424">
                  <c:v>15500</c:v>
                </c:pt>
                <c:pt idx="3425">
                  <c:v>15400</c:v>
                </c:pt>
                <c:pt idx="3426">
                  <c:v>15400</c:v>
                </c:pt>
                <c:pt idx="3427">
                  <c:v>15400</c:v>
                </c:pt>
                <c:pt idx="3428">
                  <c:v>15400</c:v>
                </c:pt>
                <c:pt idx="3429">
                  <c:v>15400</c:v>
                </c:pt>
                <c:pt idx="3430">
                  <c:v>15400</c:v>
                </c:pt>
                <c:pt idx="3431">
                  <c:v>15400</c:v>
                </c:pt>
                <c:pt idx="3432">
                  <c:v>15400</c:v>
                </c:pt>
                <c:pt idx="3433">
                  <c:v>15400</c:v>
                </c:pt>
                <c:pt idx="3434">
                  <c:v>15400</c:v>
                </c:pt>
                <c:pt idx="3435">
                  <c:v>15400</c:v>
                </c:pt>
                <c:pt idx="3436">
                  <c:v>15400</c:v>
                </c:pt>
                <c:pt idx="3437">
                  <c:v>15400</c:v>
                </c:pt>
                <c:pt idx="3438">
                  <c:v>15400</c:v>
                </c:pt>
                <c:pt idx="3439">
                  <c:v>15400</c:v>
                </c:pt>
                <c:pt idx="3440">
                  <c:v>15400</c:v>
                </c:pt>
                <c:pt idx="3441">
                  <c:v>15400</c:v>
                </c:pt>
                <c:pt idx="3442">
                  <c:v>15400</c:v>
                </c:pt>
                <c:pt idx="3443">
                  <c:v>15400</c:v>
                </c:pt>
                <c:pt idx="3444">
                  <c:v>15400</c:v>
                </c:pt>
                <c:pt idx="3445">
                  <c:v>15400</c:v>
                </c:pt>
                <c:pt idx="3446">
                  <c:v>15400</c:v>
                </c:pt>
                <c:pt idx="3447">
                  <c:v>15400</c:v>
                </c:pt>
                <c:pt idx="3448">
                  <c:v>15400</c:v>
                </c:pt>
                <c:pt idx="3449">
                  <c:v>15400</c:v>
                </c:pt>
                <c:pt idx="3450">
                  <c:v>15400</c:v>
                </c:pt>
                <c:pt idx="3451">
                  <c:v>15400</c:v>
                </c:pt>
                <c:pt idx="3452">
                  <c:v>15400</c:v>
                </c:pt>
                <c:pt idx="3453">
                  <c:v>15200</c:v>
                </c:pt>
                <c:pt idx="3454">
                  <c:v>15200</c:v>
                </c:pt>
                <c:pt idx="3455">
                  <c:v>15200</c:v>
                </c:pt>
                <c:pt idx="3456">
                  <c:v>15200</c:v>
                </c:pt>
                <c:pt idx="3457">
                  <c:v>15200</c:v>
                </c:pt>
                <c:pt idx="3458">
                  <c:v>15200</c:v>
                </c:pt>
                <c:pt idx="3459">
                  <c:v>15200</c:v>
                </c:pt>
                <c:pt idx="3460">
                  <c:v>15200</c:v>
                </c:pt>
                <c:pt idx="3461">
                  <c:v>15200</c:v>
                </c:pt>
                <c:pt idx="3462">
                  <c:v>15200</c:v>
                </c:pt>
                <c:pt idx="3463">
                  <c:v>15200</c:v>
                </c:pt>
                <c:pt idx="3464">
                  <c:v>15200</c:v>
                </c:pt>
                <c:pt idx="3465">
                  <c:v>15200</c:v>
                </c:pt>
                <c:pt idx="3466">
                  <c:v>15200</c:v>
                </c:pt>
                <c:pt idx="3467">
                  <c:v>15200</c:v>
                </c:pt>
                <c:pt idx="3468">
                  <c:v>15200</c:v>
                </c:pt>
                <c:pt idx="3469">
                  <c:v>15200</c:v>
                </c:pt>
                <c:pt idx="3470">
                  <c:v>15200</c:v>
                </c:pt>
                <c:pt idx="3471">
                  <c:v>15200</c:v>
                </c:pt>
                <c:pt idx="3472">
                  <c:v>15200</c:v>
                </c:pt>
                <c:pt idx="3473">
                  <c:v>15000</c:v>
                </c:pt>
                <c:pt idx="3474">
                  <c:v>15000</c:v>
                </c:pt>
                <c:pt idx="3475">
                  <c:v>15000</c:v>
                </c:pt>
                <c:pt idx="3476">
                  <c:v>15000</c:v>
                </c:pt>
                <c:pt idx="3477">
                  <c:v>15000</c:v>
                </c:pt>
                <c:pt idx="3478">
                  <c:v>15000</c:v>
                </c:pt>
                <c:pt idx="3479">
                  <c:v>15000</c:v>
                </c:pt>
                <c:pt idx="3480">
                  <c:v>15000</c:v>
                </c:pt>
                <c:pt idx="3481">
                  <c:v>15000</c:v>
                </c:pt>
                <c:pt idx="3482">
                  <c:v>15000</c:v>
                </c:pt>
                <c:pt idx="3483">
                  <c:v>15000</c:v>
                </c:pt>
                <c:pt idx="3484">
                  <c:v>15000</c:v>
                </c:pt>
                <c:pt idx="3485">
                  <c:v>15000</c:v>
                </c:pt>
                <c:pt idx="3486">
                  <c:v>15000</c:v>
                </c:pt>
                <c:pt idx="3487">
                  <c:v>15000</c:v>
                </c:pt>
                <c:pt idx="3488">
                  <c:v>15000</c:v>
                </c:pt>
                <c:pt idx="3489">
                  <c:v>14800</c:v>
                </c:pt>
                <c:pt idx="3490">
                  <c:v>14800</c:v>
                </c:pt>
                <c:pt idx="3491">
                  <c:v>14800</c:v>
                </c:pt>
                <c:pt idx="3492">
                  <c:v>14800</c:v>
                </c:pt>
                <c:pt idx="3493">
                  <c:v>14800</c:v>
                </c:pt>
                <c:pt idx="3494">
                  <c:v>14800</c:v>
                </c:pt>
                <c:pt idx="3495">
                  <c:v>14800</c:v>
                </c:pt>
                <c:pt idx="3496">
                  <c:v>14600</c:v>
                </c:pt>
                <c:pt idx="3497">
                  <c:v>14600</c:v>
                </c:pt>
                <c:pt idx="3498">
                  <c:v>14600</c:v>
                </c:pt>
                <c:pt idx="3499">
                  <c:v>14600</c:v>
                </c:pt>
                <c:pt idx="3500">
                  <c:v>14600</c:v>
                </c:pt>
                <c:pt idx="3501">
                  <c:v>14600</c:v>
                </c:pt>
                <c:pt idx="3502">
                  <c:v>14600</c:v>
                </c:pt>
                <c:pt idx="3503">
                  <c:v>14600</c:v>
                </c:pt>
                <c:pt idx="3504">
                  <c:v>14500</c:v>
                </c:pt>
                <c:pt idx="3505">
                  <c:v>14500</c:v>
                </c:pt>
                <c:pt idx="3506">
                  <c:v>14500</c:v>
                </c:pt>
                <c:pt idx="3507">
                  <c:v>14500</c:v>
                </c:pt>
                <c:pt idx="3508">
                  <c:v>14500</c:v>
                </c:pt>
                <c:pt idx="3509">
                  <c:v>14500</c:v>
                </c:pt>
                <c:pt idx="3510">
                  <c:v>14300</c:v>
                </c:pt>
                <c:pt idx="3511">
                  <c:v>14100</c:v>
                </c:pt>
                <c:pt idx="3512">
                  <c:v>14100</c:v>
                </c:pt>
                <c:pt idx="3513">
                  <c:v>14100</c:v>
                </c:pt>
                <c:pt idx="3514">
                  <c:v>14100</c:v>
                </c:pt>
                <c:pt idx="3515">
                  <c:v>14100</c:v>
                </c:pt>
                <c:pt idx="3516">
                  <c:v>14100</c:v>
                </c:pt>
                <c:pt idx="3517">
                  <c:v>14100</c:v>
                </c:pt>
                <c:pt idx="3518">
                  <c:v>14100</c:v>
                </c:pt>
                <c:pt idx="3519">
                  <c:v>14100</c:v>
                </c:pt>
                <c:pt idx="3520">
                  <c:v>14100</c:v>
                </c:pt>
                <c:pt idx="3521">
                  <c:v>14100</c:v>
                </c:pt>
                <c:pt idx="3522">
                  <c:v>14100</c:v>
                </c:pt>
                <c:pt idx="3523">
                  <c:v>14100</c:v>
                </c:pt>
                <c:pt idx="3524">
                  <c:v>14100</c:v>
                </c:pt>
                <c:pt idx="3525">
                  <c:v>14100</c:v>
                </c:pt>
                <c:pt idx="3526">
                  <c:v>14100</c:v>
                </c:pt>
                <c:pt idx="3527">
                  <c:v>14100</c:v>
                </c:pt>
                <c:pt idx="3528">
                  <c:v>14100</c:v>
                </c:pt>
                <c:pt idx="3529">
                  <c:v>14100</c:v>
                </c:pt>
                <c:pt idx="3530">
                  <c:v>14100</c:v>
                </c:pt>
                <c:pt idx="3531">
                  <c:v>14100</c:v>
                </c:pt>
                <c:pt idx="3532">
                  <c:v>14100</c:v>
                </c:pt>
                <c:pt idx="3533">
                  <c:v>14100</c:v>
                </c:pt>
                <c:pt idx="3534">
                  <c:v>14100</c:v>
                </c:pt>
                <c:pt idx="3535">
                  <c:v>14100</c:v>
                </c:pt>
                <c:pt idx="3536">
                  <c:v>14100</c:v>
                </c:pt>
                <c:pt idx="3537">
                  <c:v>14100</c:v>
                </c:pt>
                <c:pt idx="3538">
                  <c:v>14100</c:v>
                </c:pt>
                <c:pt idx="3539">
                  <c:v>14100</c:v>
                </c:pt>
                <c:pt idx="3540">
                  <c:v>14100</c:v>
                </c:pt>
                <c:pt idx="3541">
                  <c:v>14100</c:v>
                </c:pt>
                <c:pt idx="3542">
                  <c:v>14100</c:v>
                </c:pt>
                <c:pt idx="3543">
                  <c:v>14100</c:v>
                </c:pt>
                <c:pt idx="3544">
                  <c:v>14100</c:v>
                </c:pt>
                <c:pt idx="3545">
                  <c:v>14100</c:v>
                </c:pt>
                <c:pt idx="3546">
                  <c:v>14300</c:v>
                </c:pt>
                <c:pt idx="3547">
                  <c:v>14300</c:v>
                </c:pt>
                <c:pt idx="3548">
                  <c:v>14300</c:v>
                </c:pt>
                <c:pt idx="3549">
                  <c:v>14300</c:v>
                </c:pt>
                <c:pt idx="3550">
                  <c:v>14300</c:v>
                </c:pt>
                <c:pt idx="3551">
                  <c:v>14300</c:v>
                </c:pt>
                <c:pt idx="3552">
                  <c:v>14500</c:v>
                </c:pt>
                <c:pt idx="3553">
                  <c:v>14500</c:v>
                </c:pt>
                <c:pt idx="3554">
                  <c:v>14500</c:v>
                </c:pt>
                <c:pt idx="3555">
                  <c:v>14500</c:v>
                </c:pt>
                <c:pt idx="3556">
                  <c:v>14500</c:v>
                </c:pt>
                <c:pt idx="3557">
                  <c:v>14500</c:v>
                </c:pt>
                <c:pt idx="3558">
                  <c:v>14500</c:v>
                </c:pt>
                <c:pt idx="3559">
                  <c:v>14500</c:v>
                </c:pt>
                <c:pt idx="3560">
                  <c:v>14500</c:v>
                </c:pt>
                <c:pt idx="3561">
                  <c:v>14500</c:v>
                </c:pt>
                <c:pt idx="3562">
                  <c:v>14500</c:v>
                </c:pt>
                <c:pt idx="3563">
                  <c:v>14500</c:v>
                </c:pt>
                <c:pt idx="3564">
                  <c:v>14500</c:v>
                </c:pt>
                <c:pt idx="3565">
                  <c:v>14500</c:v>
                </c:pt>
                <c:pt idx="3566">
                  <c:v>14500</c:v>
                </c:pt>
                <c:pt idx="3567">
                  <c:v>14500</c:v>
                </c:pt>
                <c:pt idx="3568">
                  <c:v>14500</c:v>
                </c:pt>
                <c:pt idx="3569">
                  <c:v>14500</c:v>
                </c:pt>
                <c:pt idx="3570">
                  <c:v>14500</c:v>
                </c:pt>
                <c:pt idx="3571">
                  <c:v>14500</c:v>
                </c:pt>
                <c:pt idx="3572">
                  <c:v>14500</c:v>
                </c:pt>
                <c:pt idx="3573">
                  <c:v>14500</c:v>
                </c:pt>
                <c:pt idx="3574">
                  <c:v>15000</c:v>
                </c:pt>
                <c:pt idx="3575">
                  <c:v>15000</c:v>
                </c:pt>
                <c:pt idx="3576">
                  <c:v>15000</c:v>
                </c:pt>
                <c:pt idx="3577">
                  <c:v>15000</c:v>
                </c:pt>
                <c:pt idx="3578">
                  <c:v>15000</c:v>
                </c:pt>
                <c:pt idx="3579">
                  <c:v>15000</c:v>
                </c:pt>
                <c:pt idx="3580">
                  <c:v>15000</c:v>
                </c:pt>
                <c:pt idx="3581">
                  <c:v>14800</c:v>
                </c:pt>
                <c:pt idx="3582">
                  <c:v>14800</c:v>
                </c:pt>
                <c:pt idx="3583">
                  <c:v>14800</c:v>
                </c:pt>
                <c:pt idx="3584">
                  <c:v>14800</c:v>
                </c:pt>
                <c:pt idx="3585">
                  <c:v>14800</c:v>
                </c:pt>
                <c:pt idx="3586">
                  <c:v>14800</c:v>
                </c:pt>
                <c:pt idx="3587">
                  <c:v>14800</c:v>
                </c:pt>
                <c:pt idx="3588">
                  <c:v>14800</c:v>
                </c:pt>
                <c:pt idx="3589">
                  <c:v>14800</c:v>
                </c:pt>
                <c:pt idx="3590">
                  <c:v>14800</c:v>
                </c:pt>
                <c:pt idx="3591">
                  <c:v>14800</c:v>
                </c:pt>
                <c:pt idx="3592">
                  <c:v>14800</c:v>
                </c:pt>
                <c:pt idx="3593">
                  <c:v>14800</c:v>
                </c:pt>
                <c:pt idx="3594">
                  <c:v>14800</c:v>
                </c:pt>
                <c:pt idx="3595">
                  <c:v>14800</c:v>
                </c:pt>
                <c:pt idx="3596">
                  <c:v>14800</c:v>
                </c:pt>
                <c:pt idx="3597">
                  <c:v>14800</c:v>
                </c:pt>
                <c:pt idx="3598">
                  <c:v>14800</c:v>
                </c:pt>
                <c:pt idx="3599">
                  <c:v>14800</c:v>
                </c:pt>
                <c:pt idx="3600">
                  <c:v>14800</c:v>
                </c:pt>
                <c:pt idx="3601">
                  <c:v>14800</c:v>
                </c:pt>
                <c:pt idx="3602">
                  <c:v>15100</c:v>
                </c:pt>
                <c:pt idx="3603">
                  <c:v>15100</c:v>
                </c:pt>
                <c:pt idx="3604">
                  <c:v>15100</c:v>
                </c:pt>
                <c:pt idx="3605">
                  <c:v>15100</c:v>
                </c:pt>
                <c:pt idx="3606">
                  <c:v>15100</c:v>
                </c:pt>
                <c:pt idx="3607">
                  <c:v>15100</c:v>
                </c:pt>
                <c:pt idx="3608">
                  <c:v>15100</c:v>
                </c:pt>
                <c:pt idx="3609">
                  <c:v>14800</c:v>
                </c:pt>
                <c:pt idx="3610">
                  <c:v>14800</c:v>
                </c:pt>
                <c:pt idx="3611">
                  <c:v>14800</c:v>
                </c:pt>
                <c:pt idx="3612">
                  <c:v>14800</c:v>
                </c:pt>
                <c:pt idx="3613">
                  <c:v>14800</c:v>
                </c:pt>
                <c:pt idx="3614">
                  <c:v>14800</c:v>
                </c:pt>
                <c:pt idx="3615">
                  <c:v>14800</c:v>
                </c:pt>
                <c:pt idx="3616">
                  <c:v>14500</c:v>
                </c:pt>
                <c:pt idx="3617">
                  <c:v>14500</c:v>
                </c:pt>
                <c:pt idx="3618">
                  <c:v>14500</c:v>
                </c:pt>
                <c:pt idx="3619">
                  <c:v>14500</c:v>
                </c:pt>
                <c:pt idx="3620">
                  <c:v>14500</c:v>
                </c:pt>
                <c:pt idx="3621">
                  <c:v>14500</c:v>
                </c:pt>
                <c:pt idx="3622">
                  <c:v>14500</c:v>
                </c:pt>
                <c:pt idx="3623">
                  <c:v>14500</c:v>
                </c:pt>
                <c:pt idx="3624">
                  <c:v>14500</c:v>
                </c:pt>
                <c:pt idx="3625">
                  <c:v>14500</c:v>
                </c:pt>
                <c:pt idx="3626">
                  <c:v>14500</c:v>
                </c:pt>
                <c:pt idx="3627">
                  <c:v>14500</c:v>
                </c:pt>
                <c:pt idx="3628">
                  <c:v>14500</c:v>
                </c:pt>
                <c:pt idx="3629">
                  <c:v>14500</c:v>
                </c:pt>
                <c:pt idx="3630">
                  <c:v>14500</c:v>
                </c:pt>
                <c:pt idx="3631">
                  <c:v>14300</c:v>
                </c:pt>
                <c:pt idx="3632">
                  <c:v>14300</c:v>
                </c:pt>
                <c:pt idx="3633">
                  <c:v>14300</c:v>
                </c:pt>
                <c:pt idx="3634">
                  <c:v>14300</c:v>
                </c:pt>
                <c:pt idx="3635">
                  <c:v>14300</c:v>
                </c:pt>
                <c:pt idx="3636">
                  <c:v>14300</c:v>
                </c:pt>
                <c:pt idx="3637">
                  <c:v>14300</c:v>
                </c:pt>
                <c:pt idx="3638">
                  <c:v>14300</c:v>
                </c:pt>
                <c:pt idx="3639">
                  <c:v>14300</c:v>
                </c:pt>
                <c:pt idx="3640">
                  <c:v>14300</c:v>
                </c:pt>
                <c:pt idx="3641">
                  <c:v>14300</c:v>
                </c:pt>
                <c:pt idx="3642">
                  <c:v>14300</c:v>
                </c:pt>
                <c:pt idx="3643">
                  <c:v>14300</c:v>
                </c:pt>
                <c:pt idx="3644">
                  <c:v>14300</c:v>
                </c:pt>
                <c:pt idx="3645">
                  <c:v>14300</c:v>
                </c:pt>
                <c:pt idx="3646">
                  <c:v>14300</c:v>
                </c:pt>
                <c:pt idx="3647">
                  <c:v>14300</c:v>
                </c:pt>
                <c:pt idx="3648">
                  <c:v>14300</c:v>
                </c:pt>
                <c:pt idx="3649">
                  <c:v>14300</c:v>
                </c:pt>
                <c:pt idx="3650">
                  <c:v>14100</c:v>
                </c:pt>
                <c:pt idx="3651">
                  <c:v>14100</c:v>
                </c:pt>
                <c:pt idx="3652">
                  <c:v>14100</c:v>
                </c:pt>
                <c:pt idx="3653">
                  <c:v>14100</c:v>
                </c:pt>
                <c:pt idx="3654">
                  <c:v>14100</c:v>
                </c:pt>
                <c:pt idx="3655">
                  <c:v>14100</c:v>
                </c:pt>
                <c:pt idx="3656">
                  <c:v>14100</c:v>
                </c:pt>
                <c:pt idx="3657">
                  <c:v>14100</c:v>
                </c:pt>
                <c:pt idx="3658">
                  <c:v>14100</c:v>
                </c:pt>
                <c:pt idx="3659">
                  <c:v>14100</c:v>
                </c:pt>
                <c:pt idx="3660">
                  <c:v>14100</c:v>
                </c:pt>
                <c:pt idx="3661">
                  <c:v>14100</c:v>
                </c:pt>
                <c:pt idx="3662">
                  <c:v>14100</c:v>
                </c:pt>
                <c:pt idx="3663">
                  <c:v>14100</c:v>
                </c:pt>
                <c:pt idx="3664">
                  <c:v>13800</c:v>
                </c:pt>
                <c:pt idx="3665">
                  <c:v>13800</c:v>
                </c:pt>
                <c:pt idx="3666">
                  <c:v>13800</c:v>
                </c:pt>
                <c:pt idx="3667">
                  <c:v>13800</c:v>
                </c:pt>
                <c:pt idx="3668">
                  <c:v>13800</c:v>
                </c:pt>
                <c:pt idx="3669">
                  <c:v>13800</c:v>
                </c:pt>
                <c:pt idx="3670">
                  <c:v>13800</c:v>
                </c:pt>
                <c:pt idx="3671">
                  <c:v>13800</c:v>
                </c:pt>
                <c:pt idx="3672">
                  <c:v>13800</c:v>
                </c:pt>
                <c:pt idx="3673">
                  <c:v>13800</c:v>
                </c:pt>
                <c:pt idx="3674">
                  <c:v>13800</c:v>
                </c:pt>
                <c:pt idx="3675">
                  <c:v>13800</c:v>
                </c:pt>
                <c:pt idx="3676">
                  <c:v>13800</c:v>
                </c:pt>
                <c:pt idx="3677">
                  <c:v>13800</c:v>
                </c:pt>
                <c:pt idx="3678">
                  <c:v>13800</c:v>
                </c:pt>
                <c:pt idx="3679">
                  <c:v>13800</c:v>
                </c:pt>
                <c:pt idx="3680">
                  <c:v>13800</c:v>
                </c:pt>
                <c:pt idx="3681">
                  <c:v>13800</c:v>
                </c:pt>
                <c:pt idx="3682">
                  <c:v>13800</c:v>
                </c:pt>
                <c:pt idx="3683">
                  <c:v>13500</c:v>
                </c:pt>
                <c:pt idx="3684">
                  <c:v>13500</c:v>
                </c:pt>
                <c:pt idx="3685">
                  <c:v>13500</c:v>
                </c:pt>
                <c:pt idx="3686">
                  <c:v>13500</c:v>
                </c:pt>
                <c:pt idx="3687">
                  <c:v>13500</c:v>
                </c:pt>
                <c:pt idx="3688">
                  <c:v>13500</c:v>
                </c:pt>
                <c:pt idx="3689">
                  <c:v>13500</c:v>
                </c:pt>
                <c:pt idx="3690">
                  <c:v>13500</c:v>
                </c:pt>
                <c:pt idx="3691">
                  <c:v>13500</c:v>
                </c:pt>
                <c:pt idx="3692">
                  <c:v>13500</c:v>
                </c:pt>
                <c:pt idx="3693">
                  <c:v>13500</c:v>
                </c:pt>
                <c:pt idx="3694">
                  <c:v>13500</c:v>
                </c:pt>
                <c:pt idx="3695">
                  <c:v>13500</c:v>
                </c:pt>
                <c:pt idx="3696">
                  <c:v>13500</c:v>
                </c:pt>
                <c:pt idx="3697">
                  <c:v>13500</c:v>
                </c:pt>
                <c:pt idx="3698">
                  <c:v>13500</c:v>
                </c:pt>
                <c:pt idx="3699">
                  <c:v>13500</c:v>
                </c:pt>
                <c:pt idx="3700">
                  <c:v>13500</c:v>
                </c:pt>
                <c:pt idx="3701">
                  <c:v>13500</c:v>
                </c:pt>
                <c:pt idx="3702">
                  <c:v>13500</c:v>
                </c:pt>
                <c:pt idx="3703">
                  <c:v>13500</c:v>
                </c:pt>
                <c:pt idx="3704">
                  <c:v>13500</c:v>
                </c:pt>
                <c:pt idx="3705">
                  <c:v>13500</c:v>
                </c:pt>
                <c:pt idx="3706">
                  <c:v>13500</c:v>
                </c:pt>
                <c:pt idx="3707">
                  <c:v>13500</c:v>
                </c:pt>
                <c:pt idx="3708">
                  <c:v>13500</c:v>
                </c:pt>
                <c:pt idx="3709">
                  <c:v>13500</c:v>
                </c:pt>
                <c:pt idx="3710">
                  <c:v>13500</c:v>
                </c:pt>
                <c:pt idx="3711">
                  <c:v>13500</c:v>
                </c:pt>
                <c:pt idx="3712">
                  <c:v>13500</c:v>
                </c:pt>
                <c:pt idx="3713">
                  <c:v>13800</c:v>
                </c:pt>
                <c:pt idx="3714">
                  <c:v>13800</c:v>
                </c:pt>
                <c:pt idx="3715">
                  <c:v>13800</c:v>
                </c:pt>
                <c:pt idx="3716">
                  <c:v>13800</c:v>
                </c:pt>
                <c:pt idx="3717">
                  <c:v>13800</c:v>
                </c:pt>
                <c:pt idx="3718">
                  <c:v>13800</c:v>
                </c:pt>
                <c:pt idx="3719">
                  <c:v>13800</c:v>
                </c:pt>
                <c:pt idx="3720">
                  <c:v>13800</c:v>
                </c:pt>
                <c:pt idx="3721">
                  <c:v>13800</c:v>
                </c:pt>
                <c:pt idx="3722">
                  <c:v>13800</c:v>
                </c:pt>
                <c:pt idx="3723">
                  <c:v>13800</c:v>
                </c:pt>
                <c:pt idx="3724">
                  <c:v>13800</c:v>
                </c:pt>
                <c:pt idx="3725">
                  <c:v>13800</c:v>
                </c:pt>
                <c:pt idx="3726">
                  <c:v>13800</c:v>
                </c:pt>
                <c:pt idx="3727">
                  <c:v>13800</c:v>
                </c:pt>
                <c:pt idx="3728">
                  <c:v>13800</c:v>
                </c:pt>
                <c:pt idx="3729">
                  <c:v>13800</c:v>
                </c:pt>
                <c:pt idx="3730">
                  <c:v>13800</c:v>
                </c:pt>
                <c:pt idx="3731">
                  <c:v>13800</c:v>
                </c:pt>
                <c:pt idx="3732">
                  <c:v>13800</c:v>
                </c:pt>
                <c:pt idx="3733">
                  <c:v>13800</c:v>
                </c:pt>
                <c:pt idx="3734">
                  <c:v>13800</c:v>
                </c:pt>
                <c:pt idx="3735">
                  <c:v>13800</c:v>
                </c:pt>
                <c:pt idx="3736">
                  <c:v>13800</c:v>
                </c:pt>
                <c:pt idx="3737">
                  <c:v>13800</c:v>
                </c:pt>
                <c:pt idx="3738">
                  <c:v>13800</c:v>
                </c:pt>
                <c:pt idx="3739">
                  <c:v>13800</c:v>
                </c:pt>
                <c:pt idx="3740">
                  <c:v>13800</c:v>
                </c:pt>
                <c:pt idx="3741">
                  <c:v>13800</c:v>
                </c:pt>
                <c:pt idx="3742">
                  <c:v>13800</c:v>
                </c:pt>
                <c:pt idx="3743">
                  <c:v>13800</c:v>
                </c:pt>
                <c:pt idx="3744">
                  <c:v>13800</c:v>
                </c:pt>
                <c:pt idx="3745">
                  <c:v>13800</c:v>
                </c:pt>
                <c:pt idx="3746">
                  <c:v>13800</c:v>
                </c:pt>
                <c:pt idx="3747">
                  <c:v>13800</c:v>
                </c:pt>
                <c:pt idx="3748">
                  <c:v>13800</c:v>
                </c:pt>
                <c:pt idx="3749">
                  <c:v>13800</c:v>
                </c:pt>
                <c:pt idx="3750">
                  <c:v>13900</c:v>
                </c:pt>
                <c:pt idx="3751">
                  <c:v>13900</c:v>
                </c:pt>
                <c:pt idx="3752">
                  <c:v>13900</c:v>
                </c:pt>
                <c:pt idx="3753">
                  <c:v>13900</c:v>
                </c:pt>
                <c:pt idx="3754">
                  <c:v>13900</c:v>
                </c:pt>
                <c:pt idx="3755">
                  <c:v>13900</c:v>
                </c:pt>
                <c:pt idx="3756">
                  <c:v>13900</c:v>
                </c:pt>
                <c:pt idx="3757">
                  <c:v>13900</c:v>
                </c:pt>
                <c:pt idx="3758">
                  <c:v>13900</c:v>
                </c:pt>
                <c:pt idx="3759">
                  <c:v>13900</c:v>
                </c:pt>
                <c:pt idx="3760">
                  <c:v>13900</c:v>
                </c:pt>
                <c:pt idx="3761">
                  <c:v>13900</c:v>
                </c:pt>
                <c:pt idx="3762">
                  <c:v>13900</c:v>
                </c:pt>
                <c:pt idx="3763">
                  <c:v>13700</c:v>
                </c:pt>
                <c:pt idx="3764">
                  <c:v>13700</c:v>
                </c:pt>
                <c:pt idx="3765">
                  <c:v>13700</c:v>
                </c:pt>
                <c:pt idx="3766">
                  <c:v>13700</c:v>
                </c:pt>
                <c:pt idx="3767">
                  <c:v>13700</c:v>
                </c:pt>
                <c:pt idx="3768">
                  <c:v>13700</c:v>
                </c:pt>
                <c:pt idx="3769">
                  <c:v>13700</c:v>
                </c:pt>
                <c:pt idx="3770">
                  <c:v>13700</c:v>
                </c:pt>
                <c:pt idx="3771">
                  <c:v>13700</c:v>
                </c:pt>
                <c:pt idx="3772">
                  <c:v>13700</c:v>
                </c:pt>
                <c:pt idx="3773">
                  <c:v>13700</c:v>
                </c:pt>
                <c:pt idx="3774">
                  <c:v>13700</c:v>
                </c:pt>
                <c:pt idx="3775">
                  <c:v>13700</c:v>
                </c:pt>
                <c:pt idx="3776">
                  <c:v>13700</c:v>
                </c:pt>
                <c:pt idx="3777">
                  <c:v>13600</c:v>
                </c:pt>
                <c:pt idx="3778">
                  <c:v>13600</c:v>
                </c:pt>
                <c:pt idx="3779">
                  <c:v>13600</c:v>
                </c:pt>
                <c:pt idx="3780">
                  <c:v>13600</c:v>
                </c:pt>
                <c:pt idx="3781">
                  <c:v>13600</c:v>
                </c:pt>
                <c:pt idx="3782">
                  <c:v>13600</c:v>
                </c:pt>
                <c:pt idx="3783">
                  <c:v>13600</c:v>
                </c:pt>
                <c:pt idx="3784">
                  <c:v>13600</c:v>
                </c:pt>
                <c:pt idx="3785">
                  <c:v>13600</c:v>
                </c:pt>
                <c:pt idx="3786">
                  <c:v>13600</c:v>
                </c:pt>
                <c:pt idx="3787">
                  <c:v>13600</c:v>
                </c:pt>
                <c:pt idx="3788">
                  <c:v>13600</c:v>
                </c:pt>
                <c:pt idx="3789">
                  <c:v>13600</c:v>
                </c:pt>
                <c:pt idx="3790">
                  <c:v>13600</c:v>
                </c:pt>
                <c:pt idx="3791">
                  <c:v>13600</c:v>
                </c:pt>
                <c:pt idx="3792">
                  <c:v>13600</c:v>
                </c:pt>
                <c:pt idx="3793">
                  <c:v>13600</c:v>
                </c:pt>
                <c:pt idx="3794">
                  <c:v>13600</c:v>
                </c:pt>
                <c:pt idx="3795">
                  <c:v>13600</c:v>
                </c:pt>
                <c:pt idx="3796">
                  <c:v>13600</c:v>
                </c:pt>
                <c:pt idx="3797">
                  <c:v>13600</c:v>
                </c:pt>
                <c:pt idx="3798">
                  <c:v>13600</c:v>
                </c:pt>
                <c:pt idx="3799">
                  <c:v>13600</c:v>
                </c:pt>
                <c:pt idx="3800">
                  <c:v>13600</c:v>
                </c:pt>
                <c:pt idx="3801">
                  <c:v>13600</c:v>
                </c:pt>
                <c:pt idx="3802">
                  <c:v>13600</c:v>
                </c:pt>
                <c:pt idx="3803">
                  <c:v>13600</c:v>
                </c:pt>
                <c:pt idx="3804">
                  <c:v>13600</c:v>
                </c:pt>
                <c:pt idx="3805">
                  <c:v>13300</c:v>
                </c:pt>
                <c:pt idx="3806">
                  <c:v>13300</c:v>
                </c:pt>
                <c:pt idx="3807">
                  <c:v>13300</c:v>
                </c:pt>
                <c:pt idx="3808">
                  <c:v>13300</c:v>
                </c:pt>
                <c:pt idx="3809">
                  <c:v>13000</c:v>
                </c:pt>
                <c:pt idx="3810">
                  <c:v>13000</c:v>
                </c:pt>
                <c:pt idx="3811">
                  <c:v>13000</c:v>
                </c:pt>
                <c:pt idx="3812">
                  <c:v>13000</c:v>
                </c:pt>
                <c:pt idx="3813">
                  <c:v>13000</c:v>
                </c:pt>
                <c:pt idx="3814">
                  <c:v>13000</c:v>
                </c:pt>
                <c:pt idx="3815">
                  <c:v>13000</c:v>
                </c:pt>
                <c:pt idx="3816">
                  <c:v>13000</c:v>
                </c:pt>
                <c:pt idx="3817">
                  <c:v>13000</c:v>
                </c:pt>
                <c:pt idx="3818">
                  <c:v>13000</c:v>
                </c:pt>
                <c:pt idx="3819">
                  <c:v>13000</c:v>
                </c:pt>
                <c:pt idx="3820">
                  <c:v>13000</c:v>
                </c:pt>
                <c:pt idx="3821">
                  <c:v>13000</c:v>
                </c:pt>
                <c:pt idx="3822">
                  <c:v>13000</c:v>
                </c:pt>
                <c:pt idx="3823">
                  <c:v>13000</c:v>
                </c:pt>
                <c:pt idx="3824">
                  <c:v>13000</c:v>
                </c:pt>
                <c:pt idx="3825">
                  <c:v>13000</c:v>
                </c:pt>
                <c:pt idx="3826">
                  <c:v>13000</c:v>
                </c:pt>
                <c:pt idx="3827">
                  <c:v>13000</c:v>
                </c:pt>
                <c:pt idx="3828">
                  <c:v>13000</c:v>
                </c:pt>
                <c:pt idx="3829">
                  <c:v>13000</c:v>
                </c:pt>
                <c:pt idx="3830">
                  <c:v>13000</c:v>
                </c:pt>
                <c:pt idx="3831">
                  <c:v>13000</c:v>
                </c:pt>
                <c:pt idx="3832">
                  <c:v>12800</c:v>
                </c:pt>
                <c:pt idx="3833">
                  <c:v>12800</c:v>
                </c:pt>
                <c:pt idx="3834">
                  <c:v>12800</c:v>
                </c:pt>
                <c:pt idx="3835">
                  <c:v>12800</c:v>
                </c:pt>
                <c:pt idx="3836">
                  <c:v>12800</c:v>
                </c:pt>
                <c:pt idx="3837">
                  <c:v>12600</c:v>
                </c:pt>
                <c:pt idx="3838">
                  <c:v>12600</c:v>
                </c:pt>
                <c:pt idx="3839">
                  <c:v>12600</c:v>
                </c:pt>
                <c:pt idx="3840">
                  <c:v>12600</c:v>
                </c:pt>
                <c:pt idx="3841">
                  <c:v>12600</c:v>
                </c:pt>
                <c:pt idx="3842">
                  <c:v>12600</c:v>
                </c:pt>
                <c:pt idx="3843">
                  <c:v>12600</c:v>
                </c:pt>
                <c:pt idx="3844">
                  <c:v>12500</c:v>
                </c:pt>
                <c:pt idx="3845">
                  <c:v>12500</c:v>
                </c:pt>
                <c:pt idx="3846">
                  <c:v>12500</c:v>
                </c:pt>
                <c:pt idx="3847">
                  <c:v>12500</c:v>
                </c:pt>
                <c:pt idx="3848">
                  <c:v>12500</c:v>
                </c:pt>
                <c:pt idx="3849">
                  <c:v>12500</c:v>
                </c:pt>
                <c:pt idx="3850">
                  <c:v>12500</c:v>
                </c:pt>
                <c:pt idx="3851">
                  <c:v>12500</c:v>
                </c:pt>
                <c:pt idx="3852">
                  <c:v>12500</c:v>
                </c:pt>
                <c:pt idx="3853">
                  <c:v>12500</c:v>
                </c:pt>
                <c:pt idx="3854">
                  <c:v>12500</c:v>
                </c:pt>
                <c:pt idx="3855">
                  <c:v>12500</c:v>
                </c:pt>
                <c:pt idx="3856">
                  <c:v>12500</c:v>
                </c:pt>
                <c:pt idx="3857">
                  <c:v>12500</c:v>
                </c:pt>
                <c:pt idx="3858">
                  <c:v>12500</c:v>
                </c:pt>
                <c:pt idx="3859">
                  <c:v>12500</c:v>
                </c:pt>
                <c:pt idx="3860">
                  <c:v>12700</c:v>
                </c:pt>
                <c:pt idx="3861">
                  <c:v>13600</c:v>
                </c:pt>
                <c:pt idx="3862">
                  <c:v>13600</c:v>
                </c:pt>
                <c:pt idx="3863">
                  <c:v>13600</c:v>
                </c:pt>
                <c:pt idx="3864">
                  <c:v>13600</c:v>
                </c:pt>
                <c:pt idx="3865">
                  <c:v>13600</c:v>
                </c:pt>
                <c:pt idx="3866">
                  <c:v>13600</c:v>
                </c:pt>
                <c:pt idx="3867">
                  <c:v>13600</c:v>
                </c:pt>
                <c:pt idx="3868">
                  <c:v>13600</c:v>
                </c:pt>
                <c:pt idx="3869">
                  <c:v>13600</c:v>
                </c:pt>
                <c:pt idx="3870">
                  <c:v>13600</c:v>
                </c:pt>
                <c:pt idx="3871">
                  <c:v>13600</c:v>
                </c:pt>
                <c:pt idx="3872">
                  <c:v>13600</c:v>
                </c:pt>
                <c:pt idx="3873">
                  <c:v>13600</c:v>
                </c:pt>
                <c:pt idx="3874">
                  <c:v>13600</c:v>
                </c:pt>
                <c:pt idx="3875">
                  <c:v>13600</c:v>
                </c:pt>
                <c:pt idx="3876">
                  <c:v>13600</c:v>
                </c:pt>
                <c:pt idx="3877">
                  <c:v>13600</c:v>
                </c:pt>
                <c:pt idx="3878">
                  <c:v>13600</c:v>
                </c:pt>
                <c:pt idx="3879">
                  <c:v>13600</c:v>
                </c:pt>
                <c:pt idx="3880">
                  <c:v>13800</c:v>
                </c:pt>
                <c:pt idx="3881">
                  <c:v>13800</c:v>
                </c:pt>
                <c:pt idx="3882">
                  <c:v>13800</c:v>
                </c:pt>
                <c:pt idx="3883">
                  <c:v>13800</c:v>
                </c:pt>
                <c:pt idx="3884">
                  <c:v>13800</c:v>
                </c:pt>
                <c:pt idx="3885">
                  <c:v>13800</c:v>
                </c:pt>
                <c:pt idx="3886">
                  <c:v>13800</c:v>
                </c:pt>
                <c:pt idx="3887">
                  <c:v>13800</c:v>
                </c:pt>
                <c:pt idx="3888">
                  <c:v>13800</c:v>
                </c:pt>
                <c:pt idx="3889">
                  <c:v>14500</c:v>
                </c:pt>
                <c:pt idx="3890">
                  <c:v>14500</c:v>
                </c:pt>
                <c:pt idx="3891">
                  <c:v>14500</c:v>
                </c:pt>
                <c:pt idx="3892">
                  <c:v>14500</c:v>
                </c:pt>
                <c:pt idx="3893">
                  <c:v>14500</c:v>
                </c:pt>
                <c:pt idx="3894">
                  <c:v>14500</c:v>
                </c:pt>
                <c:pt idx="3895">
                  <c:v>14500</c:v>
                </c:pt>
                <c:pt idx="3896">
                  <c:v>14500</c:v>
                </c:pt>
                <c:pt idx="3897">
                  <c:v>14500</c:v>
                </c:pt>
                <c:pt idx="3898">
                  <c:v>14500</c:v>
                </c:pt>
                <c:pt idx="3899">
                  <c:v>14500</c:v>
                </c:pt>
                <c:pt idx="3900">
                  <c:v>14500</c:v>
                </c:pt>
                <c:pt idx="3901">
                  <c:v>14500</c:v>
                </c:pt>
                <c:pt idx="3902">
                  <c:v>14500</c:v>
                </c:pt>
                <c:pt idx="3903">
                  <c:v>14500</c:v>
                </c:pt>
                <c:pt idx="3904">
                  <c:v>14500</c:v>
                </c:pt>
                <c:pt idx="3905">
                  <c:v>14500</c:v>
                </c:pt>
                <c:pt idx="3906">
                  <c:v>14500</c:v>
                </c:pt>
                <c:pt idx="3907">
                  <c:v>14500</c:v>
                </c:pt>
                <c:pt idx="3908">
                  <c:v>14500</c:v>
                </c:pt>
                <c:pt idx="3909">
                  <c:v>14500</c:v>
                </c:pt>
                <c:pt idx="3910">
                  <c:v>14500</c:v>
                </c:pt>
                <c:pt idx="3911">
                  <c:v>14500</c:v>
                </c:pt>
                <c:pt idx="3912">
                  <c:v>14500</c:v>
                </c:pt>
                <c:pt idx="3913">
                  <c:v>14500</c:v>
                </c:pt>
                <c:pt idx="3914">
                  <c:v>14500</c:v>
                </c:pt>
                <c:pt idx="3915">
                  <c:v>14500</c:v>
                </c:pt>
                <c:pt idx="3916">
                  <c:v>14700</c:v>
                </c:pt>
                <c:pt idx="3917">
                  <c:v>14700</c:v>
                </c:pt>
                <c:pt idx="3918">
                  <c:v>14700</c:v>
                </c:pt>
                <c:pt idx="3919">
                  <c:v>14700</c:v>
                </c:pt>
                <c:pt idx="3920">
                  <c:v>14700</c:v>
                </c:pt>
                <c:pt idx="3921">
                  <c:v>14700</c:v>
                </c:pt>
                <c:pt idx="3922">
                  <c:v>14700</c:v>
                </c:pt>
                <c:pt idx="3923">
                  <c:v>14700</c:v>
                </c:pt>
                <c:pt idx="3924">
                  <c:v>14700</c:v>
                </c:pt>
                <c:pt idx="3925">
                  <c:v>14700</c:v>
                </c:pt>
                <c:pt idx="3926">
                  <c:v>14700</c:v>
                </c:pt>
                <c:pt idx="3927">
                  <c:v>14700</c:v>
                </c:pt>
                <c:pt idx="3928">
                  <c:v>14700</c:v>
                </c:pt>
                <c:pt idx="3929">
                  <c:v>14700</c:v>
                </c:pt>
                <c:pt idx="3930">
                  <c:v>14700</c:v>
                </c:pt>
                <c:pt idx="3931">
                  <c:v>14700</c:v>
                </c:pt>
                <c:pt idx="3932">
                  <c:v>14700</c:v>
                </c:pt>
                <c:pt idx="3933">
                  <c:v>14700</c:v>
                </c:pt>
                <c:pt idx="3934">
                  <c:v>14700</c:v>
                </c:pt>
                <c:pt idx="3935">
                  <c:v>14700</c:v>
                </c:pt>
                <c:pt idx="3936">
                  <c:v>14700</c:v>
                </c:pt>
                <c:pt idx="3937">
                  <c:v>14700</c:v>
                </c:pt>
                <c:pt idx="3938">
                  <c:v>14800</c:v>
                </c:pt>
                <c:pt idx="3939">
                  <c:v>14800</c:v>
                </c:pt>
                <c:pt idx="3940">
                  <c:v>14800</c:v>
                </c:pt>
                <c:pt idx="3941">
                  <c:v>14800</c:v>
                </c:pt>
                <c:pt idx="3942">
                  <c:v>14800</c:v>
                </c:pt>
                <c:pt idx="3943">
                  <c:v>14800</c:v>
                </c:pt>
                <c:pt idx="3944">
                  <c:v>14800</c:v>
                </c:pt>
                <c:pt idx="3945">
                  <c:v>14800</c:v>
                </c:pt>
                <c:pt idx="3946">
                  <c:v>14800</c:v>
                </c:pt>
                <c:pt idx="3947">
                  <c:v>14800</c:v>
                </c:pt>
                <c:pt idx="3948">
                  <c:v>14800</c:v>
                </c:pt>
                <c:pt idx="3949">
                  <c:v>14800</c:v>
                </c:pt>
                <c:pt idx="3950">
                  <c:v>14800</c:v>
                </c:pt>
                <c:pt idx="3951">
                  <c:v>14800</c:v>
                </c:pt>
                <c:pt idx="3952">
                  <c:v>15000</c:v>
                </c:pt>
                <c:pt idx="3953">
                  <c:v>15000</c:v>
                </c:pt>
                <c:pt idx="3954">
                  <c:v>15000</c:v>
                </c:pt>
                <c:pt idx="3955">
                  <c:v>15000</c:v>
                </c:pt>
                <c:pt idx="3956">
                  <c:v>15000</c:v>
                </c:pt>
                <c:pt idx="3957">
                  <c:v>15000</c:v>
                </c:pt>
                <c:pt idx="3958">
                  <c:v>15000</c:v>
                </c:pt>
                <c:pt idx="3959">
                  <c:v>15000</c:v>
                </c:pt>
                <c:pt idx="3960">
                  <c:v>15000</c:v>
                </c:pt>
                <c:pt idx="3961">
                  <c:v>15000</c:v>
                </c:pt>
                <c:pt idx="3962">
                  <c:v>15000</c:v>
                </c:pt>
                <c:pt idx="3963">
                  <c:v>15000</c:v>
                </c:pt>
                <c:pt idx="3964">
                  <c:v>15000</c:v>
                </c:pt>
                <c:pt idx="3965">
                  <c:v>15000</c:v>
                </c:pt>
                <c:pt idx="3966">
                  <c:v>15000</c:v>
                </c:pt>
                <c:pt idx="3967">
                  <c:v>15000</c:v>
                </c:pt>
                <c:pt idx="3968">
                  <c:v>15000</c:v>
                </c:pt>
                <c:pt idx="3969">
                  <c:v>15000</c:v>
                </c:pt>
                <c:pt idx="3970">
                  <c:v>15700</c:v>
                </c:pt>
                <c:pt idx="3971">
                  <c:v>16000</c:v>
                </c:pt>
                <c:pt idx="3972">
                  <c:v>16000</c:v>
                </c:pt>
                <c:pt idx="3973">
                  <c:v>16000</c:v>
                </c:pt>
                <c:pt idx="3974">
                  <c:v>16000</c:v>
                </c:pt>
                <c:pt idx="3975">
                  <c:v>16000</c:v>
                </c:pt>
                <c:pt idx="3976">
                  <c:v>16000</c:v>
                </c:pt>
                <c:pt idx="3977">
                  <c:v>16000</c:v>
                </c:pt>
                <c:pt idx="3978">
                  <c:v>16800</c:v>
                </c:pt>
                <c:pt idx="3979">
                  <c:v>16800</c:v>
                </c:pt>
                <c:pt idx="3980">
                  <c:v>16800</c:v>
                </c:pt>
                <c:pt idx="3981">
                  <c:v>16800</c:v>
                </c:pt>
                <c:pt idx="3982">
                  <c:v>16800</c:v>
                </c:pt>
                <c:pt idx="3983">
                  <c:v>16800</c:v>
                </c:pt>
                <c:pt idx="3984">
                  <c:v>17000</c:v>
                </c:pt>
                <c:pt idx="3985">
                  <c:v>17000</c:v>
                </c:pt>
                <c:pt idx="3986">
                  <c:v>17000</c:v>
                </c:pt>
                <c:pt idx="3987">
                  <c:v>17000</c:v>
                </c:pt>
                <c:pt idx="3988">
                  <c:v>17000</c:v>
                </c:pt>
                <c:pt idx="3989">
                  <c:v>17000</c:v>
                </c:pt>
                <c:pt idx="3990">
                  <c:v>17000</c:v>
                </c:pt>
                <c:pt idx="3991">
                  <c:v>17000</c:v>
                </c:pt>
                <c:pt idx="3992">
                  <c:v>17000</c:v>
                </c:pt>
                <c:pt idx="3993">
                  <c:v>17500</c:v>
                </c:pt>
                <c:pt idx="3994">
                  <c:v>17500</c:v>
                </c:pt>
                <c:pt idx="3995">
                  <c:v>17500</c:v>
                </c:pt>
                <c:pt idx="3996">
                  <c:v>17500</c:v>
                </c:pt>
                <c:pt idx="3997">
                  <c:v>17500</c:v>
                </c:pt>
                <c:pt idx="3998">
                  <c:v>17500</c:v>
                </c:pt>
                <c:pt idx="3999">
                  <c:v>17500</c:v>
                </c:pt>
                <c:pt idx="4000">
                  <c:v>18000</c:v>
                </c:pt>
                <c:pt idx="4001">
                  <c:v>18000</c:v>
                </c:pt>
                <c:pt idx="4002">
                  <c:v>18000</c:v>
                </c:pt>
                <c:pt idx="4003">
                  <c:v>18000</c:v>
                </c:pt>
                <c:pt idx="4004">
                  <c:v>18000</c:v>
                </c:pt>
                <c:pt idx="4005">
                  <c:v>18000</c:v>
                </c:pt>
                <c:pt idx="4006">
                  <c:v>18000</c:v>
                </c:pt>
                <c:pt idx="4007">
                  <c:v>18000</c:v>
                </c:pt>
                <c:pt idx="4008">
                  <c:v>18000</c:v>
                </c:pt>
                <c:pt idx="4009">
                  <c:v>18000</c:v>
                </c:pt>
                <c:pt idx="4010">
                  <c:v>18000</c:v>
                </c:pt>
                <c:pt idx="4011">
                  <c:v>18000</c:v>
                </c:pt>
                <c:pt idx="4012">
                  <c:v>18000</c:v>
                </c:pt>
                <c:pt idx="4013">
                  <c:v>18000</c:v>
                </c:pt>
                <c:pt idx="4014">
                  <c:v>18000</c:v>
                </c:pt>
                <c:pt idx="4015">
                  <c:v>18000</c:v>
                </c:pt>
                <c:pt idx="4016">
                  <c:v>18000</c:v>
                </c:pt>
                <c:pt idx="4017">
                  <c:v>18000</c:v>
                </c:pt>
                <c:pt idx="4018">
                  <c:v>18000</c:v>
                </c:pt>
                <c:pt idx="4019">
                  <c:v>18000</c:v>
                </c:pt>
                <c:pt idx="4020">
                  <c:v>18000</c:v>
                </c:pt>
                <c:pt idx="4021">
                  <c:v>18000</c:v>
                </c:pt>
                <c:pt idx="4022">
                  <c:v>18200</c:v>
                </c:pt>
                <c:pt idx="4023">
                  <c:v>18200</c:v>
                </c:pt>
                <c:pt idx="4024">
                  <c:v>18200</c:v>
                </c:pt>
                <c:pt idx="4025">
                  <c:v>18200</c:v>
                </c:pt>
                <c:pt idx="4026">
                  <c:v>18200</c:v>
                </c:pt>
                <c:pt idx="4027">
                  <c:v>18500</c:v>
                </c:pt>
                <c:pt idx="4028">
                  <c:v>18500</c:v>
                </c:pt>
                <c:pt idx="4029">
                  <c:v>18500</c:v>
                </c:pt>
                <c:pt idx="4030">
                  <c:v>18500</c:v>
                </c:pt>
                <c:pt idx="4031">
                  <c:v>18500</c:v>
                </c:pt>
                <c:pt idx="4032">
                  <c:v>18500</c:v>
                </c:pt>
                <c:pt idx="4033">
                  <c:v>18500</c:v>
                </c:pt>
                <c:pt idx="4034">
                  <c:v>18500</c:v>
                </c:pt>
                <c:pt idx="4035">
                  <c:v>18500</c:v>
                </c:pt>
                <c:pt idx="4036">
                  <c:v>18500</c:v>
                </c:pt>
                <c:pt idx="4037">
                  <c:v>18500</c:v>
                </c:pt>
                <c:pt idx="4038">
                  <c:v>18500</c:v>
                </c:pt>
                <c:pt idx="4039">
                  <c:v>18500</c:v>
                </c:pt>
                <c:pt idx="4040">
                  <c:v>18500</c:v>
                </c:pt>
                <c:pt idx="4041">
                  <c:v>18500</c:v>
                </c:pt>
                <c:pt idx="4042">
                  <c:v>18500</c:v>
                </c:pt>
                <c:pt idx="4043">
                  <c:v>18500</c:v>
                </c:pt>
                <c:pt idx="4044">
                  <c:v>18500</c:v>
                </c:pt>
                <c:pt idx="4045">
                  <c:v>18500</c:v>
                </c:pt>
                <c:pt idx="4046">
                  <c:v>18500</c:v>
                </c:pt>
                <c:pt idx="4047">
                  <c:v>18500</c:v>
                </c:pt>
                <c:pt idx="4048">
                  <c:v>18500</c:v>
                </c:pt>
                <c:pt idx="4049">
                  <c:v>18500</c:v>
                </c:pt>
                <c:pt idx="4050">
                  <c:v>18500</c:v>
                </c:pt>
                <c:pt idx="4051">
                  <c:v>18500</c:v>
                </c:pt>
                <c:pt idx="4052">
                  <c:v>18500</c:v>
                </c:pt>
                <c:pt idx="4053">
                  <c:v>18500</c:v>
                </c:pt>
                <c:pt idx="4054">
                  <c:v>18500</c:v>
                </c:pt>
                <c:pt idx="4055">
                  <c:v>18500</c:v>
                </c:pt>
                <c:pt idx="4056">
                  <c:v>18500</c:v>
                </c:pt>
                <c:pt idx="4057">
                  <c:v>18500</c:v>
                </c:pt>
                <c:pt idx="4058">
                  <c:v>19500</c:v>
                </c:pt>
                <c:pt idx="4059">
                  <c:v>19500</c:v>
                </c:pt>
                <c:pt idx="4060">
                  <c:v>19500</c:v>
                </c:pt>
                <c:pt idx="4061">
                  <c:v>19500</c:v>
                </c:pt>
                <c:pt idx="4062">
                  <c:v>19500</c:v>
                </c:pt>
                <c:pt idx="4063">
                  <c:v>19500</c:v>
                </c:pt>
                <c:pt idx="4064">
                  <c:v>19500</c:v>
                </c:pt>
                <c:pt idx="4065">
                  <c:v>19500</c:v>
                </c:pt>
                <c:pt idx="4066">
                  <c:v>19500</c:v>
                </c:pt>
                <c:pt idx="4067">
                  <c:v>19500</c:v>
                </c:pt>
                <c:pt idx="4068">
                  <c:v>19500</c:v>
                </c:pt>
                <c:pt idx="4069">
                  <c:v>19500</c:v>
                </c:pt>
                <c:pt idx="4070">
                  <c:v>19500</c:v>
                </c:pt>
                <c:pt idx="4071">
                  <c:v>19800</c:v>
                </c:pt>
                <c:pt idx="4072">
                  <c:v>19800</c:v>
                </c:pt>
                <c:pt idx="4073">
                  <c:v>19800</c:v>
                </c:pt>
                <c:pt idx="4074">
                  <c:v>19800</c:v>
                </c:pt>
                <c:pt idx="4075">
                  <c:v>19800</c:v>
                </c:pt>
                <c:pt idx="4076">
                  <c:v>19800</c:v>
                </c:pt>
                <c:pt idx="4077">
                  <c:v>20000</c:v>
                </c:pt>
                <c:pt idx="4078">
                  <c:v>20000</c:v>
                </c:pt>
                <c:pt idx="4079">
                  <c:v>20000</c:v>
                </c:pt>
                <c:pt idx="4080">
                  <c:v>20000</c:v>
                </c:pt>
                <c:pt idx="4081">
                  <c:v>20000</c:v>
                </c:pt>
                <c:pt idx="4082">
                  <c:v>20000</c:v>
                </c:pt>
                <c:pt idx="4083">
                  <c:v>21000</c:v>
                </c:pt>
                <c:pt idx="4084">
                  <c:v>21000</c:v>
                </c:pt>
                <c:pt idx="4085">
                  <c:v>21000</c:v>
                </c:pt>
                <c:pt idx="4086">
                  <c:v>21000</c:v>
                </c:pt>
                <c:pt idx="4087">
                  <c:v>21000</c:v>
                </c:pt>
                <c:pt idx="4088">
                  <c:v>21000</c:v>
                </c:pt>
                <c:pt idx="4089">
                  <c:v>21000</c:v>
                </c:pt>
                <c:pt idx="4090">
                  <c:v>21000</c:v>
                </c:pt>
                <c:pt idx="4091">
                  <c:v>21000</c:v>
                </c:pt>
                <c:pt idx="4092">
                  <c:v>21000</c:v>
                </c:pt>
                <c:pt idx="4093">
                  <c:v>21000</c:v>
                </c:pt>
                <c:pt idx="4094">
                  <c:v>21000</c:v>
                </c:pt>
                <c:pt idx="4095">
                  <c:v>21000</c:v>
                </c:pt>
                <c:pt idx="4096">
                  <c:v>21500</c:v>
                </c:pt>
                <c:pt idx="4097">
                  <c:v>21500</c:v>
                </c:pt>
                <c:pt idx="4098">
                  <c:v>21500</c:v>
                </c:pt>
                <c:pt idx="4099">
                  <c:v>21500</c:v>
                </c:pt>
                <c:pt idx="4100">
                  <c:v>21500</c:v>
                </c:pt>
                <c:pt idx="4101">
                  <c:v>21500</c:v>
                </c:pt>
                <c:pt idx="4102">
                  <c:v>21500</c:v>
                </c:pt>
                <c:pt idx="4103">
                  <c:v>21500</c:v>
                </c:pt>
                <c:pt idx="4104">
                  <c:v>21500</c:v>
                </c:pt>
                <c:pt idx="4105">
                  <c:v>21500</c:v>
                </c:pt>
                <c:pt idx="4106">
                  <c:v>21500</c:v>
                </c:pt>
                <c:pt idx="4107">
                  <c:v>21500</c:v>
                </c:pt>
                <c:pt idx="4108">
                  <c:v>21500</c:v>
                </c:pt>
                <c:pt idx="4109">
                  <c:v>21500</c:v>
                </c:pt>
                <c:pt idx="4110">
                  <c:v>21500</c:v>
                </c:pt>
                <c:pt idx="4111">
                  <c:v>21500</c:v>
                </c:pt>
                <c:pt idx="4112">
                  <c:v>21500</c:v>
                </c:pt>
                <c:pt idx="4113">
                  <c:v>21500</c:v>
                </c:pt>
                <c:pt idx="4114">
                  <c:v>21500</c:v>
                </c:pt>
                <c:pt idx="4115">
                  <c:v>21500</c:v>
                </c:pt>
                <c:pt idx="4116">
                  <c:v>21500</c:v>
                </c:pt>
                <c:pt idx="4117">
                  <c:v>21500</c:v>
                </c:pt>
                <c:pt idx="4118">
                  <c:v>21500</c:v>
                </c:pt>
                <c:pt idx="4119">
                  <c:v>21500</c:v>
                </c:pt>
                <c:pt idx="4120">
                  <c:v>21500</c:v>
                </c:pt>
                <c:pt idx="4121">
                  <c:v>21500</c:v>
                </c:pt>
                <c:pt idx="4122">
                  <c:v>21500</c:v>
                </c:pt>
                <c:pt idx="4123">
                  <c:v>21500</c:v>
                </c:pt>
                <c:pt idx="4124">
                  <c:v>21500</c:v>
                </c:pt>
                <c:pt idx="4125">
                  <c:v>21500</c:v>
                </c:pt>
                <c:pt idx="4126">
                  <c:v>21500</c:v>
                </c:pt>
                <c:pt idx="4127">
                  <c:v>21500</c:v>
                </c:pt>
                <c:pt idx="4128">
                  <c:v>21500</c:v>
                </c:pt>
                <c:pt idx="4129">
                  <c:v>21500</c:v>
                </c:pt>
                <c:pt idx="4130">
                  <c:v>21500</c:v>
                </c:pt>
                <c:pt idx="4131">
                  <c:v>21500</c:v>
                </c:pt>
                <c:pt idx="4132">
                  <c:v>21500</c:v>
                </c:pt>
                <c:pt idx="4133">
                  <c:v>21300</c:v>
                </c:pt>
                <c:pt idx="4134">
                  <c:v>21300</c:v>
                </c:pt>
                <c:pt idx="4135">
                  <c:v>21300</c:v>
                </c:pt>
                <c:pt idx="4136">
                  <c:v>21300</c:v>
                </c:pt>
                <c:pt idx="4137">
                  <c:v>21300</c:v>
                </c:pt>
                <c:pt idx="4138">
                  <c:v>21300</c:v>
                </c:pt>
                <c:pt idx="4139">
                  <c:v>21300</c:v>
                </c:pt>
                <c:pt idx="4140">
                  <c:v>21300</c:v>
                </c:pt>
                <c:pt idx="4141">
                  <c:v>21300</c:v>
                </c:pt>
                <c:pt idx="4142">
                  <c:v>21300</c:v>
                </c:pt>
                <c:pt idx="4143">
                  <c:v>21300</c:v>
                </c:pt>
                <c:pt idx="4144">
                  <c:v>21300</c:v>
                </c:pt>
                <c:pt idx="4145">
                  <c:v>21300</c:v>
                </c:pt>
                <c:pt idx="4146">
                  <c:v>21300</c:v>
                </c:pt>
                <c:pt idx="4147">
                  <c:v>21300</c:v>
                </c:pt>
                <c:pt idx="4148">
                  <c:v>21300</c:v>
                </c:pt>
                <c:pt idx="4149">
                  <c:v>21300</c:v>
                </c:pt>
                <c:pt idx="4150">
                  <c:v>21300</c:v>
                </c:pt>
                <c:pt idx="4151">
                  <c:v>21300</c:v>
                </c:pt>
                <c:pt idx="4152">
                  <c:v>21300</c:v>
                </c:pt>
                <c:pt idx="4153">
                  <c:v>21300</c:v>
                </c:pt>
                <c:pt idx="4154">
                  <c:v>21300</c:v>
                </c:pt>
                <c:pt idx="4155">
                  <c:v>21300</c:v>
                </c:pt>
                <c:pt idx="4156">
                  <c:v>21300</c:v>
                </c:pt>
                <c:pt idx="4157">
                  <c:v>21300</c:v>
                </c:pt>
                <c:pt idx="4158">
                  <c:v>21300</c:v>
                </c:pt>
                <c:pt idx="4159">
                  <c:v>21300</c:v>
                </c:pt>
                <c:pt idx="4160">
                  <c:v>21300</c:v>
                </c:pt>
                <c:pt idx="4161">
                  <c:v>21300</c:v>
                </c:pt>
                <c:pt idx="4162">
                  <c:v>21300</c:v>
                </c:pt>
                <c:pt idx="4163">
                  <c:v>21300</c:v>
                </c:pt>
                <c:pt idx="4164">
                  <c:v>21300</c:v>
                </c:pt>
                <c:pt idx="4165">
                  <c:v>21300</c:v>
                </c:pt>
                <c:pt idx="4166">
                  <c:v>21300</c:v>
                </c:pt>
                <c:pt idx="4167">
                  <c:v>21300</c:v>
                </c:pt>
                <c:pt idx="4168">
                  <c:v>21300</c:v>
                </c:pt>
                <c:pt idx="4169">
                  <c:v>21300</c:v>
                </c:pt>
                <c:pt idx="4170">
                  <c:v>21300</c:v>
                </c:pt>
                <c:pt idx="4171">
                  <c:v>21300</c:v>
                </c:pt>
                <c:pt idx="4172">
                  <c:v>21300</c:v>
                </c:pt>
                <c:pt idx="4173">
                  <c:v>21200</c:v>
                </c:pt>
                <c:pt idx="4174">
                  <c:v>21200</c:v>
                </c:pt>
                <c:pt idx="4175">
                  <c:v>21200</c:v>
                </c:pt>
                <c:pt idx="4176">
                  <c:v>21200</c:v>
                </c:pt>
                <c:pt idx="4177">
                  <c:v>21200</c:v>
                </c:pt>
                <c:pt idx="4178">
                  <c:v>21200</c:v>
                </c:pt>
                <c:pt idx="4179">
                  <c:v>21200</c:v>
                </c:pt>
                <c:pt idx="4180">
                  <c:v>20900</c:v>
                </c:pt>
                <c:pt idx="4181">
                  <c:v>20900</c:v>
                </c:pt>
                <c:pt idx="4182">
                  <c:v>20900</c:v>
                </c:pt>
                <c:pt idx="4183">
                  <c:v>20900</c:v>
                </c:pt>
                <c:pt idx="4184">
                  <c:v>20900</c:v>
                </c:pt>
                <c:pt idx="4185">
                  <c:v>20900</c:v>
                </c:pt>
                <c:pt idx="4186">
                  <c:v>20900</c:v>
                </c:pt>
                <c:pt idx="4187">
                  <c:v>20800</c:v>
                </c:pt>
                <c:pt idx="4188">
                  <c:v>20800</c:v>
                </c:pt>
                <c:pt idx="4189">
                  <c:v>20800</c:v>
                </c:pt>
                <c:pt idx="4190">
                  <c:v>20800</c:v>
                </c:pt>
                <c:pt idx="4191">
                  <c:v>20800</c:v>
                </c:pt>
                <c:pt idx="4192">
                  <c:v>20800</c:v>
                </c:pt>
                <c:pt idx="4193">
                  <c:v>20800</c:v>
                </c:pt>
                <c:pt idx="4194">
                  <c:v>20500</c:v>
                </c:pt>
                <c:pt idx="4195">
                  <c:v>20500</c:v>
                </c:pt>
                <c:pt idx="4196">
                  <c:v>20500</c:v>
                </c:pt>
                <c:pt idx="4197">
                  <c:v>20500</c:v>
                </c:pt>
                <c:pt idx="4198">
                  <c:v>20500</c:v>
                </c:pt>
                <c:pt idx="4199">
                  <c:v>20500</c:v>
                </c:pt>
                <c:pt idx="4200">
                  <c:v>20500</c:v>
                </c:pt>
                <c:pt idx="4201">
                  <c:v>20500</c:v>
                </c:pt>
                <c:pt idx="4202">
                  <c:v>20500</c:v>
                </c:pt>
                <c:pt idx="4203">
                  <c:v>20500</c:v>
                </c:pt>
                <c:pt idx="4204">
                  <c:v>20000</c:v>
                </c:pt>
                <c:pt idx="4205">
                  <c:v>20000</c:v>
                </c:pt>
                <c:pt idx="4206">
                  <c:v>20000</c:v>
                </c:pt>
                <c:pt idx="4207">
                  <c:v>20000</c:v>
                </c:pt>
                <c:pt idx="4208">
                  <c:v>19500</c:v>
                </c:pt>
                <c:pt idx="4209">
                  <c:v>19500</c:v>
                </c:pt>
                <c:pt idx="4210">
                  <c:v>19500</c:v>
                </c:pt>
                <c:pt idx="4211">
                  <c:v>19500</c:v>
                </c:pt>
                <c:pt idx="4212">
                  <c:v>19500</c:v>
                </c:pt>
                <c:pt idx="4213">
                  <c:v>19500</c:v>
                </c:pt>
                <c:pt idx="4214">
                  <c:v>19500</c:v>
                </c:pt>
                <c:pt idx="4215">
                  <c:v>19500</c:v>
                </c:pt>
                <c:pt idx="4216">
                  <c:v>19500</c:v>
                </c:pt>
                <c:pt idx="4217">
                  <c:v>19500</c:v>
                </c:pt>
                <c:pt idx="4218">
                  <c:v>19500</c:v>
                </c:pt>
                <c:pt idx="4219">
                  <c:v>18500</c:v>
                </c:pt>
                <c:pt idx="4220">
                  <c:v>18500</c:v>
                </c:pt>
                <c:pt idx="4221">
                  <c:v>18500</c:v>
                </c:pt>
                <c:pt idx="4222">
                  <c:v>18500</c:v>
                </c:pt>
                <c:pt idx="4223">
                  <c:v>18500</c:v>
                </c:pt>
                <c:pt idx="4224">
                  <c:v>18500</c:v>
                </c:pt>
                <c:pt idx="4225">
                  <c:v>18500</c:v>
                </c:pt>
                <c:pt idx="4226">
                  <c:v>18500</c:v>
                </c:pt>
                <c:pt idx="4227">
                  <c:v>18500</c:v>
                </c:pt>
                <c:pt idx="4228">
                  <c:v>18500</c:v>
                </c:pt>
                <c:pt idx="4229">
                  <c:v>18500</c:v>
                </c:pt>
                <c:pt idx="4230">
                  <c:v>19500</c:v>
                </c:pt>
                <c:pt idx="4231">
                  <c:v>19500</c:v>
                </c:pt>
                <c:pt idx="4232">
                  <c:v>19500</c:v>
                </c:pt>
                <c:pt idx="4233">
                  <c:v>19500</c:v>
                </c:pt>
                <c:pt idx="4234">
                  <c:v>19500</c:v>
                </c:pt>
                <c:pt idx="4235">
                  <c:v>19500</c:v>
                </c:pt>
                <c:pt idx="4236">
                  <c:v>20000</c:v>
                </c:pt>
                <c:pt idx="4237">
                  <c:v>20000</c:v>
                </c:pt>
                <c:pt idx="4238">
                  <c:v>20000</c:v>
                </c:pt>
                <c:pt idx="4239">
                  <c:v>20000</c:v>
                </c:pt>
                <c:pt idx="4240">
                  <c:v>20000</c:v>
                </c:pt>
                <c:pt idx="4241">
                  <c:v>20000</c:v>
                </c:pt>
                <c:pt idx="4242">
                  <c:v>20000</c:v>
                </c:pt>
                <c:pt idx="4243">
                  <c:v>20500</c:v>
                </c:pt>
                <c:pt idx="4244">
                  <c:v>20500</c:v>
                </c:pt>
                <c:pt idx="4245">
                  <c:v>22000</c:v>
                </c:pt>
                <c:pt idx="4246">
                  <c:v>22000</c:v>
                </c:pt>
                <c:pt idx="4247">
                  <c:v>22000</c:v>
                </c:pt>
                <c:pt idx="4248">
                  <c:v>22000</c:v>
                </c:pt>
                <c:pt idx="4249">
                  <c:v>22000</c:v>
                </c:pt>
                <c:pt idx="4250">
                  <c:v>22500</c:v>
                </c:pt>
                <c:pt idx="4251">
                  <c:v>22500</c:v>
                </c:pt>
                <c:pt idx="4252">
                  <c:v>22500</c:v>
                </c:pt>
                <c:pt idx="4253">
                  <c:v>22500</c:v>
                </c:pt>
                <c:pt idx="4254">
                  <c:v>22500</c:v>
                </c:pt>
                <c:pt idx="4255">
                  <c:v>22500</c:v>
                </c:pt>
                <c:pt idx="4256">
                  <c:v>22500</c:v>
                </c:pt>
                <c:pt idx="4257">
                  <c:v>23500</c:v>
                </c:pt>
                <c:pt idx="4258">
                  <c:v>23500</c:v>
                </c:pt>
                <c:pt idx="4259">
                  <c:v>23500</c:v>
                </c:pt>
                <c:pt idx="4260">
                  <c:v>24000</c:v>
                </c:pt>
                <c:pt idx="4261">
                  <c:v>24000</c:v>
                </c:pt>
                <c:pt idx="4262">
                  <c:v>24000</c:v>
                </c:pt>
                <c:pt idx="4263">
                  <c:v>24000</c:v>
                </c:pt>
                <c:pt idx="4264">
                  <c:v>24000</c:v>
                </c:pt>
                <c:pt idx="4265">
                  <c:v>24500</c:v>
                </c:pt>
                <c:pt idx="4266">
                  <c:v>24500</c:v>
                </c:pt>
                <c:pt idx="4267">
                  <c:v>25000</c:v>
                </c:pt>
                <c:pt idx="4268">
                  <c:v>25000</c:v>
                </c:pt>
                <c:pt idx="4269">
                  <c:v>25000</c:v>
                </c:pt>
                <c:pt idx="4270">
                  <c:v>25000</c:v>
                </c:pt>
                <c:pt idx="4271">
                  <c:v>26500</c:v>
                </c:pt>
                <c:pt idx="4272">
                  <c:v>27000</c:v>
                </c:pt>
                <c:pt idx="4273">
                  <c:v>28500</c:v>
                </c:pt>
                <c:pt idx="4274">
                  <c:v>28500</c:v>
                </c:pt>
                <c:pt idx="4275">
                  <c:v>28500</c:v>
                </c:pt>
                <c:pt idx="4276">
                  <c:v>28500</c:v>
                </c:pt>
                <c:pt idx="4277">
                  <c:v>28500</c:v>
                </c:pt>
                <c:pt idx="4278">
                  <c:v>29500</c:v>
                </c:pt>
                <c:pt idx="4279">
                  <c:v>30000</c:v>
                </c:pt>
                <c:pt idx="4280">
                  <c:v>30000</c:v>
                </c:pt>
                <c:pt idx="4281">
                  <c:v>30000</c:v>
                </c:pt>
                <c:pt idx="4282">
                  <c:v>30000</c:v>
                </c:pt>
                <c:pt idx="4283">
                  <c:v>30000</c:v>
                </c:pt>
                <c:pt idx="4284">
                  <c:v>30000</c:v>
                </c:pt>
                <c:pt idx="4285">
                  <c:v>30000</c:v>
                </c:pt>
                <c:pt idx="4286">
                  <c:v>30000</c:v>
                </c:pt>
                <c:pt idx="4287">
                  <c:v>30000</c:v>
                </c:pt>
                <c:pt idx="4288">
                  <c:v>30000</c:v>
                </c:pt>
                <c:pt idx="4289">
                  <c:v>30000</c:v>
                </c:pt>
                <c:pt idx="4290">
                  <c:v>30000</c:v>
                </c:pt>
                <c:pt idx="4291">
                  <c:v>30000</c:v>
                </c:pt>
                <c:pt idx="4292">
                  <c:v>30000</c:v>
                </c:pt>
                <c:pt idx="4293">
                  <c:v>30000</c:v>
                </c:pt>
                <c:pt idx="4294">
                  <c:v>30000</c:v>
                </c:pt>
                <c:pt idx="4295">
                  <c:v>30000</c:v>
                </c:pt>
                <c:pt idx="4296">
                  <c:v>30000</c:v>
                </c:pt>
                <c:pt idx="4297">
                  <c:v>30000</c:v>
                </c:pt>
                <c:pt idx="4298">
                  <c:v>30000</c:v>
                </c:pt>
                <c:pt idx="4299">
                  <c:v>30000</c:v>
                </c:pt>
                <c:pt idx="4300">
                  <c:v>30000</c:v>
                </c:pt>
                <c:pt idx="4301">
                  <c:v>30000</c:v>
                </c:pt>
                <c:pt idx="4302">
                  <c:v>30000</c:v>
                </c:pt>
                <c:pt idx="4303">
                  <c:v>30000</c:v>
                </c:pt>
                <c:pt idx="4304">
                  <c:v>30000</c:v>
                </c:pt>
                <c:pt idx="4305">
                  <c:v>30000</c:v>
                </c:pt>
                <c:pt idx="4306">
                  <c:v>30000</c:v>
                </c:pt>
                <c:pt idx="4307">
                  <c:v>30000</c:v>
                </c:pt>
                <c:pt idx="4308">
                  <c:v>30000</c:v>
                </c:pt>
                <c:pt idx="4309">
                  <c:v>30000</c:v>
                </c:pt>
                <c:pt idx="4310">
                  <c:v>30000</c:v>
                </c:pt>
                <c:pt idx="4311">
                  <c:v>30000</c:v>
                </c:pt>
                <c:pt idx="4312">
                  <c:v>30000</c:v>
                </c:pt>
                <c:pt idx="4313">
                  <c:v>30000</c:v>
                </c:pt>
                <c:pt idx="4314">
                  <c:v>30000</c:v>
                </c:pt>
                <c:pt idx="4315">
                  <c:v>30000</c:v>
                </c:pt>
                <c:pt idx="4316">
                  <c:v>30000</c:v>
                </c:pt>
                <c:pt idx="4317">
                  <c:v>30000</c:v>
                </c:pt>
                <c:pt idx="4318">
                  <c:v>30000</c:v>
                </c:pt>
                <c:pt idx="4319">
                  <c:v>30000</c:v>
                </c:pt>
                <c:pt idx="4320">
                  <c:v>30000</c:v>
                </c:pt>
                <c:pt idx="4321">
                  <c:v>30000</c:v>
                </c:pt>
                <c:pt idx="4322">
                  <c:v>30000</c:v>
                </c:pt>
                <c:pt idx="4323">
                  <c:v>30000</c:v>
                </c:pt>
                <c:pt idx="4324">
                  <c:v>30000</c:v>
                </c:pt>
                <c:pt idx="4325">
                  <c:v>30000</c:v>
                </c:pt>
                <c:pt idx="4326">
                  <c:v>30000</c:v>
                </c:pt>
                <c:pt idx="4327">
                  <c:v>29500</c:v>
                </c:pt>
                <c:pt idx="4328">
                  <c:v>29500</c:v>
                </c:pt>
                <c:pt idx="4329">
                  <c:v>29500</c:v>
                </c:pt>
                <c:pt idx="4330">
                  <c:v>29500</c:v>
                </c:pt>
                <c:pt idx="4331">
                  <c:v>29500</c:v>
                </c:pt>
                <c:pt idx="4332">
                  <c:v>29500</c:v>
                </c:pt>
                <c:pt idx="4333">
                  <c:v>29500</c:v>
                </c:pt>
                <c:pt idx="4334">
                  <c:v>29500</c:v>
                </c:pt>
                <c:pt idx="4335">
                  <c:v>29500</c:v>
                </c:pt>
                <c:pt idx="4336">
                  <c:v>29500</c:v>
                </c:pt>
                <c:pt idx="4337">
                  <c:v>29500</c:v>
                </c:pt>
                <c:pt idx="4338">
                  <c:v>29500</c:v>
                </c:pt>
                <c:pt idx="4339">
                  <c:v>29500</c:v>
                </c:pt>
                <c:pt idx="4340">
                  <c:v>29500</c:v>
                </c:pt>
                <c:pt idx="4341">
                  <c:v>29500</c:v>
                </c:pt>
                <c:pt idx="4342">
                  <c:v>29500</c:v>
                </c:pt>
                <c:pt idx="4343">
                  <c:v>29500</c:v>
                </c:pt>
                <c:pt idx="4344">
                  <c:v>29000</c:v>
                </c:pt>
                <c:pt idx="4345">
                  <c:v>29000</c:v>
                </c:pt>
                <c:pt idx="4346">
                  <c:v>29000</c:v>
                </c:pt>
                <c:pt idx="4347">
                  <c:v>29000</c:v>
                </c:pt>
                <c:pt idx="4348">
                  <c:v>29000</c:v>
                </c:pt>
                <c:pt idx="4349">
                  <c:v>29000</c:v>
                </c:pt>
                <c:pt idx="4350">
                  <c:v>28500</c:v>
                </c:pt>
                <c:pt idx="4351">
                  <c:v>28500</c:v>
                </c:pt>
                <c:pt idx="4352">
                  <c:v>28500</c:v>
                </c:pt>
                <c:pt idx="4353">
                  <c:v>28500</c:v>
                </c:pt>
                <c:pt idx="4354">
                  <c:v>28500</c:v>
                </c:pt>
                <c:pt idx="4355">
                  <c:v>28500</c:v>
                </c:pt>
                <c:pt idx="4356">
                  <c:v>28500</c:v>
                </c:pt>
                <c:pt idx="4357">
                  <c:v>28000</c:v>
                </c:pt>
                <c:pt idx="4358">
                  <c:v>28000</c:v>
                </c:pt>
                <c:pt idx="4359">
                  <c:v>27800</c:v>
                </c:pt>
                <c:pt idx="4360">
                  <c:v>27800</c:v>
                </c:pt>
                <c:pt idx="4361">
                  <c:v>27800</c:v>
                </c:pt>
                <c:pt idx="4362">
                  <c:v>27800</c:v>
                </c:pt>
                <c:pt idx="4363">
                  <c:v>27800</c:v>
                </c:pt>
                <c:pt idx="4364">
                  <c:v>27800</c:v>
                </c:pt>
                <c:pt idx="4365">
                  <c:v>28000</c:v>
                </c:pt>
                <c:pt idx="4366">
                  <c:v>28000</c:v>
                </c:pt>
                <c:pt idx="4367">
                  <c:v>28000</c:v>
                </c:pt>
                <c:pt idx="4368">
                  <c:v>28000</c:v>
                </c:pt>
                <c:pt idx="4369">
                  <c:v>28000</c:v>
                </c:pt>
                <c:pt idx="4370">
                  <c:v>28000</c:v>
                </c:pt>
                <c:pt idx="4371">
                  <c:v>28000</c:v>
                </c:pt>
                <c:pt idx="4372">
                  <c:v>28000</c:v>
                </c:pt>
                <c:pt idx="4373">
                  <c:v>28000</c:v>
                </c:pt>
                <c:pt idx="4374">
                  <c:v>28000</c:v>
                </c:pt>
                <c:pt idx="4375">
                  <c:v>28000</c:v>
                </c:pt>
                <c:pt idx="4376">
                  <c:v>28000</c:v>
                </c:pt>
                <c:pt idx="4377">
                  <c:v>28000</c:v>
                </c:pt>
                <c:pt idx="4378">
                  <c:v>28000</c:v>
                </c:pt>
                <c:pt idx="4379">
                  <c:v>28000</c:v>
                </c:pt>
                <c:pt idx="4380">
                  <c:v>28000</c:v>
                </c:pt>
                <c:pt idx="4381">
                  <c:v>28000</c:v>
                </c:pt>
                <c:pt idx="4382">
                  <c:v>28000</c:v>
                </c:pt>
                <c:pt idx="4383">
                  <c:v>28000</c:v>
                </c:pt>
                <c:pt idx="4384">
                  <c:v>28000</c:v>
                </c:pt>
                <c:pt idx="4385">
                  <c:v>28000</c:v>
                </c:pt>
                <c:pt idx="4386">
                  <c:v>28500</c:v>
                </c:pt>
                <c:pt idx="4387">
                  <c:v>28500</c:v>
                </c:pt>
                <c:pt idx="4388">
                  <c:v>28500</c:v>
                </c:pt>
                <c:pt idx="4389">
                  <c:v>28500</c:v>
                </c:pt>
                <c:pt idx="4390">
                  <c:v>28500</c:v>
                </c:pt>
                <c:pt idx="4391">
                  <c:v>29000</c:v>
                </c:pt>
                <c:pt idx="4392">
                  <c:v>29000</c:v>
                </c:pt>
                <c:pt idx="4393">
                  <c:v>29000</c:v>
                </c:pt>
                <c:pt idx="4394">
                  <c:v>29000</c:v>
                </c:pt>
                <c:pt idx="4395">
                  <c:v>29000</c:v>
                </c:pt>
                <c:pt idx="4396">
                  <c:v>29000</c:v>
                </c:pt>
                <c:pt idx="4397">
                  <c:v>29000</c:v>
                </c:pt>
                <c:pt idx="4398">
                  <c:v>29000</c:v>
                </c:pt>
                <c:pt idx="4399">
                  <c:v>29000</c:v>
                </c:pt>
                <c:pt idx="4400">
                  <c:v>29000</c:v>
                </c:pt>
                <c:pt idx="4401">
                  <c:v>29000</c:v>
                </c:pt>
                <c:pt idx="4402">
                  <c:v>29000</c:v>
                </c:pt>
                <c:pt idx="4403">
                  <c:v>29000</c:v>
                </c:pt>
                <c:pt idx="4404">
                  <c:v>29000</c:v>
                </c:pt>
                <c:pt idx="4405">
                  <c:v>29000</c:v>
                </c:pt>
                <c:pt idx="4406">
                  <c:v>29000</c:v>
                </c:pt>
                <c:pt idx="4407">
                  <c:v>29000</c:v>
                </c:pt>
                <c:pt idx="4408">
                  <c:v>29000</c:v>
                </c:pt>
                <c:pt idx="4409">
                  <c:v>29000</c:v>
                </c:pt>
                <c:pt idx="4410">
                  <c:v>29000</c:v>
                </c:pt>
                <c:pt idx="4411">
                  <c:v>29000</c:v>
                </c:pt>
                <c:pt idx="4412">
                  <c:v>29000</c:v>
                </c:pt>
                <c:pt idx="4413">
                  <c:v>29000</c:v>
                </c:pt>
                <c:pt idx="4414">
                  <c:v>29000</c:v>
                </c:pt>
                <c:pt idx="4415">
                  <c:v>29000</c:v>
                </c:pt>
                <c:pt idx="4416">
                  <c:v>29000</c:v>
                </c:pt>
                <c:pt idx="4417">
                  <c:v>29000</c:v>
                </c:pt>
                <c:pt idx="4418">
                  <c:v>29000</c:v>
                </c:pt>
                <c:pt idx="4419">
                  <c:v>29000</c:v>
                </c:pt>
                <c:pt idx="4420">
                  <c:v>29000</c:v>
                </c:pt>
                <c:pt idx="4421">
                  <c:v>29000</c:v>
                </c:pt>
                <c:pt idx="4422">
                  <c:v>29000</c:v>
                </c:pt>
                <c:pt idx="4423">
                  <c:v>29000</c:v>
                </c:pt>
                <c:pt idx="4424">
                  <c:v>29000</c:v>
                </c:pt>
                <c:pt idx="4425">
                  <c:v>29000</c:v>
                </c:pt>
                <c:pt idx="4426">
                  <c:v>29000</c:v>
                </c:pt>
                <c:pt idx="4427">
                  <c:v>29000</c:v>
                </c:pt>
                <c:pt idx="4428">
                  <c:v>29000</c:v>
                </c:pt>
                <c:pt idx="4429">
                  <c:v>29000</c:v>
                </c:pt>
                <c:pt idx="4430">
                  <c:v>29000</c:v>
                </c:pt>
                <c:pt idx="4431">
                  <c:v>29000</c:v>
                </c:pt>
                <c:pt idx="4432">
                  <c:v>29000</c:v>
                </c:pt>
                <c:pt idx="4433">
                  <c:v>29000</c:v>
                </c:pt>
                <c:pt idx="4434">
                  <c:v>29000</c:v>
                </c:pt>
                <c:pt idx="4435">
                  <c:v>29000</c:v>
                </c:pt>
                <c:pt idx="4436">
                  <c:v>29000</c:v>
                </c:pt>
                <c:pt idx="4437">
                  <c:v>29000</c:v>
                </c:pt>
                <c:pt idx="4438">
                  <c:v>29000</c:v>
                </c:pt>
                <c:pt idx="4439">
                  <c:v>29000</c:v>
                </c:pt>
                <c:pt idx="4440">
                  <c:v>29500</c:v>
                </c:pt>
                <c:pt idx="4441">
                  <c:v>29500</c:v>
                </c:pt>
                <c:pt idx="4442">
                  <c:v>29500</c:v>
                </c:pt>
                <c:pt idx="4443">
                  <c:v>29500</c:v>
                </c:pt>
                <c:pt idx="4444">
                  <c:v>29500</c:v>
                </c:pt>
                <c:pt idx="4445">
                  <c:v>29500</c:v>
                </c:pt>
                <c:pt idx="4446">
                  <c:v>29500</c:v>
                </c:pt>
                <c:pt idx="4447">
                  <c:v>29500</c:v>
                </c:pt>
                <c:pt idx="4448">
                  <c:v>29500</c:v>
                </c:pt>
                <c:pt idx="4449">
                  <c:v>29500</c:v>
                </c:pt>
                <c:pt idx="4450">
                  <c:v>29500</c:v>
                </c:pt>
                <c:pt idx="4451">
                  <c:v>29500</c:v>
                </c:pt>
                <c:pt idx="4452">
                  <c:v>29500</c:v>
                </c:pt>
                <c:pt idx="4453">
                  <c:v>30000</c:v>
                </c:pt>
                <c:pt idx="4454">
                  <c:v>30000</c:v>
                </c:pt>
                <c:pt idx="4455">
                  <c:v>30000</c:v>
                </c:pt>
                <c:pt idx="4456">
                  <c:v>30000</c:v>
                </c:pt>
                <c:pt idx="4457">
                  <c:v>30000</c:v>
                </c:pt>
                <c:pt idx="4458">
                  <c:v>30000</c:v>
                </c:pt>
                <c:pt idx="4459">
                  <c:v>30000</c:v>
                </c:pt>
                <c:pt idx="4460">
                  <c:v>30000</c:v>
                </c:pt>
                <c:pt idx="4461">
                  <c:v>30000</c:v>
                </c:pt>
                <c:pt idx="4462">
                  <c:v>30000</c:v>
                </c:pt>
                <c:pt idx="4463">
                  <c:v>30000</c:v>
                </c:pt>
                <c:pt idx="4464">
                  <c:v>30000</c:v>
                </c:pt>
                <c:pt idx="4465">
                  <c:v>30000</c:v>
                </c:pt>
                <c:pt idx="4466">
                  <c:v>30000</c:v>
                </c:pt>
                <c:pt idx="4467">
                  <c:v>30000</c:v>
                </c:pt>
                <c:pt idx="4468">
                  <c:v>30000</c:v>
                </c:pt>
                <c:pt idx="4469">
                  <c:v>30500</c:v>
                </c:pt>
                <c:pt idx="4470">
                  <c:v>30500</c:v>
                </c:pt>
                <c:pt idx="4471">
                  <c:v>30500</c:v>
                </c:pt>
                <c:pt idx="4472">
                  <c:v>30500</c:v>
                </c:pt>
                <c:pt idx="4473">
                  <c:v>30500</c:v>
                </c:pt>
                <c:pt idx="4474">
                  <c:v>30500</c:v>
                </c:pt>
                <c:pt idx="4475">
                  <c:v>30500</c:v>
                </c:pt>
                <c:pt idx="4476">
                  <c:v>30500</c:v>
                </c:pt>
                <c:pt idx="4477">
                  <c:v>30500</c:v>
                </c:pt>
                <c:pt idx="4478">
                  <c:v>30500</c:v>
                </c:pt>
                <c:pt idx="4479">
                  <c:v>30500</c:v>
                </c:pt>
                <c:pt idx="4480">
                  <c:v>30500</c:v>
                </c:pt>
                <c:pt idx="4481">
                  <c:v>31000</c:v>
                </c:pt>
                <c:pt idx="4482">
                  <c:v>31000</c:v>
                </c:pt>
                <c:pt idx="4483">
                  <c:v>31000</c:v>
                </c:pt>
                <c:pt idx="4484">
                  <c:v>31000</c:v>
                </c:pt>
                <c:pt idx="4485">
                  <c:v>31000</c:v>
                </c:pt>
                <c:pt idx="4486">
                  <c:v>31000</c:v>
                </c:pt>
                <c:pt idx="4487">
                  <c:v>31000</c:v>
                </c:pt>
                <c:pt idx="4488">
                  <c:v>31000</c:v>
                </c:pt>
                <c:pt idx="4489">
                  <c:v>31000</c:v>
                </c:pt>
                <c:pt idx="4490">
                  <c:v>31000</c:v>
                </c:pt>
                <c:pt idx="4491">
                  <c:v>31000</c:v>
                </c:pt>
                <c:pt idx="4492">
                  <c:v>31000</c:v>
                </c:pt>
                <c:pt idx="4493">
                  <c:v>31000</c:v>
                </c:pt>
                <c:pt idx="4494">
                  <c:v>31000</c:v>
                </c:pt>
                <c:pt idx="4495">
                  <c:v>31000</c:v>
                </c:pt>
                <c:pt idx="4496">
                  <c:v>31000</c:v>
                </c:pt>
                <c:pt idx="4497">
                  <c:v>31500</c:v>
                </c:pt>
                <c:pt idx="4498">
                  <c:v>31500</c:v>
                </c:pt>
                <c:pt idx="4499">
                  <c:v>32000</c:v>
                </c:pt>
                <c:pt idx="4500">
                  <c:v>32000</c:v>
                </c:pt>
                <c:pt idx="4501">
                  <c:v>32000</c:v>
                </c:pt>
                <c:pt idx="4502">
                  <c:v>32000</c:v>
                </c:pt>
                <c:pt idx="4503">
                  <c:v>32000</c:v>
                </c:pt>
                <c:pt idx="4504">
                  <c:v>32500</c:v>
                </c:pt>
                <c:pt idx="4505">
                  <c:v>33000</c:v>
                </c:pt>
                <c:pt idx="4506">
                  <c:v>33000</c:v>
                </c:pt>
                <c:pt idx="4507">
                  <c:v>33000</c:v>
                </c:pt>
                <c:pt idx="4508">
                  <c:v>33000</c:v>
                </c:pt>
                <c:pt idx="4509">
                  <c:v>33000</c:v>
                </c:pt>
                <c:pt idx="4510">
                  <c:v>33000</c:v>
                </c:pt>
                <c:pt idx="4511">
                  <c:v>33000</c:v>
                </c:pt>
                <c:pt idx="4512">
                  <c:v>33000</c:v>
                </c:pt>
                <c:pt idx="4513">
                  <c:v>33500</c:v>
                </c:pt>
                <c:pt idx="4514">
                  <c:v>33500</c:v>
                </c:pt>
                <c:pt idx="4515">
                  <c:v>33500</c:v>
                </c:pt>
                <c:pt idx="4516">
                  <c:v>34000</c:v>
                </c:pt>
                <c:pt idx="4517">
                  <c:v>34000</c:v>
                </c:pt>
                <c:pt idx="4518">
                  <c:v>34000</c:v>
                </c:pt>
                <c:pt idx="4519">
                  <c:v>34500</c:v>
                </c:pt>
                <c:pt idx="4520">
                  <c:v>34500</c:v>
                </c:pt>
                <c:pt idx="4521">
                  <c:v>34500</c:v>
                </c:pt>
                <c:pt idx="4522">
                  <c:v>34500</c:v>
                </c:pt>
                <c:pt idx="4523">
                  <c:v>34500</c:v>
                </c:pt>
                <c:pt idx="4524">
                  <c:v>34500</c:v>
                </c:pt>
                <c:pt idx="4525">
                  <c:v>34500</c:v>
                </c:pt>
                <c:pt idx="4526">
                  <c:v>34500</c:v>
                </c:pt>
                <c:pt idx="4527">
                  <c:v>34500</c:v>
                </c:pt>
                <c:pt idx="4528">
                  <c:v>34500</c:v>
                </c:pt>
                <c:pt idx="4529">
                  <c:v>34500</c:v>
                </c:pt>
                <c:pt idx="4530">
                  <c:v>34500</c:v>
                </c:pt>
                <c:pt idx="4531">
                  <c:v>34500</c:v>
                </c:pt>
                <c:pt idx="4532">
                  <c:v>34500</c:v>
                </c:pt>
                <c:pt idx="4533">
                  <c:v>34500</c:v>
                </c:pt>
                <c:pt idx="4534">
                  <c:v>34500</c:v>
                </c:pt>
                <c:pt idx="4535">
                  <c:v>34500</c:v>
                </c:pt>
                <c:pt idx="4536">
                  <c:v>34500</c:v>
                </c:pt>
                <c:pt idx="4537">
                  <c:v>34500</c:v>
                </c:pt>
                <c:pt idx="4538">
                  <c:v>34500</c:v>
                </c:pt>
                <c:pt idx="4539">
                  <c:v>34500</c:v>
                </c:pt>
                <c:pt idx="4540">
                  <c:v>34500</c:v>
                </c:pt>
                <c:pt idx="4541">
                  <c:v>34500</c:v>
                </c:pt>
                <c:pt idx="4542">
                  <c:v>34500</c:v>
                </c:pt>
                <c:pt idx="4543">
                  <c:v>34500</c:v>
                </c:pt>
                <c:pt idx="4544">
                  <c:v>34500</c:v>
                </c:pt>
                <c:pt idx="4545">
                  <c:v>34500</c:v>
                </c:pt>
                <c:pt idx="4546">
                  <c:v>34500</c:v>
                </c:pt>
                <c:pt idx="4547">
                  <c:v>34500</c:v>
                </c:pt>
                <c:pt idx="4548">
                  <c:v>34500</c:v>
                </c:pt>
                <c:pt idx="4549">
                  <c:v>34500</c:v>
                </c:pt>
                <c:pt idx="4550">
                  <c:v>34500</c:v>
                </c:pt>
                <c:pt idx="4551">
                  <c:v>34500</c:v>
                </c:pt>
                <c:pt idx="4552">
                  <c:v>34500</c:v>
                </c:pt>
                <c:pt idx="4553">
                  <c:v>34500</c:v>
                </c:pt>
                <c:pt idx="4554">
                  <c:v>34500</c:v>
                </c:pt>
                <c:pt idx="4555">
                  <c:v>34500</c:v>
                </c:pt>
                <c:pt idx="4556">
                  <c:v>34500</c:v>
                </c:pt>
                <c:pt idx="4557">
                  <c:v>34500</c:v>
                </c:pt>
                <c:pt idx="4558">
                  <c:v>34500</c:v>
                </c:pt>
                <c:pt idx="4559">
                  <c:v>34500</c:v>
                </c:pt>
                <c:pt idx="4560">
                  <c:v>34500</c:v>
                </c:pt>
                <c:pt idx="4561">
                  <c:v>34500</c:v>
                </c:pt>
                <c:pt idx="4562">
                  <c:v>34500</c:v>
                </c:pt>
                <c:pt idx="4563">
                  <c:v>34500</c:v>
                </c:pt>
                <c:pt idx="4564">
                  <c:v>34500</c:v>
                </c:pt>
                <c:pt idx="4565">
                  <c:v>34500</c:v>
                </c:pt>
                <c:pt idx="4566">
                  <c:v>34500</c:v>
                </c:pt>
                <c:pt idx="4567">
                  <c:v>34500</c:v>
                </c:pt>
                <c:pt idx="4568">
                  <c:v>34500</c:v>
                </c:pt>
                <c:pt idx="4569">
                  <c:v>34500</c:v>
                </c:pt>
                <c:pt idx="4570">
                  <c:v>34500</c:v>
                </c:pt>
                <c:pt idx="4571">
                  <c:v>34500</c:v>
                </c:pt>
                <c:pt idx="4572">
                  <c:v>34500</c:v>
                </c:pt>
                <c:pt idx="4573">
                  <c:v>34500</c:v>
                </c:pt>
                <c:pt idx="4574">
                  <c:v>34500</c:v>
                </c:pt>
                <c:pt idx="4575">
                  <c:v>34500</c:v>
                </c:pt>
                <c:pt idx="4576">
                  <c:v>34500</c:v>
                </c:pt>
                <c:pt idx="4577">
                  <c:v>34500</c:v>
                </c:pt>
                <c:pt idx="4578">
                  <c:v>34500</c:v>
                </c:pt>
                <c:pt idx="4579">
                  <c:v>34500</c:v>
                </c:pt>
                <c:pt idx="4580">
                  <c:v>34500</c:v>
                </c:pt>
                <c:pt idx="4581">
                  <c:v>34500</c:v>
                </c:pt>
                <c:pt idx="4582">
                  <c:v>34500</c:v>
                </c:pt>
                <c:pt idx="4583">
                  <c:v>34500</c:v>
                </c:pt>
                <c:pt idx="4584">
                  <c:v>34500</c:v>
                </c:pt>
                <c:pt idx="4585">
                  <c:v>34500</c:v>
                </c:pt>
                <c:pt idx="4586">
                  <c:v>34500</c:v>
                </c:pt>
                <c:pt idx="4587">
                  <c:v>34500</c:v>
                </c:pt>
                <c:pt idx="4588">
                  <c:v>34500</c:v>
                </c:pt>
                <c:pt idx="4589">
                  <c:v>34500</c:v>
                </c:pt>
                <c:pt idx="4590">
                  <c:v>34500</c:v>
                </c:pt>
                <c:pt idx="4591">
                  <c:v>34500</c:v>
                </c:pt>
                <c:pt idx="4592">
                  <c:v>34500</c:v>
                </c:pt>
                <c:pt idx="4593">
                  <c:v>34500</c:v>
                </c:pt>
                <c:pt idx="4594">
                  <c:v>34500</c:v>
                </c:pt>
                <c:pt idx="4595">
                  <c:v>34500</c:v>
                </c:pt>
                <c:pt idx="4596">
                  <c:v>34500</c:v>
                </c:pt>
                <c:pt idx="4597">
                  <c:v>34500</c:v>
                </c:pt>
                <c:pt idx="4598">
                  <c:v>34500</c:v>
                </c:pt>
                <c:pt idx="4599">
                  <c:v>34500</c:v>
                </c:pt>
                <c:pt idx="4600">
                  <c:v>34500</c:v>
                </c:pt>
                <c:pt idx="4601">
                  <c:v>34500</c:v>
                </c:pt>
                <c:pt idx="4602">
                  <c:v>34500</c:v>
                </c:pt>
                <c:pt idx="4603">
                  <c:v>34300</c:v>
                </c:pt>
                <c:pt idx="4604">
                  <c:v>34300</c:v>
                </c:pt>
                <c:pt idx="4605">
                  <c:v>34300</c:v>
                </c:pt>
                <c:pt idx="4606">
                  <c:v>34300</c:v>
                </c:pt>
                <c:pt idx="4607">
                  <c:v>34300</c:v>
                </c:pt>
                <c:pt idx="4608">
                  <c:v>34300</c:v>
                </c:pt>
                <c:pt idx="4609">
                  <c:v>34300</c:v>
                </c:pt>
                <c:pt idx="4610">
                  <c:v>34000</c:v>
                </c:pt>
                <c:pt idx="4611">
                  <c:v>34000</c:v>
                </c:pt>
                <c:pt idx="4612">
                  <c:v>34000</c:v>
                </c:pt>
                <c:pt idx="4613">
                  <c:v>34000</c:v>
                </c:pt>
                <c:pt idx="4614">
                  <c:v>34000</c:v>
                </c:pt>
                <c:pt idx="4615">
                  <c:v>34000</c:v>
                </c:pt>
                <c:pt idx="4616">
                  <c:v>34000</c:v>
                </c:pt>
                <c:pt idx="4617">
                  <c:v>34000</c:v>
                </c:pt>
                <c:pt idx="4618">
                  <c:v>34000</c:v>
                </c:pt>
                <c:pt idx="4619">
                  <c:v>34000</c:v>
                </c:pt>
                <c:pt idx="4620">
                  <c:v>34000</c:v>
                </c:pt>
                <c:pt idx="4621">
                  <c:v>33500</c:v>
                </c:pt>
                <c:pt idx="4622">
                  <c:v>33500</c:v>
                </c:pt>
                <c:pt idx="4623">
                  <c:v>33500</c:v>
                </c:pt>
                <c:pt idx="4624">
                  <c:v>33500</c:v>
                </c:pt>
                <c:pt idx="4625">
                  <c:v>33500</c:v>
                </c:pt>
                <c:pt idx="4626">
                  <c:v>33500</c:v>
                </c:pt>
                <c:pt idx="4627">
                  <c:v>33500</c:v>
                </c:pt>
                <c:pt idx="4628">
                  <c:v>33500</c:v>
                </c:pt>
                <c:pt idx="4629">
                  <c:v>32500</c:v>
                </c:pt>
                <c:pt idx="4630">
                  <c:v>32500</c:v>
                </c:pt>
                <c:pt idx="4631">
                  <c:v>32000</c:v>
                </c:pt>
                <c:pt idx="4632">
                  <c:v>32000</c:v>
                </c:pt>
                <c:pt idx="4633">
                  <c:v>32000</c:v>
                </c:pt>
                <c:pt idx="4634">
                  <c:v>32000</c:v>
                </c:pt>
                <c:pt idx="4635">
                  <c:v>32000</c:v>
                </c:pt>
                <c:pt idx="4636">
                  <c:v>32000</c:v>
                </c:pt>
                <c:pt idx="4637">
                  <c:v>31000</c:v>
                </c:pt>
                <c:pt idx="4638">
                  <c:v>31000</c:v>
                </c:pt>
                <c:pt idx="4639">
                  <c:v>31000</c:v>
                </c:pt>
                <c:pt idx="4640">
                  <c:v>31000</c:v>
                </c:pt>
                <c:pt idx="4641">
                  <c:v>31000</c:v>
                </c:pt>
                <c:pt idx="4642">
                  <c:v>31000</c:v>
                </c:pt>
                <c:pt idx="4643">
                  <c:v>30000</c:v>
                </c:pt>
                <c:pt idx="4644">
                  <c:v>30000</c:v>
                </c:pt>
                <c:pt idx="4645">
                  <c:v>30300</c:v>
                </c:pt>
                <c:pt idx="4646">
                  <c:v>30300</c:v>
                </c:pt>
                <c:pt idx="4647">
                  <c:v>30300</c:v>
                </c:pt>
                <c:pt idx="4648">
                  <c:v>30300</c:v>
                </c:pt>
                <c:pt idx="4649">
                  <c:v>30300</c:v>
                </c:pt>
                <c:pt idx="4650">
                  <c:v>30300</c:v>
                </c:pt>
                <c:pt idx="4651">
                  <c:v>30300</c:v>
                </c:pt>
                <c:pt idx="4652">
                  <c:v>30300</c:v>
                </c:pt>
                <c:pt idx="4653">
                  <c:v>30300</c:v>
                </c:pt>
                <c:pt idx="4654">
                  <c:v>30300</c:v>
                </c:pt>
                <c:pt idx="4655">
                  <c:v>30300</c:v>
                </c:pt>
                <c:pt idx="4656">
                  <c:v>30300</c:v>
                </c:pt>
                <c:pt idx="4657">
                  <c:v>30300</c:v>
                </c:pt>
                <c:pt idx="4658">
                  <c:v>30300</c:v>
                </c:pt>
                <c:pt idx="4659">
                  <c:v>30300</c:v>
                </c:pt>
                <c:pt idx="4660">
                  <c:v>30300</c:v>
                </c:pt>
                <c:pt idx="4661">
                  <c:v>30300</c:v>
                </c:pt>
                <c:pt idx="4662">
                  <c:v>30300</c:v>
                </c:pt>
                <c:pt idx="4663">
                  <c:v>30300</c:v>
                </c:pt>
                <c:pt idx="4664">
                  <c:v>30000</c:v>
                </c:pt>
                <c:pt idx="4665">
                  <c:v>29500</c:v>
                </c:pt>
                <c:pt idx="4666">
                  <c:v>29300</c:v>
                </c:pt>
                <c:pt idx="4667">
                  <c:v>28500</c:v>
                </c:pt>
                <c:pt idx="4668">
                  <c:v>28500</c:v>
                </c:pt>
                <c:pt idx="4669">
                  <c:v>28500</c:v>
                </c:pt>
                <c:pt idx="4670">
                  <c:v>28000</c:v>
                </c:pt>
                <c:pt idx="4671">
                  <c:v>28000</c:v>
                </c:pt>
                <c:pt idx="4672">
                  <c:v>28000</c:v>
                </c:pt>
                <c:pt idx="4673">
                  <c:v>28000</c:v>
                </c:pt>
                <c:pt idx="4674">
                  <c:v>28000</c:v>
                </c:pt>
                <c:pt idx="4675">
                  <c:v>28000</c:v>
                </c:pt>
                <c:pt idx="4676">
                  <c:v>28000</c:v>
                </c:pt>
                <c:pt idx="4677">
                  <c:v>27000</c:v>
                </c:pt>
                <c:pt idx="4678">
                  <c:v>25000</c:v>
                </c:pt>
                <c:pt idx="4679">
                  <c:v>23000</c:v>
                </c:pt>
                <c:pt idx="4680">
                  <c:v>21000</c:v>
                </c:pt>
                <c:pt idx="4681">
                  <c:v>21000</c:v>
                </c:pt>
                <c:pt idx="4682">
                  <c:v>21000</c:v>
                </c:pt>
                <c:pt idx="4683">
                  <c:v>21000</c:v>
                </c:pt>
                <c:pt idx="4684">
                  <c:v>20000</c:v>
                </c:pt>
                <c:pt idx="4685">
                  <c:v>20000</c:v>
                </c:pt>
                <c:pt idx="4686">
                  <c:v>20000</c:v>
                </c:pt>
                <c:pt idx="4687">
                  <c:v>20000</c:v>
                </c:pt>
                <c:pt idx="4688">
                  <c:v>20000</c:v>
                </c:pt>
                <c:pt idx="4689">
                  <c:v>20000</c:v>
                </c:pt>
                <c:pt idx="4690">
                  <c:v>20000</c:v>
                </c:pt>
                <c:pt idx="4691">
                  <c:v>20000</c:v>
                </c:pt>
                <c:pt idx="4692">
                  <c:v>20000</c:v>
                </c:pt>
                <c:pt idx="4693">
                  <c:v>20000</c:v>
                </c:pt>
                <c:pt idx="4694">
                  <c:v>20000</c:v>
                </c:pt>
                <c:pt idx="4695">
                  <c:v>20000</c:v>
                </c:pt>
                <c:pt idx="4696">
                  <c:v>20000</c:v>
                </c:pt>
                <c:pt idx="4697">
                  <c:v>20000</c:v>
                </c:pt>
                <c:pt idx="4698">
                  <c:v>20000</c:v>
                </c:pt>
                <c:pt idx="4699">
                  <c:v>20000</c:v>
                </c:pt>
                <c:pt idx="4700">
                  <c:v>20000</c:v>
                </c:pt>
                <c:pt idx="4701">
                  <c:v>20000</c:v>
                </c:pt>
                <c:pt idx="4702">
                  <c:v>20000</c:v>
                </c:pt>
                <c:pt idx="4703">
                  <c:v>20000</c:v>
                </c:pt>
                <c:pt idx="4704">
                  <c:v>20000</c:v>
                </c:pt>
                <c:pt idx="4705">
                  <c:v>19500</c:v>
                </c:pt>
                <c:pt idx="4706">
                  <c:v>19500</c:v>
                </c:pt>
                <c:pt idx="4707">
                  <c:v>19500</c:v>
                </c:pt>
                <c:pt idx="4708">
                  <c:v>19500</c:v>
                </c:pt>
                <c:pt idx="4709">
                  <c:v>19500</c:v>
                </c:pt>
                <c:pt idx="4710">
                  <c:v>19500</c:v>
                </c:pt>
                <c:pt idx="4711">
                  <c:v>19500</c:v>
                </c:pt>
                <c:pt idx="4712">
                  <c:v>19500</c:v>
                </c:pt>
                <c:pt idx="4713">
                  <c:v>19500</c:v>
                </c:pt>
                <c:pt idx="4714">
                  <c:v>19500</c:v>
                </c:pt>
                <c:pt idx="4715">
                  <c:v>19500</c:v>
                </c:pt>
                <c:pt idx="4716">
                  <c:v>19500</c:v>
                </c:pt>
                <c:pt idx="4717">
                  <c:v>19500</c:v>
                </c:pt>
                <c:pt idx="4718">
                  <c:v>19500</c:v>
                </c:pt>
                <c:pt idx="4719">
                  <c:v>19500</c:v>
                </c:pt>
                <c:pt idx="4720">
                  <c:v>19500</c:v>
                </c:pt>
                <c:pt idx="4721">
                  <c:v>19500</c:v>
                </c:pt>
                <c:pt idx="4722">
                  <c:v>19500</c:v>
                </c:pt>
                <c:pt idx="4723">
                  <c:v>19500</c:v>
                </c:pt>
                <c:pt idx="4724">
                  <c:v>19500</c:v>
                </c:pt>
                <c:pt idx="4725">
                  <c:v>19500</c:v>
                </c:pt>
                <c:pt idx="4726">
                  <c:v>19500</c:v>
                </c:pt>
                <c:pt idx="4727">
                  <c:v>19500</c:v>
                </c:pt>
                <c:pt idx="4728">
                  <c:v>19500</c:v>
                </c:pt>
                <c:pt idx="4729">
                  <c:v>19500</c:v>
                </c:pt>
                <c:pt idx="4730">
                  <c:v>19500</c:v>
                </c:pt>
                <c:pt idx="4731">
                  <c:v>19500</c:v>
                </c:pt>
                <c:pt idx="4732">
                  <c:v>19500</c:v>
                </c:pt>
                <c:pt idx="4733">
                  <c:v>19500</c:v>
                </c:pt>
                <c:pt idx="4734">
                  <c:v>19500</c:v>
                </c:pt>
                <c:pt idx="4735">
                  <c:v>19500</c:v>
                </c:pt>
                <c:pt idx="4736">
                  <c:v>19500</c:v>
                </c:pt>
                <c:pt idx="4737">
                  <c:v>19500</c:v>
                </c:pt>
                <c:pt idx="4738">
                  <c:v>19500</c:v>
                </c:pt>
                <c:pt idx="4739">
                  <c:v>19500</c:v>
                </c:pt>
                <c:pt idx="4740">
                  <c:v>19500</c:v>
                </c:pt>
                <c:pt idx="4741">
                  <c:v>19000</c:v>
                </c:pt>
                <c:pt idx="4742">
                  <c:v>19000</c:v>
                </c:pt>
                <c:pt idx="4743">
                  <c:v>19000</c:v>
                </c:pt>
                <c:pt idx="4744">
                  <c:v>18500</c:v>
                </c:pt>
                <c:pt idx="4745">
                  <c:v>18500</c:v>
                </c:pt>
                <c:pt idx="4746">
                  <c:v>18500</c:v>
                </c:pt>
                <c:pt idx="4747">
                  <c:v>18500</c:v>
                </c:pt>
                <c:pt idx="4748">
                  <c:v>18500</c:v>
                </c:pt>
                <c:pt idx="4749">
                  <c:v>18500</c:v>
                </c:pt>
                <c:pt idx="4750">
                  <c:v>18500</c:v>
                </c:pt>
                <c:pt idx="4751">
                  <c:v>18500</c:v>
                </c:pt>
                <c:pt idx="4752">
                  <c:v>18500</c:v>
                </c:pt>
                <c:pt idx="4753">
                  <c:v>18500</c:v>
                </c:pt>
                <c:pt idx="4754">
                  <c:v>18500</c:v>
                </c:pt>
                <c:pt idx="4755">
                  <c:v>18500</c:v>
                </c:pt>
                <c:pt idx="4756">
                  <c:v>18500</c:v>
                </c:pt>
                <c:pt idx="4757">
                  <c:v>18300</c:v>
                </c:pt>
                <c:pt idx="4758">
                  <c:v>18000</c:v>
                </c:pt>
                <c:pt idx="4759">
                  <c:v>18000</c:v>
                </c:pt>
                <c:pt idx="4760">
                  <c:v>18000</c:v>
                </c:pt>
                <c:pt idx="4761">
                  <c:v>18000</c:v>
                </c:pt>
                <c:pt idx="4762">
                  <c:v>18000</c:v>
                </c:pt>
                <c:pt idx="4763">
                  <c:v>18000</c:v>
                </c:pt>
                <c:pt idx="4764">
                  <c:v>18000</c:v>
                </c:pt>
                <c:pt idx="4765">
                  <c:v>18000</c:v>
                </c:pt>
                <c:pt idx="4766">
                  <c:v>18000</c:v>
                </c:pt>
                <c:pt idx="4767">
                  <c:v>18000</c:v>
                </c:pt>
                <c:pt idx="4768">
                  <c:v>18000</c:v>
                </c:pt>
                <c:pt idx="4769">
                  <c:v>18000</c:v>
                </c:pt>
                <c:pt idx="4770">
                  <c:v>18000</c:v>
                </c:pt>
                <c:pt idx="4771">
                  <c:v>18000</c:v>
                </c:pt>
                <c:pt idx="4772">
                  <c:v>18000</c:v>
                </c:pt>
                <c:pt idx="4773">
                  <c:v>18000</c:v>
                </c:pt>
                <c:pt idx="4774">
                  <c:v>18000</c:v>
                </c:pt>
                <c:pt idx="4775">
                  <c:v>18000</c:v>
                </c:pt>
                <c:pt idx="4776">
                  <c:v>18000</c:v>
                </c:pt>
                <c:pt idx="4777">
                  <c:v>18000</c:v>
                </c:pt>
                <c:pt idx="4778">
                  <c:v>18000</c:v>
                </c:pt>
                <c:pt idx="4779">
                  <c:v>18000</c:v>
                </c:pt>
                <c:pt idx="4780">
                  <c:v>18000</c:v>
                </c:pt>
                <c:pt idx="4781">
                  <c:v>18000</c:v>
                </c:pt>
                <c:pt idx="4782">
                  <c:v>18000</c:v>
                </c:pt>
                <c:pt idx="4783">
                  <c:v>18000</c:v>
                </c:pt>
                <c:pt idx="4784">
                  <c:v>18000</c:v>
                </c:pt>
                <c:pt idx="4785">
                  <c:v>18000</c:v>
                </c:pt>
                <c:pt idx="4786">
                  <c:v>18000</c:v>
                </c:pt>
                <c:pt idx="4787">
                  <c:v>18000</c:v>
                </c:pt>
                <c:pt idx="4788">
                  <c:v>18000</c:v>
                </c:pt>
                <c:pt idx="4789">
                  <c:v>18000</c:v>
                </c:pt>
                <c:pt idx="4790">
                  <c:v>18000</c:v>
                </c:pt>
                <c:pt idx="4791">
                  <c:v>18000</c:v>
                </c:pt>
                <c:pt idx="4792">
                  <c:v>18000</c:v>
                </c:pt>
                <c:pt idx="4793">
                  <c:v>18000</c:v>
                </c:pt>
                <c:pt idx="4794">
                  <c:v>18000</c:v>
                </c:pt>
                <c:pt idx="4795">
                  <c:v>18000</c:v>
                </c:pt>
                <c:pt idx="4796">
                  <c:v>18300</c:v>
                </c:pt>
                <c:pt idx="4797">
                  <c:v>18500</c:v>
                </c:pt>
                <c:pt idx="4798">
                  <c:v>18500</c:v>
                </c:pt>
                <c:pt idx="4799">
                  <c:v>18500</c:v>
                </c:pt>
                <c:pt idx="4800">
                  <c:v>18500</c:v>
                </c:pt>
                <c:pt idx="4801">
                  <c:v>18500</c:v>
                </c:pt>
                <c:pt idx="4802">
                  <c:v>18500</c:v>
                </c:pt>
                <c:pt idx="4803">
                  <c:v>18500</c:v>
                </c:pt>
                <c:pt idx="4804">
                  <c:v>18500</c:v>
                </c:pt>
                <c:pt idx="4805">
                  <c:v>18800</c:v>
                </c:pt>
                <c:pt idx="4806">
                  <c:v>18800</c:v>
                </c:pt>
                <c:pt idx="4807">
                  <c:v>18800</c:v>
                </c:pt>
                <c:pt idx="4808">
                  <c:v>18800</c:v>
                </c:pt>
                <c:pt idx="4809">
                  <c:v>18800</c:v>
                </c:pt>
                <c:pt idx="4810">
                  <c:v>18800</c:v>
                </c:pt>
                <c:pt idx="4811">
                  <c:v>19500</c:v>
                </c:pt>
                <c:pt idx="4812">
                  <c:v>19500</c:v>
                </c:pt>
                <c:pt idx="4813">
                  <c:v>19500</c:v>
                </c:pt>
                <c:pt idx="4814">
                  <c:v>19500</c:v>
                </c:pt>
                <c:pt idx="4815">
                  <c:v>19500</c:v>
                </c:pt>
                <c:pt idx="4816">
                  <c:v>19500</c:v>
                </c:pt>
                <c:pt idx="4817">
                  <c:v>20000</c:v>
                </c:pt>
                <c:pt idx="4818">
                  <c:v>20000</c:v>
                </c:pt>
                <c:pt idx="4819">
                  <c:v>20000</c:v>
                </c:pt>
                <c:pt idx="4820">
                  <c:v>20000</c:v>
                </c:pt>
                <c:pt idx="4821">
                  <c:v>20000</c:v>
                </c:pt>
                <c:pt idx="4822">
                  <c:v>20000</c:v>
                </c:pt>
                <c:pt idx="4823">
                  <c:v>20000</c:v>
                </c:pt>
                <c:pt idx="4824">
                  <c:v>20000</c:v>
                </c:pt>
                <c:pt idx="4825">
                  <c:v>20000</c:v>
                </c:pt>
                <c:pt idx="4826">
                  <c:v>20300</c:v>
                </c:pt>
                <c:pt idx="4827">
                  <c:v>20300</c:v>
                </c:pt>
                <c:pt idx="4828">
                  <c:v>20300</c:v>
                </c:pt>
                <c:pt idx="4829">
                  <c:v>20300</c:v>
                </c:pt>
                <c:pt idx="4830">
                  <c:v>20300</c:v>
                </c:pt>
                <c:pt idx="4831">
                  <c:v>20300</c:v>
                </c:pt>
                <c:pt idx="4832">
                  <c:v>20300</c:v>
                </c:pt>
                <c:pt idx="4833">
                  <c:v>21000</c:v>
                </c:pt>
                <c:pt idx="4834">
                  <c:v>21000</c:v>
                </c:pt>
                <c:pt idx="4835">
                  <c:v>21000</c:v>
                </c:pt>
                <c:pt idx="4836">
                  <c:v>21000</c:v>
                </c:pt>
                <c:pt idx="4837">
                  <c:v>21000</c:v>
                </c:pt>
                <c:pt idx="4838">
                  <c:v>21000</c:v>
                </c:pt>
                <c:pt idx="4839">
                  <c:v>21000</c:v>
                </c:pt>
                <c:pt idx="4840">
                  <c:v>21000</c:v>
                </c:pt>
                <c:pt idx="4841">
                  <c:v>21000</c:v>
                </c:pt>
                <c:pt idx="4842">
                  <c:v>21000</c:v>
                </c:pt>
                <c:pt idx="4843">
                  <c:v>21000</c:v>
                </c:pt>
                <c:pt idx="4844">
                  <c:v>21000</c:v>
                </c:pt>
                <c:pt idx="4845">
                  <c:v>21000</c:v>
                </c:pt>
                <c:pt idx="4846">
                  <c:v>21000</c:v>
                </c:pt>
                <c:pt idx="4847">
                  <c:v>21300</c:v>
                </c:pt>
                <c:pt idx="4848">
                  <c:v>21300</c:v>
                </c:pt>
                <c:pt idx="4849">
                  <c:v>21300</c:v>
                </c:pt>
                <c:pt idx="4850">
                  <c:v>21300</c:v>
                </c:pt>
                <c:pt idx="4851">
                  <c:v>21300</c:v>
                </c:pt>
                <c:pt idx="4852">
                  <c:v>21300</c:v>
                </c:pt>
                <c:pt idx="4853">
                  <c:v>21300</c:v>
                </c:pt>
                <c:pt idx="4854">
                  <c:v>21300</c:v>
                </c:pt>
                <c:pt idx="4855">
                  <c:v>21300</c:v>
                </c:pt>
                <c:pt idx="4856">
                  <c:v>21300</c:v>
                </c:pt>
                <c:pt idx="4857">
                  <c:v>21300</c:v>
                </c:pt>
                <c:pt idx="4858">
                  <c:v>21300</c:v>
                </c:pt>
                <c:pt idx="4859">
                  <c:v>21300</c:v>
                </c:pt>
                <c:pt idx="4860">
                  <c:v>21300</c:v>
                </c:pt>
                <c:pt idx="4861">
                  <c:v>21300</c:v>
                </c:pt>
                <c:pt idx="4862">
                  <c:v>21300</c:v>
                </c:pt>
                <c:pt idx="4863">
                  <c:v>21300</c:v>
                </c:pt>
                <c:pt idx="4864">
                  <c:v>21300</c:v>
                </c:pt>
                <c:pt idx="4865">
                  <c:v>21000</c:v>
                </c:pt>
                <c:pt idx="4866">
                  <c:v>21000</c:v>
                </c:pt>
                <c:pt idx="4867">
                  <c:v>21000</c:v>
                </c:pt>
                <c:pt idx="4868">
                  <c:v>21000</c:v>
                </c:pt>
                <c:pt idx="4869">
                  <c:v>21000</c:v>
                </c:pt>
                <c:pt idx="4870">
                  <c:v>21000</c:v>
                </c:pt>
                <c:pt idx="4871">
                  <c:v>21000</c:v>
                </c:pt>
                <c:pt idx="4872">
                  <c:v>21000</c:v>
                </c:pt>
                <c:pt idx="4873">
                  <c:v>21000</c:v>
                </c:pt>
                <c:pt idx="4874">
                  <c:v>21000</c:v>
                </c:pt>
                <c:pt idx="4875">
                  <c:v>21000</c:v>
                </c:pt>
                <c:pt idx="4876">
                  <c:v>21000</c:v>
                </c:pt>
                <c:pt idx="4877">
                  <c:v>20500</c:v>
                </c:pt>
                <c:pt idx="4878">
                  <c:v>20500</c:v>
                </c:pt>
                <c:pt idx="4879">
                  <c:v>20500</c:v>
                </c:pt>
                <c:pt idx="4880">
                  <c:v>20500</c:v>
                </c:pt>
                <c:pt idx="4881">
                  <c:v>20500</c:v>
                </c:pt>
                <c:pt idx="4882">
                  <c:v>20500</c:v>
                </c:pt>
                <c:pt idx="4883">
                  <c:v>20500</c:v>
                </c:pt>
                <c:pt idx="4884">
                  <c:v>20500</c:v>
                </c:pt>
                <c:pt idx="4885">
                  <c:v>20500</c:v>
                </c:pt>
                <c:pt idx="4886">
                  <c:v>20500</c:v>
                </c:pt>
                <c:pt idx="4887">
                  <c:v>20500</c:v>
                </c:pt>
                <c:pt idx="4888">
                  <c:v>20000</c:v>
                </c:pt>
                <c:pt idx="4889">
                  <c:v>20000</c:v>
                </c:pt>
                <c:pt idx="4890">
                  <c:v>19500</c:v>
                </c:pt>
                <c:pt idx="4891">
                  <c:v>19500</c:v>
                </c:pt>
                <c:pt idx="4892">
                  <c:v>19500</c:v>
                </c:pt>
                <c:pt idx="4893">
                  <c:v>19500</c:v>
                </c:pt>
                <c:pt idx="4894">
                  <c:v>18000</c:v>
                </c:pt>
                <c:pt idx="4895">
                  <c:v>18000</c:v>
                </c:pt>
                <c:pt idx="4896">
                  <c:v>18000</c:v>
                </c:pt>
                <c:pt idx="4897">
                  <c:v>18000</c:v>
                </c:pt>
                <c:pt idx="4898">
                  <c:v>18000</c:v>
                </c:pt>
                <c:pt idx="4899">
                  <c:v>18000</c:v>
                </c:pt>
                <c:pt idx="4900">
                  <c:v>18000</c:v>
                </c:pt>
                <c:pt idx="4901">
                  <c:v>17500</c:v>
                </c:pt>
                <c:pt idx="4902">
                  <c:v>17200</c:v>
                </c:pt>
                <c:pt idx="4903">
                  <c:v>17200</c:v>
                </c:pt>
                <c:pt idx="4904">
                  <c:v>17000</c:v>
                </c:pt>
                <c:pt idx="4905">
                  <c:v>17000</c:v>
                </c:pt>
                <c:pt idx="4906">
                  <c:v>17000</c:v>
                </c:pt>
                <c:pt idx="4907">
                  <c:v>17000</c:v>
                </c:pt>
                <c:pt idx="4908">
                  <c:v>16500</c:v>
                </c:pt>
                <c:pt idx="4909">
                  <c:v>16500</c:v>
                </c:pt>
                <c:pt idx="4910">
                  <c:v>16200</c:v>
                </c:pt>
                <c:pt idx="4911">
                  <c:v>16200</c:v>
                </c:pt>
                <c:pt idx="4912">
                  <c:v>16200</c:v>
                </c:pt>
                <c:pt idx="4913">
                  <c:v>16200</c:v>
                </c:pt>
                <c:pt idx="4914">
                  <c:v>16200</c:v>
                </c:pt>
                <c:pt idx="4915">
                  <c:v>16200</c:v>
                </c:pt>
                <c:pt idx="4916">
                  <c:v>16000</c:v>
                </c:pt>
                <c:pt idx="4917">
                  <c:v>16200</c:v>
                </c:pt>
                <c:pt idx="4918">
                  <c:v>16200</c:v>
                </c:pt>
                <c:pt idx="4919">
                  <c:v>16200</c:v>
                </c:pt>
                <c:pt idx="4920">
                  <c:v>16200</c:v>
                </c:pt>
                <c:pt idx="4921">
                  <c:v>16200</c:v>
                </c:pt>
                <c:pt idx="4922">
                  <c:v>16200</c:v>
                </c:pt>
                <c:pt idx="4923">
                  <c:v>16500</c:v>
                </c:pt>
                <c:pt idx="4924">
                  <c:v>16500</c:v>
                </c:pt>
                <c:pt idx="4925">
                  <c:v>16500</c:v>
                </c:pt>
                <c:pt idx="4926">
                  <c:v>16500</c:v>
                </c:pt>
                <c:pt idx="4927">
                  <c:v>16500</c:v>
                </c:pt>
                <c:pt idx="4928">
                  <c:v>16500</c:v>
                </c:pt>
                <c:pt idx="4929">
                  <c:v>16500</c:v>
                </c:pt>
                <c:pt idx="4930">
                  <c:v>16500</c:v>
                </c:pt>
                <c:pt idx="4931">
                  <c:v>16500</c:v>
                </c:pt>
                <c:pt idx="4932">
                  <c:v>16800</c:v>
                </c:pt>
                <c:pt idx="4933">
                  <c:v>16800</c:v>
                </c:pt>
                <c:pt idx="4934">
                  <c:v>16800</c:v>
                </c:pt>
                <c:pt idx="4935">
                  <c:v>16800</c:v>
                </c:pt>
                <c:pt idx="4936">
                  <c:v>17000</c:v>
                </c:pt>
                <c:pt idx="4937">
                  <c:v>17000</c:v>
                </c:pt>
                <c:pt idx="4938">
                  <c:v>17000</c:v>
                </c:pt>
                <c:pt idx="4939">
                  <c:v>17000</c:v>
                </c:pt>
                <c:pt idx="4940">
                  <c:v>17500</c:v>
                </c:pt>
                <c:pt idx="4941">
                  <c:v>17500</c:v>
                </c:pt>
                <c:pt idx="4942">
                  <c:v>17500</c:v>
                </c:pt>
                <c:pt idx="4943">
                  <c:v>17500</c:v>
                </c:pt>
                <c:pt idx="4944">
                  <c:v>17500</c:v>
                </c:pt>
                <c:pt idx="4945">
                  <c:v>18000</c:v>
                </c:pt>
                <c:pt idx="4946">
                  <c:v>18000</c:v>
                </c:pt>
                <c:pt idx="4947">
                  <c:v>18000</c:v>
                </c:pt>
                <c:pt idx="4948">
                  <c:v>18000</c:v>
                </c:pt>
                <c:pt idx="4949">
                  <c:v>18000</c:v>
                </c:pt>
                <c:pt idx="4950">
                  <c:v>18500</c:v>
                </c:pt>
                <c:pt idx="4951">
                  <c:v>18500</c:v>
                </c:pt>
                <c:pt idx="4952">
                  <c:v>18500</c:v>
                </c:pt>
                <c:pt idx="4953">
                  <c:v>18500</c:v>
                </c:pt>
                <c:pt idx="4954">
                  <c:v>18500</c:v>
                </c:pt>
                <c:pt idx="4955">
                  <c:v>18500</c:v>
                </c:pt>
                <c:pt idx="4956">
                  <c:v>18500</c:v>
                </c:pt>
                <c:pt idx="4957">
                  <c:v>19000</c:v>
                </c:pt>
                <c:pt idx="4958">
                  <c:v>19500</c:v>
                </c:pt>
                <c:pt idx="4959">
                  <c:v>19500</c:v>
                </c:pt>
                <c:pt idx="4960">
                  <c:v>20500</c:v>
                </c:pt>
                <c:pt idx="4961">
                  <c:v>20500</c:v>
                </c:pt>
                <c:pt idx="4962">
                  <c:v>20500</c:v>
                </c:pt>
                <c:pt idx="4963">
                  <c:v>20500</c:v>
                </c:pt>
                <c:pt idx="4964">
                  <c:v>20500</c:v>
                </c:pt>
                <c:pt idx="4965">
                  <c:v>20500</c:v>
                </c:pt>
                <c:pt idx="4966">
                  <c:v>20500</c:v>
                </c:pt>
                <c:pt idx="4967">
                  <c:v>21000</c:v>
                </c:pt>
                <c:pt idx="4968">
                  <c:v>21000</c:v>
                </c:pt>
                <c:pt idx="4969">
                  <c:v>21000</c:v>
                </c:pt>
                <c:pt idx="4970">
                  <c:v>21000</c:v>
                </c:pt>
                <c:pt idx="4971">
                  <c:v>21000</c:v>
                </c:pt>
                <c:pt idx="4972">
                  <c:v>21000</c:v>
                </c:pt>
                <c:pt idx="4973">
                  <c:v>21000</c:v>
                </c:pt>
                <c:pt idx="4974">
                  <c:v>21000</c:v>
                </c:pt>
                <c:pt idx="4975">
                  <c:v>21000</c:v>
                </c:pt>
                <c:pt idx="4976">
                  <c:v>21000</c:v>
                </c:pt>
                <c:pt idx="4977">
                  <c:v>21000</c:v>
                </c:pt>
                <c:pt idx="4978">
                  <c:v>21000</c:v>
                </c:pt>
                <c:pt idx="4979">
                  <c:v>21000</c:v>
                </c:pt>
                <c:pt idx="4980">
                  <c:v>21000</c:v>
                </c:pt>
                <c:pt idx="4981">
                  <c:v>21000</c:v>
                </c:pt>
                <c:pt idx="4982">
                  <c:v>21000</c:v>
                </c:pt>
                <c:pt idx="4983">
                  <c:v>21000</c:v>
                </c:pt>
                <c:pt idx="4984">
                  <c:v>21000</c:v>
                </c:pt>
                <c:pt idx="4985">
                  <c:v>21000</c:v>
                </c:pt>
                <c:pt idx="4986">
                  <c:v>21000</c:v>
                </c:pt>
                <c:pt idx="4987">
                  <c:v>21300</c:v>
                </c:pt>
                <c:pt idx="4988">
                  <c:v>21300</c:v>
                </c:pt>
                <c:pt idx="4989">
                  <c:v>21300</c:v>
                </c:pt>
                <c:pt idx="4990">
                  <c:v>21300</c:v>
                </c:pt>
                <c:pt idx="4991">
                  <c:v>21300</c:v>
                </c:pt>
                <c:pt idx="4992">
                  <c:v>21300</c:v>
                </c:pt>
                <c:pt idx="4993">
                  <c:v>21300</c:v>
                </c:pt>
                <c:pt idx="4994">
                  <c:v>21300</c:v>
                </c:pt>
                <c:pt idx="4995">
                  <c:v>21000</c:v>
                </c:pt>
                <c:pt idx="4996">
                  <c:v>21000</c:v>
                </c:pt>
                <c:pt idx="4997">
                  <c:v>21000</c:v>
                </c:pt>
                <c:pt idx="4998">
                  <c:v>21000</c:v>
                </c:pt>
                <c:pt idx="4999">
                  <c:v>21000</c:v>
                </c:pt>
                <c:pt idx="5000">
                  <c:v>21000</c:v>
                </c:pt>
                <c:pt idx="5001">
                  <c:v>21000</c:v>
                </c:pt>
                <c:pt idx="5002">
                  <c:v>21000</c:v>
                </c:pt>
                <c:pt idx="5003">
                  <c:v>21000</c:v>
                </c:pt>
                <c:pt idx="5004">
                  <c:v>21000</c:v>
                </c:pt>
                <c:pt idx="5005">
                  <c:v>21000</c:v>
                </c:pt>
                <c:pt idx="5006">
                  <c:v>21000</c:v>
                </c:pt>
                <c:pt idx="5007">
                  <c:v>21000</c:v>
                </c:pt>
                <c:pt idx="5008">
                  <c:v>20700</c:v>
                </c:pt>
                <c:pt idx="5009">
                  <c:v>20700</c:v>
                </c:pt>
                <c:pt idx="5010">
                  <c:v>20500</c:v>
                </c:pt>
                <c:pt idx="5011">
                  <c:v>20500</c:v>
                </c:pt>
                <c:pt idx="5012">
                  <c:v>20500</c:v>
                </c:pt>
                <c:pt idx="5013">
                  <c:v>20000</c:v>
                </c:pt>
                <c:pt idx="5014">
                  <c:v>20000</c:v>
                </c:pt>
                <c:pt idx="5015">
                  <c:v>20000</c:v>
                </c:pt>
                <c:pt idx="5016">
                  <c:v>19500</c:v>
                </c:pt>
                <c:pt idx="5017">
                  <c:v>19000</c:v>
                </c:pt>
                <c:pt idx="5018">
                  <c:v>19000</c:v>
                </c:pt>
                <c:pt idx="5019">
                  <c:v>19000</c:v>
                </c:pt>
                <c:pt idx="5020">
                  <c:v>17500</c:v>
                </c:pt>
                <c:pt idx="5021">
                  <c:v>17500</c:v>
                </c:pt>
                <c:pt idx="5022">
                  <c:v>17500</c:v>
                </c:pt>
                <c:pt idx="5023">
                  <c:v>17500</c:v>
                </c:pt>
                <c:pt idx="5024">
                  <c:v>17500</c:v>
                </c:pt>
                <c:pt idx="5025">
                  <c:v>17500</c:v>
                </c:pt>
                <c:pt idx="5026">
                  <c:v>17500</c:v>
                </c:pt>
                <c:pt idx="5027">
                  <c:v>17500</c:v>
                </c:pt>
                <c:pt idx="5028">
                  <c:v>17000</c:v>
                </c:pt>
                <c:pt idx="5029">
                  <c:v>17000</c:v>
                </c:pt>
                <c:pt idx="5030">
                  <c:v>17000</c:v>
                </c:pt>
                <c:pt idx="5031">
                  <c:v>17000</c:v>
                </c:pt>
                <c:pt idx="5032">
                  <c:v>17000</c:v>
                </c:pt>
                <c:pt idx="5033">
                  <c:v>17000</c:v>
                </c:pt>
                <c:pt idx="5034">
                  <c:v>17000</c:v>
                </c:pt>
                <c:pt idx="5035">
                  <c:v>17500</c:v>
                </c:pt>
                <c:pt idx="5036">
                  <c:v>17500</c:v>
                </c:pt>
                <c:pt idx="5037">
                  <c:v>17500</c:v>
                </c:pt>
                <c:pt idx="5038">
                  <c:v>17500</c:v>
                </c:pt>
                <c:pt idx="5039">
                  <c:v>17500</c:v>
                </c:pt>
                <c:pt idx="5040">
                  <c:v>17500</c:v>
                </c:pt>
                <c:pt idx="5041">
                  <c:v>17500</c:v>
                </c:pt>
                <c:pt idx="5042">
                  <c:v>17500</c:v>
                </c:pt>
                <c:pt idx="5043">
                  <c:v>17500</c:v>
                </c:pt>
                <c:pt idx="5044">
                  <c:v>17000</c:v>
                </c:pt>
                <c:pt idx="5045">
                  <c:v>17000</c:v>
                </c:pt>
                <c:pt idx="5046">
                  <c:v>17000</c:v>
                </c:pt>
                <c:pt idx="5047">
                  <c:v>17000</c:v>
                </c:pt>
                <c:pt idx="5048">
                  <c:v>17000</c:v>
                </c:pt>
                <c:pt idx="5049">
                  <c:v>17000</c:v>
                </c:pt>
                <c:pt idx="5050">
                  <c:v>17000</c:v>
                </c:pt>
                <c:pt idx="5051">
                  <c:v>17000</c:v>
                </c:pt>
                <c:pt idx="5052">
                  <c:v>17000</c:v>
                </c:pt>
                <c:pt idx="5053">
                  <c:v>17000</c:v>
                </c:pt>
                <c:pt idx="5054">
                  <c:v>17000</c:v>
                </c:pt>
                <c:pt idx="5055">
                  <c:v>17000</c:v>
                </c:pt>
                <c:pt idx="5056">
                  <c:v>17000</c:v>
                </c:pt>
                <c:pt idx="5057">
                  <c:v>17000</c:v>
                </c:pt>
                <c:pt idx="5058">
                  <c:v>17000</c:v>
                </c:pt>
                <c:pt idx="5059">
                  <c:v>17000</c:v>
                </c:pt>
                <c:pt idx="5060">
                  <c:v>17000</c:v>
                </c:pt>
                <c:pt idx="5061">
                  <c:v>17000</c:v>
                </c:pt>
                <c:pt idx="5062">
                  <c:v>17000</c:v>
                </c:pt>
                <c:pt idx="5063">
                  <c:v>17000</c:v>
                </c:pt>
                <c:pt idx="5064">
                  <c:v>17000</c:v>
                </c:pt>
                <c:pt idx="5065">
                  <c:v>17000</c:v>
                </c:pt>
                <c:pt idx="5066">
                  <c:v>17000</c:v>
                </c:pt>
                <c:pt idx="5067">
                  <c:v>17000</c:v>
                </c:pt>
                <c:pt idx="5068">
                  <c:v>17000</c:v>
                </c:pt>
                <c:pt idx="5069">
                  <c:v>17000</c:v>
                </c:pt>
                <c:pt idx="5070">
                  <c:v>17000</c:v>
                </c:pt>
                <c:pt idx="5071">
                  <c:v>17000</c:v>
                </c:pt>
                <c:pt idx="5072">
                  <c:v>17000</c:v>
                </c:pt>
                <c:pt idx="5073">
                  <c:v>17000</c:v>
                </c:pt>
                <c:pt idx="5074">
                  <c:v>17000</c:v>
                </c:pt>
                <c:pt idx="5075">
                  <c:v>17000</c:v>
                </c:pt>
                <c:pt idx="5076">
                  <c:v>17000</c:v>
                </c:pt>
                <c:pt idx="5077">
                  <c:v>17000</c:v>
                </c:pt>
                <c:pt idx="5078">
                  <c:v>17000</c:v>
                </c:pt>
                <c:pt idx="5079">
                  <c:v>17000</c:v>
                </c:pt>
                <c:pt idx="5080">
                  <c:v>17000</c:v>
                </c:pt>
                <c:pt idx="5081">
                  <c:v>17000</c:v>
                </c:pt>
                <c:pt idx="5082">
                  <c:v>17000</c:v>
                </c:pt>
                <c:pt idx="5083">
                  <c:v>17000</c:v>
                </c:pt>
                <c:pt idx="5084">
                  <c:v>17000</c:v>
                </c:pt>
                <c:pt idx="5085">
                  <c:v>17000</c:v>
                </c:pt>
                <c:pt idx="5086">
                  <c:v>17200</c:v>
                </c:pt>
                <c:pt idx="5087">
                  <c:v>17500</c:v>
                </c:pt>
                <c:pt idx="5088">
                  <c:v>17500</c:v>
                </c:pt>
                <c:pt idx="5089">
                  <c:v>17500</c:v>
                </c:pt>
                <c:pt idx="5090">
                  <c:v>17500</c:v>
                </c:pt>
                <c:pt idx="5091">
                  <c:v>18000</c:v>
                </c:pt>
                <c:pt idx="5092">
                  <c:v>18000</c:v>
                </c:pt>
                <c:pt idx="5093">
                  <c:v>18500</c:v>
                </c:pt>
                <c:pt idx="5094">
                  <c:v>18500</c:v>
                </c:pt>
                <c:pt idx="5095">
                  <c:v>18500</c:v>
                </c:pt>
                <c:pt idx="5096">
                  <c:v>18500</c:v>
                </c:pt>
                <c:pt idx="5097">
                  <c:v>18500</c:v>
                </c:pt>
                <c:pt idx="5098">
                  <c:v>18500</c:v>
                </c:pt>
                <c:pt idx="5099">
                  <c:v>18500</c:v>
                </c:pt>
                <c:pt idx="5100">
                  <c:v>18500</c:v>
                </c:pt>
                <c:pt idx="5101">
                  <c:v>18500</c:v>
                </c:pt>
                <c:pt idx="5102">
                  <c:v>18500</c:v>
                </c:pt>
                <c:pt idx="5103">
                  <c:v>18500</c:v>
                </c:pt>
                <c:pt idx="5104">
                  <c:v>18500</c:v>
                </c:pt>
                <c:pt idx="5105">
                  <c:v>18500</c:v>
                </c:pt>
                <c:pt idx="5106">
                  <c:v>18500</c:v>
                </c:pt>
                <c:pt idx="5107">
                  <c:v>18500</c:v>
                </c:pt>
                <c:pt idx="5108">
                  <c:v>18500</c:v>
                </c:pt>
                <c:pt idx="5109">
                  <c:v>18500</c:v>
                </c:pt>
                <c:pt idx="5110">
                  <c:v>18500</c:v>
                </c:pt>
                <c:pt idx="5111">
                  <c:v>18500</c:v>
                </c:pt>
                <c:pt idx="5112">
                  <c:v>18500</c:v>
                </c:pt>
                <c:pt idx="5113">
                  <c:v>18500</c:v>
                </c:pt>
                <c:pt idx="5114">
                  <c:v>18500</c:v>
                </c:pt>
                <c:pt idx="5115">
                  <c:v>18500</c:v>
                </c:pt>
                <c:pt idx="5116">
                  <c:v>18500</c:v>
                </c:pt>
                <c:pt idx="5117">
                  <c:v>18500</c:v>
                </c:pt>
                <c:pt idx="5118">
                  <c:v>18500</c:v>
                </c:pt>
                <c:pt idx="5119">
                  <c:v>18500</c:v>
                </c:pt>
                <c:pt idx="5120">
                  <c:v>18500</c:v>
                </c:pt>
                <c:pt idx="5121">
                  <c:v>18500</c:v>
                </c:pt>
                <c:pt idx="5122">
                  <c:v>18500</c:v>
                </c:pt>
                <c:pt idx="5123">
                  <c:v>18500</c:v>
                </c:pt>
                <c:pt idx="5124">
                  <c:v>18500</c:v>
                </c:pt>
                <c:pt idx="5125">
                  <c:v>18500</c:v>
                </c:pt>
                <c:pt idx="5126">
                  <c:v>18500</c:v>
                </c:pt>
                <c:pt idx="5127">
                  <c:v>18500</c:v>
                </c:pt>
                <c:pt idx="5128">
                  <c:v>18500</c:v>
                </c:pt>
                <c:pt idx="5129">
                  <c:v>18500</c:v>
                </c:pt>
                <c:pt idx="5130">
                  <c:v>18500</c:v>
                </c:pt>
                <c:pt idx="5131">
                  <c:v>18500</c:v>
                </c:pt>
                <c:pt idx="5132">
                  <c:v>18500</c:v>
                </c:pt>
                <c:pt idx="5133">
                  <c:v>18500</c:v>
                </c:pt>
                <c:pt idx="5134">
                  <c:v>18500</c:v>
                </c:pt>
                <c:pt idx="5135">
                  <c:v>18500</c:v>
                </c:pt>
                <c:pt idx="5136">
                  <c:v>18500</c:v>
                </c:pt>
                <c:pt idx="5137">
                  <c:v>18500</c:v>
                </c:pt>
                <c:pt idx="5138">
                  <c:v>18500</c:v>
                </c:pt>
                <c:pt idx="5139">
                  <c:v>18500</c:v>
                </c:pt>
                <c:pt idx="5140">
                  <c:v>18500</c:v>
                </c:pt>
                <c:pt idx="5141">
                  <c:v>18500</c:v>
                </c:pt>
                <c:pt idx="5142">
                  <c:v>18500</c:v>
                </c:pt>
                <c:pt idx="5143">
                  <c:v>18500</c:v>
                </c:pt>
                <c:pt idx="5144">
                  <c:v>18500</c:v>
                </c:pt>
                <c:pt idx="5145">
                  <c:v>18500</c:v>
                </c:pt>
                <c:pt idx="5146">
                  <c:v>18500</c:v>
                </c:pt>
                <c:pt idx="5147">
                  <c:v>18500</c:v>
                </c:pt>
                <c:pt idx="5148">
                  <c:v>18500</c:v>
                </c:pt>
                <c:pt idx="5149">
                  <c:v>18500</c:v>
                </c:pt>
                <c:pt idx="5150">
                  <c:v>18500</c:v>
                </c:pt>
                <c:pt idx="5151">
                  <c:v>18500</c:v>
                </c:pt>
                <c:pt idx="5152">
                  <c:v>18500</c:v>
                </c:pt>
                <c:pt idx="5153">
                  <c:v>18500</c:v>
                </c:pt>
                <c:pt idx="5154">
                  <c:v>18500</c:v>
                </c:pt>
                <c:pt idx="5155">
                  <c:v>18500</c:v>
                </c:pt>
                <c:pt idx="5156">
                  <c:v>18500</c:v>
                </c:pt>
                <c:pt idx="5157">
                  <c:v>18500</c:v>
                </c:pt>
                <c:pt idx="5158">
                  <c:v>18500</c:v>
                </c:pt>
                <c:pt idx="5159">
                  <c:v>18500</c:v>
                </c:pt>
                <c:pt idx="5160">
                  <c:v>18500</c:v>
                </c:pt>
                <c:pt idx="5161">
                  <c:v>18500</c:v>
                </c:pt>
                <c:pt idx="5162">
                  <c:v>18500</c:v>
                </c:pt>
                <c:pt idx="5163">
                  <c:v>18500</c:v>
                </c:pt>
                <c:pt idx="5164">
                  <c:v>18500</c:v>
                </c:pt>
                <c:pt idx="5165">
                  <c:v>18500</c:v>
                </c:pt>
                <c:pt idx="5166">
                  <c:v>18500</c:v>
                </c:pt>
                <c:pt idx="5167">
                  <c:v>18500</c:v>
                </c:pt>
                <c:pt idx="5168">
                  <c:v>18500</c:v>
                </c:pt>
                <c:pt idx="5169">
                  <c:v>18500</c:v>
                </c:pt>
                <c:pt idx="5170">
                  <c:v>18200</c:v>
                </c:pt>
                <c:pt idx="5171">
                  <c:v>18200</c:v>
                </c:pt>
                <c:pt idx="5172">
                  <c:v>18200</c:v>
                </c:pt>
                <c:pt idx="5173">
                  <c:v>18200</c:v>
                </c:pt>
                <c:pt idx="5174">
                  <c:v>18200</c:v>
                </c:pt>
                <c:pt idx="5175">
                  <c:v>18200</c:v>
                </c:pt>
                <c:pt idx="5176">
                  <c:v>18200</c:v>
                </c:pt>
                <c:pt idx="5177">
                  <c:v>18200</c:v>
                </c:pt>
                <c:pt idx="5178">
                  <c:v>18000</c:v>
                </c:pt>
                <c:pt idx="5179">
                  <c:v>18000</c:v>
                </c:pt>
                <c:pt idx="5180">
                  <c:v>18000</c:v>
                </c:pt>
                <c:pt idx="5181">
                  <c:v>18000</c:v>
                </c:pt>
                <c:pt idx="5182">
                  <c:v>18000</c:v>
                </c:pt>
                <c:pt idx="5183">
                  <c:v>18000</c:v>
                </c:pt>
                <c:pt idx="5184">
                  <c:v>18000</c:v>
                </c:pt>
                <c:pt idx="5185">
                  <c:v>17500</c:v>
                </c:pt>
                <c:pt idx="5186">
                  <c:v>17500</c:v>
                </c:pt>
                <c:pt idx="5187">
                  <c:v>17500</c:v>
                </c:pt>
                <c:pt idx="5188">
                  <c:v>17500</c:v>
                </c:pt>
                <c:pt idx="5189">
                  <c:v>17500</c:v>
                </c:pt>
                <c:pt idx="5190">
                  <c:v>17500</c:v>
                </c:pt>
                <c:pt idx="5191">
                  <c:v>16500</c:v>
                </c:pt>
                <c:pt idx="5192">
                  <c:v>16500</c:v>
                </c:pt>
                <c:pt idx="5193">
                  <c:v>16500</c:v>
                </c:pt>
                <c:pt idx="5194">
                  <c:v>16500</c:v>
                </c:pt>
                <c:pt idx="5195">
                  <c:v>15500</c:v>
                </c:pt>
                <c:pt idx="5196">
                  <c:v>15500</c:v>
                </c:pt>
                <c:pt idx="5197">
                  <c:v>15500</c:v>
                </c:pt>
                <c:pt idx="5198">
                  <c:v>15000</c:v>
                </c:pt>
                <c:pt idx="5199">
                  <c:v>15000</c:v>
                </c:pt>
                <c:pt idx="5200">
                  <c:v>15000</c:v>
                </c:pt>
                <c:pt idx="5201">
                  <c:v>15000</c:v>
                </c:pt>
                <c:pt idx="5202">
                  <c:v>14500</c:v>
                </c:pt>
                <c:pt idx="5203">
                  <c:v>14500</c:v>
                </c:pt>
                <c:pt idx="5204">
                  <c:v>14500</c:v>
                </c:pt>
                <c:pt idx="5205">
                  <c:v>15300</c:v>
                </c:pt>
                <c:pt idx="5206">
                  <c:v>15300</c:v>
                </c:pt>
                <c:pt idx="5207">
                  <c:v>15300</c:v>
                </c:pt>
                <c:pt idx="5208">
                  <c:v>15300</c:v>
                </c:pt>
                <c:pt idx="5209">
                  <c:v>15300</c:v>
                </c:pt>
                <c:pt idx="5210">
                  <c:v>15300</c:v>
                </c:pt>
                <c:pt idx="5211">
                  <c:v>15300</c:v>
                </c:pt>
                <c:pt idx="5212">
                  <c:v>15000</c:v>
                </c:pt>
                <c:pt idx="5213">
                  <c:v>15000</c:v>
                </c:pt>
                <c:pt idx="5214">
                  <c:v>15000</c:v>
                </c:pt>
                <c:pt idx="5215">
                  <c:v>15000</c:v>
                </c:pt>
                <c:pt idx="5216">
                  <c:v>15000</c:v>
                </c:pt>
                <c:pt idx="5217">
                  <c:v>15000</c:v>
                </c:pt>
                <c:pt idx="5218">
                  <c:v>15000</c:v>
                </c:pt>
                <c:pt idx="5219">
                  <c:v>14700</c:v>
                </c:pt>
                <c:pt idx="5220">
                  <c:v>14700</c:v>
                </c:pt>
                <c:pt idx="5221">
                  <c:v>14700</c:v>
                </c:pt>
                <c:pt idx="5222">
                  <c:v>14700</c:v>
                </c:pt>
                <c:pt idx="5223">
                  <c:v>14700</c:v>
                </c:pt>
                <c:pt idx="5224">
                  <c:v>14700</c:v>
                </c:pt>
                <c:pt idx="5225">
                  <c:v>14700</c:v>
                </c:pt>
                <c:pt idx="5226">
                  <c:v>14500</c:v>
                </c:pt>
                <c:pt idx="5227">
                  <c:v>14500</c:v>
                </c:pt>
                <c:pt idx="5228">
                  <c:v>14500</c:v>
                </c:pt>
                <c:pt idx="5229">
                  <c:v>15000</c:v>
                </c:pt>
                <c:pt idx="5230">
                  <c:v>15000</c:v>
                </c:pt>
                <c:pt idx="5231">
                  <c:v>15000</c:v>
                </c:pt>
                <c:pt idx="5232">
                  <c:v>15000</c:v>
                </c:pt>
                <c:pt idx="5233">
                  <c:v>15000</c:v>
                </c:pt>
                <c:pt idx="5234">
                  <c:v>15000</c:v>
                </c:pt>
                <c:pt idx="5235">
                  <c:v>15000</c:v>
                </c:pt>
                <c:pt idx="5236">
                  <c:v>15000</c:v>
                </c:pt>
                <c:pt idx="5237">
                  <c:v>15000</c:v>
                </c:pt>
                <c:pt idx="5238">
                  <c:v>15000</c:v>
                </c:pt>
                <c:pt idx="5239">
                  <c:v>15000</c:v>
                </c:pt>
                <c:pt idx="5240">
                  <c:v>14500</c:v>
                </c:pt>
                <c:pt idx="5241">
                  <c:v>14500</c:v>
                </c:pt>
                <c:pt idx="5242">
                  <c:v>14500</c:v>
                </c:pt>
                <c:pt idx="5243">
                  <c:v>14500</c:v>
                </c:pt>
                <c:pt idx="5244">
                  <c:v>14500</c:v>
                </c:pt>
                <c:pt idx="5245">
                  <c:v>14500</c:v>
                </c:pt>
                <c:pt idx="5246">
                  <c:v>14500</c:v>
                </c:pt>
                <c:pt idx="5247">
                  <c:v>14500</c:v>
                </c:pt>
                <c:pt idx="5248">
                  <c:v>14500</c:v>
                </c:pt>
                <c:pt idx="5249">
                  <c:v>14500</c:v>
                </c:pt>
                <c:pt idx="5250">
                  <c:v>14500</c:v>
                </c:pt>
                <c:pt idx="5251">
                  <c:v>14500</c:v>
                </c:pt>
                <c:pt idx="5252">
                  <c:v>14500</c:v>
                </c:pt>
                <c:pt idx="5253">
                  <c:v>14700</c:v>
                </c:pt>
                <c:pt idx="5254">
                  <c:v>14700</c:v>
                </c:pt>
                <c:pt idx="5255">
                  <c:v>14700</c:v>
                </c:pt>
                <c:pt idx="5256">
                  <c:v>14700</c:v>
                </c:pt>
                <c:pt idx="5257">
                  <c:v>14700</c:v>
                </c:pt>
                <c:pt idx="5258">
                  <c:v>14700</c:v>
                </c:pt>
                <c:pt idx="5259">
                  <c:v>14700</c:v>
                </c:pt>
                <c:pt idx="5260">
                  <c:v>15000</c:v>
                </c:pt>
                <c:pt idx="5261">
                  <c:v>15000</c:v>
                </c:pt>
                <c:pt idx="5262">
                  <c:v>15000</c:v>
                </c:pt>
                <c:pt idx="5263">
                  <c:v>15000</c:v>
                </c:pt>
                <c:pt idx="5264">
                  <c:v>15000</c:v>
                </c:pt>
                <c:pt idx="5265">
                  <c:v>15700</c:v>
                </c:pt>
                <c:pt idx="5266">
                  <c:v>15700</c:v>
                </c:pt>
                <c:pt idx="5267">
                  <c:v>15700</c:v>
                </c:pt>
                <c:pt idx="5268">
                  <c:v>16000</c:v>
                </c:pt>
                <c:pt idx="5269">
                  <c:v>16000</c:v>
                </c:pt>
                <c:pt idx="5270">
                  <c:v>16000</c:v>
                </c:pt>
                <c:pt idx="5271">
                  <c:v>16000</c:v>
                </c:pt>
                <c:pt idx="5272">
                  <c:v>16500</c:v>
                </c:pt>
                <c:pt idx="5273">
                  <c:v>16500</c:v>
                </c:pt>
                <c:pt idx="5274">
                  <c:v>16500</c:v>
                </c:pt>
                <c:pt idx="5275">
                  <c:v>17000</c:v>
                </c:pt>
                <c:pt idx="5276">
                  <c:v>17000</c:v>
                </c:pt>
                <c:pt idx="5277">
                  <c:v>17000</c:v>
                </c:pt>
                <c:pt idx="5278">
                  <c:v>17000</c:v>
                </c:pt>
                <c:pt idx="5279">
                  <c:v>17000</c:v>
                </c:pt>
                <c:pt idx="5280">
                  <c:v>17000</c:v>
                </c:pt>
                <c:pt idx="5281">
                  <c:v>17500</c:v>
                </c:pt>
                <c:pt idx="5282">
                  <c:v>17500</c:v>
                </c:pt>
                <c:pt idx="5283">
                  <c:v>17500</c:v>
                </c:pt>
                <c:pt idx="5284">
                  <c:v>17500</c:v>
                </c:pt>
                <c:pt idx="5285">
                  <c:v>17500</c:v>
                </c:pt>
                <c:pt idx="5286">
                  <c:v>17500</c:v>
                </c:pt>
                <c:pt idx="5287">
                  <c:v>17500</c:v>
                </c:pt>
                <c:pt idx="5288">
                  <c:v>17500</c:v>
                </c:pt>
                <c:pt idx="5289">
                  <c:v>17500</c:v>
                </c:pt>
                <c:pt idx="5290">
                  <c:v>17500</c:v>
                </c:pt>
                <c:pt idx="5291">
                  <c:v>17500</c:v>
                </c:pt>
                <c:pt idx="5292">
                  <c:v>17500</c:v>
                </c:pt>
                <c:pt idx="5293">
                  <c:v>17500</c:v>
                </c:pt>
                <c:pt idx="5294">
                  <c:v>17500</c:v>
                </c:pt>
                <c:pt idx="5295">
                  <c:v>17500</c:v>
                </c:pt>
                <c:pt idx="5296">
                  <c:v>17500</c:v>
                </c:pt>
                <c:pt idx="5297">
                  <c:v>17500</c:v>
                </c:pt>
                <c:pt idx="5298">
                  <c:v>17500</c:v>
                </c:pt>
                <c:pt idx="5299">
                  <c:v>17500</c:v>
                </c:pt>
                <c:pt idx="5300">
                  <c:v>17500</c:v>
                </c:pt>
                <c:pt idx="5301">
                  <c:v>17500</c:v>
                </c:pt>
                <c:pt idx="5302">
                  <c:v>17500</c:v>
                </c:pt>
                <c:pt idx="5303">
                  <c:v>17000</c:v>
                </c:pt>
                <c:pt idx="5304">
                  <c:v>17000</c:v>
                </c:pt>
                <c:pt idx="5305">
                  <c:v>17000</c:v>
                </c:pt>
                <c:pt idx="5306">
                  <c:v>17000</c:v>
                </c:pt>
                <c:pt idx="5307">
                  <c:v>17000</c:v>
                </c:pt>
                <c:pt idx="5308">
                  <c:v>17000</c:v>
                </c:pt>
                <c:pt idx="5309">
                  <c:v>16500</c:v>
                </c:pt>
                <c:pt idx="5310">
                  <c:v>16500</c:v>
                </c:pt>
                <c:pt idx="5311">
                  <c:v>16500</c:v>
                </c:pt>
                <c:pt idx="5312">
                  <c:v>16500</c:v>
                </c:pt>
                <c:pt idx="5313">
                  <c:v>16500</c:v>
                </c:pt>
                <c:pt idx="5314">
                  <c:v>16000</c:v>
                </c:pt>
                <c:pt idx="5315">
                  <c:v>16000</c:v>
                </c:pt>
                <c:pt idx="5316">
                  <c:v>16000</c:v>
                </c:pt>
                <c:pt idx="5317">
                  <c:v>15500</c:v>
                </c:pt>
                <c:pt idx="5318">
                  <c:v>15500</c:v>
                </c:pt>
                <c:pt idx="5319">
                  <c:v>15500</c:v>
                </c:pt>
                <c:pt idx="5320">
                  <c:v>15500</c:v>
                </c:pt>
                <c:pt idx="5321">
                  <c:v>15800</c:v>
                </c:pt>
                <c:pt idx="5322">
                  <c:v>15800</c:v>
                </c:pt>
                <c:pt idx="5323">
                  <c:v>16000</c:v>
                </c:pt>
                <c:pt idx="5324">
                  <c:v>16000</c:v>
                </c:pt>
                <c:pt idx="5325">
                  <c:v>16000</c:v>
                </c:pt>
                <c:pt idx="5326">
                  <c:v>16000</c:v>
                </c:pt>
                <c:pt idx="5327">
                  <c:v>16000</c:v>
                </c:pt>
                <c:pt idx="5328">
                  <c:v>16000</c:v>
                </c:pt>
                <c:pt idx="5329">
                  <c:v>16500</c:v>
                </c:pt>
                <c:pt idx="5330">
                  <c:v>16500</c:v>
                </c:pt>
                <c:pt idx="5331">
                  <c:v>16500</c:v>
                </c:pt>
                <c:pt idx="5332">
                  <c:v>16500</c:v>
                </c:pt>
                <c:pt idx="5333">
                  <c:v>16500</c:v>
                </c:pt>
                <c:pt idx="5334">
                  <c:v>16500</c:v>
                </c:pt>
                <c:pt idx="5335">
                  <c:v>16500</c:v>
                </c:pt>
                <c:pt idx="5336">
                  <c:v>16500</c:v>
                </c:pt>
                <c:pt idx="5337">
                  <c:v>16500</c:v>
                </c:pt>
                <c:pt idx="5338">
                  <c:v>16500</c:v>
                </c:pt>
                <c:pt idx="5339">
                  <c:v>16500</c:v>
                </c:pt>
                <c:pt idx="5340">
                  <c:v>16500</c:v>
                </c:pt>
                <c:pt idx="5341">
                  <c:v>16500</c:v>
                </c:pt>
                <c:pt idx="5342">
                  <c:v>16500</c:v>
                </c:pt>
                <c:pt idx="5343">
                  <c:v>16500</c:v>
                </c:pt>
                <c:pt idx="5344">
                  <c:v>16500</c:v>
                </c:pt>
                <c:pt idx="5345">
                  <c:v>16500</c:v>
                </c:pt>
                <c:pt idx="5346">
                  <c:v>16500</c:v>
                </c:pt>
                <c:pt idx="5347">
                  <c:v>16500</c:v>
                </c:pt>
                <c:pt idx="5348">
                  <c:v>16500</c:v>
                </c:pt>
                <c:pt idx="5349">
                  <c:v>16500</c:v>
                </c:pt>
                <c:pt idx="5350">
                  <c:v>16500</c:v>
                </c:pt>
                <c:pt idx="5351">
                  <c:v>16500</c:v>
                </c:pt>
                <c:pt idx="5352">
                  <c:v>16500</c:v>
                </c:pt>
                <c:pt idx="5353">
                  <c:v>16500</c:v>
                </c:pt>
                <c:pt idx="5354">
                  <c:v>16500</c:v>
                </c:pt>
                <c:pt idx="5355">
                  <c:v>16500</c:v>
                </c:pt>
                <c:pt idx="5356">
                  <c:v>16500</c:v>
                </c:pt>
                <c:pt idx="5357">
                  <c:v>16800</c:v>
                </c:pt>
                <c:pt idx="5358">
                  <c:v>17000</c:v>
                </c:pt>
                <c:pt idx="5359">
                  <c:v>17000</c:v>
                </c:pt>
                <c:pt idx="5360">
                  <c:v>17000</c:v>
                </c:pt>
                <c:pt idx="5361">
                  <c:v>17000</c:v>
                </c:pt>
                <c:pt idx="5362">
                  <c:v>17000</c:v>
                </c:pt>
                <c:pt idx="5363">
                  <c:v>17000</c:v>
                </c:pt>
                <c:pt idx="5364">
                  <c:v>17000</c:v>
                </c:pt>
                <c:pt idx="5365">
                  <c:v>17000</c:v>
                </c:pt>
                <c:pt idx="5366">
                  <c:v>17000</c:v>
                </c:pt>
                <c:pt idx="5367">
                  <c:v>17000</c:v>
                </c:pt>
                <c:pt idx="5368">
                  <c:v>17000</c:v>
                </c:pt>
                <c:pt idx="5369">
                  <c:v>17000</c:v>
                </c:pt>
                <c:pt idx="5370">
                  <c:v>17000</c:v>
                </c:pt>
                <c:pt idx="5371">
                  <c:v>17000</c:v>
                </c:pt>
                <c:pt idx="5372">
                  <c:v>17200</c:v>
                </c:pt>
                <c:pt idx="5373">
                  <c:v>17200</c:v>
                </c:pt>
                <c:pt idx="5374">
                  <c:v>17200</c:v>
                </c:pt>
                <c:pt idx="5375">
                  <c:v>17200</c:v>
                </c:pt>
                <c:pt idx="5376">
                  <c:v>17200</c:v>
                </c:pt>
                <c:pt idx="5377">
                  <c:v>17200</c:v>
                </c:pt>
                <c:pt idx="5378">
                  <c:v>17200</c:v>
                </c:pt>
                <c:pt idx="5379">
                  <c:v>17600</c:v>
                </c:pt>
                <c:pt idx="5380">
                  <c:v>17600</c:v>
                </c:pt>
                <c:pt idx="5381">
                  <c:v>17600</c:v>
                </c:pt>
                <c:pt idx="5382">
                  <c:v>17600</c:v>
                </c:pt>
                <c:pt idx="5383">
                  <c:v>17600</c:v>
                </c:pt>
                <c:pt idx="5384">
                  <c:v>17600</c:v>
                </c:pt>
                <c:pt idx="5385">
                  <c:v>17600</c:v>
                </c:pt>
                <c:pt idx="5386">
                  <c:v>17600</c:v>
                </c:pt>
                <c:pt idx="5387">
                  <c:v>17600</c:v>
                </c:pt>
                <c:pt idx="5388">
                  <c:v>17600</c:v>
                </c:pt>
                <c:pt idx="5389">
                  <c:v>17600</c:v>
                </c:pt>
                <c:pt idx="5390">
                  <c:v>17600</c:v>
                </c:pt>
                <c:pt idx="5391">
                  <c:v>17600</c:v>
                </c:pt>
                <c:pt idx="5392">
                  <c:v>17600</c:v>
                </c:pt>
                <c:pt idx="5393">
                  <c:v>17600</c:v>
                </c:pt>
                <c:pt idx="5394">
                  <c:v>17600</c:v>
                </c:pt>
                <c:pt idx="5395">
                  <c:v>17600</c:v>
                </c:pt>
                <c:pt idx="5396">
                  <c:v>17800</c:v>
                </c:pt>
                <c:pt idx="5397">
                  <c:v>17800</c:v>
                </c:pt>
                <c:pt idx="5398">
                  <c:v>17800</c:v>
                </c:pt>
                <c:pt idx="5399">
                  <c:v>17800</c:v>
                </c:pt>
                <c:pt idx="5400">
                  <c:v>17800</c:v>
                </c:pt>
                <c:pt idx="5401">
                  <c:v>17800</c:v>
                </c:pt>
                <c:pt idx="5402">
                  <c:v>18000</c:v>
                </c:pt>
                <c:pt idx="5403">
                  <c:v>18000</c:v>
                </c:pt>
                <c:pt idx="5404">
                  <c:v>18000</c:v>
                </c:pt>
                <c:pt idx="5405">
                  <c:v>18800</c:v>
                </c:pt>
                <c:pt idx="5406">
                  <c:v>18800</c:v>
                </c:pt>
                <c:pt idx="5407">
                  <c:v>18800</c:v>
                </c:pt>
                <c:pt idx="5408">
                  <c:v>19000</c:v>
                </c:pt>
                <c:pt idx="5409">
                  <c:v>19000</c:v>
                </c:pt>
                <c:pt idx="5410">
                  <c:v>19000</c:v>
                </c:pt>
                <c:pt idx="5411">
                  <c:v>19000</c:v>
                </c:pt>
                <c:pt idx="5412">
                  <c:v>19000</c:v>
                </c:pt>
                <c:pt idx="5413">
                  <c:v>19000</c:v>
                </c:pt>
                <c:pt idx="5414">
                  <c:v>20000</c:v>
                </c:pt>
                <c:pt idx="5415">
                  <c:v>20000</c:v>
                </c:pt>
                <c:pt idx="5416">
                  <c:v>20000</c:v>
                </c:pt>
                <c:pt idx="5417">
                  <c:v>20500</c:v>
                </c:pt>
                <c:pt idx="5418">
                  <c:v>20500</c:v>
                </c:pt>
                <c:pt idx="5419">
                  <c:v>20500</c:v>
                </c:pt>
                <c:pt idx="5420">
                  <c:v>20500</c:v>
                </c:pt>
                <c:pt idx="5421">
                  <c:v>20500</c:v>
                </c:pt>
                <c:pt idx="5422">
                  <c:v>23000</c:v>
                </c:pt>
                <c:pt idx="5423">
                  <c:v>23000</c:v>
                </c:pt>
                <c:pt idx="5424">
                  <c:v>23000</c:v>
                </c:pt>
                <c:pt idx="5425">
                  <c:v>23000</c:v>
                </c:pt>
                <c:pt idx="5426">
                  <c:v>23000</c:v>
                </c:pt>
                <c:pt idx="5427">
                  <c:v>23000</c:v>
                </c:pt>
                <c:pt idx="5428">
                  <c:v>23000</c:v>
                </c:pt>
                <c:pt idx="5429">
                  <c:v>24000</c:v>
                </c:pt>
                <c:pt idx="5430">
                  <c:v>24000</c:v>
                </c:pt>
                <c:pt idx="5431">
                  <c:v>24000</c:v>
                </c:pt>
                <c:pt idx="5432">
                  <c:v>24000</c:v>
                </c:pt>
                <c:pt idx="5433">
                  <c:v>24000</c:v>
                </c:pt>
                <c:pt idx="5434">
                  <c:v>26000</c:v>
                </c:pt>
                <c:pt idx="5435">
                  <c:v>29000</c:v>
                </c:pt>
                <c:pt idx="5436">
                  <c:v>29000</c:v>
                </c:pt>
                <c:pt idx="5437">
                  <c:v>29000</c:v>
                </c:pt>
                <c:pt idx="5438">
                  <c:v>29000</c:v>
                </c:pt>
                <c:pt idx="5439">
                  <c:v>29000</c:v>
                </c:pt>
                <c:pt idx="5440">
                  <c:v>30000</c:v>
                </c:pt>
                <c:pt idx="5441">
                  <c:v>30000</c:v>
                </c:pt>
                <c:pt idx="5442">
                  <c:v>33000</c:v>
                </c:pt>
                <c:pt idx="5443">
                  <c:v>33000</c:v>
                </c:pt>
                <c:pt idx="5444">
                  <c:v>33000</c:v>
                </c:pt>
                <c:pt idx="5445">
                  <c:v>33000</c:v>
                </c:pt>
                <c:pt idx="5446">
                  <c:v>33000</c:v>
                </c:pt>
                <c:pt idx="5447">
                  <c:v>33000</c:v>
                </c:pt>
                <c:pt idx="5448">
                  <c:v>33000</c:v>
                </c:pt>
                <c:pt idx="5449">
                  <c:v>33000</c:v>
                </c:pt>
                <c:pt idx="5450">
                  <c:v>33000</c:v>
                </c:pt>
                <c:pt idx="5451">
                  <c:v>33000</c:v>
                </c:pt>
                <c:pt idx="5452">
                  <c:v>33000</c:v>
                </c:pt>
                <c:pt idx="5453">
                  <c:v>33000</c:v>
                </c:pt>
                <c:pt idx="5454">
                  <c:v>33000</c:v>
                </c:pt>
                <c:pt idx="5455">
                  <c:v>33000</c:v>
                </c:pt>
                <c:pt idx="5456">
                  <c:v>33000</c:v>
                </c:pt>
                <c:pt idx="5457">
                  <c:v>33000</c:v>
                </c:pt>
                <c:pt idx="5458">
                  <c:v>33000</c:v>
                </c:pt>
                <c:pt idx="5459">
                  <c:v>33000</c:v>
                </c:pt>
                <c:pt idx="5460">
                  <c:v>33000</c:v>
                </c:pt>
                <c:pt idx="5461">
                  <c:v>33000</c:v>
                </c:pt>
                <c:pt idx="5462">
                  <c:v>33000</c:v>
                </c:pt>
                <c:pt idx="5463">
                  <c:v>33000</c:v>
                </c:pt>
                <c:pt idx="5464">
                  <c:v>28000</c:v>
                </c:pt>
                <c:pt idx="5465">
                  <c:v>28000</c:v>
                </c:pt>
                <c:pt idx="5466">
                  <c:v>28000</c:v>
                </c:pt>
                <c:pt idx="5467">
                  <c:v>28000</c:v>
                </c:pt>
                <c:pt idx="5468">
                  <c:v>28000</c:v>
                </c:pt>
                <c:pt idx="5469">
                  <c:v>28000</c:v>
                </c:pt>
                <c:pt idx="5470">
                  <c:v>28000</c:v>
                </c:pt>
                <c:pt idx="5471">
                  <c:v>23000</c:v>
                </c:pt>
                <c:pt idx="5472">
                  <c:v>23000</c:v>
                </c:pt>
                <c:pt idx="5473">
                  <c:v>23000</c:v>
                </c:pt>
                <c:pt idx="5474">
                  <c:v>23000</c:v>
                </c:pt>
                <c:pt idx="5475">
                  <c:v>22000</c:v>
                </c:pt>
                <c:pt idx="5476">
                  <c:v>22000</c:v>
                </c:pt>
                <c:pt idx="5477">
                  <c:v>22000</c:v>
                </c:pt>
                <c:pt idx="5478">
                  <c:v>22000</c:v>
                </c:pt>
                <c:pt idx="5479">
                  <c:v>22000</c:v>
                </c:pt>
                <c:pt idx="5480">
                  <c:v>22000</c:v>
                </c:pt>
                <c:pt idx="5481">
                  <c:v>22000</c:v>
                </c:pt>
                <c:pt idx="5482">
                  <c:v>22000</c:v>
                </c:pt>
                <c:pt idx="5483">
                  <c:v>22000</c:v>
                </c:pt>
                <c:pt idx="5484">
                  <c:v>22000</c:v>
                </c:pt>
                <c:pt idx="5485">
                  <c:v>21000</c:v>
                </c:pt>
                <c:pt idx="5486">
                  <c:v>21000</c:v>
                </c:pt>
                <c:pt idx="5487">
                  <c:v>21000</c:v>
                </c:pt>
                <c:pt idx="5488">
                  <c:v>21000</c:v>
                </c:pt>
                <c:pt idx="5489">
                  <c:v>21000</c:v>
                </c:pt>
                <c:pt idx="5490">
                  <c:v>20500</c:v>
                </c:pt>
                <c:pt idx="5491">
                  <c:v>20500</c:v>
                </c:pt>
                <c:pt idx="5492">
                  <c:v>20500</c:v>
                </c:pt>
                <c:pt idx="5493">
                  <c:v>20500</c:v>
                </c:pt>
                <c:pt idx="5494">
                  <c:v>20500</c:v>
                </c:pt>
                <c:pt idx="5495">
                  <c:v>20500</c:v>
                </c:pt>
                <c:pt idx="5496">
                  <c:v>20500</c:v>
                </c:pt>
                <c:pt idx="5497">
                  <c:v>20500</c:v>
                </c:pt>
                <c:pt idx="5498">
                  <c:v>20500</c:v>
                </c:pt>
                <c:pt idx="5499">
                  <c:v>20500</c:v>
                </c:pt>
                <c:pt idx="5500">
                  <c:v>20500</c:v>
                </c:pt>
                <c:pt idx="5501">
                  <c:v>20500</c:v>
                </c:pt>
                <c:pt idx="5502">
                  <c:v>20500</c:v>
                </c:pt>
                <c:pt idx="5503">
                  <c:v>21000</c:v>
                </c:pt>
                <c:pt idx="5504">
                  <c:v>21000</c:v>
                </c:pt>
                <c:pt idx="5505">
                  <c:v>21000</c:v>
                </c:pt>
                <c:pt idx="5506">
                  <c:v>21000</c:v>
                </c:pt>
                <c:pt idx="5507">
                  <c:v>21000</c:v>
                </c:pt>
                <c:pt idx="5508">
                  <c:v>21000</c:v>
                </c:pt>
                <c:pt idx="5509">
                  <c:v>21000</c:v>
                </c:pt>
                <c:pt idx="5510">
                  <c:v>21000</c:v>
                </c:pt>
                <c:pt idx="5511">
                  <c:v>21000</c:v>
                </c:pt>
                <c:pt idx="5512">
                  <c:v>21000</c:v>
                </c:pt>
                <c:pt idx="5513">
                  <c:v>21000</c:v>
                </c:pt>
                <c:pt idx="5514">
                  <c:v>21000</c:v>
                </c:pt>
                <c:pt idx="5515">
                  <c:v>21000</c:v>
                </c:pt>
                <c:pt idx="5516">
                  <c:v>21000</c:v>
                </c:pt>
                <c:pt idx="5517">
                  <c:v>21000</c:v>
                </c:pt>
                <c:pt idx="5518">
                  <c:v>21000</c:v>
                </c:pt>
                <c:pt idx="5519">
                  <c:v>21000</c:v>
                </c:pt>
                <c:pt idx="5520">
                  <c:v>21000</c:v>
                </c:pt>
                <c:pt idx="5521">
                  <c:v>21000</c:v>
                </c:pt>
                <c:pt idx="5522">
                  <c:v>21000</c:v>
                </c:pt>
                <c:pt idx="5523">
                  <c:v>21000</c:v>
                </c:pt>
                <c:pt idx="5524">
                  <c:v>21000</c:v>
                </c:pt>
                <c:pt idx="5525">
                  <c:v>21000</c:v>
                </c:pt>
                <c:pt idx="5526">
                  <c:v>21000</c:v>
                </c:pt>
                <c:pt idx="5527">
                  <c:v>21000</c:v>
                </c:pt>
                <c:pt idx="5528">
                  <c:v>21000</c:v>
                </c:pt>
                <c:pt idx="5529">
                  <c:v>21000</c:v>
                </c:pt>
                <c:pt idx="5530">
                  <c:v>21000</c:v>
                </c:pt>
                <c:pt idx="5531">
                  <c:v>22000</c:v>
                </c:pt>
                <c:pt idx="5532">
                  <c:v>22000</c:v>
                </c:pt>
                <c:pt idx="5533">
                  <c:v>23000</c:v>
                </c:pt>
                <c:pt idx="5534">
                  <c:v>23000</c:v>
                </c:pt>
                <c:pt idx="5535">
                  <c:v>23000</c:v>
                </c:pt>
                <c:pt idx="5536">
                  <c:v>23000</c:v>
                </c:pt>
                <c:pt idx="5537">
                  <c:v>23000</c:v>
                </c:pt>
                <c:pt idx="5538">
                  <c:v>23000</c:v>
                </c:pt>
                <c:pt idx="5539">
                  <c:v>23000</c:v>
                </c:pt>
                <c:pt idx="5540">
                  <c:v>24500</c:v>
                </c:pt>
                <c:pt idx="5541">
                  <c:v>24500</c:v>
                </c:pt>
                <c:pt idx="5542">
                  <c:v>24500</c:v>
                </c:pt>
                <c:pt idx="5543">
                  <c:v>24500</c:v>
                </c:pt>
                <c:pt idx="5544">
                  <c:v>24500</c:v>
                </c:pt>
                <c:pt idx="5545">
                  <c:v>24500</c:v>
                </c:pt>
                <c:pt idx="5546">
                  <c:v>24500</c:v>
                </c:pt>
                <c:pt idx="5547">
                  <c:v>24500</c:v>
                </c:pt>
                <c:pt idx="5548">
                  <c:v>26500</c:v>
                </c:pt>
                <c:pt idx="5549">
                  <c:v>26500</c:v>
                </c:pt>
                <c:pt idx="5550">
                  <c:v>26500</c:v>
                </c:pt>
                <c:pt idx="5551">
                  <c:v>26500</c:v>
                </c:pt>
                <c:pt idx="5552">
                  <c:v>26500</c:v>
                </c:pt>
                <c:pt idx="5553">
                  <c:v>26500</c:v>
                </c:pt>
                <c:pt idx="5554">
                  <c:v>26500</c:v>
                </c:pt>
                <c:pt idx="5555">
                  <c:v>29000</c:v>
                </c:pt>
                <c:pt idx="5556">
                  <c:v>29000</c:v>
                </c:pt>
                <c:pt idx="5557">
                  <c:v>29000</c:v>
                </c:pt>
                <c:pt idx="5558">
                  <c:v>29000</c:v>
                </c:pt>
                <c:pt idx="5559">
                  <c:v>29000</c:v>
                </c:pt>
                <c:pt idx="5560">
                  <c:v>29000</c:v>
                </c:pt>
                <c:pt idx="5561">
                  <c:v>29000</c:v>
                </c:pt>
                <c:pt idx="5562">
                  <c:v>29000</c:v>
                </c:pt>
                <c:pt idx="5563">
                  <c:v>29000</c:v>
                </c:pt>
                <c:pt idx="5564">
                  <c:v>29000</c:v>
                </c:pt>
                <c:pt idx="5565">
                  <c:v>29000</c:v>
                </c:pt>
                <c:pt idx="5566">
                  <c:v>29000</c:v>
                </c:pt>
                <c:pt idx="5567">
                  <c:v>29000</c:v>
                </c:pt>
                <c:pt idx="5568">
                  <c:v>29000</c:v>
                </c:pt>
                <c:pt idx="5569">
                  <c:v>29000</c:v>
                </c:pt>
                <c:pt idx="5570">
                  <c:v>29000</c:v>
                </c:pt>
                <c:pt idx="5571">
                  <c:v>29000</c:v>
                </c:pt>
                <c:pt idx="5572">
                  <c:v>29000</c:v>
                </c:pt>
                <c:pt idx="5573">
                  <c:v>29000</c:v>
                </c:pt>
                <c:pt idx="5574">
                  <c:v>29000</c:v>
                </c:pt>
                <c:pt idx="5575">
                  <c:v>29000</c:v>
                </c:pt>
                <c:pt idx="5576">
                  <c:v>29000</c:v>
                </c:pt>
                <c:pt idx="5577">
                  <c:v>29000</c:v>
                </c:pt>
                <c:pt idx="5578">
                  <c:v>29000</c:v>
                </c:pt>
                <c:pt idx="5579">
                  <c:v>29000</c:v>
                </c:pt>
                <c:pt idx="5580">
                  <c:v>29000</c:v>
                </c:pt>
                <c:pt idx="5581">
                  <c:v>29000</c:v>
                </c:pt>
                <c:pt idx="5582">
                  <c:v>29000</c:v>
                </c:pt>
                <c:pt idx="5583">
                  <c:v>29000</c:v>
                </c:pt>
                <c:pt idx="5584">
                  <c:v>29000</c:v>
                </c:pt>
                <c:pt idx="5585">
                  <c:v>29000</c:v>
                </c:pt>
                <c:pt idx="5586">
                  <c:v>29000</c:v>
                </c:pt>
                <c:pt idx="5587">
                  <c:v>29000</c:v>
                </c:pt>
                <c:pt idx="5588">
                  <c:v>29000</c:v>
                </c:pt>
                <c:pt idx="5589">
                  <c:v>29000</c:v>
                </c:pt>
                <c:pt idx="5590">
                  <c:v>29000</c:v>
                </c:pt>
                <c:pt idx="5591">
                  <c:v>29000</c:v>
                </c:pt>
                <c:pt idx="5592">
                  <c:v>29000</c:v>
                </c:pt>
                <c:pt idx="5593">
                  <c:v>29000</c:v>
                </c:pt>
                <c:pt idx="5594">
                  <c:v>28500</c:v>
                </c:pt>
                <c:pt idx="5595">
                  <c:v>28500</c:v>
                </c:pt>
                <c:pt idx="5596">
                  <c:v>28500</c:v>
                </c:pt>
                <c:pt idx="5597">
                  <c:v>28000</c:v>
                </c:pt>
                <c:pt idx="5598">
                  <c:v>28000</c:v>
                </c:pt>
                <c:pt idx="5599">
                  <c:v>28000</c:v>
                </c:pt>
                <c:pt idx="5600">
                  <c:v>28000</c:v>
                </c:pt>
                <c:pt idx="5601">
                  <c:v>28000</c:v>
                </c:pt>
                <c:pt idx="5602">
                  <c:v>28000</c:v>
                </c:pt>
                <c:pt idx="5603">
                  <c:v>28000</c:v>
                </c:pt>
                <c:pt idx="5604">
                  <c:v>28000</c:v>
                </c:pt>
                <c:pt idx="5605">
                  <c:v>28000</c:v>
                </c:pt>
                <c:pt idx="5606">
                  <c:v>28000</c:v>
                </c:pt>
                <c:pt idx="5607">
                  <c:v>28000</c:v>
                </c:pt>
                <c:pt idx="5608">
                  <c:v>26000</c:v>
                </c:pt>
                <c:pt idx="5609">
                  <c:v>26000</c:v>
                </c:pt>
                <c:pt idx="5610">
                  <c:v>26000</c:v>
                </c:pt>
                <c:pt idx="5611">
                  <c:v>26000</c:v>
                </c:pt>
                <c:pt idx="5612">
                  <c:v>26000</c:v>
                </c:pt>
                <c:pt idx="5613">
                  <c:v>26000</c:v>
                </c:pt>
                <c:pt idx="5614">
                  <c:v>26000</c:v>
                </c:pt>
                <c:pt idx="5615">
                  <c:v>26000</c:v>
                </c:pt>
                <c:pt idx="5616">
                  <c:v>26500</c:v>
                </c:pt>
                <c:pt idx="5617">
                  <c:v>26500</c:v>
                </c:pt>
                <c:pt idx="5618">
                  <c:v>26500</c:v>
                </c:pt>
                <c:pt idx="5619">
                  <c:v>26500</c:v>
                </c:pt>
                <c:pt idx="5620">
                  <c:v>26500</c:v>
                </c:pt>
                <c:pt idx="5621">
                  <c:v>26500</c:v>
                </c:pt>
                <c:pt idx="5622">
                  <c:v>26500</c:v>
                </c:pt>
                <c:pt idx="5623">
                  <c:v>26500</c:v>
                </c:pt>
                <c:pt idx="5624">
                  <c:v>26500</c:v>
                </c:pt>
                <c:pt idx="5625">
                  <c:v>26500</c:v>
                </c:pt>
                <c:pt idx="5626">
                  <c:v>26500</c:v>
                </c:pt>
                <c:pt idx="5627">
                  <c:v>26500</c:v>
                </c:pt>
                <c:pt idx="5628">
                  <c:v>26500</c:v>
                </c:pt>
                <c:pt idx="5629">
                  <c:v>26500</c:v>
                </c:pt>
                <c:pt idx="5630">
                  <c:v>26500</c:v>
                </c:pt>
                <c:pt idx="5631">
                  <c:v>26500</c:v>
                </c:pt>
                <c:pt idx="5632">
                  <c:v>27000</c:v>
                </c:pt>
                <c:pt idx="5633">
                  <c:v>27000</c:v>
                </c:pt>
                <c:pt idx="5634">
                  <c:v>27000</c:v>
                </c:pt>
                <c:pt idx="5635">
                  <c:v>27000</c:v>
                </c:pt>
                <c:pt idx="5636">
                  <c:v>27000</c:v>
                </c:pt>
                <c:pt idx="5637">
                  <c:v>27000</c:v>
                </c:pt>
                <c:pt idx="5638">
                  <c:v>27000</c:v>
                </c:pt>
                <c:pt idx="5639">
                  <c:v>27500</c:v>
                </c:pt>
                <c:pt idx="5640">
                  <c:v>28000</c:v>
                </c:pt>
                <c:pt idx="5641">
                  <c:v>28000</c:v>
                </c:pt>
                <c:pt idx="5642">
                  <c:v>28000</c:v>
                </c:pt>
                <c:pt idx="5643">
                  <c:v>28000</c:v>
                </c:pt>
                <c:pt idx="5644">
                  <c:v>28000</c:v>
                </c:pt>
                <c:pt idx="5645">
                  <c:v>30500</c:v>
                </c:pt>
                <c:pt idx="5646">
                  <c:v>30500</c:v>
                </c:pt>
                <c:pt idx="5647">
                  <c:v>30500</c:v>
                </c:pt>
                <c:pt idx="5648">
                  <c:v>30500</c:v>
                </c:pt>
                <c:pt idx="5649">
                  <c:v>30500</c:v>
                </c:pt>
                <c:pt idx="5650">
                  <c:v>30500</c:v>
                </c:pt>
                <c:pt idx="5651">
                  <c:v>30500</c:v>
                </c:pt>
                <c:pt idx="5652">
                  <c:v>30500</c:v>
                </c:pt>
                <c:pt idx="5653">
                  <c:v>30500</c:v>
                </c:pt>
                <c:pt idx="5654">
                  <c:v>30500</c:v>
                </c:pt>
                <c:pt idx="5655">
                  <c:v>30500</c:v>
                </c:pt>
                <c:pt idx="5656">
                  <c:v>30500</c:v>
                </c:pt>
                <c:pt idx="5657">
                  <c:v>30500</c:v>
                </c:pt>
                <c:pt idx="5658">
                  <c:v>30500</c:v>
                </c:pt>
                <c:pt idx="5659">
                  <c:v>30500</c:v>
                </c:pt>
                <c:pt idx="5660">
                  <c:v>30500</c:v>
                </c:pt>
                <c:pt idx="5661">
                  <c:v>30500</c:v>
                </c:pt>
                <c:pt idx="5662">
                  <c:v>30500</c:v>
                </c:pt>
                <c:pt idx="5663">
                  <c:v>30500</c:v>
                </c:pt>
                <c:pt idx="5664">
                  <c:v>30500</c:v>
                </c:pt>
                <c:pt idx="5665">
                  <c:v>30500</c:v>
                </c:pt>
                <c:pt idx="5666">
                  <c:v>30500</c:v>
                </c:pt>
                <c:pt idx="5667">
                  <c:v>30500</c:v>
                </c:pt>
                <c:pt idx="5668">
                  <c:v>30500</c:v>
                </c:pt>
                <c:pt idx="5669">
                  <c:v>30500</c:v>
                </c:pt>
                <c:pt idx="5670">
                  <c:v>30500</c:v>
                </c:pt>
                <c:pt idx="5671">
                  <c:v>30500</c:v>
                </c:pt>
                <c:pt idx="5672">
                  <c:v>30500</c:v>
                </c:pt>
                <c:pt idx="5673">
                  <c:v>30500</c:v>
                </c:pt>
                <c:pt idx="5674">
                  <c:v>30500</c:v>
                </c:pt>
                <c:pt idx="5675">
                  <c:v>30500</c:v>
                </c:pt>
                <c:pt idx="5676">
                  <c:v>30500</c:v>
                </c:pt>
                <c:pt idx="5677">
                  <c:v>30500</c:v>
                </c:pt>
                <c:pt idx="5678">
                  <c:v>30500</c:v>
                </c:pt>
                <c:pt idx="5679">
                  <c:v>30500</c:v>
                </c:pt>
                <c:pt idx="5680">
                  <c:v>30500</c:v>
                </c:pt>
                <c:pt idx="5681">
                  <c:v>30500</c:v>
                </c:pt>
                <c:pt idx="5682">
                  <c:v>30500</c:v>
                </c:pt>
                <c:pt idx="5683">
                  <c:v>30500</c:v>
                </c:pt>
                <c:pt idx="5684">
                  <c:v>30500</c:v>
                </c:pt>
                <c:pt idx="5685">
                  <c:v>30500</c:v>
                </c:pt>
                <c:pt idx="5686">
                  <c:v>30500</c:v>
                </c:pt>
                <c:pt idx="5687">
                  <c:v>30500</c:v>
                </c:pt>
                <c:pt idx="5688">
                  <c:v>30500</c:v>
                </c:pt>
                <c:pt idx="5689">
                  <c:v>30500</c:v>
                </c:pt>
                <c:pt idx="5690">
                  <c:v>30500</c:v>
                </c:pt>
                <c:pt idx="5691">
                  <c:v>30500</c:v>
                </c:pt>
                <c:pt idx="5692">
                  <c:v>30500</c:v>
                </c:pt>
                <c:pt idx="5693">
                  <c:v>30500</c:v>
                </c:pt>
                <c:pt idx="5694">
                  <c:v>30500</c:v>
                </c:pt>
                <c:pt idx="5695">
                  <c:v>30500</c:v>
                </c:pt>
                <c:pt idx="5696">
                  <c:v>30500</c:v>
                </c:pt>
                <c:pt idx="5697">
                  <c:v>30500</c:v>
                </c:pt>
                <c:pt idx="5698">
                  <c:v>30500</c:v>
                </c:pt>
                <c:pt idx="5699">
                  <c:v>30500</c:v>
                </c:pt>
                <c:pt idx="5700">
                  <c:v>30700</c:v>
                </c:pt>
                <c:pt idx="5701">
                  <c:v>30700</c:v>
                </c:pt>
                <c:pt idx="5702">
                  <c:v>30700</c:v>
                </c:pt>
                <c:pt idx="5703">
                  <c:v>30700</c:v>
                </c:pt>
                <c:pt idx="5704">
                  <c:v>30700</c:v>
                </c:pt>
                <c:pt idx="5705">
                  <c:v>30700</c:v>
                </c:pt>
                <c:pt idx="5706">
                  <c:v>31500</c:v>
                </c:pt>
                <c:pt idx="5707">
                  <c:v>31500</c:v>
                </c:pt>
                <c:pt idx="5708">
                  <c:v>31500</c:v>
                </c:pt>
                <c:pt idx="5709">
                  <c:v>33000</c:v>
                </c:pt>
                <c:pt idx="5710">
                  <c:v>33000</c:v>
                </c:pt>
                <c:pt idx="5711">
                  <c:v>33000</c:v>
                </c:pt>
                <c:pt idx="5712">
                  <c:v>33000</c:v>
                </c:pt>
                <c:pt idx="5713">
                  <c:v>33000</c:v>
                </c:pt>
                <c:pt idx="5714">
                  <c:v>35000</c:v>
                </c:pt>
                <c:pt idx="5715">
                  <c:v>36000</c:v>
                </c:pt>
                <c:pt idx="5716">
                  <c:v>36000</c:v>
                </c:pt>
                <c:pt idx="5717">
                  <c:v>36000</c:v>
                </c:pt>
                <c:pt idx="5718">
                  <c:v>36000</c:v>
                </c:pt>
                <c:pt idx="5719">
                  <c:v>36000</c:v>
                </c:pt>
                <c:pt idx="5720">
                  <c:v>36000</c:v>
                </c:pt>
                <c:pt idx="5721">
                  <c:v>36000</c:v>
                </c:pt>
                <c:pt idx="5722">
                  <c:v>37000</c:v>
                </c:pt>
                <c:pt idx="5723">
                  <c:v>37000</c:v>
                </c:pt>
                <c:pt idx="5724">
                  <c:v>37000</c:v>
                </c:pt>
                <c:pt idx="5725">
                  <c:v>37000</c:v>
                </c:pt>
                <c:pt idx="5726">
                  <c:v>37000</c:v>
                </c:pt>
                <c:pt idx="5727">
                  <c:v>37000</c:v>
                </c:pt>
                <c:pt idx="5728">
                  <c:v>37000</c:v>
                </c:pt>
                <c:pt idx="5729">
                  <c:v>37700</c:v>
                </c:pt>
                <c:pt idx="5730">
                  <c:v>37700</c:v>
                </c:pt>
                <c:pt idx="5731">
                  <c:v>37700</c:v>
                </c:pt>
                <c:pt idx="5732">
                  <c:v>37700</c:v>
                </c:pt>
                <c:pt idx="5733">
                  <c:v>37700</c:v>
                </c:pt>
                <c:pt idx="5734">
                  <c:v>37700</c:v>
                </c:pt>
                <c:pt idx="5735">
                  <c:v>38000</c:v>
                </c:pt>
                <c:pt idx="5736">
                  <c:v>38000</c:v>
                </c:pt>
                <c:pt idx="5737">
                  <c:v>38000</c:v>
                </c:pt>
                <c:pt idx="5738">
                  <c:v>38000</c:v>
                </c:pt>
                <c:pt idx="5739">
                  <c:v>38000</c:v>
                </c:pt>
                <c:pt idx="5740">
                  <c:v>38000</c:v>
                </c:pt>
                <c:pt idx="5741">
                  <c:v>38000</c:v>
                </c:pt>
                <c:pt idx="5742">
                  <c:v>38000</c:v>
                </c:pt>
                <c:pt idx="5743">
                  <c:v>43500</c:v>
                </c:pt>
                <c:pt idx="5744">
                  <c:v>43500</c:v>
                </c:pt>
                <c:pt idx="5745">
                  <c:v>43500</c:v>
                </c:pt>
                <c:pt idx="5746">
                  <c:v>43500</c:v>
                </c:pt>
                <c:pt idx="5747">
                  <c:v>60000</c:v>
                </c:pt>
                <c:pt idx="5748">
                  <c:v>60000</c:v>
                </c:pt>
                <c:pt idx="5749">
                  <c:v>60000</c:v>
                </c:pt>
                <c:pt idx="5750">
                  <c:v>60000</c:v>
                </c:pt>
                <c:pt idx="5751">
                  <c:v>60000</c:v>
                </c:pt>
                <c:pt idx="5752">
                  <c:v>60000</c:v>
                </c:pt>
                <c:pt idx="5753">
                  <c:v>60000</c:v>
                </c:pt>
                <c:pt idx="5754">
                  <c:v>60000</c:v>
                </c:pt>
                <c:pt idx="5755">
                  <c:v>60000</c:v>
                </c:pt>
                <c:pt idx="5756">
                  <c:v>60000</c:v>
                </c:pt>
                <c:pt idx="5757">
                  <c:v>60000</c:v>
                </c:pt>
                <c:pt idx="5758">
                  <c:v>60000</c:v>
                </c:pt>
                <c:pt idx="5759">
                  <c:v>60000</c:v>
                </c:pt>
                <c:pt idx="5760">
                  <c:v>60000</c:v>
                </c:pt>
                <c:pt idx="5761">
                  <c:v>60000</c:v>
                </c:pt>
                <c:pt idx="5762">
                  <c:v>60000</c:v>
                </c:pt>
                <c:pt idx="5763">
                  <c:v>60000</c:v>
                </c:pt>
                <c:pt idx="5764">
                  <c:v>60000</c:v>
                </c:pt>
                <c:pt idx="5765">
                  <c:v>60000</c:v>
                </c:pt>
                <c:pt idx="5766">
                  <c:v>60000</c:v>
                </c:pt>
                <c:pt idx="5767">
                  <c:v>60000</c:v>
                </c:pt>
                <c:pt idx="5768">
                  <c:v>60000</c:v>
                </c:pt>
                <c:pt idx="5769">
                  <c:v>60000</c:v>
                </c:pt>
                <c:pt idx="5770">
                  <c:v>60000</c:v>
                </c:pt>
                <c:pt idx="5771">
                  <c:v>60000</c:v>
                </c:pt>
                <c:pt idx="5772">
                  <c:v>60000</c:v>
                </c:pt>
                <c:pt idx="5773">
                  <c:v>60000</c:v>
                </c:pt>
                <c:pt idx="5774">
                  <c:v>60000</c:v>
                </c:pt>
                <c:pt idx="5775">
                  <c:v>60000</c:v>
                </c:pt>
                <c:pt idx="5776">
                  <c:v>57000</c:v>
                </c:pt>
                <c:pt idx="5777">
                  <c:v>57000</c:v>
                </c:pt>
                <c:pt idx="5778">
                  <c:v>54000</c:v>
                </c:pt>
                <c:pt idx="5779">
                  <c:v>54000</c:v>
                </c:pt>
                <c:pt idx="5780">
                  <c:v>54000</c:v>
                </c:pt>
                <c:pt idx="5781">
                  <c:v>54000</c:v>
                </c:pt>
                <c:pt idx="5782">
                  <c:v>54000</c:v>
                </c:pt>
                <c:pt idx="5783">
                  <c:v>54000</c:v>
                </c:pt>
                <c:pt idx="5784">
                  <c:v>43000</c:v>
                </c:pt>
                <c:pt idx="5785">
                  <c:v>43000</c:v>
                </c:pt>
                <c:pt idx="5786">
                  <c:v>43000</c:v>
                </c:pt>
                <c:pt idx="5787">
                  <c:v>34000</c:v>
                </c:pt>
                <c:pt idx="5788">
                  <c:v>34000</c:v>
                </c:pt>
                <c:pt idx="5789">
                  <c:v>34000</c:v>
                </c:pt>
                <c:pt idx="5790">
                  <c:v>31000</c:v>
                </c:pt>
                <c:pt idx="5791">
                  <c:v>31000</c:v>
                </c:pt>
                <c:pt idx="5792">
                  <c:v>31000</c:v>
                </c:pt>
                <c:pt idx="5793">
                  <c:v>31000</c:v>
                </c:pt>
                <c:pt idx="5794">
                  <c:v>31000</c:v>
                </c:pt>
                <c:pt idx="5795">
                  <c:v>31000</c:v>
                </c:pt>
                <c:pt idx="5796">
                  <c:v>31000</c:v>
                </c:pt>
                <c:pt idx="5797">
                  <c:v>31000</c:v>
                </c:pt>
                <c:pt idx="5798">
                  <c:v>31000</c:v>
                </c:pt>
                <c:pt idx="5799">
                  <c:v>31000</c:v>
                </c:pt>
                <c:pt idx="5800">
                  <c:v>31000</c:v>
                </c:pt>
                <c:pt idx="5801">
                  <c:v>31500</c:v>
                </c:pt>
                <c:pt idx="5802">
                  <c:v>31500</c:v>
                </c:pt>
                <c:pt idx="5803">
                  <c:v>31500</c:v>
                </c:pt>
                <c:pt idx="5804">
                  <c:v>31500</c:v>
                </c:pt>
                <c:pt idx="5805">
                  <c:v>31500</c:v>
                </c:pt>
                <c:pt idx="5806">
                  <c:v>31500</c:v>
                </c:pt>
                <c:pt idx="5807">
                  <c:v>31500</c:v>
                </c:pt>
                <c:pt idx="5808">
                  <c:v>31500</c:v>
                </c:pt>
                <c:pt idx="5809">
                  <c:v>31500</c:v>
                </c:pt>
                <c:pt idx="5810">
                  <c:v>31500</c:v>
                </c:pt>
                <c:pt idx="5811">
                  <c:v>31500</c:v>
                </c:pt>
                <c:pt idx="5812">
                  <c:v>31000</c:v>
                </c:pt>
                <c:pt idx="5813">
                  <c:v>31000</c:v>
                </c:pt>
                <c:pt idx="5814">
                  <c:v>31000</c:v>
                </c:pt>
                <c:pt idx="5815">
                  <c:v>31000</c:v>
                </c:pt>
                <c:pt idx="5816">
                  <c:v>31000</c:v>
                </c:pt>
                <c:pt idx="5817">
                  <c:v>31000</c:v>
                </c:pt>
                <c:pt idx="5818">
                  <c:v>30000</c:v>
                </c:pt>
                <c:pt idx="5819">
                  <c:v>30000</c:v>
                </c:pt>
                <c:pt idx="5820">
                  <c:v>26500</c:v>
                </c:pt>
                <c:pt idx="5821">
                  <c:v>26500</c:v>
                </c:pt>
                <c:pt idx="5822">
                  <c:v>26500</c:v>
                </c:pt>
                <c:pt idx="5823">
                  <c:v>26500</c:v>
                </c:pt>
                <c:pt idx="5824">
                  <c:v>26500</c:v>
                </c:pt>
                <c:pt idx="5825">
                  <c:v>26500</c:v>
                </c:pt>
                <c:pt idx="5826">
                  <c:v>26500</c:v>
                </c:pt>
                <c:pt idx="5827">
                  <c:v>23500</c:v>
                </c:pt>
                <c:pt idx="5828">
                  <c:v>23500</c:v>
                </c:pt>
                <c:pt idx="5829">
                  <c:v>23500</c:v>
                </c:pt>
                <c:pt idx="5830">
                  <c:v>23500</c:v>
                </c:pt>
                <c:pt idx="5831">
                  <c:v>23500</c:v>
                </c:pt>
                <c:pt idx="5832">
                  <c:v>23500</c:v>
                </c:pt>
                <c:pt idx="5833">
                  <c:v>24500</c:v>
                </c:pt>
                <c:pt idx="5834">
                  <c:v>24500</c:v>
                </c:pt>
                <c:pt idx="5835">
                  <c:v>24500</c:v>
                </c:pt>
                <c:pt idx="5836">
                  <c:v>24500</c:v>
                </c:pt>
                <c:pt idx="5837">
                  <c:v>24500</c:v>
                </c:pt>
                <c:pt idx="5838">
                  <c:v>24500</c:v>
                </c:pt>
                <c:pt idx="5839">
                  <c:v>24500</c:v>
                </c:pt>
                <c:pt idx="5840">
                  <c:v>25000</c:v>
                </c:pt>
                <c:pt idx="5841">
                  <c:v>25800</c:v>
                </c:pt>
                <c:pt idx="5842">
                  <c:v>25800</c:v>
                </c:pt>
                <c:pt idx="5843">
                  <c:v>25800</c:v>
                </c:pt>
                <c:pt idx="5844">
                  <c:v>25800</c:v>
                </c:pt>
                <c:pt idx="5845">
                  <c:v>25800</c:v>
                </c:pt>
                <c:pt idx="5846">
                  <c:v>25800</c:v>
                </c:pt>
                <c:pt idx="5847">
                  <c:v>26500</c:v>
                </c:pt>
                <c:pt idx="5848">
                  <c:v>27000</c:v>
                </c:pt>
                <c:pt idx="5849">
                  <c:v>27000</c:v>
                </c:pt>
                <c:pt idx="5850">
                  <c:v>27000</c:v>
                </c:pt>
                <c:pt idx="5851">
                  <c:v>27000</c:v>
                </c:pt>
                <c:pt idx="5852">
                  <c:v>27000</c:v>
                </c:pt>
                <c:pt idx="5853">
                  <c:v>28500</c:v>
                </c:pt>
                <c:pt idx="5854">
                  <c:v>28500</c:v>
                </c:pt>
                <c:pt idx="5855">
                  <c:v>30000</c:v>
                </c:pt>
                <c:pt idx="5856">
                  <c:v>30000</c:v>
                </c:pt>
                <c:pt idx="5857">
                  <c:v>30000</c:v>
                </c:pt>
                <c:pt idx="5858">
                  <c:v>30000</c:v>
                </c:pt>
                <c:pt idx="5859">
                  <c:v>30000</c:v>
                </c:pt>
                <c:pt idx="5860">
                  <c:v>31599</c:v>
                </c:pt>
                <c:pt idx="5861">
                  <c:v>31500</c:v>
                </c:pt>
                <c:pt idx="5862">
                  <c:v>31500</c:v>
                </c:pt>
                <c:pt idx="5863">
                  <c:v>31500</c:v>
                </c:pt>
                <c:pt idx="5864">
                  <c:v>31500</c:v>
                </c:pt>
                <c:pt idx="5865">
                  <c:v>31500</c:v>
                </c:pt>
                <c:pt idx="5866">
                  <c:v>31500</c:v>
                </c:pt>
                <c:pt idx="5867">
                  <c:v>31500</c:v>
                </c:pt>
                <c:pt idx="5868">
                  <c:v>31500</c:v>
                </c:pt>
                <c:pt idx="5869">
                  <c:v>31500</c:v>
                </c:pt>
                <c:pt idx="5870">
                  <c:v>31500</c:v>
                </c:pt>
                <c:pt idx="5871">
                  <c:v>31500</c:v>
                </c:pt>
                <c:pt idx="5872">
                  <c:v>31500</c:v>
                </c:pt>
                <c:pt idx="5873">
                  <c:v>31500</c:v>
                </c:pt>
                <c:pt idx="5874">
                  <c:v>31500</c:v>
                </c:pt>
                <c:pt idx="5875">
                  <c:v>31500</c:v>
                </c:pt>
                <c:pt idx="5876">
                  <c:v>31500</c:v>
                </c:pt>
                <c:pt idx="5877">
                  <c:v>31500</c:v>
                </c:pt>
                <c:pt idx="5878">
                  <c:v>31500</c:v>
                </c:pt>
                <c:pt idx="5879">
                  <c:v>31500</c:v>
                </c:pt>
                <c:pt idx="5880">
                  <c:v>31500</c:v>
                </c:pt>
                <c:pt idx="5881">
                  <c:v>31500</c:v>
                </c:pt>
                <c:pt idx="5882">
                  <c:v>31500</c:v>
                </c:pt>
                <c:pt idx="5883">
                  <c:v>31500</c:v>
                </c:pt>
                <c:pt idx="5884">
                  <c:v>31500</c:v>
                </c:pt>
                <c:pt idx="5885">
                  <c:v>31500</c:v>
                </c:pt>
                <c:pt idx="5886">
                  <c:v>31500</c:v>
                </c:pt>
                <c:pt idx="5887">
                  <c:v>31500</c:v>
                </c:pt>
                <c:pt idx="5888">
                  <c:v>31800</c:v>
                </c:pt>
                <c:pt idx="5889">
                  <c:v>31800</c:v>
                </c:pt>
                <c:pt idx="5890">
                  <c:v>32500</c:v>
                </c:pt>
                <c:pt idx="5891">
                  <c:v>32500</c:v>
                </c:pt>
                <c:pt idx="5892">
                  <c:v>32500</c:v>
                </c:pt>
                <c:pt idx="5893">
                  <c:v>32500</c:v>
                </c:pt>
                <c:pt idx="5894">
                  <c:v>32500</c:v>
                </c:pt>
                <c:pt idx="5895">
                  <c:v>32800</c:v>
                </c:pt>
                <c:pt idx="5896">
                  <c:v>33500</c:v>
                </c:pt>
                <c:pt idx="5897">
                  <c:v>34000</c:v>
                </c:pt>
                <c:pt idx="5898">
                  <c:v>35000</c:v>
                </c:pt>
                <c:pt idx="5899">
                  <c:v>35000</c:v>
                </c:pt>
                <c:pt idx="5900">
                  <c:v>35000</c:v>
                </c:pt>
                <c:pt idx="5901">
                  <c:v>35000</c:v>
                </c:pt>
                <c:pt idx="5902">
                  <c:v>35000</c:v>
                </c:pt>
                <c:pt idx="5903">
                  <c:v>35500</c:v>
                </c:pt>
                <c:pt idx="5904">
                  <c:v>37500</c:v>
                </c:pt>
                <c:pt idx="5905">
                  <c:v>37500</c:v>
                </c:pt>
                <c:pt idx="5906">
                  <c:v>37500</c:v>
                </c:pt>
                <c:pt idx="5907">
                  <c:v>37500</c:v>
                </c:pt>
                <c:pt idx="5908">
                  <c:v>37500</c:v>
                </c:pt>
                <c:pt idx="5909">
                  <c:v>38500</c:v>
                </c:pt>
                <c:pt idx="5910">
                  <c:v>39000</c:v>
                </c:pt>
                <c:pt idx="5911">
                  <c:v>39000</c:v>
                </c:pt>
                <c:pt idx="5912">
                  <c:v>39000</c:v>
                </c:pt>
                <c:pt idx="5913">
                  <c:v>39000</c:v>
                </c:pt>
                <c:pt idx="5914">
                  <c:v>39000</c:v>
                </c:pt>
                <c:pt idx="5915">
                  <c:v>39000</c:v>
                </c:pt>
                <c:pt idx="5916">
                  <c:v>38000</c:v>
                </c:pt>
                <c:pt idx="5917">
                  <c:v>38000</c:v>
                </c:pt>
                <c:pt idx="5918">
                  <c:v>38000</c:v>
                </c:pt>
                <c:pt idx="5919">
                  <c:v>38000</c:v>
                </c:pt>
                <c:pt idx="5920">
                  <c:v>38000</c:v>
                </c:pt>
                <c:pt idx="5921">
                  <c:v>38000</c:v>
                </c:pt>
                <c:pt idx="5922">
                  <c:v>38000</c:v>
                </c:pt>
                <c:pt idx="5923">
                  <c:v>37000</c:v>
                </c:pt>
                <c:pt idx="5924">
                  <c:v>36000</c:v>
                </c:pt>
                <c:pt idx="5925">
                  <c:v>36000</c:v>
                </c:pt>
                <c:pt idx="5926">
                  <c:v>33000</c:v>
                </c:pt>
                <c:pt idx="5927">
                  <c:v>32000</c:v>
                </c:pt>
                <c:pt idx="5928">
                  <c:v>32000</c:v>
                </c:pt>
                <c:pt idx="5929">
                  <c:v>32000</c:v>
                </c:pt>
                <c:pt idx="5930">
                  <c:v>32000</c:v>
                </c:pt>
                <c:pt idx="5931">
                  <c:v>30000</c:v>
                </c:pt>
                <c:pt idx="5932">
                  <c:v>28000</c:v>
                </c:pt>
                <c:pt idx="5933">
                  <c:v>27500</c:v>
                </c:pt>
                <c:pt idx="5934">
                  <c:v>27500</c:v>
                </c:pt>
                <c:pt idx="5935">
                  <c:v>27500</c:v>
                </c:pt>
                <c:pt idx="5936">
                  <c:v>27500</c:v>
                </c:pt>
                <c:pt idx="5937">
                  <c:v>27500</c:v>
                </c:pt>
                <c:pt idx="5938">
                  <c:v>27500</c:v>
                </c:pt>
                <c:pt idx="5939">
                  <c:v>27500</c:v>
                </c:pt>
                <c:pt idx="5940">
                  <c:v>27500</c:v>
                </c:pt>
                <c:pt idx="5941">
                  <c:v>27500</c:v>
                </c:pt>
                <c:pt idx="5942">
                  <c:v>27500</c:v>
                </c:pt>
                <c:pt idx="5943">
                  <c:v>27500</c:v>
                </c:pt>
                <c:pt idx="5944">
                  <c:v>28000</c:v>
                </c:pt>
                <c:pt idx="5945">
                  <c:v>28000</c:v>
                </c:pt>
                <c:pt idx="5946">
                  <c:v>28000</c:v>
                </c:pt>
                <c:pt idx="5947">
                  <c:v>28000</c:v>
                </c:pt>
                <c:pt idx="5948">
                  <c:v>28000</c:v>
                </c:pt>
                <c:pt idx="5949">
                  <c:v>28000</c:v>
                </c:pt>
                <c:pt idx="5950">
                  <c:v>28000</c:v>
                </c:pt>
                <c:pt idx="5951">
                  <c:v>28000</c:v>
                </c:pt>
                <c:pt idx="5952">
                  <c:v>28000</c:v>
                </c:pt>
                <c:pt idx="5953">
                  <c:v>28000</c:v>
                </c:pt>
                <c:pt idx="5954">
                  <c:v>28000</c:v>
                </c:pt>
                <c:pt idx="5955">
                  <c:v>28000</c:v>
                </c:pt>
                <c:pt idx="5956">
                  <c:v>28000</c:v>
                </c:pt>
                <c:pt idx="5957">
                  <c:v>28000</c:v>
                </c:pt>
                <c:pt idx="5958">
                  <c:v>28000</c:v>
                </c:pt>
                <c:pt idx="5959">
                  <c:v>27500</c:v>
                </c:pt>
                <c:pt idx="5960">
                  <c:v>27500</c:v>
                </c:pt>
                <c:pt idx="5961">
                  <c:v>27500</c:v>
                </c:pt>
                <c:pt idx="5962">
                  <c:v>27500</c:v>
                </c:pt>
                <c:pt idx="5963">
                  <c:v>27500</c:v>
                </c:pt>
                <c:pt idx="5964">
                  <c:v>27500</c:v>
                </c:pt>
                <c:pt idx="5965">
                  <c:v>27500</c:v>
                </c:pt>
                <c:pt idx="5966">
                  <c:v>27500</c:v>
                </c:pt>
                <c:pt idx="5967">
                  <c:v>27500</c:v>
                </c:pt>
                <c:pt idx="5968">
                  <c:v>27000</c:v>
                </c:pt>
                <c:pt idx="5969">
                  <c:v>26500</c:v>
                </c:pt>
                <c:pt idx="5970">
                  <c:v>26500</c:v>
                </c:pt>
                <c:pt idx="5971">
                  <c:v>26500</c:v>
                </c:pt>
                <c:pt idx="5972">
                  <c:v>26500</c:v>
                </c:pt>
                <c:pt idx="5973">
                  <c:v>26500</c:v>
                </c:pt>
                <c:pt idx="5974">
                  <c:v>26500</c:v>
                </c:pt>
                <c:pt idx="5975">
                  <c:v>26500</c:v>
                </c:pt>
                <c:pt idx="5976">
                  <c:v>26500</c:v>
                </c:pt>
                <c:pt idx="5977">
                  <c:v>26500</c:v>
                </c:pt>
                <c:pt idx="5978">
                  <c:v>26500</c:v>
                </c:pt>
                <c:pt idx="5979">
                  <c:v>26500</c:v>
                </c:pt>
                <c:pt idx="5980">
                  <c:v>26300</c:v>
                </c:pt>
                <c:pt idx="5981">
                  <c:v>26000</c:v>
                </c:pt>
                <c:pt idx="5982">
                  <c:v>26000</c:v>
                </c:pt>
                <c:pt idx="5983">
                  <c:v>25500</c:v>
                </c:pt>
                <c:pt idx="5984">
                  <c:v>25500</c:v>
                </c:pt>
                <c:pt idx="5985">
                  <c:v>25500</c:v>
                </c:pt>
                <c:pt idx="5986">
                  <c:v>25500</c:v>
                </c:pt>
                <c:pt idx="5987">
                  <c:v>24500</c:v>
                </c:pt>
                <c:pt idx="5988">
                  <c:v>24500</c:v>
                </c:pt>
                <c:pt idx="5989">
                  <c:v>24000</c:v>
                </c:pt>
                <c:pt idx="5990">
                  <c:v>24000</c:v>
                </c:pt>
                <c:pt idx="5991">
                  <c:v>24000</c:v>
                </c:pt>
                <c:pt idx="5992">
                  <c:v>24000</c:v>
                </c:pt>
                <c:pt idx="5993">
                  <c:v>23200</c:v>
                </c:pt>
                <c:pt idx="5994">
                  <c:v>22000</c:v>
                </c:pt>
                <c:pt idx="5995">
                  <c:v>22000</c:v>
                </c:pt>
                <c:pt idx="5996">
                  <c:v>22000</c:v>
                </c:pt>
                <c:pt idx="5997">
                  <c:v>22000</c:v>
                </c:pt>
                <c:pt idx="5998">
                  <c:v>22000</c:v>
                </c:pt>
                <c:pt idx="5999">
                  <c:v>22000</c:v>
                </c:pt>
                <c:pt idx="6000">
                  <c:v>21000</c:v>
                </c:pt>
                <c:pt idx="6001">
                  <c:v>20500</c:v>
                </c:pt>
                <c:pt idx="6002">
                  <c:v>21500</c:v>
                </c:pt>
                <c:pt idx="6003">
                  <c:v>22500</c:v>
                </c:pt>
                <c:pt idx="6004">
                  <c:v>22500</c:v>
                </c:pt>
                <c:pt idx="6005">
                  <c:v>22500</c:v>
                </c:pt>
                <c:pt idx="6006">
                  <c:v>22500</c:v>
                </c:pt>
                <c:pt idx="6007">
                  <c:v>22500</c:v>
                </c:pt>
                <c:pt idx="6008">
                  <c:v>22500</c:v>
                </c:pt>
                <c:pt idx="6009">
                  <c:v>22500</c:v>
                </c:pt>
                <c:pt idx="6010">
                  <c:v>22500</c:v>
                </c:pt>
                <c:pt idx="6011">
                  <c:v>21500</c:v>
                </c:pt>
                <c:pt idx="6012">
                  <c:v>21500</c:v>
                </c:pt>
                <c:pt idx="6013">
                  <c:v>21500</c:v>
                </c:pt>
                <c:pt idx="6014">
                  <c:v>21500</c:v>
                </c:pt>
                <c:pt idx="6015">
                  <c:v>20800</c:v>
                </c:pt>
                <c:pt idx="6016">
                  <c:v>20800</c:v>
                </c:pt>
                <c:pt idx="6017">
                  <c:v>20800</c:v>
                </c:pt>
                <c:pt idx="6018">
                  <c:v>20800</c:v>
                </c:pt>
                <c:pt idx="6019">
                  <c:v>20800</c:v>
                </c:pt>
                <c:pt idx="6020">
                  <c:v>20800</c:v>
                </c:pt>
                <c:pt idx="6021">
                  <c:v>20800</c:v>
                </c:pt>
                <c:pt idx="6022">
                  <c:v>20000</c:v>
                </c:pt>
                <c:pt idx="6023">
                  <c:v>20000</c:v>
                </c:pt>
                <c:pt idx="6024">
                  <c:v>20000</c:v>
                </c:pt>
                <c:pt idx="6025">
                  <c:v>19000</c:v>
                </c:pt>
                <c:pt idx="6026">
                  <c:v>19000</c:v>
                </c:pt>
                <c:pt idx="6027">
                  <c:v>19000</c:v>
                </c:pt>
                <c:pt idx="6028">
                  <c:v>19500</c:v>
                </c:pt>
                <c:pt idx="6029">
                  <c:v>20000</c:v>
                </c:pt>
                <c:pt idx="6030">
                  <c:v>20500</c:v>
                </c:pt>
                <c:pt idx="6031">
                  <c:v>20500</c:v>
                </c:pt>
                <c:pt idx="6032">
                  <c:v>20500</c:v>
                </c:pt>
                <c:pt idx="6033">
                  <c:v>20500</c:v>
                </c:pt>
                <c:pt idx="6034">
                  <c:v>20500</c:v>
                </c:pt>
                <c:pt idx="6035">
                  <c:v>20500</c:v>
                </c:pt>
                <c:pt idx="6036">
                  <c:v>21000</c:v>
                </c:pt>
                <c:pt idx="6037">
                  <c:v>21000</c:v>
                </c:pt>
                <c:pt idx="6038">
                  <c:v>21000</c:v>
                </c:pt>
                <c:pt idx="6039">
                  <c:v>21000</c:v>
                </c:pt>
                <c:pt idx="6040">
                  <c:v>21000</c:v>
                </c:pt>
                <c:pt idx="6041">
                  <c:v>21000</c:v>
                </c:pt>
                <c:pt idx="6042">
                  <c:v>21000</c:v>
                </c:pt>
                <c:pt idx="6043">
                  <c:v>21000</c:v>
                </c:pt>
                <c:pt idx="6044">
                  <c:v>21000</c:v>
                </c:pt>
                <c:pt idx="6045">
                  <c:v>20500</c:v>
                </c:pt>
                <c:pt idx="6046">
                  <c:v>20500</c:v>
                </c:pt>
                <c:pt idx="6047">
                  <c:v>20500</c:v>
                </c:pt>
                <c:pt idx="6048">
                  <c:v>20500</c:v>
                </c:pt>
                <c:pt idx="6049">
                  <c:v>20500</c:v>
                </c:pt>
                <c:pt idx="6050">
                  <c:v>20500</c:v>
                </c:pt>
                <c:pt idx="6051">
                  <c:v>20500</c:v>
                </c:pt>
                <c:pt idx="6052">
                  <c:v>20000</c:v>
                </c:pt>
                <c:pt idx="6053">
                  <c:v>20000</c:v>
                </c:pt>
                <c:pt idx="6054">
                  <c:v>20000</c:v>
                </c:pt>
                <c:pt idx="6055">
                  <c:v>20000</c:v>
                </c:pt>
                <c:pt idx="6056">
                  <c:v>19500</c:v>
                </c:pt>
                <c:pt idx="6057">
                  <c:v>19500</c:v>
                </c:pt>
                <c:pt idx="6058">
                  <c:v>19500</c:v>
                </c:pt>
                <c:pt idx="6059">
                  <c:v>19500</c:v>
                </c:pt>
                <c:pt idx="6060">
                  <c:v>19000</c:v>
                </c:pt>
                <c:pt idx="6061">
                  <c:v>19000</c:v>
                </c:pt>
                <c:pt idx="6062">
                  <c:v>19000</c:v>
                </c:pt>
                <c:pt idx="6063">
                  <c:v>19000</c:v>
                </c:pt>
                <c:pt idx="6064">
                  <c:v>19000</c:v>
                </c:pt>
                <c:pt idx="6065">
                  <c:v>19000</c:v>
                </c:pt>
                <c:pt idx="6066">
                  <c:v>19000</c:v>
                </c:pt>
                <c:pt idx="6067">
                  <c:v>19000</c:v>
                </c:pt>
                <c:pt idx="6068">
                  <c:v>19000</c:v>
                </c:pt>
                <c:pt idx="6069">
                  <c:v>19000</c:v>
                </c:pt>
                <c:pt idx="6070">
                  <c:v>19300</c:v>
                </c:pt>
                <c:pt idx="6071">
                  <c:v>20000</c:v>
                </c:pt>
                <c:pt idx="6072">
                  <c:v>20500</c:v>
                </c:pt>
                <c:pt idx="6073">
                  <c:v>21000</c:v>
                </c:pt>
                <c:pt idx="6074">
                  <c:v>21000</c:v>
                </c:pt>
                <c:pt idx="6075">
                  <c:v>21000</c:v>
                </c:pt>
                <c:pt idx="6076">
                  <c:v>21000</c:v>
                </c:pt>
                <c:pt idx="6077">
                  <c:v>21000</c:v>
                </c:pt>
                <c:pt idx="6078">
                  <c:v>21500</c:v>
                </c:pt>
                <c:pt idx="6079">
                  <c:v>21500</c:v>
                </c:pt>
                <c:pt idx="6080">
                  <c:v>21500</c:v>
                </c:pt>
                <c:pt idx="6081">
                  <c:v>20500</c:v>
                </c:pt>
                <c:pt idx="6082">
                  <c:v>20500</c:v>
                </c:pt>
                <c:pt idx="6083">
                  <c:v>20500</c:v>
                </c:pt>
                <c:pt idx="6084">
                  <c:v>19800</c:v>
                </c:pt>
                <c:pt idx="6085">
                  <c:v>19800</c:v>
                </c:pt>
                <c:pt idx="6086">
                  <c:v>19800</c:v>
                </c:pt>
                <c:pt idx="6087">
                  <c:v>19800</c:v>
                </c:pt>
                <c:pt idx="6088">
                  <c:v>19800</c:v>
                </c:pt>
                <c:pt idx="6089">
                  <c:v>19800</c:v>
                </c:pt>
                <c:pt idx="6090">
                  <c:v>19800</c:v>
                </c:pt>
                <c:pt idx="6091">
                  <c:v>19800</c:v>
                </c:pt>
                <c:pt idx="6092">
                  <c:v>19800</c:v>
                </c:pt>
                <c:pt idx="6093">
                  <c:v>19800</c:v>
                </c:pt>
                <c:pt idx="6094">
                  <c:v>19800</c:v>
                </c:pt>
                <c:pt idx="6095">
                  <c:v>19800</c:v>
                </c:pt>
                <c:pt idx="6096">
                  <c:v>19800</c:v>
                </c:pt>
                <c:pt idx="6097">
                  <c:v>19800</c:v>
                </c:pt>
                <c:pt idx="6098">
                  <c:v>19800</c:v>
                </c:pt>
                <c:pt idx="6099">
                  <c:v>19800</c:v>
                </c:pt>
                <c:pt idx="6100">
                  <c:v>19500</c:v>
                </c:pt>
                <c:pt idx="6101">
                  <c:v>19500</c:v>
                </c:pt>
                <c:pt idx="6102">
                  <c:v>19500</c:v>
                </c:pt>
                <c:pt idx="6103">
                  <c:v>19500</c:v>
                </c:pt>
                <c:pt idx="6104">
                  <c:v>19500</c:v>
                </c:pt>
                <c:pt idx="6105">
                  <c:v>19500</c:v>
                </c:pt>
                <c:pt idx="6106">
                  <c:v>19500</c:v>
                </c:pt>
                <c:pt idx="6107">
                  <c:v>19500</c:v>
                </c:pt>
                <c:pt idx="6108">
                  <c:v>19200</c:v>
                </c:pt>
                <c:pt idx="6109">
                  <c:v>19000</c:v>
                </c:pt>
                <c:pt idx="6110">
                  <c:v>19000</c:v>
                </c:pt>
                <c:pt idx="6111">
                  <c:v>19000</c:v>
                </c:pt>
                <c:pt idx="6112">
                  <c:v>18800</c:v>
                </c:pt>
                <c:pt idx="6113">
                  <c:v>18800</c:v>
                </c:pt>
                <c:pt idx="6114">
                  <c:v>18500</c:v>
                </c:pt>
                <c:pt idx="6115">
                  <c:v>18500</c:v>
                </c:pt>
                <c:pt idx="6116">
                  <c:v>18500</c:v>
                </c:pt>
                <c:pt idx="6117">
                  <c:v>18500</c:v>
                </c:pt>
                <c:pt idx="6118">
                  <c:v>18500</c:v>
                </c:pt>
                <c:pt idx="6119">
                  <c:v>18500</c:v>
                </c:pt>
                <c:pt idx="6120">
                  <c:v>18500</c:v>
                </c:pt>
                <c:pt idx="6121">
                  <c:v>18500</c:v>
                </c:pt>
                <c:pt idx="6122">
                  <c:v>18500</c:v>
                </c:pt>
                <c:pt idx="6123">
                  <c:v>18500</c:v>
                </c:pt>
                <c:pt idx="6124">
                  <c:v>18500</c:v>
                </c:pt>
                <c:pt idx="6125">
                  <c:v>18000</c:v>
                </c:pt>
                <c:pt idx="6126">
                  <c:v>18000</c:v>
                </c:pt>
                <c:pt idx="6127">
                  <c:v>18000</c:v>
                </c:pt>
                <c:pt idx="6128">
                  <c:v>18000</c:v>
                </c:pt>
                <c:pt idx="6129">
                  <c:v>18000</c:v>
                </c:pt>
                <c:pt idx="6130">
                  <c:v>18000</c:v>
                </c:pt>
                <c:pt idx="6131">
                  <c:v>18000</c:v>
                </c:pt>
                <c:pt idx="6132">
                  <c:v>18000</c:v>
                </c:pt>
                <c:pt idx="6133">
                  <c:v>18000</c:v>
                </c:pt>
                <c:pt idx="6134">
                  <c:v>18000</c:v>
                </c:pt>
                <c:pt idx="6135">
                  <c:v>18000</c:v>
                </c:pt>
                <c:pt idx="6136">
                  <c:v>18000</c:v>
                </c:pt>
                <c:pt idx="6137">
                  <c:v>18000</c:v>
                </c:pt>
                <c:pt idx="6138">
                  <c:v>18000</c:v>
                </c:pt>
                <c:pt idx="6139">
                  <c:v>18000</c:v>
                </c:pt>
                <c:pt idx="6140">
                  <c:v>18000</c:v>
                </c:pt>
                <c:pt idx="6141">
                  <c:v>18000</c:v>
                </c:pt>
                <c:pt idx="6142">
                  <c:v>18000</c:v>
                </c:pt>
                <c:pt idx="6143">
                  <c:v>18000</c:v>
                </c:pt>
                <c:pt idx="6144">
                  <c:v>18000</c:v>
                </c:pt>
                <c:pt idx="6145">
                  <c:v>18000</c:v>
                </c:pt>
                <c:pt idx="6146">
                  <c:v>18000</c:v>
                </c:pt>
                <c:pt idx="6147">
                  <c:v>18000</c:v>
                </c:pt>
                <c:pt idx="6148">
                  <c:v>18000</c:v>
                </c:pt>
                <c:pt idx="6149">
                  <c:v>18000</c:v>
                </c:pt>
                <c:pt idx="6150">
                  <c:v>18000</c:v>
                </c:pt>
                <c:pt idx="6151">
                  <c:v>18000</c:v>
                </c:pt>
                <c:pt idx="6152">
                  <c:v>18000</c:v>
                </c:pt>
                <c:pt idx="6153">
                  <c:v>18000</c:v>
                </c:pt>
                <c:pt idx="6154">
                  <c:v>18000</c:v>
                </c:pt>
                <c:pt idx="6155">
                  <c:v>18000</c:v>
                </c:pt>
                <c:pt idx="6156">
                  <c:v>17800</c:v>
                </c:pt>
                <c:pt idx="6157">
                  <c:v>17800</c:v>
                </c:pt>
                <c:pt idx="6158">
                  <c:v>17800</c:v>
                </c:pt>
                <c:pt idx="6159">
                  <c:v>17800</c:v>
                </c:pt>
                <c:pt idx="6160">
                  <c:v>17800</c:v>
                </c:pt>
                <c:pt idx="6161">
                  <c:v>17800</c:v>
                </c:pt>
                <c:pt idx="6162">
                  <c:v>17800</c:v>
                </c:pt>
                <c:pt idx="6163">
                  <c:v>17800</c:v>
                </c:pt>
                <c:pt idx="6164">
                  <c:v>17800</c:v>
                </c:pt>
                <c:pt idx="6165">
                  <c:v>17800</c:v>
                </c:pt>
                <c:pt idx="6166">
                  <c:v>17800</c:v>
                </c:pt>
                <c:pt idx="6167">
                  <c:v>17800</c:v>
                </c:pt>
                <c:pt idx="6168">
                  <c:v>17500</c:v>
                </c:pt>
                <c:pt idx="6169">
                  <c:v>17500</c:v>
                </c:pt>
                <c:pt idx="6170">
                  <c:v>17500</c:v>
                </c:pt>
                <c:pt idx="6171">
                  <c:v>17500</c:v>
                </c:pt>
                <c:pt idx="6172">
                  <c:v>17500</c:v>
                </c:pt>
                <c:pt idx="6173">
                  <c:v>17500</c:v>
                </c:pt>
                <c:pt idx="6174">
                  <c:v>17500</c:v>
                </c:pt>
                <c:pt idx="6175">
                  <c:v>17300</c:v>
                </c:pt>
                <c:pt idx="6176">
                  <c:v>17300</c:v>
                </c:pt>
                <c:pt idx="6177">
                  <c:v>17300</c:v>
                </c:pt>
                <c:pt idx="6178">
                  <c:v>17300</c:v>
                </c:pt>
                <c:pt idx="6179">
                  <c:v>17300</c:v>
                </c:pt>
                <c:pt idx="6180">
                  <c:v>17300</c:v>
                </c:pt>
                <c:pt idx="6181">
                  <c:v>17300</c:v>
                </c:pt>
                <c:pt idx="6182">
                  <c:v>17300</c:v>
                </c:pt>
                <c:pt idx="6183">
                  <c:v>17300</c:v>
                </c:pt>
                <c:pt idx="6184">
                  <c:v>17300</c:v>
                </c:pt>
                <c:pt idx="6185">
                  <c:v>17300</c:v>
                </c:pt>
                <c:pt idx="6186">
                  <c:v>17300</c:v>
                </c:pt>
                <c:pt idx="6187">
                  <c:v>17300</c:v>
                </c:pt>
                <c:pt idx="6188">
                  <c:v>17300</c:v>
                </c:pt>
                <c:pt idx="6189">
                  <c:v>17000</c:v>
                </c:pt>
                <c:pt idx="6190">
                  <c:v>17000</c:v>
                </c:pt>
                <c:pt idx="6191">
                  <c:v>17000</c:v>
                </c:pt>
                <c:pt idx="6192">
                  <c:v>17000</c:v>
                </c:pt>
                <c:pt idx="6193">
                  <c:v>17000</c:v>
                </c:pt>
                <c:pt idx="6194">
                  <c:v>17000</c:v>
                </c:pt>
                <c:pt idx="6195">
                  <c:v>17000</c:v>
                </c:pt>
                <c:pt idx="6196">
                  <c:v>17000</c:v>
                </c:pt>
                <c:pt idx="6197">
                  <c:v>17000</c:v>
                </c:pt>
                <c:pt idx="6198">
                  <c:v>17000</c:v>
                </c:pt>
                <c:pt idx="6199">
                  <c:v>17000</c:v>
                </c:pt>
                <c:pt idx="6200">
                  <c:v>17000</c:v>
                </c:pt>
                <c:pt idx="6201">
                  <c:v>17000</c:v>
                </c:pt>
                <c:pt idx="6202">
                  <c:v>17000</c:v>
                </c:pt>
                <c:pt idx="6203">
                  <c:v>16800</c:v>
                </c:pt>
                <c:pt idx="6204">
                  <c:v>16800</c:v>
                </c:pt>
                <c:pt idx="6205">
                  <c:v>16800</c:v>
                </c:pt>
                <c:pt idx="6206">
                  <c:v>16800</c:v>
                </c:pt>
                <c:pt idx="6207">
                  <c:v>16800</c:v>
                </c:pt>
                <c:pt idx="6208">
                  <c:v>16800</c:v>
                </c:pt>
                <c:pt idx="6209">
                  <c:v>16800</c:v>
                </c:pt>
                <c:pt idx="6210">
                  <c:v>16800</c:v>
                </c:pt>
                <c:pt idx="6211">
                  <c:v>16800</c:v>
                </c:pt>
                <c:pt idx="6212">
                  <c:v>16800</c:v>
                </c:pt>
                <c:pt idx="6213">
                  <c:v>16800</c:v>
                </c:pt>
                <c:pt idx="6214">
                  <c:v>16800</c:v>
                </c:pt>
                <c:pt idx="6215">
                  <c:v>16800</c:v>
                </c:pt>
                <c:pt idx="6216">
                  <c:v>16800</c:v>
                </c:pt>
                <c:pt idx="6217">
                  <c:v>16800</c:v>
                </c:pt>
                <c:pt idx="6218">
                  <c:v>16800</c:v>
                </c:pt>
                <c:pt idx="6219">
                  <c:v>16800</c:v>
                </c:pt>
                <c:pt idx="6220">
                  <c:v>16800</c:v>
                </c:pt>
                <c:pt idx="6221">
                  <c:v>16800</c:v>
                </c:pt>
                <c:pt idx="6222">
                  <c:v>16800</c:v>
                </c:pt>
                <c:pt idx="6223">
                  <c:v>16800</c:v>
                </c:pt>
                <c:pt idx="6224">
                  <c:v>16800</c:v>
                </c:pt>
                <c:pt idx="6225">
                  <c:v>16800</c:v>
                </c:pt>
                <c:pt idx="6226">
                  <c:v>16800</c:v>
                </c:pt>
                <c:pt idx="6227">
                  <c:v>16800</c:v>
                </c:pt>
                <c:pt idx="6228">
                  <c:v>16800</c:v>
                </c:pt>
                <c:pt idx="6229">
                  <c:v>16800</c:v>
                </c:pt>
                <c:pt idx="6230">
                  <c:v>16800</c:v>
                </c:pt>
                <c:pt idx="6231">
                  <c:v>16800</c:v>
                </c:pt>
                <c:pt idx="6232">
                  <c:v>16800</c:v>
                </c:pt>
                <c:pt idx="6233">
                  <c:v>16800</c:v>
                </c:pt>
                <c:pt idx="6234">
                  <c:v>16800</c:v>
                </c:pt>
                <c:pt idx="6235">
                  <c:v>16800</c:v>
                </c:pt>
                <c:pt idx="6236">
                  <c:v>16800</c:v>
                </c:pt>
                <c:pt idx="6237">
                  <c:v>16800</c:v>
                </c:pt>
                <c:pt idx="6238">
                  <c:v>16800</c:v>
                </c:pt>
                <c:pt idx="6239">
                  <c:v>16800</c:v>
                </c:pt>
                <c:pt idx="6240">
                  <c:v>16800</c:v>
                </c:pt>
                <c:pt idx="6241">
                  <c:v>17000</c:v>
                </c:pt>
                <c:pt idx="6242">
                  <c:v>17000</c:v>
                </c:pt>
                <c:pt idx="6243">
                  <c:v>17000</c:v>
                </c:pt>
                <c:pt idx="6244">
                  <c:v>17000</c:v>
                </c:pt>
                <c:pt idx="6245">
                  <c:v>17000</c:v>
                </c:pt>
                <c:pt idx="6246">
                  <c:v>17200</c:v>
                </c:pt>
                <c:pt idx="6247">
                  <c:v>17400</c:v>
                </c:pt>
                <c:pt idx="6248">
                  <c:v>17400</c:v>
                </c:pt>
                <c:pt idx="6249">
                  <c:v>17400</c:v>
                </c:pt>
                <c:pt idx="6250">
                  <c:v>17400</c:v>
                </c:pt>
                <c:pt idx="6251">
                  <c:v>17400</c:v>
                </c:pt>
                <c:pt idx="6252">
                  <c:v>17400</c:v>
                </c:pt>
                <c:pt idx="6253">
                  <c:v>17500</c:v>
                </c:pt>
                <c:pt idx="6254">
                  <c:v>17500</c:v>
                </c:pt>
                <c:pt idx="6255">
                  <c:v>17500</c:v>
                </c:pt>
                <c:pt idx="6256">
                  <c:v>17500</c:v>
                </c:pt>
                <c:pt idx="6257">
                  <c:v>17500</c:v>
                </c:pt>
                <c:pt idx="6258">
                  <c:v>17500</c:v>
                </c:pt>
                <c:pt idx="6259">
                  <c:v>17500</c:v>
                </c:pt>
                <c:pt idx="6260">
                  <c:v>17700</c:v>
                </c:pt>
                <c:pt idx="6261">
                  <c:v>17800</c:v>
                </c:pt>
                <c:pt idx="6262">
                  <c:v>17800</c:v>
                </c:pt>
                <c:pt idx="6263">
                  <c:v>17800</c:v>
                </c:pt>
                <c:pt idx="6264">
                  <c:v>17800</c:v>
                </c:pt>
                <c:pt idx="6265">
                  <c:v>17800</c:v>
                </c:pt>
                <c:pt idx="6266">
                  <c:v>17800</c:v>
                </c:pt>
                <c:pt idx="6267">
                  <c:v>17600</c:v>
                </c:pt>
                <c:pt idx="6268">
                  <c:v>17500</c:v>
                </c:pt>
                <c:pt idx="6269">
                  <c:v>17500</c:v>
                </c:pt>
                <c:pt idx="6270">
                  <c:v>17500</c:v>
                </c:pt>
                <c:pt idx="6271">
                  <c:v>17500</c:v>
                </c:pt>
                <c:pt idx="6272">
                  <c:v>17500</c:v>
                </c:pt>
                <c:pt idx="6273">
                  <c:v>17500</c:v>
                </c:pt>
                <c:pt idx="6274">
                  <c:v>17100</c:v>
                </c:pt>
                <c:pt idx="6275">
                  <c:v>17100</c:v>
                </c:pt>
                <c:pt idx="6276">
                  <c:v>17100</c:v>
                </c:pt>
                <c:pt idx="6277">
                  <c:v>17100</c:v>
                </c:pt>
                <c:pt idx="6278">
                  <c:v>17100</c:v>
                </c:pt>
                <c:pt idx="6279">
                  <c:v>17100</c:v>
                </c:pt>
                <c:pt idx="6280">
                  <c:v>17100</c:v>
                </c:pt>
                <c:pt idx="6281">
                  <c:v>17000</c:v>
                </c:pt>
                <c:pt idx="6282">
                  <c:v>16800</c:v>
                </c:pt>
                <c:pt idx="6283">
                  <c:v>16800</c:v>
                </c:pt>
                <c:pt idx="6284">
                  <c:v>16800</c:v>
                </c:pt>
                <c:pt idx="6285">
                  <c:v>16800</c:v>
                </c:pt>
                <c:pt idx="6286">
                  <c:v>16800</c:v>
                </c:pt>
                <c:pt idx="6287">
                  <c:v>16500</c:v>
                </c:pt>
                <c:pt idx="6288">
                  <c:v>16500</c:v>
                </c:pt>
                <c:pt idx="6289">
                  <c:v>16500</c:v>
                </c:pt>
                <c:pt idx="6290">
                  <c:v>16500</c:v>
                </c:pt>
                <c:pt idx="6291">
                  <c:v>16500</c:v>
                </c:pt>
                <c:pt idx="6292">
                  <c:v>16500</c:v>
                </c:pt>
                <c:pt idx="6293">
                  <c:v>16500</c:v>
                </c:pt>
                <c:pt idx="6294">
                  <c:v>16200</c:v>
                </c:pt>
                <c:pt idx="6295">
                  <c:v>16000</c:v>
                </c:pt>
                <c:pt idx="6296">
                  <c:v>16000</c:v>
                </c:pt>
                <c:pt idx="6297">
                  <c:v>16000</c:v>
                </c:pt>
                <c:pt idx="6298">
                  <c:v>16000</c:v>
                </c:pt>
                <c:pt idx="6299">
                  <c:v>16000</c:v>
                </c:pt>
                <c:pt idx="6300">
                  <c:v>16000</c:v>
                </c:pt>
                <c:pt idx="6301">
                  <c:v>16000</c:v>
                </c:pt>
                <c:pt idx="6302">
                  <c:v>15500</c:v>
                </c:pt>
                <c:pt idx="6303">
                  <c:v>15500</c:v>
                </c:pt>
                <c:pt idx="6304">
                  <c:v>15500</c:v>
                </c:pt>
                <c:pt idx="6305">
                  <c:v>15500</c:v>
                </c:pt>
                <c:pt idx="6306">
                  <c:v>15500</c:v>
                </c:pt>
                <c:pt idx="6307">
                  <c:v>15500</c:v>
                </c:pt>
                <c:pt idx="6308">
                  <c:v>15500</c:v>
                </c:pt>
                <c:pt idx="6309">
                  <c:v>15500</c:v>
                </c:pt>
                <c:pt idx="6310">
                  <c:v>15500</c:v>
                </c:pt>
                <c:pt idx="6311">
                  <c:v>15500</c:v>
                </c:pt>
                <c:pt idx="6312">
                  <c:v>15500</c:v>
                </c:pt>
                <c:pt idx="6313">
                  <c:v>15500</c:v>
                </c:pt>
                <c:pt idx="6314">
                  <c:v>15500</c:v>
                </c:pt>
                <c:pt idx="6315">
                  <c:v>15500</c:v>
                </c:pt>
                <c:pt idx="6316">
                  <c:v>15500</c:v>
                </c:pt>
                <c:pt idx="6317">
                  <c:v>15500</c:v>
                </c:pt>
                <c:pt idx="6318">
                  <c:v>15500</c:v>
                </c:pt>
                <c:pt idx="6319">
                  <c:v>15500</c:v>
                </c:pt>
                <c:pt idx="6320">
                  <c:v>15500</c:v>
                </c:pt>
                <c:pt idx="6321">
                  <c:v>15500</c:v>
                </c:pt>
                <c:pt idx="6322">
                  <c:v>15500</c:v>
                </c:pt>
                <c:pt idx="6323">
                  <c:v>15500</c:v>
                </c:pt>
                <c:pt idx="6324">
                  <c:v>15500</c:v>
                </c:pt>
                <c:pt idx="6325">
                  <c:v>15500</c:v>
                </c:pt>
                <c:pt idx="6326">
                  <c:v>15500</c:v>
                </c:pt>
                <c:pt idx="6327">
                  <c:v>15500</c:v>
                </c:pt>
                <c:pt idx="6328">
                  <c:v>15500</c:v>
                </c:pt>
                <c:pt idx="6329">
                  <c:v>15500</c:v>
                </c:pt>
                <c:pt idx="6330">
                  <c:v>15500</c:v>
                </c:pt>
                <c:pt idx="6331">
                  <c:v>15500</c:v>
                </c:pt>
                <c:pt idx="6332">
                  <c:v>15500</c:v>
                </c:pt>
                <c:pt idx="6333">
                  <c:v>15500</c:v>
                </c:pt>
                <c:pt idx="6334">
                  <c:v>15500</c:v>
                </c:pt>
                <c:pt idx="6335">
                  <c:v>15500</c:v>
                </c:pt>
                <c:pt idx="6336">
                  <c:v>15500</c:v>
                </c:pt>
                <c:pt idx="6337">
                  <c:v>14800</c:v>
                </c:pt>
                <c:pt idx="6338">
                  <c:v>14800</c:v>
                </c:pt>
                <c:pt idx="6339">
                  <c:v>14800</c:v>
                </c:pt>
                <c:pt idx="6340">
                  <c:v>14800</c:v>
                </c:pt>
                <c:pt idx="6341">
                  <c:v>14800</c:v>
                </c:pt>
                <c:pt idx="6342">
                  <c:v>14800</c:v>
                </c:pt>
                <c:pt idx="6343">
                  <c:v>14800</c:v>
                </c:pt>
                <c:pt idx="6344">
                  <c:v>14500</c:v>
                </c:pt>
                <c:pt idx="6345">
                  <c:v>14500</c:v>
                </c:pt>
                <c:pt idx="6346">
                  <c:v>14500</c:v>
                </c:pt>
                <c:pt idx="6347">
                  <c:v>14500</c:v>
                </c:pt>
                <c:pt idx="6348">
                  <c:v>14500</c:v>
                </c:pt>
                <c:pt idx="6349">
                  <c:v>14500</c:v>
                </c:pt>
                <c:pt idx="6350">
                  <c:v>14500</c:v>
                </c:pt>
                <c:pt idx="6351">
                  <c:v>14500</c:v>
                </c:pt>
                <c:pt idx="6352">
                  <c:v>14500</c:v>
                </c:pt>
                <c:pt idx="6353">
                  <c:v>14500</c:v>
                </c:pt>
                <c:pt idx="6354">
                  <c:v>14500</c:v>
                </c:pt>
                <c:pt idx="6355">
                  <c:v>14500</c:v>
                </c:pt>
                <c:pt idx="6356">
                  <c:v>14500</c:v>
                </c:pt>
                <c:pt idx="6357">
                  <c:v>14500</c:v>
                </c:pt>
                <c:pt idx="6358">
                  <c:v>14500</c:v>
                </c:pt>
                <c:pt idx="6359">
                  <c:v>14500</c:v>
                </c:pt>
                <c:pt idx="6360">
                  <c:v>14500</c:v>
                </c:pt>
                <c:pt idx="6361">
                  <c:v>14500</c:v>
                </c:pt>
                <c:pt idx="6362">
                  <c:v>14500</c:v>
                </c:pt>
                <c:pt idx="6363">
                  <c:v>14500</c:v>
                </c:pt>
                <c:pt idx="6364">
                  <c:v>14200</c:v>
                </c:pt>
                <c:pt idx="6365">
                  <c:v>14200</c:v>
                </c:pt>
                <c:pt idx="6366">
                  <c:v>14200</c:v>
                </c:pt>
                <c:pt idx="6367">
                  <c:v>14200</c:v>
                </c:pt>
                <c:pt idx="6368">
                  <c:v>14200</c:v>
                </c:pt>
                <c:pt idx="6369">
                  <c:v>14200</c:v>
                </c:pt>
                <c:pt idx="6370">
                  <c:v>14200</c:v>
                </c:pt>
                <c:pt idx="6371">
                  <c:v>14200</c:v>
                </c:pt>
                <c:pt idx="6372">
                  <c:v>14200</c:v>
                </c:pt>
                <c:pt idx="6373">
                  <c:v>14000</c:v>
                </c:pt>
                <c:pt idx="6374">
                  <c:v>14000</c:v>
                </c:pt>
                <c:pt idx="6375">
                  <c:v>14000</c:v>
                </c:pt>
                <c:pt idx="6376">
                  <c:v>14000</c:v>
                </c:pt>
                <c:pt idx="6377">
                  <c:v>14000</c:v>
                </c:pt>
                <c:pt idx="6378">
                  <c:v>14000</c:v>
                </c:pt>
                <c:pt idx="6379">
                  <c:v>14000</c:v>
                </c:pt>
                <c:pt idx="6380">
                  <c:v>14000</c:v>
                </c:pt>
                <c:pt idx="6381">
                  <c:v>14000</c:v>
                </c:pt>
                <c:pt idx="6382">
                  <c:v>14000</c:v>
                </c:pt>
                <c:pt idx="6383">
                  <c:v>14000</c:v>
                </c:pt>
                <c:pt idx="6384">
                  <c:v>14000</c:v>
                </c:pt>
                <c:pt idx="6385">
                  <c:v>14000</c:v>
                </c:pt>
                <c:pt idx="6386">
                  <c:v>14000</c:v>
                </c:pt>
                <c:pt idx="6387">
                  <c:v>14000</c:v>
                </c:pt>
                <c:pt idx="6388">
                  <c:v>14000</c:v>
                </c:pt>
                <c:pt idx="6389">
                  <c:v>14000</c:v>
                </c:pt>
                <c:pt idx="6390">
                  <c:v>14000</c:v>
                </c:pt>
                <c:pt idx="6391">
                  <c:v>14000</c:v>
                </c:pt>
                <c:pt idx="6392">
                  <c:v>14000</c:v>
                </c:pt>
                <c:pt idx="6393">
                  <c:v>14000</c:v>
                </c:pt>
                <c:pt idx="6394">
                  <c:v>14000</c:v>
                </c:pt>
                <c:pt idx="6395">
                  <c:v>13700</c:v>
                </c:pt>
                <c:pt idx="6396">
                  <c:v>13700</c:v>
                </c:pt>
                <c:pt idx="6397">
                  <c:v>13500</c:v>
                </c:pt>
                <c:pt idx="6398">
                  <c:v>13500</c:v>
                </c:pt>
                <c:pt idx="6399">
                  <c:v>13500</c:v>
                </c:pt>
                <c:pt idx="6400">
                  <c:v>13500</c:v>
                </c:pt>
                <c:pt idx="6401">
                  <c:v>13500</c:v>
                </c:pt>
                <c:pt idx="6402">
                  <c:v>13500</c:v>
                </c:pt>
                <c:pt idx="6403">
                  <c:v>13500</c:v>
                </c:pt>
                <c:pt idx="6404">
                  <c:v>13500</c:v>
                </c:pt>
                <c:pt idx="6405">
                  <c:v>13500</c:v>
                </c:pt>
                <c:pt idx="6406">
                  <c:v>13500</c:v>
                </c:pt>
                <c:pt idx="6407">
                  <c:v>13500</c:v>
                </c:pt>
                <c:pt idx="6408">
                  <c:v>13500</c:v>
                </c:pt>
                <c:pt idx="6409">
                  <c:v>13500</c:v>
                </c:pt>
                <c:pt idx="6410">
                  <c:v>13500</c:v>
                </c:pt>
                <c:pt idx="6411">
                  <c:v>13500</c:v>
                </c:pt>
                <c:pt idx="6412">
                  <c:v>13500</c:v>
                </c:pt>
                <c:pt idx="6413">
                  <c:v>13200</c:v>
                </c:pt>
                <c:pt idx="6414">
                  <c:v>13000</c:v>
                </c:pt>
                <c:pt idx="6415">
                  <c:v>13000</c:v>
                </c:pt>
                <c:pt idx="6416">
                  <c:v>13000</c:v>
                </c:pt>
                <c:pt idx="6417">
                  <c:v>13000</c:v>
                </c:pt>
                <c:pt idx="6418">
                  <c:v>13000</c:v>
                </c:pt>
                <c:pt idx="6419">
                  <c:v>13000</c:v>
                </c:pt>
                <c:pt idx="6420">
                  <c:v>13000</c:v>
                </c:pt>
                <c:pt idx="6421">
                  <c:v>13000</c:v>
                </c:pt>
                <c:pt idx="6422">
                  <c:v>13000</c:v>
                </c:pt>
                <c:pt idx="6423">
                  <c:v>12800</c:v>
                </c:pt>
                <c:pt idx="6424">
                  <c:v>12800</c:v>
                </c:pt>
                <c:pt idx="6425">
                  <c:v>12800</c:v>
                </c:pt>
                <c:pt idx="6426">
                  <c:v>12800</c:v>
                </c:pt>
                <c:pt idx="6427">
                  <c:v>13000</c:v>
                </c:pt>
                <c:pt idx="6428">
                  <c:v>13300</c:v>
                </c:pt>
                <c:pt idx="6429">
                  <c:v>13500</c:v>
                </c:pt>
                <c:pt idx="6430">
                  <c:v>13600</c:v>
                </c:pt>
                <c:pt idx="6431">
                  <c:v>13600</c:v>
                </c:pt>
                <c:pt idx="6432">
                  <c:v>13600</c:v>
                </c:pt>
                <c:pt idx="6433">
                  <c:v>13600</c:v>
                </c:pt>
                <c:pt idx="6434">
                  <c:v>13600</c:v>
                </c:pt>
                <c:pt idx="6435">
                  <c:v>13600</c:v>
                </c:pt>
                <c:pt idx="6436">
                  <c:v>13600</c:v>
                </c:pt>
                <c:pt idx="6437">
                  <c:v>13600</c:v>
                </c:pt>
                <c:pt idx="6438">
                  <c:v>13600</c:v>
                </c:pt>
                <c:pt idx="6439">
                  <c:v>13600</c:v>
                </c:pt>
                <c:pt idx="6440">
                  <c:v>13600</c:v>
                </c:pt>
                <c:pt idx="6441">
                  <c:v>13600</c:v>
                </c:pt>
                <c:pt idx="6442">
                  <c:v>13600</c:v>
                </c:pt>
                <c:pt idx="6443">
                  <c:v>13600</c:v>
                </c:pt>
                <c:pt idx="6444">
                  <c:v>13500</c:v>
                </c:pt>
                <c:pt idx="6445">
                  <c:v>13500</c:v>
                </c:pt>
                <c:pt idx="6446">
                  <c:v>13500</c:v>
                </c:pt>
                <c:pt idx="6447">
                  <c:v>13500</c:v>
                </c:pt>
                <c:pt idx="6448">
                  <c:v>13400</c:v>
                </c:pt>
                <c:pt idx="6449">
                  <c:v>13400</c:v>
                </c:pt>
                <c:pt idx="6450">
                  <c:v>13400</c:v>
                </c:pt>
                <c:pt idx="6451">
                  <c:v>13400</c:v>
                </c:pt>
                <c:pt idx="6452">
                  <c:v>13400</c:v>
                </c:pt>
                <c:pt idx="6453">
                  <c:v>13400</c:v>
                </c:pt>
                <c:pt idx="6454">
                  <c:v>13400</c:v>
                </c:pt>
                <c:pt idx="6455">
                  <c:v>13400</c:v>
                </c:pt>
                <c:pt idx="6456">
                  <c:v>13300</c:v>
                </c:pt>
                <c:pt idx="6457">
                  <c:v>13300</c:v>
                </c:pt>
                <c:pt idx="6458">
                  <c:v>13300</c:v>
                </c:pt>
                <c:pt idx="6459">
                  <c:v>13300</c:v>
                </c:pt>
                <c:pt idx="6460">
                  <c:v>13300</c:v>
                </c:pt>
                <c:pt idx="6461">
                  <c:v>13300</c:v>
                </c:pt>
                <c:pt idx="6462">
                  <c:v>13300</c:v>
                </c:pt>
                <c:pt idx="6463">
                  <c:v>13500</c:v>
                </c:pt>
                <c:pt idx="6464">
                  <c:v>14500</c:v>
                </c:pt>
                <c:pt idx="6465">
                  <c:v>14900</c:v>
                </c:pt>
                <c:pt idx="6466">
                  <c:v>14900</c:v>
                </c:pt>
                <c:pt idx="6467">
                  <c:v>14900</c:v>
                </c:pt>
                <c:pt idx="6468">
                  <c:v>14900</c:v>
                </c:pt>
                <c:pt idx="6469">
                  <c:v>14900</c:v>
                </c:pt>
                <c:pt idx="6470">
                  <c:v>14900</c:v>
                </c:pt>
                <c:pt idx="6471">
                  <c:v>14900</c:v>
                </c:pt>
                <c:pt idx="6472">
                  <c:v>14900</c:v>
                </c:pt>
                <c:pt idx="6473">
                  <c:v>14900</c:v>
                </c:pt>
                <c:pt idx="6474">
                  <c:v>14900</c:v>
                </c:pt>
                <c:pt idx="6475">
                  <c:v>14900</c:v>
                </c:pt>
                <c:pt idx="6476">
                  <c:v>14900</c:v>
                </c:pt>
                <c:pt idx="6477">
                  <c:v>14500</c:v>
                </c:pt>
                <c:pt idx="6478">
                  <c:v>14500</c:v>
                </c:pt>
                <c:pt idx="6479">
                  <c:v>14500</c:v>
                </c:pt>
                <c:pt idx="6480">
                  <c:v>14500</c:v>
                </c:pt>
                <c:pt idx="6481">
                  <c:v>14500</c:v>
                </c:pt>
                <c:pt idx="6482">
                  <c:v>14500</c:v>
                </c:pt>
                <c:pt idx="6483">
                  <c:v>14500</c:v>
                </c:pt>
                <c:pt idx="6484">
                  <c:v>14500</c:v>
                </c:pt>
                <c:pt idx="6485">
                  <c:v>14500</c:v>
                </c:pt>
                <c:pt idx="6486">
                  <c:v>14500</c:v>
                </c:pt>
                <c:pt idx="6487">
                  <c:v>14500</c:v>
                </c:pt>
                <c:pt idx="6488">
                  <c:v>14500</c:v>
                </c:pt>
                <c:pt idx="6489">
                  <c:v>14500</c:v>
                </c:pt>
                <c:pt idx="6490">
                  <c:v>14500</c:v>
                </c:pt>
                <c:pt idx="6491">
                  <c:v>14500</c:v>
                </c:pt>
                <c:pt idx="6492">
                  <c:v>14500</c:v>
                </c:pt>
                <c:pt idx="6493">
                  <c:v>14200</c:v>
                </c:pt>
                <c:pt idx="6494">
                  <c:v>14200</c:v>
                </c:pt>
                <c:pt idx="6495">
                  <c:v>14200</c:v>
                </c:pt>
                <c:pt idx="6496">
                  <c:v>14200</c:v>
                </c:pt>
                <c:pt idx="6497">
                  <c:v>14400</c:v>
                </c:pt>
                <c:pt idx="6498">
                  <c:v>14800</c:v>
                </c:pt>
                <c:pt idx="6499">
                  <c:v>14800</c:v>
                </c:pt>
                <c:pt idx="6500">
                  <c:v>14800</c:v>
                </c:pt>
                <c:pt idx="6501">
                  <c:v>14800</c:v>
                </c:pt>
                <c:pt idx="6502">
                  <c:v>14800</c:v>
                </c:pt>
                <c:pt idx="6503">
                  <c:v>14800</c:v>
                </c:pt>
                <c:pt idx="6504">
                  <c:v>14800</c:v>
                </c:pt>
                <c:pt idx="6505">
                  <c:v>14800</c:v>
                </c:pt>
                <c:pt idx="6506">
                  <c:v>14800</c:v>
                </c:pt>
                <c:pt idx="6507">
                  <c:v>14800</c:v>
                </c:pt>
                <c:pt idx="6508">
                  <c:v>14800</c:v>
                </c:pt>
                <c:pt idx="6509">
                  <c:v>14800</c:v>
                </c:pt>
                <c:pt idx="6510">
                  <c:v>14800</c:v>
                </c:pt>
                <c:pt idx="6511">
                  <c:v>14800</c:v>
                </c:pt>
                <c:pt idx="6512">
                  <c:v>14800</c:v>
                </c:pt>
                <c:pt idx="6513">
                  <c:v>14800</c:v>
                </c:pt>
                <c:pt idx="6514">
                  <c:v>14800</c:v>
                </c:pt>
                <c:pt idx="6515">
                  <c:v>14800</c:v>
                </c:pt>
                <c:pt idx="6516">
                  <c:v>14800</c:v>
                </c:pt>
                <c:pt idx="6517">
                  <c:v>14800</c:v>
                </c:pt>
                <c:pt idx="6518">
                  <c:v>14600</c:v>
                </c:pt>
                <c:pt idx="6519">
                  <c:v>14600</c:v>
                </c:pt>
                <c:pt idx="6520">
                  <c:v>14600</c:v>
                </c:pt>
                <c:pt idx="6521">
                  <c:v>14600</c:v>
                </c:pt>
                <c:pt idx="6522">
                  <c:v>14600</c:v>
                </c:pt>
                <c:pt idx="6523">
                  <c:v>14600</c:v>
                </c:pt>
                <c:pt idx="6524">
                  <c:v>14600</c:v>
                </c:pt>
                <c:pt idx="6525">
                  <c:v>14600</c:v>
                </c:pt>
                <c:pt idx="6526">
                  <c:v>14600</c:v>
                </c:pt>
                <c:pt idx="6527">
                  <c:v>14600</c:v>
                </c:pt>
                <c:pt idx="6528">
                  <c:v>14600</c:v>
                </c:pt>
                <c:pt idx="6529">
                  <c:v>14600</c:v>
                </c:pt>
                <c:pt idx="6530">
                  <c:v>14600</c:v>
                </c:pt>
                <c:pt idx="6531">
                  <c:v>14600</c:v>
                </c:pt>
                <c:pt idx="6532">
                  <c:v>14500</c:v>
                </c:pt>
                <c:pt idx="6533">
                  <c:v>14500</c:v>
                </c:pt>
                <c:pt idx="6534">
                  <c:v>14500</c:v>
                </c:pt>
                <c:pt idx="6535">
                  <c:v>14500</c:v>
                </c:pt>
                <c:pt idx="6536">
                  <c:v>14500</c:v>
                </c:pt>
                <c:pt idx="6537">
                  <c:v>14500</c:v>
                </c:pt>
                <c:pt idx="6538">
                  <c:v>14500</c:v>
                </c:pt>
                <c:pt idx="6539">
                  <c:v>14500</c:v>
                </c:pt>
                <c:pt idx="6540">
                  <c:v>14400</c:v>
                </c:pt>
                <c:pt idx="6541">
                  <c:v>14400</c:v>
                </c:pt>
                <c:pt idx="6542">
                  <c:v>14400</c:v>
                </c:pt>
                <c:pt idx="6543">
                  <c:v>14400</c:v>
                </c:pt>
                <c:pt idx="6544">
                  <c:v>14400</c:v>
                </c:pt>
                <c:pt idx="6545">
                  <c:v>14400</c:v>
                </c:pt>
                <c:pt idx="6546">
                  <c:v>14400</c:v>
                </c:pt>
                <c:pt idx="6547">
                  <c:v>14200</c:v>
                </c:pt>
                <c:pt idx="6548">
                  <c:v>14200</c:v>
                </c:pt>
                <c:pt idx="6549">
                  <c:v>14200</c:v>
                </c:pt>
                <c:pt idx="6550">
                  <c:v>14200</c:v>
                </c:pt>
                <c:pt idx="6551">
                  <c:v>14200</c:v>
                </c:pt>
                <c:pt idx="6552">
                  <c:v>14200</c:v>
                </c:pt>
                <c:pt idx="6553">
                  <c:v>14000</c:v>
                </c:pt>
                <c:pt idx="6554">
                  <c:v>14000</c:v>
                </c:pt>
                <c:pt idx="6555">
                  <c:v>14000</c:v>
                </c:pt>
                <c:pt idx="6556">
                  <c:v>14000</c:v>
                </c:pt>
                <c:pt idx="6557">
                  <c:v>14000</c:v>
                </c:pt>
                <c:pt idx="6558">
                  <c:v>14000</c:v>
                </c:pt>
                <c:pt idx="6559">
                  <c:v>14000</c:v>
                </c:pt>
                <c:pt idx="6560">
                  <c:v>14000</c:v>
                </c:pt>
                <c:pt idx="6561">
                  <c:v>14000</c:v>
                </c:pt>
                <c:pt idx="6562">
                  <c:v>13800</c:v>
                </c:pt>
                <c:pt idx="6563">
                  <c:v>13800</c:v>
                </c:pt>
                <c:pt idx="6564">
                  <c:v>13800</c:v>
                </c:pt>
                <c:pt idx="6565">
                  <c:v>13800</c:v>
                </c:pt>
                <c:pt idx="6566">
                  <c:v>13800</c:v>
                </c:pt>
                <c:pt idx="6567">
                  <c:v>13900</c:v>
                </c:pt>
                <c:pt idx="6568">
                  <c:v>13900</c:v>
                </c:pt>
                <c:pt idx="6569">
                  <c:v>13900</c:v>
                </c:pt>
                <c:pt idx="6570">
                  <c:v>13900</c:v>
                </c:pt>
                <c:pt idx="6571">
                  <c:v>14100</c:v>
                </c:pt>
                <c:pt idx="6572">
                  <c:v>14100</c:v>
                </c:pt>
                <c:pt idx="6573">
                  <c:v>14100</c:v>
                </c:pt>
                <c:pt idx="6574">
                  <c:v>14100</c:v>
                </c:pt>
                <c:pt idx="6575">
                  <c:v>14200</c:v>
                </c:pt>
                <c:pt idx="6576">
                  <c:v>14200</c:v>
                </c:pt>
                <c:pt idx="6577">
                  <c:v>14200</c:v>
                </c:pt>
                <c:pt idx="6578">
                  <c:v>14200</c:v>
                </c:pt>
                <c:pt idx="6579">
                  <c:v>14200</c:v>
                </c:pt>
                <c:pt idx="6580">
                  <c:v>14200</c:v>
                </c:pt>
                <c:pt idx="6581">
                  <c:v>14700</c:v>
                </c:pt>
                <c:pt idx="6582">
                  <c:v>14700</c:v>
                </c:pt>
                <c:pt idx="6583">
                  <c:v>14700</c:v>
                </c:pt>
                <c:pt idx="6584">
                  <c:v>14700</c:v>
                </c:pt>
                <c:pt idx="6585">
                  <c:v>14700</c:v>
                </c:pt>
                <c:pt idx="6586">
                  <c:v>14700</c:v>
                </c:pt>
                <c:pt idx="6587">
                  <c:v>14700</c:v>
                </c:pt>
                <c:pt idx="6588">
                  <c:v>14700</c:v>
                </c:pt>
                <c:pt idx="6589">
                  <c:v>14700</c:v>
                </c:pt>
                <c:pt idx="6590">
                  <c:v>14700</c:v>
                </c:pt>
                <c:pt idx="6591">
                  <c:v>14700</c:v>
                </c:pt>
                <c:pt idx="6592">
                  <c:v>14700</c:v>
                </c:pt>
                <c:pt idx="6593">
                  <c:v>14700</c:v>
                </c:pt>
                <c:pt idx="6594">
                  <c:v>14700</c:v>
                </c:pt>
                <c:pt idx="6595">
                  <c:v>15500</c:v>
                </c:pt>
                <c:pt idx="6596">
                  <c:v>15500</c:v>
                </c:pt>
                <c:pt idx="6597">
                  <c:v>15500</c:v>
                </c:pt>
                <c:pt idx="6598">
                  <c:v>15500</c:v>
                </c:pt>
                <c:pt idx="6599">
                  <c:v>15500</c:v>
                </c:pt>
                <c:pt idx="6600">
                  <c:v>15500</c:v>
                </c:pt>
                <c:pt idx="6601">
                  <c:v>15500</c:v>
                </c:pt>
                <c:pt idx="6602">
                  <c:v>15300</c:v>
                </c:pt>
                <c:pt idx="6603">
                  <c:v>15300</c:v>
                </c:pt>
                <c:pt idx="6604">
                  <c:v>15300</c:v>
                </c:pt>
                <c:pt idx="6605">
                  <c:v>15300</c:v>
                </c:pt>
                <c:pt idx="6606">
                  <c:v>15300</c:v>
                </c:pt>
                <c:pt idx="6607">
                  <c:v>15300</c:v>
                </c:pt>
                <c:pt idx="6608">
                  <c:v>15300</c:v>
                </c:pt>
                <c:pt idx="6609">
                  <c:v>15300</c:v>
                </c:pt>
                <c:pt idx="6610">
                  <c:v>15300</c:v>
                </c:pt>
                <c:pt idx="6611">
                  <c:v>15300</c:v>
                </c:pt>
                <c:pt idx="6612">
                  <c:v>15300</c:v>
                </c:pt>
                <c:pt idx="6613">
                  <c:v>15300</c:v>
                </c:pt>
                <c:pt idx="6614">
                  <c:v>15300</c:v>
                </c:pt>
                <c:pt idx="6615">
                  <c:v>15300</c:v>
                </c:pt>
                <c:pt idx="6616">
                  <c:v>15300</c:v>
                </c:pt>
                <c:pt idx="6617">
                  <c:v>15300</c:v>
                </c:pt>
                <c:pt idx="6618">
                  <c:v>15300</c:v>
                </c:pt>
                <c:pt idx="6619">
                  <c:v>15300</c:v>
                </c:pt>
                <c:pt idx="6620">
                  <c:v>15300</c:v>
                </c:pt>
                <c:pt idx="6621">
                  <c:v>15300</c:v>
                </c:pt>
                <c:pt idx="6622">
                  <c:v>15300</c:v>
                </c:pt>
                <c:pt idx="6623">
                  <c:v>15300</c:v>
                </c:pt>
                <c:pt idx="6624">
                  <c:v>15300</c:v>
                </c:pt>
                <c:pt idx="6625">
                  <c:v>15400</c:v>
                </c:pt>
                <c:pt idx="6626">
                  <c:v>15400</c:v>
                </c:pt>
                <c:pt idx="6627">
                  <c:v>15400</c:v>
                </c:pt>
                <c:pt idx="6628">
                  <c:v>15400</c:v>
                </c:pt>
                <c:pt idx="6629">
                  <c:v>15400</c:v>
                </c:pt>
                <c:pt idx="6630">
                  <c:v>15400</c:v>
                </c:pt>
                <c:pt idx="6631">
                  <c:v>15500</c:v>
                </c:pt>
                <c:pt idx="6632">
                  <c:v>15600</c:v>
                </c:pt>
                <c:pt idx="6633">
                  <c:v>16400</c:v>
                </c:pt>
                <c:pt idx="6634">
                  <c:v>16700</c:v>
                </c:pt>
                <c:pt idx="6635">
                  <c:v>16700</c:v>
                </c:pt>
                <c:pt idx="6636">
                  <c:v>16700</c:v>
                </c:pt>
              </c:numCache>
            </c:numRef>
          </c:val>
          <c:smooth val="1"/>
          <c:extLst xmlns:c16r2="http://schemas.microsoft.com/office/drawing/2015/06/chart">
            <c:ext xmlns:c16="http://schemas.microsoft.com/office/drawing/2014/chart" uri="{C3380CC4-5D6E-409C-BE32-E72D297353CC}">
              <c16:uniqueId val="{00000001-FE5A-44EC-A851-BF7B02CC8014}"/>
            </c:ext>
          </c:extLst>
        </c:ser>
        <c:dLbls>
          <c:showLegendKey val="0"/>
          <c:showVal val="0"/>
          <c:showCatName val="0"/>
          <c:showSerName val="0"/>
          <c:showPercent val="0"/>
          <c:showBubbleSize val="0"/>
        </c:dLbls>
        <c:marker val="1"/>
        <c:smooth val="0"/>
        <c:axId val="879527328"/>
        <c:axId val="879551808"/>
      </c:lineChart>
      <c:dateAx>
        <c:axId val="879527328"/>
        <c:scaling>
          <c:orientation val="minMax"/>
        </c:scaling>
        <c:delete val="0"/>
        <c:axPos val="b"/>
        <c:numFmt formatCode="yyyy"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79551808"/>
        <c:crosses val="autoZero"/>
        <c:auto val="1"/>
        <c:lblOffset val="100"/>
        <c:baseTimeUnit val="days"/>
        <c:majorUnit val="3"/>
        <c:majorTimeUnit val="years"/>
      </c:dateAx>
      <c:valAx>
        <c:axId val="879551808"/>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_);[Red]\(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7952732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170446232626186E-2"/>
          <c:y val="0"/>
          <c:w val="0.49519934162399415"/>
          <c:h val="0.97823338150289019"/>
        </c:manualLayout>
      </c:layout>
      <c:pieChart>
        <c:varyColors val="1"/>
        <c:ser>
          <c:idx val="0"/>
          <c:order val="0"/>
          <c:tx>
            <c:strRef>
              <c:f>'湿电子化学品-图1、2'!$K$19</c:f>
              <c:strCache>
                <c:ptCount val="1"/>
                <c:pt idx="0">
                  <c:v>结构</c:v>
                </c:pt>
              </c:strCache>
            </c:strRef>
          </c:tx>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3BBD-4A0D-881D-5E7C8938F20F}"/>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3BBD-4A0D-881D-5E7C8938F20F}"/>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3BBD-4A0D-881D-5E7C8938F20F}"/>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3BBD-4A0D-881D-5E7C8938F20F}"/>
              </c:ext>
            </c:extLst>
          </c:dPt>
          <c:dLbls>
            <c:numFmt formatCode="0.0%" sourceLinked="0"/>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bg1"/>
                    </a:solidFill>
                    <a:latin typeface="Arial" panose="020B0604020202020204" pitchFamily="34" charset="0"/>
                    <a:ea typeface="+mn-ea"/>
                    <a:cs typeface="Arial" panose="020B0604020202020204" pitchFamily="34" charset="0"/>
                  </a:defRPr>
                </a:pPr>
                <a:endParaRPr lang="zh-CN"/>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'湿电子化学品-图1、2'!$J$20:$J$23</c:f>
              <c:strCache>
                <c:ptCount val="4"/>
                <c:pt idx="0">
                  <c:v>光伏</c:v>
                </c:pt>
                <c:pt idx="1">
                  <c:v>液晶显示</c:v>
                </c:pt>
                <c:pt idx="2">
                  <c:v>集成电路</c:v>
                </c:pt>
                <c:pt idx="3">
                  <c:v>分立器件及其他</c:v>
                </c:pt>
              </c:strCache>
            </c:strRef>
          </c:cat>
          <c:val>
            <c:numRef>
              <c:f>'湿电子化学品-图1、2'!$K$20:$K$23</c:f>
              <c:numCache>
                <c:formatCode>0%</c:formatCode>
                <c:ptCount val="4"/>
                <c:pt idx="0" formatCode="0.00%">
                  <c:v>0.41699999999999998</c:v>
                </c:pt>
                <c:pt idx="1">
                  <c:v>0.3</c:v>
                </c:pt>
                <c:pt idx="2" formatCode="0.00%">
                  <c:v>0.215</c:v>
                </c:pt>
                <c:pt idx="3" formatCode="0.00%">
                  <c:v>6.8000000000000005E-2</c:v>
                </c:pt>
              </c:numCache>
            </c:numRef>
          </c:val>
          <c:extLst xmlns:c16r2="http://schemas.microsoft.com/office/drawing/2015/06/chart">
            <c:ext xmlns:c16="http://schemas.microsoft.com/office/drawing/2014/chart" uri="{C3380CC4-5D6E-409C-BE32-E72D297353CC}">
              <c16:uniqueId val="{00000008-3BBD-4A0D-881D-5E7C8938F20F}"/>
            </c:ext>
          </c:extLst>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sz="11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湿电子!$K$29</c:f>
              <c:strCache>
                <c:ptCount val="1"/>
                <c:pt idx="0">
                  <c:v>我国湿电子化学品市占率</c:v>
                </c:pt>
              </c:strCache>
            </c:strRef>
          </c:tx>
          <c:spPr>
            <a:solidFill>
              <a:srgbClr val="E10000"/>
            </a:solidFill>
            <a:ln w="6350">
              <a:noFill/>
              <a:prstDash val="solid"/>
            </a:ln>
            <a:effectLst/>
          </c:spPr>
          <c:invertIfNegative val="0"/>
          <c:dLbls>
            <c:spPr>
              <a:noFill/>
              <a:ln>
                <a:noFill/>
              </a:ln>
              <a:effectLst/>
            </c:spPr>
            <c:txPr>
              <a:bodyPr rot="0" spcFirstLastPara="1" vertOverflow="ellipsis" vert="horz" wrap="square" anchor="ctr" anchorCtr="1"/>
              <a:lstStyle/>
              <a:p>
                <a:pPr>
                  <a:defRPr sz="1050" b="1"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湿电子!$J$30:$J$32</c:f>
              <c:strCache>
                <c:ptCount val="3"/>
                <c:pt idx="0">
                  <c:v>光伏电池</c:v>
                </c:pt>
                <c:pt idx="1">
                  <c:v>显示面板</c:v>
                </c:pt>
                <c:pt idx="2">
                  <c:v>集成电路</c:v>
                </c:pt>
              </c:strCache>
            </c:strRef>
          </c:cat>
          <c:val>
            <c:numRef>
              <c:f>湿电子!$K$30:$K$32</c:f>
              <c:numCache>
                <c:formatCode>0%</c:formatCode>
                <c:ptCount val="3"/>
                <c:pt idx="0">
                  <c:v>0.99</c:v>
                </c:pt>
                <c:pt idx="1">
                  <c:v>0.35</c:v>
                </c:pt>
                <c:pt idx="2">
                  <c:v>0.23</c:v>
                </c:pt>
              </c:numCache>
            </c:numRef>
          </c:val>
          <c:extLst xmlns:c16r2="http://schemas.microsoft.com/office/drawing/2015/06/chart">
            <c:ext xmlns:c16="http://schemas.microsoft.com/office/drawing/2014/chart" uri="{C3380CC4-5D6E-409C-BE32-E72D297353CC}">
              <c16:uniqueId val="{00000000-9192-4CF5-B0A1-4E739A38F1BE}"/>
            </c:ext>
          </c:extLst>
        </c:ser>
        <c:dLbls>
          <c:showLegendKey val="0"/>
          <c:showVal val="0"/>
          <c:showCatName val="0"/>
          <c:showSerName val="0"/>
          <c:showPercent val="0"/>
          <c:showBubbleSize val="0"/>
        </c:dLbls>
        <c:gapWidth val="219"/>
        <c:overlap val="-27"/>
        <c:axId val="879537120"/>
        <c:axId val="879546368"/>
      </c:barChart>
      <c:catAx>
        <c:axId val="87953712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000" b="1" i="0" u="none" strike="noStrike" kern="1200" baseline="0">
                <a:solidFill>
                  <a:schemeClr val="tx1">
                    <a:lumMod val="65000"/>
                    <a:lumOff val="35000"/>
                  </a:schemeClr>
                </a:solidFill>
                <a:latin typeface="+mn-lt"/>
                <a:ea typeface="+mn-ea"/>
                <a:cs typeface="+mn-cs"/>
              </a:defRPr>
            </a:pPr>
            <a:endParaRPr lang="zh-CN"/>
          </a:p>
        </c:txPr>
        <c:crossAx val="879546368"/>
        <c:crosses val="autoZero"/>
        <c:auto val="1"/>
        <c:lblAlgn val="ctr"/>
        <c:lblOffset val="100"/>
        <c:noMultiLvlLbl val="0"/>
      </c:catAx>
      <c:valAx>
        <c:axId val="879546368"/>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1" i="0" u="none" strike="noStrike" kern="1200" baseline="0">
                <a:solidFill>
                  <a:schemeClr val="tx1">
                    <a:lumMod val="65000"/>
                    <a:lumOff val="35000"/>
                  </a:schemeClr>
                </a:solidFill>
                <a:latin typeface="+mn-lt"/>
                <a:ea typeface="+mn-ea"/>
                <a:cs typeface="+mn-cs"/>
              </a:defRPr>
            </a:pPr>
            <a:endParaRPr lang="zh-CN"/>
          </a:p>
        </c:txPr>
        <c:crossAx val="87953712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1"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b="1"/>
      </a:pPr>
      <a:endParaRPr lang="zh-CN"/>
    </a:p>
  </c:txPr>
  <c:externalData r:id="rId3">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729022601666344"/>
          <c:y val="0"/>
          <c:w val="0.45574106584905438"/>
          <c:h val="0.92984254900249363"/>
        </c:manualLayout>
      </c:layout>
      <c:pieChart>
        <c:varyColors val="1"/>
        <c:ser>
          <c:idx val="0"/>
          <c:order val="0"/>
          <c:spPr>
            <a:ln w="6350">
              <a:solidFill>
                <a:srgbClr val="FFFFFF"/>
              </a:solidFill>
              <a:prstDash val="solid"/>
            </a:ln>
          </c:spPr>
          <c:dPt>
            <c:idx val="0"/>
            <c:bubble3D val="0"/>
            <c:spPr>
              <a:solidFill>
                <a:srgbClr val="E10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1-424B-401B-B7C1-7297F5CA2F99}"/>
              </c:ext>
            </c:extLst>
          </c:dPt>
          <c:dPt>
            <c:idx val="1"/>
            <c:bubble3D val="0"/>
            <c:spPr>
              <a:solidFill>
                <a:srgbClr val="C8C8C8"/>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3-424B-401B-B7C1-7297F5CA2F99}"/>
              </c:ext>
            </c:extLst>
          </c:dPt>
          <c:dPt>
            <c:idx val="2"/>
            <c:bubble3D val="0"/>
            <c:spPr>
              <a:solidFill>
                <a:srgbClr val="FA64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5-424B-401B-B7C1-7297F5CA2F99}"/>
              </c:ext>
            </c:extLst>
          </c:dPt>
          <c:dPt>
            <c:idx val="3"/>
            <c:bubble3D val="0"/>
            <c:spPr>
              <a:solidFill>
                <a:srgbClr val="FFC000"/>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7-424B-401B-B7C1-7297F5CA2F99}"/>
              </c:ext>
            </c:extLst>
          </c:dPt>
          <c:dPt>
            <c:idx val="4"/>
            <c:bubble3D val="0"/>
            <c:spPr>
              <a:solidFill>
                <a:srgbClr val="DCB46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9-424B-401B-B7C1-7297F5CA2F99}"/>
              </c:ext>
            </c:extLst>
          </c:dPt>
          <c:dPt>
            <c:idx val="5"/>
            <c:bubble3D val="0"/>
            <c:spPr>
              <a:solidFill>
                <a:srgbClr val="B40014"/>
              </a:solidFill>
              <a:ln w="6350">
                <a:solidFill>
                  <a:srgbClr val="FFFFFF"/>
                </a:solidFill>
                <a:prstDash val="solid"/>
              </a:ln>
              <a:effectLst/>
            </c:spPr>
            <c:extLst xmlns:c16r2="http://schemas.microsoft.com/office/drawing/2015/06/chart">
              <c:ext xmlns:c16="http://schemas.microsoft.com/office/drawing/2014/chart" uri="{C3380CC4-5D6E-409C-BE32-E72D297353CC}">
                <c16:uniqueId val="{0000000B-424B-401B-B7C1-7297F5CA2F99}"/>
              </c:ext>
            </c:extLst>
          </c:dPt>
          <c:dLbls>
            <c:dLbl>
              <c:idx val="0"/>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1-424B-401B-B7C1-7297F5CA2F99}"/>
                </c:ext>
                <c:ext xmlns:c15="http://schemas.microsoft.com/office/drawing/2012/chart" uri="{CE6537A1-D6FC-4f65-9D91-7224C49458BB}"/>
              </c:extLst>
            </c:dLbl>
            <c:dLbl>
              <c:idx val="1"/>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3-424B-401B-B7C1-7297F5CA2F99}"/>
                </c:ext>
                <c:ext xmlns:c15="http://schemas.microsoft.com/office/drawing/2012/chart" uri="{CE6537A1-D6FC-4f65-9D91-7224C49458BB}"/>
              </c:extLst>
            </c:dLbl>
            <c:dLbl>
              <c:idx val="2"/>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5-424B-401B-B7C1-7297F5CA2F99}"/>
                </c:ex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extLst>
          </c:dLbls>
          <c:cat>
            <c:strRef>
              <c:f>湿电子!$J$4:$J$9</c:f>
              <c:strCache>
                <c:ptCount val="6"/>
                <c:pt idx="0">
                  <c:v>欧美企业</c:v>
                </c:pt>
                <c:pt idx="1">
                  <c:v>日本企业</c:v>
                </c:pt>
                <c:pt idx="2">
                  <c:v>大陆企业</c:v>
                </c:pt>
                <c:pt idx="3">
                  <c:v>韩国企业</c:v>
                </c:pt>
                <c:pt idx="4">
                  <c:v>中国台湾企业</c:v>
                </c:pt>
                <c:pt idx="5">
                  <c:v>其他地区</c:v>
                </c:pt>
              </c:strCache>
            </c:strRef>
          </c:cat>
          <c:val>
            <c:numRef>
              <c:f>湿电子!$K$4:$K$9</c:f>
              <c:numCache>
                <c:formatCode>0%</c:formatCode>
                <c:ptCount val="6"/>
                <c:pt idx="0">
                  <c:v>0.31</c:v>
                </c:pt>
                <c:pt idx="1">
                  <c:v>0.28999999999999998</c:v>
                </c:pt>
                <c:pt idx="2">
                  <c:v>0.15</c:v>
                </c:pt>
                <c:pt idx="3">
                  <c:v>0.15</c:v>
                </c:pt>
                <c:pt idx="4">
                  <c:v>0.08</c:v>
                </c:pt>
                <c:pt idx="5">
                  <c:v>0.02</c:v>
                </c:pt>
              </c:numCache>
            </c:numRef>
          </c:val>
          <c:extLst xmlns:c16r2="http://schemas.microsoft.com/office/drawing/2015/06/chart">
            <c:ext xmlns:c16="http://schemas.microsoft.com/office/drawing/2014/chart" uri="{C3380CC4-5D6E-409C-BE32-E72D297353CC}">
              <c16:uniqueId val="{0000000C-424B-401B-B7C1-7297F5CA2F99}"/>
            </c:ext>
          </c:extLst>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67917863021214342"/>
          <c:y val="0.21689261199421966"/>
          <c:w val="0.30340183796634967"/>
          <c:h val="0.56621477601156067"/>
        </c:manualLayout>
      </c:layout>
      <c:overlay val="0"/>
      <c:spPr>
        <a:noFill/>
        <a:ln>
          <a:noFill/>
        </a:ln>
        <a:effectLst/>
      </c:spPr>
      <c:txPr>
        <a:bodyPr rot="0" spcFirstLastPara="1" vertOverflow="ellipsis" vert="horz" wrap="square" anchor="ctr" anchorCtr="1"/>
        <a:lstStyle/>
        <a:p>
          <a:pPr>
            <a:defRPr sz="10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5585297546265112E-2"/>
          <c:y val="0.12168419924391459"/>
          <c:w val="0.83966004805460648"/>
          <c:h val="0.76339662329484415"/>
        </c:manualLayout>
      </c:layout>
      <c:barChart>
        <c:barDir val="col"/>
        <c:grouping val="clustered"/>
        <c:varyColors val="0"/>
        <c:ser>
          <c:idx val="0"/>
          <c:order val="0"/>
          <c:tx>
            <c:strRef>
              <c:f>'图 83'!$M$7</c:f>
              <c:strCache>
                <c:ptCount val="1"/>
                <c:pt idx="0">
                  <c:v>我国湿电子化学品市场规模（亿元）</c:v>
                </c:pt>
              </c:strCache>
            </c:strRef>
          </c:tx>
          <c:spPr>
            <a:solidFill>
              <a:srgbClr val="E10000"/>
            </a:solidFill>
            <a:ln w="6350">
              <a:solidFill>
                <a:srgbClr val="FFFFFF"/>
              </a:solidFill>
              <a:prstDash val="solid"/>
            </a:ln>
            <a:effectLst/>
          </c:spPr>
          <c:invertIfNegative val="0"/>
          <c:dLbls>
            <c:dLbl>
              <c:idx val="6"/>
              <c:layout>
                <c:manualLayout>
                  <c:x val="-1.0628946950771108E-16"/>
                  <c:y val="5.6717571058854397E-3"/>
                </c:manualLayout>
              </c:layout>
              <c:numFmt formatCode="#,##0.0_);[Red]\(#,##0.0\)" sourceLinked="0"/>
              <c:spPr>
                <a:noFill/>
                <a:ln>
                  <a:noFill/>
                </a:ln>
                <a:effectLst/>
              </c:spPr>
              <c:txPr>
                <a:bodyPr rot="0" spcFirstLastPara="1" vertOverflow="ellipsis" vert="horz" wrap="square" anchor="ctr" anchorCtr="1"/>
                <a:lstStyle/>
                <a:p>
                  <a:pPr>
                    <a:defRPr sz="1100" b="1"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EA69-4BE7-A73B-DEE606EF43F8}"/>
                </c:ext>
                <c:ext xmlns:c15="http://schemas.microsoft.com/office/drawing/2012/chart" uri="{CE6537A1-D6FC-4f65-9D91-7224C49458BB}"/>
              </c:extLst>
            </c:dLbl>
            <c:dLbl>
              <c:idx val="8"/>
              <c:layout>
                <c:manualLayout>
                  <c:x val="-6.7398192517208549E-2"/>
                  <c:y val="0.10308218436830374"/>
                </c:manualLayout>
              </c:layout>
              <c:numFmt formatCode="#,##0.0_);[Red]\(#,##0.0\)" sourceLinked="0"/>
              <c:spPr>
                <a:noFill/>
                <a:ln>
                  <a:noFill/>
                </a:ln>
                <a:effectLst/>
              </c:spPr>
              <c:txPr>
                <a:bodyPr rot="0" spcFirstLastPara="1" vertOverflow="ellipsis" vert="horz" wrap="square" anchor="ctr" anchorCtr="1"/>
                <a:lstStyle/>
                <a:p>
                  <a:pPr>
                    <a:defRPr sz="1100" b="1"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1-EA69-4BE7-A73B-DEE606EF43F8}"/>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sz="1100" b="1" i="0" u="none" strike="noStrike" kern="1200" baseline="0">
                    <a:solidFill>
                      <a:schemeClr val="tx1">
                        <a:lumMod val="75000"/>
                        <a:lumOff val="25000"/>
                      </a:schemeClr>
                    </a:solidFill>
                    <a:latin typeface="+mn-lt"/>
                    <a:ea typeface="+mn-ea"/>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'图 83'!$L$8:$L$16</c:f>
              <c:strCache>
                <c:ptCount val="9"/>
                <c:pt idx="0">
                  <c:v>2015</c:v>
                </c:pt>
                <c:pt idx="1">
                  <c:v>2016</c:v>
                </c:pt>
                <c:pt idx="2">
                  <c:v>2017</c:v>
                </c:pt>
                <c:pt idx="3">
                  <c:v>2018</c:v>
                </c:pt>
                <c:pt idx="4">
                  <c:v>2019</c:v>
                </c:pt>
                <c:pt idx="5">
                  <c:v>2020</c:v>
                </c:pt>
                <c:pt idx="6">
                  <c:v>2021</c:v>
                </c:pt>
                <c:pt idx="8">
                  <c:v>2027E</c:v>
                </c:pt>
              </c:strCache>
            </c:strRef>
          </c:cat>
          <c:val>
            <c:numRef>
              <c:f>'图 83'!$M$8:$M$16</c:f>
              <c:numCache>
                <c:formatCode>General</c:formatCode>
                <c:ptCount val="9"/>
                <c:pt idx="0">
                  <c:v>57.77</c:v>
                </c:pt>
                <c:pt idx="1">
                  <c:v>63.83</c:v>
                </c:pt>
                <c:pt idx="2">
                  <c:v>76.489999999999995</c:v>
                </c:pt>
                <c:pt idx="3">
                  <c:v>87.89</c:v>
                </c:pt>
                <c:pt idx="4">
                  <c:v>94.17</c:v>
                </c:pt>
                <c:pt idx="5">
                  <c:v>100.62</c:v>
                </c:pt>
                <c:pt idx="6">
                  <c:v>117.46</c:v>
                </c:pt>
                <c:pt idx="8">
                  <c:v>210.38</c:v>
                </c:pt>
              </c:numCache>
            </c:numRef>
          </c:val>
          <c:extLst xmlns:c16r2="http://schemas.microsoft.com/office/drawing/2015/06/chart">
            <c:ext xmlns:c16="http://schemas.microsoft.com/office/drawing/2014/chart" uri="{C3380CC4-5D6E-409C-BE32-E72D297353CC}">
              <c16:uniqueId val="{00000002-EA69-4BE7-A73B-DEE606EF43F8}"/>
            </c:ext>
          </c:extLst>
        </c:ser>
        <c:dLbls>
          <c:showLegendKey val="0"/>
          <c:showVal val="0"/>
          <c:showCatName val="0"/>
          <c:showSerName val="0"/>
          <c:showPercent val="0"/>
          <c:showBubbleSize val="0"/>
        </c:dLbls>
        <c:gapWidth val="219"/>
        <c:axId val="879549088"/>
        <c:axId val="879535488"/>
      </c:barChart>
      <c:lineChart>
        <c:grouping val="standard"/>
        <c:varyColors val="0"/>
        <c:ser>
          <c:idx val="1"/>
          <c:order val="1"/>
          <c:tx>
            <c:strRef>
              <c:f>'图 83'!$N$7</c:f>
              <c:strCache>
                <c:ptCount val="1"/>
                <c:pt idx="0">
                  <c:v>同比（右）</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'图 83'!$L$8:$L$16</c:f>
              <c:strCache>
                <c:ptCount val="9"/>
                <c:pt idx="0">
                  <c:v>2015</c:v>
                </c:pt>
                <c:pt idx="1">
                  <c:v>2016</c:v>
                </c:pt>
                <c:pt idx="2">
                  <c:v>2017</c:v>
                </c:pt>
                <c:pt idx="3">
                  <c:v>2018</c:v>
                </c:pt>
                <c:pt idx="4">
                  <c:v>2019</c:v>
                </c:pt>
                <c:pt idx="5">
                  <c:v>2020</c:v>
                </c:pt>
                <c:pt idx="6">
                  <c:v>2021</c:v>
                </c:pt>
                <c:pt idx="8">
                  <c:v>2027E</c:v>
                </c:pt>
              </c:strCache>
            </c:strRef>
          </c:cat>
          <c:val>
            <c:numRef>
              <c:f>'图 83'!$N$8:$N$16</c:f>
              <c:numCache>
                <c:formatCode>0.0%</c:formatCode>
                <c:ptCount val="9"/>
                <c:pt idx="1">
                  <c:v>0.10489873636835712</c:v>
                </c:pt>
                <c:pt idx="2">
                  <c:v>0.19833933886887034</c:v>
                </c:pt>
                <c:pt idx="3">
                  <c:v>0.14903909007713434</c:v>
                </c:pt>
                <c:pt idx="4">
                  <c:v>7.1452952554329263E-2</c:v>
                </c:pt>
                <c:pt idx="5">
                  <c:v>6.8493150684931559E-2</c:v>
                </c:pt>
                <c:pt idx="6">
                  <c:v>0.16736235340886485</c:v>
                </c:pt>
              </c:numCache>
            </c:numRef>
          </c:val>
          <c:smooth val="1"/>
          <c:extLst xmlns:c16r2="http://schemas.microsoft.com/office/drawing/2015/06/chart">
            <c:ext xmlns:c16="http://schemas.microsoft.com/office/drawing/2014/chart" uri="{C3380CC4-5D6E-409C-BE32-E72D297353CC}">
              <c16:uniqueId val="{00000003-EA69-4BE7-A73B-DEE606EF43F8}"/>
            </c:ext>
          </c:extLst>
        </c:ser>
        <c:dLbls>
          <c:showLegendKey val="0"/>
          <c:showVal val="0"/>
          <c:showCatName val="0"/>
          <c:showSerName val="0"/>
          <c:showPercent val="0"/>
          <c:showBubbleSize val="0"/>
        </c:dLbls>
        <c:marker val="1"/>
        <c:smooth val="0"/>
        <c:axId val="879546912"/>
        <c:axId val="879552896"/>
      </c:lineChart>
      <c:catAx>
        <c:axId val="879549088"/>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879535488"/>
        <c:crosses val="autoZero"/>
        <c:auto val="1"/>
        <c:lblAlgn val="ctr"/>
        <c:lblOffset val="100"/>
        <c:noMultiLvlLbl val="0"/>
      </c:catAx>
      <c:valAx>
        <c:axId val="879535488"/>
        <c:scaling>
          <c:orientation val="minMax"/>
          <c:max val="250"/>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879549088"/>
        <c:crosses val="autoZero"/>
        <c:crossBetween val="between"/>
      </c:valAx>
      <c:valAx>
        <c:axId val="879552896"/>
        <c:scaling>
          <c:orientation val="minMax"/>
          <c:max val="0.4"/>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879546912"/>
        <c:crosses val="max"/>
        <c:crossBetween val="between"/>
        <c:majorUnit val="0.1"/>
      </c:valAx>
      <c:catAx>
        <c:axId val="879546912"/>
        <c:scaling>
          <c:orientation val="minMax"/>
        </c:scaling>
        <c:delete val="1"/>
        <c:axPos val="b"/>
        <c:numFmt formatCode="General" sourceLinked="1"/>
        <c:majorTickMark val="out"/>
        <c:minorTickMark val="none"/>
        <c:tickLblPos val="nextTo"/>
        <c:crossAx val="879552896"/>
        <c:crosses val="autoZero"/>
        <c:auto val="1"/>
        <c:lblAlgn val="ctr"/>
        <c:lblOffset val="100"/>
        <c:noMultiLvlLbl val="0"/>
      </c:catAx>
      <c:spPr>
        <a:noFill/>
        <a:ln>
          <a:noFill/>
        </a:ln>
        <a:effectLst/>
      </c:spPr>
    </c:plotArea>
    <c:legend>
      <c:legendPos val="t"/>
      <c:layout>
        <c:manualLayout>
          <c:xMode val="edge"/>
          <c:yMode val="edge"/>
          <c:x val="0.10981639860791902"/>
          <c:y val="0"/>
          <c:w val="0.75137860251851885"/>
          <c:h val="9.3325413714487326E-2"/>
        </c:manualLayout>
      </c:layout>
      <c:overlay val="0"/>
      <c:spPr>
        <a:noFill/>
        <a:ln>
          <a:noFill/>
        </a:ln>
        <a:effectLst/>
      </c:spPr>
      <c:txPr>
        <a:bodyPr rot="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pPr>
      <a:endParaRPr lang="zh-CN"/>
    </a:p>
  </c:txPr>
  <c:externalData r:id="rId3">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'图 88'!$D$12</c:f>
              <c:strCache>
                <c:ptCount val="1"/>
                <c:pt idx="0">
                  <c:v>营业总收入（百万元）</c:v>
                </c:pt>
              </c:strCache>
            </c:strRef>
          </c:tx>
          <c:spPr>
            <a:solidFill>
              <a:srgbClr val="E10000"/>
            </a:solidFill>
            <a:ln w="6350">
              <a:solidFill>
                <a:srgbClr val="FFFFFF"/>
              </a:solidFill>
              <a:prstDash val="solid"/>
            </a:ln>
            <a:effectLst/>
          </c:spPr>
          <c:invertIfNegative val="0"/>
          <c:cat>
            <c:strRef>
              <c:f>'图 88'!$C$13:$C$17</c:f>
              <c:strCache>
                <c:ptCount val="5"/>
                <c:pt idx="0">
                  <c:v>2018</c:v>
                </c:pt>
                <c:pt idx="1">
                  <c:v>2019</c:v>
                </c:pt>
                <c:pt idx="2">
                  <c:v>2020</c:v>
                </c:pt>
                <c:pt idx="3">
                  <c:v>2021</c:v>
                </c:pt>
                <c:pt idx="4">
                  <c:v>2022H1</c:v>
                </c:pt>
              </c:strCache>
            </c:strRef>
          </c:cat>
          <c:val>
            <c:numRef>
              <c:f>'图 88'!$D$13:$D$17</c:f>
              <c:numCache>
                <c:formatCode>General</c:formatCode>
                <c:ptCount val="5"/>
                <c:pt idx="0">
                  <c:v>223.52</c:v>
                </c:pt>
                <c:pt idx="1">
                  <c:v>255.75</c:v>
                </c:pt>
                <c:pt idx="2">
                  <c:v>273.2</c:v>
                </c:pt>
                <c:pt idx="3">
                  <c:v>528.38</c:v>
                </c:pt>
                <c:pt idx="4">
                  <c:v>390</c:v>
                </c:pt>
              </c:numCache>
            </c:numRef>
          </c:val>
          <c:extLst xmlns:c16r2="http://schemas.microsoft.com/office/drawing/2015/06/chart">
            <c:ext xmlns:c16="http://schemas.microsoft.com/office/drawing/2014/chart" uri="{C3380CC4-5D6E-409C-BE32-E72D297353CC}">
              <c16:uniqueId val="{00000000-4E47-487C-8CEF-3441ECABDD76}"/>
            </c:ext>
          </c:extLst>
        </c:ser>
        <c:ser>
          <c:idx val="1"/>
          <c:order val="1"/>
          <c:tx>
            <c:strRef>
              <c:f>'图 88'!$E$12</c:f>
              <c:strCache>
                <c:ptCount val="1"/>
                <c:pt idx="0">
                  <c:v>净利润（百万元）</c:v>
                </c:pt>
              </c:strCache>
            </c:strRef>
          </c:tx>
          <c:spPr>
            <a:solidFill>
              <a:srgbClr val="C8C8C8"/>
            </a:solidFill>
            <a:ln w="6350">
              <a:solidFill>
                <a:srgbClr val="FFFFFF"/>
              </a:solidFill>
              <a:prstDash val="solid"/>
            </a:ln>
            <a:effectLst/>
          </c:spPr>
          <c:invertIfNegative val="0"/>
          <c:cat>
            <c:strRef>
              <c:f>'图 88'!$C$13:$C$17</c:f>
              <c:strCache>
                <c:ptCount val="5"/>
                <c:pt idx="0">
                  <c:v>2018</c:v>
                </c:pt>
                <c:pt idx="1">
                  <c:v>2019</c:v>
                </c:pt>
                <c:pt idx="2">
                  <c:v>2020</c:v>
                </c:pt>
                <c:pt idx="3">
                  <c:v>2021</c:v>
                </c:pt>
                <c:pt idx="4">
                  <c:v>2022H1</c:v>
                </c:pt>
              </c:strCache>
            </c:strRef>
          </c:cat>
          <c:val>
            <c:numRef>
              <c:f>'图 88'!$E$13:$E$17</c:f>
              <c:numCache>
                <c:formatCode>General</c:formatCode>
                <c:ptCount val="5"/>
                <c:pt idx="0">
                  <c:v>0.47549999999999998</c:v>
                </c:pt>
                <c:pt idx="1">
                  <c:v>5.2295999999999996</c:v>
                </c:pt>
                <c:pt idx="2">
                  <c:v>-7.4420000000000002</c:v>
                </c:pt>
                <c:pt idx="3">
                  <c:v>97.09</c:v>
                </c:pt>
                <c:pt idx="4">
                  <c:v>89</c:v>
                </c:pt>
              </c:numCache>
            </c:numRef>
          </c:val>
          <c:extLst xmlns:c16r2="http://schemas.microsoft.com/office/drawing/2015/06/chart">
            <c:ext xmlns:c16="http://schemas.microsoft.com/office/drawing/2014/chart" uri="{C3380CC4-5D6E-409C-BE32-E72D297353CC}">
              <c16:uniqueId val="{00000001-4E47-487C-8CEF-3441ECABDD76}"/>
            </c:ext>
          </c:extLst>
        </c:ser>
        <c:dLbls>
          <c:showLegendKey val="0"/>
          <c:showVal val="0"/>
          <c:showCatName val="0"/>
          <c:showSerName val="0"/>
          <c:showPercent val="0"/>
          <c:showBubbleSize val="0"/>
        </c:dLbls>
        <c:gapWidth val="219"/>
        <c:overlap val="-27"/>
        <c:axId val="879529504"/>
        <c:axId val="879526784"/>
      </c:barChart>
      <c:catAx>
        <c:axId val="879529504"/>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lang="en-US" altLang="zh-CN" sz="1000" b="1" i="0" u="none" strike="noStrike" kern="1200" baseline="0">
                <a:solidFill>
                  <a:schemeClr val="tx1"/>
                </a:solidFill>
                <a:latin typeface="+mn-lt"/>
                <a:ea typeface="+mn-ea"/>
                <a:cs typeface="+mn-cs"/>
              </a:defRPr>
            </a:pPr>
            <a:endParaRPr lang="zh-CN"/>
          </a:p>
        </c:txPr>
        <c:crossAx val="879526784"/>
        <c:crosses val="autoZero"/>
        <c:auto val="1"/>
        <c:lblAlgn val="ctr"/>
        <c:lblOffset val="100"/>
        <c:noMultiLvlLbl val="0"/>
      </c:catAx>
      <c:valAx>
        <c:axId val="87952678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lang="en-US" altLang="zh-CN" sz="1000" b="1" i="0" u="none" strike="noStrike" kern="1200" baseline="0">
                <a:solidFill>
                  <a:schemeClr val="tx1"/>
                </a:solidFill>
                <a:latin typeface="+mn-lt"/>
                <a:ea typeface="+mn-ea"/>
                <a:cs typeface="+mn-cs"/>
              </a:defRPr>
            </a:pPr>
            <a:endParaRPr lang="zh-CN"/>
          </a:p>
        </c:txPr>
        <c:crossAx val="879529504"/>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lang="en-US" altLang="zh-CN" sz="1000" b="1" i="0" u="none" strike="noStrike" kern="1200" baseline="0">
              <a:solidFill>
                <a:schemeClr val="tx1"/>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lang="en-US" altLang="zh-CN" sz="1000" b="1" i="0" u="none" strike="noStrike" kern="1200" baseline="0">
          <a:solidFill>
            <a:schemeClr val="tx1"/>
          </a:solidFill>
          <a:latin typeface="+mn-lt"/>
          <a:ea typeface="+mn-ea"/>
          <a:cs typeface="+mn-cs"/>
        </a:defRPr>
      </a:pPr>
      <a:endParaRPr lang="zh-CN"/>
    </a:p>
  </c:txPr>
  <c:externalData r:id="rId3">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'图 87'!$B$1</c:f>
              <c:strCache>
                <c:ptCount val="1"/>
                <c:pt idx="0">
                  <c:v>硫酸98%(元/吨）</c:v>
                </c:pt>
              </c:strCache>
            </c:strRef>
          </c:tx>
          <c:spPr>
            <a:ln w="12700" cap="rnd">
              <a:solidFill>
                <a:schemeClr val="bg1">
                  <a:lumMod val="75000"/>
                </a:schemeClr>
              </a:solidFill>
              <a:prstDash val="solid"/>
              <a:round/>
            </a:ln>
            <a:effectLst/>
          </c:spPr>
          <c:marker>
            <c:symbol val="none"/>
          </c:marker>
          <c:dLbls>
            <c:dLbl>
              <c:idx val="622"/>
              <c:layout>
                <c:manualLayout>
                  <c:x val="7.1745148086710453E-2"/>
                  <c:y val="-6.2486305524339834E-2"/>
                </c:manualLayout>
              </c:layout>
              <c:tx>
                <c:rich>
                  <a:bodyPr/>
                  <a:lstStyle/>
                  <a:p>
                    <a:r>
                      <a:rPr lang="en-US" altLang="zh-CN"/>
                      <a:t>204</a:t>
                    </a:r>
                  </a:p>
                </c:rich>
              </c:tx>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A6E2-496A-BE59-385418157B9E}"/>
                </c:ex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lumMod val="75000"/>
                        <a:lumOff val="25000"/>
                      </a:schemeClr>
                    </a:solidFill>
                    <a:latin typeface="+mn-lt"/>
                    <a:ea typeface="+mn-ea"/>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numRef>
              <c:f>'图 87'!$A$2:$A$796</c:f>
              <c:numCache>
                <c:formatCode>m/d/yyyy</c:formatCode>
                <c:ptCount val="795"/>
                <c:pt idx="0">
                  <c:v>44985</c:v>
                </c:pt>
                <c:pt idx="1">
                  <c:v>44984</c:v>
                </c:pt>
                <c:pt idx="2">
                  <c:v>44983</c:v>
                </c:pt>
                <c:pt idx="3">
                  <c:v>44982</c:v>
                </c:pt>
                <c:pt idx="4">
                  <c:v>44981</c:v>
                </c:pt>
                <c:pt idx="5">
                  <c:v>44980</c:v>
                </c:pt>
                <c:pt idx="6">
                  <c:v>44979</c:v>
                </c:pt>
                <c:pt idx="7">
                  <c:v>44978</c:v>
                </c:pt>
                <c:pt idx="8">
                  <c:v>44977</c:v>
                </c:pt>
                <c:pt idx="9">
                  <c:v>44976</c:v>
                </c:pt>
                <c:pt idx="10">
                  <c:v>44975</c:v>
                </c:pt>
                <c:pt idx="11">
                  <c:v>44974</c:v>
                </c:pt>
                <c:pt idx="12">
                  <c:v>44973</c:v>
                </c:pt>
                <c:pt idx="13">
                  <c:v>44972</c:v>
                </c:pt>
                <c:pt idx="14">
                  <c:v>44971</c:v>
                </c:pt>
                <c:pt idx="15">
                  <c:v>44970</c:v>
                </c:pt>
                <c:pt idx="16">
                  <c:v>44969</c:v>
                </c:pt>
                <c:pt idx="17">
                  <c:v>44968</c:v>
                </c:pt>
                <c:pt idx="18">
                  <c:v>44967</c:v>
                </c:pt>
                <c:pt idx="19">
                  <c:v>44966</c:v>
                </c:pt>
                <c:pt idx="20">
                  <c:v>44965</c:v>
                </c:pt>
                <c:pt idx="21">
                  <c:v>44964</c:v>
                </c:pt>
                <c:pt idx="22">
                  <c:v>44963</c:v>
                </c:pt>
                <c:pt idx="23">
                  <c:v>44962</c:v>
                </c:pt>
                <c:pt idx="24">
                  <c:v>44961</c:v>
                </c:pt>
                <c:pt idx="25">
                  <c:v>44960</c:v>
                </c:pt>
                <c:pt idx="26">
                  <c:v>44959</c:v>
                </c:pt>
                <c:pt idx="27">
                  <c:v>44958</c:v>
                </c:pt>
                <c:pt idx="28">
                  <c:v>44957</c:v>
                </c:pt>
                <c:pt idx="29">
                  <c:v>44956</c:v>
                </c:pt>
                <c:pt idx="30">
                  <c:v>44955</c:v>
                </c:pt>
                <c:pt idx="31">
                  <c:v>44954</c:v>
                </c:pt>
                <c:pt idx="32">
                  <c:v>44953</c:v>
                </c:pt>
                <c:pt idx="33">
                  <c:v>44952</c:v>
                </c:pt>
                <c:pt idx="34">
                  <c:v>44951</c:v>
                </c:pt>
                <c:pt idx="35">
                  <c:v>44950</c:v>
                </c:pt>
                <c:pt idx="36">
                  <c:v>44949</c:v>
                </c:pt>
                <c:pt idx="37">
                  <c:v>44948</c:v>
                </c:pt>
                <c:pt idx="38">
                  <c:v>44947</c:v>
                </c:pt>
                <c:pt idx="39">
                  <c:v>44946</c:v>
                </c:pt>
                <c:pt idx="40">
                  <c:v>44945</c:v>
                </c:pt>
                <c:pt idx="41">
                  <c:v>44944</c:v>
                </c:pt>
                <c:pt idx="42">
                  <c:v>44943</c:v>
                </c:pt>
                <c:pt idx="43">
                  <c:v>44942</c:v>
                </c:pt>
                <c:pt idx="44">
                  <c:v>44941</c:v>
                </c:pt>
                <c:pt idx="45">
                  <c:v>44940</c:v>
                </c:pt>
                <c:pt idx="46">
                  <c:v>44939</c:v>
                </c:pt>
                <c:pt idx="47">
                  <c:v>44938</c:v>
                </c:pt>
                <c:pt idx="48">
                  <c:v>44937</c:v>
                </c:pt>
                <c:pt idx="49">
                  <c:v>44936</c:v>
                </c:pt>
                <c:pt idx="50">
                  <c:v>44935</c:v>
                </c:pt>
                <c:pt idx="51">
                  <c:v>44934</c:v>
                </c:pt>
                <c:pt idx="52">
                  <c:v>44933</c:v>
                </c:pt>
                <c:pt idx="53">
                  <c:v>44932</c:v>
                </c:pt>
                <c:pt idx="54">
                  <c:v>44931</c:v>
                </c:pt>
                <c:pt idx="55">
                  <c:v>44930</c:v>
                </c:pt>
                <c:pt idx="56">
                  <c:v>44929</c:v>
                </c:pt>
                <c:pt idx="57">
                  <c:v>44928</c:v>
                </c:pt>
                <c:pt idx="58">
                  <c:v>44927</c:v>
                </c:pt>
                <c:pt idx="59">
                  <c:v>44926</c:v>
                </c:pt>
                <c:pt idx="60">
                  <c:v>44925</c:v>
                </c:pt>
                <c:pt idx="61">
                  <c:v>44924</c:v>
                </c:pt>
                <c:pt idx="62">
                  <c:v>44923</c:v>
                </c:pt>
                <c:pt idx="63">
                  <c:v>44922</c:v>
                </c:pt>
                <c:pt idx="64">
                  <c:v>44921</c:v>
                </c:pt>
                <c:pt idx="65">
                  <c:v>44920</c:v>
                </c:pt>
                <c:pt idx="66">
                  <c:v>44919</c:v>
                </c:pt>
                <c:pt idx="67">
                  <c:v>44918</c:v>
                </c:pt>
                <c:pt idx="68">
                  <c:v>44917</c:v>
                </c:pt>
                <c:pt idx="69">
                  <c:v>44916</c:v>
                </c:pt>
                <c:pt idx="70">
                  <c:v>44915</c:v>
                </c:pt>
                <c:pt idx="71">
                  <c:v>44914</c:v>
                </c:pt>
                <c:pt idx="72">
                  <c:v>44913</c:v>
                </c:pt>
                <c:pt idx="73">
                  <c:v>44912</c:v>
                </c:pt>
                <c:pt idx="74">
                  <c:v>44911</c:v>
                </c:pt>
                <c:pt idx="75">
                  <c:v>44910</c:v>
                </c:pt>
                <c:pt idx="76">
                  <c:v>44909</c:v>
                </c:pt>
                <c:pt idx="77">
                  <c:v>44908</c:v>
                </c:pt>
                <c:pt idx="78">
                  <c:v>44907</c:v>
                </c:pt>
                <c:pt idx="79">
                  <c:v>44906</c:v>
                </c:pt>
                <c:pt idx="80">
                  <c:v>44905</c:v>
                </c:pt>
                <c:pt idx="81">
                  <c:v>44904</c:v>
                </c:pt>
                <c:pt idx="82">
                  <c:v>44903</c:v>
                </c:pt>
                <c:pt idx="83">
                  <c:v>44902</c:v>
                </c:pt>
                <c:pt idx="84">
                  <c:v>44901</c:v>
                </c:pt>
                <c:pt idx="85">
                  <c:v>44900</c:v>
                </c:pt>
                <c:pt idx="86">
                  <c:v>44899</c:v>
                </c:pt>
                <c:pt idx="87">
                  <c:v>44898</c:v>
                </c:pt>
                <c:pt idx="88">
                  <c:v>44897</c:v>
                </c:pt>
                <c:pt idx="89">
                  <c:v>44896</c:v>
                </c:pt>
                <c:pt idx="90">
                  <c:v>44895</c:v>
                </c:pt>
                <c:pt idx="91">
                  <c:v>44894</c:v>
                </c:pt>
                <c:pt idx="92">
                  <c:v>44893</c:v>
                </c:pt>
                <c:pt idx="93">
                  <c:v>44892</c:v>
                </c:pt>
                <c:pt idx="94">
                  <c:v>44891</c:v>
                </c:pt>
                <c:pt idx="95">
                  <c:v>44890</c:v>
                </c:pt>
                <c:pt idx="96">
                  <c:v>44889</c:v>
                </c:pt>
                <c:pt idx="97">
                  <c:v>44888</c:v>
                </c:pt>
                <c:pt idx="98">
                  <c:v>44887</c:v>
                </c:pt>
                <c:pt idx="99">
                  <c:v>44886</c:v>
                </c:pt>
                <c:pt idx="100">
                  <c:v>44885</c:v>
                </c:pt>
                <c:pt idx="101">
                  <c:v>44884</c:v>
                </c:pt>
                <c:pt idx="102">
                  <c:v>44883</c:v>
                </c:pt>
                <c:pt idx="103">
                  <c:v>44882</c:v>
                </c:pt>
                <c:pt idx="104">
                  <c:v>44881</c:v>
                </c:pt>
                <c:pt idx="105">
                  <c:v>44880</c:v>
                </c:pt>
                <c:pt idx="106">
                  <c:v>44879</c:v>
                </c:pt>
                <c:pt idx="107">
                  <c:v>44878</c:v>
                </c:pt>
                <c:pt idx="108">
                  <c:v>44877</c:v>
                </c:pt>
                <c:pt idx="109">
                  <c:v>44876</c:v>
                </c:pt>
                <c:pt idx="110">
                  <c:v>44875</c:v>
                </c:pt>
                <c:pt idx="111">
                  <c:v>44874</c:v>
                </c:pt>
                <c:pt idx="112">
                  <c:v>44873</c:v>
                </c:pt>
                <c:pt idx="113">
                  <c:v>44872</c:v>
                </c:pt>
                <c:pt idx="114">
                  <c:v>44871</c:v>
                </c:pt>
                <c:pt idx="115">
                  <c:v>44870</c:v>
                </c:pt>
                <c:pt idx="116">
                  <c:v>44869</c:v>
                </c:pt>
                <c:pt idx="117">
                  <c:v>44868</c:v>
                </c:pt>
                <c:pt idx="118">
                  <c:v>44867</c:v>
                </c:pt>
                <c:pt idx="119">
                  <c:v>44866</c:v>
                </c:pt>
                <c:pt idx="120">
                  <c:v>44865</c:v>
                </c:pt>
                <c:pt idx="121">
                  <c:v>44864</c:v>
                </c:pt>
                <c:pt idx="122">
                  <c:v>44863</c:v>
                </c:pt>
                <c:pt idx="123">
                  <c:v>44862</c:v>
                </c:pt>
                <c:pt idx="124">
                  <c:v>44861</c:v>
                </c:pt>
                <c:pt idx="125">
                  <c:v>44860</c:v>
                </c:pt>
                <c:pt idx="126">
                  <c:v>44859</c:v>
                </c:pt>
                <c:pt idx="127">
                  <c:v>44858</c:v>
                </c:pt>
                <c:pt idx="128">
                  <c:v>44857</c:v>
                </c:pt>
                <c:pt idx="129">
                  <c:v>44856</c:v>
                </c:pt>
                <c:pt idx="130">
                  <c:v>44855</c:v>
                </c:pt>
                <c:pt idx="131">
                  <c:v>44854</c:v>
                </c:pt>
                <c:pt idx="132">
                  <c:v>44853</c:v>
                </c:pt>
                <c:pt idx="133">
                  <c:v>44852</c:v>
                </c:pt>
                <c:pt idx="134">
                  <c:v>44851</c:v>
                </c:pt>
                <c:pt idx="135">
                  <c:v>44850</c:v>
                </c:pt>
                <c:pt idx="136">
                  <c:v>44849</c:v>
                </c:pt>
                <c:pt idx="137">
                  <c:v>44848</c:v>
                </c:pt>
                <c:pt idx="138">
                  <c:v>44847</c:v>
                </c:pt>
                <c:pt idx="139">
                  <c:v>44846</c:v>
                </c:pt>
                <c:pt idx="140">
                  <c:v>44845</c:v>
                </c:pt>
                <c:pt idx="141">
                  <c:v>44844</c:v>
                </c:pt>
                <c:pt idx="142">
                  <c:v>44843</c:v>
                </c:pt>
                <c:pt idx="143">
                  <c:v>44842</c:v>
                </c:pt>
                <c:pt idx="144">
                  <c:v>44841</c:v>
                </c:pt>
                <c:pt idx="145">
                  <c:v>44840</c:v>
                </c:pt>
                <c:pt idx="146">
                  <c:v>44839</c:v>
                </c:pt>
                <c:pt idx="147">
                  <c:v>44838</c:v>
                </c:pt>
                <c:pt idx="148">
                  <c:v>44837</c:v>
                </c:pt>
                <c:pt idx="149">
                  <c:v>44836</c:v>
                </c:pt>
                <c:pt idx="150">
                  <c:v>44835</c:v>
                </c:pt>
                <c:pt idx="151">
                  <c:v>44834</c:v>
                </c:pt>
                <c:pt idx="152">
                  <c:v>44833</c:v>
                </c:pt>
                <c:pt idx="153">
                  <c:v>44832</c:v>
                </c:pt>
                <c:pt idx="154">
                  <c:v>44831</c:v>
                </c:pt>
                <c:pt idx="155">
                  <c:v>44830</c:v>
                </c:pt>
                <c:pt idx="156">
                  <c:v>44829</c:v>
                </c:pt>
                <c:pt idx="157">
                  <c:v>44828</c:v>
                </c:pt>
                <c:pt idx="158">
                  <c:v>44827</c:v>
                </c:pt>
                <c:pt idx="159">
                  <c:v>44826</c:v>
                </c:pt>
                <c:pt idx="160">
                  <c:v>44825</c:v>
                </c:pt>
                <c:pt idx="161">
                  <c:v>44824</c:v>
                </c:pt>
                <c:pt idx="162">
                  <c:v>44823</c:v>
                </c:pt>
                <c:pt idx="163">
                  <c:v>44822</c:v>
                </c:pt>
                <c:pt idx="164">
                  <c:v>44821</c:v>
                </c:pt>
                <c:pt idx="165">
                  <c:v>44820</c:v>
                </c:pt>
                <c:pt idx="166">
                  <c:v>44819</c:v>
                </c:pt>
                <c:pt idx="167">
                  <c:v>44818</c:v>
                </c:pt>
                <c:pt idx="168">
                  <c:v>44817</c:v>
                </c:pt>
                <c:pt idx="169">
                  <c:v>44816</c:v>
                </c:pt>
                <c:pt idx="170">
                  <c:v>44815</c:v>
                </c:pt>
                <c:pt idx="171">
                  <c:v>44814</c:v>
                </c:pt>
                <c:pt idx="172">
                  <c:v>44813</c:v>
                </c:pt>
                <c:pt idx="173">
                  <c:v>44812</c:v>
                </c:pt>
                <c:pt idx="174">
                  <c:v>44811</c:v>
                </c:pt>
                <c:pt idx="175">
                  <c:v>44810</c:v>
                </c:pt>
                <c:pt idx="176">
                  <c:v>44809</c:v>
                </c:pt>
                <c:pt idx="177">
                  <c:v>44808</c:v>
                </c:pt>
                <c:pt idx="178">
                  <c:v>44807</c:v>
                </c:pt>
                <c:pt idx="179">
                  <c:v>44806</c:v>
                </c:pt>
                <c:pt idx="180">
                  <c:v>44805</c:v>
                </c:pt>
                <c:pt idx="181">
                  <c:v>44804</c:v>
                </c:pt>
                <c:pt idx="182">
                  <c:v>44803</c:v>
                </c:pt>
                <c:pt idx="183">
                  <c:v>44802</c:v>
                </c:pt>
                <c:pt idx="184">
                  <c:v>44801</c:v>
                </c:pt>
                <c:pt idx="185">
                  <c:v>44800</c:v>
                </c:pt>
                <c:pt idx="186">
                  <c:v>44799</c:v>
                </c:pt>
                <c:pt idx="187">
                  <c:v>44798</c:v>
                </c:pt>
                <c:pt idx="188">
                  <c:v>44797</c:v>
                </c:pt>
                <c:pt idx="189">
                  <c:v>44796</c:v>
                </c:pt>
                <c:pt idx="190">
                  <c:v>44795</c:v>
                </c:pt>
                <c:pt idx="191">
                  <c:v>44794</c:v>
                </c:pt>
                <c:pt idx="192">
                  <c:v>44793</c:v>
                </c:pt>
                <c:pt idx="193">
                  <c:v>44792</c:v>
                </c:pt>
                <c:pt idx="194">
                  <c:v>44791</c:v>
                </c:pt>
                <c:pt idx="195">
                  <c:v>44790</c:v>
                </c:pt>
                <c:pt idx="196">
                  <c:v>44789</c:v>
                </c:pt>
                <c:pt idx="197">
                  <c:v>44788</c:v>
                </c:pt>
                <c:pt idx="198">
                  <c:v>44787</c:v>
                </c:pt>
                <c:pt idx="199">
                  <c:v>44786</c:v>
                </c:pt>
                <c:pt idx="200">
                  <c:v>44785</c:v>
                </c:pt>
                <c:pt idx="201">
                  <c:v>44784</c:v>
                </c:pt>
                <c:pt idx="202">
                  <c:v>44783</c:v>
                </c:pt>
                <c:pt idx="203">
                  <c:v>44782</c:v>
                </c:pt>
                <c:pt idx="204">
                  <c:v>44781</c:v>
                </c:pt>
                <c:pt idx="205">
                  <c:v>44778</c:v>
                </c:pt>
                <c:pt idx="206">
                  <c:v>44777</c:v>
                </c:pt>
                <c:pt idx="207">
                  <c:v>44776</c:v>
                </c:pt>
                <c:pt idx="208">
                  <c:v>44775</c:v>
                </c:pt>
                <c:pt idx="209">
                  <c:v>44774</c:v>
                </c:pt>
                <c:pt idx="210">
                  <c:v>44771</c:v>
                </c:pt>
                <c:pt idx="211">
                  <c:v>44770</c:v>
                </c:pt>
                <c:pt idx="212">
                  <c:v>44769</c:v>
                </c:pt>
                <c:pt idx="213">
                  <c:v>44768</c:v>
                </c:pt>
                <c:pt idx="214">
                  <c:v>44767</c:v>
                </c:pt>
                <c:pt idx="215">
                  <c:v>44764</c:v>
                </c:pt>
                <c:pt idx="216">
                  <c:v>44763</c:v>
                </c:pt>
                <c:pt idx="217">
                  <c:v>44762</c:v>
                </c:pt>
                <c:pt idx="218">
                  <c:v>44761</c:v>
                </c:pt>
                <c:pt idx="219">
                  <c:v>44760</c:v>
                </c:pt>
                <c:pt idx="220">
                  <c:v>44757</c:v>
                </c:pt>
                <c:pt idx="221">
                  <c:v>44756</c:v>
                </c:pt>
                <c:pt idx="222">
                  <c:v>44755</c:v>
                </c:pt>
                <c:pt idx="223">
                  <c:v>44754</c:v>
                </c:pt>
                <c:pt idx="224">
                  <c:v>44753</c:v>
                </c:pt>
                <c:pt idx="225">
                  <c:v>44750</c:v>
                </c:pt>
                <c:pt idx="226">
                  <c:v>44749</c:v>
                </c:pt>
                <c:pt idx="227">
                  <c:v>44748</c:v>
                </c:pt>
                <c:pt idx="228">
                  <c:v>44747</c:v>
                </c:pt>
                <c:pt idx="229">
                  <c:v>44746</c:v>
                </c:pt>
                <c:pt idx="230">
                  <c:v>44743</c:v>
                </c:pt>
                <c:pt idx="231">
                  <c:v>44742</c:v>
                </c:pt>
                <c:pt idx="232">
                  <c:v>44741</c:v>
                </c:pt>
                <c:pt idx="233">
                  <c:v>44740</c:v>
                </c:pt>
                <c:pt idx="234">
                  <c:v>44739</c:v>
                </c:pt>
                <c:pt idx="235">
                  <c:v>44736</c:v>
                </c:pt>
                <c:pt idx="236">
                  <c:v>44735</c:v>
                </c:pt>
                <c:pt idx="237">
                  <c:v>44734</c:v>
                </c:pt>
                <c:pt idx="238">
                  <c:v>44733</c:v>
                </c:pt>
                <c:pt idx="239">
                  <c:v>44732</c:v>
                </c:pt>
                <c:pt idx="240">
                  <c:v>44729</c:v>
                </c:pt>
                <c:pt idx="241">
                  <c:v>44728</c:v>
                </c:pt>
                <c:pt idx="242">
                  <c:v>44727</c:v>
                </c:pt>
                <c:pt idx="243">
                  <c:v>44726</c:v>
                </c:pt>
                <c:pt idx="244">
                  <c:v>44725</c:v>
                </c:pt>
                <c:pt idx="245">
                  <c:v>44722</c:v>
                </c:pt>
                <c:pt idx="246">
                  <c:v>44721</c:v>
                </c:pt>
                <c:pt idx="247">
                  <c:v>44720</c:v>
                </c:pt>
                <c:pt idx="248">
                  <c:v>44719</c:v>
                </c:pt>
                <c:pt idx="249">
                  <c:v>44718</c:v>
                </c:pt>
                <c:pt idx="250">
                  <c:v>44714</c:v>
                </c:pt>
                <c:pt idx="251">
                  <c:v>44713</c:v>
                </c:pt>
                <c:pt idx="252">
                  <c:v>44712</c:v>
                </c:pt>
                <c:pt idx="253">
                  <c:v>44711</c:v>
                </c:pt>
                <c:pt idx="254">
                  <c:v>44708</c:v>
                </c:pt>
                <c:pt idx="255">
                  <c:v>44707</c:v>
                </c:pt>
                <c:pt idx="256">
                  <c:v>44706</c:v>
                </c:pt>
                <c:pt idx="257">
                  <c:v>44705</c:v>
                </c:pt>
                <c:pt idx="258">
                  <c:v>44704</c:v>
                </c:pt>
                <c:pt idx="259">
                  <c:v>44701</c:v>
                </c:pt>
                <c:pt idx="260">
                  <c:v>44700</c:v>
                </c:pt>
                <c:pt idx="261">
                  <c:v>44699</c:v>
                </c:pt>
                <c:pt idx="262">
                  <c:v>44698</c:v>
                </c:pt>
                <c:pt idx="263">
                  <c:v>44697</c:v>
                </c:pt>
                <c:pt idx="264">
                  <c:v>44694</c:v>
                </c:pt>
                <c:pt idx="265">
                  <c:v>44693</c:v>
                </c:pt>
                <c:pt idx="266">
                  <c:v>44692</c:v>
                </c:pt>
                <c:pt idx="267">
                  <c:v>44691</c:v>
                </c:pt>
                <c:pt idx="268">
                  <c:v>44690</c:v>
                </c:pt>
                <c:pt idx="269">
                  <c:v>44688</c:v>
                </c:pt>
                <c:pt idx="270">
                  <c:v>44687</c:v>
                </c:pt>
                <c:pt idx="271">
                  <c:v>44686</c:v>
                </c:pt>
                <c:pt idx="272">
                  <c:v>44680</c:v>
                </c:pt>
                <c:pt idx="273">
                  <c:v>44679</c:v>
                </c:pt>
                <c:pt idx="274">
                  <c:v>44678</c:v>
                </c:pt>
                <c:pt idx="275">
                  <c:v>44677</c:v>
                </c:pt>
                <c:pt idx="276">
                  <c:v>44676</c:v>
                </c:pt>
                <c:pt idx="277">
                  <c:v>44675</c:v>
                </c:pt>
                <c:pt idx="278">
                  <c:v>44673</c:v>
                </c:pt>
                <c:pt idx="279">
                  <c:v>44672</c:v>
                </c:pt>
                <c:pt idx="280">
                  <c:v>44671</c:v>
                </c:pt>
                <c:pt idx="281">
                  <c:v>44670</c:v>
                </c:pt>
                <c:pt idx="282">
                  <c:v>44669</c:v>
                </c:pt>
                <c:pt idx="283">
                  <c:v>44666</c:v>
                </c:pt>
                <c:pt idx="284">
                  <c:v>44665</c:v>
                </c:pt>
                <c:pt idx="285">
                  <c:v>44664</c:v>
                </c:pt>
                <c:pt idx="286">
                  <c:v>44663</c:v>
                </c:pt>
                <c:pt idx="287">
                  <c:v>44662</c:v>
                </c:pt>
                <c:pt idx="288">
                  <c:v>44659</c:v>
                </c:pt>
                <c:pt idx="289">
                  <c:v>44658</c:v>
                </c:pt>
                <c:pt idx="290">
                  <c:v>44657</c:v>
                </c:pt>
                <c:pt idx="291">
                  <c:v>44653</c:v>
                </c:pt>
                <c:pt idx="292">
                  <c:v>44652</c:v>
                </c:pt>
                <c:pt idx="293">
                  <c:v>44651</c:v>
                </c:pt>
                <c:pt idx="294">
                  <c:v>44650</c:v>
                </c:pt>
                <c:pt idx="295">
                  <c:v>44649</c:v>
                </c:pt>
                <c:pt idx="296">
                  <c:v>44648</c:v>
                </c:pt>
                <c:pt idx="297">
                  <c:v>44645</c:v>
                </c:pt>
                <c:pt idx="298">
                  <c:v>44644</c:v>
                </c:pt>
                <c:pt idx="299">
                  <c:v>44643</c:v>
                </c:pt>
                <c:pt idx="300">
                  <c:v>44642</c:v>
                </c:pt>
                <c:pt idx="301">
                  <c:v>44641</c:v>
                </c:pt>
                <c:pt idx="302">
                  <c:v>44638</c:v>
                </c:pt>
                <c:pt idx="303">
                  <c:v>44637</c:v>
                </c:pt>
                <c:pt idx="304">
                  <c:v>44636</c:v>
                </c:pt>
                <c:pt idx="305">
                  <c:v>44635</c:v>
                </c:pt>
                <c:pt idx="306">
                  <c:v>44634</c:v>
                </c:pt>
                <c:pt idx="307">
                  <c:v>44631</c:v>
                </c:pt>
                <c:pt idx="308">
                  <c:v>44630</c:v>
                </c:pt>
                <c:pt idx="309">
                  <c:v>44629</c:v>
                </c:pt>
                <c:pt idx="310">
                  <c:v>44628</c:v>
                </c:pt>
                <c:pt idx="311">
                  <c:v>44627</c:v>
                </c:pt>
                <c:pt idx="312">
                  <c:v>44624</c:v>
                </c:pt>
                <c:pt idx="313">
                  <c:v>44623</c:v>
                </c:pt>
                <c:pt idx="314">
                  <c:v>44622</c:v>
                </c:pt>
                <c:pt idx="315">
                  <c:v>44621</c:v>
                </c:pt>
                <c:pt idx="316">
                  <c:v>44620</c:v>
                </c:pt>
                <c:pt idx="317">
                  <c:v>44617</c:v>
                </c:pt>
                <c:pt idx="318">
                  <c:v>44616</c:v>
                </c:pt>
                <c:pt idx="319">
                  <c:v>44615</c:v>
                </c:pt>
                <c:pt idx="320">
                  <c:v>44614</c:v>
                </c:pt>
                <c:pt idx="321">
                  <c:v>44613</c:v>
                </c:pt>
                <c:pt idx="322">
                  <c:v>44610</c:v>
                </c:pt>
                <c:pt idx="323">
                  <c:v>44609</c:v>
                </c:pt>
                <c:pt idx="324">
                  <c:v>44608</c:v>
                </c:pt>
                <c:pt idx="325">
                  <c:v>44607</c:v>
                </c:pt>
                <c:pt idx="326">
                  <c:v>44606</c:v>
                </c:pt>
                <c:pt idx="327">
                  <c:v>44603</c:v>
                </c:pt>
                <c:pt idx="328">
                  <c:v>44602</c:v>
                </c:pt>
                <c:pt idx="329">
                  <c:v>44601</c:v>
                </c:pt>
                <c:pt idx="330">
                  <c:v>44600</c:v>
                </c:pt>
                <c:pt idx="331">
                  <c:v>44599</c:v>
                </c:pt>
                <c:pt idx="332">
                  <c:v>44591</c:v>
                </c:pt>
                <c:pt idx="333">
                  <c:v>44590</c:v>
                </c:pt>
                <c:pt idx="334">
                  <c:v>44589</c:v>
                </c:pt>
                <c:pt idx="335">
                  <c:v>44588</c:v>
                </c:pt>
                <c:pt idx="336">
                  <c:v>44587</c:v>
                </c:pt>
                <c:pt idx="337">
                  <c:v>44586</c:v>
                </c:pt>
                <c:pt idx="338">
                  <c:v>44585</c:v>
                </c:pt>
                <c:pt idx="339">
                  <c:v>44582</c:v>
                </c:pt>
                <c:pt idx="340">
                  <c:v>44581</c:v>
                </c:pt>
                <c:pt idx="341">
                  <c:v>44580</c:v>
                </c:pt>
                <c:pt idx="342">
                  <c:v>44579</c:v>
                </c:pt>
                <c:pt idx="343">
                  <c:v>44578</c:v>
                </c:pt>
                <c:pt idx="344">
                  <c:v>44575</c:v>
                </c:pt>
                <c:pt idx="345">
                  <c:v>44574</c:v>
                </c:pt>
                <c:pt idx="346">
                  <c:v>44573</c:v>
                </c:pt>
                <c:pt idx="347">
                  <c:v>44572</c:v>
                </c:pt>
                <c:pt idx="348">
                  <c:v>44571</c:v>
                </c:pt>
                <c:pt idx="349">
                  <c:v>44568</c:v>
                </c:pt>
                <c:pt idx="350">
                  <c:v>44567</c:v>
                </c:pt>
                <c:pt idx="351">
                  <c:v>44566</c:v>
                </c:pt>
                <c:pt idx="352">
                  <c:v>44565</c:v>
                </c:pt>
                <c:pt idx="353">
                  <c:v>44561</c:v>
                </c:pt>
                <c:pt idx="354">
                  <c:v>44560</c:v>
                </c:pt>
                <c:pt idx="355">
                  <c:v>44559</c:v>
                </c:pt>
                <c:pt idx="356">
                  <c:v>44558</c:v>
                </c:pt>
                <c:pt idx="357">
                  <c:v>44557</c:v>
                </c:pt>
                <c:pt idx="358">
                  <c:v>44554</c:v>
                </c:pt>
                <c:pt idx="359">
                  <c:v>44553</c:v>
                </c:pt>
                <c:pt idx="360">
                  <c:v>44552</c:v>
                </c:pt>
                <c:pt idx="361">
                  <c:v>44551</c:v>
                </c:pt>
                <c:pt idx="362">
                  <c:v>44550</c:v>
                </c:pt>
                <c:pt idx="363">
                  <c:v>44547</c:v>
                </c:pt>
                <c:pt idx="364">
                  <c:v>44546</c:v>
                </c:pt>
                <c:pt idx="365">
                  <c:v>44545</c:v>
                </c:pt>
                <c:pt idx="366">
                  <c:v>44544</c:v>
                </c:pt>
                <c:pt idx="367">
                  <c:v>44543</c:v>
                </c:pt>
                <c:pt idx="368">
                  <c:v>44540</c:v>
                </c:pt>
                <c:pt idx="369">
                  <c:v>44539</c:v>
                </c:pt>
                <c:pt idx="370">
                  <c:v>44538</c:v>
                </c:pt>
                <c:pt idx="371">
                  <c:v>44537</c:v>
                </c:pt>
                <c:pt idx="372">
                  <c:v>44536</c:v>
                </c:pt>
                <c:pt idx="373">
                  <c:v>44533</c:v>
                </c:pt>
                <c:pt idx="374">
                  <c:v>44532</c:v>
                </c:pt>
                <c:pt idx="375">
                  <c:v>44531</c:v>
                </c:pt>
                <c:pt idx="376">
                  <c:v>44530</c:v>
                </c:pt>
                <c:pt idx="377">
                  <c:v>44529</c:v>
                </c:pt>
                <c:pt idx="378">
                  <c:v>44526</c:v>
                </c:pt>
                <c:pt idx="379">
                  <c:v>44525</c:v>
                </c:pt>
                <c:pt idx="380">
                  <c:v>44524</c:v>
                </c:pt>
                <c:pt idx="381">
                  <c:v>44523</c:v>
                </c:pt>
                <c:pt idx="382">
                  <c:v>44522</c:v>
                </c:pt>
                <c:pt idx="383">
                  <c:v>44519</c:v>
                </c:pt>
                <c:pt idx="384">
                  <c:v>44518</c:v>
                </c:pt>
                <c:pt idx="385">
                  <c:v>44517</c:v>
                </c:pt>
                <c:pt idx="386">
                  <c:v>44516</c:v>
                </c:pt>
                <c:pt idx="387">
                  <c:v>44515</c:v>
                </c:pt>
                <c:pt idx="388">
                  <c:v>44512</c:v>
                </c:pt>
                <c:pt idx="389">
                  <c:v>44511</c:v>
                </c:pt>
                <c:pt idx="390">
                  <c:v>44510</c:v>
                </c:pt>
                <c:pt idx="391">
                  <c:v>44509</c:v>
                </c:pt>
                <c:pt idx="392">
                  <c:v>44508</c:v>
                </c:pt>
                <c:pt idx="393">
                  <c:v>44505</c:v>
                </c:pt>
                <c:pt idx="394">
                  <c:v>44504</c:v>
                </c:pt>
                <c:pt idx="395">
                  <c:v>44503</c:v>
                </c:pt>
                <c:pt idx="396">
                  <c:v>44502</c:v>
                </c:pt>
                <c:pt idx="397">
                  <c:v>44501</c:v>
                </c:pt>
                <c:pt idx="398">
                  <c:v>44498</c:v>
                </c:pt>
                <c:pt idx="399">
                  <c:v>44497</c:v>
                </c:pt>
                <c:pt idx="400">
                  <c:v>44496</c:v>
                </c:pt>
                <c:pt idx="401">
                  <c:v>44495</c:v>
                </c:pt>
                <c:pt idx="402">
                  <c:v>44494</c:v>
                </c:pt>
                <c:pt idx="403">
                  <c:v>44491</c:v>
                </c:pt>
                <c:pt idx="404">
                  <c:v>44490</c:v>
                </c:pt>
                <c:pt idx="405">
                  <c:v>44489</c:v>
                </c:pt>
                <c:pt idx="406">
                  <c:v>44488</c:v>
                </c:pt>
                <c:pt idx="407">
                  <c:v>44487</c:v>
                </c:pt>
                <c:pt idx="408">
                  <c:v>44484</c:v>
                </c:pt>
                <c:pt idx="409">
                  <c:v>44483</c:v>
                </c:pt>
                <c:pt idx="410">
                  <c:v>44482</c:v>
                </c:pt>
                <c:pt idx="411">
                  <c:v>44481</c:v>
                </c:pt>
                <c:pt idx="412">
                  <c:v>44480</c:v>
                </c:pt>
                <c:pt idx="413">
                  <c:v>44478</c:v>
                </c:pt>
                <c:pt idx="414">
                  <c:v>44477</c:v>
                </c:pt>
                <c:pt idx="415">
                  <c:v>44469</c:v>
                </c:pt>
                <c:pt idx="416">
                  <c:v>44468</c:v>
                </c:pt>
                <c:pt idx="417">
                  <c:v>44467</c:v>
                </c:pt>
                <c:pt idx="418">
                  <c:v>44466</c:v>
                </c:pt>
                <c:pt idx="419">
                  <c:v>44465</c:v>
                </c:pt>
                <c:pt idx="420">
                  <c:v>44463</c:v>
                </c:pt>
                <c:pt idx="421">
                  <c:v>44462</c:v>
                </c:pt>
                <c:pt idx="422">
                  <c:v>44461</c:v>
                </c:pt>
                <c:pt idx="423">
                  <c:v>44457</c:v>
                </c:pt>
                <c:pt idx="424">
                  <c:v>44456</c:v>
                </c:pt>
                <c:pt idx="425">
                  <c:v>44455</c:v>
                </c:pt>
                <c:pt idx="426">
                  <c:v>44454</c:v>
                </c:pt>
                <c:pt idx="427">
                  <c:v>44453</c:v>
                </c:pt>
                <c:pt idx="428">
                  <c:v>44452</c:v>
                </c:pt>
                <c:pt idx="429">
                  <c:v>44449</c:v>
                </c:pt>
                <c:pt idx="430">
                  <c:v>44448</c:v>
                </c:pt>
                <c:pt idx="431">
                  <c:v>44447</c:v>
                </c:pt>
                <c:pt idx="432">
                  <c:v>44446</c:v>
                </c:pt>
                <c:pt idx="433">
                  <c:v>44445</c:v>
                </c:pt>
                <c:pt idx="434">
                  <c:v>44442</c:v>
                </c:pt>
                <c:pt idx="435">
                  <c:v>44441</c:v>
                </c:pt>
                <c:pt idx="436">
                  <c:v>44440</c:v>
                </c:pt>
                <c:pt idx="437">
                  <c:v>44439</c:v>
                </c:pt>
                <c:pt idx="438">
                  <c:v>44438</c:v>
                </c:pt>
                <c:pt idx="439">
                  <c:v>44435</c:v>
                </c:pt>
                <c:pt idx="440">
                  <c:v>44434</c:v>
                </c:pt>
                <c:pt idx="441">
                  <c:v>44433</c:v>
                </c:pt>
                <c:pt idx="442">
                  <c:v>44432</c:v>
                </c:pt>
                <c:pt idx="443">
                  <c:v>44431</c:v>
                </c:pt>
                <c:pt idx="444">
                  <c:v>44428</c:v>
                </c:pt>
                <c:pt idx="445">
                  <c:v>44427</c:v>
                </c:pt>
                <c:pt idx="446">
                  <c:v>44426</c:v>
                </c:pt>
                <c:pt idx="447">
                  <c:v>44425</c:v>
                </c:pt>
                <c:pt idx="448">
                  <c:v>44424</c:v>
                </c:pt>
                <c:pt idx="449">
                  <c:v>44421</c:v>
                </c:pt>
                <c:pt idx="450">
                  <c:v>44420</c:v>
                </c:pt>
                <c:pt idx="451">
                  <c:v>44419</c:v>
                </c:pt>
                <c:pt idx="452">
                  <c:v>44418</c:v>
                </c:pt>
                <c:pt idx="453">
                  <c:v>44417</c:v>
                </c:pt>
                <c:pt idx="454">
                  <c:v>44414</c:v>
                </c:pt>
                <c:pt idx="455">
                  <c:v>44413</c:v>
                </c:pt>
                <c:pt idx="456">
                  <c:v>44412</c:v>
                </c:pt>
                <c:pt idx="457">
                  <c:v>44411</c:v>
                </c:pt>
                <c:pt idx="458">
                  <c:v>44410</c:v>
                </c:pt>
                <c:pt idx="459">
                  <c:v>44407</c:v>
                </c:pt>
                <c:pt idx="460">
                  <c:v>44406</c:v>
                </c:pt>
                <c:pt idx="461">
                  <c:v>44405</c:v>
                </c:pt>
                <c:pt idx="462">
                  <c:v>44404</c:v>
                </c:pt>
                <c:pt idx="463">
                  <c:v>44403</c:v>
                </c:pt>
                <c:pt idx="464">
                  <c:v>44400</c:v>
                </c:pt>
                <c:pt idx="465">
                  <c:v>44399</c:v>
                </c:pt>
                <c:pt idx="466">
                  <c:v>44398</c:v>
                </c:pt>
                <c:pt idx="467">
                  <c:v>44397</c:v>
                </c:pt>
                <c:pt idx="468">
                  <c:v>44396</c:v>
                </c:pt>
                <c:pt idx="469">
                  <c:v>44393</c:v>
                </c:pt>
                <c:pt idx="470">
                  <c:v>44392</c:v>
                </c:pt>
                <c:pt idx="471">
                  <c:v>44391</c:v>
                </c:pt>
                <c:pt idx="472">
                  <c:v>44390</c:v>
                </c:pt>
                <c:pt idx="473">
                  <c:v>44389</c:v>
                </c:pt>
                <c:pt idx="474">
                  <c:v>44386</c:v>
                </c:pt>
                <c:pt idx="475">
                  <c:v>44385</c:v>
                </c:pt>
                <c:pt idx="476">
                  <c:v>44384</c:v>
                </c:pt>
                <c:pt idx="477">
                  <c:v>44383</c:v>
                </c:pt>
                <c:pt idx="478">
                  <c:v>44382</c:v>
                </c:pt>
                <c:pt idx="479">
                  <c:v>44379</c:v>
                </c:pt>
                <c:pt idx="480">
                  <c:v>44378</c:v>
                </c:pt>
                <c:pt idx="481">
                  <c:v>44377</c:v>
                </c:pt>
                <c:pt idx="482">
                  <c:v>44376</c:v>
                </c:pt>
                <c:pt idx="483">
                  <c:v>44375</c:v>
                </c:pt>
                <c:pt idx="484">
                  <c:v>44372</c:v>
                </c:pt>
                <c:pt idx="485">
                  <c:v>44371</c:v>
                </c:pt>
                <c:pt idx="486">
                  <c:v>44370</c:v>
                </c:pt>
                <c:pt idx="487">
                  <c:v>44369</c:v>
                </c:pt>
                <c:pt idx="488">
                  <c:v>44368</c:v>
                </c:pt>
                <c:pt idx="489">
                  <c:v>44365</c:v>
                </c:pt>
                <c:pt idx="490">
                  <c:v>44364</c:v>
                </c:pt>
                <c:pt idx="491">
                  <c:v>44363</c:v>
                </c:pt>
                <c:pt idx="492">
                  <c:v>44362</c:v>
                </c:pt>
                <c:pt idx="493">
                  <c:v>44358</c:v>
                </c:pt>
                <c:pt idx="494">
                  <c:v>44357</c:v>
                </c:pt>
                <c:pt idx="495">
                  <c:v>44356</c:v>
                </c:pt>
                <c:pt idx="496">
                  <c:v>44355</c:v>
                </c:pt>
                <c:pt idx="497">
                  <c:v>44354</c:v>
                </c:pt>
                <c:pt idx="498">
                  <c:v>44351</c:v>
                </c:pt>
                <c:pt idx="499">
                  <c:v>44350</c:v>
                </c:pt>
                <c:pt idx="500">
                  <c:v>44349</c:v>
                </c:pt>
                <c:pt idx="501">
                  <c:v>44348</c:v>
                </c:pt>
                <c:pt idx="502">
                  <c:v>44347</c:v>
                </c:pt>
                <c:pt idx="503">
                  <c:v>44344</c:v>
                </c:pt>
                <c:pt idx="504">
                  <c:v>44343</c:v>
                </c:pt>
                <c:pt idx="505">
                  <c:v>44342</c:v>
                </c:pt>
                <c:pt idx="506">
                  <c:v>44341</c:v>
                </c:pt>
                <c:pt idx="507">
                  <c:v>44340</c:v>
                </c:pt>
                <c:pt idx="508">
                  <c:v>44337</c:v>
                </c:pt>
                <c:pt idx="509">
                  <c:v>44336</c:v>
                </c:pt>
                <c:pt idx="510">
                  <c:v>44335</c:v>
                </c:pt>
                <c:pt idx="511">
                  <c:v>44334</c:v>
                </c:pt>
                <c:pt idx="512">
                  <c:v>44333</c:v>
                </c:pt>
                <c:pt idx="513">
                  <c:v>44330</c:v>
                </c:pt>
                <c:pt idx="514">
                  <c:v>44329</c:v>
                </c:pt>
                <c:pt idx="515">
                  <c:v>44328</c:v>
                </c:pt>
                <c:pt idx="516">
                  <c:v>44327</c:v>
                </c:pt>
                <c:pt idx="517">
                  <c:v>44326</c:v>
                </c:pt>
                <c:pt idx="518">
                  <c:v>44324</c:v>
                </c:pt>
                <c:pt idx="519">
                  <c:v>44323</c:v>
                </c:pt>
                <c:pt idx="520">
                  <c:v>44322</c:v>
                </c:pt>
                <c:pt idx="521">
                  <c:v>44316</c:v>
                </c:pt>
                <c:pt idx="522">
                  <c:v>44315</c:v>
                </c:pt>
                <c:pt idx="523">
                  <c:v>44314</c:v>
                </c:pt>
                <c:pt idx="524">
                  <c:v>44313</c:v>
                </c:pt>
                <c:pt idx="525">
                  <c:v>44312</c:v>
                </c:pt>
                <c:pt idx="526">
                  <c:v>44311</c:v>
                </c:pt>
                <c:pt idx="527">
                  <c:v>44309</c:v>
                </c:pt>
                <c:pt idx="528">
                  <c:v>44308</c:v>
                </c:pt>
                <c:pt idx="529">
                  <c:v>44307</c:v>
                </c:pt>
                <c:pt idx="530">
                  <c:v>44306</c:v>
                </c:pt>
                <c:pt idx="531">
                  <c:v>44305</c:v>
                </c:pt>
                <c:pt idx="532">
                  <c:v>44302</c:v>
                </c:pt>
                <c:pt idx="533">
                  <c:v>44301</c:v>
                </c:pt>
                <c:pt idx="534">
                  <c:v>44300</c:v>
                </c:pt>
                <c:pt idx="535">
                  <c:v>44299</c:v>
                </c:pt>
                <c:pt idx="536">
                  <c:v>44298</c:v>
                </c:pt>
                <c:pt idx="537">
                  <c:v>44295</c:v>
                </c:pt>
                <c:pt idx="538">
                  <c:v>44294</c:v>
                </c:pt>
                <c:pt idx="539">
                  <c:v>44293</c:v>
                </c:pt>
                <c:pt idx="540">
                  <c:v>44292</c:v>
                </c:pt>
                <c:pt idx="541">
                  <c:v>44288</c:v>
                </c:pt>
                <c:pt idx="542">
                  <c:v>44287</c:v>
                </c:pt>
                <c:pt idx="543">
                  <c:v>44286</c:v>
                </c:pt>
                <c:pt idx="544">
                  <c:v>44285</c:v>
                </c:pt>
                <c:pt idx="545">
                  <c:v>44284</c:v>
                </c:pt>
                <c:pt idx="546">
                  <c:v>44281</c:v>
                </c:pt>
                <c:pt idx="547">
                  <c:v>44280</c:v>
                </c:pt>
                <c:pt idx="548">
                  <c:v>44279</c:v>
                </c:pt>
                <c:pt idx="549">
                  <c:v>44278</c:v>
                </c:pt>
                <c:pt idx="550">
                  <c:v>44277</c:v>
                </c:pt>
                <c:pt idx="551">
                  <c:v>44274</c:v>
                </c:pt>
                <c:pt idx="552">
                  <c:v>44273</c:v>
                </c:pt>
                <c:pt idx="553">
                  <c:v>44272</c:v>
                </c:pt>
                <c:pt idx="554">
                  <c:v>44271</c:v>
                </c:pt>
                <c:pt idx="555">
                  <c:v>44270</c:v>
                </c:pt>
                <c:pt idx="556">
                  <c:v>44267</c:v>
                </c:pt>
                <c:pt idx="557">
                  <c:v>44266</c:v>
                </c:pt>
                <c:pt idx="558">
                  <c:v>44265</c:v>
                </c:pt>
                <c:pt idx="559">
                  <c:v>44264</c:v>
                </c:pt>
                <c:pt idx="560">
                  <c:v>44263</c:v>
                </c:pt>
                <c:pt idx="561">
                  <c:v>44260</c:v>
                </c:pt>
                <c:pt idx="562">
                  <c:v>44259</c:v>
                </c:pt>
                <c:pt idx="563">
                  <c:v>44258</c:v>
                </c:pt>
                <c:pt idx="564">
                  <c:v>44257</c:v>
                </c:pt>
                <c:pt idx="565">
                  <c:v>44256</c:v>
                </c:pt>
                <c:pt idx="566">
                  <c:v>44253</c:v>
                </c:pt>
                <c:pt idx="567">
                  <c:v>44252</c:v>
                </c:pt>
                <c:pt idx="568">
                  <c:v>44251</c:v>
                </c:pt>
                <c:pt idx="569">
                  <c:v>44250</c:v>
                </c:pt>
                <c:pt idx="570">
                  <c:v>44249</c:v>
                </c:pt>
                <c:pt idx="571">
                  <c:v>44247</c:v>
                </c:pt>
                <c:pt idx="572">
                  <c:v>44246</c:v>
                </c:pt>
                <c:pt idx="573">
                  <c:v>44245</c:v>
                </c:pt>
                <c:pt idx="574">
                  <c:v>44237</c:v>
                </c:pt>
                <c:pt idx="575">
                  <c:v>44236</c:v>
                </c:pt>
                <c:pt idx="576">
                  <c:v>44235</c:v>
                </c:pt>
                <c:pt idx="577">
                  <c:v>44234</c:v>
                </c:pt>
                <c:pt idx="578">
                  <c:v>44232</c:v>
                </c:pt>
                <c:pt idx="579">
                  <c:v>44231</c:v>
                </c:pt>
                <c:pt idx="580">
                  <c:v>44230</c:v>
                </c:pt>
                <c:pt idx="581">
                  <c:v>44229</c:v>
                </c:pt>
                <c:pt idx="582">
                  <c:v>44228</c:v>
                </c:pt>
                <c:pt idx="583">
                  <c:v>44225</c:v>
                </c:pt>
                <c:pt idx="584">
                  <c:v>44224</c:v>
                </c:pt>
                <c:pt idx="585">
                  <c:v>44223</c:v>
                </c:pt>
                <c:pt idx="586">
                  <c:v>44222</c:v>
                </c:pt>
                <c:pt idx="587">
                  <c:v>44221</c:v>
                </c:pt>
                <c:pt idx="588">
                  <c:v>44218</c:v>
                </c:pt>
                <c:pt idx="589">
                  <c:v>44217</c:v>
                </c:pt>
                <c:pt idx="590">
                  <c:v>44216</c:v>
                </c:pt>
                <c:pt idx="591">
                  <c:v>44215</c:v>
                </c:pt>
                <c:pt idx="592">
                  <c:v>44214</c:v>
                </c:pt>
                <c:pt idx="593">
                  <c:v>44211</c:v>
                </c:pt>
                <c:pt idx="594">
                  <c:v>44210</c:v>
                </c:pt>
                <c:pt idx="595">
                  <c:v>44209</c:v>
                </c:pt>
                <c:pt idx="596">
                  <c:v>44208</c:v>
                </c:pt>
                <c:pt idx="597">
                  <c:v>44207</c:v>
                </c:pt>
                <c:pt idx="598">
                  <c:v>44204</c:v>
                </c:pt>
                <c:pt idx="599">
                  <c:v>44203</c:v>
                </c:pt>
                <c:pt idx="600">
                  <c:v>44202</c:v>
                </c:pt>
                <c:pt idx="601">
                  <c:v>44201</c:v>
                </c:pt>
                <c:pt idx="602">
                  <c:v>44200</c:v>
                </c:pt>
                <c:pt idx="603">
                  <c:v>44196</c:v>
                </c:pt>
                <c:pt idx="604">
                  <c:v>44195</c:v>
                </c:pt>
                <c:pt idx="605">
                  <c:v>44194</c:v>
                </c:pt>
                <c:pt idx="606">
                  <c:v>44193</c:v>
                </c:pt>
                <c:pt idx="607">
                  <c:v>44190</c:v>
                </c:pt>
                <c:pt idx="608">
                  <c:v>44189</c:v>
                </c:pt>
                <c:pt idx="609">
                  <c:v>44188</c:v>
                </c:pt>
                <c:pt idx="610">
                  <c:v>44187</c:v>
                </c:pt>
                <c:pt idx="611">
                  <c:v>44186</c:v>
                </c:pt>
                <c:pt idx="612">
                  <c:v>44183</c:v>
                </c:pt>
                <c:pt idx="613">
                  <c:v>44182</c:v>
                </c:pt>
                <c:pt idx="614">
                  <c:v>44181</c:v>
                </c:pt>
                <c:pt idx="615">
                  <c:v>44180</c:v>
                </c:pt>
                <c:pt idx="616">
                  <c:v>44179</c:v>
                </c:pt>
                <c:pt idx="617">
                  <c:v>44176</c:v>
                </c:pt>
                <c:pt idx="618">
                  <c:v>44175</c:v>
                </c:pt>
                <c:pt idx="619">
                  <c:v>44174</c:v>
                </c:pt>
                <c:pt idx="620">
                  <c:v>44173</c:v>
                </c:pt>
                <c:pt idx="621">
                  <c:v>44172</c:v>
                </c:pt>
                <c:pt idx="622">
                  <c:v>44169</c:v>
                </c:pt>
                <c:pt idx="623">
                  <c:v>44168</c:v>
                </c:pt>
                <c:pt idx="624">
                  <c:v>44167</c:v>
                </c:pt>
                <c:pt idx="625">
                  <c:v>44166</c:v>
                </c:pt>
                <c:pt idx="626">
                  <c:v>44165</c:v>
                </c:pt>
                <c:pt idx="627">
                  <c:v>44162</c:v>
                </c:pt>
                <c:pt idx="628">
                  <c:v>44161</c:v>
                </c:pt>
                <c:pt idx="629">
                  <c:v>44160</c:v>
                </c:pt>
                <c:pt idx="630">
                  <c:v>44159</c:v>
                </c:pt>
                <c:pt idx="631">
                  <c:v>44158</c:v>
                </c:pt>
                <c:pt idx="632">
                  <c:v>44155</c:v>
                </c:pt>
                <c:pt idx="633">
                  <c:v>44154</c:v>
                </c:pt>
                <c:pt idx="634">
                  <c:v>44153</c:v>
                </c:pt>
                <c:pt idx="635">
                  <c:v>44152</c:v>
                </c:pt>
                <c:pt idx="636">
                  <c:v>44151</c:v>
                </c:pt>
                <c:pt idx="637">
                  <c:v>44148</c:v>
                </c:pt>
                <c:pt idx="638">
                  <c:v>44147</c:v>
                </c:pt>
                <c:pt idx="639">
                  <c:v>44146</c:v>
                </c:pt>
                <c:pt idx="640">
                  <c:v>44145</c:v>
                </c:pt>
                <c:pt idx="641">
                  <c:v>44144</c:v>
                </c:pt>
                <c:pt idx="642">
                  <c:v>44141</c:v>
                </c:pt>
                <c:pt idx="643">
                  <c:v>44140</c:v>
                </c:pt>
                <c:pt idx="644">
                  <c:v>44139</c:v>
                </c:pt>
                <c:pt idx="645">
                  <c:v>44138</c:v>
                </c:pt>
                <c:pt idx="646">
                  <c:v>44137</c:v>
                </c:pt>
                <c:pt idx="647">
                  <c:v>44134</c:v>
                </c:pt>
                <c:pt idx="648">
                  <c:v>44133</c:v>
                </c:pt>
                <c:pt idx="649">
                  <c:v>44132</c:v>
                </c:pt>
                <c:pt idx="650">
                  <c:v>44131</c:v>
                </c:pt>
                <c:pt idx="651">
                  <c:v>44130</c:v>
                </c:pt>
                <c:pt idx="652">
                  <c:v>44127</c:v>
                </c:pt>
                <c:pt idx="653">
                  <c:v>44126</c:v>
                </c:pt>
                <c:pt idx="654">
                  <c:v>44125</c:v>
                </c:pt>
                <c:pt idx="655">
                  <c:v>44124</c:v>
                </c:pt>
                <c:pt idx="656">
                  <c:v>44123</c:v>
                </c:pt>
                <c:pt idx="657">
                  <c:v>44120</c:v>
                </c:pt>
                <c:pt idx="658">
                  <c:v>44119</c:v>
                </c:pt>
                <c:pt idx="659">
                  <c:v>44118</c:v>
                </c:pt>
                <c:pt idx="660">
                  <c:v>44117</c:v>
                </c:pt>
                <c:pt idx="661">
                  <c:v>44116</c:v>
                </c:pt>
                <c:pt idx="662">
                  <c:v>44114</c:v>
                </c:pt>
                <c:pt idx="663">
                  <c:v>44113</c:v>
                </c:pt>
                <c:pt idx="664">
                  <c:v>44104</c:v>
                </c:pt>
                <c:pt idx="665">
                  <c:v>44103</c:v>
                </c:pt>
                <c:pt idx="666">
                  <c:v>44102</c:v>
                </c:pt>
                <c:pt idx="667">
                  <c:v>44101</c:v>
                </c:pt>
                <c:pt idx="668">
                  <c:v>44099</c:v>
                </c:pt>
                <c:pt idx="669">
                  <c:v>44098</c:v>
                </c:pt>
                <c:pt idx="670">
                  <c:v>44097</c:v>
                </c:pt>
                <c:pt idx="671">
                  <c:v>44096</c:v>
                </c:pt>
                <c:pt idx="672">
                  <c:v>44095</c:v>
                </c:pt>
                <c:pt idx="673">
                  <c:v>44092</c:v>
                </c:pt>
                <c:pt idx="674">
                  <c:v>44091</c:v>
                </c:pt>
                <c:pt idx="675">
                  <c:v>44090</c:v>
                </c:pt>
                <c:pt idx="676">
                  <c:v>44089</c:v>
                </c:pt>
                <c:pt idx="677">
                  <c:v>44088</c:v>
                </c:pt>
                <c:pt idx="678">
                  <c:v>44085</c:v>
                </c:pt>
                <c:pt idx="679">
                  <c:v>44084</c:v>
                </c:pt>
                <c:pt idx="680">
                  <c:v>44083</c:v>
                </c:pt>
                <c:pt idx="681">
                  <c:v>44082</c:v>
                </c:pt>
                <c:pt idx="682">
                  <c:v>44081</c:v>
                </c:pt>
                <c:pt idx="683">
                  <c:v>44078</c:v>
                </c:pt>
                <c:pt idx="684">
                  <c:v>44077</c:v>
                </c:pt>
                <c:pt idx="685">
                  <c:v>44076</c:v>
                </c:pt>
                <c:pt idx="686">
                  <c:v>44075</c:v>
                </c:pt>
                <c:pt idx="687">
                  <c:v>44074</c:v>
                </c:pt>
                <c:pt idx="688">
                  <c:v>44071</c:v>
                </c:pt>
                <c:pt idx="689">
                  <c:v>44070</c:v>
                </c:pt>
                <c:pt idx="690">
                  <c:v>44069</c:v>
                </c:pt>
                <c:pt idx="691">
                  <c:v>44068</c:v>
                </c:pt>
                <c:pt idx="692">
                  <c:v>44067</c:v>
                </c:pt>
                <c:pt idx="693">
                  <c:v>44064</c:v>
                </c:pt>
                <c:pt idx="694">
                  <c:v>44063</c:v>
                </c:pt>
                <c:pt idx="695">
                  <c:v>44062</c:v>
                </c:pt>
                <c:pt idx="696">
                  <c:v>44061</c:v>
                </c:pt>
                <c:pt idx="697">
                  <c:v>44060</c:v>
                </c:pt>
                <c:pt idx="698">
                  <c:v>44057</c:v>
                </c:pt>
                <c:pt idx="699">
                  <c:v>44056</c:v>
                </c:pt>
                <c:pt idx="700">
                  <c:v>44055</c:v>
                </c:pt>
                <c:pt idx="701">
                  <c:v>44054</c:v>
                </c:pt>
                <c:pt idx="702">
                  <c:v>44053</c:v>
                </c:pt>
                <c:pt idx="703">
                  <c:v>44050</c:v>
                </c:pt>
                <c:pt idx="704">
                  <c:v>44049</c:v>
                </c:pt>
                <c:pt idx="705">
                  <c:v>44048</c:v>
                </c:pt>
                <c:pt idx="706">
                  <c:v>44047</c:v>
                </c:pt>
                <c:pt idx="707">
                  <c:v>44046</c:v>
                </c:pt>
                <c:pt idx="708">
                  <c:v>44043</c:v>
                </c:pt>
                <c:pt idx="709">
                  <c:v>44042</c:v>
                </c:pt>
                <c:pt idx="710">
                  <c:v>44041</c:v>
                </c:pt>
                <c:pt idx="711">
                  <c:v>44040</c:v>
                </c:pt>
                <c:pt idx="712">
                  <c:v>44039</c:v>
                </c:pt>
                <c:pt idx="713">
                  <c:v>44036</c:v>
                </c:pt>
                <c:pt idx="714">
                  <c:v>44035</c:v>
                </c:pt>
                <c:pt idx="715">
                  <c:v>44034</c:v>
                </c:pt>
                <c:pt idx="716">
                  <c:v>44033</c:v>
                </c:pt>
                <c:pt idx="717">
                  <c:v>44032</c:v>
                </c:pt>
                <c:pt idx="718">
                  <c:v>44029</c:v>
                </c:pt>
                <c:pt idx="719">
                  <c:v>44028</c:v>
                </c:pt>
                <c:pt idx="720">
                  <c:v>44027</c:v>
                </c:pt>
                <c:pt idx="721">
                  <c:v>44026</c:v>
                </c:pt>
                <c:pt idx="722">
                  <c:v>44025</c:v>
                </c:pt>
                <c:pt idx="723">
                  <c:v>44022</c:v>
                </c:pt>
                <c:pt idx="724">
                  <c:v>44021</c:v>
                </c:pt>
                <c:pt idx="725">
                  <c:v>44020</c:v>
                </c:pt>
                <c:pt idx="726">
                  <c:v>44019</c:v>
                </c:pt>
                <c:pt idx="727">
                  <c:v>44018</c:v>
                </c:pt>
                <c:pt idx="728">
                  <c:v>44015</c:v>
                </c:pt>
                <c:pt idx="729">
                  <c:v>44014</c:v>
                </c:pt>
                <c:pt idx="730">
                  <c:v>44013</c:v>
                </c:pt>
                <c:pt idx="731">
                  <c:v>44012</c:v>
                </c:pt>
                <c:pt idx="732">
                  <c:v>44011</c:v>
                </c:pt>
                <c:pt idx="733">
                  <c:v>44010</c:v>
                </c:pt>
                <c:pt idx="734">
                  <c:v>44006</c:v>
                </c:pt>
                <c:pt idx="735">
                  <c:v>44005</c:v>
                </c:pt>
                <c:pt idx="736">
                  <c:v>44004</c:v>
                </c:pt>
                <c:pt idx="737">
                  <c:v>44001</c:v>
                </c:pt>
                <c:pt idx="738">
                  <c:v>44000</c:v>
                </c:pt>
                <c:pt idx="739">
                  <c:v>43999</c:v>
                </c:pt>
                <c:pt idx="740">
                  <c:v>43998</c:v>
                </c:pt>
                <c:pt idx="741">
                  <c:v>43997</c:v>
                </c:pt>
                <c:pt idx="742">
                  <c:v>43994</c:v>
                </c:pt>
                <c:pt idx="743">
                  <c:v>43993</c:v>
                </c:pt>
                <c:pt idx="744">
                  <c:v>43992</c:v>
                </c:pt>
                <c:pt idx="745">
                  <c:v>43991</c:v>
                </c:pt>
                <c:pt idx="746">
                  <c:v>43990</c:v>
                </c:pt>
                <c:pt idx="747">
                  <c:v>43987</c:v>
                </c:pt>
                <c:pt idx="748">
                  <c:v>43986</c:v>
                </c:pt>
                <c:pt idx="749">
                  <c:v>43985</c:v>
                </c:pt>
                <c:pt idx="750">
                  <c:v>43984</c:v>
                </c:pt>
                <c:pt idx="751">
                  <c:v>43983</c:v>
                </c:pt>
                <c:pt idx="752">
                  <c:v>43980</c:v>
                </c:pt>
                <c:pt idx="753">
                  <c:v>43979</c:v>
                </c:pt>
                <c:pt idx="754">
                  <c:v>43978</c:v>
                </c:pt>
                <c:pt idx="755">
                  <c:v>43977</c:v>
                </c:pt>
                <c:pt idx="756">
                  <c:v>43976</c:v>
                </c:pt>
                <c:pt idx="757">
                  <c:v>43973</c:v>
                </c:pt>
                <c:pt idx="758">
                  <c:v>43972</c:v>
                </c:pt>
                <c:pt idx="759">
                  <c:v>43971</c:v>
                </c:pt>
                <c:pt idx="760">
                  <c:v>43970</c:v>
                </c:pt>
                <c:pt idx="761">
                  <c:v>43969</c:v>
                </c:pt>
                <c:pt idx="762">
                  <c:v>43966</c:v>
                </c:pt>
                <c:pt idx="763">
                  <c:v>43965</c:v>
                </c:pt>
                <c:pt idx="764">
                  <c:v>43964</c:v>
                </c:pt>
                <c:pt idx="765">
                  <c:v>43963</c:v>
                </c:pt>
                <c:pt idx="766">
                  <c:v>43962</c:v>
                </c:pt>
                <c:pt idx="767">
                  <c:v>43960</c:v>
                </c:pt>
                <c:pt idx="768">
                  <c:v>43959</c:v>
                </c:pt>
                <c:pt idx="769">
                  <c:v>43958</c:v>
                </c:pt>
                <c:pt idx="770">
                  <c:v>43957</c:v>
                </c:pt>
                <c:pt idx="771">
                  <c:v>43951</c:v>
                </c:pt>
                <c:pt idx="772">
                  <c:v>43950</c:v>
                </c:pt>
                <c:pt idx="773">
                  <c:v>43949</c:v>
                </c:pt>
                <c:pt idx="774">
                  <c:v>43948</c:v>
                </c:pt>
                <c:pt idx="775">
                  <c:v>43947</c:v>
                </c:pt>
                <c:pt idx="776">
                  <c:v>43945</c:v>
                </c:pt>
                <c:pt idx="777">
                  <c:v>43944</c:v>
                </c:pt>
                <c:pt idx="778">
                  <c:v>43943</c:v>
                </c:pt>
                <c:pt idx="779">
                  <c:v>43942</c:v>
                </c:pt>
                <c:pt idx="780">
                  <c:v>43941</c:v>
                </c:pt>
                <c:pt idx="781">
                  <c:v>43938</c:v>
                </c:pt>
                <c:pt idx="782">
                  <c:v>43937</c:v>
                </c:pt>
                <c:pt idx="783">
                  <c:v>43936</c:v>
                </c:pt>
                <c:pt idx="784">
                  <c:v>43935</c:v>
                </c:pt>
                <c:pt idx="785">
                  <c:v>43934</c:v>
                </c:pt>
                <c:pt idx="786">
                  <c:v>43931</c:v>
                </c:pt>
                <c:pt idx="787">
                  <c:v>43930</c:v>
                </c:pt>
                <c:pt idx="788">
                  <c:v>43929</c:v>
                </c:pt>
                <c:pt idx="789">
                  <c:v>43928</c:v>
                </c:pt>
                <c:pt idx="790">
                  <c:v>43924</c:v>
                </c:pt>
                <c:pt idx="791">
                  <c:v>43923</c:v>
                </c:pt>
                <c:pt idx="792">
                  <c:v>43922</c:v>
                </c:pt>
              </c:numCache>
            </c:numRef>
          </c:cat>
          <c:val>
            <c:numRef>
              <c:f>'图 87'!$B$2:$B$796</c:f>
              <c:numCache>
                <c:formatCode>General</c:formatCode>
                <c:ptCount val="795"/>
                <c:pt idx="0">
                  <c:v>204</c:v>
                </c:pt>
                <c:pt idx="1">
                  <c:v>204</c:v>
                </c:pt>
                <c:pt idx="2">
                  <c:v>203</c:v>
                </c:pt>
                <c:pt idx="3">
                  <c:v>203</c:v>
                </c:pt>
                <c:pt idx="4">
                  <c:v>203</c:v>
                </c:pt>
                <c:pt idx="5">
                  <c:v>202</c:v>
                </c:pt>
                <c:pt idx="6">
                  <c:v>202</c:v>
                </c:pt>
                <c:pt idx="7">
                  <c:v>202</c:v>
                </c:pt>
                <c:pt idx="8">
                  <c:v>191</c:v>
                </c:pt>
                <c:pt idx="9">
                  <c:v>191</c:v>
                </c:pt>
                <c:pt idx="10">
                  <c:v>191</c:v>
                </c:pt>
                <c:pt idx="11">
                  <c:v>191</c:v>
                </c:pt>
                <c:pt idx="12">
                  <c:v>189</c:v>
                </c:pt>
                <c:pt idx="13">
                  <c:v>189</c:v>
                </c:pt>
                <c:pt idx="14">
                  <c:v>189</c:v>
                </c:pt>
                <c:pt idx="15">
                  <c:v>189</c:v>
                </c:pt>
                <c:pt idx="16">
                  <c:v>188</c:v>
                </c:pt>
                <c:pt idx="17">
                  <c:v>188</c:v>
                </c:pt>
                <c:pt idx="18">
                  <c:v>188</c:v>
                </c:pt>
                <c:pt idx="19">
                  <c:v>186</c:v>
                </c:pt>
                <c:pt idx="20">
                  <c:v>184</c:v>
                </c:pt>
                <c:pt idx="21">
                  <c:v>179</c:v>
                </c:pt>
                <c:pt idx="22">
                  <c:v>177</c:v>
                </c:pt>
                <c:pt idx="23">
                  <c:v>178</c:v>
                </c:pt>
                <c:pt idx="24">
                  <c:v>178</c:v>
                </c:pt>
                <c:pt idx="25">
                  <c:v>178</c:v>
                </c:pt>
                <c:pt idx="26">
                  <c:v>174</c:v>
                </c:pt>
                <c:pt idx="27">
                  <c:v>173</c:v>
                </c:pt>
                <c:pt idx="28">
                  <c:v>175</c:v>
                </c:pt>
                <c:pt idx="29">
                  <c:v>174</c:v>
                </c:pt>
                <c:pt idx="30">
                  <c:v>174</c:v>
                </c:pt>
                <c:pt idx="31">
                  <c:v>174</c:v>
                </c:pt>
                <c:pt idx="32">
                  <c:v>174</c:v>
                </c:pt>
                <c:pt idx="33">
                  <c:v>174</c:v>
                </c:pt>
                <c:pt idx="34">
                  <c:v>174</c:v>
                </c:pt>
                <c:pt idx="35">
                  <c:v>174</c:v>
                </c:pt>
                <c:pt idx="36">
                  <c:v>174</c:v>
                </c:pt>
                <c:pt idx="37">
                  <c:v>174</c:v>
                </c:pt>
                <c:pt idx="38">
                  <c:v>174</c:v>
                </c:pt>
                <c:pt idx="39">
                  <c:v>174</c:v>
                </c:pt>
                <c:pt idx="40">
                  <c:v>174</c:v>
                </c:pt>
                <c:pt idx="41">
                  <c:v>174</c:v>
                </c:pt>
                <c:pt idx="42">
                  <c:v>174</c:v>
                </c:pt>
                <c:pt idx="43">
                  <c:v>175</c:v>
                </c:pt>
                <c:pt idx="44">
                  <c:v>175</c:v>
                </c:pt>
                <c:pt idx="45">
                  <c:v>175</c:v>
                </c:pt>
                <c:pt idx="46">
                  <c:v>175</c:v>
                </c:pt>
                <c:pt idx="47">
                  <c:v>184</c:v>
                </c:pt>
                <c:pt idx="48">
                  <c:v>186</c:v>
                </c:pt>
                <c:pt idx="49">
                  <c:v>186</c:v>
                </c:pt>
                <c:pt idx="50">
                  <c:v>191</c:v>
                </c:pt>
                <c:pt idx="51">
                  <c:v>193</c:v>
                </c:pt>
                <c:pt idx="52">
                  <c:v>193</c:v>
                </c:pt>
                <c:pt idx="53">
                  <c:v>193</c:v>
                </c:pt>
                <c:pt idx="54">
                  <c:v>197</c:v>
                </c:pt>
                <c:pt idx="55">
                  <c:v>209</c:v>
                </c:pt>
                <c:pt idx="56">
                  <c:v>215</c:v>
                </c:pt>
                <c:pt idx="57">
                  <c:v>221</c:v>
                </c:pt>
                <c:pt idx="58">
                  <c:v>221</c:v>
                </c:pt>
                <c:pt idx="59">
                  <c:v>221</c:v>
                </c:pt>
                <c:pt idx="60">
                  <c:v>221</c:v>
                </c:pt>
                <c:pt idx="61">
                  <c:v>222</c:v>
                </c:pt>
                <c:pt idx="62">
                  <c:v>223</c:v>
                </c:pt>
                <c:pt idx="63">
                  <c:v>223</c:v>
                </c:pt>
                <c:pt idx="64">
                  <c:v>227</c:v>
                </c:pt>
                <c:pt idx="65">
                  <c:v>229</c:v>
                </c:pt>
                <c:pt idx="66">
                  <c:v>229</c:v>
                </c:pt>
                <c:pt idx="67">
                  <c:v>229</c:v>
                </c:pt>
                <c:pt idx="68">
                  <c:v>233</c:v>
                </c:pt>
                <c:pt idx="69">
                  <c:v>240</c:v>
                </c:pt>
                <c:pt idx="70">
                  <c:v>240</c:v>
                </c:pt>
                <c:pt idx="71">
                  <c:v>241</c:v>
                </c:pt>
                <c:pt idx="72">
                  <c:v>241</c:v>
                </c:pt>
                <c:pt idx="73">
                  <c:v>241</c:v>
                </c:pt>
                <c:pt idx="74">
                  <c:v>241</c:v>
                </c:pt>
                <c:pt idx="75">
                  <c:v>241</c:v>
                </c:pt>
                <c:pt idx="76">
                  <c:v>246</c:v>
                </c:pt>
                <c:pt idx="77">
                  <c:v>250</c:v>
                </c:pt>
                <c:pt idx="78">
                  <c:v>253</c:v>
                </c:pt>
                <c:pt idx="79">
                  <c:v>260</c:v>
                </c:pt>
                <c:pt idx="80">
                  <c:v>260</c:v>
                </c:pt>
                <c:pt idx="81">
                  <c:v>260</c:v>
                </c:pt>
                <c:pt idx="82">
                  <c:v>259</c:v>
                </c:pt>
                <c:pt idx="83">
                  <c:v>274</c:v>
                </c:pt>
                <c:pt idx="84">
                  <c:v>275</c:v>
                </c:pt>
                <c:pt idx="85">
                  <c:v>276</c:v>
                </c:pt>
                <c:pt idx="86">
                  <c:v>280</c:v>
                </c:pt>
                <c:pt idx="87">
                  <c:v>280</c:v>
                </c:pt>
                <c:pt idx="88">
                  <c:v>280</c:v>
                </c:pt>
                <c:pt idx="89">
                  <c:v>290</c:v>
                </c:pt>
                <c:pt idx="90">
                  <c:v>296</c:v>
                </c:pt>
                <c:pt idx="91">
                  <c:v>297</c:v>
                </c:pt>
                <c:pt idx="92">
                  <c:v>297</c:v>
                </c:pt>
                <c:pt idx="93">
                  <c:v>297</c:v>
                </c:pt>
                <c:pt idx="94">
                  <c:v>297</c:v>
                </c:pt>
                <c:pt idx="95">
                  <c:v>297</c:v>
                </c:pt>
                <c:pt idx="96">
                  <c:v>299</c:v>
                </c:pt>
                <c:pt idx="97">
                  <c:v>301</c:v>
                </c:pt>
                <c:pt idx="98">
                  <c:v>301</c:v>
                </c:pt>
                <c:pt idx="99">
                  <c:v>299</c:v>
                </c:pt>
                <c:pt idx="100">
                  <c:v>300</c:v>
                </c:pt>
                <c:pt idx="101">
                  <c:v>300</c:v>
                </c:pt>
                <c:pt idx="102">
                  <c:v>300</c:v>
                </c:pt>
                <c:pt idx="103">
                  <c:v>304</c:v>
                </c:pt>
                <c:pt idx="104">
                  <c:v>299</c:v>
                </c:pt>
                <c:pt idx="105">
                  <c:v>305</c:v>
                </c:pt>
                <c:pt idx="106">
                  <c:v>311</c:v>
                </c:pt>
                <c:pt idx="107">
                  <c:v>312</c:v>
                </c:pt>
                <c:pt idx="108">
                  <c:v>312</c:v>
                </c:pt>
                <c:pt idx="109">
                  <c:v>312</c:v>
                </c:pt>
                <c:pt idx="110">
                  <c:v>310</c:v>
                </c:pt>
                <c:pt idx="111">
                  <c:v>310</c:v>
                </c:pt>
                <c:pt idx="112">
                  <c:v>306</c:v>
                </c:pt>
                <c:pt idx="113">
                  <c:v>308</c:v>
                </c:pt>
                <c:pt idx="114">
                  <c:v>308</c:v>
                </c:pt>
                <c:pt idx="115">
                  <c:v>308</c:v>
                </c:pt>
                <c:pt idx="116">
                  <c:v>308</c:v>
                </c:pt>
                <c:pt idx="117">
                  <c:v>308</c:v>
                </c:pt>
                <c:pt idx="118">
                  <c:v>307</c:v>
                </c:pt>
                <c:pt idx="119">
                  <c:v>304</c:v>
                </c:pt>
                <c:pt idx="120">
                  <c:v>306</c:v>
                </c:pt>
                <c:pt idx="121">
                  <c:v>298</c:v>
                </c:pt>
                <c:pt idx="122">
                  <c:v>298</c:v>
                </c:pt>
                <c:pt idx="123">
                  <c:v>298</c:v>
                </c:pt>
                <c:pt idx="124">
                  <c:v>300</c:v>
                </c:pt>
                <c:pt idx="125">
                  <c:v>299</c:v>
                </c:pt>
                <c:pt idx="126">
                  <c:v>292</c:v>
                </c:pt>
                <c:pt idx="127">
                  <c:v>275</c:v>
                </c:pt>
                <c:pt idx="128">
                  <c:v>273</c:v>
                </c:pt>
                <c:pt idx="129">
                  <c:v>273</c:v>
                </c:pt>
                <c:pt idx="130">
                  <c:v>273</c:v>
                </c:pt>
                <c:pt idx="131">
                  <c:v>269</c:v>
                </c:pt>
                <c:pt idx="132">
                  <c:v>269</c:v>
                </c:pt>
                <c:pt idx="133">
                  <c:v>269</c:v>
                </c:pt>
                <c:pt idx="134">
                  <c:v>265</c:v>
                </c:pt>
                <c:pt idx="135">
                  <c:v>259</c:v>
                </c:pt>
                <c:pt idx="136">
                  <c:v>259</c:v>
                </c:pt>
                <c:pt idx="137">
                  <c:v>259</c:v>
                </c:pt>
                <c:pt idx="138">
                  <c:v>244</c:v>
                </c:pt>
                <c:pt idx="139">
                  <c:v>238</c:v>
                </c:pt>
                <c:pt idx="140">
                  <c:v>229</c:v>
                </c:pt>
                <c:pt idx="141">
                  <c:v>226</c:v>
                </c:pt>
                <c:pt idx="142">
                  <c:v>226</c:v>
                </c:pt>
                <c:pt idx="143">
                  <c:v>208</c:v>
                </c:pt>
                <c:pt idx="144">
                  <c:v>202</c:v>
                </c:pt>
                <c:pt idx="145">
                  <c:v>202</c:v>
                </c:pt>
                <c:pt idx="146">
                  <c:v>202</c:v>
                </c:pt>
                <c:pt idx="147">
                  <c:v>202</c:v>
                </c:pt>
                <c:pt idx="148">
                  <c:v>202</c:v>
                </c:pt>
                <c:pt idx="149">
                  <c:v>202</c:v>
                </c:pt>
                <c:pt idx="150">
                  <c:v>202</c:v>
                </c:pt>
                <c:pt idx="151">
                  <c:v>202</c:v>
                </c:pt>
                <c:pt idx="152">
                  <c:v>198</c:v>
                </c:pt>
                <c:pt idx="153">
                  <c:v>196</c:v>
                </c:pt>
                <c:pt idx="154">
                  <c:v>189</c:v>
                </c:pt>
                <c:pt idx="155">
                  <c:v>182</c:v>
                </c:pt>
                <c:pt idx="156">
                  <c:v>179</c:v>
                </c:pt>
                <c:pt idx="157">
                  <c:v>179</c:v>
                </c:pt>
                <c:pt idx="158">
                  <c:v>179</c:v>
                </c:pt>
                <c:pt idx="159">
                  <c:v>176</c:v>
                </c:pt>
                <c:pt idx="160">
                  <c:v>175</c:v>
                </c:pt>
                <c:pt idx="161">
                  <c:v>174</c:v>
                </c:pt>
                <c:pt idx="162">
                  <c:v>173</c:v>
                </c:pt>
                <c:pt idx="163">
                  <c:v>169</c:v>
                </c:pt>
                <c:pt idx="164">
                  <c:v>169</c:v>
                </c:pt>
                <c:pt idx="165">
                  <c:v>169</c:v>
                </c:pt>
                <c:pt idx="166">
                  <c:v>169</c:v>
                </c:pt>
                <c:pt idx="167">
                  <c:v>168</c:v>
                </c:pt>
                <c:pt idx="168">
                  <c:v>166</c:v>
                </c:pt>
                <c:pt idx="169">
                  <c:v>166</c:v>
                </c:pt>
                <c:pt idx="170">
                  <c:v>166</c:v>
                </c:pt>
                <c:pt idx="171">
                  <c:v>166</c:v>
                </c:pt>
                <c:pt idx="172">
                  <c:v>166</c:v>
                </c:pt>
                <c:pt idx="173">
                  <c:v>161</c:v>
                </c:pt>
                <c:pt idx="174">
                  <c:v>158</c:v>
                </c:pt>
                <c:pt idx="175">
                  <c:v>158</c:v>
                </c:pt>
                <c:pt idx="176">
                  <c:v>158</c:v>
                </c:pt>
                <c:pt idx="177">
                  <c:v>157</c:v>
                </c:pt>
                <c:pt idx="178">
                  <c:v>157</c:v>
                </c:pt>
                <c:pt idx="179">
                  <c:v>157</c:v>
                </c:pt>
                <c:pt idx="180">
                  <c:v>157</c:v>
                </c:pt>
                <c:pt idx="181">
                  <c:v>169</c:v>
                </c:pt>
                <c:pt idx="182">
                  <c:v>169</c:v>
                </c:pt>
                <c:pt idx="183">
                  <c:v>175</c:v>
                </c:pt>
                <c:pt idx="184">
                  <c:v>179</c:v>
                </c:pt>
                <c:pt idx="185">
                  <c:v>179</c:v>
                </c:pt>
                <c:pt idx="186">
                  <c:v>179</c:v>
                </c:pt>
                <c:pt idx="187">
                  <c:v>182</c:v>
                </c:pt>
                <c:pt idx="188">
                  <c:v>187</c:v>
                </c:pt>
                <c:pt idx="189">
                  <c:v>194</c:v>
                </c:pt>
                <c:pt idx="190">
                  <c:v>207</c:v>
                </c:pt>
                <c:pt idx="191">
                  <c:v>209</c:v>
                </c:pt>
                <c:pt idx="192">
                  <c:v>209</c:v>
                </c:pt>
                <c:pt idx="193">
                  <c:v>209</c:v>
                </c:pt>
                <c:pt idx="194">
                  <c:v>221</c:v>
                </c:pt>
                <c:pt idx="195">
                  <c:v>224</c:v>
                </c:pt>
                <c:pt idx="196">
                  <c:v>229</c:v>
                </c:pt>
                <c:pt idx="197">
                  <c:v>243</c:v>
                </c:pt>
                <c:pt idx="198">
                  <c:v>255</c:v>
                </c:pt>
                <c:pt idx="199">
                  <c:v>255</c:v>
                </c:pt>
                <c:pt idx="200">
                  <c:v>255</c:v>
                </c:pt>
                <c:pt idx="201">
                  <c:v>258</c:v>
                </c:pt>
                <c:pt idx="202">
                  <c:v>278</c:v>
                </c:pt>
                <c:pt idx="203">
                  <c:v>297</c:v>
                </c:pt>
                <c:pt idx="204">
                  <c:v>306</c:v>
                </c:pt>
                <c:pt idx="205">
                  <c:v>323</c:v>
                </c:pt>
                <c:pt idx="206">
                  <c:v>339</c:v>
                </c:pt>
                <c:pt idx="207">
                  <c:v>362</c:v>
                </c:pt>
                <c:pt idx="208">
                  <c:v>384</c:v>
                </c:pt>
                <c:pt idx="209">
                  <c:v>411</c:v>
                </c:pt>
                <c:pt idx="210">
                  <c:v>426</c:v>
                </c:pt>
                <c:pt idx="211">
                  <c:v>431</c:v>
                </c:pt>
                <c:pt idx="212">
                  <c:v>459</c:v>
                </c:pt>
                <c:pt idx="213">
                  <c:v>516</c:v>
                </c:pt>
                <c:pt idx="214">
                  <c:v>560</c:v>
                </c:pt>
                <c:pt idx="215">
                  <c:v>603</c:v>
                </c:pt>
                <c:pt idx="216">
                  <c:v>614</c:v>
                </c:pt>
                <c:pt idx="217">
                  <c:v>647</c:v>
                </c:pt>
                <c:pt idx="218">
                  <c:v>673</c:v>
                </c:pt>
                <c:pt idx="219">
                  <c:v>725</c:v>
                </c:pt>
                <c:pt idx="220">
                  <c:v>764</c:v>
                </c:pt>
                <c:pt idx="221">
                  <c:v>768</c:v>
                </c:pt>
                <c:pt idx="222">
                  <c:v>795</c:v>
                </c:pt>
                <c:pt idx="223">
                  <c:v>810</c:v>
                </c:pt>
                <c:pt idx="224">
                  <c:v>839</c:v>
                </c:pt>
                <c:pt idx="225">
                  <c:v>865</c:v>
                </c:pt>
                <c:pt idx="226">
                  <c:v>867</c:v>
                </c:pt>
                <c:pt idx="227">
                  <c:v>879</c:v>
                </c:pt>
                <c:pt idx="228">
                  <c:v>885</c:v>
                </c:pt>
                <c:pt idx="229">
                  <c:v>900</c:v>
                </c:pt>
                <c:pt idx="230">
                  <c:v>910</c:v>
                </c:pt>
                <c:pt idx="231">
                  <c:v>910</c:v>
                </c:pt>
                <c:pt idx="232">
                  <c:v>912</c:v>
                </c:pt>
                <c:pt idx="233">
                  <c:v>914</c:v>
                </c:pt>
                <c:pt idx="234">
                  <c:v>921</c:v>
                </c:pt>
                <c:pt idx="235">
                  <c:v>923</c:v>
                </c:pt>
                <c:pt idx="236">
                  <c:v>923</c:v>
                </c:pt>
                <c:pt idx="237">
                  <c:v>924</c:v>
                </c:pt>
                <c:pt idx="238">
                  <c:v>928</c:v>
                </c:pt>
                <c:pt idx="239">
                  <c:v>929</c:v>
                </c:pt>
                <c:pt idx="240">
                  <c:v>932</c:v>
                </c:pt>
                <c:pt idx="241">
                  <c:v>932</c:v>
                </c:pt>
                <c:pt idx="242">
                  <c:v>931</c:v>
                </c:pt>
                <c:pt idx="243">
                  <c:v>932</c:v>
                </c:pt>
                <c:pt idx="244">
                  <c:v>933</c:v>
                </c:pt>
                <c:pt idx="245">
                  <c:v>937</c:v>
                </c:pt>
                <c:pt idx="246">
                  <c:v>941</c:v>
                </c:pt>
                <c:pt idx="247">
                  <c:v>941</c:v>
                </c:pt>
                <c:pt idx="248">
                  <c:v>942</c:v>
                </c:pt>
                <c:pt idx="249">
                  <c:v>943</c:v>
                </c:pt>
                <c:pt idx="250">
                  <c:v>945</c:v>
                </c:pt>
                <c:pt idx="251">
                  <c:v>946</c:v>
                </c:pt>
                <c:pt idx="252">
                  <c:v>943</c:v>
                </c:pt>
                <c:pt idx="253">
                  <c:v>939</c:v>
                </c:pt>
                <c:pt idx="254">
                  <c:v>936</c:v>
                </c:pt>
                <c:pt idx="255">
                  <c:v>935</c:v>
                </c:pt>
                <c:pt idx="256">
                  <c:v>934</c:v>
                </c:pt>
                <c:pt idx="257">
                  <c:v>924</c:v>
                </c:pt>
                <c:pt idx="258">
                  <c:v>913</c:v>
                </c:pt>
                <c:pt idx="259">
                  <c:v>911</c:v>
                </c:pt>
                <c:pt idx="260">
                  <c:v>911</c:v>
                </c:pt>
                <c:pt idx="261">
                  <c:v>909</c:v>
                </c:pt>
                <c:pt idx="262">
                  <c:v>907</c:v>
                </c:pt>
                <c:pt idx="263">
                  <c:v>904</c:v>
                </c:pt>
                <c:pt idx="264">
                  <c:v>904</c:v>
                </c:pt>
                <c:pt idx="265">
                  <c:v>908</c:v>
                </c:pt>
                <c:pt idx="266">
                  <c:v>908</c:v>
                </c:pt>
                <c:pt idx="267">
                  <c:v>907</c:v>
                </c:pt>
                <c:pt idx="268">
                  <c:v>906</c:v>
                </c:pt>
                <c:pt idx="269">
                  <c:v>903</c:v>
                </c:pt>
                <c:pt idx="270">
                  <c:v>902</c:v>
                </c:pt>
                <c:pt idx="271">
                  <c:v>903</c:v>
                </c:pt>
                <c:pt idx="272">
                  <c:v>903</c:v>
                </c:pt>
                <c:pt idx="273">
                  <c:v>909</c:v>
                </c:pt>
                <c:pt idx="274">
                  <c:v>909</c:v>
                </c:pt>
                <c:pt idx="275">
                  <c:v>918</c:v>
                </c:pt>
                <c:pt idx="276">
                  <c:v>924</c:v>
                </c:pt>
                <c:pt idx="277">
                  <c:v>925</c:v>
                </c:pt>
                <c:pt idx="278">
                  <c:v>924</c:v>
                </c:pt>
                <c:pt idx="279">
                  <c:v>934</c:v>
                </c:pt>
                <c:pt idx="280">
                  <c:v>937</c:v>
                </c:pt>
                <c:pt idx="281">
                  <c:v>952</c:v>
                </c:pt>
                <c:pt idx="282">
                  <c:v>945</c:v>
                </c:pt>
                <c:pt idx="283">
                  <c:v>946</c:v>
                </c:pt>
                <c:pt idx="284">
                  <c:v>945</c:v>
                </c:pt>
                <c:pt idx="285">
                  <c:v>942</c:v>
                </c:pt>
                <c:pt idx="286">
                  <c:v>944</c:v>
                </c:pt>
                <c:pt idx="287">
                  <c:v>945</c:v>
                </c:pt>
                <c:pt idx="288">
                  <c:v>945</c:v>
                </c:pt>
                <c:pt idx="289">
                  <c:v>950</c:v>
                </c:pt>
                <c:pt idx="290">
                  <c:v>949</c:v>
                </c:pt>
                <c:pt idx="291">
                  <c:v>948</c:v>
                </c:pt>
                <c:pt idx="292">
                  <c:v>942</c:v>
                </c:pt>
                <c:pt idx="293">
                  <c:v>925</c:v>
                </c:pt>
                <c:pt idx="294">
                  <c:v>918</c:v>
                </c:pt>
                <c:pt idx="295">
                  <c:v>907</c:v>
                </c:pt>
                <c:pt idx="296">
                  <c:v>890</c:v>
                </c:pt>
                <c:pt idx="297">
                  <c:v>882</c:v>
                </c:pt>
                <c:pt idx="298">
                  <c:v>863</c:v>
                </c:pt>
                <c:pt idx="299">
                  <c:v>858</c:v>
                </c:pt>
                <c:pt idx="300">
                  <c:v>838</c:v>
                </c:pt>
                <c:pt idx="301">
                  <c:v>798</c:v>
                </c:pt>
                <c:pt idx="302">
                  <c:v>770</c:v>
                </c:pt>
                <c:pt idx="303">
                  <c:v>755</c:v>
                </c:pt>
                <c:pt idx="304">
                  <c:v>727</c:v>
                </c:pt>
                <c:pt idx="305">
                  <c:v>707</c:v>
                </c:pt>
                <c:pt idx="306">
                  <c:v>690</c:v>
                </c:pt>
                <c:pt idx="307">
                  <c:v>666</c:v>
                </c:pt>
                <c:pt idx="308">
                  <c:v>647</c:v>
                </c:pt>
                <c:pt idx="309">
                  <c:v>640</c:v>
                </c:pt>
                <c:pt idx="310">
                  <c:v>625</c:v>
                </c:pt>
                <c:pt idx="311">
                  <c:v>594</c:v>
                </c:pt>
                <c:pt idx="312">
                  <c:v>587</c:v>
                </c:pt>
                <c:pt idx="313">
                  <c:v>580</c:v>
                </c:pt>
                <c:pt idx="314">
                  <c:v>574</c:v>
                </c:pt>
                <c:pt idx="315">
                  <c:v>568</c:v>
                </c:pt>
                <c:pt idx="316">
                  <c:v>550</c:v>
                </c:pt>
                <c:pt idx="317">
                  <c:v>544</c:v>
                </c:pt>
                <c:pt idx="318">
                  <c:v>540</c:v>
                </c:pt>
                <c:pt idx="319">
                  <c:v>537</c:v>
                </c:pt>
                <c:pt idx="320">
                  <c:v>535</c:v>
                </c:pt>
                <c:pt idx="321">
                  <c:v>526</c:v>
                </c:pt>
                <c:pt idx="322">
                  <c:v>521</c:v>
                </c:pt>
                <c:pt idx="323">
                  <c:v>514</c:v>
                </c:pt>
                <c:pt idx="324">
                  <c:v>511</c:v>
                </c:pt>
                <c:pt idx="325">
                  <c:v>504</c:v>
                </c:pt>
                <c:pt idx="326">
                  <c:v>501</c:v>
                </c:pt>
                <c:pt idx="327">
                  <c:v>494</c:v>
                </c:pt>
                <c:pt idx="328">
                  <c:v>484</c:v>
                </c:pt>
                <c:pt idx="329">
                  <c:v>476</c:v>
                </c:pt>
                <c:pt idx="330">
                  <c:v>475</c:v>
                </c:pt>
                <c:pt idx="331">
                  <c:v>470</c:v>
                </c:pt>
                <c:pt idx="332">
                  <c:v>471</c:v>
                </c:pt>
                <c:pt idx="333">
                  <c:v>468</c:v>
                </c:pt>
                <c:pt idx="334">
                  <c:v>468</c:v>
                </c:pt>
                <c:pt idx="335">
                  <c:v>464</c:v>
                </c:pt>
                <c:pt idx="336">
                  <c:v>463</c:v>
                </c:pt>
                <c:pt idx="337">
                  <c:v>463</c:v>
                </c:pt>
                <c:pt idx="338">
                  <c:v>447</c:v>
                </c:pt>
                <c:pt idx="339">
                  <c:v>444</c:v>
                </c:pt>
                <c:pt idx="340">
                  <c:v>444</c:v>
                </c:pt>
                <c:pt idx="341">
                  <c:v>445</c:v>
                </c:pt>
                <c:pt idx="342">
                  <c:v>448</c:v>
                </c:pt>
                <c:pt idx="343">
                  <c:v>451</c:v>
                </c:pt>
                <c:pt idx="344">
                  <c:v>452</c:v>
                </c:pt>
                <c:pt idx="345">
                  <c:v>464</c:v>
                </c:pt>
                <c:pt idx="346">
                  <c:v>469</c:v>
                </c:pt>
                <c:pt idx="347">
                  <c:v>469</c:v>
                </c:pt>
                <c:pt idx="348">
                  <c:v>485</c:v>
                </c:pt>
                <c:pt idx="349">
                  <c:v>491</c:v>
                </c:pt>
                <c:pt idx="350">
                  <c:v>498</c:v>
                </c:pt>
                <c:pt idx="351">
                  <c:v>499</c:v>
                </c:pt>
                <c:pt idx="352">
                  <c:v>515</c:v>
                </c:pt>
                <c:pt idx="353">
                  <c:v>518</c:v>
                </c:pt>
                <c:pt idx="354">
                  <c:v>520</c:v>
                </c:pt>
                <c:pt idx="355">
                  <c:v>528</c:v>
                </c:pt>
                <c:pt idx="356">
                  <c:v>535</c:v>
                </c:pt>
                <c:pt idx="357">
                  <c:v>540</c:v>
                </c:pt>
                <c:pt idx="358">
                  <c:v>550</c:v>
                </c:pt>
                <c:pt idx="359">
                  <c:v>553</c:v>
                </c:pt>
                <c:pt idx="360">
                  <c:v>554</c:v>
                </c:pt>
                <c:pt idx="361">
                  <c:v>555</c:v>
                </c:pt>
                <c:pt idx="362">
                  <c:v>560</c:v>
                </c:pt>
                <c:pt idx="363">
                  <c:v>559</c:v>
                </c:pt>
                <c:pt idx="364">
                  <c:v>558</c:v>
                </c:pt>
                <c:pt idx="365">
                  <c:v>558</c:v>
                </c:pt>
                <c:pt idx="366">
                  <c:v>561</c:v>
                </c:pt>
                <c:pt idx="367">
                  <c:v>582</c:v>
                </c:pt>
                <c:pt idx="368">
                  <c:v>585</c:v>
                </c:pt>
                <c:pt idx="369">
                  <c:v>590</c:v>
                </c:pt>
                <c:pt idx="370">
                  <c:v>590</c:v>
                </c:pt>
                <c:pt idx="371">
                  <c:v>593</c:v>
                </c:pt>
                <c:pt idx="372">
                  <c:v>594</c:v>
                </c:pt>
                <c:pt idx="373">
                  <c:v>596</c:v>
                </c:pt>
                <c:pt idx="374">
                  <c:v>599</c:v>
                </c:pt>
                <c:pt idx="375">
                  <c:v>608</c:v>
                </c:pt>
                <c:pt idx="376">
                  <c:v>617</c:v>
                </c:pt>
                <c:pt idx="377">
                  <c:v>618</c:v>
                </c:pt>
                <c:pt idx="378">
                  <c:v>625</c:v>
                </c:pt>
                <c:pt idx="379">
                  <c:v>629</c:v>
                </c:pt>
                <c:pt idx="380">
                  <c:v>636</c:v>
                </c:pt>
                <c:pt idx="381">
                  <c:v>638</c:v>
                </c:pt>
                <c:pt idx="382">
                  <c:v>639</c:v>
                </c:pt>
                <c:pt idx="383">
                  <c:v>643</c:v>
                </c:pt>
                <c:pt idx="384">
                  <c:v>645</c:v>
                </c:pt>
                <c:pt idx="385">
                  <c:v>649</c:v>
                </c:pt>
                <c:pt idx="386">
                  <c:v>664</c:v>
                </c:pt>
                <c:pt idx="387">
                  <c:v>672</c:v>
                </c:pt>
                <c:pt idx="388">
                  <c:v>678</c:v>
                </c:pt>
                <c:pt idx="389">
                  <c:v>680</c:v>
                </c:pt>
                <c:pt idx="390">
                  <c:v>688</c:v>
                </c:pt>
                <c:pt idx="391">
                  <c:v>691</c:v>
                </c:pt>
                <c:pt idx="392">
                  <c:v>694</c:v>
                </c:pt>
                <c:pt idx="393">
                  <c:v>699</c:v>
                </c:pt>
                <c:pt idx="394">
                  <c:v>704</c:v>
                </c:pt>
                <c:pt idx="395">
                  <c:v>710</c:v>
                </c:pt>
                <c:pt idx="396">
                  <c:v>713</c:v>
                </c:pt>
                <c:pt idx="397">
                  <c:v>713</c:v>
                </c:pt>
                <c:pt idx="398">
                  <c:v>723</c:v>
                </c:pt>
                <c:pt idx="399">
                  <c:v>721</c:v>
                </c:pt>
                <c:pt idx="400">
                  <c:v>724</c:v>
                </c:pt>
                <c:pt idx="401">
                  <c:v>731</c:v>
                </c:pt>
                <c:pt idx="402">
                  <c:v>740</c:v>
                </c:pt>
                <c:pt idx="403">
                  <c:v>744</c:v>
                </c:pt>
                <c:pt idx="404">
                  <c:v>751</c:v>
                </c:pt>
                <c:pt idx="405">
                  <c:v>756</c:v>
                </c:pt>
                <c:pt idx="406">
                  <c:v>756</c:v>
                </c:pt>
                <c:pt idx="407">
                  <c:v>758</c:v>
                </c:pt>
                <c:pt idx="408">
                  <c:v>757</c:v>
                </c:pt>
                <c:pt idx="409">
                  <c:v>757</c:v>
                </c:pt>
                <c:pt idx="410">
                  <c:v>758</c:v>
                </c:pt>
                <c:pt idx="411">
                  <c:v>762</c:v>
                </c:pt>
                <c:pt idx="412">
                  <c:v>783</c:v>
                </c:pt>
                <c:pt idx="413">
                  <c:v>789</c:v>
                </c:pt>
                <c:pt idx="414">
                  <c:v>791</c:v>
                </c:pt>
                <c:pt idx="415">
                  <c:v>792</c:v>
                </c:pt>
                <c:pt idx="416">
                  <c:v>791</c:v>
                </c:pt>
                <c:pt idx="417">
                  <c:v>795</c:v>
                </c:pt>
                <c:pt idx="418">
                  <c:v>801</c:v>
                </c:pt>
                <c:pt idx="419">
                  <c:v>803</c:v>
                </c:pt>
                <c:pt idx="420">
                  <c:v>804</c:v>
                </c:pt>
                <c:pt idx="421">
                  <c:v>804</c:v>
                </c:pt>
                <c:pt idx="422">
                  <c:v>805</c:v>
                </c:pt>
                <c:pt idx="423">
                  <c:v>804</c:v>
                </c:pt>
                <c:pt idx="424">
                  <c:v>806</c:v>
                </c:pt>
                <c:pt idx="425">
                  <c:v>809</c:v>
                </c:pt>
                <c:pt idx="426">
                  <c:v>809</c:v>
                </c:pt>
                <c:pt idx="427">
                  <c:v>815</c:v>
                </c:pt>
                <c:pt idx="428">
                  <c:v>820</c:v>
                </c:pt>
                <c:pt idx="429">
                  <c:v>821</c:v>
                </c:pt>
                <c:pt idx="430">
                  <c:v>823</c:v>
                </c:pt>
                <c:pt idx="431">
                  <c:v>820</c:v>
                </c:pt>
                <c:pt idx="432">
                  <c:v>818</c:v>
                </c:pt>
                <c:pt idx="433">
                  <c:v>818</c:v>
                </c:pt>
                <c:pt idx="434">
                  <c:v>817</c:v>
                </c:pt>
                <c:pt idx="435">
                  <c:v>820</c:v>
                </c:pt>
                <c:pt idx="436">
                  <c:v>807</c:v>
                </c:pt>
                <c:pt idx="437">
                  <c:v>803</c:v>
                </c:pt>
                <c:pt idx="438">
                  <c:v>803</c:v>
                </c:pt>
                <c:pt idx="439">
                  <c:v>800</c:v>
                </c:pt>
                <c:pt idx="440">
                  <c:v>800</c:v>
                </c:pt>
                <c:pt idx="441">
                  <c:v>796</c:v>
                </c:pt>
                <c:pt idx="442">
                  <c:v>795</c:v>
                </c:pt>
                <c:pt idx="443">
                  <c:v>793</c:v>
                </c:pt>
                <c:pt idx="444">
                  <c:v>793</c:v>
                </c:pt>
                <c:pt idx="445">
                  <c:v>792</c:v>
                </c:pt>
                <c:pt idx="446">
                  <c:v>790</c:v>
                </c:pt>
                <c:pt idx="447">
                  <c:v>790</c:v>
                </c:pt>
                <c:pt idx="448">
                  <c:v>789</c:v>
                </c:pt>
                <c:pt idx="449">
                  <c:v>789</c:v>
                </c:pt>
                <c:pt idx="450">
                  <c:v>784</c:v>
                </c:pt>
                <c:pt idx="451">
                  <c:v>782</c:v>
                </c:pt>
                <c:pt idx="452">
                  <c:v>771</c:v>
                </c:pt>
                <c:pt idx="453">
                  <c:v>770</c:v>
                </c:pt>
                <c:pt idx="454">
                  <c:v>765</c:v>
                </c:pt>
                <c:pt idx="455">
                  <c:v>761</c:v>
                </c:pt>
                <c:pt idx="456">
                  <c:v>761</c:v>
                </c:pt>
                <c:pt idx="457">
                  <c:v>737</c:v>
                </c:pt>
                <c:pt idx="458">
                  <c:v>712</c:v>
                </c:pt>
                <c:pt idx="459">
                  <c:v>709</c:v>
                </c:pt>
                <c:pt idx="460">
                  <c:v>701</c:v>
                </c:pt>
                <c:pt idx="461">
                  <c:v>694</c:v>
                </c:pt>
                <c:pt idx="462">
                  <c:v>693</c:v>
                </c:pt>
                <c:pt idx="463">
                  <c:v>674</c:v>
                </c:pt>
                <c:pt idx="464">
                  <c:v>669</c:v>
                </c:pt>
                <c:pt idx="465">
                  <c:v>666</c:v>
                </c:pt>
                <c:pt idx="466">
                  <c:v>656</c:v>
                </c:pt>
                <c:pt idx="467">
                  <c:v>645</c:v>
                </c:pt>
                <c:pt idx="468">
                  <c:v>638</c:v>
                </c:pt>
                <c:pt idx="469">
                  <c:v>632</c:v>
                </c:pt>
                <c:pt idx="470">
                  <c:v>626</c:v>
                </c:pt>
                <c:pt idx="471">
                  <c:v>622</c:v>
                </c:pt>
                <c:pt idx="472">
                  <c:v>618</c:v>
                </c:pt>
                <c:pt idx="473">
                  <c:v>614</c:v>
                </c:pt>
                <c:pt idx="474">
                  <c:v>607</c:v>
                </c:pt>
                <c:pt idx="475">
                  <c:v>604</c:v>
                </c:pt>
                <c:pt idx="476">
                  <c:v>598</c:v>
                </c:pt>
                <c:pt idx="477">
                  <c:v>592</c:v>
                </c:pt>
                <c:pt idx="478">
                  <c:v>587</c:v>
                </c:pt>
                <c:pt idx="479">
                  <c:v>584</c:v>
                </c:pt>
                <c:pt idx="480">
                  <c:v>579</c:v>
                </c:pt>
                <c:pt idx="481">
                  <c:v>577</c:v>
                </c:pt>
                <c:pt idx="482">
                  <c:v>571</c:v>
                </c:pt>
                <c:pt idx="483">
                  <c:v>565</c:v>
                </c:pt>
                <c:pt idx="484">
                  <c:v>562</c:v>
                </c:pt>
                <c:pt idx="485">
                  <c:v>554</c:v>
                </c:pt>
                <c:pt idx="486">
                  <c:v>552</c:v>
                </c:pt>
                <c:pt idx="487">
                  <c:v>546</c:v>
                </c:pt>
                <c:pt idx="488">
                  <c:v>542</c:v>
                </c:pt>
                <c:pt idx="489">
                  <c:v>533</c:v>
                </c:pt>
                <c:pt idx="490">
                  <c:v>532</c:v>
                </c:pt>
                <c:pt idx="491">
                  <c:v>531</c:v>
                </c:pt>
                <c:pt idx="492">
                  <c:v>525</c:v>
                </c:pt>
                <c:pt idx="493">
                  <c:v>520</c:v>
                </c:pt>
                <c:pt idx="494">
                  <c:v>515</c:v>
                </c:pt>
                <c:pt idx="495">
                  <c:v>512</c:v>
                </c:pt>
                <c:pt idx="496">
                  <c:v>509</c:v>
                </c:pt>
                <c:pt idx="497">
                  <c:v>508</c:v>
                </c:pt>
                <c:pt idx="498">
                  <c:v>503</c:v>
                </c:pt>
                <c:pt idx="499">
                  <c:v>498</c:v>
                </c:pt>
                <c:pt idx="500">
                  <c:v>499</c:v>
                </c:pt>
                <c:pt idx="501">
                  <c:v>499</c:v>
                </c:pt>
                <c:pt idx="502">
                  <c:v>493</c:v>
                </c:pt>
                <c:pt idx="503">
                  <c:v>490</c:v>
                </c:pt>
                <c:pt idx="504">
                  <c:v>487</c:v>
                </c:pt>
                <c:pt idx="505">
                  <c:v>487</c:v>
                </c:pt>
                <c:pt idx="506">
                  <c:v>479</c:v>
                </c:pt>
                <c:pt idx="507">
                  <c:v>479</c:v>
                </c:pt>
                <c:pt idx="508">
                  <c:v>478</c:v>
                </c:pt>
                <c:pt idx="509">
                  <c:v>478</c:v>
                </c:pt>
                <c:pt idx="510">
                  <c:v>478</c:v>
                </c:pt>
                <c:pt idx="511">
                  <c:v>473</c:v>
                </c:pt>
                <c:pt idx="512">
                  <c:v>472</c:v>
                </c:pt>
                <c:pt idx="513">
                  <c:v>471</c:v>
                </c:pt>
                <c:pt idx="514">
                  <c:v>468</c:v>
                </c:pt>
                <c:pt idx="515">
                  <c:v>466</c:v>
                </c:pt>
                <c:pt idx="516">
                  <c:v>468</c:v>
                </c:pt>
                <c:pt idx="517">
                  <c:v>465</c:v>
                </c:pt>
                <c:pt idx="518">
                  <c:v>464</c:v>
                </c:pt>
                <c:pt idx="519">
                  <c:v>467</c:v>
                </c:pt>
                <c:pt idx="520">
                  <c:v>467</c:v>
                </c:pt>
                <c:pt idx="521">
                  <c:v>462</c:v>
                </c:pt>
                <c:pt idx="522">
                  <c:v>461</c:v>
                </c:pt>
                <c:pt idx="523">
                  <c:v>459</c:v>
                </c:pt>
                <c:pt idx="524">
                  <c:v>456</c:v>
                </c:pt>
                <c:pt idx="525">
                  <c:v>456</c:v>
                </c:pt>
                <c:pt idx="526">
                  <c:v>455</c:v>
                </c:pt>
                <c:pt idx="527">
                  <c:v>453</c:v>
                </c:pt>
                <c:pt idx="528">
                  <c:v>452</c:v>
                </c:pt>
                <c:pt idx="529">
                  <c:v>449</c:v>
                </c:pt>
                <c:pt idx="530">
                  <c:v>442</c:v>
                </c:pt>
                <c:pt idx="531">
                  <c:v>439</c:v>
                </c:pt>
                <c:pt idx="532">
                  <c:v>434</c:v>
                </c:pt>
                <c:pt idx="533">
                  <c:v>432</c:v>
                </c:pt>
                <c:pt idx="534">
                  <c:v>432</c:v>
                </c:pt>
                <c:pt idx="535">
                  <c:v>427</c:v>
                </c:pt>
                <c:pt idx="536">
                  <c:v>424</c:v>
                </c:pt>
                <c:pt idx="537">
                  <c:v>418</c:v>
                </c:pt>
                <c:pt idx="538">
                  <c:v>413</c:v>
                </c:pt>
                <c:pt idx="539">
                  <c:v>408</c:v>
                </c:pt>
                <c:pt idx="540">
                  <c:v>399</c:v>
                </c:pt>
                <c:pt idx="541">
                  <c:v>398</c:v>
                </c:pt>
                <c:pt idx="542">
                  <c:v>395</c:v>
                </c:pt>
                <c:pt idx="543">
                  <c:v>394</c:v>
                </c:pt>
                <c:pt idx="544">
                  <c:v>389</c:v>
                </c:pt>
                <c:pt idx="545">
                  <c:v>388</c:v>
                </c:pt>
                <c:pt idx="546">
                  <c:v>386</c:v>
                </c:pt>
                <c:pt idx="547">
                  <c:v>382</c:v>
                </c:pt>
                <c:pt idx="548">
                  <c:v>377</c:v>
                </c:pt>
                <c:pt idx="549">
                  <c:v>369</c:v>
                </c:pt>
                <c:pt idx="550">
                  <c:v>363</c:v>
                </c:pt>
                <c:pt idx="551">
                  <c:v>363</c:v>
                </c:pt>
                <c:pt idx="552">
                  <c:v>363</c:v>
                </c:pt>
                <c:pt idx="553">
                  <c:v>358</c:v>
                </c:pt>
                <c:pt idx="554">
                  <c:v>355</c:v>
                </c:pt>
                <c:pt idx="555">
                  <c:v>353</c:v>
                </c:pt>
                <c:pt idx="556">
                  <c:v>352</c:v>
                </c:pt>
                <c:pt idx="557">
                  <c:v>347</c:v>
                </c:pt>
                <c:pt idx="558">
                  <c:v>342</c:v>
                </c:pt>
                <c:pt idx="559">
                  <c:v>341</c:v>
                </c:pt>
                <c:pt idx="560">
                  <c:v>335</c:v>
                </c:pt>
                <c:pt idx="561">
                  <c:v>334</c:v>
                </c:pt>
                <c:pt idx="562">
                  <c:v>323</c:v>
                </c:pt>
                <c:pt idx="563">
                  <c:v>318</c:v>
                </c:pt>
                <c:pt idx="564">
                  <c:v>313</c:v>
                </c:pt>
                <c:pt idx="565">
                  <c:v>309</c:v>
                </c:pt>
                <c:pt idx="566">
                  <c:v>304</c:v>
                </c:pt>
                <c:pt idx="567">
                  <c:v>299</c:v>
                </c:pt>
                <c:pt idx="568">
                  <c:v>295</c:v>
                </c:pt>
                <c:pt idx="569">
                  <c:v>291</c:v>
                </c:pt>
                <c:pt idx="570">
                  <c:v>280</c:v>
                </c:pt>
                <c:pt idx="571">
                  <c:v>278</c:v>
                </c:pt>
                <c:pt idx="572">
                  <c:v>276</c:v>
                </c:pt>
                <c:pt idx="573">
                  <c:v>276</c:v>
                </c:pt>
                <c:pt idx="574">
                  <c:v>275</c:v>
                </c:pt>
                <c:pt idx="575">
                  <c:v>272</c:v>
                </c:pt>
                <c:pt idx="576">
                  <c:v>272</c:v>
                </c:pt>
                <c:pt idx="577">
                  <c:v>270</c:v>
                </c:pt>
                <c:pt idx="578">
                  <c:v>270</c:v>
                </c:pt>
                <c:pt idx="579">
                  <c:v>269</c:v>
                </c:pt>
                <c:pt idx="580">
                  <c:v>269</c:v>
                </c:pt>
                <c:pt idx="581">
                  <c:v>270</c:v>
                </c:pt>
                <c:pt idx="582">
                  <c:v>269</c:v>
                </c:pt>
                <c:pt idx="583">
                  <c:v>270</c:v>
                </c:pt>
                <c:pt idx="584">
                  <c:v>270</c:v>
                </c:pt>
                <c:pt idx="585">
                  <c:v>267</c:v>
                </c:pt>
                <c:pt idx="586">
                  <c:v>267</c:v>
                </c:pt>
                <c:pt idx="587">
                  <c:v>268</c:v>
                </c:pt>
                <c:pt idx="588">
                  <c:v>268</c:v>
                </c:pt>
                <c:pt idx="589">
                  <c:v>268</c:v>
                </c:pt>
                <c:pt idx="590">
                  <c:v>286</c:v>
                </c:pt>
                <c:pt idx="591">
                  <c:v>286</c:v>
                </c:pt>
                <c:pt idx="592">
                  <c:v>287</c:v>
                </c:pt>
                <c:pt idx="593">
                  <c:v>288</c:v>
                </c:pt>
                <c:pt idx="594">
                  <c:v>288</c:v>
                </c:pt>
                <c:pt idx="595">
                  <c:v>288</c:v>
                </c:pt>
                <c:pt idx="596">
                  <c:v>288</c:v>
                </c:pt>
                <c:pt idx="597">
                  <c:v>291</c:v>
                </c:pt>
                <c:pt idx="598">
                  <c:v>303</c:v>
                </c:pt>
                <c:pt idx="599">
                  <c:v>303</c:v>
                </c:pt>
                <c:pt idx="600">
                  <c:v>302</c:v>
                </c:pt>
                <c:pt idx="601">
                  <c:v>302</c:v>
                </c:pt>
                <c:pt idx="602">
                  <c:v>302</c:v>
                </c:pt>
                <c:pt idx="603">
                  <c:v>300</c:v>
                </c:pt>
                <c:pt idx="604">
                  <c:v>300</c:v>
                </c:pt>
                <c:pt idx="605">
                  <c:v>297</c:v>
                </c:pt>
                <c:pt idx="606">
                  <c:v>299</c:v>
                </c:pt>
                <c:pt idx="607">
                  <c:v>299</c:v>
                </c:pt>
                <c:pt idx="608">
                  <c:v>296</c:v>
                </c:pt>
                <c:pt idx="609">
                  <c:v>297</c:v>
                </c:pt>
                <c:pt idx="610">
                  <c:v>297</c:v>
                </c:pt>
                <c:pt idx="611">
                  <c:v>290</c:v>
                </c:pt>
                <c:pt idx="612">
                  <c:v>290</c:v>
                </c:pt>
                <c:pt idx="613">
                  <c:v>290</c:v>
                </c:pt>
                <c:pt idx="614">
                  <c:v>290</c:v>
                </c:pt>
                <c:pt idx="615">
                  <c:v>290</c:v>
                </c:pt>
                <c:pt idx="616">
                  <c:v>288</c:v>
                </c:pt>
                <c:pt idx="617">
                  <c:v>287</c:v>
                </c:pt>
                <c:pt idx="618">
                  <c:v>282</c:v>
                </c:pt>
                <c:pt idx="619">
                  <c:v>280</c:v>
                </c:pt>
                <c:pt idx="620">
                  <c:v>274</c:v>
                </c:pt>
                <c:pt idx="621">
                  <c:v>274</c:v>
                </c:pt>
                <c:pt idx="622">
                  <c:v>272</c:v>
                </c:pt>
                <c:pt idx="623">
                  <c:v>268</c:v>
                </c:pt>
                <c:pt idx="624">
                  <c:v>268</c:v>
                </c:pt>
                <c:pt idx="625">
                  <c:v>268</c:v>
                </c:pt>
                <c:pt idx="626">
                  <c:v>264</c:v>
                </c:pt>
                <c:pt idx="627">
                  <c:v>259</c:v>
                </c:pt>
                <c:pt idx="628">
                  <c:v>252</c:v>
                </c:pt>
                <c:pt idx="629">
                  <c:v>246</c:v>
                </c:pt>
                <c:pt idx="630">
                  <c:v>239</c:v>
                </c:pt>
                <c:pt idx="631">
                  <c:v>239</c:v>
                </c:pt>
                <c:pt idx="632">
                  <c:v>238</c:v>
                </c:pt>
                <c:pt idx="633">
                  <c:v>236</c:v>
                </c:pt>
                <c:pt idx="634">
                  <c:v>233</c:v>
                </c:pt>
                <c:pt idx="635">
                  <c:v>228</c:v>
                </c:pt>
                <c:pt idx="636">
                  <c:v>224</c:v>
                </c:pt>
                <c:pt idx="637">
                  <c:v>212</c:v>
                </c:pt>
                <c:pt idx="638">
                  <c:v>210</c:v>
                </c:pt>
                <c:pt idx="639">
                  <c:v>206</c:v>
                </c:pt>
                <c:pt idx="640">
                  <c:v>205</c:v>
                </c:pt>
                <c:pt idx="641">
                  <c:v>197</c:v>
                </c:pt>
                <c:pt idx="642">
                  <c:v>197</c:v>
                </c:pt>
                <c:pt idx="643">
                  <c:v>195</c:v>
                </c:pt>
                <c:pt idx="644">
                  <c:v>195</c:v>
                </c:pt>
                <c:pt idx="645">
                  <c:v>195</c:v>
                </c:pt>
                <c:pt idx="646">
                  <c:v>190</c:v>
                </c:pt>
                <c:pt idx="647">
                  <c:v>191</c:v>
                </c:pt>
                <c:pt idx="648">
                  <c:v>189</c:v>
                </c:pt>
                <c:pt idx="649">
                  <c:v>189</c:v>
                </c:pt>
                <c:pt idx="650">
                  <c:v>184</c:v>
                </c:pt>
                <c:pt idx="651">
                  <c:v>181</c:v>
                </c:pt>
                <c:pt idx="652">
                  <c:v>180</c:v>
                </c:pt>
                <c:pt idx="653">
                  <c:v>179</c:v>
                </c:pt>
                <c:pt idx="654">
                  <c:v>177</c:v>
                </c:pt>
                <c:pt idx="655">
                  <c:v>177</c:v>
                </c:pt>
                <c:pt idx="656">
                  <c:v>176</c:v>
                </c:pt>
                <c:pt idx="657">
                  <c:v>176</c:v>
                </c:pt>
                <c:pt idx="658">
                  <c:v>173</c:v>
                </c:pt>
                <c:pt idx="659">
                  <c:v>173</c:v>
                </c:pt>
                <c:pt idx="660">
                  <c:v>172</c:v>
                </c:pt>
                <c:pt idx="661">
                  <c:v>166</c:v>
                </c:pt>
                <c:pt idx="662">
                  <c:v>164</c:v>
                </c:pt>
                <c:pt idx="663">
                  <c:v>161</c:v>
                </c:pt>
                <c:pt idx="664">
                  <c:v>161</c:v>
                </c:pt>
                <c:pt idx="665">
                  <c:v>157</c:v>
                </c:pt>
                <c:pt idx="666">
                  <c:v>156</c:v>
                </c:pt>
                <c:pt idx="667">
                  <c:v>153</c:v>
                </c:pt>
                <c:pt idx="668">
                  <c:v>151</c:v>
                </c:pt>
                <c:pt idx="669">
                  <c:v>151</c:v>
                </c:pt>
                <c:pt idx="670">
                  <c:v>151</c:v>
                </c:pt>
                <c:pt idx="671">
                  <c:v>150</c:v>
                </c:pt>
                <c:pt idx="672">
                  <c:v>145</c:v>
                </c:pt>
                <c:pt idx="673">
                  <c:v>143</c:v>
                </c:pt>
                <c:pt idx="674">
                  <c:v>143</c:v>
                </c:pt>
                <c:pt idx="675">
                  <c:v>141</c:v>
                </c:pt>
                <c:pt idx="676">
                  <c:v>137</c:v>
                </c:pt>
                <c:pt idx="677">
                  <c:v>137</c:v>
                </c:pt>
                <c:pt idx="678">
                  <c:v>137</c:v>
                </c:pt>
                <c:pt idx="679">
                  <c:v>136</c:v>
                </c:pt>
                <c:pt idx="680">
                  <c:v>136</c:v>
                </c:pt>
                <c:pt idx="681">
                  <c:v>135</c:v>
                </c:pt>
                <c:pt idx="682">
                  <c:v>132</c:v>
                </c:pt>
                <c:pt idx="683">
                  <c:v>131</c:v>
                </c:pt>
                <c:pt idx="684">
                  <c:v>130</c:v>
                </c:pt>
                <c:pt idx="685">
                  <c:v>129</c:v>
                </c:pt>
                <c:pt idx="686">
                  <c:v>124</c:v>
                </c:pt>
                <c:pt idx="687">
                  <c:v>123</c:v>
                </c:pt>
                <c:pt idx="688">
                  <c:v>123</c:v>
                </c:pt>
                <c:pt idx="689">
                  <c:v>123</c:v>
                </c:pt>
                <c:pt idx="690">
                  <c:v>122</c:v>
                </c:pt>
                <c:pt idx="691">
                  <c:v>122</c:v>
                </c:pt>
                <c:pt idx="692">
                  <c:v>121</c:v>
                </c:pt>
                <c:pt idx="693">
                  <c:v>121</c:v>
                </c:pt>
                <c:pt idx="694">
                  <c:v>120</c:v>
                </c:pt>
                <c:pt idx="695">
                  <c:v>120</c:v>
                </c:pt>
                <c:pt idx="696">
                  <c:v>119</c:v>
                </c:pt>
                <c:pt idx="697">
                  <c:v>119</c:v>
                </c:pt>
                <c:pt idx="698">
                  <c:v>118</c:v>
                </c:pt>
                <c:pt idx="699">
                  <c:v>115</c:v>
                </c:pt>
                <c:pt idx="700">
                  <c:v>115</c:v>
                </c:pt>
                <c:pt idx="701">
                  <c:v>115</c:v>
                </c:pt>
                <c:pt idx="702">
                  <c:v>116</c:v>
                </c:pt>
                <c:pt idx="703">
                  <c:v>116</c:v>
                </c:pt>
                <c:pt idx="704">
                  <c:v>115</c:v>
                </c:pt>
                <c:pt idx="705">
                  <c:v>113</c:v>
                </c:pt>
                <c:pt idx="706">
                  <c:v>113</c:v>
                </c:pt>
                <c:pt idx="707">
                  <c:v>113</c:v>
                </c:pt>
                <c:pt idx="708">
                  <c:v>113</c:v>
                </c:pt>
                <c:pt idx="709">
                  <c:v>110</c:v>
                </c:pt>
                <c:pt idx="710">
                  <c:v>109</c:v>
                </c:pt>
                <c:pt idx="711">
                  <c:v>109</c:v>
                </c:pt>
                <c:pt idx="712">
                  <c:v>109</c:v>
                </c:pt>
                <c:pt idx="713">
                  <c:v>111</c:v>
                </c:pt>
                <c:pt idx="714">
                  <c:v>110</c:v>
                </c:pt>
                <c:pt idx="715">
                  <c:v>109</c:v>
                </c:pt>
                <c:pt idx="716">
                  <c:v>110</c:v>
                </c:pt>
                <c:pt idx="717">
                  <c:v>110</c:v>
                </c:pt>
                <c:pt idx="718">
                  <c:v>109</c:v>
                </c:pt>
                <c:pt idx="719">
                  <c:v>109</c:v>
                </c:pt>
                <c:pt idx="720">
                  <c:v>112</c:v>
                </c:pt>
                <c:pt idx="721">
                  <c:v>112</c:v>
                </c:pt>
                <c:pt idx="722">
                  <c:v>112</c:v>
                </c:pt>
                <c:pt idx="723">
                  <c:v>112</c:v>
                </c:pt>
                <c:pt idx="724">
                  <c:v>112</c:v>
                </c:pt>
                <c:pt idx="725">
                  <c:v>112</c:v>
                </c:pt>
                <c:pt idx="726">
                  <c:v>113</c:v>
                </c:pt>
                <c:pt idx="727">
                  <c:v>113</c:v>
                </c:pt>
                <c:pt idx="728">
                  <c:v>113</c:v>
                </c:pt>
                <c:pt idx="729">
                  <c:v>115</c:v>
                </c:pt>
                <c:pt idx="730">
                  <c:v>116</c:v>
                </c:pt>
                <c:pt idx="731">
                  <c:v>120</c:v>
                </c:pt>
                <c:pt idx="732">
                  <c:v>120</c:v>
                </c:pt>
                <c:pt idx="733">
                  <c:v>120</c:v>
                </c:pt>
                <c:pt idx="734">
                  <c:v>120</c:v>
                </c:pt>
                <c:pt idx="735">
                  <c:v>121</c:v>
                </c:pt>
                <c:pt idx="736">
                  <c:v>124</c:v>
                </c:pt>
                <c:pt idx="737">
                  <c:v>124</c:v>
                </c:pt>
                <c:pt idx="738">
                  <c:v>124</c:v>
                </c:pt>
                <c:pt idx="739">
                  <c:v>127</c:v>
                </c:pt>
                <c:pt idx="740">
                  <c:v>128</c:v>
                </c:pt>
                <c:pt idx="741">
                  <c:v>128</c:v>
                </c:pt>
                <c:pt idx="742">
                  <c:v>128</c:v>
                </c:pt>
                <c:pt idx="743">
                  <c:v>128</c:v>
                </c:pt>
                <c:pt idx="744">
                  <c:v>129</c:v>
                </c:pt>
                <c:pt idx="745">
                  <c:v>129</c:v>
                </c:pt>
                <c:pt idx="746">
                  <c:v>130</c:v>
                </c:pt>
                <c:pt idx="747">
                  <c:v>131</c:v>
                </c:pt>
                <c:pt idx="748">
                  <c:v>132</c:v>
                </c:pt>
                <c:pt idx="749">
                  <c:v>132</c:v>
                </c:pt>
                <c:pt idx="750">
                  <c:v>133</c:v>
                </c:pt>
                <c:pt idx="751">
                  <c:v>133</c:v>
                </c:pt>
                <c:pt idx="752">
                  <c:v>134</c:v>
                </c:pt>
                <c:pt idx="753">
                  <c:v>136</c:v>
                </c:pt>
                <c:pt idx="754">
                  <c:v>136</c:v>
                </c:pt>
                <c:pt idx="755">
                  <c:v>137</c:v>
                </c:pt>
                <c:pt idx="756">
                  <c:v>137</c:v>
                </c:pt>
                <c:pt idx="757">
                  <c:v>137</c:v>
                </c:pt>
                <c:pt idx="758">
                  <c:v>137</c:v>
                </c:pt>
                <c:pt idx="759">
                  <c:v>138</c:v>
                </c:pt>
                <c:pt idx="760">
                  <c:v>139</c:v>
                </c:pt>
                <c:pt idx="761">
                  <c:v>139</c:v>
                </c:pt>
                <c:pt idx="762">
                  <c:v>139</c:v>
                </c:pt>
                <c:pt idx="763">
                  <c:v>139</c:v>
                </c:pt>
                <c:pt idx="764">
                  <c:v>136</c:v>
                </c:pt>
                <c:pt idx="765">
                  <c:v>136</c:v>
                </c:pt>
                <c:pt idx="766">
                  <c:v>137</c:v>
                </c:pt>
                <c:pt idx="767">
                  <c:v>138</c:v>
                </c:pt>
                <c:pt idx="768">
                  <c:v>131</c:v>
                </c:pt>
                <c:pt idx="769">
                  <c:v>131</c:v>
                </c:pt>
                <c:pt idx="770">
                  <c:v>130</c:v>
                </c:pt>
                <c:pt idx="771">
                  <c:v>130</c:v>
                </c:pt>
                <c:pt idx="772">
                  <c:v>130</c:v>
                </c:pt>
                <c:pt idx="773">
                  <c:v>130</c:v>
                </c:pt>
                <c:pt idx="774">
                  <c:v>130</c:v>
                </c:pt>
                <c:pt idx="775">
                  <c:v>129</c:v>
                </c:pt>
                <c:pt idx="776">
                  <c:v>129</c:v>
                </c:pt>
                <c:pt idx="777">
                  <c:v>129</c:v>
                </c:pt>
                <c:pt idx="778">
                  <c:v>129</c:v>
                </c:pt>
                <c:pt idx="779">
                  <c:v>130</c:v>
                </c:pt>
                <c:pt idx="780">
                  <c:v>130</c:v>
                </c:pt>
                <c:pt idx="781">
                  <c:v>129</c:v>
                </c:pt>
                <c:pt idx="782">
                  <c:v>128</c:v>
                </c:pt>
                <c:pt idx="783">
                  <c:v>128</c:v>
                </c:pt>
                <c:pt idx="784">
                  <c:v>128</c:v>
                </c:pt>
                <c:pt idx="785">
                  <c:v>123</c:v>
                </c:pt>
                <c:pt idx="786">
                  <c:v>123</c:v>
                </c:pt>
                <c:pt idx="787">
                  <c:v>119</c:v>
                </c:pt>
                <c:pt idx="788">
                  <c:v>119</c:v>
                </c:pt>
                <c:pt idx="789">
                  <c:v>113</c:v>
                </c:pt>
                <c:pt idx="790">
                  <c:v>107</c:v>
                </c:pt>
                <c:pt idx="791">
                  <c:v>103</c:v>
                </c:pt>
                <c:pt idx="792">
                  <c:v>101</c:v>
                </c:pt>
              </c:numCache>
            </c:numRef>
          </c:val>
          <c:smooth val="1"/>
          <c:extLst xmlns:c16r2="http://schemas.microsoft.com/office/drawing/2015/06/chart">
            <c:ext xmlns:c16="http://schemas.microsoft.com/office/drawing/2014/chart" uri="{C3380CC4-5D6E-409C-BE32-E72D297353CC}">
              <c16:uniqueId val="{00000001-A6E2-496A-BE59-385418157B9E}"/>
            </c:ext>
          </c:extLst>
        </c:ser>
        <c:ser>
          <c:idx val="1"/>
          <c:order val="1"/>
          <c:tx>
            <c:strRef>
              <c:f>'图 87'!$C$1</c:f>
              <c:strCache>
                <c:ptCount val="1"/>
                <c:pt idx="0">
                  <c:v>硫酸G2级(元/吨)</c:v>
                </c:pt>
              </c:strCache>
            </c:strRef>
          </c:tx>
          <c:spPr>
            <a:ln w="12700" cap="rnd">
              <a:solidFill>
                <a:schemeClr val="accent4"/>
              </a:solidFill>
              <a:prstDash val="solid"/>
              <a:round/>
            </a:ln>
            <a:effectLst/>
          </c:spPr>
          <c:marker>
            <c:symbol val="none"/>
          </c:marker>
          <c:dLbls>
            <c:dLbl>
              <c:idx val="593"/>
              <c:layout>
                <c:manualLayout>
                  <c:x val="8.8408818952633708E-2"/>
                  <c:y val="-5.7253487683200349E-2"/>
                </c:manualLayout>
              </c:layout>
              <c:tx>
                <c:rich>
                  <a:bodyPr/>
                  <a:lstStyle/>
                  <a:p>
                    <a:r>
                      <a:rPr lang="en-US" altLang="zh-CN"/>
                      <a:t>1500</a:t>
                    </a:r>
                  </a:p>
                </c:rich>
              </c:tx>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2-A6E2-496A-BE59-385418157B9E}"/>
                </c:ex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lumMod val="75000"/>
                        <a:lumOff val="25000"/>
                      </a:schemeClr>
                    </a:solidFill>
                    <a:latin typeface="+mn-lt"/>
                    <a:ea typeface="+mn-ea"/>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numRef>
              <c:f>'图 87'!$A$2:$A$796</c:f>
              <c:numCache>
                <c:formatCode>m/d/yyyy</c:formatCode>
                <c:ptCount val="795"/>
                <c:pt idx="0">
                  <c:v>44985</c:v>
                </c:pt>
                <c:pt idx="1">
                  <c:v>44984</c:v>
                </c:pt>
                <c:pt idx="2">
                  <c:v>44983</c:v>
                </c:pt>
                <c:pt idx="3">
                  <c:v>44982</c:v>
                </c:pt>
                <c:pt idx="4">
                  <c:v>44981</c:v>
                </c:pt>
                <c:pt idx="5">
                  <c:v>44980</c:v>
                </c:pt>
                <c:pt idx="6">
                  <c:v>44979</c:v>
                </c:pt>
                <c:pt idx="7">
                  <c:v>44978</c:v>
                </c:pt>
                <c:pt idx="8">
                  <c:v>44977</c:v>
                </c:pt>
                <c:pt idx="9">
                  <c:v>44976</c:v>
                </c:pt>
                <c:pt idx="10">
                  <c:v>44975</c:v>
                </c:pt>
                <c:pt idx="11">
                  <c:v>44974</c:v>
                </c:pt>
                <c:pt idx="12">
                  <c:v>44973</c:v>
                </c:pt>
                <c:pt idx="13">
                  <c:v>44972</c:v>
                </c:pt>
                <c:pt idx="14">
                  <c:v>44971</c:v>
                </c:pt>
                <c:pt idx="15">
                  <c:v>44970</c:v>
                </c:pt>
                <c:pt idx="16">
                  <c:v>44969</c:v>
                </c:pt>
                <c:pt idx="17">
                  <c:v>44968</c:v>
                </c:pt>
                <c:pt idx="18">
                  <c:v>44967</c:v>
                </c:pt>
                <c:pt idx="19">
                  <c:v>44966</c:v>
                </c:pt>
                <c:pt idx="20">
                  <c:v>44965</c:v>
                </c:pt>
                <c:pt idx="21">
                  <c:v>44964</c:v>
                </c:pt>
                <c:pt idx="22">
                  <c:v>44963</c:v>
                </c:pt>
                <c:pt idx="23">
                  <c:v>44962</c:v>
                </c:pt>
                <c:pt idx="24">
                  <c:v>44961</c:v>
                </c:pt>
                <c:pt idx="25">
                  <c:v>44960</c:v>
                </c:pt>
                <c:pt idx="26">
                  <c:v>44959</c:v>
                </c:pt>
                <c:pt idx="27">
                  <c:v>44958</c:v>
                </c:pt>
                <c:pt idx="28">
                  <c:v>44957</c:v>
                </c:pt>
                <c:pt idx="29">
                  <c:v>44956</c:v>
                </c:pt>
                <c:pt idx="30">
                  <c:v>44955</c:v>
                </c:pt>
                <c:pt idx="31">
                  <c:v>44954</c:v>
                </c:pt>
                <c:pt idx="32">
                  <c:v>44953</c:v>
                </c:pt>
                <c:pt idx="33">
                  <c:v>44952</c:v>
                </c:pt>
                <c:pt idx="34">
                  <c:v>44951</c:v>
                </c:pt>
                <c:pt idx="35">
                  <c:v>44950</c:v>
                </c:pt>
                <c:pt idx="36">
                  <c:v>44949</c:v>
                </c:pt>
                <c:pt idx="37">
                  <c:v>44948</c:v>
                </c:pt>
                <c:pt idx="38">
                  <c:v>44947</c:v>
                </c:pt>
                <c:pt idx="39">
                  <c:v>44946</c:v>
                </c:pt>
                <c:pt idx="40">
                  <c:v>44945</c:v>
                </c:pt>
                <c:pt idx="41">
                  <c:v>44944</c:v>
                </c:pt>
                <c:pt idx="42">
                  <c:v>44943</c:v>
                </c:pt>
                <c:pt idx="43">
                  <c:v>44942</c:v>
                </c:pt>
                <c:pt idx="44">
                  <c:v>44941</c:v>
                </c:pt>
                <c:pt idx="45">
                  <c:v>44940</c:v>
                </c:pt>
                <c:pt idx="46">
                  <c:v>44939</c:v>
                </c:pt>
                <c:pt idx="47">
                  <c:v>44938</c:v>
                </c:pt>
                <c:pt idx="48">
                  <c:v>44937</c:v>
                </c:pt>
                <c:pt idx="49">
                  <c:v>44936</c:v>
                </c:pt>
                <c:pt idx="50">
                  <c:v>44935</c:v>
                </c:pt>
                <c:pt idx="51">
                  <c:v>44934</c:v>
                </c:pt>
                <c:pt idx="52">
                  <c:v>44933</c:v>
                </c:pt>
                <c:pt idx="53">
                  <c:v>44932</c:v>
                </c:pt>
                <c:pt idx="54">
                  <c:v>44931</c:v>
                </c:pt>
                <c:pt idx="55">
                  <c:v>44930</c:v>
                </c:pt>
                <c:pt idx="56">
                  <c:v>44929</c:v>
                </c:pt>
                <c:pt idx="57">
                  <c:v>44928</c:v>
                </c:pt>
                <c:pt idx="58">
                  <c:v>44927</c:v>
                </c:pt>
                <c:pt idx="59">
                  <c:v>44926</c:v>
                </c:pt>
                <c:pt idx="60">
                  <c:v>44925</c:v>
                </c:pt>
                <c:pt idx="61">
                  <c:v>44924</c:v>
                </c:pt>
                <c:pt idx="62">
                  <c:v>44923</c:v>
                </c:pt>
                <c:pt idx="63">
                  <c:v>44922</c:v>
                </c:pt>
                <c:pt idx="64">
                  <c:v>44921</c:v>
                </c:pt>
                <c:pt idx="65">
                  <c:v>44920</c:v>
                </c:pt>
                <c:pt idx="66">
                  <c:v>44919</c:v>
                </c:pt>
                <c:pt idx="67">
                  <c:v>44918</c:v>
                </c:pt>
                <c:pt idx="68">
                  <c:v>44917</c:v>
                </c:pt>
                <c:pt idx="69">
                  <c:v>44916</c:v>
                </c:pt>
                <c:pt idx="70">
                  <c:v>44915</c:v>
                </c:pt>
                <c:pt idx="71">
                  <c:v>44914</c:v>
                </c:pt>
                <c:pt idx="72">
                  <c:v>44913</c:v>
                </c:pt>
                <c:pt idx="73">
                  <c:v>44912</c:v>
                </c:pt>
                <c:pt idx="74">
                  <c:v>44911</c:v>
                </c:pt>
                <c:pt idx="75">
                  <c:v>44910</c:v>
                </c:pt>
                <c:pt idx="76">
                  <c:v>44909</c:v>
                </c:pt>
                <c:pt idx="77">
                  <c:v>44908</c:v>
                </c:pt>
                <c:pt idx="78">
                  <c:v>44907</c:v>
                </c:pt>
                <c:pt idx="79">
                  <c:v>44906</c:v>
                </c:pt>
                <c:pt idx="80">
                  <c:v>44905</c:v>
                </c:pt>
                <c:pt idx="81">
                  <c:v>44904</c:v>
                </c:pt>
                <c:pt idx="82">
                  <c:v>44903</c:v>
                </c:pt>
                <c:pt idx="83">
                  <c:v>44902</c:v>
                </c:pt>
                <c:pt idx="84">
                  <c:v>44901</c:v>
                </c:pt>
                <c:pt idx="85">
                  <c:v>44900</c:v>
                </c:pt>
                <c:pt idx="86">
                  <c:v>44899</c:v>
                </c:pt>
                <c:pt idx="87">
                  <c:v>44898</c:v>
                </c:pt>
                <c:pt idx="88">
                  <c:v>44897</c:v>
                </c:pt>
                <c:pt idx="89">
                  <c:v>44896</c:v>
                </c:pt>
                <c:pt idx="90">
                  <c:v>44895</c:v>
                </c:pt>
                <c:pt idx="91">
                  <c:v>44894</c:v>
                </c:pt>
                <c:pt idx="92">
                  <c:v>44893</c:v>
                </c:pt>
                <c:pt idx="93">
                  <c:v>44892</c:v>
                </c:pt>
                <c:pt idx="94">
                  <c:v>44891</c:v>
                </c:pt>
                <c:pt idx="95">
                  <c:v>44890</c:v>
                </c:pt>
                <c:pt idx="96">
                  <c:v>44889</c:v>
                </c:pt>
                <c:pt idx="97">
                  <c:v>44888</c:v>
                </c:pt>
                <c:pt idx="98">
                  <c:v>44887</c:v>
                </c:pt>
                <c:pt idx="99">
                  <c:v>44886</c:v>
                </c:pt>
                <c:pt idx="100">
                  <c:v>44885</c:v>
                </c:pt>
                <c:pt idx="101">
                  <c:v>44884</c:v>
                </c:pt>
                <c:pt idx="102">
                  <c:v>44883</c:v>
                </c:pt>
                <c:pt idx="103">
                  <c:v>44882</c:v>
                </c:pt>
                <c:pt idx="104">
                  <c:v>44881</c:v>
                </c:pt>
                <c:pt idx="105">
                  <c:v>44880</c:v>
                </c:pt>
                <c:pt idx="106">
                  <c:v>44879</c:v>
                </c:pt>
                <c:pt idx="107">
                  <c:v>44878</c:v>
                </c:pt>
                <c:pt idx="108">
                  <c:v>44877</c:v>
                </c:pt>
                <c:pt idx="109">
                  <c:v>44876</c:v>
                </c:pt>
                <c:pt idx="110">
                  <c:v>44875</c:v>
                </c:pt>
                <c:pt idx="111">
                  <c:v>44874</c:v>
                </c:pt>
                <c:pt idx="112">
                  <c:v>44873</c:v>
                </c:pt>
                <c:pt idx="113">
                  <c:v>44872</c:v>
                </c:pt>
                <c:pt idx="114">
                  <c:v>44871</c:v>
                </c:pt>
                <c:pt idx="115">
                  <c:v>44870</c:v>
                </c:pt>
                <c:pt idx="116">
                  <c:v>44869</c:v>
                </c:pt>
                <c:pt idx="117">
                  <c:v>44868</c:v>
                </c:pt>
                <c:pt idx="118">
                  <c:v>44867</c:v>
                </c:pt>
                <c:pt idx="119">
                  <c:v>44866</c:v>
                </c:pt>
                <c:pt idx="120">
                  <c:v>44865</c:v>
                </c:pt>
                <c:pt idx="121">
                  <c:v>44864</c:v>
                </c:pt>
                <c:pt idx="122">
                  <c:v>44863</c:v>
                </c:pt>
                <c:pt idx="123">
                  <c:v>44862</c:v>
                </c:pt>
                <c:pt idx="124">
                  <c:v>44861</c:v>
                </c:pt>
                <c:pt idx="125">
                  <c:v>44860</c:v>
                </c:pt>
                <c:pt idx="126">
                  <c:v>44859</c:v>
                </c:pt>
                <c:pt idx="127">
                  <c:v>44858</c:v>
                </c:pt>
                <c:pt idx="128">
                  <c:v>44857</c:v>
                </c:pt>
                <c:pt idx="129">
                  <c:v>44856</c:v>
                </c:pt>
                <c:pt idx="130">
                  <c:v>44855</c:v>
                </c:pt>
                <c:pt idx="131">
                  <c:v>44854</c:v>
                </c:pt>
                <c:pt idx="132">
                  <c:v>44853</c:v>
                </c:pt>
                <c:pt idx="133">
                  <c:v>44852</c:v>
                </c:pt>
                <c:pt idx="134">
                  <c:v>44851</c:v>
                </c:pt>
                <c:pt idx="135">
                  <c:v>44850</c:v>
                </c:pt>
                <c:pt idx="136">
                  <c:v>44849</c:v>
                </c:pt>
                <c:pt idx="137">
                  <c:v>44848</c:v>
                </c:pt>
                <c:pt idx="138">
                  <c:v>44847</c:v>
                </c:pt>
                <c:pt idx="139">
                  <c:v>44846</c:v>
                </c:pt>
                <c:pt idx="140">
                  <c:v>44845</c:v>
                </c:pt>
                <c:pt idx="141">
                  <c:v>44844</c:v>
                </c:pt>
                <c:pt idx="142">
                  <c:v>44843</c:v>
                </c:pt>
                <c:pt idx="143">
                  <c:v>44842</c:v>
                </c:pt>
                <c:pt idx="144">
                  <c:v>44841</c:v>
                </c:pt>
                <c:pt idx="145">
                  <c:v>44840</c:v>
                </c:pt>
                <c:pt idx="146">
                  <c:v>44839</c:v>
                </c:pt>
                <c:pt idx="147">
                  <c:v>44838</c:v>
                </c:pt>
                <c:pt idx="148">
                  <c:v>44837</c:v>
                </c:pt>
                <c:pt idx="149">
                  <c:v>44836</c:v>
                </c:pt>
                <c:pt idx="150">
                  <c:v>44835</c:v>
                </c:pt>
                <c:pt idx="151">
                  <c:v>44834</c:v>
                </c:pt>
                <c:pt idx="152">
                  <c:v>44833</c:v>
                </c:pt>
                <c:pt idx="153">
                  <c:v>44832</c:v>
                </c:pt>
                <c:pt idx="154">
                  <c:v>44831</c:v>
                </c:pt>
                <c:pt idx="155">
                  <c:v>44830</c:v>
                </c:pt>
                <c:pt idx="156">
                  <c:v>44829</c:v>
                </c:pt>
                <c:pt idx="157">
                  <c:v>44828</c:v>
                </c:pt>
                <c:pt idx="158">
                  <c:v>44827</c:v>
                </c:pt>
                <c:pt idx="159">
                  <c:v>44826</c:v>
                </c:pt>
                <c:pt idx="160">
                  <c:v>44825</c:v>
                </c:pt>
                <c:pt idx="161">
                  <c:v>44824</c:v>
                </c:pt>
                <c:pt idx="162">
                  <c:v>44823</c:v>
                </c:pt>
                <c:pt idx="163">
                  <c:v>44822</c:v>
                </c:pt>
                <c:pt idx="164">
                  <c:v>44821</c:v>
                </c:pt>
                <c:pt idx="165">
                  <c:v>44820</c:v>
                </c:pt>
                <c:pt idx="166">
                  <c:v>44819</c:v>
                </c:pt>
                <c:pt idx="167">
                  <c:v>44818</c:v>
                </c:pt>
                <c:pt idx="168">
                  <c:v>44817</c:v>
                </c:pt>
                <c:pt idx="169">
                  <c:v>44816</c:v>
                </c:pt>
                <c:pt idx="170">
                  <c:v>44815</c:v>
                </c:pt>
                <c:pt idx="171">
                  <c:v>44814</c:v>
                </c:pt>
                <c:pt idx="172">
                  <c:v>44813</c:v>
                </c:pt>
                <c:pt idx="173">
                  <c:v>44812</c:v>
                </c:pt>
                <c:pt idx="174">
                  <c:v>44811</c:v>
                </c:pt>
                <c:pt idx="175">
                  <c:v>44810</c:v>
                </c:pt>
                <c:pt idx="176">
                  <c:v>44809</c:v>
                </c:pt>
                <c:pt idx="177">
                  <c:v>44808</c:v>
                </c:pt>
                <c:pt idx="178">
                  <c:v>44807</c:v>
                </c:pt>
                <c:pt idx="179">
                  <c:v>44806</c:v>
                </c:pt>
                <c:pt idx="180">
                  <c:v>44805</c:v>
                </c:pt>
                <c:pt idx="181">
                  <c:v>44804</c:v>
                </c:pt>
                <c:pt idx="182">
                  <c:v>44803</c:v>
                </c:pt>
                <c:pt idx="183">
                  <c:v>44802</c:v>
                </c:pt>
                <c:pt idx="184">
                  <c:v>44801</c:v>
                </c:pt>
                <c:pt idx="185">
                  <c:v>44800</c:v>
                </c:pt>
                <c:pt idx="186">
                  <c:v>44799</c:v>
                </c:pt>
                <c:pt idx="187">
                  <c:v>44798</c:v>
                </c:pt>
                <c:pt idx="188">
                  <c:v>44797</c:v>
                </c:pt>
                <c:pt idx="189">
                  <c:v>44796</c:v>
                </c:pt>
                <c:pt idx="190">
                  <c:v>44795</c:v>
                </c:pt>
                <c:pt idx="191">
                  <c:v>44794</c:v>
                </c:pt>
                <c:pt idx="192">
                  <c:v>44793</c:v>
                </c:pt>
                <c:pt idx="193">
                  <c:v>44792</c:v>
                </c:pt>
                <c:pt idx="194">
                  <c:v>44791</c:v>
                </c:pt>
                <c:pt idx="195">
                  <c:v>44790</c:v>
                </c:pt>
                <c:pt idx="196">
                  <c:v>44789</c:v>
                </c:pt>
                <c:pt idx="197">
                  <c:v>44788</c:v>
                </c:pt>
                <c:pt idx="198">
                  <c:v>44787</c:v>
                </c:pt>
                <c:pt idx="199">
                  <c:v>44786</c:v>
                </c:pt>
                <c:pt idx="200">
                  <c:v>44785</c:v>
                </c:pt>
                <c:pt idx="201">
                  <c:v>44784</c:v>
                </c:pt>
                <c:pt idx="202">
                  <c:v>44783</c:v>
                </c:pt>
                <c:pt idx="203">
                  <c:v>44782</c:v>
                </c:pt>
                <c:pt idx="204">
                  <c:v>44781</c:v>
                </c:pt>
                <c:pt idx="205">
                  <c:v>44778</c:v>
                </c:pt>
                <c:pt idx="206">
                  <c:v>44777</c:v>
                </c:pt>
                <c:pt idx="207">
                  <c:v>44776</c:v>
                </c:pt>
                <c:pt idx="208">
                  <c:v>44775</c:v>
                </c:pt>
                <c:pt idx="209">
                  <c:v>44774</c:v>
                </c:pt>
                <c:pt idx="210">
                  <c:v>44771</c:v>
                </c:pt>
                <c:pt idx="211">
                  <c:v>44770</c:v>
                </c:pt>
                <c:pt idx="212">
                  <c:v>44769</c:v>
                </c:pt>
                <c:pt idx="213">
                  <c:v>44768</c:v>
                </c:pt>
                <c:pt idx="214">
                  <c:v>44767</c:v>
                </c:pt>
                <c:pt idx="215">
                  <c:v>44764</c:v>
                </c:pt>
                <c:pt idx="216">
                  <c:v>44763</c:v>
                </c:pt>
                <c:pt idx="217">
                  <c:v>44762</c:v>
                </c:pt>
                <c:pt idx="218">
                  <c:v>44761</c:v>
                </c:pt>
                <c:pt idx="219">
                  <c:v>44760</c:v>
                </c:pt>
                <c:pt idx="220">
                  <c:v>44757</c:v>
                </c:pt>
                <c:pt idx="221">
                  <c:v>44756</c:v>
                </c:pt>
                <c:pt idx="222">
                  <c:v>44755</c:v>
                </c:pt>
                <c:pt idx="223">
                  <c:v>44754</c:v>
                </c:pt>
                <c:pt idx="224">
                  <c:v>44753</c:v>
                </c:pt>
                <c:pt idx="225">
                  <c:v>44750</c:v>
                </c:pt>
                <c:pt idx="226">
                  <c:v>44749</c:v>
                </c:pt>
                <c:pt idx="227">
                  <c:v>44748</c:v>
                </c:pt>
                <c:pt idx="228">
                  <c:v>44747</c:v>
                </c:pt>
                <c:pt idx="229">
                  <c:v>44746</c:v>
                </c:pt>
                <c:pt idx="230">
                  <c:v>44743</c:v>
                </c:pt>
                <c:pt idx="231">
                  <c:v>44742</c:v>
                </c:pt>
                <c:pt idx="232">
                  <c:v>44741</c:v>
                </c:pt>
                <c:pt idx="233">
                  <c:v>44740</c:v>
                </c:pt>
                <c:pt idx="234">
                  <c:v>44739</c:v>
                </c:pt>
                <c:pt idx="235">
                  <c:v>44736</c:v>
                </c:pt>
                <c:pt idx="236">
                  <c:v>44735</c:v>
                </c:pt>
                <c:pt idx="237">
                  <c:v>44734</c:v>
                </c:pt>
                <c:pt idx="238">
                  <c:v>44733</c:v>
                </c:pt>
                <c:pt idx="239">
                  <c:v>44732</c:v>
                </c:pt>
                <c:pt idx="240">
                  <c:v>44729</c:v>
                </c:pt>
                <c:pt idx="241">
                  <c:v>44728</c:v>
                </c:pt>
                <c:pt idx="242">
                  <c:v>44727</c:v>
                </c:pt>
                <c:pt idx="243">
                  <c:v>44726</c:v>
                </c:pt>
                <c:pt idx="244">
                  <c:v>44725</c:v>
                </c:pt>
                <c:pt idx="245">
                  <c:v>44722</c:v>
                </c:pt>
                <c:pt idx="246">
                  <c:v>44721</c:v>
                </c:pt>
                <c:pt idx="247">
                  <c:v>44720</c:v>
                </c:pt>
                <c:pt idx="248">
                  <c:v>44719</c:v>
                </c:pt>
                <c:pt idx="249">
                  <c:v>44718</c:v>
                </c:pt>
                <c:pt idx="250">
                  <c:v>44714</c:v>
                </c:pt>
                <c:pt idx="251">
                  <c:v>44713</c:v>
                </c:pt>
                <c:pt idx="252">
                  <c:v>44712</c:v>
                </c:pt>
                <c:pt idx="253">
                  <c:v>44711</c:v>
                </c:pt>
                <c:pt idx="254">
                  <c:v>44708</c:v>
                </c:pt>
                <c:pt idx="255">
                  <c:v>44707</c:v>
                </c:pt>
                <c:pt idx="256">
                  <c:v>44706</c:v>
                </c:pt>
                <c:pt idx="257">
                  <c:v>44705</c:v>
                </c:pt>
                <c:pt idx="258">
                  <c:v>44704</c:v>
                </c:pt>
                <c:pt idx="259">
                  <c:v>44701</c:v>
                </c:pt>
                <c:pt idx="260">
                  <c:v>44700</c:v>
                </c:pt>
                <c:pt idx="261">
                  <c:v>44699</c:v>
                </c:pt>
                <c:pt idx="262">
                  <c:v>44698</c:v>
                </c:pt>
                <c:pt idx="263">
                  <c:v>44697</c:v>
                </c:pt>
                <c:pt idx="264">
                  <c:v>44694</c:v>
                </c:pt>
                <c:pt idx="265">
                  <c:v>44693</c:v>
                </c:pt>
                <c:pt idx="266">
                  <c:v>44692</c:v>
                </c:pt>
                <c:pt idx="267">
                  <c:v>44691</c:v>
                </c:pt>
                <c:pt idx="268">
                  <c:v>44690</c:v>
                </c:pt>
                <c:pt idx="269">
                  <c:v>44688</c:v>
                </c:pt>
                <c:pt idx="270">
                  <c:v>44687</c:v>
                </c:pt>
                <c:pt idx="271">
                  <c:v>44686</c:v>
                </c:pt>
                <c:pt idx="272">
                  <c:v>44680</c:v>
                </c:pt>
                <c:pt idx="273">
                  <c:v>44679</c:v>
                </c:pt>
                <c:pt idx="274">
                  <c:v>44678</c:v>
                </c:pt>
                <c:pt idx="275">
                  <c:v>44677</c:v>
                </c:pt>
                <c:pt idx="276">
                  <c:v>44676</c:v>
                </c:pt>
                <c:pt idx="277">
                  <c:v>44675</c:v>
                </c:pt>
                <c:pt idx="278">
                  <c:v>44673</c:v>
                </c:pt>
                <c:pt idx="279">
                  <c:v>44672</c:v>
                </c:pt>
                <c:pt idx="280">
                  <c:v>44671</c:v>
                </c:pt>
                <c:pt idx="281">
                  <c:v>44670</c:v>
                </c:pt>
                <c:pt idx="282">
                  <c:v>44669</c:v>
                </c:pt>
                <c:pt idx="283">
                  <c:v>44666</c:v>
                </c:pt>
                <c:pt idx="284">
                  <c:v>44665</c:v>
                </c:pt>
                <c:pt idx="285">
                  <c:v>44664</c:v>
                </c:pt>
                <c:pt idx="286">
                  <c:v>44663</c:v>
                </c:pt>
                <c:pt idx="287">
                  <c:v>44662</c:v>
                </c:pt>
                <c:pt idx="288">
                  <c:v>44659</c:v>
                </c:pt>
                <c:pt idx="289">
                  <c:v>44658</c:v>
                </c:pt>
                <c:pt idx="290">
                  <c:v>44657</c:v>
                </c:pt>
                <c:pt idx="291">
                  <c:v>44653</c:v>
                </c:pt>
                <c:pt idx="292">
                  <c:v>44652</c:v>
                </c:pt>
                <c:pt idx="293">
                  <c:v>44651</c:v>
                </c:pt>
                <c:pt idx="294">
                  <c:v>44650</c:v>
                </c:pt>
                <c:pt idx="295">
                  <c:v>44649</c:v>
                </c:pt>
                <c:pt idx="296">
                  <c:v>44648</c:v>
                </c:pt>
                <c:pt idx="297">
                  <c:v>44645</c:v>
                </c:pt>
                <c:pt idx="298">
                  <c:v>44644</c:v>
                </c:pt>
                <c:pt idx="299">
                  <c:v>44643</c:v>
                </c:pt>
                <c:pt idx="300">
                  <c:v>44642</c:v>
                </c:pt>
                <c:pt idx="301">
                  <c:v>44641</c:v>
                </c:pt>
                <c:pt idx="302">
                  <c:v>44638</c:v>
                </c:pt>
                <c:pt idx="303">
                  <c:v>44637</c:v>
                </c:pt>
                <c:pt idx="304">
                  <c:v>44636</c:v>
                </c:pt>
                <c:pt idx="305">
                  <c:v>44635</c:v>
                </c:pt>
                <c:pt idx="306">
                  <c:v>44634</c:v>
                </c:pt>
                <c:pt idx="307">
                  <c:v>44631</c:v>
                </c:pt>
                <c:pt idx="308">
                  <c:v>44630</c:v>
                </c:pt>
                <c:pt idx="309">
                  <c:v>44629</c:v>
                </c:pt>
                <c:pt idx="310">
                  <c:v>44628</c:v>
                </c:pt>
                <c:pt idx="311">
                  <c:v>44627</c:v>
                </c:pt>
                <c:pt idx="312">
                  <c:v>44624</c:v>
                </c:pt>
                <c:pt idx="313">
                  <c:v>44623</c:v>
                </c:pt>
                <c:pt idx="314">
                  <c:v>44622</c:v>
                </c:pt>
                <c:pt idx="315">
                  <c:v>44621</c:v>
                </c:pt>
                <c:pt idx="316">
                  <c:v>44620</c:v>
                </c:pt>
                <c:pt idx="317">
                  <c:v>44617</c:v>
                </c:pt>
                <c:pt idx="318">
                  <c:v>44616</c:v>
                </c:pt>
                <c:pt idx="319">
                  <c:v>44615</c:v>
                </c:pt>
                <c:pt idx="320">
                  <c:v>44614</c:v>
                </c:pt>
                <c:pt idx="321">
                  <c:v>44613</c:v>
                </c:pt>
                <c:pt idx="322">
                  <c:v>44610</c:v>
                </c:pt>
                <c:pt idx="323">
                  <c:v>44609</c:v>
                </c:pt>
                <c:pt idx="324">
                  <c:v>44608</c:v>
                </c:pt>
                <c:pt idx="325">
                  <c:v>44607</c:v>
                </c:pt>
                <c:pt idx="326">
                  <c:v>44606</c:v>
                </c:pt>
                <c:pt idx="327">
                  <c:v>44603</c:v>
                </c:pt>
                <c:pt idx="328">
                  <c:v>44602</c:v>
                </c:pt>
                <c:pt idx="329">
                  <c:v>44601</c:v>
                </c:pt>
                <c:pt idx="330">
                  <c:v>44600</c:v>
                </c:pt>
                <c:pt idx="331">
                  <c:v>44599</c:v>
                </c:pt>
                <c:pt idx="332">
                  <c:v>44591</c:v>
                </c:pt>
                <c:pt idx="333">
                  <c:v>44590</c:v>
                </c:pt>
                <c:pt idx="334">
                  <c:v>44589</c:v>
                </c:pt>
                <c:pt idx="335">
                  <c:v>44588</c:v>
                </c:pt>
                <c:pt idx="336">
                  <c:v>44587</c:v>
                </c:pt>
                <c:pt idx="337">
                  <c:v>44586</c:v>
                </c:pt>
                <c:pt idx="338">
                  <c:v>44585</c:v>
                </c:pt>
                <c:pt idx="339">
                  <c:v>44582</c:v>
                </c:pt>
                <c:pt idx="340">
                  <c:v>44581</c:v>
                </c:pt>
                <c:pt idx="341">
                  <c:v>44580</c:v>
                </c:pt>
                <c:pt idx="342">
                  <c:v>44579</c:v>
                </c:pt>
                <c:pt idx="343">
                  <c:v>44578</c:v>
                </c:pt>
                <c:pt idx="344">
                  <c:v>44575</c:v>
                </c:pt>
                <c:pt idx="345">
                  <c:v>44574</c:v>
                </c:pt>
                <c:pt idx="346">
                  <c:v>44573</c:v>
                </c:pt>
                <c:pt idx="347">
                  <c:v>44572</c:v>
                </c:pt>
                <c:pt idx="348">
                  <c:v>44571</c:v>
                </c:pt>
                <c:pt idx="349">
                  <c:v>44568</c:v>
                </c:pt>
                <c:pt idx="350">
                  <c:v>44567</c:v>
                </c:pt>
                <c:pt idx="351">
                  <c:v>44566</c:v>
                </c:pt>
                <c:pt idx="352">
                  <c:v>44565</c:v>
                </c:pt>
                <c:pt idx="353">
                  <c:v>44561</c:v>
                </c:pt>
                <c:pt idx="354">
                  <c:v>44560</c:v>
                </c:pt>
                <c:pt idx="355">
                  <c:v>44559</c:v>
                </c:pt>
                <c:pt idx="356">
                  <c:v>44558</c:v>
                </c:pt>
                <c:pt idx="357">
                  <c:v>44557</c:v>
                </c:pt>
                <c:pt idx="358">
                  <c:v>44554</c:v>
                </c:pt>
                <c:pt idx="359">
                  <c:v>44553</c:v>
                </c:pt>
                <c:pt idx="360">
                  <c:v>44552</c:v>
                </c:pt>
                <c:pt idx="361">
                  <c:v>44551</c:v>
                </c:pt>
                <c:pt idx="362">
                  <c:v>44550</c:v>
                </c:pt>
                <c:pt idx="363">
                  <c:v>44547</c:v>
                </c:pt>
                <c:pt idx="364">
                  <c:v>44546</c:v>
                </c:pt>
                <c:pt idx="365">
                  <c:v>44545</c:v>
                </c:pt>
                <c:pt idx="366">
                  <c:v>44544</c:v>
                </c:pt>
                <c:pt idx="367">
                  <c:v>44543</c:v>
                </c:pt>
                <c:pt idx="368">
                  <c:v>44540</c:v>
                </c:pt>
                <c:pt idx="369">
                  <c:v>44539</c:v>
                </c:pt>
                <c:pt idx="370">
                  <c:v>44538</c:v>
                </c:pt>
                <c:pt idx="371">
                  <c:v>44537</c:v>
                </c:pt>
                <c:pt idx="372">
                  <c:v>44536</c:v>
                </c:pt>
                <c:pt idx="373">
                  <c:v>44533</c:v>
                </c:pt>
                <c:pt idx="374">
                  <c:v>44532</c:v>
                </c:pt>
                <c:pt idx="375">
                  <c:v>44531</c:v>
                </c:pt>
                <c:pt idx="376">
                  <c:v>44530</c:v>
                </c:pt>
                <c:pt idx="377">
                  <c:v>44529</c:v>
                </c:pt>
                <c:pt idx="378">
                  <c:v>44526</c:v>
                </c:pt>
                <c:pt idx="379">
                  <c:v>44525</c:v>
                </c:pt>
                <c:pt idx="380">
                  <c:v>44524</c:v>
                </c:pt>
                <c:pt idx="381">
                  <c:v>44523</c:v>
                </c:pt>
                <c:pt idx="382">
                  <c:v>44522</c:v>
                </c:pt>
                <c:pt idx="383">
                  <c:v>44519</c:v>
                </c:pt>
                <c:pt idx="384">
                  <c:v>44518</c:v>
                </c:pt>
                <c:pt idx="385">
                  <c:v>44517</c:v>
                </c:pt>
                <c:pt idx="386">
                  <c:v>44516</c:v>
                </c:pt>
                <c:pt idx="387">
                  <c:v>44515</c:v>
                </c:pt>
                <c:pt idx="388">
                  <c:v>44512</c:v>
                </c:pt>
                <c:pt idx="389">
                  <c:v>44511</c:v>
                </c:pt>
                <c:pt idx="390">
                  <c:v>44510</c:v>
                </c:pt>
                <c:pt idx="391">
                  <c:v>44509</c:v>
                </c:pt>
                <c:pt idx="392">
                  <c:v>44508</c:v>
                </c:pt>
                <c:pt idx="393">
                  <c:v>44505</c:v>
                </c:pt>
                <c:pt idx="394">
                  <c:v>44504</c:v>
                </c:pt>
                <c:pt idx="395">
                  <c:v>44503</c:v>
                </c:pt>
                <c:pt idx="396">
                  <c:v>44502</c:v>
                </c:pt>
                <c:pt idx="397">
                  <c:v>44501</c:v>
                </c:pt>
                <c:pt idx="398">
                  <c:v>44498</c:v>
                </c:pt>
                <c:pt idx="399">
                  <c:v>44497</c:v>
                </c:pt>
                <c:pt idx="400">
                  <c:v>44496</c:v>
                </c:pt>
                <c:pt idx="401">
                  <c:v>44495</c:v>
                </c:pt>
                <c:pt idx="402">
                  <c:v>44494</c:v>
                </c:pt>
                <c:pt idx="403">
                  <c:v>44491</c:v>
                </c:pt>
                <c:pt idx="404">
                  <c:v>44490</c:v>
                </c:pt>
                <c:pt idx="405">
                  <c:v>44489</c:v>
                </c:pt>
                <c:pt idx="406">
                  <c:v>44488</c:v>
                </c:pt>
                <c:pt idx="407">
                  <c:v>44487</c:v>
                </c:pt>
                <c:pt idx="408">
                  <c:v>44484</c:v>
                </c:pt>
                <c:pt idx="409">
                  <c:v>44483</c:v>
                </c:pt>
                <c:pt idx="410">
                  <c:v>44482</c:v>
                </c:pt>
                <c:pt idx="411">
                  <c:v>44481</c:v>
                </c:pt>
                <c:pt idx="412">
                  <c:v>44480</c:v>
                </c:pt>
                <c:pt idx="413">
                  <c:v>44478</c:v>
                </c:pt>
                <c:pt idx="414">
                  <c:v>44477</c:v>
                </c:pt>
                <c:pt idx="415">
                  <c:v>44469</c:v>
                </c:pt>
                <c:pt idx="416">
                  <c:v>44468</c:v>
                </c:pt>
                <c:pt idx="417">
                  <c:v>44467</c:v>
                </c:pt>
                <c:pt idx="418">
                  <c:v>44466</c:v>
                </c:pt>
                <c:pt idx="419">
                  <c:v>44465</c:v>
                </c:pt>
                <c:pt idx="420">
                  <c:v>44463</c:v>
                </c:pt>
                <c:pt idx="421">
                  <c:v>44462</c:v>
                </c:pt>
                <c:pt idx="422">
                  <c:v>44461</c:v>
                </c:pt>
                <c:pt idx="423">
                  <c:v>44457</c:v>
                </c:pt>
                <c:pt idx="424">
                  <c:v>44456</c:v>
                </c:pt>
                <c:pt idx="425">
                  <c:v>44455</c:v>
                </c:pt>
                <c:pt idx="426">
                  <c:v>44454</c:v>
                </c:pt>
                <c:pt idx="427">
                  <c:v>44453</c:v>
                </c:pt>
                <c:pt idx="428">
                  <c:v>44452</c:v>
                </c:pt>
                <c:pt idx="429">
                  <c:v>44449</c:v>
                </c:pt>
                <c:pt idx="430">
                  <c:v>44448</c:v>
                </c:pt>
                <c:pt idx="431">
                  <c:v>44447</c:v>
                </c:pt>
                <c:pt idx="432">
                  <c:v>44446</c:v>
                </c:pt>
                <c:pt idx="433">
                  <c:v>44445</c:v>
                </c:pt>
                <c:pt idx="434">
                  <c:v>44442</c:v>
                </c:pt>
                <c:pt idx="435">
                  <c:v>44441</c:v>
                </c:pt>
                <c:pt idx="436">
                  <c:v>44440</c:v>
                </c:pt>
                <c:pt idx="437">
                  <c:v>44439</c:v>
                </c:pt>
                <c:pt idx="438">
                  <c:v>44438</c:v>
                </c:pt>
                <c:pt idx="439">
                  <c:v>44435</c:v>
                </c:pt>
                <c:pt idx="440">
                  <c:v>44434</c:v>
                </c:pt>
                <c:pt idx="441">
                  <c:v>44433</c:v>
                </c:pt>
                <c:pt idx="442">
                  <c:v>44432</c:v>
                </c:pt>
                <c:pt idx="443">
                  <c:v>44431</c:v>
                </c:pt>
                <c:pt idx="444">
                  <c:v>44428</c:v>
                </c:pt>
                <c:pt idx="445">
                  <c:v>44427</c:v>
                </c:pt>
                <c:pt idx="446">
                  <c:v>44426</c:v>
                </c:pt>
                <c:pt idx="447">
                  <c:v>44425</c:v>
                </c:pt>
                <c:pt idx="448">
                  <c:v>44424</c:v>
                </c:pt>
                <c:pt idx="449">
                  <c:v>44421</c:v>
                </c:pt>
                <c:pt idx="450">
                  <c:v>44420</c:v>
                </c:pt>
                <c:pt idx="451">
                  <c:v>44419</c:v>
                </c:pt>
                <c:pt idx="452">
                  <c:v>44418</c:v>
                </c:pt>
                <c:pt idx="453">
                  <c:v>44417</c:v>
                </c:pt>
                <c:pt idx="454">
                  <c:v>44414</c:v>
                </c:pt>
                <c:pt idx="455">
                  <c:v>44413</c:v>
                </c:pt>
                <c:pt idx="456">
                  <c:v>44412</c:v>
                </c:pt>
                <c:pt idx="457">
                  <c:v>44411</c:v>
                </c:pt>
                <c:pt idx="458">
                  <c:v>44410</c:v>
                </c:pt>
                <c:pt idx="459">
                  <c:v>44407</c:v>
                </c:pt>
                <c:pt idx="460">
                  <c:v>44406</c:v>
                </c:pt>
                <c:pt idx="461">
                  <c:v>44405</c:v>
                </c:pt>
                <c:pt idx="462">
                  <c:v>44404</c:v>
                </c:pt>
                <c:pt idx="463">
                  <c:v>44403</c:v>
                </c:pt>
                <c:pt idx="464">
                  <c:v>44400</c:v>
                </c:pt>
                <c:pt idx="465">
                  <c:v>44399</c:v>
                </c:pt>
                <c:pt idx="466">
                  <c:v>44398</c:v>
                </c:pt>
                <c:pt idx="467">
                  <c:v>44397</c:v>
                </c:pt>
                <c:pt idx="468">
                  <c:v>44396</c:v>
                </c:pt>
                <c:pt idx="469">
                  <c:v>44393</c:v>
                </c:pt>
                <c:pt idx="470">
                  <c:v>44392</c:v>
                </c:pt>
                <c:pt idx="471">
                  <c:v>44391</c:v>
                </c:pt>
                <c:pt idx="472">
                  <c:v>44390</c:v>
                </c:pt>
                <c:pt idx="473">
                  <c:v>44389</c:v>
                </c:pt>
                <c:pt idx="474">
                  <c:v>44386</c:v>
                </c:pt>
                <c:pt idx="475">
                  <c:v>44385</c:v>
                </c:pt>
                <c:pt idx="476">
                  <c:v>44384</c:v>
                </c:pt>
                <c:pt idx="477">
                  <c:v>44383</c:v>
                </c:pt>
                <c:pt idx="478">
                  <c:v>44382</c:v>
                </c:pt>
                <c:pt idx="479">
                  <c:v>44379</c:v>
                </c:pt>
                <c:pt idx="480">
                  <c:v>44378</c:v>
                </c:pt>
                <c:pt idx="481">
                  <c:v>44377</c:v>
                </c:pt>
                <c:pt idx="482">
                  <c:v>44376</c:v>
                </c:pt>
                <c:pt idx="483">
                  <c:v>44375</c:v>
                </c:pt>
                <c:pt idx="484">
                  <c:v>44372</c:v>
                </c:pt>
                <c:pt idx="485">
                  <c:v>44371</c:v>
                </c:pt>
                <c:pt idx="486">
                  <c:v>44370</c:v>
                </c:pt>
                <c:pt idx="487">
                  <c:v>44369</c:v>
                </c:pt>
                <c:pt idx="488">
                  <c:v>44368</c:v>
                </c:pt>
                <c:pt idx="489">
                  <c:v>44365</c:v>
                </c:pt>
                <c:pt idx="490">
                  <c:v>44364</c:v>
                </c:pt>
                <c:pt idx="491">
                  <c:v>44363</c:v>
                </c:pt>
                <c:pt idx="492">
                  <c:v>44362</c:v>
                </c:pt>
                <c:pt idx="493">
                  <c:v>44358</c:v>
                </c:pt>
                <c:pt idx="494">
                  <c:v>44357</c:v>
                </c:pt>
                <c:pt idx="495">
                  <c:v>44356</c:v>
                </c:pt>
                <c:pt idx="496">
                  <c:v>44355</c:v>
                </c:pt>
                <c:pt idx="497">
                  <c:v>44354</c:v>
                </c:pt>
                <c:pt idx="498">
                  <c:v>44351</c:v>
                </c:pt>
                <c:pt idx="499">
                  <c:v>44350</c:v>
                </c:pt>
                <c:pt idx="500">
                  <c:v>44349</c:v>
                </c:pt>
                <c:pt idx="501">
                  <c:v>44348</c:v>
                </c:pt>
                <c:pt idx="502">
                  <c:v>44347</c:v>
                </c:pt>
                <c:pt idx="503">
                  <c:v>44344</c:v>
                </c:pt>
                <c:pt idx="504">
                  <c:v>44343</c:v>
                </c:pt>
                <c:pt idx="505">
                  <c:v>44342</c:v>
                </c:pt>
                <c:pt idx="506">
                  <c:v>44341</c:v>
                </c:pt>
                <c:pt idx="507">
                  <c:v>44340</c:v>
                </c:pt>
                <c:pt idx="508">
                  <c:v>44337</c:v>
                </c:pt>
                <c:pt idx="509">
                  <c:v>44336</c:v>
                </c:pt>
                <c:pt idx="510">
                  <c:v>44335</c:v>
                </c:pt>
                <c:pt idx="511">
                  <c:v>44334</c:v>
                </c:pt>
                <c:pt idx="512">
                  <c:v>44333</c:v>
                </c:pt>
                <c:pt idx="513">
                  <c:v>44330</c:v>
                </c:pt>
                <c:pt idx="514">
                  <c:v>44329</c:v>
                </c:pt>
                <c:pt idx="515">
                  <c:v>44328</c:v>
                </c:pt>
                <c:pt idx="516">
                  <c:v>44327</c:v>
                </c:pt>
                <c:pt idx="517">
                  <c:v>44326</c:v>
                </c:pt>
                <c:pt idx="518">
                  <c:v>44324</c:v>
                </c:pt>
                <c:pt idx="519">
                  <c:v>44323</c:v>
                </c:pt>
                <c:pt idx="520">
                  <c:v>44322</c:v>
                </c:pt>
                <c:pt idx="521">
                  <c:v>44316</c:v>
                </c:pt>
                <c:pt idx="522">
                  <c:v>44315</c:v>
                </c:pt>
                <c:pt idx="523">
                  <c:v>44314</c:v>
                </c:pt>
                <c:pt idx="524">
                  <c:v>44313</c:v>
                </c:pt>
                <c:pt idx="525">
                  <c:v>44312</c:v>
                </c:pt>
                <c:pt idx="526">
                  <c:v>44311</c:v>
                </c:pt>
                <c:pt idx="527">
                  <c:v>44309</c:v>
                </c:pt>
                <c:pt idx="528">
                  <c:v>44308</c:v>
                </c:pt>
                <c:pt idx="529">
                  <c:v>44307</c:v>
                </c:pt>
                <c:pt idx="530">
                  <c:v>44306</c:v>
                </c:pt>
                <c:pt idx="531">
                  <c:v>44305</c:v>
                </c:pt>
                <c:pt idx="532">
                  <c:v>44302</c:v>
                </c:pt>
                <c:pt idx="533">
                  <c:v>44301</c:v>
                </c:pt>
                <c:pt idx="534">
                  <c:v>44300</c:v>
                </c:pt>
                <c:pt idx="535">
                  <c:v>44299</c:v>
                </c:pt>
                <c:pt idx="536">
                  <c:v>44298</c:v>
                </c:pt>
                <c:pt idx="537">
                  <c:v>44295</c:v>
                </c:pt>
                <c:pt idx="538">
                  <c:v>44294</c:v>
                </c:pt>
                <c:pt idx="539">
                  <c:v>44293</c:v>
                </c:pt>
                <c:pt idx="540">
                  <c:v>44292</c:v>
                </c:pt>
                <c:pt idx="541">
                  <c:v>44288</c:v>
                </c:pt>
                <c:pt idx="542">
                  <c:v>44287</c:v>
                </c:pt>
                <c:pt idx="543">
                  <c:v>44286</c:v>
                </c:pt>
                <c:pt idx="544">
                  <c:v>44285</c:v>
                </c:pt>
                <c:pt idx="545">
                  <c:v>44284</c:v>
                </c:pt>
                <c:pt idx="546">
                  <c:v>44281</c:v>
                </c:pt>
                <c:pt idx="547">
                  <c:v>44280</c:v>
                </c:pt>
                <c:pt idx="548">
                  <c:v>44279</c:v>
                </c:pt>
                <c:pt idx="549">
                  <c:v>44278</c:v>
                </c:pt>
                <c:pt idx="550">
                  <c:v>44277</c:v>
                </c:pt>
                <c:pt idx="551">
                  <c:v>44274</c:v>
                </c:pt>
                <c:pt idx="552">
                  <c:v>44273</c:v>
                </c:pt>
                <c:pt idx="553">
                  <c:v>44272</c:v>
                </c:pt>
                <c:pt idx="554">
                  <c:v>44271</c:v>
                </c:pt>
                <c:pt idx="555">
                  <c:v>44270</c:v>
                </c:pt>
                <c:pt idx="556">
                  <c:v>44267</c:v>
                </c:pt>
                <c:pt idx="557">
                  <c:v>44266</c:v>
                </c:pt>
                <c:pt idx="558">
                  <c:v>44265</c:v>
                </c:pt>
                <c:pt idx="559">
                  <c:v>44264</c:v>
                </c:pt>
                <c:pt idx="560">
                  <c:v>44263</c:v>
                </c:pt>
                <c:pt idx="561">
                  <c:v>44260</c:v>
                </c:pt>
                <c:pt idx="562">
                  <c:v>44259</c:v>
                </c:pt>
                <c:pt idx="563">
                  <c:v>44258</c:v>
                </c:pt>
                <c:pt idx="564">
                  <c:v>44257</c:v>
                </c:pt>
                <c:pt idx="565">
                  <c:v>44256</c:v>
                </c:pt>
                <c:pt idx="566">
                  <c:v>44253</c:v>
                </c:pt>
                <c:pt idx="567">
                  <c:v>44252</c:v>
                </c:pt>
                <c:pt idx="568">
                  <c:v>44251</c:v>
                </c:pt>
                <c:pt idx="569">
                  <c:v>44250</c:v>
                </c:pt>
                <c:pt idx="570">
                  <c:v>44249</c:v>
                </c:pt>
                <c:pt idx="571">
                  <c:v>44247</c:v>
                </c:pt>
                <c:pt idx="572">
                  <c:v>44246</c:v>
                </c:pt>
                <c:pt idx="573">
                  <c:v>44245</c:v>
                </c:pt>
                <c:pt idx="574">
                  <c:v>44237</c:v>
                </c:pt>
                <c:pt idx="575">
                  <c:v>44236</c:v>
                </c:pt>
                <c:pt idx="576">
                  <c:v>44235</c:v>
                </c:pt>
                <c:pt idx="577">
                  <c:v>44234</c:v>
                </c:pt>
                <c:pt idx="578">
                  <c:v>44232</c:v>
                </c:pt>
                <c:pt idx="579">
                  <c:v>44231</c:v>
                </c:pt>
                <c:pt idx="580">
                  <c:v>44230</c:v>
                </c:pt>
                <c:pt idx="581">
                  <c:v>44229</c:v>
                </c:pt>
                <c:pt idx="582">
                  <c:v>44228</c:v>
                </c:pt>
                <c:pt idx="583">
                  <c:v>44225</c:v>
                </c:pt>
                <c:pt idx="584">
                  <c:v>44224</c:v>
                </c:pt>
                <c:pt idx="585">
                  <c:v>44223</c:v>
                </c:pt>
                <c:pt idx="586">
                  <c:v>44222</c:v>
                </c:pt>
                <c:pt idx="587">
                  <c:v>44221</c:v>
                </c:pt>
                <c:pt idx="588">
                  <c:v>44218</c:v>
                </c:pt>
                <c:pt idx="589">
                  <c:v>44217</c:v>
                </c:pt>
                <c:pt idx="590">
                  <c:v>44216</c:v>
                </c:pt>
                <c:pt idx="591">
                  <c:v>44215</c:v>
                </c:pt>
                <c:pt idx="592">
                  <c:v>44214</c:v>
                </c:pt>
                <c:pt idx="593">
                  <c:v>44211</c:v>
                </c:pt>
                <c:pt idx="594">
                  <c:v>44210</c:v>
                </c:pt>
                <c:pt idx="595">
                  <c:v>44209</c:v>
                </c:pt>
                <c:pt idx="596">
                  <c:v>44208</c:v>
                </c:pt>
                <c:pt idx="597">
                  <c:v>44207</c:v>
                </c:pt>
                <c:pt idx="598">
                  <c:v>44204</c:v>
                </c:pt>
                <c:pt idx="599">
                  <c:v>44203</c:v>
                </c:pt>
                <c:pt idx="600">
                  <c:v>44202</c:v>
                </c:pt>
                <c:pt idx="601">
                  <c:v>44201</c:v>
                </c:pt>
                <c:pt idx="602">
                  <c:v>44200</c:v>
                </c:pt>
                <c:pt idx="603">
                  <c:v>44196</c:v>
                </c:pt>
                <c:pt idx="604">
                  <c:v>44195</c:v>
                </c:pt>
                <c:pt idx="605">
                  <c:v>44194</c:v>
                </c:pt>
                <c:pt idx="606">
                  <c:v>44193</c:v>
                </c:pt>
                <c:pt idx="607">
                  <c:v>44190</c:v>
                </c:pt>
                <c:pt idx="608">
                  <c:v>44189</c:v>
                </c:pt>
                <c:pt idx="609">
                  <c:v>44188</c:v>
                </c:pt>
                <c:pt idx="610">
                  <c:v>44187</c:v>
                </c:pt>
                <c:pt idx="611">
                  <c:v>44186</c:v>
                </c:pt>
                <c:pt idx="612">
                  <c:v>44183</c:v>
                </c:pt>
                <c:pt idx="613">
                  <c:v>44182</c:v>
                </c:pt>
                <c:pt idx="614">
                  <c:v>44181</c:v>
                </c:pt>
                <c:pt idx="615">
                  <c:v>44180</c:v>
                </c:pt>
                <c:pt idx="616">
                  <c:v>44179</c:v>
                </c:pt>
                <c:pt idx="617">
                  <c:v>44176</c:v>
                </c:pt>
                <c:pt idx="618">
                  <c:v>44175</c:v>
                </c:pt>
                <c:pt idx="619">
                  <c:v>44174</c:v>
                </c:pt>
                <c:pt idx="620">
                  <c:v>44173</c:v>
                </c:pt>
                <c:pt idx="621">
                  <c:v>44172</c:v>
                </c:pt>
                <c:pt idx="622">
                  <c:v>44169</c:v>
                </c:pt>
                <c:pt idx="623">
                  <c:v>44168</c:v>
                </c:pt>
                <c:pt idx="624">
                  <c:v>44167</c:v>
                </c:pt>
                <c:pt idx="625">
                  <c:v>44166</c:v>
                </c:pt>
                <c:pt idx="626">
                  <c:v>44165</c:v>
                </c:pt>
                <c:pt idx="627">
                  <c:v>44162</c:v>
                </c:pt>
                <c:pt idx="628">
                  <c:v>44161</c:v>
                </c:pt>
                <c:pt idx="629">
                  <c:v>44160</c:v>
                </c:pt>
                <c:pt idx="630">
                  <c:v>44159</c:v>
                </c:pt>
                <c:pt idx="631">
                  <c:v>44158</c:v>
                </c:pt>
                <c:pt idx="632">
                  <c:v>44155</c:v>
                </c:pt>
                <c:pt idx="633">
                  <c:v>44154</c:v>
                </c:pt>
                <c:pt idx="634">
                  <c:v>44153</c:v>
                </c:pt>
                <c:pt idx="635">
                  <c:v>44152</c:v>
                </c:pt>
                <c:pt idx="636">
                  <c:v>44151</c:v>
                </c:pt>
                <c:pt idx="637">
                  <c:v>44148</c:v>
                </c:pt>
                <c:pt idx="638">
                  <c:v>44147</c:v>
                </c:pt>
                <c:pt idx="639">
                  <c:v>44146</c:v>
                </c:pt>
                <c:pt idx="640">
                  <c:v>44145</c:v>
                </c:pt>
                <c:pt idx="641">
                  <c:v>44144</c:v>
                </c:pt>
                <c:pt idx="642">
                  <c:v>44141</c:v>
                </c:pt>
                <c:pt idx="643">
                  <c:v>44140</c:v>
                </c:pt>
                <c:pt idx="644">
                  <c:v>44139</c:v>
                </c:pt>
                <c:pt idx="645">
                  <c:v>44138</c:v>
                </c:pt>
                <c:pt idx="646">
                  <c:v>44137</c:v>
                </c:pt>
                <c:pt idx="647">
                  <c:v>44134</c:v>
                </c:pt>
                <c:pt idx="648">
                  <c:v>44133</c:v>
                </c:pt>
                <c:pt idx="649">
                  <c:v>44132</c:v>
                </c:pt>
                <c:pt idx="650">
                  <c:v>44131</c:v>
                </c:pt>
                <c:pt idx="651">
                  <c:v>44130</c:v>
                </c:pt>
                <c:pt idx="652">
                  <c:v>44127</c:v>
                </c:pt>
                <c:pt idx="653">
                  <c:v>44126</c:v>
                </c:pt>
                <c:pt idx="654">
                  <c:v>44125</c:v>
                </c:pt>
                <c:pt idx="655">
                  <c:v>44124</c:v>
                </c:pt>
                <c:pt idx="656">
                  <c:v>44123</c:v>
                </c:pt>
                <c:pt idx="657">
                  <c:v>44120</c:v>
                </c:pt>
                <c:pt idx="658">
                  <c:v>44119</c:v>
                </c:pt>
                <c:pt idx="659">
                  <c:v>44118</c:v>
                </c:pt>
                <c:pt idx="660">
                  <c:v>44117</c:v>
                </c:pt>
                <c:pt idx="661">
                  <c:v>44116</c:v>
                </c:pt>
                <c:pt idx="662">
                  <c:v>44114</c:v>
                </c:pt>
                <c:pt idx="663">
                  <c:v>44113</c:v>
                </c:pt>
                <c:pt idx="664">
                  <c:v>44104</c:v>
                </c:pt>
                <c:pt idx="665">
                  <c:v>44103</c:v>
                </c:pt>
                <c:pt idx="666">
                  <c:v>44102</c:v>
                </c:pt>
                <c:pt idx="667">
                  <c:v>44101</c:v>
                </c:pt>
                <c:pt idx="668">
                  <c:v>44099</c:v>
                </c:pt>
                <c:pt idx="669">
                  <c:v>44098</c:v>
                </c:pt>
                <c:pt idx="670">
                  <c:v>44097</c:v>
                </c:pt>
                <c:pt idx="671">
                  <c:v>44096</c:v>
                </c:pt>
                <c:pt idx="672">
                  <c:v>44095</c:v>
                </c:pt>
                <c:pt idx="673">
                  <c:v>44092</c:v>
                </c:pt>
                <c:pt idx="674">
                  <c:v>44091</c:v>
                </c:pt>
                <c:pt idx="675">
                  <c:v>44090</c:v>
                </c:pt>
                <c:pt idx="676">
                  <c:v>44089</c:v>
                </c:pt>
                <c:pt idx="677">
                  <c:v>44088</c:v>
                </c:pt>
                <c:pt idx="678">
                  <c:v>44085</c:v>
                </c:pt>
                <c:pt idx="679">
                  <c:v>44084</c:v>
                </c:pt>
                <c:pt idx="680">
                  <c:v>44083</c:v>
                </c:pt>
                <c:pt idx="681">
                  <c:v>44082</c:v>
                </c:pt>
                <c:pt idx="682">
                  <c:v>44081</c:v>
                </c:pt>
                <c:pt idx="683">
                  <c:v>44078</c:v>
                </c:pt>
                <c:pt idx="684">
                  <c:v>44077</c:v>
                </c:pt>
                <c:pt idx="685">
                  <c:v>44076</c:v>
                </c:pt>
                <c:pt idx="686">
                  <c:v>44075</c:v>
                </c:pt>
                <c:pt idx="687">
                  <c:v>44074</c:v>
                </c:pt>
                <c:pt idx="688">
                  <c:v>44071</c:v>
                </c:pt>
                <c:pt idx="689">
                  <c:v>44070</c:v>
                </c:pt>
                <c:pt idx="690">
                  <c:v>44069</c:v>
                </c:pt>
                <c:pt idx="691">
                  <c:v>44068</c:v>
                </c:pt>
                <c:pt idx="692">
                  <c:v>44067</c:v>
                </c:pt>
                <c:pt idx="693">
                  <c:v>44064</c:v>
                </c:pt>
                <c:pt idx="694">
                  <c:v>44063</c:v>
                </c:pt>
                <c:pt idx="695">
                  <c:v>44062</c:v>
                </c:pt>
                <c:pt idx="696">
                  <c:v>44061</c:v>
                </c:pt>
                <c:pt idx="697">
                  <c:v>44060</c:v>
                </c:pt>
                <c:pt idx="698">
                  <c:v>44057</c:v>
                </c:pt>
                <c:pt idx="699">
                  <c:v>44056</c:v>
                </c:pt>
                <c:pt idx="700">
                  <c:v>44055</c:v>
                </c:pt>
                <c:pt idx="701">
                  <c:v>44054</c:v>
                </c:pt>
                <c:pt idx="702">
                  <c:v>44053</c:v>
                </c:pt>
                <c:pt idx="703">
                  <c:v>44050</c:v>
                </c:pt>
                <c:pt idx="704">
                  <c:v>44049</c:v>
                </c:pt>
                <c:pt idx="705">
                  <c:v>44048</c:v>
                </c:pt>
                <c:pt idx="706">
                  <c:v>44047</c:v>
                </c:pt>
                <c:pt idx="707">
                  <c:v>44046</c:v>
                </c:pt>
                <c:pt idx="708">
                  <c:v>44043</c:v>
                </c:pt>
                <c:pt idx="709">
                  <c:v>44042</c:v>
                </c:pt>
                <c:pt idx="710">
                  <c:v>44041</c:v>
                </c:pt>
                <c:pt idx="711">
                  <c:v>44040</c:v>
                </c:pt>
                <c:pt idx="712">
                  <c:v>44039</c:v>
                </c:pt>
                <c:pt idx="713">
                  <c:v>44036</c:v>
                </c:pt>
                <c:pt idx="714">
                  <c:v>44035</c:v>
                </c:pt>
                <c:pt idx="715">
                  <c:v>44034</c:v>
                </c:pt>
                <c:pt idx="716">
                  <c:v>44033</c:v>
                </c:pt>
                <c:pt idx="717">
                  <c:v>44032</c:v>
                </c:pt>
                <c:pt idx="718">
                  <c:v>44029</c:v>
                </c:pt>
                <c:pt idx="719">
                  <c:v>44028</c:v>
                </c:pt>
                <c:pt idx="720">
                  <c:v>44027</c:v>
                </c:pt>
                <c:pt idx="721">
                  <c:v>44026</c:v>
                </c:pt>
                <c:pt idx="722">
                  <c:v>44025</c:v>
                </c:pt>
                <c:pt idx="723">
                  <c:v>44022</c:v>
                </c:pt>
                <c:pt idx="724">
                  <c:v>44021</c:v>
                </c:pt>
                <c:pt idx="725">
                  <c:v>44020</c:v>
                </c:pt>
                <c:pt idx="726">
                  <c:v>44019</c:v>
                </c:pt>
                <c:pt idx="727">
                  <c:v>44018</c:v>
                </c:pt>
                <c:pt idx="728">
                  <c:v>44015</c:v>
                </c:pt>
                <c:pt idx="729">
                  <c:v>44014</c:v>
                </c:pt>
                <c:pt idx="730">
                  <c:v>44013</c:v>
                </c:pt>
                <c:pt idx="731">
                  <c:v>44012</c:v>
                </c:pt>
                <c:pt idx="732">
                  <c:v>44011</c:v>
                </c:pt>
                <c:pt idx="733">
                  <c:v>44010</c:v>
                </c:pt>
                <c:pt idx="734">
                  <c:v>44006</c:v>
                </c:pt>
                <c:pt idx="735">
                  <c:v>44005</c:v>
                </c:pt>
                <c:pt idx="736">
                  <c:v>44004</c:v>
                </c:pt>
                <c:pt idx="737">
                  <c:v>44001</c:v>
                </c:pt>
                <c:pt idx="738">
                  <c:v>44000</c:v>
                </c:pt>
                <c:pt idx="739">
                  <c:v>43999</c:v>
                </c:pt>
                <c:pt idx="740">
                  <c:v>43998</c:v>
                </c:pt>
                <c:pt idx="741">
                  <c:v>43997</c:v>
                </c:pt>
                <c:pt idx="742">
                  <c:v>43994</c:v>
                </c:pt>
                <c:pt idx="743">
                  <c:v>43993</c:v>
                </c:pt>
                <c:pt idx="744">
                  <c:v>43992</c:v>
                </c:pt>
                <c:pt idx="745">
                  <c:v>43991</c:v>
                </c:pt>
                <c:pt idx="746">
                  <c:v>43990</c:v>
                </c:pt>
                <c:pt idx="747">
                  <c:v>43987</c:v>
                </c:pt>
                <c:pt idx="748">
                  <c:v>43986</c:v>
                </c:pt>
                <c:pt idx="749">
                  <c:v>43985</c:v>
                </c:pt>
                <c:pt idx="750">
                  <c:v>43984</c:v>
                </c:pt>
                <c:pt idx="751">
                  <c:v>43983</c:v>
                </c:pt>
                <c:pt idx="752">
                  <c:v>43980</c:v>
                </c:pt>
                <c:pt idx="753">
                  <c:v>43979</c:v>
                </c:pt>
                <c:pt idx="754">
                  <c:v>43978</c:v>
                </c:pt>
                <c:pt idx="755">
                  <c:v>43977</c:v>
                </c:pt>
                <c:pt idx="756">
                  <c:v>43976</c:v>
                </c:pt>
                <c:pt idx="757">
                  <c:v>43973</c:v>
                </c:pt>
                <c:pt idx="758">
                  <c:v>43972</c:v>
                </c:pt>
                <c:pt idx="759">
                  <c:v>43971</c:v>
                </c:pt>
                <c:pt idx="760">
                  <c:v>43970</c:v>
                </c:pt>
                <c:pt idx="761">
                  <c:v>43969</c:v>
                </c:pt>
                <c:pt idx="762">
                  <c:v>43966</c:v>
                </c:pt>
                <c:pt idx="763">
                  <c:v>43965</c:v>
                </c:pt>
                <c:pt idx="764">
                  <c:v>43964</c:v>
                </c:pt>
                <c:pt idx="765">
                  <c:v>43963</c:v>
                </c:pt>
                <c:pt idx="766">
                  <c:v>43962</c:v>
                </c:pt>
                <c:pt idx="767">
                  <c:v>43960</c:v>
                </c:pt>
                <c:pt idx="768">
                  <c:v>43959</c:v>
                </c:pt>
                <c:pt idx="769">
                  <c:v>43958</c:v>
                </c:pt>
                <c:pt idx="770">
                  <c:v>43957</c:v>
                </c:pt>
                <c:pt idx="771">
                  <c:v>43951</c:v>
                </c:pt>
                <c:pt idx="772">
                  <c:v>43950</c:v>
                </c:pt>
                <c:pt idx="773">
                  <c:v>43949</c:v>
                </c:pt>
                <c:pt idx="774">
                  <c:v>43948</c:v>
                </c:pt>
                <c:pt idx="775">
                  <c:v>43947</c:v>
                </c:pt>
                <c:pt idx="776">
                  <c:v>43945</c:v>
                </c:pt>
                <c:pt idx="777">
                  <c:v>43944</c:v>
                </c:pt>
                <c:pt idx="778">
                  <c:v>43943</c:v>
                </c:pt>
                <c:pt idx="779">
                  <c:v>43942</c:v>
                </c:pt>
                <c:pt idx="780">
                  <c:v>43941</c:v>
                </c:pt>
                <c:pt idx="781">
                  <c:v>43938</c:v>
                </c:pt>
                <c:pt idx="782">
                  <c:v>43937</c:v>
                </c:pt>
                <c:pt idx="783">
                  <c:v>43936</c:v>
                </c:pt>
                <c:pt idx="784">
                  <c:v>43935</c:v>
                </c:pt>
                <c:pt idx="785">
                  <c:v>43934</c:v>
                </c:pt>
                <c:pt idx="786">
                  <c:v>43931</c:v>
                </c:pt>
                <c:pt idx="787">
                  <c:v>43930</c:v>
                </c:pt>
                <c:pt idx="788">
                  <c:v>43929</c:v>
                </c:pt>
                <c:pt idx="789">
                  <c:v>43928</c:v>
                </c:pt>
                <c:pt idx="790">
                  <c:v>43924</c:v>
                </c:pt>
                <c:pt idx="791">
                  <c:v>43923</c:v>
                </c:pt>
                <c:pt idx="792">
                  <c:v>43922</c:v>
                </c:pt>
              </c:numCache>
            </c:numRef>
          </c:cat>
          <c:val>
            <c:numRef>
              <c:f>'图 87'!$C$2:$C$796</c:f>
              <c:numCache>
                <c:formatCode>General</c:formatCode>
                <c:ptCount val="795"/>
                <c:pt idx="0">
                  <c:v>1500</c:v>
                </c:pt>
                <c:pt idx="1">
                  <c:v>1500</c:v>
                </c:pt>
                <c:pt idx="2">
                  <c:v>1500</c:v>
                </c:pt>
                <c:pt idx="3">
                  <c:v>1500</c:v>
                </c:pt>
                <c:pt idx="4">
                  <c:v>1500</c:v>
                </c:pt>
                <c:pt idx="5">
                  <c:v>1500</c:v>
                </c:pt>
                <c:pt idx="6">
                  <c:v>1500</c:v>
                </c:pt>
                <c:pt idx="7">
                  <c:v>1500</c:v>
                </c:pt>
                <c:pt idx="8">
                  <c:v>1500</c:v>
                </c:pt>
                <c:pt idx="9">
                  <c:v>1500</c:v>
                </c:pt>
                <c:pt idx="10">
                  <c:v>1500</c:v>
                </c:pt>
                <c:pt idx="11">
                  <c:v>1500</c:v>
                </c:pt>
                <c:pt idx="12">
                  <c:v>1500</c:v>
                </c:pt>
                <c:pt idx="13">
                  <c:v>1500</c:v>
                </c:pt>
                <c:pt idx="14">
                  <c:v>1500</c:v>
                </c:pt>
                <c:pt idx="15">
                  <c:v>1500</c:v>
                </c:pt>
                <c:pt idx="16">
                  <c:v>1500</c:v>
                </c:pt>
                <c:pt idx="17">
                  <c:v>1500</c:v>
                </c:pt>
                <c:pt idx="18">
                  <c:v>1500</c:v>
                </c:pt>
                <c:pt idx="19">
                  <c:v>1500</c:v>
                </c:pt>
                <c:pt idx="20">
                  <c:v>1500</c:v>
                </c:pt>
                <c:pt idx="21">
                  <c:v>1500</c:v>
                </c:pt>
                <c:pt idx="22">
                  <c:v>1500</c:v>
                </c:pt>
                <c:pt idx="23">
                  <c:v>1500</c:v>
                </c:pt>
                <c:pt idx="24">
                  <c:v>1500</c:v>
                </c:pt>
                <c:pt idx="25">
                  <c:v>1500</c:v>
                </c:pt>
                <c:pt idx="26">
                  <c:v>1500</c:v>
                </c:pt>
                <c:pt idx="27">
                  <c:v>1500</c:v>
                </c:pt>
                <c:pt idx="28">
                  <c:v>1500</c:v>
                </c:pt>
                <c:pt idx="29">
                  <c:v>1500</c:v>
                </c:pt>
                <c:pt idx="30">
                  <c:v>1600</c:v>
                </c:pt>
                <c:pt idx="31">
                  <c:v>1600</c:v>
                </c:pt>
                <c:pt idx="32">
                  <c:v>1600</c:v>
                </c:pt>
                <c:pt idx="33">
                  <c:v>1600</c:v>
                </c:pt>
                <c:pt idx="34">
                  <c:v>1600</c:v>
                </c:pt>
                <c:pt idx="35">
                  <c:v>1600</c:v>
                </c:pt>
                <c:pt idx="36">
                  <c:v>1600</c:v>
                </c:pt>
                <c:pt idx="37">
                  <c:v>1600</c:v>
                </c:pt>
                <c:pt idx="38">
                  <c:v>1600</c:v>
                </c:pt>
                <c:pt idx="39">
                  <c:v>1600</c:v>
                </c:pt>
                <c:pt idx="40">
                  <c:v>1600</c:v>
                </c:pt>
                <c:pt idx="41">
                  <c:v>1600</c:v>
                </c:pt>
                <c:pt idx="42">
                  <c:v>1600</c:v>
                </c:pt>
                <c:pt idx="43">
                  <c:v>1600</c:v>
                </c:pt>
                <c:pt idx="44">
                  <c:v>1600</c:v>
                </c:pt>
                <c:pt idx="45">
                  <c:v>1600</c:v>
                </c:pt>
                <c:pt idx="46">
                  <c:v>1600</c:v>
                </c:pt>
                <c:pt idx="47">
                  <c:v>1600</c:v>
                </c:pt>
                <c:pt idx="48">
                  <c:v>1600</c:v>
                </c:pt>
                <c:pt idx="49">
                  <c:v>1600</c:v>
                </c:pt>
                <c:pt idx="50">
                  <c:v>1600</c:v>
                </c:pt>
                <c:pt idx="51">
                  <c:v>1600</c:v>
                </c:pt>
                <c:pt idx="52">
                  <c:v>1600</c:v>
                </c:pt>
                <c:pt idx="53">
                  <c:v>1600</c:v>
                </c:pt>
                <c:pt idx="54">
                  <c:v>1600</c:v>
                </c:pt>
                <c:pt idx="55">
                  <c:v>1600</c:v>
                </c:pt>
                <c:pt idx="56">
                  <c:v>1600</c:v>
                </c:pt>
                <c:pt idx="57">
                  <c:v>1600</c:v>
                </c:pt>
                <c:pt idx="58">
                  <c:v>1600</c:v>
                </c:pt>
                <c:pt idx="59">
                  <c:v>1600</c:v>
                </c:pt>
                <c:pt idx="60">
                  <c:v>1600</c:v>
                </c:pt>
                <c:pt idx="61">
                  <c:v>1600</c:v>
                </c:pt>
                <c:pt idx="62">
                  <c:v>1600</c:v>
                </c:pt>
                <c:pt idx="63">
                  <c:v>1600</c:v>
                </c:pt>
                <c:pt idx="64">
                  <c:v>1600</c:v>
                </c:pt>
                <c:pt idx="65">
                  <c:v>1600</c:v>
                </c:pt>
                <c:pt idx="66">
                  <c:v>1600</c:v>
                </c:pt>
                <c:pt idx="67">
                  <c:v>1600</c:v>
                </c:pt>
                <c:pt idx="68">
                  <c:v>1600</c:v>
                </c:pt>
                <c:pt idx="69">
                  <c:v>1600</c:v>
                </c:pt>
                <c:pt idx="70">
                  <c:v>1600</c:v>
                </c:pt>
                <c:pt idx="71">
                  <c:v>1600</c:v>
                </c:pt>
                <c:pt idx="72">
                  <c:v>1600</c:v>
                </c:pt>
                <c:pt idx="73">
                  <c:v>1600</c:v>
                </c:pt>
                <c:pt idx="74">
                  <c:v>1600</c:v>
                </c:pt>
                <c:pt idx="75">
                  <c:v>1600</c:v>
                </c:pt>
                <c:pt idx="76">
                  <c:v>1600</c:v>
                </c:pt>
                <c:pt idx="77">
                  <c:v>1600</c:v>
                </c:pt>
                <c:pt idx="78">
                  <c:v>1600</c:v>
                </c:pt>
                <c:pt idx="79">
                  <c:v>1600</c:v>
                </c:pt>
                <c:pt idx="80">
                  <c:v>1600</c:v>
                </c:pt>
                <c:pt idx="81">
                  <c:v>1600</c:v>
                </c:pt>
                <c:pt idx="82">
                  <c:v>1600</c:v>
                </c:pt>
                <c:pt idx="83">
                  <c:v>1600</c:v>
                </c:pt>
                <c:pt idx="84">
                  <c:v>1600</c:v>
                </c:pt>
                <c:pt idx="85">
                  <c:v>1600</c:v>
                </c:pt>
                <c:pt idx="86">
                  <c:v>1600</c:v>
                </c:pt>
                <c:pt idx="87">
                  <c:v>1600</c:v>
                </c:pt>
                <c:pt idx="88">
                  <c:v>1600</c:v>
                </c:pt>
                <c:pt idx="89">
                  <c:v>1600</c:v>
                </c:pt>
                <c:pt idx="90">
                  <c:v>1600</c:v>
                </c:pt>
                <c:pt idx="91">
                  <c:v>1600</c:v>
                </c:pt>
                <c:pt idx="92">
                  <c:v>1600</c:v>
                </c:pt>
                <c:pt idx="93">
                  <c:v>1600</c:v>
                </c:pt>
                <c:pt idx="94">
                  <c:v>1600</c:v>
                </c:pt>
                <c:pt idx="95">
                  <c:v>1600</c:v>
                </c:pt>
                <c:pt idx="96">
                  <c:v>1600</c:v>
                </c:pt>
                <c:pt idx="97">
                  <c:v>1600</c:v>
                </c:pt>
                <c:pt idx="98">
                  <c:v>1600</c:v>
                </c:pt>
                <c:pt idx="99">
                  <c:v>1600</c:v>
                </c:pt>
                <c:pt idx="100">
                  <c:v>1600</c:v>
                </c:pt>
                <c:pt idx="101">
                  <c:v>1600</c:v>
                </c:pt>
                <c:pt idx="102">
                  <c:v>1600</c:v>
                </c:pt>
                <c:pt idx="103">
                  <c:v>1600</c:v>
                </c:pt>
                <c:pt idx="104">
                  <c:v>1600</c:v>
                </c:pt>
                <c:pt idx="105">
                  <c:v>1600</c:v>
                </c:pt>
                <c:pt idx="106">
                  <c:v>1600</c:v>
                </c:pt>
                <c:pt idx="107">
                  <c:v>1600</c:v>
                </c:pt>
                <c:pt idx="108">
                  <c:v>1600</c:v>
                </c:pt>
                <c:pt idx="109">
                  <c:v>1600</c:v>
                </c:pt>
                <c:pt idx="110">
                  <c:v>1600</c:v>
                </c:pt>
                <c:pt idx="111">
                  <c:v>1600</c:v>
                </c:pt>
                <c:pt idx="112">
                  <c:v>1600</c:v>
                </c:pt>
                <c:pt idx="113">
                  <c:v>1600</c:v>
                </c:pt>
                <c:pt idx="114">
                  <c:v>1600</c:v>
                </c:pt>
                <c:pt idx="115">
                  <c:v>1600</c:v>
                </c:pt>
                <c:pt idx="116">
                  <c:v>1600</c:v>
                </c:pt>
                <c:pt idx="117">
                  <c:v>1600</c:v>
                </c:pt>
                <c:pt idx="118">
                  <c:v>1600</c:v>
                </c:pt>
                <c:pt idx="119">
                  <c:v>1600</c:v>
                </c:pt>
                <c:pt idx="120">
                  <c:v>1600</c:v>
                </c:pt>
                <c:pt idx="121">
                  <c:v>1600</c:v>
                </c:pt>
                <c:pt idx="122">
                  <c:v>1600</c:v>
                </c:pt>
                <c:pt idx="123">
                  <c:v>1600</c:v>
                </c:pt>
                <c:pt idx="124">
                  <c:v>1600</c:v>
                </c:pt>
                <c:pt idx="125">
                  <c:v>1600</c:v>
                </c:pt>
                <c:pt idx="126">
                  <c:v>1600</c:v>
                </c:pt>
                <c:pt idx="127">
                  <c:v>1600</c:v>
                </c:pt>
                <c:pt idx="128">
                  <c:v>1600</c:v>
                </c:pt>
                <c:pt idx="129">
                  <c:v>1600</c:v>
                </c:pt>
                <c:pt idx="130">
                  <c:v>1600</c:v>
                </c:pt>
                <c:pt idx="131">
                  <c:v>1600</c:v>
                </c:pt>
                <c:pt idx="132">
                  <c:v>1600</c:v>
                </c:pt>
                <c:pt idx="133">
                  <c:v>1600</c:v>
                </c:pt>
                <c:pt idx="134">
                  <c:v>1600</c:v>
                </c:pt>
                <c:pt idx="135">
                  <c:v>1600</c:v>
                </c:pt>
                <c:pt idx="136">
                  <c:v>1600</c:v>
                </c:pt>
                <c:pt idx="137">
                  <c:v>1600</c:v>
                </c:pt>
                <c:pt idx="138">
                  <c:v>1600</c:v>
                </c:pt>
                <c:pt idx="139">
                  <c:v>1600</c:v>
                </c:pt>
                <c:pt idx="140">
                  <c:v>1600</c:v>
                </c:pt>
                <c:pt idx="141">
                  <c:v>1600</c:v>
                </c:pt>
                <c:pt idx="142">
                  <c:v>1600</c:v>
                </c:pt>
                <c:pt idx="143">
                  <c:v>1600</c:v>
                </c:pt>
                <c:pt idx="144">
                  <c:v>1600</c:v>
                </c:pt>
                <c:pt idx="145">
                  <c:v>1600</c:v>
                </c:pt>
                <c:pt idx="146">
                  <c:v>1600</c:v>
                </c:pt>
                <c:pt idx="147">
                  <c:v>1600</c:v>
                </c:pt>
                <c:pt idx="148">
                  <c:v>1600</c:v>
                </c:pt>
                <c:pt idx="149">
                  <c:v>1600</c:v>
                </c:pt>
                <c:pt idx="150">
                  <c:v>1600</c:v>
                </c:pt>
                <c:pt idx="151">
                  <c:v>1600</c:v>
                </c:pt>
                <c:pt idx="152">
                  <c:v>1600</c:v>
                </c:pt>
                <c:pt idx="153">
                  <c:v>1600</c:v>
                </c:pt>
                <c:pt idx="154">
                  <c:v>1600</c:v>
                </c:pt>
                <c:pt idx="155">
                  <c:v>1600</c:v>
                </c:pt>
                <c:pt idx="156">
                  <c:v>1600</c:v>
                </c:pt>
                <c:pt idx="157">
                  <c:v>1600</c:v>
                </c:pt>
                <c:pt idx="158">
                  <c:v>1600</c:v>
                </c:pt>
                <c:pt idx="159">
                  <c:v>1600</c:v>
                </c:pt>
                <c:pt idx="160">
                  <c:v>1600</c:v>
                </c:pt>
                <c:pt idx="161">
                  <c:v>1600</c:v>
                </c:pt>
                <c:pt idx="162">
                  <c:v>1600</c:v>
                </c:pt>
                <c:pt idx="163">
                  <c:v>1600</c:v>
                </c:pt>
                <c:pt idx="164">
                  <c:v>1600</c:v>
                </c:pt>
                <c:pt idx="165">
                  <c:v>1600</c:v>
                </c:pt>
                <c:pt idx="166">
                  <c:v>1600</c:v>
                </c:pt>
                <c:pt idx="167">
                  <c:v>1600</c:v>
                </c:pt>
                <c:pt idx="168">
                  <c:v>1600</c:v>
                </c:pt>
                <c:pt idx="169">
                  <c:v>1600</c:v>
                </c:pt>
                <c:pt idx="170">
                  <c:v>1600</c:v>
                </c:pt>
                <c:pt idx="171">
                  <c:v>1600</c:v>
                </c:pt>
                <c:pt idx="172">
                  <c:v>1600</c:v>
                </c:pt>
                <c:pt idx="173">
                  <c:v>1600</c:v>
                </c:pt>
                <c:pt idx="174">
                  <c:v>1600</c:v>
                </c:pt>
                <c:pt idx="175">
                  <c:v>1600</c:v>
                </c:pt>
                <c:pt idx="176">
                  <c:v>1600</c:v>
                </c:pt>
                <c:pt idx="177">
                  <c:v>1600</c:v>
                </c:pt>
                <c:pt idx="178">
                  <c:v>1600</c:v>
                </c:pt>
                <c:pt idx="179">
                  <c:v>1600</c:v>
                </c:pt>
                <c:pt idx="180">
                  <c:v>1600</c:v>
                </c:pt>
                <c:pt idx="181">
                  <c:v>1600</c:v>
                </c:pt>
                <c:pt idx="182">
                  <c:v>1600</c:v>
                </c:pt>
                <c:pt idx="183">
                  <c:v>1600</c:v>
                </c:pt>
                <c:pt idx="184">
                  <c:v>1600</c:v>
                </c:pt>
                <c:pt idx="185">
                  <c:v>1600</c:v>
                </c:pt>
                <c:pt idx="186">
                  <c:v>1600</c:v>
                </c:pt>
                <c:pt idx="187">
                  <c:v>1600</c:v>
                </c:pt>
                <c:pt idx="188">
                  <c:v>1600</c:v>
                </c:pt>
                <c:pt idx="189">
                  <c:v>1600</c:v>
                </c:pt>
                <c:pt idx="190">
                  <c:v>1600</c:v>
                </c:pt>
                <c:pt idx="191">
                  <c:v>1600</c:v>
                </c:pt>
                <c:pt idx="192">
                  <c:v>1600</c:v>
                </c:pt>
                <c:pt idx="193">
                  <c:v>1600</c:v>
                </c:pt>
                <c:pt idx="194">
                  <c:v>1600</c:v>
                </c:pt>
                <c:pt idx="195">
                  <c:v>1600</c:v>
                </c:pt>
                <c:pt idx="196">
                  <c:v>1600</c:v>
                </c:pt>
                <c:pt idx="197">
                  <c:v>1600</c:v>
                </c:pt>
                <c:pt idx="198">
                  <c:v>1600</c:v>
                </c:pt>
                <c:pt idx="199">
                  <c:v>1600</c:v>
                </c:pt>
                <c:pt idx="200">
                  <c:v>1600</c:v>
                </c:pt>
                <c:pt idx="201">
                  <c:v>1600</c:v>
                </c:pt>
                <c:pt idx="202">
                  <c:v>1600</c:v>
                </c:pt>
                <c:pt idx="203">
                  <c:v>1600</c:v>
                </c:pt>
                <c:pt idx="204">
                  <c:v>1600</c:v>
                </c:pt>
                <c:pt idx="205">
                  <c:v>1600</c:v>
                </c:pt>
                <c:pt idx="206">
                  <c:v>1600</c:v>
                </c:pt>
                <c:pt idx="207">
                  <c:v>1600</c:v>
                </c:pt>
                <c:pt idx="208">
                  <c:v>1600</c:v>
                </c:pt>
                <c:pt idx="209">
                  <c:v>1600</c:v>
                </c:pt>
                <c:pt idx="210">
                  <c:v>1600</c:v>
                </c:pt>
                <c:pt idx="211">
                  <c:v>1600</c:v>
                </c:pt>
                <c:pt idx="212">
                  <c:v>1600</c:v>
                </c:pt>
                <c:pt idx="213">
                  <c:v>1600</c:v>
                </c:pt>
                <c:pt idx="214">
                  <c:v>1600</c:v>
                </c:pt>
                <c:pt idx="215">
                  <c:v>1600</c:v>
                </c:pt>
                <c:pt idx="216">
                  <c:v>1600</c:v>
                </c:pt>
                <c:pt idx="217">
                  <c:v>1600</c:v>
                </c:pt>
                <c:pt idx="218">
                  <c:v>1600</c:v>
                </c:pt>
                <c:pt idx="219">
                  <c:v>1600</c:v>
                </c:pt>
                <c:pt idx="220">
                  <c:v>1600</c:v>
                </c:pt>
                <c:pt idx="221">
                  <c:v>1600</c:v>
                </c:pt>
                <c:pt idx="222">
                  <c:v>1600</c:v>
                </c:pt>
                <c:pt idx="223">
                  <c:v>1600</c:v>
                </c:pt>
                <c:pt idx="224">
                  <c:v>1600</c:v>
                </c:pt>
                <c:pt idx="225">
                  <c:v>1600</c:v>
                </c:pt>
                <c:pt idx="226">
                  <c:v>1600</c:v>
                </c:pt>
                <c:pt idx="227">
                  <c:v>1600</c:v>
                </c:pt>
                <c:pt idx="228">
                  <c:v>1600</c:v>
                </c:pt>
                <c:pt idx="229">
                  <c:v>1600</c:v>
                </c:pt>
                <c:pt idx="230">
                  <c:v>1600</c:v>
                </c:pt>
                <c:pt idx="231">
                  <c:v>1600</c:v>
                </c:pt>
                <c:pt idx="232">
                  <c:v>1600</c:v>
                </c:pt>
                <c:pt idx="233">
                  <c:v>1600</c:v>
                </c:pt>
                <c:pt idx="234">
                  <c:v>1100</c:v>
                </c:pt>
                <c:pt idx="235">
                  <c:v>1100</c:v>
                </c:pt>
                <c:pt idx="236">
                  <c:v>1100</c:v>
                </c:pt>
                <c:pt idx="237">
                  <c:v>1100</c:v>
                </c:pt>
                <c:pt idx="238">
                  <c:v>1100</c:v>
                </c:pt>
                <c:pt idx="239">
                  <c:v>1100</c:v>
                </c:pt>
                <c:pt idx="240">
                  <c:v>1100</c:v>
                </c:pt>
                <c:pt idx="241">
                  <c:v>1100</c:v>
                </c:pt>
                <c:pt idx="242">
                  <c:v>1100</c:v>
                </c:pt>
                <c:pt idx="243">
                  <c:v>1100</c:v>
                </c:pt>
                <c:pt idx="244">
                  <c:v>1100</c:v>
                </c:pt>
                <c:pt idx="245">
                  <c:v>1100</c:v>
                </c:pt>
                <c:pt idx="246">
                  <c:v>1100</c:v>
                </c:pt>
                <c:pt idx="247">
                  <c:v>1100</c:v>
                </c:pt>
                <c:pt idx="248">
                  <c:v>1100</c:v>
                </c:pt>
                <c:pt idx="249">
                  <c:v>1100</c:v>
                </c:pt>
                <c:pt idx="250">
                  <c:v>1100</c:v>
                </c:pt>
                <c:pt idx="251">
                  <c:v>1100</c:v>
                </c:pt>
                <c:pt idx="252">
                  <c:v>1100</c:v>
                </c:pt>
                <c:pt idx="253">
                  <c:v>1100</c:v>
                </c:pt>
                <c:pt idx="254">
                  <c:v>1100</c:v>
                </c:pt>
                <c:pt idx="255">
                  <c:v>1100</c:v>
                </c:pt>
                <c:pt idx="256">
                  <c:v>1100</c:v>
                </c:pt>
                <c:pt idx="257">
                  <c:v>1100</c:v>
                </c:pt>
                <c:pt idx="258">
                  <c:v>1100</c:v>
                </c:pt>
                <c:pt idx="259">
                  <c:v>1100</c:v>
                </c:pt>
                <c:pt idx="260">
                  <c:v>1100</c:v>
                </c:pt>
                <c:pt idx="261">
                  <c:v>1100</c:v>
                </c:pt>
                <c:pt idx="262">
                  <c:v>1100</c:v>
                </c:pt>
                <c:pt idx="263">
                  <c:v>1100</c:v>
                </c:pt>
                <c:pt idx="264">
                  <c:v>1100</c:v>
                </c:pt>
                <c:pt idx="265">
                  <c:v>1100</c:v>
                </c:pt>
                <c:pt idx="266">
                  <c:v>1100</c:v>
                </c:pt>
                <c:pt idx="267">
                  <c:v>1100</c:v>
                </c:pt>
                <c:pt idx="268">
                  <c:v>1100</c:v>
                </c:pt>
                <c:pt idx="269">
                  <c:v>1100</c:v>
                </c:pt>
                <c:pt idx="270">
                  <c:v>1100</c:v>
                </c:pt>
                <c:pt idx="271">
                  <c:v>1100</c:v>
                </c:pt>
                <c:pt idx="272">
                  <c:v>1100</c:v>
                </c:pt>
                <c:pt idx="273">
                  <c:v>1100</c:v>
                </c:pt>
                <c:pt idx="274">
                  <c:v>1100</c:v>
                </c:pt>
                <c:pt idx="275">
                  <c:v>1100</c:v>
                </c:pt>
                <c:pt idx="276">
                  <c:v>1100</c:v>
                </c:pt>
                <c:pt idx="277">
                  <c:v>1100</c:v>
                </c:pt>
                <c:pt idx="278">
                  <c:v>1100</c:v>
                </c:pt>
                <c:pt idx="279">
                  <c:v>1100</c:v>
                </c:pt>
                <c:pt idx="280">
                  <c:v>1100</c:v>
                </c:pt>
                <c:pt idx="281">
                  <c:v>1100</c:v>
                </c:pt>
                <c:pt idx="282">
                  <c:v>1100</c:v>
                </c:pt>
                <c:pt idx="283">
                  <c:v>1100</c:v>
                </c:pt>
                <c:pt idx="284">
                  <c:v>1100</c:v>
                </c:pt>
                <c:pt idx="285">
                  <c:v>1100</c:v>
                </c:pt>
                <c:pt idx="286">
                  <c:v>1100</c:v>
                </c:pt>
                <c:pt idx="287">
                  <c:v>1100</c:v>
                </c:pt>
                <c:pt idx="288">
                  <c:v>1100</c:v>
                </c:pt>
                <c:pt idx="289">
                  <c:v>1100</c:v>
                </c:pt>
                <c:pt idx="290">
                  <c:v>1100</c:v>
                </c:pt>
                <c:pt idx="291">
                  <c:v>1100</c:v>
                </c:pt>
                <c:pt idx="292">
                  <c:v>1100</c:v>
                </c:pt>
                <c:pt idx="293">
                  <c:v>1100</c:v>
                </c:pt>
                <c:pt idx="294">
                  <c:v>1100</c:v>
                </c:pt>
                <c:pt idx="295">
                  <c:v>1100</c:v>
                </c:pt>
                <c:pt idx="296">
                  <c:v>1100</c:v>
                </c:pt>
                <c:pt idx="297">
                  <c:v>1100</c:v>
                </c:pt>
                <c:pt idx="298">
                  <c:v>1100</c:v>
                </c:pt>
                <c:pt idx="299">
                  <c:v>1100</c:v>
                </c:pt>
                <c:pt idx="300">
                  <c:v>1100</c:v>
                </c:pt>
                <c:pt idx="301">
                  <c:v>1100</c:v>
                </c:pt>
                <c:pt idx="302">
                  <c:v>1100</c:v>
                </c:pt>
                <c:pt idx="303">
                  <c:v>1100</c:v>
                </c:pt>
                <c:pt idx="304">
                  <c:v>1100</c:v>
                </c:pt>
                <c:pt idx="305">
                  <c:v>1100</c:v>
                </c:pt>
                <c:pt idx="306">
                  <c:v>1100</c:v>
                </c:pt>
                <c:pt idx="307">
                  <c:v>1100</c:v>
                </c:pt>
                <c:pt idx="308">
                  <c:v>1100</c:v>
                </c:pt>
                <c:pt idx="309">
                  <c:v>1100</c:v>
                </c:pt>
                <c:pt idx="310">
                  <c:v>1100</c:v>
                </c:pt>
                <c:pt idx="311">
                  <c:v>1100</c:v>
                </c:pt>
                <c:pt idx="312">
                  <c:v>1100</c:v>
                </c:pt>
                <c:pt idx="313">
                  <c:v>1100</c:v>
                </c:pt>
                <c:pt idx="314">
                  <c:v>1100</c:v>
                </c:pt>
                <c:pt idx="315">
                  <c:v>1100</c:v>
                </c:pt>
                <c:pt idx="316">
                  <c:v>1100</c:v>
                </c:pt>
                <c:pt idx="317">
                  <c:v>1100</c:v>
                </c:pt>
                <c:pt idx="318">
                  <c:v>1100</c:v>
                </c:pt>
                <c:pt idx="319">
                  <c:v>1100</c:v>
                </c:pt>
                <c:pt idx="320">
                  <c:v>1100</c:v>
                </c:pt>
                <c:pt idx="321">
                  <c:v>700</c:v>
                </c:pt>
                <c:pt idx="322">
                  <c:v>700</c:v>
                </c:pt>
                <c:pt idx="323">
                  <c:v>700</c:v>
                </c:pt>
                <c:pt idx="324">
                  <c:v>700</c:v>
                </c:pt>
                <c:pt idx="325">
                  <c:v>700</c:v>
                </c:pt>
                <c:pt idx="326">
                  <c:v>700</c:v>
                </c:pt>
                <c:pt idx="327">
                  <c:v>700</c:v>
                </c:pt>
                <c:pt idx="328">
                  <c:v>700</c:v>
                </c:pt>
                <c:pt idx="329">
                  <c:v>700</c:v>
                </c:pt>
                <c:pt idx="330">
                  <c:v>700</c:v>
                </c:pt>
                <c:pt idx="331">
                  <c:v>700</c:v>
                </c:pt>
                <c:pt idx="332">
                  <c:v>700</c:v>
                </c:pt>
                <c:pt idx="333">
                  <c:v>700</c:v>
                </c:pt>
                <c:pt idx="334">
                  <c:v>700</c:v>
                </c:pt>
                <c:pt idx="335">
                  <c:v>700</c:v>
                </c:pt>
                <c:pt idx="336">
                  <c:v>700</c:v>
                </c:pt>
                <c:pt idx="337">
                  <c:v>700</c:v>
                </c:pt>
                <c:pt idx="338">
                  <c:v>700</c:v>
                </c:pt>
                <c:pt idx="339">
                  <c:v>700</c:v>
                </c:pt>
                <c:pt idx="340">
                  <c:v>700</c:v>
                </c:pt>
                <c:pt idx="341">
                  <c:v>700</c:v>
                </c:pt>
                <c:pt idx="342">
                  <c:v>700</c:v>
                </c:pt>
                <c:pt idx="343">
                  <c:v>700</c:v>
                </c:pt>
                <c:pt idx="344">
                  <c:v>700</c:v>
                </c:pt>
                <c:pt idx="345">
                  <c:v>700</c:v>
                </c:pt>
                <c:pt idx="346">
                  <c:v>700</c:v>
                </c:pt>
                <c:pt idx="347">
                  <c:v>700</c:v>
                </c:pt>
                <c:pt idx="348">
                  <c:v>700</c:v>
                </c:pt>
                <c:pt idx="349">
                  <c:v>700</c:v>
                </c:pt>
                <c:pt idx="350">
                  <c:v>700</c:v>
                </c:pt>
                <c:pt idx="351">
                  <c:v>700</c:v>
                </c:pt>
                <c:pt idx="352">
                  <c:v>700</c:v>
                </c:pt>
                <c:pt idx="353">
                  <c:v>700</c:v>
                </c:pt>
                <c:pt idx="354">
                  <c:v>700</c:v>
                </c:pt>
                <c:pt idx="355">
                  <c:v>700</c:v>
                </c:pt>
                <c:pt idx="356">
                  <c:v>700</c:v>
                </c:pt>
                <c:pt idx="357">
                  <c:v>700</c:v>
                </c:pt>
                <c:pt idx="358">
                  <c:v>700</c:v>
                </c:pt>
                <c:pt idx="359">
                  <c:v>700</c:v>
                </c:pt>
                <c:pt idx="360">
                  <c:v>700</c:v>
                </c:pt>
                <c:pt idx="361">
                  <c:v>700</c:v>
                </c:pt>
                <c:pt idx="362">
                  <c:v>700</c:v>
                </c:pt>
                <c:pt idx="363">
                  <c:v>700</c:v>
                </c:pt>
                <c:pt idx="364">
                  <c:v>700</c:v>
                </c:pt>
                <c:pt idx="365">
                  <c:v>700</c:v>
                </c:pt>
                <c:pt idx="366">
                  <c:v>700</c:v>
                </c:pt>
                <c:pt idx="367">
                  <c:v>700</c:v>
                </c:pt>
                <c:pt idx="368">
                  <c:v>700</c:v>
                </c:pt>
                <c:pt idx="369">
                  <c:v>700</c:v>
                </c:pt>
                <c:pt idx="370">
                  <c:v>700</c:v>
                </c:pt>
                <c:pt idx="371">
                  <c:v>700</c:v>
                </c:pt>
                <c:pt idx="372">
                  <c:v>700</c:v>
                </c:pt>
                <c:pt idx="373">
                  <c:v>700</c:v>
                </c:pt>
                <c:pt idx="374">
                  <c:v>700</c:v>
                </c:pt>
                <c:pt idx="375">
                  <c:v>700</c:v>
                </c:pt>
                <c:pt idx="376">
                  <c:v>700</c:v>
                </c:pt>
                <c:pt idx="377">
                  <c:v>700</c:v>
                </c:pt>
                <c:pt idx="378">
                  <c:v>700</c:v>
                </c:pt>
                <c:pt idx="379">
                  <c:v>700</c:v>
                </c:pt>
                <c:pt idx="380">
                  <c:v>700</c:v>
                </c:pt>
                <c:pt idx="381">
                  <c:v>700</c:v>
                </c:pt>
                <c:pt idx="382">
                  <c:v>700</c:v>
                </c:pt>
                <c:pt idx="383">
                  <c:v>700</c:v>
                </c:pt>
                <c:pt idx="384">
                  <c:v>700</c:v>
                </c:pt>
                <c:pt idx="385">
                  <c:v>700</c:v>
                </c:pt>
                <c:pt idx="386">
                  <c:v>700</c:v>
                </c:pt>
                <c:pt idx="387">
                  <c:v>700</c:v>
                </c:pt>
                <c:pt idx="388">
                  <c:v>700</c:v>
                </c:pt>
                <c:pt idx="389">
                  <c:v>700</c:v>
                </c:pt>
                <c:pt idx="390">
                  <c:v>700</c:v>
                </c:pt>
                <c:pt idx="391">
                  <c:v>700</c:v>
                </c:pt>
                <c:pt idx="392">
                  <c:v>700</c:v>
                </c:pt>
                <c:pt idx="393">
                  <c:v>700</c:v>
                </c:pt>
                <c:pt idx="394">
                  <c:v>700</c:v>
                </c:pt>
                <c:pt idx="395">
                  <c:v>700</c:v>
                </c:pt>
                <c:pt idx="396">
                  <c:v>700</c:v>
                </c:pt>
                <c:pt idx="397">
                  <c:v>700</c:v>
                </c:pt>
                <c:pt idx="398">
                  <c:v>700</c:v>
                </c:pt>
                <c:pt idx="399">
                  <c:v>700</c:v>
                </c:pt>
                <c:pt idx="400">
                  <c:v>700</c:v>
                </c:pt>
                <c:pt idx="401">
                  <c:v>700</c:v>
                </c:pt>
                <c:pt idx="402">
                  <c:v>700</c:v>
                </c:pt>
                <c:pt idx="403">
                  <c:v>700</c:v>
                </c:pt>
                <c:pt idx="404">
                  <c:v>700</c:v>
                </c:pt>
                <c:pt idx="405">
                  <c:v>700</c:v>
                </c:pt>
                <c:pt idx="406">
                  <c:v>700</c:v>
                </c:pt>
                <c:pt idx="407">
                  <c:v>700</c:v>
                </c:pt>
                <c:pt idx="408">
                  <c:v>700</c:v>
                </c:pt>
                <c:pt idx="409">
                  <c:v>700</c:v>
                </c:pt>
                <c:pt idx="410">
                  <c:v>700</c:v>
                </c:pt>
                <c:pt idx="411">
                  <c:v>700</c:v>
                </c:pt>
                <c:pt idx="412">
                  <c:v>700</c:v>
                </c:pt>
                <c:pt idx="413">
                  <c:v>700</c:v>
                </c:pt>
                <c:pt idx="414">
                  <c:v>700</c:v>
                </c:pt>
                <c:pt idx="415">
                  <c:v>700</c:v>
                </c:pt>
                <c:pt idx="416">
                  <c:v>700</c:v>
                </c:pt>
                <c:pt idx="417">
                  <c:v>700</c:v>
                </c:pt>
                <c:pt idx="418">
                  <c:v>700</c:v>
                </c:pt>
                <c:pt idx="419">
                  <c:v>700</c:v>
                </c:pt>
                <c:pt idx="420">
                  <c:v>700</c:v>
                </c:pt>
                <c:pt idx="421">
                  <c:v>700</c:v>
                </c:pt>
                <c:pt idx="422">
                  <c:v>700</c:v>
                </c:pt>
                <c:pt idx="423">
                  <c:v>700</c:v>
                </c:pt>
                <c:pt idx="424">
                  <c:v>700</c:v>
                </c:pt>
                <c:pt idx="425">
                  <c:v>700</c:v>
                </c:pt>
                <c:pt idx="426">
                  <c:v>700</c:v>
                </c:pt>
                <c:pt idx="427">
                  <c:v>700</c:v>
                </c:pt>
                <c:pt idx="428">
                  <c:v>700</c:v>
                </c:pt>
                <c:pt idx="429">
                  <c:v>700</c:v>
                </c:pt>
                <c:pt idx="430">
                  <c:v>700</c:v>
                </c:pt>
                <c:pt idx="431">
                  <c:v>700</c:v>
                </c:pt>
                <c:pt idx="432">
                  <c:v>700</c:v>
                </c:pt>
                <c:pt idx="433">
                  <c:v>700</c:v>
                </c:pt>
                <c:pt idx="434">
                  <c:v>700</c:v>
                </c:pt>
                <c:pt idx="435">
                  <c:v>700</c:v>
                </c:pt>
                <c:pt idx="436">
                  <c:v>700</c:v>
                </c:pt>
                <c:pt idx="437">
                  <c:v>700</c:v>
                </c:pt>
                <c:pt idx="438">
                  <c:v>700</c:v>
                </c:pt>
                <c:pt idx="439">
                  <c:v>700</c:v>
                </c:pt>
                <c:pt idx="440">
                  <c:v>700</c:v>
                </c:pt>
                <c:pt idx="441">
                  <c:v>700</c:v>
                </c:pt>
                <c:pt idx="442">
                  <c:v>700</c:v>
                </c:pt>
                <c:pt idx="443">
                  <c:v>700</c:v>
                </c:pt>
                <c:pt idx="444">
                  <c:v>700</c:v>
                </c:pt>
                <c:pt idx="445">
                  <c:v>700</c:v>
                </c:pt>
                <c:pt idx="446">
                  <c:v>700</c:v>
                </c:pt>
                <c:pt idx="447">
                  <c:v>700</c:v>
                </c:pt>
                <c:pt idx="448">
                  <c:v>700</c:v>
                </c:pt>
                <c:pt idx="449">
                  <c:v>700</c:v>
                </c:pt>
                <c:pt idx="450">
                  <c:v>700</c:v>
                </c:pt>
                <c:pt idx="451">
                  <c:v>700</c:v>
                </c:pt>
                <c:pt idx="452">
                  <c:v>700</c:v>
                </c:pt>
                <c:pt idx="453">
                  <c:v>700</c:v>
                </c:pt>
                <c:pt idx="454">
                  <c:v>700</c:v>
                </c:pt>
                <c:pt idx="455">
                  <c:v>700</c:v>
                </c:pt>
                <c:pt idx="456">
                  <c:v>700</c:v>
                </c:pt>
                <c:pt idx="457">
                  <c:v>700</c:v>
                </c:pt>
                <c:pt idx="458">
                  <c:v>700</c:v>
                </c:pt>
                <c:pt idx="459">
                  <c:v>700</c:v>
                </c:pt>
                <c:pt idx="460">
                  <c:v>700</c:v>
                </c:pt>
                <c:pt idx="461">
                  <c:v>700</c:v>
                </c:pt>
                <c:pt idx="462">
                  <c:v>700</c:v>
                </c:pt>
                <c:pt idx="463">
                  <c:v>700</c:v>
                </c:pt>
                <c:pt idx="464">
                  <c:v>700</c:v>
                </c:pt>
                <c:pt idx="465">
                  <c:v>700</c:v>
                </c:pt>
                <c:pt idx="466">
                  <c:v>700</c:v>
                </c:pt>
                <c:pt idx="467">
                  <c:v>700</c:v>
                </c:pt>
                <c:pt idx="468">
                  <c:v>700</c:v>
                </c:pt>
                <c:pt idx="469">
                  <c:v>700</c:v>
                </c:pt>
                <c:pt idx="470">
                  <c:v>700</c:v>
                </c:pt>
                <c:pt idx="471">
                  <c:v>700</c:v>
                </c:pt>
                <c:pt idx="472">
                  <c:v>700</c:v>
                </c:pt>
                <c:pt idx="473">
                  <c:v>700</c:v>
                </c:pt>
                <c:pt idx="474">
                  <c:v>700</c:v>
                </c:pt>
                <c:pt idx="475">
                  <c:v>700</c:v>
                </c:pt>
                <c:pt idx="476">
                  <c:v>700</c:v>
                </c:pt>
                <c:pt idx="477">
                  <c:v>700</c:v>
                </c:pt>
                <c:pt idx="478">
                  <c:v>700</c:v>
                </c:pt>
                <c:pt idx="479">
                  <c:v>700</c:v>
                </c:pt>
                <c:pt idx="480">
                  <c:v>700</c:v>
                </c:pt>
                <c:pt idx="481">
                  <c:v>700</c:v>
                </c:pt>
                <c:pt idx="482">
                  <c:v>700</c:v>
                </c:pt>
                <c:pt idx="483">
                  <c:v>700</c:v>
                </c:pt>
                <c:pt idx="484">
                  <c:v>700</c:v>
                </c:pt>
                <c:pt idx="485">
                  <c:v>700</c:v>
                </c:pt>
                <c:pt idx="486">
                  <c:v>700</c:v>
                </c:pt>
                <c:pt idx="487">
                  <c:v>700</c:v>
                </c:pt>
                <c:pt idx="488">
                  <c:v>700</c:v>
                </c:pt>
                <c:pt idx="489">
                  <c:v>700</c:v>
                </c:pt>
                <c:pt idx="490">
                  <c:v>700</c:v>
                </c:pt>
                <c:pt idx="491">
                  <c:v>700</c:v>
                </c:pt>
                <c:pt idx="492">
                  <c:v>700</c:v>
                </c:pt>
                <c:pt idx="493">
                  <c:v>700</c:v>
                </c:pt>
                <c:pt idx="494">
                  <c:v>700</c:v>
                </c:pt>
                <c:pt idx="495">
                  <c:v>700</c:v>
                </c:pt>
                <c:pt idx="496">
                  <c:v>700</c:v>
                </c:pt>
                <c:pt idx="497">
                  <c:v>700</c:v>
                </c:pt>
                <c:pt idx="498">
                  <c:v>700</c:v>
                </c:pt>
                <c:pt idx="499">
                  <c:v>700</c:v>
                </c:pt>
                <c:pt idx="500">
                  <c:v>700</c:v>
                </c:pt>
                <c:pt idx="501">
                  <c:v>700</c:v>
                </c:pt>
                <c:pt idx="502">
                  <c:v>700</c:v>
                </c:pt>
                <c:pt idx="503">
                  <c:v>700</c:v>
                </c:pt>
                <c:pt idx="504">
                  <c:v>700</c:v>
                </c:pt>
                <c:pt idx="505">
                  <c:v>700</c:v>
                </c:pt>
                <c:pt idx="506">
                  <c:v>700</c:v>
                </c:pt>
                <c:pt idx="507">
                  <c:v>700</c:v>
                </c:pt>
                <c:pt idx="508">
                  <c:v>700</c:v>
                </c:pt>
                <c:pt idx="509">
                  <c:v>700</c:v>
                </c:pt>
                <c:pt idx="510">
                  <c:v>700</c:v>
                </c:pt>
                <c:pt idx="511">
                  <c:v>700</c:v>
                </c:pt>
                <c:pt idx="512">
                  <c:v>700</c:v>
                </c:pt>
                <c:pt idx="513">
                  <c:v>700</c:v>
                </c:pt>
                <c:pt idx="514">
                  <c:v>700</c:v>
                </c:pt>
                <c:pt idx="515">
                  <c:v>700</c:v>
                </c:pt>
                <c:pt idx="516">
                  <c:v>700</c:v>
                </c:pt>
                <c:pt idx="517">
                  <c:v>700</c:v>
                </c:pt>
                <c:pt idx="518">
                  <c:v>700</c:v>
                </c:pt>
                <c:pt idx="519">
                  <c:v>700</c:v>
                </c:pt>
                <c:pt idx="520">
                  <c:v>700</c:v>
                </c:pt>
                <c:pt idx="521">
                  <c:v>700</c:v>
                </c:pt>
                <c:pt idx="522">
                  <c:v>700</c:v>
                </c:pt>
                <c:pt idx="523">
                  <c:v>700</c:v>
                </c:pt>
                <c:pt idx="524">
                  <c:v>700</c:v>
                </c:pt>
                <c:pt idx="525">
                  <c:v>700</c:v>
                </c:pt>
                <c:pt idx="526">
                  <c:v>700</c:v>
                </c:pt>
                <c:pt idx="527">
                  <c:v>700</c:v>
                </c:pt>
                <c:pt idx="528">
                  <c:v>700</c:v>
                </c:pt>
                <c:pt idx="529">
                  <c:v>700</c:v>
                </c:pt>
                <c:pt idx="530">
                  <c:v>700</c:v>
                </c:pt>
                <c:pt idx="531">
                  <c:v>700</c:v>
                </c:pt>
                <c:pt idx="532">
                  <c:v>700</c:v>
                </c:pt>
                <c:pt idx="533">
                  <c:v>700</c:v>
                </c:pt>
                <c:pt idx="534">
                  <c:v>700</c:v>
                </c:pt>
                <c:pt idx="535">
                  <c:v>700</c:v>
                </c:pt>
                <c:pt idx="536">
                  <c:v>700</c:v>
                </c:pt>
                <c:pt idx="537">
                  <c:v>700</c:v>
                </c:pt>
                <c:pt idx="538">
                  <c:v>700</c:v>
                </c:pt>
                <c:pt idx="539">
                  <c:v>700</c:v>
                </c:pt>
                <c:pt idx="540">
                  <c:v>700</c:v>
                </c:pt>
                <c:pt idx="541">
                  <c:v>700</c:v>
                </c:pt>
                <c:pt idx="542">
                  <c:v>700</c:v>
                </c:pt>
                <c:pt idx="543">
                  <c:v>700</c:v>
                </c:pt>
                <c:pt idx="544">
                  <c:v>700</c:v>
                </c:pt>
                <c:pt idx="545">
                  <c:v>700</c:v>
                </c:pt>
                <c:pt idx="546">
                  <c:v>700</c:v>
                </c:pt>
                <c:pt idx="547">
                  <c:v>700</c:v>
                </c:pt>
                <c:pt idx="548">
                  <c:v>700</c:v>
                </c:pt>
                <c:pt idx="549">
                  <c:v>700</c:v>
                </c:pt>
                <c:pt idx="550">
                  <c:v>700</c:v>
                </c:pt>
                <c:pt idx="551">
                  <c:v>700</c:v>
                </c:pt>
                <c:pt idx="552">
                  <c:v>700</c:v>
                </c:pt>
                <c:pt idx="553">
                  <c:v>700</c:v>
                </c:pt>
                <c:pt idx="554">
                  <c:v>700</c:v>
                </c:pt>
                <c:pt idx="555">
                  <c:v>700</c:v>
                </c:pt>
                <c:pt idx="556">
                  <c:v>700</c:v>
                </c:pt>
                <c:pt idx="557">
                  <c:v>700</c:v>
                </c:pt>
                <c:pt idx="558">
                  <c:v>700</c:v>
                </c:pt>
                <c:pt idx="559">
                  <c:v>700</c:v>
                </c:pt>
                <c:pt idx="560">
                  <c:v>700</c:v>
                </c:pt>
                <c:pt idx="561">
                  <c:v>700</c:v>
                </c:pt>
                <c:pt idx="562">
                  <c:v>700</c:v>
                </c:pt>
                <c:pt idx="563">
                  <c:v>700</c:v>
                </c:pt>
                <c:pt idx="564">
                  <c:v>700</c:v>
                </c:pt>
                <c:pt idx="565">
                  <c:v>700</c:v>
                </c:pt>
                <c:pt idx="566">
                  <c:v>700</c:v>
                </c:pt>
                <c:pt idx="567">
                  <c:v>700</c:v>
                </c:pt>
                <c:pt idx="568">
                  <c:v>700</c:v>
                </c:pt>
                <c:pt idx="569">
                  <c:v>700</c:v>
                </c:pt>
                <c:pt idx="570">
                  <c:v>700</c:v>
                </c:pt>
                <c:pt idx="571">
                  <c:v>700</c:v>
                </c:pt>
                <c:pt idx="572">
                  <c:v>700</c:v>
                </c:pt>
                <c:pt idx="573">
                  <c:v>700</c:v>
                </c:pt>
                <c:pt idx="574">
                  <c:v>700</c:v>
                </c:pt>
                <c:pt idx="575">
                  <c:v>700</c:v>
                </c:pt>
                <c:pt idx="576">
                  <c:v>700</c:v>
                </c:pt>
                <c:pt idx="577">
                  <c:v>700</c:v>
                </c:pt>
                <c:pt idx="578">
                  <c:v>700</c:v>
                </c:pt>
                <c:pt idx="579">
                  <c:v>700</c:v>
                </c:pt>
                <c:pt idx="580">
                  <c:v>700</c:v>
                </c:pt>
                <c:pt idx="581">
                  <c:v>700</c:v>
                </c:pt>
                <c:pt idx="582">
                  <c:v>700</c:v>
                </c:pt>
                <c:pt idx="583">
                  <c:v>700</c:v>
                </c:pt>
                <c:pt idx="584">
                  <c:v>700</c:v>
                </c:pt>
                <c:pt idx="585">
                  <c:v>700</c:v>
                </c:pt>
                <c:pt idx="586">
                  <c:v>700</c:v>
                </c:pt>
                <c:pt idx="587">
                  <c:v>700</c:v>
                </c:pt>
                <c:pt idx="588">
                  <c:v>700</c:v>
                </c:pt>
                <c:pt idx="589">
                  <c:v>700</c:v>
                </c:pt>
                <c:pt idx="590">
                  <c:v>700</c:v>
                </c:pt>
                <c:pt idx="591">
                  <c:v>700</c:v>
                </c:pt>
                <c:pt idx="592">
                  <c:v>700</c:v>
                </c:pt>
                <c:pt idx="593">
                  <c:v>700</c:v>
                </c:pt>
                <c:pt idx="594">
                  <c:v>700</c:v>
                </c:pt>
                <c:pt idx="595">
                  <c:v>700</c:v>
                </c:pt>
                <c:pt idx="596">
                  <c:v>700</c:v>
                </c:pt>
                <c:pt idx="597">
                  <c:v>700</c:v>
                </c:pt>
                <c:pt idx="598">
                  <c:v>700</c:v>
                </c:pt>
                <c:pt idx="599">
                  <c:v>700</c:v>
                </c:pt>
                <c:pt idx="600">
                  <c:v>700</c:v>
                </c:pt>
                <c:pt idx="601">
                  <c:v>700</c:v>
                </c:pt>
                <c:pt idx="602">
                  <c:v>700</c:v>
                </c:pt>
                <c:pt idx="603">
                  <c:v>700</c:v>
                </c:pt>
                <c:pt idx="604">
                  <c:v>700</c:v>
                </c:pt>
                <c:pt idx="605">
                  <c:v>700</c:v>
                </c:pt>
                <c:pt idx="606">
                  <c:v>700</c:v>
                </c:pt>
                <c:pt idx="607">
                  <c:v>700</c:v>
                </c:pt>
                <c:pt idx="608">
                  <c:v>700</c:v>
                </c:pt>
                <c:pt idx="609">
                  <c:v>700</c:v>
                </c:pt>
                <c:pt idx="610">
                  <c:v>700</c:v>
                </c:pt>
                <c:pt idx="611">
                  <c:v>700</c:v>
                </c:pt>
                <c:pt idx="612">
                  <c:v>700</c:v>
                </c:pt>
                <c:pt idx="613">
                  <c:v>700</c:v>
                </c:pt>
                <c:pt idx="614">
                  <c:v>700</c:v>
                </c:pt>
                <c:pt idx="615">
                  <c:v>700</c:v>
                </c:pt>
                <c:pt idx="616">
                  <c:v>700</c:v>
                </c:pt>
                <c:pt idx="617">
                  <c:v>700</c:v>
                </c:pt>
                <c:pt idx="618">
                  <c:v>700</c:v>
                </c:pt>
                <c:pt idx="619">
                  <c:v>700</c:v>
                </c:pt>
                <c:pt idx="620">
                  <c:v>700</c:v>
                </c:pt>
                <c:pt idx="621">
                  <c:v>700</c:v>
                </c:pt>
                <c:pt idx="622">
                  <c:v>700</c:v>
                </c:pt>
                <c:pt idx="623">
                  <c:v>700</c:v>
                </c:pt>
                <c:pt idx="624">
                  <c:v>700</c:v>
                </c:pt>
                <c:pt idx="625">
                  <c:v>700</c:v>
                </c:pt>
                <c:pt idx="626">
                  <c:v>700</c:v>
                </c:pt>
                <c:pt idx="627">
                  <c:v>700</c:v>
                </c:pt>
                <c:pt idx="628">
                  <c:v>700</c:v>
                </c:pt>
                <c:pt idx="629">
                  <c:v>700</c:v>
                </c:pt>
                <c:pt idx="630">
                  <c:v>700</c:v>
                </c:pt>
                <c:pt idx="631">
                  <c:v>700</c:v>
                </c:pt>
                <c:pt idx="632">
                  <c:v>700</c:v>
                </c:pt>
                <c:pt idx="633">
                  <c:v>700</c:v>
                </c:pt>
                <c:pt idx="634">
                  <c:v>700</c:v>
                </c:pt>
                <c:pt idx="635">
                  <c:v>700</c:v>
                </c:pt>
                <c:pt idx="636">
                  <c:v>700</c:v>
                </c:pt>
                <c:pt idx="637">
                  <c:v>700</c:v>
                </c:pt>
                <c:pt idx="638">
                  <c:v>700</c:v>
                </c:pt>
                <c:pt idx="639">
                  <c:v>700</c:v>
                </c:pt>
                <c:pt idx="640">
                  <c:v>700</c:v>
                </c:pt>
                <c:pt idx="641">
                  <c:v>700</c:v>
                </c:pt>
                <c:pt idx="642">
                  <c:v>700</c:v>
                </c:pt>
                <c:pt idx="643">
                  <c:v>700</c:v>
                </c:pt>
                <c:pt idx="644">
                  <c:v>700</c:v>
                </c:pt>
                <c:pt idx="645">
                  <c:v>700</c:v>
                </c:pt>
                <c:pt idx="646">
                  <c:v>700</c:v>
                </c:pt>
                <c:pt idx="647">
                  <c:v>700</c:v>
                </c:pt>
                <c:pt idx="648">
                  <c:v>700</c:v>
                </c:pt>
                <c:pt idx="649">
                  <c:v>700</c:v>
                </c:pt>
                <c:pt idx="650">
                  <c:v>700</c:v>
                </c:pt>
                <c:pt idx="651">
                  <c:v>700</c:v>
                </c:pt>
                <c:pt idx="652">
                  <c:v>700</c:v>
                </c:pt>
                <c:pt idx="653">
                  <c:v>700</c:v>
                </c:pt>
                <c:pt idx="654">
                  <c:v>700</c:v>
                </c:pt>
                <c:pt idx="655">
                  <c:v>700</c:v>
                </c:pt>
                <c:pt idx="656">
                  <c:v>700</c:v>
                </c:pt>
                <c:pt idx="657">
                  <c:v>700</c:v>
                </c:pt>
                <c:pt idx="658">
                  <c:v>700</c:v>
                </c:pt>
                <c:pt idx="659">
                  <c:v>700</c:v>
                </c:pt>
                <c:pt idx="660">
                  <c:v>700</c:v>
                </c:pt>
                <c:pt idx="661">
                  <c:v>700</c:v>
                </c:pt>
                <c:pt idx="662">
                  <c:v>700</c:v>
                </c:pt>
                <c:pt idx="663">
                  <c:v>700</c:v>
                </c:pt>
                <c:pt idx="664">
                  <c:v>700</c:v>
                </c:pt>
                <c:pt idx="665">
                  <c:v>700</c:v>
                </c:pt>
                <c:pt idx="666">
                  <c:v>700</c:v>
                </c:pt>
                <c:pt idx="667">
                  <c:v>700</c:v>
                </c:pt>
                <c:pt idx="668">
                  <c:v>700</c:v>
                </c:pt>
                <c:pt idx="669">
                  <c:v>700</c:v>
                </c:pt>
                <c:pt idx="670">
                  <c:v>700</c:v>
                </c:pt>
                <c:pt idx="671">
                  <c:v>700</c:v>
                </c:pt>
                <c:pt idx="672">
                  <c:v>700</c:v>
                </c:pt>
                <c:pt idx="673">
                  <c:v>700</c:v>
                </c:pt>
                <c:pt idx="674">
                  <c:v>700</c:v>
                </c:pt>
                <c:pt idx="675">
                  <c:v>700</c:v>
                </c:pt>
                <c:pt idx="676">
                  <c:v>700</c:v>
                </c:pt>
                <c:pt idx="677">
                  <c:v>700</c:v>
                </c:pt>
                <c:pt idx="678">
                  <c:v>700</c:v>
                </c:pt>
                <c:pt idx="679">
                  <c:v>700</c:v>
                </c:pt>
                <c:pt idx="680">
                  <c:v>700</c:v>
                </c:pt>
                <c:pt idx="681">
                  <c:v>700</c:v>
                </c:pt>
                <c:pt idx="682">
                  <c:v>700</c:v>
                </c:pt>
                <c:pt idx="683">
                  <c:v>700</c:v>
                </c:pt>
                <c:pt idx="684">
                  <c:v>700</c:v>
                </c:pt>
                <c:pt idx="685">
                  <c:v>700</c:v>
                </c:pt>
                <c:pt idx="686">
                  <c:v>700</c:v>
                </c:pt>
                <c:pt idx="687">
                  <c:v>700</c:v>
                </c:pt>
                <c:pt idx="688">
                  <c:v>700</c:v>
                </c:pt>
                <c:pt idx="689">
                  <c:v>700</c:v>
                </c:pt>
                <c:pt idx="690">
                  <c:v>700</c:v>
                </c:pt>
                <c:pt idx="691">
                  <c:v>700</c:v>
                </c:pt>
                <c:pt idx="692">
                  <c:v>700</c:v>
                </c:pt>
                <c:pt idx="693">
                  <c:v>700</c:v>
                </c:pt>
                <c:pt idx="694">
                  <c:v>700</c:v>
                </c:pt>
                <c:pt idx="695">
                  <c:v>700</c:v>
                </c:pt>
                <c:pt idx="696">
                  <c:v>700</c:v>
                </c:pt>
                <c:pt idx="697">
                  <c:v>700</c:v>
                </c:pt>
                <c:pt idx="698">
                  <c:v>700</c:v>
                </c:pt>
                <c:pt idx="699">
                  <c:v>700</c:v>
                </c:pt>
                <c:pt idx="700">
                  <c:v>700</c:v>
                </c:pt>
                <c:pt idx="701">
                  <c:v>700</c:v>
                </c:pt>
                <c:pt idx="702">
                  <c:v>700</c:v>
                </c:pt>
                <c:pt idx="703">
                  <c:v>700</c:v>
                </c:pt>
                <c:pt idx="704">
                  <c:v>700</c:v>
                </c:pt>
                <c:pt idx="705">
                  <c:v>700</c:v>
                </c:pt>
                <c:pt idx="706">
                  <c:v>700</c:v>
                </c:pt>
                <c:pt idx="707">
                  <c:v>700</c:v>
                </c:pt>
                <c:pt idx="708">
                  <c:v>700</c:v>
                </c:pt>
                <c:pt idx="709">
                  <c:v>700</c:v>
                </c:pt>
                <c:pt idx="710">
                  <c:v>700</c:v>
                </c:pt>
                <c:pt idx="711">
                  <c:v>700</c:v>
                </c:pt>
                <c:pt idx="712">
                  <c:v>700</c:v>
                </c:pt>
                <c:pt idx="713">
                  <c:v>700</c:v>
                </c:pt>
                <c:pt idx="714">
                  <c:v>700</c:v>
                </c:pt>
                <c:pt idx="715">
                  <c:v>700</c:v>
                </c:pt>
                <c:pt idx="716">
                  <c:v>700</c:v>
                </c:pt>
                <c:pt idx="717">
                  <c:v>700</c:v>
                </c:pt>
                <c:pt idx="718">
                  <c:v>700</c:v>
                </c:pt>
                <c:pt idx="719">
                  <c:v>700</c:v>
                </c:pt>
                <c:pt idx="720">
                  <c:v>700</c:v>
                </c:pt>
                <c:pt idx="721">
                  <c:v>700</c:v>
                </c:pt>
                <c:pt idx="722">
                  <c:v>700</c:v>
                </c:pt>
                <c:pt idx="723">
                  <c:v>700</c:v>
                </c:pt>
                <c:pt idx="724">
                  <c:v>700</c:v>
                </c:pt>
                <c:pt idx="725">
                  <c:v>700</c:v>
                </c:pt>
                <c:pt idx="726">
                  <c:v>700</c:v>
                </c:pt>
                <c:pt idx="727">
                  <c:v>700</c:v>
                </c:pt>
                <c:pt idx="728">
                  <c:v>700</c:v>
                </c:pt>
                <c:pt idx="729">
                  <c:v>700</c:v>
                </c:pt>
                <c:pt idx="730">
                  <c:v>700</c:v>
                </c:pt>
                <c:pt idx="731">
                  <c:v>700</c:v>
                </c:pt>
                <c:pt idx="732">
                  <c:v>700</c:v>
                </c:pt>
                <c:pt idx="733">
                  <c:v>700</c:v>
                </c:pt>
                <c:pt idx="734">
                  <c:v>700</c:v>
                </c:pt>
                <c:pt idx="735">
                  <c:v>700</c:v>
                </c:pt>
                <c:pt idx="736">
                  <c:v>700</c:v>
                </c:pt>
                <c:pt idx="737">
                  <c:v>700</c:v>
                </c:pt>
                <c:pt idx="738">
                  <c:v>700</c:v>
                </c:pt>
                <c:pt idx="739">
                  <c:v>700</c:v>
                </c:pt>
                <c:pt idx="740">
                  <c:v>700</c:v>
                </c:pt>
                <c:pt idx="741">
                  <c:v>700</c:v>
                </c:pt>
                <c:pt idx="742">
                  <c:v>700</c:v>
                </c:pt>
                <c:pt idx="743">
                  <c:v>700</c:v>
                </c:pt>
                <c:pt idx="744">
                  <c:v>700</c:v>
                </c:pt>
                <c:pt idx="745">
                  <c:v>700</c:v>
                </c:pt>
                <c:pt idx="746">
                  <c:v>700</c:v>
                </c:pt>
                <c:pt idx="747">
                  <c:v>700</c:v>
                </c:pt>
                <c:pt idx="748">
                  <c:v>700</c:v>
                </c:pt>
                <c:pt idx="749">
                  <c:v>700</c:v>
                </c:pt>
                <c:pt idx="750">
                  <c:v>700</c:v>
                </c:pt>
                <c:pt idx="751">
                  <c:v>700</c:v>
                </c:pt>
                <c:pt idx="752">
                  <c:v>700</c:v>
                </c:pt>
                <c:pt idx="753">
                  <c:v>700</c:v>
                </c:pt>
                <c:pt idx="754">
                  <c:v>700</c:v>
                </c:pt>
                <c:pt idx="755">
                  <c:v>700</c:v>
                </c:pt>
                <c:pt idx="756">
                  <c:v>700</c:v>
                </c:pt>
                <c:pt idx="757">
                  <c:v>700</c:v>
                </c:pt>
                <c:pt idx="758">
                  <c:v>700</c:v>
                </c:pt>
                <c:pt idx="759">
                  <c:v>700</c:v>
                </c:pt>
                <c:pt idx="760">
                  <c:v>700</c:v>
                </c:pt>
                <c:pt idx="761">
                  <c:v>700</c:v>
                </c:pt>
                <c:pt idx="762">
                  <c:v>700</c:v>
                </c:pt>
                <c:pt idx="763">
                  <c:v>700</c:v>
                </c:pt>
                <c:pt idx="764">
                  <c:v>700</c:v>
                </c:pt>
                <c:pt idx="765">
                  <c:v>700</c:v>
                </c:pt>
                <c:pt idx="766">
                  <c:v>700</c:v>
                </c:pt>
                <c:pt idx="767">
                  <c:v>700</c:v>
                </c:pt>
                <c:pt idx="768">
                  <c:v>700</c:v>
                </c:pt>
                <c:pt idx="769">
                  <c:v>700</c:v>
                </c:pt>
                <c:pt idx="770">
                  <c:v>700</c:v>
                </c:pt>
                <c:pt idx="771">
                  <c:v>700</c:v>
                </c:pt>
                <c:pt idx="772">
                  <c:v>700</c:v>
                </c:pt>
                <c:pt idx="773">
                  <c:v>700</c:v>
                </c:pt>
                <c:pt idx="774">
                  <c:v>700</c:v>
                </c:pt>
                <c:pt idx="775">
                  <c:v>700</c:v>
                </c:pt>
                <c:pt idx="776">
                  <c:v>700</c:v>
                </c:pt>
                <c:pt idx="777">
                  <c:v>700</c:v>
                </c:pt>
                <c:pt idx="778">
                  <c:v>700</c:v>
                </c:pt>
                <c:pt idx="779">
                  <c:v>700</c:v>
                </c:pt>
                <c:pt idx="780">
                  <c:v>700</c:v>
                </c:pt>
                <c:pt idx="781">
                  <c:v>700</c:v>
                </c:pt>
                <c:pt idx="782">
                  <c:v>700</c:v>
                </c:pt>
                <c:pt idx="783">
                  <c:v>700</c:v>
                </c:pt>
                <c:pt idx="784">
                  <c:v>700</c:v>
                </c:pt>
                <c:pt idx="785">
                  <c:v>700</c:v>
                </c:pt>
                <c:pt idx="786">
                  <c:v>700</c:v>
                </c:pt>
                <c:pt idx="787">
                  <c:v>700</c:v>
                </c:pt>
                <c:pt idx="788">
                  <c:v>700</c:v>
                </c:pt>
                <c:pt idx="789">
                  <c:v>700</c:v>
                </c:pt>
                <c:pt idx="790">
                  <c:v>700</c:v>
                </c:pt>
                <c:pt idx="791">
                  <c:v>700</c:v>
                </c:pt>
                <c:pt idx="792">
                  <c:v>700</c:v>
                </c:pt>
              </c:numCache>
            </c:numRef>
          </c:val>
          <c:smooth val="1"/>
          <c:extLst xmlns:c16r2="http://schemas.microsoft.com/office/drawing/2015/06/chart">
            <c:ext xmlns:c16="http://schemas.microsoft.com/office/drawing/2014/chart" uri="{C3380CC4-5D6E-409C-BE32-E72D297353CC}">
              <c16:uniqueId val="{00000003-A6E2-496A-BE59-385418157B9E}"/>
            </c:ext>
          </c:extLst>
        </c:ser>
        <c:ser>
          <c:idx val="2"/>
          <c:order val="2"/>
          <c:tx>
            <c:strRef>
              <c:f>'图 87'!$D$1</c:f>
              <c:strCache>
                <c:ptCount val="1"/>
                <c:pt idx="0">
                  <c:v>硫酸G5级(元/吨)</c:v>
                </c:pt>
              </c:strCache>
            </c:strRef>
          </c:tx>
          <c:spPr>
            <a:ln w="12700" cap="rnd">
              <a:solidFill>
                <a:srgbClr val="FA6400"/>
              </a:solidFill>
              <a:prstDash val="solid"/>
              <a:round/>
            </a:ln>
            <a:effectLst/>
          </c:spPr>
          <c:marker>
            <c:symbol val="none"/>
          </c:marker>
          <c:dLbls>
            <c:dLbl>
              <c:idx val="593"/>
              <c:layout>
                <c:manualLayout>
                  <c:x val="0.10109543594036473"/>
                  <c:y val="-5.1527903816585743E-2"/>
                </c:manualLayout>
              </c:layout>
              <c:tx>
                <c:rich>
                  <a:bodyPr/>
                  <a:lstStyle/>
                  <a:p>
                    <a:r>
                      <a:rPr lang="en-US" altLang="zh-CN"/>
                      <a:t>4500</a:t>
                    </a:r>
                  </a:p>
                </c:rich>
              </c:tx>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4-A6E2-496A-BE59-385418157B9E}"/>
                </c:ex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lumMod val="75000"/>
                        <a:lumOff val="25000"/>
                      </a:schemeClr>
                    </a:solidFill>
                    <a:latin typeface="+mn-lt"/>
                    <a:ea typeface="+mn-ea"/>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numRef>
              <c:f>'图 87'!$A$2:$A$796</c:f>
              <c:numCache>
                <c:formatCode>m/d/yyyy</c:formatCode>
                <c:ptCount val="795"/>
                <c:pt idx="0">
                  <c:v>44985</c:v>
                </c:pt>
                <c:pt idx="1">
                  <c:v>44984</c:v>
                </c:pt>
                <c:pt idx="2">
                  <c:v>44983</c:v>
                </c:pt>
                <c:pt idx="3">
                  <c:v>44982</c:v>
                </c:pt>
                <c:pt idx="4">
                  <c:v>44981</c:v>
                </c:pt>
                <c:pt idx="5">
                  <c:v>44980</c:v>
                </c:pt>
                <c:pt idx="6">
                  <c:v>44979</c:v>
                </c:pt>
                <c:pt idx="7">
                  <c:v>44978</c:v>
                </c:pt>
                <c:pt idx="8">
                  <c:v>44977</c:v>
                </c:pt>
                <c:pt idx="9">
                  <c:v>44976</c:v>
                </c:pt>
                <c:pt idx="10">
                  <c:v>44975</c:v>
                </c:pt>
                <c:pt idx="11">
                  <c:v>44974</c:v>
                </c:pt>
                <c:pt idx="12">
                  <c:v>44973</c:v>
                </c:pt>
                <c:pt idx="13">
                  <c:v>44972</c:v>
                </c:pt>
                <c:pt idx="14">
                  <c:v>44971</c:v>
                </c:pt>
                <c:pt idx="15">
                  <c:v>44970</c:v>
                </c:pt>
                <c:pt idx="16">
                  <c:v>44969</c:v>
                </c:pt>
                <c:pt idx="17">
                  <c:v>44968</c:v>
                </c:pt>
                <c:pt idx="18">
                  <c:v>44967</c:v>
                </c:pt>
                <c:pt idx="19">
                  <c:v>44966</c:v>
                </c:pt>
                <c:pt idx="20">
                  <c:v>44965</c:v>
                </c:pt>
                <c:pt idx="21">
                  <c:v>44964</c:v>
                </c:pt>
                <c:pt idx="22">
                  <c:v>44963</c:v>
                </c:pt>
                <c:pt idx="23">
                  <c:v>44962</c:v>
                </c:pt>
                <c:pt idx="24">
                  <c:v>44961</c:v>
                </c:pt>
                <c:pt idx="25">
                  <c:v>44960</c:v>
                </c:pt>
                <c:pt idx="26">
                  <c:v>44959</c:v>
                </c:pt>
                <c:pt idx="27">
                  <c:v>44958</c:v>
                </c:pt>
                <c:pt idx="28">
                  <c:v>44957</c:v>
                </c:pt>
                <c:pt idx="29">
                  <c:v>44956</c:v>
                </c:pt>
                <c:pt idx="30">
                  <c:v>44955</c:v>
                </c:pt>
                <c:pt idx="31">
                  <c:v>44954</c:v>
                </c:pt>
                <c:pt idx="32">
                  <c:v>44953</c:v>
                </c:pt>
                <c:pt idx="33">
                  <c:v>44952</c:v>
                </c:pt>
                <c:pt idx="34">
                  <c:v>44951</c:v>
                </c:pt>
                <c:pt idx="35">
                  <c:v>44950</c:v>
                </c:pt>
                <c:pt idx="36">
                  <c:v>44949</c:v>
                </c:pt>
                <c:pt idx="37">
                  <c:v>44948</c:v>
                </c:pt>
                <c:pt idx="38">
                  <c:v>44947</c:v>
                </c:pt>
                <c:pt idx="39">
                  <c:v>44946</c:v>
                </c:pt>
                <c:pt idx="40">
                  <c:v>44945</c:v>
                </c:pt>
                <c:pt idx="41">
                  <c:v>44944</c:v>
                </c:pt>
                <c:pt idx="42">
                  <c:v>44943</c:v>
                </c:pt>
                <c:pt idx="43">
                  <c:v>44942</c:v>
                </c:pt>
                <c:pt idx="44">
                  <c:v>44941</c:v>
                </c:pt>
                <c:pt idx="45">
                  <c:v>44940</c:v>
                </c:pt>
                <c:pt idx="46">
                  <c:v>44939</c:v>
                </c:pt>
                <c:pt idx="47">
                  <c:v>44938</c:v>
                </c:pt>
                <c:pt idx="48">
                  <c:v>44937</c:v>
                </c:pt>
                <c:pt idx="49">
                  <c:v>44936</c:v>
                </c:pt>
                <c:pt idx="50">
                  <c:v>44935</c:v>
                </c:pt>
                <c:pt idx="51">
                  <c:v>44934</c:v>
                </c:pt>
                <c:pt idx="52">
                  <c:v>44933</c:v>
                </c:pt>
                <c:pt idx="53">
                  <c:v>44932</c:v>
                </c:pt>
                <c:pt idx="54">
                  <c:v>44931</c:v>
                </c:pt>
                <c:pt idx="55">
                  <c:v>44930</c:v>
                </c:pt>
                <c:pt idx="56">
                  <c:v>44929</c:v>
                </c:pt>
                <c:pt idx="57">
                  <c:v>44928</c:v>
                </c:pt>
                <c:pt idx="58">
                  <c:v>44927</c:v>
                </c:pt>
                <c:pt idx="59">
                  <c:v>44926</c:v>
                </c:pt>
                <c:pt idx="60">
                  <c:v>44925</c:v>
                </c:pt>
                <c:pt idx="61">
                  <c:v>44924</c:v>
                </c:pt>
                <c:pt idx="62">
                  <c:v>44923</c:v>
                </c:pt>
                <c:pt idx="63">
                  <c:v>44922</c:v>
                </c:pt>
                <c:pt idx="64">
                  <c:v>44921</c:v>
                </c:pt>
                <c:pt idx="65">
                  <c:v>44920</c:v>
                </c:pt>
                <c:pt idx="66">
                  <c:v>44919</c:v>
                </c:pt>
                <c:pt idx="67">
                  <c:v>44918</c:v>
                </c:pt>
                <c:pt idx="68">
                  <c:v>44917</c:v>
                </c:pt>
                <c:pt idx="69">
                  <c:v>44916</c:v>
                </c:pt>
                <c:pt idx="70">
                  <c:v>44915</c:v>
                </c:pt>
                <c:pt idx="71">
                  <c:v>44914</c:v>
                </c:pt>
                <c:pt idx="72">
                  <c:v>44913</c:v>
                </c:pt>
                <c:pt idx="73">
                  <c:v>44912</c:v>
                </c:pt>
                <c:pt idx="74">
                  <c:v>44911</c:v>
                </c:pt>
                <c:pt idx="75">
                  <c:v>44910</c:v>
                </c:pt>
                <c:pt idx="76">
                  <c:v>44909</c:v>
                </c:pt>
                <c:pt idx="77">
                  <c:v>44908</c:v>
                </c:pt>
                <c:pt idx="78">
                  <c:v>44907</c:v>
                </c:pt>
                <c:pt idx="79">
                  <c:v>44906</c:v>
                </c:pt>
                <c:pt idx="80">
                  <c:v>44905</c:v>
                </c:pt>
                <c:pt idx="81">
                  <c:v>44904</c:v>
                </c:pt>
                <c:pt idx="82">
                  <c:v>44903</c:v>
                </c:pt>
                <c:pt idx="83">
                  <c:v>44902</c:v>
                </c:pt>
                <c:pt idx="84">
                  <c:v>44901</c:v>
                </c:pt>
                <c:pt idx="85">
                  <c:v>44900</c:v>
                </c:pt>
                <c:pt idx="86">
                  <c:v>44899</c:v>
                </c:pt>
                <c:pt idx="87">
                  <c:v>44898</c:v>
                </c:pt>
                <c:pt idx="88">
                  <c:v>44897</c:v>
                </c:pt>
                <c:pt idx="89">
                  <c:v>44896</c:v>
                </c:pt>
                <c:pt idx="90">
                  <c:v>44895</c:v>
                </c:pt>
                <c:pt idx="91">
                  <c:v>44894</c:v>
                </c:pt>
                <c:pt idx="92">
                  <c:v>44893</c:v>
                </c:pt>
                <c:pt idx="93">
                  <c:v>44892</c:v>
                </c:pt>
                <c:pt idx="94">
                  <c:v>44891</c:v>
                </c:pt>
                <c:pt idx="95">
                  <c:v>44890</c:v>
                </c:pt>
                <c:pt idx="96">
                  <c:v>44889</c:v>
                </c:pt>
                <c:pt idx="97">
                  <c:v>44888</c:v>
                </c:pt>
                <c:pt idx="98">
                  <c:v>44887</c:v>
                </c:pt>
                <c:pt idx="99">
                  <c:v>44886</c:v>
                </c:pt>
                <c:pt idx="100">
                  <c:v>44885</c:v>
                </c:pt>
                <c:pt idx="101">
                  <c:v>44884</c:v>
                </c:pt>
                <c:pt idx="102">
                  <c:v>44883</c:v>
                </c:pt>
                <c:pt idx="103">
                  <c:v>44882</c:v>
                </c:pt>
                <c:pt idx="104">
                  <c:v>44881</c:v>
                </c:pt>
                <c:pt idx="105">
                  <c:v>44880</c:v>
                </c:pt>
                <c:pt idx="106">
                  <c:v>44879</c:v>
                </c:pt>
                <c:pt idx="107">
                  <c:v>44878</c:v>
                </c:pt>
                <c:pt idx="108">
                  <c:v>44877</c:v>
                </c:pt>
                <c:pt idx="109">
                  <c:v>44876</c:v>
                </c:pt>
                <c:pt idx="110">
                  <c:v>44875</c:v>
                </c:pt>
                <c:pt idx="111">
                  <c:v>44874</c:v>
                </c:pt>
                <c:pt idx="112">
                  <c:v>44873</c:v>
                </c:pt>
                <c:pt idx="113">
                  <c:v>44872</c:v>
                </c:pt>
                <c:pt idx="114">
                  <c:v>44871</c:v>
                </c:pt>
                <c:pt idx="115">
                  <c:v>44870</c:v>
                </c:pt>
                <c:pt idx="116">
                  <c:v>44869</c:v>
                </c:pt>
                <c:pt idx="117">
                  <c:v>44868</c:v>
                </c:pt>
                <c:pt idx="118">
                  <c:v>44867</c:v>
                </c:pt>
                <c:pt idx="119">
                  <c:v>44866</c:v>
                </c:pt>
                <c:pt idx="120">
                  <c:v>44865</c:v>
                </c:pt>
                <c:pt idx="121">
                  <c:v>44864</c:v>
                </c:pt>
                <c:pt idx="122">
                  <c:v>44863</c:v>
                </c:pt>
                <c:pt idx="123">
                  <c:v>44862</c:v>
                </c:pt>
                <c:pt idx="124">
                  <c:v>44861</c:v>
                </c:pt>
                <c:pt idx="125">
                  <c:v>44860</c:v>
                </c:pt>
                <c:pt idx="126">
                  <c:v>44859</c:v>
                </c:pt>
                <c:pt idx="127">
                  <c:v>44858</c:v>
                </c:pt>
                <c:pt idx="128">
                  <c:v>44857</c:v>
                </c:pt>
                <c:pt idx="129">
                  <c:v>44856</c:v>
                </c:pt>
                <c:pt idx="130">
                  <c:v>44855</c:v>
                </c:pt>
                <c:pt idx="131">
                  <c:v>44854</c:v>
                </c:pt>
                <c:pt idx="132">
                  <c:v>44853</c:v>
                </c:pt>
                <c:pt idx="133">
                  <c:v>44852</c:v>
                </c:pt>
                <c:pt idx="134">
                  <c:v>44851</c:v>
                </c:pt>
                <c:pt idx="135">
                  <c:v>44850</c:v>
                </c:pt>
                <c:pt idx="136">
                  <c:v>44849</c:v>
                </c:pt>
                <c:pt idx="137">
                  <c:v>44848</c:v>
                </c:pt>
                <c:pt idx="138">
                  <c:v>44847</c:v>
                </c:pt>
                <c:pt idx="139">
                  <c:v>44846</c:v>
                </c:pt>
                <c:pt idx="140">
                  <c:v>44845</c:v>
                </c:pt>
                <c:pt idx="141">
                  <c:v>44844</c:v>
                </c:pt>
                <c:pt idx="142">
                  <c:v>44843</c:v>
                </c:pt>
                <c:pt idx="143">
                  <c:v>44842</c:v>
                </c:pt>
                <c:pt idx="144">
                  <c:v>44841</c:v>
                </c:pt>
                <c:pt idx="145">
                  <c:v>44840</c:v>
                </c:pt>
                <c:pt idx="146">
                  <c:v>44839</c:v>
                </c:pt>
                <c:pt idx="147">
                  <c:v>44838</c:v>
                </c:pt>
                <c:pt idx="148">
                  <c:v>44837</c:v>
                </c:pt>
                <c:pt idx="149">
                  <c:v>44836</c:v>
                </c:pt>
                <c:pt idx="150">
                  <c:v>44835</c:v>
                </c:pt>
                <c:pt idx="151">
                  <c:v>44834</c:v>
                </c:pt>
                <c:pt idx="152">
                  <c:v>44833</c:v>
                </c:pt>
                <c:pt idx="153">
                  <c:v>44832</c:v>
                </c:pt>
                <c:pt idx="154">
                  <c:v>44831</c:v>
                </c:pt>
                <c:pt idx="155">
                  <c:v>44830</c:v>
                </c:pt>
                <c:pt idx="156">
                  <c:v>44829</c:v>
                </c:pt>
                <c:pt idx="157">
                  <c:v>44828</c:v>
                </c:pt>
                <c:pt idx="158">
                  <c:v>44827</c:v>
                </c:pt>
                <c:pt idx="159">
                  <c:v>44826</c:v>
                </c:pt>
                <c:pt idx="160">
                  <c:v>44825</c:v>
                </c:pt>
                <c:pt idx="161">
                  <c:v>44824</c:v>
                </c:pt>
                <c:pt idx="162">
                  <c:v>44823</c:v>
                </c:pt>
                <c:pt idx="163">
                  <c:v>44822</c:v>
                </c:pt>
                <c:pt idx="164">
                  <c:v>44821</c:v>
                </c:pt>
                <c:pt idx="165">
                  <c:v>44820</c:v>
                </c:pt>
                <c:pt idx="166">
                  <c:v>44819</c:v>
                </c:pt>
                <c:pt idx="167">
                  <c:v>44818</c:v>
                </c:pt>
                <c:pt idx="168">
                  <c:v>44817</c:v>
                </c:pt>
                <c:pt idx="169">
                  <c:v>44816</c:v>
                </c:pt>
                <c:pt idx="170">
                  <c:v>44815</c:v>
                </c:pt>
                <c:pt idx="171">
                  <c:v>44814</c:v>
                </c:pt>
                <c:pt idx="172">
                  <c:v>44813</c:v>
                </c:pt>
                <c:pt idx="173">
                  <c:v>44812</c:v>
                </c:pt>
                <c:pt idx="174">
                  <c:v>44811</c:v>
                </c:pt>
                <c:pt idx="175">
                  <c:v>44810</c:v>
                </c:pt>
                <c:pt idx="176">
                  <c:v>44809</c:v>
                </c:pt>
                <c:pt idx="177">
                  <c:v>44808</c:v>
                </c:pt>
                <c:pt idx="178">
                  <c:v>44807</c:v>
                </c:pt>
                <c:pt idx="179">
                  <c:v>44806</c:v>
                </c:pt>
                <c:pt idx="180">
                  <c:v>44805</c:v>
                </c:pt>
                <c:pt idx="181">
                  <c:v>44804</c:v>
                </c:pt>
                <c:pt idx="182">
                  <c:v>44803</c:v>
                </c:pt>
                <c:pt idx="183">
                  <c:v>44802</c:v>
                </c:pt>
                <c:pt idx="184">
                  <c:v>44801</c:v>
                </c:pt>
                <c:pt idx="185">
                  <c:v>44800</c:v>
                </c:pt>
                <c:pt idx="186">
                  <c:v>44799</c:v>
                </c:pt>
                <c:pt idx="187">
                  <c:v>44798</c:v>
                </c:pt>
                <c:pt idx="188">
                  <c:v>44797</c:v>
                </c:pt>
                <c:pt idx="189">
                  <c:v>44796</c:v>
                </c:pt>
                <c:pt idx="190">
                  <c:v>44795</c:v>
                </c:pt>
                <c:pt idx="191">
                  <c:v>44794</c:v>
                </c:pt>
                <c:pt idx="192">
                  <c:v>44793</c:v>
                </c:pt>
                <c:pt idx="193">
                  <c:v>44792</c:v>
                </c:pt>
                <c:pt idx="194">
                  <c:v>44791</c:v>
                </c:pt>
                <c:pt idx="195">
                  <c:v>44790</c:v>
                </c:pt>
                <c:pt idx="196">
                  <c:v>44789</c:v>
                </c:pt>
                <c:pt idx="197">
                  <c:v>44788</c:v>
                </c:pt>
                <c:pt idx="198">
                  <c:v>44787</c:v>
                </c:pt>
                <c:pt idx="199">
                  <c:v>44786</c:v>
                </c:pt>
                <c:pt idx="200">
                  <c:v>44785</c:v>
                </c:pt>
                <c:pt idx="201">
                  <c:v>44784</c:v>
                </c:pt>
                <c:pt idx="202">
                  <c:v>44783</c:v>
                </c:pt>
                <c:pt idx="203">
                  <c:v>44782</c:v>
                </c:pt>
                <c:pt idx="204">
                  <c:v>44781</c:v>
                </c:pt>
                <c:pt idx="205">
                  <c:v>44778</c:v>
                </c:pt>
                <c:pt idx="206">
                  <c:v>44777</c:v>
                </c:pt>
                <c:pt idx="207">
                  <c:v>44776</c:v>
                </c:pt>
                <c:pt idx="208">
                  <c:v>44775</c:v>
                </c:pt>
                <c:pt idx="209">
                  <c:v>44774</c:v>
                </c:pt>
                <c:pt idx="210">
                  <c:v>44771</c:v>
                </c:pt>
                <c:pt idx="211">
                  <c:v>44770</c:v>
                </c:pt>
                <c:pt idx="212">
                  <c:v>44769</c:v>
                </c:pt>
                <c:pt idx="213">
                  <c:v>44768</c:v>
                </c:pt>
                <c:pt idx="214">
                  <c:v>44767</c:v>
                </c:pt>
                <c:pt idx="215">
                  <c:v>44764</c:v>
                </c:pt>
                <c:pt idx="216">
                  <c:v>44763</c:v>
                </c:pt>
                <c:pt idx="217">
                  <c:v>44762</c:v>
                </c:pt>
                <c:pt idx="218">
                  <c:v>44761</c:v>
                </c:pt>
                <c:pt idx="219">
                  <c:v>44760</c:v>
                </c:pt>
                <c:pt idx="220">
                  <c:v>44757</c:v>
                </c:pt>
                <c:pt idx="221">
                  <c:v>44756</c:v>
                </c:pt>
                <c:pt idx="222">
                  <c:v>44755</c:v>
                </c:pt>
                <c:pt idx="223">
                  <c:v>44754</c:v>
                </c:pt>
                <c:pt idx="224">
                  <c:v>44753</c:v>
                </c:pt>
                <c:pt idx="225">
                  <c:v>44750</c:v>
                </c:pt>
                <c:pt idx="226">
                  <c:v>44749</c:v>
                </c:pt>
                <c:pt idx="227">
                  <c:v>44748</c:v>
                </c:pt>
                <c:pt idx="228">
                  <c:v>44747</c:v>
                </c:pt>
                <c:pt idx="229">
                  <c:v>44746</c:v>
                </c:pt>
                <c:pt idx="230">
                  <c:v>44743</c:v>
                </c:pt>
                <c:pt idx="231">
                  <c:v>44742</c:v>
                </c:pt>
                <c:pt idx="232">
                  <c:v>44741</c:v>
                </c:pt>
                <c:pt idx="233">
                  <c:v>44740</c:v>
                </c:pt>
                <c:pt idx="234">
                  <c:v>44739</c:v>
                </c:pt>
                <c:pt idx="235">
                  <c:v>44736</c:v>
                </c:pt>
                <c:pt idx="236">
                  <c:v>44735</c:v>
                </c:pt>
                <c:pt idx="237">
                  <c:v>44734</c:v>
                </c:pt>
                <c:pt idx="238">
                  <c:v>44733</c:v>
                </c:pt>
                <c:pt idx="239">
                  <c:v>44732</c:v>
                </c:pt>
                <c:pt idx="240">
                  <c:v>44729</c:v>
                </c:pt>
                <c:pt idx="241">
                  <c:v>44728</c:v>
                </c:pt>
                <c:pt idx="242">
                  <c:v>44727</c:v>
                </c:pt>
                <c:pt idx="243">
                  <c:v>44726</c:v>
                </c:pt>
                <c:pt idx="244">
                  <c:v>44725</c:v>
                </c:pt>
                <c:pt idx="245">
                  <c:v>44722</c:v>
                </c:pt>
                <c:pt idx="246">
                  <c:v>44721</c:v>
                </c:pt>
                <c:pt idx="247">
                  <c:v>44720</c:v>
                </c:pt>
                <c:pt idx="248">
                  <c:v>44719</c:v>
                </c:pt>
                <c:pt idx="249">
                  <c:v>44718</c:v>
                </c:pt>
                <c:pt idx="250">
                  <c:v>44714</c:v>
                </c:pt>
                <c:pt idx="251">
                  <c:v>44713</c:v>
                </c:pt>
                <c:pt idx="252">
                  <c:v>44712</c:v>
                </c:pt>
                <c:pt idx="253">
                  <c:v>44711</c:v>
                </c:pt>
                <c:pt idx="254">
                  <c:v>44708</c:v>
                </c:pt>
                <c:pt idx="255">
                  <c:v>44707</c:v>
                </c:pt>
                <c:pt idx="256">
                  <c:v>44706</c:v>
                </c:pt>
                <c:pt idx="257">
                  <c:v>44705</c:v>
                </c:pt>
                <c:pt idx="258">
                  <c:v>44704</c:v>
                </c:pt>
                <c:pt idx="259">
                  <c:v>44701</c:v>
                </c:pt>
                <c:pt idx="260">
                  <c:v>44700</c:v>
                </c:pt>
                <c:pt idx="261">
                  <c:v>44699</c:v>
                </c:pt>
                <c:pt idx="262">
                  <c:v>44698</c:v>
                </c:pt>
                <c:pt idx="263">
                  <c:v>44697</c:v>
                </c:pt>
                <c:pt idx="264">
                  <c:v>44694</c:v>
                </c:pt>
                <c:pt idx="265">
                  <c:v>44693</c:v>
                </c:pt>
                <c:pt idx="266">
                  <c:v>44692</c:v>
                </c:pt>
                <c:pt idx="267">
                  <c:v>44691</c:v>
                </c:pt>
                <c:pt idx="268">
                  <c:v>44690</c:v>
                </c:pt>
                <c:pt idx="269">
                  <c:v>44688</c:v>
                </c:pt>
                <c:pt idx="270">
                  <c:v>44687</c:v>
                </c:pt>
                <c:pt idx="271">
                  <c:v>44686</c:v>
                </c:pt>
                <c:pt idx="272">
                  <c:v>44680</c:v>
                </c:pt>
                <c:pt idx="273">
                  <c:v>44679</c:v>
                </c:pt>
                <c:pt idx="274">
                  <c:v>44678</c:v>
                </c:pt>
                <c:pt idx="275">
                  <c:v>44677</c:v>
                </c:pt>
                <c:pt idx="276">
                  <c:v>44676</c:v>
                </c:pt>
                <c:pt idx="277">
                  <c:v>44675</c:v>
                </c:pt>
                <c:pt idx="278">
                  <c:v>44673</c:v>
                </c:pt>
                <c:pt idx="279">
                  <c:v>44672</c:v>
                </c:pt>
                <c:pt idx="280">
                  <c:v>44671</c:v>
                </c:pt>
                <c:pt idx="281">
                  <c:v>44670</c:v>
                </c:pt>
                <c:pt idx="282">
                  <c:v>44669</c:v>
                </c:pt>
                <c:pt idx="283">
                  <c:v>44666</c:v>
                </c:pt>
                <c:pt idx="284">
                  <c:v>44665</c:v>
                </c:pt>
                <c:pt idx="285">
                  <c:v>44664</c:v>
                </c:pt>
                <c:pt idx="286">
                  <c:v>44663</c:v>
                </c:pt>
                <c:pt idx="287">
                  <c:v>44662</c:v>
                </c:pt>
                <c:pt idx="288">
                  <c:v>44659</c:v>
                </c:pt>
                <c:pt idx="289">
                  <c:v>44658</c:v>
                </c:pt>
                <c:pt idx="290">
                  <c:v>44657</c:v>
                </c:pt>
                <c:pt idx="291">
                  <c:v>44653</c:v>
                </c:pt>
                <c:pt idx="292">
                  <c:v>44652</c:v>
                </c:pt>
                <c:pt idx="293">
                  <c:v>44651</c:v>
                </c:pt>
                <c:pt idx="294">
                  <c:v>44650</c:v>
                </c:pt>
                <c:pt idx="295">
                  <c:v>44649</c:v>
                </c:pt>
                <c:pt idx="296">
                  <c:v>44648</c:v>
                </c:pt>
                <c:pt idx="297">
                  <c:v>44645</c:v>
                </c:pt>
                <c:pt idx="298">
                  <c:v>44644</c:v>
                </c:pt>
                <c:pt idx="299">
                  <c:v>44643</c:v>
                </c:pt>
                <c:pt idx="300">
                  <c:v>44642</c:v>
                </c:pt>
                <c:pt idx="301">
                  <c:v>44641</c:v>
                </c:pt>
                <c:pt idx="302">
                  <c:v>44638</c:v>
                </c:pt>
                <c:pt idx="303">
                  <c:v>44637</c:v>
                </c:pt>
                <c:pt idx="304">
                  <c:v>44636</c:v>
                </c:pt>
                <c:pt idx="305">
                  <c:v>44635</c:v>
                </c:pt>
                <c:pt idx="306">
                  <c:v>44634</c:v>
                </c:pt>
                <c:pt idx="307">
                  <c:v>44631</c:v>
                </c:pt>
                <c:pt idx="308">
                  <c:v>44630</c:v>
                </c:pt>
                <c:pt idx="309">
                  <c:v>44629</c:v>
                </c:pt>
                <c:pt idx="310">
                  <c:v>44628</c:v>
                </c:pt>
                <c:pt idx="311">
                  <c:v>44627</c:v>
                </c:pt>
                <c:pt idx="312">
                  <c:v>44624</c:v>
                </c:pt>
                <c:pt idx="313">
                  <c:v>44623</c:v>
                </c:pt>
                <c:pt idx="314">
                  <c:v>44622</c:v>
                </c:pt>
                <c:pt idx="315">
                  <c:v>44621</c:v>
                </c:pt>
                <c:pt idx="316">
                  <c:v>44620</c:v>
                </c:pt>
                <c:pt idx="317">
                  <c:v>44617</c:v>
                </c:pt>
                <c:pt idx="318">
                  <c:v>44616</c:v>
                </c:pt>
                <c:pt idx="319">
                  <c:v>44615</c:v>
                </c:pt>
                <c:pt idx="320">
                  <c:v>44614</c:v>
                </c:pt>
                <c:pt idx="321">
                  <c:v>44613</c:v>
                </c:pt>
                <c:pt idx="322">
                  <c:v>44610</c:v>
                </c:pt>
                <c:pt idx="323">
                  <c:v>44609</c:v>
                </c:pt>
                <c:pt idx="324">
                  <c:v>44608</c:v>
                </c:pt>
                <c:pt idx="325">
                  <c:v>44607</c:v>
                </c:pt>
                <c:pt idx="326">
                  <c:v>44606</c:v>
                </c:pt>
                <c:pt idx="327">
                  <c:v>44603</c:v>
                </c:pt>
                <c:pt idx="328">
                  <c:v>44602</c:v>
                </c:pt>
                <c:pt idx="329">
                  <c:v>44601</c:v>
                </c:pt>
                <c:pt idx="330">
                  <c:v>44600</c:v>
                </c:pt>
                <c:pt idx="331">
                  <c:v>44599</c:v>
                </c:pt>
                <c:pt idx="332">
                  <c:v>44591</c:v>
                </c:pt>
                <c:pt idx="333">
                  <c:v>44590</c:v>
                </c:pt>
                <c:pt idx="334">
                  <c:v>44589</c:v>
                </c:pt>
                <c:pt idx="335">
                  <c:v>44588</c:v>
                </c:pt>
                <c:pt idx="336">
                  <c:v>44587</c:v>
                </c:pt>
                <c:pt idx="337">
                  <c:v>44586</c:v>
                </c:pt>
                <c:pt idx="338">
                  <c:v>44585</c:v>
                </c:pt>
                <c:pt idx="339">
                  <c:v>44582</c:v>
                </c:pt>
                <c:pt idx="340">
                  <c:v>44581</c:v>
                </c:pt>
                <c:pt idx="341">
                  <c:v>44580</c:v>
                </c:pt>
                <c:pt idx="342">
                  <c:v>44579</c:v>
                </c:pt>
                <c:pt idx="343">
                  <c:v>44578</c:v>
                </c:pt>
                <c:pt idx="344">
                  <c:v>44575</c:v>
                </c:pt>
                <c:pt idx="345">
                  <c:v>44574</c:v>
                </c:pt>
                <c:pt idx="346">
                  <c:v>44573</c:v>
                </c:pt>
                <c:pt idx="347">
                  <c:v>44572</c:v>
                </c:pt>
                <c:pt idx="348">
                  <c:v>44571</c:v>
                </c:pt>
                <c:pt idx="349">
                  <c:v>44568</c:v>
                </c:pt>
                <c:pt idx="350">
                  <c:v>44567</c:v>
                </c:pt>
                <c:pt idx="351">
                  <c:v>44566</c:v>
                </c:pt>
                <c:pt idx="352">
                  <c:v>44565</c:v>
                </c:pt>
                <c:pt idx="353">
                  <c:v>44561</c:v>
                </c:pt>
                <c:pt idx="354">
                  <c:v>44560</c:v>
                </c:pt>
                <c:pt idx="355">
                  <c:v>44559</c:v>
                </c:pt>
                <c:pt idx="356">
                  <c:v>44558</c:v>
                </c:pt>
                <c:pt idx="357">
                  <c:v>44557</c:v>
                </c:pt>
                <c:pt idx="358">
                  <c:v>44554</c:v>
                </c:pt>
                <c:pt idx="359">
                  <c:v>44553</c:v>
                </c:pt>
                <c:pt idx="360">
                  <c:v>44552</c:v>
                </c:pt>
                <c:pt idx="361">
                  <c:v>44551</c:v>
                </c:pt>
                <c:pt idx="362">
                  <c:v>44550</c:v>
                </c:pt>
                <c:pt idx="363">
                  <c:v>44547</c:v>
                </c:pt>
                <c:pt idx="364">
                  <c:v>44546</c:v>
                </c:pt>
                <c:pt idx="365">
                  <c:v>44545</c:v>
                </c:pt>
                <c:pt idx="366">
                  <c:v>44544</c:v>
                </c:pt>
                <c:pt idx="367">
                  <c:v>44543</c:v>
                </c:pt>
                <c:pt idx="368">
                  <c:v>44540</c:v>
                </c:pt>
                <c:pt idx="369">
                  <c:v>44539</c:v>
                </c:pt>
                <c:pt idx="370">
                  <c:v>44538</c:v>
                </c:pt>
                <c:pt idx="371">
                  <c:v>44537</c:v>
                </c:pt>
                <c:pt idx="372">
                  <c:v>44536</c:v>
                </c:pt>
                <c:pt idx="373">
                  <c:v>44533</c:v>
                </c:pt>
                <c:pt idx="374">
                  <c:v>44532</c:v>
                </c:pt>
                <c:pt idx="375">
                  <c:v>44531</c:v>
                </c:pt>
                <c:pt idx="376">
                  <c:v>44530</c:v>
                </c:pt>
                <c:pt idx="377">
                  <c:v>44529</c:v>
                </c:pt>
                <c:pt idx="378">
                  <c:v>44526</c:v>
                </c:pt>
                <c:pt idx="379">
                  <c:v>44525</c:v>
                </c:pt>
                <c:pt idx="380">
                  <c:v>44524</c:v>
                </c:pt>
                <c:pt idx="381">
                  <c:v>44523</c:v>
                </c:pt>
                <c:pt idx="382">
                  <c:v>44522</c:v>
                </c:pt>
                <c:pt idx="383">
                  <c:v>44519</c:v>
                </c:pt>
                <c:pt idx="384">
                  <c:v>44518</c:v>
                </c:pt>
                <c:pt idx="385">
                  <c:v>44517</c:v>
                </c:pt>
                <c:pt idx="386">
                  <c:v>44516</c:v>
                </c:pt>
                <c:pt idx="387">
                  <c:v>44515</c:v>
                </c:pt>
                <c:pt idx="388">
                  <c:v>44512</c:v>
                </c:pt>
                <c:pt idx="389">
                  <c:v>44511</c:v>
                </c:pt>
                <c:pt idx="390">
                  <c:v>44510</c:v>
                </c:pt>
                <c:pt idx="391">
                  <c:v>44509</c:v>
                </c:pt>
                <c:pt idx="392">
                  <c:v>44508</c:v>
                </c:pt>
                <c:pt idx="393">
                  <c:v>44505</c:v>
                </c:pt>
                <c:pt idx="394">
                  <c:v>44504</c:v>
                </c:pt>
                <c:pt idx="395">
                  <c:v>44503</c:v>
                </c:pt>
                <c:pt idx="396">
                  <c:v>44502</c:v>
                </c:pt>
                <c:pt idx="397">
                  <c:v>44501</c:v>
                </c:pt>
                <c:pt idx="398">
                  <c:v>44498</c:v>
                </c:pt>
                <c:pt idx="399">
                  <c:v>44497</c:v>
                </c:pt>
                <c:pt idx="400">
                  <c:v>44496</c:v>
                </c:pt>
                <c:pt idx="401">
                  <c:v>44495</c:v>
                </c:pt>
                <c:pt idx="402">
                  <c:v>44494</c:v>
                </c:pt>
                <c:pt idx="403">
                  <c:v>44491</c:v>
                </c:pt>
                <c:pt idx="404">
                  <c:v>44490</c:v>
                </c:pt>
                <c:pt idx="405">
                  <c:v>44489</c:v>
                </c:pt>
                <c:pt idx="406">
                  <c:v>44488</c:v>
                </c:pt>
                <c:pt idx="407">
                  <c:v>44487</c:v>
                </c:pt>
                <c:pt idx="408">
                  <c:v>44484</c:v>
                </c:pt>
                <c:pt idx="409">
                  <c:v>44483</c:v>
                </c:pt>
                <c:pt idx="410">
                  <c:v>44482</c:v>
                </c:pt>
                <c:pt idx="411">
                  <c:v>44481</c:v>
                </c:pt>
                <c:pt idx="412">
                  <c:v>44480</c:v>
                </c:pt>
                <c:pt idx="413">
                  <c:v>44478</c:v>
                </c:pt>
                <c:pt idx="414">
                  <c:v>44477</c:v>
                </c:pt>
                <c:pt idx="415">
                  <c:v>44469</c:v>
                </c:pt>
                <c:pt idx="416">
                  <c:v>44468</c:v>
                </c:pt>
                <c:pt idx="417">
                  <c:v>44467</c:v>
                </c:pt>
                <c:pt idx="418">
                  <c:v>44466</c:v>
                </c:pt>
                <c:pt idx="419">
                  <c:v>44465</c:v>
                </c:pt>
                <c:pt idx="420">
                  <c:v>44463</c:v>
                </c:pt>
                <c:pt idx="421">
                  <c:v>44462</c:v>
                </c:pt>
                <c:pt idx="422">
                  <c:v>44461</c:v>
                </c:pt>
                <c:pt idx="423">
                  <c:v>44457</c:v>
                </c:pt>
                <c:pt idx="424">
                  <c:v>44456</c:v>
                </c:pt>
                <c:pt idx="425">
                  <c:v>44455</c:v>
                </c:pt>
                <c:pt idx="426">
                  <c:v>44454</c:v>
                </c:pt>
                <c:pt idx="427">
                  <c:v>44453</c:v>
                </c:pt>
                <c:pt idx="428">
                  <c:v>44452</c:v>
                </c:pt>
                <c:pt idx="429">
                  <c:v>44449</c:v>
                </c:pt>
                <c:pt idx="430">
                  <c:v>44448</c:v>
                </c:pt>
                <c:pt idx="431">
                  <c:v>44447</c:v>
                </c:pt>
                <c:pt idx="432">
                  <c:v>44446</c:v>
                </c:pt>
                <c:pt idx="433">
                  <c:v>44445</c:v>
                </c:pt>
                <c:pt idx="434">
                  <c:v>44442</c:v>
                </c:pt>
                <c:pt idx="435">
                  <c:v>44441</c:v>
                </c:pt>
                <c:pt idx="436">
                  <c:v>44440</c:v>
                </c:pt>
                <c:pt idx="437">
                  <c:v>44439</c:v>
                </c:pt>
                <c:pt idx="438">
                  <c:v>44438</c:v>
                </c:pt>
                <c:pt idx="439">
                  <c:v>44435</c:v>
                </c:pt>
                <c:pt idx="440">
                  <c:v>44434</c:v>
                </c:pt>
                <c:pt idx="441">
                  <c:v>44433</c:v>
                </c:pt>
                <c:pt idx="442">
                  <c:v>44432</c:v>
                </c:pt>
                <c:pt idx="443">
                  <c:v>44431</c:v>
                </c:pt>
                <c:pt idx="444">
                  <c:v>44428</c:v>
                </c:pt>
                <c:pt idx="445">
                  <c:v>44427</c:v>
                </c:pt>
                <c:pt idx="446">
                  <c:v>44426</c:v>
                </c:pt>
                <c:pt idx="447">
                  <c:v>44425</c:v>
                </c:pt>
                <c:pt idx="448">
                  <c:v>44424</c:v>
                </c:pt>
                <c:pt idx="449">
                  <c:v>44421</c:v>
                </c:pt>
                <c:pt idx="450">
                  <c:v>44420</c:v>
                </c:pt>
                <c:pt idx="451">
                  <c:v>44419</c:v>
                </c:pt>
                <c:pt idx="452">
                  <c:v>44418</c:v>
                </c:pt>
                <c:pt idx="453">
                  <c:v>44417</c:v>
                </c:pt>
                <c:pt idx="454">
                  <c:v>44414</c:v>
                </c:pt>
                <c:pt idx="455">
                  <c:v>44413</c:v>
                </c:pt>
                <c:pt idx="456">
                  <c:v>44412</c:v>
                </c:pt>
                <c:pt idx="457">
                  <c:v>44411</c:v>
                </c:pt>
                <c:pt idx="458">
                  <c:v>44410</c:v>
                </c:pt>
                <c:pt idx="459">
                  <c:v>44407</c:v>
                </c:pt>
                <c:pt idx="460">
                  <c:v>44406</c:v>
                </c:pt>
                <c:pt idx="461">
                  <c:v>44405</c:v>
                </c:pt>
                <c:pt idx="462">
                  <c:v>44404</c:v>
                </c:pt>
                <c:pt idx="463">
                  <c:v>44403</c:v>
                </c:pt>
                <c:pt idx="464">
                  <c:v>44400</c:v>
                </c:pt>
                <c:pt idx="465">
                  <c:v>44399</c:v>
                </c:pt>
                <c:pt idx="466">
                  <c:v>44398</c:v>
                </c:pt>
                <c:pt idx="467">
                  <c:v>44397</c:v>
                </c:pt>
                <c:pt idx="468">
                  <c:v>44396</c:v>
                </c:pt>
                <c:pt idx="469">
                  <c:v>44393</c:v>
                </c:pt>
                <c:pt idx="470">
                  <c:v>44392</c:v>
                </c:pt>
                <c:pt idx="471">
                  <c:v>44391</c:v>
                </c:pt>
                <c:pt idx="472">
                  <c:v>44390</c:v>
                </c:pt>
                <c:pt idx="473">
                  <c:v>44389</c:v>
                </c:pt>
                <c:pt idx="474">
                  <c:v>44386</c:v>
                </c:pt>
                <c:pt idx="475">
                  <c:v>44385</c:v>
                </c:pt>
                <c:pt idx="476">
                  <c:v>44384</c:v>
                </c:pt>
                <c:pt idx="477">
                  <c:v>44383</c:v>
                </c:pt>
                <c:pt idx="478">
                  <c:v>44382</c:v>
                </c:pt>
                <c:pt idx="479">
                  <c:v>44379</c:v>
                </c:pt>
                <c:pt idx="480">
                  <c:v>44378</c:v>
                </c:pt>
                <c:pt idx="481">
                  <c:v>44377</c:v>
                </c:pt>
                <c:pt idx="482">
                  <c:v>44376</c:v>
                </c:pt>
                <c:pt idx="483">
                  <c:v>44375</c:v>
                </c:pt>
                <c:pt idx="484">
                  <c:v>44372</c:v>
                </c:pt>
                <c:pt idx="485">
                  <c:v>44371</c:v>
                </c:pt>
                <c:pt idx="486">
                  <c:v>44370</c:v>
                </c:pt>
                <c:pt idx="487">
                  <c:v>44369</c:v>
                </c:pt>
                <c:pt idx="488">
                  <c:v>44368</c:v>
                </c:pt>
                <c:pt idx="489">
                  <c:v>44365</c:v>
                </c:pt>
                <c:pt idx="490">
                  <c:v>44364</c:v>
                </c:pt>
                <c:pt idx="491">
                  <c:v>44363</c:v>
                </c:pt>
                <c:pt idx="492">
                  <c:v>44362</c:v>
                </c:pt>
                <c:pt idx="493">
                  <c:v>44358</c:v>
                </c:pt>
                <c:pt idx="494">
                  <c:v>44357</c:v>
                </c:pt>
                <c:pt idx="495">
                  <c:v>44356</c:v>
                </c:pt>
                <c:pt idx="496">
                  <c:v>44355</c:v>
                </c:pt>
                <c:pt idx="497">
                  <c:v>44354</c:v>
                </c:pt>
                <c:pt idx="498">
                  <c:v>44351</c:v>
                </c:pt>
                <c:pt idx="499">
                  <c:v>44350</c:v>
                </c:pt>
                <c:pt idx="500">
                  <c:v>44349</c:v>
                </c:pt>
                <c:pt idx="501">
                  <c:v>44348</c:v>
                </c:pt>
                <c:pt idx="502">
                  <c:v>44347</c:v>
                </c:pt>
                <c:pt idx="503">
                  <c:v>44344</c:v>
                </c:pt>
                <c:pt idx="504">
                  <c:v>44343</c:v>
                </c:pt>
                <c:pt idx="505">
                  <c:v>44342</c:v>
                </c:pt>
                <c:pt idx="506">
                  <c:v>44341</c:v>
                </c:pt>
                <c:pt idx="507">
                  <c:v>44340</c:v>
                </c:pt>
                <c:pt idx="508">
                  <c:v>44337</c:v>
                </c:pt>
                <c:pt idx="509">
                  <c:v>44336</c:v>
                </c:pt>
                <c:pt idx="510">
                  <c:v>44335</c:v>
                </c:pt>
                <c:pt idx="511">
                  <c:v>44334</c:v>
                </c:pt>
                <c:pt idx="512">
                  <c:v>44333</c:v>
                </c:pt>
                <c:pt idx="513">
                  <c:v>44330</c:v>
                </c:pt>
                <c:pt idx="514">
                  <c:v>44329</c:v>
                </c:pt>
                <c:pt idx="515">
                  <c:v>44328</c:v>
                </c:pt>
                <c:pt idx="516">
                  <c:v>44327</c:v>
                </c:pt>
                <c:pt idx="517">
                  <c:v>44326</c:v>
                </c:pt>
                <c:pt idx="518">
                  <c:v>44324</c:v>
                </c:pt>
                <c:pt idx="519">
                  <c:v>44323</c:v>
                </c:pt>
                <c:pt idx="520">
                  <c:v>44322</c:v>
                </c:pt>
                <c:pt idx="521">
                  <c:v>44316</c:v>
                </c:pt>
                <c:pt idx="522">
                  <c:v>44315</c:v>
                </c:pt>
                <c:pt idx="523">
                  <c:v>44314</c:v>
                </c:pt>
                <c:pt idx="524">
                  <c:v>44313</c:v>
                </c:pt>
                <c:pt idx="525">
                  <c:v>44312</c:v>
                </c:pt>
                <c:pt idx="526">
                  <c:v>44311</c:v>
                </c:pt>
                <c:pt idx="527">
                  <c:v>44309</c:v>
                </c:pt>
                <c:pt idx="528">
                  <c:v>44308</c:v>
                </c:pt>
                <c:pt idx="529">
                  <c:v>44307</c:v>
                </c:pt>
                <c:pt idx="530">
                  <c:v>44306</c:v>
                </c:pt>
                <c:pt idx="531">
                  <c:v>44305</c:v>
                </c:pt>
                <c:pt idx="532">
                  <c:v>44302</c:v>
                </c:pt>
                <c:pt idx="533">
                  <c:v>44301</c:v>
                </c:pt>
                <c:pt idx="534">
                  <c:v>44300</c:v>
                </c:pt>
                <c:pt idx="535">
                  <c:v>44299</c:v>
                </c:pt>
                <c:pt idx="536">
                  <c:v>44298</c:v>
                </c:pt>
                <c:pt idx="537">
                  <c:v>44295</c:v>
                </c:pt>
                <c:pt idx="538">
                  <c:v>44294</c:v>
                </c:pt>
                <c:pt idx="539">
                  <c:v>44293</c:v>
                </c:pt>
                <c:pt idx="540">
                  <c:v>44292</c:v>
                </c:pt>
                <c:pt idx="541">
                  <c:v>44288</c:v>
                </c:pt>
                <c:pt idx="542">
                  <c:v>44287</c:v>
                </c:pt>
                <c:pt idx="543">
                  <c:v>44286</c:v>
                </c:pt>
                <c:pt idx="544">
                  <c:v>44285</c:v>
                </c:pt>
                <c:pt idx="545">
                  <c:v>44284</c:v>
                </c:pt>
                <c:pt idx="546">
                  <c:v>44281</c:v>
                </c:pt>
                <c:pt idx="547">
                  <c:v>44280</c:v>
                </c:pt>
                <c:pt idx="548">
                  <c:v>44279</c:v>
                </c:pt>
                <c:pt idx="549">
                  <c:v>44278</c:v>
                </c:pt>
                <c:pt idx="550">
                  <c:v>44277</c:v>
                </c:pt>
                <c:pt idx="551">
                  <c:v>44274</c:v>
                </c:pt>
                <c:pt idx="552">
                  <c:v>44273</c:v>
                </c:pt>
                <c:pt idx="553">
                  <c:v>44272</c:v>
                </c:pt>
                <c:pt idx="554">
                  <c:v>44271</c:v>
                </c:pt>
                <c:pt idx="555">
                  <c:v>44270</c:v>
                </c:pt>
                <c:pt idx="556">
                  <c:v>44267</c:v>
                </c:pt>
                <c:pt idx="557">
                  <c:v>44266</c:v>
                </c:pt>
                <c:pt idx="558">
                  <c:v>44265</c:v>
                </c:pt>
                <c:pt idx="559">
                  <c:v>44264</c:v>
                </c:pt>
                <c:pt idx="560">
                  <c:v>44263</c:v>
                </c:pt>
                <c:pt idx="561">
                  <c:v>44260</c:v>
                </c:pt>
                <c:pt idx="562">
                  <c:v>44259</c:v>
                </c:pt>
                <c:pt idx="563">
                  <c:v>44258</c:v>
                </c:pt>
                <c:pt idx="564">
                  <c:v>44257</c:v>
                </c:pt>
                <c:pt idx="565">
                  <c:v>44256</c:v>
                </c:pt>
                <c:pt idx="566">
                  <c:v>44253</c:v>
                </c:pt>
                <c:pt idx="567">
                  <c:v>44252</c:v>
                </c:pt>
                <c:pt idx="568">
                  <c:v>44251</c:v>
                </c:pt>
                <c:pt idx="569">
                  <c:v>44250</c:v>
                </c:pt>
                <c:pt idx="570">
                  <c:v>44249</c:v>
                </c:pt>
                <c:pt idx="571">
                  <c:v>44247</c:v>
                </c:pt>
                <c:pt idx="572">
                  <c:v>44246</c:v>
                </c:pt>
                <c:pt idx="573">
                  <c:v>44245</c:v>
                </c:pt>
                <c:pt idx="574">
                  <c:v>44237</c:v>
                </c:pt>
                <c:pt idx="575">
                  <c:v>44236</c:v>
                </c:pt>
                <c:pt idx="576">
                  <c:v>44235</c:v>
                </c:pt>
                <c:pt idx="577">
                  <c:v>44234</c:v>
                </c:pt>
                <c:pt idx="578">
                  <c:v>44232</c:v>
                </c:pt>
                <c:pt idx="579">
                  <c:v>44231</c:v>
                </c:pt>
                <c:pt idx="580">
                  <c:v>44230</c:v>
                </c:pt>
                <c:pt idx="581">
                  <c:v>44229</c:v>
                </c:pt>
                <c:pt idx="582">
                  <c:v>44228</c:v>
                </c:pt>
                <c:pt idx="583">
                  <c:v>44225</c:v>
                </c:pt>
                <c:pt idx="584">
                  <c:v>44224</c:v>
                </c:pt>
                <c:pt idx="585">
                  <c:v>44223</c:v>
                </c:pt>
                <c:pt idx="586">
                  <c:v>44222</c:v>
                </c:pt>
                <c:pt idx="587">
                  <c:v>44221</c:v>
                </c:pt>
                <c:pt idx="588">
                  <c:v>44218</c:v>
                </c:pt>
                <c:pt idx="589">
                  <c:v>44217</c:v>
                </c:pt>
                <c:pt idx="590">
                  <c:v>44216</c:v>
                </c:pt>
                <c:pt idx="591">
                  <c:v>44215</c:v>
                </c:pt>
                <c:pt idx="592">
                  <c:v>44214</c:v>
                </c:pt>
                <c:pt idx="593">
                  <c:v>44211</c:v>
                </c:pt>
                <c:pt idx="594">
                  <c:v>44210</c:v>
                </c:pt>
                <c:pt idx="595">
                  <c:v>44209</c:v>
                </c:pt>
                <c:pt idx="596">
                  <c:v>44208</c:v>
                </c:pt>
                <c:pt idx="597">
                  <c:v>44207</c:v>
                </c:pt>
                <c:pt idx="598">
                  <c:v>44204</c:v>
                </c:pt>
                <c:pt idx="599">
                  <c:v>44203</c:v>
                </c:pt>
                <c:pt idx="600">
                  <c:v>44202</c:v>
                </c:pt>
                <c:pt idx="601">
                  <c:v>44201</c:v>
                </c:pt>
                <c:pt idx="602">
                  <c:v>44200</c:v>
                </c:pt>
                <c:pt idx="603">
                  <c:v>44196</c:v>
                </c:pt>
                <c:pt idx="604">
                  <c:v>44195</c:v>
                </c:pt>
                <c:pt idx="605">
                  <c:v>44194</c:v>
                </c:pt>
                <c:pt idx="606">
                  <c:v>44193</c:v>
                </c:pt>
                <c:pt idx="607">
                  <c:v>44190</c:v>
                </c:pt>
                <c:pt idx="608">
                  <c:v>44189</c:v>
                </c:pt>
                <c:pt idx="609">
                  <c:v>44188</c:v>
                </c:pt>
                <c:pt idx="610">
                  <c:v>44187</c:v>
                </c:pt>
                <c:pt idx="611">
                  <c:v>44186</c:v>
                </c:pt>
                <c:pt idx="612">
                  <c:v>44183</c:v>
                </c:pt>
                <c:pt idx="613">
                  <c:v>44182</c:v>
                </c:pt>
                <c:pt idx="614">
                  <c:v>44181</c:v>
                </c:pt>
                <c:pt idx="615">
                  <c:v>44180</c:v>
                </c:pt>
                <c:pt idx="616">
                  <c:v>44179</c:v>
                </c:pt>
                <c:pt idx="617">
                  <c:v>44176</c:v>
                </c:pt>
                <c:pt idx="618">
                  <c:v>44175</c:v>
                </c:pt>
                <c:pt idx="619">
                  <c:v>44174</c:v>
                </c:pt>
                <c:pt idx="620">
                  <c:v>44173</c:v>
                </c:pt>
                <c:pt idx="621">
                  <c:v>44172</c:v>
                </c:pt>
                <c:pt idx="622">
                  <c:v>44169</c:v>
                </c:pt>
                <c:pt idx="623">
                  <c:v>44168</c:v>
                </c:pt>
                <c:pt idx="624">
                  <c:v>44167</c:v>
                </c:pt>
                <c:pt idx="625">
                  <c:v>44166</c:v>
                </c:pt>
                <c:pt idx="626">
                  <c:v>44165</c:v>
                </c:pt>
                <c:pt idx="627">
                  <c:v>44162</c:v>
                </c:pt>
                <c:pt idx="628">
                  <c:v>44161</c:v>
                </c:pt>
                <c:pt idx="629">
                  <c:v>44160</c:v>
                </c:pt>
                <c:pt idx="630">
                  <c:v>44159</c:v>
                </c:pt>
                <c:pt idx="631">
                  <c:v>44158</c:v>
                </c:pt>
                <c:pt idx="632">
                  <c:v>44155</c:v>
                </c:pt>
                <c:pt idx="633">
                  <c:v>44154</c:v>
                </c:pt>
                <c:pt idx="634">
                  <c:v>44153</c:v>
                </c:pt>
                <c:pt idx="635">
                  <c:v>44152</c:v>
                </c:pt>
                <c:pt idx="636">
                  <c:v>44151</c:v>
                </c:pt>
                <c:pt idx="637">
                  <c:v>44148</c:v>
                </c:pt>
                <c:pt idx="638">
                  <c:v>44147</c:v>
                </c:pt>
                <c:pt idx="639">
                  <c:v>44146</c:v>
                </c:pt>
                <c:pt idx="640">
                  <c:v>44145</c:v>
                </c:pt>
                <c:pt idx="641">
                  <c:v>44144</c:v>
                </c:pt>
                <c:pt idx="642">
                  <c:v>44141</c:v>
                </c:pt>
                <c:pt idx="643">
                  <c:v>44140</c:v>
                </c:pt>
                <c:pt idx="644">
                  <c:v>44139</c:v>
                </c:pt>
                <c:pt idx="645">
                  <c:v>44138</c:v>
                </c:pt>
                <c:pt idx="646">
                  <c:v>44137</c:v>
                </c:pt>
                <c:pt idx="647">
                  <c:v>44134</c:v>
                </c:pt>
                <c:pt idx="648">
                  <c:v>44133</c:v>
                </c:pt>
                <c:pt idx="649">
                  <c:v>44132</c:v>
                </c:pt>
                <c:pt idx="650">
                  <c:v>44131</c:v>
                </c:pt>
                <c:pt idx="651">
                  <c:v>44130</c:v>
                </c:pt>
                <c:pt idx="652">
                  <c:v>44127</c:v>
                </c:pt>
                <c:pt idx="653">
                  <c:v>44126</c:v>
                </c:pt>
                <c:pt idx="654">
                  <c:v>44125</c:v>
                </c:pt>
                <c:pt idx="655">
                  <c:v>44124</c:v>
                </c:pt>
                <c:pt idx="656">
                  <c:v>44123</c:v>
                </c:pt>
                <c:pt idx="657">
                  <c:v>44120</c:v>
                </c:pt>
                <c:pt idx="658">
                  <c:v>44119</c:v>
                </c:pt>
                <c:pt idx="659">
                  <c:v>44118</c:v>
                </c:pt>
                <c:pt idx="660">
                  <c:v>44117</c:v>
                </c:pt>
                <c:pt idx="661">
                  <c:v>44116</c:v>
                </c:pt>
                <c:pt idx="662">
                  <c:v>44114</c:v>
                </c:pt>
                <c:pt idx="663">
                  <c:v>44113</c:v>
                </c:pt>
                <c:pt idx="664">
                  <c:v>44104</c:v>
                </c:pt>
                <c:pt idx="665">
                  <c:v>44103</c:v>
                </c:pt>
                <c:pt idx="666">
                  <c:v>44102</c:v>
                </c:pt>
                <c:pt idx="667">
                  <c:v>44101</c:v>
                </c:pt>
                <c:pt idx="668">
                  <c:v>44099</c:v>
                </c:pt>
                <c:pt idx="669">
                  <c:v>44098</c:v>
                </c:pt>
                <c:pt idx="670">
                  <c:v>44097</c:v>
                </c:pt>
                <c:pt idx="671">
                  <c:v>44096</c:v>
                </c:pt>
                <c:pt idx="672">
                  <c:v>44095</c:v>
                </c:pt>
                <c:pt idx="673">
                  <c:v>44092</c:v>
                </c:pt>
                <c:pt idx="674">
                  <c:v>44091</c:v>
                </c:pt>
                <c:pt idx="675">
                  <c:v>44090</c:v>
                </c:pt>
                <c:pt idx="676">
                  <c:v>44089</c:v>
                </c:pt>
                <c:pt idx="677">
                  <c:v>44088</c:v>
                </c:pt>
                <c:pt idx="678">
                  <c:v>44085</c:v>
                </c:pt>
                <c:pt idx="679">
                  <c:v>44084</c:v>
                </c:pt>
                <c:pt idx="680">
                  <c:v>44083</c:v>
                </c:pt>
                <c:pt idx="681">
                  <c:v>44082</c:v>
                </c:pt>
                <c:pt idx="682">
                  <c:v>44081</c:v>
                </c:pt>
                <c:pt idx="683">
                  <c:v>44078</c:v>
                </c:pt>
                <c:pt idx="684">
                  <c:v>44077</c:v>
                </c:pt>
                <c:pt idx="685">
                  <c:v>44076</c:v>
                </c:pt>
                <c:pt idx="686">
                  <c:v>44075</c:v>
                </c:pt>
                <c:pt idx="687">
                  <c:v>44074</c:v>
                </c:pt>
                <c:pt idx="688">
                  <c:v>44071</c:v>
                </c:pt>
                <c:pt idx="689">
                  <c:v>44070</c:v>
                </c:pt>
                <c:pt idx="690">
                  <c:v>44069</c:v>
                </c:pt>
                <c:pt idx="691">
                  <c:v>44068</c:v>
                </c:pt>
                <c:pt idx="692">
                  <c:v>44067</c:v>
                </c:pt>
                <c:pt idx="693">
                  <c:v>44064</c:v>
                </c:pt>
                <c:pt idx="694">
                  <c:v>44063</c:v>
                </c:pt>
                <c:pt idx="695">
                  <c:v>44062</c:v>
                </c:pt>
                <c:pt idx="696">
                  <c:v>44061</c:v>
                </c:pt>
                <c:pt idx="697">
                  <c:v>44060</c:v>
                </c:pt>
                <c:pt idx="698">
                  <c:v>44057</c:v>
                </c:pt>
                <c:pt idx="699">
                  <c:v>44056</c:v>
                </c:pt>
                <c:pt idx="700">
                  <c:v>44055</c:v>
                </c:pt>
                <c:pt idx="701">
                  <c:v>44054</c:v>
                </c:pt>
                <c:pt idx="702">
                  <c:v>44053</c:v>
                </c:pt>
                <c:pt idx="703">
                  <c:v>44050</c:v>
                </c:pt>
                <c:pt idx="704">
                  <c:v>44049</c:v>
                </c:pt>
                <c:pt idx="705">
                  <c:v>44048</c:v>
                </c:pt>
                <c:pt idx="706">
                  <c:v>44047</c:v>
                </c:pt>
                <c:pt idx="707">
                  <c:v>44046</c:v>
                </c:pt>
                <c:pt idx="708">
                  <c:v>44043</c:v>
                </c:pt>
                <c:pt idx="709">
                  <c:v>44042</c:v>
                </c:pt>
                <c:pt idx="710">
                  <c:v>44041</c:v>
                </c:pt>
                <c:pt idx="711">
                  <c:v>44040</c:v>
                </c:pt>
                <c:pt idx="712">
                  <c:v>44039</c:v>
                </c:pt>
                <c:pt idx="713">
                  <c:v>44036</c:v>
                </c:pt>
                <c:pt idx="714">
                  <c:v>44035</c:v>
                </c:pt>
                <c:pt idx="715">
                  <c:v>44034</c:v>
                </c:pt>
                <c:pt idx="716">
                  <c:v>44033</c:v>
                </c:pt>
                <c:pt idx="717">
                  <c:v>44032</c:v>
                </c:pt>
                <c:pt idx="718">
                  <c:v>44029</c:v>
                </c:pt>
                <c:pt idx="719">
                  <c:v>44028</c:v>
                </c:pt>
                <c:pt idx="720">
                  <c:v>44027</c:v>
                </c:pt>
                <c:pt idx="721">
                  <c:v>44026</c:v>
                </c:pt>
                <c:pt idx="722">
                  <c:v>44025</c:v>
                </c:pt>
                <c:pt idx="723">
                  <c:v>44022</c:v>
                </c:pt>
                <c:pt idx="724">
                  <c:v>44021</c:v>
                </c:pt>
                <c:pt idx="725">
                  <c:v>44020</c:v>
                </c:pt>
                <c:pt idx="726">
                  <c:v>44019</c:v>
                </c:pt>
                <c:pt idx="727">
                  <c:v>44018</c:v>
                </c:pt>
                <c:pt idx="728">
                  <c:v>44015</c:v>
                </c:pt>
                <c:pt idx="729">
                  <c:v>44014</c:v>
                </c:pt>
                <c:pt idx="730">
                  <c:v>44013</c:v>
                </c:pt>
                <c:pt idx="731">
                  <c:v>44012</c:v>
                </c:pt>
                <c:pt idx="732">
                  <c:v>44011</c:v>
                </c:pt>
                <c:pt idx="733">
                  <c:v>44010</c:v>
                </c:pt>
                <c:pt idx="734">
                  <c:v>44006</c:v>
                </c:pt>
                <c:pt idx="735">
                  <c:v>44005</c:v>
                </c:pt>
                <c:pt idx="736">
                  <c:v>44004</c:v>
                </c:pt>
                <c:pt idx="737">
                  <c:v>44001</c:v>
                </c:pt>
                <c:pt idx="738">
                  <c:v>44000</c:v>
                </c:pt>
                <c:pt idx="739">
                  <c:v>43999</c:v>
                </c:pt>
                <c:pt idx="740">
                  <c:v>43998</c:v>
                </c:pt>
                <c:pt idx="741">
                  <c:v>43997</c:v>
                </c:pt>
                <c:pt idx="742">
                  <c:v>43994</c:v>
                </c:pt>
                <c:pt idx="743">
                  <c:v>43993</c:v>
                </c:pt>
                <c:pt idx="744">
                  <c:v>43992</c:v>
                </c:pt>
                <c:pt idx="745">
                  <c:v>43991</c:v>
                </c:pt>
                <c:pt idx="746">
                  <c:v>43990</c:v>
                </c:pt>
                <c:pt idx="747">
                  <c:v>43987</c:v>
                </c:pt>
                <c:pt idx="748">
                  <c:v>43986</c:v>
                </c:pt>
                <c:pt idx="749">
                  <c:v>43985</c:v>
                </c:pt>
                <c:pt idx="750">
                  <c:v>43984</c:v>
                </c:pt>
                <c:pt idx="751">
                  <c:v>43983</c:v>
                </c:pt>
                <c:pt idx="752">
                  <c:v>43980</c:v>
                </c:pt>
                <c:pt idx="753">
                  <c:v>43979</c:v>
                </c:pt>
                <c:pt idx="754">
                  <c:v>43978</c:v>
                </c:pt>
                <c:pt idx="755">
                  <c:v>43977</c:v>
                </c:pt>
                <c:pt idx="756">
                  <c:v>43976</c:v>
                </c:pt>
                <c:pt idx="757">
                  <c:v>43973</c:v>
                </c:pt>
                <c:pt idx="758">
                  <c:v>43972</c:v>
                </c:pt>
                <c:pt idx="759">
                  <c:v>43971</c:v>
                </c:pt>
                <c:pt idx="760">
                  <c:v>43970</c:v>
                </c:pt>
                <c:pt idx="761">
                  <c:v>43969</c:v>
                </c:pt>
                <c:pt idx="762">
                  <c:v>43966</c:v>
                </c:pt>
                <c:pt idx="763">
                  <c:v>43965</c:v>
                </c:pt>
                <c:pt idx="764">
                  <c:v>43964</c:v>
                </c:pt>
                <c:pt idx="765">
                  <c:v>43963</c:v>
                </c:pt>
                <c:pt idx="766">
                  <c:v>43962</c:v>
                </c:pt>
                <c:pt idx="767">
                  <c:v>43960</c:v>
                </c:pt>
                <c:pt idx="768">
                  <c:v>43959</c:v>
                </c:pt>
                <c:pt idx="769">
                  <c:v>43958</c:v>
                </c:pt>
                <c:pt idx="770">
                  <c:v>43957</c:v>
                </c:pt>
                <c:pt idx="771">
                  <c:v>43951</c:v>
                </c:pt>
                <c:pt idx="772">
                  <c:v>43950</c:v>
                </c:pt>
                <c:pt idx="773">
                  <c:v>43949</c:v>
                </c:pt>
                <c:pt idx="774">
                  <c:v>43948</c:v>
                </c:pt>
                <c:pt idx="775">
                  <c:v>43947</c:v>
                </c:pt>
                <c:pt idx="776">
                  <c:v>43945</c:v>
                </c:pt>
                <c:pt idx="777">
                  <c:v>43944</c:v>
                </c:pt>
                <c:pt idx="778">
                  <c:v>43943</c:v>
                </c:pt>
                <c:pt idx="779">
                  <c:v>43942</c:v>
                </c:pt>
                <c:pt idx="780">
                  <c:v>43941</c:v>
                </c:pt>
                <c:pt idx="781">
                  <c:v>43938</c:v>
                </c:pt>
                <c:pt idx="782">
                  <c:v>43937</c:v>
                </c:pt>
                <c:pt idx="783">
                  <c:v>43936</c:v>
                </c:pt>
                <c:pt idx="784">
                  <c:v>43935</c:v>
                </c:pt>
                <c:pt idx="785">
                  <c:v>43934</c:v>
                </c:pt>
                <c:pt idx="786">
                  <c:v>43931</c:v>
                </c:pt>
                <c:pt idx="787">
                  <c:v>43930</c:v>
                </c:pt>
                <c:pt idx="788">
                  <c:v>43929</c:v>
                </c:pt>
                <c:pt idx="789">
                  <c:v>43928</c:v>
                </c:pt>
                <c:pt idx="790">
                  <c:v>43924</c:v>
                </c:pt>
                <c:pt idx="791">
                  <c:v>43923</c:v>
                </c:pt>
                <c:pt idx="792">
                  <c:v>43922</c:v>
                </c:pt>
              </c:numCache>
            </c:numRef>
          </c:cat>
          <c:val>
            <c:numRef>
              <c:f>'图 87'!$D$2:$D$796</c:f>
              <c:numCache>
                <c:formatCode>General</c:formatCode>
                <c:ptCount val="795"/>
                <c:pt idx="0">
                  <c:v>4500</c:v>
                </c:pt>
                <c:pt idx="1">
                  <c:v>4500</c:v>
                </c:pt>
                <c:pt idx="2">
                  <c:v>4500</c:v>
                </c:pt>
                <c:pt idx="3">
                  <c:v>4500</c:v>
                </c:pt>
                <c:pt idx="4">
                  <c:v>4500</c:v>
                </c:pt>
                <c:pt idx="5">
                  <c:v>4500</c:v>
                </c:pt>
                <c:pt idx="6">
                  <c:v>4500</c:v>
                </c:pt>
                <c:pt idx="7">
                  <c:v>4500</c:v>
                </c:pt>
                <c:pt idx="8">
                  <c:v>4500</c:v>
                </c:pt>
                <c:pt idx="9">
                  <c:v>4500</c:v>
                </c:pt>
                <c:pt idx="10">
                  <c:v>4500</c:v>
                </c:pt>
                <c:pt idx="11">
                  <c:v>4500</c:v>
                </c:pt>
                <c:pt idx="12">
                  <c:v>4500</c:v>
                </c:pt>
                <c:pt idx="13">
                  <c:v>4500</c:v>
                </c:pt>
                <c:pt idx="14">
                  <c:v>4500</c:v>
                </c:pt>
                <c:pt idx="15">
                  <c:v>4500</c:v>
                </c:pt>
                <c:pt idx="16">
                  <c:v>4500</c:v>
                </c:pt>
                <c:pt idx="17">
                  <c:v>4500</c:v>
                </c:pt>
                <c:pt idx="18">
                  <c:v>4500</c:v>
                </c:pt>
                <c:pt idx="19">
                  <c:v>4500</c:v>
                </c:pt>
                <c:pt idx="20">
                  <c:v>4500</c:v>
                </c:pt>
                <c:pt idx="21">
                  <c:v>4500</c:v>
                </c:pt>
                <c:pt idx="22">
                  <c:v>4500</c:v>
                </c:pt>
                <c:pt idx="23">
                  <c:v>4500</c:v>
                </c:pt>
                <c:pt idx="24">
                  <c:v>4500</c:v>
                </c:pt>
                <c:pt idx="25">
                  <c:v>4500</c:v>
                </c:pt>
                <c:pt idx="26">
                  <c:v>4500</c:v>
                </c:pt>
                <c:pt idx="27">
                  <c:v>4500</c:v>
                </c:pt>
                <c:pt idx="28">
                  <c:v>4500</c:v>
                </c:pt>
                <c:pt idx="29">
                  <c:v>4500</c:v>
                </c:pt>
                <c:pt idx="30">
                  <c:v>6000</c:v>
                </c:pt>
                <c:pt idx="31">
                  <c:v>6000</c:v>
                </c:pt>
                <c:pt idx="32">
                  <c:v>6000</c:v>
                </c:pt>
                <c:pt idx="33">
                  <c:v>6000</c:v>
                </c:pt>
                <c:pt idx="34">
                  <c:v>6000</c:v>
                </c:pt>
                <c:pt idx="35">
                  <c:v>6000</c:v>
                </c:pt>
                <c:pt idx="36">
                  <c:v>6000</c:v>
                </c:pt>
                <c:pt idx="37">
                  <c:v>6000</c:v>
                </c:pt>
                <c:pt idx="38">
                  <c:v>6000</c:v>
                </c:pt>
                <c:pt idx="39">
                  <c:v>6000</c:v>
                </c:pt>
                <c:pt idx="40">
                  <c:v>6000</c:v>
                </c:pt>
                <c:pt idx="41">
                  <c:v>6000</c:v>
                </c:pt>
                <c:pt idx="42">
                  <c:v>6000</c:v>
                </c:pt>
                <c:pt idx="43">
                  <c:v>6000</c:v>
                </c:pt>
                <c:pt idx="44">
                  <c:v>6000</c:v>
                </c:pt>
                <c:pt idx="45">
                  <c:v>6000</c:v>
                </c:pt>
                <c:pt idx="46">
                  <c:v>6000</c:v>
                </c:pt>
                <c:pt idx="47">
                  <c:v>6000</c:v>
                </c:pt>
                <c:pt idx="48">
                  <c:v>6000</c:v>
                </c:pt>
                <c:pt idx="49">
                  <c:v>6000</c:v>
                </c:pt>
                <c:pt idx="50">
                  <c:v>6000</c:v>
                </c:pt>
                <c:pt idx="51">
                  <c:v>6000</c:v>
                </c:pt>
                <c:pt idx="52">
                  <c:v>6000</c:v>
                </c:pt>
                <c:pt idx="53">
                  <c:v>6000</c:v>
                </c:pt>
                <c:pt idx="54">
                  <c:v>6000</c:v>
                </c:pt>
                <c:pt idx="55">
                  <c:v>6000</c:v>
                </c:pt>
                <c:pt idx="56">
                  <c:v>6000</c:v>
                </c:pt>
                <c:pt idx="57">
                  <c:v>6000</c:v>
                </c:pt>
                <c:pt idx="58">
                  <c:v>6000</c:v>
                </c:pt>
                <c:pt idx="59">
                  <c:v>6000</c:v>
                </c:pt>
                <c:pt idx="60">
                  <c:v>6000</c:v>
                </c:pt>
                <c:pt idx="61">
                  <c:v>6000</c:v>
                </c:pt>
                <c:pt idx="62">
                  <c:v>6000</c:v>
                </c:pt>
                <c:pt idx="63">
                  <c:v>6000</c:v>
                </c:pt>
                <c:pt idx="64">
                  <c:v>6000</c:v>
                </c:pt>
                <c:pt idx="65">
                  <c:v>6000</c:v>
                </c:pt>
                <c:pt idx="66">
                  <c:v>6000</c:v>
                </c:pt>
                <c:pt idx="67">
                  <c:v>6000</c:v>
                </c:pt>
                <c:pt idx="68">
                  <c:v>6000</c:v>
                </c:pt>
                <c:pt idx="69">
                  <c:v>6000</c:v>
                </c:pt>
                <c:pt idx="70">
                  <c:v>6000</c:v>
                </c:pt>
                <c:pt idx="71">
                  <c:v>6000</c:v>
                </c:pt>
                <c:pt idx="72">
                  <c:v>6000</c:v>
                </c:pt>
                <c:pt idx="73">
                  <c:v>6000</c:v>
                </c:pt>
                <c:pt idx="74">
                  <c:v>6000</c:v>
                </c:pt>
                <c:pt idx="75">
                  <c:v>6000</c:v>
                </c:pt>
                <c:pt idx="76">
                  <c:v>6000</c:v>
                </c:pt>
                <c:pt idx="77">
                  <c:v>6000</c:v>
                </c:pt>
                <c:pt idx="78">
                  <c:v>6000</c:v>
                </c:pt>
                <c:pt idx="79">
                  <c:v>6000</c:v>
                </c:pt>
                <c:pt idx="80">
                  <c:v>6000</c:v>
                </c:pt>
                <c:pt idx="81">
                  <c:v>6000</c:v>
                </c:pt>
                <c:pt idx="82">
                  <c:v>6000</c:v>
                </c:pt>
                <c:pt idx="83">
                  <c:v>6000</c:v>
                </c:pt>
                <c:pt idx="84">
                  <c:v>6000</c:v>
                </c:pt>
                <c:pt idx="85">
                  <c:v>6000</c:v>
                </c:pt>
                <c:pt idx="86">
                  <c:v>6000</c:v>
                </c:pt>
                <c:pt idx="87">
                  <c:v>6000</c:v>
                </c:pt>
                <c:pt idx="88">
                  <c:v>6000</c:v>
                </c:pt>
                <c:pt idx="89">
                  <c:v>6000</c:v>
                </c:pt>
                <c:pt idx="90">
                  <c:v>6000</c:v>
                </c:pt>
                <c:pt idx="91">
                  <c:v>6000</c:v>
                </c:pt>
                <c:pt idx="92">
                  <c:v>6000</c:v>
                </c:pt>
                <c:pt idx="93">
                  <c:v>6000</c:v>
                </c:pt>
                <c:pt idx="94">
                  <c:v>6000</c:v>
                </c:pt>
                <c:pt idx="95">
                  <c:v>6000</c:v>
                </c:pt>
                <c:pt idx="96">
                  <c:v>6000</c:v>
                </c:pt>
                <c:pt idx="97">
                  <c:v>6000</c:v>
                </c:pt>
                <c:pt idx="98">
                  <c:v>6000</c:v>
                </c:pt>
                <c:pt idx="99">
                  <c:v>6000</c:v>
                </c:pt>
                <c:pt idx="100">
                  <c:v>6000</c:v>
                </c:pt>
                <c:pt idx="101">
                  <c:v>6000</c:v>
                </c:pt>
                <c:pt idx="102">
                  <c:v>6000</c:v>
                </c:pt>
                <c:pt idx="103">
                  <c:v>6000</c:v>
                </c:pt>
                <c:pt idx="104">
                  <c:v>6000</c:v>
                </c:pt>
                <c:pt idx="105">
                  <c:v>6000</c:v>
                </c:pt>
                <c:pt idx="106">
                  <c:v>6000</c:v>
                </c:pt>
                <c:pt idx="107">
                  <c:v>6000</c:v>
                </c:pt>
                <c:pt idx="108">
                  <c:v>6000</c:v>
                </c:pt>
                <c:pt idx="109">
                  <c:v>6000</c:v>
                </c:pt>
                <c:pt idx="110">
                  <c:v>6000</c:v>
                </c:pt>
                <c:pt idx="111">
                  <c:v>6000</c:v>
                </c:pt>
                <c:pt idx="112">
                  <c:v>6000</c:v>
                </c:pt>
                <c:pt idx="113">
                  <c:v>6000</c:v>
                </c:pt>
                <c:pt idx="114">
                  <c:v>6000</c:v>
                </c:pt>
                <c:pt idx="115">
                  <c:v>6000</c:v>
                </c:pt>
                <c:pt idx="116">
                  <c:v>6000</c:v>
                </c:pt>
                <c:pt idx="117">
                  <c:v>6000</c:v>
                </c:pt>
                <c:pt idx="118">
                  <c:v>6000</c:v>
                </c:pt>
                <c:pt idx="119">
                  <c:v>6000</c:v>
                </c:pt>
                <c:pt idx="120">
                  <c:v>6000</c:v>
                </c:pt>
                <c:pt idx="121">
                  <c:v>6000</c:v>
                </c:pt>
                <c:pt idx="122">
                  <c:v>6000</c:v>
                </c:pt>
                <c:pt idx="123">
                  <c:v>6000</c:v>
                </c:pt>
                <c:pt idx="124">
                  <c:v>6000</c:v>
                </c:pt>
                <c:pt idx="125">
                  <c:v>6000</c:v>
                </c:pt>
                <c:pt idx="126">
                  <c:v>6000</c:v>
                </c:pt>
                <c:pt idx="127">
                  <c:v>6000</c:v>
                </c:pt>
                <c:pt idx="128">
                  <c:v>6000</c:v>
                </c:pt>
                <c:pt idx="129">
                  <c:v>6000</c:v>
                </c:pt>
                <c:pt idx="130">
                  <c:v>6000</c:v>
                </c:pt>
                <c:pt idx="131">
                  <c:v>6000</c:v>
                </c:pt>
                <c:pt idx="132">
                  <c:v>6000</c:v>
                </c:pt>
                <c:pt idx="133">
                  <c:v>6000</c:v>
                </c:pt>
                <c:pt idx="134">
                  <c:v>6000</c:v>
                </c:pt>
                <c:pt idx="135">
                  <c:v>6000</c:v>
                </c:pt>
                <c:pt idx="136">
                  <c:v>6000</c:v>
                </c:pt>
                <c:pt idx="137">
                  <c:v>6000</c:v>
                </c:pt>
                <c:pt idx="138">
                  <c:v>6000</c:v>
                </c:pt>
                <c:pt idx="139">
                  <c:v>6000</c:v>
                </c:pt>
                <c:pt idx="140">
                  <c:v>6000</c:v>
                </c:pt>
                <c:pt idx="141">
                  <c:v>6000</c:v>
                </c:pt>
                <c:pt idx="142">
                  <c:v>6000</c:v>
                </c:pt>
                <c:pt idx="143">
                  <c:v>6000</c:v>
                </c:pt>
                <c:pt idx="144">
                  <c:v>6000</c:v>
                </c:pt>
                <c:pt idx="145">
                  <c:v>6000</c:v>
                </c:pt>
                <c:pt idx="146">
                  <c:v>6000</c:v>
                </c:pt>
                <c:pt idx="147">
                  <c:v>6000</c:v>
                </c:pt>
                <c:pt idx="148">
                  <c:v>6000</c:v>
                </c:pt>
                <c:pt idx="149">
                  <c:v>6000</c:v>
                </c:pt>
                <c:pt idx="150">
                  <c:v>6000</c:v>
                </c:pt>
                <c:pt idx="151">
                  <c:v>6000</c:v>
                </c:pt>
                <c:pt idx="152">
                  <c:v>6000</c:v>
                </c:pt>
                <c:pt idx="153">
                  <c:v>6000</c:v>
                </c:pt>
                <c:pt idx="154">
                  <c:v>6000</c:v>
                </c:pt>
                <c:pt idx="155">
                  <c:v>6000</c:v>
                </c:pt>
                <c:pt idx="156">
                  <c:v>6000</c:v>
                </c:pt>
                <c:pt idx="157">
                  <c:v>6000</c:v>
                </c:pt>
                <c:pt idx="158">
                  <c:v>6000</c:v>
                </c:pt>
                <c:pt idx="159">
                  <c:v>6000</c:v>
                </c:pt>
                <c:pt idx="160">
                  <c:v>6000</c:v>
                </c:pt>
                <c:pt idx="161">
                  <c:v>6000</c:v>
                </c:pt>
                <c:pt idx="162">
                  <c:v>6000</c:v>
                </c:pt>
                <c:pt idx="163">
                  <c:v>6000</c:v>
                </c:pt>
                <c:pt idx="164">
                  <c:v>6000</c:v>
                </c:pt>
                <c:pt idx="165">
                  <c:v>6000</c:v>
                </c:pt>
                <c:pt idx="166">
                  <c:v>6000</c:v>
                </c:pt>
                <c:pt idx="167">
                  <c:v>6000</c:v>
                </c:pt>
                <c:pt idx="168">
                  <c:v>6000</c:v>
                </c:pt>
                <c:pt idx="169">
                  <c:v>6000</c:v>
                </c:pt>
                <c:pt idx="170">
                  <c:v>6000</c:v>
                </c:pt>
                <c:pt idx="171">
                  <c:v>6000</c:v>
                </c:pt>
                <c:pt idx="172">
                  <c:v>6000</c:v>
                </c:pt>
                <c:pt idx="173">
                  <c:v>6000</c:v>
                </c:pt>
                <c:pt idx="174">
                  <c:v>6000</c:v>
                </c:pt>
                <c:pt idx="175">
                  <c:v>6000</c:v>
                </c:pt>
                <c:pt idx="176">
                  <c:v>6000</c:v>
                </c:pt>
                <c:pt idx="177">
                  <c:v>6000</c:v>
                </c:pt>
                <c:pt idx="178">
                  <c:v>6000</c:v>
                </c:pt>
                <c:pt idx="179">
                  <c:v>6000</c:v>
                </c:pt>
                <c:pt idx="180">
                  <c:v>6000</c:v>
                </c:pt>
                <c:pt idx="181">
                  <c:v>6000</c:v>
                </c:pt>
                <c:pt idx="182">
                  <c:v>6000</c:v>
                </c:pt>
                <c:pt idx="183">
                  <c:v>6000</c:v>
                </c:pt>
                <c:pt idx="184">
                  <c:v>6000</c:v>
                </c:pt>
                <c:pt idx="185">
                  <c:v>6000</c:v>
                </c:pt>
                <c:pt idx="186">
                  <c:v>6000</c:v>
                </c:pt>
                <c:pt idx="187">
                  <c:v>6000</c:v>
                </c:pt>
                <c:pt idx="188">
                  <c:v>6000</c:v>
                </c:pt>
                <c:pt idx="189">
                  <c:v>6000</c:v>
                </c:pt>
                <c:pt idx="190">
                  <c:v>6000</c:v>
                </c:pt>
                <c:pt idx="191">
                  <c:v>6000</c:v>
                </c:pt>
                <c:pt idx="192">
                  <c:v>6000</c:v>
                </c:pt>
                <c:pt idx="193">
                  <c:v>6000</c:v>
                </c:pt>
                <c:pt idx="194">
                  <c:v>6000</c:v>
                </c:pt>
                <c:pt idx="195">
                  <c:v>6000</c:v>
                </c:pt>
                <c:pt idx="196">
                  <c:v>6000</c:v>
                </c:pt>
                <c:pt idx="197">
                  <c:v>6000</c:v>
                </c:pt>
                <c:pt idx="198">
                  <c:v>6000</c:v>
                </c:pt>
                <c:pt idx="199">
                  <c:v>6000</c:v>
                </c:pt>
                <c:pt idx="200">
                  <c:v>6000</c:v>
                </c:pt>
                <c:pt idx="201">
                  <c:v>6000</c:v>
                </c:pt>
                <c:pt idx="202">
                  <c:v>6000</c:v>
                </c:pt>
                <c:pt idx="203">
                  <c:v>6000</c:v>
                </c:pt>
                <c:pt idx="204">
                  <c:v>6000</c:v>
                </c:pt>
                <c:pt idx="205">
                  <c:v>6000</c:v>
                </c:pt>
                <c:pt idx="206">
                  <c:v>6000</c:v>
                </c:pt>
                <c:pt idx="207">
                  <c:v>6000</c:v>
                </c:pt>
                <c:pt idx="208">
                  <c:v>6000</c:v>
                </c:pt>
                <c:pt idx="209">
                  <c:v>6000</c:v>
                </c:pt>
                <c:pt idx="210">
                  <c:v>6000</c:v>
                </c:pt>
                <c:pt idx="211">
                  <c:v>6000</c:v>
                </c:pt>
                <c:pt idx="212">
                  <c:v>6000</c:v>
                </c:pt>
                <c:pt idx="213">
                  <c:v>6000</c:v>
                </c:pt>
                <c:pt idx="214">
                  <c:v>6000</c:v>
                </c:pt>
                <c:pt idx="215">
                  <c:v>6000</c:v>
                </c:pt>
                <c:pt idx="216">
                  <c:v>6000</c:v>
                </c:pt>
                <c:pt idx="217">
                  <c:v>6000</c:v>
                </c:pt>
                <c:pt idx="218">
                  <c:v>6000</c:v>
                </c:pt>
                <c:pt idx="219">
                  <c:v>6000</c:v>
                </c:pt>
                <c:pt idx="220">
                  <c:v>6000</c:v>
                </c:pt>
                <c:pt idx="221">
                  <c:v>6000</c:v>
                </c:pt>
                <c:pt idx="222">
                  <c:v>6000</c:v>
                </c:pt>
                <c:pt idx="223">
                  <c:v>6000</c:v>
                </c:pt>
                <c:pt idx="224">
                  <c:v>6000</c:v>
                </c:pt>
                <c:pt idx="225">
                  <c:v>6000</c:v>
                </c:pt>
                <c:pt idx="226">
                  <c:v>6000</c:v>
                </c:pt>
                <c:pt idx="227">
                  <c:v>6000</c:v>
                </c:pt>
                <c:pt idx="228">
                  <c:v>6000</c:v>
                </c:pt>
                <c:pt idx="229">
                  <c:v>6000</c:v>
                </c:pt>
                <c:pt idx="230">
                  <c:v>6000</c:v>
                </c:pt>
                <c:pt idx="231">
                  <c:v>6000</c:v>
                </c:pt>
                <c:pt idx="232">
                  <c:v>6000</c:v>
                </c:pt>
                <c:pt idx="233">
                  <c:v>6000</c:v>
                </c:pt>
                <c:pt idx="234">
                  <c:v>6000</c:v>
                </c:pt>
                <c:pt idx="235">
                  <c:v>6000</c:v>
                </c:pt>
                <c:pt idx="236">
                  <c:v>6000</c:v>
                </c:pt>
                <c:pt idx="237">
                  <c:v>6000</c:v>
                </c:pt>
                <c:pt idx="238">
                  <c:v>6000</c:v>
                </c:pt>
                <c:pt idx="239">
                  <c:v>6000</c:v>
                </c:pt>
                <c:pt idx="240">
                  <c:v>6000</c:v>
                </c:pt>
                <c:pt idx="241">
                  <c:v>6000</c:v>
                </c:pt>
                <c:pt idx="242">
                  <c:v>6000</c:v>
                </c:pt>
                <c:pt idx="243">
                  <c:v>6000</c:v>
                </c:pt>
                <c:pt idx="244">
                  <c:v>6000</c:v>
                </c:pt>
                <c:pt idx="245">
                  <c:v>6000</c:v>
                </c:pt>
                <c:pt idx="246">
                  <c:v>6000</c:v>
                </c:pt>
                <c:pt idx="247">
                  <c:v>6000</c:v>
                </c:pt>
                <c:pt idx="248">
                  <c:v>6000</c:v>
                </c:pt>
                <c:pt idx="249">
                  <c:v>6000</c:v>
                </c:pt>
                <c:pt idx="250">
                  <c:v>6000</c:v>
                </c:pt>
                <c:pt idx="251">
                  <c:v>6000</c:v>
                </c:pt>
                <c:pt idx="252">
                  <c:v>6000</c:v>
                </c:pt>
                <c:pt idx="253">
                  <c:v>6000</c:v>
                </c:pt>
                <c:pt idx="254">
                  <c:v>6000</c:v>
                </c:pt>
                <c:pt idx="255">
                  <c:v>6000</c:v>
                </c:pt>
                <c:pt idx="256">
                  <c:v>6000</c:v>
                </c:pt>
                <c:pt idx="257">
                  <c:v>6000</c:v>
                </c:pt>
                <c:pt idx="258">
                  <c:v>6000</c:v>
                </c:pt>
                <c:pt idx="259">
                  <c:v>6000</c:v>
                </c:pt>
                <c:pt idx="260">
                  <c:v>6000</c:v>
                </c:pt>
                <c:pt idx="261">
                  <c:v>6000</c:v>
                </c:pt>
                <c:pt idx="262">
                  <c:v>6000</c:v>
                </c:pt>
                <c:pt idx="263">
                  <c:v>6000</c:v>
                </c:pt>
                <c:pt idx="264">
                  <c:v>6000</c:v>
                </c:pt>
                <c:pt idx="265">
                  <c:v>6000</c:v>
                </c:pt>
                <c:pt idx="266">
                  <c:v>6000</c:v>
                </c:pt>
                <c:pt idx="267">
                  <c:v>6000</c:v>
                </c:pt>
                <c:pt idx="268">
                  <c:v>6000</c:v>
                </c:pt>
                <c:pt idx="269">
                  <c:v>6000</c:v>
                </c:pt>
                <c:pt idx="270">
                  <c:v>6000</c:v>
                </c:pt>
                <c:pt idx="271">
                  <c:v>6000</c:v>
                </c:pt>
                <c:pt idx="272">
                  <c:v>6000</c:v>
                </c:pt>
                <c:pt idx="273">
                  <c:v>6000</c:v>
                </c:pt>
                <c:pt idx="274">
                  <c:v>6000</c:v>
                </c:pt>
                <c:pt idx="275">
                  <c:v>6000</c:v>
                </c:pt>
                <c:pt idx="276">
                  <c:v>6000</c:v>
                </c:pt>
                <c:pt idx="277">
                  <c:v>6000</c:v>
                </c:pt>
                <c:pt idx="278">
                  <c:v>6000</c:v>
                </c:pt>
                <c:pt idx="279">
                  <c:v>6000</c:v>
                </c:pt>
                <c:pt idx="280">
                  <c:v>6000</c:v>
                </c:pt>
                <c:pt idx="281">
                  <c:v>6000</c:v>
                </c:pt>
                <c:pt idx="282">
                  <c:v>6000</c:v>
                </c:pt>
                <c:pt idx="283">
                  <c:v>6000</c:v>
                </c:pt>
                <c:pt idx="284">
                  <c:v>6000</c:v>
                </c:pt>
                <c:pt idx="285">
                  <c:v>6000</c:v>
                </c:pt>
                <c:pt idx="286">
                  <c:v>6000</c:v>
                </c:pt>
                <c:pt idx="287">
                  <c:v>6000</c:v>
                </c:pt>
                <c:pt idx="288">
                  <c:v>6000</c:v>
                </c:pt>
                <c:pt idx="289">
                  <c:v>6000</c:v>
                </c:pt>
                <c:pt idx="290">
                  <c:v>6000</c:v>
                </c:pt>
                <c:pt idx="291">
                  <c:v>6000</c:v>
                </c:pt>
                <c:pt idx="292">
                  <c:v>6000</c:v>
                </c:pt>
                <c:pt idx="293">
                  <c:v>6000</c:v>
                </c:pt>
                <c:pt idx="294">
                  <c:v>6000</c:v>
                </c:pt>
                <c:pt idx="295">
                  <c:v>6000</c:v>
                </c:pt>
                <c:pt idx="296">
                  <c:v>6000</c:v>
                </c:pt>
                <c:pt idx="297">
                  <c:v>6000</c:v>
                </c:pt>
                <c:pt idx="298">
                  <c:v>6000</c:v>
                </c:pt>
                <c:pt idx="299">
                  <c:v>6000</c:v>
                </c:pt>
                <c:pt idx="300">
                  <c:v>6000</c:v>
                </c:pt>
                <c:pt idx="301">
                  <c:v>6000</c:v>
                </c:pt>
                <c:pt idx="302">
                  <c:v>6000</c:v>
                </c:pt>
                <c:pt idx="303">
                  <c:v>6000</c:v>
                </c:pt>
                <c:pt idx="304">
                  <c:v>6000</c:v>
                </c:pt>
                <c:pt idx="305">
                  <c:v>6000</c:v>
                </c:pt>
                <c:pt idx="306">
                  <c:v>6000</c:v>
                </c:pt>
                <c:pt idx="307">
                  <c:v>6000</c:v>
                </c:pt>
                <c:pt idx="308">
                  <c:v>6000</c:v>
                </c:pt>
                <c:pt idx="309">
                  <c:v>6000</c:v>
                </c:pt>
                <c:pt idx="310">
                  <c:v>6000</c:v>
                </c:pt>
                <c:pt idx="311">
                  <c:v>6000</c:v>
                </c:pt>
                <c:pt idx="312">
                  <c:v>6000</c:v>
                </c:pt>
                <c:pt idx="313">
                  <c:v>6000</c:v>
                </c:pt>
                <c:pt idx="314">
                  <c:v>6000</c:v>
                </c:pt>
                <c:pt idx="315">
                  <c:v>6000</c:v>
                </c:pt>
                <c:pt idx="316">
                  <c:v>6000</c:v>
                </c:pt>
                <c:pt idx="317">
                  <c:v>6000</c:v>
                </c:pt>
                <c:pt idx="318">
                  <c:v>6000</c:v>
                </c:pt>
                <c:pt idx="319">
                  <c:v>6000</c:v>
                </c:pt>
                <c:pt idx="320">
                  <c:v>6000</c:v>
                </c:pt>
                <c:pt idx="321">
                  <c:v>6000</c:v>
                </c:pt>
                <c:pt idx="322">
                  <c:v>6000</c:v>
                </c:pt>
                <c:pt idx="323">
                  <c:v>6000</c:v>
                </c:pt>
                <c:pt idx="324">
                  <c:v>6000</c:v>
                </c:pt>
                <c:pt idx="325">
                  <c:v>6000</c:v>
                </c:pt>
                <c:pt idx="326">
                  <c:v>6000</c:v>
                </c:pt>
                <c:pt idx="327">
                  <c:v>6000</c:v>
                </c:pt>
                <c:pt idx="328">
                  <c:v>6000</c:v>
                </c:pt>
                <c:pt idx="329">
                  <c:v>6000</c:v>
                </c:pt>
                <c:pt idx="330">
                  <c:v>6000</c:v>
                </c:pt>
                <c:pt idx="331">
                  <c:v>6000</c:v>
                </c:pt>
                <c:pt idx="332">
                  <c:v>6000</c:v>
                </c:pt>
                <c:pt idx="333">
                  <c:v>6000</c:v>
                </c:pt>
                <c:pt idx="334">
                  <c:v>6000</c:v>
                </c:pt>
                <c:pt idx="335">
                  <c:v>6000</c:v>
                </c:pt>
                <c:pt idx="336">
                  <c:v>6000</c:v>
                </c:pt>
                <c:pt idx="337">
                  <c:v>6000</c:v>
                </c:pt>
                <c:pt idx="338">
                  <c:v>6000</c:v>
                </c:pt>
                <c:pt idx="339">
                  <c:v>6000</c:v>
                </c:pt>
                <c:pt idx="340">
                  <c:v>6000</c:v>
                </c:pt>
                <c:pt idx="341">
                  <c:v>6000</c:v>
                </c:pt>
                <c:pt idx="342">
                  <c:v>6000</c:v>
                </c:pt>
                <c:pt idx="343">
                  <c:v>6000</c:v>
                </c:pt>
                <c:pt idx="344">
                  <c:v>6000</c:v>
                </c:pt>
                <c:pt idx="345">
                  <c:v>6000</c:v>
                </c:pt>
                <c:pt idx="346">
                  <c:v>6000</c:v>
                </c:pt>
                <c:pt idx="347">
                  <c:v>6000</c:v>
                </c:pt>
                <c:pt idx="348">
                  <c:v>6000</c:v>
                </c:pt>
                <c:pt idx="349">
                  <c:v>6000</c:v>
                </c:pt>
                <c:pt idx="350">
                  <c:v>6000</c:v>
                </c:pt>
                <c:pt idx="351">
                  <c:v>6000</c:v>
                </c:pt>
                <c:pt idx="352">
                  <c:v>6000</c:v>
                </c:pt>
                <c:pt idx="353">
                  <c:v>6000</c:v>
                </c:pt>
                <c:pt idx="354">
                  <c:v>6000</c:v>
                </c:pt>
                <c:pt idx="355">
                  <c:v>6000</c:v>
                </c:pt>
                <c:pt idx="356">
                  <c:v>6000</c:v>
                </c:pt>
                <c:pt idx="357">
                  <c:v>6000</c:v>
                </c:pt>
                <c:pt idx="358">
                  <c:v>6000</c:v>
                </c:pt>
                <c:pt idx="359">
                  <c:v>6000</c:v>
                </c:pt>
                <c:pt idx="360">
                  <c:v>6000</c:v>
                </c:pt>
                <c:pt idx="361">
                  <c:v>6000</c:v>
                </c:pt>
                <c:pt idx="362">
                  <c:v>6000</c:v>
                </c:pt>
                <c:pt idx="363">
                  <c:v>6000</c:v>
                </c:pt>
                <c:pt idx="364">
                  <c:v>6000</c:v>
                </c:pt>
                <c:pt idx="365">
                  <c:v>6000</c:v>
                </c:pt>
                <c:pt idx="366">
                  <c:v>6000</c:v>
                </c:pt>
                <c:pt idx="367">
                  <c:v>6000</c:v>
                </c:pt>
                <c:pt idx="368">
                  <c:v>6000</c:v>
                </c:pt>
                <c:pt idx="369">
                  <c:v>6000</c:v>
                </c:pt>
                <c:pt idx="370">
                  <c:v>6000</c:v>
                </c:pt>
                <c:pt idx="371">
                  <c:v>6000</c:v>
                </c:pt>
                <c:pt idx="372">
                  <c:v>6000</c:v>
                </c:pt>
                <c:pt idx="373">
                  <c:v>6000</c:v>
                </c:pt>
                <c:pt idx="374">
                  <c:v>6000</c:v>
                </c:pt>
                <c:pt idx="375">
                  <c:v>6000</c:v>
                </c:pt>
                <c:pt idx="376">
                  <c:v>6000</c:v>
                </c:pt>
                <c:pt idx="377">
                  <c:v>6000</c:v>
                </c:pt>
                <c:pt idx="378">
                  <c:v>6000</c:v>
                </c:pt>
                <c:pt idx="379">
                  <c:v>6000</c:v>
                </c:pt>
                <c:pt idx="380">
                  <c:v>6000</c:v>
                </c:pt>
                <c:pt idx="381">
                  <c:v>6000</c:v>
                </c:pt>
                <c:pt idx="382">
                  <c:v>6000</c:v>
                </c:pt>
                <c:pt idx="383">
                  <c:v>6000</c:v>
                </c:pt>
                <c:pt idx="384">
                  <c:v>6000</c:v>
                </c:pt>
                <c:pt idx="385">
                  <c:v>6000</c:v>
                </c:pt>
                <c:pt idx="386">
                  <c:v>6000</c:v>
                </c:pt>
                <c:pt idx="387">
                  <c:v>6000</c:v>
                </c:pt>
                <c:pt idx="388">
                  <c:v>6000</c:v>
                </c:pt>
                <c:pt idx="389">
                  <c:v>6000</c:v>
                </c:pt>
                <c:pt idx="390">
                  <c:v>6000</c:v>
                </c:pt>
                <c:pt idx="391">
                  <c:v>6000</c:v>
                </c:pt>
                <c:pt idx="392">
                  <c:v>6000</c:v>
                </c:pt>
                <c:pt idx="393">
                  <c:v>6000</c:v>
                </c:pt>
                <c:pt idx="394">
                  <c:v>6000</c:v>
                </c:pt>
                <c:pt idx="395">
                  <c:v>6000</c:v>
                </c:pt>
                <c:pt idx="396">
                  <c:v>6000</c:v>
                </c:pt>
                <c:pt idx="397">
                  <c:v>6000</c:v>
                </c:pt>
                <c:pt idx="398">
                  <c:v>6000</c:v>
                </c:pt>
                <c:pt idx="399">
                  <c:v>6000</c:v>
                </c:pt>
                <c:pt idx="400">
                  <c:v>6000</c:v>
                </c:pt>
                <c:pt idx="401">
                  <c:v>6000</c:v>
                </c:pt>
                <c:pt idx="402">
                  <c:v>6000</c:v>
                </c:pt>
                <c:pt idx="403">
                  <c:v>6000</c:v>
                </c:pt>
                <c:pt idx="404">
                  <c:v>6000</c:v>
                </c:pt>
                <c:pt idx="405">
                  <c:v>6000</c:v>
                </c:pt>
                <c:pt idx="406">
                  <c:v>6000</c:v>
                </c:pt>
                <c:pt idx="407">
                  <c:v>6000</c:v>
                </c:pt>
                <c:pt idx="408">
                  <c:v>6000</c:v>
                </c:pt>
                <c:pt idx="409">
                  <c:v>6000</c:v>
                </c:pt>
                <c:pt idx="410">
                  <c:v>6000</c:v>
                </c:pt>
                <c:pt idx="411">
                  <c:v>6000</c:v>
                </c:pt>
                <c:pt idx="412">
                  <c:v>6000</c:v>
                </c:pt>
                <c:pt idx="413">
                  <c:v>6000</c:v>
                </c:pt>
                <c:pt idx="414">
                  <c:v>6000</c:v>
                </c:pt>
                <c:pt idx="415">
                  <c:v>6000</c:v>
                </c:pt>
                <c:pt idx="416">
                  <c:v>6000</c:v>
                </c:pt>
                <c:pt idx="417">
                  <c:v>6000</c:v>
                </c:pt>
                <c:pt idx="418">
                  <c:v>6000</c:v>
                </c:pt>
                <c:pt idx="419">
                  <c:v>6000</c:v>
                </c:pt>
                <c:pt idx="420">
                  <c:v>6000</c:v>
                </c:pt>
                <c:pt idx="421">
                  <c:v>6000</c:v>
                </c:pt>
                <c:pt idx="422">
                  <c:v>6000</c:v>
                </c:pt>
                <c:pt idx="423">
                  <c:v>6000</c:v>
                </c:pt>
                <c:pt idx="424">
                  <c:v>6000</c:v>
                </c:pt>
                <c:pt idx="425">
                  <c:v>6000</c:v>
                </c:pt>
                <c:pt idx="426">
                  <c:v>6000</c:v>
                </c:pt>
                <c:pt idx="427">
                  <c:v>6000</c:v>
                </c:pt>
                <c:pt idx="428">
                  <c:v>6000</c:v>
                </c:pt>
                <c:pt idx="429">
                  <c:v>6000</c:v>
                </c:pt>
                <c:pt idx="430">
                  <c:v>6000</c:v>
                </c:pt>
                <c:pt idx="431">
                  <c:v>6000</c:v>
                </c:pt>
                <c:pt idx="432">
                  <c:v>6000</c:v>
                </c:pt>
                <c:pt idx="433">
                  <c:v>6000</c:v>
                </c:pt>
                <c:pt idx="434">
                  <c:v>6000</c:v>
                </c:pt>
                <c:pt idx="435">
                  <c:v>6000</c:v>
                </c:pt>
                <c:pt idx="436">
                  <c:v>6000</c:v>
                </c:pt>
                <c:pt idx="437">
                  <c:v>6000</c:v>
                </c:pt>
                <c:pt idx="438">
                  <c:v>6000</c:v>
                </c:pt>
                <c:pt idx="439">
                  <c:v>6000</c:v>
                </c:pt>
                <c:pt idx="440">
                  <c:v>6000</c:v>
                </c:pt>
                <c:pt idx="441">
                  <c:v>6000</c:v>
                </c:pt>
                <c:pt idx="442">
                  <c:v>6000</c:v>
                </c:pt>
                <c:pt idx="443">
                  <c:v>6000</c:v>
                </c:pt>
                <c:pt idx="444">
                  <c:v>6000</c:v>
                </c:pt>
                <c:pt idx="445">
                  <c:v>6000</c:v>
                </c:pt>
                <c:pt idx="446">
                  <c:v>6000</c:v>
                </c:pt>
                <c:pt idx="447">
                  <c:v>6000</c:v>
                </c:pt>
                <c:pt idx="448">
                  <c:v>6000</c:v>
                </c:pt>
                <c:pt idx="449">
                  <c:v>6000</c:v>
                </c:pt>
                <c:pt idx="450">
                  <c:v>6000</c:v>
                </c:pt>
                <c:pt idx="451">
                  <c:v>6000</c:v>
                </c:pt>
                <c:pt idx="452">
                  <c:v>6000</c:v>
                </c:pt>
                <c:pt idx="453">
                  <c:v>6000</c:v>
                </c:pt>
                <c:pt idx="454">
                  <c:v>6000</c:v>
                </c:pt>
                <c:pt idx="455">
                  <c:v>6000</c:v>
                </c:pt>
                <c:pt idx="456">
                  <c:v>6000</c:v>
                </c:pt>
                <c:pt idx="457">
                  <c:v>6000</c:v>
                </c:pt>
                <c:pt idx="458">
                  <c:v>6000</c:v>
                </c:pt>
                <c:pt idx="459">
                  <c:v>6000</c:v>
                </c:pt>
                <c:pt idx="460">
                  <c:v>6000</c:v>
                </c:pt>
                <c:pt idx="461">
                  <c:v>6000</c:v>
                </c:pt>
                <c:pt idx="462">
                  <c:v>6000</c:v>
                </c:pt>
                <c:pt idx="463">
                  <c:v>6000</c:v>
                </c:pt>
                <c:pt idx="464">
                  <c:v>6000</c:v>
                </c:pt>
                <c:pt idx="465">
                  <c:v>6000</c:v>
                </c:pt>
                <c:pt idx="466">
                  <c:v>6000</c:v>
                </c:pt>
                <c:pt idx="467">
                  <c:v>6000</c:v>
                </c:pt>
                <c:pt idx="468">
                  <c:v>6000</c:v>
                </c:pt>
                <c:pt idx="469">
                  <c:v>6000</c:v>
                </c:pt>
                <c:pt idx="470">
                  <c:v>6000</c:v>
                </c:pt>
                <c:pt idx="471">
                  <c:v>6000</c:v>
                </c:pt>
                <c:pt idx="472">
                  <c:v>6000</c:v>
                </c:pt>
                <c:pt idx="473">
                  <c:v>6000</c:v>
                </c:pt>
                <c:pt idx="474">
                  <c:v>6000</c:v>
                </c:pt>
                <c:pt idx="475">
                  <c:v>6000</c:v>
                </c:pt>
                <c:pt idx="476">
                  <c:v>6000</c:v>
                </c:pt>
                <c:pt idx="477">
                  <c:v>6000</c:v>
                </c:pt>
                <c:pt idx="478">
                  <c:v>6000</c:v>
                </c:pt>
                <c:pt idx="479">
                  <c:v>6000</c:v>
                </c:pt>
                <c:pt idx="480">
                  <c:v>6000</c:v>
                </c:pt>
                <c:pt idx="481">
                  <c:v>6000</c:v>
                </c:pt>
                <c:pt idx="482">
                  <c:v>6000</c:v>
                </c:pt>
                <c:pt idx="483">
                  <c:v>6000</c:v>
                </c:pt>
                <c:pt idx="484">
                  <c:v>6000</c:v>
                </c:pt>
                <c:pt idx="485">
                  <c:v>6000</c:v>
                </c:pt>
                <c:pt idx="486">
                  <c:v>6000</c:v>
                </c:pt>
                <c:pt idx="487">
                  <c:v>6000</c:v>
                </c:pt>
                <c:pt idx="488">
                  <c:v>6000</c:v>
                </c:pt>
                <c:pt idx="489">
                  <c:v>6000</c:v>
                </c:pt>
                <c:pt idx="490">
                  <c:v>6000</c:v>
                </c:pt>
                <c:pt idx="491">
                  <c:v>6000</c:v>
                </c:pt>
                <c:pt idx="492">
                  <c:v>6000</c:v>
                </c:pt>
                <c:pt idx="493">
                  <c:v>6000</c:v>
                </c:pt>
                <c:pt idx="494">
                  <c:v>6000</c:v>
                </c:pt>
                <c:pt idx="495">
                  <c:v>6000</c:v>
                </c:pt>
                <c:pt idx="496">
                  <c:v>6000</c:v>
                </c:pt>
                <c:pt idx="497">
                  <c:v>6000</c:v>
                </c:pt>
                <c:pt idx="498">
                  <c:v>6000</c:v>
                </c:pt>
                <c:pt idx="499">
                  <c:v>6000</c:v>
                </c:pt>
                <c:pt idx="500">
                  <c:v>6000</c:v>
                </c:pt>
                <c:pt idx="501">
                  <c:v>6000</c:v>
                </c:pt>
                <c:pt idx="502">
                  <c:v>6000</c:v>
                </c:pt>
                <c:pt idx="503">
                  <c:v>6000</c:v>
                </c:pt>
                <c:pt idx="504">
                  <c:v>6000</c:v>
                </c:pt>
                <c:pt idx="505">
                  <c:v>6000</c:v>
                </c:pt>
                <c:pt idx="506">
                  <c:v>6000</c:v>
                </c:pt>
                <c:pt idx="507">
                  <c:v>6000</c:v>
                </c:pt>
                <c:pt idx="508">
                  <c:v>6000</c:v>
                </c:pt>
                <c:pt idx="509">
                  <c:v>6000</c:v>
                </c:pt>
                <c:pt idx="510">
                  <c:v>6000</c:v>
                </c:pt>
                <c:pt idx="511">
                  <c:v>6000</c:v>
                </c:pt>
                <c:pt idx="512">
                  <c:v>6000</c:v>
                </c:pt>
                <c:pt idx="513">
                  <c:v>6000</c:v>
                </c:pt>
                <c:pt idx="514">
                  <c:v>6000</c:v>
                </c:pt>
                <c:pt idx="515">
                  <c:v>6000</c:v>
                </c:pt>
                <c:pt idx="516">
                  <c:v>6000</c:v>
                </c:pt>
                <c:pt idx="517">
                  <c:v>6000</c:v>
                </c:pt>
                <c:pt idx="518">
                  <c:v>6000</c:v>
                </c:pt>
                <c:pt idx="519">
                  <c:v>6000</c:v>
                </c:pt>
                <c:pt idx="520">
                  <c:v>6000</c:v>
                </c:pt>
                <c:pt idx="521">
                  <c:v>6000</c:v>
                </c:pt>
                <c:pt idx="522">
                  <c:v>6000</c:v>
                </c:pt>
                <c:pt idx="523">
                  <c:v>6000</c:v>
                </c:pt>
                <c:pt idx="524">
                  <c:v>6000</c:v>
                </c:pt>
                <c:pt idx="525">
                  <c:v>6000</c:v>
                </c:pt>
                <c:pt idx="526">
                  <c:v>6000</c:v>
                </c:pt>
                <c:pt idx="527">
                  <c:v>6000</c:v>
                </c:pt>
                <c:pt idx="528">
                  <c:v>6000</c:v>
                </c:pt>
                <c:pt idx="529">
                  <c:v>6000</c:v>
                </c:pt>
                <c:pt idx="530">
                  <c:v>6000</c:v>
                </c:pt>
                <c:pt idx="531">
                  <c:v>6000</c:v>
                </c:pt>
                <c:pt idx="532">
                  <c:v>6000</c:v>
                </c:pt>
                <c:pt idx="533">
                  <c:v>6000</c:v>
                </c:pt>
                <c:pt idx="534">
                  <c:v>6000</c:v>
                </c:pt>
                <c:pt idx="535">
                  <c:v>6000</c:v>
                </c:pt>
                <c:pt idx="536">
                  <c:v>6000</c:v>
                </c:pt>
                <c:pt idx="537">
                  <c:v>6000</c:v>
                </c:pt>
                <c:pt idx="538">
                  <c:v>6000</c:v>
                </c:pt>
                <c:pt idx="539">
                  <c:v>6000</c:v>
                </c:pt>
                <c:pt idx="540">
                  <c:v>6000</c:v>
                </c:pt>
                <c:pt idx="541">
                  <c:v>6000</c:v>
                </c:pt>
                <c:pt idx="542">
                  <c:v>6000</c:v>
                </c:pt>
                <c:pt idx="543">
                  <c:v>6000</c:v>
                </c:pt>
                <c:pt idx="544">
                  <c:v>6000</c:v>
                </c:pt>
                <c:pt idx="545">
                  <c:v>6000</c:v>
                </c:pt>
                <c:pt idx="546">
                  <c:v>6000</c:v>
                </c:pt>
                <c:pt idx="547">
                  <c:v>6000</c:v>
                </c:pt>
                <c:pt idx="548">
                  <c:v>6000</c:v>
                </c:pt>
                <c:pt idx="549">
                  <c:v>6000</c:v>
                </c:pt>
                <c:pt idx="550">
                  <c:v>6000</c:v>
                </c:pt>
                <c:pt idx="551">
                  <c:v>6000</c:v>
                </c:pt>
                <c:pt idx="552">
                  <c:v>6000</c:v>
                </c:pt>
                <c:pt idx="553">
                  <c:v>6000</c:v>
                </c:pt>
                <c:pt idx="554">
                  <c:v>6000</c:v>
                </c:pt>
                <c:pt idx="555">
                  <c:v>6000</c:v>
                </c:pt>
                <c:pt idx="556">
                  <c:v>6000</c:v>
                </c:pt>
                <c:pt idx="557">
                  <c:v>6000</c:v>
                </c:pt>
                <c:pt idx="558">
                  <c:v>6000</c:v>
                </c:pt>
                <c:pt idx="559">
                  <c:v>6000</c:v>
                </c:pt>
                <c:pt idx="560">
                  <c:v>6000</c:v>
                </c:pt>
                <c:pt idx="561">
                  <c:v>6000</c:v>
                </c:pt>
                <c:pt idx="562">
                  <c:v>6000</c:v>
                </c:pt>
                <c:pt idx="563">
                  <c:v>6000</c:v>
                </c:pt>
                <c:pt idx="564">
                  <c:v>6000</c:v>
                </c:pt>
                <c:pt idx="565">
                  <c:v>6000</c:v>
                </c:pt>
                <c:pt idx="566">
                  <c:v>6000</c:v>
                </c:pt>
                <c:pt idx="567">
                  <c:v>6000</c:v>
                </c:pt>
                <c:pt idx="568">
                  <c:v>6000</c:v>
                </c:pt>
                <c:pt idx="569">
                  <c:v>6000</c:v>
                </c:pt>
                <c:pt idx="570">
                  <c:v>6000</c:v>
                </c:pt>
                <c:pt idx="571">
                  <c:v>6000</c:v>
                </c:pt>
                <c:pt idx="572">
                  <c:v>6000</c:v>
                </c:pt>
                <c:pt idx="573">
                  <c:v>6000</c:v>
                </c:pt>
                <c:pt idx="574">
                  <c:v>6000</c:v>
                </c:pt>
                <c:pt idx="575">
                  <c:v>6000</c:v>
                </c:pt>
                <c:pt idx="576">
                  <c:v>6000</c:v>
                </c:pt>
                <c:pt idx="577">
                  <c:v>6000</c:v>
                </c:pt>
                <c:pt idx="578">
                  <c:v>6000</c:v>
                </c:pt>
                <c:pt idx="579">
                  <c:v>6000</c:v>
                </c:pt>
                <c:pt idx="580">
                  <c:v>6000</c:v>
                </c:pt>
                <c:pt idx="581">
                  <c:v>6000</c:v>
                </c:pt>
                <c:pt idx="582">
                  <c:v>6000</c:v>
                </c:pt>
                <c:pt idx="583">
                  <c:v>6000</c:v>
                </c:pt>
                <c:pt idx="584">
                  <c:v>6000</c:v>
                </c:pt>
                <c:pt idx="585">
                  <c:v>6000</c:v>
                </c:pt>
                <c:pt idx="586">
                  <c:v>6000</c:v>
                </c:pt>
                <c:pt idx="587">
                  <c:v>6000</c:v>
                </c:pt>
                <c:pt idx="588">
                  <c:v>6000</c:v>
                </c:pt>
                <c:pt idx="589">
                  <c:v>6000</c:v>
                </c:pt>
                <c:pt idx="590">
                  <c:v>6000</c:v>
                </c:pt>
                <c:pt idx="591">
                  <c:v>6000</c:v>
                </c:pt>
                <c:pt idx="592">
                  <c:v>6000</c:v>
                </c:pt>
                <c:pt idx="593">
                  <c:v>6000</c:v>
                </c:pt>
                <c:pt idx="594">
                  <c:v>6000</c:v>
                </c:pt>
                <c:pt idx="595">
                  <c:v>6000</c:v>
                </c:pt>
                <c:pt idx="596">
                  <c:v>6000</c:v>
                </c:pt>
                <c:pt idx="597">
                  <c:v>6000</c:v>
                </c:pt>
                <c:pt idx="598">
                  <c:v>6000</c:v>
                </c:pt>
                <c:pt idx="599">
                  <c:v>6000</c:v>
                </c:pt>
                <c:pt idx="600">
                  <c:v>6000</c:v>
                </c:pt>
                <c:pt idx="601">
                  <c:v>6000</c:v>
                </c:pt>
                <c:pt idx="602">
                  <c:v>6000</c:v>
                </c:pt>
                <c:pt idx="603">
                  <c:v>6000</c:v>
                </c:pt>
                <c:pt idx="604">
                  <c:v>6000</c:v>
                </c:pt>
                <c:pt idx="605">
                  <c:v>6000</c:v>
                </c:pt>
                <c:pt idx="606">
                  <c:v>6000</c:v>
                </c:pt>
                <c:pt idx="607">
                  <c:v>6000</c:v>
                </c:pt>
                <c:pt idx="608">
                  <c:v>6000</c:v>
                </c:pt>
                <c:pt idx="609">
                  <c:v>6000</c:v>
                </c:pt>
                <c:pt idx="610">
                  <c:v>6000</c:v>
                </c:pt>
                <c:pt idx="611">
                  <c:v>6000</c:v>
                </c:pt>
                <c:pt idx="612">
                  <c:v>6000</c:v>
                </c:pt>
                <c:pt idx="613">
                  <c:v>6000</c:v>
                </c:pt>
                <c:pt idx="614">
                  <c:v>6000</c:v>
                </c:pt>
                <c:pt idx="615">
                  <c:v>6000</c:v>
                </c:pt>
                <c:pt idx="616">
                  <c:v>6000</c:v>
                </c:pt>
                <c:pt idx="617">
                  <c:v>6000</c:v>
                </c:pt>
                <c:pt idx="618">
                  <c:v>6000</c:v>
                </c:pt>
                <c:pt idx="619">
                  <c:v>6000</c:v>
                </c:pt>
                <c:pt idx="620">
                  <c:v>6000</c:v>
                </c:pt>
                <c:pt idx="621">
                  <c:v>6000</c:v>
                </c:pt>
                <c:pt idx="622">
                  <c:v>6000</c:v>
                </c:pt>
                <c:pt idx="623">
                  <c:v>6000</c:v>
                </c:pt>
                <c:pt idx="624">
                  <c:v>6000</c:v>
                </c:pt>
                <c:pt idx="625">
                  <c:v>6000</c:v>
                </c:pt>
                <c:pt idx="626">
                  <c:v>6000</c:v>
                </c:pt>
                <c:pt idx="627">
                  <c:v>6000</c:v>
                </c:pt>
                <c:pt idx="628">
                  <c:v>6000</c:v>
                </c:pt>
                <c:pt idx="629">
                  <c:v>6000</c:v>
                </c:pt>
                <c:pt idx="630">
                  <c:v>6000</c:v>
                </c:pt>
                <c:pt idx="631">
                  <c:v>6000</c:v>
                </c:pt>
                <c:pt idx="632">
                  <c:v>6000</c:v>
                </c:pt>
                <c:pt idx="633">
                  <c:v>6000</c:v>
                </c:pt>
                <c:pt idx="634">
                  <c:v>6000</c:v>
                </c:pt>
                <c:pt idx="635">
                  <c:v>6000</c:v>
                </c:pt>
                <c:pt idx="636">
                  <c:v>6000</c:v>
                </c:pt>
                <c:pt idx="637">
                  <c:v>6000</c:v>
                </c:pt>
                <c:pt idx="638">
                  <c:v>6000</c:v>
                </c:pt>
                <c:pt idx="639">
                  <c:v>6000</c:v>
                </c:pt>
                <c:pt idx="640">
                  <c:v>6000</c:v>
                </c:pt>
                <c:pt idx="641">
                  <c:v>6000</c:v>
                </c:pt>
                <c:pt idx="642">
                  <c:v>6000</c:v>
                </c:pt>
                <c:pt idx="643">
                  <c:v>6000</c:v>
                </c:pt>
                <c:pt idx="644">
                  <c:v>6000</c:v>
                </c:pt>
                <c:pt idx="645">
                  <c:v>6000</c:v>
                </c:pt>
                <c:pt idx="646">
                  <c:v>6000</c:v>
                </c:pt>
                <c:pt idx="647">
                  <c:v>6000</c:v>
                </c:pt>
                <c:pt idx="648">
                  <c:v>6000</c:v>
                </c:pt>
                <c:pt idx="649">
                  <c:v>6000</c:v>
                </c:pt>
                <c:pt idx="650">
                  <c:v>6000</c:v>
                </c:pt>
                <c:pt idx="651">
                  <c:v>6000</c:v>
                </c:pt>
                <c:pt idx="652">
                  <c:v>6000</c:v>
                </c:pt>
                <c:pt idx="653">
                  <c:v>6000</c:v>
                </c:pt>
                <c:pt idx="654">
                  <c:v>6000</c:v>
                </c:pt>
                <c:pt idx="655">
                  <c:v>6000</c:v>
                </c:pt>
                <c:pt idx="656">
                  <c:v>6000</c:v>
                </c:pt>
                <c:pt idx="657">
                  <c:v>6000</c:v>
                </c:pt>
                <c:pt idx="658">
                  <c:v>6000</c:v>
                </c:pt>
                <c:pt idx="659">
                  <c:v>6000</c:v>
                </c:pt>
                <c:pt idx="660">
                  <c:v>6000</c:v>
                </c:pt>
                <c:pt idx="661">
                  <c:v>6000</c:v>
                </c:pt>
                <c:pt idx="662">
                  <c:v>6000</c:v>
                </c:pt>
                <c:pt idx="663">
                  <c:v>6000</c:v>
                </c:pt>
                <c:pt idx="664">
                  <c:v>6000</c:v>
                </c:pt>
                <c:pt idx="665">
                  <c:v>6000</c:v>
                </c:pt>
                <c:pt idx="666">
                  <c:v>6000</c:v>
                </c:pt>
                <c:pt idx="667">
                  <c:v>6000</c:v>
                </c:pt>
                <c:pt idx="668">
                  <c:v>6000</c:v>
                </c:pt>
                <c:pt idx="669">
                  <c:v>6000</c:v>
                </c:pt>
                <c:pt idx="670">
                  <c:v>6000</c:v>
                </c:pt>
                <c:pt idx="671">
                  <c:v>6000</c:v>
                </c:pt>
                <c:pt idx="672">
                  <c:v>6000</c:v>
                </c:pt>
                <c:pt idx="673">
                  <c:v>6000</c:v>
                </c:pt>
                <c:pt idx="674">
                  <c:v>6000</c:v>
                </c:pt>
                <c:pt idx="675">
                  <c:v>6000</c:v>
                </c:pt>
                <c:pt idx="676">
                  <c:v>6000</c:v>
                </c:pt>
                <c:pt idx="677">
                  <c:v>6000</c:v>
                </c:pt>
                <c:pt idx="678">
                  <c:v>6000</c:v>
                </c:pt>
                <c:pt idx="679">
                  <c:v>6000</c:v>
                </c:pt>
                <c:pt idx="680">
                  <c:v>6000</c:v>
                </c:pt>
                <c:pt idx="681">
                  <c:v>6000</c:v>
                </c:pt>
                <c:pt idx="682">
                  <c:v>6000</c:v>
                </c:pt>
                <c:pt idx="683">
                  <c:v>6000</c:v>
                </c:pt>
                <c:pt idx="684">
                  <c:v>6000</c:v>
                </c:pt>
                <c:pt idx="685">
                  <c:v>6000</c:v>
                </c:pt>
                <c:pt idx="686">
                  <c:v>6000</c:v>
                </c:pt>
                <c:pt idx="687">
                  <c:v>6000</c:v>
                </c:pt>
                <c:pt idx="688">
                  <c:v>6000</c:v>
                </c:pt>
                <c:pt idx="689">
                  <c:v>6000</c:v>
                </c:pt>
                <c:pt idx="690">
                  <c:v>6000</c:v>
                </c:pt>
                <c:pt idx="691">
                  <c:v>6000</c:v>
                </c:pt>
                <c:pt idx="692">
                  <c:v>6000</c:v>
                </c:pt>
                <c:pt idx="693">
                  <c:v>6000</c:v>
                </c:pt>
                <c:pt idx="694">
                  <c:v>6000</c:v>
                </c:pt>
                <c:pt idx="695">
                  <c:v>6000</c:v>
                </c:pt>
                <c:pt idx="696">
                  <c:v>6000</c:v>
                </c:pt>
                <c:pt idx="697">
                  <c:v>6000</c:v>
                </c:pt>
                <c:pt idx="698">
                  <c:v>6000</c:v>
                </c:pt>
                <c:pt idx="699">
                  <c:v>6000</c:v>
                </c:pt>
                <c:pt idx="700">
                  <c:v>6000</c:v>
                </c:pt>
                <c:pt idx="701">
                  <c:v>6000</c:v>
                </c:pt>
                <c:pt idx="702">
                  <c:v>6000</c:v>
                </c:pt>
                <c:pt idx="703">
                  <c:v>6000</c:v>
                </c:pt>
                <c:pt idx="704">
                  <c:v>6000</c:v>
                </c:pt>
                <c:pt idx="705">
                  <c:v>6000</c:v>
                </c:pt>
                <c:pt idx="706">
                  <c:v>6000</c:v>
                </c:pt>
                <c:pt idx="707">
                  <c:v>6000</c:v>
                </c:pt>
                <c:pt idx="708">
                  <c:v>6000</c:v>
                </c:pt>
                <c:pt idx="709">
                  <c:v>6000</c:v>
                </c:pt>
                <c:pt idx="710">
                  <c:v>6000</c:v>
                </c:pt>
                <c:pt idx="711">
                  <c:v>6000</c:v>
                </c:pt>
                <c:pt idx="712">
                  <c:v>6000</c:v>
                </c:pt>
                <c:pt idx="713">
                  <c:v>6000</c:v>
                </c:pt>
                <c:pt idx="714">
                  <c:v>6000</c:v>
                </c:pt>
                <c:pt idx="715">
                  <c:v>6000</c:v>
                </c:pt>
                <c:pt idx="716">
                  <c:v>6000</c:v>
                </c:pt>
                <c:pt idx="717">
                  <c:v>6000</c:v>
                </c:pt>
                <c:pt idx="718">
                  <c:v>6000</c:v>
                </c:pt>
                <c:pt idx="719">
                  <c:v>6000</c:v>
                </c:pt>
                <c:pt idx="720">
                  <c:v>6000</c:v>
                </c:pt>
                <c:pt idx="721">
                  <c:v>6000</c:v>
                </c:pt>
                <c:pt idx="722">
                  <c:v>6000</c:v>
                </c:pt>
                <c:pt idx="723">
                  <c:v>6000</c:v>
                </c:pt>
                <c:pt idx="724">
                  <c:v>6000</c:v>
                </c:pt>
                <c:pt idx="725">
                  <c:v>6000</c:v>
                </c:pt>
                <c:pt idx="726">
                  <c:v>6000</c:v>
                </c:pt>
                <c:pt idx="727">
                  <c:v>6000</c:v>
                </c:pt>
                <c:pt idx="728">
                  <c:v>6000</c:v>
                </c:pt>
                <c:pt idx="729">
                  <c:v>6000</c:v>
                </c:pt>
                <c:pt idx="730">
                  <c:v>6000</c:v>
                </c:pt>
                <c:pt idx="731">
                  <c:v>6000</c:v>
                </c:pt>
                <c:pt idx="732">
                  <c:v>6000</c:v>
                </c:pt>
                <c:pt idx="733">
                  <c:v>6000</c:v>
                </c:pt>
                <c:pt idx="734">
                  <c:v>6000</c:v>
                </c:pt>
                <c:pt idx="735">
                  <c:v>6000</c:v>
                </c:pt>
                <c:pt idx="736">
                  <c:v>6000</c:v>
                </c:pt>
                <c:pt idx="737">
                  <c:v>6000</c:v>
                </c:pt>
                <c:pt idx="738">
                  <c:v>6000</c:v>
                </c:pt>
                <c:pt idx="739">
                  <c:v>6000</c:v>
                </c:pt>
                <c:pt idx="740">
                  <c:v>6000</c:v>
                </c:pt>
                <c:pt idx="741">
                  <c:v>6000</c:v>
                </c:pt>
                <c:pt idx="742">
                  <c:v>6000</c:v>
                </c:pt>
                <c:pt idx="743">
                  <c:v>6000</c:v>
                </c:pt>
                <c:pt idx="744">
                  <c:v>6000</c:v>
                </c:pt>
                <c:pt idx="745">
                  <c:v>6000</c:v>
                </c:pt>
                <c:pt idx="746">
                  <c:v>6000</c:v>
                </c:pt>
                <c:pt idx="747">
                  <c:v>6000</c:v>
                </c:pt>
                <c:pt idx="748">
                  <c:v>6000</c:v>
                </c:pt>
                <c:pt idx="749">
                  <c:v>6000</c:v>
                </c:pt>
                <c:pt idx="750">
                  <c:v>6000</c:v>
                </c:pt>
                <c:pt idx="751">
                  <c:v>6000</c:v>
                </c:pt>
                <c:pt idx="752">
                  <c:v>6000</c:v>
                </c:pt>
                <c:pt idx="753">
                  <c:v>6000</c:v>
                </c:pt>
                <c:pt idx="754">
                  <c:v>6000</c:v>
                </c:pt>
                <c:pt idx="755">
                  <c:v>6000</c:v>
                </c:pt>
                <c:pt idx="756">
                  <c:v>6000</c:v>
                </c:pt>
                <c:pt idx="757">
                  <c:v>6000</c:v>
                </c:pt>
                <c:pt idx="758">
                  <c:v>6000</c:v>
                </c:pt>
                <c:pt idx="759">
                  <c:v>6000</c:v>
                </c:pt>
                <c:pt idx="760">
                  <c:v>6000</c:v>
                </c:pt>
                <c:pt idx="761">
                  <c:v>6000</c:v>
                </c:pt>
                <c:pt idx="762">
                  <c:v>6000</c:v>
                </c:pt>
                <c:pt idx="763">
                  <c:v>6000</c:v>
                </c:pt>
                <c:pt idx="764">
                  <c:v>6000</c:v>
                </c:pt>
                <c:pt idx="765">
                  <c:v>6000</c:v>
                </c:pt>
                <c:pt idx="766">
                  <c:v>6000</c:v>
                </c:pt>
                <c:pt idx="767">
                  <c:v>6000</c:v>
                </c:pt>
                <c:pt idx="768">
                  <c:v>6000</c:v>
                </c:pt>
                <c:pt idx="769">
                  <c:v>6000</c:v>
                </c:pt>
                <c:pt idx="770">
                  <c:v>6000</c:v>
                </c:pt>
                <c:pt idx="771">
                  <c:v>6000</c:v>
                </c:pt>
                <c:pt idx="772">
                  <c:v>6000</c:v>
                </c:pt>
                <c:pt idx="773">
                  <c:v>6000</c:v>
                </c:pt>
                <c:pt idx="774">
                  <c:v>6000</c:v>
                </c:pt>
                <c:pt idx="775">
                  <c:v>6000</c:v>
                </c:pt>
                <c:pt idx="776">
                  <c:v>6000</c:v>
                </c:pt>
                <c:pt idx="777">
                  <c:v>6000</c:v>
                </c:pt>
                <c:pt idx="778">
                  <c:v>6000</c:v>
                </c:pt>
                <c:pt idx="779">
                  <c:v>6000</c:v>
                </c:pt>
                <c:pt idx="780">
                  <c:v>6000</c:v>
                </c:pt>
                <c:pt idx="781">
                  <c:v>6000</c:v>
                </c:pt>
                <c:pt idx="782">
                  <c:v>6000</c:v>
                </c:pt>
                <c:pt idx="783">
                  <c:v>6000</c:v>
                </c:pt>
                <c:pt idx="784">
                  <c:v>6000</c:v>
                </c:pt>
                <c:pt idx="785">
                  <c:v>6000</c:v>
                </c:pt>
                <c:pt idx="786">
                  <c:v>6000</c:v>
                </c:pt>
                <c:pt idx="787">
                  <c:v>6000</c:v>
                </c:pt>
                <c:pt idx="788">
                  <c:v>6000</c:v>
                </c:pt>
                <c:pt idx="789">
                  <c:v>6000</c:v>
                </c:pt>
                <c:pt idx="790">
                  <c:v>6000</c:v>
                </c:pt>
                <c:pt idx="791">
                  <c:v>6000</c:v>
                </c:pt>
                <c:pt idx="792">
                  <c:v>6000</c:v>
                </c:pt>
              </c:numCache>
            </c:numRef>
          </c:val>
          <c:smooth val="1"/>
          <c:extLst xmlns:c16r2="http://schemas.microsoft.com/office/drawing/2015/06/chart">
            <c:ext xmlns:c16="http://schemas.microsoft.com/office/drawing/2014/chart" uri="{C3380CC4-5D6E-409C-BE32-E72D297353CC}">
              <c16:uniqueId val="{00000005-A6E2-496A-BE59-385418157B9E}"/>
            </c:ext>
          </c:extLst>
        </c:ser>
        <c:dLbls>
          <c:showLegendKey val="0"/>
          <c:showVal val="0"/>
          <c:showCatName val="0"/>
          <c:showSerName val="0"/>
          <c:showPercent val="0"/>
          <c:showBubbleSize val="0"/>
        </c:dLbls>
        <c:smooth val="0"/>
        <c:axId val="879521888"/>
        <c:axId val="879536032"/>
      </c:lineChart>
      <c:dateAx>
        <c:axId val="879521888"/>
        <c:scaling>
          <c:orientation val="minMax"/>
          <c:min val="43952"/>
        </c:scaling>
        <c:delete val="0"/>
        <c:axPos val="b"/>
        <c:numFmt formatCode="yyyy/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rgbClr val="000000"/>
                </a:solidFill>
                <a:latin typeface="微软雅黑" panose="020B0503020204020204" pitchFamily="34" charset="-122"/>
                <a:ea typeface="微软雅黑" panose="020B0503020204020204" pitchFamily="34" charset="-122"/>
                <a:cs typeface="Arial"/>
              </a:defRPr>
            </a:pPr>
            <a:endParaRPr lang="zh-CN"/>
          </a:p>
        </c:txPr>
        <c:crossAx val="879536032"/>
        <c:crosses val="autoZero"/>
        <c:auto val="1"/>
        <c:lblOffset val="100"/>
        <c:baseTimeUnit val="days"/>
        <c:majorUnit val="4"/>
        <c:majorTimeUnit val="months"/>
      </c:dateAx>
      <c:valAx>
        <c:axId val="87953603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900" b="0" i="0" u="none" strike="noStrike" kern="1200" baseline="0">
                <a:solidFill>
                  <a:srgbClr val="000000"/>
                </a:solidFill>
                <a:latin typeface="微软雅黑" panose="020B0503020204020204" pitchFamily="34" charset="-122"/>
                <a:ea typeface="微软雅黑" panose="020B0503020204020204" pitchFamily="34" charset="-122"/>
                <a:cs typeface="Arial"/>
              </a:defRPr>
            </a:pPr>
            <a:endParaRPr lang="zh-CN"/>
          </a:p>
        </c:txPr>
        <c:crossAx val="87952188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图93!$B$17</c:f>
              <c:strCache>
                <c:ptCount val="1"/>
                <c:pt idx="0">
                  <c:v>国内碳纤维需求（万吨）</c:v>
                </c:pt>
              </c:strCache>
            </c:strRef>
          </c:tx>
          <c:spPr>
            <a:solidFill>
              <a:srgbClr val="E10000"/>
            </a:solidFill>
            <a:ln w="6350">
              <a:solidFill>
                <a:srgbClr val="FFFFFF"/>
              </a:solidFill>
              <a:prstDash val="solid"/>
            </a:ln>
            <a:effectLst/>
          </c:spPr>
          <c:invertIfNegative val="0"/>
          <c:dLbls>
            <c:dLbl>
              <c:idx val="1"/>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4-EA97-4631-9DD0-D13E7C4A7F8B}"/>
                </c:ext>
                <c:ext xmlns:c15="http://schemas.microsoft.com/office/drawing/2012/chart" uri="{CE6537A1-D6FC-4f65-9D91-7224C49458BB}"/>
              </c:extLst>
            </c:dLbl>
            <c:dLbl>
              <c:idx val="2"/>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EA97-4631-9DD0-D13E7C4A7F8B}"/>
                </c:ext>
                <c:ext xmlns:c15="http://schemas.microsoft.com/office/drawing/2012/chart" uri="{CE6537A1-D6FC-4f65-9D91-7224C49458BB}"/>
              </c:extLst>
            </c:dLbl>
            <c:dLbl>
              <c:idx val="3"/>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1-EA97-4631-9DD0-D13E7C4A7F8B}"/>
                </c:ext>
                <c:ext xmlns:c15="http://schemas.microsoft.com/office/drawing/2012/chart" uri="{CE6537A1-D6FC-4f65-9D91-7224C49458BB}"/>
              </c:extLst>
            </c:dLbl>
            <c:dLbl>
              <c:idx val="4"/>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2-EA97-4631-9DD0-D13E7C4A7F8B}"/>
                </c:ext>
                <c:ext xmlns:c15="http://schemas.microsoft.com/office/drawing/2012/chart" uri="{CE6537A1-D6FC-4f65-9D91-7224C49458BB}"/>
              </c:extLst>
            </c:dLbl>
            <c:dLbl>
              <c:idx val="5"/>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3-EA97-4631-9DD0-D13E7C4A7F8B}"/>
                </c:ex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tx1">
                        <a:lumMod val="75000"/>
                        <a:lumOff val="25000"/>
                      </a:schemeClr>
                    </a:solidFill>
                    <a:latin typeface="+mn-lt"/>
                    <a:ea typeface="+mn-ea"/>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图93!$C$16:$H$16</c:f>
              <c:strCache>
                <c:ptCount val="6"/>
                <c:pt idx="0">
                  <c:v>2020</c:v>
                </c:pt>
                <c:pt idx="1">
                  <c:v>2021</c:v>
                </c:pt>
                <c:pt idx="2">
                  <c:v>2022E</c:v>
                </c:pt>
                <c:pt idx="3">
                  <c:v>2023E</c:v>
                </c:pt>
                <c:pt idx="4">
                  <c:v>2024E</c:v>
                </c:pt>
                <c:pt idx="5">
                  <c:v>2025E</c:v>
                </c:pt>
              </c:strCache>
            </c:strRef>
          </c:cat>
          <c:val>
            <c:numRef>
              <c:f>图93!$C$17:$H$17</c:f>
              <c:numCache>
                <c:formatCode>General</c:formatCode>
                <c:ptCount val="6"/>
                <c:pt idx="0">
                  <c:v>4.9000000000000004</c:v>
                </c:pt>
                <c:pt idx="1">
                  <c:v>6.24</c:v>
                </c:pt>
                <c:pt idx="2">
                  <c:v>7.75</c:v>
                </c:pt>
                <c:pt idx="3">
                  <c:v>9.84</c:v>
                </c:pt>
                <c:pt idx="4">
                  <c:v>12.25</c:v>
                </c:pt>
                <c:pt idx="5">
                  <c:v>15.54</c:v>
                </c:pt>
              </c:numCache>
            </c:numRef>
          </c:val>
          <c:extLst xmlns:c16r2="http://schemas.microsoft.com/office/drawing/2015/06/chart">
            <c:ext xmlns:c16="http://schemas.microsoft.com/office/drawing/2014/chart" uri="{C3380CC4-5D6E-409C-BE32-E72D297353CC}">
              <c16:uniqueId val="{00000000-3EE1-4A50-8491-5BE1E0BD6FE2}"/>
            </c:ext>
          </c:extLst>
        </c:ser>
        <c:dLbls>
          <c:showLegendKey val="0"/>
          <c:showVal val="0"/>
          <c:showCatName val="0"/>
          <c:showSerName val="0"/>
          <c:showPercent val="0"/>
          <c:showBubbleSize val="0"/>
        </c:dLbls>
        <c:gapWidth val="219"/>
        <c:axId val="879531136"/>
        <c:axId val="879537664"/>
      </c:barChart>
      <c:lineChart>
        <c:grouping val="standard"/>
        <c:varyColors val="0"/>
        <c:ser>
          <c:idx val="1"/>
          <c:order val="1"/>
          <c:tx>
            <c:strRef>
              <c:f>图93!$B$18</c:f>
              <c:strCache>
                <c:ptCount val="1"/>
                <c:pt idx="0">
                  <c:v>同比（右）</c:v>
                </c:pt>
              </c:strCache>
            </c:strRef>
          </c:tx>
          <c:spPr>
            <a:ln w="19050" cap="rnd">
              <a:solidFill>
                <a:schemeClr val="accent4"/>
              </a:solidFill>
              <a:prstDash val="solid"/>
              <a:round/>
            </a:ln>
            <a:effectLst/>
          </c:spPr>
          <c:marker>
            <c:symbol val="diamond"/>
            <c:size val="2"/>
            <c:spPr>
              <a:solidFill>
                <a:srgbClr val="C8C8C8"/>
              </a:solidFill>
              <a:ln w="19050">
                <a:solidFill>
                  <a:schemeClr val="accent4"/>
                </a:solidFill>
                <a:prstDash val="solid"/>
              </a:ln>
              <a:effectLst/>
            </c:spPr>
          </c:marker>
          <c:cat>
            <c:strRef>
              <c:f>图93!$C$16:$H$16</c:f>
              <c:strCache>
                <c:ptCount val="6"/>
                <c:pt idx="0">
                  <c:v>2020</c:v>
                </c:pt>
                <c:pt idx="1">
                  <c:v>2021</c:v>
                </c:pt>
                <c:pt idx="2">
                  <c:v>2022E</c:v>
                </c:pt>
                <c:pt idx="3">
                  <c:v>2023E</c:v>
                </c:pt>
                <c:pt idx="4">
                  <c:v>2024E</c:v>
                </c:pt>
                <c:pt idx="5">
                  <c:v>2025E</c:v>
                </c:pt>
              </c:strCache>
            </c:strRef>
          </c:cat>
          <c:val>
            <c:numRef>
              <c:f>图93!$C$18:$H$18</c:f>
              <c:numCache>
                <c:formatCode>0.0%</c:formatCode>
                <c:ptCount val="6"/>
                <c:pt idx="1">
                  <c:v>0.27346938775510199</c:v>
                </c:pt>
                <c:pt idx="2">
                  <c:v>0.24198717948717952</c:v>
                </c:pt>
                <c:pt idx="3">
                  <c:v>0.2696774193548388</c:v>
                </c:pt>
                <c:pt idx="4">
                  <c:v>0.24491869918699183</c:v>
                </c:pt>
                <c:pt idx="5">
                  <c:v>0.26857142857142846</c:v>
                </c:pt>
              </c:numCache>
            </c:numRef>
          </c:val>
          <c:smooth val="1"/>
          <c:extLst xmlns:c16r2="http://schemas.microsoft.com/office/drawing/2015/06/chart">
            <c:ext xmlns:c16="http://schemas.microsoft.com/office/drawing/2014/chart" uri="{C3380CC4-5D6E-409C-BE32-E72D297353CC}">
              <c16:uniqueId val="{00000001-3EE1-4A50-8491-5BE1E0BD6FE2}"/>
            </c:ext>
          </c:extLst>
        </c:ser>
        <c:dLbls>
          <c:showLegendKey val="0"/>
          <c:showVal val="0"/>
          <c:showCatName val="0"/>
          <c:showSerName val="0"/>
          <c:showPercent val="0"/>
          <c:showBubbleSize val="0"/>
        </c:dLbls>
        <c:marker val="1"/>
        <c:smooth val="0"/>
        <c:axId val="879547456"/>
        <c:axId val="879530592"/>
      </c:lineChart>
      <c:catAx>
        <c:axId val="879531136"/>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879537664"/>
        <c:crosses val="autoZero"/>
        <c:auto val="1"/>
        <c:lblAlgn val="ctr"/>
        <c:lblOffset val="100"/>
        <c:noMultiLvlLbl val="0"/>
      </c:catAx>
      <c:valAx>
        <c:axId val="879537664"/>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879531136"/>
        <c:crosses val="autoZero"/>
        <c:crossBetween val="between"/>
        <c:majorUnit val="5"/>
      </c:valAx>
      <c:valAx>
        <c:axId val="879530592"/>
        <c:scaling>
          <c:orientation val="minMax"/>
          <c:max val="0.30000000000000004"/>
          <c:min val="0.2"/>
        </c:scaling>
        <c:delete val="0"/>
        <c:axPos val="r"/>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crossAx val="879547456"/>
        <c:crosses val="max"/>
        <c:crossBetween val="between"/>
        <c:majorUnit val="5.000000000000001E-2"/>
      </c:valAx>
      <c:catAx>
        <c:axId val="879547456"/>
        <c:scaling>
          <c:orientation val="minMax"/>
        </c:scaling>
        <c:delete val="1"/>
        <c:axPos val="b"/>
        <c:numFmt formatCode="General" sourceLinked="1"/>
        <c:majorTickMark val="out"/>
        <c:minorTickMark val="none"/>
        <c:tickLblPos val="nextTo"/>
        <c:crossAx val="879530592"/>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1"/>
      </a:pPr>
      <a:endParaRPr lang="zh-CN"/>
    </a:p>
  </c:txPr>
  <c:externalData r:id="rId3">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'图 94'!$B$1</c:f>
              <c:strCache>
                <c:ptCount val="1"/>
                <c:pt idx="0">
                  <c:v>国内二甲基亚砜报价（元/吨）</c:v>
                </c:pt>
              </c:strCache>
            </c:strRef>
          </c:tx>
          <c:spPr>
            <a:ln w="12700" cap="rnd">
              <a:solidFill>
                <a:srgbClr val="E10000"/>
              </a:solidFill>
              <a:prstDash val="solid"/>
              <a:round/>
            </a:ln>
            <a:effectLst/>
          </c:spPr>
          <c:marker>
            <c:symbol val="none"/>
          </c:marker>
          <c:dLbls>
            <c:dLbl>
              <c:idx val="6"/>
              <c:layout>
                <c:manualLayout>
                  <c:x val="-4.7178914517193461E-3"/>
                  <c:y val="6.408634427414818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D62E-4824-B98A-ED5979322E71}"/>
                </c:ext>
                <c:ext xmlns:c15="http://schemas.microsoft.com/office/drawing/2012/chart" uri="{CE6537A1-D6FC-4f65-9D91-7224C49458BB}"/>
              </c:extLst>
            </c:dLbl>
            <c:dLbl>
              <c:idx val="646"/>
              <c:layout>
                <c:manualLayout>
                  <c:x val="-1.4516276517922458E-2"/>
                  <c:y val="-0.10305606773028703"/>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C4F8-4A61-97EA-F789FB447841}"/>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sz="1200" b="1" i="0" u="none" strike="noStrike" kern="1200" baseline="0">
                    <a:solidFill>
                      <a:schemeClr val="tx1">
                        <a:lumMod val="75000"/>
                        <a:lumOff val="25000"/>
                      </a:schemeClr>
                    </a:solidFill>
                    <a:latin typeface="+mn-lt"/>
                    <a:ea typeface="+mn-ea"/>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'图 94'!$A$2:$A$6075</c:f>
              <c:numCache>
                <c:formatCode>m/d/yyyy</c:formatCode>
                <c:ptCount val="6074"/>
                <c:pt idx="0">
                  <c:v>44790</c:v>
                </c:pt>
                <c:pt idx="1">
                  <c:v>44789</c:v>
                </c:pt>
                <c:pt idx="2">
                  <c:v>44788</c:v>
                </c:pt>
                <c:pt idx="3">
                  <c:v>44787</c:v>
                </c:pt>
                <c:pt idx="4">
                  <c:v>44786</c:v>
                </c:pt>
                <c:pt idx="5">
                  <c:v>44785</c:v>
                </c:pt>
                <c:pt idx="6">
                  <c:v>44784</c:v>
                </c:pt>
                <c:pt idx="7">
                  <c:v>44783</c:v>
                </c:pt>
                <c:pt idx="8">
                  <c:v>44782</c:v>
                </c:pt>
                <c:pt idx="9">
                  <c:v>44781</c:v>
                </c:pt>
                <c:pt idx="10">
                  <c:v>44780</c:v>
                </c:pt>
                <c:pt idx="11">
                  <c:v>44779</c:v>
                </c:pt>
                <c:pt idx="12">
                  <c:v>44778</c:v>
                </c:pt>
                <c:pt idx="13">
                  <c:v>44777</c:v>
                </c:pt>
                <c:pt idx="14">
                  <c:v>44776</c:v>
                </c:pt>
                <c:pt idx="15">
                  <c:v>44775</c:v>
                </c:pt>
                <c:pt idx="16">
                  <c:v>44774</c:v>
                </c:pt>
                <c:pt idx="17">
                  <c:v>44773</c:v>
                </c:pt>
                <c:pt idx="18">
                  <c:v>44772</c:v>
                </c:pt>
                <c:pt idx="19">
                  <c:v>44771</c:v>
                </c:pt>
                <c:pt idx="20">
                  <c:v>44770</c:v>
                </c:pt>
                <c:pt idx="21">
                  <c:v>44769</c:v>
                </c:pt>
                <c:pt idx="22">
                  <c:v>44768</c:v>
                </c:pt>
                <c:pt idx="23">
                  <c:v>44767</c:v>
                </c:pt>
                <c:pt idx="24">
                  <c:v>44766</c:v>
                </c:pt>
                <c:pt idx="25">
                  <c:v>44765</c:v>
                </c:pt>
                <c:pt idx="26">
                  <c:v>44764</c:v>
                </c:pt>
                <c:pt idx="27">
                  <c:v>44763</c:v>
                </c:pt>
                <c:pt idx="28">
                  <c:v>44762</c:v>
                </c:pt>
                <c:pt idx="29">
                  <c:v>44761</c:v>
                </c:pt>
                <c:pt idx="30">
                  <c:v>44760</c:v>
                </c:pt>
                <c:pt idx="31">
                  <c:v>44759</c:v>
                </c:pt>
                <c:pt idx="32">
                  <c:v>44758</c:v>
                </c:pt>
                <c:pt idx="33">
                  <c:v>44757</c:v>
                </c:pt>
                <c:pt idx="34">
                  <c:v>44756</c:v>
                </c:pt>
                <c:pt idx="35">
                  <c:v>44755</c:v>
                </c:pt>
                <c:pt idx="36">
                  <c:v>44754</c:v>
                </c:pt>
                <c:pt idx="37">
                  <c:v>44753</c:v>
                </c:pt>
                <c:pt idx="38">
                  <c:v>44752</c:v>
                </c:pt>
                <c:pt idx="39">
                  <c:v>44751</c:v>
                </c:pt>
                <c:pt idx="40">
                  <c:v>44750</c:v>
                </c:pt>
                <c:pt idx="41">
                  <c:v>44749</c:v>
                </c:pt>
                <c:pt idx="42">
                  <c:v>44748</c:v>
                </c:pt>
                <c:pt idx="43">
                  <c:v>44747</c:v>
                </c:pt>
                <c:pt idx="44">
                  <c:v>44746</c:v>
                </c:pt>
                <c:pt idx="45">
                  <c:v>44745</c:v>
                </c:pt>
                <c:pt idx="46">
                  <c:v>44744</c:v>
                </c:pt>
                <c:pt idx="47">
                  <c:v>44743</c:v>
                </c:pt>
                <c:pt idx="48">
                  <c:v>44742</c:v>
                </c:pt>
                <c:pt idx="49">
                  <c:v>44741</c:v>
                </c:pt>
                <c:pt idx="50">
                  <c:v>44740</c:v>
                </c:pt>
                <c:pt idx="51">
                  <c:v>44739</c:v>
                </c:pt>
                <c:pt idx="52">
                  <c:v>44738</c:v>
                </c:pt>
                <c:pt idx="53">
                  <c:v>44737</c:v>
                </c:pt>
                <c:pt idx="54">
                  <c:v>44736</c:v>
                </c:pt>
                <c:pt idx="55">
                  <c:v>44735</c:v>
                </c:pt>
                <c:pt idx="56">
                  <c:v>44734</c:v>
                </c:pt>
                <c:pt idx="57">
                  <c:v>44733</c:v>
                </c:pt>
                <c:pt idx="58">
                  <c:v>44732</c:v>
                </c:pt>
                <c:pt idx="59">
                  <c:v>44731</c:v>
                </c:pt>
                <c:pt idx="60">
                  <c:v>44730</c:v>
                </c:pt>
                <c:pt idx="61">
                  <c:v>44729</c:v>
                </c:pt>
                <c:pt idx="62">
                  <c:v>44728</c:v>
                </c:pt>
                <c:pt idx="63">
                  <c:v>44727</c:v>
                </c:pt>
                <c:pt idx="64">
                  <c:v>44726</c:v>
                </c:pt>
                <c:pt idx="65">
                  <c:v>44725</c:v>
                </c:pt>
                <c:pt idx="66">
                  <c:v>44724</c:v>
                </c:pt>
                <c:pt idx="67">
                  <c:v>44723</c:v>
                </c:pt>
                <c:pt idx="68">
                  <c:v>44722</c:v>
                </c:pt>
                <c:pt idx="69">
                  <c:v>44721</c:v>
                </c:pt>
                <c:pt idx="70">
                  <c:v>44720</c:v>
                </c:pt>
                <c:pt idx="71">
                  <c:v>44719</c:v>
                </c:pt>
                <c:pt idx="72">
                  <c:v>44718</c:v>
                </c:pt>
                <c:pt idx="73">
                  <c:v>44717</c:v>
                </c:pt>
                <c:pt idx="74">
                  <c:v>44716</c:v>
                </c:pt>
                <c:pt idx="75">
                  <c:v>44715</c:v>
                </c:pt>
                <c:pt idx="76">
                  <c:v>44714</c:v>
                </c:pt>
                <c:pt idx="77">
                  <c:v>44713</c:v>
                </c:pt>
                <c:pt idx="78">
                  <c:v>44712</c:v>
                </c:pt>
                <c:pt idx="79">
                  <c:v>44711</c:v>
                </c:pt>
                <c:pt idx="80">
                  <c:v>44710</c:v>
                </c:pt>
                <c:pt idx="81">
                  <c:v>44709</c:v>
                </c:pt>
                <c:pt idx="82">
                  <c:v>44708</c:v>
                </c:pt>
                <c:pt idx="83">
                  <c:v>44707</c:v>
                </c:pt>
                <c:pt idx="84">
                  <c:v>44706</c:v>
                </c:pt>
                <c:pt idx="85">
                  <c:v>44705</c:v>
                </c:pt>
                <c:pt idx="86">
                  <c:v>44704</c:v>
                </c:pt>
                <c:pt idx="87">
                  <c:v>44703</c:v>
                </c:pt>
                <c:pt idx="88">
                  <c:v>44702</c:v>
                </c:pt>
                <c:pt idx="89">
                  <c:v>44701</c:v>
                </c:pt>
                <c:pt idx="90">
                  <c:v>44700</c:v>
                </c:pt>
                <c:pt idx="91">
                  <c:v>44699</c:v>
                </c:pt>
                <c:pt idx="92">
                  <c:v>44698</c:v>
                </c:pt>
                <c:pt idx="93">
                  <c:v>44697</c:v>
                </c:pt>
                <c:pt idx="94">
                  <c:v>44696</c:v>
                </c:pt>
                <c:pt idx="95">
                  <c:v>44695</c:v>
                </c:pt>
                <c:pt idx="96">
                  <c:v>44694</c:v>
                </c:pt>
                <c:pt idx="97">
                  <c:v>44693</c:v>
                </c:pt>
                <c:pt idx="98">
                  <c:v>44692</c:v>
                </c:pt>
                <c:pt idx="99">
                  <c:v>44691</c:v>
                </c:pt>
                <c:pt idx="100">
                  <c:v>44690</c:v>
                </c:pt>
                <c:pt idx="101">
                  <c:v>44689</c:v>
                </c:pt>
                <c:pt idx="102">
                  <c:v>44688</c:v>
                </c:pt>
                <c:pt idx="103">
                  <c:v>44687</c:v>
                </c:pt>
                <c:pt idx="104">
                  <c:v>44686</c:v>
                </c:pt>
                <c:pt idx="105">
                  <c:v>44685</c:v>
                </c:pt>
                <c:pt idx="106">
                  <c:v>44684</c:v>
                </c:pt>
                <c:pt idx="107">
                  <c:v>44683</c:v>
                </c:pt>
                <c:pt idx="108">
                  <c:v>44682</c:v>
                </c:pt>
                <c:pt idx="109">
                  <c:v>44681</c:v>
                </c:pt>
                <c:pt idx="110">
                  <c:v>44680</c:v>
                </c:pt>
                <c:pt idx="111">
                  <c:v>44679</c:v>
                </c:pt>
                <c:pt idx="112">
                  <c:v>44678</c:v>
                </c:pt>
                <c:pt idx="113">
                  <c:v>44677</c:v>
                </c:pt>
                <c:pt idx="114">
                  <c:v>44676</c:v>
                </c:pt>
                <c:pt idx="115">
                  <c:v>44675</c:v>
                </c:pt>
                <c:pt idx="116">
                  <c:v>44674</c:v>
                </c:pt>
                <c:pt idx="117">
                  <c:v>44673</c:v>
                </c:pt>
                <c:pt idx="118">
                  <c:v>44672</c:v>
                </c:pt>
                <c:pt idx="119">
                  <c:v>44671</c:v>
                </c:pt>
                <c:pt idx="120">
                  <c:v>44670</c:v>
                </c:pt>
                <c:pt idx="121">
                  <c:v>44669</c:v>
                </c:pt>
                <c:pt idx="122">
                  <c:v>44668</c:v>
                </c:pt>
                <c:pt idx="123">
                  <c:v>44667</c:v>
                </c:pt>
                <c:pt idx="124">
                  <c:v>44666</c:v>
                </c:pt>
                <c:pt idx="125">
                  <c:v>44665</c:v>
                </c:pt>
                <c:pt idx="126">
                  <c:v>44664</c:v>
                </c:pt>
                <c:pt idx="127">
                  <c:v>44663</c:v>
                </c:pt>
                <c:pt idx="128">
                  <c:v>44662</c:v>
                </c:pt>
                <c:pt idx="129">
                  <c:v>44661</c:v>
                </c:pt>
                <c:pt idx="130">
                  <c:v>44660</c:v>
                </c:pt>
                <c:pt idx="131">
                  <c:v>44659</c:v>
                </c:pt>
                <c:pt idx="132">
                  <c:v>44658</c:v>
                </c:pt>
                <c:pt idx="133">
                  <c:v>44657</c:v>
                </c:pt>
                <c:pt idx="134">
                  <c:v>44656</c:v>
                </c:pt>
                <c:pt idx="135">
                  <c:v>44655</c:v>
                </c:pt>
                <c:pt idx="136">
                  <c:v>44654</c:v>
                </c:pt>
                <c:pt idx="137">
                  <c:v>44653</c:v>
                </c:pt>
                <c:pt idx="138">
                  <c:v>44652</c:v>
                </c:pt>
                <c:pt idx="139">
                  <c:v>44651</c:v>
                </c:pt>
                <c:pt idx="140">
                  <c:v>44650</c:v>
                </c:pt>
                <c:pt idx="141">
                  <c:v>44649</c:v>
                </c:pt>
                <c:pt idx="142">
                  <c:v>44648</c:v>
                </c:pt>
                <c:pt idx="143">
                  <c:v>44647</c:v>
                </c:pt>
                <c:pt idx="144">
                  <c:v>44646</c:v>
                </c:pt>
                <c:pt idx="145">
                  <c:v>44645</c:v>
                </c:pt>
                <c:pt idx="146">
                  <c:v>44644</c:v>
                </c:pt>
                <c:pt idx="147">
                  <c:v>44643</c:v>
                </c:pt>
                <c:pt idx="148">
                  <c:v>44642</c:v>
                </c:pt>
                <c:pt idx="149">
                  <c:v>44641</c:v>
                </c:pt>
                <c:pt idx="150">
                  <c:v>44640</c:v>
                </c:pt>
                <c:pt idx="151">
                  <c:v>44639</c:v>
                </c:pt>
                <c:pt idx="152">
                  <c:v>44638</c:v>
                </c:pt>
                <c:pt idx="153">
                  <c:v>44637</c:v>
                </c:pt>
                <c:pt idx="154">
                  <c:v>44636</c:v>
                </c:pt>
                <c:pt idx="155">
                  <c:v>44635</c:v>
                </c:pt>
                <c:pt idx="156">
                  <c:v>44634</c:v>
                </c:pt>
                <c:pt idx="157">
                  <c:v>44633</c:v>
                </c:pt>
                <c:pt idx="158">
                  <c:v>44632</c:v>
                </c:pt>
                <c:pt idx="159">
                  <c:v>44631</c:v>
                </c:pt>
                <c:pt idx="160">
                  <c:v>44630</c:v>
                </c:pt>
                <c:pt idx="161">
                  <c:v>44629</c:v>
                </c:pt>
                <c:pt idx="162">
                  <c:v>44628</c:v>
                </c:pt>
                <c:pt idx="163">
                  <c:v>44627</c:v>
                </c:pt>
                <c:pt idx="164">
                  <c:v>44626</c:v>
                </c:pt>
                <c:pt idx="165">
                  <c:v>44625</c:v>
                </c:pt>
                <c:pt idx="166">
                  <c:v>44624</c:v>
                </c:pt>
                <c:pt idx="167">
                  <c:v>44623</c:v>
                </c:pt>
                <c:pt idx="168">
                  <c:v>44622</c:v>
                </c:pt>
                <c:pt idx="169">
                  <c:v>44621</c:v>
                </c:pt>
                <c:pt idx="170">
                  <c:v>44620</c:v>
                </c:pt>
                <c:pt idx="171">
                  <c:v>44619</c:v>
                </c:pt>
                <c:pt idx="172">
                  <c:v>44618</c:v>
                </c:pt>
                <c:pt idx="173">
                  <c:v>44617</c:v>
                </c:pt>
                <c:pt idx="174">
                  <c:v>44616</c:v>
                </c:pt>
                <c:pt idx="175">
                  <c:v>44615</c:v>
                </c:pt>
                <c:pt idx="176">
                  <c:v>44614</c:v>
                </c:pt>
                <c:pt idx="177">
                  <c:v>44613</c:v>
                </c:pt>
                <c:pt idx="178">
                  <c:v>44612</c:v>
                </c:pt>
                <c:pt idx="179">
                  <c:v>44611</c:v>
                </c:pt>
                <c:pt idx="180">
                  <c:v>44610</c:v>
                </c:pt>
                <c:pt idx="181">
                  <c:v>44609</c:v>
                </c:pt>
                <c:pt idx="182">
                  <c:v>44608</c:v>
                </c:pt>
                <c:pt idx="183">
                  <c:v>44607</c:v>
                </c:pt>
                <c:pt idx="184">
                  <c:v>44606</c:v>
                </c:pt>
                <c:pt idx="185">
                  <c:v>44605</c:v>
                </c:pt>
                <c:pt idx="186">
                  <c:v>44604</c:v>
                </c:pt>
                <c:pt idx="187">
                  <c:v>44603</c:v>
                </c:pt>
                <c:pt idx="188">
                  <c:v>44602</c:v>
                </c:pt>
                <c:pt idx="189">
                  <c:v>44601</c:v>
                </c:pt>
                <c:pt idx="190">
                  <c:v>44600</c:v>
                </c:pt>
                <c:pt idx="191">
                  <c:v>44599</c:v>
                </c:pt>
                <c:pt idx="192">
                  <c:v>44598</c:v>
                </c:pt>
                <c:pt idx="193">
                  <c:v>44597</c:v>
                </c:pt>
                <c:pt idx="194">
                  <c:v>44596</c:v>
                </c:pt>
                <c:pt idx="195">
                  <c:v>44595</c:v>
                </c:pt>
                <c:pt idx="196">
                  <c:v>44594</c:v>
                </c:pt>
                <c:pt idx="197">
                  <c:v>44593</c:v>
                </c:pt>
                <c:pt idx="198">
                  <c:v>44592</c:v>
                </c:pt>
                <c:pt idx="199">
                  <c:v>44591</c:v>
                </c:pt>
                <c:pt idx="200">
                  <c:v>44590</c:v>
                </c:pt>
                <c:pt idx="201">
                  <c:v>44589</c:v>
                </c:pt>
                <c:pt idx="202">
                  <c:v>44588</c:v>
                </c:pt>
                <c:pt idx="203">
                  <c:v>44587</c:v>
                </c:pt>
                <c:pt idx="204">
                  <c:v>44586</c:v>
                </c:pt>
                <c:pt idx="205">
                  <c:v>44585</c:v>
                </c:pt>
                <c:pt idx="206">
                  <c:v>44584</c:v>
                </c:pt>
                <c:pt idx="207">
                  <c:v>44583</c:v>
                </c:pt>
                <c:pt idx="208">
                  <c:v>44582</c:v>
                </c:pt>
                <c:pt idx="209">
                  <c:v>44581</c:v>
                </c:pt>
                <c:pt idx="210">
                  <c:v>44580</c:v>
                </c:pt>
                <c:pt idx="211">
                  <c:v>44579</c:v>
                </c:pt>
                <c:pt idx="212">
                  <c:v>44578</c:v>
                </c:pt>
                <c:pt idx="213">
                  <c:v>44577</c:v>
                </c:pt>
                <c:pt idx="214">
                  <c:v>44576</c:v>
                </c:pt>
                <c:pt idx="215">
                  <c:v>44575</c:v>
                </c:pt>
                <c:pt idx="216">
                  <c:v>44574</c:v>
                </c:pt>
                <c:pt idx="217">
                  <c:v>44573</c:v>
                </c:pt>
                <c:pt idx="218">
                  <c:v>44572</c:v>
                </c:pt>
                <c:pt idx="219">
                  <c:v>44571</c:v>
                </c:pt>
                <c:pt idx="220">
                  <c:v>44570</c:v>
                </c:pt>
                <c:pt idx="221">
                  <c:v>44569</c:v>
                </c:pt>
                <c:pt idx="222">
                  <c:v>44568</c:v>
                </c:pt>
                <c:pt idx="223">
                  <c:v>44567</c:v>
                </c:pt>
                <c:pt idx="224">
                  <c:v>44566</c:v>
                </c:pt>
                <c:pt idx="225">
                  <c:v>44565</c:v>
                </c:pt>
                <c:pt idx="226">
                  <c:v>44564</c:v>
                </c:pt>
                <c:pt idx="227">
                  <c:v>44563</c:v>
                </c:pt>
                <c:pt idx="228">
                  <c:v>44562</c:v>
                </c:pt>
                <c:pt idx="229">
                  <c:v>44561</c:v>
                </c:pt>
                <c:pt idx="230">
                  <c:v>44560</c:v>
                </c:pt>
                <c:pt idx="231">
                  <c:v>44559</c:v>
                </c:pt>
                <c:pt idx="232">
                  <c:v>44558</c:v>
                </c:pt>
                <c:pt idx="233">
                  <c:v>44557</c:v>
                </c:pt>
                <c:pt idx="234">
                  <c:v>44556</c:v>
                </c:pt>
                <c:pt idx="235">
                  <c:v>44555</c:v>
                </c:pt>
                <c:pt idx="236">
                  <c:v>44554</c:v>
                </c:pt>
                <c:pt idx="237">
                  <c:v>44553</c:v>
                </c:pt>
                <c:pt idx="238">
                  <c:v>44552</c:v>
                </c:pt>
                <c:pt idx="239">
                  <c:v>44551</c:v>
                </c:pt>
                <c:pt idx="240">
                  <c:v>44550</c:v>
                </c:pt>
                <c:pt idx="241">
                  <c:v>44549</c:v>
                </c:pt>
                <c:pt idx="242">
                  <c:v>44548</c:v>
                </c:pt>
                <c:pt idx="243">
                  <c:v>44547</c:v>
                </c:pt>
                <c:pt idx="244">
                  <c:v>44546</c:v>
                </c:pt>
                <c:pt idx="245">
                  <c:v>44545</c:v>
                </c:pt>
                <c:pt idx="246">
                  <c:v>44544</c:v>
                </c:pt>
                <c:pt idx="247">
                  <c:v>44543</c:v>
                </c:pt>
                <c:pt idx="248">
                  <c:v>44542</c:v>
                </c:pt>
                <c:pt idx="249">
                  <c:v>44541</c:v>
                </c:pt>
                <c:pt idx="250">
                  <c:v>44540</c:v>
                </c:pt>
                <c:pt idx="251">
                  <c:v>44539</c:v>
                </c:pt>
                <c:pt idx="252">
                  <c:v>44538</c:v>
                </c:pt>
                <c:pt idx="253">
                  <c:v>44537</c:v>
                </c:pt>
                <c:pt idx="254">
                  <c:v>44536</c:v>
                </c:pt>
                <c:pt idx="255">
                  <c:v>44535</c:v>
                </c:pt>
                <c:pt idx="256">
                  <c:v>44534</c:v>
                </c:pt>
                <c:pt idx="257">
                  <c:v>44533</c:v>
                </c:pt>
                <c:pt idx="258">
                  <c:v>44532</c:v>
                </c:pt>
                <c:pt idx="259">
                  <c:v>44531</c:v>
                </c:pt>
                <c:pt idx="260">
                  <c:v>44530</c:v>
                </c:pt>
                <c:pt idx="261">
                  <c:v>44529</c:v>
                </c:pt>
                <c:pt idx="262">
                  <c:v>44528</c:v>
                </c:pt>
                <c:pt idx="263">
                  <c:v>44527</c:v>
                </c:pt>
                <c:pt idx="264">
                  <c:v>44526</c:v>
                </c:pt>
                <c:pt idx="265">
                  <c:v>44525</c:v>
                </c:pt>
                <c:pt idx="266">
                  <c:v>44524</c:v>
                </c:pt>
                <c:pt idx="267">
                  <c:v>44523</c:v>
                </c:pt>
                <c:pt idx="268">
                  <c:v>44522</c:v>
                </c:pt>
                <c:pt idx="269">
                  <c:v>44521</c:v>
                </c:pt>
                <c:pt idx="270">
                  <c:v>44520</c:v>
                </c:pt>
                <c:pt idx="271">
                  <c:v>44519</c:v>
                </c:pt>
                <c:pt idx="272">
                  <c:v>44518</c:v>
                </c:pt>
                <c:pt idx="273">
                  <c:v>44517</c:v>
                </c:pt>
                <c:pt idx="274">
                  <c:v>44516</c:v>
                </c:pt>
                <c:pt idx="275">
                  <c:v>44515</c:v>
                </c:pt>
                <c:pt idx="276">
                  <c:v>44514</c:v>
                </c:pt>
                <c:pt idx="277">
                  <c:v>44513</c:v>
                </c:pt>
                <c:pt idx="278">
                  <c:v>44512</c:v>
                </c:pt>
                <c:pt idx="279">
                  <c:v>44511</c:v>
                </c:pt>
                <c:pt idx="280">
                  <c:v>44510</c:v>
                </c:pt>
                <c:pt idx="281">
                  <c:v>44509</c:v>
                </c:pt>
                <c:pt idx="282">
                  <c:v>44508</c:v>
                </c:pt>
                <c:pt idx="283">
                  <c:v>44507</c:v>
                </c:pt>
                <c:pt idx="284">
                  <c:v>44506</c:v>
                </c:pt>
                <c:pt idx="285">
                  <c:v>44505</c:v>
                </c:pt>
                <c:pt idx="286">
                  <c:v>44504</c:v>
                </c:pt>
                <c:pt idx="287">
                  <c:v>44503</c:v>
                </c:pt>
                <c:pt idx="288">
                  <c:v>44502</c:v>
                </c:pt>
                <c:pt idx="289">
                  <c:v>44501</c:v>
                </c:pt>
                <c:pt idx="290">
                  <c:v>44500</c:v>
                </c:pt>
                <c:pt idx="291">
                  <c:v>44499</c:v>
                </c:pt>
                <c:pt idx="292">
                  <c:v>44498</c:v>
                </c:pt>
                <c:pt idx="293">
                  <c:v>44497</c:v>
                </c:pt>
                <c:pt idx="294">
                  <c:v>44496</c:v>
                </c:pt>
                <c:pt idx="295">
                  <c:v>44495</c:v>
                </c:pt>
                <c:pt idx="296">
                  <c:v>44494</c:v>
                </c:pt>
                <c:pt idx="297">
                  <c:v>44493</c:v>
                </c:pt>
                <c:pt idx="298">
                  <c:v>44492</c:v>
                </c:pt>
                <c:pt idx="299">
                  <c:v>44491</c:v>
                </c:pt>
                <c:pt idx="300">
                  <c:v>44490</c:v>
                </c:pt>
                <c:pt idx="301">
                  <c:v>44489</c:v>
                </c:pt>
                <c:pt idx="302">
                  <c:v>44488</c:v>
                </c:pt>
                <c:pt idx="303">
                  <c:v>44487</c:v>
                </c:pt>
                <c:pt idx="304">
                  <c:v>44486</c:v>
                </c:pt>
                <c:pt idx="305">
                  <c:v>44485</c:v>
                </c:pt>
                <c:pt idx="306">
                  <c:v>44484</c:v>
                </c:pt>
                <c:pt idx="307">
                  <c:v>44483</c:v>
                </c:pt>
                <c:pt idx="308">
                  <c:v>44482</c:v>
                </c:pt>
                <c:pt idx="309">
                  <c:v>44481</c:v>
                </c:pt>
                <c:pt idx="310">
                  <c:v>44480</c:v>
                </c:pt>
                <c:pt idx="311">
                  <c:v>44479</c:v>
                </c:pt>
                <c:pt idx="312">
                  <c:v>44478</c:v>
                </c:pt>
                <c:pt idx="313">
                  <c:v>44477</c:v>
                </c:pt>
                <c:pt idx="314">
                  <c:v>44476</c:v>
                </c:pt>
                <c:pt idx="315">
                  <c:v>44475</c:v>
                </c:pt>
                <c:pt idx="316">
                  <c:v>44474</c:v>
                </c:pt>
                <c:pt idx="317">
                  <c:v>44473</c:v>
                </c:pt>
                <c:pt idx="318">
                  <c:v>44472</c:v>
                </c:pt>
                <c:pt idx="319">
                  <c:v>44471</c:v>
                </c:pt>
                <c:pt idx="320">
                  <c:v>44470</c:v>
                </c:pt>
                <c:pt idx="321" formatCode="yyyy/mm/dd;@">
                  <c:v>44469</c:v>
                </c:pt>
                <c:pt idx="322" formatCode="yyyy/mm/dd;@">
                  <c:v>44468</c:v>
                </c:pt>
                <c:pt idx="323" formatCode="yyyy/mm/dd;@">
                  <c:v>44467</c:v>
                </c:pt>
                <c:pt idx="324" formatCode="yyyy/mm/dd;@">
                  <c:v>44466</c:v>
                </c:pt>
                <c:pt idx="325" formatCode="yyyy/mm/dd;@">
                  <c:v>44465</c:v>
                </c:pt>
                <c:pt idx="326" formatCode="yyyy/mm/dd;@">
                  <c:v>44464</c:v>
                </c:pt>
                <c:pt idx="327" formatCode="yyyy/mm/dd;@">
                  <c:v>44463</c:v>
                </c:pt>
                <c:pt idx="328" formatCode="yyyy/mm/dd;@">
                  <c:v>44462</c:v>
                </c:pt>
                <c:pt idx="329" formatCode="yyyy/mm/dd;@">
                  <c:v>44461</c:v>
                </c:pt>
                <c:pt idx="330" formatCode="yyyy/mm/dd;@">
                  <c:v>44460</c:v>
                </c:pt>
                <c:pt idx="331" formatCode="yyyy/mm/dd;@">
                  <c:v>44459</c:v>
                </c:pt>
                <c:pt idx="332" formatCode="yyyy/mm/dd;@">
                  <c:v>44458</c:v>
                </c:pt>
                <c:pt idx="333" formatCode="yyyy/mm/dd;@">
                  <c:v>44457</c:v>
                </c:pt>
                <c:pt idx="334" formatCode="yyyy/mm/dd;@">
                  <c:v>44456</c:v>
                </c:pt>
                <c:pt idx="335" formatCode="yyyy/mm/dd;@">
                  <c:v>44455</c:v>
                </c:pt>
                <c:pt idx="336" formatCode="yyyy/mm/dd;@">
                  <c:v>44454</c:v>
                </c:pt>
                <c:pt idx="337" formatCode="yyyy/mm/dd;@">
                  <c:v>44453</c:v>
                </c:pt>
                <c:pt idx="338" formatCode="yyyy/mm/dd;@">
                  <c:v>44452</c:v>
                </c:pt>
                <c:pt idx="339" formatCode="yyyy/mm/dd;@">
                  <c:v>44451</c:v>
                </c:pt>
                <c:pt idx="340" formatCode="yyyy/mm/dd;@">
                  <c:v>44450</c:v>
                </c:pt>
                <c:pt idx="341" formatCode="yyyy/mm/dd;@">
                  <c:v>44449</c:v>
                </c:pt>
                <c:pt idx="342" formatCode="yyyy/mm/dd;@">
                  <c:v>44448</c:v>
                </c:pt>
                <c:pt idx="343" formatCode="yyyy/mm/dd;@">
                  <c:v>44447</c:v>
                </c:pt>
                <c:pt idx="344" formatCode="yyyy/mm/dd;@">
                  <c:v>44446</c:v>
                </c:pt>
                <c:pt idx="345" formatCode="yyyy/mm/dd;@">
                  <c:v>44445</c:v>
                </c:pt>
                <c:pt idx="346" formatCode="yyyy/mm/dd;@">
                  <c:v>44444</c:v>
                </c:pt>
                <c:pt idx="347" formatCode="yyyy/mm/dd;@">
                  <c:v>44443</c:v>
                </c:pt>
                <c:pt idx="348" formatCode="yyyy/mm/dd;@">
                  <c:v>44442</c:v>
                </c:pt>
                <c:pt idx="349" formatCode="yyyy/mm/dd;@">
                  <c:v>44441</c:v>
                </c:pt>
                <c:pt idx="350" formatCode="yyyy/mm/dd;@">
                  <c:v>44440</c:v>
                </c:pt>
                <c:pt idx="351" formatCode="yyyy/mm/dd;@">
                  <c:v>44439</c:v>
                </c:pt>
                <c:pt idx="352" formatCode="yyyy/mm/dd;@">
                  <c:v>44438</c:v>
                </c:pt>
                <c:pt idx="353" formatCode="yyyy/mm/dd;@">
                  <c:v>44437</c:v>
                </c:pt>
                <c:pt idx="354" formatCode="yyyy/mm/dd;@">
                  <c:v>44436</c:v>
                </c:pt>
                <c:pt idx="355" formatCode="yyyy/mm/dd;@">
                  <c:v>44435</c:v>
                </c:pt>
                <c:pt idx="356" formatCode="yyyy/mm/dd;@">
                  <c:v>44434</c:v>
                </c:pt>
                <c:pt idx="357" formatCode="yyyy/mm/dd;@">
                  <c:v>44433</c:v>
                </c:pt>
                <c:pt idx="358" formatCode="yyyy/mm/dd;@">
                  <c:v>44432</c:v>
                </c:pt>
                <c:pt idx="359" formatCode="yyyy/mm/dd;@">
                  <c:v>44431</c:v>
                </c:pt>
                <c:pt idx="360" formatCode="yyyy/mm/dd;@">
                  <c:v>44430</c:v>
                </c:pt>
                <c:pt idx="361" formatCode="yyyy/mm/dd;@">
                  <c:v>44429</c:v>
                </c:pt>
                <c:pt idx="362" formatCode="yyyy/mm/dd;@">
                  <c:v>44428</c:v>
                </c:pt>
                <c:pt idx="363" formatCode="yyyy/mm/dd;@">
                  <c:v>44427</c:v>
                </c:pt>
                <c:pt idx="364" formatCode="yyyy/mm/dd;@">
                  <c:v>44426</c:v>
                </c:pt>
                <c:pt idx="365" formatCode="yyyy/mm/dd;@">
                  <c:v>44425</c:v>
                </c:pt>
                <c:pt idx="366" formatCode="yyyy/mm/dd;@">
                  <c:v>44424</c:v>
                </c:pt>
                <c:pt idx="367" formatCode="yyyy/mm/dd;@">
                  <c:v>44423</c:v>
                </c:pt>
                <c:pt idx="368" formatCode="yyyy/mm/dd;@">
                  <c:v>44422</c:v>
                </c:pt>
                <c:pt idx="369" formatCode="yyyy/mm/dd;@">
                  <c:v>44421</c:v>
                </c:pt>
                <c:pt idx="370" formatCode="yyyy/mm/dd;@">
                  <c:v>44420</c:v>
                </c:pt>
                <c:pt idx="371" formatCode="yyyy/mm/dd;@">
                  <c:v>44419</c:v>
                </c:pt>
                <c:pt idx="372" formatCode="yyyy/mm/dd;@">
                  <c:v>44418</c:v>
                </c:pt>
                <c:pt idx="373" formatCode="yyyy/mm/dd;@">
                  <c:v>44417</c:v>
                </c:pt>
                <c:pt idx="374" formatCode="yyyy/mm/dd;@">
                  <c:v>44416</c:v>
                </c:pt>
                <c:pt idx="375" formatCode="yyyy/mm/dd;@">
                  <c:v>44415</c:v>
                </c:pt>
                <c:pt idx="376" formatCode="yyyy/mm/dd;@">
                  <c:v>44414</c:v>
                </c:pt>
                <c:pt idx="377" formatCode="yyyy/mm/dd;@">
                  <c:v>44413</c:v>
                </c:pt>
                <c:pt idx="378" formatCode="yyyy/mm/dd;@">
                  <c:v>44412</c:v>
                </c:pt>
                <c:pt idx="379" formatCode="yyyy/mm/dd;@">
                  <c:v>44411</c:v>
                </c:pt>
                <c:pt idx="380" formatCode="yyyy/mm/dd;@">
                  <c:v>44410</c:v>
                </c:pt>
                <c:pt idx="381" formatCode="yyyy/mm/dd;@">
                  <c:v>44409</c:v>
                </c:pt>
                <c:pt idx="382" formatCode="yyyy/mm/dd;@">
                  <c:v>44408</c:v>
                </c:pt>
                <c:pt idx="383" formatCode="yyyy/mm/dd;@">
                  <c:v>44407</c:v>
                </c:pt>
                <c:pt idx="384" formatCode="yyyy/mm/dd;@">
                  <c:v>44406</c:v>
                </c:pt>
                <c:pt idx="385" formatCode="yyyy/mm/dd;@">
                  <c:v>44405</c:v>
                </c:pt>
                <c:pt idx="386" formatCode="yyyy/mm/dd;@">
                  <c:v>44404</c:v>
                </c:pt>
                <c:pt idx="387" formatCode="yyyy/mm/dd;@">
                  <c:v>44403</c:v>
                </c:pt>
                <c:pt idx="388" formatCode="yyyy/mm/dd;@">
                  <c:v>44402</c:v>
                </c:pt>
                <c:pt idx="389" formatCode="yyyy/mm/dd;@">
                  <c:v>44401</c:v>
                </c:pt>
                <c:pt idx="390" formatCode="yyyy/mm/dd;@">
                  <c:v>44400</c:v>
                </c:pt>
                <c:pt idx="391" formatCode="yyyy/mm/dd;@">
                  <c:v>44399</c:v>
                </c:pt>
                <c:pt idx="392" formatCode="yyyy/mm/dd;@">
                  <c:v>44398</c:v>
                </c:pt>
                <c:pt idx="393" formatCode="yyyy/mm/dd;@">
                  <c:v>44397</c:v>
                </c:pt>
                <c:pt idx="394" formatCode="yyyy/mm/dd;@">
                  <c:v>44396</c:v>
                </c:pt>
                <c:pt idx="395">
                  <c:v>44395</c:v>
                </c:pt>
                <c:pt idx="396">
                  <c:v>44394</c:v>
                </c:pt>
                <c:pt idx="397">
                  <c:v>44393</c:v>
                </c:pt>
                <c:pt idx="398">
                  <c:v>44392</c:v>
                </c:pt>
                <c:pt idx="399">
                  <c:v>44391</c:v>
                </c:pt>
                <c:pt idx="400">
                  <c:v>44390</c:v>
                </c:pt>
                <c:pt idx="401">
                  <c:v>44389</c:v>
                </c:pt>
                <c:pt idx="402">
                  <c:v>44388</c:v>
                </c:pt>
                <c:pt idx="403">
                  <c:v>44387</c:v>
                </c:pt>
                <c:pt idx="404">
                  <c:v>44386</c:v>
                </c:pt>
                <c:pt idx="405">
                  <c:v>44385</c:v>
                </c:pt>
                <c:pt idx="406">
                  <c:v>44384</c:v>
                </c:pt>
                <c:pt idx="407">
                  <c:v>44383</c:v>
                </c:pt>
                <c:pt idx="408">
                  <c:v>44382</c:v>
                </c:pt>
                <c:pt idx="409">
                  <c:v>44381</c:v>
                </c:pt>
                <c:pt idx="410">
                  <c:v>44380</c:v>
                </c:pt>
                <c:pt idx="411">
                  <c:v>44379</c:v>
                </c:pt>
                <c:pt idx="412">
                  <c:v>44378</c:v>
                </c:pt>
                <c:pt idx="413">
                  <c:v>44377</c:v>
                </c:pt>
                <c:pt idx="414">
                  <c:v>44376</c:v>
                </c:pt>
                <c:pt idx="415">
                  <c:v>44375</c:v>
                </c:pt>
                <c:pt idx="416">
                  <c:v>44374</c:v>
                </c:pt>
                <c:pt idx="417">
                  <c:v>44373</c:v>
                </c:pt>
                <c:pt idx="418">
                  <c:v>44372</c:v>
                </c:pt>
                <c:pt idx="419">
                  <c:v>44371</c:v>
                </c:pt>
                <c:pt idx="420">
                  <c:v>44370</c:v>
                </c:pt>
                <c:pt idx="421">
                  <c:v>44369</c:v>
                </c:pt>
                <c:pt idx="422">
                  <c:v>44368</c:v>
                </c:pt>
                <c:pt idx="423">
                  <c:v>44367</c:v>
                </c:pt>
                <c:pt idx="424">
                  <c:v>44366</c:v>
                </c:pt>
                <c:pt idx="425">
                  <c:v>44365</c:v>
                </c:pt>
                <c:pt idx="426">
                  <c:v>44364</c:v>
                </c:pt>
                <c:pt idx="427">
                  <c:v>44363</c:v>
                </c:pt>
                <c:pt idx="428">
                  <c:v>44362</c:v>
                </c:pt>
                <c:pt idx="429">
                  <c:v>44361</c:v>
                </c:pt>
                <c:pt idx="430">
                  <c:v>44360</c:v>
                </c:pt>
                <c:pt idx="431">
                  <c:v>44359</c:v>
                </c:pt>
                <c:pt idx="432">
                  <c:v>44358</c:v>
                </c:pt>
                <c:pt idx="433">
                  <c:v>44357</c:v>
                </c:pt>
                <c:pt idx="434">
                  <c:v>44356</c:v>
                </c:pt>
                <c:pt idx="435">
                  <c:v>44355</c:v>
                </c:pt>
                <c:pt idx="436">
                  <c:v>44354</c:v>
                </c:pt>
                <c:pt idx="437">
                  <c:v>44353</c:v>
                </c:pt>
                <c:pt idx="438">
                  <c:v>44352</c:v>
                </c:pt>
                <c:pt idx="439">
                  <c:v>44351</c:v>
                </c:pt>
                <c:pt idx="440">
                  <c:v>44350</c:v>
                </c:pt>
                <c:pt idx="441">
                  <c:v>44349</c:v>
                </c:pt>
                <c:pt idx="442">
                  <c:v>44348</c:v>
                </c:pt>
                <c:pt idx="443">
                  <c:v>44347</c:v>
                </c:pt>
                <c:pt idx="444">
                  <c:v>44346</c:v>
                </c:pt>
                <c:pt idx="445">
                  <c:v>44345</c:v>
                </c:pt>
                <c:pt idx="446">
                  <c:v>44344</c:v>
                </c:pt>
                <c:pt idx="447">
                  <c:v>44343</c:v>
                </c:pt>
                <c:pt idx="448">
                  <c:v>44342</c:v>
                </c:pt>
                <c:pt idx="449">
                  <c:v>44341</c:v>
                </c:pt>
                <c:pt idx="450">
                  <c:v>44340</c:v>
                </c:pt>
                <c:pt idx="451">
                  <c:v>44339</c:v>
                </c:pt>
                <c:pt idx="452">
                  <c:v>44338</c:v>
                </c:pt>
                <c:pt idx="453">
                  <c:v>44337</c:v>
                </c:pt>
                <c:pt idx="454">
                  <c:v>44336</c:v>
                </c:pt>
                <c:pt idx="455">
                  <c:v>44335</c:v>
                </c:pt>
                <c:pt idx="456">
                  <c:v>44334</c:v>
                </c:pt>
                <c:pt idx="457">
                  <c:v>44333</c:v>
                </c:pt>
                <c:pt idx="458">
                  <c:v>44332</c:v>
                </c:pt>
                <c:pt idx="459">
                  <c:v>44331</c:v>
                </c:pt>
                <c:pt idx="460">
                  <c:v>44330</c:v>
                </c:pt>
                <c:pt idx="461" formatCode="yyyy/mm/dd;@">
                  <c:v>44329</c:v>
                </c:pt>
                <c:pt idx="462" formatCode="yyyy/mm/dd;@">
                  <c:v>44328</c:v>
                </c:pt>
                <c:pt idx="463" formatCode="yyyy/mm/dd;@">
                  <c:v>44327</c:v>
                </c:pt>
                <c:pt idx="464" formatCode="yyyy/mm/dd;@">
                  <c:v>44326</c:v>
                </c:pt>
                <c:pt idx="465" formatCode="yyyy/mm/dd;@">
                  <c:v>44325</c:v>
                </c:pt>
                <c:pt idx="466" formatCode="yyyy/mm/dd;@">
                  <c:v>44324</c:v>
                </c:pt>
                <c:pt idx="467" formatCode="yyyy/mm/dd;@">
                  <c:v>44323</c:v>
                </c:pt>
                <c:pt idx="468" formatCode="yyyy/mm/dd;@">
                  <c:v>44322</c:v>
                </c:pt>
                <c:pt idx="469" formatCode="yyyy/mm/dd;@">
                  <c:v>44321</c:v>
                </c:pt>
                <c:pt idx="470" formatCode="yyyy/mm/dd;@">
                  <c:v>44320</c:v>
                </c:pt>
                <c:pt idx="471" formatCode="yyyy/mm/dd;@">
                  <c:v>44319</c:v>
                </c:pt>
                <c:pt idx="472" formatCode="yyyy/mm/dd;@">
                  <c:v>44318</c:v>
                </c:pt>
                <c:pt idx="473" formatCode="yyyy/mm/dd;@">
                  <c:v>44317</c:v>
                </c:pt>
                <c:pt idx="474" formatCode="yyyy/mm/dd;@">
                  <c:v>44316</c:v>
                </c:pt>
                <c:pt idx="475" formatCode="yyyy/mm/dd;@">
                  <c:v>44315</c:v>
                </c:pt>
                <c:pt idx="476" formatCode="yyyy/mm/dd;@">
                  <c:v>44314</c:v>
                </c:pt>
                <c:pt idx="477" formatCode="yyyy/mm/dd;@">
                  <c:v>44313</c:v>
                </c:pt>
                <c:pt idx="478" formatCode="yyyy/mm/dd;@">
                  <c:v>44312</c:v>
                </c:pt>
                <c:pt idx="479">
                  <c:v>44311</c:v>
                </c:pt>
                <c:pt idx="480">
                  <c:v>44310</c:v>
                </c:pt>
                <c:pt idx="481">
                  <c:v>44309</c:v>
                </c:pt>
                <c:pt idx="482">
                  <c:v>44308</c:v>
                </c:pt>
                <c:pt idx="483">
                  <c:v>44307</c:v>
                </c:pt>
                <c:pt idx="484">
                  <c:v>44306</c:v>
                </c:pt>
                <c:pt idx="485">
                  <c:v>44305</c:v>
                </c:pt>
                <c:pt idx="486">
                  <c:v>44304</c:v>
                </c:pt>
                <c:pt idx="487">
                  <c:v>44303</c:v>
                </c:pt>
                <c:pt idx="488">
                  <c:v>44302</c:v>
                </c:pt>
                <c:pt idx="489">
                  <c:v>44301</c:v>
                </c:pt>
                <c:pt idx="490">
                  <c:v>44300</c:v>
                </c:pt>
                <c:pt idx="491">
                  <c:v>44299</c:v>
                </c:pt>
                <c:pt idx="492">
                  <c:v>44298</c:v>
                </c:pt>
                <c:pt idx="493">
                  <c:v>44297</c:v>
                </c:pt>
                <c:pt idx="494">
                  <c:v>44296</c:v>
                </c:pt>
                <c:pt idx="495">
                  <c:v>44295</c:v>
                </c:pt>
                <c:pt idx="496">
                  <c:v>44294</c:v>
                </c:pt>
                <c:pt idx="497">
                  <c:v>44293</c:v>
                </c:pt>
                <c:pt idx="498">
                  <c:v>44292</c:v>
                </c:pt>
                <c:pt idx="499">
                  <c:v>44291</c:v>
                </c:pt>
                <c:pt idx="500">
                  <c:v>44290</c:v>
                </c:pt>
                <c:pt idx="501">
                  <c:v>44289</c:v>
                </c:pt>
                <c:pt idx="502">
                  <c:v>44288</c:v>
                </c:pt>
                <c:pt idx="503">
                  <c:v>44287</c:v>
                </c:pt>
                <c:pt idx="504">
                  <c:v>44286</c:v>
                </c:pt>
                <c:pt idx="505">
                  <c:v>44285</c:v>
                </c:pt>
                <c:pt idx="506">
                  <c:v>44284</c:v>
                </c:pt>
                <c:pt idx="507">
                  <c:v>44283</c:v>
                </c:pt>
                <c:pt idx="508">
                  <c:v>44282</c:v>
                </c:pt>
                <c:pt idx="509">
                  <c:v>44281</c:v>
                </c:pt>
                <c:pt idx="510" formatCode="yyyy/mm/dd;@">
                  <c:v>44280</c:v>
                </c:pt>
                <c:pt idx="511" formatCode="yyyy/mm/dd;@">
                  <c:v>44279</c:v>
                </c:pt>
                <c:pt idx="512" formatCode="yyyy/mm/dd;@">
                  <c:v>44278</c:v>
                </c:pt>
                <c:pt idx="513" formatCode="yyyy/mm/dd;@">
                  <c:v>44277</c:v>
                </c:pt>
                <c:pt idx="514" formatCode="yyyy/mm/dd;@">
                  <c:v>44276</c:v>
                </c:pt>
                <c:pt idx="515" formatCode="yyyy/mm/dd;@">
                  <c:v>44275</c:v>
                </c:pt>
                <c:pt idx="516" formatCode="yyyy/mm/dd;@">
                  <c:v>44274</c:v>
                </c:pt>
                <c:pt idx="517" formatCode="yyyy/mm/dd;@">
                  <c:v>44273</c:v>
                </c:pt>
                <c:pt idx="518" formatCode="yyyy/mm/dd;@">
                  <c:v>44272</c:v>
                </c:pt>
                <c:pt idx="519" formatCode="yyyy/mm/dd;@">
                  <c:v>44271</c:v>
                </c:pt>
                <c:pt idx="520" formatCode="yyyy/mm/dd;@">
                  <c:v>44270</c:v>
                </c:pt>
                <c:pt idx="521">
                  <c:v>44269</c:v>
                </c:pt>
                <c:pt idx="522">
                  <c:v>44268</c:v>
                </c:pt>
                <c:pt idx="523">
                  <c:v>44267</c:v>
                </c:pt>
                <c:pt idx="524">
                  <c:v>44266</c:v>
                </c:pt>
                <c:pt idx="525">
                  <c:v>44265</c:v>
                </c:pt>
                <c:pt idx="526">
                  <c:v>44264</c:v>
                </c:pt>
                <c:pt idx="527">
                  <c:v>44263</c:v>
                </c:pt>
                <c:pt idx="528">
                  <c:v>44262</c:v>
                </c:pt>
                <c:pt idx="529">
                  <c:v>44261</c:v>
                </c:pt>
                <c:pt idx="530">
                  <c:v>44260</c:v>
                </c:pt>
                <c:pt idx="531">
                  <c:v>44259</c:v>
                </c:pt>
                <c:pt idx="532">
                  <c:v>44258</c:v>
                </c:pt>
                <c:pt idx="533">
                  <c:v>44257</c:v>
                </c:pt>
                <c:pt idx="534">
                  <c:v>44256</c:v>
                </c:pt>
                <c:pt idx="535">
                  <c:v>44255</c:v>
                </c:pt>
                <c:pt idx="536">
                  <c:v>44254</c:v>
                </c:pt>
                <c:pt idx="537">
                  <c:v>44253</c:v>
                </c:pt>
                <c:pt idx="538">
                  <c:v>44252</c:v>
                </c:pt>
                <c:pt idx="539">
                  <c:v>44251</c:v>
                </c:pt>
                <c:pt idx="540">
                  <c:v>44250</c:v>
                </c:pt>
                <c:pt idx="541">
                  <c:v>44249</c:v>
                </c:pt>
                <c:pt idx="542">
                  <c:v>44248</c:v>
                </c:pt>
                <c:pt idx="543">
                  <c:v>44247</c:v>
                </c:pt>
                <c:pt idx="544">
                  <c:v>44246</c:v>
                </c:pt>
                <c:pt idx="545">
                  <c:v>44245</c:v>
                </c:pt>
                <c:pt idx="546">
                  <c:v>44244</c:v>
                </c:pt>
                <c:pt idx="547">
                  <c:v>44243</c:v>
                </c:pt>
                <c:pt idx="548">
                  <c:v>44242</c:v>
                </c:pt>
                <c:pt idx="549" formatCode="yyyy/mm/dd;@">
                  <c:v>44241</c:v>
                </c:pt>
                <c:pt idx="550" formatCode="yyyy/mm/dd;@">
                  <c:v>44240</c:v>
                </c:pt>
                <c:pt idx="551" formatCode="yyyy/mm/dd;@">
                  <c:v>44239</c:v>
                </c:pt>
                <c:pt idx="552" formatCode="yyyy/mm/dd;@">
                  <c:v>44238</c:v>
                </c:pt>
                <c:pt idx="553" formatCode="yyyy/mm/dd;@">
                  <c:v>44237</c:v>
                </c:pt>
                <c:pt idx="554" formatCode="yyyy/mm/dd;@">
                  <c:v>44236</c:v>
                </c:pt>
                <c:pt idx="555" formatCode="yyyy/mm/dd;@">
                  <c:v>44235</c:v>
                </c:pt>
                <c:pt idx="556" formatCode="yyyy/mm/dd;@">
                  <c:v>44234</c:v>
                </c:pt>
                <c:pt idx="557" formatCode="yyyy/mm/dd;@">
                  <c:v>44233</c:v>
                </c:pt>
                <c:pt idx="558" formatCode="yyyy/mm/dd;@">
                  <c:v>44232</c:v>
                </c:pt>
                <c:pt idx="559" formatCode="yyyy/mm/dd;@">
                  <c:v>44231</c:v>
                </c:pt>
                <c:pt idx="560" formatCode="yyyy/mm/dd;@">
                  <c:v>44230</c:v>
                </c:pt>
                <c:pt idx="561" formatCode="yyyy/mm/dd;@">
                  <c:v>44229</c:v>
                </c:pt>
                <c:pt idx="562" formatCode="yyyy/mm/dd;@">
                  <c:v>44228</c:v>
                </c:pt>
                <c:pt idx="563" formatCode="yyyy/mm/dd;@">
                  <c:v>44227</c:v>
                </c:pt>
                <c:pt idx="564" formatCode="yyyy/mm/dd;@">
                  <c:v>44226</c:v>
                </c:pt>
                <c:pt idx="565" formatCode="yyyy/mm/dd;@">
                  <c:v>44225</c:v>
                </c:pt>
                <c:pt idx="566" formatCode="yyyy/mm/dd;@">
                  <c:v>44224</c:v>
                </c:pt>
                <c:pt idx="567" formatCode="yyyy/mm/dd;@">
                  <c:v>44223</c:v>
                </c:pt>
                <c:pt idx="568" formatCode="yyyy/mm/dd;@">
                  <c:v>44222</c:v>
                </c:pt>
                <c:pt idx="569" formatCode="yyyy/mm/dd;@">
                  <c:v>44221</c:v>
                </c:pt>
                <c:pt idx="570" formatCode="yyyy/mm/dd;@">
                  <c:v>44220</c:v>
                </c:pt>
                <c:pt idx="571" formatCode="yyyy/mm/dd;@">
                  <c:v>44219</c:v>
                </c:pt>
                <c:pt idx="572" formatCode="yyyy/mm/dd;@">
                  <c:v>44218</c:v>
                </c:pt>
                <c:pt idx="573" formatCode="yyyy/mm/dd;@">
                  <c:v>44217</c:v>
                </c:pt>
                <c:pt idx="574" formatCode="yyyy/mm/dd;@">
                  <c:v>44216</c:v>
                </c:pt>
                <c:pt idx="575" formatCode="yyyy/mm/dd;@">
                  <c:v>44215</c:v>
                </c:pt>
                <c:pt idx="576" formatCode="yyyy/mm/dd;@">
                  <c:v>44214</c:v>
                </c:pt>
                <c:pt idx="577" formatCode="yyyy/mm/dd;@">
                  <c:v>44213</c:v>
                </c:pt>
                <c:pt idx="578" formatCode="yyyy/mm/dd;@">
                  <c:v>44212</c:v>
                </c:pt>
                <c:pt idx="579" formatCode="yyyy/mm/dd;@">
                  <c:v>44211</c:v>
                </c:pt>
                <c:pt idx="580" formatCode="yyyy/mm/dd;@">
                  <c:v>44210</c:v>
                </c:pt>
                <c:pt idx="581" formatCode="yyyy/mm/dd;@">
                  <c:v>44209</c:v>
                </c:pt>
                <c:pt idx="582" formatCode="yyyy/mm/dd;@">
                  <c:v>44208</c:v>
                </c:pt>
                <c:pt idx="583" formatCode="yyyy/mm/dd;@">
                  <c:v>44207</c:v>
                </c:pt>
                <c:pt idx="584" formatCode="yyyy/mm/dd;@">
                  <c:v>44206</c:v>
                </c:pt>
                <c:pt idx="585" formatCode="yyyy/mm/dd;@">
                  <c:v>44205</c:v>
                </c:pt>
                <c:pt idx="586" formatCode="yyyy/mm/dd;@">
                  <c:v>44204</c:v>
                </c:pt>
                <c:pt idx="587" formatCode="yyyy/mm/dd;@">
                  <c:v>44203</c:v>
                </c:pt>
                <c:pt idx="588" formatCode="yyyy/mm/dd;@">
                  <c:v>44202</c:v>
                </c:pt>
                <c:pt idx="589" formatCode="yyyy/mm/dd;@">
                  <c:v>44201</c:v>
                </c:pt>
                <c:pt idx="590" formatCode="yyyy/mm/dd;@">
                  <c:v>44200</c:v>
                </c:pt>
                <c:pt idx="591" formatCode="yyyy/mm/dd;@">
                  <c:v>44199</c:v>
                </c:pt>
                <c:pt idx="592" formatCode="yyyy/mm/dd;@">
                  <c:v>44198</c:v>
                </c:pt>
                <c:pt idx="593" formatCode="yyyy/mm/dd;@">
                  <c:v>44197</c:v>
                </c:pt>
                <c:pt idx="594" formatCode="yyyy/mm/dd;@">
                  <c:v>44196</c:v>
                </c:pt>
                <c:pt idx="595" formatCode="yyyy/mm/dd;@">
                  <c:v>44195</c:v>
                </c:pt>
                <c:pt idx="596" formatCode="yyyy/mm/dd;@">
                  <c:v>44194</c:v>
                </c:pt>
                <c:pt idx="597" formatCode="yyyy/mm/dd;@">
                  <c:v>44193</c:v>
                </c:pt>
                <c:pt idx="598" formatCode="yyyy/mm/dd;@">
                  <c:v>44192</c:v>
                </c:pt>
                <c:pt idx="599" formatCode="yyyy/mm/dd;@">
                  <c:v>44191</c:v>
                </c:pt>
                <c:pt idx="600" formatCode="yyyy/mm/dd;@">
                  <c:v>44190</c:v>
                </c:pt>
                <c:pt idx="601" formatCode="yyyy/mm/dd;@">
                  <c:v>44189</c:v>
                </c:pt>
                <c:pt idx="602" formatCode="yyyy/mm/dd;@">
                  <c:v>44188</c:v>
                </c:pt>
                <c:pt idx="603" formatCode="yyyy/mm/dd;@">
                  <c:v>44187</c:v>
                </c:pt>
                <c:pt idx="604" formatCode="yyyy/mm/dd;@">
                  <c:v>44186</c:v>
                </c:pt>
                <c:pt idx="605" formatCode="yyyy/mm/dd;@">
                  <c:v>44185</c:v>
                </c:pt>
                <c:pt idx="606" formatCode="yyyy/mm/dd;@">
                  <c:v>44184</c:v>
                </c:pt>
                <c:pt idx="607" formatCode="yyyy/mm/dd;@">
                  <c:v>44183</c:v>
                </c:pt>
                <c:pt idx="608" formatCode="yyyy/mm/dd;@">
                  <c:v>44182</c:v>
                </c:pt>
                <c:pt idx="609" formatCode="yyyy/mm/dd;@">
                  <c:v>44181</c:v>
                </c:pt>
                <c:pt idx="610" formatCode="yyyy/mm/dd;@">
                  <c:v>44180</c:v>
                </c:pt>
                <c:pt idx="611" formatCode="yyyy/mm/dd;@">
                  <c:v>44179</c:v>
                </c:pt>
                <c:pt idx="612" formatCode="yyyy/mm/dd;@">
                  <c:v>44178</c:v>
                </c:pt>
                <c:pt idx="613" formatCode="yyyy/mm/dd;@">
                  <c:v>44177</c:v>
                </c:pt>
                <c:pt idx="614" formatCode="yyyy/mm/dd;@">
                  <c:v>44176</c:v>
                </c:pt>
                <c:pt idx="615" formatCode="yyyy/mm/dd;@">
                  <c:v>44175</c:v>
                </c:pt>
                <c:pt idx="616" formatCode="yyyy/mm/dd;@">
                  <c:v>44174</c:v>
                </c:pt>
                <c:pt idx="617" formatCode="yyyy/mm/dd;@">
                  <c:v>44173</c:v>
                </c:pt>
                <c:pt idx="618" formatCode="yyyy/mm/dd;@">
                  <c:v>44172</c:v>
                </c:pt>
                <c:pt idx="619" formatCode="yyyy/mm/dd;@">
                  <c:v>44171</c:v>
                </c:pt>
                <c:pt idx="620" formatCode="yyyy/mm/dd;@">
                  <c:v>44170</c:v>
                </c:pt>
                <c:pt idx="621" formatCode="yyyy/mm/dd;@">
                  <c:v>44169</c:v>
                </c:pt>
                <c:pt idx="622" formatCode="yyyy/mm/dd;@">
                  <c:v>44168</c:v>
                </c:pt>
                <c:pt idx="623" formatCode="yyyy/mm/dd;@">
                  <c:v>44167</c:v>
                </c:pt>
                <c:pt idx="624" formatCode="yyyy/mm/dd;@">
                  <c:v>44166</c:v>
                </c:pt>
                <c:pt idx="625" formatCode="yyyy/mm/dd;@">
                  <c:v>44165</c:v>
                </c:pt>
                <c:pt idx="626" formatCode="yyyy/mm/dd;@">
                  <c:v>44164</c:v>
                </c:pt>
                <c:pt idx="627" formatCode="yyyy/mm/dd;@">
                  <c:v>44163</c:v>
                </c:pt>
                <c:pt idx="628" formatCode="yyyy/mm/dd;@">
                  <c:v>44162</c:v>
                </c:pt>
                <c:pt idx="629" formatCode="yyyy/mm/dd;@">
                  <c:v>44161</c:v>
                </c:pt>
                <c:pt idx="630" formatCode="yyyy/mm/dd;@">
                  <c:v>44160</c:v>
                </c:pt>
                <c:pt idx="631" formatCode="yyyy/mm/dd;@">
                  <c:v>44159</c:v>
                </c:pt>
                <c:pt idx="632" formatCode="yyyy/mm/dd;@">
                  <c:v>44158</c:v>
                </c:pt>
                <c:pt idx="633" formatCode="yyyy/mm/dd;@">
                  <c:v>44157</c:v>
                </c:pt>
                <c:pt idx="634" formatCode="yyyy/mm/dd;@">
                  <c:v>44156</c:v>
                </c:pt>
                <c:pt idx="635" formatCode="yyyy/mm/dd;@">
                  <c:v>44155</c:v>
                </c:pt>
                <c:pt idx="636" formatCode="yyyy/mm/dd;@">
                  <c:v>44154</c:v>
                </c:pt>
                <c:pt idx="637" formatCode="yyyy/mm/dd;@">
                  <c:v>44153</c:v>
                </c:pt>
                <c:pt idx="638" formatCode="yyyy/mm/dd;@">
                  <c:v>44152</c:v>
                </c:pt>
                <c:pt idx="639" formatCode="yyyy/mm/dd;@">
                  <c:v>44151</c:v>
                </c:pt>
                <c:pt idx="640" formatCode="yyyy/mm/dd;@">
                  <c:v>44150</c:v>
                </c:pt>
                <c:pt idx="641" formatCode="yyyy/mm/dd;@">
                  <c:v>44149</c:v>
                </c:pt>
                <c:pt idx="642" formatCode="yyyy/mm/dd;@">
                  <c:v>44148</c:v>
                </c:pt>
                <c:pt idx="643" formatCode="yyyy/mm/dd;@">
                  <c:v>44147</c:v>
                </c:pt>
                <c:pt idx="644" formatCode="yyyy/mm/dd;@">
                  <c:v>44146</c:v>
                </c:pt>
                <c:pt idx="645" formatCode="yyyy/mm/dd;@">
                  <c:v>44145</c:v>
                </c:pt>
                <c:pt idx="646" formatCode="yyyy/mm/dd;@">
                  <c:v>44144</c:v>
                </c:pt>
                <c:pt idx="647" formatCode="yyyy/mm/dd;@">
                  <c:v>44143</c:v>
                </c:pt>
                <c:pt idx="648" formatCode="yyyy/mm/dd;@">
                  <c:v>44142</c:v>
                </c:pt>
                <c:pt idx="649" formatCode="yyyy/mm/dd;@">
                  <c:v>44141</c:v>
                </c:pt>
              </c:numCache>
            </c:numRef>
          </c:cat>
          <c:val>
            <c:numRef>
              <c:f>'图 94'!$B$2:$B$6075</c:f>
              <c:numCache>
                <c:formatCode>General</c:formatCode>
                <c:ptCount val="6074"/>
                <c:pt idx="0">
                  <c:v>42500</c:v>
                </c:pt>
                <c:pt idx="1">
                  <c:v>43000</c:v>
                </c:pt>
                <c:pt idx="2">
                  <c:v>42500</c:v>
                </c:pt>
                <c:pt idx="3">
                  <c:v>42400</c:v>
                </c:pt>
                <c:pt idx="4">
                  <c:v>42400</c:v>
                </c:pt>
                <c:pt idx="5">
                  <c:v>42500</c:v>
                </c:pt>
                <c:pt idx="6">
                  <c:v>42000</c:v>
                </c:pt>
                <c:pt idx="7">
                  <c:v>42500</c:v>
                </c:pt>
                <c:pt idx="8">
                  <c:v>42500</c:v>
                </c:pt>
                <c:pt idx="9">
                  <c:v>42500</c:v>
                </c:pt>
                <c:pt idx="10">
                  <c:v>42500</c:v>
                </c:pt>
                <c:pt idx="11">
                  <c:v>42500</c:v>
                </c:pt>
                <c:pt idx="12">
                  <c:v>42500</c:v>
                </c:pt>
                <c:pt idx="13">
                  <c:v>42500</c:v>
                </c:pt>
                <c:pt idx="14">
                  <c:v>42500</c:v>
                </c:pt>
                <c:pt idx="15">
                  <c:v>42500</c:v>
                </c:pt>
                <c:pt idx="16">
                  <c:v>42500</c:v>
                </c:pt>
                <c:pt idx="17">
                  <c:v>42500</c:v>
                </c:pt>
                <c:pt idx="18">
                  <c:v>42500</c:v>
                </c:pt>
                <c:pt idx="19">
                  <c:v>42500</c:v>
                </c:pt>
                <c:pt idx="20">
                  <c:v>42500</c:v>
                </c:pt>
                <c:pt idx="21">
                  <c:v>42500</c:v>
                </c:pt>
                <c:pt idx="22">
                  <c:v>42500</c:v>
                </c:pt>
                <c:pt idx="23">
                  <c:v>42500</c:v>
                </c:pt>
                <c:pt idx="24">
                  <c:v>42500</c:v>
                </c:pt>
                <c:pt idx="25">
                  <c:v>42500</c:v>
                </c:pt>
                <c:pt idx="26">
                  <c:v>42500</c:v>
                </c:pt>
                <c:pt idx="27">
                  <c:v>42500</c:v>
                </c:pt>
                <c:pt idx="28">
                  <c:v>42500</c:v>
                </c:pt>
                <c:pt idx="29">
                  <c:v>42500</c:v>
                </c:pt>
                <c:pt idx="30">
                  <c:v>42500</c:v>
                </c:pt>
                <c:pt idx="31">
                  <c:v>42500</c:v>
                </c:pt>
                <c:pt idx="32">
                  <c:v>42500</c:v>
                </c:pt>
                <c:pt idx="33">
                  <c:v>42500</c:v>
                </c:pt>
                <c:pt idx="34">
                  <c:v>42500</c:v>
                </c:pt>
                <c:pt idx="35">
                  <c:v>42500</c:v>
                </c:pt>
                <c:pt idx="36">
                  <c:v>42500</c:v>
                </c:pt>
                <c:pt idx="37">
                  <c:v>42500</c:v>
                </c:pt>
                <c:pt idx="38">
                  <c:v>42500</c:v>
                </c:pt>
                <c:pt idx="39">
                  <c:v>42500</c:v>
                </c:pt>
                <c:pt idx="40">
                  <c:v>42500</c:v>
                </c:pt>
                <c:pt idx="41">
                  <c:v>42500</c:v>
                </c:pt>
                <c:pt idx="42">
                  <c:v>42500</c:v>
                </c:pt>
                <c:pt idx="43">
                  <c:v>42500</c:v>
                </c:pt>
                <c:pt idx="44">
                  <c:v>42500</c:v>
                </c:pt>
                <c:pt idx="45">
                  <c:v>42500</c:v>
                </c:pt>
                <c:pt idx="46">
                  <c:v>42500</c:v>
                </c:pt>
                <c:pt idx="47">
                  <c:v>42500</c:v>
                </c:pt>
                <c:pt idx="48">
                  <c:v>42500</c:v>
                </c:pt>
                <c:pt idx="49">
                  <c:v>42500</c:v>
                </c:pt>
                <c:pt idx="50">
                  <c:v>42500</c:v>
                </c:pt>
                <c:pt idx="51">
                  <c:v>42500</c:v>
                </c:pt>
                <c:pt idx="52">
                  <c:v>42500</c:v>
                </c:pt>
                <c:pt idx="53">
                  <c:v>42500</c:v>
                </c:pt>
                <c:pt idx="54">
                  <c:v>42500</c:v>
                </c:pt>
                <c:pt idx="55">
                  <c:v>42500</c:v>
                </c:pt>
                <c:pt idx="56">
                  <c:v>42500</c:v>
                </c:pt>
                <c:pt idx="57">
                  <c:v>42500</c:v>
                </c:pt>
                <c:pt idx="58">
                  <c:v>42500</c:v>
                </c:pt>
                <c:pt idx="59">
                  <c:v>42500</c:v>
                </c:pt>
                <c:pt idx="60">
                  <c:v>42500</c:v>
                </c:pt>
                <c:pt idx="61">
                  <c:v>42500</c:v>
                </c:pt>
                <c:pt idx="62">
                  <c:v>42500</c:v>
                </c:pt>
                <c:pt idx="63">
                  <c:v>42500</c:v>
                </c:pt>
                <c:pt idx="64">
                  <c:v>42500</c:v>
                </c:pt>
                <c:pt idx="65">
                  <c:v>42500</c:v>
                </c:pt>
                <c:pt idx="66">
                  <c:v>42500</c:v>
                </c:pt>
                <c:pt idx="67">
                  <c:v>42500</c:v>
                </c:pt>
                <c:pt idx="68">
                  <c:v>42500</c:v>
                </c:pt>
                <c:pt idx="69">
                  <c:v>42500</c:v>
                </c:pt>
                <c:pt idx="70">
                  <c:v>42500</c:v>
                </c:pt>
                <c:pt idx="71">
                  <c:v>42500</c:v>
                </c:pt>
                <c:pt idx="72">
                  <c:v>42500</c:v>
                </c:pt>
                <c:pt idx="73">
                  <c:v>42500</c:v>
                </c:pt>
                <c:pt idx="74">
                  <c:v>42500</c:v>
                </c:pt>
                <c:pt idx="75">
                  <c:v>42500</c:v>
                </c:pt>
                <c:pt idx="76">
                  <c:v>42500</c:v>
                </c:pt>
                <c:pt idx="77">
                  <c:v>42500</c:v>
                </c:pt>
                <c:pt idx="78">
                  <c:v>42500</c:v>
                </c:pt>
                <c:pt idx="79">
                  <c:v>45000</c:v>
                </c:pt>
                <c:pt idx="80">
                  <c:v>45000</c:v>
                </c:pt>
                <c:pt idx="81">
                  <c:v>45000</c:v>
                </c:pt>
                <c:pt idx="82">
                  <c:v>45000</c:v>
                </c:pt>
                <c:pt idx="83">
                  <c:v>45000</c:v>
                </c:pt>
                <c:pt idx="84">
                  <c:v>45000</c:v>
                </c:pt>
                <c:pt idx="85">
                  <c:v>45000</c:v>
                </c:pt>
                <c:pt idx="86">
                  <c:v>45000</c:v>
                </c:pt>
                <c:pt idx="87">
                  <c:v>45000</c:v>
                </c:pt>
                <c:pt idx="88">
                  <c:v>45000</c:v>
                </c:pt>
                <c:pt idx="89">
                  <c:v>45000</c:v>
                </c:pt>
                <c:pt idx="90">
                  <c:v>46100</c:v>
                </c:pt>
                <c:pt idx="91">
                  <c:v>46100</c:v>
                </c:pt>
                <c:pt idx="92">
                  <c:v>46100</c:v>
                </c:pt>
                <c:pt idx="93">
                  <c:v>46100</c:v>
                </c:pt>
                <c:pt idx="94">
                  <c:v>46100</c:v>
                </c:pt>
                <c:pt idx="95">
                  <c:v>46100</c:v>
                </c:pt>
                <c:pt idx="96">
                  <c:v>46100</c:v>
                </c:pt>
                <c:pt idx="97">
                  <c:v>46100</c:v>
                </c:pt>
                <c:pt idx="98">
                  <c:v>46100</c:v>
                </c:pt>
                <c:pt idx="99">
                  <c:v>46100</c:v>
                </c:pt>
                <c:pt idx="100">
                  <c:v>46100</c:v>
                </c:pt>
                <c:pt idx="101">
                  <c:v>46100</c:v>
                </c:pt>
                <c:pt idx="102">
                  <c:v>46100</c:v>
                </c:pt>
                <c:pt idx="103">
                  <c:v>46100</c:v>
                </c:pt>
                <c:pt idx="104">
                  <c:v>46790</c:v>
                </c:pt>
                <c:pt idx="105">
                  <c:v>46790</c:v>
                </c:pt>
                <c:pt idx="106">
                  <c:v>46790</c:v>
                </c:pt>
                <c:pt idx="107">
                  <c:v>48000</c:v>
                </c:pt>
                <c:pt idx="108">
                  <c:v>48000</c:v>
                </c:pt>
                <c:pt idx="109">
                  <c:v>48000</c:v>
                </c:pt>
                <c:pt idx="110">
                  <c:v>48000</c:v>
                </c:pt>
                <c:pt idx="111">
                  <c:v>48000</c:v>
                </c:pt>
                <c:pt idx="112">
                  <c:v>48000</c:v>
                </c:pt>
                <c:pt idx="113">
                  <c:v>48000</c:v>
                </c:pt>
                <c:pt idx="114">
                  <c:v>48000</c:v>
                </c:pt>
                <c:pt idx="115">
                  <c:v>48000</c:v>
                </c:pt>
                <c:pt idx="116">
                  <c:v>48000</c:v>
                </c:pt>
                <c:pt idx="117">
                  <c:v>48000</c:v>
                </c:pt>
                <c:pt idx="118">
                  <c:v>48000</c:v>
                </c:pt>
                <c:pt idx="119">
                  <c:v>48000</c:v>
                </c:pt>
                <c:pt idx="120">
                  <c:v>48000</c:v>
                </c:pt>
                <c:pt idx="121">
                  <c:v>48000</c:v>
                </c:pt>
                <c:pt idx="122">
                  <c:v>48000</c:v>
                </c:pt>
                <c:pt idx="123">
                  <c:v>48000</c:v>
                </c:pt>
                <c:pt idx="124">
                  <c:v>47000</c:v>
                </c:pt>
                <c:pt idx="125">
                  <c:v>47000</c:v>
                </c:pt>
                <c:pt idx="126">
                  <c:v>48000</c:v>
                </c:pt>
                <c:pt idx="127">
                  <c:v>48000</c:v>
                </c:pt>
                <c:pt idx="128">
                  <c:v>48000</c:v>
                </c:pt>
                <c:pt idx="129">
                  <c:v>48000</c:v>
                </c:pt>
                <c:pt idx="130">
                  <c:v>48000</c:v>
                </c:pt>
                <c:pt idx="131">
                  <c:v>48000</c:v>
                </c:pt>
                <c:pt idx="132">
                  <c:v>48000</c:v>
                </c:pt>
                <c:pt idx="133">
                  <c:v>48000</c:v>
                </c:pt>
                <c:pt idx="134">
                  <c:v>48000</c:v>
                </c:pt>
                <c:pt idx="135">
                  <c:v>48000</c:v>
                </c:pt>
                <c:pt idx="136">
                  <c:v>48000</c:v>
                </c:pt>
                <c:pt idx="137">
                  <c:v>48000</c:v>
                </c:pt>
                <c:pt idx="138">
                  <c:v>48000</c:v>
                </c:pt>
                <c:pt idx="139">
                  <c:v>48000</c:v>
                </c:pt>
                <c:pt idx="140">
                  <c:v>48000</c:v>
                </c:pt>
                <c:pt idx="141">
                  <c:v>48000</c:v>
                </c:pt>
                <c:pt idx="142">
                  <c:v>48000</c:v>
                </c:pt>
                <c:pt idx="143">
                  <c:v>48000</c:v>
                </c:pt>
                <c:pt idx="144">
                  <c:v>48000</c:v>
                </c:pt>
                <c:pt idx="145">
                  <c:v>48000</c:v>
                </c:pt>
                <c:pt idx="146">
                  <c:v>48000</c:v>
                </c:pt>
                <c:pt idx="147">
                  <c:v>48000</c:v>
                </c:pt>
                <c:pt idx="148">
                  <c:v>48000</c:v>
                </c:pt>
                <c:pt idx="149">
                  <c:v>48600</c:v>
                </c:pt>
                <c:pt idx="150">
                  <c:v>48600</c:v>
                </c:pt>
                <c:pt idx="151">
                  <c:v>48600</c:v>
                </c:pt>
                <c:pt idx="152">
                  <c:v>48600</c:v>
                </c:pt>
                <c:pt idx="153">
                  <c:v>48600</c:v>
                </c:pt>
                <c:pt idx="154">
                  <c:v>48600</c:v>
                </c:pt>
                <c:pt idx="155">
                  <c:v>48600</c:v>
                </c:pt>
                <c:pt idx="156">
                  <c:v>48600</c:v>
                </c:pt>
                <c:pt idx="157">
                  <c:v>48600</c:v>
                </c:pt>
                <c:pt idx="158">
                  <c:v>48600</c:v>
                </c:pt>
                <c:pt idx="159">
                  <c:v>48600</c:v>
                </c:pt>
                <c:pt idx="160">
                  <c:v>48600</c:v>
                </c:pt>
                <c:pt idx="161">
                  <c:v>48600</c:v>
                </c:pt>
                <c:pt idx="162">
                  <c:v>48600</c:v>
                </c:pt>
                <c:pt idx="163">
                  <c:v>48600</c:v>
                </c:pt>
                <c:pt idx="164">
                  <c:v>48600</c:v>
                </c:pt>
                <c:pt idx="165">
                  <c:v>48600</c:v>
                </c:pt>
                <c:pt idx="166">
                  <c:v>48600</c:v>
                </c:pt>
                <c:pt idx="167">
                  <c:v>48600</c:v>
                </c:pt>
                <c:pt idx="168">
                  <c:v>48600</c:v>
                </c:pt>
                <c:pt idx="169">
                  <c:v>48600</c:v>
                </c:pt>
                <c:pt idx="170">
                  <c:v>48000</c:v>
                </c:pt>
                <c:pt idx="171">
                  <c:v>48000</c:v>
                </c:pt>
                <c:pt idx="172">
                  <c:v>48000</c:v>
                </c:pt>
                <c:pt idx="173">
                  <c:v>47400</c:v>
                </c:pt>
                <c:pt idx="174">
                  <c:v>47400</c:v>
                </c:pt>
                <c:pt idx="175">
                  <c:v>47400</c:v>
                </c:pt>
                <c:pt idx="176">
                  <c:v>47400</c:v>
                </c:pt>
                <c:pt idx="177">
                  <c:v>47400</c:v>
                </c:pt>
                <c:pt idx="178">
                  <c:v>48600</c:v>
                </c:pt>
                <c:pt idx="179">
                  <c:v>48600</c:v>
                </c:pt>
                <c:pt idx="180">
                  <c:v>48600</c:v>
                </c:pt>
                <c:pt idx="181">
                  <c:v>48000</c:v>
                </c:pt>
                <c:pt idx="182">
                  <c:v>48000</c:v>
                </c:pt>
                <c:pt idx="183">
                  <c:v>48000</c:v>
                </c:pt>
                <c:pt idx="184">
                  <c:v>48000</c:v>
                </c:pt>
                <c:pt idx="185">
                  <c:v>48000</c:v>
                </c:pt>
                <c:pt idx="186">
                  <c:v>48000</c:v>
                </c:pt>
                <c:pt idx="187">
                  <c:v>48000</c:v>
                </c:pt>
                <c:pt idx="188">
                  <c:v>48000</c:v>
                </c:pt>
                <c:pt idx="189">
                  <c:v>48000</c:v>
                </c:pt>
                <c:pt idx="190">
                  <c:v>48000</c:v>
                </c:pt>
                <c:pt idx="191">
                  <c:v>48000</c:v>
                </c:pt>
                <c:pt idx="192">
                  <c:v>48000</c:v>
                </c:pt>
                <c:pt idx="193">
                  <c:v>48000</c:v>
                </c:pt>
                <c:pt idx="194">
                  <c:v>48000</c:v>
                </c:pt>
                <c:pt idx="195">
                  <c:v>48000</c:v>
                </c:pt>
                <c:pt idx="196">
                  <c:v>48000</c:v>
                </c:pt>
                <c:pt idx="197">
                  <c:v>48000</c:v>
                </c:pt>
                <c:pt idx="198">
                  <c:v>48000</c:v>
                </c:pt>
                <c:pt idx="199">
                  <c:v>48000</c:v>
                </c:pt>
                <c:pt idx="200">
                  <c:v>48000</c:v>
                </c:pt>
                <c:pt idx="201">
                  <c:v>48000</c:v>
                </c:pt>
                <c:pt idx="202">
                  <c:v>48000</c:v>
                </c:pt>
                <c:pt idx="203">
                  <c:v>48000</c:v>
                </c:pt>
                <c:pt idx="204">
                  <c:v>48000</c:v>
                </c:pt>
                <c:pt idx="205">
                  <c:v>48000</c:v>
                </c:pt>
                <c:pt idx="206">
                  <c:v>48000</c:v>
                </c:pt>
                <c:pt idx="207">
                  <c:v>48000</c:v>
                </c:pt>
                <c:pt idx="208">
                  <c:v>48000</c:v>
                </c:pt>
                <c:pt idx="209">
                  <c:v>48000</c:v>
                </c:pt>
                <c:pt idx="210">
                  <c:v>48000</c:v>
                </c:pt>
                <c:pt idx="211">
                  <c:v>48000</c:v>
                </c:pt>
                <c:pt idx="212">
                  <c:v>48000</c:v>
                </c:pt>
                <c:pt idx="213">
                  <c:v>48000</c:v>
                </c:pt>
                <c:pt idx="214">
                  <c:v>48000</c:v>
                </c:pt>
                <c:pt idx="215">
                  <c:v>48000</c:v>
                </c:pt>
                <c:pt idx="216">
                  <c:v>48000</c:v>
                </c:pt>
                <c:pt idx="217">
                  <c:v>48000</c:v>
                </c:pt>
                <c:pt idx="218">
                  <c:v>48000</c:v>
                </c:pt>
                <c:pt idx="219">
                  <c:v>48000</c:v>
                </c:pt>
                <c:pt idx="220">
                  <c:v>48000</c:v>
                </c:pt>
                <c:pt idx="221">
                  <c:v>48000</c:v>
                </c:pt>
                <c:pt idx="222">
                  <c:v>48000</c:v>
                </c:pt>
                <c:pt idx="223">
                  <c:v>48000</c:v>
                </c:pt>
                <c:pt idx="224">
                  <c:v>48000</c:v>
                </c:pt>
                <c:pt idx="225">
                  <c:v>48000</c:v>
                </c:pt>
                <c:pt idx="226">
                  <c:v>48000</c:v>
                </c:pt>
                <c:pt idx="227">
                  <c:v>48000</c:v>
                </c:pt>
                <c:pt idx="228">
                  <c:v>48000</c:v>
                </c:pt>
                <c:pt idx="229">
                  <c:v>48000</c:v>
                </c:pt>
                <c:pt idx="230">
                  <c:v>47000</c:v>
                </c:pt>
                <c:pt idx="231">
                  <c:v>47000</c:v>
                </c:pt>
                <c:pt idx="232">
                  <c:v>47000</c:v>
                </c:pt>
                <c:pt idx="233">
                  <c:v>46500</c:v>
                </c:pt>
                <c:pt idx="234">
                  <c:v>46200</c:v>
                </c:pt>
                <c:pt idx="235">
                  <c:v>46000</c:v>
                </c:pt>
                <c:pt idx="236">
                  <c:v>45000</c:v>
                </c:pt>
                <c:pt idx="237">
                  <c:v>45000</c:v>
                </c:pt>
                <c:pt idx="238">
                  <c:v>45000</c:v>
                </c:pt>
                <c:pt idx="239">
                  <c:v>45000</c:v>
                </c:pt>
                <c:pt idx="240">
                  <c:v>45000</c:v>
                </c:pt>
                <c:pt idx="241">
                  <c:v>45000</c:v>
                </c:pt>
                <c:pt idx="242">
                  <c:v>45000</c:v>
                </c:pt>
                <c:pt idx="243">
                  <c:v>45000</c:v>
                </c:pt>
                <c:pt idx="244">
                  <c:v>45000</c:v>
                </c:pt>
                <c:pt idx="245">
                  <c:v>45000</c:v>
                </c:pt>
                <c:pt idx="246">
                  <c:v>45000</c:v>
                </c:pt>
                <c:pt idx="247">
                  <c:v>45000</c:v>
                </c:pt>
                <c:pt idx="248">
                  <c:v>45000</c:v>
                </c:pt>
                <c:pt idx="249">
                  <c:v>45000</c:v>
                </c:pt>
                <c:pt idx="250">
                  <c:v>45000</c:v>
                </c:pt>
                <c:pt idx="251">
                  <c:v>45000</c:v>
                </c:pt>
                <c:pt idx="252">
                  <c:v>45000</c:v>
                </c:pt>
                <c:pt idx="253">
                  <c:v>45000</c:v>
                </c:pt>
                <c:pt idx="254">
                  <c:v>45000</c:v>
                </c:pt>
                <c:pt idx="255">
                  <c:v>45400</c:v>
                </c:pt>
                <c:pt idx="256">
                  <c:v>45400</c:v>
                </c:pt>
                <c:pt idx="257">
                  <c:v>45400</c:v>
                </c:pt>
                <c:pt idx="258">
                  <c:v>45400</c:v>
                </c:pt>
                <c:pt idx="259">
                  <c:v>45400</c:v>
                </c:pt>
                <c:pt idx="260">
                  <c:v>45400</c:v>
                </c:pt>
                <c:pt idx="261">
                  <c:v>45400</c:v>
                </c:pt>
                <c:pt idx="262">
                  <c:v>45400</c:v>
                </c:pt>
                <c:pt idx="263">
                  <c:v>45400</c:v>
                </c:pt>
                <c:pt idx="264">
                  <c:v>45400</c:v>
                </c:pt>
                <c:pt idx="265">
                  <c:v>45400</c:v>
                </c:pt>
                <c:pt idx="266">
                  <c:v>45400</c:v>
                </c:pt>
                <c:pt idx="267">
                  <c:v>45400</c:v>
                </c:pt>
                <c:pt idx="268">
                  <c:v>45400</c:v>
                </c:pt>
                <c:pt idx="269">
                  <c:v>45400</c:v>
                </c:pt>
                <c:pt idx="270">
                  <c:v>45000</c:v>
                </c:pt>
                <c:pt idx="271">
                  <c:v>45000</c:v>
                </c:pt>
                <c:pt idx="272">
                  <c:v>45000</c:v>
                </c:pt>
                <c:pt idx="273">
                  <c:v>45000</c:v>
                </c:pt>
                <c:pt idx="274">
                  <c:v>48000</c:v>
                </c:pt>
                <c:pt idx="275">
                  <c:v>48000</c:v>
                </c:pt>
                <c:pt idx="276">
                  <c:v>48000</c:v>
                </c:pt>
                <c:pt idx="277">
                  <c:v>48000</c:v>
                </c:pt>
                <c:pt idx="278">
                  <c:v>45000</c:v>
                </c:pt>
                <c:pt idx="279">
                  <c:v>45000</c:v>
                </c:pt>
                <c:pt idx="280">
                  <c:v>45000</c:v>
                </c:pt>
                <c:pt idx="281">
                  <c:v>45000</c:v>
                </c:pt>
                <c:pt idx="282">
                  <c:v>45000</c:v>
                </c:pt>
                <c:pt idx="283">
                  <c:v>45000</c:v>
                </c:pt>
                <c:pt idx="284">
                  <c:v>45000</c:v>
                </c:pt>
                <c:pt idx="285">
                  <c:v>45000</c:v>
                </c:pt>
                <c:pt idx="286">
                  <c:v>45000</c:v>
                </c:pt>
                <c:pt idx="287">
                  <c:v>45000</c:v>
                </c:pt>
                <c:pt idx="288">
                  <c:v>45000</c:v>
                </c:pt>
                <c:pt idx="289">
                  <c:v>45000</c:v>
                </c:pt>
                <c:pt idx="290">
                  <c:v>45000</c:v>
                </c:pt>
                <c:pt idx="291">
                  <c:v>45000</c:v>
                </c:pt>
                <c:pt idx="292">
                  <c:v>45000</c:v>
                </c:pt>
                <c:pt idx="293">
                  <c:v>45000</c:v>
                </c:pt>
                <c:pt idx="294">
                  <c:v>45000</c:v>
                </c:pt>
                <c:pt idx="295">
                  <c:v>45000</c:v>
                </c:pt>
                <c:pt idx="296">
                  <c:v>45000</c:v>
                </c:pt>
                <c:pt idx="297">
                  <c:v>45000</c:v>
                </c:pt>
                <c:pt idx="298">
                  <c:v>45000</c:v>
                </c:pt>
                <c:pt idx="299">
                  <c:v>45000</c:v>
                </c:pt>
                <c:pt idx="300">
                  <c:v>45000</c:v>
                </c:pt>
                <c:pt idx="301">
                  <c:v>45000</c:v>
                </c:pt>
                <c:pt idx="302">
                  <c:v>45000</c:v>
                </c:pt>
                <c:pt idx="303">
                  <c:v>45000</c:v>
                </c:pt>
                <c:pt idx="304">
                  <c:v>45000</c:v>
                </c:pt>
                <c:pt idx="305">
                  <c:v>45000</c:v>
                </c:pt>
                <c:pt idx="306">
                  <c:v>45000</c:v>
                </c:pt>
                <c:pt idx="307">
                  <c:v>45000</c:v>
                </c:pt>
                <c:pt idx="308">
                  <c:v>45000</c:v>
                </c:pt>
                <c:pt idx="309">
                  <c:v>45000</c:v>
                </c:pt>
                <c:pt idx="310">
                  <c:v>45000</c:v>
                </c:pt>
                <c:pt idx="311">
                  <c:v>45000</c:v>
                </c:pt>
                <c:pt idx="312">
                  <c:v>45000</c:v>
                </c:pt>
                <c:pt idx="313">
                  <c:v>45000</c:v>
                </c:pt>
                <c:pt idx="314">
                  <c:v>45000</c:v>
                </c:pt>
                <c:pt idx="315">
                  <c:v>45000</c:v>
                </c:pt>
                <c:pt idx="316">
                  <c:v>45000</c:v>
                </c:pt>
                <c:pt idx="317">
                  <c:v>45000</c:v>
                </c:pt>
                <c:pt idx="318">
                  <c:v>45000</c:v>
                </c:pt>
                <c:pt idx="319">
                  <c:v>45000</c:v>
                </c:pt>
                <c:pt idx="320">
                  <c:v>45000</c:v>
                </c:pt>
                <c:pt idx="321">
                  <c:v>45000</c:v>
                </c:pt>
                <c:pt idx="322">
                  <c:v>45000</c:v>
                </c:pt>
                <c:pt idx="323">
                  <c:v>45000</c:v>
                </c:pt>
                <c:pt idx="324">
                  <c:v>45000</c:v>
                </c:pt>
                <c:pt idx="325">
                  <c:v>45000</c:v>
                </c:pt>
                <c:pt idx="326">
                  <c:v>45000</c:v>
                </c:pt>
                <c:pt idx="327">
                  <c:v>45000</c:v>
                </c:pt>
                <c:pt idx="328">
                  <c:v>45000</c:v>
                </c:pt>
                <c:pt idx="329">
                  <c:v>45000</c:v>
                </c:pt>
                <c:pt idx="330">
                  <c:v>45000</c:v>
                </c:pt>
                <c:pt idx="331">
                  <c:v>45000</c:v>
                </c:pt>
                <c:pt idx="332">
                  <c:v>45000</c:v>
                </c:pt>
                <c:pt idx="333">
                  <c:v>45000</c:v>
                </c:pt>
                <c:pt idx="334">
                  <c:v>45000</c:v>
                </c:pt>
                <c:pt idx="335">
                  <c:v>45000</c:v>
                </c:pt>
                <c:pt idx="336">
                  <c:v>45000</c:v>
                </c:pt>
                <c:pt idx="337">
                  <c:v>45000</c:v>
                </c:pt>
                <c:pt idx="338">
                  <c:v>45000</c:v>
                </c:pt>
                <c:pt idx="339">
                  <c:v>45000</c:v>
                </c:pt>
                <c:pt idx="340">
                  <c:v>45000</c:v>
                </c:pt>
                <c:pt idx="341">
                  <c:v>45000</c:v>
                </c:pt>
                <c:pt idx="342">
                  <c:v>45000</c:v>
                </c:pt>
                <c:pt idx="343">
                  <c:v>45000</c:v>
                </c:pt>
                <c:pt idx="344">
                  <c:v>45000</c:v>
                </c:pt>
                <c:pt idx="345">
                  <c:v>45000</c:v>
                </c:pt>
                <c:pt idx="346">
                  <c:v>45000</c:v>
                </c:pt>
                <c:pt idx="347">
                  <c:v>45000</c:v>
                </c:pt>
                <c:pt idx="348">
                  <c:v>45000</c:v>
                </c:pt>
                <c:pt idx="349">
                  <c:v>45000</c:v>
                </c:pt>
                <c:pt idx="350">
                  <c:v>45000</c:v>
                </c:pt>
                <c:pt idx="351">
                  <c:v>45000</c:v>
                </c:pt>
                <c:pt idx="352">
                  <c:v>45000</c:v>
                </c:pt>
                <c:pt idx="353">
                  <c:v>45000</c:v>
                </c:pt>
                <c:pt idx="354">
                  <c:v>45000</c:v>
                </c:pt>
                <c:pt idx="355">
                  <c:v>45000</c:v>
                </c:pt>
                <c:pt idx="356">
                  <c:v>45000</c:v>
                </c:pt>
                <c:pt idx="357">
                  <c:v>45000</c:v>
                </c:pt>
                <c:pt idx="358">
                  <c:v>45000</c:v>
                </c:pt>
                <c:pt idx="359">
                  <c:v>45000</c:v>
                </c:pt>
                <c:pt idx="360">
                  <c:v>45000</c:v>
                </c:pt>
                <c:pt idx="361">
                  <c:v>45000</c:v>
                </c:pt>
                <c:pt idx="362">
                  <c:v>42000</c:v>
                </c:pt>
                <c:pt idx="363">
                  <c:v>42000</c:v>
                </c:pt>
                <c:pt idx="364">
                  <c:v>42000</c:v>
                </c:pt>
                <c:pt idx="365">
                  <c:v>42000</c:v>
                </c:pt>
                <c:pt idx="366">
                  <c:v>42000</c:v>
                </c:pt>
                <c:pt idx="367">
                  <c:v>42000</c:v>
                </c:pt>
                <c:pt idx="368">
                  <c:v>42000</c:v>
                </c:pt>
                <c:pt idx="369">
                  <c:v>42000</c:v>
                </c:pt>
                <c:pt idx="370">
                  <c:v>42000</c:v>
                </c:pt>
                <c:pt idx="371">
                  <c:v>42000</c:v>
                </c:pt>
                <c:pt idx="372">
                  <c:v>42000</c:v>
                </c:pt>
                <c:pt idx="373">
                  <c:v>42000</c:v>
                </c:pt>
                <c:pt idx="374">
                  <c:v>42000</c:v>
                </c:pt>
                <c:pt idx="375">
                  <c:v>42000</c:v>
                </c:pt>
                <c:pt idx="376">
                  <c:v>42000</c:v>
                </c:pt>
                <c:pt idx="377">
                  <c:v>42000</c:v>
                </c:pt>
                <c:pt idx="378">
                  <c:v>42000</c:v>
                </c:pt>
                <c:pt idx="379">
                  <c:v>42000</c:v>
                </c:pt>
                <c:pt idx="380">
                  <c:v>42000</c:v>
                </c:pt>
                <c:pt idx="381">
                  <c:v>42000</c:v>
                </c:pt>
                <c:pt idx="382">
                  <c:v>42000</c:v>
                </c:pt>
                <c:pt idx="383">
                  <c:v>42000</c:v>
                </c:pt>
                <c:pt idx="384">
                  <c:v>42000</c:v>
                </c:pt>
                <c:pt idx="385">
                  <c:v>42000</c:v>
                </c:pt>
                <c:pt idx="386">
                  <c:v>42000</c:v>
                </c:pt>
                <c:pt idx="387">
                  <c:v>42000</c:v>
                </c:pt>
                <c:pt idx="388">
                  <c:v>35000</c:v>
                </c:pt>
                <c:pt idx="389">
                  <c:v>35000</c:v>
                </c:pt>
                <c:pt idx="390">
                  <c:v>35000</c:v>
                </c:pt>
                <c:pt idx="391">
                  <c:v>35000</c:v>
                </c:pt>
                <c:pt idx="392">
                  <c:v>35000</c:v>
                </c:pt>
                <c:pt idx="393">
                  <c:v>35000</c:v>
                </c:pt>
                <c:pt idx="394">
                  <c:v>35000</c:v>
                </c:pt>
                <c:pt idx="395">
                  <c:v>35000</c:v>
                </c:pt>
                <c:pt idx="396">
                  <c:v>35000</c:v>
                </c:pt>
                <c:pt idx="397">
                  <c:v>35000</c:v>
                </c:pt>
                <c:pt idx="398">
                  <c:v>35000</c:v>
                </c:pt>
                <c:pt idx="399">
                  <c:v>35000</c:v>
                </c:pt>
                <c:pt idx="400">
                  <c:v>35000</c:v>
                </c:pt>
                <c:pt idx="401">
                  <c:v>35000</c:v>
                </c:pt>
                <c:pt idx="402">
                  <c:v>35000</c:v>
                </c:pt>
                <c:pt idx="403">
                  <c:v>35000</c:v>
                </c:pt>
                <c:pt idx="404">
                  <c:v>35000</c:v>
                </c:pt>
                <c:pt idx="405">
                  <c:v>35000</c:v>
                </c:pt>
                <c:pt idx="406">
                  <c:v>35000</c:v>
                </c:pt>
                <c:pt idx="407">
                  <c:v>35000</c:v>
                </c:pt>
                <c:pt idx="408">
                  <c:v>35000</c:v>
                </c:pt>
                <c:pt idx="409">
                  <c:v>35000</c:v>
                </c:pt>
                <c:pt idx="410">
                  <c:v>35000</c:v>
                </c:pt>
                <c:pt idx="411">
                  <c:v>35000</c:v>
                </c:pt>
                <c:pt idx="412">
                  <c:v>35000</c:v>
                </c:pt>
                <c:pt idx="413">
                  <c:v>35000</c:v>
                </c:pt>
                <c:pt idx="414">
                  <c:v>35000</c:v>
                </c:pt>
                <c:pt idx="415">
                  <c:v>35000</c:v>
                </c:pt>
                <c:pt idx="416">
                  <c:v>35000</c:v>
                </c:pt>
                <c:pt idx="417">
                  <c:v>35000</c:v>
                </c:pt>
                <c:pt idx="418">
                  <c:v>35000</c:v>
                </c:pt>
                <c:pt idx="419">
                  <c:v>35000</c:v>
                </c:pt>
                <c:pt idx="420">
                  <c:v>35000</c:v>
                </c:pt>
                <c:pt idx="421">
                  <c:v>35000</c:v>
                </c:pt>
                <c:pt idx="422">
                  <c:v>35000</c:v>
                </c:pt>
                <c:pt idx="423">
                  <c:v>35000</c:v>
                </c:pt>
                <c:pt idx="424">
                  <c:v>35000</c:v>
                </c:pt>
                <c:pt idx="425">
                  <c:v>35000</c:v>
                </c:pt>
                <c:pt idx="426">
                  <c:v>35000</c:v>
                </c:pt>
                <c:pt idx="427">
                  <c:v>44000</c:v>
                </c:pt>
                <c:pt idx="428">
                  <c:v>44000</c:v>
                </c:pt>
                <c:pt idx="429">
                  <c:v>44000</c:v>
                </c:pt>
                <c:pt idx="430">
                  <c:v>44000</c:v>
                </c:pt>
                <c:pt idx="431">
                  <c:v>44000</c:v>
                </c:pt>
                <c:pt idx="432">
                  <c:v>44000</c:v>
                </c:pt>
                <c:pt idx="433">
                  <c:v>44000</c:v>
                </c:pt>
                <c:pt idx="434">
                  <c:v>44000</c:v>
                </c:pt>
                <c:pt idx="435">
                  <c:v>44000</c:v>
                </c:pt>
                <c:pt idx="436">
                  <c:v>44000</c:v>
                </c:pt>
                <c:pt idx="437">
                  <c:v>44000</c:v>
                </c:pt>
                <c:pt idx="438">
                  <c:v>44000</c:v>
                </c:pt>
                <c:pt idx="439">
                  <c:v>44000</c:v>
                </c:pt>
                <c:pt idx="440">
                  <c:v>44000</c:v>
                </c:pt>
                <c:pt idx="441">
                  <c:v>38000</c:v>
                </c:pt>
                <c:pt idx="442">
                  <c:v>38000</c:v>
                </c:pt>
                <c:pt idx="443">
                  <c:v>38000</c:v>
                </c:pt>
                <c:pt idx="444">
                  <c:v>38000</c:v>
                </c:pt>
                <c:pt idx="445">
                  <c:v>38000</c:v>
                </c:pt>
                <c:pt idx="446">
                  <c:v>38000</c:v>
                </c:pt>
                <c:pt idx="447">
                  <c:v>38000</c:v>
                </c:pt>
                <c:pt idx="448">
                  <c:v>38000</c:v>
                </c:pt>
                <c:pt idx="449">
                  <c:v>38000</c:v>
                </c:pt>
                <c:pt idx="450">
                  <c:v>38000</c:v>
                </c:pt>
                <c:pt idx="451">
                  <c:v>38000</c:v>
                </c:pt>
                <c:pt idx="452">
                  <c:v>38000</c:v>
                </c:pt>
                <c:pt idx="453">
                  <c:v>33280</c:v>
                </c:pt>
                <c:pt idx="454">
                  <c:v>33280</c:v>
                </c:pt>
                <c:pt idx="455">
                  <c:v>33280</c:v>
                </c:pt>
                <c:pt idx="456">
                  <c:v>33280</c:v>
                </c:pt>
                <c:pt idx="457">
                  <c:v>33280</c:v>
                </c:pt>
                <c:pt idx="458">
                  <c:v>33280</c:v>
                </c:pt>
                <c:pt idx="459">
                  <c:v>33280</c:v>
                </c:pt>
                <c:pt idx="460">
                  <c:v>33280</c:v>
                </c:pt>
                <c:pt idx="461">
                  <c:v>38000</c:v>
                </c:pt>
                <c:pt idx="462">
                  <c:v>38000</c:v>
                </c:pt>
                <c:pt idx="463">
                  <c:v>38000</c:v>
                </c:pt>
                <c:pt idx="464">
                  <c:v>38000</c:v>
                </c:pt>
                <c:pt idx="465">
                  <c:v>38000</c:v>
                </c:pt>
                <c:pt idx="466">
                  <c:v>37000</c:v>
                </c:pt>
                <c:pt idx="467">
                  <c:v>37000</c:v>
                </c:pt>
                <c:pt idx="468">
                  <c:v>36500</c:v>
                </c:pt>
                <c:pt idx="469">
                  <c:v>36500</c:v>
                </c:pt>
                <c:pt idx="470">
                  <c:v>36500</c:v>
                </c:pt>
                <c:pt idx="471">
                  <c:v>35500</c:v>
                </c:pt>
                <c:pt idx="472">
                  <c:v>35500</c:v>
                </c:pt>
                <c:pt idx="473">
                  <c:v>35500</c:v>
                </c:pt>
                <c:pt idx="474">
                  <c:v>35500</c:v>
                </c:pt>
                <c:pt idx="475">
                  <c:v>35500</c:v>
                </c:pt>
                <c:pt idx="476">
                  <c:v>35500</c:v>
                </c:pt>
                <c:pt idx="477">
                  <c:v>35500</c:v>
                </c:pt>
                <c:pt idx="478">
                  <c:v>35500</c:v>
                </c:pt>
                <c:pt idx="479">
                  <c:v>34700</c:v>
                </c:pt>
                <c:pt idx="480">
                  <c:v>34700</c:v>
                </c:pt>
                <c:pt idx="481">
                  <c:v>34700</c:v>
                </c:pt>
                <c:pt idx="482">
                  <c:v>34700</c:v>
                </c:pt>
                <c:pt idx="483">
                  <c:v>34700</c:v>
                </c:pt>
                <c:pt idx="484">
                  <c:v>34700</c:v>
                </c:pt>
                <c:pt idx="485">
                  <c:v>34700</c:v>
                </c:pt>
                <c:pt idx="486">
                  <c:v>34000</c:v>
                </c:pt>
                <c:pt idx="487">
                  <c:v>33000</c:v>
                </c:pt>
                <c:pt idx="488">
                  <c:v>33000</c:v>
                </c:pt>
                <c:pt idx="489">
                  <c:v>32500</c:v>
                </c:pt>
                <c:pt idx="490">
                  <c:v>32500</c:v>
                </c:pt>
                <c:pt idx="491">
                  <c:v>32500</c:v>
                </c:pt>
                <c:pt idx="492">
                  <c:v>30000</c:v>
                </c:pt>
                <c:pt idx="493">
                  <c:v>30000</c:v>
                </c:pt>
                <c:pt idx="494">
                  <c:v>30000</c:v>
                </c:pt>
                <c:pt idx="495">
                  <c:v>30000</c:v>
                </c:pt>
                <c:pt idx="496">
                  <c:v>30000</c:v>
                </c:pt>
                <c:pt idx="497">
                  <c:v>30000</c:v>
                </c:pt>
                <c:pt idx="498">
                  <c:v>30000</c:v>
                </c:pt>
                <c:pt idx="499">
                  <c:v>30000</c:v>
                </c:pt>
                <c:pt idx="500">
                  <c:v>30000</c:v>
                </c:pt>
                <c:pt idx="501">
                  <c:v>30000</c:v>
                </c:pt>
                <c:pt idx="502">
                  <c:v>30000</c:v>
                </c:pt>
                <c:pt idx="503">
                  <c:v>30000</c:v>
                </c:pt>
                <c:pt idx="504">
                  <c:v>30000</c:v>
                </c:pt>
                <c:pt idx="505">
                  <c:v>30000</c:v>
                </c:pt>
                <c:pt idx="506">
                  <c:v>30000</c:v>
                </c:pt>
                <c:pt idx="507">
                  <c:v>30000</c:v>
                </c:pt>
                <c:pt idx="508">
                  <c:v>30000</c:v>
                </c:pt>
                <c:pt idx="509">
                  <c:v>30000</c:v>
                </c:pt>
                <c:pt idx="510">
                  <c:v>30000</c:v>
                </c:pt>
                <c:pt idx="511">
                  <c:v>30000</c:v>
                </c:pt>
                <c:pt idx="512">
                  <c:v>30000</c:v>
                </c:pt>
                <c:pt idx="513">
                  <c:v>28000</c:v>
                </c:pt>
                <c:pt idx="514">
                  <c:v>28000</c:v>
                </c:pt>
                <c:pt idx="515">
                  <c:v>28000</c:v>
                </c:pt>
                <c:pt idx="516">
                  <c:v>28000</c:v>
                </c:pt>
                <c:pt idx="517">
                  <c:v>28000</c:v>
                </c:pt>
                <c:pt idx="518">
                  <c:v>28000</c:v>
                </c:pt>
                <c:pt idx="519">
                  <c:v>27000</c:v>
                </c:pt>
                <c:pt idx="520">
                  <c:v>26000</c:v>
                </c:pt>
                <c:pt idx="521">
                  <c:v>26000</c:v>
                </c:pt>
                <c:pt idx="522">
                  <c:v>26000</c:v>
                </c:pt>
                <c:pt idx="523">
                  <c:v>26000</c:v>
                </c:pt>
                <c:pt idx="524">
                  <c:v>26000</c:v>
                </c:pt>
                <c:pt idx="525">
                  <c:v>26000</c:v>
                </c:pt>
                <c:pt idx="526">
                  <c:v>26000</c:v>
                </c:pt>
                <c:pt idx="527">
                  <c:v>26000</c:v>
                </c:pt>
                <c:pt idx="528">
                  <c:v>26000</c:v>
                </c:pt>
                <c:pt idx="529">
                  <c:v>26000</c:v>
                </c:pt>
                <c:pt idx="530">
                  <c:v>26000</c:v>
                </c:pt>
                <c:pt idx="531">
                  <c:v>26000</c:v>
                </c:pt>
                <c:pt idx="532">
                  <c:v>27500</c:v>
                </c:pt>
                <c:pt idx="533">
                  <c:v>27500</c:v>
                </c:pt>
                <c:pt idx="534">
                  <c:v>27500</c:v>
                </c:pt>
                <c:pt idx="535">
                  <c:v>27500</c:v>
                </c:pt>
                <c:pt idx="536">
                  <c:v>27500</c:v>
                </c:pt>
                <c:pt idx="537">
                  <c:v>27500</c:v>
                </c:pt>
                <c:pt idx="538">
                  <c:v>27500</c:v>
                </c:pt>
                <c:pt idx="539">
                  <c:v>26000</c:v>
                </c:pt>
                <c:pt idx="540">
                  <c:v>26000</c:v>
                </c:pt>
                <c:pt idx="541">
                  <c:v>26000</c:v>
                </c:pt>
                <c:pt idx="542">
                  <c:v>26000</c:v>
                </c:pt>
                <c:pt idx="543">
                  <c:v>26000</c:v>
                </c:pt>
                <c:pt idx="544">
                  <c:v>26000</c:v>
                </c:pt>
                <c:pt idx="545">
                  <c:v>26000</c:v>
                </c:pt>
                <c:pt idx="546">
                  <c:v>26000</c:v>
                </c:pt>
                <c:pt idx="547">
                  <c:v>26000</c:v>
                </c:pt>
                <c:pt idx="548">
                  <c:v>26000</c:v>
                </c:pt>
                <c:pt idx="549">
                  <c:v>26000</c:v>
                </c:pt>
                <c:pt idx="550">
                  <c:v>24000</c:v>
                </c:pt>
                <c:pt idx="551">
                  <c:v>24000</c:v>
                </c:pt>
                <c:pt idx="552">
                  <c:v>24000</c:v>
                </c:pt>
                <c:pt idx="553">
                  <c:v>24000</c:v>
                </c:pt>
                <c:pt idx="554">
                  <c:v>24000</c:v>
                </c:pt>
                <c:pt idx="555">
                  <c:v>24000</c:v>
                </c:pt>
                <c:pt idx="556">
                  <c:v>24000</c:v>
                </c:pt>
                <c:pt idx="557">
                  <c:v>24000</c:v>
                </c:pt>
                <c:pt idx="558">
                  <c:v>24000</c:v>
                </c:pt>
                <c:pt idx="559">
                  <c:v>24000</c:v>
                </c:pt>
                <c:pt idx="560">
                  <c:v>24000</c:v>
                </c:pt>
                <c:pt idx="561">
                  <c:v>24000</c:v>
                </c:pt>
                <c:pt idx="562">
                  <c:v>24000</c:v>
                </c:pt>
                <c:pt idx="563">
                  <c:v>24000</c:v>
                </c:pt>
                <c:pt idx="564">
                  <c:v>23500</c:v>
                </c:pt>
                <c:pt idx="565">
                  <c:v>23500</c:v>
                </c:pt>
                <c:pt idx="566">
                  <c:v>23500</c:v>
                </c:pt>
                <c:pt idx="567">
                  <c:v>23500</c:v>
                </c:pt>
                <c:pt idx="568">
                  <c:v>23500</c:v>
                </c:pt>
                <c:pt idx="569">
                  <c:v>23500</c:v>
                </c:pt>
                <c:pt idx="570">
                  <c:v>23500</c:v>
                </c:pt>
                <c:pt idx="571">
                  <c:v>23200</c:v>
                </c:pt>
                <c:pt idx="572">
                  <c:v>22800</c:v>
                </c:pt>
                <c:pt idx="573">
                  <c:v>22800</c:v>
                </c:pt>
                <c:pt idx="574">
                  <c:v>22800</c:v>
                </c:pt>
                <c:pt idx="575">
                  <c:v>22500</c:v>
                </c:pt>
                <c:pt idx="576">
                  <c:v>22500</c:v>
                </c:pt>
                <c:pt idx="577">
                  <c:v>22000</c:v>
                </c:pt>
                <c:pt idx="578">
                  <c:v>22000</c:v>
                </c:pt>
                <c:pt idx="579">
                  <c:v>22000</c:v>
                </c:pt>
                <c:pt idx="580">
                  <c:v>21800</c:v>
                </c:pt>
                <c:pt idx="581">
                  <c:v>21000</c:v>
                </c:pt>
                <c:pt idx="582">
                  <c:v>20800</c:v>
                </c:pt>
                <c:pt idx="583">
                  <c:v>20800</c:v>
                </c:pt>
                <c:pt idx="584">
                  <c:v>20800</c:v>
                </c:pt>
                <c:pt idx="585">
                  <c:v>20800</c:v>
                </c:pt>
                <c:pt idx="586">
                  <c:v>20800</c:v>
                </c:pt>
                <c:pt idx="587">
                  <c:v>20800</c:v>
                </c:pt>
                <c:pt idx="588">
                  <c:v>20000</c:v>
                </c:pt>
                <c:pt idx="589">
                  <c:v>20000</c:v>
                </c:pt>
                <c:pt idx="590">
                  <c:v>20000</c:v>
                </c:pt>
                <c:pt idx="591">
                  <c:v>20000</c:v>
                </c:pt>
                <c:pt idx="592">
                  <c:v>20000</c:v>
                </c:pt>
                <c:pt idx="593">
                  <c:v>20000</c:v>
                </c:pt>
                <c:pt idx="594">
                  <c:v>20000</c:v>
                </c:pt>
                <c:pt idx="595">
                  <c:v>20000</c:v>
                </c:pt>
                <c:pt idx="596">
                  <c:v>20000</c:v>
                </c:pt>
                <c:pt idx="597">
                  <c:v>20000</c:v>
                </c:pt>
                <c:pt idx="598">
                  <c:v>20000</c:v>
                </c:pt>
                <c:pt idx="599">
                  <c:v>20000</c:v>
                </c:pt>
                <c:pt idx="600">
                  <c:v>20000</c:v>
                </c:pt>
                <c:pt idx="601">
                  <c:v>19900</c:v>
                </c:pt>
                <c:pt idx="602">
                  <c:v>19900</c:v>
                </c:pt>
                <c:pt idx="603">
                  <c:v>19900</c:v>
                </c:pt>
                <c:pt idx="604">
                  <c:v>19900</c:v>
                </c:pt>
                <c:pt idx="605">
                  <c:v>19900</c:v>
                </c:pt>
                <c:pt idx="606">
                  <c:v>19900</c:v>
                </c:pt>
                <c:pt idx="607">
                  <c:v>19900</c:v>
                </c:pt>
                <c:pt idx="608">
                  <c:v>19900</c:v>
                </c:pt>
                <c:pt idx="609">
                  <c:v>19500</c:v>
                </c:pt>
                <c:pt idx="610">
                  <c:v>19500</c:v>
                </c:pt>
                <c:pt idx="611">
                  <c:v>19500</c:v>
                </c:pt>
                <c:pt idx="612">
                  <c:v>19500</c:v>
                </c:pt>
                <c:pt idx="613">
                  <c:v>17500</c:v>
                </c:pt>
                <c:pt idx="614">
                  <c:v>17500</c:v>
                </c:pt>
                <c:pt idx="615">
                  <c:v>17500</c:v>
                </c:pt>
                <c:pt idx="616">
                  <c:v>18800</c:v>
                </c:pt>
                <c:pt idx="617">
                  <c:v>18800</c:v>
                </c:pt>
                <c:pt idx="618">
                  <c:v>18000</c:v>
                </c:pt>
                <c:pt idx="619">
                  <c:v>18000</c:v>
                </c:pt>
                <c:pt idx="620">
                  <c:v>18500</c:v>
                </c:pt>
                <c:pt idx="621">
                  <c:v>18500</c:v>
                </c:pt>
                <c:pt idx="622">
                  <c:v>18500</c:v>
                </c:pt>
                <c:pt idx="623">
                  <c:v>18500</c:v>
                </c:pt>
                <c:pt idx="624">
                  <c:v>17500</c:v>
                </c:pt>
                <c:pt idx="625">
                  <c:v>17500</c:v>
                </c:pt>
                <c:pt idx="626">
                  <c:v>17500</c:v>
                </c:pt>
                <c:pt idx="627">
                  <c:v>17500</c:v>
                </c:pt>
                <c:pt idx="628">
                  <c:v>17500</c:v>
                </c:pt>
                <c:pt idx="629">
                  <c:v>16800</c:v>
                </c:pt>
                <c:pt idx="630">
                  <c:v>16800</c:v>
                </c:pt>
                <c:pt idx="631">
                  <c:v>16800</c:v>
                </c:pt>
                <c:pt idx="632">
                  <c:v>16800</c:v>
                </c:pt>
                <c:pt idx="633">
                  <c:v>16800</c:v>
                </c:pt>
                <c:pt idx="634">
                  <c:v>16600</c:v>
                </c:pt>
                <c:pt idx="635">
                  <c:v>16600</c:v>
                </c:pt>
                <c:pt idx="636">
                  <c:v>16600</c:v>
                </c:pt>
                <c:pt idx="637">
                  <c:v>16600</c:v>
                </c:pt>
                <c:pt idx="638">
                  <c:v>16600</c:v>
                </c:pt>
                <c:pt idx="639">
                  <c:v>16600</c:v>
                </c:pt>
                <c:pt idx="640">
                  <c:v>15400</c:v>
                </c:pt>
                <c:pt idx="641">
                  <c:v>15400</c:v>
                </c:pt>
                <c:pt idx="642">
                  <c:v>15400</c:v>
                </c:pt>
                <c:pt idx="643">
                  <c:v>15400</c:v>
                </c:pt>
                <c:pt idx="644">
                  <c:v>15400</c:v>
                </c:pt>
                <c:pt idx="645">
                  <c:v>15400</c:v>
                </c:pt>
                <c:pt idx="646">
                  <c:v>15400</c:v>
                </c:pt>
                <c:pt idx="647">
                  <c:v>15400</c:v>
                </c:pt>
                <c:pt idx="648">
                  <c:v>15400</c:v>
                </c:pt>
                <c:pt idx="649">
                  <c:v>15400</c:v>
                </c:pt>
              </c:numCache>
            </c:numRef>
          </c:val>
          <c:smooth val="1"/>
          <c:extLst xmlns:c16r2="http://schemas.microsoft.com/office/drawing/2015/06/chart">
            <c:ext xmlns:c16="http://schemas.microsoft.com/office/drawing/2014/chart" uri="{C3380CC4-5D6E-409C-BE32-E72D297353CC}">
              <c16:uniqueId val="{00000001-C4F8-4A61-97EA-F789FB447841}"/>
            </c:ext>
          </c:extLst>
        </c:ser>
        <c:dLbls>
          <c:showLegendKey val="0"/>
          <c:showVal val="0"/>
          <c:showCatName val="0"/>
          <c:showSerName val="0"/>
          <c:showPercent val="0"/>
          <c:showBubbleSize val="0"/>
        </c:dLbls>
        <c:smooth val="0"/>
        <c:axId val="879548000"/>
        <c:axId val="879522432"/>
      </c:lineChart>
      <c:dateAx>
        <c:axId val="879548000"/>
        <c:scaling>
          <c:orientation val="minMax"/>
        </c:scaling>
        <c:delete val="0"/>
        <c:axPos val="b"/>
        <c:numFmt formatCode="yyyy/m" sourceLinked="0"/>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mn-lt"/>
                <a:ea typeface="+mn-ea"/>
                <a:cs typeface="+mn-cs"/>
              </a:defRPr>
            </a:pPr>
            <a:endParaRPr lang="zh-CN"/>
          </a:p>
        </c:txPr>
        <c:crossAx val="879522432"/>
        <c:crosses val="autoZero"/>
        <c:auto val="1"/>
        <c:lblOffset val="100"/>
        <c:baseTimeUnit val="days"/>
        <c:majorUnit val="6"/>
        <c:majorTimeUnit val="months"/>
      </c:dateAx>
      <c:valAx>
        <c:axId val="87952243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General" sourceLinked="1"/>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mn-lt"/>
                <a:ea typeface="+mn-ea"/>
                <a:cs typeface="+mn-cs"/>
              </a:defRPr>
            </a:pPr>
            <a:endParaRPr lang="zh-CN"/>
          </a:p>
        </c:txPr>
        <c:crossAx val="87954800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200" b="1"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200" b="1"/>
      </a:pPr>
      <a:endParaRPr lang="zh-CN"/>
    </a:p>
  </c:txPr>
  <c:externalData r:id="rId3">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'用电成本、毛利率比较'!$L$9</c:f>
              <c:strCache>
                <c:ptCount val="1"/>
                <c:pt idx="0">
                  <c:v>草甘膦及甘氨酸毛利率（兴发）</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cat>
            <c:numRef>
              <c:f>'用电成本、毛利率比较'!$M$8:$R$8</c:f>
              <c:numCache>
                <c:formatCode>General</c:formatCode>
                <c:ptCount val="6"/>
                <c:pt idx="0">
                  <c:v>2016</c:v>
                </c:pt>
                <c:pt idx="1">
                  <c:v>2017</c:v>
                </c:pt>
                <c:pt idx="2">
                  <c:v>2018</c:v>
                </c:pt>
                <c:pt idx="3">
                  <c:v>2019</c:v>
                </c:pt>
                <c:pt idx="4">
                  <c:v>2020</c:v>
                </c:pt>
                <c:pt idx="5">
                  <c:v>2021</c:v>
                </c:pt>
              </c:numCache>
            </c:numRef>
          </c:cat>
          <c:val>
            <c:numRef>
              <c:f>'用电成本、毛利率比较'!$M$9:$R$9</c:f>
              <c:numCache>
                <c:formatCode>0.0%</c:formatCode>
                <c:ptCount val="6"/>
                <c:pt idx="0">
                  <c:v>0.20330000000000001</c:v>
                </c:pt>
                <c:pt idx="1">
                  <c:v>0.22989999999999999</c:v>
                </c:pt>
                <c:pt idx="2">
                  <c:v>0.15629999999999999</c:v>
                </c:pt>
                <c:pt idx="3">
                  <c:v>0.16569999999999999</c:v>
                </c:pt>
                <c:pt idx="4">
                  <c:v>0.1663</c:v>
                </c:pt>
                <c:pt idx="5">
                  <c:v>0.39829999999999999</c:v>
                </c:pt>
              </c:numCache>
            </c:numRef>
          </c:val>
          <c:smooth val="1"/>
          <c:extLst xmlns:c16r2="http://schemas.microsoft.com/office/drawing/2015/06/chart">
            <c:ext xmlns:c16="http://schemas.microsoft.com/office/drawing/2014/chart" uri="{C3380CC4-5D6E-409C-BE32-E72D297353CC}">
              <c16:uniqueId val="{00000000-6CD3-4DB2-8FB2-1BE6D0CA586C}"/>
            </c:ext>
          </c:extLst>
        </c:ser>
        <c:ser>
          <c:idx val="1"/>
          <c:order val="1"/>
          <c:tx>
            <c:strRef>
              <c:f>'用电成本、毛利率比较'!$L$10</c:f>
              <c:strCache>
                <c:ptCount val="1"/>
                <c:pt idx="0">
                  <c:v>农药毛利率（江山）</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numRef>
              <c:f>'用电成本、毛利率比较'!$M$8:$R$8</c:f>
              <c:numCache>
                <c:formatCode>General</c:formatCode>
                <c:ptCount val="6"/>
                <c:pt idx="0">
                  <c:v>2016</c:v>
                </c:pt>
                <c:pt idx="1">
                  <c:v>2017</c:v>
                </c:pt>
                <c:pt idx="2">
                  <c:v>2018</c:v>
                </c:pt>
                <c:pt idx="3">
                  <c:v>2019</c:v>
                </c:pt>
                <c:pt idx="4">
                  <c:v>2020</c:v>
                </c:pt>
                <c:pt idx="5">
                  <c:v>2021</c:v>
                </c:pt>
              </c:numCache>
            </c:numRef>
          </c:cat>
          <c:val>
            <c:numRef>
              <c:f>'用电成本、毛利率比较'!$M$10:$R$10</c:f>
              <c:numCache>
                <c:formatCode>0.0%</c:formatCode>
                <c:ptCount val="6"/>
                <c:pt idx="0">
                  <c:v>3.0499999999999999E-2</c:v>
                </c:pt>
                <c:pt idx="1">
                  <c:v>0.1072</c:v>
                </c:pt>
                <c:pt idx="2">
                  <c:v>0.14960000000000001</c:v>
                </c:pt>
                <c:pt idx="3">
                  <c:v>0.15479999999999999</c:v>
                </c:pt>
                <c:pt idx="4">
                  <c:v>0.15790000000000001</c:v>
                </c:pt>
                <c:pt idx="5">
                  <c:v>0.27839999999999998</c:v>
                </c:pt>
              </c:numCache>
            </c:numRef>
          </c:val>
          <c:smooth val="1"/>
          <c:extLst xmlns:c16r2="http://schemas.microsoft.com/office/drawing/2015/06/chart">
            <c:ext xmlns:c16="http://schemas.microsoft.com/office/drawing/2014/chart" uri="{C3380CC4-5D6E-409C-BE32-E72D297353CC}">
              <c16:uniqueId val="{00000001-6CD3-4DB2-8FB2-1BE6D0CA586C}"/>
            </c:ext>
          </c:extLst>
        </c:ser>
        <c:dLbls>
          <c:showLegendKey val="0"/>
          <c:showVal val="0"/>
          <c:showCatName val="0"/>
          <c:showSerName val="0"/>
          <c:showPercent val="0"/>
          <c:showBubbleSize val="0"/>
        </c:dLbls>
        <c:marker val="1"/>
        <c:smooth val="0"/>
        <c:axId val="879550720"/>
        <c:axId val="879544736"/>
      </c:lineChart>
      <c:catAx>
        <c:axId val="87955072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9544736"/>
        <c:crosses val="autoZero"/>
        <c:auto val="1"/>
        <c:lblAlgn val="ctr"/>
        <c:lblOffset val="100"/>
        <c:noMultiLvlLbl val="0"/>
      </c:catAx>
      <c:valAx>
        <c:axId val="879544736"/>
        <c:scaling>
          <c:orientation val="minMax"/>
          <c:max val="0.5"/>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Arial"/>
                <a:ea typeface="Arial"/>
                <a:cs typeface="Arial"/>
              </a:defRPr>
            </a:pPr>
            <a:endParaRPr lang="zh-CN"/>
          </a:p>
        </c:txPr>
        <c:crossAx val="879550720"/>
        <c:crosses val="autoZero"/>
        <c:crossBetween val="between"/>
        <c:majorUnit val="0.1"/>
      </c:valAx>
      <c:spPr>
        <a:noFill/>
        <a:ln>
          <a:noFill/>
        </a:ln>
        <a:effectLst/>
      </c:spPr>
    </c:plotArea>
    <c:legend>
      <c:legendPos val="t"/>
      <c:overlay val="0"/>
      <c:spPr>
        <a:noFill/>
        <a:ln>
          <a:noFill/>
        </a:ln>
        <a:effectLst/>
      </c:spPr>
      <c:txPr>
        <a:bodyPr rot="0" spcFirstLastPara="1" vertOverflow="ellipsis" vert="horz" wrap="square" anchor="ctr" anchorCtr="1"/>
        <a:lstStyle/>
        <a:p>
          <a:pPr>
            <a:defRPr sz="800" b="0" i="0" u="none" strike="noStrike" kern="1200" baseline="0">
              <a:solidFill>
                <a:srgbClr val="000000"/>
              </a:solidFill>
              <a:latin typeface="微软雅黑"/>
              <a:ea typeface="微软雅黑"/>
              <a:cs typeface="微软雅黑"/>
            </a:defRPr>
          </a:pPr>
          <a:endParaRPr lang="zh-CN"/>
        </a:p>
      </c:txPr>
    </c:legend>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a:pPr>
      <a:endParaRPr lang="zh-CN"/>
    </a:p>
  </c:txPr>
  <c:externalData r:id="rId3">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模板!$S$150</c:f>
              <c:strCache>
                <c:ptCount val="1"/>
                <c:pt idx="0">
                  <c:v>兴发集团</c:v>
                </c:pt>
              </c:strCache>
            </c:strRef>
          </c:tx>
          <c:spPr>
            <a:ln w="12700" cap="rnd">
              <a:solidFill>
                <a:srgbClr val="E10000"/>
              </a:solidFill>
              <a:prstDash val="solid"/>
              <a:round/>
            </a:ln>
            <a:effectLst/>
          </c:spPr>
          <c:marker>
            <c:symbol val="diamond"/>
            <c:size val="2"/>
            <c:spPr>
              <a:solidFill>
                <a:srgbClr val="E10000"/>
              </a:solidFill>
              <a:ln w="12700">
                <a:solidFill>
                  <a:srgbClr val="E10000"/>
                </a:solidFill>
                <a:prstDash val="solid"/>
              </a:ln>
              <a:effectLst/>
            </c:spPr>
          </c:marker>
          <c:dLbls>
            <c:dLbl>
              <c:idx val="7"/>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60D9-4934-ADFF-4D9CAAE3703E}"/>
                </c:ext>
                <c:ext xmlns:c15="http://schemas.microsoft.com/office/drawing/2012/chart" uri="{CE6537A1-D6FC-4f65-9D91-7224C49458BB}"/>
              </c:extLst>
            </c:dLbl>
            <c:spPr>
              <a:noFill/>
              <a:ln>
                <a:noFill/>
              </a:ln>
              <a:effectLst/>
            </c:spPr>
            <c:txPr>
              <a:bodyPr rot="0" spcFirstLastPara="1" vertOverflow="ellipsis" vert="horz" wrap="square" anchor="ctr" anchorCtr="1"/>
              <a:lstStyle/>
              <a:p>
                <a:pPr>
                  <a:defRPr sz="1100" b="1"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模板!$R$154:$R$161</c:f>
              <c:strCache>
                <c:ptCount val="8"/>
                <c:pt idx="0">
                  <c:v>2016</c:v>
                </c:pt>
                <c:pt idx="1">
                  <c:v>2017</c:v>
                </c:pt>
                <c:pt idx="2">
                  <c:v>2018</c:v>
                </c:pt>
                <c:pt idx="3">
                  <c:v>2019</c:v>
                </c:pt>
                <c:pt idx="4">
                  <c:v>2020</c:v>
                </c:pt>
                <c:pt idx="5">
                  <c:v>2021</c:v>
                </c:pt>
                <c:pt idx="6">
                  <c:v>2022</c:v>
                </c:pt>
                <c:pt idx="7">
                  <c:v>2023Q3</c:v>
                </c:pt>
              </c:strCache>
            </c:strRef>
          </c:cat>
          <c:val>
            <c:numRef>
              <c:f>模板!$S$154:$S$161</c:f>
              <c:numCache>
                <c:formatCode>0.00%</c:formatCode>
                <c:ptCount val="8"/>
                <c:pt idx="0">
                  <c:v>1.1335727764044288E-2</c:v>
                </c:pt>
                <c:pt idx="1">
                  <c:v>1.4851464952775244E-2</c:v>
                </c:pt>
                <c:pt idx="2">
                  <c:v>1.5916371750020478E-2</c:v>
                </c:pt>
                <c:pt idx="3">
                  <c:v>1.6993350496239137E-2</c:v>
                </c:pt>
                <c:pt idx="4">
                  <c:v>2.0829948382203221E-2</c:v>
                </c:pt>
                <c:pt idx="5">
                  <c:v>3.65079366816125E-2</c:v>
                </c:pt>
                <c:pt idx="6">
                  <c:v>4.0789511356425452E-2</c:v>
                </c:pt>
                <c:pt idx="7">
                  <c:v>3.4469540441208452E-2</c:v>
                </c:pt>
              </c:numCache>
            </c:numRef>
          </c:val>
          <c:smooth val="1"/>
          <c:extLst xmlns:c16r2="http://schemas.microsoft.com/office/drawing/2015/06/chart">
            <c:ext xmlns:c16="http://schemas.microsoft.com/office/drawing/2014/chart" uri="{C3380CC4-5D6E-409C-BE32-E72D297353CC}">
              <c16:uniqueId val="{00000001-60D9-4934-ADFF-4D9CAAE3703E}"/>
            </c:ext>
          </c:extLst>
        </c:ser>
        <c:ser>
          <c:idx val="1"/>
          <c:order val="1"/>
          <c:tx>
            <c:strRef>
              <c:f>模板!$T$150</c:f>
              <c:strCache>
                <c:ptCount val="1"/>
                <c:pt idx="0">
                  <c:v>云天化</c:v>
                </c:pt>
              </c:strCache>
            </c:strRef>
          </c:tx>
          <c:spPr>
            <a:ln w="12700" cap="rnd">
              <a:solidFill>
                <a:srgbClr val="C8C8C8"/>
              </a:solidFill>
              <a:prstDash val="solid"/>
              <a:round/>
            </a:ln>
            <a:effectLst/>
          </c:spPr>
          <c:marker>
            <c:symbol val="diamond"/>
            <c:size val="2"/>
            <c:spPr>
              <a:solidFill>
                <a:srgbClr val="C8C8C8"/>
              </a:solidFill>
              <a:ln w="12700">
                <a:solidFill>
                  <a:srgbClr val="C8C8C8"/>
                </a:solidFill>
                <a:prstDash val="solid"/>
              </a:ln>
              <a:effectLst/>
            </c:spPr>
          </c:marker>
          <c:cat>
            <c:strRef>
              <c:f>模板!$R$154:$R$161</c:f>
              <c:strCache>
                <c:ptCount val="8"/>
                <c:pt idx="0">
                  <c:v>2016</c:v>
                </c:pt>
                <c:pt idx="1">
                  <c:v>2017</c:v>
                </c:pt>
                <c:pt idx="2">
                  <c:v>2018</c:v>
                </c:pt>
                <c:pt idx="3">
                  <c:v>2019</c:v>
                </c:pt>
                <c:pt idx="4">
                  <c:v>2020</c:v>
                </c:pt>
                <c:pt idx="5">
                  <c:v>2021</c:v>
                </c:pt>
                <c:pt idx="6">
                  <c:v>2022</c:v>
                </c:pt>
                <c:pt idx="7">
                  <c:v>2023Q3</c:v>
                </c:pt>
              </c:strCache>
            </c:strRef>
          </c:cat>
          <c:val>
            <c:numRef>
              <c:f>模板!$T$154:$T$161</c:f>
              <c:numCache>
                <c:formatCode>0.00%</c:formatCode>
                <c:ptCount val="8"/>
                <c:pt idx="0">
                  <c:v>4.2983093227441042E-3</c:v>
                </c:pt>
                <c:pt idx="1">
                  <c:v>2.9698265355789588E-3</c:v>
                </c:pt>
                <c:pt idx="2">
                  <c:v>2.5961934242705116E-3</c:v>
                </c:pt>
                <c:pt idx="3">
                  <c:v>1.9709749105851402E-3</c:v>
                </c:pt>
                <c:pt idx="4">
                  <c:v>2.169781371482043E-3</c:v>
                </c:pt>
                <c:pt idx="5">
                  <c:v>4.8148068609116593E-3</c:v>
                </c:pt>
                <c:pt idx="6">
                  <c:v>6.4418897110760012E-3</c:v>
                </c:pt>
                <c:pt idx="7">
                  <c:v>6.966709819043084E-3</c:v>
                </c:pt>
              </c:numCache>
            </c:numRef>
          </c:val>
          <c:smooth val="1"/>
          <c:extLst xmlns:c16r2="http://schemas.microsoft.com/office/drawing/2015/06/chart">
            <c:ext xmlns:c16="http://schemas.microsoft.com/office/drawing/2014/chart" uri="{C3380CC4-5D6E-409C-BE32-E72D297353CC}">
              <c16:uniqueId val="{00000002-60D9-4934-ADFF-4D9CAAE3703E}"/>
            </c:ext>
          </c:extLst>
        </c:ser>
        <c:ser>
          <c:idx val="2"/>
          <c:order val="2"/>
          <c:tx>
            <c:strRef>
              <c:f>模板!$U$150</c:f>
              <c:strCache>
                <c:ptCount val="1"/>
                <c:pt idx="0">
                  <c:v>云图控股</c:v>
                </c:pt>
              </c:strCache>
            </c:strRef>
          </c:tx>
          <c:spPr>
            <a:ln w="12700" cap="rnd">
              <a:solidFill>
                <a:srgbClr val="FA6400"/>
              </a:solidFill>
              <a:prstDash val="solid"/>
              <a:round/>
            </a:ln>
            <a:effectLst/>
          </c:spPr>
          <c:marker>
            <c:symbol val="diamond"/>
            <c:size val="2"/>
            <c:spPr>
              <a:solidFill>
                <a:srgbClr val="FA6400"/>
              </a:solidFill>
              <a:ln w="12700">
                <a:solidFill>
                  <a:srgbClr val="FA6400"/>
                </a:solidFill>
                <a:prstDash val="solid"/>
              </a:ln>
              <a:effectLst/>
            </c:spPr>
          </c:marker>
          <c:cat>
            <c:strRef>
              <c:f>模板!$R$154:$R$161</c:f>
              <c:strCache>
                <c:ptCount val="8"/>
                <c:pt idx="0">
                  <c:v>2016</c:v>
                </c:pt>
                <c:pt idx="1">
                  <c:v>2017</c:v>
                </c:pt>
                <c:pt idx="2">
                  <c:v>2018</c:v>
                </c:pt>
                <c:pt idx="3">
                  <c:v>2019</c:v>
                </c:pt>
                <c:pt idx="4">
                  <c:v>2020</c:v>
                </c:pt>
                <c:pt idx="5">
                  <c:v>2021</c:v>
                </c:pt>
                <c:pt idx="6">
                  <c:v>2022</c:v>
                </c:pt>
                <c:pt idx="7">
                  <c:v>2023Q3</c:v>
                </c:pt>
              </c:strCache>
            </c:strRef>
          </c:cat>
          <c:val>
            <c:numRef>
              <c:f>模板!$U$154:$U$161</c:f>
              <c:numCache>
                <c:formatCode>0.00%</c:formatCode>
                <c:ptCount val="8"/>
                <c:pt idx="0">
                  <c:v>2.5879181913321457E-3</c:v>
                </c:pt>
                <c:pt idx="1">
                  <c:v>2.4394818836854593E-3</c:v>
                </c:pt>
                <c:pt idx="2">
                  <c:v>3.4805810057241425E-3</c:v>
                </c:pt>
                <c:pt idx="3">
                  <c:v>1.3207529905262584E-2</c:v>
                </c:pt>
                <c:pt idx="4">
                  <c:v>1.6517399740070868E-2</c:v>
                </c:pt>
                <c:pt idx="5">
                  <c:v>1.3808385067550784E-2</c:v>
                </c:pt>
                <c:pt idx="6">
                  <c:v>1.4015740785146972E-2</c:v>
                </c:pt>
                <c:pt idx="7">
                  <c:v>1.3908698585479655E-2</c:v>
                </c:pt>
              </c:numCache>
            </c:numRef>
          </c:val>
          <c:smooth val="1"/>
          <c:extLst xmlns:c16r2="http://schemas.microsoft.com/office/drawing/2015/06/chart">
            <c:ext xmlns:c16="http://schemas.microsoft.com/office/drawing/2014/chart" uri="{C3380CC4-5D6E-409C-BE32-E72D297353CC}">
              <c16:uniqueId val="{00000003-60D9-4934-ADFF-4D9CAAE3703E}"/>
            </c:ext>
          </c:extLst>
        </c:ser>
        <c:ser>
          <c:idx val="3"/>
          <c:order val="3"/>
          <c:tx>
            <c:strRef>
              <c:f>模板!$V$150</c:f>
              <c:strCache>
                <c:ptCount val="1"/>
                <c:pt idx="0">
                  <c:v>新洋丰</c:v>
                </c:pt>
              </c:strCache>
            </c:strRef>
          </c:tx>
          <c:spPr>
            <a:ln w="12700" cap="rnd">
              <a:solidFill>
                <a:srgbClr val="FFC000"/>
              </a:solidFill>
              <a:prstDash val="solid"/>
              <a:round/>
            </a:ln>
            <a:effectLst/>
          </c:spPr>
          <c:marker>
            <c:symbol val="diamond"/>
            <c:size val="2"/>
            <c:spPr>
              <a:solidFill>
                <a:srgbClr val="FFC000"/>
              </a:solidFill>
              <a:ln w="12700">
                <a:solidFill>
                  <a:srgbClr val="FFC000"/>
                </a:solidFill>
                <a:prstDash val="solid"/>
              </a:ln>
              <a:effectLst/>
            </c:spPr>
          </c:marker>
          <c:cat>
            <c:strRef>
              <c:f>模板!$R$154:$R$161</c:f>
              <c:strCache>
                <c:ptCount val="8"/>
                <c:pt idx="0">
                  <c:v>2016</c:v>
                </c:pt>
                <c:pt idx="1">
                  <c:v>2017</c:v>
                </c:pt>
                <c:pt idx="2">
                  <c:v>2018</c:v>
                </c:pt>
                <c:pt idx="3">
                  <c:v>2019</c:v>
                </c:pt>
                <c:pt idx="4">
                  <c:v>2020</c:v>
                </c:pt>
                <c:pt idx="5">
                  <c:v>2021</c:v>
                </c:pt>
                <c:pt idx="6">
                  <c:v>2022</c:v>
                </c:pt>
                <c:pt idx="7">
                  <c:v>2023Q3</c:v>
                </c:pt>
              </c:strCache>
            </c:strRef>
          </c:cat>
          <c:val>
            <c:numRef>
              <c:f>模板!$V$154:$V$161</c:f>
              <c:numCache>
                <c:formatCode>0.00%</c:formatCode>
                <c:ptCount val="8"/>
                <c:pt idx="0">
                  <c:v>1.2095198596653764E-2</c:v>
                </c:pt>
                <c:pt idx="1">
                  <c:v>1.0983134963562589E-2</c:v>
                </c:pt>
                <c:pt idx="2">
                  <c:v>1.1155744141186757E-2</c:v>
                </c:pt>
                <c:pt idx="3">
                  <c:v>1.3425884056588842E-2</c:v>
                </c:pt>
                <c:pt idx="4">
                  <c:v>1.6771256546917829E-2</c:v>
                </c:pt>
                <c:pt idx="5">
                  <c:v>1.7744072014073135E-2</c:v>
                </c:pt>
                <c:pt idx="6">
                  <c:v>2.137722456974285E-2</c:v>
                </c:pt>
                <c:pt idx="7">
                  <c:v>5.301539535782919E-3</c:v>
                </c:pt>
              </c:numCache>
            </c:numRef>
          </c:val>
          <c:smooth val="1"/>
          <c:extLst xmlns:c16r2="http://schemas.microsoft.com/office/drawing/2015/06/chart">
            <c:ext xmlns:c16="http://schemas.microsoft.com/office/drawing/2014/chart" uri="{C3380CC4-5D6E-409C-BE32-E72D297353CC}">
              <c16:uniqueId val="{00000004-60D9-4934-ADFF-4D9CAAE3703E}"/>
            </c:ext>
          </c:extLst>
        </c:ser>
        <c:dLbls>
          <c:showLegendKey val="0"/>
          <c:showVal val="0"/>
          <c:showCatName val="0"/>
          <c:showSerName val="0"/>
          <c:showPercent val="0"/>
          <c:showBubbleSize val="0"/>
        </c:dLbls>
        <c:marker val="1"/>
        <c:smooth val="0"/>
        <c:axId val="879523520"/>
        <c:axId val="879525152"/>
      </c:lineChart>
      <c:catAx>
        <c:axId val="879523520"/>
        <c:scaling>
          <c:orientation val="minMax"/>
        </c:scaling>
        <c:delete val="0"/>
        <c:axPos val="b"/>
        <c:numFmt formatCode="General" sourceLinked="1"/>
        <c:majorTickMark val="in"/>
        <c:minorTickMark val="none"/>
        <c:tickLblPos val="nextTo"/>
        <c:spPr>
          <a:noFill/>
          <a:ln w="6350" cap="flat" cmpd="sng" algn="ctr">
            <a:solidFill>
              <a:srgbClr val="000000"/>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79525152"/>
        <c:crosses val="autoZero"/>
        <c:auto val="1"/>
        <c:lblAlgn val="ctr"/>
        <c:lblOffset val="100"/>
        <c:noMultiLvlLbl val="0"/>
      </c:catAx>
      <c:valAx>
        <c:axId val="879525152"/>
        <c:scaling>
          <c:orientation val="minMax"/>
        </c:scaling>
        <c:delete val="0"/>
        <c:axPos val="l"/>
        <c:majorGridlines>
          <c:spPr>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majorGridlines>
        <c:numFmt formatCode="0%" sourceLinked="0"/>
        <c:majorTickMark val="in"/>
        <c:minorTickMark val="none"/>
        <c:tickLblPos val="nextTo"/>
        <c:spPr>
          <a:noFill/>
          <a:ln w="6350">
            <a:solidFill>
              <a:srgbClr val="000000"/>
            </a:solidFill>
          </a:ln>
          <a:effectLst/>
        </c:spPr>
        <c:txPr>
          <a:bodyPr rot="-60000000" spcFirstLastPara="1" vertOverflow="ellipsis" vert="horz" wrap="square" anchor="ctr" anchorCtr="1"/>
          <a:lstStyle/>
          <a:p>
            <a:pPr>
              <a:defRPr sz="11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crossAx val="87952352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微软雅黑" panose="020B0503020204020204" pitchFamily="34" charset="-122"/>
              <a:ea typeface="微软雅黑" panose="020B0503020204020204" pitchFamily="34" charset="-122"/>
              <a:cs typeface="+mn-cs"/>
            </a:defRPr>
          </a:pPr>
          <a:endParaRPr lang="zh-CN"/>
        </a:p>
      </c:txPr>
    </c:legend>
    <c:plotVisOnly val="1"/>
    <c:dispBlanksAs val="gap"/>
    <c:showDLblsOverMax val="0"/>
  </c:chart>
  <c:spPr>
    <a:solidFill>
      <a:sysClr val="window" lastClr="FFFFFF"/>
    </a:solidFill>
    <a:ln w="9525" cap="flat" cmpd="sng" algn="ctr">
      <a:noFill/>
      <a:round/>
    </a:ln>
    <a:effectLst/>
    <a:extLst>
      <a:ext uri="{91240B29-F687-4F45-9708-019B960494DF}">
        <a14:hiddenLine xmlns:a14="http://schemas.microsoft.com/office/drawing/2010/main" w="9525" cap="flat" cmpd="sng" algn="ctr">
          <a:solidFill>
            <a:sysClr val="windowText" lastClr="000000">
              <a:lumMod val="15000"/>
              <a:lumOff val="85000"/>
            </a:sysClr>
          </a:solidFill>
          <a:round/>
        </a14:hiddenLine>
      </a:ext>
    </a:extLst>
  </c:spPr>
  <c:txPr>
    <a:bodyPr/>
    <a:lstStyle/>
    <a:p>
      <a:pPr>
        <a:defRPr sz="1100" b="0">
          <a:solidFill>
            <a:schemeClr val="tx1"/>
          </a:solidFill>
          <a:latin typeface="微软雅黑" panose="020B0503020204020204" pitchFamily="34" charset="-122"/>
          <a:ea typeface="微软雅黑" panose="020B0503020204020204" pitchFamily="34" charset="-122"/>
        </a:defRPr>
      </a:pPr>
      <a:endParaRPr lang="zh-CN"/>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571567F0-85F1-4419-914F-4DD4AF5CDA5A}" type="doc">
      <dgm:prSet loTypeId="urn:microsoft.com/office/officeart/2005/8/layout/pyramid1" loCatId="pyramid" qsTypeId="urn:microsoft.com/office/officeart/2005/8/quickstyle/simple1" qsCatId="simple" csTypeId="urn:microsoft.com/office/officeart/2005/8/colors/accent1_2" csCatId="accent1" phldr="1"/>
      <dgm:spPr/>
    </dgm:pt>
    <dgm:pt modelId="{1AE2EBBD-3FE7-4B3B-997A-F2864B53CF5B}">
      <dgm:prSet phldrT="[文本]" custT="1"/>
      <dgm:spPr>
        <a:solidFill>
          <a:schemeClr val="accent2">
            <a:lumMod val="40000"/>
            <a:lumOff val="60000"/>
          </a:schemeClr>
        </a:solidFill>
      </dgm:spPr>
      <dgm:t>
        <a:bodyPr/>
        <a:lstStyle/>
        <a:p>
          <a:r>
            <a:rPr lang="zh-CN" altLang="en-US" sz="800" b="1" dirty="0">
              <a:latin typeface="微软雅黑" panose="020B0503020204020204" pitchFamily="34" charset="-122"/>
              <a:ea typeface="微软雅黑" panose="020B0503020204020204" pitchFamily="34" charset="-122"/>
            </a:rPr>
            <a:t>优级纯：主含量≥</a:t>
          </a:r>
          <a:r>
            <a:rPr lang="en-US" altLang="zh-CN" sz="800" b="1" dirty="0">
              <a:latin typeface="微软雅黑" panose="020B0503020204020204" pitchFamily="34" charset="-122"/>
              <a:ea typeface="微软雅黑" panose="020B0503020204020204" pitchFamily="34" charset="-122"/>
            </a:rPr>
            <a:t>99.8%</a:t>
          </a:r>
          <a:r>
            <a:rPr lang="zh-CN" altLang="en-US" sz="800" b="1" dirty="0">
              <a:latin typeface="微软雅黑" panose="020B0503020204020204" pitchFamily="34" charset="-122"/>
              <a:ea typeface="微软雅黑" panose="020B0503020204020204" pitchFamily="34" charset="-122"/>
            </a:rPr>
            <a:t>，用于精密分析和科学研究</a:t>
          </a:r>
          <a:endParaRPr lang="en-US" sz="800" b="1" dirty="0">
            <a:latin typeface="微软雅黑" panose="020B0503020204020204" pitchFamily="34" charset="-122"/>
            <a:ea typeface="微软雅黑" panose="020B0503020204020204" pitchFamily="34" charset="-122"/>
          </a:endParaRPr>
        </a:p>
      </dgm:t>
    </dgm:pt>
    <dgm:pt modelId="{706F23B3-B5F8-4C4A-AC21-815F2E4B2032}" type="parTrans" cxnId="{ADCBFAF8-6156-4CB3-B147-2BF2E4EE797D}">
      <dgm:prSet/>
      <dgm:spPr/>
      <dgm:t>
        <a:bodyPr/>
        <a:lstStyle/>
        <a:p>
          <a:endParaRPr lang="en-US" sz="800"/>
        </a:p>
      </dgm:t>
    </dgm:pt>
    <dgm:pt modelId="{BD8F06C7-A695-49A8-80D4-40AF0C1211CC}" type="sibTrans" cxnId="{ADCBFAF8-6156-4CB3-B147-2BF2E4EE797D}">
      <dgm:prSet/>
      <dgm:spPr/>
      <dgm:t>
        <a:bodyPr/>
        <a:lstStyle/>
        <a:p>
          <a:endParaRPr lang="en-US" sz="800"/>
        </a:p>
      </dgm:t>
    </dgm:pt>
    <dgm:pt modelId="{24E42A11-92AE-4A98-8049-758D1A100736}">
      <dgm:prSet phldrT="[文本]" custT="1"/>
      <dgm:spPr>
        <a:solidFill>
          <a:schemeClr val="tx2">
            <a:lumMod val="20000"/>
            <a:lumOff val="80000"/>
          </a:schemeClr>
        </a:solidFill>
      </dgm:spPr>
      <dgm:t>
        <a:bodyPr/>
        <a:lstStyle/>
        <a:p>
          <a:r>
            <a:rPr lang="zh-CN" altLang="en-US" sz="800" b="1" dirty="0">
              <a:latin typeface="微软雅黑" panose="020B0503020204020204" pitchFamily="34" charset="-122"/>
              <a:ea typeface="微软雅黑" panose="020B0503020204020204" pitchFamily="34" charset="-122"/>
            </a:rPr>
            <a:t>工业级化学试剂</a:t>
          </a:r>
          <a:endParaRPr lang="en-US" sz="800" b="1" dirty="0">
            <a:latin typeface="微软雅黑" panose="020B0503020204020204" pitchFamily="34" charset="-122"/>
            <a:ea typeface="微软雅黑" panose="020B0503020204020204" pitchFamily="34" charset="-122"/>
          </a:endParaRPr>
        </a:p>
      </dgm:t>
    </dgm:pt>
    <dgm:pt modelId="{D92EDE6C-FBC2-491B-A0FD-56F9E3E57C08}" type="parTrans" cxnId="{AD77AC3B-027E-4369-8EF5-BB37BDB58FE2}">
      <dgm:prSet/>
      <dgm:spPr/>
      <dgm:t>
        <a:bodyPr/>
        <a:lstStyle/>
        <a:p>
          <a:endParaRPr lang="en-US" sz="800"/>
        </a:p>
      </dgm:t>
    </dgm:pt>
    <dgm:pt modelId="{4F44EF69-9BF4-4F17-BC90-E3EEF9D439A3}" type="sibTrans" cxnId="{AD77AC3B-027E-4369-8EF5-BB37BDB58FE2}">
      <dgm:prSet/>
      <dgm:spPr/>
      <dgm:t>
        <a:bodyPr/>
        <a:lstStyle/>
        <a:p>
          <a:endParaRPr lang="en-US" sz="800"/>
        </a:p>
      </dgm:t>
    </dgm:pt>
    <dgm:pt modelId="{381DE1AB-74A7-417C-B73D-59CA2B876432}">
      <dgm:prSet custT="1"/>
      <dgm:spPr>
        <a:solidFill>
          <a:schemeClr val="tx2">
            <a:lumMod val="40000"/>
            <a:lumOff val="60000"/>
          </a:schemeClr>
        </a:solidFill>
      </dgm:spPr>
      <dgm:t>
        <a:bodyPr/>
        <a:lstStyle/>
        <a:p>
          <a:r>
            <a:rPr lang="zh-CN" altLang="en-US" sz="800" b="1" dirty="0">
              <a:latin typeface="微软雅黑" panose="020B0503020204020204" pitchFamily="34" charset="-122"/>
              <a:ea typeface="微软雅黑" panose="020B0503020204020204" pitchFamily="34" charset="-122"/>
            </a:rPr>
            <a:t>分析纯（</a:t>
          </a:r>
          <a:r>
            <a:rPr lang="en-US" altLang="zh-CN" sz="800" b="1" dirty="0">
              <a:latin typeface="微软雅黑" panose="020B0503020204020204" pitchFamily="34" charset="-122"/>
              <a:ea typeface="微软雅黑" panose="020B0503020204020204" pitchFamily="34" charset="-122"/>
            </a:rPr>
            <a:t>AR</a:t>
          </a:r>
          <a:r>
            <a:rPr lang="zh-CN" altLang="en-US" sz="800" b="1" dirty="0">
              <a:latin typeface="微软雅黑" panose="020B0503020204020204" pitchFamily="34" charset="-122"/>
              <a:ea typeface="微软雅黑" panose="020B0503020204020204" pitchFamily="34" charset="-122"/>
            </a:rPr>
            <a:t>）：主含量≥</a:t>
          </a:r>
          <a:r>
            <a:rPr lang="en-US" altLang="zh-CN" sz="800" b="1" dirty="0">
              <a:latin typeface="微软雅黑" panose="020B0503020204020204" pitchFamily="34" charset="-122"/>
              <a:ea typeface="微软雅黑" panose="020B0503020204020204" pitchFamily="34" charset="-122"/>
            </a:rPr>
            <a:t>99.8%</a:t>
          </a:r>
          <a:r>
            <a:rPr lang="zh-CN" altLang="en-US" sz="800" b="1" dirty="0">
              <a:latin typeface="微软雅黑" panose="020B0503020204020204" pitchFamily="34" charset="-122"/>
              <a:ea typeface="微软雅黑" panose="020B0503020204020204" pitchFamily="34" charset="-122"/>
            </a:rPr>
            <a:t>，用于一般科学研究和工业分析</a:t>
          </a:r>
          <a:endParaRPr lang="en-US" altLang="zh-CN" sz="800" b="1" dirty="0">
            <a:latin typeface="微软雅黑" panose="020B0503020204020204" pitchFamily="34" charset="-122"/>
            <a:ea typeface="微软雅黑" panose="020B0503020204020204" pitchFamily="34" charset="-122"/>
          </a:endParaRPr>
        </a:p>
      </dgm:t>
    </dgm:pt>
    <dgm:pt modelId="{5B09DE6E-E007-4272-91E2-BF3C27AB2EB1}" type="parTrans" cxnId="{4A3B6C8A-B72C-4C5D-A965-297722CB7E3C}">
      <dgm:prSet/>
      <dgm:spPr/>
      <dgm:t>
        <a:bodyPr/>
        <a:lstStyle/>
        <a:p>
          <a:endParaRPr lang="en-US" sz="800"/>
        </a:p>
      </dgm:t>
    </dgm:pt>
    <dgm:pt modelId="{FBB70AD4-8463-4FDF-AB44-A3F6210E7FAA}" type="sibTrans" cxnId="{4A3B6C8A-B72C-4C5D-A965-297722CB7E3C}">
      <dgm:prSet/>
      <dgm:spPr/>
      <dgm:t>
        <a:bodyPr/>
        <a:lstStyle/>
        <a:p>
          <a:endParaRPr lang="en-US" sz="800"/>
        </a:p>
      </dgm:t>
    </dgm:pt>
    <dgm:pt modelId="{51A06683-5992-4E27-A6E0-CAE10EE94F90}">
      <dgm:prSet custT="1"/>
      <dgm:spPr>
        <a:solidFill>
          <a:schemeClr val="accent2">
            <a:lumMod val="20000"/>
            <a:lumOff val="80000"/>
          </a:schemeClr>
        </a:solidFill>
      </dgm:spPr>
      <dgm:t>
        <a:bodyPr/>
        <a:lstStyle/>
        <a:p>
          <a:r>
            <a:rPr lang="zh-CN" altLang="en-US" sz="800" b="1" dirty="0">
              <a:latin typeface="微软雅黑" panose="020B0503020204020204" pitchFamily="34" charset="-122"/>
              <a:ea typeface="微软雅黑" panose="020B0503020204020204" pitchFamily="34" charset="-122"/>
            </a:rPr>
            <a:t>化学纯（</a:t>
          </a:r>
          <a:r>
            <a:rPr lang="en-US" altLang="zh-CN" sz="800" b="1" dirty="0">
              <a:latin typeface="微软雅黑" panose="020B0503020204020204" pitchFamily="34" charset="-122"/>
              <a:ea typeface="微软雅黑" panose="020B0503020204020204" pitchFamily="34" charset="-122"/>
            </a:rPr>
            <a:t>CP</a:t>
          </a:r>
          <a:r>
            <a:rPr lang="zh-CN" altLang="en-US" sz="800" b="1" dirty="0">
              <a:latin typeface="微软雅黑" panose="020B0503020204020204" pitchFamily="34" charset="-122"/>
              <a:ea typeface="微软雅黑" panose="020B0503020204020204" pitchFamily="34" charset="-122"/>
            </a:rPr>
            <a:t>）：主含量≥</a:t>
          </a:r>
          <a:r>
            <a:rPr lang="en-US" altLang="zh-CN" sz="800" b="1" dirty="0">
              <a:latin typeface="微软雅黑" panose="020B0503020204020204" pitchFamily="34" charset="-122"/>
              <a:ea typeface="微软雅黑" panose="020B0503020204020204" pitchFamily="34" charset="-122"/>
            </a:rPr>
            <a:t>99.5%</a:t>
          </a:r>
          <a:r>
            <a:rPr lang="zh-CN" altLang="en-US" sz="800" b="1" dirty="0">
              <a:latin typeface="微软雅黑" panose="020B0503020204020204" pitchFamily="34" charset="-122"/>
              <a:ea typeface="微软雅黑" panose="020B0503020204020204" pitchFamily="34" charset="-122"/>
            </a:rPr>
            <a:t>，用于要求较高的化学实验和合成制备</a:t>
          </a:r>
          <a:endParaRPr lang="en-US" sz="800" dirty="0"/>
        </a:p>
      </dgm:t>
    </dgm:pt>
    <dgm:pt modelId="{7EB5839E-3555-4BAD-A2CC-2DFD5EA9AC10}" type="parTrans" cxnId="{EB1C9C40-61C5-4B4B-883E-21B183A39417}">
      <dgm:prSet/>
      <dgm:spPr/>
      <dgm:t>
        <a:bodyPr/>
        <a:lstStyle/>
        <a:p>
          <a:endParaRPr lang="en-US" sz="800"/>
        </a:p>
      </dgm:t>
    </dgm:pt>
    <dgm:pt modelId="{41ECDC3F-C087-40E8-A388-B7EF8C607293}" type="sibTrans" cxnId="{EB1C9C40-61C5-4B4B-883E-21B183A39417}">
      <dgm:prSet/>
      <dgm:spPr/>
      <dgm:t>
        <a:bodyPr/>
        <a:lstStyle/>
        <a:p>
          <a:endParaRPr lang="en-US" sz="800"/>
        </a:p>
      </dgm:t>
    </dgm:pt>
    <dgm:pt modelId="{4D9BAF24-EC26-4D4A-A957-1D3700CADC9A}">
      <dgm:prSet phldrT="[文本]" custT="1"/>
      <dgm:spPr>
        <a:solidFill>
          <a:srgbClr val="FFE699"/>
        </a:solidFill>
      </dgm:spPr>
      <dgm:t>
        <a:bodyPr/>
        <a:lstStyle/>
        <a:p>
          <a:pPr>
            <a:lnSpc>
              <a:spcPct val="90000"/>
            </a:lnSpc>
          </a:pPr>
          <a:endParaRPr lang="en-US" altLang="zh-CN" sz="800" b="1" dirty="0">
            <a:solidFill>
              <a:srgbClr val="FF0000"/>
            </a:solidFill>
            <a:latin typeface="微软雅黑" panose="020B0503020204020204" pitchFamily="34" charset="-122"/>
            <a:ea typeface="微软雅黑" panose="020B0503020204020204" pitchFamily="34" charset="-122"/>
          </a:endParaRPr>
        </a:p>
        <a:p>
          <a:pPr>
            <a:lnSpc>
              <a:spcPct val="90000"/>
            </a:lnSpc>
          </a:pPr>
          <a:r>
            <a:rPr lang="zh-CN" altLang="en-US" sz="800" b="1" dirty="0">
              <a:solidFill>
                <a:srgbClr val="FF0000"/>
              </a:solidFill>
              <a:latin typeface="微软雅黑" panose="020B0503020204020204" pitchFamily="34" charset="-122"/>
              <a:ea typeface="微软雅黑" panose="020B0503020204020204" pitchFamily="34" charset="-122"/>
            </a:rPr>
            <a:t>湿电子                化学品</a:t>
          </a:r>
          <a:endParaRPr lang="en-US" sz="800" b="1" dirty="0">
            <a:solidFill>
              <a:srgbClr val="FF0000"/>
            </a:solidFill>
            <a:latin typeface="微软雅黑" panose="020B0503020204020204" pitchFamily="34" charset="-122"/>
            <a:ea typeface="微软雅黑" panose="020B0503020204020204" pitchFamily="34" charset="-122"/>
          </a:endParaRPr>
        </a:p>
      </dgm:t>
    </dgm:pt>
    <dgm:pt modelId="{084F485F-9569-4CE2-87CD-1C79AB966E0B}" type="sibTrans" cxnId="{FA83CF48-3A15-4C22-ABD5-50F9D8A54472}">
      <dgm:prSet/>
      <dgm:spPr/>
      <dgm:t>
        <a:bodyPr/>
        <a:lstStyle/>
        <a:p>
          <a:endParaRPr lang="en-US" sz="800"/>
        </a:p>
      </dgm:t>
    </dgm:pt>
    <dgm:pt modelId="{124F3D01-8349-4C6B-9917-07103B4E84C7}" type="parTrans" cxnId="{FA83CF48-3A15-4C22-ABD5-50F9D8A54472}">
      <dgm:prSet/>
      <dgm:spPr/>
      <dgm:t>
        <a:bodyPr/>
        <a:lstStyle/>
        <a:p>
          <a:endParaRPr lang="en-US" sz="800"/>
        </a:p>
      </dgm:t>
    </dgm:pt>
    <dgm:pt modelId="{9AAFD4C3-1B99-4998-B481-4357FB8A9E16}">
      <dgm:prSet custT="1"/>
      <dgm:spPr>
        <a:solidFill>
          <a:schemeClr val="accent3">
            <a:lumMod val="40000"/>
            <a:lumOff val="60000"/>
          </a:schemeClr>
        </a:solidFill>
      </dgm:spPr>
      <dgm:t>
        <a:bodyPr/>
        <a:lstStyle/>
        <a:p>
          <a:r>
            <a:rPr lang="zh-CN" altLang="en-US" sz="800" b="1" dirty="0">
              <a:latin typeface="微软雅黑" panose="020B0503020204020204" pitchFamily="34" charset="-122"/>
              <a:ea typeface="微软雅黑" panose="020B0503020204020204" pitchFamily="34" charset="-122"/>
            </a:rPr>
            <a:t>实验纯（</a:t>
          </a:r>
          <a:r>
            <a:rPr lang="en-US" altLang="zh-CN" sz="800" b="1" dirty="0">
              <a:latin typeface="微软雅黑" panose="020B0503020204020204" pitchFamily="34" charset="-122"/>
              <a:ea typeface="微软雅黑" panose="020B0503020204020204" pitchFamily="34" charset="-122"/>
            </a:rPr>
            <a:t>LR</a:t>
          </a:r>
          <a:r>
            <a:rPr lang="zh-CN" altLang="en-US" sz="800" b="1" dirty="0">
              <a:latin typeface="微软雅黑" panose="020B0503020204020204" pitchFamily="34" charset="-122"/>
              <a:ea typeface="微软雅黑" panose="020B0503020204020204" pitchFamily="34" charset="-122"/>
            </a:rPr>
            <a:t>）：用于一般化学实验和合成制备</a:t>
          </a:r>
          <a:endParaRPr lang="en-US" sz="800" b="1" dirty="0">
            <a:latin typeface="微软雅黑" panose="020B0503020204020204" pitchFamily="34" charset="-122"/>
            <a:ea typeface="微软雅黑" panose="020B0503020204020204" pitchFamily="34" charset="-122"/>
          </a:endParaRPr>
        </a:p>
      </dgm:t>
    </dgm:pt>
    <dgm:pt modelId="{F9D8F7FD-7E71-4E76-B3A7-BA47E7564A83}" type="parTrans" cxnId="{A9FB0EDA-47EC-4264-84C7-14E3B09F991E}">
      <dgm:prSet/>
      <dgm:spPr/>
      <dgm:t>
        <a:bodyPr/>
        <a:lstStyle/>
        <a:p>
          <a:endParaRPr lang="en-US" sz="800"/>
        </a:p>
      </dgm:t>
    </dgm:pt>
    <dgm:pt modelId="{E1FAA769-732D-404A-A9A4-D80AB052DA04}" type="sibTrans" cxnId="{A9FB0EDA-47EC-4264-84C7-14E3B09F991E}">
      <dgm:prSet/>
      <dgm:spPr/>
      <dgm:t>
        <a:bodyPr/>
        <a:lstStyle/>
        <a:p>
          <a:endParaRPr lang="en-US" sz="800"/>
        </a:p>
      </dgm:t>
    </dgm:pt>
    <dgm:pt modelId="{7590E56F-990B-4CF7-AD8B-CE1F67E9B1FC}" type="pres">
      <dgm:prSet presAssocID="{571567F0-85F1-4419-914F-4DD4AF5CDA5A}" presName="Name0" presStyleCnt="0">
        <dgm:presLayoutVars>
          <dgm:dir/>
          <dgm:animLvl val="lvl"/>
          <dgm:resizeHandles val="exact"/>
        </dgm:presLayoutVars>
      </dgm:prSet>
      <dgm:spPr/>
    </dgm:pt>
    <dgm:pt modelId="{E228C3AE-04C6-4F89-A60B-16BE75B644FD}" type="pres">
      <dgm:prSet presAssocID="{4D9BAF24-EC26-4D4A-A957-1D3700CADC9A}" presName="Name8" presStyleCnt="0"/>
      <dgm:spPr/>
    </dgm:pt>
    <dgm:pt modelId="{38F10B0B-DF43-4D1F-8E61-FD86200D5D28}" type="pres">
      <dgm:prSet presAssocID="{4D9BAF24-EC26-4D4A-A957-1D3700CADC9A}" presName="level" presStyleLbl="node1" presStyleIdx="0" presStyleCnt="6" custLinFactNeighborX="-2826" custLinFactNeighborY="-11063">
        <dgm:presLayoutVars>
          <dgm:chMax val="1"/>
          <dgm:bulletEnabled val="1"/>
        </dgm:presLayoutVars>
      </dgm:prSet>
      <dgm:spPr/>
      <dgm:t>
        <a:bodyPr/>
        <a:lstStyle/>
        <a:p>
          <a:endParaRPr lang="zh-CN" altLang="en-US"/>
        </a:p>
      </dgm:t>
    </dgm:pt>
    <dgm:pt modelId="{F4B2B356-ACDE-4115-B5DF-7D9A6F92CC21}" type="pres">
      <dgm:prSet presAssocID="{4D9BAF24-EC26-4D4A-A957-1D3700CADC9A}" presName="levelTx" presStyleLbl="revTx" presStyleIdx="0" presStyleCnt="0">
        <dgm:presLayoutVars>
          <dgm:chMax val="1"/>
          <dgm:bulletEnabled val="1"/>
        </dgm:presLayoutVars>
      </dgm:prSet>
      <dgm:spPr/>
      <dgm:t>
        <a:bodyPr/>
        <a:lstStyle/>
        <a:p>
          <a:endParaRPr lang="zh-CN" altLang="en-US"/>
        </a:p>
      </dgm:t>
    </dgm:pt>
    <dgm:pt modelId="{B118B614-7E92-410E-BB52-4D9E351465B7}" type="pres">
      <dgm:prSet presAssocID="{1AE2EBBD-3FE7-4B3B-997A-F2864B53CF5B}" presName="Name8" presStyleCnt="0"/>
      <dgm:spPr/>
    </dgm:pt>
    <dgm:pt modelId="{EE433B03-7D1A-42BB-B393-059F7501884A}" type="pres">
      <dgm:prSet presAssocID="{1AE2EBBD-3FE7-4B3B-997A-F2864B53CF5B}" presName="level" presStyleLbl="node1" presStyleIdx="1" presStyleCnt="6">
        <dgm:presLayoutVars>
          <dgm:chMax val="1"/>
          <dgm:bulletEnabled val="1"/>
        </dgm:presLayoutVars>
      </dgm:prSet>
      <dgm:spPr/>
      <dgm:t>
        <a:bodyPr/>
        <a:lstStyle/>
        <a:p>
          <a:endParaRPr lang="zh-CN" altLang="en-US"/>
        </a:p>
      </dgm:t>
    </dgm:pt>
    <dgm:pt modelId="{C3B5B213-E3DE-41B3-BD3B-C6B4C55EF16F}" type="pres">
      <dgm:prSet presAssocID="{1AE2EBBD-3FE7-4B3B-997A-F2864B53CF5B}" presName="levelTx" presStyleLbl="revTx" presStyleIdx="0" presStyleCnt="0">
        <dgm:presLayoutVars>
          <dgm:chMax val="1"/>
          <dgm:bulletEnabled val="1"/>
        </dgm:presLayoutVars>
      </dgm:prSet>
      <dgm:spPr/>
      <dgm:t>
        <a:bodyPr/>
        <a:lstStyle/>
        <a:p>
          <a:endParaRPr lang="zh-CN" altLang="en-US"/>
        </a:p>
      </dgm:t>
    </dgm:pt>
    <dgm:pt modelId="{F1A9C20B-B131-458C-B96B-DF382696AFDB}" type="pres">
      <dgm:prSet presAssocID="{381DE1AB-74A7-417C-B73D-59CA2B876432}" presName="Name8" presStyleCnt="0"/>
      <dgm:spPr/>
    </dgm:pt>
    <dgm:pt modelId="{623F2C19-053A-4328-A695-65CAA0BB125F}" type="pres">
      <dgm:prSet presAssocID="{381DE1AB-74A7-417C-B73D-59CA2B876432}" presName="level" presStyleLbl="node1" presStyleIdx="2" presStyleCnt="6">
        <dgm:presLayoutVars>
          <dgm:chMax val="1"/>
          <dgm:bulletEnabled val="1"/>
        </dgm:presLayoutVars>
      </dgm:prSet>
      <dgm:spPr/>
      <dgm:t>
        <a:bodyPr/>
        <a:lstStyle/>
        <a:p>
          <a:endParaRPr lang="zh-CN" altLang="en-US"/>
        </a:p>
      </dgm:t>
    </dgm:pt>
    <dgm:pt modelId="{C6D08D4A-8428-476D-8BC6-CC6783C9461B}" type="pres">
      <dgm:prSet presAssocID="{381DE1AB-74A7-417C-B73D-59CA2B876432}" presName="levelTx" presStyleLbl="revTx" presStyleIdx="0" presStyleCnt="0">
        <dgm:presLayoutVars>
          <dgm:chMax val="1"/>
          <dgm:bulletEnabled val="1"/>
        </dgm:presLayoutVars>
      </dgm:prSet>
      <dgm:spPr/>
      <dgm:t>
        <a:bodyPr/>
        <a:lstStyle/>
        <a:p>
          <a:endParaRPr lang="zh-CN" altLang="en-US"/>
        </a:p>
      </dgm:t>
    </dgm:pt>
    <dgm:pt modelId="{1DE51FBF-B4AD-4742-AD19-D345F4506B34}" type="pres">
      <dgm:prSet presAssocID="{51A06683-5992-4E27-A6E0-CAE10EE94F90}" presName="Name8" presStyleCnt="0"/>
      <dgm:spPr/>
    </dgm:pt>
    <dgm:pt modelId="{DDE1EA78-0A24-434E-B66E-67DE19A8A73B}" type="pres">
      <dgm:prSet presAssocID="{51A06683-5992-4E27-A6E0-CAE10EE94F90}" presName="level" presStyleLbl="node1" presStyleIdx="3" presStyleCnt="6">
        <dgm:presLayoutVars>
          <dgm:chMax val="1"/>
          <dgm:bulletEnabled val="1"/>
        </dgm:presLayoutVars>
      </dgm:prSet>
      <dgm:spPr/>
      <dgm:t>
        <a:bodyPr/>
        <a:lstStyle/>
        <a:p>
          <a:endParaRPr lang="zh-CN" altLang="en-US"/>
        </a:p>
      </dgm:t>
    </dgm:pt>
    <dgm:pt modelId="{80C790ED-1EF8-4693-9AAB-10F96AE334E4}" type="pres">
      <dgm:prSet presAssocID="{51A06683-5992-4E27-A6E0-CAE10EE94F90}" presName="levelTx" presStyleLbl="revTx" presStyleIdx="0" presStyleCnt="0">
        <dgm:presLayoutVars>
          <dgm:chMax val="1"/>
          <dgm:bulletEnabled val="1"/>
        </dgm:presLayoutVars>
      </dgm:prSet>
      <dgm:spPr/>
      <dgm:t>
        <a:bodyPr/>
        <a:lstStyle/>
        <a:p>
          <a:endParaRPr lang="zh-CN" altLang="en-US"/>
        </a:p>
      </dgm:t>
    </dgm:pt>
    <dgm:pt modelId="{DD6CF79B-44B1-4502-8BBB-1C1DE4F12686}" type="pres">
      <dgm:prSet presAssocID="{9AAFD4C3-1B99-4998-B481-4357FB8A9E16}" presName="Name8" presStyleCnt="0"/>
      <dgm:spPr/>
    </dgm:pt>
    <dgm:pt modelId="{96984F34-D37A-4BB4-BB87-32CA126E2C9F}" type="pres">
      <dgm:prSet presAssocID="{9AAFD4C3-1B99-4998-B481-4357FB8A9E16}" presName="level" presStyleLbl="node1" presStyleIdx="4" presStyleCnt="6">
        <dgm:presLayoutVars>
          <dgm:chMax val="1"/>
          <dgm:bulletEnabled val="1"/>
        </dgm:presLayoutVars>
      </dgm:prSet>
      <dgm:spPr/>
      <dgm:t>
        <a:bodyPr/>
        <a:lstStyle/>
        <a:p>
          <a:endParaRPr lang="zh-CN" altLang="en-US"/>
        </a:p>
      </dgm:t>
    </dgm:pt>
    <dgm:pt modelId="{3E499A0C-2D26-43AB-810F-5EDC69854D8A}" type="pres">
      <dgm:prSet presAssocID="{9AAFD4C3-1B99-4998-B481-4357FB8A9E16}" presName="levelTx" presStyleLbl="revTx" presStyleIdx="0" presStyleCnt="0">
        <dgm:presLayoutVars>
          <dgm:chMax val="1"/>
          <dgm:bulletEnabled val="1"/>
        </dgm:presLayoutVars>
      </dgm:prSet>
      <dgm:spPr/>
      <dgm:t>
        <a:bodyPr/>
        <a:lstStyle/>
        <a:p>
          <a:endParaRPr lang="zh-CN" altLang="en-US"/>
        </a:p>
      </dgm:t>
    </dgm:pt>
    <dgm:pt modelId="{1B9D8DE3-317D-4253-92D6-F3C4A0411044}" type="pres">
      <dgm:prSet presAssocID="{24E42A11-92AE-4A98-8049-758D1A100736}" presName="Name8" presStyleCnt="0"/>
      <dgm:spPr/>
    </dgm:pt>
    <dgm:pt modelId="{4AA498A1-8274-44D5-955C-884530D98AA8}" type="pres">
      <dgm:prSet presAssocID="{24E42A11-92AE-4A98-8049-758D1A100736}" presName="level" presStyleLbl="node1" presStyleIdx="5" presStyleCnt="6" custLinFactNeighborX="165" custLinFactNeighborY="-741">
        <dgm:presLayoutVars>
          <dgm:chMax val="1"/>
          <dgm:bulletEnabled val="1"/>
        </dgm:presLayoutVars>
      </dgm:prSet>
      <dgm:spPr/>
      <dgm:t>
        <a:bodyPr/>
        <a:lstStyle/>
        <a:p>
          <a:endParaRPr lang="zh-CN" altLang="en-US"/>
        </a:p>
      </dgm:t>
    </dgm:pt>
    <dgm:pt modelId="{11ECE3F7-F1F5-4DD6-8BE6-648D5C30A837}" type="pres">
      <dgm:prSet presAssocID="{24E42A11-92AE-4A98-8049-758D1A100736}" presName="levelTx" presStyleLbl="revTx" presStyleIdx="0" presStyleCnt="0">
        <dgm:presLayoutVars>
          <dgm:chMax val="1"/>
          <dgm:bulletEnabled val="1"/>
        </dgm:presLayoutVars>
      </dgm:prSet>
      <dgm:spPr/>
      <dgm:t>
        <a:bodyPr/>
        <a:lstStyle/>
        <a:p>
          <a:endParaRPr lang="zh-CN" altLang="en-US"/>
        </a:p>
      </dgm:t>
    </dgm:pt>
  </dgm:ptLst>
  <dgm:cxnLst>
    <dgm:cxn modelId="{F17A3E66-2582-4241-99FD-A70F65FD8918}" type="presOf" srcId="{1AE2EBBD-3FE7-4B3B-997A-F2864B53CF5B}" destId="{C3B5B213-E3DE-41B3-BD3B-C6B4C55EF16F}" srcOrd="1" destOrd="0" presId="urn:microsoft.com/office/officeart/2005/8/layout/pyramid1"/>
    <dgm:cxn modelId="{A0CA5179-DC45-4872-8548-F133E4ACFB9E}" type="presOf" srcId="{51A06683-5992-4E27-A6E0-CAE10EE94F90}" destId="{DDE1EA78-0A24-434E-B66E-67DE19A8A73B}" srcOrd="0" destOrd="0" presId="urn:microsoft.com/office/officeart/2005/8/layout/pyramid1"/>
    <dgm:cxn modelId="{EB1C9C40-61C5-4B4B-883E-21B183A39417}" srcId="{571567F0-85F1-4419-914F-4DD4AF5CDA5A}" destId="{51A06683-5992-4E27-A6E0-CAE10EE94F90}" srcOrd="3" destOrd="0" parTransId="{7EB5839E-3555-4BAD-A2CC-2DFD5EA9AC10}" sibTransId="{41ECDC3F-C087-40E8-A388-B7EF8C607293}"/>
    <dgm:cxn modelId="{AD77AC3B-027E-4369-8EF5-BB37BDB58FE2}" srcId="{571567F0-85F1-4419-914F-4DD4AF5CDA5A}" destId="{24E42A11-92AE-4A98-8049-758D1A100736}" srcOrd="5" destOrd="0" parTransId="{D92EDE6C-FBC2-491B-A0FD-56F9E3E57C08}" sibTransId="{4F44EF69-9BF4-4F17-BC90-E3EEF9D439A3}"/>
    <dgm:cxn modelId="{B93823DB-1D4E-4C69-9532-4ADE1A0B9A7D}" type="presOf" srcId="{4D9BAF24-EC26-4D4A-A957-1D3700CADC9A}" destId="{F4B2B356-ACDE-4115-B5DF-7D9A6F92CC21}" srcOrd="1" destOrd="0" presId="urn:microsoft.com/office/officeart/2005/8/layout/pyramid1"/>
    <dgm:cxn modelId="{A9FB0EDA-47EC-4264-84C7-14E3B09F991E}" srcId="{571567F0-85F1-4419-914F-4DD4AF5CDA5A}" destId="{9AAFD4C3-1B99-4998-B481-4357FB8A9E16}" srcOrd="4" destOrd="0" parTransId="{F9D8F7FD-7E71-4E76-B3A7-BA47E7564A83}" sibTransId="{E1FAA769-732D-404A-A9A4-D80AB052DA04}"/>
    <dgm:cxn modelId="{EC4365CF-6E7B-4B6F-A235-AD1053B56D65}" type="presOf" srcId="{1AE2EBBD-3FE7-4B3B-997A-F2864B53CF5B}" destId="{EE433B03-7D1A-42BB-B393-059F7501884A}" srcOrd="0" destOrd="0" presId="urn:microsoft.com/office/officeart/2005/8/layout/pyramid1"/>
    <dgm:cxn modelId="{F4F52A2C-7463-4A69-B413-60209AECD2D2}" type="presOf" srcId="{24E42A11-92AE-4A98-8049-758D1A100736}" destId="{11ECE3F7-F1F5-4DD6-8BE6-648D5C30A837}" srcOrd="1" destOrd="0" presId="urn:microsoft.com/office/officeart/2005/8/layout/pyramid1"/>
    <dgm:cxn modelId="{5B9AD2FB-B372-469F-BD07-6A318ECA1512}" type="presOf" srcId="{9AAFD4C3-1B99-4998-B481-4357FB8A9E16}" destId="{3E499A0C-2D26-43AB-810F-5EDC69854D8A}" srcOrd="1" destOrd="0" presId="urn:microsoft.com/office/officeart/2005/8/layout/pyramid1"/>
    <dgm:cxn modelId="{32418786-BCE0-46F0-8791-1B467705EE12}" type="presOf" srcId="{571567F0-85F1-4419-914F-4DD4AF5CDA5A}" destId="{7590E56F-990B-4CF7-AD8B-CE1F67E9B1FC}" srcOrd="0" destOrd="0" presId="urn:microsoft.com/office/officeart/2005/8/layout/pyramid1"/>
    <dgm:cxn modelId="{4242AFA8-1813-4548-9562-34560568C985}" type="presOf" srcId="{51A06683-5992-4E27-A6E0-CAE10EE94F90}" destId="{80C790ED-1EF8-4693-9AAB-10F96AE334E4}" srcOrd="1" destOrd="0" presId="urn:microsoft.com/office/officeart/2005/8/layout/pyramid1"/>
    <dgm:cxn modelId="{FA83CF48-3A15-4C22-ABD5-50F9D8A54472}" srcId="{571567F0-85F1-4419-914F-4DD4AF5CDA5A}" destId="{4D9BAF24-EC26-4D4A-A957-1D3700CADC9A}" srcOrd="0" destOrd="0" parTransId="{124F3D01-8349-4C6B-9917-07103B4E84C7}" sibTransId="{084F485F-9569-4CE2-87CD-1C79AB966E0B}"/>
    <dgm:cxn modelId="{DDA7CF53-5A8D-442B-8D0B-B2FE495FFD10}" type="presOf" srcId="{9AAFD4C3-1B99-4998-B481-4357FB8A9E16}" destId="{96984F34-D37A-4BB4-BB87-32CA126E2C9F}" srcOrd="0" destOrd="0" presId="urn:microsoft.com/office/officeart/2005/8/layout/pyramid1"/>
    <dgm:cxn modelId="{B63EBF4A-CF0B-4EEC-9E30-67765309687D}" type="presOf" srcId="{4D9BAF24-EC26-4D4A-A957-1D3700CADC9A}" destId="{38F10B0B-DF43-4D1F-8E61-FD86200D5D28}" srcOrd="0" destOrd="0" presId="urn:microsoft.com/office/officeart/2005/8/layout/pyramid1"/>
    <dgm:cxn modelId="{B7ACE642-E3B3-4C23-AE8B-8EEDE76FFBB9}" type="presOf" srcId="{24E42A11-92AE-4A98-8049-758D1A100736}" destId="{4AA498A1-8274-44D5-955C-884530D98AA8}" srcOrd="0" destOrd="0" presId="urn:microsoft.com/office/officeart/2005/8/layout/pyramid1"/>
    <dgm:cxn modelId="{ADCBFAF8-6156-4CB3-B147-2BF2E4EE797D}" srcId="{571567F0-85F1-4419-914F-4DD4AF5CDA5A}" destId="{1AE2EBBD-3FE7-4B3B-997A-F2864B53CF5B}" srcOrd="1" destOrd="0" parTransId="{706F23B3-B5F8-4C4A-AC21-815F2E4B2032}" sibTransId="{BD8F06C7-A695-49A8-80D4-40AF0C1211CC}"/>
    <dgm:cxn modelId="{4A3B6C8A-B72C-4C5D-A965-297722CB7E3C}" srcId="{571567F0-85F1-4419-914F-4DD4AF5CDA5A}" destId="{381DE1AB-74A7-417C-B73D-59CA2B876432}" srcOrd="2" destOrd="0" parTransId="{5B09DE6E-E007-4272-91E2-BF3C27AB2EB1}" sibTransId="{FBB70AD4-8463-4FDF-AB44-A3F6210E7FAA}"/>
    <dgm:cxn modelId="{8123C7FE-9264-46A7-8841-F97662609CAB}" type="presOf" srcId="{381DE1AB-74A7-417C-B73D-59CA2B876432}" destId="{623F2C19-053A-4328-A695-65CAA0BB125F}" srcOrd="0" destOrd="0" presId="urn:microsoft.com/office/officeart/2005/8/layout/pyramid1"/>
    <dgm:cxn modelId="{C43572A3-AD7B-4BA4-B0C5-9EEFED931E45}" type="presOf" srcId="{381DE1AB-74A7-417C-B73D-59CA2B876432}" destId="{C6D08D4A-8428-476D-8BC6-CC6783C9461B}" srcOrd="1" destOrd="0" presId="urn:microsoft.com/office/officeart/2005/8/layout/pyramid1"/>
    <dgm:cxn modelId="{4B48FEFA-1441-415A-A506-97E0D98E81B2}" type="presParOf" srcId="{7590E56F-990B-4CF7-AD8B-CE1F67E9B1FC}" destId="{E228C3AE-04C6-4F89-A60B-16BE75B644FD}" srcOrd="0" destOrd="0" presId="urn:microsoft.com/office/officeart/2005/8/layout/pyramid1"/>
    <dgm:cxn modelId="{96EFEB79-FEF6-4E99-96B8-4E703F52E85B}" type="presParOf" srcId="{E228C3AE-04C6-4F89-A60B-16BE75B644FD}" destId="{38F10B0B-DF43-4D1F-8E61-FD86200D5D28}" srcOrd="0" destOrd="0" presId="urn:microsoft.com/office/officeart/2005/8/layout/pyramid1"/>
    <dgm:cxn modelId="{0E1A846E-5B2C-43F1-89A8-9012E4083CC6}" type="presParOf" srcId="{E228C3AE-04C6-4F89-A60B-16BE75B644FD}" destId="{F4B2B356-ACDE-4115-B5DF-7D9A6F92CC21}" srcOrd="1" destOrd="0" presId="urn:microsoft.com/office/officeart/2005/8/layout/pyramid1"/>
    <dgm:cxn modelId="{AA21C734-48E3-42F1-B2E5-C8A58EC500EF}" type="presParOf" srcId="{7590E56F-990B-4CF7-AD8B-CE1F67E9B1FC}" destId="{B118B614-7E92-410E-BB52-4D9E351465B7}" srcOrd="1" destOrd="0" presId="urn:microsoft.com/office/officeart/2005/8/layout/pyramid1"/>
    <dgm:cxn modelId="{470D8DDD-FF90-4627-98E5-0724C160E515}" type="presParOf" srcId="{B118B614-7E92-410E-BB52-4D9E351465B7}" destId="{EE433B03-7D1A-42BB-B393-059F7501884A}" srcOrd="0" destOrd="0" presId="urn:microsoft.com/office/officeart/2005/8/layout/pyramid1"/>
    <dgm:cxn modelId="{401D5469-FD6A-449E-86AC-F1AD09A31302}" type="presParOf" srcId="{B118B614-7E92-410E-BB52-4D9E351465B7}" destId="{C3B5B213-E3DE-41B3-BD3B-C6B4C55EF16F}" srcOrd="1" destOrd="0" presId="urn:microsoft.com/office/officeart/2005/8/layout/pyramid1"/>
    <dgm:cxn modelId="{83E1BECF-1788-484A-BBFF-B61E78FFD86E}" type="presParOf" srcId="{7590E56F-990B-4CF7-AD8B-CE1F67E9B1FC}" destId="{F1A9C20B-B131-458C-B96B-DF382696AFDB}" srcOrd="2" destOrd="0" presId="urn:microsoft.com/office/officeart/2005/8/layout/pyramid1"/>
    <dgm:cxn modelId="{25795A34-06D5-446C-9244-D90E2B1C3495}" type="presParOf" srcId="{F1A9C20B-B131-458C-B96B-DF382696AFDB}" destId="{623F2C19-053A-4328-A695-65CAA0BB125F}" srcOrd="0" destOrd="0" presId="urn:microsoft.com/office/officeart/2005/8/layout/pyramid1"/>
    <dgm:cxn modelId="{46D977CC-267F-43E2-8C41-865723EB14B5}" type="presParOf" srcId="{F1A9C20B-B131-458C-B96B-DF382696AFDB}" destId="{C6D08D4A-8428-476D-8BC6-CC6783C9461B}" srcOrd="1" destOrd="0" presId="urn:microsoft.com/office/officeart/2005/8/layout/pyramid1"/>
    <dgm:cxn modelId="{2F30F9B0-CE82-4F4F-A758-865C3081C30B}" type="presParOf" srcId="{7590E56F-990B-4CF7-AD8B-CE1F67E9B1FC}" destId="{1DE51FBF-B4AD-4742-AD19-D345F4506B34}" srcOrd="3" destOrd="0" presId="urn:microsoft.com/office/officeart/2005/8/layout/pyramid1"/>
    <dgm:cxn modelId="{2941F7F2-B701-4858-B154-D1A0112C0E09}" type="presParOf" srcId="{1DE51FBF-B4AD-4742-AD19-D345F4506B34}" destId="{DDE1EA78-0A24-434E-B66E-67DE19A8A73B}" srcOrd="0" destOrd="0" presId="urn:microsoft.com/office/officeart/2005/8/layout/pyramid1"/>
    <dgm:cxn modelId="{6859E122-CB09-4533-BCF6-588E0F6FB31D}" type="presParOf" srcId="{1DE51FBF-B4AD-4742-AD19-D345F4506B34}" destId="{80C790ED-1EF8-4693-9AAB-10F96AE334E4}" srcOrd="1" destOrd="0" presId="urn:microsoft.com/office/officeart/2005/8/layout/pyramid1"/>
    <dgm:cxn modelId="{7013C116-F73B-4D72-B128-2CED44714988}" type="presParOf" srcId="{7590E56F-990B-4CF7-AD8B-CE1F67E9B1FC}" destId="{DD6CF79B-44B1-4502-8BBB-1C1DE4F12686}" srcOrd="4" destOrd="0" presId="urn:microsoft.com/office/officeart/2005/8/layout/pyramid1"/>
    <dgm:cxn modelId="{E19DB492-6F21-4655-B80D-963F68CC389B}" type="presParOf" srcId="{DD6CF79B-44B1-4502-8BBB-1C1DE4F12686}" destId="{96984F34-D37A-4BB4-BB87-32CA126E2C9F}" srcOrd="0" destOrd="0" presId="urn:microsoft.com/office/officeart/2005/8/layout/pyramid1"/>
    <dgm:cxn modelId="{5B5EFAD4-1AE8-4DF4-8B40-73C33386A85A}" type="presParOf" srcId="{DD6CF79B-44B1-4502-8BBB-1C1DE4F12686}" destId="{3E499A0C-2D26-43AB-810F-5EDC69854D8A}" srcOrd="1" destOrd="0" presId="urn:microsoft.com/office/officeart/2005/8/layout/pyramid1"/>
    <dgm:cxn modelId="{8D404CBA-B5BA-41DD-AC07-F5239B05247E}" type="presParOf" srcId="{7590E56F-990B-4CF7-AD8B-CE1F67E9B1FC}" destId="{1B9D8DE3-317D-4253-92D6-F3C4A0411044}" srcOrd="5" destOrd="0" presId="urn:microsoft.com/office/officeart/2005/8/layout/pyramid1"/>
    <dgm:cxn modelId="{2BFCAD26-DB6F-4FCE-A5C4-8E331FCF9370}" type="presParOf" srcId="{1B9D8DE3-317D-4253-92D6-F3C4A0411044}" destId="{4AA498A1-8274-44D5-955C-884530D98AA8}" srcOrd="0" destOrd="0" presId="urn:microsoft.com/office/officeart/2005/8/layout/pyramid1"/>
    <dgm:cxn modelId="{D40A9A6A-ACFD-4EE4-9623-AC2F5E42C0C9}" type="presParOf" srcId="{1B9D8DE3-317D-4253-92D6-F3C4A0411044}" destId="{11ECE3F7-F1F5-4DD6-8BE6-648D5C30A837}" srcOrd="1" destOrd="0" presId="urn:microsoft.com/office/officeart/2005/8/layout/pyramid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8F10B0B-DF43-4D1F-8E61-FD86200D5D28}">
      <dsp:nvSpPr>
        <dsp:cNvPr id="0" name=""/>
        <dsp:cNvSpPr/>
      </dsp:nvSpPr>
      <dsp:spPr>
        <a:xfrm>
          <a:off x="1651412" y="0"/>
          <a:ext cx="668117" cy="469912"/>
        </a:xfrm>
        <a:prstGeom prst="trapezoid">
          <a:avLst>
            <a:gd name="adj" fmla="val 71090"/>
          </a:avLst>
        </a:prstGeom>
        <a:solidFill>
          <a:srgbClr val="FFE699"/>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355600">
            <a:lnSpc>
              <a:spcPct val="90000"/>
            </a:lnSpc>
            <a:spcBef>
              <a:spcPct val="0"/>
            </a:spcBef>
            <a:spcAft>
              <a:spcPct val="35000"/>
            </a:spcAft>
          </a:pPr>
          <a:endParaRPr lang="en-US" altLang="zh-CN" sz="800" b="1" kern="1200" dirty="0">
            <a:solidFill>
              <a:srgbClr val="FF0000"/>
            </a:solidFill>
            <a:latin typeface="微软雅黑" panose="020B0503020204020204" pitchFamily="34" charset="-122"/>
            <a:ea typeface="微软雅黑" panose="020B0503020204020204" pitchFamily="34" charset="-122"/>
          </a:endParaRPr>
        </a:p>
        <a:p>
          <a:pPr lvl="0" algn="ctr" defTabSz="355600">
            <a:lnSpc>
              <a:spcPct val="90000"/>
            </a:lnSpc>
            <a:spcBef>
              <a:spcPct val="0"/>
            </a:spcBef>
            <a:spcAft>
              <a:spcPct val="35000"/>
            </a:spcAft>
          </a:pPr>
          <a:r>
            <a:rPr lang="zh-CN" altLang="en-US" sz="800" b="1" kern="1200" dirty="0">
              <a:solidFill>
                <a:srgbClr val="FF0000"/>
              </a:solidFill>
              <a:latin typeface="微软雅黑" panose="020B0503020204020204" pitchFamily="34" charset="-122"/>
              <a:ea typeface="微软雅黑" panose="020B0503020204020204" pitchFamily="34" charset="-122"/>
            </a:rPr>
            <a:t>湿电子                化学品</a:t>
          </a:r>
          <a:endParaRPr lang="en-US" sz="800" b="1" kern="1200" dirty="0">
            <a:solidFill>
              <a:srgbClr val="FF0000"/>
            </a:solidFill>
            <a:latin typeface="微软雅黑" panose="020B0503020204020204" pitchFamily="34" charset="-122"/>
            <a:ea typeface="微软雅黑" panose="020B0503020204020204" pitchFamily="34" charset="-122"/>
          </a:endParaRPr>
        </a:p>
      </dsp:txBody>
      <dsp:txXfrm>
        <a:off x="1651412" y="0"/>
        <a:ext cx="668117" cy="469912"/>
      </dsp:txXfrm>
    </dsp:sp>
    <dsp:sp modelId="{EE433B03-7D1A-42BB-B393-059F7501884A}">
      <dsp:nvSpPr>
        <dsp:cNvPr id="0" name=""/>
        <dsp:cNvSpPr/>
      </dsp:nvSpPr>
      <dsp:spPr>
        <a:xfrm>
          <a:off x="1336235" y="469912"/>
          <a:ext cx="1336235" cy="469912"/>
        </a:xfrm>
        <a:prstGeom prst="trapezoid">
          <a:avLst>
            <a:gd name="adj" fmla="val 71090"/>
          </a:avLst>
        </a:prstGeom>
        <a:solidFill>
          <a:schemeClr val="accent2">
            <a:lumMod val="40000"/>
            <a:lumOff val="6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355600">
            <a:lnSpc>
              <a:spcPct val="90000"/>
            </a:lnSpc>
            <a:spcBef>
              <a:spcPct val="0"/>
            </a:spcBef>
            <a:spcAft>
              <a:spcPct val="35000"/>
            </a:spcAft>
          </a:pPr>
          <a:r>
            <a:rPr lang="zh-CN" altLang="en-US" sz="800" b="1" kern="1200" dirty="0">
              <a:latin typeface="微软雅黑" panose="020B0503020204020204" pitchFamily="34" charset="-122"/>
              <a:ea typeface="微软雅黑" panose="020B0503020204020204" pitchFamily="34" charset="-122"/>
            </a:rPr>
            <a:t>优级纯：主含量≥</a:t>
          </a:r>
          <a:r>
            <a:rPr lang="en-US" altLang="zh-CN" sz="800" b="1" kern="1200" dirty="0">
              <a:latin typeface="微软雅黑" panose="020B0503020204020204" pitchFamily="34" charset="-122"/>
              <a:ea typeface="微软雅黑" panose="020B0503020204020204" pitchFamily="34" charset="-122"/>
            </a:rPr>
            <a:t>99.8%</a:t>
          </a:r>
          <a:r>
            <a:rPr lang="zh-CN" altLang="en-US" sz="800" b="1" kern="1200" dirty="0">
              <a:latin typeface="微软雅黑" panose="020B0503020204020204" pitchFamily="34" charset="-122"/>
              <a:ea typeface="微软雅黑" panose="020B0503020204020204" pitchFamily="34" charset="-122"/>
            </a:rPr>
            <a:t>，用于精密分析和科学研究</a:t>
          </a:r>
          <a:endParaRPr lang="en-US" sz="800" b="1" kern="1200" dirty="0">
            <a:latin typeface="微软雅黑" panose="020B0503020204020204" pitchFamily="34" charset="-122"/>
            <a:ea typeface="微软雅黑" panose="020B0503020204020204" pitchFamily="34" charset="-122"/>
          </a:endParaRPr>
        </a:p>
      </dsp:txBody>
      <dsp:txXfrm>
        <a:off x="1570076" y="469912"/>
        <a:ext cx="868552" cy="469912"/>
      </dsp:txXfrm>
    </dsp:sp>
    <dsp:sp modelId="{623F2C19-053A-4328-A695-65CAA0BB125F}">
      <dsp:nvSpPr>
        <dsp:cNvPr id="0" name=""/>
        <dsp:cNvSpPr/>
      </dsp:nvSpPr>
      <dsp:spPr>
        <a:xfrm>
          <a:off x="1002176" y="939825"/>
          <a:ext cx="2004352" cy="469912"/>
        </a:xfrm>
        <a:prstGeom prst="trapezoid">
          <a:avLst>
            <a:gd name="adj" fmla="val 71090"/>
          </a:avLst>
        </a:prstGeom>
        <a:solidFill>
          <a:schemeClr val="tx2">
            <a:lumMod val="40000"/>
            <a:lumOff val="6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355600">
            <a:lnSpc>
              <a:spcPct val="90000"/>
            </a:lnSpc>
            <a:spcBef>
              <a:spcPct val="0"/>
            </a:spcBef>
            <a:spcAft>
              <a:spcPct val="35000"/>
            </a:spcAft>
          </a:pPr>
          <a:r>
            <a:rPr lang="zh-CN" altLang="en-US" sz="800" b="1" kern="1200" dirty="0">
              <a:latin typeface="微软雅黑" panose="020B0503020204020204" pitchFamily="34" charset="-122"/>
              <a:ea typeface="微软雅黑" panose="020B0503020204020204" pitchFamily="34" charset="-122"/>
            </a:rPr>
            <a:t>分析纯（</a:t>
          </a:r>
          <a:r>
            <a:rPr lang="en-US" altLang="zh-CN" sz="800" b="1" kern="1200" dirty="0">
              <a:latin typeface="微软雅黑" panose="020B0503020204020204" pitchFamily="34" charset="-122"/>
              <a:ea typeface="微软雅黑" panose="020B0503020204020204" pitchFamily="34" charset="-122"/>
            </a:rPr>
            <a:t>AR</a:t>
          </a:r>
          <a:r>
            <a:rPr lang="zh-CN" altLang="en-US" sz="800" b="1" kern="1200" dirty="0">
              <a:latin typeface="微软雅黑" panose="020B0503020204020204" pitchFamily="34" charset="-122"/>
              <a:ea typeface="微软雅黑" panose="020B0503020204020204" pitchFamily="34" charset="-122"/>
            </a:rPr>
            <a:t>）：主含量≥</a:t>
          </a:r>
          <a:r>
            <a:rPr lang="en-US" altLang="zh-CN" sz="800" b="1" kern="1200" dirty="0">
              <a:latin typeface="微软雅黑" panose="020B0503020204020204" pitchFamily="34" charset="-122"/>
              <a:ea typeface="微软雅黑" panose="020B0503020204020204" pitchFamily="34" charset="-122"/>
            </a:rPr>
            <a:t>99.8%</a:t>
          </a:r>
          <a:r>
            <a:rPr lang="zh-CN" altLang="en-US" sz="800" b="1" kern="1200" dirty="0">
              <a:latin typeface="微软雅黑" panose="020B0503020204020204" pitchFamily="34" charset="-122"/>
              <a:ea typeface="微软雅黑" panose="020B0503020204020204" pitchFamily="34" charset="-122"/>
            </a:rPr>
            <a:t>，用于一般科学研究和工业分析</a:t>
          </a:r>
          <a:endParaRPr lang="en-US" altLang="zh-CN" sz="800" b="1" kern="1200" dirty="0">
            <a:latin typeface="微软雅黑" panose="020B0503020204020204" pitchFamily="34" charset="-122"/>
            <a:ea typeface="微软雅黑" panose="020B0503020204020204" pitchFamily="34" charset="-122"/>
          </a:endParaRPr>
        </a:p>
      </dsp:txBody>
      <dsp:txXfrm>
        <a:off x="1352937" y="939825"/>
        <a:ext cx="1302829" cy="469912"/>
      </dsp:txXfrm>
    </dsp:sp>
    <dsp:sp modelId="{DDE1EA78-0A24-434E-B66E-67DE19A8A73B}">
      <dsp:nvSpPr>
        <dsp:cNvPr id="0" name=""/>
        <dsp:cNvSpPr/>
      </dsp:nvSpPr>
      <dsp:spPr>
        <a:xfrm>
          <a:off x="668117" y="1409738"/>
          <a:ext cx="2672470" cy="469912"/>
        </a:xfrm>
        <a:prstGeom prst="trapezoid">
          <a:avLst>
            <a:gd name="adj" fmla="val 71090"/>
          </a:avLst>
        </a:prstGeom>
        <a:solidFill>
          <a:schemeClr val="accent2">
            <a:lumMod val="20000"/>
            <a:lumOff val="8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355600">
            <a:lnSpc>
              <a:spcPct val="90000"/>
            </a:lnSpc>
            <a:spcBef>
              <a:spcPct val="0"/>
            </a:spcBef>
            <a:spcAft>
              <a:spcPct val="35000"/>
            </a:spcAft>
          </a:pPr>
          <a:r>
            <a:rPr lang="zh-CN" altLang="en-US" sz="800" b="1" kern="1200" dirty="0">
              <a:latin typeface="微软雅黑" panose="020B0503020204020204" pitchFamily="34" charset="-122"/>
              <a:ea typeface="微软雅黑" panose="020B0503020204020204" pitchFamily="34" charset="-122"/>
            </a:rPr>
            <a:t>化学纯（</a:t>
          </a:r>
          <a:r>
            <a:rPr lang="en-US" altLang="zh-CN" sz="800" b="1" kern="1200" dirty="0">
              <a:latin typeface="微软雅黑" panose="020B0503020204020204" pitchFamily="34" charset="-122"/>
              <a:ea typeface="微软雅黑" panose="020B0503020204020204" pitchFamily="34" charset="-122"/>
            </a:rPr>
            <a:t>CP</a:t>
          </a:r>
          <a:r>
            <a:rPr lang="zh-CN" altLang="en-US" sz="800" b="1" kern="1200" dirty="0">
              <a:latin typeface="微软雅黑" panose="020B0503020204020204" pitchFamily="34" charset="-122"/>
              <a:ea typeface="微软雅黑" panose="020B0503020204020204" pitchFamily="34" charset="-122"/>
            </a:rPr>
            <a:t>）：主含量≥</a:t>
          </a:r>
          <a:r>
            <a:rPr lang="en-US" altLang="zh-CN" sz="800" b="1" kern="1200" dirty="0">
              <a:latin typeface="微软雅黑" panose="020B0503020204020204" pitchFamily="34" charset="-122"/>
              <a:ea typeface="微软雅黑" panose="020B0503020204020204" pitchFamily="34" charset="-122"/>
            </a:rPr>
            <a:t>99.5%</a:t>
          </a:r>
          <a:r>
            <a:rPr lang="zh-CN" altLang="en-US" sz="800" b="1" kern="1200" dirty="0">
              <a:latin typeface="微软雅黑" panose="020B0503020204020204" pitchFamily="34" charset="-122"/>
              <a:ea typeface="微软雅黑" panose="020B0503020204020204" pitchFamily="34" charset="-122"/>
            </a:rPr>
            <a:t>，用于要求较高的化学实验和合成制备</a:t>
          </a:r>
          <a:endParaRPr lang="en-US" sz="800" kern="1200" dirty="0"/>
        </a:p>
      </dsp:txBody>
      <dsp:txXfrm>
        <a:off x="1135799" y="1409738"/>
        <a:ext cx="1737105" cy="469912"/>
      </dsp:txXfrm>
    </dsp:sp>
    <dsp:sp modelId="{96984F34-D37A-4BB4-BB87-32CA126E2C9F}">
      <dsp:nvSpPr>
        <dsp:cNvPr id="0" name=""/>
        <dsp:cNvSpPr/>
      </dsp:nvSpPr>
      <dsp:spPr>
        <a:xfrm>
          <a:off x="334058" y="1879651"/>
          <a:ext cx="3340587" cy="469912"/>
        </a:xfrm>
        <a:prstGeom prst="trapezoid">
          <a:avLst>
            <a:gd name="adj" fmla="val 71090"/>
          </a:avLst>
        </a:prstGeom>
        <a:solidFill>
          <a:schemeClr val="accent3">
            <a:lumMod val="40000"/>
            <a:lumOff val="6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355600">
            <a:lnSpc>
              <a:spcPct val="90000"/>
            </a:lnSpc>
            <a:spcBef>
              <a:spcPct val="0"/>
            </a:spcBef>
            <a:spcAft>
              <a:spcPct val="35000"/>
            </a:spcAft>
          </a:pPr>
          <a:r>
            <a:rPr lang="zh-CN" altLang="en-US" sz="800" b="1" kern="1200" dirty="0">
              <a:latin typeface="微软雅黑" panose="020B0503020204020204" pitchFamily="34" charset="-122"/>
              <a:ea typeface="微软雅黑" panose="020B0503020204020204" pitchFamily="34" charset="-122"/>
            </a:rPr>
            <a:t>实验纯（</a:t>
          </a:r>
          <a:r>
            <a:rPr lang="en-US" altLang="zh-CN" sz="800" b="1" kern="1200" dirty="0">
              <a:latin typeface="微软雅黑" panose="020B0503020204020204" pitchFamily="34" charset="-122"/>
              <a:ea typeface="微软雅黑" panose="020B0503020204020204" pitchFamily="34" charset="-122"/>
            </a:rPr>
            <a:t>LR</a:t>
          </a:r>
          <a:r>
            <a:rPr lang="zh-CN" altLang="en-US" sz="800" b="1" kern="1200" dirty="0">
              <a:latin typeface="微软雅黑" panose="020B0503020204020204" pitchFamily="34" charset="-122"/>
              <a:ea typeface="微软雅黑" panose="020B0503020204020204" pitchFamily="34" charset="-122"/>
            </a:rPr>
            <a:t>）：用于一般化学实验和合成制备</a:t>
          </a:r>
          <a:endParaRPr lang="en-US" sz="800" b="1" kern="1200" dirty="0">
            <a:latin typeface="微软雅黑" panose="020B0503020204020204" pitchFamily="34" charset="-122"/>
            <a:ea typeface="微软雅黑" panose="020B0503020204020204" pitchFamily="34" charset="-122"/>
          </a:endParaRPr>
        </a:p>
      </dsp:txBody>
      <dsp:txXfrm>
        <a:off x="918661" y="1879651"/>
        <a:ext cx="2171381" cy="469912"/>
      </dsp:txXfrm>
    </dsp:sp>
    <dsp:sp modelId="{4AA498A1-8274-44D5-955C-884530D98AA8}">
      <dsp:nvSpPr>
        <dsp:cNvPr id="0" name=""/>
        <dsp:cNvSpPr/>
      </dsp:nvSpPr>
      <dsp:spPr>
        <a:xfrm>
          <a:off x="0" y="2346082"/>
          <a:ext cx="4008705" cy="469912"/>
        </a:xfrm>
        <a:prstGeom prst="trapezoid">
          <a:avLst>
            <a:gd name="adj" fmla="val 71090"/>
          </a:avLst>
        </a:prstGeom>
        <a:solidFill>
          <a:schemeClr val="tx2">
            <a:lumMod val="20000"/>
            <a:lumOff val="8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355600">
            <a:lnSpc>
              <a:spcPct val="90000"/>
            </a:lnSpc>
            <a:spcBef>
              <a:spcPct val="0"/>
            </a:spcBef>
            <a:spcAft>
              <a:spcPct val="35000"/>
            </a:spcAft>
          </a:pPr>
          <a:r>
            <a:rPr lang="zh-CN" altLang="en-US" sz="800" b="1" kern="1200" dirty="0">
              <a:latin typeface="微软雅黑" panose="020B0503020204020204" pitchFamily="34" charset="-122"/>
              <a:ea typeface="微软雅黑" panose="020B0503020204020204" pitchFamily="34" charset="-122"/>
            </a:rPr>
            <a:t>工业级化学试剂</a:t>
          </a:r>
          <a:endParaRPr lang="en-US" sz="800" b="1" kern="1200" dirty="0">
            <a:latin typeface="微软雅黑" panose="020B0503020204020204" pitchFamily="34" charset="-122"/>
            <a:ea typeface="微软雅黑" panose="020B0503020204020204" pitchFamily="34" charset="-122"/>
          </a:endParaRPr>
        </a:p>
      </dsp:txBody>
      <dsp:txXfrm>
        <a:off x="701523" y="2346082"/>
        <a:ext cx="2605658" cy="469912"/>
      </dsp:txXfrm>
    </dsp:sp>
  </dsp:spTree>
</dsp:drawing>
</file>

<file path=ppt/diagrams/layout1.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1F31091-CB9D-D44E-BFBE-2410047C63C8}" type="datetimeFigureOut">
              <a:rPr kumimoji="1" lang="zh-CN" altLang="en-US" smtClean="0"/>
              <a:t>2026/6/23</a:t>
            </a:fld>
            <a:endParaRPr kumimoji="1"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2FF5B5E-2EFE-4D4D-8A7F-3AE252756EE0}" type="slidenum">
              <a:rPr kumimoji="1" lang="zh-CN" altLang="en-US" smtClean="0"/>
              <a:t>‹#›</a:t>
            </a:fld>
            <a:endParaRPr kumimoji="1" lang="zh-CN" altLang="en-US"/>
          </a:p>
        </p:txBody>
      </p:sp>
    </p:spTree>
    <p:extLst>
      <p:ext uri="{BB962C8B-B14F-4D97-AF65-F5344CB8AC3E}">
        <p14:creationId xmlns:p14="http://schemas.microsoft.com/office/powerpoint/2010/main" val="172225068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1</a:t>
            </a:fld>
            <a:endParaRPr kumimoji="1" lang="zh-CN" altLang="en-US"/>
          </a:p>
        </p:txBody>
      </p:sp>
    </p:spTree>
    <p:extLst>
      <p:ext uri="{BB962C8B-B14F-4D97-AF65-F5344CB8AC3E}">
        <p14:creationId xmlns:p14="http://schemas.microsoft.com/office/powerpoint/2010/main" val="282363347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sz="1050" b="0"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2</a:t>
            </a:fld>
            <a:endParaRPr kumimoji="1" lang="zh-CN" altLang="en-US"/>
          </a:p>
        </p:txBody>
      </p:sp>
    </p:spTree>
    <p:extLst>
      <p:ext uri="{BB962C8B-B14F-4D97-AF65-F5344CB8AC3E}">
        <p14:creationId xmlns:p14="http://schemas.microsoft.com/office/powerpoint/2010/main" val="29975757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3</a:t>
            </a:fld>
            <a:endParaRPr kumimoji="1" lang="zh-CN" altLang="en-US"/>
          </a:p>
        </p:txBody>
      </p:sp>
    </p:spTree>
    <p:extLst>
      <p:ext uri="{BB962C8B-B14F-4D97-AF65-F5344CB8AC3E}">
        <p14:creationId xmlns:p14="http://schemas.microsoft.com/office/powerpoint/2010/main" val="6942928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a:t>
            </a:fld>
            <a:endParaRPr kumimoji="1" lang="zh-CN" altLang="en-US"/>
          </a:p>
        </p:txBody>
      </p:sp>
    </p:spTree>
    <p:extLst>
      <p:ext uri="{BB962C8B-B14F-4D97-AF65-F5344CB8AC3E}">
        <p14:creationId xmlns:p14="http://schemas.microsoft.com/office/powerpoint/2010/main" val="29973065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5</a:t>
            </a:fld>
            <a:endParaRPr kumimoji="1" lang="zh-CN" altLang="en-US"/>
          </a:p>
        </p:txBody>
      </p:sp>
    </p:spTree>
    <p:extLst>
      <p:ext uri="{BB962C8B-B14F-4D97-AF65-F5344CB8AC3E}">
        <p14:creationId xmlns:p14="http://schemas.microsoft.com/office/powerpoint/2010/main" val="42920442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6</a:t>
            </a:fld>
            <a:endParaRPr kumimoji="1" lang="zh-CN" altLang="en-US"/>
          </a:p>
        </p:txBody>
      </p:sp>
    </p:spTree>
    <p:extLst>
      <p:ext uri="{BB962C8B-B14F-4D97-AF65-F5344CB8AC3E}">
        <p14:creationId xmlns:p14="http://schemas.microsoft.com/office/powerpoint/2010/main" val="413813906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a:t>
            </a:fld>
            <a:endParaRPr kumimoji="1" lang="zh-CN" altLang="en-US"/>
          </a:p>
        </p:txBody>
      </p:sp>
    </p:spTree>
    <p:extLst>
      <p:ext uri="{BB962C8B-B14F-4D97-AF65-F5344CB8AC3E}">
        <p14:creationId xmlns:p14="http://schemas.microsoft.com/office/powerpoint/2010/main" val="32569132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8</a:t>
            </a:fld>
            <a:endParaRPr kumimoji="1" lang="zh-CN" altLang="en-US"/>
          </a:p>
        </p:txBody>
      </p:sp>
    </p:spTree>
    <p:extLst>
      <p:ext uri="{BB962C8B-B14F-4D97-AF65-F5344CB8AC3E}">
        <p14:creationId xmlns:p14="http://schemas.microsoft.com/office/powerpoint/2010/main" val="131725967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9</a:t>
            </a:fld>
            <a:endParaRPr kumimoji="1" lang="zh-CN" altLang="en-US"/>
          </a:p>
        </p:txBody>
      </p:sp>
    </p:spTree>
    <p:extLst>
      <p:ext uri="{BB962C8B-B14F-4D97-AF65-F5344CB8AC3E}">
        <p14:creationId xmlns:p14="http://schemas.microsoft.com/office/powerpoint/2010/main" val="391110720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10</a:t>
            </a:fld>
            <a:endParaRPr kumimoji="1" lang="zh-CN" altLang="en-US"/>
          </a:p>
        </p:txBody>
      </p:sp>
    </p:spTree>
    <p:extLst>
      <p:ext uri="{BB962C8B-B14F-4D97-AF65-F5344CB8AC3E}">
        <p14:creationId xmlns:p14="http://schemas.microsoft.com/office/powerpoint/2010/main" val="131380487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11</a:t>
            </a:fld>
            <a:endParaRPr kumimoji="1" lang="zh-CN" altLang="en-US"/>
          </a:p>
        </p:txBody>
      </p:sp>
    </p:spTree>
    <p:extLst>
      <p:ext uri="{BB962C8B-B14F-4D97-AF65-F5344CB8AC3E}">
        <p14:creationId xmlns:p14="http://schemas.microsoft.com/office/powerpoint/2010/main" val="111530910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12</a:t>
            </a:fld>
            <a:endParaRPr kumimoji="1" lang="zh-CN" altLang="en-US"/>
          </a:p>
        </p:txBody>
      </p:sp>
    </p:spTree>
    <p:extLst>
      <p:ext uri="{BB962C8B-B14F-4D97-AF65-F5344CB8AC3E}">
        <p14:creationId xmlns:p14="http://schemas.microsoft.com/office/powerpoint/2010/main" val="375956666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13</a:t>
            </a:fld>
            <a:endParaRPr kumimoji="1" lang="zh-CN" altLang="en-US"/>
          </a:p>
        </p:txBody>
      </p:sp>
    </p:spTree>
    <p:extLst>
      <p:ext uri="{BB962C8B-B14F-4D97-AF65-F5344CB8AC3E}">
        <p14:creationId xmlns:p14="http://schemas.microsoft.com/office/powerpoint/2010/main" val="213053598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14</a:t>
            </a:fld>
            <a:endParaRPr kumimoji="1" lang="zh-CN" altLang="en-US"/>
          </a:p>
        </p:txBody>
      </p:sp>
    </p:spTree>
    <p:extLst>
      <p:ext uri="{BB962C8B-B14F-4D97-AF65-F5344CB8AC3E}">
        <p14:creationId xmlns:p14="http://schemas.microsoft.com/office/powerpoint/2010/main" val="304706830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15</a:t>
            </a:fld>
            <a:endParaRPr kumimoji="1" lang="zh-CN" altLang="en-US"/>
          </a:p>
        </p:txBody>
      </p:sp>
    </p:spTree>
    <p:extLst>
      <p:ext uri="{BB962C8B-B14F-4D97-AF65-F5344CB8AC3E}">
        <p14:creationId xmlns:p14="http://schemas.microsoft.com/office/powerpoint/2010/main" val="312059896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16</a:t>
            </a:fld>
            <a:endParaRPr kumimoji="1" lang="zh-CN" altLang="en-US"/>
          </a:p>
        </p:txBody>
      </p:sp>
    </p:spTree>
    <p:extLst>
      <p:ext uri="{BB962C8B-B14F-4D97-AF65-F5344CB8AC3E}">
        <p14:creationId xmlns:p14="http://schemas.microsoft.com/office/powerpoint/2010/main" val="282777506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197374521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297400064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183456641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20141361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sym typeface="+mn-ea"/>
            </a:endParaRPr>
          </a:p>
        </p:txBody>
      </p:sp>
    </p:spTree>
    <p:extLst>
      <p:ext uri="{BB962C8B-B14F-4D97-AF65-F5344CB8AC3E}">
        <p14:creationId xmlns:p14="http://schemas.microsoft.com/office/powerpoint/2010/main" val="122667599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51999146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412130155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322787022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326196860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51798325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80486071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20641806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266223901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270446900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99020464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323591173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33</a:t>
            </a:fld>
            <a:endParaRPr kumimoji="1" lang="zh-CN" altLang="en-US"/>
          </a:p>
        </p:txBody>
      </p:sp>
    </p:spTree>
    <p:extLst>
      <p:ext uri="{BB962C8B-B14F-4D97-AF65-F5344CB8AC3E}">
        <p14:creationId xmlns:p14="http://schemas.microsoft.com/office/powerpoint/2010/main" val="47889843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34</a:t>
            </a:fld>
            <a:endParaRPr kumimoji="1" lang="zh-CN" altLang="en-US"/>
          </a:p>
        </p:txBody>
      </p:sp>
    </p:spTree>
    <p:extLst>
      <p:ext uri="{BB962C8B-B14F-4D97-AF65-F5344CB8AC3E}">
        <p14:creationId xmlns:p14="http://schemas.microsoft.com/office/powerpoint/2010/main" val="379750279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35</a:t>
            </a:fld>
            <a:endParaRPr kumimoji="1" lang="zh-CN" altLang="en-US"/>
          </a:p>
        </p:txBody>
      </p:sp>
    </p:spTree>
    <p:extLst>
      <p:ext uri="{BB962C8B-B14F-4D97-AF65-F5344CB8AC3E}">
        <p14:creationId xmlns:p14="http://schemas.microsoft.com/office/powerpoint/2010/main" val="66236666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36</a:t>
            </a:fld>
            <a:endParaRPr kumimoji="1" lang="zh-CN" altLang="en-US"/>
          </a:p>
        </p:txBody>
      </p:sp>
    </p:spTree>
    <p:extLst>
      <p:ext uri="{BB962C8B-B14F-4D97-AF65-F5344CB8AC3E}">
        <p14:creationId xmlns:p14="http://schemas.microsoft.com/office/powerpoint/2010/main" val="293607967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37</a:t>
            </a:fld>
            <a:endParaRPr kumimoji="1" lang="zh-CN" altLang="en-US"/>
          </a:p>
        </p:txBody>
      </p:sp>
    </p:spTree>
    <p:extLst>
      <p:ext uri="{BB962C8B-B14F-4D97-AF65-F5344CB8AC3E}">
        <p14:creationId xmlns:p14="http://schemas.microsoft.com/office/powerpoint/2010/main" val="347304581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38</a:t>
            </a:fld>
            <a:endParaRPr kumimoji="1" lang="zh-CN" altLang="en-US"/>
          </a:p>
        </p:txBody>
      </p:sp>
    </p:spTree>
    <p:extLst>
      <p:ext uri="{BB962C8B-B14F-4D97-AF65-F5344CB8AC3E}">
        <p14:creationId xmlns:p14="http://schemas.microsoft.com/office/powerpoint/2010/main" val="192826598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40</a:t>
            </a:fld>
            <a:endParaRPr kumimoji="1" lang="zh-CN" altLang="en-US"/>
          </a:p>
        </p:txBody>
      </p:sp>
    </p:spTree>
    <p:extLst>
      <p:ext uri="{BB962C8B-B14F-4D97-AF65-F5344CB8AC3E}">
        <p14:creationId xmlns:p14="http://schemas.microsoft.com/office/powerpoint/2010/main" val="233275499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42</a:t>
            </a:fld>
            <a:endParaRPr kumimoji="1" lang="zh-CN" altLang="en-US"/>
          </a:p>
        </p:txBody>
      </p:sp>
    </p:spTree>
    <p:extLst>
      <p:ext uri="{BB962C8B-B14F-4D97-AF65-F5344CB8AC3E}">
        <p14:creationId xmlns:p14="http://schemas.microsoft.com/office/powerpoint/2010/main" val="426279287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43</a:t>
            </a:fld>
            <a:endParaRPr kumimoji="1" lang="zh-CN" altLang="en-US"/>
          </a:p>
        </p:txBody>
      </p:sp>
    </p:spTree>
    <p:extLst>
      <p:ext uri="{BB962C8B-B14F-4D97-AF65-F5344CB8AC3E}">
        <p14:creationId xmlns:p14="http://schemas.microsoft.com/office/powerpoint/2010/main" val="141384544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44</a:t>
            </a:fld>
            <a:endParaRPr kumimoji="1" lang="zh-CN" altLang="en-US"/>
          </a:p>
        </p:txBody>
      </p:sp>
    </p:spTree>
    <p:extLst>
      <p:ext uri="{BB962C8B-B14F-4D97-AF65-F5344CB8AC3E}">
        <p14:creationId xmlns:p14="http://schemas.microsoft.com/office/powerpoint/2010/main" val="279056162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45</a:t>
            </a:fld>
            <a:endParaRPr kumimoji="1" lang="zh-CN" altLang="en-US"/>
          </a:p>
        </p:txBody>
      </p:sp>
    </p:spTree>
    <p:extLst>
      <p:ext uri="{BB962C8B-B14F-4D97-AF65-F5344CB8AC3E}">
        <p14:creationId xmlns:p14="http://schemas.microsoft.com/office/powerpoint/2010/main" val="381746345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46</a:t>
            </a:fld>
            <a:endParaRPr kumimoji="1" lang="zh-CN" altLang="en-US"/>
          </a:p>
        </p:txBody>
      </p:sp>
    </p:spTree>
    <p:extLst>
      <p:ext uri="{BB962C8B-B14F-4D97-AF65-F5344CB8AC3E}">
        <p14:creationId xmlns:p14="http://schemas.microsoft.com/office/powerpoint/2010/main" val="379031385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47</a:t>
            </a:fld>
            <a:endParaRPr kumimoji="1" lang="zh-CN" altLang="en-US"/>
          </a:p>
        </p:txBody>
      </p:sp>
    </p:spTree>
    <p:extLst>
      <p:ext uri="{BB962C8B-B14F-4D97-AF65-F5344CB8AC3E}">
        <p14:creationId xmlns:p14="http://schemas.microsoft.com/office/powerpoint/2010/main" val="131868264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48</a:t>
            </a:fld>
            <a:endParaRPr kumimoji="1" lang="zh-CN" altLang="en-US"/>
          </a:p>
        </p:txBody>
      </p:sp>
    </p:spTree>
    <p:extLst>
      <p:ext uri="{BB962C8B-B14F-4D97-AF65-F5344CB8AC3E}">
        <p14:creationId xmlns:p14="http://schemas.microsoft.com/office/powerpoint/2010/main" val="233185388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49</a:t>
            </a:fld>
            <a:endParaRPr kumimoji="1" lang="zh-CN" altLang="en-US"/>
          </a:p>
        </p:txBody>
      </p:sp>
    </p:spTree>
    <p:extLst>
      <p:ext uri="{BB962C8B-B14F-4D97-AF65-F5344CB8AC3E}">
        <p14:creationId xmlns:p14="http://schemas.microsoft.com/office/powerpoint/2010/main" val="140013072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50</a:t>
            </a:fld>
            <a:endParaRPr kumimoji="1" lang="zh-CN" altLang="en-US"/>
          </a:p>
        </p:txBody>
      </p:sp>
    </p:spTree>
    <p:extLst>
      <p:ext uri="{BB962C8B-B14F-4D97-AF65-F5344CB8AC3E}">
        <p14:creationId xmlns:p14="http://schemas.microsoft.com/office/powerpoint/2010/main" val="17120714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54</a:t>
            </a:fld>
            <a:endParaRPr kumimoji="1" lang="zh-CN" altLang="en-US"/>
          </a:p>
        </p:txBody>
      </p:sp>
    </p:spTree>
    <p:extLst>
      <p:ext uri="{BB962C8B-B14F-4D97-AF65-F5344CB8AC3E}">
        <p14:creationId xmlns:p14="http://schemas.microsoft.com/office/powerpoint/2010/main" val="196181387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55</a:t>
            </a:fld>
            <a:endParaRPr kumimoji="1" lang="zh-CN" altLang="en-US"/>
          </a:p>
        </p:txBody>
      </p:sp>
    </p:spTree>
    <p:extLst>
      <p:ext uri="{BB962C8B-B14F-4D97-AF65-F5344CB8AC3E}">
        <p14:creationId xmlns:p14="http://schemas.microsoft.com/office/powerpoint/2010/main" val="317883368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56</a:t>
            </a:fld>
            <a:endParaRPr kumimoji="1" lang="zh-CN" altLang="en-US"/>
          </a:p>
        </p:txBody>
      </p:sp>
    </p:spTree>
    <p:extLst>
      <p:ext uri="{BB962C8B-B14F-4D97-AF65-F5344CB8AC3E}">
        <p14:creationId xmlns:p14="http://schemas.microsoft.com/office/powerpoint/2010/main" val="196520822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57</a:t>
            </a:fld>
            <a:endParaRPr kumimoji="1" lang="zh-CN" altLang="en-US"/>
          </a:p>
        </p:txBody>
      </p:sp>
    </p:spTree>
    <p:extLst>
      <p:ext uri="{BB962C8B-B14F-4D97-AF65-F5344CB8AC3E}">
        <p14:creationId xmlns:p14="http://schemas.microsoft.com/office/powerpoint/2010/main" val="104045575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58</a:t>
            </a:fld>
            <a:endParaRPr kumimoji="1" lang="zh-CN" altLang="en-US"/>
          </a:p>
        </p:txBody>
      </p:sp>
    </p:spTree>
    <p:extLst>
      <p:ext uri="{BB962C8B-B14F-4D97-AF65-F5344CB8AC3E}">
        <p14:creationId xmlns:p14="http://schemas.microsoft.com/office/powerpoint/2010/main" val="65625804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61</a:t>
            </a:fld>
            <a:endParaRPr kumimoji="1" lang="zh-CN" altLang="en-US"/>
          </a:p>
        </p:txBody>
      </p:sp>
    </p:spTree>
    <p:extLst>
      <p:ext uri="{BB962C8B-B14F-4D97-AF65-F5344CB8AC3E}">
        <p14:creationId xmlns:p14="http://schemas.microsoft.com/office/powerpoint/2010/main" val="193905973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62</a:t>
            </a:fld>
            <a:endParaRPr kumimoji="1" lang="zh-CN" altLang="en-US"/>
          </a:p>
        </p:txBody>
      </p:sp>
    </p:spTree>
    <p:extLst>
      <p:ext uri="{BB962C8B-B14F-4D97-AF65-F5344CB8AC3E}">
        <p14:creationId xmlns:p14="http://schemas.microsoft.com/office/powerpoint/2010/main" val="183755074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63</a:t>
            </a:fld>
            <a:endParaRPr kumimoji="1" lang="zh-CN" altLang="en-US"/>
          </a:p>
        </p:txBody>
      </p:sp>
    </p:spTree>
    <p:extLst>
      <p:ext uri="{BB962C8B-B14F-4D97-AF65-F5344CB8AC3E}">
        <p14:creationId xmlns:p14="http://schemas.microsoft.com/office/powerpoint/2010/main" val="183303749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64</a:t>
            </a:fld>
            <a:endParaRPr lang="zh-CN" altLang="en-US"/>
          </a:p>
        </p:txBody>
      </p:sp>
    </p:spTree>
    <p:extLst>
      <p:ext uri="{BB962C8B-B14F-4D97-AF65-F5344CB8AC3E}">
        <p14:creationId xmlns:p14="http://schemas.microsoft.com/office/powerpoint/2010/main" val="297528497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65</a:t>
            </a:fld>
            <a:endParaRPr lang="zh-CN" altLang="en-US"/>
          </a:p>
        </p:txBody>
      </p:sp>
    </p:spTree>
    <p:extLst>
      <p:ext uri="{BB962C8B-B14F-4D97-AF65-F5344CB8AC3E}">
        <p14:creationId xmlns:p14="http://schemas.microsoft.com/office/powerpoint/2010/main" val="357027573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66</a:t>
            </a:fld>
            <a:endParaRPr lang="zh-CN" altLang="en-US"/>
          </a:p>
        </p:txBody>
      </p:sp>
    </p:spTree>
    <p:extLst>
      <p:ext uri="{BB962C8B-B14F-4D97-AF65-F5344CB8AC3E}">
        <p14:creationId xmlns:p14="http://schemas.microsoft.com/office/powerpoint/2010/main" val="123865715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67</a:t>
            </a:fld>
            <a:endParaRPr lang="zh-CN" altLang="en-US"/>
          </a:p>
        </p:txBody>
      </p:sp>
    </p:spTree>
    <p:extLst>
      <p:ext uri="{BB962C8B-B14F-4D97-AF65-F5344CB8AC3E}">
        <p14:creationId xmlns:p14="http://schemas.microsoft.com/office/powerpoint/2010/main" val="168725743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68</a:t>
            </a:fld>
            <a:endParaRPr lang="zh-CN" altLang="en-US"/>
          </a:p>
        </p:txBody>
      </p:sp>
    </p:spTree>
    <p:extLst>
      <p:ext uri="{BB962C8B-B14F-4D97-AF65-F5344CB8AC3E}">
        <p14:creationId xmlns:p14="http://schemas.microsoft.com/office/powerpoint/2010/main" val="182846102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69</a:t>
            </a:fld>
            <a:endParaRPr lang="zh-CN" altLang="en-US"/>
          </a:p>
        </p:txBody>
      </p:sp>
    </p:spTree>
    <p:extLst>
      <p:ext uri="{BB962C8B-B14F-4D97-AF65-F5344CB8AC3E}">
        <p14:creationId xmlns:p14="http://schemas.microsoft.com/office/powerpoint/2010/main" val="365362001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70</a:t>
            </a:fld>
            <a:endParaRPr lang="zh-CN" altLang="en-US"/>
          </a:p>
        </p:txBody>
      </p:sp>
    </p:spTree>
    <p:extLst>
      <p:ext uri="{BB962C8B-B14F-4D97-AF65-F5344CB8AC3E}">
        <p14:creationId xmlns:p14="http://schemas.microsoft.com/office/powerpoint/2010/main" val="343261591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71</a:t>
            </a:fld>
            <a:endParaRPr kumimoji="1" lang="zh-CN" altLang="en-US"/>
          </a:p>
        </p:txBody>
      </p:sp>
    </p:spTree>
    <p:extLst>
      <p:ext uri="{BB962C8B-B14F-4D97-AF65-F5344CB8AC3E}">
        <p14:creationId xmlns:p14="http://schemas.microsoft.com/office/powerpoint/2010/main" val="268219709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72</a:t>
            </a:fld>
            <a:endParaRPr kumimoji="1" lang="zh-CN" altLang="en-US"/>
          </a:p>
        </p:txBody>
      </p:sp>
    </p:spTree>
    <p:extLst>
      <p:ext uri="{BB962C8B-B14F-4D97-AF65-F5344CB8AC3E}">
        <p14:creationId xmlns:p14="http://schemas.microsoft.com/office/powerpoint/2010/main" val="395905831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73</a:t>
            </a:fld>
            <a:endParaRPr kumimoji="1" lang="zh-CN" altLang="en-US"/>
          </a:p>
        </p:txBody>
      </p:sp>
    </p:spTree>
    <p:extLst>
      <p:ext uri="{BB962C8B-B14F-4D97-AF65-F5344CB8AC3E}">
        <p14:creationId xmlns:p14="http://schemas.microsoft.com/office/powerpoint/2010/main" val="64952433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74</a:t>
            </a:fld>
            <a:endParaRPr kumimoji="1" lang="zh-CN" altLang="en-US"/>
          </a:p>
        </p:txBody>
      </p:sp>
    </p:spTree>
    <p:extLst>
      <p:ext uri="{BB962C8B-B14F-4D97-AF65-F5344CB8AC3E}">
        <p14:creationId xmlns:p14="http://schemas.microsoft.com/office/powerpoint/2010/main" val="317230827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75</a:t>
            </a:fld>
            <a:endParaRPr kumimoji="1" lang="zh-CN" altLang="en-US"/>
          </a:p>
        </p:txBody>
      </p:sp>
    </p:spTree>
    <p:extLst>
      <p:ext uri="{BB962C8B-B14F-4D97-AF65-F5344CB8AC3E}">
        <p14:creationId xmlns:p14="http://schemas.microsoft.com/office/powerpoint/2010/main" val="406104931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76</a:t>
            </a:fld>
            <a:endParaRPr kumimoji="1" lang="zh-CN" altLang="en-US"/>
          </a:p>
        </p:txBody>
      </p:sp>
    </p:spTree>
    <p:extLst>
      <p:ext uri="{BB962C8B-B14F-4D97-AF65-F5344CB8AC3E}">
        <p14:creationId xmlns:p14="http://schemas.microsoft.com/office/powerpoint/2010/main" val="260352955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77</a:t>
            </a:fld>
            <a:endParaRPr kumimoji="1" lang="zh-CN" altLang="en-US"/>
          </a:p>
        </p:txBody>
      </p:sp>
    </p:spTree>
    <p:extLst>
      <p:ext uri="{BB962C8B-B14F-4D97-AF65-F5344CB8AC3E}">
        <p14:creationId xmlns:p14="http://schemas.microsoft.com/office/powerpoint/2010/main" val="258557070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78</a:t>
            </a:fld>
            <a:endParaRPr kumimoji="1" lang="zh-CN" altLang="en-US"/>
          </a:p>
        </p:txBody>
      </p:sp>
    </p:spTree>
    <p:extLst>
      <p:ext uri="{BB962C8B-B14F-4D97-AF65-F5344CB8AC3E}">
        <p14:creationId xmlns:p14="http://schemas.microsoft.com/office/powerpoint/2010/main" val="271662866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79</a:t>
            </a:fld>
            <a:endParaRPr kumimoji="1" lang="zh-CN" altLang="en-US"/>
          </a:p>
        </p:txBody>
      </p:sp>
    </p:spTree>
    <p:extLst>
      <p:ext uri="{BB962C8B-B14F-4D97-AF65-F5344CB8AC3E}">
        <p14:creationId xmlns:p14="http://schemas.microsoft.com/office/powerpoint/2010/main" val="380694265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80</a:t>
            </a:fld>
            <a:endParaRPr kumimoji="1" lang="zh-CN" altLang="en-US"/>
          </a:p>
        </p:txBody>
      </p:sp>
    </p:spTree>
    <p:extLst>
      <p:ext uri="{BB962C8B-B14F-4D97-AF65-F5344CB8AC3E}">
        <p14:creationId xmlns:p14="http://schemas.microsoft.com/office/powerpoint/2010/main" val="7789911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dirty="0"/>
          </a:p>
        </p:txBody>
      </p:sp>
    </p:spTree>
    <p:extLst>
      <p:ext uri="{BB962C8B-B14F-4D97-AF65-F5344CB8AC3E}">
        <p14:creationId xmlns:p14="http://schemas.microsoft.com/office/powerpoint/2010/main" val="325289019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87</a:t>
            </a:fld>
            <a:endParaRPr kumimoji="1" lang="zh-CN" altLang="en-US"/>
          </a:p>
        </p:txBody>
      </p:sp>
    </p:spTree>
    <p:extLst>
      <p:ext uri="{BB962C8B-B14F-4D97-AF65-F5344CB8AC3E}">
        <p14:creationId xmlns:p14="http://schemas.microsoft.com/office/powerpoint/2010/main" val="344040248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88</a:t>
            </a:fld>
            <a:endParaRPr kumimoji="1" lang="zh-CN" altLang="en-US"/>
          </a:p>
        </p:txBody>
      </p:sp>
    </p:spTree>
    <p:extLst>
      <p:ext uri="{BB962C8B-B14F-4D97-AF65-F5344CB8AC3E}">
        <p14:creationId xmlns:p14="http://schemas.microsoft.com/office/powerpoint/2010/main" val="264987188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91</a:t>
            </a:fld>
            <a:endParaRPr kumimoji="1" lang="zh-CN" altLang="en-US"/>
          </a:p>
        </p:txBody>
      </p:sp>
    </p:spTree>
    <p:extLst>
      <p:ext uri="{BB962C8B-B14F-4D97-AF65-F5344CB8AC3E}">
        <p14:creationId xmlns:p14="http://schemas.microsoft.com/office/powerpoint/2010/main" val="360271507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2FF5B5E-2EFE-4D4D-8A7F-3AE252756EE0}" type="slidenum">
              <a:rPr kumimoji="1" lang="zh-CN" altLang="en-US" smtClean="0"/>
              <a:t>93</a:t>
            </a:fld>
            <a:endParaRPr kumimoji="1" lang="zh-CN" altLang="en-US"/>
          </a:p>
        </p:txBody>
      </p:sp>
    </p:spTree>
    <p:extLst>
      <p:ext uri="{BB962C8B-B14F-4D97-AF65-F5344CB8AC3E}">
        <p14:creationId xmlns:p14="http://schemas.microsoft.com/office/powerpoint/2010/main" val="46387702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a:prstGeom prst="rect">
            <a:avLst/>
          </a:prstGeom>
        </p:spPr>
        <p:txBody>
          <a:bodyPr anchor="b"/>
          <a:lstStyle>
            <a:lvl1pPr>
              <a:defRPr sz="6000"/>
            </a:lvl1pPr>
          </a:lstStyle>
          <a:p>
            <a:r>
              <a:rPr kumimoji="1" lang="zh-CN" altLang="en-US"/>
              <a:t>单击此处编辑母版标题样式</a:t>
            </a:r>
          </a:p>
        </p:txBody>
      </p:sp>
      <p:sp>
        <p:nvSpPr>
          <p:cNvPr id="3" name="文本占位符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kumimoji="1" lang="zh-CN" altLang="en-US"/>
              <a:t>单击此处编辑母版文本样式</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161FE11A-5993-C148-8EFB-486C01CA4F53}" type="datetimeFigureOut">
              <a:rPr kumimoji="1" lang="zh-CN" altLang="en-US" smtClean="0"/>
              <a:t>2026/6/23</a:t>
            </a:fld>
            <a:endParaRPr kumimoji="1"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0403119A-F89D-0A4E-BBD5-CBDB9B5978E8}" type="slidenum">
              <a:rPr kumimoji="1" lang="zh-CN" altLang="en-US" smtClean="0"/>
              <a:t>‹#›</a:t>
            </a:fld>
            <a:endParaRPr kumimoji="1"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kumimoji="1" lang="zh-CN" altLang="en-US"/>
              <a:t>单击此处编辑母版标题样式</a:t>
            </a:r>
          </a:p>
        </p:txBody>
      </p:sp>
      <p:sp>
        <p:nvSpPr>
          <p:cNvPr id="3" name="内容占位符 2"/>
          <p:cNvSpPr>
            <a:spLocks noGrp="1"/>
          </p:cNvSpPr>
          <p:nvPr>
            <p:ph sz="half" idx="1"/>
          </p:nvPr>
        </p:nvSpPr>
        <p:spPr>
          <a:xfrm>
            <a:off x="838200" y="1825625"/>
            <a:ext cx="5181600" cy="4351338"/>
          </a:xfrm>
          <a:prstGeom prst="rect">
            <a:avLst/>
          </a:prstGeo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内容占位符 3"/>
          <p:cNvSpPr>
            <a:spLocks noGrp="1"/>
          </p:cNvSpPr>
          <p:nvPr>
            <p:ph sz="half" idx="2"/>
          </p:nvPr>
        </p:nvSpPr>
        <p:spPr>
          <a:xfrm>
            <a:off x="6172200" y="1825625"/>
            <a:ext cx="5181600" cy="4351338"/>
          </a:xfrm>
          <a:prstGeom prst="rect">
            <a:avLst/>
          </a:prstGeo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5" name="日期占位符 4"/>
          <p:cNvSpPr>
            <a:spLocks noGrp="1"/>
          </p:cNvSpPr>
          <p:nvPr>
            <p:ph type="dt" sz="half" idx="10"/>
          </p:nvPr>
        </p:nvSpPr>
        <p:spPr>
          <a:xfrm>
            <a:off x="838200" y="6356350"/>
            <a:ext cx="2743200" cy="365125"/>
          </a:xfrm>
          <a:prstGeom prst="rect">
            <a:avLst/>
          </a:prstGeom>
        </p:spPr>
        <p:txBody>
          <a:bodyPr/>
          <a:lstStyle/>
          <a:p>
            <a:fld id="{161FE11A-5993-C148-8EFB-486C01CA4F53}" type="datetimeFigureOut">
              <a:rPr kumimoji="1" lang="zh-CN" altLang="en-US" smtClean="0"/>
              <a:t>2026/6/23</a:t>
            </a:fld>
            <a:endParaRPr kumimoji="1"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p>
            <a:fld id="{0403119A-F89D-0A4E-BBD5-CBDB9B5978E8}" type="slidenum">
              <a:rPr kumimoji="1" lang="zh-CN" altLang="en-US" smtClean="0"/>
              <a:t>‹#›</a:t>
            </a:fld>
            <a:endParaRPr kumimoji="1"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a:prstGeom prst="rect">
            <a:avLst/>
          </a:prstGeom>
        </p:spPr>
        <p:txBody>
          <a:bodyPr/>
          <a:lstStyle/>
          <a:p>
            <a:r>
              <a:rPr kumimoji="1" lang="zh-CN" altLang="en-US"/>
              <a:t>单击此处编辑母版标题样式</a:t>
            </a:r>
          </a:p>
        </p:txBody>
      </p:sp>
      <p:sp>
        <p:nvSpPr>
          <p:cNvPr id="3" name="文本占位符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zh-CN" altLang="en-US"/>
              <a:t>单击此处编辑母版文本样式</a:t>
            </a:r>
          </a:p>
        </p:txBody>
      </p:sp>
      <p:sp>
        <p:nvSpPr>
          <p:cNvPr id="4" name="内容占位符 3"/>
          <p:cNvSpPr>
            <a:spLocks noGrp="1"/>
          </p:cNvSpPr>
          <p:nvPr>
            <p:ph sz="half" idx="2"/>
          </p:nvPr>
        </p:nvSpPr>
        <p:spPr>
          <a:xfrm>
            <a:off x="839788" y="2505075"/>
            <a:ext cx="5157787" cy="3684588"/>
          </a:xfrm>
          <a:prstGeom prst="rect">
            <a:avLst/>
          </a:prstGeo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5" name="文本占位符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zh-CN" altLang="en-US"/>
              <a:t>单击此处编辑母版文本样式</a:t>
            </a:r>
          </a:p>
        </p:txBody>
      </p:sp>
      <p:sp>
        <p:nvSpPr>
          <p:cNvPr id="6" name="内容占位符 5"/>
          <p:cNvSpPr>
            <a:spLocks noGrp="1"/>
          </p:cNvSpPr>
          <p:nvPr>
            <p:ph sz="quarter" idx="4"/>
          </p:nvPr>
        </p:nvSpPr>
        <p:spPr>
          <a:xfrm>
            <a:off x="6172200" y="2505075"/>
            <a:ext cx="5183188" cy="3684588"/>
          </a:xfrm>
          <a:prstGeom prst="rect">
            <a:avLst/>
          </a:prstGeo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7" name="日期占位符 6"/>
          <p:cNvSpPr>
            <a:spLocks noGrp="1"/>
          </p:cNvSpPr>
          <p:nvPr>
            <p:ph type="dt" sz="half" idx="10"/>
          </p:nvPr>
        </p:nvSpPr>
        <p:spPr>
          <a:xfrm>
            <a:off x="838200" y="6356350"/>
            <a:ext cx="2743200" cy="365125"/>
          </a:xfrm>
          <a:prstGeom prst="rect">
            <a:avLst/>
          </a:prstGeom>
        </p:spPr>
        <p:txBody>
          <a:bodyPr/>
          <a:lstStyle/>
          <a:p>
            <a:fld id="{161FE11A-5993-C148-8EFB-486C01CA4F53}" type="datetimeFigureOut">
              <a:rPr kumimoji="1" lang="zh-CN" altLang="en-US" smtClean="0"/>
              <a:t>2026/6/23</a:t>
            </a:fld>
            <a:endParaRPr kumimoji="1" lang="zh-CN" altLang="en-US"/>
          </a:p>
        </p:txBody>
      </p:sp>
      <p:sp>
        <p:nvSpPr>
          <p:cNvPr id="8" name="页脚占位符 7"/>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9" name="灯片编号占位符 8"/>
          <p:cNvSpPr>
            <a:spLocks noGrp="1"/>
          </p:cNvSpPr>
          <p:nvPr>
            <p:ph type="sldNum" sz="quarter" idx="12"/>
          </p:nvPr>
        </p:nvSpPr>
        <p:spPr>
          <a:xfrm>
            <a:off x="8610600" y="6356350"/>
            <a:ext cx="2743200" cy="365125"/>
          </a:xfrm>
          <a:prstGeom prst="rect">
            <a:avLst/>
          </a:prstGeom>
        </p:spPr>
        <p:txBody>
          <a:bodyPr/>
          <a:lstStyle/>
          <a:p>
            <a:fld id="{0403119A-F89D-0A4E-BBD5-CBDB9B5978E8}" type="slidenum">
              <a:rPr kumimoji="1" lang="zh-CN" altLang="en-US" smtClean="0"/>
              <a:t>‹#›</a:t>
            </a:fld>
            <a:endParaRPr kumimoji="1"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kumimoji="1" lang="zh-CN" altLang="en-US"/>
              <a:t>单击此处编辑母版标题样式</a:t>
            </a:r>
          </a:p>
        </p:txBody>
      </p:sp>
      <p:sp>
        <p:nvSpPr>
          <p:cNvPr id="3" name="日期占位符 2"/>
          <p:cNvSpPr>
            <a:spLocks noGrp="1"/>
          </p:cNvSpPr>
          <p:nvPr>
            <p:ph type="dt" sz="half" idx="10"/>
          </p:nvPr>
        </p:nvSpPr>
        <p:spPr>
          <a:xfrm>
            <a:off x="838200" y="6356350"/>
            <a:ext cx="2743200" cy="365125"/>
          </a:xfrm>
          <a:prstGeom prst="rect">
            <a:avLst/>
          </a:prstGeom>
        </p:spPr>
        <p:txBody>
          <a:bodyPr/>
          <a:lstStyle/>
          <a:p>
            <a:fld id="{161FE11A-5993-C148-8EFB-486C01CA4F53}" type="datetimeFigureOut">
              <a:rPr kumimoji="1" lang="zh-CN" altLang="en-US" smtClean="0"/>
              <a:t>2026/6/23</a:t>
            </a:fld>
            <a:endParaRPr kumimoji="1" lang="zh-CN" altLang="en-US"/>
          </a:p>
        </p:txBody>
      </p:sp>
      <p:sp>
        <p:nvSpPr>
          <p:cNvPr id="4" name="页脚占位符 3"/>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5" name="灯片编号占位符 4"/>
          <p:cNvSpPr>
            <a:spLocks noGrp="1"/>
          </p:cNvSpPr>
          <p:nvPr>
            <p:ph type="sldNum" sz="quarter" idx="12"/>
          </p:nvPr>
        </p:nvSpPr>
        <p:spPr>
          <a:xfrm>
            <a:off x="8610600" y="6356350"/>
            <a:ext cx="2743200" cy="365125"/>
          </a:xfrm>
          <a:prstGeom prst="rect">
            <a:avLst/>
          </a:prstGeom>
        </p:spPr>
        <p:txBody>
          <a:bodyPr/>
          <a:lstStyle/>
          <a:p>
            <a:fld id="{0403119A-F89D-0A4E-BBD5-CBDB9B5978E8}" type="slidenum">
              <a:rPr kumimoji="1" lang="zh-CN" altLang="en-US" smtClean="0"/>
              <a:t>‹#›</a:t>
            </a:fld>
            <a:endParaRPr kumimoji="1"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838200" y="6356350"/>
            <a:ext cx="2743200" cy="365125"/>
          </a:xfrm>
          <a:prstGeom prst="rect">
            <a:avLst/>
          </a:prstGeom>
        </p:spPr>
        <p:txBody>
          <a:bodyPr/>
          <a:lstStyle/>
          <a:p>
            <a:fld id="{161FE11A-5993-C148-8EFB-486C01CA4F53}" type="datetimeFigureOut">
              <a:rPr kumimoji="1" lang="zh-CN" altLang="en-US" smtClean="0"/>
              <a:t>2026/6/23</a:t>
            </a:fld>
            <a:endParaRPr kumimoji="1" lang="zh-CN" altLang="en-US"/>
          </a:p>
        </p:txBody>
      </p:sp>
      <p:sp>
        <p:nvSpPr>
          <p:cNvPr id="3" name="页脚占位符 2"/>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4" name="灯片编号占位符 3"/>
          <p:cNvSpPr>
            <a:spLocks noGrp="1"/>
          </p:cNvSpPr>
          <p:nvPr>
            <p:ph type="sldNum" sz="quarter" idx="12"/>
          </p:nvPr>
        </p:nvSpPr>
        <p:spPr>
          <a:xfrm>
            <a:off x="8610600" y="6356350"/>
            <a:ext cx="2743200" cy="365125"/>
          </a:xfrm>
          <a:prstGeom prst="rect">
            <a:avLst/>
          </a:prstGeom>
        </p:spPr>
        <p:txBody>
          <a:bodyPr/>
          <a:lstStyle/>
          <a:p>
            <a:fld id="{0403119A-F89D-0A4E-BBD5-CBDB9B5978E8}" type="slidenum">
              <a:rPr kumimoji="1" lang="zh-CN" altLang="en-US" smtClean="0"/>
              <a:t>‹#›</a:t>
            </a:fld>
            <a:endParaRPr kumimoji="1"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a:prstGeom prst="rect">
            <a:avLst/>
          </a:prstGeom>
        </p:spPr>
        <p:txBody>
          <a:bodyPr anchor="b"/>
          <a:lstStyle>
            <a:lvl1pPr>
              <a:defRPr sz="3200"/>
            </a:lvl1pPr>
          </a:lstStyle>
          <a:p>
            <a:r>
              <a:rPr kumimoji="1" lang="zh-CN" altLang="en-US"/>
              <a:t>单击此处编辑母版标题样式</a:t>
            </a:r>
          </a:p>
        </p:txBody>
      </p:sp>
      <p:sp>
        <p:nvSpPr>
          <p:cNvPr id="3" name="内容占位符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文本占位符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zh-CN" altLang="en-US"/>
              <a:t>单击此处编辑母版文本样式</a:t>
            </a:r>
          </a:p>
        </p:txBody>
      </p:sp>
      <p:sp>
        <p:nvSpPr>
          <p:cNvPr id="5" name="日期占位符 4"/>
          <p:cNvSpPr>
            <a:spLocks noGrp="1"/>
          </p:cNvSpPr>
          <p:nvPr>
            <p:ph type="dt" sz="half" idx="10"/>
          </p:nvPr>
        </p:nvSpPr>
        <p:spPr>
          <a:xfrm>
            <a:off x="838200" y="6356350"/>
            <a:ext cx="2743200" cy="365125"/>
          </a:xfrm>
          <a:prstGeom prst="rect">
            <a:avLst/>
          </a:prstGeom>
        </p:spPr>
        <p:txBody>
          <a:bodyPr/>
          <a:lstStyle/>
          <a:p>
            <a:fld id="{161FE11A-5993-C148-8EFB-486C01CA4F53}" type="datetimeFigureOut">
              <a:rPr kumimoji="1" lang="zh-CN" altLang="en-US" smtClean="0"/>
              <a:t>2026/6/23</a:t>
            </a:fld>
            <a:endParaRPr kumimoji="1"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p>
            <a:fld id="{0403119A-F89D-0A4E-BBD5-CBDB9B5978E8}" type="slidenum">
              <a:rPr kumimoji="1" lang="zh-CN" altLang="en-US" smtClean="0"/>
              <a:t>‹#›</a:t>
            </a:fld>
            <a:endParaRPr kumimoji="1"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a:prstGeom prst="rect">
            <a:avLst/>
          </a:prstGeom>
        </p:spPr>
        <p:txBody>
          <a:bodyPr anchor="b"/>
          <a:lstStyle>
            <a:lvl1pPr>
              <a:defRPr sz="3200"/>
            </a:lvl1pPr>
          </a:lstStyle>
          <a:p>
            <a:r>
              <a:rPr kumimoji="1" lang="zh-CN" altLang="en-US"/>
              <a:t>单击此处编辑母版标题样式</a:t>
            </a:r>
          </a:p>
        </p:txBody>
      </p:sp>
      <p:sp>
        <p:nvSpPr>
          <p:cNvPr id="3" name="图片占位符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zh-CN" altLang="en-US"/>
          </a:p>
        </p:txBody>
      </p:sp>
      <p:sp>
        <p:nvSpPr>
          <p:cNvPr id="4" name="文本占位符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zh-CN" altLang="en-US"/>
              <a:t>单击此处编辑母版文本样式</a:t>
            </a:r>
          </a:p>
        </p:txBody>
      </p:sp>
      <p:sp>
        <p:nvSpPr>
          <p:cNvPr id="5" name="日期占位符 4"/>
          <p:cNvSpPr>
            <a:spLocks noGrp="1"/>
          </p:cNvSpPr>
          <p:nvPr>
            <p:ph type="dt" sz="half" idx="10"/>
          </p:nvPr>
        </p:nvSpPr>
        <p:spPr>
          <a:xfrm>
            <a:off x="838200" y="6356350"/>
            <a:ext cx="2743200" cy="365125"/>
          </a:xfrm>
          <a:prstGeom prst="rect">
            <a:avLst/>
          </a:prstGeom>
        </p:spPr>
        <p:txBody>
          <a:bodyPr/>
          <a:lstStyle/>
          <a:p>
            <a:fld id="{161FE11A-5993-C148-8EFB-486C01CA4F53}" type="datetimeFigureOut">
              <a:rPr kumimoji="1" lang="zh-CN" altLang="en-US" smtClean="0"/>
              <a:t>2026/6/23</a:t>
            </a:fld>
            <a:endParaRPr kumimoji="1"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p>
            <a:fld id="{0403119A-F89D-0A4E-BBD5-CBDB9B5978E8}" type="slidenum">
              <a:rPr kumimoji="1" lang="zh-CN" altLang="en-US" smtClean="0"/>
              <a:t>‹#›</a:t>
            </a:fld>
            <a:endParaRPr kumimoji="1"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kumimoji="1" lang="zh-CN" altLang="en-US"/>
              <a:t>单击此处编辑母版标题样式</a:t>
            </a:r>
          </a:p>
        </p:txBody>
      </p:sp>
      <p:sp>
        <p:nvSpPr>
          <p:cNvPr id="3" name="竖排文字占位符 2"/>
          <p:cNvSpPr>
            <a:spLocks noGrp="1"/>
          </p:cNvSpPr>
          <p:nvPr>
            <p:ph type="body" orient="vert" idx="1"/>
          </p:nvPr>
        </p:nvSpPr>
        <p:spPr>
          <a:xfrm>
            <a:off x="838200" y="1825625"/>
            <a:ext cx="10515600" cy="4351338"/>
          </a:xfrm>
          <a:prstGeom prst="rect">
            <a:avLst/>
          </a:prstGeom>
        </p:spPr>
        <p:txBody>
          <a:bodyPr vert="eaVert"/>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161FE11A-5993-C148-8EFB-486C01CA4F53}" type="datetimeFigureOut">
              <a:rPr kumimoji="1" lang="zh-CN" altLang="en-US" smtClean="0"/>
              <a:t>2026/6/23</a:t>
            </a:fld>
            <a:endParaRPr kumimoji="1"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0403119A-F89D-0A4E-BBD5-CBDB9B5978E8}" type="slidenum">
              <a:rPr kumimoji="1" lang="zh-CN" altLang="en-US" smtClean="0"/>
              <a:t>‹#›</a:t>
            </a:fld>
            <a:endParaRPr kumimoji="1"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a:prstGeom prst="rect">
            <a:avLst/>
          </a:prstGeom>
        </p:spPr>
        <p:txBody>
          <a:bodyPr vert="eaVert"/>
          <a:lstStyle/>
          <a:p>
            <a:r>
              <a:rPr kumimoji="1" lang="zh-CN" altLang="en-US"/>
              <a:t>单击此处编辑母版标题样式</a:t>
            </a:r>
          </a:p>
        </p:txBody>
      </p:sp>
      <p:sp>
        <p:nvSpPr>
          <p:cNvPr id="3" name="竖排文字占位符 2"/>
          <p:cNvSpPr>
            <a:spLocks noGrp="1"/>
          </p:cNvSpPr>
          <p:nvPr>
            <p:ph type="body" orient="vert" idx="1"/>
          </p:nvPr>
        </p:nvSpPr>
        <p:spPr>
          <a:xfrm>
            <a:off x="838200" y="365125"/>
            <a:ext cx="7734300" cy="5811838"/>
          </a:xfrm>
          <a:prstGeom prst="rect">
            <a:avLst/>
          </a:prstGeom>
        </p:spPr>
        <p:txBody>
          <a:bodyPr vert="eaVert"/>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161FE11A-5993-C148-8EFB-486C01CA4F53}" type="datetimeFigureOut">
              <a:rPr kumimoji="1" lang="zh-CN" altLang="en-US" smtClean="0"/>
              <a:t>2026/6/23</a:t>
            </a:fld>
            <a:endParaRPr kumimoji="1"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0403119A-F89D-0A4E-BBD5-CBDB9B5978E8}" type="slidenum">
              <a:rPr kumimoji="1" lang="zh-CN" altLang="en-US" smtClean="0"/>
              <a:t>‹#›</a:t>
            </a:fld>
            <a:endParaRPr kumimoji="1"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p:spTree>
      <p:nvGrpSpPr>
        <p:cNvPr id="1" name=""/>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08E8DF39-DE96-CB47-BC30-119592AE3572}"/>
              </a:ext>
            </a:extLst>
          </p:cNvPr>
          <p:cNvSpPr>
            <a:spLocks noGrp="1"/>
          </p:cNvSpPr>
          <p:nvPr>
            <p:ph type="ctrTitle"/>
          </p:nvPr>
        </p:nvSpPr>
        <p:spPr>
          <a:xfrm>
            <a:off x="1524000" y="1122363"/>
            <a:ext cx="9144000" cy="2387600"/>
          </a:xfrm>
          <a:prstGeom prst="rect">
            <a:avLst/>
          </a:prstGeom>
        </p:spPr>
        <p:txBody>
          <a:bodyPr anchor="b"/>
          <a:lstStyle>
            <a:lvl1pPr algn="ctr">
              <a:defRPr sz="6000"/>
            </a:lvl1pPr>
          </a:lstStyle>
          <a:p>
            <a:r>
              <a:rPr kumimoji="1" lang="zh-CN" altLang="en-US"/>
              <a:t>单击此处编辑母版标题样式</a:t>
            </a:r>
          </a:p>
        </p:txBody>
      </p:sp>
      <p:sp>
        <p:nvSpPr>
          <p:cNvPr id="3" name="副标题 2">
            <a:extLst>
              <a:ext uri="{FF2B5EF4-FFF2-40B4-BE49-F238E27FC236}">
                <a16:creationId xmlns:a16="http://schemas.microsoft.com/office/drawing/2014/main" xmlns="" id="{722A371A-5F70-4542-8AD3-6BD6A48E2A1E}"/>
              </a:ext>
            </a:extLst>
          </p:cNvPr>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zh-CN" altLang="en-US"/>
              <a:t>单击此处编辑母版副标题样式</a:t>
            </a:r>
          </a:p>
        </p:txBody>
      </p:sp>
      <p:sp>
        <p:nvSpPr>
          <p:cNvPr id="4" name="日期占位符 3">
            <a:extLst>
              <a:ext uri="{FF2B5EF4-FFF2-40B4-BE49-F238E27FC236}">
                <a16:creationId xmlns:a16="http://schemas.microsoft.com/office/drawing/2014/main" xmlns="" id="{F220863E-CFBC-BD4E-A42A-7AF8A166B877}"/>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5" name="页脚占位符 4">
            <a:extLst>
              <a:ext uri="{FF2B5EF4-FFF2-40B4-BE49-F238E27FC236}">
                <a16:creationId xmlns:a16="http://schemas.microsoft.com/office/drawing/2014/main" xmlns="" id="{E8E20CB0-6886-0340-AAD0-6604FA8DEF3C}"/>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6" name="灯片编号占位符 5">
            <a:extLst>
              <a:ext uri="{FF2B5EF4-FFF2-40B4-BE49-F238E27FC236}">
                <a16:creationId xmlns:a16="http://schemas.microsoft.com/office/drawing/2014/main" xmlns="" id="{43F9C626-84A0-F047-85A2-87794A1A95A0}"/>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336541119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9702152C-AC03-A646-A73E-8351F61819BF}"/>
              </a:ext>
            </a:extLst>
          </p:cNvPr>
          <p:cNvSpPr>
            <a:spLocks noGrp="1"/>
          </p:cNvSpPr>
          <p:nvPr>
            <p:ph type="title"/>
          </p:nvPr>
        </p:nvSpPr>
        <p:spPr>
          <a:xfrm>
            <a:off x="838200" y="365125"/>
            <a:ext cx="10515600" cy="1325563"/>
          </a:xfrm>
          <a:prstGeom prst="rect">
            <a:avLst/>
          </a:prstGeom>
        </p:spPr>
        <p:txBody>
          <a:bodyPr/>
          <a:lstStyle/>
          <a:p>
            <a:r>
              <a:rPr kumimoji="1" lang="zh-CN" altLang="en-US"/>
              <a:t>单击此处编辑母版标题样式</a:t>
            </a:r>
          </a:p>
        </p:txBody>
      </p:sp>
      <p:sp>
        <p:nvSpPr>
          <p:cNvPr id="3" name="内容占位符 2">
            <a:extLst>
              <a:ext uri="{FF2B5EF4-FFF2-40B4-BE49-F238E27FC236}">
                <a16:creationId xmlns:a16="http://schemas.microsoft.com/office/drawing/2014/main" xmlns="" id="{4FB65DF8-78E1-624E-AA30-8526D8186582}"/>
              </a:ext>
            </a:extLst>
          </p:cNvPr>
          <p:cNvSpPr>
            <a:spLocks noGrp="1"/>
          </p:cNvSpPr>
          <p:nvPr>
            <p:ph idx="1"/>
          </p:nvPr>
        </p:nvSpPr>
        <p:spPr>
          <a:xfrm>
            <a:off x="838200" y="1825625"/>
            <a:ext cx="10515600" cy="4351338"/>
          </a:xfrm>
          <a:prstGeom prst="rect">
            <a:avLst/>
          </a:prstGeo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日期占位符 3">
            <a:extLst>
              <a:ext uri="{FF2B5EF4-FFF2-40B4-BE49-F238E27FC236}">
                <a16:creationId xmlns:a16="http://schemas.microsoft.com/office/drawing/2014/main" xmlns="" id="{29DE98B1-6528-FA4B-BE41-D89C892782F1}"/>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5" name="页脚占位符 4">
            <a:extLst>
              <a:ext uri="{FF2B5EF4-FFF2-40B4-BE49-F238E27FC236}">
                <a16:creationId xmlns:a16="http://schemas.microsoft.com/office/drawing/2014/main" xmlns="" id="{30609A77-F5BD-2D4B-A44A-B1E5161334FB}"/>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6" name="灯片编号占位符 5">
            <a:extLst>
              <a:ext uri="{FF2B5EF4-FFF2-40B4-BE49-F238E27FC236}">
                <a16:creationId xmlns:a16="http://schemas.microsoft.com/office/drawing/2014/main" xmlns="" id="{B4393100-2754-E543-87E1-F61FCB0F68C0}"/>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428875349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0E423AB7-CF7F-7D43-9C17-550CC80A353B}"/>
              </a:ext>
            </a:extLst>
          </p:cNvPr>
          <p:cNvSpPr>
            <a:spLocks noGrp="1"/>
          </p:cNvSpPr>
          <p:nvPr>
            <p:ph type="title"/>
          </p:nvPr>
        </p:nvSpPr>
        <p:spPr>
          <a:xfrm>
            <a:off x="831850" y="1709738"/>
            <a:ext cx="10515600" cy="2852737"/>
          </a:xfrm>
          <a:prstGeom prst="rect">
            <a:avLst/>
          </a:prstGeom>
        </p:spPr>
        <p:txBody>
          <a:bodyPr anchor="b"/>
          <a:lstStyle>
            <a:lvl1pPr>
              <a:defRPr sz="6000"/>
            </a:lvl1pPr>
          </a:lstStyle>
          <a:p>
            <a:r>
              <a:rPr kumimoji="1" lang="zh-CN" altLang="en-US"/>
              <a:t>单击此处编辑母版标题样式</a:t>
            </a:r>
          </a:p>
        </p:txBody>
      </p:sp>
      <p:sp>
        <p:nvSpPr>
          <p:cNvPr id="3" name="文本占位符 2">
            <a:extLst>
              <a:ext uri="{FF2B5EF4-FFF2-40B4-BE49-F238E27FC236}">
                <a16:creationId xmlns:a16="http://schemas.microsoft.com/office/drawing/2014/main" xmlns="" id="{87818EC4-3D6C-D742-B9D8-58D4AA448403}"/>
              </a:ext>
            </a:extLst>
          </p:cNvPr>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kumimoji="1" lang="zh-CN" altLang="en-US"/>
              <a:t>单击此处编辑母版文本样式</a:t>
            </a:r>
          </a:p>
        </p:txBody>
      </p:sp>
      <p:sp>
        <p:nvSpPr>
          <p:cNvPr id="4" name="日期占位符 3">
            <a:extLst>
              <a:ext uri="{FF2B5EF4-FFF2-40B4-BE49-F238E27FC236}">
                <a16:creationId xmlns:a16="http://schemas.microsoft.com/office/drawing/2014/main" xmlns="" id="{78B107BC-A942-644B-96A6-EF337EB217CA}"/>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5" name="页脚占位符 4">
            <a:extLst>
              <a:ext uri="{FF2B5EF4-FFF2-40B4-BE49-F238E27FC236}">
                <a16:creationId xmlns:a16="http://schemas.microsoft.com/office/drawing/2014/main" xmlns="" id="{D9EC7A3E-82BF-144F-8C12-C90AC4DF4FA1}"/>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6" name="灯片编号占位符 5">
            <a:extLst>
              <a:ext uri="{FF2B5EF4-FFF2-40B4-BE49-F238E27FC236}">
                <a16:creationId xmlns:a16="http://schemas.microsoft.com/office/drawing/2014/main" xmlns="" id="{4331E1F8-D79B-904A-A501-BB66775C6A72}"/>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21878827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C2DA149F-46E0-BB4F-B1CB-62F6029E0102}"/>
              </a:ext>
            </a:extLst>
          </p:cNvPr>
          <p:cNvSpPr>
            <a:spLocks noGrp="1"/>
          </p:cNvSpPr>
          <p:nvPr>
            <p:ph type="title"/>
          </p:nvPr>
        </p:nvSpPr>
        <p:spPr>
          <a:xfrm>
            <a:off x="838200" y="365125"/>
            <a:ext cx="10515600" cy="1325563"/>
          </a:xfrm>
          <a:prstGeom prst="rect">
            <a:avLst/>
          </a:prstGeom>
        </p:spPr>
        <p:txBody>
          <a:bodyPr/>
          <a:lstStyle/>
          <a:p>
            <a:r>
              <a:rPr kumimoji="1" lang="zh-CN" altLang="en-US"/>
              <a:t>单击此处编辑母版标题样式</a:t>
            </a:r>
          </a:p>
        </p:txBody>
      </p:sp>
      <p:sp>
        <p:nvSpPr>
          <p:cNvPr id="3" name="内容占位符 2">
            <a:extLst>
              <a:ext uri="{FF2B5EF4-FFF2-40B4-BE49-F238E27FC236}">
                <a16:creationId xmlns:a16="http://schemas.microsoft.com/office/drawing/2014/main" xmlns="" id="{59AFCD14-3529-EF41-9F61-B6EF9FADDF1F}"/>
              </a:ext>
            </a:extLst>
          </p:cNvPr>
          <p:cNvSpPr>
            <a:spLocks noGrp="1"/>
          </p:cNvSpPr>
          <p:nvPr>
            <p:ph sz="half" idx="1"/>
          </p:nvPr>
        </p:nvSpPr>
        <p:spPr>
          <a:xfrm>
            <a:off x="838200" y="1825625"/>
            <a:ext cx="5181600" cy="4351338"/>
          </a:xfrm>
          <a:prstGeom prst="rect">
            <a:avLst/>
          </a:prstGeo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内容占位符 3">
            <a:extLst>
              <a:ext uri="{FF2B5EF4-FFF2-40B4-BE49-F238E27FC236}">
                <a16:creationId xmlns:a16="http://schemas.microsoft.com/office/drawing/2014/main" xmlns="" id="{35D72927-8299-B54C-AC25-56E50E3DA4E8}"/>
              </a:ext>
            </a:extLst>
          </p:cNvPr>
          <p:cNvSpPr>
            <a:spLocks noGrp="1"/>
          </p:cNvSpPr>
          <p:nvPr>
            <p:ph sz="half" idx="2"/>
          </p:nvPr>
        </p:nvSpPr>
        <p:spPr>
          <a:xfrm>
            <a:off x="6172200" y="1825625"/>
            <a:ext cx="5181600" cy="4351338"/>
          </a:xfrm>
          <a:prstGeom prst="rect">
            <a:avLst/>
          </a:prstGeo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5" name="日期占位符 4">
            <a:extLst>
              <a:ext uri="{FF2B5EF4-FFF2-40B4-BE49-F238E27FC236}">
                <a16:creationId xmlns:a16="http://schemas.microsoft.com/office/drawing/2014/main" xmlns="" id="{129FCAA0-1177-424C-A8B9-38CBC0117702}"/>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6" name="页脚占位符 5">
            <a:extLst>
              <a:ext uri="{FF2B5EF4-FFF2-40B4-BE49-F238E27FC236}">
                <a16:creationId xmlns:a16="http://schemas.microsoft.com/office/drawing/2014/main" xmlns="" id="{2B556DC1-7257-524C-A424-0BE3575E29E8}"/>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7" name="灯片编号占位符 6">
            <a:extLst>
              <a:ext uri="{FF2B5EF4-FFF2-40B4-BE49-F238E27FC236}">
                <a16:creationId xmlns:a16="http://schemas.microsoft.com/office/drawing/2014/main" xmlns="" id="{BCB20BF6-F9FE-4041-BD6D-110E60914597}"/>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266828230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ED50B24C-874B-AC4B-8F79-5DE741F1406D}"/>
              </a:ext>
            </a:extLst>
          </p:cNvPr>
          <p:cNvSpPr>
            <a:spLocks noGrp="1"/>
          </p:cNvSpPr>
          <p:nvPr>
            <p:ph type="title"/>
          </p:nvPr>
        </p:nvSpPr>
        <p:spPr>
          <a:xfrm>
            <a:off x="839788" y="365125"/>
            <a:ext cx="10515600" cy="1325563"/>
          </a:xfrm>
          <a:prstGeom prst="rect">
            <a:avLst/>
          </a:prstGeom>
        </p:spPr>
        <p:txBody>
          <a:bodyPr/>
          <a:lstStyle/>
          <a:p>
            <a:r>
              <a:rPr kumimoji="1" lang="zh-CN" altLang="en-US"/>
              <a:t>单击此处编辑母版标题样式</a:t>
            </a:r>
          </a:p>
        </p:txBody>
      </p:sp>
      <p:sp>
        <p:nvSpPr>
          <p:cNvPr id="3" name="文本占位符 2">
            <a:extLst>
              <a:ext uri="{FF2B5EF4-FFF2-40B4-BE49-F238E27FC236}">
                <a16:creationId xmlns:a16="http://schemas.microsoft.com/office/drawing/2014/main" xmlns="" id="{5302C60C-4C39-B046-9E56-51EDC567320C}"/>
              </a:ext>
            </a:extLst>
          </p:cNvPr>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zh-CN" altLang="en-US"/>
              <a:t>单击此处编辑母版文本样式</a:t>
            </a:r>
          </a:p>
        </p:txBody>
      </p:sp>
      <p:sp>
        <p:nvSpPr>
          <p:cNvPr id="4" name="内容占位符 3">
            <a:extLst>
              <a:ext uri="{FF2B5EF4-FFF2-40B4-BE49-F238E27FC236}">
                <a16:creationId xmlns:a16="http://schemas.microsoft.com/office/drawing/2014/main" xmlns="" id="{CF3E8A67-04E2-1F48-80C2-9B0FF32DA056}"/>
              </a:ext>
            </a:extLst>
          </p:cNvPr>
          <p:cNvSpPr>
            <a:spLocks noGrp="1"/>
          </p:cNvSpPr>
          <p:nvPr>
            <p:ph sz="half" idx="2"/>
          </p:nvPr>
        </p:nvSpPr>
        <p:spPr>
          <a:xfrm>
            <a:off x="839788" y="2505075"/>
            <a:ext cx="5157787" cy="3684588"/>
          </a:xfrm>
          <a:prstGeom prst="rect">
            <a:avLst/>
          </a:prstGeo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5" name="文本占位符 4">
            <a:extLst>
              <a:ext uri="{FF2B5EF4-FFF2-40B4-BE49-F238E27FC236}">
                <a16:creationId xmlns:a16="http://schemas.microsoft.com/office/drawing/2014/main" xmlns="" id="{C75345EB-4BB0-3442-B9E5-77391F8B150D}"/>
              </a:ext>
            </a:extLst>
          </p:cNvPr>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zh-CN" altLang="en-US"/>
              <a:t>单击此处编辑母版文本样式</a:t>
            </a:r>
          </a:p>
        </p:txBody>
      </p:sp>
      <p:sp>
        <p:nvSpPr>
          <p:cNvPr id="6" name="内容占位符 5">
            <a:extLst>
              <a:ext uri="{FF2B5EF4-FFF2-40B4-BE49-F238E27FC236}">
                <a16:creationId xmlns:a16="http://schemas.microsoft.com/office/drawing/2014/main" xmlns="" id="{E27DBBF6-3AA6-424F-9AD9-F03E85427343}"/>
              </a:ext>
            </a:extLst>
          </p:cNvPr>
          <p:cNvSpPr>
            <a:spLocks noGrp="1"/>
          </p:cNvSpPr>
          <p:nvPr>
            <p:ph sz="quarter" idx="4"/>
          </p:nvPr>
        </p:nvSpPr>
        <p:spPr>
          <a:xfrm>
            <a:off x="6172200" y="2505075"/>
            <a:ext cx="5183188" cy="3684588"/>
          </a:xfrm>
          <a:prstGeom prst="rect">
            <a:avLst/>
          </a:prstGeo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7" name="日期占位符 6">
            <a:extLst>
              <a:ext uri="{FF2B5EF4-FFF2-40B4-BE49-F238E27FC236}">
                <a16:creationId xmlns:a16="http://schemas.microsoft.com/office/drawing/2014/main" xmlns="" id="{A5C4DCFB-C66E-8143-B362-04D3B542862C}"/>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8" name="页脚占位符 7">
            <a:extLst>
              <a:ext uri="{FF2B5EF4-FFF2-40B4-BE49-F238E27FC236}">
                <a16:creationId xmlns:a16="http://schemas.microsoft.com/office/drawing/2014/main" xmlns="" id="{9814127B-EBC8-794F-A95B-CC75D5FC3474}"/>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9" name="灯片编号占位符 8">
            <a:extLst>
              <a:ext uri="{FF2B5EF4-FFF2-40B4-BE49-F238E27FC236}">
                <a16:creationId xmlns:a16="http://schemas.microsoft.com/office/drawing/2014/main" xmlns="" id="{C06FA213-7D5E-184F-945E-D75A7214FE77}"/>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32698805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CDC60DB2-7B22-9D46-8FF8-9BABE9131F64}"/>
              </a:ext>
            </a:extLst>
          </p:cNvPr>
          <p:cNvSpPr>
            <a:spLocks noGrp="1"/>
          </p:cNvSpPr>
          <p:nvPr>
            <p:ph type="title"/>
          </p:nvPr>
        </p:nvSpPr>
        <p:spPr>
          <a:xfrm>
            <a:off x="838200" y="365125"/>
            <a:ext cx="10515600" cy="1325563"/>
          </a:xfrm>
          <a:prstGeom prst="rect">
            <a:avLst/>
          </a:prstGeom>
        </p:spPr>
        <p:txBody>
          <a:bodyPr/>
          <a:lstStyle/>
          <a:p>
            <a:r>
              <a:rPr kumimoji="1" lang="zh-CN" altLang="en-US"/>
              <a:t>单击此处编辑母版标题样式</a:t>
            </a:r>
          </a:p>
        </p:txBody>
      </p:sp>
      <p:sp>
        <p:nvSpPr>
          <p:cNvPr id="3" name="日期占位符 2">
            <a:extLst>
              <a:ext uri="{FF2B5EF4-FFF2-40B4-BE49-F238E27FC236}">
                <a16:creationId xmlns:a16="http://schemas.microsoft.com/office/drawing/2014/main" xmlns="" id="{54C01AB7-2D67-6E44-BB60-DCA0D496DDEF}"/>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4" name="页脚占位符 3">
            <a:extLst>
              <a:ext uri="{FF2B5EF4-FFF2-40B4-BE49-F238E27FC236}">
                <a16:creationId xmlns:a16="http://schemas.microsoft.com/office/drawing/2014/main" xmlns="" id="{7B7636FB-F832-2648-914B-44ACDB7C627D}"/>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5" name="灯片编号占位符 4">
            <a:extLst>
              <a:ext uri="{FF2B5EF4-FFF2-40B4-BE49-F238E27FC236}">
                <a16:creationId xmlns:a16="http://schemas.microsoft.com/office/drawing/2014/main" xmlns="" id="{AB352446-7335-9A43-BA9B-D7C4BFE0F82B}"/>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406527750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xmlns="" id="{7AABC900-9A6C-214E-B828-5259F0F0876F}"/>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3" name="页脚占位符 2">
            <a:extLst>
              <a:ext uri="{FF2B5EF4-FFF2-40B4-BE49-F238E27FC236}">
                <a16:creationId xmlns:a16="http://schemas.microsoft.com/office/drawing/2014/main" xmlns="" id="{8E4FAB43-1625-1D47-9116-12E0AB74D251}"/>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4" name="灯片编号占位符 3">
            <a:extLst>
              <a:ext uri="{FF2B5EF4-FFF2-40B4-BE49-F238E27FC236}">
                <a16:creationId xmlns:a16="http://schemas.microsoft.com/office/drawing/2014/main" xmlns="" id="{C4B2A708-56DE-FB49-A734-CE7C52A28B94}"/>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322605805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604E0BC2-C633-2442-84C2-BE32C9D0CB09}"/>
              </a:ext>
            </a:extLst>
          </p:cNvPr>
          <p:cNvSpPr>
            <a:spLocks noGrp="1"/>
          </p:cNvSpPr>
          <p:nvPr>
            <p:ph type="title"/>
          </p:nvPr>
        </p:nvSpPr>
        <p:spPr>
          <a:xfrm>
            <a:off x="839788" y="457200"/>
            <a:ext cx="3932237" cy="1600200"/>
          </a:xfrm>
          <a:prstGeom prst="rect">
            <a:avLst/>
          </a:prstGeom>
        </p:spPr>
        <p:txBody>
          <a:bodyPr anchor="b"/>
          <a:lstStyle>
            <a:lvl1pPr>
              <a:defRPr sz="3200"/>
            </a:lvl1pPr>
          </a:lstStyle>
          <a:p>
            <a:r>
              <a:rPr kumimoji="1" lang="zh-CN" altLang="en-US"/>
              <a:t>单击此处编辑母版标题样式</a:t>
            </a:r>
          </a:p>
        </p:txBody>
      </p:sp>
      <p:sp>
        <p:nvSpPr>
          <p:cNvPr id="3" name="内容占位符 2">
            <a:extLst>
              <a:ext uri="{FF2B5EF4-FFF2-40B4-BE49-F238E27FC236}">
                <a16:creationId xmlns:a16="http://schemas.microsoft.com/office/drawing/2014/main" xmlns="" id="{291E486E-B842-794F-8D45-3AA27250CE9B}"/>
              </a:ext>
            </a:extLst>
          </p:cNvPr>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文本占位符 3">
            <a:extLst>
              <a:ext uri="{FF2B5EF4-FFF2-40B4-BE49-F238E27FC236}">
                <a16:creationId xmlns:a16="http://schemas.microsoft.com/office/drawing/2014/main" xmlns="" id="{7FF0701D-A971-5344-A65B-9EB16C2FFDB1}"/>
              </a:ext>
            </a:extLst>
          </p:cNvPr>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zh-CN" altLang="en-US"/>
              <a:t>单击此处编辑母版文本样式</a:t>
            </a:r>
          </a:p>
        </p:txBody>
      </p:sp>
      <p:sp>
        <p:nvSpPr>
          <p:cNvPr id="5" name="日期占位符 4">
            <a:extLst>
              <a:ext uri="{FF2B5EF4-FFF2-40B4-BE49-F238E27FC236}">
                <a16:creationId xmlns:a16="http://schemas.microsoft.com/office/drawing/2014/main" xmlns="" id="{F0A8578A-D9AA-F24B-BE27-AFBB68E94572}"/>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6" name="页脚占位符 5">
            <a:extLst>
              <a:ext uri="{FF2B5EF4-FFF2-40B4-BE49-F238E27FC236}">
                <a16:creationId xmlns:a16="http://schemas.microsoft.com/office/drawing/2014/main" xmlns="" id="{40C71018-8B43-E54B-8901-BA06F4868AEC}"/>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7" name="灯片编号占位符 6">
            <a:extLst>
              <a:ext uri="{FF2B5EF4-FFF2-40B4-BE49-F238E27FC236}">
                <a16:creationId xmlns:a16="http://schemas.microsoft.com/office/drawing/2014/main" xmlns="" id="{90BA2B27-E4D6-B142-A94E-F8C23488741A}"/>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347221019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D063DF22-4FD6-4B4E-9D85-27496E337E9C}"/>
              </a:ext>
            </a:extLst>
          </p:cNvPr>
          <p:cNvSpPr>
            <a:spLocks noGrp="1"/>
          </p:cNvSpPr>
          <p:nvPr>
            <p:ph type="title"/>
          </p:nvPr>
        </p:nvSpPr>
        <p:spPr>
          <a:xfrm>
            <a:off x="839788" y="457200"/>
            <a:ext cx="3932237" cy="1600200"/>
          </a:xfrm>
          <a:prstGeom prst="rect">
            <a:avLst/>
          </a:prstGeom>
        </p:spPr>
        <p:txBody>
          <a:bodyPr anchor="b"/>
          <a:lstStyle>
            <a:lvl1pPr>
              <a:defRPr sz="3200"/>
            </a:lvl1pPr>
          </a:lstStyle>
          <a:p>
            <a:r>
              <a:rPr kumimoji="1" lang="zh-CN" altLang="en-US"/>
              <a:t>单击此处编辑母版标题样式</a:t>
            </a:r>
          </a:p>
        </p:txBody>
      </p:sp>
      <p:sp>
        <p:nvSpPr>
          <p:cNvPr id="3" name="图片占位符 2">
            <a:extLst>
              <a:ext uri="{FF2B5EF4-FFF2-40B4-BE49-F238E27FC236}">
                <a16:creationId xmlns:a16="http://schemas.microsoft.com/office/drawing/2014/main" xmlns="" id="{9F8CB755-A891-7246-B187-1CEF3FC6A843}"/>
              </a:ext>
            </a:extLst>
          </p:cNvPr>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zh-CN" altLang="en-US"/>
          </a:p>
        </p:txBody>
      </p:sp>
      <p:sp>
        <p:nvSpPr>
          <p:cNvPr id="4" name="文本占位符 3">
            <a:extLst>
              <a:ext uri="{FF2B5EF4-FFF2-40B4-BE49-F238E27FC236}">
                <a16:creationId xmlns:a16="http://schemas.microsoft.com/office/drawing/2014/main" xmlns="" id="{2DE7F3BC-7704-8C4B-A458-A74EC7A24758}"/>
              </a:ext>
            </a:extLst>
          </p:cNvPr>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zh-CN" altLang="en-US"/>
              <a:t>单击此处编辑母版文本样式</a:t>
            </a:r>
          </a:p>
        </p:txBody>
      </p:sp>
      <p:sp>
        <p:nvSpPr>
          <p:cNvPr id="5" name="日期占位符 4">
            <a:extLst>
              <a:ext uri="{FF2B5EF4-FFF2-40B4-BE49-F238E27FC236}">
                <a16:creationId xmlns:a16="http://schemas.microsoft.com/office/drawing/2014/main" xmlns="" id="{7C5FC28C-53C1-EF47-A4BB-A58D9B12E919}"/>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6" name="页脚占位符 5">
            <a:extLst>
              <a:ext uri="{FF2B5EF4-FFF2-40B4-BE49-F238E27FC236}">
                <a16:creationId xmlns:a16="http://schemas.microsoft.com/office/drawing/2014/main" xmlns="" id="{FD8BB3DA-F1FF-4248-ACF5-DD4108DC034D}"/>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7" name="灯片编号占位符 6">
            <a:extLst>
              <a:ext uri="{FF2B5EF4-FFF2-40B4-BE49-F238E27FC236}">
                <a16:creationId xmlns:a16="http://schemas.microsoft.com/office/drawing/2014/main" xmlns="" id="{32586F26-4511-B044-A67B-FB59B8712840}"/>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358859995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C5CB8271-A6A9-6E4C-9F24-EB9E8ADD6FDD}"/>
              </a:ext>
            </a:extLst>
          </p:cNvPr>
          <p:cNvSpPr>
            <a:spLocks noGrp="1"/>
          </p:cNvSpPr>
          <p:nvPr>
            <p:ph type="title"/>
          </p:nvPr>
        </p:nvSpPr>
        <p:spPr>
          <a:xfrm>
            <a:off x="838200" y="365125"/>
            <a:ext cx="10515600" cy="1325563"/>
          </a:xfrm>
          <a:prstGeom prst="rect">
            <a:avLst/>
          </a:prstGeom>
        </p:spPr>
        <p:txBody>
          <a:bodyPr/>
          <a:lstStyle/>
          <a:p>
            <a:r>
              <a:rPr kumimoji="1" lang="zh-CN" altLang="en-US"/>
              <a:t>单击此处编辑母版标题样式</a:t>
            </a:r>
          </a:p>
        </p:txBody>
      </p:sp>
      <p:sp>
        <p:nvSpPr>
          <p:cNvPr id="3" name="竖排文字占位符 2">
            <a:extLst>
              <a:ext uri="{FF2B5EF4-FFF2-40B4-BE49-F238E27FC236}">
                <a16:creationId xmlns:a16="http://schemas.microsoft.com/office/drawing/2014/main" xmlns="" id="{FF805BC7-7FA6-4645-AE27-09916631BFD7}"/>
              </a:ext>
            </a:extLst>
          </p:cNvPr>
          <p:cNvSpPr>
            <a:spLocks noGrp="1"/>
          </p:cNvSpPr>
          <p:nvPr>
            <p:ph type="body" orient="vert" idx="1"/>
          </p:nvPr>
        </p:nvSpPr>
        <p:spPr>
          <a:xfrm>
            <a:off x="838200" y="1825625"/>
            <a:ext cx="10515600" cy="4351338"/>
          </a:xfrm>
          <a:prstGeom prst="rect">
            <a:avLst/>
          </a:prstGeom>
        </p:spPr>
        <p:txBody>
          <a:bodyPr vert="eaVert"/>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日期占位符 3">
            <a:extLst>
              <a:ext uri="{FF2B5EF4-FFF2-40B4-BE49-F238E27FC236}">
                <a16:creationId xmlns:a16="http://schemas.microsoft.com/office/drawing/2014/main" xmlns="" id="{919DFDC9-7F30-2744-9742-7AEA59523FFF}"/>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5" name="页脚占位符 4">
            <a:extLst>
              <a:ext uri="{FF2B5EF4-FFF2-40B4-BE49-F238E27FC236}">
                <a16:creationId xmlns:a16="http://schemas.microsoft.com/office/drawing/2014/main" xmlns="" id="{F4A36229-5FB5-D440-9A6A-7EE5CE676CA4}"/>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6" name="灯片编号占位符 5">
            <a:extLst>
              <a:ext uri="{FF2B5EF4-FFF2-40B4-BE49-F238E27FC236}">
                <a16:creationId xmlns:a16="http://schemas.microsoft.com/office/drawing/2014/main" xmlns="" id="{DA8DAA40-11AD-0C46-81ED-90373F18F060}"/>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35201952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xmlns="" id="{F6AFE5B0-C29F-7E49-98F8-AA1F56E1AE27}"/>
              </a:ext>
            </a:extLst>
          </p:cNvPr>
          <p:cNvSpPr>
            <a:spLocks noGrp="1"/>
          </p:cNvSpPr>
          <p:nvPr>
            <p:ph type="title" orient="vert"/>
          </p:nvPr>
        </p:nvSpPr>
        <p:spPr>
          <a:xfrm>
            <a:off x="8724900" y="365125"/>
            <a:ext cx="2628900" cy="5811838"/>
          </a:xfrm>
          <a:prstGeom prst="rect">
            <a:avLst/>
          </a:prstGeom>
        </p:spPr>
        <p:txBody>
          <a:bodyPr vert="eaVert"/>
          <a:lstStyle/>
          <a:p>
            <a:r>
              <a:rPr kumimoji="1" lang="zh-CN" altLang="en-US"/>
              <a:t>单击此处编辑母版标题样式</a:t>
            </a:r>
          </a:p>
        </p:txBody>
      </p:sp>
      <p:sp>
        <p:nvSpPr>
          <p:cNvPr id="3" name="竖排文字占位符 2">
            <a:extLst>
              <a:ext uri="{FF2B5EF4-FFF2-40B4-BE49-F238E27FC236}">
                <a16:creationId xmlns:a16="http://schemas.microsoft.com/office/drawing/2014/main" xmlns="" id="{12BCC175-DDEB-2D44-89A9-9E7D7BDECD0F}"/>
              </a:ext>
            </a:extLst>
          </p:cNvPr>
          <p:cNvSpPr>
            <a:spLocks noGrp="1"/>
          </p:cNvSpPr>
          <p:nvPr>
            <p:ph type="body" orient="vert" idx="1"/>
          </p:nvPr>
        </p:nvSpPr>
        <p:spPr>
          <a:xfrm>
            <a:off x="838200" y="365125"/>
            <a:ext cx="7734300" cy="5811838"/>
          </a:xfrm>
          <a:prstGeom prst="rect">
            <a:avLst/>
          </a:prstGeom>
        </p:spPr>
        <p:txBody>
          <a:bodyPr vert="eaVert"/>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日期占位符 3">
            <a:extLst>
              <a:ext uri="{FF2B5EF4-FFF2-40B4-BE49-F238E27FC236}">
                <a16:creationId xmlns:a16="http://schemas.microsoft.com/office/drawing/2014/main" xmlns="" id="{2A606EDD-C9D7-FC4C-85FC-FD9205A062C3}"/>
              </a:ext>
            </a:extLst>
          </p:cNvPr>
          <p:cNvSpPr>
            <a:spLocks noGrp="1"/>
          </p:cNvSpPr>
          <p:nvPr>
            <p:ph type="dt" sz="half" idx="10"/>
          </p:nvPr>
        </p:nvSpPr>
        <p:spPr>
          <a:xfrm>
            <a:off x="838200" y="6356350"/>
            <a:ext cx="2743200" cy="365125"/>
          </a:xfrm>
          <a:prstGeom prst="rect">
            <a:avLst/>
          </a:prstGeom>
        </p:spPr>
        <p:txBody>
          <a:bodyPr/>
          <a:lstStyle/>
          <a:p>
            <a:fld id="{A1A0E080-9C3F-7242-8712-18A065EE5F6A}" type="datetimeFigureOut">
              <a:rPr kumimoji="1" lang="zh-CN" altLang="en-US" smtClean="0"/>
              <a:t>2026/6/23</a:t>
            </a:fld>
            <a:endParaRPr kumimoji="1" lang="zh-CN" altLang="en-US"/>
          </a:p>
        </p:txBody>
      </p:sp>
      <p:sp>
        <p:nvSpPr>
          <p:cNvPr id="5" name="页脚占位符 4">
            <a:extLst>
              <a:ext uri="{FF2B5EF4-FFF2-40B4-BE49-F238E27FC236}">
                <a16:creationId xmlns:a16="http://schemas.microsoft.com/office/drawing/2014/main" xmlns="" id="{2810FD68-1F93-0043-A854-F5819A4F6151}"/>
              </a:ext>
            </a:extLst>
          </p:cNvPr>
          <p:cNvSpPr>
            <a:spLocks noGrp="1"/>
          </p:cNvSpPr>
          <p:nvPr>
            <p:ph type="ftr" sz="quarter" idx="11"/>
          </p:nvPr>
        </p:nvSpPr>
        <p:spPr>
          <a:xfrm>
            <a:off x="4038600" y="6356350"/>
            <a:ext cx="4114800" cy="365125"/>
          </a:xfrm>
          <a:prstGeom prst="rect">
            <a:avLst/>
          </a:prstGeom>
        </p:spPr>
        <p:txBody>
          <a:bodyPr/>
          <a:lstStyle/>
          <a:p>
            <a:endParaRPr kumimoji="1" lang="zh-CN" altLang="en-US"/>
          </a:p>
        </p:txBody>
      </p:sp>
      <p:sp>
        <p:nvSpPr>
          <p:cNvPr id="6" name="灯片编号占位符 5">
            <a:extLst>
              <a:ext uri="{FF2B5EF4-FFF2-40B4-BE49-F238E27FC236}">
                <a16:creationId xmlns:a16="http://schemas.microsoft.com/office/drawing/2014/main" xmlns="" id="{6F2EBC08-BC9E-B64A-ABF3-121CEB46CDC3}"/>
              </a:ext>
            </a:extLst>
          </p:cNvPr>
          <p:cNvSpPr>
            <a:spLocks noGrp="1"/>
          </p:cNvSpPr>
          <p:nvPr>
            <p:ph type="sldNum" sz="quarter" idx="12"/>
          </p:nvPr>
        </p:nvSpPr>
        <p:spPr>
          <a:xfrm>
            <a:off x="8610600" y="6356350"/>
            <a:ext cx="2743200" cy="365125"/>
          </a:xfrm>
          <a:prstGeom prst="rect">
            <a:avLst/>
          </a:prstGeom>
        </p:spPr>
        <p:txBody>
          <a:bodyPr/>
          <a:lstStyle/>
          <a:p>
            <a:fld id="{D17284CA-6CEA-3C4B-BBDA-D1D286549DDA}" type="slidenum">
              <a:rPr kumimoji="1" lang="zh-CN" altLang="en-US" smtClean="0"/>
              <a:t>‹#›</a:t>
            </a:fld>
            <a:endParaRPr kumimoji="1" lang="zh-CN" altLang="en-US"/>
          </a:p>
        </p:txBody>
      </p:sp>
    </p:spTree>
    <p:extLst>
      <p:ext uri="{BB962C8B-B14F-4D97-AF65-F5344CB8AC3E}">
        <p14:creationId xmlns:p14="http://schemas.microsoft.com/office/powerpoint/2010/main" val="253120204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xmlns="" id="{8D0C09AC-D2FA-BA4B-BEE8-DC3A5144B174}"/>
              </a:ext>
            </a:extLst>
          </p:cNvPr>
          <p:cNvPicPr>
            <a:picLocks noChangeAspect="1"/>
          </p:cNvPicPr>
          <p:nvPr userDrawn="1"/>
        </p:nvPicPr>
        <p:blipFill>
          <a:blip r:embed="rId14"/>
          <a:stretch>
            <a:fillRect/>
          </a:stretch>
        </p:blipFill>
        <p:spPr>
          <a:xfrm>
            <a:off x="0" y="0"/>
            <a:ext cx="12192000" cy="6858000"/>
          </a:xfrm>
          <a:prstGeom prst="rect">
            <a:avLst/>
          </a:prstGeom>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20692137"/>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9.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xml"/><Relationship Id="rId1" Type="http://schemas.openxmlformats.org/officeDocument/2006/relationships/slideLayout" Target="../slideLayouts/slideLayout19.xml"/><Relationship Id="rId4" Type="http://schemas.openxmlformats.org/officeDocument/2006/relationships/image" Target="../media/image4.png"/></Relationships>
</file>

<file path=ppt/slides/_rels/slide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xml"/><Relationship Id="rId1" Type="http://schemas.openxmlformats.org/officeDocument/2006/relationships/slideLayout" Target="../slideLayouts/slideLayout12.xml"/><Relationship Id="rId5" Type="http://schemas.openxmlformats.org/officeDocument/2006/relationships/chart" Target="../charts/chart3.xml"/><Relationship Id="rId4" Type="http://schemas.openxmlformats.org/officeDocument/2006/relationships/chart" Target="../charts/chart2.xml"/></Relationships>
</file>

<file path=ppt/slides/_rels/slide4.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4.xml"/><Relationship Id="rId1" Type="http://schemas.openxmlformats.org/officeDocument/2006/relationships/slideLayout" Target="../slideLayouts/slideLayout12.xml"/><Relationship Id="rId5" Type="http://schemas.openxmlformats.org/officeDocument/2006/relationships/chart" Target="../charts/chart6.xml"/><Relationship Id="rId4" Type="http://schemas.openxmlformats.org/officeDocument/2006/relationships/chart" Target="../charts/chart5.xml"/></Relationships>
</file>

<file path=ppt/slides/_rels/slide5.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5.xml"/><Relationship Id="rId1" Type="http://schemas.openxmlformats.org/officeDocument/2006/relationships/slideLayout" Target="../slideLayouts/slideLayout12.xml"/><Relationship Id="rId4" Type="http://schemas.openxmlformats.org/officeDocument/2006/relationships/chart" Target="../charts/chart8.xml"/></Relationships>
</file>

<file path=ppt/slides/_rels/slide6.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7.xml"/><Relationship Id="rId1" Type="http://schemas.openxmlformats.org/officeDocument/2006/relationships/slideLayout" Target="../slideLayouts/slideLayout12.xml"/><Relationship Id="rId4" Type="http://schemas.openxmlformats.org/officeDocument/2006/relationships/chart" Target="../charts/chart11.xml"/></Relationships>
</file>

<file path=ppt/slides/_rels/slide8.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8.xml"/><Relationship Id="rId1" Type="http://schemas.openxmlformats.org/officeDocument/2006/relationships/slideLayout" Target="../slideLayouts/slideLayout12.xml"/><Relationship Id="rId4" Type="http://schemas.openxmlformats.org/officeDocument/2006/relationships/chart" Target="../charts/chart13.xml"/></Relationships>
</file>

<file path=ppt/slides/_rels/slide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notesSlide" Target="../notesSlides/notesSlide12.xml"/><Relationship Id="rId1" Type="http://schemas.openxmlformats.org/officeDocument/2006/relationships/slideLayout" Target="../slideLayouts/slideLayout12.xml"/><Relationship Id="rId4" Type="http://schemas.openxmlformats.org/officeDocument/2006/relationships/chart" Target="../charts/chart14.xml"/></Relationships>
</file>

<file path=ppt/slides/_rels/slide13.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13.xml"/><Relationship Id="rId1" Type="http://schemas.openxmlformats.org/officeDocument/2006/relationships/slideLayout" Target="../slideLayouts/slideLayout12.xml"/><Relationship Id="rId4" Type="http://schemas.openxmlformats.org/officeDocument/2006/relationships/chart" Target="../charts/chart16.xml"/></Relationships>
</file>

<file path=ppt/slides/_rels/slide14.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14.xml"/><Relationship Id="rId1" Type="http://schemas.openxmlformats.org/officeDocument/2006/relationships/slideLayout" Target="../slideLayouts/slideLayout12.xml"/><Relationship Id="rId4" Type="http://schemas.openxmlformats.org/officeDocument/2006/relationships/chart" Target="../charts/chart18.xml"/></Relationships>
</file>

<file path=ppt/slides/_rels/slide15.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15.xml"/><Relationship Id="rId1" Type="http://schemas.openxmlformats.org/officeDocument/2006/relationships/slideLayout" Target="../slideLayouts/slideLayout12.xml"/><Relationship Id="rId5" Type="http://schemas.openxmlformats.org/officeDocument/2006/relationships/chart" Target="../charts/chart21.xml"/><Relationship Id="rId4" Type="http://schemas.openxmlformats.org/officeDocument/2006/relationships/chart" Target="../charts/chart20.xml"/></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chart" Target="../charts/chart22.xml"/><Relationship Id="rId7" Type="http://schemas.openxmlformats.org/officeDocument/2006/relationships/chart" Target="../charts/chart23.xml"/><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image" Target="../media/image10.jpeg"/><Relationship Id="rId5" Type="http://schemas.openxmlformats.org/officeDocument/2006/relationships/image" Target="../media/image9.jpeg"/><Relationship Id="rId4" Type="http://schemas.openxmlformats.org/officeDocument/2006/relationships/image" Target="../media/image8.jpeg"/><Relationship Id="rId9" Type="http://schemas.openxmlformats.org/officeDocument/2006/relationships/image" Target="../media/image12.png"/></Relationships>
</file>

<file path=ppt/slides/_rels/slide1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chart" Target="../charts/chart24.xml"/><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chart" Target="../charts/chart25.xml"/></Relationships>
</file>

<file path=ppt/slides/_rels/slide20.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chart" Target="../charts/chart26.xml"/><Relationship Id="rId7" Type="http://schemas.openxmlformats.org/officeDocument/2006/relationships/image" Target="../media/image16.png"/><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image" Target="../media/image15.png"/><Relationship Id="rId5" Type="http://schemas.microsoft.com/office/2007/relationships/hdphoto" Target="../media/hdphoto1.wdp"/><Relationship Id="rId4" Type="http://schemas.openxmlformats.org/officeDocument/2006/relationships/image" Target="../media/image14.png"/><Relationship Id="rId9" Type="http://schemas.openxmlformats.org/officeDocument/2006/relationships/chart" Target="../charts/chart27.xml"/></Relationships>
</file>

<file path=ppt/slides/_rels/slide21.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chart" Target="../charts/chart30.xml"/><Relationship Id="rId4" Type="http://schemas.openxmlformats.org/officeDocument/2006/relationships/chart" Target="../charts/chart29.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2.xml"/><Relationship Id="rId5" Type="http://schemas.openxmlformats.org/officeDocument/2006/relationships/chart" Target="../charts/chart32.xml"/><Relationship Id="rId4" Type="http://schemas.openxmlformats.org/officeDocument/2006/relationships/chart" Target="../charts/chart31.xml"/></Relationships>
</file>

<file path=ppt/slides/_rels/slide23.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3.xml"/><Relationship Id="rId1" Type="http://schemas.openxmlformats.org/officeDocument/2006/relationships/slideLayout" Target="../slideLayouts/slideLayout2.xml"/><Relationship Id="rId5" Type="http://schemas.openxmlformats.org/officeDocument/2006/relationships/chart" Target="../charts/chart34.xml"/><Relationship Id="rId4" Type="http://schemas.openxmlformats.org/officeDocument/2006/relationships/chart" Target="../charts/chart33.xml"/></Relationships>
</file>

<file path=ppt/slides/_rels/slide24.xml.rels><?xml version="1.0" encoding="UTF-8" standalone="yes"?>
<Relationships xmlns="http://schemas.openxmlformats.org/package/2006/relationships"><Relationship Id="rId3" Type="http://schemas.openxmlformats.org/officeDocument/2006/relationships/chart" Target="../charts/chart35.xml"/><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chart" Target="../charts/chart36.xml"/></Relationships>
</file>

<file path=ppt/slides/_rels/slide25.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notesSlide" Target="../notesSlides/notesSlide25.xml"/><Relationship Id="rId1" Type="http://schemas.openxmlformats.org/officeDocument/2006/relationships/slideLayout" Target="../slideLayouts/slideLayout2.xml"/><Relationship Id="rId5" Type="http://schemas.openxmlformats.org/officeDocument/2006/relationships/chart" Target="../charts/chart39.xml"/><Relationship Id="rId4" Type="http://schemas.openxmlformats.org/officeDocument/2006/relationships/chart" Target="../charts/chart38.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tags" Target="../tags/tag1.xml"/></Relationships>
</file>

<file path=ppt/slides/_rels/slide27.xml.rels><?xml version="1.0" encoding="UTF-8" standalone="yes"?>
<Relationships xmlns="http://schemas.openxmlformats.org/package/2006/relationships"><Relationship Id="rId3" Type="http://schemas.openxmlformats.org/officeDocument/2006/relationships/chart" Target="../charts/chart40.xml"/><Relationship Id="rId2" Type="http://schemas.openxmlformats.org/officeDocument/2006/relationships/notesSlide" Target="../notesSlides/notesSlide27.xml"/><Relationship Id="rId1" Type="http://schemas.openxmlformats.org/officeDocument/2006/relationships/slideLayout" Target="../slideLayouts/slideLayout2.xml"/><Relationship Id="rId5" Type="http://schemas.openxmlformats.org/officeDocument/2006/relationships/chart" Target="../charts/chart41.xml"/><Relationship Id="rId4" Type="http://schemas.openxmlformats.org/officeDocument/2006/relationships/image" Target="../media/image21.png"/></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tags" Target="../tags/tag2.xml"/><Relationship Id="rId5" Type="http://schemas.openxmlformats.org/officeDocument/2006/relationships/chart" Target="../charts/chart43.xml"/><Relationship Id="rId4" Type="http://schemas.openxmlformats.org/officeDocument/2006/relationships/chart" Target="../charts/chart42.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2.xml"/><Relationship Id="rId1" Type="http://schemas.openxmlformats.org/officeDocument/2006/relationships/tags" Target="../tags/tag3.xml"/><Relationship Id="rId5" Type="http://schemas.openxmlformats.org/officeDocument/2006/relationships/chart" Target="../charts/chart45.xml"/><Relationship Id="rId4" Type="http://schemas.openxmlformats.org/officeDocument/2006/relationships/chart" Target="../charts/chart44.xml"/></Relationships>
</file>

<file path=ppt/slides/_rels/slide3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2.xml"/><Relationship Id="rId1" Type="http://schemas.openxmlformats.org/officeDocument/2006/relationships/tags" Target="../tags/tag4.xml"/></Relationships>
</file>

<file path=ppt/slides/_rels/slide32.xml.rels><?xml version="1.0" encoding="UTF-8" standalone="yes"?>
<Relationships xmlns="http://schemas.openxmlformats.org/package/2006/relationships"><Relationship Id="rId3" Type="http://schemas.openxmlformats.org/officeDocument/2006/relationships/chart" Target="../charts/chart46.xml"/><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4.xml"/><Relationship Id="rId1" Type="http://schemas.openxmlformats.org/officeDocument/2006/relationships/slideLayout" Target="../slideLayouts/slideLayout12.xml"/><Relationship Id="rId4" Type="http://schemas.openxmlformats.org/officeDocument/2006/relationships/chart" Target="../charts/chart47.xml"/></Relationships>
</file>

<file path=ppt/slides/_rels/slide35.xml.rels><?xml version="1.0" encoding="UTF-8" standalone="yes"?>
<Relationships xmlns="http://schemas.openxmlformats.org/package/2006/relationships"><Relationship Id="rId3" Type="http://schemas.openxmlformats.org/officeDocument/2006/relationships/chart" Target="../charts/chart48.xml"/><Relationship Id="rId2" Type="http://schemas.openxmlformats.org/officeDocument/2006/relationships/notesSlide" Target="../notesSlides/notesSlide35.xml"/><Relationship Id="rId1" Type="http://schemas.openxmlformats.org/officeDocument/2006/relationships/slideLayout" Target="../slideLayouts/slideLayout12.xml"/><Relationship Id="rId4" Type="http://schemas.openxmlformats.org/officeDocument/2006/relationships/chart" Target="../charts/chart49.xml"/></Relationships>
</file>

<file path=ppt/slides/_rels/slide36.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notesSlide" Target="../notesSlides/notesSlide36.xml"/><Relationship Id="rId1" Type="http://schemas.openxmlformats.org/officeDocument/2006/relationships/slideLayout" Target="../slideLayouts/slideLayout12.xml"/><Relationship Id="rId4" Type="http://schemas.openxmlformats.org/officeDocument/2006/relationships/chart" Target="../charts/chart51.xml"/></Relationships>
</file>

<file path=ppt/slides/_rels/slide37.xml.rels><?xml version="1.0" encoding="UTF-8" standalone="yes"?>
<Relationships xmlns="http://schemas.openxmlformats.org/package/2006/relationships"><Relationship Id="rId3" Type="http://schemas.openxmlformats.org/officeDocument/2006/relationships/chart" Target="../charts/chart52.xml"/><Relationship Id="rId2" Type="http://schemas.openxmlformats.org/officeDocument/2006/relationships/notesSlide" Target="../notesSlides/notesSlide37.xml"/><Relationship Id="rId1" Type="http://schemas.openxmlformats.org/officeDocument/2006/relationships/slideLayout" Target="../slideLayouts/slideLayout12.xml"/><Relationship Id="rId4" Type="http://schemas.openxmlformats.org/officeDocument/2006/relationships/chart" Target="../charts/chart53.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12.xml"/><Relationship Id="rId1" Type="http://schemas.openxmlformats.org/officeDocument/2006/relationships/tags" Target="../tags/tag5.xml"/></Relationships>
</file>

<file path=ppt/slides/_rels/slide39.xml.rels><?xml version="1.0" encoding="UTF-8" standalone="yes"?>
<Relationships xmlns="http://schemas.openxmlformats.org/package/2006/relationships"><Relationship Id="rId3" Type="http://schemas.openxmlformats.org/officeDocument/2006/relationships/chart" Target="../charts/chart55.xml"/><Relationship Id="rId2" Type="http://schemas.openxmlformats.org/officeDocument/2006/relationships/chart" Target="../charts/chart54.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3" Type="http://schemas.openxmlformats.org/officeDocument/2006/relationships/chart" Target="../charts/chart56.xml"/><Relationship Id="rId2" Type="http://schemas.openxmlformats.org/officeDocument/2006/relationships/notesSlide" Target="../notesSlides/notesSlide39.xml"/><Relationship Id="rId1" Type="http://schemas.openxmlformats.org/officeDocument/2006/relationships/slideLayout" Target="../slideLayouts/slideLayout12.xml"/><Relationship Id="rId4" Type="http://schemas.openxmlformats.org/officeDocument/2006/relationships/chart" Target="../charts/chart57.xml"/></Relationships>
</file>

<file path=ppt/slides/_rels/slide41.xml.rels><?xml version="1.0" encoding="UTF-8" standalone="yes"?>
<Relationships xmlns="http://schemas.openxmlformats.org/package/2006/relationships"><Relationship Id="rId3" Type="http://schemas.openxmlformats.org/officeDocument/2006/relationships/chart" Target="../charts/chart59.xml"/><Relationship Id="rId2" Type="http://schemas.openxmlformats.org/officeDocument/2006/relationships/chart" Target="../charts/chart58.xml"/><Relationship Id="rId1" Type="http://schemas.openxmlformats.org/officeDocument/2006/relationships/slideLayout" Target="../slideLayouts/slideLayout12.xml"/><Relationship Id="rId5" Type="http://schemas.openxmlformats.org/officeDocument/2006/relationships/chart" Target="../charts/chart61.xml"/><Relationship Id="rId4" Type="http://schemas.openxmlformats.org/officeDocument/2006/relationships/chart" Target="../charts/chart60.xml"/></Relationships>
</file>

<file path=ppt/slides/_rels/slide42.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notesSlide" Target="../notesSlides/notesSlide40.xml"/><Relationship Id="rId1" Type="http://schemas.openxmlformats.org/officeDocument/2006/relationships/slideLayout" Target="../slideLayouts/slideLayout12.xml"/><Relationship Id="rId4" Type="http://schemas.openxmlformats.org/officeDocument/2006/relationships/chart" Target="../charts/chart63.xml"/></Relationships>
</file>

<file path=ppt/slides/_rels/slide4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2.xml"/><Relationship Id="rId4" Type="http://schemas.openxmlformats.org/officeDocument/2006/relationships/image" Target="../media/image25.emf"/></Relationships>
</file>

<file path=ppt/slides/_rels/slide45.xml.rels><?xml version="1.0" encoding="UTF-8" standalone="yes"?>
<Relationships xmlns="http://schemas.openxmlformats.org/package/2006/relationships"><Relationship Id="rId3" Type="http://schemas.openxmlformats.org/officeDocument/2006/relationships/chart" Target="../charts/chart64.xml"/><Relationship Id="rId2" Type="http://schemas.openxmlformats.org/officeDocument/2006/relationships/notesSlide" Target="../notesSlides/notesSlide43.xml"/><Relationship Id="rId1" Type="http://schemas.openxmlformats.org/officeDocument/2006/relationships/slideLayout" Target="../slideLayouts/slideLayout2.xml"/><Relationship Id="rId5" Type="http://schemas.openxmlformats.org/officeDocument/2006/relationships/chart" Target="../charts/chart66.xml"/><Relationship Id="rId4" Type="http://schemas.openxmlformats.org/officeDocument/2006/relationships/chart" Target="../charts/chart65.xml"/></Relationships>
</file>

<file path=ppt/slides/_rels/slide4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chart" Target="../charts/chart68.xml"/><Relationship Id="rId2" Type="http://schemas.openxmlformats.org/officeDocument/2006/relationships/notesSlide" Target="../notesSlides/notesSlide45.xml"/><Relationship Id="rId1" Type="http://schemas.openxmlformats.org/officeDocument/2006/relationships/slideLayout" Target="../slideLayouts/slideLayout2.xml"/><Relationship Id="rId4" Type="http://schemas.openxmlformats.org/officeDocument/2006/relationships/chart" Target="../charts/chart69.xml"/></Relationships>
</file>

<file path=ppt/slides/_rels/slide48.xml.rels><?xml version="1.0" encoding="UTF-8" standalone="yes"?>
<Relationships xmlns="http://schemas.openxmlformats.org/package/2006/relationships"><Relationship Id="rId3" Type="http://schemas.openxmlformats.org/officeDocument/2006/relationships/chart" Target="../charts/chart70.xml"/><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chart" Target="../charts/chart71.xml"/></Relationships>
</file>

<file path=ppt/slides/_rels/slide49.xml.rels><?xml version="1.0" encoding="UTF-8" standalone="yes"?>
<Relationships xmlns="http://schemas.openxmlformats.org/package/2006/relationships"><Relationship Id="rId3" Type="http://schemas.openxmlformats.org/officeDocument/2006/relationships/chart" Target="../charts/chart72.xml"/><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chart" Target="../charts/chart73.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chart" Target="../charts/chart75.xml"/><Relationship Id="rId2" Type="http://schemas.openxmlformats.org/officeDocument/2006/relationships/chart" Target="../charts/chart74.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chart" Target="../charts/chart77.xml"/><Relationship Id="rId2" Type="http://schemas.openxmlformats.org/officeDocument/2006/relationships/chart" Target="../charts/chart76.xml"/><Relationship Id="rId1" Type="http://schemas.openxmlformats.org/officeDocument/2006/relationships/slideLayout" Target="../slideLayouts/slideLayout2.xml"/><Relationship Id="rId4" Type="http://schemas.openxmlformats.org/officeDocument/2006/relationships/chart" Target="../charts/chart78.xml"/></Relationships>
</file>

<file path=ppt/slides/_rels/slide54.xml.rels><?xml version="1.0" encoding="UTF-8" standalone="yes"?>
<Relationships xmlns="http://schemas.openxmlformats.org/package/2006/relationships"><Relationship Id="rId3" Type="http://schemas.openxmlformats.org/officeDocument/2006/relationships/chart" Target="../charts/chart79.xml"/><Relationship Id="rId2" Type="http://schemas.openxmlformats.org/officeDocument/2006/relationships/notesSlide" Target="../notesSlides/notesSlide49.xml"/><Relationship Id="rId1" Type="http://schemas.openxmlformats.org/officeDocument/2006/relationships/slideLayout" Target="../slideLayouts/slideLayout2.xml"/><Relationship Id="rId4" Type="http://schemas.openxmlformats.org/officeDocument/2006/relationships/chart" Target="../charts/chart80.xml"/></Relationships>
</file>

<file path=ppt/slides/_rels/slide55.xml.rels><?xml version="1.0" encoding="UTF-8" standalone="yes"?>
<Relationships xmlns="http://schemas.openxmlformats.org/package/2006/relationships"><Relationship Id="rId3" Type="http://schemas.openxmlformats.org/officeDocument/2006/relationships/chart" Target="../charts/chart81.xml"/><Relationship Id="rId2" Type="http://schemas.openxmlformats.org/officeDocument/2006/relationships/notesSlide" Target="../notesSlides/notesSlide50.xml"/><Relationship Id="rId1" Type="http://schemas.openxmlformats.org/officeDocument/2006/relationships/slideLayout" Target="../slideLayouts/slideLayout2.xml"/><Relationship Id="rId6" Type="http://schemas.openxmlformats.org/officeDocument/2006/relationships/chart" Target="../charts/chart84.xml"/><Relationship Id="rId5" Type="http://schemas.openxmlformats.org/officeDocument/2006/relationships/chart" Target="../charts/chart83.xml"/><Relationship Id="rId4" Type="http://schemas.openxmlformats.org/officeDocument/2006/relationships/chart" Target="../charts/chart82.xml"/></Relationships>
</file>

<file path=ppt/slides/_rels/slide56.xml.rels><?xml version="1.0" encoding="UTF-8" standalone="yes"?>
<Relationships xmlns="http://schemas.openxmlformats.org/package/2006/relationships"><Relationship Id="rId3" Type="http://schemas.openxmlformats.org/officeDocument/2006/relationships/chart" Target="../charts/chart85.xml"/><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27.emf"/><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chart" Target="../charts/chart86.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chart" Target="../charts/chart88.xml"/><Relationship Id="rId2" Type="http://schemas.openxmlformats.org/officeDocument/2006/relationships/chart" Target="../charts/chart87.xml"/><Relationship Id="rId1" Type="http://schemas.openxmlformats.org/officeDocument/2006/relationships/slideLayout" Target="../slideLayouts/slideLayout2.xml"/><Relationship Id="rId5" Type="http://schemas.openxmlformats.org/officeDocument/2006/relationships/chart" Target="../charts/chart90.xml"/><Relationship Id="rId4" Type="http://schemas.openxmlformats.org/officeDocument/2006/relationships/chart" Target="../charts/chart89.xml"/></Relationships>
</file>

<file path=ppt/slides/_rels/slide61.xml.rels><?xml version="1.0" encoding="UTF-8" standalone="yes"?>
<Relationships xmlns="http://schemas.openxmlformats.org/package/2006/relationships"><Relationship Id="rId3" Type="http://schemas.openxmlformats.org/officeDocument/2006/relationships/chart" Target="../charts/chart91.xml"/><Relationship Id="rId2" Type="http://schemas.openxmlformats.org/officeDocument/2006/relationships/notesSlide" Target="../notesSlides/notesSlide54.xml"/><Relationship Id="rId1" Type="http://schemas.openxmlformats.org/officeDocument/2006/relationships/slideLayout" Target="../slideLayouts/slideLayout2.xml"/><Relationship Id="rId5" Type="http://schemas.openxmlformats.org/officeDocument/2006/relationships/chart" Target="../charts/chart93.xml"/><Relationship Id="rId4" Type="http://schemas.openxmlformats.org/officeDocument/2006/relationships/chart" Target="../charts/chart92.xml"/></Relationships>
</file>

<file path=ppt/slides/_rels/slide62.xml.rels><?xml version="1.0" encoding="UTF-8" standalone="yes"?>
<Relationships xmlns="http://schemas.openxmlformats.org/package/2006/relationships"><Relationship Id="rId3" Type="http://schemas.openxmlformats.org/officeDocument/2006/relationships/chart" Target="../charts/chart94.xml"/><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chart" Target="../charts/chart95.xml"/><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chart" Target="../charts/chart96.xml"/></Relationships>
</file>

<file path=ppt/slides/_rels/slide66.xml.rels><?xml version="1.0" encoding="UTF-8" standalone="yes"?>
<Relationships xmlns="http://schemas.openxmlformats.org/package/2006/relationships"><Relationship Id="rId3" Type="http://schemas.openxmlformats.org/officeDocument/2006/relationships/chart" Target="../charts/chart97.xml"/><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29.emf"/><Relationship Id="rId2" Type="http://schemas.openxmlformats.org/officeDocument/2006/relationships/notesSlide" Target="../notesSlides/notesSlide60.xml"/><Relationship Id="rId1" Type="http://schemas.openxmlformats.org/officeDocument/2006/relationships/slideLayout" Target="../slideLayouts/slideLayout2.xml"/><Relationship Id="rId5" Type="http://schemas.openxmlformats.org/officeDocument/2006/relationships/chart" Target="../charts/chart99.xml"/><Relationship Id="rId4" Type="http://schemas.openxmlformats.org/officeDocument/2006/relationships/chart" Target="../charts/chart98.xml"/></Relationships>
</file>

<file path=ppt/slides/_rels/slide68.xml.rels><?xml version="1.0" encoding="UTF-8" standalone="yes"?>
<Relationships xmlns="http://schemas.openxmlformats.org/package/2006/relationships"><Relationship Id="rId3" Type="http://schemas.openxmlformats.org/officeDocument/2006/relationships/chart" Target="../charts/chart100.xml"/><Relationship Id="rId2" Type="http://schemas.openxmlformats.org/officeDocument/2006/relationships/notesSlide" Target="../notesSlides/notesSlide61.xml"/><Relationship Id="rId1" Type="http://schemas.openxmlformats.org/officeDocument/2006/relationships/slideLayout" Target="../slideLayouts/slideLayout2.xml"/><Relationship Id="rId4" Type="http://schemas.openxmlformats.org/officeDocument/2006/relationships/chart" Target="../charts/chart101.xml"/></Relationships>
</file>

<file path=ppt/slides/_rels/slide69.xml.rels><?xml version="1.0" encoding="UTF-8" standalone="yes"?>
<Relationships xmlns="http://schemas.openxmlformats.org/package/2006/relationships"><Relationship Id="rId3" Type="http://schemas.openxmlformats.org/officeDocument/2006/relationships/chart" Target="../charts/chart102.xml"/><Relationship Id="rId2" Type="http://schemas.openxmlformats.org/officeDocument/2006/relationships/notesSlide" Target="../notesSlides/notesSlide62.xml"/><Relationship Id="rId1" Type="http://schemas.openxmlformats.org/officeDocument/2006/relationships/slideLayout" Target="../slideLayouts/slideLayout2.xml"/><Relationship Id="rId5" Type="http://schemas.openxmlformats.org/officeDocument/2006/relationships/chart" Target="../charts/chart104.xml"/><Relationship Id="rId4" Type="http://schemas.openxmlformats.org/officeDocument/2006/relationships/chart" Target="../charts/chart103.xml"/></Relationships>
</file>

<file path=ppt/slides/_rels/slide70.xml.rels><?xml version="1.0" encoding="UTF-8" standalone="yes"?>
<Relationships xmlns="http://schemas.openxmlformats.org/package/2006/relationships"><Relationship Id="rId3" Type="http://schemas.openxmlformats.org/officeDocument/2006/relationships/chart" Target="../charts/chart105.xml"/><Relationship Id="rId2" Type="http://schemas.openxmlformats.org/officeDocument/2006/relationships/notesSlide" Target="../notesSlides/notesSlide63.xml"/><Relationship Id="rId1" Type="http://schemas.openxmlformats.org/officeDocument/2006/relationships/slideLayout" Target="../slideLayouts/slideLayout2.xml"/><Relationship Id="rId5" Type="http://schemas.openxmlformats.org/officeDocument/2006/relationships/chart" Target="../charts/chart107.xml"/><Relationship Id="rId4" Type="http://schemas.openxmlformats.org/officeDocument/2006/relationships/chart" Target="../charts/chart106.xml"/></Relationships>
</file>

<file path=ppt/slides/_rels/slide7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65.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73.xml.rels><?xml version="1.0" encoding="UTF-8" standalone="yes"?>
<Relationships xmlns="http://schemas.openxmlformats.org/package/2006/relationships"><Relationship Id="rId3" Type="http://schemas.openxmlformats.org/officeDocument/2006/relationships/chart" Target="../charts/chart108.xml"/><Relationship Id="rId2" Type="http://schemas.openxmlformats.org/officeDocument/2006/relationships/notesSlide" Target="../notesSlides/notesSlide66.xml"/><Relationship Id="rId1" Type="http://schemas.openxmlformats.org/officeDocument/2006/relationships/slideLayout" Target="../slideLayouts/slideLayout2.xml"/><Relationship Id="rId4" Type="http://schemas.openxmlformats.org/officeDocument/2006/relationships/image" Target="../media/image30.emf"/></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chart" Target="../charts/chart109.xml"/><Relationship Id="rId2" Type="http://schemas.openxmlformats.org/officeDocument/2006/relationships/notesSlide" Target="../notesSlides/notesSlide68.xml"/><Relationship Id="rId1" Type="http://schemas.openxmlformats.org/officeDocument/2006/relationships/slideLayout" Target="../slideLayouts/slideLayout2.xml"/><Relationship Id="rId5" Type="http://schemas.openxmlformats.org/officeDocument/2006/relationships/chart" Target="../charts/chart111.xml"/><Relationship Id="rId4" Type="http://schemas.openxmlformats.org/officeDocument/2006/relationships/chart" Target="../charts/chart110.xml"/></Relationships>
</file>

<file path=ppt/slides/_rels/slide76.xml.rels><?xml version="1.0" encoding="UTF-8" standalone="yes"?>
<Relationships xmlns="http://schemas.openxmlformats.org/package/2006/relationships"><Relationship Id="rId3" Type="http://schemas.openxmlformats.org/officeDocument/2006/relationships/chart" Target="../charts/chart112.xml"/><Relationship Id="rId2" Type="http://schemas.openxmlformats.org/officeDocument/2006/relationships/notesSlide" Target="../notesSlides/notesSlide69.xml"/><Relationship Id="rId1" Type="http://schemas.openxmlformats.org/officeDocument/2006/relationships/slideLayout" Target="../slideLayouts/slideLayout2.xml"/><Relationship Id="rId4" Type="http://schemas.openxmlformats.org/officeDocument/2006/relationships/chart" Target="../charts/chart113.xml"/></Relationships>
</file>

<file path=ppt/slides/_rels/slide7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72.xml"/><Relationship Id="rId1" Type="http://schemas.openxmlformats.org/officeDocument/2006/relationships/slideLayout" Target="../slideLayouts/slideLayout2.xml"/><Relationship Id="rId4" Type="http://schemas.openxmlformats.org/officeDocument/2006/relationships/chart" Target="../charts/chart11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chart" Target="../charts/chart115.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1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chart" Target="../charts/chart116.xml"/><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chart" Target="../charts/chart117.xml"/><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image" Target="../media/image42.jpeg"/><Relationship Id="rId1" Type="http://schemas.openxmlformats.org/officeDocument/2006/relationships/slideLayout" Target="../slideLayouts/slideLayout12.xml"/></Relationships>
</file>

<file path=ppt/slides/_rels/slide9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9.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3" name="文本框 2">
            <a:extLst>
              <a:ext uri="{FF2B5EF4-FFF2-40B4-BE49-F238E27FC236}">
                <a16:creationId xmlns:a16="http://schemas.microsoft.com/office/drawing/2014/main" xmlns="" id="{D4365DF4-3AC0-4545-BB59-B7426997F27B}"/>
              </a:ext>
            </a:extLst>
          </p:cNvPr>
          <p:cNvSpPr txBox="1"/>
          <p:nvPr/>
        </p:nvSpPr>
        <p:spPr>
          <a:xfrm>
            <a:off x="765820" y="2117529"/>
            <a:ext cx="8672288" cy="1508105"/>
          </a:xfrm>
          <a:prstGeom prst="rect">
            <a:avLst/>
          </a:prstGeom>
          <a:noFill/>
        </p:spPr>
        <p:txBody>
          <a:bodyPr wrap="square" rtlCol="0">
            <a:spAutoFit/>
          </a:bodyPr>
          <a:lstStyle/>
          <a:p>
            <a:r>
              <a:rPr lang="zh-CN" altLang="en-US" sz="3600" b="1" dirty="0">
                <a:solidFill>
                  <a:schemeClr val="bg1"/>
                </a:solidFill>
                <a:latin typeface="微软雅黑" panose="020B0503020204020204" pitchFamily="34" charset="-122"/>
                <a:ea typeface="微软雅黑" panose="020B0503020204020204" pitchFamily="34" charset="-122"/>
              </a:rPr>
              <a:t>乘磷而兴，着力高端，多线齐飞</a:t>
            </a:r>
            <a:endParaRPr lang="en-US" altLang="zh-CN" sz="2800" b="1" dirty="0">
              <a:solidFill>
                <a:schemeClr val="bg1"/>
              </a:solidFill>
              <a:latin typeface="微软雅黑" panose="020B0503020204020204" pitchFamily="34" charset="-122"/>
              <a:ea typeface="微软雅黑" panose="020B0503020204020204" pitchFamily="34" charset="-122"/>
            </a:endParaRPr>
          </a:p>
          <a:p>
            <a:endParaRPr lang="en-US" altLang="zh-CN" sz="2800" b="1" dirty="0">
              <a:solidFill>
                <a:schemeClr val="bg1"/>
              </a:solidFill>
              <a:latin typeface="微软雅黑" panose="020B0503020204020204" pitchFamily="34" charset="-122"/>
              <a:ea typeface="微软雅黑" panose="020B0503020204020204" pitchFamily="34" charset="-122"/>
            </a:endParaRPr>
          </a:p>
          <a:p>
            <a:r>
              <a:rPr lang="zh-CN" altLang="en-US" sz="2800" b="1" dirty="0">
                <a:solidFill>
                  <a:schemeClr val="bg1"/>
                </a:solidFill>
                <a:latin typeface="微软雅黑" panose="020B0503020204020204" pitchFamily="34" charset="-122"/>
                <a:ea typeface="微软雅黑" panose="020B0503020204020204" pitchFamily="34" charset="-122"/>
              </a:rPr>
              <a:t>兴发集团深度报告</a:t>
            </a:r>
          </a:p>
        </p:txBody>
      </p:sp>
      <p:sp>
        <p:nvSpPr>
          <p:cNvPr id="7" name="文本框 13">
            <a:extLst>
              <a:ext uri="{FF2B5EF4-FFF2-40B4-BE49-F238E27FC236}">
                <a16:creationId xmlns:a16="http://schemas.microsoft.com/office/drawing/2014/main" xmlns="" id="{5030966F-684B-4528-B7CD-C36356DBA30E}"/>
              </a:ext>
            </a:extLst>
          </p:cNvPr>
          <p:cNvSpPr txBox="1"/>
          <p:nvPr/>
        </p:nvSpPr>
        <p:spPr>
          <a:xfrm>
            <a:off x="765820" y="4325876"/>
            <a:ext cx="5804022" cy="307777"/>
          </a:xfrm>
          <a:prstGeom prst="rect">
            <a:avLst/>
          </a:prstGeom>
          <a:noFill/>
        </p:spPr>
        <p:txBody>
          <a:bodyPr wrap="square" rtlCol="0">
            <a:spAutoFit/>
          </a:bodyPr>
          <a:lstStyle/>
          <a:p>
            <a:r>
              <a:rPr lang="zh-CN" altLang="en-US" sz="1400" b="1" dirty="0">
                <a:solidFill>
                  <a:schemeClr val="bg1"/>
                </a:solidFill>
                <a:latin typeface="微软雅黑" panose="020B0503020204020204" pitchFamily="34" charset="-122"/>
                <a:ea typeface="微软雅黑" panose="020B0503020204020204" pitchFamily="34" charset="-122"/>
              </a:rPr>
              <a:t>长江证券研究所化工研究小组</a:t>
            </a:r>
          </a:p>
        </p:txBody>
      </p:sp>
    </p:spTree>
    <p:extLst>
      <p:ext uri="{BB962C8B-B14F-4D97-AF65-F5344CB8AC3E}">
        <p14:creationId xmlns:p14="http://schemas.microsoft.com/office/powerpoint/2010/main" val="147017626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xmlns="" id="{A2594698-3032-C84F-BB9F-B988386BE45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42060" y="740888"/>
            <a:ext cx="761959" cy="390216"/>
          </a:xfrm>
          <a:prstGeom prst="rect">
            <a:avLst/>
          </a:prstGeom>
        </p:spPr>
      </p:pic>
      <p:sp>
        <p:nvSpPr>
          <p:cNvPr id="6" name="文本框 5">
            <a:extLst>
              <a:ext uri="{FF2B5EF4-FFF2-40B4-BE49-F238E27FC236}">
                <a16:creationId xmlns:a16="http://schemas.microsoft.com/office/drawing/2014/main" xmlns="" id="{5B77B271-F64F-5648-81AB-AED40EAF1D8B}"/>
              </a:ext>
            </a:extLst>
          </p:cNvPr>
          <p:cNvSpPr txBox="1"/>
          <p:nvPr/>
        </p:nvSpPr>
        <p:spPr>
          <a:xfrm>
            <a:off x="2232779" y="73845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01</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7" name="文本框 6">
            <a:extLst>
              <a:ext uri="{FF2B5EF4-FFF2-40B4-BE49-F238E27FC236}">
                <a16:creationId xmlns:a16="http://schemas.microsoft.com/office/drawing/2014/main" xmlns="" id="{105700C9-F860-194F-8330-B857E37DB045}"/>
              </a:ext>
            </a:extLst>
          </p:cNvPr>
          <p:cNvSpPr txBox="1"/>
          <p:nvPr/>
        </p:nvSpPr>
        <p:spPr>
          <a:xfrm>
            <a:off x="3081172" y="694061"/>
            <a:ext cx="8018625" cy="483209"/>
          </a:xfrm>
          <a:prstGeom prst="rect">
            <a:avLst/>
          </a:prstGeom>
          <a:noFill/>
        </p:spPr>
        <p:txBody>
          <a:bodyPr wrap="square" rtlCol="0">
            <a:spAutoFit/>
          </a:bodyPr>
          <a:lstStyle/>
          <a:p>
            <a:r>
              <a:rPr lang="zh-CN" altLang="en-US" sz="2500" b="1" dirty="0">
                <a:solidFill>
                  <a:srgbClr val="E10000"/>
                </a:solidFill>
                <a:latin typeface="微软雅黑" panose="020B0503020204020204" pitchFamily="34" charset="-122"/>
                <a:ea typeface="微软雅黑" panose="020B0503020204020204" pitchFamily="34" charset="-122"/>
              </a:rPr>
              <a:t>公司介绍：磷化工龙头，多元布局赋能成长</a:t>
            </a:r>
          </a:p>
        </p:txBody>
      </p:sp>
      <p:pic>
        <p:nvPicPr>
          <p:cNvPr id="11" name="图片 10">
            <a:extLst>
              <a:ext uri="{FF2B5EF4-FFF2-40B4-BE49-F238E27FC236}">
                <a16:creationId xmlns:a16="http://schemas.microsoft.com/office/drawing/2014/main" xmlns="" id="{B33245DA-6FBE-224F-A802-BB47FE957D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42059" y="1333141"/>
            <a:ext cx="761959" cy="390216"/>
          </a:xfrm>
          <a:prstGeom prst="rect">
            <a:avLst/>
          </a:prstGeom>
        </p:spPr>
      </p:pic>
      <p:sp>
        <p:nvSpPr>
          <p:cNvPr id="12" name="文本框 11">
            <a:extLst>
              <a:ext uri="{FF2B5EF4-FFF2-40B4-BE49-F238E27FC236}">
                <a16:creationId xmlns:a16="http://schemas.microsoft.com/office/drawing/2014/main" xmlns="" id="{4C92BE30-4756-7844-9EF9-68553929BA28}"/>
              </a:ext>
            </a:extLst>
          </p:cNvPr>
          <p:cNvSpPr txBox="1"/>
          <p:nvPr/>
        </p:nvSpPr>
        <p:spPr>
          <a:xfrm>
            <a:off x="2208211" y="1315453"/>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pic>
        <p:nvPicPr>
          <p:cNvPr id="17" name="图片 16">
            <a:extLst>
              <a:ext uri="{FF2B5EF4-FFF2-40B4-BE49-F238E27FC236}">
                <a16:creationId xmlns:a16="http://schemas.microsoft.com/office/drawing/2014/main" xmlns="" id="{67E00A70-70D5-5D41-9E2E-777DE894B25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35605" y="1940984"/>
            <a:ext cx="761959" cy="390216"/>
          </a:xfrm>
          <a:prstGeom prst="rect">
            <a:avLst/>
          </a:prstGeom>
        </p:spPr>
      </p:pic>
      <p:sp>
        <p:nvSpPr>
          <p:cNvPr id="18" name="文本框 17">
            <a:extLst>
              <a:ext uri="{FF2B5EF4-FFF2-40B4-BE49-F238E27FC236}">
                <a16:creationId xmlns:a16="http://schemas.microsoft.com/office/drawing/2014/main" xmlns="" id="{7B91E23C-5A66-A14D-9A9D-0DDB62FD3E7B}"/>
              </a:ext>
            </a:extLst>
          </p:cNvPr>
          <p:cNvSpPr txBox="1"/>
          <p:nvPr/>
        </p:nvSpPr>
        <p:spPr>
          <a:xfrm>
            <a:off x="2211228" y="194990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03</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pic>
        <p:nvPicPr>
          <p:cNvPr id="23" name="图片 22">
            <a:extLst>
              <a:ext uri="{FF2B5EF4-FFF2-40B4-BE49-F238E27FC236}">
                <a16:creationId xmlns:a16="http://schemas.microsoft.com/office/drawing/2014/main" xmlns="" id="{DA336DFB-B61D-CA4C-9DF0-99642BC10F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35605" y="2618501"/>
            <a:ext cx="761959" cy="390216"/>
          </a:xfrm>
          <a:prstGeom prst="rect">
            <a:avLst/>
          </a:prstGeom>
        </p:spPr>
      </p:pic>
      <p:sp>
        <p:nvSpPr>
          <p:cNvPr id="24" name="文本框 23">
            <a:extLst>
              <a:ext uri="{FF2B5EF4-FFF2-40B4-BE49-F238E27FC236}">
                <a16:creationId xmlns:a16="http://schemas.microsoft.com/office/drawing/2014/main" xmlns="" id="{5BEA77A1-00DA-F143-991A-1D1BFE76FFE3}"/>
              </a:ext>
            </a:extLst>
          </p:cNvPr>
          <p:cNvSpPr txBox="1"/>
          <p:nvPr/>
        </p:nvSpPr>
        <p:spPr>
          <a:xfrm>
            <a:off x="2204774" y="2592488"/>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04</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文本框 25">
            <a:extLst>
              <a:ext uri="{FF2B5EF4-FFF2-40B4-BE49-F238E27FC236}">
                <a16:creationId xmlns:a16="http://schemas.microsoft.com/office/drawing/2014/main" xmlns="" id="{467D3192-6149-E74F-B4A6-862A984635A2}"/>
              </a:ext>
            </a:extLst>
          </p:cNvPr>
          <p:cNvSpPr txBox="1"/>
          <p:nvPr/>
        </p:nvSpPr>
        <p:spPr>
          <a:xfrm>
            <a:off x="303858" y="297836"/>
            <a:ext cx="1752506" cy="830997"/>
          </a:xfrm>
          <a:prstGeom prst="rect">
            <a:avLst/>
          </a:prstGeom>
          <a:noFill/>
        </p:spPr>
        <p:txBody>
          <a:bodyPr wrap="square" rtlCol="0">
            <a:spAutoFit/>
          </a:bodyPr>
          <a:lstStyle/>
          <a:p>
            <a:r>
              <a:rPr lang="zh-CN" altLang="en-US" sz="4800" b="1" dirty="0">
                <a:solidFill>
                  <a:srgbClr val="E10011"/>
                </a:solidFill>
                <a:latin typeface="微软雅黑" panose="020B0503020204020204" pitchFamily="34" charset="-122"/>
                <a:ea typeface="微软雅黑" panose="020B0503020204020204" pitchFamily="34" charset="-122"/>
              </a:rPr>
              <a:t>目录</a:t>
            </a:r>
          </a:p>
        </p:txBody>
      </p:sp>
      <p:pic>
        <p:nvPicPr>
          <p:cNvPr id="27" name="图片 26">
            <a:extLst>
              <a:ext uri="{FF2B5EF4-FFF2-40B4-BE49-F238E27FC236}">
                <a16:creationId xmlns:a16="http://schemas.microsoft.com/office/drawing/2014/main" xmlns="" id="{B24D0A69-E181-4443-91FF-333E587CE11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42061" y="3262567"/>
            <a:ext cx="761959" cy="390216"/>
          </a:xfrm>
          <a:prstGeom prst="rect">
            <a:avLst/>
          </a:prstGeom>
        </p:spPr>
      </p:pic>
      <p:sp>
        <p:nvSpPr>
          <p:cNvPr id="28" name="文本框 27">
            <a:extLst>
              <a:ext uri="{FF2B5EF4-FFF2-40B4-BE49-F238E27FC236}">
                <a16:creationId xmlns:a16="http://schemas.microsoft.com/office/drawing/2014/main" xmlns="" id="{14191726-3BF2-9C47-B6A6-9986F4CEB749}"/>
              </a:ext>
            </a:extLst>
          </p:cNvPr>
          <p:cNvSpPr txBox="1"/>
          <p:nvPr/>
        </p:nvSpPr>
        <p:spPr>
          <a:xfrm>
            <a:off x="2217684" y="3245985"/>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0" name="文本框 19">
            <a:extLst>
              <a:ext uri="{FF2B5EF4-FFF2-40B4-BE49-F238E27FC236}">
                <a16:creationId xmlns:a16="http://schemas.microsoft.com/office/drawing/2014/main" xmlns="" id="{FD57A3B7-2E4A-4756-AD56-5188CAC09F8E}"/>
              </a:ext>
            </a:extLst>
          </p:cNvPr>
          <p:cNvSpPr txBox="1"/>
          <p:nvPr/>
        </p:nvSpPr>
        <p:spPr>
          <a:xfrm>
            <a:off x="3081172" y="1291805"/>
            <a:ext cx="8018625" cy="477054"/>
          </a:xfrm>
          <a:prstGeom prst="rect">
            <a:avLst/>
          </a:prstGeom>
          <a:noFill/>
        </p:spPr>
        <p:txBody>
          <a:bodyPr wrap="square" rtlCol="0">
            <a:spAutoFit/>
          </a:bodyPr>
          <a:lstStyle/>
          <a:p>
            <a:r>
              <a:rPr lang="zh-CN" altLang="en-US" sz="2500" b="1" dirty="0">
                <a:solidFill>
                  <a:srgbClr val="E10000"/>
                </a:solidFill>
                <a:latin typeface="微软雅黑" panose="020B0503020204020204" pitchFamily="34" charset="-122"/>
                <a:ea typeface="微软雅黑" panose="020B0503020204020204" pitchFamily="34" charset="-122"/>
              </a:rPr>
              <a:t>磷矿石：需求共振供给受限，行业大周期上行</a:t>
            </a:r>
          </a:p>
        </p:txBody>
      </p:sp>
      <p:sp>
        <p:nvSpPr>
          <p:cNvPr id="21" name="文本框 20">
            <a:extLst>
              <a:ext uri="{FF2B5EF4-FFF2-40B4-BE49-F238E27FC236}">
                <a16:creationId xmlns:a16="http://schemas.microsoft.com/office/drawing/2014/main" xmlns="" id="{C4CED5FF-4AE5-41E0-9719-2021E2BDC7BF}"/>
              </a:ext>
            </a:extLst>
          </p:cNvPr>
          <p:cNvSpPr txBox="1"/>
          <p:nvPr/>
        </p:nvSpPr>
        <p:spPr>
          <a:xfrm>
            <a:off x="3074716" y="1924289"/>
            <a:ext cx="8018625" cy="483209"/>
          </a:xfrm>
          <a:prstGeom prst="rect">
            <a:avLst/>
          </a:prstGeom>
          <a:noFill/>
        </p:spPr>
        <p:txBody>
          <a:bodyPr wrap="square" rtlCol="0">
            <a:spAutoFit/>
          </a:bodyPr>
          <a:lstStyle/>
          <a:p>
            <a:r>
              <a:rPr lang="zh-CN" altLang="en-US" sz="2500" b="1" dirty="0">
                <a:solidFill>
                  <a:srgbClr val="E10000"/>
                </a:solidFill>
                <a:latin typeface="微软雅黑" panose="020B0503020204020204" pitchFamily="34" charset="-122"/>
                <a:ea typeface="微软雅黑" panose="020B0503020204020204" pitchFamily="34" charset="-122"/>
              </a:rPr>
              <a:t>磷肥：行业整体出清，一体化企业利润丰厚</a:t>
            </a:r>
          </a:p>
        </p:txBody>
      </p:sp>
      <p:sp>
        <p:nvSpPr>
          <p:cNvPr id="22" name="文本框 21">
            <a:extLst>
              <a:ext uri="{FF2B5EF4-FFF2-40B4-BE49-F238E27FC236}">
                <a16:creationId xmlns:a16="http://schemas.microsoft.com/office/drawing/2014/main" xmlns="" id="{85FEF3B1-2F0D-49A4-B4F6-90EF2D66B84C}"/>
              </a:ext>
            </a:extLst>
          </p:cNvPr>
          <p:cNvSpPr txBox="1"/>
          <p:nvPr/>
        </p:nvSpPr>
        <p:spPr>
          <a:xfrm>
            <a:off x="3068263" y="2562928"/>
            <a:ext cx="8018625" cy="477054"/>
          </a:xfrm>
          <a:prstGeom prst="rect">
            <a:avLst/>
          </a:prstGeom>
          <a:noFill/>
        </p:spPr>
        <p:txBody>
          <a:bodyPr wrap="square" rtlCol="0">
            <a:spAutoFit/>
          </a:bodyPr>
          <a:lstStyle/>
          <a:p>
            <a:r>
              <a:rPr lang="zh-CN" altLang="en-US" sz="2500" b="1" dirty="0">
                <a:solidFill>
                  <a:srgbClr val="E10000"/>
                </a:solidFill>
                <a:latin typeface="微软雅黑" panose="020B0503020204020204" pitchFamily="34" charset="-122"/>
                <a:ea typeface="微软雅黑" panose="020B0503020204020204" pitchFamily="34" charset="-122"/>
              </a:rPr>
              <a:t>草甘膦：产能扩张受限，行业长期向好</a:t>
            </a:r>
          </a:p>
        </p:txBody>
      </p:sp>
      <p:sp>
        <p:nvSpPr>
          <p:cNvPr id="30" name="文本框 29">
            <a:extLst>
              <a:ext uri="{FF2B5EF4-FFF2-40B4-BE49-F238E27FC236}">
                <a16:creationId xmlns:a16="http://schemas.microsoft.com/office/drawing/2014/main" xmlns="" id="{CACFFBC2-EF7D-4204-9CB0-113BD7665D82}"/>
              </a:ext>
            </a:extLst>
          </p:cNvPr>
          <p:cNvSpPr txBox="1"/>
          <p:nvPr/>
        </p:nvSpPr>
        <p:spPr>
          <a:xfrm>
            <a:off x="3081172" y="3214887"/>
            <a:ext cx="8018625" cy="477054"/>
          </a:xfrm>
          <a:prstGeom prst="rect">
            <a:avLst/>
          </a:prstGeom>
          <a:noFill/>
        </p:spPr>
        <p:txBody>
          <a:bodyPr wrap="square" rtlCol="0">
            <a:spAutoFit/>
          </a:bodyPr>
          <a:lstStyle/>
          <a:p>
            <a:r>
              <a:rPr lang="zh-CN" altLang="en-US" sz="2500" b="1" dirty="0">
                <a:solidFill>
                  <a:srgbClr val="E10000"/>
                </a:solidFill>
                <a:latin typeface="微软雅黑" panose="020B0503020204020204" pitchFamily="34" charset="-122"/>
                <a:ea typeface="微软雅黑" panose="020B0503020204020204" pitchFamily="34" charset="-122"/>
              </a:rPr>
              <a:t>磷酸铁：短期供需紧张，长期成本为王</a:t>
            </a:r>
          </a:p>
        </p:txBody>
      </p:sp>
      <p:pic>
        <p:nvPicPr>
          <p:cNvPr id="19" name="图片 18">
            <a:extLst>
              <a:ext uri="{FF2B5EF4-FFF2-40B4-BE49-F238E27FC236}">
                <a16:creationId xmlns:a16="http://schemas.microsoft.com/office/drawing/2014/main" xmlns="" id="{B24D0A69-E181-4443-91FF-333E587CE11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54971" y="5730618"/>
            <a:ext cx="761959" cy="390216"/>
          </a:xfrm>
          <a:prstGeom prst="rect">
            <a:avLst/>
          </a:prstGeom>
        </p:spPr>
      </p:pic>
      <p:sp>
        <p:nvSpPr>
          <p:cNvPr id="25" name="文本框 24">
            <a:extLst>
              <a:ext uri="{FF2B5EF4-FFF2-40B4-BE49-F238E27FC236}">
                <a16:creationId xmlns:a16="http://schemas.microsoft.com/office/drawing/2014/main" xmlns="" id="{14191726-3BF2-9C47-B6A6-9986F4CEB749}"/>
              </a:ext>
            </a:extLst>
          </p:cNvPr>
          <p:cNvSpPr txBox="1"/>
          <p:nvPr/>
        </p:nvSpPr>
        <p:spPr>
          <a:xfrm>
            <a:off x="2232779" y="5741755"/>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09</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9" name="文本框 28">
            <a:extLst>
              <a:ext uri="{FF2B5EF4-FFF2-40B4-BE49-F238E27FC236}">
                <a16:creationId xmlns:a16="http://schemas.microsoft.com/office/drawing/2014/main" xmlns="" id="{CACFFBC2-EF7D-4204-9CB0-113BD7665D82}"/>
              </a:ext>
            </a:extLst>
          </p:cNvPr>
          <p:cNvSpPr txBox="1"/>
          <p:nvPr/>
        </p:nvSpPr>
        <p:spPr>
          <a:xfrm>
            <a:off x="3011917" y="5699240"/>
            <a:ext cx="5336575" cy="477054"/>
          </a:xfrm>
          <a:prstGeom prst="rect">
            <a:avLst/>
          </a:prstGeom>
          <a:noFill/>
        </p:spPr>
        <p:txBody>
          <a:bodyPr wrap="square" rtlCol="0">
            <a:spAutoFit/>
          </a:bodyPr>
          <a:lstStyle/>
          <a:p>
            <a:r>
              <a:rPr lang="zh-CN" altLang="en-US" sz="2500" b="1" dirty="0">
                <a:solidFill>
                  <a:srgbClr val="E10000"/>
                </a:solidFill>
                <a:latin typeface="微软雅黑" panose="020B0503020204020204" pitchFamily="34" charset="-122"/>
                <a:ea typeface="微软雅黑" panose="020B0503020204020204" pitchFamily="34" charset="-122"/>
              </a:rPr>
              <a:t>投资建议：首次覆盖，给予买入评级</a:t>
            </a:r>
          </a:p>
        </p:txBody>
      </p:sp>
      <p:pic>
        <p:nvPicPr>
          <p:cNvPr id="2" name="图片 1">
            <a:extLst>
              <a:ext uri="{FF2B5EF4-FFF2-40B4-BE49-F238E27FC236}">
                <a16:creationId xmlns:a16="http://schemas.microsoft.com/office/drawing/2014/main" xmlns="" id="{C5E4E987-3385-481C-6789-B688673D5EA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54059" y="3873264"/>
            <a:ext cx="761959" cy="390216"/>
          </a:xfrm>
          <a:prstGeom prst="rect">
            <a:avLst/>
          </a:prstGeom>
        </p:spPr>
      </p:pic>
      <p:sp>
        <p:nvSpPr>
          <p:cNvPr id="3" name="文本框 2">
            <a:extLst>
              <a:ext uri="{FF2B5EF4-FFF2-40B4-BE49-F238E27FC236}">
                <a16:creationId xmlns:a16="http://schemas.microsoft.com/office/drawing/2014/main" xmlns="" id="{1B2747FF-DEE4-7815-62B3-FCA99BAF6AFA}"/>
              </a:ext>
            </a:extLst>
          </p:cNvPr>
          <p:cNvSpPr txBox="1"/>
          <p:nvPr/>
        </p:nvSpPr>
        <p:spPr>
          <a:xfrm>
            <a:off x="2229682" y="385668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06</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6F0474C4-259F-F155-FFAD-C39FB2C92899}"/>
              </a:ext>
            </a:extLst>
          </p:cNvPr>
          <p:cNvSpPr txBox="1"/>
          <p:nvPr/>
        </p:nvSpPr>
        <p:spPr>
          <a:xfrm>
            <a:off x="3074716" y="3842773"/>
            <a:ext cx="8018625" cy="477054"/>
          </a:xfrm>
          <a:prstGeom prst="rect">
            <a:avLst/>
          </a:prstGeom>
          <a:noFill/>
        </p:spPr>
        <p:txBody>
          <a:bodyPr wrap="square" rtlCol="0">
            <a:spAutoFit/>
          </a:bodyPr>
          <a:lstStyle/>
          <a:p>
            <a:r>
              <a:rPr lang="zh-CN" altLang="en-US" sz="2500" b="1" dirty="0">
                <a:solidFill>
                  <a:srgbClr val="E10000"/>
                </a:solidFill>
                <a:latin typeface="微软雅黑" panose="020B0503020204020204" pitchFamily="34" charset="-122"/>
                <a:ea typeface="微软雅黑" panose="020B0503020204020204" pitchFamily="34" charset="-122"/>
              </a:rPr>
              <a:t>有机硅：需求稳定增长，将迎扩产潮</a:t>
            </a:r>
          </a:p>
        </p:txBody>
      </p:sp>
      <p:pic>
        <p:nvPicPr>
          <p:cNvPr id="8" name="图片 7">
            <a:extLst>
              <a:ext uri="{FF2B5EF4-FFF2-40B4-BE49-F238E27FC236}">
                <a16:creationId xmlns:a16="http://schemas.microsoft.com/office/drawing/2014/main" xmlns="" id="{8859C567-A4C2-20B7-A3BC-F0318622A21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61427" y="4536216"/>
            <a:ext cx="761959" cy="390216"/>
          </a:xfrm>
          <a:prstGeom prst="rect">
            <a:avLst/>
          </a:prstGeom>
        </p:spPr>
      </p:pic>
      <p:sp>
        <p:nvSpPr>
          <p:cNvPr id="9" name="文本框 8">
            <a:extLst>
              <a:ext uri="{FF2B5EF4-FFF2-40B4-BE49-F238E27FC236}">
                <a16:creationId xmlns:a16="http://schemas.microsoft.com/office/drawing/2014/main" xmlns="" id="{BA1610D1-8EE7-4738-5EF5-988B158CFA91}"/>
              </a:ext>
            </a:extLst>
          </p:cNvPr>
          <p:cNvSpPr txBox="1"/>
          <p:nvPr/>
        </p:nvSpPr>
        <p:spPr>
          <a:xfrm>
            <a:off x="2229682" y="4526088"/>
            <a:ext cx="608751"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0" name="文本框 9">
            <a:extLst>
              <a:ext uri="{FF2B5EF4-FFF2-40B4-BE49-F238E27FC236}">
                <a16:creationId xmlns:a16="http://schemas.microsoft.com/office/drawing/2014/main" xmlns="" id="{35FE64D4-4750-8F39-F0E5-8A9F4765185D}"/>
              </a:ext>
            </a:extLst>
          </p:cNvPr>
          <p:cNvSpPr txBox="1"/>
          <p:nvPr/>
        </p:nvSpPr>
        <p:spPr>
          <a:xfrm>
            <a:off x="3068262" y="4469012"/>
            <a:ext cx="8247746" cy="477054"/>
          </a:xfrm>
          <a:prstGeom prst="rect">
            <a:avLst/>
          </a:prstGeom>
          <a:noFill/>
        </p:spPr>
        <p:txBody>
          <a:bodyPr wrap="square" rtlCol="0">
            <a:spAutoFit/>
          </a:bodyPr>
          <a:lstStyle/>
          <a:p>
            <a:r>
              <a:rPr lang="zh-CN" altLang="en-US" sz="2500" b="1" dirty="0">
                <a:solidFill>
                  <a:srgbClr val="E10000"/>
                </a:solidFill>
                <a:latin typeface="微软雅黑" panose="020B0503020204020204" pitchFamily="34" charset="-122"/>
                <a:ea typeface="微软雅黑" panose="020B0503020204020204" pitchFamily="34" charset="-122"/>
              </a:rPr>
              <a:t>新材料（湿电子化学品、</a:t>
            </a:r>
            <a:r>
              <a:rPr lang="en-US" altLang="zh-CN" sz="2500" b="1" dirty="0">
                <a:solidFill>
                  <a:srgbClr val="E10000"/>
                </a:solidFill>
                <a:latin typeface="微软雅黑" panose="020B0503020204020204" pitchFamily="34" charset="-122"/>
                <a:ea typeface="微软雅黑" panose="020B0503020204020204" pitchFamily="34" charset="-122"/>
              </a:rPr>
              <a:t>DMSO</a:t>
            </a:r>
            <a:r>
              <a:rPr lang="zh-CN" altLang="en-US" sz="2500" b="1" dirty="0">
                <a:solidFill>
                  <a:srgbClr val="E10000"/>
                </a:solidFill>
                <a:latin typeface="微软雅黑" panose="020B0503020204020204" pitchFamily="34" charset="-122"/>
                <a:ea typeface="微软雅黑" panose="020B0503020204020204" pitchFamily="34" charset="-122"/>
              </a:rPr>
              <a:t>）：厚积薄发，未来可期</a:t>
            </a:r>
          </a:p>
        </p:txBody>
      </p:sp>
      <p:pic>
        <p:nvPicPr>
          <p:cNvPr id="13" name="图片 12">
            <a:extLst>
              <a:ext uri="{FF2B5EF4-FFF2-40B4-BE49-F238E27FC236}">
                <a16:creationId xmlns:a16="http://schemas.microsoft.com/office/drawing/2014/main" xmlns="" id="{CF152204-22A6-8023-18F9-F001AC3FF79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74337" y="5136145"/>
            <a:ext cx="761959" cy="390216"/>
          </a:xfrm>
          <a:prstGeom prst="rect">
            <a:avLst/>
          </a:prstGeom>
        </p:spPr>
      </p:pic>
      <p:sp>
        <p:nvSpPr>
          <p:cNvPr id="14" name="文本框 13">
            <a:extLst>
              <a:ext uri="{FF2B5EF4-FFF2-40B4-BE49-F238E27FC236}">
                <a16:creationId xmlns:a16="http://schemas.microsoft.com/office/drawing/2014/main" xmlns="" id="{39C82058-A550-E986-4B15-1486FF62D656}"/>
              </a:ext>
            </a:extLst>
          </p:cNvPr>
          <p:cNvSpPr txBox="1"/>
          <p:nvPr/>
        </p:nvSpPr>
        <p:spPr>
          <a:xfrm>
            <a:off x="2249958" y="5124224"/>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08</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5" name="文本框 14">
            <a:extLst>
              <a:ext uri="{FF2B5EF4-FFF2-40B4-BE49-F238E27FC236}">
                <a16:creationId xmlns:a16="http://schemas.microsoft.com/office/drawing/2014/main" xmlns="" id="{171E3505-87D5-B813-05E9-C722D57E3336}"/>
              </a:ext>
            </a:extLst>
          </p:cNvPr>
          <p:cNvSpPr txBox="1"/>
          <p:nvPr/>
        </p:nvSpPr>
        <p:spPr>
          <a:xfrm>
            <a:off x="3011917" y="5077599"/>
            <a:ext cx="8672083" cy="477054"/>
          </a:xfrm>
          <a:prstGeom prst="rect">
            <a:avLst/>
          </a:prstGeom>
          <a:noFill/>
        </p:spPr>
        <p:txBody>
          <a:bodyPr wrap="square" rtlCol="0">
            <a:spAutoFit/>
          </a:bodyPr>
          <a:lstStyle/>
          <a:p>
            <a:r>
              <a:rPr lang="zh-CN" altLang="en-US" sz="2500" b="1" dirty="0">
                <a:solidFill>
                  <a:srgbClr val="E10000"/>
                </a:solidFill>
                <a:latin typeface="微软雅黑" panose="020B0503020204020204" pitchFamily="34" charset="-122"/>
                <a:ea typeface="微软雅黑" panose="020B0503020204020204" pitchFamily="34" charset="-122"/>
              </a:rPr>
              <a:t>公司优势：协同一体化助降本，高研发谋成长</a:t>
            </a:r>
          </a:p>
        </p:txBody>
      </p:sp>
    </p:spTree>
    <p:extLst>
      <p:ext uri="{BB962C8B-B14F-4D97-AF65-F5344CB8AC3E}">
        <p14:creationId xmlns:p14="http://schemas.microsoft.com/office/powerpoint/2010/main" val="153577284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4" y="410018"/>
            <a:ext cx="814630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各板块属性分析</a:t>
            </a:r>
            <a:r>
              <a:rPr kumimoji="0" lang="en-US" altLang="zh-CN"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a:t>
            </a: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规模、盈利能力、周期位置</a:t>
            </a:r>
          </a:p>
        </p:txBody>
      </p:sp>
      <p:sp>
        <p:nvSpPr>
          <p:cNvPr id="107" name="Rectangle 5">
            <a:extLst>
              <a:ext uri="{FF2B5EF4-FFF2-40B4-BE49-F238E27FC236}">
                <a16:creationId xmlns:a16="http://schemas.microsoft.com/office/drawing/2014/main" xmlns="" id="{C649AFF4-A826-474B-B978-8F0F55AA9B76}"/>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资料来源：公司公告，长江证券研究所</a:t>
            </a:r>
          </a:p>
        </p:txBody>
      </p:sp>
      <p:sp>
        <p:nvSpPr>
          <p:cNvPr id="4" name="矩形 3">
            <a:extLst>
              <a:ext uri="{FF2B5EF4-FFF2-40B4-BE49-F238E27FC236}">
                <a16:creationId xmlns:a16="http://schemas.microsoft.com/office/drawing/2014/main" xmlns="" id="{2078DB4C-1EEF-BCE7-3A0E-BC1856CEAA5B}"/>
              </a:ext>
            </a:extLst>
          </p:cNvPr>
          <p:cNvSpPr/>
          <p:nvPr/>
        </p:nvSpPr>
        <p:spPr>
          <a:xfrm>
            <a:off x="831273" y="471573"/>
            <a:ext cx="441146"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序</a:t>
            </a:r>
          </a:p>
        </p:txBody>
      </p:sp>
      <p:sp>
        <p:nvSpPr>
          <p:cNvPr id="6" name="Rectangle 4">
            <a:extLst>
              <a:ext uri="{FF2B5EF4-FFF2-40B4-BE49-F238E27FC236}">
                <a16:creationId xmlns:a16="http://schemas.microsoft.com/office/drawing/2014/main" xmlns="" id="{16914627-2D65-AB6D-5964-BDFD907A523F}"/>
              </a:ext>
            </a:extLst>
          </p:cNvPr>
          <p:cNvSpPr>
            <a:spLocks noChangeArrowheads="1"/>
          </p:cNvSpPr>
          <p:nvPr/>
        </p:nvSpPr>
        <p:spPr bwMode="auto">
          <a:xfrm>
            <a:off x="583640" y="1132683"/>
            <a:ext cx="1395712" cy="400110"/>
          </a:xfrm>
          <a:prstGeom prst="rect">
            <a:avLst/>
          </a:prstGeom>
          <a:solidFill>
            <a:srgbClr val="E10000"/>
          </a:solid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1. </a:t>
            </a:r>
            <a:r>
              <a:rPr kumimoji="0" lang="zh-CN" altLang="en-US"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磷矿石</a:t>
            </a:r>
            <a:endParaRPr kumimoji="0" lang="zh-CN" altLang="zh-CN" sz="2000" b="1" i="0" u="none" strike="noStrike" kern="1200" cap="none" spc="0" normalizeH="0" baseline="0" noProof="0" dirty="0">
              <a:ln>
                <a:noFill/>
              </a:ln>
              <a:solidFill>
                <a:schemeClr val="bg1"/>
              </a:solidFill>
              <a:effectLst/>
              <a:uLnTx/>
              <a:uFillTx/>
              <a:latin typeface="Arial" panose="020B0604020202020204" pitchFamily="34" charset="0"/>
              <a:ea typeface="华文细黑" panose="02010600040101010101" charset="-122"/>
              <a:cs typeface="+mn-cs"/>
            </a:endParaRPr>
          </a:p>
        </p:txBody>
      </p:sp>
      <p:sp>
        <p:nvSpPr>
          <p:cNvPr id="9" name="Rectangle 4">
            <a:extLst>
              <a:ext uri="{FF2B5EF4-FFF2-40B4-BE49-F238E27FC236}">
                <a16:creationId xmlns:a16="http://schemas.microsoft.com/office/drawing/2014/main" xmlns="" id="{62221E0E-31B1-7FA8-FB43-FA3716DDEA60}"/>
              </a:ext>
            </a:extLst>
          </p:cNvPr>
          <p:cNvSpPr>
            <a:spLocks noChangeArrowheads="1"/>
          </p:cNvSpPr>
          <p:nvPr/>
        </p:nvSpPr>
        <p:spPr bwMode="auto">
          <a:xfrm>
            <a:off x="583640" y="3658799"/>
            <a:ext cx="4636323" cy="40011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规模：产能行业前三，储量行业领先</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graphicFrame>
        <p:nvGraphicFramePr>
          <p:cNvPr id="10" name="图表 9">
            <a:extLst>
              <a:ext uri="{FF2B5EF4-FFF2-40B4-BE49-F238E27FC236}">
                <a16:creationId xmlns:a16="http://schemas.microsoft.com/office/drawing/2014/main" xmlns="" id="{93D9682B-B3BD-CC82-B56A-EE39C8C8A6FE}"/>
              </a:ext>
            </a:extLst>
          </p:cNvPr>
          <p:cNvGraphicFramePr>
            <a:graphicFrameLocks/>
          </p:cNvGraphicFramePr>
          <p:nvPr>
            <p:extLst>
              <p:ext uri="{D42A27DB-BD31-4B8C-83A1-F6EECF244321}">
                <p14:modId xmlns:p14="http://schemas.microsoft.com/office/powerpoint/2010/main" val="255233217"/>
              </p:ext>
            </p:extLst>
          </p:nvPr>
        </p:nvGraphicFramePr>
        <p:xfrm>
          <a:off x="167999" y="4189714"/>
          <a:ext cx="6181101" cy="2294133"/>
        </p:xfrm>
        <a:graphic>
          <a:graphicData uri="http://schemas.openxmlformats.org/drawingml/2006/chart">
            <c:chart xmlns:c="http://schemas.openxmlformats.org/drawingml/2006/chart" xmlns:r="http://schemas.openxmlformats.org/officeDocument/2006/relationships" r:id="rId3"/>
          </a:graphicData>
        </a:graphic>
      </p:graphicFrame>
      <p:sp>
        <p:nvSpPr>
          <p:cNvPr id="11" name="Rectangle 4">
            <a:extLst>
              <a:ext uri="{FF2B5EF4-FFF2-40B4-BE49-F238E27FC236}">
                <a16:creationId xmlns:a16="http://schemas.microsoft.com/office/drawing/2014/main" xmlns="" id="{73EACED6-4A6B-2C30-0BBD-47F35102C676}"/>
              </a:ext>
            </a:extLst>
          </p:cNvPr>
          <p:cNvSpPr>
            <a:spLocks noChangeArrowheads="1"/>
          </p:cNvSpPr>
          <p:nvPr/>
        </p:nvSpPr>
        <p:spPr bwMode="auto">
          <a:xfrm>
            <a:off x="2307802" y="4254159"/>
            <a:ext cx="1950690" cy="26161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1100" b="1" i="0" u="none" strike="noStrike" kern="1200" cap="none" spc="0" normalizeH="0" baseline="0" noProof="0" dirty="0">
                <a:ln>
                  <a:noFill/>
                </a:ln>
                <a:effectLst/>
                <a:uLnTx/>
                <a:uFillTx/>
                <a:latin typeface="微软雅黑" panose="020B0503020204020204" pitchFamily="34" charset="-122"/>
                <a:ea typeface="微软雅黑" panose="020B0503020204020204" pitchFamily="34" charset="-122"/>
              </a:rPr>
              <a:t>磷矿石产能（万吨</a:t>
            </a:r>
            <a:r>
              <a:rPr kumimoji="0" lang="en-US" altLang="zh-CN" sz="1100" b="1" i="0" u="none" strike="noStrike" kern="1200" cap="none" spc="0" normalizeH="0" baseline="0" noProof="0" dirty="0">
                <a:ln>
                  <a:noFill/>
                </a:ln>
                <a:effectLst/>
                <a:uLnTx/>
                <a:uFillTx/>
                <a:latin typeface="微软雅黑" panose="020B0503020204020204" pitchFamily="34" charset="-122"/>
                <a:ea typeface="微软雅黑" panose="020B0503020204020204" pitchFamily="34" charset="-122"/>
              </a:rPr>
              <a:t>/</a:t>
            </a:r>
            <a:r>
              <a:rPr kumimoji="0" lang="zh-CN" altLang="en-US" sz="1100" b="1" i="0" u="none" strike="noStrike" kern="1200" cap="none" spc="0" normalizeH="0" baseline="0" noProof="0" dirty="0">
                <a:ln>
                  <a:noFill/>
                </a:ln>
                <a:effectLst/>
                <a:uLnTx/>
                <a:uFillTx/>
                <a:latin typeface="微软雅黑" panose="020B0503020204020204" pitchFamily="34" charset="-122"/>
                <a:ea typeface="微软雅黑" panose="020B0503020204020204" pitchFamily="34" charset="-122"/>
              </a:rPr>
              <a:t>年）</a:t>
            </a:r>
            <a:endParaRPr kumimoji="0" lang="zh-CN" altLang="zh-CN" sz="1100" b="1" i="0" u="none" strike="noStrike" kern="1200" cap="none" spc="0" normalizeH="0" baseline="0" noProof="0" dirty="0">
              <a:ln>
                <a:noFill/>
              </a:ln>
              <a:effectLst/>
              <a:uLnTx/>
              <a:uFillTx/>
              <a:latin typeface="微软雅黑" panose="020B0503020204020204" pitchFamily="34" charset="-122"/>
              <a:ea typeface="微软雅黑" panose="020B0503020204020204" pitchFamily="34" charset="-122"/>
            </a:endParaRPr>
          </a:p>
        </p:txBody>
      </p:sp>
      <p:graphicFrame>
        <p:nvGraphicFramePr>
          <p:cNvPr id="12" name="图表 11">
            <a:extLst>
              <a:ext uri="{FF2B5EF4-FFF2-40B4-BE49-F238E27FC236}">
                <a16:creationId xmlns:a16="http://schemas.microsoft.com/office/drawing/2014/main" xmlns="" id="{2A4DAF1E-5796-421F-A746-9416432F9EA9}"/>
              </a:ext>
            </a:extLst>
          </p:cNvPr>
          <p:cNvGraphicFramePr>
            <a:graphicFrameLocks/>
          </p:cNvGraphicFramePr>
          <p:nvPr>
            <p:extLst>
              <p:ext uri="{D42A27DB-BD31-4B8C-83A1-F6EECF244321}">
                <p14:modId xmlns:p14="http://schemas.microsoft.com/office/powerpoint/2010/main" val="1465272140"/>
              </p:ext>
            </p:extLst>
          </p:nvPr>
        </p:nvGraphicFramePr>
        <p:xfrm>
          <a:off x="6473711" y="1418253"/>
          <a:ext cx="5156451" cy="2263011"/>
        </p:xfrm>
        <a:graphic>
          <a:graphicData uri="http://schemas.openxmlformats.org/drawingml/2006/chart">
            <c:chart xmlns:c="http://schemas.openxmlformats.org/drawingml/2006/chart" xmlns:r="http://schemas.openxmlformats.org/officeDocument/2006/relationships" r:id="rId4"/>
          </a:graphicData>
        </a:graphic>
      </p:graphicFrame>
      <p:sp>
        <p:nvSpPr>
          <p:cNvPr id="13" name="Rectangle 4">
            <a:extLst>
              <a:ext uri="{FF2B5EF4-FFF2-40B4-BE49-F238E27FC236}">
                <a16:creationId xmlns:a16="http://schemas.microsoft.com/office/drawing/2014/main" xmlns="" id="{07FEDF54-EB27-5399-4BFF-05C5906258EB}"/>
              </a:ext>
            </a:extLst>
          </p:cNvPr>
          <p:cNvSpPr>
            <a:spLocks noChangeArrowheads="1"/>
          </p:cNvSpPr>
          <p:nvPr/>
        </p:nvSpPr>
        <p:spPr bwMode="auto">
          <a:xfrm>
            <a:off x="6349100" y="1060854"/>
            <a:ext cx="4636323" cy="40011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盈利：与同行接近</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sp>
        <p:nvSpPr>
          <p:cNvPr id="14" name="Text Box 2">
            <a:extLst>
              <a:ext uri="{FF2B5EF4-FFF2-40B4-BE49-F238E27FC236}">
                <a16:creationId xmlns:a16="http://schemas.microsoft.com/office/drawing/2014/main" xmlns="" id="{BDB4A7CB-55DF-CE91-2598-6A1081B0B60B}"/>
              </a:ext>
            </a:extLst>
          </p:cNvPr>
          <p:cNvSpPr txBox="1">
            <a:spLocks noChangeArrowheads="1"/>
          </p:cNvSpPr>
          <p:nvPr/>
        </p:nvSpPr>
        <p:spPr bwMode="auto">
          <a:xfrm>
            <a:off x="428626" y="1636938"/>
            <a:ext cx="5384346"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产能</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385</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万吨</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年</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、在建产能</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200</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万吨</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年</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，储量</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8.07</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亿吨</a:t>
            </a:r>
            <a:endPar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b="1" i="0" u="none" strike="noStrike" kern="1200" cap="none" spc="0" normalizeH="0" baseline="0" noProof="0" dirty="0">
                <a:ln>
                  <a:noFill/>
                </a:ln>
                <a:effectLst/>
                <a:uLnTx/>
                <a:uFillTx/>
                <a:latin typeface="微软雅黑" panose="020B0503020204020204" pitchFamily="34" charset="-122"/>
                <a:ea typeface="微软雅黑" panose="020B0503020204020204" pitchFamily="34" charset="-122"/>
                <a:cs typeface="+mn-cs"/>
              </a:rPr>
              <a:t>磷矿石产品</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价格为历史最高位</a:t>
            </a:r>
            <a:r>
              <a:rPr kumimoji="0" lang="zh-CN" altLang="en-US" sz="1200" b="1" i="0" u="none" strike="noStrike" kern="1200" cap="none" spc="0" normalizeH="0" baseline="0" noProof="0" dirty="0">
                <a:ln>
                  <a:noFill/>
                </a:ln>
                <a:effectLst/>
                <a:uLnTx/>
                <a:uFillTx/>
                <a:latin typeface="微软雅黑" panose="020B0503020204020204" pitchFamily="34" charset="-122"/>
                <a:ea typeface="微软雅黑" panose="020B0503020204020204" pitchFamily="34" charset="-122"/>
                <a:cs typeface="+mn-cs"/>
              </a:rPr>
              <a:t>，</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景气望维系</a:t>
            </a:r>
            <a:endPar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endParaRPr>
          </a:p>
        </p:txBody>
      </p:sp>
      <p:sp>
        <p:nvSpPr>
          <p:cNvPr id="15" name="Rectangle 4">
            <a:extLst>
              <a:ext uri="{FF2B5EF4-FFF2-40B4-BE49-F238E27FC236}">
                <a16:creationId xmlns:a16="http://schemas.microsoft.com/office/drawing/2014/main" xmlns="" id="{B00456B9-9F2D-561C-02D6-9BC9AB3004AB}"/>
              </a:ext>
            </a:extLst>
          </p:cNvPr>
          <p:cNvSpPr>
            <a:spLocks noChangeArrowheads="1"/>
          </p:cNvSpPr>
          <p:nvPr/>
        </p:nvSpPr>
        <p:spPr bwMode="auto">
          <a:xfrm>
            <a:off x="6349101" y="3504911"/>
            <a:ext cx="5674899" cy="707886"/>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景气位置：高位</a:t>
            </a:r>
            <a:r>
              <a:rPr kumimoji="0" lang="en-US"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a:t>
            </a: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历史分位</a:t>
            </a:r>
            <a:r>
              <a:rPr kumimoji="0" lang="en-US"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100%</a:t>
            </a:r>
            <a:r>
              <a:rPr lang="en-US" altLang="zh-CN" sz="2000" b="1" dirty="0">
                <a:solidFill>
                  <a:srgbClr val="E10000"/>
                </a:solidFill>
                <a:latin typeface="微软雅黑" panose="020B0503020204020204" pitchFamily="34" charset="-122"/>
                <a:ea typeface="微软雅黑" panose="020B0503020204020204" pitchFamily="34" charset="-122"/>
              </a:rPr>
              <a:t>)</a:t>
            </a:r>
            <a:r>
              <a:rPr lang="zh-CN" altLang="en-US" sz="2000" b="1" dirty="0">
                <a:solidFill>
                  <a:srgbClr val="E10000"/>
                </a:solidFill>
                <a:latin typeface="微软雅黑" panose="020B0503020204020204" pitchFamily="34" charset="-122"/>
                <a:ea typeface="微软雅黑" panose="020B0503020204020204" pitchFamily="34" charset="-122"/>
              </a:rPr>
              <a:t>，景气中枢持续上移（战略资源，供需长期偏紧）</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graphicFrame>
        <p:nvGraphicFramePr>
          <p:cNvPr id="16" name="图表 15"/>
          <p:cNvGraphicFramePr>
            <a:graphicFrameLocks/>
          </p:cNvGraphicFramePr>
          <p:nvPr>
            <p:extLst>
              <p:ext uri="{D42A27DB-BD31-4B8C-83A1-F6EECF244321}">
                <p14:modId xmlns:p14="http://schemas.microsoft.com/office/powerpoint/2010/main" val="3690775391"/>
              </p:ext>
            </p:extLst>
          </p:nvPr>
        </p:nvGraphicFramePr>
        <p:xfrm>
          <a:off x="6473711" y="4183592"/>
          <a:ext cx="5339348" cy="2254314"/>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170236153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4" y="410018"/>
            <a:ext cx="814630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各板块属性分析</a:t>
            </a:r>
            <a:r>
              <a:rPr kumimoji="0" lang="en-US" altLang="zh-CN"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a:t>
            </a: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规模、盈利能力、周期位置</a:t>
            </a:r>
          </a:p>
        </p:txBody>
      </p:sp>
      <p:sp>
        <p:nvSpPr>
          <p:cNvPr id="107" name="Rectangle 5">
            <a:extLst>
              <a:ext uri="{FF2B5EF4-FFF2-40B4-BE49-F238E27FC236}">
                <a16:creationId xmlns:a16="http://schemas.microsoft.com/office/drawing/2014/main" xmlns="" id="{C649AFF4-A826-474B-B978-8F0F55AA9B76}"/>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资料来源：公司公告，长江证券研究所</a:t>
            </a:r>
          </a:p>
        </p:txBody>
      </p:sp>
      <p:sp>
        <p:nvSpPr>
          <p:cNvPr id="4" name="矩形 3">
            <a:extLst>
              <a:ext uri="{FF2B5EF4-FFF2-40B4-BE49-F238E27FC236}">
                <a16:creationId xmlns:a16="http://schemas.microsoft.com/office/drawing/2014/main" xmlns="" id="{2078DB4C-1EEF-BCE7-3A0E-BC1856CEAA5B}"/>
              </a:ext>
            </a:extLst>
          </p:cNvPr>
          <p:cNvSpPr/>
          <p:nvPr/>
        </p:nvSpPr>
        <p:spPr>
          <a:xfrm>
            <a:off x="831273" y="471573"/>
            <a:ext cx="441146"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序</a:t>
            </a:r>
          </a:p>
        </p:txBody>
      </p:sp>
      <p:sp>
        <p:nvSpPr>
          <p:cNvPr id="6" name="Rectangle 4">
            <a:extLst>
              <a:ext uri="{FF2B5EF4-FFF2-40B4-BE49-F238E27FC236}">
                <a16:creationId xmlns:a16="http://schemas.microsoft.com/office/drawing/2014/main" xmlns="" id="{16914627-2D65-AB6D-5964-BDFD907A523F}"/>
              </a:ext>
            </a:extLst>
          </p:cNvPr>
          <p:cNvSpPr>
            <a:spLocks noChangeArrowheads="1"/>
          </p:cNvSpPr>
          <p:nvPr/>
        </p:nvSpPr>
        <p:spPr bwMode="auto">
          <a:xfrm>
            <a:off x="583639" y="1132683"/>
            <a:ext cx="2579439" cy="400110"/>
          </a:xfrm>
          <a:prstGeom prst="rect">
            <a:avLst/>
          </a:prstGeom>
          <a:solidFill>
            <a:srgbClr val="E10000"/>
          </a:solid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lang="en-US" altLang="zh-CN" sz="2000" b="1" dirty="0">
                <a:solidFill>
                  <a:schemeClr val="bg1"/>
                </a:solidFill>
                <a:latin typeface="微软雅黑" panose="020B0503020204020204" pitchFamily="34" charset="-122"/>
                <a:ea typeface="微软雅黑" panose="020B0503020204020204" pitchFamily="34" charset="-122"/>
              </a:rPr>
              <a:t>2</a:t>
            </a:r>
            <a:r>
              <a:rPr kumimoji="0" lang="en-US" altLang="zh-CN"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 </a:t>
            </a:r>
            <a:r>
              <a:rPr kumimoji="0" lang="zh-CN" altLang="en-US"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黄磷</a:t>
            </a:r>
            <a:r>
              <a:rPr kumimoji="0" lang="en-US" altLang="zh-CN"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&amp;</a:t>
            </a:r>
            <a:r>
              <a:rPr kumimoji="0" lang="zh-CN" altLang="en-US"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精细磷酸盐</a:t>
            </a:r>
            <a:endParaRPr kumimoji="0" lang="zh-CN" altLang="zh-CN" sz="2000" b="1" i="0" u="none" strike="noStrike" kern="1200" cap="none" spc="0" normalizeH="0" baseline="0" noProof="0" dirty="0">
              <a:ln>
                <a:noFill/>
              </a:ln>
              <a:solidFill>
                <a:schemeClr val="bg1"/>
              </a:solidFill>
              <a:effectLst/>
              <a:uLnTx/>
              <a:uFillTx/>
              <a:latin typeface="Arial" panose="020B0604020202020204" pitchFamily="34" charset="0"/>
              <a:ea typeface="华文细黑" panose="02010600040101010101" charset="-122"/>
              <a:cs typeface="+mn-cs"/>
            </a:endParaRPr>
          </a:p>
        </p:txBody>
      </p:sp>
      <p:sp>
        <p:nvSpPr>
          <p:cNvPr id="8" name="Rectangle 4">
            <a:extLst>
              <a:ext uri="{FF2B5EF4-FFF2-40B4-BE49-F238E27FC236}">
                <a16:creationId xmlns:a16="http://schemas.microsoft.com/office/drawing/2014/main" xmlns="" id="{23FB3904-8EE3-3CE8-703A-E1CBC84B71C0}"/>
              </a:ext>
            </a:extLst>
          </p:cNvPr>
          <p:cNvSpPr>
            <a:spLocks noChangeArrowheads="1"/>
          </p:cNvSpPr>
          <p:nvPr/>
        </p:nvSpPr>
        <p:spPr bwMode="auto">
          <a:xfrm>
            <a:off x="6349101" y="3504911"/>
            <a:ext cx="5674899" cy="707886"/>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景气位置：价差高位</a:t>
            </a:r>
            <a:r>
              <a:rPr kumimoji="0" lang="en-US"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(95%</a:t>
            </a: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分位</a:t>
            </a:r>
            <a:r>
              <a:rPr lang="en-US" altLang="zh-CN" sz="2000" b="1" dirty="0">
                <a:solidFill>
                  <a:srgbClr val="E10000"/>
                </a:solidFill>
                <a:latin typeface="微软雅黑" panose="020B0503020204020204" pitchFamily="34" charset="-122"/>
                <a:ea typeface="微软雅黑" panose="020B0503020204020204" pitchFamily="34" charset="-122"/>
              </a:rPr>
              <a:t>)</a:t>
            </a:r>
            <a:r>
              <a:rPr lang="zh-CN" altLang="en-US" sz="2000" b="1" dirty="0">
                <a:solidFill>
                  <a:srgbClr val="E10000"/>
                </a:solidFill>
                <a:latin typeface="微软雅黑" panose="020B0503020204020204" pitchFamily="34" charset="-122"/>
                <a:ea typeface="微软雅黑" panose="020B0503020204020204" pitchFamily="34" charset="-122"/>
              </a:rPr>
              <a:t>，</a:t>
            </a: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望维系（黄磷限制新产能，下游平稳增长）</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sp>
        <p:nvSpPr>
          <p:cNvPr id="9" name="Rectangle 4">
            <a:extLst>
              <a:ext uri="{FF2B5EF4-FFF2-40B4-BE49-F238E27FC236}">
                <a16:creationId xmlns:a16="http://schemas.microsoft.com/office/drawing/2014/main" xmlns="" id="{62221E0E-31B1-7FA8-FB43-FA3716DDEA60}"/>
              </a:ext>
            </a:extLst>
          </p:cNvPr>
          <p:cNvSpPr>
            <a:spLocks noChangeArrowheads="1"/>
          </p:cNvSpPr>
          <p:nvPr/>
        </p:nvSpPr>
        <p:spPr bwMode="auto">
          <a:xfrm>
            <a:off x="552136" y="3658799"/>
            <a:ext cx="4934264" cy="707886"/>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规模：黄磷产能行业第二，精细磷酸盐规模行业领先</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sp>
        <p:nvSpPr>
          <p:cNvPr id="13" name="Rectangle 4">
            <a:extLst>
              <a:ext uri="{FF2B5EF4-FFF2-40B4-BE49-F238E27FC236}">
                <a16:creationId xmlns:a16="http://schemas.microsoft.com/office/drawing/2014/main" xmlns="" id="{07FEDF54-EB27-5399-4BFF-05C5906258EB}"/>
              </a:ext>
            </a:extLst>
          </p:cNvPr>
          <p:cNvSpPr>
            <a:spLocks noChangeArrowheads="1"/>
          </p:cNvSpPr>
          <p:nvPr/>
        </p:nvSpPr>
        <p:spPr bwMode="auto">
          <a:xfrm>
            <a:off x="6292217" y="1024464"/>
            <a:ext cx="5801512" cy="40011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盈利：领先同行（下游产品高附加值、自备水电）</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sp>
        <p:nvSpPr>
          <p:cNvPr id="14" name="Text Box 2">
            <a:extLst>
              <a:ext uri="{FF2B5EF4-FFF2-40B4-BE49-F238E27FC236}">
                <a16:creationId xmlns:a16="http://schemas.microsoft.com/office/drawing/2014/main" xmlns="" id="{BDB4A7CB-55DF-CE91-2598-6A1081B0B60B}"/>
              </a:ext>
            </a:extLst>
          </p:cNvPr>
          <p:cNvSpPr txBox="1">
            <a:spLocks noChangeArrowheads="1"/>
          </p:cNvSpPr>
          <p:nvPr/>
        </p:nvSpPr>
        <p:spPr bwMode="auto">
          <a:xfrm>
            <a:off x="428626" y="1636938"/>
            <a:ext cx="5384346"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黄磷产能</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16</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万吨</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年</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、下游精细磷酸盐产能</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23</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万吨</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年</a:t>
            </a:r>
            <a:endPar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rPr>
              <a:t>板块盈利能力领先同行（水电、一体化、高附加值磷酸盐产品）</a:t>
            </a:r>
            <a:endParaRPr kumimoji="0" lang="en-US" altLang="zh-CN"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rPr>
              <a:t>黄磷行业严格限产，景气有支撑</a:t>
            </a:r>
            <a:endParaRPr kumimoji="0" lang="en-US" altLang="zh-CN"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endParaRPr>
          </a:p>
        </p:txBody>
      </p:sp>
      <p:graphicFrame>
        <p:nvGraphicFramePr>
          <p:cNvPr id="3" name="图表 2">
            <a:extLst>
              <a:ext uri="{FF2B5EF4-FFF2-40B4-BE49-F238E27FC236}">
                <a16:creationId xmlns:a16="http://schemas.microsoft.com/office/drawing/2014/main" xmlns="" id="{5B0A5A09-FC72-9DBB-C0E0-BAA3D2E5FD39}"/>
              </a:ext>
            </a:extLst>
          </p:cNvPr>
          <p:cNvGraphicFramePr>
            <a:graphicFrameLocks/>
          </p:cNvGraphicFramePr>
          <p:nvPr>
            <p:extLst>
              <p:ext uri="{D42A27DB-BD31-4B8C-83A1-F6EECF244321}">
                <p14:modId xmlns:p14="http://schemas.microsoft.com/office/powerpoint/2010/main" val="1711377926"/>
              </p:ext>
            </p:extLst>
          </p:nvPr>
        </p:nvGraphicFramePr>
        <p:xfrm>
          <a:off x="679942" y="4404049"/>
          <a:ext cx="4678652" cy="204305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图表 4">
            <a:extLst>
              <a:ext uri="{FF2B5EF4-FFF2-40B4-BE49-F238E27FC236}">
                <a16:creationId xmlns:a16="http://schemas.microsoft.com/office/drawing/2014/main" xmlns="" id="{0B1CC608-8928-E513-B913-2DA7B0A3A469}"/>
              </a:ext>
            </a:extLst>
          </p:cNvPr>
          <p:cNvGraphicFramePr>
            <a:graphicFrameLocks/>
          </p:cNvGraphicFramePr>
          <p:nvPr>
            <p:extLst>
              <p:ext uri="{D42A27DB-BD31-4B8C-83A1-F6EECF244321}">
                <p14:modId xmlns:p14="http://schemas.microsoft.com/office/powerpoint/2010/main" val="9318689"/>
              </p:ext>
            </p:extLst>
          </p:nvPr>
        </p:nvGraphicFramePr>
        <p:xfrm>
          <a:off x="6323720" y="1414354"/>
          <a:ext cx="5316144" cy="21773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图表 14"/>
          <p:cNvGraphicFramePr>
            <a:graphicFrameLocks/>
          </p:cNvGraphicFramePr>
          <p:nvPr>
            <p:extLst>
              <p:ext uri="{D42A27DB-BD31-4B8C-83A1-F6EECF244321}">
                <p14:modId xmlns:p14="http://schemas.microsoft.com/office/powerpoint/2010/main" val="580529840"/>
              </p:ext>
            </p:extLst>
          </p:nvPr>
        </p:nvGraphicFramePr>
        <p:xfrm>
          <a:off x="6349101" y="4205177"/>
          <a:ext cx="5290763" cy="2227100"/>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176567838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4" y="410018"/>
            <a:ext cx="814630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各板块属性分析</a:t>
            </a:r>
            <a:r>
              <a:rPr kumimoji="0" lang="en-US" altLang="zh-CN"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a:t>
            </a: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规模、盈利能力、周期位置</a:t>
            </a:r>
          </a:p>
        </p:txBody>
      </p:sp>
      <p:sp>
        <p:nvSpPr>
          <p:cNvPr id="107" name="Rectangle 5">
            <a:extLst>
              <a:ext uri="{FF2B5EF4-FFF2-40B4-BE49-F238E27FC236}">
                <a16:creationId xmlns:a16="http://schemas.microsoft.com/office/drawing/2014/main" xmlns="" id="{C649AFF4-A826-474B-B978-8F0F55AA9B76}"/>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资料来源：公司公告，长江证券研究所</a:t>
            </a:r>
          </a:p>
        </p:txBody>
      </p:sp>
      <p:sp>
        <p:nvSpPr>
          <p:cNvPr id="4" name="矩形 3">
            <a:extLst>
              <a:ext uri="{FF2B5EF4-FFF2-40B4-BE49-F238E27FC236}">
                <a16:creationId xmlns:a16="http://schemas.microsoft.com/office/drawing/2014/main" xmlns="" id="{2078DB4C-1EEF-BCE7-3A0E-BC1856CEAA5B}"/>
              </a:ext>
            </a:extLst>
          </p:cNvPr>
          <p:cNvSpPr/>
          <p:nvPr/>
        </p:nvSpPr>
        <p:spPr>
          <a:xfrm>
            <a:off x="831273" y="471573"/>
            <a:ext cx="441146"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序</a:t>
            </a:r>
          </a:p>
        </p:txBody>
      </p:sp>
      <p:sp>
        <p:nvSpPr>
          <p:cNvPr id="6" name="Rectangle 4">
            <a:extLst>
              <a:ext uri="{FF2B5EF4-FFF2-40B4-BE49-F238E27FC236}">
                <a16:creationId xmlns:a16="http://schemas.microsoft.com/office/drawing/2014/main" xmlns="" id="{16914627-2D65-AB6D-5964-BDFD907A523F}"/>
              </a:ext>
            </a:extLst>
          </p:cNvPr>
          <p:cNvSpPr>
            <a:spLocks noChangeArrowheads="1"/>
          </p:cNvSpPr>
          <p:nvPr/>
        </p:nvSpPr>
        <p:spPr bwMode="auto">
          <a:xfrm>
            <a:off x="583640" y="1132683"/>
            <a:ext cx="2140899" cy="400110"/>
          </a:xfrm>
          <a:prstGeom prst="rect">
            <a:avLst/>
          </a:prstGeom>
          <a:solidFill>
            <a:srgbClr val="E10000"/>
          </a:solid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3. </a:t>
            </a:r>
            <a:r>
              <a:rPr kumimoji="0" lang="zh-CN" altLang="en-US"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磷肥、复合肥</a:t>
            </a:r>
            <a:endParaRPr kumimoji="0" lang="zh-CN" altLang="zh-CN" sz="2000" b="1" i="0" u="none" strike="noStrike" kern="1200" cap="none" spc="0" normalizeH="0" baseline="0" noProof="0" dirty="0">
              <a:ln>
                <a:noFill/>
              </a:ln>
              <a:solidFill>
                <a:schemeClr val="bg1"/>
              </a:solidFill>
              <a:effectLst/>
              <a:uLnTx/>
              <a:uFillTx/>
              <a:latin typeface="Arial" panose="020B0604020202020204" pitchFamily="34" charset="0"/>
              <a:ea typeface="华文细黑" panose="02010600040101010101" charset="-122"/>
              <a:cs typeface="+mn-cs"/>
            </a:endParaRPr>
          </a:p>
        </p:txBody>
      </p:sp>
      <p:sp>
        <p:nvSpPr>
          <p:cNvPr id="8" name="Rectangle 4">
            <a:extLst>
              <a:ext uri="{FF2B5EF4-FFF2-40B4-BE49-F238E27FC236}">
                <a16:creationId xmlns:a16="http://schemas.microsoft.com/office/drawing/2014/main" xmlns="" id="{23FB3904-8EE3-3CE8-703A-E1CBC84B71C0}"/>
              </a:ext>
            </a:extLst>
          </p:cNvPr>
          <p:cNvSpPr>
            <a:spLocks noChangeArrowheads="1"/>
          </p:cNvSpPr>
          <p:nvPr/>
        </p:nvSpPr>
        <p:spPr bwMode="auto">
          <a:xfrm>
            <a:off x="6349101" y="2991839"/>
            <a:ext cx="5920654" cy="707886"/>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景气位置：磷肥环节成本倒挂</a:t>
            </a:r>
            <a:r>
              <a:rPr kumimoji="0" lang="en-US"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a:t>
            </a: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价差分位</a:t>
            </a:r>
            <a:r>
              <a:rPr lang="en-US" altLang="zh-CN" sz="2000" b="1" dirty="0">
                <a:solidFill>
                  <a:srgbClr val="E10000"/>
                </a:solidFill>
                <a:latin typeface="微软雅黑" panose="020B0503020204020204" pitchFamily="34" charset="-122"/>
                <a:ea typeface="微软雅黑" panose="020B0503020204020204" pitchFamily="34" charset="-122"/>
              </a:rPr>
              <a:t>2.5%)</a:t>
            </a:r>
            <a:r>
              <a:rPr lang="zh-CN" altLang="en-US" sz="2000" b="1" dirty="0">
                <a:solidFill>
                  <a:srgbClr val="E10000"/>
                </a:solidFill>
                <a:latin typeface="微软雅黑" panose="020B0503020204020204" pitchFamily="34" charset="-122"/>
                <a:ea typeface="微软雅黑" panose="020B0503020204020204" pitchFamily="34" charset="-122"/>
              </a:rPr>
              <a:t>，磷肥行业难以有暴利</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sp>
        <p:nvSpPr>
          <p:cNvPr id="13" name="Rectangle 4">
            <a:extLst>
              <a:ext uri="{FF2B5EF4-FFF2-40B4-BE49-F238E27FC236}">
                <a16:creationId xmlns:a16="http://schemas.microsoft.com/office/drawing/2014/main" xmlns="" id="{07FEDF54-EB27-5399-4BFF-05C5906258EB}"/>
              </a:ext>
            </a:extLst>
          </p:cNvPr>
          <p:cNvSpPr>
            <a:spLocks noChangeArrowheads="1"/>
          </p:cNvSpPr>
          <p:nvPr/>
        </p:nvSpPr>
        <p:spPr bwMode="auto">
          <a:xfrm>
            <a:off x="340956" y="3145727"/>
            <a:ext cx="5801512" cy="40011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盈利：不及同行（下游产品高附加值、自备水电）</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sp>
        <p:nvSpPr>
          <p:cNvPr id="14" name="Text Box 2">
            <a:extLst>
              <a:ext uri="{FF2B5EF4-FFF2-40B4-BE49-F238E27FC236}">
                <a16:creationId xmlns:a16="http://schemas.microsoft.com/office/drawing/2014/main" xmlns="" id="{BDB4A7CB-55DF-CE91-2598-6A1081B0B60B}"/>
              </a:ext>
            </a:extLst>
          </p:cNvPr>
          <p:cNvSpPr txBox="1">
            <a:spLocks noChangeArrowheads="1"/>
          </p:cNvSpPr>
          <p:nvPr/>
        </p:nvSpPr>
        <p:spPr bwMode="auto">
          <a:xfrm>
            <a:off x="758122" y="1665184"/>
            <a:ext cx="5384346" cy="1167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marR="0" lvl="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rPr>
              <a:t>产能（万吨</a:t>
            </a:r>
            <a:r>
              <a:rPr kumimoji="0" lang="en-US" altLang="zh-CN"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rPr>
              <a:t>/</a:t>
            </a:r>
            <a:r>
              <a:rPr kumimoji="0" lang="zh-CN" altLang="en-US"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rPr>
              <a:t>年）</a:t>
            </a:r>
            <a:endParaRPr kumimoji="0" lang="en-US" altLang="zh-CN"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endParaRPr>
          </a:p>
          <a:p>
            <a:pPr marL="0" marR="0" lvl="0" indent="0" algn="l" defTabSz="914400" rtl="0" eaLnBrk="1" fontAlgn="base" latinLnBrk="0" hangingPunct="1">
              <a:lnSpc>
                <a:spcPct val="150000"/>
              </a:lnSpc>
              <a:spcBef>
                <a:spcPct val="0"/>
              </a:spcBef>
              <a:spcAft>
                <a:spcPct val="0"/>
              </a:spcAft>
              <a:buClr>
                <a:srgbClr val="C00000"/>
              </a:buClr>
              <a:buSzTx/>
              <a:buNone/>
              <a:tabLst/>
              <a:defRPr/>
            </a:pP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      MAP</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20</a:t>
            </a:r>
            <a:r>
              <a:rPr kumimoji="0" lang="zh-CN" altLang="en-US"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rPr>
              <a:t> 、</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DAP</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80</a:t>
            </a:r>
            <a:r>
              <a:rPr kumimoji="0" lang="zh-CN" altLang="en-US" sz="1200" b="1" i="0" u="none" strike="noStrike" kern="1200" cap="none" spc="0" normalizeH="0" baseline="0" noProof="0" dirty="0">
                <a:ln>
                  <a:noFill/>
                </a:ln>
                <a:solidFill>
                  <a:schemeClr val="tx1">
                    <a:lumMod val="50000"/>
                    <a:lumOff val="50000"/>
                  </a:schemeClr>
                </a:solidFill>
                <a:effectLst/>
                <a:uLnTx/>
                <a:uFillTx/>
                <a:latin typeface="微软雅黑" panose="020B0503020204020204" pitchFamily="34" charset="-122"/>
                <a:ea typeface="微软雅黑" panose="020B0503020204020204" pitchFamily="34" charset="-122"/>
                <a:cs typeface="+mn-cs"/>
              </a:rPr>
              <a:t>、</a:t>
            </a:r>
            <a:r>
              <a:rPr kumimoji="0" lang="zh-CN" altLang="en-US"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复合肥：</a:t>
            </a:r>
            <a:r>
              <a:rPr kumimoji="0" lang="en-US" altLang="zh-CN" sz="1200" b="1" i="0" u="none" strike="noStrike" kern="1200" cap="none" spc="0" normalizeH="0" baseline="0" noProof="0" dirty="0">
                <a:ln>
                  <a:noFill/>
                </a:ln>
                <a:solidFill>
                  <a:srgbClr val="FF0000"/>
                </a:solidFill>
                <a:effectLst/>
                <a:uLnTx/>
                <a:uFillTx/>
                <a:latin typeface="微软雅黑" panose="020B0503020204020204" pitchFamily="34" charset="-122"/>
                <a:ea typeface="微软雅黑" panose="020B0503020204020204" pitchFamily="34" charset="-122"/>
                <a:cs typeface="+mn-cs"/>
              </a:rPr>
              <a:t>28</a:t>
            </a:r>
          </a:p>
          <a:p>
            <a:pPr marR="0" lvl="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lang="zh-CN" altLang="en-US" sz="1200" b="1" dirty="0">
                <a:solidFill>
                  <a:schemeClr val="tx1">
                    <a:lumMod val="50000"/>
                    <a:lumOff val="50000"/>
                  </a:schemeClr>
                </a:solidFill>
                <a:latin typeface="微软雅黑" panose="020B0503020204020204" pitchFamily="34" charset="-122"/>
                <a:ea typeface="微软雅黑" panose="020B0503020204020204" pitchFamily="34" charset="-122"/>
              </a:rPr>
              <a:t>磷肥生产规模小</a:t>
            </a:r>
            <a:endPar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endParaRPr>
          </a:p>
          <a:p>
            <a:pPr marR="0" lvl="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lang="zh-CN" altLang="en-US" sz="1200" b="1" dirty="0">
                <a:solidFill>
                  <a:schemeClr val="tx1">
                    <a:lumMod val="50000"/>
                    <a:lumOff val="50000"/>
                  </a:schemeClr>
                </a:solidFill>
                <a:latin typeface="微软雅黑" panose="020B0503020204020204" pitchFamily="34" charset="-122"/>
                <a:ea typeface="微软雅黑" panose="020B0503020204020204" pitchFamily="34" charset="-122"/>
              </a:rPr>
              <a:t>盈利能力不及同行（兴发磷肥绝非主业，占比很小，内部重视程度低）</a:t>
            </a:r>
            <a:endPar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endParaRPr>
          </a:p>
        </p:txBody>
      </p:sp>
      <p:graphicFrame>
        <p:nvGraphicFramePr>
          <p:cNvPr id="10" name="图表 9">
            <a:extLst>
              <a:ext uri="{FF2B5EF4-FFF2-40B4-BE49-F238E27FC236}">
                <a16:creationId xmlns:a16="http://schemas.microsoft.com/office/drawing/2014/main" xmlns="" id="{DDFBCEC1-EC5D-2EFE-C03C-81A3DBE98219}"/>
              </a:ext>
            </a:extLst>
          </p:cNvPr>
          <p:cNvGraphicFramePr>
            <a:graphicFrameLocks/>
          </p:cNvGraphicFramePr>
          <p:nvPr>
            <p:extLst>
              <p:ext uri="{D42A27DB-BD31-4B8C-83A1-F6EECF244321}">
                <p14:modId xmlns:p14="http://schemas.microsoft.com/office/powerpoint/2010/main" val="888232122"/>
              </p:ext>
            </p:extLst>
          </p:nvPr>
        </p:nvGraphicFramePr>
        <p:xfrm>
          <a:off x="415678" y="3713584"/>
          <a:ext cx="5484105" cy="259278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图表 10">
            <a:extLst>
              <a:ext uri="{FF2B5EF4-FFF2-40B4-BE49-F238E27FC236}">
                <a16:creationId xmlns:a16="http://schemas.microsoft.com/office/drawing/2014/main" xmlns="" id="{00000000-0008-0000-1A00-000002000000}"/>
              </a:ext>
            </a:extLst>
          </p:cNvPr>
          <p:cNvGraphicFramePr>
            <a:graphicFrameLocks/>
          </p:cNvGraphicFramePr>
          <p:nvPr>
            <p:extLst>
              <p:ext uri="{D42A27DB-BD31-4B8C-83A1-F6EECF244321}">
                <p14:modId xmlns:p14="http://schemas.microsoft.com/office/powerpoint/2010/main" val="103888214"/>
              </p:ext>
            </p:extLst>
          </p:nvPr>
        </p:nvGraphicFramePr>
        <p:xfrm>
          <a:off x="6349101" y="3784126"/>
          <a:ext cx="5554575" cy="252224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04251892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4" y="410018"/>
            <a:ext cx="814630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各板块属性分析</a:t>
            </a:r>
            <a:r>
              <a:rPr kumimoji="0" lang="en-US" altLang="zh-CN"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a:t>
            </a: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规模、盈利能力、周期位置</a:t>
            </a:r>
          </a:p>
        </p:txBody>
      </p:sp>
      <p:sp>
        <p:nvSpPr>
          <p:cNvPr id="107" name="Rectangle 5">
            <a:extLst>
              <a:ext uri="{FF2B5EF4-FFF2-40B4-BE49-F238E27FC236}">
                <a16:creationId xmlns:a16="http://schemas.microsoft.com/office/drawing/2014/main" xmlns="" id="{C649AFF4-A826-474B-B978-8F0F55AA9B76}"/>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资料来源：公司公告，长江证券研究所</a:t>
            </a:r>
          </a:p>
        </p:txBody>
      </p:sp>
      <p:sp>
        <p:nvSpPr>
          <p:cNvPr id="4" name="矩形 3">
            <a:extLst>
              <a:ext uri="{FF2B5EF4-FFF2-40B4-BE49-F238E27FC236}">
                <a16:creationId xmlns:a16="http://schemas.microsoft.com/office/drawing/2014/main" xmlns="" id="{2078DB4C-1EEF-BCE7-3A0E-BC1856CEAA5B}"/>
              </a:ext>
            </a:extLst>
          </p:cNvPr>
          <p:cNvSpPr/>
          <p:nvPr/>
        </p:nvSpPr>
        <p:spPr>
          <a:xfrm>
            <a:off x="831273" y="471573"/>
            <a:ext cx="441146"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序</a:t>
            </a:r>
          </a:p>
        </p:txBody>
      </p:sp>
      <p:sp>
        <p:nvSpPr>
          <p:cNvPr id="6" name="Rectangle 4">
            <a:extLst>
              <a:ext uri="{FF2B5EF4-FFF2-40B4-BE49-F238E27FC236}">
                <a16:creationId xmlns:a16="http://schemas.microsoft.com/office/drawing/2014/main" xmlns="" id="{16914627-2D65-AB6D-5964-BDFD907A523F}"/>
              </a:ext>
            </a:extLst>
          </p:cNvPr>
          <p:cNvSpPr>
            <a:spLocks noChangeArrowheads="1"/>
          </p:cNvSpPr>
          <p:nvPr/>
        </p:nvSpPr>
        <p:spPr bwMode="auto">
          <a:xfrm>
            <a:off x="583640" y="1132683"/>
            <a:ext cx="2140899" cy="400110"/>
          </a:xfrm>
          <a:prstGeom prst="rect">
            <a:avLst/>
          </a:prstGeom>
          <a:solidFill>
            <a:srgbClr val="E10000"/>
          </a:solid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lang="en-US" altLang="zh-CN" sz="2000" b="1" dirty="0">
                <a:solidFill>
                  <a:schemeClr val="bg1"/>
                </a:solidFill>
                <a:latin typeface="微软雅黑" panose="020B0503020204020204" pitchFamily="34" charset="-122"/>
                <a:ea typeface="微软雅黑" panose="020B0503020204020204" pitchFamily="34" charset="-122"/>
              </a:rPr>
              <a:t>4</a:t>
            </a:r>
            <a:r>
              <a:rPr kumimoji="0" lang="en-US" altLang="zh-CN"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 </a:t>
            </a:r>
            <a:r>
              <a:rPr kumimoji="0" lang="zh-CN" altLang="en-US"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草甘膦</a:t>
            </a:r>
            <a:endParaRPr kumimoji="0" lang="zh-CN" altLang="zh-CN" sz="2000" b="1" i="0" u="none" strike="noStrike" kern="1200" cap="none" spc="0" normalizeH="0" baseline="0" noProof="0" dirty="0">
              <a:ln>
                <a:noFill/>
              </a:ln>
              <a:solidFill>
                <a:schemeClr val="bg1"/>
              </a:solidFill>
              <a:effectLst/>
              <a:uLnTx/>
              <a:uFillTx/>
              <a:latin typeface="Arial" panose="020B0604020202020204" pitchFamily="34" charset="0"/>
              <a:ea typeface="华文细黑" panose="02010600040101010101" charset="-122"/>
              <a:cs typeface="+mn-cs"/>
            </a:endParaRPr>
          </a:p>
        </p:txBody>
      </p:sp>
      <p:sp>
        <p:nvSpPr>
          <p:cNvPr id="9" name="Rectangle 4">
            <a:extLst>
              <a:ext uri="{FF2B5EF4-FFF2-40B4-BE49-F238E27FC236}">
                <a16:creationId xmlns:a16="http://schemas.microsoft.com/office/drawing/2014/main" xmlns="" id="{75BB6A24-D64E-148F-8A66-58E4967808CF}"/>
              </a:ext>
            </a:extLst>
          </p:cNvPr>
          <p:cNvSpPr>
            <a:spLocks noChangeArrowheads="1"/>
          </p:cNvSpPr>
          <p:nvPr/>
        </p:nvSpPr>
        <p:spPr bwMode="auto">
          <a:xfrm>
            <a:off x="5747657" y="920545"/>
            <a:ext cx="6522098" cy="40011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盈利：领先同行（一体化、磷硅协同）</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graphicFrame>
        <p:nvGraphicFramePr>
          <p:cNvPr id="15" name="图表 14"/>
          <p:cNvGraphicFramePr>
            <a:graphicFrameLocks/>
          </p:cNvGraphicFramePr>
          <p:nvPr>
            <p:extLst>
              <p:ext uri="{D42A27DB-BD31-4B8C-83A1-F6EECF244321}">
                <p14:modId xmlns:p14="http://schemas.microsoft.com/office/powerpoint/2010/main" val="3728968860"/>
              </p:ext>
            </p:extLst>
          </p:nvPr>
        </p:nvGraphicFramePr>
        <p:xfrm>
          <a:off x="868680" y="2103120"/>
          <a:ext cx="10251236" cy="4278497"/>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07806487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4" y="410018"/>
            <a:ext cx="814630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各板块属性分析</a:t>
            </a:r>
            <a:r>
              <a:rPr kumimoji="0" lang="en-US" altLang="zh-CN"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a:t>
            </a: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规模、盈利能力、周期位置</a:t>
            </a:r>
          </a:p>
        </p:txBody>
      </p:sp>
      <p:sp>
        <p:nvSpPr>
          <p:cNvPr id="107" name="Rectangle 5">
            <a:extLst>
              <a:ext uri="{FF2B5EF4-FFF2-40B4-BE49-F238E27FC236}">
                <a16:creationId xmlns:a16="http://schemas.microsoft.com/office/drawing/2014/main" xmlns="" id="{C649AFF4-A826-474B-B978-8F0F55AA9B76}"/>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资料来源：公司公告，长江证券研究所</a:t>
            </a:r>
          </a:p>
        </p:txBody>
      </p:sp>
      <p:sp>
        <p:nvSpPr>
          <p:cNvPr id="4" name="矩形 3">
            <a:extLst>
              <a:ext uri="{FF2B5EF4-FFF2-40B4-BE49-F238E27FC236}">
                <a16:creationId xmlns:a16="http://schemas.microsoft.com/office/drawing/2014/main" xmlns="" id="{2078DB4C-1EEF-BCE7-3A0E-BC1856CEAA5B}"/>
              </a:ext>
            </a:extLst>
          </p:cNvPr>
          <p:cNvSpPr/>
          <p:nvPr/>
        </p:nvSpPr>
        <p:spPr>
          <a:xfrm>
            <a:off x="831273" y="471573"/>
            <a:ext cx="441146"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序</a:t>
            </a:r>
          </a:p>
        </p:txBody>
      </p:sp>
      <p:sp>
        <p:nvSpPr>
          <p:cNvPr id="6" name="Rectangle 4">
            <a:extLst>
              <a:ext uri="{FF2B5EF4-FFF2-40B4-BE49-F238E27FC236}">
                <a16:creationId xmlns:a16="http://schemas.microsoft.com/office/drawing/2014/main" xmlns="" id="{16914627-2D65-AB6D-5964-BDFD907A523F}"/>
              </a:ext>
            </a:extLst>
          </p:cNvPr>
          <p:cNvSpPr>
            <a:spLocks noChangeArrowheads="1"/>
          </p:cNvSpPr>
          <p:nvPr/>
        </p:nvSpPr>
        <p:spPr bwMode="auto">
          <a:xfrm>
            <a:off x="583640" y="1132683"/>
            <a:ext cx="2140899" cy="400110"/>
          </a:xfrm>
          <a:prstGeom prst="rect">
            <a:avLst/>
          </a:prstGeom>
          <a:solidFill>
            <a:srgbClr val="E10000"/>
          </a:solid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5. </a:t>
            </a:r>
            <a:r>
              <a:rPr kumimoji="0" lang="zh-CN" altLang="en-US"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磷酸铁</a:t>
            </a:r>
            <a:endParaRPr kumimoji="0" lang="zh-CN" altLang="zh-CN" sz="2000" b="1" i="0" u="none" strike="noStrike" kern="1200" cap="none" spc="0" normalizeH="0" baseline="0" noProof="0" dirty="0">
              <a:ln>
                <a:noFill/>
              </a:ln>
              <a:solidFill>
                <a:schemeClr val="bg1"/>
              </a:solidFill>
              <a:effectLst/>
              <a:uLnTx/>
              <a:uFillTx/>
              <a:latin typeface="Arial" panose="020B0604020202020204" pitchFamily="34" charset="0"/>
              <a:ea typeface="华文细黑" panose="02010600040101010101" charset="-122"/>
              <a:cs typeface="+mn-cs"/>
            </a:endParaRPr>
          </a:p>
        </p:txBody>
      </p:sp>
      <p:sp>
        <p:nvSpPr>
          <p:cNvPr id="14" name="Text Box 2">
            <a:extLst>
              <a:ext uri="{FF2B5EF4-FFF2-40B4-BE49-F238E27FC236}">
                <a16:creationId xmlns:a16="http://schemas.microsoft.com/office/drawing/2014/main" xmlns="" id="{BDB4A7CB-55DF-CE91-2598-6A1081B0B60B}"/>
              </a:ext>
            </a:extLst>
          </p:cNvPr>
          <p:cNvSpPr txBox="1">
            <a:spLocks noChangeArrowheads="1"/>
          </p:cNvSpPr>
          <p:nvPr/>
        </p:nvSpPr>
        <p:spPr bwMode="auto">
          <a:xfrm>
            <a:off x="758122" y="1665184"/>
            <a:ext cx="5384346"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marR="0" lvl="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rPr>
              <a:t>10</a:t>
            </a:r>
            <a:r>
              <a:rPr lang="zh-CN" altLang="en-US" sz="1200" b="1" dirty="0">
                <a:solidFill>
                  <a:schemeClr val="tx1">
                    <a:lumMod val="50000"/>
                    <a:lumOff val="50000"/>
                  </a:schemeClr>
                </a:solidFill>
                <a:latin typeface="微软雅黑" panose="020B0503020204020204" pitchFamily="34" charset="-122"/>
                <a:ea typeface="微软雅黑" panose="020B0503020204020204" pitchFamily="34" charset="-122"/>
              </a:rPr>
              <a:t>万吨</a:t>
            </a:r>
            <a:r>
              <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rPr>
              <a:t>/</a:t>
            </a:r>
            <a:r>
              <a:rPr lang="zh-CN" altLang="en-US" sz="1200" b="1" dirty="0">
                <a:solidFill>
                  <a:schemeClr val="tx1">
                    <a:lumMod val="50000"/>
                    <a:lumOff val="50000"/>
                  </a:schemeClr>
                </a:solidFill>
                <a:latin typeface="微软雅黑" panose="020B0503020204020204" pitchFamily="34" charset="-122"/>
                <a:ea typeface="微软雅黑" panose="020B0503020204020204" pitchFamily="34" charset="-122"/>
              </a:rPr>
              <a:t>年项目有望于</a:t>
            </a:r>
            <a:r>
              <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rPr>
              <a:t>2023</a:t>
            </a:r>
            <a:r>
              <a:rPr lang="zh-CN" altLang="en-US" sz="1200" b="1" dirty="0">
                <a:solidFill>
                  <a:schemeClr val="tx1">
                    <a:lumMod val="50000"/>
                    <a:lumOff val="50000"/>
                  </a:schemeClr>
                </a:solidFill>
                <a:latin typeface="微软雅黑" panose="020B0503020204020204" pitchFamily="34" charset="-122"/>
                <a:ea typeface="微软雅黑" panose="020B0503020204020204" pitchFamily="34" charset="-122"/>
              </a:rPr>
              <a:t>年中投产</a:t>
            </a:r>
            <a:endPar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endParaRPr>
          </a:p>
          <a:p>
            <a:pPr marR="0" lvl="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lang="zh-CN" altLang="en-US" sz="1200" b="1" dirty="0">
                <a:solidFill>
                  <a:schemeClr val="tx1">
                    <a:lumMod val="50000"/>
                    <a:lumOff val="50000"/>
                  </a:schemeClr>
                </a:solidFill>
                <a:latin typeface="微软雅黑" panose="020B0503020204020204" pitchFamily="34" charset="-122"/>
                <a:ea typeface="微软雅黑" panose="020B0503020204020204" pitchFamily="34" charset="-122"/>
              </a:rPr>
              <a:t>工艺路径占优、一体化配套；</a:t>
            </a:r>
            <a:r>
              <a:rPr lang="zh-CN" altLang="en-US" sz="1200" b="1" dirty="0">
                <a:solidFill>
                  <a:srgbClr val="E10011"/>
                </a:solidFill>
                <a:latin typeface="微软雅黑" panose="020B0503020204020204" pitchFamily="34" charset="-122"/>
                <a:ea typeface="微软雅黑" panose="020B0503020204020204" pitchFamily="34" charset="-122"/>
              </a:rPr>
              <a:t>成本优势显著</a:t>
            </a:r>
            <a:endParaRPr lang="en-US" altLang="zh-CN" sz="1200" b="1" dirty="0">
              <a:solidFill>
                <a:srgbClr val="E10011"/>
              </a:solidFill>
              <a:latin typeface="微软雅黑" panose="020B0503020204020204" pitchFamily="34" charset="-122"/>
              <a:ea typeface="微软雅黑" panose="020B0503020204020204" pitchFamily="34" charset="-122"/>
            </a:endParaRPr>
          </a:p>
          <a:p>
            <a:pPr marR="0" lvl="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lang="zh-CN" altLang="en-US" sz="1200" b="1" dirty="0">
                <a:solidFill>
                  <a:srgbClr val="E10011"/>
                </a:solidFill>
                <a:latin typeface="微软雅黑" panose="020B0503020204020204" pitchFamily="34" charset="-122"/>
                <a:ea typeface="微软雅黑" panose="020B0503020204020204" pitchFamily="34" charset="-122"/>
              </a:rPr>
              <a:t>行业扩产较多，景气将由高位回落</a:t>
            </a:r>
            <a:endParaRPr lang="en-US" altLang="zh-CN" sz="1200" b="1" dirty="0">
              <a:solidFill>
                <a:srgbClr val="E10011"/>
              </a:solidFill>
              <a:latin typeface="微软雅黑" panose="020B0503020204020204" pitchFamily="34" charset="-122"/>
              <a:ea typeface="微软雅黑" panose="020B0503020204020204" pitchFamily="34" charset="-122"/>
            </a:endParaRPr>
          </a:p>
        </p:txBody>
      </p:sp>
      <p:graphicFrame>
        <p:nvGraphicFramePr>
          <p:cNvPr id="7" name="图表 6">
            <a:extLst>
              <a:ext uri="{FF2B5EF4-FFF2-40B4-BE49-F238E27FC236}">
                <a16:creationId xmlns:a16="http://schemas.microsoft.com/office/drawing/2014/main" xmlns="" id="{81A828C3-3C30-813C-3172-6882A540A37C}"/>
              </a:ext>
            </a:extLst>
          </p:cNvPr>
          <p:cNvGraphicFramePr>
            <a:graphicFrameLocks/>
          </p:cNvGraphicFramePr>
          <p:nvPr>
            <p:extLst>
              <p:ext uri="{D42A27DB-BD31-4B8C-83A1-F6EECF244321}">
                <p14:modId xmlns:p14="http://schemas.microsoft.com/office/powerpoint/2010/main" val="2182932830"/>
              </p:ext>
            </p:extLst>
          </p:nvPr>
        </p:nvGraphicFramePr>
        <p:xfrm>
          <a:off x="219075" y="3257550"/>
          <a:ext cx="6522098" cy="3056326"/>
        </p:xfrm>
        <a:graphic>
          <a:graphicData uri="http://schemas.openxmlformats.org/drawingml/2006/chart">
            <c:chart xmlns:c="http://schemas.openxmlformats.org/drawingml/2006/chart" xmlns:r="http://schemas.openxmlformats.org/officeDocument/2006/relationships" r:id="rId3"/>
          </a:graphicData>
        </a:graphic>
      </p:graphicFrame>
      <p:sp>
        <p:nvSpPr>
          <p:cNvPr id="10" name="Rectangle 4">
            <a:extLst>
              <a:ext uri="{FF2B5EF4-FFF2-40B4-BE49-F238E27FC236}">
                <a16:creationId xmlns:a16="http://schemas.microsoft.com/office/drawing/2014/main" xmlns="" id="{690A7451-A466-1953-520B-1A5A54F04539}"/>
              </a:ext>
            </a:extLst>
          </p:cNvPr>
          <p:cNvSpPr>
            <a:spLocks noChangeArrowheads="1"/>
          </p:cNvSpPr>
          <p:nvPr/>
        </p:nvSpPr>
        <p:spPr bwMode="auto">
          <a:xfrm>
            <a:off x="470807" y="2894595"/>
            <a:ext cx="6522098" cy="40011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盈利：领先同行（一体化、优势工艺路径）</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sp>
        <p:nvSpPr>
          <p:cNvPr id="12" name="Rectangle 4">
            <a:extLst>
              <a:ext uri="{FF2B5EF4-FFF2-40B4-BE49-F238E27FC236}">
                <a16:creationId xmlns:a16="http://schemas.microsoft.com/office/drawing/2014/main" xmlns="" id="{B653EC4A-A017-2226-1086-8579CD301534}"/>
              </a:ext>
            </a:extLst>
          </p:cNvPr>
          <p:cNvSpPr>
            <a:spLocks noChangeArrowheads="1"/>
          </p:cNvSpPr>
          <p:nvPr/>
        </p:nvSpPr>
        <p:spPr bwMode="auto">
          <a:xfrm>
            <a:off x="6660113" y="2862655"/>
            <a:ext cx="5122823" cy="40011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景气：高位将回落，行业将进入过剩</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graphicFrame>
        <p:nvGraphicFramePr>
          <p:cNvPr id="11" name="图表 10">
            <a:extLst>
              <a:ext uri="{FF2B5EF4-FFF2-40B4-BE49-F238E27FC236}">
                <a16:creationId xmlns:a16="http://schemas.microsoft.com/office/drawing/2014/main" xmlns="" id="{00000000-0008-0000-1D00-000004000000}"/>
              </a:ext>
            </a:extLst>
          </p:cNvPr>
          <p:cNvGraphicFramePr>
            <a:graphicFrameLocks/>
          </p:cNvGraphicFramePr>
          <p:nvPr>
            <p:extLst>
              <p:ext uri="{D42A27DB-BD31-4B8C-83A1-F6EECF244321}">
                <p14:modId xmlns:p14="http://schemas.microsoft.com/office/powerpoint/2010/main" val="251379285"/>
              </p:ext>
            </p:extLst>
          </p:nvPr>
        </p:nvGraphicFramePr>
        <p:xfrm>
          <a:off x="6741173" y="3539692"/>
          <a:ext cx="4816513" cy="2774184"/>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42074102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4" y="410018"/>
            <a:ext cx="814630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各板块属性分析</a:t>
            </a:r>
            <a:r>
              <a:rPr kumimoji="0" lang="en-US" altLang="zh-CN"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a:t>
            </a: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规模、盈利能力、周期位置</a:t>
            </a:r>
          </a:p>
        </p:txBody>
      </p:sp>
      <p:sp>
        <p:nvSpPr>
          <p:cNvPr id="107" name="Rectangle 5">
            <a:extLst>
              <a:ext uri="{FF2B5EF4-FFF2-40B4-BE49-F238E27FC236}">
                <a16:creationId xmlns:a16="http://schemas.microsoft.com/office/drawing/2014/main" xmlns="" id="{C649AFF4-A826-474B-B978-8F0F55AA9B76}"/>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资料来源：公司公告，长江证券研究所</a:t>
            </a:r>
          </a:p>
        </p:txBody>
      </p:sp>
      <p:sp>
        <p:nvSpPr>
          <p:cNvPr id="4" name="矩形 3">
            <a:extLst>
              <a:ext uri="{FF2B5EF4-FFF2-40B4-BE49-F238E27FC236}">
                <a16:creationId xmlns:a16="http://schemas.microsoft.com/office/drawing/2014/main" xmlns="" id="{2078DB4C-1EEF-BCE7-3A0E-BC1856CEAA5B}"/>
              </a:ext>
            </a:extLst>
          </p:cNvPr>
          <p:cNvSpPr/>
          <p:nvPr/>
        </p:nvSpPr>
        <p:spPr>
          <a:xfrm>
            <a:off x="831273" y="471573"/>
            <a:ext cx="441146"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序</a:t>
            </a:r>
          </a:p>
        </p:txBody>
      </p:sp>
      <p:sp>
        <p:nvSpPr>
          <p:cNvPr id="6" name="Rectangle 4">
            <a:extLst>
              <a:ext uri="{FF2B5EF4-FFF2-40B4-BE49-F238E27FC236}">
                <a16:creationId xmlns:a16="http://schemas.microsoft.com/office/drawing/2014/main" xmlns="" id="{16914627-2D65-AB6D-5964-BDFD907A523F}"/>
              </a:ext>
            </a:extLst>
          </p:cNvPr>
          <p:cNvSpPr>
            <a:spLocks noChangeArrowheads="1"/>
          </p:cNvSpPr>
          <p:nvPr/>
        </p:nvSpPr>
        <p:spPr bwMode="auto">
          <a:xfrm>
            <a:off x="583640" y="1132683"/>
            <a:ext cx="2140899" cy="400110"/>
          </a:xfrm>
          <a:prstGeom prst="rect">
            <a:avLst/>
          </a:prstGeom>
          <a:solidFill>
            <a:srgbClr val="E10000"/>
          </a:solid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lang="en-US" altLang="zh-CN" sz="2000" b="1" dirty="0">
                <a:solidFill>
                  <a:schemeClr val="bg1"/>
                </a:solidFill>
                <a:latin typeface="微软雅黑" panose="020B0503020204020204" pitchFamily="34" charset="-122"/>
                <a:ea typeface="微软雅黑" panose="020B0503020204020204" pitchFamily="34" charset="-122"/>
              </a:rPr>
              <a:t>6</a:t>
            </a:r>
            <a:r>
              <a:rPr kumimoji="0" lang="en-US" altLang="zh-CN"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 </a:t>
            </a:r>
            <a:r>
              <a:rPr kumimoji="0" lang="zh-CN" altLang="en-US" sz="20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mn-cs"/>
              </a:rPr>
              <a:t>有机硅</a:t>
            </a:r>
            <a:endParaRPr kumimoji="0" lang="zh-CN" altLang="zh-CN" sz="2000" b="1" i="0" u="none" strike="noStrike" kern="1200" cap="none" spc="0" normalizeH="0" baseline="0" noProof="0" dirty="0">
              <a:ln>
                <a:noFill/>
              </a:ln>
              <a:solidFill>
                <a:schemeClr val="bg1"/>
              </a:solidFill>
              <a:effectLst/>
              <a:uLnTx/>
              <a:uFillTx/>
              <a:latin typeface="Arial" panose="020B0604020202020204" pitchFamily="34" charset="0"/>
              <a:ea typeface="华文细黑" panose="02010600040101010101" charset="-122"/>
              <a:cs typeface="+mn-cs"/>
            </a:endParaRPr>
          </a:p>
        </p:txBody>
      </p:sp>
      <p:sp>
        <p:nvSpPr>
          <p:cNvPr id="14" name="Text Box 2">
            <a:extLst>
              <a:ext uri="{FF2B5EF4-FFF2-40B4-BE49-F238E27FC236}">
                <a16:creationId xmlns:a16="http://schemas.microsoft.com/office/drawing/2014/main" xmlns="" id="{BDB4A7CB-55DF-CE91-2598-6A1081B0B60B}"/>
              </a:ext>
            </a:extLst>
          </p:cNvPr>
          <p:cNvSpPr txBox="1">
            <a:spLocks noChangeArrowheads="1"/>
          </p:cNvSpPr>
          <p:nvPr/>
        </p:nvSpPr>
        <p:spPr bwMode="auto">
          <a:xfrm>
            <a:off x="583640" y="1619498"/>
            <a:ext cx="5384346"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marR="0" lvl="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rPr>
              <a:t>36</a:t>
            </a:r>
            <a:r>
              <a:rPr lang="zh-CN" altLang="en-US" sz="1200" b="1" dirty="0">
                <a:solidFill>
                  <a:schemeClr val="tx1">
                    <a:lumMod val="50000"/>
                    <a:lumOff val="50000"/>
                  </a:schemeClr>
                </a:solidFill>
                <a:latin typeface="微软雅黑" panose="020B0503020204020204" pitchFamily="34" charset="-122"/>
                <a:ea typeface="微软雅黑" panose="020B0503020204020204" pitchFamily="34" charset="-122"/>
              </a:rPr>
              <a:t>万吨有机硅单体产能，拟扩</a:t>
            </a:r>
            <a:r>
              <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rPr>
              <a:t>40</a:t>
            </a:r>
            <a:r>
              <a:rPr lang="zh-CN" altLang="en-US" sz="1200" b="1" dirty="0">
                <a:solidFill>
                  <a:schemeClr val="tx1">
                    <a:lumMod val="50000"/>
                    <a:lumOff val="50000"/>
                  </a:schemeClr>
                </a:solidFill>
                <a:latin typeface="微软雅黑" panose="020B0503020204020204" pitchFamily="34" charset="-122"/>
                <a:ea typeface="微软雅黑" panose="020B0503020204020204" pitchFamily="34" charset="-122"/>
              </a:rPr>
              <a:t>万吨</a:t>
            </a:r>
            <a:endPar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endParaRPr>
          </a:p>
          <a:p>
            <a:pPr marR="0" lvl="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lang="zh-CN" altLang="en-US" sz="1200" b="1" dirty="0">
                <a:solidFill>
                  <a:srgbClr val="FF0000"/>
                </a:solidFill>
                <a:latin typeface="微软雅黑" panose="020B0503020204020204" pitchFamily="34" charset="-122"/>
                <a:ea typeface="微软雅黑" panose="020B0503020204020204" pitchFamily="34" charset="-122"/>
              </a:rPr>
              <a:t>有机硅景气度低，上行困难</a:t>
            </a:r>
            <a:endParaRPr lang="en-US" altLang="zh-CN" sz="1200" b="1" dirty="0">
              <a:solidFill>
                <a:srgbClr val="FF0000"/>
              </a:solidFill>
              <a:latin typeface="微软雅黑" panose="020B0503020204020204" pitchFamily="34" charset="-122"/>
              <a:ea typeface="微软雅黑" panose="020B0503020204020204" pitchFamily="34" charset="-122"/>
            </a:endParaRPr>
          </a:p>
          <a:p>
            <a:pPr marR="0" lvl="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lang="zh-CN" altLang="en-US" sz="1200" b="1" dirty="0">
                <a:solidFill>
                  <a:schemeClr val="tx1">
                    <a:lumMod val="50000"/>
                    <a:lumOff val="50000"/>
                  </a:schemeClr>
                </a:solidFill>
                <a:latin typeface="微软雅黑" panose="020B0503020204020204" pitchFamily="34" charset="-122"/>
                <a:ea typeface="微软雅黑" panose="020B0503020204020204" pitchFamily="34" charset="-122"/>
              </a:rPr>
              <a:t>公司具备协同产业链优势，盈利有保障</a:t>
            </a:r>
            <a:endParaRPr lang="en-US" altLang="zh-CN" sz="1200" b="1" dirty="0">
              <a:solidFill>
                <a:schemeClr val="tx1">
                  <a:lumMod val="50000"/>
                  <a:lumOff val="50000"/>
                </a:schemeClr>
              </a:solidFill>
              <a:latin typeface="微软雅黑" panose="020B0503020204020204" pitchFamily="34" charset="-122"/>
              <a:ea typeface="微软雅黑" panose="020B0503020204020204" pitchFamily="34" charset="-122"/>
            </a:endParaRPr>
          </a:p>
        </p:txBody>
      </p:sp>
      <p:sp>
        <p:nvSpPr>
          <p:cNvPr id="10" name="Rectangle 4">
            <a:extLst>
              <a:ext uri="{FF2B5EF4-FFF2-40B4-BE49-F238E27FC236}">
                <a16:creationId xmlns:a16="http://schemas.microsoft.com/office/drawing/2014/main" xmlns="" id="{690A7451-A466-1953-520B-1A5A54F04539}"/>
              </a:ext>
            </a:extLst>
          </p:cNvPr>
          <p:cNvSpPr>
            <a:spLocks noChangeArrowheads="1"/>
          </p:cNvSpPr>
          <p:nvPr/>
        </p:nvSpPr>
        <p:spPr bwMode="auto">
          <a:xfrm>
            <a:off x="470807" y="2644742"/>
            <a:ext cx="4437095" cy="707886"/>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盈利：虽不及规模龙头合盛，但协同产业链优势保证盈利处于中游</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sp>
        <p:nvSpPr>
          <p:cNvPr id="12" name="Rectangle 4">
            <a:extLst>
              <a:ext uri="{FF2B5EF4-FFF2-40B4-BE49-F238E27FC236}">
                <a16:creationId xmlns:a16="http://schemas.microsoft.com/office/drawing/2014/main" xmlns="" id="{B653EC4A-A017-2226-1086-8579CD301534}"/>
              </a:ext>
            </a:extLst>
          </p:cNvPr>
          <p:cNvSpPr>
            <a:spLocks noChangeArrowheads="1"/>
          </p:cNvSpPr>
          <p:nvPr/>
        </p:nvSpPr>
        <p:spPr bwMode="auto">
          <a:xfrm>
            <a:off x="6307494" y="2740707"/>
            <a:ext cx="6035279" cy="707886"/>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景气：低位（</a:t>
            </a:r>
            <a:r>
              <a:rPr kumimoji="0" lang="en-US"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23.0%</a:t>
            </a:r>
            <a:r>
              <a:rPr kumimoji="0" lang="zh-CN" altLang="en-US"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rPr>
              <a:t>价差分位）难以上行，行业中期将持续过剩</a:t>
            </a:r>
            <a:endParaRPr kumimoji="0" lang="zh-CN" altLang="zh-CN" sz="2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endParaRPr>
          </a:p>
        </p:txBody>
      </p:sp>
      <p:graphicFrame>
        <p:nvGraphicFramePr>
          <p:cNvPr id="3" name="图表 2">
            <a:extLst>
              <a:ext uri="{FF2B5EF4-FFF2-40B4-BE49-F238E27FC236}">
                <a16:creationId xmlns:a16="http://schemas.microsoft.com/office/drawing/2014/main" xmlns="" id="{DAF0FFA9-08F6-5BCD-7F40-B5AC7959F6AA}"/>
              </a:ext>
            </a:extLst>
          </p:cNvPr>
          <p:cNvGraphicFramePr>
            <a:graphicFrameLocks/>
          </p:cNvGraphicFramePr>
          <p:nvPr>
            <p:extLst>
              <p:ext uri="{D42A27DB-BD31-4B8C-83A1-F6EECF244321}">
                <p14:modId xmlns:p14="http://schemas.microsoft.com/office/powerpoint/2010/main" val="816119807"/>
              </p:ext>
            </p:extLst>
          </p:nvPr>
        </p:nvGraphicFramePr>
        <p:xfrm>
          <a:off x="409064" y="3352628"/>
          <a:ext cx="5558921" cy="291319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图表 10"/>
          <p:cNvGraphicFramePr>
            <a:graphicFrameLocks/>
          </p:cNvGraphicFramePr>
          <p:nvPr>
            <p:extLst>
              <p:ext uri="{D42A27DB-BD31-4B8C-83A1-F6EECF244321}">
                <p14:modId xmlns:p14="http://schemas.microsoft.com/office/powerpoint/2010/main" val="3215757007"/>
              </p:ext>
            </p:extLst>
          </p:nvPr>
        </p:nvGraphicFramePr>
        <p:xfrm>
          <a:off x="6307493" y="3448593"/>
          <a:ext cx="5233717" cy="2817228"/>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88750544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descr="0110新版ppt-03.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6" y="0"/>
            <a:ext cx="12191594" cy="6858000"/>
          </a:xfrm>
          <a:prstGeom prst="rect">
            <a:avLst/>
          </a:prstGeom>
        </p:spPr>
      </p:pic>
      <p:sp>
        <p:nvSpPr>
          <p:cNvPr id="4" name="文本框 3"/>
          <p:cNvSpPr txBox="1"/>
          <p:nvPr/>
        </p:nvSpPr>
        <p:spPr>
          <a:xfrm>
            <a:off x="1254760" y="1533537"/>
            <a:ext cx="1797749" cy="1655710"/>
          </a:xfrm>
          <a:prstGeom prst="rect">
            <a:avLst/>
          </a:prstGeom>
          <a:noFill/>
        </p:spPr>
        <p:txBody>
          <a:bodyPr wrap="square" rtlCol="0">
            <a:spAutoFit/>
          </a:bodyPr>
          <a:lstStyle/>
          <a:p>
            <a:r>
              <a:rPr lang="en-US" altLang="zh-CN" sz="10160" b="1" i="1" dirty="0">
                <a:solidFill>
                  <a:srgbClr val="E10000"/>
                </a:solidFill>
                <a:latin typeface="微软雅黑" panose="020B0503020204020204" pitchFamily="34" charset="-122"/>
                <a:ea typeface="微软雅黑" panose="020B0503020204020204" pitchFamily="34" charset="-122"/>
              </a:rPr>
              <a:t>01</a:t>
            </a:r>
            <a:endParaRPr lang="zh-CN" altLang="en-US" sz="10160" b="1" i="1" dirty="0">
              <a:solidFill>
                <a:srgbClr val="E10000"/>
              </a:solidFill>
              <a:latin typeface="微软雅黑" panose="020B0503020204020204" pitchFamily="34" charset="-122"/>
              <a:ea typeface="微软雅黑" panose="020B0503020204020204" pitchFamily="34" charset="-122"/>
            </a:endParaRPr>
          </a:p>
        </p:txBody>
      </p:sp>
      <p:sp>
        <p:nvSpPr>
          <p:cNvPr id="6" name="文本框 5"/>
          <p:cNvSpPr txBox="1"/>
          <p:nvPr/>
        </p:nvSpPr>
        <p:spPr>
          <a:xfrm>
            <a:off x="1254760" y="3146287"/>
            <a:ext cx="5566664" cy="492443"/>
          </a:xfrm>
          <a:prstGeom prst="rect">
            <a:avLst/>
          </a:prstGeom>
          <a:noFill/>
        </p:spPr>
        <p:txBody>
          <a:bodyPr wrap="square" rtlCol="0">
            <a:spAutoFit/>
          </a:bodyPr>
          <a:lstStyle/>
          <a:p>
            <a:r>
              <a:rPr lang="zh-CN" altLang="en-US" sz="2600" b="1" dirty="0">
                <a:solidFill>
                  <a:srgbClr val="6D6D6D"/>
                </a:solidFill>
                <a:latin typeface="微软雅黑" panose="020B0503020204020204" pitchFamily="34" charset="-122"/>
                <a:ea typeface="微软雅黑" panose="020B0503020204020204" pitchFamily="34" charset="-122"/>
              </a:rPr>
              <a:t>公司介绍</a:t>
            </a:r>
          </a:p>
        </p:txBody>
      </p:sp>
      <p:sp>
        <p:nvSpPr>
          <p:cNvPr id="7" name="文本框 6"/>
          <p:cNvSpPr txBox="1"/>
          <p:nvPr/>
        </p:nvSpPr>
        <p:spPr>
          <a:xfrm>
            <a:off x="1254760" y="3749576"/>
            <a:ext cx="5302761" cy="418191"/>
          </a:xfrm>
          <a:prstGeom prst="rect">
            <a:avLst/>
          </a:prstGeom>
          <a:noFill/>
        </p:spPr>
        <p:txBody>
          <a:bodyPr wrap="square" rtlCol="0">
            <a:spAutoFit/>
          </a:bodyPr>
          <a:lstStyle/>
          <a:p>
            <a:pPr>
              <a:lnSpc>
                <a:spcPct val="150000"/>
              </a:lnSpc>
            </a:pPr>
            <a:r>
              <a:rPr lang="zh-CN" altLang="en-US" sz="1600" dirty="0">
                <a:solidFill>
                  <a:schemeClr val="bg1">
                    <a:lumMod val="50000"/>
                  </a:schemeClr>
                </a:solidFill>
                <a:latin typeface="微软雅黑" panose="020B0503020204020204" pitchFamily="34" charset="-122"/>
                <a:ea typeface="微软雅黑" panose="020B0503020204020204" pitchFamily="34" charset="-122"/>
              </a:rPr>
              <a:t>磷化工行业龙头，多元布局赋成长</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5" y="410018"/>
            <a:ext cx="575463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以磷化工起家，内生外延持续开拓</a:t>
            </a:r>
          </a:p>
        </p:txBody>
      </p:sp>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01</a:t>
            </a:r>
            <a:endParaRPr kumimoji="0" lang="zh-CN" altLang="en-US"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34" name="Rectangle 4">
            <a:extLst>
              <a:ext uri="{FF2B5EF4-FFF2-40B4-BE49-F238E27FC236}">
                <a16:creationId xmlns:a16="http://schemas.microsoft.com/office/drawing/2014/main" xmlns="" id="{C3E7FF1D-59EF-4663-A740-CFA03329C950}"/>
              </a:ext>
            </a:extLst>
          </p:cNvPr>
          <p:cNvSpPr>
            <a:spLocks noChangeArrowheads="1"/>
          </p:cNvSpPr>
          <p:nvPr/>
        </p:nvSpPr>
        <p:spPr bwMode="auto">
          <a:xfrm>
            <a:off x="700645" y="2972266"/>
            <a:ext cx="4636323"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公司发展历程</a:t>
            </a:r>
            <a:endParaRPr kumimoji="0" lang="zh-CN" altLang="zh-CN" sz="1600" b="1" i="0" u="none" strike="noStrike" kern="1200" cap="none" spc="0" normalizeH="0" baseline="0" noProof="0" dirty="0">
              <a:ln>
                <a:noFill/>
              </a:ln>
              <a:solidFill>
                <a:srgbClr val="E10000"/>
              </a:solidFill>
              <a:effectLst/>
              <a:uLnTx/>
              <a:uFillTx/>
              <a:latin typeface="Arial" panose="020B0604020202020204" pitchFamily="34" charset="0"/>
              <a:ea typeface="华文细黑" panose="02010600040101010101" charset="-122"/>
              <a:cs typeface="+mn-cs"/>
            </a:endParaRPr>
          </a:p>
        </p:txBody>
      </p:sp>
      <p:sp>
        <p:nvSpPr>
          <p:cNvPr id="107" name="Rectangle 5">
            <a:extLst>
              <a:ext uri="{FF2B5EF4-FFF2-40B4-BE49-F238E27FC236}">
                <a16:creationId xmlns:a16="http://schemas.microsoft.com/office/drawing/2014/main" xmlns="" id="{C649AFF4-A826-474B-B978-8F0F55AA9B76}"/>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资料来源：公司官网，长江证券研究所</a:t>
            </a:r>
          </a:p>
        </p:txBody>
      </p:sp>
      <p:sp>
        <p:nvSpPr>
          <p:cNvPr id="112" name="Text Box 2">
            <a:extLst>
              <a:ext uri="{FF2B5EF4-FFF2-40B4-BE49-F238E27FC236}">
                <a16:creationId xmlns:a16="http://schemas.microsoft.com/office/drawing/2014/main" xmlns="" id="{8CFEF81C-60C0-49A9-9E23-5F29E944A588}"/>
              </a:ext>
            </a:extLst>
          </p:cNvPr>
          <p:cNvSpPr txBox="1">
            <a:spLocks noChangeArrowheads="1"/>
          </p:cNvSpPr>
          <p:nvPr/>
        </p:nvSpPr>
        <p:spPr bwMode="auto">
          <a:xfrm>
            <a:off x="700645" y="953407"/>
            <a:ext cx="9539071" cy="19986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兴发集团成立于</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1994</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年，上市于</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1999</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a:t>
            </a:r>
            <a:r>
              <a:rPr kumimoji="0" lang="zh-CN" altLang="en-US"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依靠兴山富饶的磷矿资源，</a:t>
            </a:r>
            <a:r>
              <a:rPr kumimoji="0" lang="zh-CN" altLang="en-US" sz="12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以磷为基</a:t>
            </a:r>
            <a:r>
              <a:rPr kumimoji="0" lang="zh-CN" altLang="en-US"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，内生外延持续拓展业务链条</a:t>
            </a:r>
            <a:endParaRPr kumimoji="0" lang="en-US" altLang="zh-CN"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2007</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年，公司收购重庆金冠部分股权，</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扩充</a:t>
            </a:r>
            <a:r>
              <a:rPr kumimoji="0" lang="zh-CN" altLang="en-US" sz="12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硫化工</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业务</a:t>
            </a:r>
            <a:endParaRPr lang="en-US" altLang="zh-CN" sz="1200" dirty="0">
              <a:solidFill>
                <a:srgbClr val="6E6E6E"/>
              </a:solidFill>
              <a:latin typeface="微软雅黑" panose="020B0503020204020204" pitchFamily="34" charset="-122"/>
              <a:ea typeface="微软雅黑" panose="020B0503020204020204" pitchFamily="34" charset="-122"/>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2009</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年，子公司兴瑞化工建设</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6</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万吨</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年有机硅单体项目，</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公司正式进军</a:t>
            </a:r>
            <a:r>
              <a:rPr kumimoji="0" lang="zh-CN" altLang="en-US" sz="12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硅产业</a:t>
            </a:r>
            <a:endParaRPr lang="en-US" altLang="zh-CN" sz="1200" dirty="0">
              <a:solidFill>
                <a:srgbClr val="E10000"/>
              </a:solidFill>
              <a:latin typeface="微软雅黑" panose="020B0503020204020204" pitchFamily="34" charset="-122"/>
              <a:ea typeface="微软雅黑" panose="020B0503020204020204" pitchFamily="34" charset="-122"/>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2014</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年，公司收购金帆达持有的泰盛化工股权，</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进一步实现</a:t>
            </a:r>
            <a:r>
              <a:rPr kumimoji="0" lang="zh-CN" altLang="en-US" sz="12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草甘膦</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资产注入</a:t>
            </a:r>
            <a:endPar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2020</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年，公司定增募资，</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实现</a:t>
            </a:r>
            <a:r>
              <a:rPr kumimoji="0" lang="zh-CN" altLang="en-US" sz="12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湿电子化学品</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产能扩增</a:t>
            </a:r>
            <a:endParaRPr lang="en-US" altLang="zh-CN" sz="1200" dirty="0">
              <a:solidFill>
                <a:srgbClr val="6E6E6E"/>
              </a:solidFill>
              <a:latin typeface="微软雅黑" panose="020B0503020204020204" pitchFamily="34" charset="-122"/>
              <a:ea typeface="微软雅黑" panose="020B0503020204020204" pitchFamily="34" charset="-122"/>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2021</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年，公司与华友钴业签订合作框架协议，</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双方将在</a:t>
            </a:r>
            <a:r>
              <a:rPr kumimoji="0" lang="zh-CN" altLang="en-US" sz="12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铁锂正极材料</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领域展开合作</a:t>
            </a:r>
            <a:endParaRPr lang="en-US" altLang="zh-CN" sz="1200" dirty="0">
              <a:solidFill>
                <a:srgbClr val="6E6E6E"/>
              </a:solidFill>
              <a:latin typeface="微软雅黑" panose="020B0503020204020204" pitchFamily="34" charset="-122"/>
              <a:ea typeface="微软雅黑" panose="020B0503020204020204" pitchFamily="34" charset="-122"/>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2022</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7</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月，公司发布可转债预案，计划募投</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20</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万吨</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a:t>
            </a:r>
            <a:r>
              <a:rPr kumimoji="0" lang="zh-CN" altLang="en-US"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磷酸铁</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项目，</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正式入局新能源。</a:t>
            </a:r>
            <a:endPar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endParaRPr>
          </a:p>
        </p:txBody>
      </p:sp>
      <p:pic>
        <p:nvPicPr>
          <p:cNvPr id="5" name="图片 4">
            <a:extLst>
              <a:ext uri="{FF2B5EF4-FFF2-40B4-BE49-F238E27FC236}">
                <a16:creationId xmlns:a16="http://schemas.microsoft.com/office/drawing/2014/main" xmlns="" id="{4EE9ACA1-6418-52DC-B748-BD2B820647AF}"/>
              </a:ext>
            </a:extLst>
          </p:cNvPr>
          <p:cNvPicPr>
            <a:picLocks noChangeAspect="1"/>
          </p:cNvPicPr>
          <p:nvPr/>
        </p:nvPicPr>
        <p:blipFill>
          <a:blip r:embed="rId3"/>
          <a:stretch>
            <a:fillRect/>
          </a:stretch>
        </p:blipFill>
        <p:spPr>
          <a:xfrm>
            <a:off x="700645" y="3309273"/>
            <a:ext cx="10873098" cy="3097762"/>
          </a:xfrm>
          <a:prstGeom prst="rect">
            <a:avLst/>
          </a:prstGeom>
        </p:spPr>
      </p:pic>
    </p:spTree>
    <p:extLst>
      <p:ext uri="{BB962C8B-B14F-4D97-AF65-F5344CB8AC3E}">
        <p14:creationId xmlns:p14="http://schemas.microsoft.com/office/powerpoint/2010/main" val="197098251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01</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107" name="Rectangle 5">
            <a:extLst>
              <a:ext uri="{FF2B5EF4-FFF2-40B4-BE49-F238E27FC236}">
                <a16:creationId xmlns:a16="http://schemas.microsoft.com/office/drawing/2014/main" xmlns="" id="{C649AFF4-A826-474B-B978-8F0F55AA9B76}"/>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，公司公告，长江证券研究所</a:t>
            </a:r>
          </a:p>
        </p:txBody>
      </p:sp>
      <p:sp>
        <p:nvSpPr>
          <p:cNvPr id="115" name="Rectangle 4">
            <a:extLst>
              <a:ext uri="{FF2B5EF4-FFF2-40B4-BE49-F238E27FC236}">
                <a16:creationId xmlns:a16="http://schemas.microsoft.com/office/drawing/2014/main" xmlns="" id="{266CA12B-FB6C-46DD-A6C9-F3698628CD91}"/>
              </a:ext>
            </a:extLst>
          </p:cNvPr>
          <p:cNvSpPr>
            <a:spLocks noChangeArrowheads="1"/>
          </p:cNvSpPr>
          <p:nvPr/>
        </p:nvSpPr>
        <p:spPr bwMode="auto">
          <a:xfrm>
            <a:off x="1440000" y="353669"/>
            <a:ext cx="5615858" cy="523220"/>
          </a:xfrm>
          <a:prstGeom prst="rect">
            <a:avLst/>
          </a:prstGeom>
          <a:noFill/>
        </p:spPr>
        <p:txBody>
          <a:bodyPr wrap="square" rtlCol="0">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800" b="1" dirty="0">
                <a:solidFill>
                  <a:srgbClr val="E10000"/>
                </a:solidFill>
                <a:latin typeface="微软雅黑" panose="020B0503020204020204" pitchFamily="34" charset="-122"/>
                <a:ea typeface="微软雅黑" panose="020B0503020204020204" pitchFamily="34" charset="-122"/>
              </a:rPr>
              <a:t>公司主要产品梳理</a:t>
            </a:r>
            <a:endParaRPr lang="zh-CN" altLang="zh-CN" sz="2800" b="1" dirty="0">
              <a:solidFill>
                <a:srgbClr val="E10000"/>
              </a:solidFill>
              <a:latin typeface="微软雅黑" panose="020B0503020204020204" pitchFamily="34" charset="-122"/>
              <a:ea typeface="微软雅黑" panose="020B0503020204020204" pitchFamily="34" charset="-122"/>
            </a:endParaRPr>
          </a:p>
        </p:txBody>
      </p:sp>
      <p:graphicFrame>
        <p:nvGraphicFramePr>
          <p:cNvPr id="2" name="表格 1">
            <a:extLst>
              <a:ext uri="{FF2B5EF4-FFF2-40B4-BE49-F238E27FC236}">
                <a16:creationId xmlns:a16="http://schemas.microsoft.com/office/drawing/2014/main" xmlns="" id="{F63AA7B5-C926-7266-1F19-084AE98DC2A0}"/>
              </a:ext>
            </a:extLst>
          </p:cNvPr>
          <p:cNvGraphicFramePr>
            <a:graphicFrameLocks noGrp="1"/>
          </p:cNvGraphicFramePr>
          <p:nvPr>
            <p:extLst>
              <p:ext uri="{D42A27DB-BD31-4B8C-83A1-F6EECF244321}">
                <p14:modId xmlns:p14="http://schemas.microsoft.com/office/powerpoint/2010/main" val="3112149495"/>
              </p:ext>
            </p:extLst>
          </p:nvPr>
        </p:nvGraphicFramePr>
        <p:xfrm>
          <a:off x="279400" y="875021"/>
          <a:ext cx="11777135" cy="5680647"/>
        </p:xfrm>
        <a:graphic>
          <a:graphicData uri="http://schemas.openxmlformats.org/drawingml/2006/table">
            <a:tbl>
              <a:tblPr firstRow="1" firstCol="1" bandRow="1"/>
              <a:tblGrid>
                <a:gridCol w="1229360">
                  <a:extLst>
                    <a:ext uri="{9D8B030D-6E8A-4147-A177-3AD203B41FA5}">
                      <a16:colId xmlns:a16="http://schemas.microsoft.com/office/drawing/2014/main" xmlns="" val="2226937679"/>
                    </a:ext>
                  </a:extLst>
                </a:gridCol>
                <a:gridCol w="1294083">
                  <a:extLst>
                    <a:ext uri="{9D8B030D-6E8A-4147-A177-3AD203B41FA5}">
                      <a16:colId xmlns:a16="http://schemas.microsoft.com/office/drawing/2014/main" xmlns="" val="369828154"/>
                    </a:ext>
                  </a:extLst>
                </a:gridCol>
                <a:gridCol w="1392452">
                  <a:extLst>
                    <a:ext uri="{9D8B030D-6E8A-4147-A177-3AD203B41FA5}">
                      <a16:colId xmlns:a16="http://schemas.microsoft.com/office/drawing/2014/main" xmlns="" val="3707593803"/>
                    </a:ext>
                  </a:extLst>
                </a:gridCol>
                <a:gridCol w="1876144">
                  <a:extLst>
                    <a:ext uri="{9D8B030D-6E8A-4147-A177-3AD203B41FA5}">
                      <a16:colId xmlns:a16="http://schemas.microsoft.com/office/drawing/2014/main" xmlns="" val="2897180567"/>
                    </a:ext>
                  </a:extLst>
                </a:gridCol>
                <a:gridCol w="5985096">
                  <a:extLst>
                    <a:ext uri="{9D8B030D-6E8A-4147-A177-3AD203B41FA5}">
                      <a16:colId xmlns:a16="http://schemas.microsoft.com/office/drawing/2014/main" xmlns="" val="1928876715"/>
                    </a:ext>
                  </a:extLst>
                </a:gridCol>
              </a:tblGrid>
              <a:tr h="245697">
                <a:tc>
                  <a:txBody>
                    <a:bodyPr/>
                    <a:lstStyle/>
                    <a:p>
                      <a:pPr algn="ct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板块</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just"/>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产品</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just"/>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产能（万吨</a:t>
                      </a:r>
                      <a:r>
                        <a:rPr lang="en-US"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年）</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just"/>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在建</a:t>
                      </a:r>
                      <a:r>
                        <a:rPr lang="en-US"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规划产能（万吨</a:t>
                      </a:r>
                      <a:r>
                        <a:rPr lang="en-US"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年）</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1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备注</a:t>
                      </a:r>
                      <a:endPar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3675629198"/>
                  </a:ext>
                </a:extLst>
              </a:tr>
              <a:tr h="194472">
                <a:tc rowSpan="11">
                  <a:txBody>
                    <a:bodyPr/>
                    <a:lstStyle/>
                    <a:p>
                      <a:pPr algn="ctr"/>
                      <a:r>
                        <a:rPr lang="zh-CN" sz="14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磷</a:t>
                      </a:r>
                      <a:endParaRPr lang="en-US"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r>
                        <a:rPr 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磷矿石</a:t>
                      </a:r>
                      <a:endParaRPr lang="en-US" sz="1100" b="1" kern="100" dirty="0">
                        <a:solidFill>
                          <a:srgbClr val="E1001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585</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权益储量达</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8.07</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亿吨，后坪磷矿</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200</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年预计</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2022</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年底投产</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52660028"/>
                  </a:ext>
                </a:extLst>
              </a:tr>
              <a:tr h="194472">
                <a:tc vMerge="1">
                  <a:txBody>
                    <a:bodyPr/>
                    <a:lstStyle/>
                    <a:p>
                      <a:endParaRPr lang="en-US"/>
                    </a:p>
                  </a:txBody>
                  <a:tcPr/>
                </a:tc>
                <a:tc>
                  <a:txBody>
                    <a:bodyPr/>
                    <a:lstStyle/>
                    <a:p>
                      <a:pPr algn="just"/>
                      <a:r>
                        <a:rPr 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磷酸一铵</a:t>
                      </a:r>
                      <a:endParaRPr lang="en-US" sz="1100" b="1" kern="100" dirty="0">
                        <a:solidFill>
                          <a:srgbClr val="E1001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20</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全资子公司宜都兴发为经营主体</a:t>
                      </a:r>
                      <a:endPar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4894643"/>
                  </a:ext>
                </a:extLst>
              </a:tr>
              <a:tr h="194472">
                <a:tc vMerge="1">
                  <a:txBody>
                    <a:bodyPr/>
                    <a:lstStyle/>
                    <a:p>
                      <a:endParaRPr lang="en-US"/>
                    </a:p>
                  </a:txBody>
                  <a:tcPr/>
                </a:tc>
                <a:tc>
                  <a:txBody>
                    <a:bodyPr/>
                    <a:lstStyle/>
                    <a:p>
                      <a:pPr algn="just"/>
                      <a:r>
                        <a:rPr 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磷酸二铵</a:t>
                      </a:r>
                      <a:endParaRPr lang="en-US" sz="1100" b="1" kern="100" dirty="0">
                        <a:solidFill>
                          <a:srgbClr val="E1001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80</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全资子公司宜都兴发为经营主体</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68510496"/>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湿法磷酸</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68</a:t>
                      </a:r>
                      <a:endPar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990085608"/>
                  </a:ext>
                </a:extLst>
              </a:tr>
              <a:tr h="194472">
                <a:tc vMerge="1">
                  <a:txBody>
                    <a:bodyPr/>
                    <a:lstStyle/>
                    <a:p>
                      <a:endParaRPr lang="en-US"/>
                    </a:p>
                  </a:txBody>
                  <a:tcPr/>
                </a:tc>
                <a:tc>
                  <a:txBody>
                    <a:bodyPr/>
                    <a:lstStyle/>
                    <a:p>
                      <a:pPr algn="just"/>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合成氨</a:t>
                      </a:r>
                      <a:endPar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40</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全资子公司星兴蓝天有</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40</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年合成氨产能</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453425352"/>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精制净化磷酸</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10</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全资子公司宜都兴发建设，产能拟由</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10</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年扩至</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15</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年，配合磷酸铁生产</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34830467"/>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黄磷</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16</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黄磷产能位于公司本部</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82861924"/>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精细磷酸盐</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23</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784094514"/>
                  </a:ext>
                </a:extLst>
              </a:tr>
              <a:tr h="280066">
                <a:tc vMerge="1">
                  <a:txBody>
                    <a:bodyPr/>
                    <a:lstStyle/>
                    <a:p>
                      <a:endParaRPr lang="en-US"/>
                    </a:p>
                  </a:txBody>
                  <a:tcPr/>
                </a:tc>
                <a:tc>
                  <a:txBody>
                    <a:bodyPr/>
                    <a:lstStyle/>
                    <a:p>
                      <a:pPr algn="just"/>
                      <a:r>
                        <a:rPr 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草甘膦</a:t>
                      </a:r>
                      <a:endParaRPr lang="en-US" sz="1100" b="1" kern="100" dirty="0">
                        <a:solidFill>
                          <a:srgbClr val="E1001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23</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全资</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子公司泰盛产能</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18</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全资</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孙公司内蒙兴发</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万吨产能</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8</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月投产</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828793333"/>
                  </a:ext>
                </a:extLst>
              </a:tr>
              <a:tr h="256234">
                <a:tc vMerge="1">
                  <a:txBody>
                    <a:bodyPr/>
                    <a:lstStyle/>
                    <a:p>
                      <a:endParaRPr lang="en-US"/>
                    </a:p>
                  </a:txBody>
                  <a:tcPr/>
                </a:tc>
                <a:tc>
                  <a:txBody>
                    <a:bodyPr/>
                    <a:lstStyle/>
                    <a:p>
                      <a:pPr algn="just"/>
                      <a:r>
                        <a:rPr 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磷酸铁</a:t>
                      </a:r>
                      <a:endParaRPr lang="en-US" sz="1100" b="1" kern="100" dirty="0">
                        <a:solidFill>
                          <a:srgbClr val="E1001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50</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与华友合资</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兴友新能源（持股</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51%</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建设，规划</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50</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万吨，现发行可转债募投</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20</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万吨项目</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33713170"/>
                  </a:ext>
                </a:extLst>
              </a:tr>
              <a:tr h="314955">
                <a:tc vMerge="1">
                  <a:txBody>
                    <a:bodyPr/>
                    <a:lstStyle/>
                    <a:p>
                      <a:pPr algn="ctr"/>
                      <a:endParaRPr lang="en-US"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altLang="en-US"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磷酸铁锂</a:t>
                      </a:r>
                      <a:endParaRPr lang="en-US"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与华友合资</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友兴</a:t>
                      </a:r>
                      <a:r>
                        <a:rPr lang="zh-CN"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新能源（持股</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49%</a:t>
                      </a:r>
                      <a:r>
                        <a:rPr lang="zh-CN"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建设，规划</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50</a:t>
                      </a:r>
                      <a:r>
                        <a:rPr lang="zh-CN"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，项目筹划中</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05332681"/>
                  </a:ext>
                </a:extLst>
              </a:tr>
              <a:tr h="237923">
                <a:tc rowSpan="5">
                  <a:txBody>
                    <a:bodyPr/>
                    <a:lstStyle/>
                    <a:p>
                      <a:pPr marL="0" algn="ctr" defTabSz="914400" rtl="0" eaLnBrk="1" latinLnBrk="0" hangingPunct="1"/>
                      <a:r>
                        <a:rPr lang="zh-CN" altLang="en-US" sz="14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硅</a:t>
                      </a:r>
                      <a:endParaRPr lang="en-US" sz="14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有机硅单体</a:t>
                      </a:r>
                      <a:endParaRPr lang="en-US" sz="1100" b="1" kern="100" dirty="0">
                        <a:solidFill>
                          <a:srgbClr val="E1001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36</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全资湖北兴瑞单体产能</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36</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年，控股内蒙兴发（</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77%</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）在建</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40</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2023</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年底建成</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4119261383"/>
                  </a:ext>
                </a:extLst>
              </a:tr>
              <a:tr h="194472">
                <a:tc vMerge="1">
                  <a:txBody>
                    <a:bodyPr/>
                    <a:lstStyle/>
                    <a:p>
                      <a:endParaRPr lang="zh-CN" altLang="en-US"/>
                    </a:p>
                  </a:txBody>
                  <a:tcPr/>
                </a:tc>
                <a:tc>
                  <a:txBody>
                    <a:bodyPr/>
                    <a:lstStyle/>
                    <a:p>
                      <a:pPr algn="just"/>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工业硅</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+10</a:t>
                      </a:r>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（技改</a:t>
                      </a:r>
                      <a:r>
                        <a:rPr lang="en-US" altLang="zh-CN"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待批复）</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2022</a:t>
                      </a:r>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年上半年合计完成</a:t>
                      </a:r>
                      <a:r>
                        <a:rPr lang="en-US" altLang="zh-CN"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8</a:t>
                      </a:r>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万吨</a:t>
                      </a:r>
                      <a:r>
                        <a:rPr lang="en-US" altLang="zh-CN"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年工业硅资产并表</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2555470648"/>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硅橡胶</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15</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8</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全资湖北兴瑞建设，</a:t>
                      </a:r>
                      <a:r>
                        <a:rPr lang="en-US" altLang="zh-CN"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8</a:t>
                      </a:r>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万吨新建项目包含</a:t>
                      </a:r>
                      <a:r>
                        <a:rPr lang="en-US" altLang="zh-CN" sz="11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5</a:t>
                      </a:r>
                      <a:r>
                        <a:rPr lang="zh-CN" altLang="en-US" sz="11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万吨</a:t>
                      </a:r>
                      <a:r>
                        <a:rPr lang="en-US" altLang="zh-CN" sz="11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1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年光伏胶</a:t>
                      </a:r>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3</a:t>
                      </a:r>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万吨</a:t>
                      </a:r>
                      <a:r>
                        <a:rPr lang="en-US" altLang="zh-CN"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年液体硅橡胶</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3722065558"/>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密封胶</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2807171616"/>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硅油</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623472933"/>
                  </a:ext>
                </a:extLst>
              </a:tr>
              <a:tr h="374276">
                <a:tc rowSpan="4">
                  <a:txBody>
                    <a:bodyPr/>
                    <a:lstStyle/>
                    <a:p>
                      <a:pPr marL="0" algn="ctr" defTabSz="914400" rtl="0" eaLnBrk="1" latinLnBrk="0" hangingPunct="1"/>
                      <a:r>
                        <a:rPr lang="zh-CN" altLang="en-US" sz="14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硫</a:t>
                      </a:r>
                      <a:endParaRPr lang="en-US" sz="14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alt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DMSO(</a:t>
                      </a:r>
                      <a:r>
                        <a:rPr lang="zh-CN" altLang="en-US"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二甲基亚砜</a:t>
                      </a:r>
                      <a:r>
                        <a:rPr lang="en-US" alt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a:t>
                      </a:r>
                      <a:endParaRPr lang="en-US" sz="1100" b="1" kern="100" dirty="0">
                        <a:solidFill>
                          <a:srgbClr val="E1001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6</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参股重庆金冠（</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50%</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）产能</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年，全资子公司新疆兴发产能</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年，另</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已</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试运行</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21460193"/>
                  </a:ext>
                </a:extLst>
              </a:tr>
              <a:tr h="238364">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二硫化碳</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参股重庆金冠（</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50%</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323385248"/>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二甲基硫醚</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1.6</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参股重庆金冠（</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50%</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92671697"/>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二甲基二硫醚</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1</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控股贵州兴发（</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51%</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）生产；已投运，处于试生产状态</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341544902"/>
                  </a:ext>
                </a:extLst>
              </a:tr>
              <a:tr h="194472">
                <a:tc rowSpan="5">
                  <a:txBody>
                    <a:bodyPr/>
                    <a:lstStyle/>
                    <a:p>
                      <a:pPr algn="ctr"/>
                      <a:r>
                        <a:rPr lang="zh-CN" altLang="en-US"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湿</a:t>
                      </a:r>
                      <a:r>
                        <a:rPr 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rPr>
                        <a:t>电子化学品</a:t>
                      </a:r>
                      <a:endParaRPr lang="en-US" altLang="zh-CN" sz="1100" b="1" kern="100" dirty="0">
                        <a:solidFill>
                          <a:srgbClr val="E10011"/>
                        </a:solidFill>
                        <a:effectLst/>
                        <a:latin typeface="微软雅黑" panose="020B0503020204020204" pitchFamily="34" charset="-122"/>
                        <a:ea typeface="微软雅黑" panose="020B0503020204020204" pitchFamily="34" charset="-122"/>
                        <a:cs typeface="Arial" panose="020B0604020202020204" pitchFamily="34" charset="0"/>
                      </a:endParaRPr>
                    </a:p>
                    <a:p>
                      <a:pPr algn="ctr"/>
                      <a:r>
                        <a:rPr lang="zh-CN" altLang="en-US"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（由拟分拆上市的子公司主运营）</a:t>
                      </a:r>
                      <a:endParaRPr lang="en-US"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电子级磷酸</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控股兴福电子（</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55%</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1307195547"/>
                  </a:ext>
                </a:extLst>
              </a:tr>
              <a:tr h="232636">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电子级硫酸</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6</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控股兴福电子（</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55%</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2140933345"/>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电子级蚀刻液</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控股兴福电子（</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55%</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1014868470"/>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电子级氢氟酸</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1.5</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参股兴力电子（</a:t>
                      </a: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30%</a:t>
                      </a: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1233841945"/>
                  </a:ext>
                </a:extLst>
              </a:tr>
              <a:tr h="194472">
                <a:tc vMerge="1">
                  <a:txBody>
                    <a:bodyPr/>
                    <a:lstStyle/>
                    <a:p>
                      <a:endParaRPr lang="en-US"/>
                    </a:p>
                  </a:txBody>
                  <a:tcPr/>
                </a:tc>
                <a:tc>
                  <a:txBody>
                    <a:bodyPr/>
                    <a:lstStyle/>
                    <a:p>
                      <a:pPr algn="just"/>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电子级双氧水</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控股兴福电子（</a:t>
                      </a:r>
                      <a:r>
                        <a:rPr lang="en-US" alt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55%</a:t>
                      </a:r>
                      <a:r>
                        <a:rPr lang="zh-CN" alt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a:t>
                      </a:r>
                      <a:endPar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3992291149"/>
                  </a:ext>
                </a:extLst>
              </a:tr>
            </a:tbl>
          </a:graphicData>
        </a:graphic>
      </p:graphicFrame>
    </p:spTree>
    <p:extLst>
      <p:ext uri="{BB962C8B-B14F-4D97-AF65-F5344CB8AC3E}">
        <p14:creationId xmlns:p14="http://schemas.microsoft.com/office/powerpoint/2010/main" val="88867662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5" y="410018"/>
            <a:ext cx="695285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股权结构明晰，国资委为实控人</a:t>
            </a:r>
          </a:p>
        </p:txBody>
      </p:sp>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01</a:t>
            </a:r>
            <a:endParaRPr kumimoji="0" lang="zh-CN" altLang="en-US"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151" name="Text Box 2">
            <a:extLst>
              <a:ext uri="{FF2B5EF4-FFF2-40B4-BE49-F238E27FC236}">
                <a16:creationId xmlns:a16="http://schemas.microsoft.com/office/drawing/2014/main" xmlns="" id="{209267D6-A18A-4D57-93E0-96216AE29E6F}"/>
              </a:ext>
            </a:extLst>
          </p:cNvPr>
          <p:cNvSpPr txBox="1">
            <a:spLocks noChangeArrowheads="1"/>
          </p:cNvSpPr>
          <p:nvPr/>
        </p:nvSpPr>
        <p:spPr bwMode="auto">
          <a:xfrm>
            <a:off x="687742" y="1021718"/>
            <a:ext cx="11435202"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控股股东为宜都兴发集团，截止</a:t>
            </a:r>
            <a:r>
              <a:rPr kumimoji="0" lang="en-US" altLang="zh-CN"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2022</a:t>
            </a:r>
            <a:r>
              <a:rPr kumimoji="0" lang="zh-CN" altLang="en-US"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年一季度，持有公司</a:t>
            </a:r>
            <a:r>
              <a:rPr kumimoji="0" lang="en-US" altLang="zh-CN"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19.38%</a:t>
            </a:r>
            <a:r>
              <a:rPr kumimoji="0" lang="zh-CN" altLang="en-US"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的股份</a:t>
            </a:r>
            <a:r>
              <a:rPr kumimoji="0" lang="zh-CN" altLang="en-US" sz="1200" b="1" i="0" u="none" strike="noStrike" kern="1200" cap="none" spc="0" normalizeH="0" baseline="0" dirty="0">
                <a:ln>
                  <a:noFill/>
                </a:ln>
                <a:solidFill>
                  <a:srgbClr val="6E6E6E"/>
                </a:solidFill>
                <a:effectLst/>
                <a:uLnTx/>
                <a:uFillTx/>
                <a:latin typeface="微软雅黑" panose="020B0503020204020204" pitchFamily="34" charset="-122"/>
                <a:ea typeface="微软雅黑" panose="020B0503020204020204" pitchFamily="34" charset="-122"/>
                <a:cs typeface="+mn-cs"/>
              </a:rPr>
              <a:t>，</a:t>
            </a:r>
            <a:r>
              <a:rPr kumimoji="0" lang="zh-CN" altLang="en-US"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实际控制人为兴发县国资委</a:t>
            </a:r>
            <a:endParaRPr kumimoji="0" lang="en-US" altLang="zh-CN"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兴发集团自</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1999</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年上市起已实施现金分红</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22</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次，累积现金分红达</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19.5</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亿元。</a:t>
            </a:r>
            <a:endPar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2019</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年公司施行股权激励，在</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9</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月</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16</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日向董事、高管、中层及骨干授予限制性股票占总股本</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1.70%</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；在</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12</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月</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30</a:t>
            </a:r>
            <a:r>
              <a:rPr kumimoji="0" lang="zh-CN" altLang="en-US"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日向中层及骨干授予限制性股票占总股本</a:t>
            </a:r>
            <a:r>
              <a:rPr kumimoji="0" lang="en-US" altLang="zh-CN" sz="120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0.35%</a:t>
            </a:r>
          </a:p>
        </p:txBody>
      </p:sp>
      <p:sp>
        <p:nvSpPr>
          <p:cNvPr id="45" name="Rectangle 5">
            <a:extLst>
              <a:ext uri="{FF2B5EF4-FFF2-40B4-BE49-F238E27FC236}">
                <a16:creationId xmlns:a16="http://schemas.microsoft.com/office/drawing/2014/main" xmlns="" id="{7EF45A17-C810-3B9C-056E-A81477C637C5}"/>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，公司公告，长江证券研究所</a:t>
            </a:r>
          </a:p>
        </p:txBody>
      </p:sp>
      <p:pic>
        <p:nvPicPr>
          <p:cNvPr id="2" name="图片 1">
            <a:extLst>
              <a:ext uri="{FF2B5EF4-FFF2-40B4-BE49-F238E27FC236}">
                <a16:creationId xmlns:a16="http://schemas.microsoft.com/office/drawing/2014/main" xmlns="" id="{11A81DCE-E248-CF2D-73FC-BB1077B6E3E8}"/>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8131" y="2583962"/>
            <a:ext cx="6219805" cy="3921222"/>
          </a:xfrm>
          <a:prstGeom prst="rect">
            <a:avLst/>
          </a:prstGeom>
          <a:noFill/>
          <a:ln>
            <a:noFill/>
          </a:ln>
        </p:spPr>
      </p:pic>
      <p:sp>
        <p:nvSpPr>
          <p:cNvPr id="5" name="Rectangle 4">
            <a:extLst>
              <a:ext uri="{FF2B5EF4-FFF2-40B4-BE49-F238E27FC236}">
                <a16:creationId xmlns:a16="http://schemas.microsoft.com/office/drawing/2014/main" xmlns="" id="{80E29F47-C34C-DF8B-BC36-1F4F3D70DE8F}"/>
              </a:ext>
            </a:extLst>
          </p:cNvPr>
          <p:cNvSpPr>
            <a:spLocks noChangeArrowheads="1"/>
          </p:cNvSpPr>
          <p:nvPr/>
        </p:nvSpPr>
        <p:spPr bwMode="auto">
          <a:xfrm>
            <a:off x="687741" y="2207231"/>
            <a:ext cx="4636323"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600" b="1" dirty="0">
                <a:solidFill>
                  <a:srgbClr val="E10000"/>
                </a:solidFill>
                <a:latin typeface="微软雅黑" panose="020B0503020204020204" pitchFamily="34" charset="-122"/>
                <a:ea typeface="微软雅黑" panose="020B0503020204020204" pitchFamily="34" charset="-122"/>
              </a:rPr>
              <a:t>兴发集团股权结构图</a:t>
            </a:r>
            <a:endParaRPr lang="zh-CN" altLang="zh-CN" sz="1600" b="1" dirty="0">
              <a:solidFill>
                <a:srgbClr val="E10000"/>
              </a:solidFill>
              <a:ea typeface="华文细黑" panose="02010600040101010101" charset="-122"/>
            </a:endParaRPr>
          </a:p>
        </p:txBody>
      </p:sp>
      <p:sp>
        <p:nvSpPr>
          <p:cNvPr id="7" name="Rectangle 4">
            <a:extLst>
              <a:ext uri="{FF2B5EF4-FFF2-40B4-BE49-F238E27FC236}">
                <a16:creationId xmlns:a16="http://schemas.microsoft.com/office/drawing/2014/main" xmlns="" id="{28CC0642-1467-8D89-6CB7-6C2EB9CA3DAB}"/>
              </a:ext>
            </a:extLst>
          </p:cNvPr>
          <p:cNvSpPr>
            <a:spLocks noChangeArrowheads="1"/>
          </p:cNvSpPr>
          <p:nvPr/>
        </p:nvSpPr>
        <p:spPr bwMode="auto">
          <a:xfrm>
            <a:off x="6867936" y="2207231"/>
            <a:ext cx="4636323"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en-US" altLang="zh-CN" sz="1600" b="1" dirty="0">
                <a:solidFill>
                  <a:srgbClr val="E10000"/>
                </a:solidFill>
                <a:latin typeface="微软雅黑" panose="020B0503020204020204" pitchFamily="34" charset="-122"/>
                <a:ea typeface="微软雅黑" panose="020B0503020204020204" pitchFamily="34" charset="-122"/>
              </a:rPr>
              <a:t>2016-2021</a:t>
            </a:r>
            <a:r>
              <a:rPr lang="zh-CN" altLang="en-US" sz="1600" b="1" dirty="0">
                <a:solidFill>
                  <a:srgbClr val="E10000"/>
                </a:solidFill>
                <a:latin typeface="微软雅黑" panose="020B0503020204020204" pitchFamily="34" charset="-122"/>
                <a:ea typeface="微软雅黑" panose="020B0503020204020204" pitchFamily="34" charset="-122"/>
              </a:rPr>
              <a:t>年公司分红情况</a:t>
            </a:r>
            <a:endParaRPr lang="zh-CN" altLang="zh-CN" sz="1600" b="1" dirty="0">
              <a:solidFill>
                <a:srgbClr val="E10000"/>
              </a:solidFill>
              <a:ea typeface="华文细黑" panose="02010600040101010101" charset="-122"/>
            </a:endParaRPr>
          </a:p>
        </p:txBody>
      </p:sp>
      <p:graphicFrame>
        <p:nvGraphicFramePr>
          <p:cNvPr id="3" name="图表 2">
            <a:extLst>
              <a:ext uri="{FF2B5EF4-FFF2-40B4-BE49-F238E27FC236}">
                <a16:creationId xmlns:a16="http://schemas.microsoft.com/office/drawing/2014/main" xmlns="" id="{E8984B07-4412-EDB9-0EA4-8C2D7484A61B}"/>
              </a:ext>
            </a:extLst>
          </p:cNvPr>
          <p:cNvGraphicFramePr>
            <a:graphicFrameLocks/>
          </p:cNvGraphicFramePr>
          <p:nvPr>
            <p:extLst>
              <p:ext uri="{D42A27DB-BD31-4B8C-83A1-F6EECF244321}">
                <p14:modId xmlns:p14="http://schemas.microsoft.com/office/powerpoint/2010/main" val="2732486916"/>
              </p:ext>
            </p:extLst>
          </p:nvPr>
        </p:nvGraphicFramePr>
        <p:xfrm>
          <a:off x="6890657" y="3186404"/>
          <a:ext cx="5113176" cy="3261579"/>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5783438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5" y="410018"/>
            <a:ext cx="4364323"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财务分析：业绩稳定上行</a:t>
            </a:r>
          </a:p>
        </p:txBody>
      </p:sp>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01</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39" name="文本框 14">
            <a:extLst>
              <a:ext uri="{FF2B5EF4-FFF2-40B4-BE49-F238E27FC236}">
                <a16:creationId xmlns:a16="http://schemas.microsoft.com/office/drawing/2014/main" xmlns="" id="{1B774BA7-EAE5-4CB4-A943-1227EF45485A}"/>
              </a:ext>
            </a:extLst>
          </p:cNvPr>
          <p:cNvSpPr txBox="1">
            <a:spLocks noChangeArrowheads="1"/>
          </p:cNvSpPr>
          <p:nvPr/>
        </p:nvSpPr>
        <p:spPr bwMode="auto">
          <a:xfrm>
            <a:off x="0" y="2890693"/>
            <a:ext cx="36312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600" b="1" dirty="0">
                <a:solidFill>
                  <a:srgbClr val="E10000"/>
                </a:solidFill>
                <a:latin typeface="微软雅黑" panose="020B0503020204020204" pitchFamily="34" charset="-122"/>
                <a:ea typeface="微软雅黑" panose="020B0503020204020204" pitchFamily="34" charset="-122"/>
              </a:rPr>
              <a:t>公司营业收入稳步增长</a:t>
            </a:r>
          </a:p>
        </p:txBody>
      </p:sp>
      <p:sp>
        <p:nvSpPr>
          <p:cNvPr id="40" name="文本框 14">
            <a:extLst>
              <a:ext uri="{FF2B5EF4-FFF2-40B4-BE49-F238E27FC236}">
                <a16:creationId xmlns:a16="http://schemas.microsoft.com/office/drawing/2014/main" xmlns="" id="{78AEDB0C-7D4A-4945-88B1-6867CD71B3D9}"/>
              </a:ext>
            </a:extLst>
          </p:cNvPr>
          <p:cNvSpPr txBox="1">
            <a:spLocks noChangeArrowheads="1"/>
          </p:cNvSpPr>
          <p:nvPr/>
        </p:nvSpPr>
        <p:spPr bwMode="auto">
          <a:xfrm>
            <a:off x="5762185" y="2974888"/>
            <a:ext cx="4320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600" b="1" dirty="0">
                <a:solidFill>
                  <a:srgbClr val="E10000"/>
                </a:solidFill>
                <a:latin typeface="微软雅黑" panose="020B0503020204020204" pitchFamily="34" charset="-122"/>
                <a:ea typeface="微软雅黑" panose="020B0503020204020204" pitchFamily="34" charset="-122"/>
              </a:rPr>
              <a:t>公司归属净利润稳步向上</a:t>
            </a:r>
          </a:p>
        </p:txBody>
      </p:sp>
      <p:sp>
        <p:nvSpPr>
          <p:cNvPr id="41" name="Text Box 2">
            <a:extLst>
              <a:ext uri="{FF2B5EF4-FFF2-40B4-BE49-F238E27FC236}">
                <a16:creationId xmlns:a16="http://schemas.microsoft.com/office/drawing/2014/main" xmlns="" id="{6A8A110C-89F4-47EE-B7D1-2BD18A11D3D7}"/>
              </a:ext>
            </a:extLst>
          </p:cNvPr>
          <p:cNvSpPr txBox="1">
            <a:spLocks noChangeArrowheads="1"/>
          </p:cNvSpPr>
          <p:nvPr/>
        </p:nvSpPr>
        <p:spPr bwMode="auto">
          <a:xfrm>
            <a:off x="732083" y="1061430"/>
            <a:ext cx="8141329" cy="1167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年磷化工板块强景气周期来临，叠加有机硅盈利向好，公司业绩大幅提升，</a:t>
            </a:r>
            <a:r>
              <a:rPr lang="en-US" altLang="zh-CN" sz="1200" b="1" dirty="0">
                <a:solidFill>
                  <a:srgbClr val="6E6E6E"/>
                </a:solidFill>
                <a:latin typeface="微软雅黑" panose="020B0503020204020204" pitchFamily="34" charset="-122"/>
                <a:ea typeface="微软雅黑" panose="020B0503020204020204" pitchFamily="34" charset="-122"/>
              </a:rPr>
              <a:t>2021</a:t>
            </a:r>
            <a:r>
              <a:rPr lang="zh-CN" altLang="en-US" sz="1200" b="1" dirty="0">
                <a:solidFill>
                  <a:srgbClr val="6E6E6E"/>
                </a:solidFill>
                <a:latin typeface="微软雅黑" panose="020B0503020204020204" pitchFamily="34" charset="-122"/>
                <a:ea typeface="微软雅黑" panose="020B0503020204020204" pitchFamily="34" charset="-122"/>
              </a:rPr>
              <a:t>年实现营业总收入</a:t>
            </a:r>
            <a:r>
              <a:rPr lang="en-US" altLang="zh-CN" sz="1200" b="1" dirty="0">
                <a:solidFill>
                  <a:srgbClr val="6E6E6E"/>
                </a:solidFill>
                <a:latin typeface="微软雅黑" panose="020B0503020204020204" pitchFamily="34" charset="-122"/>
                <a:ea typeface="微软雅黑" panose="020B0503020204020204" pitchFamily="34" charset="-122"/>
              </a:rPr>
              <a:t>237.1</a:t>
            </a:r>
            <a:r>
              <a:rPr lang="zh-CN" altLang="en-US" sz="1200" b="1" dirty="0">
                <a:solidFill>
                  <a:srgbClr val="6E6E6E"/>
                </a:solidFill>
                <a:latin typeface="微软雅黑" panose="020B0503020204020204" pitchFamily="34" charset="-122"/>
                <a:ea typeface="微软雅黑" panose="020B0503020204020204" pitchFamily="34" charset="-122"/>
              </a:rPr>
              <a:t>亿元，同比增长</a:t>
            </a:r>
            <a:r>
              <a:rPr lang="en-US" altLang="zh-CN" sz="1200" b="1" dirty="0">
                <a:solidFill>
                  <a:srgbClr val="6E6E6E"/>
                </a:solidFill>
                <a:latin typeface="微软雅黑" panose="020B0503020204020204" pitchFamily="34" charset="-122"/>
                <a:ea typeface="微软雅黑" panose="020B0503020204020204" pitchFamily="34" charset="-122"/>
              </a:rPr>
              <a:t>29.4%</a:t>
            </a:r>
            <a:r>
              <a:rPr lang="zh-CN" altLang="en-US" sz="1200" b="1" dirty="0">
                <a:solidFill>
                  <a:srgbClr val="6E6E6E"/>
                </a:solidFill>
                <a:latin typeface="微软雅黑" panose="020B0503020204020204" pitchFamily="34" charset="-122"/>
                <a:ea typeface="微软雅黑" panose="020B0503020204020204" pitchFamily="34" charset="-122"/>
              </a:rPr>
              <a:t>，归属净利润</a:t>
            </a:r>
            <a:r>
              <a:rPr lang="en-US" altLang="zh-CN" sz="1200" b="1" dirty="0">
                <a:solidFill>
                  <a:srgbClr val="6E6E6E"/>
                </a:solidFill>
                <a:latin typeface="微软雅黑" panose="020B0503020204020204" pitchFamily="34" charset="-122"/>
                <a:ea typeface="微软雅黑" panose="020B0503020204020204" pitchFamily="34" charset="-122"/>
              </a:rPr>
              <a:t>42.4</a:t>
            </a:r>
            <a:r>
              <a:rPr lang="zh-CN" altLang="en-US" sz="1200" b="1" dirty="0">
                <a:solidFill>
                  <a:srgbClr val="6E6E6E"/>
                </a:solidFill>
                <a:latin typeface="微软雅黑" panose="020B0503020204020204" pitchFamily="34" charset="-122"/>
                <a:ea typeface="微软雅黑" panose="020B0503020204020204" pitchFamily="34" charset="-122"/>
              </a:rPr>
              <a:t>亿元，同比增长</a:t>
            </a:r>
            <a:r>
              <a:rPr lang="en-US" altLang="zh-CN" sz="1200" b="1" dirty="0">
                <a:solidFill>
                  <a:srgbClr val="6E6E6E"/>
                </a:solidFill>
                <a:latin typeface="微软雅黑" panose="020B0503020204020204" pitchFamily="34" charset="-122"/>
                <a:ea typeface="微软雅黑" panose="020B0503020204020204" pitchFamily="34" charset="-122"/>
              </a:rPr>
              <a:t>582.1%</a:t>
            </a:r>
            <a:r>
              <a:rPr lang="zh-CN" altLang="en-US" sz="1200" b="1" dirty="0">
                <a:solidFill>
                  <a:srgbClr val="6E6E6E"/>
                </a:solidFill>
                <a:latin typeface="微软雅黑" panose="020B0503020204020204" pitchFamily="34" charset="-122"/>
                <a:ea typeface="微软雅黑" panose="020B0503020204020204" pitchFamily="34" charset="-122"/>
              </a:rPr>
              <a:t>。</a:t>
            </a:r>
            <a:endParaRPr lang="en-US" altLang="zh-CN" sz="1200" b="1" dirty="0">
              <a:solidFill>
                <a:srgbClr val="6E6E6E"/>
              </a:solidFill>
              <a:latin typeface="微软雅黑" panose="020B0503020204020204" pitchFamily="34" charset="-122"/>
              <a:ea typeface="微软雅黑" panose="020B0503020204020204" pitchFamily="34" charset="-122"/>
            </a:endParaRPr>
          </a:p>
          <a:p>
            <a:pPr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E6E6E"/>
                </a:solidFill>
                <a:latin typeface="微软雅黑" panose="020B0503020204020204" pitchFamily="34" charset="-122"/>
                <a:ea typeface="微软雅黑" panose="020B0503020204020204" pitchFamily="34" charset="-122"/>
              </a:rPr>
              <a:t>2022</a:t>
            </a:r>
            <a:r>
              <a:rPr lang="zh-CN" altLang="en-US" sz="1200" dirty="0">
                <a:solidFill>
                  <a:srgbClr val="6E6E6E"/>
                </a:solidFill>
                <a:latin typeface="微软雅黑" panose="020B0503020204020204" pitchFamily="34" charset="-122"/>
                <a:ea typeface="微软雅黑" panose="020B0503020204020204" pitchFamily="34" charset="-122"/>
              </a:rPr>
              <a:t>年国内磷化工市场景气延续，磷矿石、磷肥价格走高，草甘膦价格稳定高位，公司业绩延续高增，</a:t>
            </a:r>
            <a:r>
              <a:rPr lang="en-US" altLang="zh-CN" sz="1200" b="1" dirty="0" err="1">
                <a:solidFill>
                  <a:srgbClr val="6E6E6E"/>
                </a:solidFill>
                <a:latin typeface="微软雅黑" panose="020B0503020204020204" pitchFamily="34" charset="-122"/>
                <a:ea typeface="微软雅黑" panose="020B0503020204020204" pitchFamily="34" charset="-122"/>
              </a:rPr>
              <a:t>2022H1</a:t>
            </a:r>
            <a:r>
              <a:rPr lang="zh-CN" altLang="en-US" sz="1200" b="1" dirty="0">
                <a:solidFill>
                  <a:srgbClr val="6E6E6E"/>
                </a:solidFill>
                <a:latin typeface="微软雅黑" panose="020B0503020204020204" pitchFamily="34" charset="-122"/>
                <a:ea typeface="微软雅黑" panose="020B0503020204020204" pitchFamily="34" charset="-122"/>
              </a:rPr>
              <a:t>公司实现营业总收入</a:t>
            </a:r>
            <a:r>
              <a:rPr lang="en-US" altLang="zh-CN" sz="1200" b="1" dirty="0">
                <a:solidFill>
                  <a:srgbClr val="6E6E6E"/>
                </a:solidFill>
                <a:latin typeface="微软雅黑" panose="020B0503020204020204" pitchFamily="34" charset="-122"/>
                <a:ea typeface="微软雅黑" panose="020B0503020204020204" pitchFamily="34" charset="-122"/>
              </a:rPr>
              <a:t>173.0</a:t>
            </a:r>
            <a:r>
              <a:rPr lang="zh-CN" altLang="en-US" sz="1200" b="1" dirty="0">
                <a:solidFill>
                  <a:srgbClr val="6E6E6E"/>
                </a:solidFill>
                <a:latin typeface="微软雅黑" panose="020B0503020204020204" pitchFamily="34" charset="-122"/>
                <a:ea typeface="微软雅黑" panose="020B0503020204020204" pitchFamily="34" charset="-122"/>
              </a:rPr>
              <a:t>亿元，同比增长</a:t>
            </a:r>
            <a:r>
              <a:rPr lang="en-US" altLang="zh-CN" sz="1200" b="1" dirty="0">
                <a:solidFill>
                  <a:srgbClr val="6E6E6E"/>
                </a:solidFill>
                <a:latin typeface="微软雅黑" panose="020B0503020204020204" pitchFamily="34" charset="-122"/>
                <a:ea typeface="微软雅黑" panose="020B0503020204020204" pitchFamily="34" charset="-122"/>
              </a:rPr>
              <a:t>74.5%</a:t>
            </a:r>
            <a:r>
              <a:rPr lang="zh-CN" altLang="en-US" sz="1200" b="1" dirty="0">
                <a:solidFill>
                  <a:srgbClr val="6E6E6E"/>
                </a:solidFill>
                <a:latin typeface="微软雅黑" panose="020B0503020204020204" pitchFamily="34" charset="-122"/>
                <a:ea typeface="微软雅黑" panose="020B0503020204020204" pitchFamily="34" charset="-122"/>
              </a:rPr>
              <a:t>，归属净利润</a:t>
            </a:r>
            <a:r>
              <a:rPr lang="en-US" altLang="zh-CN" sz="1200" b="1" dirty="0">
                <a:solidFill>
                  <a:srgbClr val="6E6E6E"/>
                </a:solidFill>
                <a:latin typeface="微软雅黑" panose="020B0503020204020204" pitchFamily="34" charset="-122"/>
                <a:ea typeface="微软雅黑" panose="020B0503020204020204" pitchFamily="34" charset="-122"/>
              </a:rPr>
              <a:t>36.5</a:t>
            </a:r>
            <a:r>
              <a:rPr lang="zh-CN" altLang="en-US" sz="1200" b="1" dirty="0">
                <a:solidFill>
                  <a:srgbClr val="6E6E6E"/>
                </a:solidFill>
                <a:latin typeface="微软雅黑" panose="020B0503020204020204" pitchFamily="34" charset="-122"/>
                <a:ea typeface="微软雅黑" panose="020B0503020204020204" pitchFamily="34" charset="-122"/>
              </a:rPr>
              <a:t>亿元，同比大幅增长</a:t>
            </a:r>
            <a:r>
              <a:rPr lang="en-US" altLang="zh-CN" sz="1200" b="1" dirty="0">
                <a:solidFill>
                  <a:srgbClr val="6E6E6E"/>
                </a:solidFill>
                <a:latin typeface="微软雅黑" panose="020B0503020204020204" pitchFamily="34" charset="-122"/>
                <a:ea typeface="微软雅黑" panose="020B0503020204020204" pitchFamily="34" charset="-122"/>
              </a:rPr>
              <a:t>211.6%</a:t>
            </a:r>
            <a:r>
              <a:rPr lang="zh-CN" altLang="en-US" sz="1200" b="1" dirty="0">
                <a:solidFill>
                  <a:srgbClr val="6E6E6E"/>
                </a:solidFill>
                <a:latin typeface="微软雅黑" panose="020B0503020204020204" pitchFamily="34" charset="-122"/>
                <a:ea typeface="微软雅黑" panose="020B0503020204020204" pitchFamily="34" charset="-122"/>
              </a:rPr>
              <a:t>。</a:t>
            </a:r>
            <a:endParaRPr lang="en-US" altLang="zh-CN" sz="1200" b="1" dirty="0">
              <a:solidFill>
                <a:srgbClr val="6E6E6E"/>
              </a:solidFill>
              <a:latin typeface="微软雅黑" panose="020B0503020204020204" pitchFamily="34" charset="-122"/>
              <a:ea typeface="微软雅黑" panose="020B0503020204020204" pitchFamily="34" charset="-122"/>
            </a:endParaRPr>
          </a:p>
        </p:txBody>
      </p:sp>
      <p:sp>
        <p:nvSpPr>
          <p:cNvPr id="11" name="Rectangle 5">
            <a:extLst>
              <a:ext uri="{FF2B5EF4-FFF2-40B4-BE49-F238E27FC236}">
                <a16:creationId xmlns:a16="http://schemas.microsoft.com/office/drawing/2014/main" xmlns="" id="{52AD7F5B-30E2-F387-2600-592D52229E71}"/>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，长江证券研究所</a:t>
            </a:r>
          </a:p>
        </p:txBody>
      </p:sp>
      <p:graphicFrame>
        <p:nvGraphicFramePr>
          <p:cNvPr id="12" name="图表 11">
            <a:extLst>
              <a:ext uri="{FF2B5EF4-FFF2-40B4-BE49-F238E27FC236}">
                <a16:creationId xmlns:a16="http://schemas.microsoft.com/office/drawing/2014/main" xmlns="" id="{1280CD06-9405-4EDD-AF10-27552528D33E}"/>
              </a:ext>
            </a:extLst>
          </p:cNvPr>
          <p:cNvGraphicFramePr>
            <a:graphicFrameLocks/>
          </p:cNvGraphicFramePr>
          <p:nvPr>
            <p:extLst>
              <p:ext uri="{D42A27DB-BD31-4B8C-83A1-F6EECF244321}">
                <p14:modId xmlns:p14="http://schemas.microsoft.com/office/powerpoint/2010/main" val="3625294403"/>
              </p:ext>
            </p:extLst>
          </p:nvPr>
        </p:nvGraphicFramePr>
        <p:xfrm>
          <a:off x="765958" y="3409867"/>
          <a:ext cx="4695727" cy="300633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 name="图表 12">
            <a:extLst>
              <a:ext uri="{FF2B5EF4-FFF2-40B4-BE49-F238E27FC236}">
                <a16:creationId xmlns:a16="http://schemas.microsoft.com/office/drawing/2014/main" xmlns="" id="{796377F1-C3E9-44A7-B90E-5A66271EC4C3}"/>
              </a:ext>
            </a:extLst>
          </p:cNvPr>
          <p:cNvGraphicFramePr>
            <a:graphicFrameLocks/>
          </p:cNvGraphicFramePr>
          <p:nvPr>
            <p:extLst>
              <p:ext uri="{D42A27DB-BD31-4B8C-83A1-F6EECF244321}">
                <p14:modId xmlns:p14="http://schemas.microsoft.com/office/powerpoint/2010/main" val="1780885774"/>
              </p:ext>
            </p:extLst>
          </p:nvPr>
        </p:nvGraphicFramePr>
        <p:xfrm>
          <a:off x="6462172" y="3409867"/>
          <a:ext cx="4848379" cy="3006334"/>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20184541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5" y="410018"/>
            <a:ext cx="6998636"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财务分析：营收结构调整，毛利率大幅提升</a:t>
            </a:r>
          </a:p>
        </p:txBody>
      </p:sp>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01</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39" name="文本框 14">
            <a:extLst>
              <a:ext uri="{FF2B5EF4-FFF2-40B4-BE49-F238E27FC236}">
                <a16:creationId xmlns:a16="http://schemas.microsoft.com/office/drawing/2014/main" xmlns="" id="{1B774BA7-EAE5-4CB4-A943-1227EF45485A}"/>
              </a:ext>
            </a:extLst>
          </p:cNvPr>
          <p:cNvSpPr txBox="1">
            <a:spLocks noChangeArrowheads="1"/>
          </p:cNvSpPr>
          <p:nvPr/>
        </p:nvSpPr>
        <p:spPr bwMode="auto">
          <a:xfrm>
            <a:off x="563879" y="2710729"/>
            <a:ext cx="31133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600" b="1" dirty="0">
                <a:solidFill>
                  <a:srgbClr val="E10000"/>
                </a:solidFill>
                <a:latin typeface="微软雅黑" panose="020B0503020204020204" pitchFamily="34" charset="-122"/>
                <a:ea typeface="微软雅黑" panose="020B0503020204020204" pitchFamily="34" charset="-122"/>
              </a:rPr>
              <a:t>公司营业收入结构</a:t>
            </a:r>
          </a:p>
        </p:txBody>
      </p:sp>
      <p:sp>
        <p:nvSpPr>
          <p:cNvPr id="40" name="文本框 14">
            <a:extLst>
              <a:ext uri="{FF2B5EF4-FFF2-40B4-BE49-F238E27FC236}">
                <a16:creationId xmlns:a16="http://schemas.microsoft.com/office/drawing/2014/main" xmlns="" id="{78AEDB0C-7D4A-4945-88B1-6867CD71B3D9}"/>
              </a:ext>
            </a:extLst>
          </p:cNvPr>
          <p:cNvSpPr txBox="1">
            <a:spLocks noChangeArrowheads="1"/>
          </p:cNvSpPr>
          <p:nvPr/>
        </p:nvSpPr>
        <p:spPr bwMode="auto">
          <a:xfrm>
            <a:off x="5272328" y="2707641"/>
            <a:ext cx="4320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600" b="1" dirty="0">
                <a:solidFill>
                  <a:srgbClr val="E10000"/>
                </a:solidFill>
                <a:latin typeface="微软雅黑" panose="020B0503020204020204" pitchFamily="34" charset="-122"/>
                <a:ea typeface="微软雅黑" panose="020B0503020204020204" pitchFamily="34" charset="-122"/>
              </a:rPr>
              <a:t>公司毛利率水平大幅提升</a:t>
            </a:r>
          </a:p>
        </p:txBody>
      </p:sp>
      <p:sp>
        <p:nvSpPr>
          <p:cNvPr id="41" name="Text Box 2">
            <a:extLst>
              <a:ext uri="{FF2B5EF4-FFF2-40B4-BE49-F238E27FC236}">
                <a16:creationId xmlns:a16="http://schemas.microsoft.com/office/drawing/2014/main" xmlns="" id="{6A8A110C-89F4-47EE-B7D1-2BD18A11D3D7}"/>
              </a:ext>
            </a:extLst>
          </p:cNvPr>
          <p:cNvSpPr txBox="1">
            <a:spLocks noChangeArrowheads="1"/>
          </p:cNvSpPr>
          <p:nvPr/>
        </p:nvSpPr>
        <p:spPr bwMode="auto">
          <a:xfrm>
            <a:off x="732083" y="1267072"/>
            <a:ext cx="10019261"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E6E6E"/>
                </a:solidFill>
                <a:latin typeface="微软雅黑" panose="020B0503020204020204" pitchFamily="34" charset="-122"/>
                <a:ea typeface="微软雅黑" panose="020B0503020204020204" pitchFamily="34" charset="-122"/>
              </a:rPr>
              <a:t>公司在</a:t>
            </a: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年对原有业务结构进行了调整，盈利能力较差的贸易业务有所缩减，主要营收贡献板块变为草甘膦及甘氨酸、氯碱及有机硅、磷矿石黄磷及下游产品板块</a:t>
            </a:r>
            <a:endParaRPr lang="en-US" altLang="zh-CN" sz="1200" dirty="0">
              <a:solidFill>
                <a:srgbClr val="6E6E6E"/>
              </a:solidFill>
              <a:latin typeface="微软雅黑" panose="020B0503020204020204" pitchFamily="34" charset="-122"/>
              <a:ea typeface="微软雅黑" panose="020B0503020204020204" pitchFamily="34" charset="-122"/>
            </a:endParaRPr>
          </a:p>
          <a:p>
            <a:pPr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年公司主要产品景气度大幅提升，毛利率均有不同程度上升</a:t>
            </a:r>
            <a:endParaRPr lang="en-US" altLang="zh-CN" sz="1200" b="1" dirty="0">
              <a:solidFill>
                <a:srgbClr val="6E6E6E"/>
              </a:solidFill>
              <a:latin typeface="微软雅黑" panose="020B0503020204020204" pitchFamily="34" charset="-122"/>
              <a:ea typeface="微软雅黑" panose="020B0503020204020204" pitchFamily="34" charset="-122"/>
            </a:endParaRPr>
          </a:p>
        </p:txBody>
      </p:sp>
      <p:sp>
        <p:nvSpPr>
          <p:cNvPr id="11" name="Rectangle 5">
            <a:extLst>
              <a:ext uri="{FF2B5EF4-FFF2-40B4-BE49-F238E27FC236}">
                <a16:creationId xmlns:a16="http://schemas.microsoft.com/office/drawing/2014/main" xmlns="" id="{52AD7F5B-30E2-F387-2600-592D52229E71}"/>
              </a:ext>
            </a:extLst>
          </p:cNvPr>
          <p:cNvSpPr>
            <a:spLocks noChangeArrowheads="1"/>
          </p:cNvSpPr>
          <p:nvPr/>
        </p:nvSpPr>
        <p:spPr bwMode="auto">
          <a:xfrm>
            <a:off x="0" y="6676831"/>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，长江证券研究所</a:t>
            </a:r>
          </a:p>
        </p:txBody>
      </p:sp>
      <p:graphicFrame>
        <p:nvGraphicFramePr>
          <p:cNvPr id="10" name="图表 9"/>
          <p:cNvGraphicFramePr>
            <a:graphicFrameLocks/>
          </p:cNvGraphicFramePr>
          <p:nvPr>
            <p:extLst>
              <p:ext uri="{D42A27DB-BD31-4B8C-83A1-F6EECF244321}">
                <p14:modId xmlns:p14="http://schemas.microsoft.com/office/powerpoint/2010/main" val="820617471"/>
              </p:ext>
            </p:extLst>
          </p:nvPr>
        </p:nvGraphicFramePr>
        <p:xfrm>
          <a:off x="765958" y="3046195"/>
          <a:ext cx="4934625" cy="323251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图表 11"/>
          <p:cNvGraphicFramePr>
            <a:graphicFrameLocks/>
          </p:cNvGraphicFramePr>
          <p:nvPr>
            <p:extLst>
              <p:ext uri="{D42A27DB-BD31-4B8C-83A1-F6EECF244321}">
                <p14:modId xmlns:p14="http://schemas.microsoft.com/office/powerpoint/2010/main" val="3051533982"/>
              </p:ext>
            </p:extLst>
          </p:nvPr>
        </p:nvGraphicFramePr>
        <p:xfrm>
          <a:off x="5819710" y="3049283"/>
          <a:ext cx="5696787" cy="3229422"/>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03765421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5" y="410018"/>
            <a:ext cx="6998636"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财务分析：管理效率优异，研发投入高增</a:t>
            </a:r>
          </a:p>
        </p:txBody>
      </p:sp>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01</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39" name="文本框 14">
            <a:extLst>
              <a:ext uri="{FF2B5EF4-FFF2-40B4-BE49-F238E27FC236}">
                <a16:creationId xmlns:a16="http://schemas.microsoft.com/office/drawing/2014/main" xmlns="" id="{1B774BA7-EAE5-4CB4-A943-1227EF45485A}"/>
              </a:ext>
            </a:extLst>
          </p:cNvPr>
          <p:cNvSpPr txBox="1">
            <a:spLocks noChangeArrowheads="1"/>
          </p:cNvSpPr>
          <p:nvPr/>
        </p:nvSpPr>
        <p:spPr bwMode="auto">
          <a:xfrm>
            <a:off x="5556380" y="1223086"/>
            <a:ext cx="36312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600" b="1" dirty="0">
                <a:solidFill>
                  <a:srgbClr val="E10000"/>
                </a:solidFill>
                <a:latin typeface="微软雅黑" panose="020B0503020204020204" pitchFamily="34" charset="-122"/>
                <a:ea typeface="微软雅黑" panose="020B0503020204020204" pitchFamily="34" charset="-122"/>
              </a:rPr>
              <a:t>公司资产负债率逐年走低</a:t>
            </a:r>
          </a:p>
        </p:txBody>
      </p:sp>
      <p:sp>
        <p:nvSpPr>
          <p:cNvPr id="41" name="Text Box 2">
            <a:extLst>
              <a:ext uri="{FF2B5EF4-FFF2-40B4-BE49-F238E27FC236}">
                <a16:creationId xmlns:a16="http://schemas.microsoft.com/office/drawing/2014/main" xmlns="" id="{6A8A110C-89F4-47EE-B7D1-2BD18A11D3D7}"/>
              </a:ext>
            </a:extLst>
          </p:cNvPr>
          <p:cNvSpPr txBox="1">
            <a:spLocks noChangeArrowheads="1"/>
          </p:cNvSpPr>
          <p:nvPr/>
        </p:nvSpPr>
        <p:spPr bwMode="auto">
          <a:xfrm>
            <a:off x="765959" y="1223086"/>
            <a:ext cx="5115338" cy="14446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p"/>
              <a:defRPr/>
            </a:pPr>
            <a:r>
              <a:rPr lang="zh-CN" altLang="en-US" sz="1200" b="1" dirty="0">
                <a:solidFill>
                  <a:srgbClr val="6E6E6E"/>
                </a:solidFill>
                <a:latin typeface="微软雅黑" panose="020B0503020204020204" pitchFamily="34" charset="-122"/>
                <a:ea typeface="微软雅黑" panose="020B0503020204020204" pitchFamily="34" charset="-122"/>
              </a:rPr>
              <a:t>费用率水平较低，研发投入持续提升。</a:t>
            </a:r>
            <a:r>
              <a:rPr lang="zh-CN" altLang="en-US" sz="1200" dirty="0">
                <a:solidFill>
                  <a:srgbClr val="6E6E6E"/>
                </a:solidFill>
                <a:latin typeface="微软雅黑" panose="020B0503020204020204" pitchFamily="34" charset="-122"/>
                <a:ea typeface="微软雅黑" panose="020B0503020204020204" pitchFamily="34" charset="-122"/>
              </a:rPr>
              <a:t>公司管理效率优异，三费水平始终较低。此外，公司注重研发投入，</a:t>
            </a: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年公司研发投入达</a:t>
            </a:r>
            <a:r>
              <a:rPr lang="en-US" altLang="zh-CN" sz="1200" dirty="0">
                <a:solidFill>
                  <a:srgbClr val="6E6E6E"/>
                </a:solidFill>
                <a:latin typeface="微软雅黑" panose="020B0503020204020204" pitchFamily="34" charset="-122"/>
                <a:ea typeface="微软雅黑" panose="020B0503020204020204" pitchFamily="34" charset="-122"/>
              </a:rPr>
              <a:t>8.65</a:t>
            </a:r>
            <a:r>
              <a:rPr lang="zh-CN" altLang="en-US" sz="1200" dirty="0">
                <a:solidFill>
                  <a:srgbClr val="6E6E6E"/>
                </a:solidFill>
                <a:latin typeface="微软雅黑" panose="020B0503020204020204" pitchFamily="34" charset="-122"/>
                <a:ea typeface="微软雅黑" panose="020B0503020204020204" pitchFamily="34" charset="-122"/>
              </a:rPr>
              <a:t>亿元，占收入比重达</a:t>
            </a:r>
            <a:r>
              <a:rPr lang="en-US" altLang="zh-CN" sz="1200" dirty="0">
                <a:solidFill>
                  <a:srgbClr val="6E6E6E"/>
                </a:solidFill>
                <a:latin typeface="微软雅黑" panose="020B0503020204020204" pitchFamily="34" charset="-122"/>
                <a:ea typeface="微软雅黑" panose="020B0503020204020204" pitchFamily="34" charset="-122"/>
              </a:rPr>
              <a:t>3.7%</a:t>
            </a:r>
            <a:r>
              <a:rPr lang="zh-CN" altLang="en-US" sz="1200" dirty="0">
                <a:solidFill>
                  <a:srgbClr val="6E6E6E"/>
                </a:solidFill>
                <a:latin typeface="微软雅黑" panose="020B0503020204020204" pitchFamily="34" charset="-122"/>
                <a:ea typeface="微软雅黑" panose="020B0503020204020204" pitchFamily="34" charset="-122"/>
              </a:rPr>
              <a:t>，</a:t>
            </a:r>
            <a:r>
              <a:rPr lang="en-US" altLang="zh-CN" sz="1200" b="1" dirty="0" err="1">
                <a:solidFill>
                  <a:srgbClr val="6E6E6E"/>
                </a:solidFill>
                <a:latin typeface="微软雅黑" panose="020B0503020204020204" pitchFamily="34" charset="-122"/>
                <a:ea typeface="微软雅黑" panose="020B0503020204020204" pitchFamily="34" charset="-122"/>
              </a:rPr>
              <a:t>2022H1</a:t>
            </a:r>
            <a:r>
              <a:rPr lang="zh-CN" altLang="en-US" sz="1200" b="1" dirty="0">
                <a:solidFill>
                  <a:srgbClr val="6E6E6E"/>
                </a:solidFill>
                <a:latin typeface="微软雅黑" panose="020B0503020204020204" pitchFamily="34" charset="-122"/>
                <a:ea typeface="微软雅黑" panose="020B0503020204020204" pitchFamily="34" charset="-122"/>
              </a:rPr>
              <a:t>研发投入</a:t>
            </a:r>
            <a:r>
              <a:rPr lang="en-US" altLang="zh-CN" sz="1200" b="1" dirty="0">
                <a:solidFill>
                  <a:srgbClr val="6E6E6E"/>
                </a:solidFill>
                <a:latin typeface="微软雅黑" panose="020B0503020204020204" pitchFamily="34" charset="-122"/>
                <a:ea typeface="微软雅黑" panose="020B0503020204020204" pitchFamily="34" charset="-122"/>
              </a:rPr>
              <a:t>6.56</a:t>
            </a:r>
            <a:r>
              <a:rPr lang="zh-CN" altLang="en-US" sz="1200" b="1" dirty="0">
                <a:solidFill>
                  <a:srgbClr val="6E6E6E"/>
                </a:solidFill>
                <a:latin typeface="微软雅黑" panose="020B0503020204020204" pitchFamily="34" charset="-122"/>
                <a:ea typeface="微软雅黑" panose="020B0503020204020204" pitchFamily="34" charset="-122"/>
              </a:rPr>
              <a:t>亿，占比</a:t>
            </a:r>
            <a:r>
              <a:rPr lang="en-US" altLang="zh-CN" sz="1200" b="1" dirty="0">
                <a:solidFill>
                  <a:srgbClr val="6E6E6E"/>
                </a:solidFill>
                <a:latin typeface="微软雅黑" panose="020B0503020204020204" pitchFamily="34" charset="-122"/>
                <a:ea typeface="微软雅黑" panose="020B0503020204020204" pitchFamily="34" charset="-122"/>
              </a:rPr>
              <a:t>3.8%</a:t>
            </a:r>
          </a:p>
          <a:p>
            <a:pPr fontAlgn="base">
              <a:lnSpc>
                <a:spcPct val="150000"/>
              </a:lnSpc>
              <a:spcBef>
                <a:spcPct val="0"/>
              </a:spcBef>
              <a:spcAft>
                <a:spcPct val="0"/>
              </a:spcAft>
              <a:buClr>
                <a:srgbClr val="C00000"/>
              </a:buClr>
              <a:buFont typeface="Wingdings" panose="05000000000000000000" pitchFamily="2" charset="2"/>
              <a:buChar char="p"/>
              <a:defRPr/>
            </a:pPr>
            <a:r>
              <a:rPr lang="zh-CN" altLang="en-US" sz="1200" b="1" dirty="0">
                <a:solidFill>
                  <a:srgbClr val="6E6E6E"/>
                </a:solidFill>
                <a:latin typeface="微软雅黑" panose="020B0503020204020204" pitchFamily="34" charset="-122"/>
                <a:ea typeface="微软雅黑" panose="020B0503020204020204" pitchFamily="34" charset="-122"/>
              </a:rPr>
              <a:t>资产负债结构持续优化。</a:t>
            </a:r>
            <a:r>
              <a:rPr lang="zh-CN" altLang="en-US" sz="1200" dirty="0">
                <a:solidFill>
                  <a:srgbClr val="6E6E6E"/>
                </a:solidFill>
                <a:latin typeface="微软雅黑" panose="020B0503020204020204" pitchFamily="34" charset="-122"/>
                <a:ea typeface="微软雅黑" panose="020B0503020204020204" pitchFamily="34" charset="-122"/>
              </a:rPr>
              <a:t>公司近年资产负债率持续降低，</a:t>
            </a:r>
            <a:r>
              <a:rPr lang="zh-CN" altLang="en-US" sz="1200" b="1" dirty="0">
                <a:solidFill>
                  <a:srgbClr val="6E6E6E"/>
                </a:solidFill>
                <a:latin typeface="微软雅黑" panose="020B0503020204020204" pitchFamily="34" charset="-122"/>
                <a:ea typeface="微软雅黑" panose="020B0503020204020204" pitchFamily="34" charset="-122"/>
              </a:rPr>
              <a:t>由</a:t>
            </a:r>
            <a:r>
              <a:rPr lang="en-US" altLang="zh-CN" sz="1200" b="1" dirty="0">
                <a:solidFill>
                  <a:srgbClr val="6E6E6E"/>
                </a:solidFill>
                <a:latin typeface="微软雅黑" panose="020B0503020204020204" pitchFamily="34" charset="-122"/>
                <a:ea typeface="微软雅黑" panose="020B0503020204020204" pitchFamily="34" charset="-122"/>
              </a:rPr>
              <a:t>2016</a:t>
            </a:r>
            <a:r>
              <a:rPr lang="zh-CN" altLang="en-US" sz="1200" b="1" dirty="0">
                <a:solidFill>
                  <a:srgbClr val="6E6E6E"/>
                </a:solidFill>
                <a:latin typeface="微软雅黑" panose="020B0503020204020204" pitchFamily="34" charset="-122"/>
                <a:ea typeface="微软雅黑" panose="020B0503020204020204" pitchFamily="34" charset="-122"/>
              </a:rPr>
              <a:t>年的</a:t>
            </a:r>
            <a:r>
              <a:rPr lang="en-US" altLang="zh-CN" sz="1200" b="1" dirty="0">
                <a:solidFill>
                  <a:srgbClr val="6E6E6E"/>
                </a:solidFill>
                <a:latin typeface="微软雅黑" panose="020B0503020204020204" pitchFamily="34" charset="-122"/>
                <a:ea typeface="微软雅黑" panose="020B0503020204020204" pitchFamily="34" charset="-122"/>
              </a:rPr>
              <a:t>68.9%</a:t>
            </a:r>
            <a:r>
              <a:rPr lang="zh-CN" altLang="en-US" sz="1200" b="1" dirty="0">
                <a:solidFill>
                  <a:srgbClr val="6E6E6E"/>
                </a:solidFill>
                <a:latin typeface="微软雅黑" panose="020B0503020204020204" pitchFamily="34" charset="-122"/>
                <a:ea typeface="微软雅黑" panose="020B0503020204020204" pitchFamily="34" charset="-122"/>
              </a:rPr>
              <a:t>降低至</a:t>
            </a:r>
            <a:r>
              <a:rPr lang="en-US" altLang="zh-CN" sz="1200" b="1" dirty="0" err="1">
                <a:solidFill>
                  <a:srgbClr val="6E6E6E"/>
                </a:solidFill>
                <a:latin typeface="微软雅黑" panose="020B0503020204020204" pitchFamily="34" charset="-122"/>
                <a:ea typeface="微软雅黑" panose="020B0503020204020204" pitchFamily="34" charset="-122"/>
              </a:rPr>
              <a:t>2022H1</a:t>
            </a:r>
            <a:r>
              <a:rPr lang="zh-CN" altLang="en-US" sz="1200" b="1" dirty="0">
                <a:solidFill>
                  <a:srgbClr val="6E6E6E"/>
                </a:solidFill>
                <a:latin typeface="微软雅黑" panose="020B0503020204020204" pitchFamily="34" charset="-122"/>
                <a:ea typeface="微软雅黑" panose="020B0503020204020204" pitchFamily="34" charset="-122"/>
              </a:rPr>
              <a:t>的</a:t>
            </a:r>
            <a:r>
              <a:rPr lang="en-US" altLang="zh-CN" sz="1200" b="1" dirty="0">
                <a:solidFill>
                  <a:srgbClr val="6E6E6E"/>
                </a:solidFill>
                <a:latin typeface="微软雅黑" panose="020B0503020204020204" pitchFamily="34" charset="-122"/>
                <a:ea typeface="微软雅黑" panose="020B0503020204020204" pitchFamily="34" charset="-122"/>
              </a:rPr>
              <a:t>50.1%</a:t>
            </a:r>
            <a:r>
              <a:rPr lang="zh-CN" altLang="en-US" sz="1200" dirty="0">
                <a:solidFill>
                  <a:srgbClr val="6E6E6E"/>
                </a:solidFill>
                <a:latin typeface="微软雅黑" panose="020B0503020204020204" pitchFamily="34" charset="-122"/>
                <a:ea typeface="微软雅黑" panose="020B0503020204020204" pitchFamily="34" charset="-122"/>
              </a:rPr>
              <a:t>，抗风险能力得到大幅提升</a:t>
            </a:r>
            <a:endParaRPr lang="en-US" altLang="zh-CN" sz="1200" dirty="0">
              <a:solidFill>
                <a:srgbClr val="6E6E6E"/>
              </a:solidFill>
              <a:latin typeface="微软雅黑" panose="020B0503020204020204" pitchFamily="34" charset="-122"/>
              <a:ea typeface="微软雅黑" panose="020B0503020204020204" pitchFamily="34" charset="-122"/>
            </a:endParaRPr>
          </a:p>
        </p:txBody>
      </p:sp>
      <p:sp>
        <p:nvSpPr>
          <p:cNvPr id="11" name="Rectangle 5">
            <a:extLst>
              <a:ext uri="{FF2B5EF4-FFF2-40B4-BE49-F238E27FC236}">
                <a16:creationId xmlns:a16="http://schemas.microsoft.com/office/drawing/2014/main" xmlns="" id="{52AD7F5B-30E2-F387-2600-592D52229E71}"/>
              </a:ext>
            </a:extLst>
          </p:cNvPr>
          <p:cNvSpPr>
            <a:spLocks noChangeArrowheads="1"/>
          </p:cNvSpPr>
          <p:nvPr/>
        </p:nvSpPr>
        <p:spPr bwMode="auto">
          <a:xfrm>
            <a:off x="-1" y="6676831"/>
            <a:ext cx="4926563"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，长江证券研究所</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   </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注：</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2018</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年新会计准则实施，管理费用率采用剔除研发费用口径</a:t>
            </a:r>
          </a:p>
        </p:txBody>
      </p:sp>
      <p:sp>
        <p:nvSpPr>
          <p:cNvPr id="7" name="文本框 14">
            <a:extLst>
              <a:ext uri="{FF2B5EF4-FFF2-40B4-BE49-F238E27FC236}">
                <a16:creationId xmlns:a16="http://schemas.microsoft.com/office/drawing/2014/main" xmlns="" id="{D3BF9367-FB16-7ACC-DF39-935767348E4D}"/>
              </a:ext>
            </a:extLst>
          </p:cNvPr>
          <p:cNvSpPr txBox="1">
            <a:spLocks noChangeArrowheads="1"/>
          </p:cNvSpPr>
          <p:nvPr/>
        </p:nvSpPr>
        <p:spPr bwMode="auto">
          <a:xfrm>
            <a:off x="6148874" y="3752856"/>
            <a:ext cx="36312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eaLnBrk="0" fontAlgn="base" hangingPunct="0">
              <a:spcBef>
                <a:spcPct val="0"/>
              </a:spcBef>
              <a:spcAft>
                <a:spcPct val="0"/>
              </a:spcAft>
              <a:defRPr/>
            </a:pPr>
            <a:r>
              <a:rPr lang="zh-CN" altLang="en-US" sz="1600" b="1" dirty="0">
                <a:solidFill>
                  <a:srgbClr val="E10000"/>
                </a:solidFill>
                <a:latin typeface="微软雅黑" panose="020B0503020204020204" pitchFamily="34" charset="-122"/>
                <a:ea typeface="微软雅黑" panose="020B0503020204020204" pitchFamily="34" charset="-122"/>
              </a:rPr>
              <a:t>公司研发支出高增</a:t>
            </a:r>
          </a:p>
        </p:txBody>
      </p:sp>
      <p:sp>
        <p:nvSpPr>
          <p:cNvPr id="8" name="文本框 14">
            <a:extLst>
              <a:ext uri="{FF2B5EF4-FFF2-40B4-BE49-F238E27FC236}">
                <a16:creationId xmlns:a16="http://schemas.microsoft.com/office/drawing/2014/main" xmlns="" id="{ADEED126-9544-49BF-3AE6-177BD1330941}"/>
              </a:ext>
            </a:extLst>
          </p:cNvPr>
          <p:cNvSpPr txBox="1">
            <a:spLocks noChangeArrowheads="1"/>
          </p:cNvSpPr>
          <p:nvPr/>
        </p:nvSpPr>
        <p:spPr bwMode="auto">
          <a:xfrm>
            <a:off x="688911" y="3752856"/>
            <a:ext cx="36312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eaLnBrk="0" fontAlgn="base" hangingPunct="0">
              <a:spcBef>
                <a:spcPct val="0"/>
              </a:spcBef>
              <a:spcAft>
                <a:spcPct val="0"/>
              </a:spcAft>
              <a:defRPr/>
            </a:pPr>
            <a:r>
              <a:rPr lang="zh-CN" altLang="en-US" sz="1600" b="1" dirty="0">
                <a:solidFill>
                  <a:srgbClr val="E10000"/>
                </a:solidFill>
                <a:latin typeface="微软雅黑" panose="020B0503020204020204" pitchFamily="34" charset="-122"/>
                <a:ea typeface="微软雅黑" panose="020B0503020204020204" pitchFamily="34" charset="-122"/>
              </a:rPr>
              <a:t>公司管理水平优异</a:t>
            </a:r>
          </a:p>
        </p:txBody>
      </p:sp>
      <p:graphicFrame>
        <p:nvGraphicFramePr>
          <p:cNvPr id="13" name="图表 12">
            <a:extLst>
              <a:ext uri="{FF2B5EF4-FFF2-40B4-BE49-F238E27FC236}">
                <a16:creationId xmlns:a16="http://schemas.microsoft.com/office/drawing/2014/main" xmlns="" id="{AA908BCA-3553-4BA6-BB70-C8FE5A6ACD7D}"/>
              </a:ext>
            </a:extLst>
          </p:cNvPr>
          <p:cNvGraphicFramePr>
            <a:graphicFrameLocks/>
          </p:cNvGraphicFramePr>
          <p:nvPr>
            <p:extLst>
              <p:ext uri="{D42A27DB-BD31-4B8C-83A1-F6EECF244321}">
                <p14:modId xmlns:p14="http://schemas.microsoft.com/office/powerpoint/2010/main" val="3761262083"/>
              </p:ext>
            </p:extLst>
          </p:nvPr>
        </p:nvGraphicFramePr>
        <p:xfrm>
          <a:off x="765958" y="4080514"/>
          <a:ext cx="4432117" cy="241090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图表 14">
            <a:extLst>
              <a:ext uri="{FF2B5EF4-FFF2-40B4-BE49-F238E27FC236}">
                <a16:creationId xmlns:a16="http://schemas.microsoft.com/office/drawing/2014/main" xmlns="" id="{C9BA6FE3-5657-473F-8E1E-F4CC51A49101}"/>
              </a:ext>
            </a:extLst>
          </p:cNvPr>
          <p:cNvGraphicFramePr>
            <a:graphicFrameLocks/>
          </p:cNvGraphicFramePr>
          <p:nvPr>
            <p:extLst>
              <p:ext uri="{D42A27DB-BD31-4B8C-83A1-F6EECF244321}">
                <p14:modId xmlns:p14="http://schemas.microsoft.com/office/powerpoint/2010/main" val="1784620895"/>
              </p:ext>
            </p:extLst>
          </p:nvPr>
        </p:nvGraphicFramePr>
        <p:xfrm>
          <a:off x="6148874" y="1672292"/>
          <a:ext cx="4527364" cy="208056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6" name="图表 15">
            <a:extLst>
              <a:ext uri="{FF2B5EF4-FFF2-40B4-BE49-F238E27FC236}">
                <a16:creationId xmlns:a16="http://schemas.microsoft.com/office/drawing/2014/main" xmlns="" id="{469BCA59-E82F-4AA0-A90F-BA234B99BEB1}"/>
              </a:ext>
            </a:extLst>
          </p:cNvPr>
          <p:cNvGraphicFramePr>
            <a:graphicFrameLocks/>
          </p:cNvGraphicFramePr>
          <p:nvPr>
            <p:extLst>
              <p:ext uri="{D42A27DB-BD31-4B8C-83A1-F6EECF244321}">
                <p14:modId xmlns:p14="http://schemas.microsoft.com/office/powerpoint/2010/main" val="384239056"/>
              </p:ext>
            </p:extLst>
          </p:nvPr>
        </p:nvGraphicFramePr>
        <p:xfrm>
          <a:off x="6148874" y="4091410"/>
          <a:ext cx="4527364" cy="2292914"/>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0298973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descr="0110新版ppt-03.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6" y="0"/>
            <a:ext cx="12191594" cy="6858000"/>
          </a:xfrm>
          <a:prstGeom prst="rect">
            <a:avLst/>
          </a:prstGeom>
        </p:spPr>
      </p:pic>
      <p:sp>
        <p:nvSpPr>
          <p:cNvPr id="4" name="文本框 3"/>
          <p:cNvSpPr txBox="1"/>
          <p:nvPr/>
        </p:nvSpPr>
        <p:spPr>
          <a:xfrm>
            <a:off x="1254760" y="1533537"/>
            <a:ext cx="1797749" cy="1655710"/>
          </a:xfrm>
          <a:prstGeom prst="rect">
            <a:avLst/>
          </a:prstGeom>
          <a:noFill/>
        </p:spPr>
        <p:txBody>
          <a:bodyPr wrap="square" rtlCol="0">
            <a:spAutoFit/>
          </a:bodyPr>
          <a:lstStyle/>
          <a:p>
            <a:r>
              <a:rPr lang="en-US" altLang="zh-CN" sz="10160" b="1" i="1" dirty="0">
                <a:solidFill>
                  <a:srgbClr val="E10000"/>
                </a:solidFill>
                <a:latin typeface="微软雅黑" panose="020B0503020204020204" pitchFamily="34" charset="-122"/>
                <a:ea typeface="微软雅黑" panose="020B0503020204020204" pitchFamily="34" charset="-122"/>
              </a:rPr>
              <a:t>02</a:t>
            </a:r>
            <a:endParaRPr lang="zh-CN" altLang="en-US" sz="10160" b="1" i="1" dirty="0">
              <a:solidFill>
                <a:srgbClr val="E10000"/>
              </a:solidFill>
              <a:latin typeface="微软雅黑" panose="020B0503020204020204" pitchFamily="34" charset="-122"/>
              <a:ea typeface="微软雅黑" panose="020B0503020204020204" pitchFamily="34" charset="-122"/>
            </a:endParaRPr>
          </a:p>
        </p:txBody>
      </p:sp>
      <p:sp>
        <p:nvSpPr>
          <p:cNvPr id="6" name="文本框 5"/>
          <p:cNvSpPr txBox="1"/>
          <p:nvPr/>
        </p:nvSpPr>
        <p:spPr>
          <a:xfrm>
            <a:off x="1254760" y="3146287"/>
            <a:ext cx="5566664" cy="492443"/>
          </a:xfrm>
          <a:prstGeom prst="rect">
            <a:avLst/>
          </a:prstGeom>
          <a:noFill/>
        </p:spPr>
        <p:txBody>
          <a:bodyPr wrap="square" rtlCol="0">
            <a:spAutoFit/>
          </a:bodyPr>
          <a:lstStyle/>
          <a:p>
            <a:r>
              <a:rPr lang="zh-CN" altLang="en-US" sz="2600" b="1" dirty="0">
                <a:solidFill>
                  <a:srgbClr val="6D6D6D"/>
                </a:solidFill>
                <a:latin typeface="微软雅黑" panose="020B0503020204020204" pitchFamily="34" charset="-122"/>
                <a:ea typeface="微软雅黑" panose="020B0503020204020204" pitchFamily="34" charset="-122"/>
              </a:rPr>
              <a:t>磷矿石</a:t>
            </a:r>
          </a:p>
        </p:txBody>
      </p:sp>
      <p:sp>
        <p:nvSpPr>
          <p:cNvPr id="7" name="文本框 6"/>
          <p:cNvSpPr txBox="1"/>
          <p:nvPr/>
        </p:nvSpPr>
        <p:spPr>
          <a:xfrm>
            <a:off x="1254760" y="3749576"/>
            <a:ext cx="5302761" cy="418191"/>
          </a:xfrm>
          <a:prstGeom prst="rect">
            <a:avLst/>
          </a:prstGeom>
          <a:noFill/>
        </p:spPr>
        <p:txBody>
          <a:bodyPr wrap="square" rtlCol="0">
            <a:spAutoFit/>
          </a:bodyPr>
          <a:lstStyle/>
          <a:p>
            <a:pPr>
              <a:lnSpc>
                <a:spcPct val="150000"/>
              </a:lnSpc>
            </a:pPr>
            <a:r>
              <a:rPr lang="zh-CN" altLang="en-US" sz="1600" dirty="0">
                <a:solidFill>
                  <a:schemeClr val="bg1">
                    <a:lumMod val="50000"/>
                  </a:schemeClr>
                </a:solidFill>
                <a:latin typeface="微软雅黑" panose="020B0503020204020204" pitchFamily="34" charset="-122"/>
                <a:ea typeface="微软雅黑" panose="020B0503020204020204" pitchFamily="34" charset="-122"/>
              </a:rPr>
              <a:t>需求共振供给受限，行业大周期上行</a:t>
            </a:r>
          </a:p>
        </p:txBody>
      </p:sp>
    </p:spTree>
    <p:extLst>
      <p:ext uri="{BB962C8B-B14F-4D97-AF65-F5344CB8AC3E}">
        <p14:creationId xmlns:p14="http://schemas.microsoft.com/office/powerpoint/2010/main" val="407048214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
          <p:cNvSpPr txBox="1">
            <a:spLocks noChangeArrowheads="1"/>
          </p:cNvSpPr>
          <p:nvPr/>
        </p:nvSpPr>
        <p:spPr bwMode="auto">
          <a:xfrm>
            <a:off x="762288" y="1409700"/>
            <a:ext cx="10732800" cy="922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latin typeface="微软雅黑" panose="020B0503020204020204" pitchFamily="34" charset="-122"/>
                <a:ea typeface="微软雅黑" panose="020B0503020204020204" pitchFamily="34" charset="-122"/>
              </a:rPr>
              <a:t>磷矿石</a:t>
            </a:r>
            <a:r>
              <a:rPr lang="zh-CN" altLang="en-US" sz="1200" dirty="0">
                <a:latin typeface="微软雅黑" panose="020B0503020204020204" pitchFamily="34" charset="-122"/>
                <a:ea typeface="微软雅黑" panose="020B0503020204020204" pitchFamily="34" charset="-122"/>
              </a:rPr>
              <a:t>是是一种重要的化工矿物原料。用它可以制取磷肥，也可以用来制造黄磷、磷酸、磷化物及其他磷酸盐类</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世界磷矿石</a:t>
            </a:r>
            <a:r>
              <a:rPr lang="zh-CN" altLang="en-US" sz="1200" b="1" dirty="0">
                <a:latin typeface="微软雅黑" panose="020B0503020204020204" pitchFamily="34" charset="-122"/>
                <a:ea typeface="微软雅黑" panose="020B0503020204020204" pitchFamily="34" charset="-122"/>
              </a:rPr>
              <a:t>可开采品味</a:t>
            </a:r>
            <a:r>
              <a:rPr lang="zh-CN" altLang="en-US" sz="1200" dirty="0">
                <a:latin typeface="微软雅黑" panose="020B0503020204020204" pitchFamily="34" charset="-122"/>
                <a:ea typeface="微软雅黑" panose="020B0503020204020204" pitchFamily="34" charset="-122"/>
              </a:rPr>
              <a:t>平均在</a:t>
            </a:r>
            <a:r>
              <a:rPr lang="en-US" altLang="zh-CN" sz="1200" b="1" dirty="0">
                <a:latin typeface="微软雅黑" panose="020B0503020204020204" pitchFamily="34" charset="-122"/>
                <a:ea typeface="微软雅黑" panose="020B0503020204020204" pitchFamily="34" charset="-122"/>
              </a:rPr>
              <a:t>30%</a:t>
            </a:r>
            <a:r>
              <a:rPr lang="zh-CN" altLang="en-US" sz="1200" dirty="0">
                <a:latin typeface="微软雅黑" panose="020B0503020204020204" pitchFamily="34" charset="-122"/>
                <a:ea typeface="微软雅黑" panose="020B0503020204020204" pitchFamily="34" charset="-122"/>
              </a:rPr>
              <a:t>左右，但我国磷矿品味位处于</a:t>
            </a:r>
            <a:r>
              <a:rPr lang="zh-CN" altLang="en-US" sz="1200" b="1" dirty="0">
                <a:latin typeface="微软雅黑" panose="020B0503020204020204" pitchFamily="34" charset="-122"/>
                <a:ea typeface="微软雅黑" panose="020B0503020204020204" pitchFamily="34" charset="-122"/>
              </a:rPr>
              <a:t>较低水平</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我国磷矿到磷矿石成品一共有</a:t>
            </a:r>
            <a:r>
              <a:rPr lang="zh-CN" altLang="en-US" sz="1200" b="1" dirty="0">
                <a:latin typeface="微软雅黑" panose="020B0503020204020204" pitchFamily="34" charset="-122"/>
                <a:ea typeface="微软雅黑" panose="020B0503020204020204" pitchFamily="34" charset="-122"/>
              </a:rPr>
              <a:t>八步</a:t>
            </a:r>
            <a:r>
              <a:rPr lang="zh-CN" altLang="en-US" sz="1200"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分级、浮选和煅烧</a:t>
            </a:r>
            <a:r>
              <a:rPr lang="zh-CN" altLang="en-US" sz="1200" dirty="0">
                <a:latin typeface="微软雅黑" panose="020B0503020204020204" pitchFamily="34" charset="-122"/>
                <a:ea typeface="微软雅黑" panose="020B0503020204020204" pitchFamily="34" charset="-122"/>
              </a:rPr>
              <a:t>是提高品位的重要步骤，但是</a:t>
            </a:r>
            <a:r>
              <a:rPr lang="zh-CN" altLang="en-US" sz="1200" b="1" dirty="0">
                <a:latin typeface="微软雅黑" panose="020B0503020204020204" pitchFamily="34" charset="-122"/>
                <a:ea typeface="微软雅黑" panose="020B0503020204020204" pitchFamily="34" charset="-122"/>
              </a:rPr>
              <a:t>污染较大</a:t>
            </a:r>
            <a:endParaRPr lang="en-US" altLang="zh-CN" sz="1200" b="1" dirty="0">
              <a:latin typeface="微软雅黑" panose="020B0503020204020204" pitchFamily="34" charset="-122"/>
              <a:ea typeface="微软雅黑" panose="020B0503020204020204" pitchFamily="34" charset="-122"/>
            </a:endParaRPr>
          </a:p>
        </p:txBody>
      </p:sp>
      <p:sp>
        <p:nvSpPr>
          <p:cNvPr id="9" name="Rectangle 4"/>
          <p:cNvSpPr>
            <a:spLocks noChangeArrowheads="1"/>
          </p:cNvSpPr>
          <p:nvPr/>
        </p:nvSpPr>
        <p:spPr bwMode="auto">
          <a:xfrm>
            <a:off x="763589" y="2355528"/>
            <a:ext cx="4040190"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600" b="1" dirty="0">
                <a:solidFill>
                  <a:srgbClr val="E10000"/>
                </a:solidFill>
                <a:latin typeface="微软雅黑" panose="020B0503020204020204" pitchFamily="34" charset="-122"/>
                <a:ea typeface="微软雅黑" panose="020B0503020204020204" pitchFamily="34" charset="-122"/>
              </a:rPr>
              <a:t>我国磷矿石种类主要有三种，开采分八步</a:t>
            </a:r>
            <a:endParaRPr lang="zh-CN" altLang="zh-CN" sz="1600" b="1" dirty="0">
              <a:solidFill>
                <a:srgbClr val="E10000"/>
              </a:solidFill>
              <a:latin typeface="微软雅黑" panose="020B0503020204020204" pitchFamily="34" charset="-122"/>
              <a:ea typeface="微软雅黑" panose="020B0503020204020204" pitchFamily="34" charset="-122"/>
            </a:endParaRPr>
          </a:p>
        </p:txBody>
      </p:sp>
      <p:sp>
        <p:nvSpPr>
          <p:cNvPr id="11" name="Rectangle 5"/>
          <p:cNvSpPr>
            <a:spLocks noChangeArrowheads="1"/>
          </p:cNvSpPr>
          <p:nvPr/>
        </p:nvSpPr>
        <p:spPr bwMode="auto">
          <a:xfrm>
            <a:off x="843166" y="6515041"/>
            <a:ext cx="6404962" cy="213861"/>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湖北省磷矿资源产业发展战略研究</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我国磷矿资源开发利用综述</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俄罗斯磷矿资源研究</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，长江证券研究所</a:t>
            </a:r>
          </a:p>
        </p:txBody>
      </p:sp>
      <p:sp>
        <p:nvSpPr>
          <p:cNvPr id="14"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磷矿石基本信息</a:t>
            </a:r>
          </a:p>
        </p:txBody>
      </p:sp>
      <p:graphicFrame>
        <p:nvGraphicFramePr>
          <p:cNvPr id="74" name="图表 73"/>
          <p:cNvGraphicFramePr/>
          <p:nvPr>
            <p:extLst>
              <p:ext uri="{D42A27DB-BD31-4B8C-83A1-F6EECF244321}">
                <p14:modId xmlns:p14="http://schemas.microsoft.com/office/powerpoint/2010/main" val="4062525085"/>
              </p:ext>
            </p:extLst>
          </p:nvPr>
        </p:nvGraphicFramePr>
        <p:xfrm>
          <a:off x="8662849" y="3023118"/>
          <a:ext cx="3429623" cy="2332653"/>
        </p:xfrm>
        <a:graphic>
          <a:graphicData uri="http://schemas.openxmlformats.org/drawingml/2006/chart">
            <c:chart xmlns:c="http://schemas.openxmlformats.org/drawingml/2006/chart" xmlns:r="http://schemas.openxmlformats.org/officeDocument/2006/relationships" r:id="rId3"/>
          </a:graphicData>
        </a:graphic>
      </p:graphicFrame>
      <p:sp>
        <p:nvSpPr>
          <p:cNvPr id="79" name="Rectangle 4"/>
          <p:cNvSpPr>
            <a:spLocks noChangeArrowheads="1"/>
          </p:cNvSpPr>
          <p:nvPr/>
        </p:nvSpPr>
        <p:spPr bwMode="auto">
          <a:xfrm>
            <a:off x="8861109" y="2344274"/>
            <a:ext cx="2668116" cy="337185"/>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600" b="1" dirty="0">
                <a:solidFill>
                  <a:srgbClr val="E10000"/>
                </a:solidFill>
                <a:latin typeface="微软雅黑" panose="020B0503020204020204" pitchFamily="34" charset="-122"/>
                <a:ea typeface="微软雅黑" panose="020B0503020204020204" pitchFamily="34" charset="-122"/>
              </a:rPr>
              <a:t>我国磷矿平均品位仅有</a:t>
            </a:r>
            <a:r>
              <a:rPr lang="en-US" altLang="zh-CN" sz="1600" b="1" dirty="0">
                <a:solidFill>
                  <a:srgbClr val="E10000"/>
                </a:solidFill>
                <a:latin typeface="微软雅黑" panose="020B0503020204020204" pitchFamily="34" charset="-122"/>
                <a:ea typeface="微软雅黑" panose="020B0503020204020204" pitchFamily="34" charset="-122"/>
              </a:rPr>
              <a:t>17%</a:t>
            </a:r>
            <a:endParaRPr lang="zh-CN" altLang="zh-CN" sz="1600" b="1" dirty="0">
              <a:solidFill>
                <a:srgbClr val="E10000"/>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794048" y="2692700"/>
            <a:ext cx="7803517" cy="3746242"/>
            <a:chOff x="792459" y="2692700"/>
            <a:chExt cx="7803517" cy="3746242"/>
          </a:xfrm>
        </p:grpSpPr>
        <p:pic>
          <p:nvPicPr>
            <p:cNvPr id="15" name="图片 14" descr="src=http---meteoritechina.com-rocks-71.jpg&amp;refer=http---meteoritechina"/>
            <p:cNvPicPr>
              <a:picLocks noChangeAspect="1"/>
            </p:cNvPicPr>
            <p:nvPr/>
          </p:nvPicPr>
          <p:blipFill>
            <a:blip r:embed="rId4"/>
            <a:srcRect r="721" b="7937"/>
            <a:stretch>
              <a:fillRect/>
            </a:stretch>
          </p:blipFill>
          <p:spPr>
            <a:xfrm>
              <a:off x="930083" y="3796727"/>
              <a:ext cx="1349490" cy="1137101"/>
            </a:xfrm>
            <a:prstGeom prst="rect">
              <a:avLst/>
            </a:prstGeom>
          </p:spPr>
        </p:pic>
        <p:pic>
          <p:nvPicPr>
            <p:cNvPr id="16" name="图片 15" descr="src=http---pic.baike.soso.com-p-20110105-20110105163222-896953699.jpg&amp;refer=http---pic.baike.soso"/>
            <p:cNvPicPr>
              <a:picLocks noChangeAspect="1"/>
            </p:cNvPicPr>
            <p:nvPr/>
          </p:nvPicPr>
          <p:blipFill rotWithShape="1">
            <a:blip r:embed="rId5"/>
            <a:srcRect l="12777" t="-1" r="21250" b="21791"/>
            <a:stretch>
              <a:fillRect/>
            </a:stretch>
          </p:blipFill>
          <p:spPr>
            <a:xfrm>
              <a:off x="792459" y="5147216"/>
              <a:ext cx="1485529" cy="1018088"/>
            </a:xfrm>
            <a:prstGeom prst="rect">
              <a:avLst/>
            </a:prstGeom>
          </p:spPr>
        </p:pic>
        <p:pic>
          <p:nvPicPr>
            <p:cNvPr id="17" name="图片 16" descr="src=http---p0.ssl.cdn.btime.com-t010315993b2552dfb4.jpg-size=640x515&amp;refer=http---p0.ssl.cdn.btime"/>
            <p:cNvPicPr>
              <a:picLocks noChangeAspect="1"/>
            </p:cNvPicPr>
            <p:nvPr/>
          </p:nvPicPr>
          <p:blipFill>
            <a:blip r:embed="rId6"/>
            <a:srcRect r="1319" b="7414"/>
            <a:stretch>
              <a:fillRect/>
            </a:stretch>
          </p:blipFill>
          <p:spPr>
            <a:xfrm>
              <a:off x="992409" y="2731955"/>
              <a:ext cx="1287164" cy="971647"/>
            </a:xfrm>
            <a:prstGeom prst="rect">
              <a:avLst/>
            </a:prstGeom>
          </p:spPr>
        </p:pic>
        <p:sp>
          <p:nvSpPr>
            <p:cNvPr id="6" name="矩形 5"/>
            <p:cNvSpPr/>
            <p:nvPr/>
          </p:nvSpPr>
          <p:spPr>
            <a:xfrm>
              <a:off x="988097" y="3789363"/>
              <a:ext cx="1295787" cy="276999"/>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岩浆岩型磷灰石</a:t>
              </a:r>
            </a:p>
          </p:txBody>
        </p:sp>
        <p:sp>
          <p:nvSpPr>
            <p:cNvPr id="18" name="矩形 17"/>
            <p:cNvSpPr/>
            <p:nvPr/>
          </p:nvSpPr>
          <p:spPr>
            <a:xfrm>
              <a:off x="885519" y="4968164"/>
              <a:ext cx="1635132" cy="276999"/>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沉积变质岩型磷灰岩</a:t>
              </a:r>
            </a:p>
          </p:txBody>
        </p:sp>
        <p:sp>
          <p:nvSpPr>
            <p:cNvPr id="19" name="矩形 18"/>
            <p:cNvSpPr/>
            <p:nvPr/>
          </p:nvSpPr>
          <p:spPr>
            <a:xfrm>
              <a:off x="1019009" y="6161943"/>
              <a:ext cx="1368152" cy="276999"/>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沉积岩型磷块岩</a:t>
              </a:r>
            </a:p>
          </p:txBody>
        </p:sp>
        <p:sp>
          <p:nvSpPr>
            <p:cNvPr id="25" name="矩形 24"/>
            <p:cNvSpPr/>
            <p:nvPr/>
          </p:nvSpPr>
          <p:spPr>
            <a:xfrm>
              <a:off x="5000808" y="4919725"/>
              <a:ext cx="1039218" cy="276999"/>
            </a:xfrm>
            <a:prstGeom prst="rect">
              <a:avLst/>
            </a:prstGeom>
          </p:spPr>
          <p:txBody>
            <a:bodyPr wrap="square">
              <a:spAutoFit/>
            </a:bodyPr>
            <a:lstStyle/>
            <a:p>
              <a:pPr algn="ctr"/>
              <a:r>
                <a:rPr lang="zh-CN" altLang="en-US" sz="1200" b="1" dirty="0">
                  <a:latin typeface="微软雅黑" panose="020B0503020204020204" pitchFamily="34" charset="-122"/>
                  <a:ea typeface="微软雅黑" panose="020B0503020204020204" pitchFamily="34" charset="-122"/>
                </a:rPr>
                <a:t>磷石膏</a:t>
              </a:r>
            </a:p>
          </p:txBody>
        </p:sp>
        <p:sp>
          <p:nvSpPr>
            <p:cNvPr id="44" name="矩形: 圆角 109"/>
            <p:cNvSpPr/>
            <p:nvPr/>
          </p:nvSpPr>
          <p:spPr>
            <a:xfrm>
              <a:off x="3290862" y="2706392"/>
              <a:ext cx="1023983" cy="404086"/>
            </a:xfrm>
            <a:prstGeom prst="roundRect">
              <a:avLst/>
            </a:prstGeom>
            <a:solidFill>
              <a:srgbClr val="E0026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r>
                <a:rPr lang="zh-CN" altLang="en-US" sz="1200" b="1" dirty="0">
                  <a:solidFill>
                    <a:schemeClr val="bg1"/>
                  </a:solidFill>
                  <a:latin typeface="微软雅黑" panose="020B0503020204020204" pitchFamily="34" charset="-122"/>
                  <a:ea typeface="微软雅黑" panose="020B0503020204020204" pitchFamily="34" charset="-122"/>
                </a:rPr>
                <a:t>破碎粉碎</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45" name="矩形: 圆角 109"/>
            <p:cNvSpPr/>
            <p:nvPr/>
          </p:nvSpPr>
          <p:spPr>
            <a:xfrm>
              <a:off x="5503531" y="2692700"/>
              <a:ext cx="897272" cy="404086"/>
            </a:xfrm>
            <a:prstGeom prst="roundRect">
              <a:avLst/>
            </a:prstGeom>
            <a:solidFill>
              <a:srgbClr val="F80242"/>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r>
                <a:rPr lang="zh-CN" altLang="en-US" sz="1200" b="1" dirty="0">
                  <a:solidFill>
                    <a:schemeClr val="bg1"/>
                  </a:solidFill>
                  <a:latin typeface="微软雅黑" panose="020B0503020204020204" pitchFamily="34" charset="-122"/>
                  <a:ea typeface="微软雅黑" panose="020B0503020204020204" pitchFamily="34" charset="-122"/>
                </a:rPr>
                <a:t>水洗</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46" name="矩形: 圆角 109"/>
            <p:cNvSpPr/>
            <p:nvPr/>
          </p:nvSpPr>
          <p:spPr>
            <a:xfrm>
              <a:off x="7771510" y="2703293"/>
              <a:ext cx="824466" cy="404086"/>
            </a:xfrm>
            <a:prstGeom prst="roundRect">
              <a:avLst/>
            </a:prstGeom>
            <a:solidFill>
              <a:srgbClr val="FF010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r>
                <a:rPr lang="zh-CN" altLang="en-US" sz="1200" b="1" dirty="0">
                  <a:solidFill>
                    <a:schemeClr val="bg1"/>
                  </a:solidFill>
                  <a:latin typeface="微软雅黑" panose="020B0503020204020204" pitchFamily="34" charset="-122"/>
                  <a:ea typeface="微软雅黑" panose="020B0503020204020204" pitchFamily="34" charset="-122"/>
                </a:rPr>
                <a:t>分级</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47" name="右箭头 46"/>
            <p:cNvSpPr/>
            <p:nvPr/>
          </p:nvSpPr>
          <p:spPr>
            <a:xfrm>
              <a:off x="4340909" y="2706392"/>
              <a:ext cx="1162622" cy="376702"/>
            </a:xfrm>
            <a:prstGeom prst="rightArrow">
              <a:avLst/>
            </a:prstGeom>
            <a:solidFill>
              <a:srgbClr val="C8C8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endParaRPr lang="zh-CN" altLang="en-US"/>
            </a:p>
          </p:txBody>
        </p:sp>
        <p:sp>
          <p:nvSpPr>
            <p:cNvPr id="48" name="右箭头 47"/>
            <p:cNvSpPr/>
            <p:nvPr/>
          </p:nvSpPr>
          <p:spPr>
            <a:xfrm>
              <a:off x="6421216" y="2733776"/>
              <a:ext cx="1350294" cy="373603"/>
            </a:xfrm>
            <a:prstGeom prst="rightArrow">
              <a:avLst/>
            </a:prstGeom>
            <a:solidFill>
              <a:srgbClr val="C8C8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endParaRPr lang="zh-CN" altLang="en-US"/>
            </a:p>
          </p:txBody>
        </p:sp>
        <p:sp>
          <p:nvSpPr>
            <p:cNvPr id="49" name="矩形: 圆角 109"/>
            <p:cNvSpPr/>
            <p:nvPr/>
          </p:nvSpPr>
          <p:spPr>
            <a:xfrm>
              <a:off x="7745163" y="4150624"/>
              <a:ext cx="824466" cy="404086"/>
            </a:xfrm>
            <a:prstGeom prst="roundRect">
              <a:avLst/>
            </a:prstGeom>
            <a:solidFill>
              <a:srgbClr val="FD4403"/>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r>
                <a:rPr lang="zh-CN" altLang="en-US" sz="1200" b="1" dirty="0">
                  <a:solidFill>
                    <a:schemeClr val="bg1"/>
                  </a:solidFill>
                  <a:latin typeface="微软雅黑" panose="020B0503020204020204" pitchFamily="34" charset="-122"/>
                  <a:ea typeface="微软雅黑" panose="020B0503020204020204" pitchFamily="34" charset="-122"/>
                </a:rPr>
                <a:t>浮选</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0" name="右箭头 49"/>
            <p:cNvSpPr/>
            <p:nvPr/>
          </p:nvSpPr>
          <p:spPr>
            <a:xfrm rot="5400000">
              <a:off x="7632194" y="3450463"/>
              <a:ext cx="1027490" cy="376702"/>
            </a:xfrm>
            <a:prstGeom prst="rightArrow">
              <a:avLst/>
            </a:prstGeom>
            <a:solidFill>
              <a:srgbClr val="C8C8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endParaRPr lang="zh-CN" altLang="en-US"/>
            </a:p>
          </p:txBody>
        </p:sp>
        <p:sp>
          <p:nvSpPr>
            <p:cNvPr id="51" name="矩形: 圆角 109"/>
            <p:cNvSpPr/>
            <p:nvPr/>
          </p:nvSpPr>
          <p:spPr>
            <a:xfrm>
              <a:off x="7653342" y="5658437"/>
              <a:ext cx="916288" cy="404086"/>
            </a:xfrm>
            <a:prstGeom prst="roundRect">
              <a:avLst/>
            </a:prstGeom>
            <a:solidFill>
              <a:srgbClr val="FC7A04"/>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r>
                <a:rPr lang="zh-CN" altLang="en-US" sz="1200" b="1" dirty="0">
                  <a:solidFill>
                    <a:schemeClr val="bg1"/>
                  </a:solidFill>
                  <a:latin typeface="微软雅黑" panose="020B0503020204020204" pitchFamily="34" charset="-122"/>
                  <a:ea typeface="微软雅黑" panose="020B0503020204020204" pitchFamily="34" charset="-122"/>
                </a:rPr>
                <a:t>磁性分离</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2" name="矩形: 圆角 109"/>
            <p:cNvSpPr/>
            <p:nvPr/>
          </p:nvSpPr>
          <p:spPr>
            <a:xfrm>
              <a:off x="6018392" y="5678001"/>
              <a:ext cx="868108" cy="404086"/>
            </a:xfrm>
            <a:prstGeom prst="roundRect">
              <a:avLst/>
            </a:prstGeom>
            <a:solidFill>
              <a:srgbClr val="FDB003"/>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r>
                <a:rPr lang="zh-CN" altLang="en-US" sz="1200" b="1" dirty="0">
                  <a:solidFill>
                    <a:schemeClr val="bg1"/>
                  </a:solidFill>
                  <a:latin typeface="微软雅黑" panose="020B0503020204020204" pitchFamily="34" charset="-122"/>
                  <a:ea typeface="微软雅黑" panose="020B0503020204020204" pitchFamily="34" charset="-122"/>
                </a:rPr>
                <a:t>光电分离</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3" name="矩形: 圆角 109"/>
            <p:cNvSpPr/>
            <p:nvPr/>
          </p:nvSpPr>
          <p:spPr>
            <a:xfrm>
              <a:off x="3290862" y="5657538"/>
              <a:ext cx="1001214" cy="404086"/>
            </a:xfrm>
            <a:prstGeom prst="roundRect">
              <a:avLst/>
            </a:prstGeom>
            <a:solidFill>
              <a:srgbClr val="BB980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r>
                <a:rPr lang="zh-CN" altLang="en-US" sz="1200" b="1" dirty="0">
                  <a:solidFill>
                    <a:schemeClr val="bg1"/>
                  </a:solidFill>
                  <a:latin typeface="微软雅黑" panose="020B0503020204020204" pitchFamily="34" charset="-122"/>
                  <a:ea typeface="微软雅黑" panose="020B0503020204020204" pitchFamily="34" charset="-122"/>
                </a:rPr>
                <a:t>重介质分离</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4" name="矩形: 圆角 109"/>
            <p:cNvSpPr/>
            <p:nvPr/>
          </p:nvSpPr>
          <p:spPr>
            <a:xfrm>
              <a:off x="4780376" y="5656260"/>
              <a:ext cx="721181" cy="404086"/>
            </a:xfrm>
            <a:prstGeom prst="roundRect">
              <a:avLst/>
            </a:prstGeom>
            <a:solidFill>
              <a:srgbClr val="FFC000"/>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r>
                <a:rPr lang="zh-CN" altLang="en-US" sz="1200" b="1" dirty="0">
                  <a:solidFill>
                    <a:schemeClr val="bg1"/>
                  </a:solidFill>
                  <a:latin typeface="微软雅黑" panose="020B0503020204020204" pitchFamily="34" charset="-122"/>
                  <a:ea typeface="微软雅黑" panose="020B0503020204020204" pitchFamily="34" charset="-122"/>
                </a:rPr>
                <a:t>煅烧</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5" name="右箭头 54"/>
            <p:cNvSpPr/>
            <p:nvPr/>
          </p:nvSpPr>
          <p:spPr>
            <a:xfrm rot="10800000">
              <a:off x="6910075" y="5695157"/>
              <a:ext cx="743267" cy="352776"/>
            </a:xfrm>
            <a:prstGeom prst="rightArrow">
              <a:avLst/>
            </a:prstGeom>
            <a:solidFill>
              <a:srgbClr val="C8C8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endParaRPr lang="zh-CN" altLang="en-US"/>
            </a:p>
          </p:txBody>
        </p:sp>
        <p:sp>
          <p:nvSpPr>
            <p:cNvPr id="56" name="右箭头 55"/>
            <p:cNvSpPr/>
            <p:nvPr/>
          </p:nvSpPr>
          <p:spPr>
            <a:xfrm rot="10800000">
              <a:off x="5509557" y="5715900"/>
              <a:ext cx="508835" cy="376702"/>
            </a:xfrm>
            <a:prstGeom prst="rightArrow">
              <a:avLst/>
            </a:prstGeom>
            <a:solidFill>
              <a:srgbClr val="C8C8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endParaRPr lang="zh-CN" altLang="en-US"/>
            </a:p>
          </p:txBody>
        </p:sp>
        <p:sp>
          <p:nvSpPr>
            <p:cNvPr id="58" name="右箭头 57"/>
            <p:cNvSpPr/>
            <p:nvPr/>
          </p:nvSpPr>
          <p:spPr>
            <a:xfrm rot="10800000">
              <a:off x="4293356" y="5671230"/>
              <a:ext cx="508835" cy="376702"/>
            </a:xfrm>
            <a:prstGeom prst="rightArrow">
              <a:avLst/>
            </a:prstGeom>
            <a:solidFill>
              <a:srgbClr val="C8C8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endParaRPr lang="zh-CN" altLang="en-US"/>
            </a:p>
          </p:txBody>
        </p:sp>
        <p:sp>
          <p:nvSpPr>
            <p:cNvPr id="59" name="右箭头 58"/>
            <p:cNvSpPr/>
            <p:nvPr/>
          </p:nvSpPr>
          <p:spPr>
            <a:xfrm rot="5400000">
              <a:off x="7628180" y="4954562"/>
              <a:ext cx="1058433" cy="376702"/>
            </a:xfrm>
            <a:prstGeom prst="rightArrow">
              <a:avLst/>
            </a:prstGeom>
            <a:solidFill>
              <a:srgbClr val="C8C8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solidFill>
                    <a:schemeClr val="lt1"/>
                  </a:solidFill>
                </a:defRPr>
              </a:defPPr>
              <a:lvl1pPr marL="0" algn="l" defTabSz="967740" rtl="0" eaLnBrk="1" latinLnBrk="0" hangingPunct="1">
                <a:defRPr sz="1905" kern="1200">
                  <a:solidFill>
                    <a:schemeClr val="lt1"/>
                  </a:solidFill>
                  <a:latin typeface="+mn-lt"/>
                  <a:ea typeface="+mn-ea"/>
                  <a:cs typeface="+mn-cs"/>
                </a:defRPr>
              </a:lvl1pPr>
              <a:lvl2pPr marL="483870" algn="l" defTabSz="967740" rtl="0" eaLnBrk="1" latinLnBrk="0" hangingPunct="1">
                <a:defRPr sz="1905" kern="1200">
                  <a:solidFill>
                    <a:schemeClr val="lt1"/>
                  </a:solidFill>
                  <a:latin typeface="+mn-lt"/>
                  <a:ea typeface="+mn-ea"/>
                  <a:cs typeface="+mn-cs"/>
                </a:defRPr>
              </a:lvl2pPr>
              <a:lvl3pPr marL="967740" algn="l" defTabSz="967740" rtl="0" eaLnBrk="1" latinLnBrk="0" hangingPunct="1">
                <a:defRPr sz="1905" kern="1200">
                  <a:solidFill>
                    <a:schemeClr val="lt1"/>
                  </a:solidFill>
                  <a:latin typeface="+mn-lt"/>
                  <a:ea typeface="+mn-ea"/>
                  <a:cs typeface="+mn-cs"/>
                </a:defRPr>
              </a:lvl3pPr>
              <a:lvl4pPr marL="1451610" algn="l" defTabSz="967740" rtl="0" eaLnBrk="1" latinLnBrk="0" hangingPunct="1">
                <a:defRPr sz="1905" kern="1200">
                  <a:solidFill>
                    <a:schemeClr val="lt1"/>
                  </a:solidFill>
                  <a:latin typeface="+mn-lt"/>
                  <a:ea typeface="+mn-ea"/>
                  <a:cs typeface="+mn-cs"/>
                </a:defRPr>
              </a:lvl4pPr>
              <a:lvl5pPr marL="1935480" algn="l" defTabSz="967740" rtl="0" eaLnBrk="1" latinLnBrk="0" hangingPunct="1">
                <a:defRPr sz="1905" kern="1200">
                  <a:solidFill>
                    <a:schemeClr val="lt1"/>
                  </a:solidFill>
                  <a:latin typeface="+mn-lt"/>
                  <a:ea typeface="+mn-ea"/>
                  <a:cs typeface="+mn-cs"/>
                </a:defRPr>
              </a:lvl5pPr>
              <a:lvl6pPr marL="2419350" algn="l" defTabSz="967740" rtl="0" eaLnBrk="1" latinLnBrk="0" hangingPunct="1">
                <a:defRPr sz="1905" kern="1200">
                  <a:solidFill>
                    <a:schemeClr val="lt1"/>
                  </a:solidFill>
                  <a:latin typeface="+mn-lt"/>
                  <a:ea typeface="+mn-ea"/>
                  <a:cs typeface="+mn-cs"/>
                </a:defRPr>
              </a:lvl6pPr>
              <a:lvl7pPr marL="2902585" algn="l" defTabSz="967740" rtl="0" eaLnBrk="1" latinLnBrk="0" hangingPunct="1">
                <a:defRPr sz="1905" kern="1200">
                  <a:solidFill>
                    <a:schemeClr val="lt1"/>
                  </a:solidFill>
                  <a:latin typeface="+mn-lt"/>
                  <a:ea typeface="+mn-ea"/>
                  <a:cs typeface="+mn-cs"/>
                </a:defRPr>
              </a:lvl7pPr>
              <a:lvl8pPr marL="3386455" algn="l" defTabSz="967740" rtl="0" eaLnBrk="1" latinLnBrk="0" hangingPunct="1">
                <a:defRPr sz="1905" kern="1200">
                  <a:solidFill>
                    <a:schemeClr val="lt1"/>
                  </a:solidFill>
                  <a:latin typeface="+mn-lt"/>
                  <a:ea typeface="+mn-ea"/>
                  <a:cs typeface="+mn-cs"/>
                </a:defRPr>
              </a:lvl8pPr>
              <a:lvl9pPr marL="3870325" algn="l" defTabSz="967740" rtl="0" eaLnBrk="1" latinLnBrk="0" hangingPunct="1">
                <a:defRPr sz="1905" kern="1200">
                  <a:solidFill>
                    <a:schemeClr val="lt1"/>
                  </a:solidFill>
                  <a:latin typeface="+mn-lt"/>
                  <a:ea typeface="+mn-ea"/>
                  <a:cs typeface="+mn-cs"/>
                </a:defRPr>
              </a:lvl9pPr>
            </a:lstStyle>
            <a:p>
              <a:pPr algn="ctr"/>
              <a:endParaRPr lang="zh-CN" altLang="en-US"/>
            </a:p>
          </p:txBody>
        </p:sp>
        <p:graphicFrame>
          <p:nvGraphicFramePr>
            <p:cNvPr id="60" name="图表 59"/>
            <p:cNvGraphicFramePr/>
            <p:nvPr/>
          </p:nvGraphicFramePr>
          <p:xfrm>
            <a:off x="2578287" y="3241894"/>
            <a:ext cx="2642355" cy="2152875"/>
          </p:xfrm>
          <a:graphic>
            <a:graphicData uri="http://schemas.openxmlformats.org/drawingml/2006/chart">
              <c:chart xmlns:c="http://schemas.openxmlformats.org/drawingml/2006/chart" xmlns:r="http://schemas.openxmlformats.org/officeDocument/2006/relationships" r:id="rId7"/>
            </a:graphicData>
          </a:graphic>
        </p:graphicFrame>
        <p:cxnSp>
          <p:nvCxnSpPr>
            <p:cNvPr id="3" name="肘形连接符 2"/>
            <p:cNvCxnSpPr>
              <a:endCxn id="17" idx="3"/>
            </p:cNvCxnSpPr>
            <p:nvPr/>
          </p:nvCxnSpPr>
          <p:spPr>
            <a:xfrm rot="10800000">
              <a:off x="2279573" y="3217779"/>
              <a:ext cx="800588" cy="537248"/>
            </a:xfrm>
            <a:prstGeom prst="bentConnector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2" name="肘形连接符 61"/>
            <p:cNvCxnSpPr>
              <a:endCxn id="16" idx="3"/>
            </p:cNvCxnSpPr>
            <p:nvPr/>
          </p:nvCxnSpPr>
          <p:spPr>
            <a:xfrm rot="10800000" flipV="1">
              <a:off x="2277989" y="4968164"/>
              <a:ext cx="802173" cy="688096"/>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直接箭头连接符 70"/>
            <p:cNvCxnSpPr>
              <a:endCxn id="15" idx="3"/>
            </p:cNvCxnSpPr>
            <p:nvPr/>
          </p:nvCxnSpPr>
          <p:spPr>
            <a:xfrm flipH="1">
              <a:off x="2279573" y="4365104"/>
              <a:ext cx="690630" cy="17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80" name="图片 79"/>
            <p:cNvPicPr>
              <a:picLocks noChangeAspect="1"/>
            </p:cNvPicPr>
            <p:nvPr/>
          </p:nvPicPr>
          <p:blipFill>
            <a:blip r:embed="rId8"/>
            <a:stretch>
              <a:fillRect/>
            </a:stretch>
          </p:blipFill>
          <p:spPr>
            <a:xfrm>
              <a:off x="6094413" y="4410351"/>
              <a:ext cx="1596363" cy="1105412"/>
            </a:xfrm>
            <a:prstGeom prst="rect">
              <a:avLst/>
            </a:prstGeom>
          </p:spPr>
        </p:pic>
        <p:pic>
          <p:nvPicPr>
            <p:cNvPr id="81" name="图片 80"/>
            <p:cNvPicPr>
              <a:picLocks noChangeAspect="1"/>
            </p:cNvPicPr>
            <p:nvPr/>
          </p:nvPicPr>
          <p:blipFill>
            <a:blip r:embed="rId9"/>
            <a:stretch>
              <a:fillRect/>
            </a:stretch>
          </p:blipFill>
          <p:spPr>
            <a:xfrm>
              <a:off x="5022819" y="3204032"/>
              <a:ext cx="1588575" cy="1099072"/>
            </a:xfrm>
            <a:prstGeom prst="rect">
              <a:avLst/>
            </a:prstGeom>
          </p:spPr>
        </p:pic>
        <p:sp>
          <p:nvSpPr>
            <p:cNvPr id="82" name="矩形 81"/>
            <p:cNvSpPr/>
            <p:nvPr/>
          </p:nvSpPr>
          <p:spPr>
            <a:xfrm>
              <a:off x="6508632" y="3441422"/>
              <a:ext cx="1039218" cy="276999"/>
            </a:xfrm>
            <a:prstGeom prst="rect">
              <a:avLst/>
            </a:prstGeom>
          </p:spPr>
          <p:txBody>
            <a:bodyPr wrap="square">
              <a:spAutoFit/>
            </a:bodyPr>
            <a:lstStyle/>
            <a:p>
              <a:pPr algn="ctr"/>
              <a:r>
                <a:rPr lang="zh-CN" altLang="en-US" sz="1200" b="1" dirty="0">
                  <a:latin typeface="微软雅黑" panose="020B0503020204020204" pitchFamily="34" charset="-122"/>
                  <a:ea typeface="微软雅黑" panose="020B0503020204020204" pitchFamily="34" charset="-122"/>
                </a:rPr>
                <a:t>磷废水</a:t>
              </a:r>
            </a:p>
          </p:txBody>
        </p:sp>
      </p:grpSp>
      <p:sp>
        <p:nvSpPr>
          <p:cNvPr id="40" name="文本框 39">
            <a:extLst>
              <a:ext uri="{FF2B5EF4-FFF2-40B4-BE49-F238E27FC236}">
                <a16:creationId xmlns:a16="http://schemas.microsoft.com/office/drawing/2014/main" xmlns="" id="{14169385-8E83-2007-09DB-6EAB2DDEF766}"/>
              </a:ext>
            </a:extLst>
          </p:cNvPr>
          <p:cNvSpPr txBox="1"/>
          <p:nvPr/>
        </p:nvSpPr>
        <p:spPr>
          <a:xfrm>
            <a:off x="1639740" y="419058"/>
            <a:ext cx="6574863"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简介：工业基础矿石</a:t>
            </a:r>
            <a:endParaRPr lang="en-US" altLang="zh-CN" sz="2800" b="1" dirty="0">
              <a:solidFill>
                <a:srgbClr val="E10000"/>
              </a:solidFill>
              <a:latin typeface="微软雅黑" panose="020B0503020204020204" pitchFamily="34" charset="-122"/>
              <a:ea typeface="微软雅黑" panose="020B0503020204020204" pitchFamily="34" charset="-122"/>
            </a:endParaRPr>
          </a:p>
        </p:txBody>
      </p:sp>
      <p:sp>
        <p:nvSpPr>
          <p:cNvPr id="41" name="矩形 40">
            <a:extLst>
              <a:ext uri="{FF2B5EF4-FFF2-40B4-BE49-F238E27FC236}">
                <a16:creationId xmlns:a16="http://schemas.microsoft.com/office/drawing/2014/main" xmlns="" id="{7DF17458-88F4-6D4D-760D-38CDAFB61F61}"/>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02</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
          <p:cNvSpPr txBox="1">
            <a:spLocks noChangeArrowheads="1"/>
          </p:cNvSpPr>
          <p:nvPr/>
        </p:nvSpPr>
        <p:spPr bwMode="auto">
          <a:xfrm>
            <a:off x="766763" y="1409700"/>
            <a:ext cx="10734388"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磷矿石产业链主体为“</a:t>
            </a:r>
            <a:r>
              <a:rPr lang="zh-CN" altLang="en-US" sz="1200" b="1" dirty="0">
                <a:latin typeface="微软雅黑" panose="020B0503020204020204" pitchFamily="34" charset="-122"/>
                <a:ea typeface="微软雅黑" panose="020B0503020204020204" pitchFamily="34" charset="-122"/>
              </a:rPr>
              <a:t>磷矿石</a:t>
            </a:r>
            <a:r>
              <a:rPr lang="en-US" altLang="zh-CN" sz="1200" b="1"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黄磷</a:t>
            </a:r>
            <a:r>
              <a:rPr lang="en-US" altLang="zh-CN" sz="1200" b="1"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磷酸</a:t>
            </a:r>
            <a:r>
              <a:rPr lang="en-US" altLang="zh-CN" sz="1200" b="1"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磷酸一铵</a:t>
            </a:r>
            <a:r>
              <a:rPr lang="en-US" altLang="zh-CN" sz="1200" b="1"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磷酸二铵</a:t>
            </a:r>
            <a:r>
              <a:rPr lang="zh-CN" altLang="en-US" sz="1200" dirty="0">
                <a:latin typeface="微软雅黑" panose="020B0503020204020204" pitchFamily="34" charset="-122"/>
                <a:ea typeface="微软雅黑" panose="020B0503020204020204" pitchFamily="34" charset="-122"/>
              </a:rPr>
              <a:t>”，下游终端应用以农业和工业用途为主，农业需求支撑根基，工业用途例如新能源打开新的发展空间</a:t>
            </a:r>
            <a:endParaRPr lang="en-US" altLang="zh-CN" sz="1200" dirty="0">
              <a:latin typeface="微软雅黑" panose="020B0503020204020204" pitchFamily="34" charset="-122"/>
              <a:ea typeface="微软雅黑" panose="020B0503020204020204" pitchFamily="34" charset="-122"/>
            </a:endParaRPr>
          </a:p>
        </p:txBody>
      </p:sp>
      <p:sp>
        <p:nvSpPr>
          <p:cNvPr id="10" name="文本框 9"/>
          <p:cNvSpPr txBox="1"/>
          <p:nvPr/>
        </p:nvSpPr>
        <p:spPr>
          <a:xfrm>
            <a:off x="1524246" y="381164"/>
            <a:ext cx="831617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简介：产业链下游产品丰富</a:t>
            </a:r>
            <a:endParaRPr lang="zh-CN" altLang="zh-CN" sz="2800" b="1" dirty="0">
              <a:solidFill>
                <a:srgbClr val="E10000"/>
              </a:solidFill>
              <a:latin typeface="微软雅黑" panose="020B0503020204020204" pitchFamily="34" charset="-122"/>
              <a:ea typeface="微软雅黑" panose="020B0503020204020204" pitchFamily="34" charset="-122"/>
            </a:endParaRPr>
          </a:p>
        </p:txBody>
      </p:sp>
      <p:sp>
        <p:nvSpPr>
          <p:cNvPr id="9" name="Rectangle 4"/>
          <p:cNvSpPr>
            <a:spLocks noChangeArrowheads="1"/>
          </p:cNvSpPr>
          <p:nvPr/>
        </p:nvSpPr>
        <p:spPr bwMode="auto">
          <a:xfrm>
            <a:off x="762289" y="2192015"/>
            <a:ext cx="4636323"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600" b="1" dirty="0">
                <a:solidFill>
                  <a:srgbClr val="E10000"/>
                </a:solidFill>
                <a:latin typeface="微软雅黑" panose="020B0503020204020204" pitchFamily="34" charset="-122"/>
                <a:ea typeface="微软雅黑" panose="020B0503020204020204" pitchFamily="34" charset="-122"/>
              </a:rPr>
              <a:t>磷化工产业链</a:t>
            </a:r>
            <a:endParaRPr lang="zh-CN" altLang="zh-CN" sz="1600" b="1" dirty="0">
              <a:solidFill>
                <a:srgbClr val="E10000"/>
              </a:solidFill>
              <a:latin typeface="微软雅黑" panose="020B0503020204020204" pitchFamily="34" charset="-122"/>
              <a:ea typeface="微软雅黑" panose="020B0503020204020204" pitchFamily="34" charset="-122"/>
            </a:endParaRPr>
          </a:p>
        </p:txBody>
      </p:sp>
      <p:sp>
        <p:nvSpPr>
          <p:cNvPr id="11" name="Rectangle 5"/>
          <p:cNvSpPr>
            <a:spLocks noChangeArrowheads="1"/>
          </p:cNvSpPr>
          <p:nvPr/>
        </p:nvSpPr>
        <p:spPr bwMode="auto">
          <a:xfrm>
            <a:off x="0" y="6683356"/>
            <a:ext cx="3731984"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资料来源：卓创资讯，百川盈孚，长江证券研究所</a:t>
            </a:r>
          </a:p>
        </p:txBody>
      </p:sp>
      <p:sp>
        <p:nvSpPr>
          <p:cNvPr id="8"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磷矿石下游涉及多个行业</a:t>
            </a:r>
          </a:p>
        </p:txBody>
      </p:sp>
      <p:pic>
        <p:nvPicPr>
          <p:cNvPr id="3" name="图片 2"/>
          <p:cNvPicPr>
            <a:picLocks noChangeAspect="1"/>
          </p:cNvPicPr>
          <p:nvPr/>
        </p:nvPicPr>
        <p:blipFill>
          <a:blip r:embed="rId3"/>
          <a:stretch>
            <a:fillRect/>
          </a:stretch>
        </p:blipFill>
        <p:spPr>
          <a:xfrm>
            <a:off x="2302199" y="1658424"/>
            <a:ext cx="7893361" cy="4818412"/>
          </a:xfrm>
          <a:prstGeom prst="rect">
            <a:avLst/>
          </a:prstGeom>
        </p:spPr>
      </p:pic>
      <p:sp>
        <p:nvSpPr>
          <p:cNvPr id="12" name="矩形 11">
            <a:extLst>
              <a:ext uri="{FF2B5EF4-FFF2-40B4-BE49-F238E27FC236}">
                <a16:creationId xmlns:a16="http://schemas.microsoft.com/office/drawing/2014/main" xmlns="" id="{5FA32C5D-CBC1-F4CB-4EBC-F6803BB6BBB1}"/>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02</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0" name="文本框 9"/>
          <p:cNvSpPr txBox="1"/>
          <p:nvPr/>
        </p:nvSpPr>
        <p:spPr>
          <a:xfrm>
            <a:off x="1412919" y="400825"/>
            <a:ext cx="8172154"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需求结构：下游应用以农业为主</a:t>
            </a:r>
          </a:p>
        </p:txBody>
      </p:sp>
      <p:sp>
        <p:nvSpPr>
          <p:cNvPr id="11" name="Rectangle 5"/>
          <p:cNvSpPr>
            <a:spLocks noChangeArrowheads="1"/>
          </p:cNvSpPr>
          <p:nvPr/>
        </p:nvSpPr>
        <p:spPr bwMode="auto">
          <a:xfrm>
            <a:off x="-63148" y="6661784"/>
            <a:ext cx="10771056"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资料来源：百川盈孚，卓创资讯，我国磷化工行业创新发展思路探讨，长江证券研究所</a:t>
            </a:r>
          </a:p>
        </p:txBody>
      </p:sp>
      <p:sp>
        <p:nvSpPr>
          <p:cNvPr id="9" name="Text Box 2"/>
          <p:cNvSpPr txBox="1">
            <a:spLocks noChangeArrowheads="1"/>
          </p:cNvSpPr>
          <p:nvPr/>
        </p:nvSpPr>
        <p:spPr bwMode="auto">
          <a:xfrm>
            <a:off x="763588" y="1409700"/>
            <a:ext cx="10731500"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从下游需求结构来看，磷矿石</a:t>
            </a:r>
            <a:r>
              <a:rPr lang="en-US" altLang="zh-CN" sz="1200" b="1" dirty="0">
                <a:latin typeface="微软雅黑" panose="020B0503020204020204" pitchFamily="34" charset="-122"/>
                <a:ea typeface="微软雅黑" panose="020B0503020204020204" pitchFamily="34" charset="-122"/>
              </a:rPr>
              <a:t>58.1%</a:t>
            </a:r>
            <a:r>
              <a:rPr lang="zh-CN" altLang="en-US" sz="1200" b="1" dirty="0">
                <a:latin typeface="微软雅黑" panose="020B0503020204020204" pitchFamily="34" charset="-122"/>
                <a:ea typeface="微软雅黑" panose="020B0503020204020204" pitchFamily="34" charset="-122"/>
              </a:rPr>
              <a:t>用于磷肥生产，</a:t>
            </a:r>
            <a:r>
              <a:rPr lang="en-US" altLang="zh-CN" sz="1200" b="1" dirty="0">
                <a:latin typeface="微软雅黑" panose="020B0503020204020204" pitchFamily="34" charset="-122"/>
                <a:ea typeface="微软雅黑" panose="020B0503020204020204" pitchFamily="34" charset="-122"/>
              </a:rPr>
              <a:t>11.8%</a:t>
            </a:r>
            <a:r>
              <a:rPr lang="zh-CN" altLang="en-US" sz="1200" b="1" dirty="0">
                <a:latin typeface="微软雅黑" panose="020B0503020204020204" pitchFamily="34" charset="-122"/>
                <a:ea typeface="微软雅黑" panose="020B0503020204020204" pitchFamily="34" charset="-122"/>
              </a:rPr>
              <a:t>用于饲料级磷酸，</a:t>
            </a:r>
            <a:r>
              <a:rPr lang="en-US" altLang="zh-CN" sz="1200" b="1" dirty="0">
                <a:latin typeface="微软雅黑" panose="020B0503020204020204" pitchFamily="34" charset="-122"/>
                <a:ea typeface="微软雅黑" panose="020B0503020204020204" pitchFamily="34" charset="-122"/>
              </a:rPr>
              <a:t>11.4%</a:t>
            </a:r>
            <a:r>
              <a:rPr lang="zh-CN" altLang="en-US" sz="1200" b="1" dirty="0">
                <a:latin typeface="微软雅黑" panose="020B0503020204020204" pitchFamily="34" charset="-122"/>
                <a:ea typeface="微软雅黑" panose="020B0503020204020204" pitchFamily="34" charset="-122"/>
              </a:rPr>
              <a:t>用于湿法磷酸</a:t>
            </a:r>
            <a:r>
              <a:rPr lang="zh-CN" altLang="en-US" sz="1200"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9.5%</a:t>
            </a:r>
            <a:r>
              <a:rPr lang="zh-CN" altLang="en-US" sz="1200" b="1" dirty="0">
                <a:latin typeface="微软雅黑" panose="020B0503020204020204" pitchFamily="34" charset="-122"/>
                <a:ea typeface="微软雅黑" panose="020B0503020204020204" pitchFamily="34" charset="-122"/>
              </a:rPr>
              <a:t>用于黄磷</a:t>
            </a:r>
            <a:r>
              <a:rPr lang="zh-CN" altLang="en-US" sz="1200" dirty="0">
                <a:latin typeface="微软雅黑" panose="020B0503020204020204" pitchFamily="34" charset="-122"/>
                <a:ea typeface="微软雅黑" panose="020B0503020204020204" pitchFamily="34" charset="-122"/>
              </a:rPr>
              <a:t>。农业需求整体偏刚需。磷矿石其他应用以工业为主，包括磷酸铁等</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磷酸盐在</a:t>
            </a:r>
            <a:r>
              <a:rPr lang="zh-CN" altLang="en-US" sz="1200" b="1" dirty="0">
                <a:latin typeface="微软雅黑" panose="020B0503020204020204" pitchFamily="34" charset="-122"/>
                <a:ea typeface="微软雅黑" panose="020B0503020204020204" pitchFamily="34" charset="-122"/>
              </a:rPr>
              <a:t>农药和添加剂</a:t>
            </a:r>
            <a:r>
              <a:rPr lang="zh-CN" altLang="en-US" sz="1200" dirty="0">
                <a:latin typeface="微软雅黑" panose="020B0503020204020204" pitchFamily="34" charset="-122"/>
                <a:ea typeface="微软雅黑" panose="020B0503020204020204" pitchFamily="34" charset="-122"/>
              </a:rPr>
              <a:t>方面应用丰富，草甘膦、敌敌畏、毒死蜱等均为常见含磷农药，六氟磷酸锂、三聚磷酸钠、磷酸氢钙等均为常见磷添加剂</a:t>
            </a:r>
            <a:endParaRPr lang="en-US" altLang="zh-CN" sz="1200" dirty="0">
              <a:latin typeface="微软雅黑" panose="020B0503020204020204" pitchFamily="34" charset="-122"/>
              <a:ea typeface="微软雅黑" panose="020B0503020204020204" pitchFamily="34" charset="-122"/>
            </a:endParaRPr>
          </a:p>
        </p:txBody>
      </p:sp>
      <p:sp>
        <p:nvSpPr>
          <p:cNvPr id="13"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磷矿消费结构主要在磷肥</a:t>
            </a:r>
          </a:p>
        </p:txBody>
      </p:sp>
      <p:sp>
        <p:nvSpPr>
          <p:cNvPr id="26" name="文本框 25"/>
          <p:cNvSpPr txBox="1">
            <a:spLocks noChangeArrowheads="1"/>
          </p:cNvSpPr>
          <p:nvPr/>
        </p:nvSpPr>
        <p:spPr bwMode="auto">
          <a:xfrm>
            <a:off x="1681944" y="2649393"/>
            <a:ext cx="4320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eaLnBrk="0" fontAlgn="base" hangingPunct="0">
              <a:spcBef>
                <a:spcPct val="0"/>
              </a:spcBef>
              <a:spcAft>
                <a:spcPct val="0"/>
              </a:spcAft>
              <a:defRPr/>
            </a:pPr>
            <a:r>
              <a:rPr lang="zh-CN" altLang="en-US" sz="1600" b="1" dirty="0">
                <a:solidFill>
                  <a:srgbClr val="E10000"/>
                </a:solidFill>
                <a:latin typeface="微软雅黑" panose="020B0503020204020204" pitchFamily="34" charset="-122"/>
                <a:ea typeface="微软雅黑" panose="020B0503020204020204" pitchFamily="34" charset="-122"/>
              </a:rPr>
              <a:t>磷矿石下游需求结构（</a:t>
            </a:r>
            <a:r>
              <a:rPr lang="en-US" altLang="zh-CN" sz="1600" b="1" dirty="0">
                <a:solidFill>
                  <a:srgbClr val="E10000"/>
                </a:solidFill>
                <a:latin typeface="微软雅黑" panose="020B0503020204020204" pitchFamily="34" charset="-122"/>
                <a:ea typeface="微软雅黑" panose="020B0503020204020204" pitchFamily="34" charset="-122"/>
              </a:rPr>
              <a:t>2022</a:t>
            </a:r>
            <a:r>
              <a:rPr lang="zh-CN" altLang="en-US" sz="1600" b="1" dirty="0">
                <a:solidFill>
                  <a:srgbClr val="E10000"/>
                </a:solidFill>
                <a:latin typeface="微软雅黑" panose="020B0503020204020204" pitchFamily="34" charset="-122"/>
                <a:ea typeface="微软雅黑" panose="020B0503020204020204" pitchFamily="34" charset="-122"/>
              </a:rPr>
              <a:t>年）</a:t>
            </a:r>
          </a:p>
        </p:txBody>
      </p:sp>
      <p:graphicFrame>
        <p:nvGraphicFramePr>
          <p:cNvPr id="2" name="图表 1">
            <a:extLst>
              <a:ext uri="{FF2B5EF4-FFF2-40B4-BE49-F238E27FC236}">
                <a16:creationId xmlns:a16="http://schemas.microsoft.com/office/drawing/2014/main" xmlns="" id="{CEF6080C-8304-E77A-7B87-904E07553A58}"/>
              </a:ext>
            </a:extLst>
          </p:cNvPr>
          <p:cNvGraphicFramePr/>
          <p:nvPr>
            <p:extLst>
              <p:ext uri="{D42A27DB-BD31-4B8C-83A1-F6EECF244321}">
                <p14:modId xmlns:p14="http://schemas.microsoft.com/office/powerpoint/2010/main" val="1733833587"/>
              </p:ext>
            </p:extLst>
          </p:nvPr>
        </p:nvGraphicFramePr>
        <p:xfrm>
          <a:off x="6397098" y="3518624"/>
          <a:ext cx="4086535" cy="19818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图表 2">
            <a:extLst>
              <a:ext uri="{FF2B5EF4-FFF2-40B4-BE49-F238E27FC236}">
                <a16:creationId xmlns:a16="http://schemas.microsoft.com/office/drawing/2014/main" xmlns="" id="{01A98CC0-1F92-3191-3BD7-7476F2D6BCDE}"/>
              </a:ext>
            </a:extLst>
          </p:cNvPr>
          <p:cNvGraphicFramePr>
            <a:graphicFrameLocks/>
          </p:cNvGraphicFramePr>
          <p:nvPr>
            <p:extLst>
              <p:ext uri="{D42A27DB-BD31-4B8C-83A1-F6EECF244321}">
                <p14:modId xmlns:p14="http://schemas.microsoft.com/office/powerpoint/2010/main" val="4138116286"/>
              </p:ext>
            </p:extLst>
          </p:nvPr>
        </p:nvGraphicFramePr>
        <p:xfrm>
          <a:off x="955699" y="3191577"/>
          <a:ext cx="4858051" cy="2511347"/>
        </p:xfrm>
        <a:graphic>
          <a:graphicData uri="http://schemas.openxmlformats.org/drawingml/2006/chart">
            <c:chart xmlns:c="http://schemas.openxmlformats.org/drawingml/2006/chart" xmlns:r="http://schemas.openxmlformats.org/officeDocument/2006/relationships" r:id="rId4"/>
          </a:graphicData>
        </a:graphic>
      </p:graphicFrame>
      <p:cxnSp>
        <p:nvCxnSpPr>
          <p:cNvPr id="5" name="直接连接符 4">
            <a:extLst>
              <a:ext uri="{FF2B5EF4-FFF2-40B4-BE49-F238E27FC236}">
                <a16:creationId xmlns:a16="http://schemas.microsoft.com/office/drawing/2014/main" xmlns="" id="{6CC47088-2899-5B8E-FE12-EDDD2DE42D1A}"/>
              </a:ext>
            </a:extLst>
          </p:cNvPr>
          <p:cNvCxnSpPr>
            <a:cxnSpLocks/>
          </p:cNvCxnSpPr>
          <p:nvPr/>
        </p:nvCxnSpPr>
        <p:spPr>
          <a:xfrm>
            <a:off x="3949833" y="3438277"/>
            <a:ext cx="4113915" cy="4754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直接连接符 5">
            <a:extLst>
              <a:ext uri="{FF2B5EF4-FFF2-40B4-BE49-F238E27FC236}">
                <a16:creationId xmlns:a16="http://schemas.microsoft.com/office/drawing/2014/main" xmlns="" id="{16DDD48D-DD4A-8D53-D3F1-0A87C6CC9043}"/>
              </a:ext>
            </a:extLst>
          </p:cNvPr>
          <p:cNvCxnSpPr>
            <a:cxnSpLocks/>
          </p:cNvCxnSpPr>
          <p:nvPr/>
        </p:nvCxnSpPr>
        <p:spPr>
          <a:xfrm flipV="1">
            <a:off x="3869231" y="5359316"/>
            <a:ext cx="4113915" cy="34360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Text Box 2"/>
          <p:cNvSpPr txBox="1">
            <a:spLocks noChangeArrowheads="1"/>
          </p:cNvSpPr>
          <p:nvPr/>
        </p:nvSpPr>
        <p:spPr bwMode="auto">
          <a:xfrm>
            <a:off x="763874" y="1409700"/>
            <a:ext cx="5333714"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latin typeface="微软雅黑" panose="020B0503020204020204" pitchFamily="34" charset="-122"/>
                <a:ea typeface="微软雅黑" panose="020B0503020204020204" pitchFamily="34" charset="-122"/>
              </a:rPr>
              <a:t>人口增长是化肥需求的主要驱动因素</a:t>
            </a:r>
            <a:r>
              <a:rPr lang="zh-CN" altLang="en-US" sz="1200" dirty="0">
                <a:latin typeface="微软雅黑" panose="020B0503020204020204" pitchFamily="34" charset="-122"/>
                <a:ea typeface="微软雅黑" panose="020B0503020204020204" pitchFamily="34" charset="-122"/>
              </a:rPr>
              <a:t>。随着世界人口的增长、城市化和工业化，人均农田减少，每亩农田需要的</a:t>
            </a:r>
            <a:r>
              <a:rPr lang="zh-CN" altLang="en-US" sz="1200" b="1" dirty="0">
                <a:latin typeface="微软雅黑" panose="020B0503020204020204" pitchFamily="34" charset="-122"/>
                <a:ea typeface="微软雅黑" panose="020B0503020204020204" pitchFamily="34" charset="-122"/>
              </a:rPr>
              <a:t>施肥量将会增加</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据联合国预测，在</a:t>
            </a:r>
            <a:r>
              <a:rPr lang="en-US" altLang="zh-CN" sz="1200" dirty="0">
                <a:latin typeface="微软雅黑" panose="020B0503020204020204" pitchFamily="34" charset="-122"/>
                <a:ea typeface="微软雅黑" panose="020B0503020204020204" pitchFamily="34" charset="-122"/>
              </a:rPr>
              <a:t>2050</a:t>
            </a:r>
            <a:r>
              <a:rPr lang="zh-CN" altLang="en-US" sz="1200" dirty="0">
                <a:latin typeface="微软雅黑" panose="020B0503020204020204" pitchFamily="34" charset="-122"/>
                <a:ea typeface="微软雅黑" panose="020B0503020204020204" pitchFamily="34" charset="-122"/>
              </a:rPr>
              <a:t>年人均寿命将会提高到</a:t>
            </a:r>
            <a:r>
              <a:rPr lang="en-US" altLang="zh-CN" sz="1200" b="1" dirty="0">
                <a:latin typeface="微软雅黑" panose="020B0503020204020204" pitchFamily="34" charset="-122"/>
                <a:ea typeface="微软雅黑" panose="020B0503020204020204" pitchFamily="34" charset="-122"/>
              </a:rPr>
              <a:t>77</a:t>
            </a:r>
            <a:r>
              <a:rPr lang="zh-CN" altLang="en-US" sz="1200" b="1" dirty="0">
                <a:latin typeface="微软雅黑" panose="020B0503020204020204" pitchFamily="34" charset="-122"/>
                <a:ea typeface="微软雅黑" panose="020B0503020204020204" pitchFamily="34" charset="-122"/>
              </a:rPr>
              <a:t>岁</a:t>
            </a:r>
            <a:r>
              <a:rPr lang="zh-CN" altLang="en-US" sz="1200" dirty="0">
                <a:latin typeface="微软雅黑" panose="020B0503020204020204" pitchFamily="34" charset="-122"/>
                <a:ea typeface="微软雅黑" panose="020B0503020204020204" pitchFamily="34" charset="-122"/>
              </a:rPr>
              <a:t>，相比</a:t>
            </a:r>
            <a:r>
              <a:rPr lang="en-US" altLang="zh-CN" sz="1200" dirty="0">
                <a:latin typeface="微软雅黑" panose="020B0503020204020204" pitchFamily="34" charset="-122"/>
                <a:ea typeface="微软雅黑" panose="020B0503020204020204" pitchFamily="34" charset="-122"/>
              </a:rPr>
              <a:t>1990</a:t>
            </a:r>
            <a:r>
              <a:rPr lang="zh-CN" altLang="en-US" sz="1200" dirty="0">
                <a:latin typeface="微软雅黑" panose="020B0503020204020204" pitchFamily="34" charset="-122"/>
                <a:ea typeface="微软雅黑" panose="020B0503020204020204" pitchFamily="34" charset="-122"/>
              </a:rPr>
              <a:t>年增加</a:t>
            </a:r>
            <a:r>
              <a:rPr lang="en-US" altLang="zh-CN" sz="1200" b="1" dirty="0">
                <a:latin typeface="微软雅黑" panose="020B0503020204020204" pitchFamily="34" charset="-122"/>
                <a:ea typeface="微软雅黑" panose="020B0503020204020204" pitchFamily="34" charset="-122"/>
              </a:rPr>
              <a:t>12</a:t>
            </a:r>
            <a:r>
              <a:rPr lang="zh-CN" altLang="en-US" sz="1200" b="1" dirty="0">
                <a:latin typeface="微软雅黑" panose="020B0503020204020204" pitchFamily="34" charset="-122"/>
                <a:ea typeface="微软雅黑" panose="020B0503020204020204" pitchFamily="34" charset="-122"/>
              </a:rPr>
              <a:t>岁，</a:t>
            </a:r>
            <a:r>
              <a:rPr lang="zh-CN" altLang="en-US" sz="1200" dirty="0">
                <a:latin typeface="微软雅黑" panose="020B0503020204020204" pitchFamily="34" charset="-122"/>
                <a:ea typeface="微软雅黑" panose="020B0503020204020204" pitchFamily="34" charset="-122"/>
              </a:rPr>
              <a:t>人均粮食消耗将会</a:t>
            </a:r>
            <a:r>
              <a:rPr lang="zh-CN" altLang="en-US" sz="1200" b="1" dirty="0">
                <a:latin typeface="微软雅黑" panose="020B0503020204020204" pitchFamily="34" charset="-122"/>
                <a:ea typeface="微软雅黑" panose="020B0503020204020204" pitchFamily="34" charset="-122"/>
              </a:rPr>
              <a:t>增加</a:t>
            </a:r>
            <a:r>
              <a:rPr lang="en-US" altLang="zh-CN" sz="1200" b="1" dirty="0">
                <a:latin typeface="微软雅黑" panose="020B0503020204020204" pitchFamily="34" charset="-122"/>
                <a:ea typeface="微软雅黑" panose="020B0503020204020204" pitchFamily="34" charset="-122"/>
              </a:rPr>
              <a:t>1560kg</a:t>
            </a:r>
            <a:r>
              <a:rPr lang="zh-CN" altLang="en-US" sz="1200" b="1" dirty="0">
                <a:latin typeface="微软雅黑" panose="020B0503020204020204" pitchFamily="34" charset="-122"/>
                <a:ea typeface="微软雅黑" panose="020B0503020204020204" pitchFamily="34" charset="-122"/>
              </a:rPr>
              <a:t>*</a:t>
            </a:r>
            <a:endParaRPr lang="en-US" altLang="zh-CN" sz="1200" b="1"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综上，我们认为磷肥为未来社会刚需，</a:t>
            </a:r>
            <a:r>
              <a:rPr lang="zh-CN" altLang="en-US" sz="1200" b="1" dirty="0">
                <a:latin typeface="微软雅黑" panose="020B0503020204020204" pitchFamily="34" charset="-122"/>
                <a:ea typeface="微软雅黑" panose="020B0503020204020204" pitchFamily="34" charset="-122"/>
              </a:rPr>
              <a:t>需求量将会持续增长，长期保持景气</a:t>
            </a:r>
            <a:endParaRPr lang="en-US" altLang="zh-CN" sz="1200" dirty="0">
              <a:latin typeface="微软雅黑" panose="020B0503020204020204" pitchFamily="34" charset="-122"/>
              <a:ea typeface="微软雅黑" panose="020B0503020204020204" pitchFamily="34" charset="-122"/>
            </a:endParaRPr>
          </a:p>
        </p:txBody>
      </p:sp>
      <p:sp>
        <p:nvSpPr>
          <p:cNvPr id="13" name="文本框 12"/>
          <p:cNvSpPr txBox="1"/>
          <p:nvPr/>
        </p:nvSpPr>
        <p:spPr>
          <a:xfrm>
            <a:off x="1521665" y="425429"/>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磷肥：长期粮食需求量将会攀升</a:t>
            </a:r>
          </a:p>
        </p:txBody>
      </p:sp>
      <p:sp>
        <p:nvSpPr>
          <p:cNvPr id="16" name="矩形 15"/>
          <p:cNvSpPr/>
          <p:nvPr/>
        </p:nvSpPr>
        <p:spPr>
          <a:xfrm>
            <a:off x="6097589" y="1054100"/>
            <a:ext cx="4649867" cy="4275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全球人口不断增长，人均耕地不断下降</a:t>
            </a:r>
          </a:p>
        </p:txBody>
      </p:sp>
      <p:sp>
        <p:nvSpPr>
          <p:cNvPr id="22" name="TextBox 33"/>
          <p:cNvSpPr/>
          <p:nvPr/>
        </p:nvSpPr>
        <p:spPr bwMode="auto">
          <a:xfrm>
            <a:off x="-79899" y="6565892"/>
            <a:ext cx="3778118" cy="34392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*注：仅考虑口粮</a:t>
            </a:r>
            <a:endPar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endParaRPr>
          </a:p>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Bloomberg</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，联合国，世界粮农组织</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,IFA</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，长江证券研究所</a:t>
            </a:r>
            <a:endPar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endParaRPr>
          </a:p>
        </p:txBody>
      </p:sp>
      <p:sp>
        <p:nvSpPr>
          <p:cNvPr id="8" name="矩形 7"/>
          <p:cNvSpPr/>
          <p:nvPr/>
        </p:nvSpPr>
        <p:spPr>
          <a:xfrm>
            <a:off x="763589" y="3784600"/>
            <a:ext cx="4532289"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rgbClr val="E30613"/>
                </a:solidFill>
                <a:latin typeface="微软雅黑" panose="020B0503020204020204" pitchFamily="34" charset="-122"/>
                <a:ea typeface="微软雅黑" panose="020B0503020204020204" pitchFamily="34" charset="-122"/>
              </a:rPr>
              <a:t>人均寿命的提高将增加对粮食消耗</a:t>
            </a:r>
          </a:p>
        </p:txBody>
      </p:sp>
      <p:sp>
        <p:nvSpPr>
          <p:cNvPr id="10"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人口增长未来主驱动力</a:t>
            </a:r>
          </a:p>
        </p:txBody>
      </p:sp>
      <p:sp>
        <p:nvSpPr>
          <p:cNvPr id="12" name="矩形 11"/>
          <p:cNvSpPr/>
          <p:nvPr/>
        </p:nvSpPr>
        <p:spPr>
          <a:xfrm>
            <a:off x="6097589" y="3784600"/>
            <a:ext cx="4532289"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rgbClr val="E30613"/>
                </a:solidFill>
                <a:latin typeface="微软雅黑" panose="020B0503020204020204" pitchFamily="34" charset="-122"/>
                <a:ea typeface="微软雅黑" panose="020B0503020204020204" pitchFamily="34" charset="-122"/>
              </a:rPr>
              <a:t>全球磷肥需求及增速</a:t>
            </a:r>
          </a:p>
        </p:txBody>
      </p:sp>
      <p:graphicFrame>
        <p:nvGraphicFramePr>
          <p:cNvPr id="18" name="图表 17"/>
          <p:cNvGraphicFramePr/>
          <p:nvPr/>
        </p:nvGraphicFramePr>
        <p:xfrm>
          <a:off x="6097588" y="1508239"/>
          <a:ext cx="4680000" cy="2160000"/>
        </p:xfrm>
        <a:graphic>
          <a:graphicData uri="http://schemas.openxmlformats.org/drawingml/2006/chart">
            <c:chart xmlns:c="http://schemas.openxmlformats.org/drawingml/2006/chart" xmlns:r="http://schemas.openxmlformats.org/officeDocument/2006/relationships" r:id="rId3"/>
          </a:graphicData>
        </a:graphic>
      </p:graphicFrame>
      <p:pic>
        <p:nvPicPr>
          <p:cNvPr id="2" name="图片 1"/>
          <p:cNvPicPr>
            <a:picLocks noChangeAspect="1"/>
          </p:cNvPicPr>
          <p:nvPr/>
        </p:nvPicPr>
        <p:blipFill rotWithShape="1">
          <a:blip r:embed="rId4">
            <a:extLst>
              <a:ext uri="{BEBA8EAE-BF5A-486C-A8C5-ECC9F3942E4B}">
                <a14:imgProps xmlns:a14="http://schemas.microsoft.com/office/drawing/2010/main">
                  <a14:imgLayer r:embed="rId5">
                    <a14:imgEffect>
                      <a14:brightnessContrast contrast="51000"/>
                    </a14:imgEffect>
                  </a14:imgLayer>
                </a14:imgProps>
              </a:ext>
            </a:extLst>
          </a:blip>
          <a:srcRect r="12796" b="8017"/>
          <a:stretch>
            <a:fillRect/>
          </a:stretch>
        </p:blipFill>
        <p:spPr>
          <a:xfrm>
            <a:off x="2741477" y="4296418"/>
            <a:ext cx="1129796" cy="1588294"/>
          </a:xfrm>
          <a:prstGeom prst="rect">
            <a:avLst/>
          </a:prstGeom>
        </p:spPr>
      </p:pic>
      <p:pic>
        <p:nvPicPr>
          <p:cNvPr id="3" name="图片 2"/>
          <p:cNvPicPr>
            <a:picLocks noChangeAspect="1"/>
          </p:cNvPicPr>
          <p:nvPr/>
        </p:nvPicPr>
        <p:blipFill>
          <a:blip r:embed="rId6"/>
          <a:stretch>
            <a:fillRect/>
          </a:stretch>
        </p:blipFill>
        <p:spPr>
          <a:xfrm>
            <a:off x="901629" y="4307701"/>
            <a:ext cx="1423891" cy="1636655"/>
          </a:xfrm>
          <a:prstGeom prst="rect">
            <a:avLst/>
          </a:prstGeom>
        </p:spPr>
      </p:pic>
      <p:pic>
        <p:nvPicPr>
          <p:cNvPr id="4" name="图片 3"/>
          <p:cNvPicPr>
            <a:picLocks noChangeAspect="1"/>
          </p:cNvPicPr>
          <p:nvPr/>
        </p:nvPicPr>
        <p:blipFill rotWithShape="1">
          <a:blip r:embed="rId7" cstate="print">
            <a:extLst>
              <a:ext uri="{BEBA8EAE-BF5A-486C-A8C5-ECC9F3942E4B}">
                <a14:imgProps xmlns:a14="http://schemas.microsoft.com/office/drawing/2010/main">
                  <a14:imgLayer r:embed="rId8">
                    <a14:imgEffect>
                      <a14:brightnessContrast bright="-4000" contrast="54000"/>
                    </a14:imgEffect>
                    <a14:imgEffect>
                      <a14:sharpenSoften amount="-9000"/>
                    </a14:imgEffect>
                  </a14:imgLayer>
                </a14:imgProps>
              </a:ext>
              <a:ext uri="{28A0092B-C50C-407E-A947-70E740481C1C}">
                <a14:useLocalDpi xmlns:a14="http://schemas.microsoft.com/office/drawing/2010/main" val="0"/>
              </a:ext>
            </a:extLst>
          </a:blip>
          <a:srcRect l="2779" t="6087" r="22178" b="6865"/>
          <a:stretch>
            <a:fillRect/>
          </a:stretch>
        </p:blipFill>
        <p:spPr>
          <a:xfrm>
            <a:off x="4551834" y="4388439"/>
            <a:ext cx="1112118" cy="1575501"/>
          </a:xfrm>
          <a:prstGeom prst="rect">
            <a:avLst/>
          </a:prstGeom>
        </p:spPr>
      </p:pic>
      <p:sp>
        <p:nvSpPr>
          <p:cNvPr id="28" name="矩形: 圆角 161"/>
          <p:cNvSpPr/>
          <p:nvPr/>
        </p:nvSpPr>
        <p:spPr>
          <a:xfrm>
            <a:off x="944269" y="5916092"/>
            <a:ext cx="1460813" cy="364965"/>
          </a:xfrm>
          <a:prstGeom prst="roundRect">
            <a:avLst/>
          </a:prstGeom>
          <a:solidFill>
            <a:srgbClr val="FFC0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200" b="1" dirty="0">
                <a:solidFill>
                  <a:schemeClr val="tx1"/>
                </a:solidFill>
                <a:latin typeface="微软雅黑" panose="020B0503020204020204" pitchFamily="34" charset="-122"/>
                <a:ea typeface="微软雅黑" panose="020B0503020204020204" pitchFamily="34" charset="-122"/>
              </a:rPr>
              <a:t>1990</a:t>
            </a:r>
            <a:r>
              <a:rPr lang="zh-CN" altLang="en-US" sz="1200" b="1" dirty="0">
                <a:solidFill>
                  <a:schemeClr val="tx1"/>
                </a:solidFill>
                <a:latin typeface="微软雅黑" panose="020B0503020204020204" pitchFamily="34" charset="-122"/>
                <a:ea typeface="微软雅黑" panose="020B0503020204020204" pitchFamily="34" charset="-122"/>
              </a:rPr>
              <a:t>人均</a:t>
            </a:r>
            <a:r>
              <a:rPr lang="en-US" altLang="zh-CN" sz="1200" b="1" dirty="0">
                <a:solidFill>
                  <a:schemeClr val="tx1"/>
                </a:solidFill>
                <a:latin typeface="微软雅黑" panose="020B0503020204020204" pitchFamily="34" charset="-122"/>
                <a:ea typeface="微软雅黑" panose="020B0503020204020204" pitchFamily="34" charset="-122"/>
              </a:rPr>
              <a:t>65</a:t>
            </a:r>
            <a:r>
              <a:rPr lang="zh-CN" altLang="en-US" sz="1200" b="1" dirty="0">
                <a:solidFill>
                  <a:schemeClr val="tx1"/>
                </a:solidFill>
                <a:latin typeface="微软雅黑" panose="020B0503020204020204" pitchFamily="34" charset="-122"/>
                <a:ea typeface="微软雅黑" panose="020B0503020204020204" pitchFamily="34" charset="-122"/>
              </a:rPr>
              <a:t>岁</a:t>
            </a:r>
          </a:p>
        </p:txBody>
      </p:sp>
      <p:sp>
        <p:nvSpPr>
          <p:cNvPr id="29" name="矩形: 圆角 161"/>
          <p:cNvSpPr/>
          <p:nvPr/>
        </p:nvSpPr>
        <p:spPr>
          <a:xfrm>
            <a:off x="2700325" y="5926496"/>
            <a:ext cx="1460813" cy="364965"/>
          </a:xfrm>
          <a:prstGeom prst="roundRect">
            <a:avLst/>
          </a:prstGeom>
          <a:solidFill>
            <a:srgbClr val="FFC0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200" b="1" dirty="0">
                <a:solidFill>
                  <a:schemeClr val="tx1"/>
                </a:solidFill>
                <a:latin typeface="微软雅黑" panose="020B0503020204020204" pitchFamily="34" charset="-122"/>
                <a:ea typeface="微软雅黑" panose="020B0503020204020204" pitchFamily="34" charset="-122"/>
              </a:rPr>
              <a:t>2020</a:t>
            </a:r>
            <a:r>
              <a:rPr lang="zh-CN" altLang="en-US" sz="1200" b="1" dirty="0">
                <a:solidFill>
                  <a:schemeClr val="tx1"/>
                </a:solidFill>
                <a:latin typeface="微软雅黑" panose="020B0503020204020204" pitchFamily="34" charset="-122"/>
                <a:ea typeface="微软雅黑" panose="020B0503020204020204" pitchFamily="34" charset="-122"/>
              </a:rPr>
              <a:t>人均</a:t>
            </a:r>
            <a:r>
              <a:rPr lang="en-US" altLang="zh-CN" sz="1200" b="1" dirty="0">
                <a:solidFill>
                  <a:schemeClr val="tx1"/>
                </a:solidFill>
                <a:latin typeface="微软雅黑" panose="020B0503020204020204" pitchFamily="34" charset="-122"/>
                <a:ea typeface="微软雅黑" panose="020B0503020204020204" pitchFamily="34" charset="-122"/>
              </a:rPr>
              <a:t>73</a:t>
            </a:r>
            <a:r>
              <a:rPr lang="zh-CN" altLang="en-US" sz="1200" b="1" dirty="0">
                <a:solidFill>
                  <a:schemeClr val="tx1"/>
                </a:solidFill>
                <a:latin typeface="微软雅黑" panose="020B0503020204020204" pitchFamily="34" charset="-122"/>
                <a:ea typeface="微软雅黑" panose="020B0503020204020204" pitchFamily="34" charset="-122"/>
              </a:rPr>
              <a:t>岁</a:t>
            </a:r>
          </a:p>
        </p:txBody>
      </p:sp>
      <p:sp>
        <p:nvSpPr>
          <p:cNvPr id="30" name="矩形: 圆角 161"/>
          <p:cNvSpPr/>
          <p:nvPr/>
        </p:nvSpPr>
        <p:spPr>
          <a:xfrm>
            <a:off x="4398957" y="5944356"/>
            <a:ext cx="1460813" cy="364965"/>
          </a:xfrm>
          <a:prstGeom prst="roundRect">
            <a:avLst/>
          </a:prstGeom>
          <a:solidFill>
            <a:srgbClr val="FFC0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200" b="1" dirty="0">
                <a:solidFill>
                  <a:schemeClr val="tx1"/>
                </a:solidFill>
                <a:latin typeface="微软雅黑" panose="020B0503020204020204" pitchFamily="34" charset="-122"/>
                <a:ea typeface="微软雅黑" panose="020B0503020204020204" pitchFamily="34" charset="-122"/>
              </a:rPr>
              <a:t>2050</a:t>
            </a:r>
            <a:r>
              <a:rPr lang="zh-CN" altLang="en-US" sz="1200" b="1" dirty="0">
                <a:solidFill>
                  <a:schemeClr val="tx1"/>
                </a:solidFill>
                <a:latin typeface="微软雅黑" panose="020B0503020204020204" pitchFamily="34" charset="-122"/>
                <a:ea typeface="微软雅黑" panose="020B0503020204020204" pitchFamily="34" charset="-122"/>
              </a:rPr>
              <a:t>人均</a:t>
            </a:r>
            <a:r>
              <a:rPr lang="en-US" altLang="zh-CN" sz="1200" b="1" dirty="0">
                <a:solidFill>
                  <a:schemeClr val="tx1"/>
                </a:solidFill>
                <a:latin typeface="微软雅黑" panose="020B0503020204020204" pitchFamily="34" charset="-122"/>
                <a:ea typeface="微软雅黑" panose="020B0503020204020204" pitchFamily="34" charset="-122"/>
              </a:rPr>
              <a:t>77</a:t>
            </a:r>
            <a:r>
              <a:rPr lang="zh-CN" altLang="en-US" sz="1200" b="1" dirty="0">
                <a:solidFill>
                  <a:schemeClr val="tx1"/>
                </a:solidFill>
                <a:latin typeface="微软雅黑" panose="020B0503020204020204" pitchFamily="34" charset="-122"/>
                <a:ea typeface="微软雅黑" panose="020B0503020204020204" pitchFamily="34" charset="-122"/>
              </a:rPr>
              <a:t>岁</a:t>
            </a:r>
          </a:p>
        </p:txBody>
      </p:sp>
      <p:graphicFrame>
        <p:nvGraphicFramePr>
          <p:cNvPr id="20" name="图表 19"/>
          <p:cNvGraphicFramePr>
            <a:graphicFrameLocks/>
          </p:cNvGraphicFramePr>
          <p:nvPr/>
        </p:nvGraphicFramePr>
        <p:xfrm>
          <a:off x="6097588" y="4355864"/>
          <a:ext cx="4680000" cy="2160000"/>
        </p:xfrm>
        <a:graphic>
          <a:graphicData uri="http://schemas.openxmlformats.org/drawingml/2006/chart">
            <c:chart xmlns:c="http://schemas.openxmlformats.org/drawingml/2006/chart" xmlns:r="http://schemas.openxmlformats.org/officeDocument/2006/relationships" r:id="rId9"/>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Text Box 2"/>
          <p:cNvSpPr txBox="1">
            <a:spLocks noChangeArrowheads="1"/>
          </p:cNvSpPr>
          <p:nvPr/>
        </p:nvSpPr>
        <p:spPr bwMode="auto">
          <a:xfrm>
            <a:off x="763874" y="1409700"/>
            <a:ext cx="5333714" cy="1721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en-US" altLang="zh-CN" sz="1200" dirty="0">
                <a:latin typeface="微软雅黑" panose="020B0503020204020204" pitchFamily="34" charset="-122"/>
                <a:ea typeface="微软雅黑" panose="020B0503020204020204" pitchFamily="34" charset="-122"/>
              </a:rPr>
              <a:t>2020</a:t>
            </a:r>
            <a:r>
              <a:rPr lang="zh-CN" altLang="en-US" sz="1200" dirty="0">
                <a:latin typeface="微软雅黑" panose="020B0503020204020204" pitchFamily="34" charset="-122"/>
                <a:ea typeface="微软雅黑" panose="020B0503020204020204" pitchFamily="34" charset="-122"/>
              </a:rPr>
              <a:t>年以来，由于疫情冲击，物流受限，保证粮食供应成为各国政府重视问题，</a:t>
            </a:r>
            <a:r>
              <a:rPr lang="zh-CN" altLang="en-US" sz="1200" b="1" dirty="0">
                <a:latin typeface="微软雅黑" panose="020B0503020204020204" pitchFamily="34" charset="-122"/>
                <a:ea typeface="微软雅黑" panose="020B0503020204020204" pitchFamily="34" charset="-122"/>
              </a:rPr>
              <a:t>提高粮食产量</a:t>
            </a:r>
            <a:r>
              <a:rPr lang="zh-CN" altLang="en-US" sz="1200" dirty="0">
                <a:latin typeface="微软雅黑" panose="020B0503020204020204" pitchFamily="34" charset="-122"/>
                <a:ea typeface="微软雅黑" panose="020B0503020204020204" pitchFamily="34" charset="-122"/>
              </a:rPr>
              <a:t>保证本国供应</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受俄乌冲突影响，全球供应出现混乱，</a:t>
            </a:r>
            <a:r>
              <a:rPr lang="zh-CN" altLang="en-US" sz="1200" b="1" dirty="0">
                <a:latin typeface="微软雅黑" panose="020B0503020204020204" pitchFamily="34" charset="-122"/>
                <a:ea typeface="微软雅黑" panose="020B0503020204020204" pitchFamily="34" charset="-122"/>
              </a:rPr>
              <a:t>粮价位于高点</a:t>
            </a:r>
            <a:r>
              <a:rPr lang="zh-CN" altLang="en-US" sz="1200" dirty="0">
                <a:latin typeface="微软雅黑" panose="020B0503020204020204" pitchFamily="34" charset="-122"/>
                <a:ea typeface="微软雅黑" panose="020B0503020204020204" pitchFamily="34" charset="-122"/>
              </a:rPr>
              <a:t>，持续迹象明显，明显</a:t>
            </a:r>
            <a:r>
              <a:rPr lang="zh-CN" altLang="en-US" sz="1200" b="1" dirty="0">
                <a:latin typeface="微软雅黑" panose="020B0503020204020204" pitchFamily="34" charset="-122"/>
                <a:ea typeface="微软雅黑" panose="020B0503020204020204" pitchFamily="34" charset="-122"/>
              </a:rPr>
              <a:t>提振农民的种植积极性</a:t>
            </a:r>
            <a:r>
              <a:rPr lang="zh-CN" altLang="en-US" sz="1200" dirty="0">
                <a:latin typeface="微软雅黑" panose="020B0503020204020204" pitchFamily="34" charset="-122"/>
                <a:ea typeface="微软雅黑" panose="020B0503020204020204" pitchFamily="34" charset="-122"/>
              </a:rPr>
              <a:t>，化肥产品需求旺盛，同时磷肥一直处于</a:t>
            </a:r>
            <a:r>
              <a:rPr lang="zh-CN" altLang="en-US" sz="1200" b="1" dirty="0">
                <a:latin typeface="微软雅黑" panose="020B0503020204020204" pitchFamily="34" charset="-122"/>
                <a:ea typeface="微软雅黑" panose="020B0503020204020204" pitchFamily="34" charset="-122"/>
              </a:rPr>
              <a:t>低库存</a:t>
            </a:r>
            <a:r>
              <a:rPr lang="zh-CN" altLang="en-US" sz="1200" dirty="0">
                <a:latin typeface="微软雅黑" panose="020B0503020204020204" pitchFamily="34" charset="-122"/>
                <a:ea typeface="微软雅黑" panose="020B0503020204020204" pitchFamily="34" charset="-122"/>
              </a:rPr>
              <a:t>期间</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en-US" altLang="zh-CN" sz="1200" dirty="0">
                <a:latin typeface="微软雅黑" panose="020B0503020204020204" pitchFamily="34" charset="-122"/>
                <a:ea typeface="微软雅黑" panose="020B0503020204020204" pitchFamily="34" charset="-122"/>
              </a:rPr>
              <a:t>2022-2023</a:t>
            </a:r>
            <a:r>
              <a:rPr lang="zh-CN" altLang="en-US" sz="1200" dirty="0">
                <a:latin typeface="微软雅黑" panose="020B0503020204020204" pitchFamily="34" charset="-122"/>
                <a:ea typeface="微软雅黑" panose="020B0503020204020204" pitchFamily="34" charset="-122"/>
              </a:rPr>
              <a:t>年我们认为磷肥行业将</a:t>
            </a:r>
            <a:r>
              <a:rPr lang="zh-CN" altLang="en-US" sz="1200" b="1" dirty="0">
                <a:latin typeface="微软雅黑" panose="020B0503020204020204" pitchFamily="34" charset="-122"/>
                <a:ea typeface="微软雅黑" panose="020B0503020204020204" pitchFamily="34" charset="-122"/>
              </a:rPr>
              <a:t>持续回暖并保持较高景气度</a:t>
            </a:r>
            <a:endParaRPr lang="en-US" altLang="zh-CN" sz="1200" dirty="0">
              <a:latin typeface="微软雅黑" panose="020B0503020204020204" pitchFamily="34" charset="-122"/>
              <a:ea typeface="微软雅黑" panose="020B0503020204020204" pitchFamily="34" charset="-122"/>
            </a:endParaRPr>
          </a:p>
        </p:txBody>
      </p:sp>
      <p:sp>
        <p:nvSpPr>
          <p:cNvPr id="13" name="文本框 12"/>
          <p:cNvSpPr txBox="1"/>
          <p:nvPr/>
        </p:nvSpPr>
        <p:spPr>
          <a:xfrm>
            <a:off x="1646389" y="389265"/>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磷肥：短期疫情冲击与补库存，需求抬升</a:t>
            </a:r>
          </a:p>
        </p:txBody>
      </p:sp>
      <p:sp>
        <p:nvSpPr>
          <p:cNvPr id="16" name="矩形 15"/>
          <p:cNvSpPr/>
          <p:nvPr/>
        </p:nvSpPr>
        <p:spPr>
          <a:xfrm>
            <a:off x="6519040" y="1155879"/>
            <a:ext cx="4649867" cy="4275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全球主粮产品价格抬升（元</a:t>
            </a:r>
            <a:r>
              <a:rPr lang="en-US" altLang="zh-CN" sz="1600" b="1" dirty="0">
                <a:solidFill>
                  <a:srgbClr val="E30613"/>
                </a:solidFill>
                <a:latin typeface="微软雅黑" panose="020B0503020204020204" pitchFamily="34" charset="-122"/>
                <a:ea typeface="微软雅黑" panose="020B0503020204020204" pitchFamily="34" charset="-122"/>
              </a:rPr>
              <a:t>/</a:t>
            </a:r>
            <a:r>
              <a:rPr lang="zh-CN" altLang="en-US" sz="1600" b="1" dirty="0">
                <a:solidFill>
                  <a:srgbClr val="E30613"/>
                </a:solidFill>
                <a:latin typeface="微软雅黑" panose="020B0503020204020204" pitchFamily="34" charset="-122"/>
                <a:ea typeface="微软雅黑" panose="020B0503020204020204" pitchFamily="34" charset="-122"/>
              </a:rPr>
              <a:t>吨）</a:t>
            </a:r>
          </a:p>
        </p:txBody>
      </p:sp>
      <p:sp>
        <p:nvSpPr>
          <p:cNvPr id="22" name="TextBox 33"/>
          <p:cNvSpPr/>
          <p:nvPr/>
        </p:nvSpPr>
        <p:spPr bwMode="auto">
          <a:xfrm>
            <a:off x="-85576" y="6662504"/>
            <a:ext cx="3463929"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Bloomberg</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，绿色市场，百川盈孚，长江证券研究所</a:t>
            </a:r>
            <a:endPar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endParaRPr>
          </a:p>
        </p:txBody>
      </p:sp>
      <p:sp>
        <p:nvSpPr>
          <p:cNvPr id="8" name="矩形 7"/>
          <p:cNvSpPr/>
          <p:nvPr/>
        </p:nvSpPr>
        <p:spPr>
          <a:xfrm>
            <a:off x="771624" y="3789363"/>
            <a:ext cx="4532289"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rgbClr val="E30613"/>
                </a:solidFill>
                <a:latin typeface="微软雅黑" panose="020B0503020204020204" pitchFamily="34" charset="-122"/>
                <a:ea typeface="微软雅黑" panose="020B0503020204020204" pitchFamily="34" charset="-122"/>
              </a:rPr>
              <a:t>国内磷肥表观消费量持续走低</a:t>
            </a:r>
          </a:p>
        </p:txBody>
      </p:sp>
      <p:sp>
        <p:nvSpPr>
          <p:cNvPr id="10"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磷肥行业走出寒冬</a:t>
            </a:r>
          </a:p>
        </p:txBody>
      </p:sp>
      <p:sp>
        <p:nvSpPr>
          <p:cNvPr id="12" name="矩形 11"/>
          <p:cNvSpPr/>
          <p:nvPr/>
        </p:nvSpPr>
        <p:spPr>
          <a:xfrm>
            <a:off x="6519040" y="3790497"/>
            <a:ext cx="4532289"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rgbClr val="E30613"/>
                </a:solidFill>
                <a:latin typeface="微软雅黑" panose="020B0503020204020204" pitchFamily="34" charset="-122"/>
                <a:ea typeface="微软雅黑" panose="020B0503020204020204" pitchFamily="34" charset="-122"/>
              </a:rPr>
              <a:t>磷肥库存长期处于低位（万吨）</a:t>
            </a:r>
          </a:p>
        </p:txBody>
      </p:sp>
      <p:graphicFrame>
        <p:nvGraphicFramePr>
          <p:cNvPr id="14" name="图表 13">
            <a:extLst>
              <a:ext uri="{FF2B5EF4-FFF2-40B4-BE49-F238E27FC236}">
                <a16:creationId xmlns:a16="http://schemas.microsoft.com/office/drawing/2014/main" xmlns="" id="{00000000-0008-0000-2800-000014000000}"/>
              </a:ext>
            </a:extLst>
          </p:cNvPr>
          <p:cNvGraphicFramePr>
            <a:graphicFrameLocks/>
          </p:cNvGraphicFramePr>
          <p:nvPr>
            <p:extLst>
              <p:ext uri="{D42A27DB-BD31-4B8C-83A1-F6EECF244321}">
                <p14:modId xmlns:p14="http://schemas.microsoft.com/office/powerpoint/2010/main" val="3823981862"/>
              </p:ext>
            </p:extLst>
          </p:nvPr>
        </p:nvGraphicFramePr>
        <p:xfrm>
          <a:off x="6231605" y="1482811"/>
          <a:ext cx="4659382" cy="236232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图表 14"/>
          <p:cNvGraphicFramePr>
            <a:graphicFrameLocks/>
          </p:cNvGraphicFramePr>
          <p:nvPr>
            <p:extLst>
              <p:ext uri="{D42A27DB-BD31-4B8C-83A1-F6EECF244321}">
                <p14:modId xmlns:p14="http://schemas.microsoft.com/office/powerpoint/2010/main" val="451751694"/>
              </p:ext>
            </p:extLst>
          </p:nvPr>
        </p:nvGraphicFramePr>
        <p:xfrm>
          <a:off x="763588" y="4213261"/>
          <a:ext cx="4387100" cy="22271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7" name="图表 16">
            <a:extLst>
              <a:ext uri="{FF2B5EF4-FFF2-40B4-BE49-F238E27FC236}">
                <a16:creationId xmlns:a16="http://schemas.microsoft.com/office/drawing/2014/main" xmlns="" id="{00000000-0008-0000-1800-000004000000}"/>
              </a:ext>
            </a:extLst>
          </p:cNvPr>
          <p:cNvGraphicFramePr>
            <a:graphicFrameLocks/>
          </p:cNvGraphicFramePr>
          <p:nvPr>
            <p:extLst>
              <p:ext uri="{D42A27DB-BD31-4B8C-83A1-F6EECF244321}">
                <p14:modId xmlns:p14="http://schemas.microsoft.com/office/powerpoint/2010/main" val="1715960717"/>
              </p:ext>
            </p:extLst>
          </p:nvPr>
        </p:nvGraphicFramePr>
        <p:xfrm>
          <a:off x="6231605" y="4144962"/>
          <a:ext cx="4398273" cy="2295399"/>
        </p:xfrm>
        <a:graphic>
          <a:graphicData uri="http://schemas.openxmlformats.org/drawingml/2006/chart">
            <c:chart xmlns:c="http://schemas.openxmlformats.org/drawingml/2006/chart" xmlns:r="http://schemas.openxmlformats.org/officeDocument/2006/relationships" r:id="rId5"/>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Text Box 2"/>
          <p:cNvSpPr txBox="1">
            <a:spLocks noChangeArrowheads="1"/>
          </p:cNvSpPr>
          <p:nvPr/>
        </p:nvSpPr>
        <p:spPr bwMode="auto">
          <a:xfrm>
            <a:off x="763874" y="1409700"/>
            <a:ext cx="5333714"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latin typeface="微软雅黑" panose="020B0503020204020204" pitchFamily="34" charset="-122"/>
                <a:ea typeface="微软雅黑" panose="020B0503020204020204" pitchFamily="34" charset="-122"/>
              </a:rPr>
              <a:t>磷酸氢钙</a:t>
            </a:r>
            <a:r>
              <a:rPr lang="zh-CN" altLang="en-US" sz="1200" dirty="0">
                <a:latin typeface="微软雅黑" panose="020B0503020204020204" pitchFamily="34" charset="-122"/>
                <a:ea typeface="微软雅黑" panose="020B0503020204020204" pitchFamily="34" charset="-122"/>
              </a:rPr>
              <a:t>作为食品饲料添加剂，以补充禽畜饲料中的磷、钙元素。在饲料中有着不可或缺的作用。我国磷酸氢钙长期保持</a:t>
            </a:r>
            <a:r>
              <a:rPr lang="zh-CN" altLang="en-US" sz="1200" b="1" dirty="0">
                <a:latin typeface="微软雅黑" panose="020B0503020204020204" pitchFamily="34" charset="-122"/>
                <a:ea typeface="微软雅黑" panose="020B0503020204020204" pitchFamily="34" charset="-122"/>
              </a:rPr>
              <a:t>稳定增长</a:t>
            </a:r>
            <a:r>
              <a:rPr lang="zh-CN" altLang="en-US" sz="1200" dirty="0">
                <a:latin typeface="微软雅黑" panose="020B0503020204020204" pitchFamily="34" charset="-122"/>
                <a:ea typeface="微软雅黑" panose="020B0503020204020204" pitchFamily="34" charset="-122"/>
              </a:rPr>
              <a:t>，</a:t>
            </a:r>
            <a:r>
              <a:rPr lang="en-US" altLang="zh-CN" sz="1200" dirty="0">
                <a:latin typeface="微软雅黑" panose="020B0503020204020204" pitchFamily="34" charset="-122"/>
                <a:ea typeface="微软雅黑" panose="020B0503020204020204" pitchFamily="34" charset="-122"/>
              </a:rPr>
              <a:t>2021</a:t>
            </a:r>
            <a:r>
              <a:rPr lang="zh-CN" altLang="en-US" sz="1200" dirty="0">
                <a:latin typeface="微软雅黑" panose="020B0503020204020204" pitchFamily="34" charset="-122"/>
                <a:ea typeface="微软雅黑" panose="020B0503020204020204" pitchFamily="34" charset="-122"/>
              </a:rPr>
              <a:t>年总产量</a:t>
            </a:r>
            <a:r>
              <a:rPr lang="en-US" altLang="zh-CN" sz="1200" b="1" dirty="0">
                <a:latin typeface="微软雅黑" panose="020B0503020204020204" pitchFamily="34" charset="-122"/>
                <a:ea typeface="微软雅黑" panose="020B0503020204020204" pitchFamily="34" charset="-122"/>
              </a:rPr>
              <a:t>231</a:t>
            </a:r>
            <a:r>
              <a:rPr lang="zh-CN" altLang="en-US" sz="1200" b="1" dirty="0">
                <a:latin typeface="微软雅黑" panose="020B0503020204020204" pitchFamily="34" charset="-122"/>
                <a:ea typeface="微软雅黑" panose="020B0503020204020204" pitchFamily="34" charset="-122"/>
              </a:rPr>
              <a:t>万吨</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猪瘟影响消失，饲料需求增长，拉动磷酸氢钙需求。同时，发展中国家经济的快速发展，也会不断刺激肉类消费增长</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latin typeface="微软雅黑" panose="020B0503020204020204" pitchFamily="34" charset="-122"/>
                <a:ea typeface="微软雅黑" panose="020B0503020204020204" pitchFamily="34" charset="-122"/>
              </a:rPr>
              <a:t>饲料磷元素也将成为需求有力增长点</a:t>
            </a:r>
          </a:p>
        </p:txBody>
      </p:sp>
      <p:sp>
        <p:nvSpPr>
          <p:cNvPr id="13" name="文本框 12"/>
          <p:cNvSpPr txBox="1"/>
          <p:nvPr/>
        </p:nvSpPr>
        <p:spPr>
          <a:xfrm>
            <a:off x="1664861" y="417556"/>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饲料：畜牧业复兴拉动磷元素需求</a:t>
            </a:r>
          </a:p>
        </p:txBody>
      </p:sp>
      <p:sp>
        <p:nvSpPr>
          <p:cNvPr id="16" name="矩形 15"/>
          <p:cNvSpPr/>
          <p:nvPr/>
        </p:nvSpPr>
        <p:spPr>
          <a:xfrm>
            <a:off x="6127721" y="890036"/>
            <a:ext cx="4649867" cy="4275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全球猪产量及增速</a:t>
            </a:r>
          </a:p>
        </p:txBody>
      </p:sp>
      <p:sp>
        <p:nvSpPr>
          <p:cNvPr id="22" name="TextBox 33"/>
          <p:cNvSpPr/>
          <p:nvPr/>
        </p:nvSpPr>
        <p:spPr bwMode="auto">
          <a:xfrm>
            <a:off x="0" y="6637186"/>
            <a:ext cx="7745550"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，粮农组织，</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Bloomberg</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OECD/FAO(2020),“OECD-</a:t>
            </a:r>
            <a:r>
              <a:rPr lang="en-US" altLang="zh-CN" sz="800" dirty="0" err="1">
                <a:solidFill>
                  <a:schemeClr val="bg1">
                    <a:lumMod val="50000"/>
                  </a:schemeClr>
                </a:solidFill>
                <a:latin typeface="微软雅黑" panose="020B0503020204020204" pitchFamily="34" charset="-122"/>
                <a:ea typeface="微软雅黑" panose="020B0503020204020204" pitchFamily="34" charset="-122"/>
                <a:sym typeface="+mn-ea"/>
              </a:rPr>
              <a:t>FAOAgriculturalOutlook</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en-US" altLang="zh-CN" sz="800" dirty="0" err="1">
                <a:solidFill>
                  <a:schemeClr val="bg1">
                    <a:lumMod val="50000"/>
                  </a:schemeClr>
                </a:solidFill>
                <a:latin typeface="微软雅黑" panose="020B0503020204020204" pitchFamily="34" charset="-122"/>
                <a:ea typeface="微软雅黑" panose="020B0503020204020204" pitchFamily="34" charset="-122"/>
                <a:sym typeface="+mn-ea"/>
              </a:rPr>
              <a:t>OECDAgriculturestatistics</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，前瞻研究院，长江证券研究所</a:t>
            </a:r>
            <a:endPar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endParaRPr>
          </a:p>
        </p:txBody>
      </p:sp>
      <p:sp>
        <p:nvSpPr>
          <p:cNvPr id="8" name="矩形 7"/>
          <p:cNvSpPr/>
          <p:nvPr/>
        </p:nvSpPr>
        <p:spPr>
          <a:xfrm>
            <a:off x="771624" y="3789363"/>
            <a:ext cx="4532289"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rgbClr val="E30613"/>
                </a:solidFill>
                <a:latin typeface="微软雅黑" panose="020B0503020204020204" pitchFamily="34" charset="-122"/>
                <a:ea typeface="微软雅黑" panose="020B0503020204020204" pitchFamily="34" charset="-122"/>
              </a:rPr>
              <a:t>高速经济发展将会提高肉类消费量</a:t>
            </a:r>
          </a:p>
        </p:txBody>
      </p:sp>
      <p:sp>
        <p:nvSpPr>
          <p:cNvPr id="10"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磷元素是动物不可或缺的元素</a:t>
            </a:r>
          </a:p>
        </p:txBody>
      </p:sp>
      <p:sp>
        <p:nvSpPr>
          <p:cNvPr id="12" name="矩形 11"/>
          <p:cNvSpPr/>
          <p:nvPr/>
        </p:nvSpPr>
        <p:spPr>
          <a:xfrm>
            <a:off x="6097589" y="3784600"/>
            <a:ext cx="4532289"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600" b="1" dirty="0">
                <a:solidFill>
                  <a:srgbClr val="E30613"/>
                </a:solidFill>
                <a:latin typeface="微软雅黑" panose="020B0503020204020204" pitchFamily="34" charset="-122"/>
                <a:ea typeface="微软雅黑" panose="020B0503020204020204" pitchFamily="34" charset="-122"/>
              </a:rPr>
              <a:t>全球主要畜牧业产量增速及预测</a:t>
            </a:r>
          </a:p>
        </p:txBody>
      </p:sp>
      <p:pic>
        <p:nvPicPr>
          <p:cNvPr id="2" name="图片 1"/>
          <p:cNvPicPr>
            <a:picLocks noChangeAspect="1"/>
          </p:cNvPicPr>
          <p:nvPr/>
        </p:nvPicPr>
        <p:blipFill>
          <a:blip r:embed="rId3"/>
          <a:stretch>
            <a:fillRect/>
          </a:stretch>
        </p:blipFill>
        <p:spPr>
          <a:xfrm>
            <a:off x="762288" y="4206062"/>
            <a:ext cx="4680000" cy="2232323"/>
          </a:xfrm>
          <a:prstGeom prst="rect">
            <a:avLst/>
          </a:prstGeom>
        </p:spPr>
      </p:pic>
      <p:graphicFrame>
        <p:nvGraphicFramePr>
          <p:cNvPr id="17" name="图表 16"/>
          <p:cNvGraphicFramePr>
            <a:graphicFrameLocks/>
          </p:cNvGraphicFramePr>
          <p:nvPr>
            <p:extLst>
              <p:ext uri="{D42A27DB-BD31-4B8C-83A1-F6EECF244321}">
                <p14:modId xmlns:p14="http://schemas.microsoft.com/office/powerpoint/2010/main" val="1383191778"/>
              </p:ext>
            </p:extLst>
          </p:nvPr>
        </p:nvGraphicFramePr>
        <p:xfrm>
          <a:off x="6023733" y="4199243"/>
          <a:ext cx="4680000" cy="21600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 name="图表 2">
            <a:extLst>
              <a:ext uri="{FF2B5EF4-FFF2-40B4-BE49-F238E27FC236}">
                <a16:creationId xmlns:a16="http://schemas.microsoft.com/office/drawing/2014/main" xmlns="" id="{8034654F-6F01-5A90-AC4C-0FBEBDD49BA8}"/>
              </a:ext>
            </a:extLst>
          </p:cNvPr>
          <p:cNvGraphicFramePr>
            <a:graphicFrameLocks/>
          </p:cNvGraphicFramePr>
          <p:nvPr>
            <p:extLst>
              <p:ext uri="{D42A27DB-BD31-4B8C-83A1-F6EECF244321}">
                <p14:modId xmlns:p14="http://schemas.microsoft.com/office/powerpoint/2010/main" val="3405984809"/>
              </p:ext>
            </p:extLst>
          </p:nvPr>
        </p:nvGraphicFramePr>
        <p:xfrm>
          <a:off x="6176532" y="1218719"/>
          <a:ext cx="5333713" cy="2603708"/>
        </p:xfrm>
        <a:graphic>
          <a:graphicData uri="http://schemas.openxmlformats.org/drawingml/2006/chart">
            <c:chart xmlns:c="http://schemas.openxmlformats.org/drawingml/2006/chart" xmlns:r="http://schemas.openxmlformats.org/officeDocument/2006/relationships" r:id="rId5"/>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Text Box 2"/>
          <p:cNvSpPr txBox="1">
            <a:spLocks noChangeArrowheads="1"/>
          </p:cNvSpPr>
          <p:nvPr/>
        </p:nvSpPr>
        <p:spPr bwMode="auto">
          <a:xfrm>
            <a:off x="766764" y="1424175"/>
            <a:ext cx="53292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en-US" altLang="zh-CN" sz="1200" dirty="0">
                <a:latin typeface="微软雅黑" panose="020B0503020204020204" pitchFamily="34" charset="-122"/>
                <a:ea typeface="微软雅黑" panose="020B0503020204020204" pitchFamily="34" charset="-122"/>
              </a:rPr>
              <a:t>2020</a:t>
            </a:r>
            <a:r>
              <a:rPr lang="zh-CN" altLang="en-US" sz="1200" dirty="0">
                <a:latin typeface="微软雅黑" panose="020B0503020204020204" pitchFamily="34" charset="-122"/>
                <a:ea typeface="微软雅黑" panose="020B0503020204020204" pitchFamily="34" charset="-122"/>
              </a:rPr>
              <a:t>年，新能源汽车年度产量全球国内创历史新高，动力电池装机量不断上升，电解液成分六氟磷酸锂和电池正极材料磷酸铁锂也将受益</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en-US" altLang="zh-CN" sz="1200" dirty="0">
                <a:latin typeface="微软雅黑" panose="020B0503020204020204" pitchFamily="34" charset="-122"/>
                <a:ea typeface="微软雅黑" panose="020B0503020204020204" pitchFamily="34" charset="-122"/>
              </a:rPr>
              <a:t>2022</a:t>
            </a:r>
            <a:r>
              <a:rPr lang="zh-CN" altLang="en-US" sz="1200" dirty="0">
                <a:latin typeface="微软雅黑" panose="020B0503020204020204" pitchFamily="34" charset="-122"/>
                <a:ea typeface="微软雅黑" panose="020B0503020204020204" pitchFamily="34" charset="-122"/>
              </a:rPr>
              <a:t>、</a:t>
            </a:r>
            <a:r>
              <a:rPr lang="en-US" altLang="zh-CN" sz="1200" dirty="0">
                <a:latin typeface="微软雅黑" panose="020B0503020204020204" pitchFamily="34" charset="-122"/>
                <a:ea typeface="微软雅黑" panose="020B0503020204020204" pitchFamily="34" charset="-122"/>
              </a:rPr>
              <a:t>2023</a:t>
            </a:r>
            <a:r>
              <a:rPr lang="zh-CN" altLang="en-US" sz="1200" dirty="0">
                <a:latin typeface="微软雅黑" panose="020B0503020204020204" pitchFamily="34" charset="-122"/>
                <a:ea typeface="微软雅黑" panose="020B0503020204020204" pitchFamily="34" charset="-122"/>
              </a:rPr>
              <a:t>年我国动力电池装机预计将同比增长</a:t>
            </a:r>
            <a:r>
              <a:rPr lang="en-US" altLang="zh-CN" sz="1200" b="1" dirty="0">
                <a:latin typeface="微软雅黑" panose="020B0503020204020204" pitchFamily="34" charset="-122"/>
                <a:ea typeface="微软雅黑" panose="020B0503020204020204" pitchFamily="34" charset="-122"/>
              </a:rPr>
              <a:t>92%</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31%</a:t>
            </a:r>
            <a:r>
              <a:rPr lang="zh-CN" altLang="en-US" sz="1200" b="1" dirty="0">
                <a:latin typeface="微软雅黑" panose="020B0503020204020204" pitchFamily="34" charset="-122"/>
                <a:ea typeface="微软雅黑" panose="020B0503020204020204" pitchFamily="34" charset="-122"/>
              </a:rPr>
              <a:t>，</a:t>
            </a:r>
            <a:r>
              <a:rPr lang="zh-CN" altLang="en-US" sz="1200" dirty="0">
                <a:latin typeface="微软雅黑" panose="020B0503020204020204" pitchFamily="34" charset="-122"/>
                <a:ea typeface="微软雅黑" panose="020B0503020204020204" pitchFamily="34" charset="-122"/>
              </a:rPr>
              <a:t>全球动力电池预计将同比增长</a:t>
            </a:r>
            <a:r>
              <a:rPr lang="en-US" altLang="zh-CN" sz="1200" b="1" dirty="0">
                <a:latin typeface="微软雅黑" panose="020B0503020204020204" pitchFamily="34" charset="-122"/>
                <a:ea typeface="微软雅黑" panose="020B0503020204020204" pitchFamily="34" charset="-122"/>
              </a:rPr>
              <a:t>80%</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34%</a:t>
            </a:r>
          </a:p>
        </p:txBody>
      </p:sp>
      <p:sp>
        <p:nvSpPr>
          <p:cNvPr id="13" name="文本框 12"/>
          <p:cNvSpPr txBox="1"/>
          <p:nvPr/>
        </p:nvSpPr>
        <p:spPr>
          <a:xfrm>
            <a:off x="1590971" y="404719"/>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新能源：新能源汽车强力拉动动力电池需求</a:t>
            </a:r>
          </a:p>
        </p:txBody>
      </p:sp>
      <p:sp>
        <p:nvSpPr>
          <p:cNvPr id="17" name="矩形 16"/>
          <p:cNvSpPr/>
          <p:nvPr/>
        </p:nvSpPr>
        <p:spPr>
          <a:xfrm>
            <a:off x="6237548" y="3734721"/>
            <a:ext cx="3166764" cy="4252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全球动力电池装机量快速放量</a:t>
            </a:r>
          </a:p>
        </p:txBody>
      </p:sp>
      <p:sp>
        <p:nvSpPr>
          <p:cNvPr id="23" name="TextBox 33"/>
          <p:cNvSpPr/>
          <p:nvPr/>
        </p:nvSpPr>
        <p:spPr bwMode="auto">
          <a:xfrm>
            <a:off x="-83408" y="6668371"/>
            <a:ext cx="2965395"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资料来源：观研天下，卓创资讯，百川盈孚，长江证券研究所</a:t>
            </a:r>
          </a:p>
        </p:txBody>
      </p:sp>
      <p:sp>
        <p:nvSpPr>
          <p:cNvPr id="12" name="Rectangle 4"/>
          <p:cNvSpPr>
            <a:spLocks noChangeArrowheads="1"/>
          </p:cNvSpPr>
          <p:nvPr/>
        </p:nvSpPr>
        <p:spPr bwMode="auto">
          <a:xfrm>
            <a:off x="763588" y="1054637"/>
            <a:ext cx="2520000" cy="306705"/>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动力电池成为磷的新蓝海</a:t>
            </a:r>
          </a:p>
        </p:txBody>
      </p:sp>
      <p:sp>
        <p:nvSpPr>
          <p:cNvPr id="14" name="矩形 13"/>
          <p:cNvSpPr/>
          <p:nvPr/>
        </p:nvSpPr>
        <p:spPr>
          <a:xfrm>
            <a:off x="6237548" y="1059044"/>
            <a:ext cx="4464496" cy="3254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动力电池负极材料与电解液需磷</a:t>
            </a:r>
            <a:endParaRPr lang="zh-CN" altLang="en-US" sz="1600" b="1" dirty="0">
              <a:solidFill>
                <a:srgbClr val="E30613"/>
              </a:solidFill>
              <a:latin typeface="微软雅黑" panose="020B0503020204020204" pitchFamily="34" charset="-122"/>
              <a:ea typeface="微软雅黑" panose="020B0503020204020204" pitchFamily="34" charset="-122"/>
              <a:sym typeface="+mn-ea"/>
            </a:endParaRPr>
          </a:p>
        </p:txBody>
      </p:sp>
      <p:pic>
        <p:nvPicPr>
          <p:cNvPr id="19" name="图片 18" descr="http://photocdn.sohu.com/20150809/mp26439134_1439066298671_2_th.jpe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9862" y="1361342"/>
            <a:ext cx="2520280" cy="2306866"/>
          </a:xfrm>
          <a:prstGeom prst="rect">
            <a:avLst/>
          </a:prstGeom>
          <a:noFill/>
          <a:extLst>
            <a:ext uri="{909E8E84-426E-40DD-AFC4-6F175D3DCCD1}">
              <a14:hiddenFill xmlns:a14="http://schemas.microsoft.com/office/drawing/2010/main">
                <a:solidFill>
                  <a:srgbClr val="FFFFFF"/>
                </a:solidFill>
              </a14:hiddenFill>
            </a:ext>
          </a:extLst>
        </p:spPr>
      </p:pic>
      <p:sp>
        <p:nvSpPr>
          <p:cNvPr id="22" name="矩形 21"/>
          <p:cNvSpPr/>
          <p:nvPr/>
        </p:nvSpPr>
        <p:spPr>
          <a:xfrm>
            <a:off x="828902" y="3787790"/>
            <a:ext cx="4464496" cy="3254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新能源汽车将成为未来主流</a:t>
            </a:r>
          </a:p>
        </p:txBody>
      </p:sp>
      <p:graphicFrame>
        <p:nvGraphicFramePr>
          <p:cNvPr id="2" name="图表 1">
            <a:extLst>
              <a:ext uri="{FF2B5EF4-FFF2-40B4-BE49-F238E27FC236}">
                <a16:creationId xmlns:a16="http://schemas.microsoft.com/office/drawing/2014/main" xmlns="" id="{FF273BA1-32D7-415A-9F14-AF358729C070}"/>
              </a:ext>
            </a:extLst>
          </p:cNvPr>
          <p:cNvGraphicFramePr>
            <a:graphicFrameLocks/>
          </p:cNvGraphicFramePr>
          <p:nvPr>
            <p:extLst>
              <p:ext uri="{D42A27DB-BD31-4B8C-83A1-F6EECF244321}">
                <p14:modId xmlns:p14="http://schemas.microsoft.com/office/powerpoint/2010/main" val="2305284442"/>
              </p:ext>
            </p:extLst>
          </p:nvPr>
        </p:nvGraphicFramePr>
        <p:xfrm>
          <a:off x="578498" y="4113287"/>
          <a:ext cx="4427375" cy="233999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 name="图表 2">
            <a:extLst>
              <a:ext uri="{FF2B5EF4-FFF2-40B4-BE49-F238E27FC236}">
                <a16:creationId xmlns:a16="http://schemas.microsoft.com/office/drawing/2014/main" xmlns="" id="{1D081573-E16E-FAD4-260E-9BFFAF19ED03}"/>
              </a:ext>
            </a:extLst>
          </p:cNvPr>
          <p:cNvGraphicFramePr>
            <a:graphicFrameLocks/>
          </p:cNvGraphicFramePr>
          <p:nvPr>
            <p:extLst>
              <p:ext uri="{D42A27DB-BD31-4B8C-83A1-F6EECF244321}">
                <p14:modId xmlns:p14="http://schemas.microsoft.com/office/powerpoint/2010/main" val="3107515458"/>
              </p:ext>
            </p:extLst>
          </p:nvPr>
        </p:nvGraphicFramePr>
        <p:xfrm>
          <a:off x="5849432" y="4063482"/>
          <a:ext cx="4596188" cy="2376881"/>
        </p:xfrm>
        <a:graphic>
          <a:graphicData uri="http://schemas.openxmlformats.org/drawingml/2006/chart">
            <c:chart xmlns:c="http://schemas.openxmlformats.org/drawingml/2006/chart" xmlns:r="http://schemas.openxmlformats.org/officeDocument/2006/relationships" r:id="rId5"/>
          </a:graphicData>
        </a:graphic>
      </p:graphicFrame>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3" name="文本框 12"/>
          <p:cNvSpPr txBox="1"/>
          <p:nvPr/>
        </p:nvSpPr>
        <p:spPr>
          <a:xfrm>
            <a:off x="1415480" y="389265"/>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新能源：可再生能源拉动需求，锂电储能前景广阔</a:t>
            </a:r>
          </a:p>
        </p:txBody>
      </p:sp>
      <p:sp>
        <p:nvSpPr>
          <p:cNvPr id="20" name="矩形 19"/>
          <p:cNvSpPr/>
          <p:nvPr/>
        </p:nvSpPr>
        <p:spPr>
          <a:xfrm>
            <a:off x="777541" y="4126908"/>
            <a:ext cx="4464496" cy="3254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储能装机全球分布</a:t>
            </a:r>
          </a:p>
        </p:txBody>
      </p:sp>
      <p:sp>
        <p:nvSpPr>
          <p:cNvPr id="23" name="TextBox 33"/>
          <p:cNvSpPr/>
          <p:nvPr/>
        </p:nvSpPr>
        <p:spPr bwMode="auto">
          <a:xfrm>
            <a:off x="0" y="6636477"/>
            <a:ext cx="3613008"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CNESA</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，彭博新能源，前瞻研究院，北极星网，长江证券研究所</a:t>
            </a:r>
          </a:p>
        </p:txBody>
      </p:sp>
      <p:sp>
        <p:nvSpPr>
          <p:cNvPr id="12"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储能电池成为磷的新助力</a:t>
            </a:r>
          </a:p>
        </p:txBody>
      </p:sp>
      <p:graphicFrame>
        <p:nvGraphicFramePr>
          <p:cNvPr id="15" name="图表 14"/>
          <p:cNvGraphicFramePr/>
          <p:nvPr/>
        </p:nvGraphicFramePr>
        <p:xfrm>
          <a:off x="6084003" y="4476477"/>
          <a:ext cx="4680000" cy="2160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图表 24"/>
          <p:cNvGraphicFramePr/>
          <p:nvPr>
            <p:extLst>
              <p:ext uri="{D42A27DB-BD31-4B8C-83A1-F6EECF244321}">
                <p14:modId xmlns:p14="http://schemas.microsoft.com/office/powerpoint/2010/main" val="761977318"/>
              </p:ext>
            </p:extLst>
          </p:nvPr>
        </p:nvGraphicFramePr>
        <p:xfrm>
          <a:off x="597281" y="2114016"/>
          <a:ext cx="4680000" cy="2160000"/>
        </p:xfrm>
        <a:graphic>
          <a:graphicData uri="http://schemas.openxmlformats.org/drawingml/2006/chart">
            <c:chart xmlns:c="http://schemas.openxmlformats.org/drawingml/2006/chart" xmlns:r="http://schemas.openxmlformats.org/officeDocument/2006/relationships" r:id="rId4"/>
          </a:graphicData>
        </a:graphic>
      </p:graphicFrame>
      <p:pic>
        <p:nvPicPr>
          <p:cNvPr id="2" name="图片 1"/>
          <p:cNvPicPr>
            <a:picLocks noChangeAspect="1"/>
          </p:cNvPicPr>
          <p:nvPr/>
        </p:nvPicPr>
        <p:blipFill rotWithShape="1">
          <a:blip r:embed="rId5"/>
          <a:srcRect l="1807" t="3808" r="1760" b="2870"/>
          <a:stretch>
            <a:fillRect/>
          </a:stretch>
        </p:blipFill>
        <p:spPr>
          <a:xfrm>
            <a:off x="6306382" y="2314869"/>
            <a:ext cx="4246884" cy="1758294"/>
          </a:xfrm>
          <a:prstGeom prst="rect">
            <a:avLst/>
          </a:prstGeom>
        </p:spPr>
      </p:pic>
      <p:pic>
        <p:nvPicPr>
          <p:cNvPr id="4" name="图片 3"/>
          <p:cNvPicPr>
            <a:picLocks noChangeAspect="1"/>
          </p:cNvPicPr>
          <p:nvPr/>
        </p:nvPicPr>
        <p:blipFill rotWithShape="1">
          <a:blip r:embed="rId6"/>
          <a:srcRect r="8713" b="2908"/>
          <a:stretch>
            <a:fillRect/>
          </a:stretch>
        </p:blipFill>
        <p:spPr>
          <a:xfrm>
            <a:off x="868109" y="4475254"/>
            <a:ext cx="4283363" cy="1973383"/>
          </a:xfrm>
          <a:prstGeom prst="rect">
            <a:avLst/>
          </a:prstGeom>
        </p:spPr>
      </p:pic>
      <p:sp>
        <p:nvSpPr>
          <p:cNvPr id="26" name="Text Box 2"/>
          <p:cNvSpPr txBox="1">
            <a:spLocks noChangeArrowheads="1"/>
          </p:cNvSpPr>
          <p:nvPr/>
        </p:nvSpPr>
        <p:spPr bwMode="auto">
          <a:xfrm>
            <a:off x="766764" y="1424174"/>
            <a:ext cx="10729912"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储能电池用于电网储能，辅助调峰调频和分布式储能电站等，新增储能</a:t>
            </a:r>
            <a:r>
              <a:rPr lang="en-US" altLang="zh-CN" sz="1200" b="1" dirty="0">
                <a:latin typeface="微软雅黑" panose="020B0503020204020204" pitchFamily="34" charset="-122"/>
                <a:ea typeface="微软雅黑" panose="020B0503020204020204" pitchFamily="34" charset="-122"/>
              </a:rPr>
              <a:t>70.8%</a:t>
            </a:r>
            <a:r>
              <a:rPr lang="zh-CN" altLang="en-US" sz="1200" b="1" dirty="0">
                <a:latin typeface="微软雅黑" panose="020B0503020204020204" pitchFamily="34" charset="-122"/>
                <a:ea typeface="微软雅黑" panose="020B0503020204020204" pitchFamily="34" charset="-122"/>
              </a:rPr>
              <a:t>在发电电网侧</a:t>
            </a:r>
            <a:r>
              <a:rPr lang="zh-CN" altLang="en-US" sz="1200" dirty="0">
                <a:latin typeface="微软雅黑" panose="020B0503020204020204" pitchFamily="34" charset="-122"/>
                <a:ea typeface="微软雅黑" panose="020B0503020204020204" pitchFamily="34" charset="-122"/>
              </a:rPr>
              <a:t>，保证电网可控稳定，尤其</a:t>
            </a:r>
            <a:r>
              <a:rPr lang="zh-CN" altLang="en-US" sz="1200" b="1" dirty="0">
                <a:latin typeface="微软雅黑" panose="020B0503020204020204" pitchFamily="34" charset="-122"/>
                <a:ea typeface="微软雅黑" panose="020B0503020204020204" pitchFamily="34" charset="-122"/>
              </a:rPr>
              <a:t>风电、光电</a:t>
            </a:r>
            <a:r>
              <a:rPr lang="zh-CN" altLang="en-US" sz="1200" dirty="0">
                <a:latin typeface="微软雅黑" panose="020B0503020204020204" pitchFamily="34" charset="-122"/>
                <a:ea typeface="微软雅黑" panose="020B0503020204020204" pitchFamily="34" charset="-122"/>
              </a:rPr>
              <a:t>等不可控领域</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随着目前新一轮能源危机下，未来可再生能源发电将成为主流，</a:t>
            </a:r>
            <a:r>
              <a:rPr lang="zh-CN" altLang="en-US" sz="1200" b="1" dirty="0">
                <a:latin typeface="微软雅黑" panose="020B0503020204020204" pitchFamily="34" charset="-122"/>
                <a:ea typeface="微软雅黑" panose="020B0503020204020204" pitchFamily="34" charset="-122"/>
              </a:rPr>
              <a:t>占比超过</a:t>
            </a:r>
            <a:r>
              <a:rPr lang="en-US" altLang="zh-CN" sz="1200" b="1" dirty="0">
                <a:latin typeface="微软雅黑" panose="020B0503020204020204" pitchFamily="34" charset="-122"/>
                <a:ea typeface="微软雅黑" panose="020B0503020204020204" pitchFamily="34" charset="-122"/>
              </a:rPr>
              <a:t>62%</a:t>
            </a:r>
            <a:r>
              <a:rPr lang="zh-CN" altLang="en-US" sz="1200" dirty="0">
                <a:latin typeface="微软雅黑" panose="020B0503020204020204" pitchFamily="34" charset="-122"/>
                <a:ea typeface="微软雅黑" panose="020B0503020204020204" pitchFamily="34" charset="-122"/>
              </a:rPr>
              <a:t>，储能电池市场将会前景广阔，带动</a:t>
            </a:r>
            <a:r>
              <a:rPr lang="zh-CN" altLang="en-US" sz="1200" b="1" dirty="0">
                <a:latin typeface="微软雅黑" panose="020B0503020204020204" pitchFamily="34" charset="-122"/>
                <a:ea typeface="微软雅黑" panose="020B0503020204020204" pitchFamily="34" charset="-122"/>
              </a:rPr>
              <a:t>电芯磷酸铁锂</a:t>
            </a:r>
            <a:r>
              <a:rPr lang="zh-CN" altLang="en-US" sz="1200" dirty="0">
                <a:latin typeface="微软雅黑" panose="020B0503020204020204" pitchFamily="34" charset="-122"/>
                <a:ea typeface="微软雅黑" panose="020B0503020204020204" pitchFamily="34" charset="-122"/>
              </a:rPr>
              <a:t>增长</a:t>
            </a:r>
            <a:endParaRPr lang="en-US" altLang="zh-CN" sz="1200" dirty="0">
              <a:latin typeface="微软雅黑" panose="020B0503020204020204" pitchFamily="34" charset="-122"/>
              <a:ea typeface="微软雅黑" panose="020B0503020204020204" pitchFamily="34" charset="-122"/>
            </a:endParaRPr>
          </a:p>
        </p:txBody>
      </p:sp>
      <p:sp>
        <p:nvSpPr>
          <p:cNvPr id="6" name="椭圆 5"/>
          <p:cNvSpPr/>
          <p:nvPr/>
        </p:nvSpPr>
        <p:spPr>
          <a:xfrm>
            <a:off x="4007769" y="4875821"/>
            <a:ext cx="598171" cy="554360"/>
          </a:xfrm>
          <a:prstGeom prst="ellipse">
            <a:avLst/>
          </a:prstGeom>
          <a:no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矩形 28"/>
          <p:cNvSpPr/>
          <p:nvPr/>
        </p:nvSpPr>
        <p:spPr>
          <a:xfrm>
            <a:off x="6135191" y="4151940"/>
            <a:ext cx="4464496" cy="3254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国内储能装机容量初现高速增长苗头</a:t>
            </a:r>
          </a:p>
        </p:txBody>
      </p:sp>
      <p:sp>
        <p:nvSpPr>
          <p:cNvPr id="30" name="矩形 29"/>
          <p:cNvSpPr/>
          <p:nvPr/>
        </p:nvSpPr>
        <p:spPr>
          <a:xfrm>
            <a:off x="11093163" y="3921715"/>
            <a:ext cx="900809" cy="954107"/>
          </a:xfrm>
          <a:prstGeom prst="rect">
            <a:avLst/>
          </a:prstGeom>
        </p:spPr>
        <p:txBody>
          <a:bodyPr wrap="square">
            <a:spAutoFit/>
          </a:bodyPr>
          <a:lstStyle/>
          <a:p>
            <a:pPr algn="ctr"/>
            <a:r>
              <a:rPr lang="en-US" altLang="zh-CN" sz="1400" b="1" dirty="0">
                <a:latin typeface="微软雅黑" panose="020B0503020204020204" pitchFamily="34" charset="-122"/>
                <a:ea typeface="微软雅黑" panose="020B0503020204020204" pitchFamily="34" charset="-122"/>
              </a:rPr>
              <a:t>2025</a:t>
            </a:r>
            <a:r>
              <a:rPr lang="zh-CN" altLang="en-US" sz="1400" b="1" dirty="0">
                <a:latin typeface="微软雅黑" panose="020B0503020204020204" pitchFamily="34" charset="-122"/>
                <a:ea typeface="微软雅黑" panose="020B0503020204020204" pitchFamily="34" charset="-122"/>
              </a:rPr>
              <a:t>年</a:t>
            </a:r>
            <a:r>
              <a:rPr lang="zh-CN" altLang="en-US" sz="1400" dirty="0">
                <a:latin typeface="微软雅黑" panose="020B0503020204020204" pitchFamily="34" charset="-122"/>
                <a:ea typeface="微软雅黑" panose="020B0503020204020204" pitchFamily="34" charset="-122"/>
              </a:rPr>
              <a:t>总装机量</a:t>
            </a:r>
            <a:r>
              <a:rPr lang="en-US" altLang="zh-CN" sz="1400" b="1" dirty="0">
                <a:latin typeface="微软雅黑" panose="020B0503020204020204" pitchFamily="34" charset="-122"/>
                <a:ea typeface="微软雅黑" panose="020B0503020204020204" pitchFamily="34" charset="-122"/>
              </a:rPr>
              <a:t>158.9GWh</a:t>
            </a:r>
            <a:endParaRPr lang="zh-CN" altLang="en-US" sz="1400" b="1" dirty="0">
              <a:latin typeface="微软雅黑" panose="020B0503020204020204" pitchFamily="34" charset="-122"/>
              <a:ea typeface="微软雅黑" panose="020B0503020204020204" pitchFamily="34" charset="-122"/>
            </a:endParaRPr>
          </a:p>
        </p:txBody>
      </p:sp>
      <p:sp>
        <p:nvSpPr>
          <p:cNvPr id="9" name="右大括号 8"/>
          <p:cNvSpPr/>
          <p:nvPr/>
        </p:nvSpPr>
        <p:spPr>
          <a:xfrm>
            <a:off x="10534941" y="3204779"/>
            <a:ext cx="475310" cy="2495251"/>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3" name="矩形 32"/>
          <p:cNvSpPr/>
          <p:nvPr/>
        </p:nvSpPr>
        <p:spPr>
          <a:xfrm>
            <a:off x="765682" y="2043825"/>
            <a:ext cx="4464496" cy="3254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以电网发电侧为主</a:t>
            </a:r>
          </a:p>
        </p:txBody>
      </p:sp>
      <p:sp>
        <p:nvSpPr>
          <p:cNvPr id="34" name="矩形 33"/>
          <p:cNvSpPr/>
          <p:nvPr/>
        </p:nvSpPr>
        <p:spPr>
          <a:xfrm>
            <a:off x="6070445" y="2043825"/>
            <a:ext cx="4464496" cy="3254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未来新能源发电可期</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Text Box 2"/>
          <p:cNvSpPr txBox="1">
            <a:spLocks noChangeArrowheads="1"/>
          </p:cNvSpPr>
          <p:nvPr/>
        </p:nvSpPr>
        <p:spPr bwMode="auto">
          <a:xfrm>
            <a:off x="766764" y="1424175"/>
            <a:ext cx="5329238" cy="1753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由于铁锂系统能量密度提升、成本低、安全性好，成为车企重要的技术路线选择，叠加未来几年储能等领域的增长，预计</a:t>
            </a:r>
            <a:r>
              <a:rPr lang="en-US" altLang="zh-CN" sz="1200" dirty="0">
                <a:latin typeface="微软雅黑" panose="020B0503020204020204" pitchFamily="34" charset="-122"/>
                <a:ea typeface="微软雅黑" panose="020B0503020204020204" pitchFamily="34" charset="-122"/>
              </a:rPr>
              <a:t>2020-2025</a:t>
            </a:r>
            <a:r>
              <a:rPr lang="zh-CN" altLang="en-US" sz="1200" dirty="0">
                <a:latin typeface="微软雅黑" panose="020B0503020204020204" pitchFamily="34" charset="-122"/>
                <a:ea typeface="微软雅黑" panose="020B0503020204020204" pitchFamily="34" charset="-122"/>
              </a:rPr>
              <a:t>年铁锂的复合增速会达到</a:t>
            </a:r>
            <a:r>
              <a:rPr lang="en-US" altLang="zh-CN" sz="1200" dirty="0">
                <a:latin typeface="微软雅黑" panose="020B0503020204020204" pitchFamily="34" charset="-122"/>
                <a:ea typeface="微软雅黑" panose="020B0503020204020204" pitchFamily="34" charset="-122"/>
              </a:rPr>
              <a:t>78%</a:t>
            </a:r>
            <a:r>
              <a:rPr lang="zh-CN" altLang="en-US" sz="1200" dirty="0">
                <a:latin typeface="微软雅黑" panose="020B0503020204020204" pitchFamily="34" charset="-122"/>
                <a:ea typeface="微软雅黑" panose="020B0503020204020204" pitchFamily="34" charset="-122"/>
              </a:rPr>
              <a:t>，高于三元的</a:t>
            </a:r>
            <a:r>
              <a:rPr lang="en-US" altLang="zh-CN" sz="1200" dirty="0">
                <a:latin typeface="微软雅黑" panose="020B0503020204020204" pitchFamily="34" charset="-122"/>
                <a:ea typeface="微软雅黑" panose="020B0503020204020204" pitchFamily="34" charset="-122"/>
              </a:rPr>
              <a:t>36%</a:t>
            </a:r>
            <a:r>
              <a:rPr lang="zh-CN" altLang="en-US" sz="1200" dirty="0">
                <a:latin typeface="微软雅黑" panose="020B0503020204020204" pitchFamily="34" charset="-122"/>
                <a:ea typeface="微软雅黑" panose="020B0503020204020204" pitchFamily="34" charset="-122"/>
              </a:rPr>
              <a:t>。预计</a:t>
            </a:r>
            <a:r>
              <a:rPr lang="en-US" altLang="zh-CN" sz="1200" dirty="0">
                <a:latin typeface="微软雅黑" panose="020B0503020204020204" pitchFamily="34" charset="-122"/>
                <a:ea typeface="微软雅黑" panose="020B0503020204020204" pitchFamily="34" charset="-122"/>
              </a:rPr>
              <a:t>2025</a:t>
            </a:r>
            <a:r>
              <a:rPr lang="zh-CN" altLang="en-US" sz="1200" dirty="0">
                <a:latin typeface="微软雅黑" panose="020B0503020204020204" pitchFamily="34" charset="-122"/>
                <a:ea typeface="微软雅黑" panose="020B0503020204020204" pitchFamily="34" charset="-122"/>
              </a:rPr>
              <a:t>年磷酸铁锂需求达到</a:t>
            </a:r>
            <a:r>
              <a:rPr lang="en-US" altLang="zh-CN" sz="1200" dirty="0">
                <a:latin typeface="微软雅黑" panose="020B0503020204020204" pitchFamily="34" charset="-122"/>
                <a:ea typeface="微软雅黑" panose="020B0503020204020204" pitchFamily="34" charset="-122"/>
              </a:rPr>
              <a:t>197</a:t>
            </a:r>
            <a:r>
              <a:rPr lang="zh-CN" altLang="en-US" sz="1200" dirty="0">
                <a:latin typeface="微软雅黑" panose="020B0503020204020204" pitchFamily="34" charset="-122"/>
                <a:ea typeface="微软雅黑" panose="020B0503020204020204" pitchFamily="34" charset="-122"/>
              </a:rPr>
              <a:t>万吨，对磷矿石需求量为</a:t>
            </a:r>
            <a:r>
              <a:rPr lang="en-US" altLang="zh-CN" sz="1200" b="1" dirty="0">
                <a:latin typeface="微软雅黑" panose="020B0503020204020204" pitchFamily="34" charset="-122"/>
                <a:ea typeface="微软雅黑" panose="020B0503020204020204" pitchFamily="34" charset="-122"/>
              </a:rPr>
              <a:t>546</a:t>
            </a:r>
            <a:r>
              <a:rPr lang="zh-CN" altLang="en-US" sz="1200" b="1" dirty="0">
                <a:latin typeface="微软雅黑" panose="020B0503020204020204" pitchFamily="34" charset="-122"/>
                <a:ea typeface="微软雅黑" panose="020B0503020204020204" pitchFamily="34" charset="-122"/>
              </a:rPr>
              <a:t>万吨</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六氟磷酸锂在锂电快速增长的拉动下，呈现快速发展的态势，预计</a:t>
            </a:r>
            <a:r>
              <a:rPr lang="en-US" altLang="zh-CN" sz="1200" dirty="0">
                <a:latin typeface="微软雅黑" panose="020B0503020204020204" pitchFamily="34" charset="-122"/>
                <a:ea typeface="微软雅黑" panose="020B0503020204020204" pitchFamily="34" charset="-122"/>
              </a:rPr>
              <a:t>2025</a:t>
            </a:r>
            <a:r>
              <a:rPr lang="zh-CN" altLang="en-US" sz="1200" dirty="0">
                <a:latin typeface="微软雅黑" panose="020B0503020204020204" pitchFamily="34" charset="-122"/>
                <a:ea typeface="微软雅黑" panose="020B0503020204020204" pitchFamily="34" charset="-122"/>
              </a:rPr>
              <a:t>年六氟磷酸锂需求达到</a:t>
            </a:r>
            <a:r>
              <a:rPr lang="en-US" altLang="zh-CN" sz="1200" dirty="0">
                <a:latin typeface="微软雅黑" panose="020B0503020204020204" pitchFamily="34" charset="-122"/>
                <a:ea typeface="微软雅黑" panose="020B0503020204020204" pitchFamily="34" charset="-122"/>
              </a:rPr>
              <a:t>26.6</a:t>
            </a:r>
            <a:r>
              <a:rPr lang="zh-CN" altLang="en-US" sz="1200" dirty="0">
                <a:latin typeface="微软雅黑" panose="020B0503020204020204" pitchFamily="34" charset="-122"/>
                <a:ea typeface="微软雅黑" panose="020B0503020204020204" pitchFamily="34" charset="-122"/>
              </a:rPr>
              <a:t>万吨，需要磷矿石</a:t>
            </a:r>
            <a:r>
              <a:rPr lang="en-US" altLang="zh-CN" sz="1200" b="1" dirty="0">
                <a:latin typeface="微软雅黑" panose="020B0503020204020204" pitchFamily="34" charset="-122"/>
                <a:ea typeface="微软雅黑" panose="020B0503020204020204" pitchFamily="34" charset="-122"/>
              </a:rPr>
              <a:t>60</a:t>
            </a:r>
            <a:r>
              <a:rPr lang="zh-CN" altLang="en-US" sz="1200" b="1" dirty="0">
                <a:latin typeface="微软雅黑" panose="020B0503020204020204" pitchFamily="34" charset="-122"/>
                <a:ea typeface="微软雅黑" panose="020B0503020204020204" pitchFamily="34" charset="-122"/>
              </a:rPr>
              <a:t>万吨</a:t>
            </a:r>
            <a:endParaRPr lang="en-US" altLang="zh-CN" sz="1200" dirty="0">
              <a:latin typeface="微软雅黑" panose="020B0503020204020204" pitchFamily="34" charset="-122"/>
              <a:ea typeface="微软雅黑" panose="020B0503020204020204" pitchFamily="34" charset="-122"/>
            </a:endParaRPr>
          </a:p>
        </p:txBody>
      </p:sp>
      <p:sp>
        <p:nvSpPr>
          <p:cNvPr id="13" name="文本框 12"/>
          <p:cNvSpPr txBox="1"/>
          <p:nvPr/>
        </p:nvSpPr>
        <p:spPr>
          <a:xfrm>
            <a:off x="1504257" y="378734"/>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新能源：磷酸铁、六氟磷酸锂催化新市场</a:t>
            </a:r>
          </a:p>
        </p:txBody>
      </p:sp>
      <p:sp>
        <p:nvSpPr>
          <p:cNvPr id="17" name="矩形 16"/>
          <p:cNvSpPr/>
          <p:nvPr/>
        </p:nvSpPr>
        <p:spPr>
          <a:xfrm>
            <a:off x="763588" y="3784600"/>
            <a:ext cx="2386398" cy="4252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六氟磷酸锂需求情况</a:t>
            </a:r>
          </a:p>
        </p:txBody>
      </p:sp>
      <p:sp>
        <p:nvSpPr>
          <p:cNvPr id="20" name="矩形 19"/>
          <p:cNvSpPr/>
          <p:nvPr/>
        </p:nvSpPr>
        <p:spPr>
          <a:xfrm>
            <a:off x="6096002" y="3824229"/>
            <a:ext cx="4464496" cy="3254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三元、铁锂电池需求及增速测算（</a:t>
            </a:r>
            <a:r>
              <a:rPr lang="en-US" altLang="zh-CN" sz="1600" b="1" dirty="0" err="1">
                <a:solidFill>
                  <a:srgbClr val="E30613"/>
                </a:solidFill>
                <a:latin typeface="微软雅黑" panose="020B0503020204020204" pitchFamily="34" charset="-122"/>
                <a:ea typeface="微软雅黑" panose="020B0503020204020204" pitchFamily="34" charset="-122"/>
              </a:rPr>
              <a:t>GWh</a:t>
            </a:r>
            <a:r>
              <a:rPr lang="zh-CN" altLang="en-US" sz="1600" b="1" dirty="0">
                <a:solidFill>
                  <a:srgbClr val="E30613"/>
                </a:solidFill>
                <a:latin typeface="微软雅黑" panose="020B0503020204020204" pitchFamily="34" charset="-122"/>
                <a:ea typeface="微软雅黑" panose="020B0503020204020204" pitchFamily="34" charset="-122"/>
              </a:rPr>
              <a:t>）</a:t>
            </a:r>
          </a:p>
        </p:txBody>
      </p:sp>
      <p:sp>
        <p:nvSpPr>
          <p:cNvPr id="23" name="TextBox 33"/>
          <p:cNvSpPr/>
          <p:nvPr/>
        </p:nvSpPr>
        <p:spPr bwMode="auto">
          <a:xfrm>
            <a:off x="0" y="6652407"/>
            <a:ext cx="2894863"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CNESA</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，卓创资讯，百川盈孚，长江证券研究所</a:t>
            </a:r>
          </a:p>
        </p:txBody>
      </p:sp>
      <p:sp>
        <p:nvSpPr>
          <p:cNvPr id="12" name="Rectangle 4"/>
          <p:cNvSpPr>
            <a:spLocks noChangeArrowheads="1"/>
          </p:cNvSpPr>
          <p:nvPr/>
        </p:nvSpPr>
        <p:spPr bwMode="auto">
          <a:xfrm>
            <a:off x="763588" y="1054637"/>
            <a:ext cx="2520000" cy="306705"/>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新能源持续拉动磷元素需求</a:t>
            </a:r>
          </a:p>
        </p:txBody>
      </p:sp>
      <p:sp>
        <p:nvSpPr>
          <p:cNvPr id="14" name="矩形 13"/>
          <p:cNvSpPr/>
          <p:nvPr/>
        </p:nvSpPr>
        <p:spPr>
          <a:xfrm>
            <a:off x="6097588" y="1054101"/>
            <a:ext cx="4464496" cy="3254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磷酸铁锂电池将成为未来主流</a:t>
            </a:r>
          </a:p>
        </p:txBody>
      </p:sp>
      <p:graphicFrame>
        <p:nvGraphicFramePr>
          <p:cNvPr id="18" name="图表 17"/>
          <p:cNvGraphicFramePr/>
          <p:nvPr>
            <p:extLst>
              <p:ext uri="{D42A27DB-BD31-4B8C-83A1-F6EECF244321}">
                <p14:modId xmlns:p14="http://schemas.microsoft.com/office/powerpoint/2010/main" val="1481127386"/>
              </p:ext>
            </p:extLst>
          </p:nvPr>
        </p:nvGraphicFramePr>
        <p:xfrm>
          <a:off x="6096002" y="1442431"/>
          <a:ext cx="4265643" cy="226309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图表 14">
            <a:extLst>
              <a:ext uri="{FF2B5EF4-FFF2-40B4-BE49-F238E27FC236}">
                <a16:creationId xmlns:a16="http://schemas.microsoft.com/office/drawing/2014/main" xmlns="" id="{DA521D9F-CCBF-4787-AEDA-C2C6A225995D}"/>
              </a:ext>
            </a:extLst>
          </p:cNvPr>
          <p:cNvGraphicFramePr>
            <a:graphicFrameLocks/>
          </p:cNvGraphicFramePr>
          <p:nvPr>
            <p:extLst>
              <p:ext uri="{D42A27DB-BD31-4B8C-83A1-F6EECF244321}">
                <p14:modId xmlns:p14="http://schemas.microsoft.com/office/powerpoint/2010/main" val="2120644992"/>
              </p:ext>
            </p:extLst>
          </p:nvPr>
        </p:nvGraphicFramePr>
        <p:xfrm>
          <a:off x="6096002" y="4209856"/>
          <a:ext cx="4680000" cy="221070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9" name="图表 18">
            <a:extLst>
              <a:ext uri="{FF2B5EF4-FFF2-40B4-BE49-F238E27FC236}">
                <a16:creationId xmlns:a16="http://schemas.microsoft.com/office/drawing/2014/main" xmlns="" id="{DA521D9F-CCBF-4787-AEDA-C2C6A225995D}"/>
              </a:ext>
            </a:extLst>
          </p:cNvPr>
          <p:cNvGraphicFramePr>
            <a:graphicFrameLocks/>
          </p:cNvGraphicFramePr>
          <p:nvPr/>
        </p:nvGraphicFramePr>
        <p:xfrm>
          <a:off x="725544" y="4264205"/>
          <a:ext cx="4680000" cy="2167620"/>
        </p:xfrm>
        <a:graphic>
          <a:graphicData uri="http://schemas.openxmlformats.org/drawingml/2006/chart">
            <c:chart xmlns:c="http://schemas.openxmlformats.org/drawingml/2006/chart" xmlns:r="http://schemas.openxmlformats.org/officeDocument/2006/relationships" r:id="rId5"/>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3678" y="458136"/>
            <a:ext cx="533231" cy="417826"/>
          </a:xfrm>
          <a:prstGeom prst="rect">
            <a:avLst/>
          </a:prstGeom>
          <a:noFill/>
        </p:spPr>
        <p:txBody>
          <a:bodyPr wrap="square" rtlCol="0">
            <a:spAutoFit/>
          </a:bodyPr>
          <a:lstStyle/>
          <a:p>
            <a:r>
              <a:rPr lang="en-US" altLang="zh-CN" sz="2114" b="1" i="1" dirty="0">
                <a:solidFill>
                  <a:schemeClr val="bg1"/>
                </a:solidFill>
                <a:latin typeface="微软雅黑" panose="020B0503020204020204" pitchFamily="34" charset="-122"/>
                <a:ea typeface="微软雅黑" panose="020B0503020204020204" pitchFamily="34" charset="-122"/>
              </a:rPr>
              <a:t>02</a:t>
            </a:r>
            <a:endParaRPr lang="zh-CN" altLang="en-US" sz="2114" b="1" i="1" dirty="0">
              <a:solidFill>
                <a:schemeClr val="bg1"/>
              </a:solidFill>
              <a:latin typeface="微软雅黑" panose="020B0503020204020204" pitchFamily="34" charset="-122"/>
              <a:ea typeface="微软雅黑" panose="020B0503020204020204" pitchFamily="34" charset="-122"/>
            </a:endParaRPr>
          </a:p>
        </p:txBody>
      </p:sp>
      <p:sp>
        <p:nvSpPr>
          <p:cNvPr id="10" name="文本框 9"/>
          <p:cNvSpPr txBox="1"/>
          <p:nvPr/>
        </p:nvSpPr>
        <p:spPr>
          <a:xfrm>
            <a:off x="1559496" y="398697"/>
            <a:ext cx="8170026"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磷矿石：全球需求测算表</a:t>
            </a:r>
          </a:p>
        </p:txBody>
      </p:sp>
      <p:sp>
        <p:nvSpPr>
          <p:cNvPr id="11" name="Rectangle 5"/>
          <p:cNvSpPr>
            <a:spLocks noChangeArrowheads="1"/>
          </p:cNvSpPr>
          <p:nvPr/>
        </p:nvSpPr>
        <p:spPr bwMode="auto">
          <a:xfrm>
            <a:off x="0" y="6686260"/>
            <a:ext cx="10768251" cy="215388"/>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资料来源：长江证券研究所</a:t>
            </a:r>
          </a:p>
        </p:txBody>
      </p:sp>
      <p:graphicFrame>
        <p:nvGraphicFramePr>
          <p:cNvPr id="5" name="表格 4"/>
          <p:cNvGraphicFramePr>
            <a:graphicFrameLocks noGrp="1"/>
          </p:cNvGraphicFramePr>
          <p:nvPr>
            <p:custDataLst>
              <p:tags r:id="rId1"/>
            </p:custDataLst>
            <p:extLst>
              <p:ext uri="{D42A27DB-BD31-4B8C-83A1-F6EECF244321}">
                <p14:modId xmlns:p14="http://schemas.microsoft.com/office/powerpoint/2010/main" val="2008661975"/>
              </p:ext>
            </p:extLst>
          </p:nvPr>
        </p:nvGraphicFramePr>
        <p:xfrm>
          <a:off x="763678" y="1706070"/>
          <a:ext cx="10269621" cy="4199678"/>
        </p:xfrm>
        <a:graphic>
          <a:graphicData uri="http://schemas.openxmlformats.org/drawingml/2006/table">
            <a:tbl>
              <a:tblPr/>
              <a:tblGrid>
                <a:gridCol w="2796925">
                  <a:extLst>
                    <a:ext uri="{9D8B030D-6E8A-4147-A177-3AD203B41FA5}">
                      <a16:colId xmlns:a16="http://schemas.microsoft.com/office/drawing/2014/main" xmlns="" val="20000"/>
                    </a:ext>
                  </a:extLst>
                </a:gridCol>
                <a:gridCol w="1067528">
                  <a:extLst>
                    <a:ext uri="{9D8B030D-6E8A-4147-A177-3AD203B41FA5}">
                      <a16:colId xmlns:a16="http://schemas.microsoft.com/office/drawing/2014/main" xmlns="" val="20003"/>
                    </a:ext>
                  </a:extLst>
                </a:gridCol>
                <a:gridCol w="1067528">
                  <a:extLst>
                    <a:ext uri="{9D8B030D-6E8A-4147-A177-3AD203B41FA5}">
                      <a16:colId xmlns:a16="http://schemas.microsoft.com/office/drawing/2014/main" xmlns="" val="20004"/>
                    </a:ext>
                  </a:extLst>
                </a:gridCol>
                <a:gridCol w="1067528">
                  <a:extLst>
                    <a:ext uri="{9D8B030D-6E8A-4147-A177-3AD203B41FA5}">
                      <a16:colId xmlns:a16="http://schemas.microsoft.com/office/drawing/2014/main" xmlns="" val="20005"/>
                    </a:ext>
                  </a:extLst>
                </a:gridCol>
                <a:gridCol w="1067528">
                  <a:extLst>
                    <a:ext uri="{9D8B030D-6E8A-4147-A177-3AD203B41FA5}">
                      <a16:colId xmlns:a16="http://schemas.microsoft.com/office/drawing/2014/main" xmlns="" val="20006"/>
                    </a:ext>
                  </a:extLst>
                </a:gridCol>
                <a:gridCol w="1067528">
                  <a:extLst>
                    <a:ext uri="{9D8B030D-6E8A-4147-A177-3AD203B41FA5}">
                      <a16:colId xmlns:a16="http://schemas.microsoft.com/office/drawing/2014/main" xmlns="" val="20007"/>
                    </a:ext>
                  </a:extLst>
                </a:gridCol>
                <a:gridCol w="1067528">
                  <a:extLst>
                    <a:ext uri="{9D8B030D-6E8A-4147-A177-3AD203B41FA5}">
                      <a16:colId xmlns:a16="http://schemas.microsoft.com/office/drawing/2014/main" xmlns="" val="20008"/>
                    </a:ext>
                  </a:extLst>
                </a:gridCol>
                <a:gridCol w="1067528">
                  <a:extLst>
                    <a:ext uri="{9D8B030D-6E8A-4147-A177-3AD203B41FA5}">
                      <a16:colId xmlns:a16="http://schemas.microsoft.com/office/drawing/2014/main" xmlns="" val="20009"/>
                    </a:ext>
                  </a:extLst>
                </a:gridCol>
              </a:tblGrid>
              <a:tr h="311373">
                <a:tc>
                  <a:txBody>
                    <a:bodyPr/>
                    <a:lstStyle/>
                    <a:p>
                      <a:pPr marL="0" algn="ctr" defTabSz="914400" rtl="0" eaLnBrk="1" fontAlgn="ctr" latinLnBrk="0" hangingPunct="1"/>
                      <a:r>
                        <a:rPr lang="zh-CN" altLang="en-US" sz="1100" b="1" i="0" u="none" strike="noStrike" kern="1200" dirty="0">
                          <a:solidFill>
                            <a:schemeClr val="bg1"/>
                          </a:solidFill>
                          <a:effectLst/>
                          <a:latin typeface="微软雅黑" panose="020B0503020204020204" pitchFamily="34" charset="-122"/>
                          <a:ea typeface="微软雅黑" panose="020B0503020204020204" pitchFamily="34" charset="-122"/>
                          <a:cs typeface="+mn-cs"/>
                        </a:rPr>
                        <a:t>　产品名称</a:t>
                      </a:r>
                    </a:p>
                  </a:txBody>
                  <a:tcPr marL="6348" marR="6348" marT="6348" marB="0" anchor="ctr">
                    <a:lnL>
                      <a:noFill/>
                    </a:lnL>
                    <a:lnR>
                      <a:noFill/>
                    </a:lnR>
                    <a:lnT>
                      <a:noFill/>
                    </a:lnT>
                    <a:lnB>
                      <a:noFill/>
                    </a:lnB>
                    <a:solidFill>
                      <a:srgbClr val="FF0000"/>
                    </a:solidFill>
                  </a:tcPr>
                </a:tc>
                <a:tc>
                  <a:txBody>
                    <a:bodyPr/>
                    <a:lstStyle/>
                    <a:p>
                      <a:pPr marL="0" algn="ctr" defTabSz="914400" rtl="0" eaLnBrk="1" fontAlgn="ctr" latinLnBrk="0" hangingPunct="1"/>
                      <a:r>
                        <a:rPr lang="en-US" altLang="zh-CN" sz="1100" b="1" i="0" u="none" strike="noStrike" kern="1200" dirty="0">
                          <a:solidFill>
                            <a:schemeClr val="bg1"/>
                          </a:solidFill>
                          <a:effectLst/>
                          <a:latin typeface="微软雅黑" panose="020B0503020204020204" pitchFamily="34" charset="-122"/>
                          <a:ea typeface="微软雅黑" panose="020B0503020204020204" pitchFamily="34" charset="-122"/>
                          <a:cs typeface="+mn-cs"/>
                        </a:rPr>
                        <a:t>2020</a:t>
                      </a:r>
                    </a:p>
                  </a:txBody>
                  <a:tcPr marL="6348" marR="6348" marT="6348" marB="0" anchor="ctr">
                    <a:lnL>
                      <a:noFill/>
                    </a:lnL>
                    <a:lnR>
                      <a:noFill/>
                    </a:lnR>
                    <a:lnT>
                      <a:noFill/>
                    </a:lnT>
                    <a:lnB>
                      <a:noFill/>
                    </a:lnB>
                    <a:solidFill>
                      <a:srgbClr val="FF0000"/>
                    </a:solidFill>
                  </a:tcPr>
                </a:tc>
                <a:tc>
                  <a:txBody>
                    <a:bodyPr/>
                    <a:lstStyle/>
                    <a:p>
                      <a:pPr marL="0" algn="ctr" defTabSz="914400" rtl="0" eaLnBrk="1" fontAlgn="ctr" latinLnBrk="0" hangingPunct="1"/>
                      <a:r>
                        <a:rPr lang="en-US" sz="1100" b="1" i="0" u="none" strike="noStrike" kern="1200" dirty="0">
                          <a:solidFill>
                            <a:schemeClr val="bg1"/>
                          </a:solidFill>
                          <a:effectLst/>
                          <a:latin typeface="微软雅黑" panose="020B0503020204020204" pitchFamily="34" charset="-122"/>
                          <a:ea typeface="微软雅黑" panose="020B0503020204020204" pitchFamily="34" charset="-122"/>
                          <a:cs typeface="+mn-cs"/>
                        </a:rPr>
                        <a:t>2021</a:t>
                      </a:r>
                    </a:p>
                  </a:txBody>
                  <a:tcPr marL="6348" marR="6348" marT="6348" marB="0" anchor="ctr">
                    <a:lnL>
                      <a:noFill/>
                    </a:lnL>
                    <a:lnR>
                      <a:noFill/>
                    </a:lnR>
                    <a:lnT>
                      <a:noFill/>
                    </a:lnT>
                    <a:lnB>
                      <a:noFill/>
                    </a:lnB>
                    <a:solidFill>
                      <a:srgbClr val="FF5050"/>
                    </a:solidFill>
                  </a:tcPr>
                </a:tc>
                <a:tc>
                  <a:txBody>
                    <a:bodyPr/>
                    <a:lstStyle/>
                    <a:p>
                      <a:pPr marL="0" algn="ctr" defTabSz="914400" rtl="0" eaLnBrk="1" fontAlgn="ctr" latinLnBrk="0" hangingPunct="1"/>
                      <a:r>
                        <a:rPr lang="en-US" sz="1100" b="1" i="0" u="none" strike="noStrike" kern="1200" dirty="0">
                          <a:solidFill>
                            <a:schemeClr val="bg1"/>
                          </a:solidFill>
                          <a:effectLst/>
                          <a:latin typeface="微软雅黑" panose="020B0503020204020204" pitchFamily="34" charset="-122"/>
                          <a:ea typeface="微软雅黑" panose="020B0503020204020204" pitchFamily="34" charset="-122"/>
                          <a:cs typeface="+mn-cs"/>
                        </a:rPr>
                        <a:t>2022E</a:t>
                      </a:r>
                    </a:p>
                  </a:txBody>
                  <a:tcPr marL="6348" marR="6348" marT="6348" marB="0" anchor="ctr">
                    <a:lnL>
                      <a:noFill/>
                    </a:lnL>
                    <a:lnR>
                      <a:noFill/>
                    </a:lnR>
                    <a:lnT>
                      <a:noFill/>
                    </a:lnT>
                    <a:lnB>
                      <a:noFill/>
                    </a:lnB>
                    <a:solidFill>
                      <a:srgbClr val="FF5050"/>
                    </a:solidFill>
                  </a:tcPr>
                </a:tc>
                <a:tc>
                  <a:txBody>
                    <a:bodyPr/>
                    <a:lstStyle/>
                    <a:p>
                      <a:pPr marL="0" algn="ctr" defTabSz="914400" rtl="0" eaLnBrk="1" fontAlgn="ctr" latinLnBrk="0" hangingPunct="1"/>
                      <a:r>
                        <a:rPr lang="en-US" sz="1100" b="1" i="0" u="none" strike="noStrike" kern="1200" dirty="0">
                          <a:solidFill>
                            <a:schemeClr val="bg1"/>
                          </a:solidFill>
                          <a:effectLst/>
                          <a:latin typeface="微软雅黑" panose="020B0503020204020204" pitchFamily="34" charset="-122"/>
                          <a:ea typeface="微软雅黑" panose="020B0503020204020204" pitchFamily="34" charset="-122"/>
                          <a:cs typeface="+mn-cs"/>
                        </a:rPr>
                        <a:t>2023E</a:t>
                      </a:r>
                    </a:p>
                  </a:txBody>
                  <a:tcPr marL="6348" marR="6348" marT="6348" marB="0" anchor="ctr">
                    <a:lnL>
                      <a:noFill/>
                    </a:lnL>
                    <a:lnR>
                      <a:noFill/>
                    </a:lnR>
                    <a:lnT>
                      <a:noFill/>
                    </a:lnT>
                    <a:lnB>
                      <a:noFill/>
                    </a:lnB>
                    <a:solidFill>
                      <a:srgbClr val="FF5050"/>
                    </a:solidFill>
                  </a:tcPr>
                </a:tc>
                <a:tc>
                  <a:txBody>
                    <a:bodyPr/>
                    <a:lstStyle/>
                    <a:p>
                      <a:pPr marL="0" algn="ctr" defTabSz="914400" rtl="0" eaLnBrk="1" fontAlgn="ctr" latinLnBrk="0" hangingPunct="1"/>
                      <a:r>
                        <a:rPr lang="en-US" sz="1100" b="1" i="0" u="none" strike="noStrike" kern="1200" dirty="0">
                          <a:solidFill>
                            <a:schemeClr val="bg1"/>
                          </a:solidFill>
                          <a:effectLst/>
                          <a:latin typeface="微软雅黑" panose="020B0503020204020204" pitchFamily="34" charset="-122"/>
                          <a:ea typeface="微软雅黑" panose="020B0503020204020204" pitchFamily="34" charset="-122"/>
                          <a:cs typeface="+mn-cs"/>
                        </a:rPr>
                        <a:t>2024E</a:t>
                      </a:r>
                    </a:p>
                  </a:txBody>
                  <a:tcPr marL="6348" marR="6348" marT="6348" marB="0" anchor="ctr">
                    <a:lnL>
                      <a:noFill/>
                    </a:lnL>
                    <a:lnR>
                      <a:noFill/>
                    </a:lnR>
                    <a:lnT>
                      <a:noFill/>
                    </a:lnT>
                    <a:lnB>
                      <a:noFill/>
                    </a:lnB>
                    <a:solidFill>
                      <a:srgbClr val="FF5050"/>
                    </a:solidFill>
                  </a:tcPr>
                </a:tc>
                <a:tc>
                  <a:txBody>
                    <a:bodyPr/>
                    <a:lstStyle/>
                    <a:p>
                      <a:pPr marL="0" algn="ctr" defTabSz="914400" rtl="0" eaLnBrk="1" fontAlgn="ctr" latinLnBrk="0" hangingPunct="1"/>
                      <a:r>
                        <a:rPr lang="en-US" sz="1100" b="1" i="0" u="none" strike="noStrike" kern="1200" dirty="0">
                          <a:solidFill>
                            <a:schemeClr val="bg1"/>
                          </a:solidFill>
                          <a:effectLst/>
                          <a:latin typeface="微软雅黑" panose="020B0503020204020204" pitchFamily="34" charset="-122"/>
                          <a:ea typeface="微软雅黑" panose="020B0503020204020204" pitchFamily="34" charset="-122"/>
                          <a:cs typeface="+mn-cs"/>
                        </a:rPr>
                        <a:t>2025E</a:t>
                      </a:r>
                    </a:p>
                  </a:txBody>
                  <a:tcPr marL="6348" marR="6348" marT="6348" marB="0" anchor="ctr">
                    <a:lnL>
                      <a:noFill/>
                    </a:lnL>
                    <a:lnR>
                      <a:noFill/>
                    </a:lnR>
                    <a:lnT>
                      <a:noFill/>
                    </a:lnT>
                    <a:lnB>
                      <a:noFill/>
                    </a:lnB>
                    <a:solidFill>
                      <a:srgbClr val="FF5050"/>
                    </a:solidFill>
                  </a:tcPr>
                </a:tc>
                <a:tc>
                  <a:txBody>
                    <a:bodyPr/>
                    <a:lstStyle/>
                    <a:p>
                      <a:pPr marL="0" algn="ctr" defTabSz="914400" rtl="0" eaLnBrk="1" fontAlgn="ctr" latinLnBrk="0" hangingPunct="1"/>
                      <a:r>
                        <a:rPr lang="en-US" sz="1100" b="1" i="0" u="none" strike="noStrike" kern="1200" dirty="0">
                          <a:solidFill>
                            <a:schemeClr val="bg1"/>
                          </a:solidFill>
                          <a:effectLst/>
                          <a:latin typeface="微软雅黑" panose="020B0503020204020204" pitchFamily="34" charset="-122"/>
                          <a:ea typeface="微软雅黑" panose="020B0503020204020204" pitchFamily="34" charset="-122"/>
                          <a:cs typeface="+mn-cs"/>
                        </a:rPr>
                        <a:t>2030E</a:t>
                      </a:r>
                    </a:p>
                  </a:txBody>
                  <a:tcPr marL="6348" marR="6348" marT="6348" marB="0" anchor="ctr">
                    <a:lnL>
                      <a:noFill/>
                    </a:lnL>
                    <a:lnR>
                      <a:noFill/>
                    </a:lnR>
                    <a:lnT>
                      <a:noFill/>
                    </a:lnT>
                    <a:lnB>
                      <a:noFill/>
                    </a:lnB>
                    <a:solidFill>
                      <a:srgbClr val="C00000"/>
                    </a:solidFill>
                  </a:tcPr>
                </a:tc>
                <a:extLst>
                  <a:ext uri="{0D108BD9-81ED-4DB2-BD59-A6C34878D82A}">
                    <a16:rowId xmlns:a16="http://schemas.microsoft.com/office/drawing/2014/main" xmlns="" val="10000"/>
                  </a:ext>
                </a:extLst>
              </a:tr>
              <a:tr h="463202">
                <a:tc>
                  <a:txBody>
                    <a:bodyPr/>
                    <a:lstStyle/>
                    <a:p>
                      <a:pPr marL="0" algn="ctr" defTabSz="914400" rtl="0" eaLnBrk="1" fontAlgn="ctr" latinLnBrk="0" hangingPunct="1"/>
                      <a:r>
                        <a:rPr lang="pt-BR"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磷肥需求（万吨)</a:t>
                      </a:r>
                    </a:p>
                  </a:txBody>
                  <a:tcPr marL="6348" marR="6348" marT="6348"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17714</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17857</a:t>
                      </a:r>
                    </a:p>
                  </a:txBody>
                  <a:tcPr marL="0" marR="0" marT="0" marB="0"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algn="ctr" rtl="0" fontAlgn="ct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18076</a:t>
                      </a:r>
                    </a:p>
                  </a:txBody>
                  <a:tcPr marL="0" marR="0" marT="0" marB="0"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18298</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18523</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18750</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20499</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1"/>
                  </a:ext>
                </a:extLst>
              </a:tr>
              <a:tr h="311373">
                <a:tc>
                  <a:txBody>
                    <a:bodyPr/>
                    <a:lstStyle/>
                    <a:p>
                      <a:pPr marL="0" algn="ctr" defTabSz="914400" rtl="0" eaLnBrk="1" fontAlgn="ctr" latinLnBrk="0" hangingPunct="1"/>
                      <a:r>
                        <a:rPr lang="zh-CN" altLang="en-US" sz="1100" b="1" i="1" u="none" strike="noStrike" kern="1200" dirty="0">
                          <a:solidFill>
                            <a:srgbClr val="000000"/>
                          </a:solidFill>
                          <a:effectLst/>
                          <a:latin typeface="微软雅黑" panose="020B0503020204020204" pitchFamily="34" charset="-122"/>
                          <a:ea typeface="微软雅黑" panose="020B0503020204020204" pitchFamily="34" charset="-122"/>
                          <a:cs typeface="+mn-cs"/>
                        </a:rPr>
                        <a:t>增速（</a:t>
                      </a:r>
                      <a:r>
                        <a:rPr lang="en-US" altLang="zh-CN" sz="1100" b="1" i="1" u="none" strike="noStrike" kern="1200" dirty="0">
                          <a:solidFill>
                            <a:srgbClr val="000000"/>
                          </a:solidFill>
                          <a:effectLst/>
                          <a:latin typeface="微软雅黑" panose="020B0503020204020204" pitchFamily="34" charset="-122"/>
                          <a:ea typeface="微软雅黑" panose="020B0503020204020204" pitchFamily="34" charset="-122"/>
                          <a:cs typeface="+mn-cs"/>
                        </a:rPr>
                        <a:t>%</a:t>
                      </a:r>
                      <a:r>
                        <a:rPr lang="zh-CN" altLang="en-US" sz="1100" b="1" i="1" u="none" strike="noStrike" kern="1200" dirty="0">
                          <a:solidFill>
                            <a:srgbClr val="000000"/>
                          </a:solidFill>
                          <a:effectLst/>
                          <a:latin typeface="微软雅黑" panose="020B0503020204020204" pitchFamily="34" charset="-122"/>
                          <a:ea typeface="微软雅黑" panose="020B0503020204020204" pitchFamily="34" charset="-122"/>
                          <a:cs typeface="+mn-cs"/>
                        </a:rPr>
                        <a:t>）</a:t>
                      </a:r>
                      <a:endParaRPr lang="en-US" altLang="zh-CN" sz="1100" b="1" i="1"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1" u="none" strike="noStrike" dirty="0">
                          <a:solidFill>
                            <a:srgbClr val="000000"/>
                          </a:solidFill>
                          <a:effectLst/>
                          <a:latin typeface="微软雅黑" panose="020B0503020204020204" pitchFamily="34" charset="-122"/>
                          <a:ea typeface="微软雅黑" panose="020B0503020204020204" pitchFamily="34" charset="-122"/>
                        </a:rPr>
                        <a:t>7.0%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1" u="none" strike="noStrike" dirty="0">
                          <a:solidFill>
                            <a:srgbClr val="000000"/>
                          </a:solidFill>
                          <a:effectLst/>
                          <a:latin typeface="微软雅黑" panose="020B0503020204020204" pitchFamily="34" charset="-122"/>
                          <a:ea typeface="微软雅黑" panose="020B0503020204020204" pitchFamily="34" charset="-122"/>
                        </a:rPr>
                        <a:t>0.8%</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US" altLang="zh-CN" sz="1100" b="0" i="1" u="none" strike="noStrike" dirty="0">
                          <a:solidFill>
                            <a:srgbClr val="000000"/>
                          </a:solidFill>
                          <a:effectLst/>
                          <a:latin typeface="微软雅黑" panose="020B0503020204020204" pitchFamily="34" charset="-122"/>
                          <a:ea typeface="微软雅黑" panose="020B0503020204020204" pitchFamily="34" charset="-122"/>
                        </a:rPr>
                        <a:t>1.2%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US" altLang="zh-CN" sz="1100" b="0" i="1" u="none" strike="noStrike" dirty="0">
                          <a:solidFill>
                            <a:srgbClr val="000000"/>
                          </a:solidFill>
                          <a:effectLst/>
                          <a:latin typeface="微软雅黑" panose="020B0503020204020204" pitchFamily="34" charset="-122"/>
                          <a:ea typeface="微软雅黑" panose="020B0503020204020204" pitchFamily="34" charset="-122"/>
                        </a:rPr>
                        <a:t>1.2%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1" u="none" strike="noStrike">
                          <a:solidFill>
                            <a:srgbClr val="000000"/>
                          </a:solidFill>
                          <a:effectLst/>
                          <a:latin typeface="微软雅黑" panose="020B0503020204020204" pitchFamily="34" charset="-122"/>
                          <a:ea typeface="微软雅黑" panose="020B0503020204020204" pitchFamily="34" charset="-122"/>
                        </a:rPr>
                        <a:t>1.2%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1" u="none" strike="noStrike">
                          <a:solidFill>
                            <a:srgbClr val="000000"/>
                          </a:solidFill>
                          <a:effectLst/>
                          <a:latin typeface="微软雅黑" panose="020B0503020204020204" pitchFamily="34" charset="-122"/>
                          <a:ea typeface="微软雅黑" panose="020B0503020204020204" pitchFamily="34" charset="-122"/>
                        </a:rPr>
                        <a:t>1.2%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1" u="none" strike="noStrike">
                          <a:solidFill>
                            <a:srgbClr val="000000"/>
                          </a:solidFill>
                          <a:effectLst/>
                          <a:latin typeface="微软雅黑" panose="020B0503020204020204" pitchFamily="34" charset="-122"/>
                          <a:ea typeface="微软雅黑" panose="020B0503020204020204" pitchFamily="34" charset="-122"/>
                        </a:rPr>
                        <a:t>1.8%</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2"/>
                  </a:ext>
                </a:extLst>
              </a:tr>
              <a:tr h="311373">
                <a:tc>
                  <a:txBody>
                    <a:bodyPr/>
                    <a:lstStyle/>
                    <a:p>
                      <a:pPr marL="0" algn="ctr" defTabSz="914400" rtl="0" eaLnBrk="1" fontAlgn="ctr" latinLnBrk="0" hangingPunct="1"/>
                      <a:r>
                        <a:rPr lang="zh-CN" alt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饲料需求（万吨</a:t>
                      </a:r>
                      <a:r>
                        <a:rPr lang="en-US" alt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2375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2409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2449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2491</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2532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2574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2732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3"/>
                  </a:ext>
                </a:extLst>
              </a:tr>
              <a:tr h="311373">
                <a:tc>
                  <a:txBody>
                    <a:bodyPr/>
                    <a:lstStyle/>
                    <a:p>
                      <a:pPr marL="0" marR="0" algn="ctr" defTabSz="914400" rtl="0" eaLnBrk="1" fontAlgn="ctr" latinLnBrk="0" hangingPunct="1">
                        <a:lnSpc>
                          <a:spcPct val="100000"/>
                        </a:lnSpc>
                        <a:spcBef>
                          <a:spcPts val="0"/>
                        </a:spcBef>
                        <a:buClrTx/>
                        <a:buSzTx/>
                        <a:buFontTx/>
                        <a:buNone/>
                      </a:pPr>
                      <a:r>
                        <a:rPr lang="en-US" altLang="zh-CN" sz="1100" i="1" u="none" strike="noStrike" kern="1200" dirty="0">
                          <a:solidFill>
                            <a:srgbClr val="000000"/>
                          </a:solidFill>
                          <a:effectLst/>
                          <a:latin typeface="微软雅黑" panose="020B0503020204020204" pitchFamily="34" charset="-122"/>
                          <a:ea typeface="微软雅黑" panose="020B0503020204020204" pitchFamily="34" charset="-122"/>
                          <a:cs typeface="+mn-cs"/>
                        </a:rPr>
                        <a:t>增速（%）</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1" u="none" strike="noStrike">
                          <a:solidFill>
                            <a:srgbClr val="000000"/>
                          </a:solidFill>
                          <a:effectLst/>
                          <a:latin typeface="微软雅黑" panose="020B0503020204020204" pitchFamily="34" charset="-122"/>
                          <a:ea typeface="微软雅黑" panose="020B0503020204020204" pitchFamily="34" charset="-122"/>
                        </a:rPr>
                        <a:t>0.9%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1" u="none" strike="noStrike">
                          <a:solidFill>
                            <a:srgbClr val="000000"/>
                          </a:solidFill>
                          <a:effectLst/>
                          <a:latin typeface="微软雅黑" panose="020B0503020204020204" pitchFamily="34" charset="-122"/>
                          <a:ea typeface="微软雅黑" panose="020B0503020204020204" pitchFamily="34" charset="-122"/>
                        </a:rPr>
                        <a:t>1.4%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US" altLang="zh-CN" sz="1100" b="0" i="1" u="none" strike="noStrike">
                          <a:solidFill>
                            <a:srgbClr val="000000"/>
                          </a:solidFill>
                          <a:effectLst/>
                          <a:latin typeface="微软雅黑" panose="020B0503020204020204" pitchFamily="34" charset="-122"/>
                          <a:ea typeface="微软雅黑" panose="020B0503020204020204" pitchFamily="34" charset="-122"/>
                        </a:rPr>
                        <a:t>1.7%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US" altLang="zh-CN" sz="1100" b="0" i="1" u="none" strike="noStrike" dirty="0">
                          <a:solidFill>
                            <a:srgbClr val="000000"/>
                          </a:solidFill>
                          <a:effectLst/>
                          <a:latin typeface="微软雅黑" panose="020B0503020204020204" pitchFamily="34" charset="-122"/>
                          <a:ea typeface="微软雅黑" panose="020B0503020204020204" pitchFamily="34" charset="-122"/>
                        </a:rPr>
                        <a:t>1.7%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1" u="none" strike="noStrike">
                          <a:solidFill>
                            <a:srgbClr val="000000"/>
                          </a:solidFill>
                          <a:effectLst/>
                          <a:latin typeface="微软雅黑" panose="020B0503020204020204" pitchFamily="34" charset="-122"/>
                          <a:ea typeface="微软雅黑" panose="020B0503020204020204" pitchFamily="34" charset="-122"/>
                        </a:rPr>
                        <a:t>1.7%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ctr"/>
                      <a:r>
                        <a:rPr lang="en-US" altLang="zh-CN" sz="1100" b="0" i="1" u="none" strike="noStrike">
                          <a:solidFill>
                            <a:srgbClr val="000000"/>
                          </a:solidFill>
                          <a:effectLst/>
                          <a:latin typeface="微软雅黑" panose="020B0503020204020204" pitchFamily="34" charset="-122"/>
                          <a:ea typeface="微软雅黑" panose="020B0503020204020204" pitchFamily="34" charset="-122"/>
                        </a:rPr>
                        <a:t>1.7%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US" altLang="zh-CN" sz="1100" b="0" i="1" u="none" strike="noStrike" dirty="0">
                          <a:solidFill>
                            <a:srgbClr val="000000"/>
                          </a:solidFill>
                          <a:effectLst/>
                          <a:latin typeface="微软雅黑" panose="020B0503020204020204" pitchFamily="34" charset="-122"/>
                          <a:ea typeface="微软雅黑" panose="020B0503020204020204" pitchFamily="34" charset="-122"/>
                        </a:rPr>
                        <a:t>1.2%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004"/>
                  </a:ext>
                </a:extLst>
              </a:tr>
              <a:tr h="311373">
                <a:tc>
                  <a:txBody>
                    <a:bodyPr/>
                    <a:lstStyle/>
                    <a:p>
                      <a:pPr marL="0" algn="ctr" defTabSz="914400" rtl="0" eaLnBrk="1" fontAlgn="ctr" latinLnBrk="0" hangingPunct="1"/>
                      <a:r>
                        <a:rPr lang="zh-CN" alt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铁锂需求（万吨</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dirty="0">
                          <a:solidFill>
                            <a:srgbClr val="000000"/>
                          </a:solidFill>
                          <a:effectLst/>
                          <a:latin typeface="微软雅黑" panose="020B0503020204020204" pitchFamily="34" charset="-122"/>
                          <a:ea typeface="微软雅黑" panose="020B0503020204020204" pitchFamily="34" charset="-122"/>
                          <a:cs typeface="+mn-cs"/>
                        </a:rPr>
                        <a:t>25</a:t>
                      </a:r>
                      <a:endParaRPr lang="zh-CN" sz="11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83</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190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277</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399</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546</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1890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005"/>
                  </a:ext>
                </a:extLst>
              </a:tr>
              <a:tr h="311373">
                <a:tc>
                  <a:txBody>
                    <a:bodyPr/>
                    <a:lstStyle/>
                    <a:p>
                      <a:pPr marL="0" marR="0" algn="ctr" defTabSz="914400" rtl="0" eaLnBrk="1" fontAlgn="ctr" latinLnBrk="0" hangingPunct="1">
                        <a:lnSpc>
                          <a:spcPct val="100000"/>
                        </a:lnSpc>
                        <a:spcBef>
                          <a:spcPts val="0"/>
                        </a:spcBef>
                        <a:buClrTx/>
                        <a:buSzTx/>
                        <a:buFontTx/>
                        <a:buNone/>
                      </a:pPr>
                      <a:r>
                        <a:rPr lang="en-US" altLang="zh-CN" sz="1100" i="1" u="none" strike="noStrike" kern="1200" dirty="0">
                          <a:solidFill>
                            <a:srgbClr val="000000"/>
                          </a:solidFill>
                          <a:effectLst/>
                          <a:latin typeface="微软雅黑" panose="020B0503020204020204" pitchFamily="34" charset="-122"/>
                          <a:ea typeface="微软雅黑" panose="020B0503020204020204" pitchFamily="34" charset="-122"/>
                          <a:cs typeface="+mn-cs"/>
                        </a:rPr>
                        <a:t>增速（%）</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23.0%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dirty="0">
                          <a:solidFill>
                            <a:srgbClr val="000000"/>
                          </a:solidFill>
                          <a:effectLst/>
                          <a:latin typeface="微软雅黑" panose="020B0503020204020204" pitchFamily="34" charset="-122"/>
                          <a:ea typeface="微软雅黑" panose="020B0503020204020204" pitchFamily="34" charset="-122"/>
                          <a:cs typeface="+mn-cs"/>
                        </a:rPr>
                        <a:t>202.9%</a:t>
                      </a:r>
                      <a:endParaRPr lang="zh-CN" sz="11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90.6%</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37.1%</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41.9%</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43.5%</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28.2%</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006"/>
                  </a:ext>
                </a:extLst>
              </a:tr>
              <a:tr h="311373">
                <a:tc>
                  <a:txBody>
                    <a:bodyPr/>
                    <a:lstStyle/>
                    <a:p>
                      <a:pPr marL="0" algn="ctr" defTabSz="914400" rtl="0" eaLnBrk="1" fontAlgn="ctr" latinLnBrk="0" hangingPunct="1"/>
                      <a:r>
                        <a:rPr lang="zh-CN" alt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六氟磷酸锂需求（万吨</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8</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17</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dirty="0">
                          <a:solidFill>
                            <a:srgbClr val="000000"/>
                          </a:solidFill>
                          <a:effectLst/>
                          <a:latin typeface="微软雅黑" panose="020B0503020204020204" pitchFamily="34" charset="-122"/>
                          <a:ea typeface="微软雅黑" panose="020B0503020204020204" pitchFamily="34" charset="-122"/>
                          <a:cs typeface="+mn-cs"/>
                        </a:rPr>
                        <a:t>26</a:t>
                      </a:r>
                      <a:endParaRPr lang="zh-CN" sz="11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dirty="0">
                          <a:solidFill>
                            <a:srgbClr val="000000"/>
                          </a:solidFill>
                          <a:effectLst/>
                          <a:latin typeface="微软雅黑" panose="020B0503020204020204" pitchFamily="34" charset="-122"/>
                          <a:ea typeface="微软雅黑" panose="020B0503020204020204" pitchFamily="34" charset="-122"/>
                          <a:cs typeface="+mn-cs"/>
                        </a:rPr>
                        <a:t>34</a:t>
                      </a:r>
                      <a:endParaRPr lang="zh-CN" sz="11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45</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60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172</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007"/>
                  </a:ext>
                </a:extLst>
              </a:tr>
              <a:tr h="311373">
                <a:tc>
                  <a:txBody>
                    <a:bodyPr/>
                    <a:lstStyle/>
                    <a:p>
                      <a:pPr marL="0" marR="0" algn="ctr" defTabSz="914400" rtl="0" eaLnBrk="1" fontAlgn="ctr" latinLnBrk="0" hangingPunct="1">
                        <a:lnSpc>
                          <a:spcPct val="100000"/>
                        </a:lnSpc>
                        <a:spcBef>
                          <a:spcPts val="0"/>
                        </a:spcBef>
                        <a:buClrTx/>
                        <a:buSzTx/>
                        <a:buFontTx/>
                        <a:buNone/>
                      </a:pPr>
                      <a:r>
                        <a:rPr lang="en-US" altLang="zh-CN" sz="1100" i="1" u="none" strike="noStrike" kern="1200" dirty="0">
                          <a:solidFill>
                            <a:srgbClr val="000000"/>
                          </a:solidFill>
                          <a:effectLst/>
                          <a:latin typeface="微软雅黑" panose="020B0503020204020204" pitchFamily="34" charset="-122"/>
                          <a:ea typeface="微软雅黑" panose="020B0503020204020204" pitchFamily="34" charset="-122"/>
                          <a:cs typeface="+mn-cs"/>
                        </a:rPr>
                        <a:t>增速（%）</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21.3%</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97.3%</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46.8%</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dirty="0">
                          <a:solidFill>
                            <a:srgbClr val="000000"/>
                          </a:solidFill>
                          <a:effectLst/>
                          <a:latin typeface="微软雅黑" panose="020B0503020204020204" pitchFamily="34" charset="-122"/>
                          <a:ea typeface="微软雅黑" panose="020B0503020204020204" pitchFamily="34" charset="-122"/>
                          <a:cs typeface="+mn-cs"/>
                        </a:rPr>
                        <a:t>24.6%</a:t>
                      </a:r>
                      <a:endParaRPr lang="zh-CN" sz="11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34.3%</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34.1%</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23.6%</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008"/>
                  </a:ext>
                </a:extLst>
              </a:tr>
              <a:tr h="311373">
                <a:tc>
                  <a:txBody>
                    <a:bodyPr/>
                    <a:lstStyle/>
                    <a:p>
                      <a:pPr marL="0" algn="ctr" defTabSz="914400" rtl="0" eaLnBrk="1" fontAlgn="ctr" latinLnBrk="0" hangingPunct="1"/>
                      <a:r>
                        <a:rPr lang="zh-CN" alt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其他磷酸盐总需求（万吨）</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2177</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2220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2265</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2310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dirty="0">
                          <a:solidFill>
                            <a:srgbClr val="000000"/>
                          </a:solidFill>
                          <a:effectLst/>
                          <a:latin typeface="微软雅黑" panose="020B0503020204020204" pitchFamily="34" charset="-122"/>
                          <a:ea typeface="微软雅黑" panose="020B0503020204020204" pitchFamily="34" charset="-122"/>
                          <a:cs typeface="+mn-cs"/>
                        </a:rPr>
                        <a:t>2356</a:t>
                      </a:r>
                      <a:endParaRPr lang="zh-CN" sz="11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dirty="0">
                          <a:solidFill>
                            <a:srgbClr val="000000"/>
                          </a:solidFill>
                          <a:effectLst/>
                          <a:latin typeface="微软雅黑" panose="020B0503020204020204" pitchFamily="34" charset="-122"/>
                          <a:ea typeface="微软雅黑" panose="020B0503020204020204" pitchFamily="34" charset="-122"/>
                          <a:cs typeface="+mn-cs"/>
                        </a:rPr>
                        <a:t>2403</a:t>
                      </a:r>
                      <a:endParaRPr lang="zh-CN" sz="11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2654</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9"/>
                  </a:ext>
                </a:extLst>
              </a:tr>
              <a:tr h="311373">
                <a:tc>
                  <a:txBody>
                    <a:bodyPr/>
                    <a:lstStyle/>
                    <a:p>
                      <a:pPr marL="0" marR="0" algn="ctr" defTabSz="914400" rtl="0" eaLnBrk="1" fontAlgn="ctr" latinLnBrk="0" hangingPunct="1">
                        <a:lnSpc>
                          <a:spcPct val="100000"/>
                        </a:lnSpc>
                        <a:spcBef>
                          <a:spcPts val="0"/>
                        </a:spcBef>
                        <a:buClrTx/>
                        <a:buSzTx/>
                        <a:buFontTx/>
                        <a:buNone/>
                      </a:pPr>
                      <a:r>
                        <a:rPr lang="en-US" altLang="zh-CN" sz="1100" i="1" u="none" strike="noStrike" kern="1200" dirty="0">
                          <a:solidFill>
                            <a:srgbClr val="000000"/>
                          </a:solidFill>
                          <a:effectLst/>
                          <a:latin typeface="微软雅黑" panose="020B0503020204020204" pitchFamily="34" charset="-122"/>
                          <a:ea typeface="微软雅黑" panose="020B0503020204020204" pitchFamily="34" charset="-122"/>
                          <a:cs typeface="+mn-cs"/>
                        </a:rPr>
                        <a:t>增速（%）</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rPr>
                        <a:t>　</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dirty="0">
                          <a:solidFill>
                            <a:srgbClr val="000000"/>
                          </a:solidFill>
                          <a:effectLst/>
                          <a:latin typeface="微软雅黑" panose="020B0503020204020204" pitchFamily="34" charset="-122"/>
                          <a:ea typeface="微软雅黑" panose="020B0503020204020204" pitchFamily="34" charset="-122"/>
                          <a:cs typeface="+mn-cs"/>
                        </a:rPr>
                        <a:t>2.0%</a:t>
                      </a:r>
                      <a:endParaRPr lang="zh-CN" sz="1100" b="0"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10"/>
                  </a:ext>
                </a:extLst>
              </a:tr>
              <a:tr h="311373">
                <a:tc>
                  <a:txBody>
                    <a:bodyPr/>
                    <a:lstStyle/>
                    <a:p>
                      <a:pPr marL="0" algn="ctr" defTabSz="914400" rtl="0" eaLnBrk="1" fontAlgn="ctr" latinLnBrk="0" hangingPunct="1"/>
                      <a:r>
                        <a:rPr lang="zh-CN" alt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总需求（万吨）</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0" i="0" u="none" strike="noStrike" kern="1200">
                          <a:solidFill>
                            <a:srgbClr val="000000"/>
                          </a:solidFill>
                          <a:effectLst/>
                          <a:latin typeface="微软雅黑" panose="020B0503020204020204" pitchFamily="34" charset="-122"/>
                          <a:ea typeface="微软雅黑" panose="020B0503020204020204" pitchFamily="34" charset="-122"/>
                          <a:cs typeface="+mn-cs"/>
                        </a:rPr>
                        <a:t>22300</a:t>
                      </a:r>
                      <a:endPar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22587</a:t>
                      </a:r>
                      <a:endPar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23006</a:t>
                      </a:r>
                      <a:endPar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a:solidFill>
                            <a:srgbClr val="000000"/>
                          </a:solidFill>
                          <a:effectLst/>
                          <a:latin typeface="微软雅黑" panose="020B0503020204020204" pitchFamily="34" charset="-122"/>
                          <a:ea typeface="微软雅黑" panose="020B0503020204020204" pitchFamily="34" charset="-122"/>
                          <a:cs typeface="+mn-cs"/>
                        </a:rPr>
                        <a:t>23409</a:t>
                      </a:r>
                      <a:endParaRPr lang="zh-CN" sz="1100" b="1"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a:solidFill>
                            <a:srgbClr val="000000"/>
                          </a:solidFill>
                          <a:effectLst/>
                          <a:latin typeface="微软雅黑" panose="020B0503020204020204" pitchFamily="34" charset="-122"/>
                          <a:ea typeface="微软雅黑" panose="020B0503020204020204" pitchFamily="34" charset="-122"/>
                          <a:cs typeface="+mn-cs"/>
                        </a:rPr>
                        <a:t>23856</a:t>
                      </a:r>
                      <a:endParaRPr lang="zh-CN" sz="1100" b="1" i="0" u="none" strike="noStrike" kern="120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24333</a:t>
                      </a:r>
                      <a:endPar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27947</a:t>
                      </a:r>
                      <a:endPar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extLst>
                  <a:ext uri="{0D108BD9-81ED-4DB2-BD59-A6C34878D82A}">
                    <a16:rowId xmlns:a16="http://schemas.microsoft.com/office/drawing/2014/main" xmlns="" val="10011"/>
                  </a:ext>
                </a:extLst>
              </a:tr>
              <a:tr h="311373">
                <a:tc>
                  <a:txBody>
                    <a:bodyPr/>
                    <a:lstStyle/>
                    <a:p>
                      <a:pPr marL="0" marR="0" algn="ctr" defTabSz="914400" rtl="0" eaLnBrk="1" fontAlgn="ctr" latinLnBrk="0" hangingPunct="1">
                        <a:lnSpc>
                          <a:spcPct val="100000"/>
                        </a:lnSpc>
                        <a:spcBef>
                          <a:spcPts val="0"/>
                        </a:spcBef>
                        <a:buClrTx/>
                        <a:buSzTx/>
                        <a:buFontTx/>
                        <a:buNone/>
                      </a:pPr>
                      <a:r>
                        <a:rPr lang="en-US" altLang="zh-CN" sz="1100" b="1" i="1" u="none" strike="noStrike" kern="1200" dirty="0">
                          <a:solidFill>
                            <a:srgbClr val="000000"/>
                          </a:solidFill>
                          <a:effectLst/>
                          <a:latin typeface="微软雅黑" panose="020B0503020204020204" pitchFamily="34" charset="-122"/>
                          <a:ea typeface="微软雅黑" panose="020B0503020204020204" pitchFamily="34" charset="-122"/>
                          <a:cs typeface="+mn-cs"/>
                        </a:rPr>
                        <a:t>增速（%）</a:t>
                      </a:r>
                    </a:p>
                  </a:txBody>
                  <a:tcPr marL="6348" marR="6348" marT="634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zh-CN" sz="1100" b="0" i="0" u="none" strike="noStrike" kern="1200">
                          <a:solidFill>
                            <a:srgbClr val="000000"/>
                          </a:solidFill>
                          <a:effectLst/>
                          <a:latin typeface="微软雅黑" panose="020B0503020204020204" pitchFamily="34" charset="-122"/>
                          <a:ea typeface="微软雅黑" panose="020B0503020204020204" pitchFamily="34" charset="-122"/>
                          <a:cs typeface="+mn-cs"/>
                        </a:rPr>
                        <a:t>　</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1.3%</a:t>
                      </a:r>
                      <a:endPar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FF0000"/>
                          </a:solidFill>
                          <a:effectLst/>
                          <a:latin typeface="微软雅黑" panose="020B0503020204020204" pitchFamily="34" charset="-122"/>
                          <a:ea typeface="微软雅黑" panose="020B0503020204020204" pitchFamily="34" charset="-122"/>
                          <a:cs typeface="+mn-cs"/>
                        </a:rPr>
                        <a:t>1.9%</a:t>
                      </a:r>
                      <a:endParaRPr lang="zh-CN" sz="1100" b="1" i="0" u="none" strike="noStrike" kern="1200" dirty="0">
                        <a:solidFill>
                          <a:srgbClr val="FF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FF0000"/>
                          </a:solidFill>
                          <a:effectLst/>
                          <a:latin typeface="微软雅黑" panose="020B0503020204020204" pitchFamily="34" charset="-122"/>
                          <a:ea typeface="微软雅黑" panose="020B0503020204020204" pitchFamily="34" charset="-122"/>
                          <a:cs typeface="+mn-cs"/>
                        </a:rPr>
                        <a:t>1.8%</a:t>
                      </a:r>
                      <a:endParaRPr lang="zh-CN" sz="1100" b="1" i="0" u="none" strike="noStrike" kern="1200" dirty="0">
                        <a:solidFill>
                          <a:srgbClr val="FF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FF0000"/>
                          </a:solidFill>
                          <a:effectLst/>
                          <a:latin typeface="微软雅黑" panose="020B0503020204020204" pitchFamily="34" charset="-122"/>
                          <a:ea typeface="微软雅黑" panose="020B0503020204020204" pitchFamily="34" charset="-122"/>
                          <a:cs typeface="+mn-cs"/>
                        </a:rPr>
                        <a:t>1.9%</a:t>
                      </a:r>
                      <a:endParaRPr lang="zh-CN" sz="1100" b="1" i="0" u="none" strike="noStrike" kern="1200" dirty="0">
                        <a:solidFill>
                          <a:srgbClr val="FF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FF0000"/>
                          </a:solidFill>
                          <a:effectLst/>
                          <a:latin typeface="微软雅黑" panose="020B0503020204020204" pitchFamily="34" charset="-122"/>
                          <a:ea typeface="微软雅黑" panose="020B0503020204020204" pitchFamily="34" charset="-122"/>
                          <a:cs typeface="+mn-cs"/>
                        </a:rPr>
                        <a:t>2.0%</a:t>
                      </a:r>
                      <a:endParaRPr lang="zh-CN" sz="1100" b="1" i="0" u="none" strike="noStrike" kern="1200" dirty="0">
                        <a:solidFill>
                          <a:srgbClr val="FF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marL="0" algn="ctr" defTabSz="914400" rtl="0" eaLnBrk="1" fontAlgn="ctr" latinLnBrk="0" hangingPunct="1">
                        <a:spcAft>
                          <a:spcPts val="0"/>
                        </a:spcAft>
                      </a:pPr>
                      <a:r>
                        <a:rPr lang="en-US" sz="1100" b="1" i="0" u="none" strike="noStrike" kern="1200" dirty="0">
                          <a:solidFill>
                            <a:srgbClr val="FF0000"/>
                          </a:solidFill>
                          <a:effectLst/>
                          <a:latin typeface="微软雅黑" panose="020B0503020204020204" pitchFamily="34" charset="-122"/>
                          <a:ea typeface="微软雅黑" panose="020B0503020204020204" pitchFamily="34" charset="-122"/>
                          <a:cs typeface="+mn-cs"/>
                        </a:rPr>
                        <a:t>2.8%</a:t>
                      </a:r>
                      <a:endParaRPr lang="zh-CN" sz="1100" b="1" i="0" u="none" strike="noStrike" kern="1200" dirty="0">
                        <a:solidFill>
                          <a:srgbClr val="FF0000"/>
                        </a:solidFill>
                        <a:effectLst/>
                        <a:latin typeface="微软雅黑" panose="020B0503020204020204" pitchFamily="34" charset="-122"/>
                        <a:ea typeface="微软雅黑" panose="020B0503020204020204" pitchFamily="34" charset="-122"/>
                        <a:cs typeface="+mn-cs"/>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extLst>
                  <a:ext uri="{0D108BD9-81ED-4DB2-BD59-A6C34878D82A}">
                    <a16:rowId xmlns:a16="http://schemas.microsoft.com/office/drawing/2014/main" xmlns="" val="10012"/>
                  </a:ext>
                </a:extLst>
              </a:tr>
            </a:tbl>
          </a:graphicData>
        </a:graphic>
      </p:graphicFrame>
      <p:sp>
        <p:nvSpPr>
          <p:cNvPr id="12" name="矩形 11"/>
          <p:cNvSpPr/>
          <p:nvPr/>
        </p:nvSpPr>
        <p:spPr>
          <a:xfrm>
            <a:off x="763678" y="1217426"/>
            <a:ext cx="4463333" cy="3254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altLang="zh-CN" sz="1600" b="1" dirty="0">
                <a:solidFill>
                  <a:srgbClr val="E30613"/>
                </a:solidFill>
                <a:latin typeface="微软雅黑" panose="020B0503020204020204" pitchFamily="34" charset="-122"/>
                <a:ea typeface="微软雅黑" panose="020B0503020204020204" pitchFamily="34" charset="-122"/>
              </a:rPr>
              <a:t>2021-2030</a:t>
            </a:r>
            <a:r>
              <a:rPr lang="zh-CN" altLang="en-US" sz="1600" b="1" dirty="0">
                <a:solidFill>
                  <a:srgbClr val="E30613"/>
                </a:solidFill>
                <a:latin typeface="微软雅黑" panose="020B0503020204020204" pitchFamily="34" charset="-122"/>
                <a:ea typeface="微软雅黑" panose="020B0503020204020204" pitchFamily="34" charset="-122"/>
              </a:rPr>
              <a:t>年磷矿需求测算表</a:t>
            </a:r>
          </a:p>
        </p:txBody>
      </p:sp>
    </p:spTree>
    <p:extLst>
      <p:ext uri="{BB962C8B-B14F-4D97-AF65-F5344CB8AC3E}">
        <p14:creationId xmlns:p14="http://schemas.microsoft.com/office/powerpoint/2010/main" val="55469934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Text Box 2"/>
          <p:cNvSpPr txBox="1">
            <a:spLocks noChangeArrowheads="1"/>
          </p:cNvSpPr>
          <p:nvPr/>
        </p:nvSpPr>
        <p:spPr bwMode="auto">
          <a:xfrm>
            <a:off x="766763" y="1449436"/>
            <a:ext cx="5329239" cy="14446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随着下游需求的稳步增长，全球磷矿石产量整体趋势向上，</a:t>
            </a:r>
            <a:r>
              <a:rPr lang="en-US" altLang="zh-CN" sz="1200" dirty="0">
                <a:latin typeface="微软雅黑" panose="020B0503020204020204" pitchFamily="34" charset="-122"/>
                <a:ea typeface="微软雅黑" panose="020B0503020204020204" pitchFamily="34" charset="-122"/>
              </a:rPr>
              <a:t>2020</a:t>
            </a:r>
            <a:r>
              <a:rPr lang="zh-CN" altLang="en-US" sz="1200" dirty="0">
                <a:latin typeface="微软雅黑" panose="020B0503020204020204" pitchFamily="34" charset="-122"/>
                <a:ea typeface="微软雅黑" panose="020B0503020204020204" pitchFamily="34" charset="-122"/>
              </a:rPr>
              <a:t>年全球产量</a:t>
            </a:r>
            <a:r>
              <a:rPr lang="en-US" altLang="zh-CN" sz="1200" b="1" dirty="0">
                <a:latin typeface="微软雅黑" panose="020B0503020204020204" pitchFamily="34" charset="-122"/>
                <a:ea typeface="微软雅黑" panose="020B0503020204020204" pitchFamily="34" charset="-122"/>
              </a:rPr>
              <a:t>2.23</a:t>
            </a:r>
            <a:r>
              <a:rPr lang="zh-CN" altLang="en-US" sz="1200" b="1" dirty="0">
                <a:latin typeface="微软雅黑" panose="020B0503020204020204" pitchFamily="34" charset="-122"/>
                <a:ea typeface="微软雅黑" panose="020B0503020204020204" pitchFamily="34" charset="-122"/>
              </a:rPr>
              <a:t>亿吨</a:t>
            </a:r>
            <a:r>
              <a:rPr lang="zh-CN" altLang="en-US" sz="1200" dirty="0">
                <a:latin typeface="微软雅黑" panose="020B0503020204020204" pitchFamily="34" charset="-122"/>
                <a:ea typeface="微软雅黑" panose="020B0503020204020204" pitchFamily="34" charset="-122"/>
              </a:rPr>
              <a:t>，东亚占比约</a:t>
            </a:r>
            <a:r>
              <a:rPr lang="en-US" altLang="zh-CN" sz="1200" dirty="0">
                <a:latin typeface="微软雅黑" panose="020B0503020204020204" pitchFamily="34" charset="-122"/>
                <a:ea typeface="微软雅黑" panose="020B0503020204020204" pitchFamily="34" charset="-122"/>
              </a:rPr>
              <a:t>40%</a:t>
            </a:r>
            <a:r>
              <a:rPr lang="zh-CN" altLang="en-US" sz="1200" dirty="0">
                <a:latin typeface="微软雅黑" panose="020B0503020204020204" pitchFamily="34" charset="-122"/>
                <a:ea typeface="微软雅黑" panose="020B0503020204020204" pitchFamily="34" charset="-122"/>
              </a:rPr>
              <a:t>，以</a:t>
            </a:r>
            <a:r>
              <a:rPr lang="zh-CN" altLang="en-US" sz="1200" b="1" dirty="0">
                <a:latin typeface="微软雅黑" panose="020B0503020204020204" pitchFamily="34" charset="-122"/>
                <a:ea typeface="微软雅黑" panose="020B0503020204020204" pitchFamily="34" charset="-122"/>
              </a:rPr>
              <a:t>中国为主</a:t>
            </a:r>
            <a:r>
              <a:rPr lang="zh-CN" altLang="en-US" sz="1200" dirty="0">
                <a:latin typeface="微软雅黑" panose="020B0503020204020204" pitchFamily="34" charset="-122"/>
                <a:ea typeface="微软雅黑" panose="020B0503020204020204" pitchFamily="34" charset="-122"/>
              </a:rPr>
              <a:t>，海外主要为非洲的摩洛哥和西撒哈拉。从全球磷矿石探明储量</a:t>
            </a:r>
            <a:r>
              <a:rPr lang="en-US" altLang="zh-CN" sz="1200" b="1" dirty="0">
                <a:latin typeface="微软雅黑" panose="020B0503020204020204" pitchFamily="34" charset="-122"/>
                <a:ea typeface="微软雅黑" panose="020B0503020204020204" pitchFamily="34" charset="-122"/>
              </a:rPr>
              <a:t>710</a:t>
            </a:r>
            <a:r>
              <a:rPr lang="zh-CN" altLang="en-US" sz="1200" b="1" dirty="0">
                <a:latin typeface="微软雅黑" panose="020B0503020204020204" pitchFamily="34" charset="-122"/>
                <a:ea typeface="微软雅黑" panose="020B0503020204020204" pitchFamily="34" charset="-122"/>
              </a:rPr>
              <a:t>亿吨</a:t>
            </a:r>
            <a:r>
              <a:rPr lang="zh-CN" altLang="en-US" sz="1200" dirty="0">
                <a:latin typeface="微软雅黑" panose="020B0503020204020204" pitchFamily="34" charset="-122"/>
                <a:ea typeface="微软雅黑" panose="020B0503020204020204" pitchFamily="34" charset="-122"/>
              </a:rPr>
              <a:t>，摩洛哥和西撒哈拉占比</a:t>
            </a:r>
            <a:r>
              <a:rPr lang="zh-CN" altLang="en-US" sz="1200" b="1" dirty="0">
                <a:latin typeface="微软雅黑" panose="020B0503020204020204" pitchFamily="34" charset="-122"/>
                <a:ea typeface="微软雅黑" panose="020B0503020204020204" pitchFamily="34" charset="-122"/>
              </a:rPr>
              <a:t>为</a:t>
            </a:r>
            <a:r>
              <a:rPr lang="en-US" altLang="zh-CN" sz="1200" b="1" dirty="0">
                <a:latin typeface="微软雅黑" panose="020B0503020204020204" pitchFamily="34" charset="-122"/>
                <a:ea typeface="微软雅黑" panose="020B0503020204020204" pitchFamily="34" charset="-122"/>
              </a:rPr>
              <a:t>72.5%</a:t>
            </a:r>
            <a:r>
              <a:rPr lang="zh-CN" altLang="en-US" sz="1200" dirty="0">
                <a:latin typeface="微软雅黑" panose="020B0503020204020204" pitchFamily="34" charset="-122"/>
                <a:ea typeface="微软雅黑" panose="020B0503020204020204" pitchFamily="34" charset="-122"/>
              </a:rPr>
              <a:t>，超过</a:t>
            </a:r>
            <a:r>
              <a:rPr lang="en-US" altLang="zh-CN" sz="1200" b="1" dirty="0">
                <a:latin typeface="微软雅黑" panose="020B0503020204020204" pitchFamily="34" charset="-122"/>
                <a:ea typeface="微软雅黑" panose="020B0503020204020204" pitchFamily="34" charset="-122"/>
              </a:rPr>
              <a:t>500</a:t>
            </a:r>
            <a:r>
              <a:rPr lang="zh-CN" altLang="en-US" sz="1200" b="1" dirty="0">
                <a:latin typeface="微软雅黑" panose="020B0503020204020204" pitchFamily="34" charset="-122"/>
                <a:ea typeface="微软雅黑" panose="020B0503020204020204" pitchFamily="34" charset="-122"/>
              </a:rPr>
              <a:t>亿</a:t>
            </a:r>
            <a:r>
              <a:rPr lang="zh-CN" altLang="en-US" sz="1200" dirty="0">
                <a:latin typeface="微软雅黑" panose="020B0503020204020204" pitchFamily="34" charset="-122"/>
                <a:ea typeface="微软雅黑" panose="020B0503020204020204" pitchFamily="34" charset="-122"/>
              </a:rPr>
              <a:t>吨，中国占比在</a:t>
            </a:r>
            <a:r>
              <a:rPr lang="en-US" altLang="zh-CN" sz="1200" dirty="0">
                <a:latin typeface="微软雅黑" panose="020B0503020204020204" pitchFamily="34" charset="-122"/>
                <a:ea typeface="微软雅黑" panose="020B0503020204020204" pitchFamily="34" charset="-122"/>
              </a:rPr>
              <a:t>5%</a:t>
            </a:r>
            <a:r>
              <a:rPr lang="zh-CN" altLang="en-US" sz="1200" dirty="0">
                <a:latin typeface="微软雅黑" panose="020B0503020204020204" pitchFamily="34" charset="-122"/>
                <a:ea typeface="微软雅黑" panose="020B0503020204020204" pitchFamily="34" charset="-122"/>
              </a:rPr>
              <a:t>左右，仅有</a:t>
            </a:r>
            <a:r>
              <a:rPr lang="en-US" altLang="zh-CN" sz="1200" b="1" dirty="0">
                <a:latin typeface="微软雅黑" panose="020B0503020204020204" pitchFamily="34" charset="-122"/>
                <a:ea typeface="微软雅黑" panose="020B0503020204020204" pitchFamily="34" charset="-122"/>
              </a:rPr>
              <a:t>32</a:t>
            </a:r>
            <a:r>
              <a:rPr lang="zh-CN" altLang="en-US" sz="1200" b="1" dirty="0">
                <a:latin typeface="微软雅黑" panose="020B0503020204020204" pitchFamily="34" charset="-122"/>
                <a:ea typeface="微软雅黑" panose="020B0503020204020204" pitchFamily="34" charset="-122"/>
              </a:rPr>
              <a:t>亿吨</a:t>
            </a:r>
            <a:r>
              <a:rPr lang="zh-CN" altLang="en-US" sz="1200" dirty="0">
                <a:latin typeface="微软雅黑" panose="020B0503020204020204" pitchFamily="34" charset="-122"/>
                <a:ea typeface="微软雅黑" panose="020B0503020204020204" pitchFamily="34" charset="-122"/>
              </a:rPr>
              <a:t>左右，</a:t>
            </a:r>
            <a:r>
              <a:rPr lang="zh-CN" altLang="en-US" sz="1200" b="1" dirty="0">
                <a:latin typeface="微软雅黑" panose="020B0503020204020204" pitchFamily="34" charset="-122"/>
                <a:ea typeface="微软雅黑" panose="020B0503020204020204" pitchFamily="34" charset="-122"/>
              </a:rPr>
              <a:t>储采比仅</a:t>
            </a:r>
            <a:r>
              <a:rPr lang="en-US" altLang="zh-CN" sz="1200" b="1" dirty="0">
                <a:latin typeface="微软雅黑" panose="020B0503020204020204" pitchFamily="34" charset="-122"/>
                <a:ea typeface="微软雅黑" panose="020B0503020204020204" pitchFamily="34" charset="-122"/>
              </a:rPr>
              <a:t>38</a:t>
            </a:r>
            <a:r>
              <a:rPr lang="zh-CN" altLang="en-US" sz="1200" b="1" dirty="0">
                <a:latin typeface="微软雅黑" panose="020B0503020204020204" pitchFamily="34" charset="-122"/>
                <a:ea typeface="微软雅黑" panose="020B0503020204020204" pitchFamily="34" charset="-122"/>
              </a:rPr>
              <a:t>年左右</a:t>
            </a:r>
            <a:endParaRPr lang="en-US" altLang="zh-CN" sz="1200" b="1" dirty="0">
              <a:latin typeface="微软雅黑" panose="020B0503020204020204" pitchFamily="34" charset="-122"/>
              <a:ea typeface="微软雅黑" panose="020B0503020204020204" pitchFamily="34" charset="-122"/>
            </a:endParaRPr>
          </a:p>
        </p:txBody>
      </p:sp>
      <p:sp>
        <p:nvSpPr>
          <p:cNvPr id="13" name="文本框 12"/>
          <p:cNvSpPr txBox="1"/>
          <p:nvPr/>
        </p:nvSpPr>
        <p:spPr>
          <a:xfrm>
            <a:off x="1543611" y="399101"/>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全球：磷矿产出与储量分布不均衡</a:t>
            </a:r>
          </a:p>
        </p:txBody>
      </p:sp>
      <p:sp>
        <p:nvSpPr>
          <p:cNvPr id="17" name="矩形 16"/>
          <p:cNvSpPr/>
          <p:nvPr/>
        </p:nvSpPr>
        <p:spPr>
          <a:xfrm>
            <a:off x="6097588" y="3784600"/>
            <a:ext cx="3029456"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全球磷矿石产量地区分布</a:t>
            </a:r>
          </a:p>
        </p:txBody>
      </p:sp>
      <p:sp>
        <p:nvSpPr>
          <p:cNvPr id="23" name="TextBox 33"/>
          <p:cNvSpPr/>
          <p:nvPr/>
        </p:nvSpPr>
        <p:spPr bwMode="auto">
          <a:xfrm>
            <a:off x="0" y="6674866"/>
            <a:ext cx="3087223"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err="1">
                <a:solidFill>
                  <a:schemeClr val="bg1">
                    <a:lumMod val="50000"/>
                  </a:schemeClr>
                </a:solidFill>
                <a:latin typeface="微软雅黑" panose="020B0503020204020204" pitchFamily="34" charset="-122"/>
                <a:ea typeface="微软雅黑" panose="020B0503020204020204" pitchFamily="34" charset="-122"/>
                <a:sym typeface="+mn-ea"/>
              </a:rPr>
              <a:t>USGS2021</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Bloomberg</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，长江证券研究所</a:t>
            </a:r>
          </a:p>
        </p:txBody>
      </p:sp>
      <p:sp>
        <p:nvSpPr>
          <p:cNvPr id="14" name="矩形 13"/>
          <p:cNvSpPr/>
          <p:nvPr/>
        </p:nvSpPr>
        <p:spPr>
          <a:xfrm>
            <a:off x="6097588" y="1054100"/>
            <a:ext cx="3994102" cy="307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全球磷矿石储量地区分布及储采比（年）</a:t>
            </a:r>
          </a:p>
        </p:txBody>
      </p:sp>
      <p:sp>
        <p:nvSpPr>
          <p:cNvPr id="15" name="矩形 14"/>
          <p:cNvSpPr/>
          <p:nvPr/>
        </p:nvSpPr>
        <p:spPr>
          <a:xfrm>
            <a:off x="763589" y="3784601"/>
            <a:ext cx="3056577" cy="3317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全球磷矿石产量下跌</a:t>
            </a:r>
          </a:p>
        </p:txBody>
      </p:sp>
      <p:sp>
        <p:nvSpPr>
          <p:cNvPr id="18"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全球供给逐步减少</a:t>
            </a:r>
          </a:p>
        </p:txBody>
      </p:sp>
      <p:graphicFrame>
        <p:nvGraphicFramePr>
          <p:cNvPr id="32" name="图表 31"/>
          <p:cNvGraphicFramePr>
            <a:graphicFrameLocks/>
          </p:cNvGraphicFramePr>
          <p:nvPr>
            <p:extLst>
              <p:ext uri="{D42A27DB-BD31-4B8C-83A1-F6EECF244321}">
                <p14:modId xmlns:p14="http://schemas.microsoft.com/office/powerpoint/2010/main" val="2858002327"/>
              </p:ext>
            </p:extLst>
          </p:nvPr>
        </p:nvGraphicFramePr>
        <p:xfrm>
          <a:off x="6046093" y="4144507"/>
          <a:ext cx="4680000" cy="2167620"/>
        </p:xfrm>
        <a:graphic>
          <a:graphicData uri="http://schemas.openxmlformats.org/drawingml/2006/chart">
            <c:chart xmlns:c="http://schemas.openxmlformats.org/drawingml/2006/chart" xmlns:r="http://schemas.openxmlformats.org/officeDocument/2006/relationships" r:id="rId3"/>
          </a:graphicData>
        </a:graphic>
      </p:graphicFrame>
      <p:grpSp>
        <p:nvGrpSpPr>
          <p:cNvPr id="34" name="组合 33">
            <a:extLst>
              <a:ext uri="{FF2B5EF4-FFF2-40B4-BE49-F238E27FC236}">
                <a16:creationId xmlns:a16="http://schemas.microsoft.com/office/drawing/2014/main" xmlns="" id="{59853511-D000-DCDB-7508-3B1F75566275}"/>
              </a:ext>
            </a:extLst>
          </p:cNvPr>
          <p:cNvGrpSpPr/>
          <p:nvPr/>
        </p:nvGrpSpPr>
        <p:grpSpPr>
          <a:xfrm>
            <a:off x="6216666" y="1375867"/>
            <a:ext cx="5135960" cy="2411152"/>
            <a:chOff x="0" y="0"/>
            <a:chExt cx="5135960" cy="2411152"/>
          </a:xfrm>
        </p:grpSpPr>
        <p:pic>
          <p:nvPicPr>
            <p:cNvPr id="35" name="图片 34">
              <a:extLst>
                <a:ext uri="{FF2B5EF4-FFF2-40B4-BE49-F238E27FC236}">
                  <a16:creationId xmlns:a16="http://schemas.microsoft.com/office/drawing/2014/main" xmlns="" id="{DFDCC4BD-E890-DC10-C005-199D55164463}"/>
                </a:ext>
              </a:extLst>
            </p:cNvPr>
            <p:cNvPicPr>
              <a:picLocks noChangeAspect="1"/>
            </p:cNvPicPr>
            <p:nvPr/>
          </p:nvPicPr>
          <p:blipFill>
            <a:blip r:embed="rId4"/>
            <a:stretch>
              <a:fillRect/>
            </a:stretch>
          </p:blipFill>
          <p:spPr>
            <a:xfrm>
              <a:off x="927124" y="31172"/>
              <a:ext cx="3891309" cy="2379980"/>
            </a:xfrm>
            <a:prstGeom prst="rect">
              <a:avLst/>
            </a:prstGeom>
          </p:spPr>
        </p:pic>
        <p:sp>
          <p:nvSpPr>
            <p:cNvPr id="37" name="矩形: 圆角 36">
              <a:extLst>
                <a:ext uri="{FF2B5EF4-FFF2-40B4-BE49-F238E27FC236}">
                  <a16:creationId xmlns:a16="http://schemas.microsoft.com/office/drawing/2014/main" xmlns="" id="{5FB4EA2B-3CCA-19F2-C348-18F0CF0FFC63}"/>
                </a:ext>
              </a:extLst>
            </p:cNvPr>
            <p:cNvSpPr/>
            <p:nvPr/>
          </p:nvSpPr>
          <p:spPr>
            <a:xfrm>
              <a:off x="4451960" y="1068127"/>
              <a:ext cx="684000" cy="306070"/>
            </a:xfrm>
            <a:prstGeom prst="roundRect">
              <a:avLst/>
            </a:prstGeom>
            <a:solidFill>
              <a:srgbClr val="FA64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r>
                <a:rPr lang="en-US" altLang="zh-CN" sz="1200" b="1">
                  <a:solidFill>
                    <a:schemeClr val="bg1"/>
                  </a:solidFill>
                  <a:latin typeface="微软雅黑" panose="020B0503020204020204" pitchFamily="34" charset="-122"/>
                  <a:ea typeface="微软雅黑" panose="020B0503020204020204" pitchFamily="34" charset="-122"/>
                </a:rPr>
                <a:t>38</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38" name="矩形: 圆角 37">
              <a:extLst>
                <a:ext uri="{FF2B5EF4-FFF2-40B4-BE49-F238E27FC236}">
                  <a16:creationId xmlns:a16="http://schemas.microsoft.com/office/drawing/2014/main" xmlns="" id="{612BF34D-769C-515E-F1B1-5D8DD68CCAA5}"/>
                </a:ext>
              </a:extLst>
            </p:cNvPr>
            <p:cNvSpPr/>
            <p:nvPr/>
          </p:nvSpPr>
          <p:spPr>
            <a:xfrm>
              <a:off x="0" y="996858"/>
              <a:ext cx="684000" cy="305904"/>
            </a:xfrm>
            <a:prstGeom prst="roundRect">
              <a:avLst/>
            </a:prstGeom>
            <a:solidFill>
              <a:srgbClr val="FA64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r>
                <a:rPr lang="en-US" altLang="zh-CN" sz="1200" b="1">
                  <a:solidFill>
                    <a:schemeClr val="bg1"/>
                  </a:solidFill>
                  <a:latin typeface="微软雅黑" panose="020B0503020204020204" pitchFamily="34" charset="-122"/>
                  <a:ea typeface="微软雅黑" panose="020B0503020204020204" pitchFamily="34" charset="-122"/>
                </a:rPr>
                <a:t>45</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40" name="矩形: 圆角 39">
              <a:extLst>
                <a:ext uri="{FF2B5EF4-FFF2-40B4-BE49-F238E27FC236}">
                  <a16:creationId xmlns:a16="http://schemas.microsoft.com/office/drawing/2014/main" xmlns="" id="{A9812F35-8ACC-829C-0697-B04120175B6C}"/>
                </a:ext>
              </a:extLst>
            </p:cNvPr>
            <p:cNvSpPr/>
            <p:nvPr/>
          </p:nvSpPr>
          <p:spPr>
            <a:xfrm>
              <a:off x="4167480" y="106102"/>
              <a:ext cx="683895" cy="306070"/>
            </a:xfrm>
            <a:prstGeom prst="roundRect">
              <a:avLst/>
            </a:prstGeom>
            <a:solidFill>
              <a:srgbClr val="FA64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r>
                <a:rPr lang="en-US" altLang="zh-CN" sz="1200" b="1">
                  <a:solidFill>
                    <a:schemeClr val="bg1"/>
                  </a:solidFill>
                  <a:latin typeface="微软雅黑" panose="020B0503020204020204" pitchFamily="34" charset="-122"/>
                  <a:ea typeface="微软雅黑" panose="020B0503020204020204" pitchFamily="34" charset="-122"/>
                </a:rPr>
                <a:t>43</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41" name="矩形: 圆角 40">
              <a:extLst>
                <a:ext uri="{FF2B5EF4-FFF2-40B4-BE49-F238E27FC236}">
                  <a16:creationId xmlns:a16="http://schemas.microsoft.com/office/drawing/2014/main" xmlns="" id="{7DE15A98-EDB2-C7FF-61A7-96DEDAB71523}"/>
                </a:ext>
              </a:extLst>
            </p:cNvPr>
            <p:cNvSpPr/>
            <p:nvPr/>
          </p:nvSpPr>
          <p:spPr>
            <a:xfrm>
              <a:off x="2525691" y="0"/>
              <a:ext cx="684000" cy="305904"/>
            </a:xfrm>
            <a:prstGeom prst="roundRect">
              <a:avLst/>
            </a:prstGeom>
            <a:solidFill>
              <a:srgbClr val="FA64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r>
                <a:rPr lang="en-US" altLang="zh-CN" sz="1200" b="1">
                  <a:solidFill>
                    <a:schemeClr val="bg1"/>
                  </a:solidFill>
                  <a:latin typeface="微软雅黑" panose="020B0503020204020204" pitchFamily="34" charset="-122"/>
                  <a:ea typeface="微软雅黑" panose="020B0503020204020204" pitchFamily="34" charset="-122"/>
                </a:rPr>
                <a:t>323</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43" name="矩形: 圆角 42">
              <a:extLst>
                <a:ext uri="{FF2B5EF4-FFF2-40B4-BE49-F238E27FC236}">
                  <a16:creationId xmlns:a16="http://schemas.microsoft.com/office/drawing/2014/main" xmlns="" id="{ABDF2672-EBC4-0CDE-5AAB-66E0D312E43F}"/>
                </a:ext>
              </a:extLst>
            </p:cNvPr>
            <p:cNvSpPr/>
            <p:nvPr/>
          </p:nvSpPr>
          <p:spPr>
            <a:xfrm>
              <a:off x="1215156" y="373824"/>
              <a:ext cx="684000" cy="305904"/>
            </a:xfrm>
            <a:prstGeom prst="roundRect">
              <a:avLst/>
            </a:prstGeom>
            <a:solidFill>
              <a:srgbClr val="FA64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r>
                <a:rPr lang="en-US" altLang="zh-CN" sz="1200" b="1">
                  <a:solidFill>
                    <a:schemeClr val="bg1"/>
                  </a:solidFill>
                  <a:latin typeface="微软雅黑" panose="020B0503020204020204" pitchFamily="34" charset="-122"/>
                  <a:ea typeface="微软雅黑" panose="020B0503020204020204" pitchFamily="34" charset="-122"/>
                </a:rPr>
                <a:t>1316</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44" name="矩形: 圆角 43">
              <a:extLst>
                <a:ext uri="{FF2B5EF4-FFF2-40B4-BE49-F238E27FC236}">
                  <a16:creationId xmlns:a16="http://schemas.microsoft.com/office/drawing/2014/main" xmlns="" id="{9095EFD0-F729-5046-3769-A7EA0C7F2B0C}"/>
                </a:ext>
              </a:extLst>
            </p:cNvPr>
            <p:cNvSpPr/>
            <p:nvPr/>
          </p:nvSpPr>
          <p:spPr>
            <a:xfrm>
              <a:off x="639092" y="1745341"/>
              <a:ext cx="684000" cy="305904"/>
            </a:xfrm>
            <a:prstGeom prst="roundRect">
              <a:avLst/>
            </a:prstGeom>
            <a:solidFill>
              <a:srgbClr val="FA64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r>
                <a:rPr lang="en-US" altLang="zh-CN" sz="1200" b="1">
                  <a:solidFill>
                    <a:schemeClr val="bg1"/>
                  </a:solidFill>
                  <a:latin typeface="微软雅黑" panose="020B0503020204020204" pitchFamily="34" charset="-122"/>
                  <a:ea typeface="微软雅黑" panose="020B0503020204020204" pitchFamily="34" charset="-122"/>
                </a:rPr>
                <a:t>291</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46" name="矩形: 圆角 45">
              <a:extLst>
                <a:ext uri="{FF2B5EF4-FFF2-40B4-BE49-F238E27FC236}">
                  <a16:creationId xmlns:a16="http://schemas.microsoft.com/office/drawing/2014/main" xmlns="" id="{E7AD211E-BF24-C424-DC5D-D39DCC0702D3}"/>
                </a:ext>
              </a:extLst>
            </p:cNvPr>
            <p:cNvSpPr/>
            <p:nvPr/>
          </p:nvSpPr>
          <p:spPr>
            <a:xfrm>
              <a:off x="2345058" y="1987459"/>
              <a:ext cx="684000" cy="305904"/>
            </a:xfrm>
            <a:prstGeom prst="roundRect">
              <a:avLst/>
            </a:prstGeom>
            <a:solidFill>
              <a:srgbClr val="FA64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r>
                <a:rPr lang="en-US" altLang="zh-CN" sz="1200" b="1">
                  <a:solidFill>
                    <a:schemeClr val="bg1"/>
                  </a:solidFill>
                  <a:latin typeface="微软雅黑" panose="020B0503020204020204" pitchFamily="34" charset="-122"/>
                  <a:ea typeface="微软雅黑" panose="020B0503020204020204" pitchFamily="34" charset="-122"/>
                </a:rPr>
                <a:t>1833</a:t>
              </a:r>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47" name="矩形: 圆角 46">
              <a:extLst>
                <a:ext uri="{FF2B5EF4-FFF2-40B4-BE49-F238E27FC236}">
                  <a16:creationId xmlns:a16="http://schemas.microsoft.com/office/drawing/2014/main" xmlns="" id="{4A203D3D-7A0B-62D5-C954-2F991A9A549D}"/>
                </a:ext>
              </a:extLst>
            </p:cNvPr>
            <p:cNvSpPr/>
            <p:nvPr/>
          </p:nvSpPr>
          <p:spPr>
            <a:xfrm>
              <a:off x="3700901" y="1834507"/>
              <a:ext cx="684000" cy="305904"/>
            </a:xfrm>
            <a:prstGeom prst="roundRect">
              <a:avLst/>
            </a:prstGeom>
            <a:solidFill>
              <a:srgbClr val="FA6400"/>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r>
                <a:rPr lang="en-US" altLang="zh-CN" sz="1200" b="1">
                  <a:solidFill>
                    <a:schemeClr val="bg1"/>
                  </a:solidFill>
                  <a:latin typeface="微软雅黑" panose="020B0503020204020204" pitchFamily="34" charset="-122"/>
                  <a:ea typeface="微软雅黑" panose="020B0503020204020204" pitchFamily="34" charset="-122"/>
                </a:rPr>
                <a:t>215</a:t>
              </a:r>
              <a:endParaRPr lang="zh-CN" altLang="en-US" sz="1200" b="1">
                <a:solidFill>
                  <a:schemeClr val="bg1"/>
                </a:solidFill>
                <a:latin typeface="微软雅黑" panose="020B0503020204020204" pitchFamily="34" charset="-122"/>
                <a:ea typeface="微软雅黑" panose="020B0503020204020204" pitchFamily="34" charset="-122"/>
              </a:endParaRPr>
            </a:p>
          </p:txBody>
        </p:sp>
        <p:cxnSp>
          <p:nvCxnSpPr>
            <p:cNvPr id="48" name="直接箭头连接符 47">
              <a:extLst>
                <a:ext uri="{FF2B5EF4-FFF2-40B4-BE49-F238E27FC236}">
                  <a16:creationId xmlns:a16="http://schemas.microsoft.com/office/drawing/2014/main" xmlns="" id="{CC1986A1-78E8-5D08-33A6-884F705C3D7F}"/>
                </a:ext>
              </a:extLst>
            </p:cNvPr>
            <p:cNvCxnSpPr>
              <a:stCxn id="43" idx="2"/>
            </p:cNvCxnSpPr>
            <p:nvPr/>
          </p:nvCxnSpPr>
          <p:spPr>
            <a:xfrm>
              <a:off x="1557156" y="679728"/>
              <a:ext cx="968535" cy="68834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a:extLst>
                <a:ext uri="{FF2B5EF4-FFF2-40B4-BE49-F238E27FC236}">
                  <a16:creationId xmlns:a16="http://schemas.microsoft.com/office/drawing/2014/main" xmlns="" id="{BB67A356-FBFE-158C-1776-2A9111E1B1C3}"/>
                </a:ext>
              </a:extLst>
            </p:cNvPr>
            <p:cNvCxnSpPr>
              <a:stCxn id="38" idx="3"/>
            </p:cNvCxnSpPr>
            <p:nvPr/>
          </p:nvCxnSpPr>
          <p:spPr>
            <a:xfrm>
              <a:off x="684000" y="1149810"/>
              <a:ext cx="927043" cy="18412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直接箭头连接符 50">
              <a:extLst>
                <a:ext uri="{FF2B5EF4-FFF2-40B4-BE49-F238E27FC236}">
                  <a16:creationId xmlns:a16="http://schemas.microsoft.com/office/drawing/2014/main" xmlns="" id="{761F8817-7BD0-244F-BA13-998A4A50DC5C}"/>
                </a:ext>
              </a:extLst>
            </p:cNvPr>
            <p:cNvCxnSpPr>
              <a:stCxn id="44" idx="3"/>
            </p:cNvCxnSpPr>
            <p:nvPr/>
          </p:nvCxnSpPr>
          <p:spPr>
            <a:xfrm flipV="1">
              <a:off x="1323092" y="1804016"/>
              <a:ext cx="724980" cy="94277"/>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直接箭头连接符 51">
              <a:extLst>
                <a:ext uri="{FF2B5EF4-FFF2-40B4-BE49-F238E27FC236}">
                  <a16:creationId xmlns:a16="http://schemas.microsoft.com/office/drawing/2014/main" xmlns="" id="{B723DE6B-E9BF-9DFD-96C5-28732C187761}"/>
                </a:ext>
              </a:extLst>
            </p:cNvPr>
            <p:cNvCxnSpPr>
              <a:stCxn id="41" idx="2"/>
            </p:cNvCxnSpPr>
            <p:nvPr/>
          </p:nvCxnSpPr>
          <p:spPr>
            <a:xfrm flipH="1">
              <a:off x="2785849" y="305904"/>
              <a:ext cx="81842" cy="11115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直接箭头连接符 52">
              <a:extLst>
                <a:ext uri="{FF2B5EF4-FFF2-40B4-BE49-F238E27FC236}">
                  <a16:creationId xmlns:a16="http://schemas.microsoft.com/office/drawing/2014/main" xmlns="" id="{A7798DD1-DCD9-B442-29DF-F5AF427BAC9E}"/>
                </a:ext>
              </a:extLst>
            </p:cNvPr>
            <p:cNvCxnSpPr>
              <a:stCxn id="46" idx="0"/>
            </p:cNvCxnSpPr>
            <p:nvPr/>
          </p:nvCxnSpPr>
          <p:spPr>
            <a:xfrm flipV="1">
              <a:off x="2687058" y="1440740"/>
              <a:ext cx="32482" cy="54671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直接箭头连接符 53">
              <a:extLst>
                <a:ext uri="{FF2B5EF4-FFF2-40B4-BE49-F238E27FC236}">
                  <a16:creationId xmlns:a16="http://schemas.microsoft.com/office/drawing/2014/main" xmlns="" id="{047E21E6-4437-EC17-FC1B-1A7C09135FA2}"/>
                </a:ext>
              </a:extLst>
            </p:cNvPr>
            <p:cNvCxnSpPr>
              <a:stCxn id="47" idx="0"/>
            </p:cNvCxnSpPr>
            <p:nvPr/>
          </p:nvCxnSpPr>
          <p:spPr>
            <a:xfrm flipH="1" flipV="1">
              <a:off x="3177151" y="1542075"/>
              <a:ext cx="865750" cy="29243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直接箭头连接符 54">
              <a:extLst>
                <a:ext uri="{FF2B5EF4-FFF2-40B4-BE49-F238E27FC236}">
                  <a16:creationId xmlns:a16="http://schemas.microsoft.com/office/drawing/2014/main" xmlns="" id="{8F55FDCA-5D44-2FDB-F0F3-E5386ABD6C85}"/>
                </a:ext>
              </a:extLst>
            </p:cNvPr>
            <p:cNvCxnSpPr>
              <a:stCxn id="37" idx="1"/>
            </p:cNvCxnSpPr>
            <p:nvPr/>
          </p:nvCxnSpPr>
          <p:spPr>
            <a:xfrm flipH="1">
              <a:off x="3788890" y="1221162"/>
              <a:ext cx="663070" cy="14690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6" name="直接箭头连接符 55">
              <a:extLst>
                <a:ext uri="{FF2B5EF4-FFF2-40B4-BE49-F238E27FC236}">
                  <a16:creationId xmlns:a16="http://schemas.microsoft.com/office/drawing/2014/main" xmlns="" id="{0C2BEF9F-9571-62DC-EABB-F40480471F29}"/>
                </a:ext>
              </a:extLst>
            </p:cNvPr>
            <p:cNvCxnSpPr>
              <a:stCxn id="40" idx="2"/>
            </p:cNvCxnSpPr>
            <p:nvPr/>
          </p:nvCxnSpPr>
          <p:spPr>
            <a:xfrm flipH="1">
              <a:off x="3831347" y="412172"/>
              <a:ext cx="678081" cy="58881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30" name="图表 29"/>
          <p:cNvGraphicFramePr>
            <a:graphicFrameLocks/>
          </p:cNvGraphicFramePr>
          <p:nvPr>
            <p:extLst>
              <p:ext uri="{D42A27DB-BD31-4B8C-83A1-F6EECF244321}">
                <p14:modId xmlns:p14="http://schemas.microsoft.com/office/powerpoint/2010/main" val="1351079058"/>
              </p:ext>
            </p:extLst>
          </p:nvPr>
        </p:nvGraphicFramePr>
        <p:xfrm>
          <a:off x="766763" y="4145423"/>
          <a:ext cx="4395264" cy="2174032"/>
        </p:xfrm>
        <a:graphic>
          <a:graphicData uri="http://schemas.openxmlformats.org/drawingml/2006/chart">
            <c:chart xmlns:c="http://schemas.openxmlformats.org/drawingml/2006/chart" xmlns:r="http://schemas.openxmlformats.org/officeDocument/2006/relationships" r:id="rId5"/>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Text Box 2"/>
          <p:cNvSpPr txBox="1">
            <a:spLocks noChangeArrowheads="1"/>
          </p:cNvSpPr>
          <p:nvPr/>
        </p:nvSpPr>
        <p:spPr bwMode="auto">
          <a:xfrm>
            <a:off x="646441" y="1413485"/>
            <a:ext cx="5329238"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海外生产主要体现在摩洛哥磷酸盐公司、美盛公司、约旦磷酸盐矿业公司等企业，企业增产更多为了</a:t>
            </a:r>
            <a:r>
              <a:rPr lang="zh-CN" altLang="en-US" sz="1200" b="1" dirty="0">
                <a:latin typeface="微软雅黑" panose="020B0503020204020204" pitchFamily="34" charset="-122"/>
                <a:ea typeface="微软雅黑" panose="020B0503020204020204" pitchFamily="34" charset="-122"/>
              </a:rPr>
              <a:t>高附加值产品</a:t>
            </a:r>
            <a:r>
              <a:rPr lang="zh-CN" altLang="en-US" sz="1200" dirty="0">
                <a:latin typeface="微软雅黑" panose="020B0503020204020204" pitchFamily="34" charset="-122"/>
                <a:ea typeface="微软雅黑" panose="020B0503020204020204" pitchFamily="34" charset="-122"/>
              </a:rPr>
              <a:t>自生产需要，磷矿扩产多用于自有产品生产，全球磷矿供需仍然处于</a:t>
            </a:r>
            <a:r>
              <a:rPr lang="zh-CN" altLang="en-US" sz="1200" b="1" dirty="0">
                <a:latin typeface="微软雅黑" panose="020B0503020204020204" pitchFamily="34" charset="-122"/>
                <a:ea typeface="微软雅黑" panose="020B0503020204020204" pitchFamily="34" charset="-122"/>
              </a:rPr>
              <a:t>紧平衡状态</a:t>
            </a:r>
            <a:r>
              <a:rPr lang="zh-CN" altLang="en-US" sz="1200" dirty="0">
                <a:latin typeface="微软雅黑" panose="020B0503020204020204" pitchFamily="34" charset="-122"/>
                <a:ea typeface="微软雅黑" panose="020B0503020204020204" pitchFamily="34" charset="-122"/>
              </a:rPr>
              <a:t>，未来将向</a:t>
            </a:r>
            <a:r>
              <a:rPr lang="zh-CN" altLang="en-US" sz="1200" b="1" dirty="0">
                <a:latin typeface="微软雅黑" panose="020B0503020204020204" pitchFamily="34" charset="-122"/>
                <a:ea typeface="微软雅黑" panose="020B0503020204020204" pitchFamily="34" charset="-122"/>
              </a:rPr>
              <a:t>供不应求</a:t>
            </a:r>
            <a:r>
              <a:rPr lang="zh-CN" altLang="en-US" sz="1200" dirty="0">
                <a:latin typeface="微软雅黑" panose="020B0503020204020204" pitchFamily="34" charset="-122"/>
                <a:ea typeface="微软雅黑" panose="020B0503020204020204" pitchFamily="34" charset="-122"/>
              </a:rPr>
              <a:t>转变</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latin typeface="微软雅黑" panose="020B0503020204020204" pitchFamily="34" charset="-122"/>
                <a:ea typeface="微软雅黑" panose="020B0503020204020204" pitchFamily="34" charset="-122"/>
              </a:rPr>
              <a:t>海外供给仍目前保持稳定，短期增量较少</a:t>
            </a:r>
            <a:endParaRPr lang="zh-CN" altLang="en-US" sz="1200" dirty="0">
              <a:latin typeface="微软雅黑" panose="020B0503020204020204" pitchFamily="34" charset="-122"/>
              <a:ea typeface="微软雅黑" panose="020B0503020204020204" pitchFamily="34" charset="-122"/>
            </a:endParaRPr>
          </a:p>
        </p:txBody>
      </p:sp>
      <p:sp>
        <p:nvSpPr>
          <p:cNvPr id="13" name="文本框 12"/>
          <p:cNvSpPr txBox="1"/>
          <p:nvPr/>
        </p:nvSpPr>
        <p:spPr>
          <a:xfrm>
            <a:off x="1593034" y="389265"/>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海外：产能逐步恢复，谨慎扩产</a:t>
            </a:r>
          </a:p>
        </p:txBody>
      </p:sp>
      <p:sp>
        <p:nvSpPr>
          <p:cNvPr id="17" name="矩形 16"/>
          <p:cNvSpPr/>
          <p:nvPr/>
        </p:nvSpPr>
        <p:spPr>
          <a:xfrm>
            <a:off x="762289" y="3789363"/>
            <a:ext cx="3029456"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全球磷矿石企业产量较为集中</a:t>
            </a:r>
          </a:p>
        </p:txBody>
      </p:sp>
      <p:sp>
        <p:nvSpPr>
          <p:cNvPr id="23" name="TextBox 33"/>
          <p:cNvSpPr/>
          <p:nvPr/>
        </p:nvSpPr>
        <p:spPr bwMode="auto">
          <a:xfrm>
            <a:off x="0" y="6679937"/>
            <a:ext cx="10765607"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CRU-Phosphate-rock-market-outlook-</a:t>
            </a:r>
            <a:r>
              <a:rPr lang="en-US" altLang="zh-CN" sz="800" dirty="0" err="1">
                <a:solidFill>
                  <a:schemeClr val="bg1">
                    <a:lumMod val="50000"/>
                  </a:schemeClr>
                </a:solidFill>
                <a:latin typeface="微软雅黑" panose="020B0503020204020204" pitchFamily="34" charset="-122"/>
                <a:ea typeface="微软雅黑" panose="020B0503020204020204" pitchFamily="34" charset="-122"/>
                <a:sym typeface="+mn-ea"/>
              </a:rPr>
              <a:t>february</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-2021-pivot-database.</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OCP</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公司公告，美盛公司公告，</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JPMC</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公司公告，</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PA</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公司公告，</a:t>
            </a:r>
            <a:r>
              <a:rPr lang="en-US" altLang="zh-CN" sz="800" dirty="0" err="1">
                <a:solidFill>
                  <a:schemeClr val="bg1">
                    <a:lumMod val="50000"/>
                  </a:schemeClr>
                </a:solidFill>
                <a:latin typeface="微软雅黑" panose="020B0503020204020204" pitchFamily="34" charset="-122"/>
                <a:ea typeface="微软雅黑" panose="020B0503020204020204" pitchFamily="34" charset="-122"/>
                <a:sym typeface="+mn-ea"/>
              </a:rPr>
              <a:t>Maaden</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公司公告，中国驻摩洛哥大使馆</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摩洛哥投资报告，长江证券研究所</a:t>
            </a:r>
          </a:p>
        </p:txBody>
      </p:sp>
      <p:sp>
        <p:nvSpPr>
          <p:cNvPr id="14" name="矩形 13"/>
          <p:cNvSpPr/>
          <p:nvPr/>
        </p:nvSpPr>
        <p:spPr>
          <a:xfrm>
            <a:off x="6096002" y="3829325"/>
            <a:ext cx="3456383" cy="2724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海外产量预测</a:t>
            </a:r>
          </a:p>
        </p:txBody>
      </p:sp>
      <p:sp>
        <p:nvSpPr>
          <p:cNvPr id="15" name="矩形 14"/>
          <p:cNvSpPr/>
          <p:nvPr/>
        </p:nvSpPr>
        <p:spPr>
          <a:xfrm>
            <a:off x="6097589" y="1054101"/>
            <a:ext cx="3056577" cy="3317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主要企业扩产计划</a:t>
            </a:r>
          </a:p>
        </p:txBody>
      </p:sp>
      <p:sp>
        <p:nvSpPr>
          <p:cNvPr id="18"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海外供给难以缓释</a:t>
            </a:r>
          </a:p>
        </p:txBody>
      </p:sp>
      <p:graphicFrame>
        <p:nvGraphicFramePr>
          <p:cNvPr id="21" name="表格 20"/>
          <p:cNvGraphicFramePr>
            <a:graphicFrameLocks noGrp="1"/>
          </p:cNvGraphicFramePr>
          <p:nvPr>
            <p:custDataLst>
              <p:tags r:id="rId1"/>
            </p:custDataLst>
          </p:nvPr>
        </p:nvGraphicFramePr>
        <p:xfrm>
          <a:off x="6096002" y="1422505"/>
          <a:ext cx="5380141" cy="2366859"/>
        </p:xfrm>
        <a:graphic>
          <a:graphicData uri="http://schemas.openxmlformats.org/drawingml/2006/table">
            <a:tbl>
              <a:tblPr firstRow="1" firstCol="1" lastRow="1" lastCol="1" bandRow="1" bandCol="1"/>
              <a:tblGrid>
                <a:gridCol w="1161356">
                  <a:extLst>
                    <a:ext uri="{9D8B030D-6E8A-4147-A177-3AD203B41FA5}">
                      <a16:colId xmlns:a16="http://schemas.microsoft.com/office/drawing/2014/main" xmlns="" val="20000"/>
                    </a:ext>
                  </a:extLst>
                </a:gridCol>
                <a:gridCol w="4218785">
                  <a:extLst>
                    <a:ext uri="{9D8B030D-6E8A-4147-A177-3AD203B41FA5}">
                      <a16:colId xmlns:a16="http://schemas.microsoft.com/office/drawing/2014/main" xmlns="" val="20001"/>
                    </a:ext>
                  </a:extLst>
                </a:gridCol>
              </a:tblGrid>
              <a:tr h="290818">
                <a:tc>
                  <a:txBody>
                    <a:bodyPr/>
                    <a:lstStyle/>
                    <a:p>
                      <a:pPr algn="ctr" fontAlgn="b"/>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公司名称</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fontAlgn="b"/>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扩产计划</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extLst>
                  <a:ext uri="{0D108BD9-81ED-4DB2-BD59-A6C34878D82A}">
                    <a16:rowId xmlns:a16="http://schemas.microsoft.com/office/drawing/2014/main" xmlns="" val="10000"/>
                  </a:ext>
                </a:extLst>
              </a:tr>
              <a:tr h="290818">
                <a:tc>
                  <a:txBody>
                    <a:bodyPr/>
                    <a:lstStyle/>
                    <a:p>
                      <a:pPr algn="ctr" fontAlgn="b"/>
                      <a:r>
                        <a:rPr lang="en-US" sz="1100" b="1" i="0" u="none" strike="noStrike" dirty="0">
                          <a:solidFill>
                            <a:srgbClr val="000000"/>
                          </a:solidFill>
                          <a:effectLst/>
                          <a:latin typeface="微软雅黑" panose="020B0503020204020204" pitchFamily="34" charset="-122"/>
                          <a:ea typeface="微软雅黑" panose="020B0503020204020204" pitchFamily="34" charset="-122"/>
                        </a:rPr>
                        <a:t>OCP</a:t>
                      </a: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0" algn="ctr" defTabSz="914400" rtl="0" eaLnBrk="1" fontAlgn="b" latinLnBrk="0" hangingPunct="1">
                        <a:spcAft>
                          <a:spcPts val="0"/>
                        </a:spcAft>
                      </a:pP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计划到</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2030</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年磷矿石增产</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2000</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万吨</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年</a:t>
                      </a: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xmlns="" val="10001"/>
                  </a:ext>
                </a:extLst>
              </a:tr>
              <a:tr h="331133">
                <a:tc>
                  <a:txBody>
                    <a:bodyPr/>
                    <a:lstStyle/>
                    <a:p>
                      <a:pPr algn="ctr" fontAlgn="b"/>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美盛</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marL="0" algn="ctr" defTabSz="914400" rtl="0" eaLnBrk="1" fontAlgn="b" latinLnBrk="0" hangingPunct="1">
                        <a:spcAft>
                          <a:spcPts val="0"/>
                        </a:spcAft>
                      </a:pP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加大秘鲁矿产开发，预计增产</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400</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万吨</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年</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extLst>
                  <a:ext uri="{0D108BD9-81ED-4DB2-BD59-A6C34878D82A}">
                    <a16:rowId xmlns:a16="http://schemas.microsoft.com/office/drawing/2014/main" xmlns="" val="10002"/>
                  </a:ext>
                </a:extLst>
              </a:tr>
              <a:tr h="290818">
                <a:tc>
                  <a:txBody>
                    <a:bodyPr/>
                    <a:lstStyle/>
                    <a:p>
                      <a:pPr algn="ctr" fontAlgn="b"/>
                      <a:r>
                        <a:rPr lang="en-US" sz="1100" b="1" i="0" u="none" strike="noStrike" dirty="0">
                          <a:solidFill>
                            <a:srgbClr val="000000"/>
                          </a:solidFill>
                          <a:effectLst/>
                          <a:latin typeface="微软雅黑" panose="020B0503020204020204" pitchFamily="34" charset="-122"/>
                          <a:ea typeface="微软雅黑" panose="020B0503020204020204" pitchFamily="34" charset="-122"/>
                        </a:rPr>
                        <a:t>JPMC</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marL="0" algn="ctr" defTabSz="914400" rtl="0" eaLnBrk="1" fontAlgn="b" latinLnBrk="0" hangingPunct="1">
                        <a:spcAft>
                          <a:spcPts val="0"/>
                        </a:spcAft>
                      </a:pP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磷矿石年供应量恢复至</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1000</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万吨（</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+80</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万吨</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年）</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extLst>
                  <a:ext uri="{0D108BD9-81ED-4DB2-BD59-A6C34878D82A}">
                    <a16:rowId xmlns:a16="http://schemas.microsoft.com/office/drawing/2014/main" xmlns="" val="10003"/>
                  </a:ext>
                </a:extLst>
              </a:tr>
              <a:tr h="290818">
                <a:tc>
                  <a:txBody>
                    <a:bodyPr/>
                    <a:lstStyle/>
                    <a:p>
                      <a:pPr algn="ctr" fontAlgn="b"/>
                      <a:r>
                        <a:rPr lang="en-US" sz="1100" b="1" i="0" u="none" strike="noStrike" dirty="0" err="1">
                          <a:solidFill>
                            <a:srgbClr val="000000"/>
                          </a:solidFill>
                          <a:effectLst/>
                          <a:latin typeface="微软雅黑" panose="020B0503020204020204" pitchFamily="34" charset="-122"/>
                          <a:ea typeface="微软雅黑" panose="020B0503020204020204" pitchFamily="34" charset="-122"/>
                        </a:rPr>
                        <a:t>PhosAgro</a:t>
                      </a: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公司</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到</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2025</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年磷矿年供应量增加</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5%</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+60</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万吨</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年）</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4"/>
                  </a:ext>
                </a:extLst>
              </a:tr>
              <a:tr h="290818">
                <a:tc>
                  <a:txBody>
                    <a:bodyPr/>
                    <a:lstStyle/>
                    <a:p>
                      <a:pPr algn="ctr" fontAlgn="b"/>
                      <a:r>
                        <a:rPr lang="en-US" sz="1100" b="1" i="0" u="none" strike="noStrike" dirty="0" err="1">
                          <a:solidFill>
                            <a:srgbClr val="000000"/>
                          </a:solidFill>
                          <a:effectLst/>
                          <a:latin typeface="微软雅黑" panose="020B0503020204020204" pitchFamily="34" charset="-122"/>
                          <a:ea typeface="微软雅黑" panose="020B0503020204020204" pitchFamily="34" charset="-122"/>
                        </a:rPr>
                        <a:t>Maaden</a:t>
                      </a:r>
                      <a:endParaRPr lang="en-US" sz="11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到</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2025</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年新增产能</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300</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万吨</a:t>
                      </a:r>
                      <a:r>
                        <a:rPr lang="en-US"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a:t>
                      </a: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年</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5"/>
                  </a:ext>
                </a:extLst>
              </a:tr>
              <a:tr h="290818">
                <a:tc>
                  <a:txBody>
                    <a:bodyPr/>
                    <a:lstStyle/>
                    <a:p>
                      <a:pPr algn="ctr" fontAlgn="b"/>
                      <a:r>
                        <a:rPr lang="en-US" sz="1100" b="1" i="0" u="none" strike="noStrike" dirty="0">
                          <a:solidFill>
                            <a:srgbClr val="000000"/>
                          </a:solidFill>
                          <a:effectLst/>
                          <a:latin typeface="微软雅黑" panose="020B0503020204020204" pitchFamily="34" charset="-122"/>
                          <a:ea typeface="微软雅黑" panose="020B0503020204020204" pitchFamily="34" charset="-122"/>
                        </a:rPr>
                        <a:t>CPG</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受到国内政治环境影响，预计减产</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6"/>
                  </a:ext>
                </a:extLst>
              </a:tr>
              <a:tr h="290818">
                <a:tc>
                  <a:txBody>
                    <a:bodyPr/>
                    <a:lstStyle/>
                    <a:p>
                      <a:pPr algn="ctr" fontAlgn="b"/>
                      <a:r>
                        <a:rPr lang="en-US" sz="1100" b="1" i="0" u="none" strike="noStrike" dirty="0" err="1">
                          <a:solidFill>
                            <a:srgbClr val="000000"/>
                          </a:solidFill>
                          <a:effectLst/>
                          <a:latin typeface="微软雅黑" panose="020B0503020204020204" pitchFamily="34" charset="-122"/>
                          <a:ea typeface="微软雅黑" panose="020B0503020204020204" pitchFamily="34" charset="-122"/>
                        </a:rPr>
                        <a:t>Nutrien</a:t>
                      </a:r>
                      <a:endParaRPr lang="en-US" sz="11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sz="1100" b="1" i="0" u="none" strike="noStrike" kern="1200" dirty="0">
                          <a:solidFill>
                            <a:srgbClr val="000000"/>
                          </a:solidFill>
                          <a:effectLst/>
                          <a:latin typeface="微软雅黑" panose="020B0503020204020204" pitchFamily="34" charset="-122"/>
                          <a:ea typeface="微软雅黑" panose="020B0503020204020204" pitchFamily="34" charset="-122"/>
                          <a:cs typeface="+mn-cs"/>
                        </a:rPr>
                        <a:t>预计增产，未披露详细数据</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7"/>
                  </a:ext>
                </a:extLst>
              </a:tr>
            </a:tbl>
          </a:graphicData>
        </a:graphic>
      </p:graphicFrame>
      <p:graphicFrame>
        <p:nvGraphicFramePr>
          <p:cNvPr id="16" name="图表 15">
            <a:extLst>
              <a:ext uri="{FF2B5EF4-FFF2-40B4-BE49-F238E27FC236}">
                <a16:creationId xmlns:a16="http://schemas.microsoft.com/office/drawing/2014/main" xmlns="" id="{0EA156B9-05A1-4698-97CD-DB7996BFA2CB}"/>
              </a:ext>
            </a:extLst>
          </p:cNvPr>
          <p:cNvGraphicFramePr>
            <a:graphicFrameLocks/>
          </p:cNvGraphicFramePr>
          <p:nvPr>
            <p:extLst>
              <p:ext uri="{D42A27DB-BD31-4B8C-83A1-F6EECF244321}">
                <p14:modId xmlns:p14="http://schemas.microsoft.com/office/powerpoint/2010/main" val="1307158628"/>
              </p:ext>
            </p:extLst>
          </p:nvPr>
        </p:nvGraphicFramePr>
        <p:xfrm>
          <a:off x="646441" y="4149725"/>
          <a:ext cx="5022100" cy="22144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0" name="图表 19">
            <a:extLst>
              <a:ext uri="{FF2B5EF4-FFF2-40B4-BE49-F238E27FC236}">
                <a16:creationId xmlns:a16="http://schemas.microsoft.com/office/drawing/2014/main" xmlns="" id="{71274EFC-CDBD-4C9C-8D7F-A98B2A048D52}"/>
              </a:ext>
            </a:extLst>
          </p:cNvPr>
          <p:cNvGraphicFramePr>
            <a:graphicFrameLocks/>
          </p:cNvGraphicFramePr>
          <p:nvPr>
            <p:extLst>
              <p:ext uri="{D42A27DB-BD31-4B8C-83A1-F6EECF244321}">
                <p14:modId xmlns:p14="http://schemas.microsoft.com/office/powerpoint/2010/main" val="2982863307"/>
              </p:ext>
            </p:extLst>
          </p:nvPr>
        </p:nvGraphicFramePr>
        <p:xfrm>
          <a:off x="6098581" y="4149725"/>
          <a:ext cx="4735673" cy="2240573"/>
        </p:xfrm>
        <a:graphic>
          <a:graphicData uri="http://schemas.openxmlformats.org/drawingml/2006/chart">
            <c:chart xmlns:c="http://schemas.openxmlformats.org/drawingml/2006/chart" xmlns:r="http://schemas.openxmlformats.org/officeDocument/2006/relationships" r:id="rId5"/>
          </a:graphicData>
        </a:graphic>
      </p:graphicFrame>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Text Box 2"/>
          <p:cNvSpPr txBox="1">
            <a:spLocks noChangeArrowheads="1"/>
          </p:cNvSpPr>
          <p:nvPr/>
        </p:nvSpPr>
        <p:spPr bwMode="auto">
          <a:xfrm>
            <a:off x="702939" y="1367596"/>
            <a:ext cx="5260404" cy="1721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en-US" altLang="zh-CN" sz="1200" dirty="0">
                <a:latin typeface="微软雅黑" panose="020B0503020204020204" pitchFamily="34" charset="-122"/>
                <a:ea typeface="微软雅黑" panose="020B0503020204020204" pitchFamily="34" charset="-122"/>
              </a:rPr>
              <a:t>2016</a:t>
            </a:r>
            <a:r>
              <a:rPr lang="zh-CN" altLang="en-US" sz="1200" dirty="0">
                <a:latin typeface="微软雅黑" panose="020B0503020204020204" pitchFamily="34" charset="-122"/>
                <a:ea typeface="微软雅黑" panose="020B0503020204020204" pitchFamily="34" charset="-122"/>
              </a:rPr>
              <a:t>年以来三磷整治、环保督察等事件的影响，我国磷矿石产量自</a:t>
            </a:r>
            <a:r>
              <a:rPr lang="en-US" altLang="zh-CN" sz="1200" dirty="0">
                <a:latin typeface="微软雅黑" panose="020B0503020204020204" pitchFamily="34" charset="-122"/>
                <a:ea typeface="微软雅黑" panose="020B0503020204020204" pitchFamily="34" charset="-122"/>
              </a:rPr>
              <a:t>2017</a:t>
            </a:r>
            <a:r>
              <a:rPr lang="zh-CN" altLang="en-US" sz="1200" dirty="0">
                <a:latin typeface="微软雅黑" panose="020B0503020204020204" pitchFamily="34" charset="-122"/>
                <a:ea typeface="微软雅黑" panose="020B0503020204020204" pitchFamily="34" charset="-122"/>
              </a:rPr>
              <a:t>年以来持续缩减，</a:t>
            </a:r>
            <a:r>
              <a:rPr lang="en-US" altLang="zh-CN" sz="1200" dirty="0">
                <a:latin typeface="微软雅黑" panose="020B0503020204020204" pitchFamily="34" charset="-122"/>
                <a:ea typeface="微软雅黑" panose="020B0503020204020204" pitchFamily="34" charset="-122"/>
              </a:rPr>
              <a:t>2021</a:t>
            </a:r>
            <a:r>
              <a:rPr lang="zh-CN" altLang="en-US" sz="1200" dirty="0">
                <a:latin typeface="微软雅黑" panose="020B0503020204020204" pitchFamily="34" charset="-122"/>
                <a:ea typeface="微软雅黑" panose="020B0503020204020204" pitchFamily="34" charset="-122"/>
              </a:rPr>
              <a:t>年我国磷矿石的正常化运行，磷矿石产量恢复式增长，总产量</a:t>
            </a:r>
            <a:r>
              <a:rPr lang="en-US" altLang="zh-CN" sz="1200" dirty="0">
                <a:latin typeface="微软雅黑" panose="020B0503020204020204" pitchFamily="34" charset="-122"/>
                <a:ea typeface="微软雅黑" panose="020B0503020204020204" pitchFamily="34" charset="-122"/>
              </a:rPr>
              <a:t>9600</a:t>
            </a:r>
            <a:r>
              <a:rPr lang="zh-CN" altLang="en-US" sz="1200" dirty="0">
                <a:latin typeface="微软雅黑" panose="020B0503020204020204" pitchFamily="34" charset="-122"/>
                <a:ea typeface="微软雅黑" panose="020B0503020204020204" pitchFamily="34" charset="-122"/>
              </a:rPr>
              <a:t>万吨，同比上升</a:t>
            </a:r>
            <a:r>
              <a:rPr lang="en-US" altLang="zh-CN" sz="1200" dirty="0">
                <a:latin typeface="微软雅黑" panose="020B0503020204020204" pitchFamily="34" charset="-122"/>
                <a:ea typeface="微软雅黑" panose="020B0503020204020204" pitchFamily="34" charset="-122"/>
              </a:rPr>
              <a:t>7.9%</a:t>
            </a:r>
            <a:r>
              <a:rPr lang="zh-CN" altLang="en-US" sz="1200" dirty="0">
                <a:latin typeface="微软雅黑" panose="020B0503020204020204" pitchFamily="34" charset="-122"/>
                <a:ea typeface="微软雅黑" panose="020B0503020204020204" pitchFamily="34" charset="-122"/>
              </a:rPr>
              <a:t>，但受下游需求的持续拉动，行业</a:t>
            </a:r>
            <a:r>
              <a:rPr lang="zh-CN" altLang="en-US" sz="1200" b="1" dirty="0">
                <a:latin typeface="微软雅黑" panose="020B0503020204020204" pitchFamily="34" charset="-122"/>
                <a:ea typeface="微软雅黑" panose="020B0503020204020204" pitchFamily="34" charset="-122"/>
              </a:rPr>
              <a:t>产品仍供不应求</a:t>
            </a:r>
            <a:endParaRPr lang="en-US" altLang="zh-CN" sz="1200" b="1"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获得采矿权到完全形成产能需要</a:t>
            </a:r>
            <a:r>
              <a:rPr lang="en-US" altLang="zh-CN" sz="1200" b="1" dirty="0">
                <a:latin typeface="微软雅黑" panose="020B0503020204020204" pitchFamily="34" charset="-122"/>
                <a:ea typeface="微软雅黑" panose="020B0503020204020204" pitchFamily="34" charset="-122"/>
              </a:rPr>
              <a:t>2-4</a:t>
            </a:r>
            <a:r>
              <a:rPr lang="zh-CN" altLang="en-US" sz="1200" b="1" dirty="0">
                <a:latin typeface="微软雅黑" panose="020B0503020204020204" pitchFamily="34" charset="-122"/>
                <a:ea typeface="微软雅黑" panose="020B0503020204020204" pitchFamily="34" charset="-122"/>
              </a:rPr>
              <a:t>年</a:t>
            </a:r>
            <a:r>
              <a:rPr lang="zh-CN" altLang="en-US" sz="1200" dirty="0">
                <a:latin typeface="微软雅黑" panose="020B0503020204020204" pitchFamily="34" charset="-122"/>
                <a:ea typeface="微软雅黑" panose="020B0503020204020204" pitchFamily="34" charset="-122"/>
              </a:rPr>
              <a:t>左右，每年投放额度受到限制，新增产能基本在</a:t>
            </a:r>
            <a:r>
              <a:rPr lang="en-US" altLang="zh-CN" sz="1200" b="1" dirty="0">
                <a:latin typeface="微软雅黑" panose="020B0503020204020204" pitchFamily="34" charset="-122"/>
                <a:ea typeface="微软雅黑" panose="020B0503020204020204" pitchFamily="34" charset="-122"/>
              </a:rPr>
              <a:t>2023-2025</a:t>
            </a:r>
            <a:r>
              <a:rPr lang="zh-CN" altLang="en-US" sz="1200" b="1" dirty="0">
                <a:latin typeface="微软雅黑" panose="020B0503020204020204" pitchFamily="34" charset="-122"/>
                <a:ea typeface="微软雅黑" panose="020B0503020204020204" pitchFamily="34" charset="-122"/>
              </a:rPr>
              <a:t>年</a:t>
            </a:r>
            <a:r>
              <a:rPr lang="zh-CN" altLang="en-US" sz="1200" dirty="0">
                <a:latin typeface="微软雅黑" panose="020B0503020204020204" pitchFamily="34" charset="-122"/>
                <a:ea typeface="微软雅黑" panose="020B0503020204020204" pitchFamily="34" charset="-122"/>
              </a:rPr>
              <a:t>投放</a:t>
            </a:r>
          </a:p>
        </p:txBody>
      </p:sp>
      <p:sp>
        <p:nvSpPr>
          <p:cNvPr id="13" name="文本框 12"/>
          <p:cNvSpPr txBox="1"/>
          <p:nvPr/>
        </p:nvSpPr>
        <p:spPr>
          <a:xfrm>
            <a:off x="1530890" y="389265"/>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国内：国内产量缩减，政策限制开发</a:t>
            </a:r>
          </a:p>
        </p:txBody>
      </p:sp>
      <p:sp>
        <p:nvSpPr>
          <p:cNvPr id="17" name="矩形 16"/>
          <p:cNvSpPr/>
          <p:nvPr/>
        </p:nvSpPr>
        <p:spPr>
          <a:xfrm>
            <a:off x="744743" y="3417608"/>
            <a:ext cx="3439039" cy="3319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我国磷矿石行业新增规划产能</a:t>
            </a:r>
          </a:p>
        </p:txBody>
      </p:sp>
      <p:sp>
        <p:nvSpPr>
          <p:cNvPr id="20" name="矩形 19"/>
          <p:cNvSpPr/>
          <p:nvPr/>
        </p:nvSpPr>
        <p:spPr>
          <a:xfrm>
            <a:off x="6391361" y="1054101"/>
            <a:ext cx="3894172" cy="2836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我国磷矿石产量及增速</a:t>
            </a:r>
          </a:p>
        </p:txBody>
      </p:sp>
      <p:sp>
        <p:nvSpPr>
          <p:cNvPr id="23" name="TextBox 33"/>
          <p:cNvSpPr/>
          <p:nvPr/>
        </p:nvSpPr>
        <p:spPr bwMode="auto">
          <a:xfrm>
            <a:off x="-45720" y="6692036"/>
            <a:ext cx="12110720" cy="220814"/>
          </a:xfrm>
          <a:prstGeom prst="rect">
            <a:avLst/>
          </a:prstGeom>
          <a:noFill/>
          <a:ln w="9525">
            <a:noFill/>
            <a:miter lim="800000"/>
          </a:ln>
          <a:effectLst>
            <a:prstShdw prst="shdw17" dist="17961" dir="2700000">
              <a:schemeClr val="accent1">
                <a:gamma/>
                <a:shade val="60000"/>
                <a:invGamma/>
              </a:schemeClr>
            </a:prstShdw>
          </a:effectLst>
        </p:spPr>
        <p:txBody>
          <a:bodyPr wrap="squar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资料来源：兴发集团公告，川恒股份公司公告，川发龙蟒公司公告，湖北宜化公司公告，司尔特公司公告，云图控股公司公告，</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，国家统计局，长江证券研究所    注：川发龙蟒</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250</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万吨</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年新产能为大股东注入，属于现有产能，故不统计进总新增产能</a:t>
            </a:r>
          </a:p>
        </p:txBody>
      </p:sp>
      <p:sp>
        <p:nvSpPr>
          <p:cNvPr id="14" name="矩形 13"/>
          <p:cNvSpPr/>
          <p:nvPr/>
        </p:nvSpPr>
        <p:spPr>
          <a:xfrm>
            <a:off x="6391361" y="3752334"/>
            <a:ext cx="3600399" cy="2836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我国磷矿石行业库存</a:t>
            </a:r>
          </a:p>
        </p:txBody>
      </p:sp>
      <p:sp>
        <p:nvSpPr>
          <p:cNvPr id="12"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供给现状</a:t>
            </a:r>
          </a:p>
        </p:txBody>
      </p:sp>
      <p:graphicFrame>
        <p:nvGraphicFramePr>
          <p:cNvPr id="2" name="表格 1"/>
          <p:cNvGraphicFramePr>
            <a:graphicFrameLocks noGrp="1"/>
          </p:cNvGraphicFramePr>
          <p:nvPr>
            <p:custDataLst>
              <p:tags r:id="rId1"/>
            </p:custDataLst>
            <p:extLst>
              <p:ext uri="{D42A27DB-BD31-4B8C-83A1-F6EECF244321}">
                <p14:modId xmlns:p14="http://schemas.microsoft.com/office/powerpoint/2010/main" val="2515629376"/>
              </p:ext>
            </p:extLst>
          </p:nvPr>
        </p:nvGraphicFramePr>
        <p:xfrm>
          <a:off x="762289" y="3789362"/>
          <a:ext cx="5335298" cy="2611273"/>
        </p:xfrm>
        <a:graphic>
          <a:graphicData uri="http://schemas.openxmlformats.org/drawingml/2006/table">
            <a:tbl>
              <a:tblPr firstRow="1" firstCol="1" lastRow="1" lastCol="1" bandRow="1" bandCol="1"/>
              <a:tblGrid>
                <a:gridCol w="731660">
                  <a:extLst>
                    <a:ext uri="{9D8B030D-6E8A-4147-A177-3AD203B41FA5}">
                      <a16:colId xmlns:a16="http://schemas.microsoft.com/office/drawing/2014/main" xmlns="" val="20000"/>
                    </a:ext>
                  </a:extLst>
                </a:gridCol>
                <a:gridCol w="2258743">
                  <a:extLst>
                    <a:ext uri="{9D8B030D-6E8A-4147-A177-3AD203B41FA5}">
                      <a16:colId xmlns:a16="http://schemas.microsoft.com/office/drawing/2014/main" xmlns="" val="20001"/>
                    </a:ext>
                  </a:extLst>
                </a:gridCol>
                <a:gridCol w="2344895">
                  <a:extLst>
                    <a:ext uri="{9D8B030D-6E8A-4147-A177-3AD203B41FA5}">
                      <a16:colId xmlns:a16="http://schemas.microsoft.com/office/drawing/2014/main" xmlns="" val="20002"/>
                    </a:ext>
                  </a:extLst>
                </a:gridCol>
              </a:tblGrid>
              <a:tr h="314391">
                <a:tc>
                  <a:txBody>
                    <a:bodyPr/>
                    <a:lstStyle/>
                    <a:p>
                      <a:pPr algn="ctr" fontAlgn="b"/>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公司名称</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fontAlgn="b"/>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新增产能（万吨</a:t>
                      </a:r>
                      <a:r>
                        <a:rPr lang="en-US" altLang="zh-CN" sz="1100" b="1" i="0" u="none" strike="noStrike" dirty="0">
                          <a:solidFill>
                            <a:schemeClr val="bg1"/>
                          </a:solidFill>
                          <a:effectLst/>
                          <a:latin typeface="微软雅黑" panose="020B0503020204020204" pitchFamily="34" charset="-122"/>
                          <a:ea typeface="微软雅黑" panose="020B0503020204020204" pitchFamily="34" charset="-122"/>
                        </a:rPr>
                        <a:t>/</a:t>
                      </a:r>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年）</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fontAlgn="b"/>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预计投放时间</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extLst>
                  <a:ext uri="{0D108BD9-81ED-4DB2-BD59-A6C34878D82A}">
                    <a16:rowId xmlns:a16="http://schemas.microsoft.com/office/drawing/2014/main" xmlns="" val="10000"/>
                  </a:ext>
                </a:extLst>
              </a:tr>
              <a:tr h="314404">
                <a:tc>
                  <a:txBody>
                    <a:bodyPr/>
                    <a:lstStyle/>
                    <a:p>
                      <a:pPr algn="ctr" fontAlgn="b"/>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兴发集团</a:t>
                      </a: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200</a:t>
                      </a:r>
                      <a:endPar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2022</a:t>
                      </a: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年</a:t>
                      </a:r>
                      <a:r>
                        <a:rPr lang="zh-CN" alt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底</a:t>
                      </a:r>
                      <a:endPar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1"/>
                  </a:ext>
                </a:extLst>
              </a:tr>
              <a:tr h="362457">
                <a:tc>
                  <a:txBody>
                    <a:bodyPr/>
                    <a:lstStyle/>
                    <a:p>
                      <a:pPr algn="ctr" fontAlgn="b"/>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川恒股份</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鸡公岭磷矿</a:t>
                      </a: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250</a:t>
                      </a: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；老虎洞磷矿</a:t>
                      </a: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500</a:t>
                      </a: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，持股</a:t>
                      </a: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49%</a:t>
                      </a:r>
                      <a:endPar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鸡公岭</a:t>
                      </a: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250</a:t>
                      </a: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万吨</a:t>
                      </a: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年产能建设中；老虎洞磷矿正在进行基础设施建设</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2"/>
                  </a:ext>
                </a:extLst>
              </a:tr>
              <a:tr h="362457">
                <a:tc>
                  <a:txBody>
                    <a:bodyPr/>
                    <a:lstStyle/>
                    <a:p>
                      <a:pPr algn="ctr" fontAlgn="b"/>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川发龙蟒</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250</a:t>
                      </a:r>
                      <a:r>
                        <a:rPr lang="zh-CN" alt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；老虎洞磷矿</a:t>
                      </a: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500</a:t>
                      </a: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，持股</a:t>
                      </a: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51%</a:t>
                      </a:r>
                      <a:endPar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大股东</a:t>
                      </a: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250</a:t>
                      </a: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万吨</a:t>
                      </a: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年磷矿正在注入；老虎洞磷矿正在进行基础设施建设</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3"/>
                  </a:ext>
                </a:extLst>
              </a:tr>
              <a:tr h="314391">
                <a:tc>
                  <a:txBody>
                    <a:bodyPr/>
                    <a:lstStyle/>
                    <a:p>
                      <a:pPr marL="0" algn="ctr" defTabSz="914400" rtl="0" eaLnBrk="1" fontAlgn="b" latinLnBrk="0" hangingPunct="1">
                        <a:spcAft>
                          <a:spcPts val="0"/>
                        </a:spcAft>
                      </a:pPr>
                      <a:r>
                        <a:rPr lang="zh-CN" altLang="en-US"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湖北宜化</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150</a:t>
                      </a:r>
                      <a:endPar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建设中</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4"/>
                  </a:ext>
                </a:extLst>
              </a:tr>
              <a:tr h="314391">
                <a:tc>
                  <a:txBody>
                    <a:bodyPr/>
                    <a:lstStyle/>
                    <a:p>
                      <a:pPr marL="0" algn="ctr" defTabSz="914400" rtl="0" eaLnBrk="1" fontAlgn="b" latinLnBrk="0" hangingPunct="1">
                        <a:spcAft>
                          <a:spcPts val="0"/>
                        </a:spcAft>
                      </a:pPr>
                      <a:r>
                        <a:rPr lang="zh-CN" altLang="en-US"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司尔特</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300</a:t>
                      </a:r>
                      <a:endPar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推进中</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5"/>
                  </a:ext>
                </a:extLst>
              </a:tr>
              <a:tr h="314391">
                <a:tc>
                  <a:txBody>
                    <a:bodyPr/>
                    <a:lstStyle/>
                    <a:p>
                      <a:pPr marL="0" algn="ctr" defTabSz="914400" rtl="0" eaLnBrk="1" fontAlgn="b" latinLnBrk="0" hangingPunct="1">
                        <a:spcAft>
                          <a:spcPts val="0"/>
                        </a:spcAft>
                      </a:pPr>
                      <a:r>
                        <a:rPr lang="zh-CN" altLang="en-US"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云图控股</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400</a:t>
                      </a:r>
                      <a:endPar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spcAft>
                          <a:spcPts val="0"/>
                        </a:spcAft>
                      </a:pPr>
                      <a:r>
                        <a:rPr lang="zh-CN" altLang="en-US"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刚刚取得采矿证</a:t>
                      </a:r>
                      <a:endParaRPr lang="zh-CN" sz="1100" b="0"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6"/>
                  </a:ext>
                </a:extLst>
              </a:tr>
              <a:tr h="314391">
                <a:tc>
                  <a:txBody>
                    <a:bodyPr/>
                    <a:lstStyle/>
                    <a:p>
                      <a:pPr algn="ctr" fontAlgn="b"/>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合计</a:t>
                      </a:r>
                      <a:endParaRPr lang="en-US" sz="1100" b="1" i="0" u="none" strike="noStrike" dirty="0">
                        <a:solidFill>
                          <a:srgbClr val="000000"/>
                        </a:solidFill>
                        <a:effectLst/>
                        <a:latin typeface="微软雅黑" panose="020B0503020204020204" pitchFamily="34" charset="-122"/>
                        <a:ea typeface="微软雅黑" panose="020B0503020204020204" pitchFamily="34"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CD03"/>
                    </a:solidFill>
                  </a:tcPr>
                </a:tc>
                <a:tc>
                  <a:txBody>
                    <a:bodyPr/>
                    <a:lstStyle/>
                    <a:p>
                      <a:pPr marL="0" algn="ctr" defTabSz="914400" rtl="0" eaLnBrk="1" fontAlgn="b" latinLnBrk="0" hangingPunct="1">
                        <a:spcAft>
                          <a:spcPts val="0"/>
                        </a:spcAft>
                      </a:pPr>
                      <a:r>
                        <a:rPr lang="en-US"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1800</a:t>
                      </a:r>
                      <a:endParaRPr lang="zh-CN"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CD03"/>
                    </a:solidFill>
                  </a:tcPr>
                </a:tc>
                <a:tc>
                  <a:txBody>
                    <a:bodyPr/>
                    <a:lstStyle/>
                    <a:p>
                      <a:pPr marL="0" algn="ctr" defTabSz="914400" rtl="0" eaLnBrk="1" fontAlgn="b" latinLnBrk="0" hangingPunct="1">
                        <a:spcAft>
                          <a:spcPts val="0"/>
                        </a:spcAft>
                      </a:pPr>
                      <a:endParaRPr lang="zh-CN" sz="1100" b="1" kern="100" dirty="0">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CD03"/>
                    </a:solidFill>
                  </a:tcPr>
                </a:tc>
                <a:extLst>
                  <a:ext uri="{0D108BD9-81ED-4DB2-BD59-A6C34878D82A}">
                    <a16:rowId xmlns:a16="http://schemas.microsoft.com/office/drawing/2014/main" xmlns="" val="10007"/>
                  </a:ext>
                </a:extLst>
              </a:tr>
            </a:tbl>
          </a:graphicData>
        </a:graphic>
      </p:graphicFrame>
      <p:graphicFrame>
        <p:nvGraphicFramePr>
          <p:cNvPr id="4" name="图表 3">
            <a:extLst>
              <a:ext uri="{FF2B5EF4-FFF2-40B4-BE49-F238E27FC236}">
                <a16:creationId xmlns:a16="http://schemas.microsoft.com/office/drawing/2014/main" xmlns="" id="{7F8EF24E-229F-39AE-686A-7D3A4F256D5C}"/>
              </a:ext>
            </a:extLst>
          </p:cNvPr>
          <p:cNvGraphicFramePr>
            <a:graphicFrameLocks/>
          </p:cNvGraphicFramePr>
          <p:nvPr>
            <p:extLst>
              <p:ext uri="{D42A27DB-BD31-4B8C-83A1-F6EECF244321}">
                <p14:modId xmlns:p14="http://schemas.microsoft.com/office/powerpoint/2010/main" val="679158264"/>
              </p:ext>
            </p:extLst>
          </p:nvPr>
        </p:nvGraphicFramePr>
        <p:xfrm>
          <a:off x="6391360" y="4136720"/>
          <a:ext cx="4779819" cy="22506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图表 14">
            <a:extLst>
              <a:ext uri="{FF2B5EF4-FFF2-40B4-BE49-F238E27FC236}">
                <a16:creationId xmlns:a16="http://schemas.microsoft.com/office/drawing/2014/main" xmlns="" id="{00000000-0008-0000-1700-000010000000}"/>
              </a:ext>
            </a:extLst>
          </p:cNvPr>
          <p:cNvGraphicFramePr>
            <a:graphicFrameLocks/>
          </p:cNvGraphicFramePr>
          <p:nvPr>
            <p:extLst>
              <p:ext uri="{D42A27DB-BD31-4B8C-83A1-F6EECF244321}">
                <p14:modId xmlns:p14="http://schemas.microsoft.com/office/powerpoint/2010/main" val="3432129824"/>
              </p:ext>
            </p:extLst>
          </p:nvPr>
        </p:nvGraphicFramePr>
        <p:xfrm>
          <a:off x="6391361" y="1450212"/>
          <a:ext cx="4390551" cy="2156422"/>
        </p:xfrm>
        <a:graphic>
          <a:graphicData uri="http://schemas.openxmlformats.org/drawingml/2006/chart">
            <c:chart xmlns:c="http://schemas.openxmlformats.org/drawingml/2006/chart" xmlns:r="http://schemas.openxmlformats.org/officeDocument/2006/relationships" r:id="rId5"/>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26" name="Text Box 2"/>
          <p:cNvSpPr txBox="1">
            <a:spLocks noChangeArrowheads="1"/>
          </p:cNvSpPr>
          <p:nvPr/>
        </p:nvSpPr>
        <p:spPr bwMode="auto">
          <a:xfrm>
            <a:off x="762288" y="1370833"/>
            <a:ext cx="5329238"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国内将磷矿定为</a:t>
            </a:r>
            <a:r>
              <a:rPr lang="zh-CN" altLang="en-US" sz="1200" b="1" dirty="0">
                <a:latin typeface="微软雅黑" panose="020B0503020204020204" pitchFamily="34" charset="-122"/>
                <a:ea typeface="微软雅黑" panose="020B0503020204020204" pitchFamily="34" charset="-122"/>
              </a:rPr>
              <a:t>战略性矿产资源</a:t>
            </a:r>
            <a:r>
              <a:rPr lang="zh-CN" altLang="en-US" sz="1200" dirty="0">
                <a:latin typeface="微软雅黑" panose="020B0503020204020204" pitchFamily="34" charset="-122"/>
                <a:ea typeface="微软雅黑" panose="020B0503020204020204" pitchFamily="34" charset="-122"/>
              </a:rPr>
              <a:t>，我国储采比仅为</a:t>
            </a:r>
            <a:r>
              <a:rPr lang="en-US" altLang="zh-CN" sz="1200" b="1" dirty="0">
                <a:latin typeface="微软雅黑" panose="020B0503020204020204" pitchFamily="34" charset="-122"/>
                <a:ea typeface="微软雅黑" panose="020B0503020204020204" pitchFamily="34" charset="-122"/>
              </a:rPr>
              <a:t>38</a:t>
            </a:r>
            <a:r>
              <a:rPr lang="zh-CN" altLang="en-US" sz="1200" b="1" dirty="0">
                <a:latin typeface="微软雅黑" panose="020B0503020204020204" pitchFamily="34" charset="-122"/>
                <a:ea typeface="微软雅黑" panose="020B0503020204020204" pitchFamily="34" charset="-122"/>
              </a:rPr>
              <a:t>年</a:t>
            </a:r>
            <a:r>
              <a:rPr lang="zh-CN" altLang="en-US" sz="1200" dirty="0">
                <a:latin typeface="微软雅黑" panose="020B0503020204020204" pitchFamily="34" charset="-122"/>
                <a:ea typeface="微软雅黑" panose="020B0503020204020204" pitchFamily="34" charset="-122"/>
              </a:rPr>
              <a:t>，国家对新增磷矿开发进行限定规划</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环境整治中小磷矿关停，行业处于整合阶段，未来仍将持续</a:t>
            </a:r>
            <a:endParaRPr lang="en-US" altLang="zh-CN" sz="1200"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en-US" altLang="zh-CN" sz="1200" dirty="0">
                <a:latin typeface="微软雅黑" panose="020B0503020204020204" pitchFamily="34" charset="-122"/>
                <a:ea typeface="微软雅黑" panose="020B0503020204020204" pitchFamily="34" charset="-122"/>
              </a:rPr>
              <a:t>《</a:t>
            </a:r>
            <a:r>
              <a:rPr lang="zh-CN" altLang="en-US" sz="1200" dirty="0">
                <a:latin typeface="微软雅黑" panose="020B0503020204020204" pitchFamily="34" charset="-122"/>
                <a:ea typeface="微软雅黑" panose="020B0503020204020204" pitchFamily="34" charset="-122"/>
              </a:rPr>
              <a:t>全国矿产资源规划</a:t>
            </a:r>
            <a:r>
              <a:rPr lang="en-US" altLang="zh-CN" sz="1200" dirty="0">
                <a:latin typeface="微软雅黑" panose="020B0503020204020204" pitchFamily="34" charset="-122"/>
                <a:ea typeface="微软雅黑" panose="020B0503020204020204" pitchFamily="34" charset="-122"/>
              </a:rPr>
              <a:t>2021-2025》</a:t>
            </a:r>
            <a:r>
              <a:rPr lang="zh-CN" altLang="en-US" sz="1200" dirty="0">
                <a:latin typeface="微软雅黑" panose="020B0503020204020204" pitchFamily="34" charset="-122"/>
                <a:ea typeface="微软雅黑" panose="020B0503020204020204" pitchFamily="34" charset="-122"/>
              </a:rPr>
              <a:t>即将发布，依据矿产丰富度和新增产地预计将在</a:t>
            </a:r>
            <a:r>
              <a:rPr lang="zh-CN" altLang="en-US" sz="1200" b="1" dirty="0">
                <a:latin typeface="微软雅黑" panose="020B0503020204020204" pitchFamily="34" charset="-122"/>
                <a:ea typeface="微软雅黑" panose="020B0503020204020204" pitchFamily="34" charset="-122"/>
              </a:rPr>
              <a:t>贵州福泉</a:t>
            </a:r>
            <a:r>
              <a:rPr lang="zh-CN" altLang="en-US" sz="1200"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湖北襄阳</a:t>
            </a:r>
            <a:r>
              <a:rPr lang="en-US" altLang="zh-CN" sz="1200" b="1"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宜昌</a:t>
            </a:r>
            <a:r>
              <a:rPr lang="zh-CN" altLang="en-US" sz="1200"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云南镇雄</a:t>
            </a:r>
            <a:r>
              <a:rPr lang="zh-CN" altLang="en-US" sz="1200" dirty="0">
                <a:latin typeface="微软雅黑" panose="020B0503020204020204" pitchFamily="34" charset="-122"/>
                <a:ea typeface="微软雅黑" panose="020B0503020204020204" pitchFamily="34" charset="-122"/>
              </a:rPr>
              <a:t>和</a:t>
            </a:r>
            <a:r>
              <a:rPr lang="zh-CN" altLang="en-US" sz="1200" b="1" dirty="0">
                <a:latin typeface="微软雅黑" panose="020B0503020204020204" pitchFamily="34" charset="-122"/>
                <a:ea typeface="微软雅黑" panose="020B0503020204020204" pitchFamily="34" charset="-122"/>
              </a:rPr>
              <a:t>四川什邡</a:t>
            </a:r>
            <a:endParaRPr lang="en-US" altLang="zh-CN" sz="1200" b="1" dirty="0">
              <a:latin typeface="微软雅黑" panose="020B0503020204020204" pitchFamily="34" charset="-122"/>
              <a:ea typeface="微软雅黑" panose="020B0503020204020204" pitchFamily="34" charset="-122"/>
            </a:endParaRPr>
          </a:p>
        </p:txBody>
      </p:sp>
      <p:sp>
        <p:nvSpPr>
          <p:cNvPr id="13" name="文本框 12"/>
          <p:cNvSpPr txBox="1"/>
          <p:nvPr/>
        </p:nvSpPr>
        <p:spPr>
          <a:xfrm>
            <a:off x="1530890" y="389265"/>
            <a:ext cx="867621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国内：限制政策持续，新增产能长期有限</a:t>
            </a:r>
          </a:p>
        </p:txBody>
      </p:sp>
      <p:sp>
        <p:nvSpPr>
          <p:cNvPr id="17" name="矩形 16"/>
          <p:cNvSpPr/>
          <p:nvPr/>
        </p:nvSpPr>
        <p:spPr>
          <a:xfrm>
            <a:off x="766763" y="2858816"/>
            <a:ext cx="3029456"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相关政策限制开发</a:t>
            </a:r>
          </a:p>
        </p:txBody>
      </p:sp>
      <p:sp>
        <p:nvSpPr>
          <p:cNvPr id="23" name="TextBox 33"/>
          <p:cNvSpPr/>
          <p:nvPr/>
        </p:nvSpPr>
        <p:spPr bwMode="auto">
          <a:xfrm>
            <a:off x="0" y="6681814"/>
            <a:ext cx="4661372"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，华经产业研究院，国土资源部，磷矿的分布、特征与开发现状，长江证券研究所</a:t>
            </a:r>
          </a:p>
        </p:txBody>
      </p:sp>
      <p:sp>
        <p:nvSpPr>
          <p:cNvPr id="14" name="矩形 13"/>
          <p:cNvSpPr/>
          <p:nvPr/>
        </p:nvSpPr>
        <p:spPr>
          <a:xfrm>
            <a:off x="6948121" y="3650756"/>
            <a:ext cx="3456383" cy="2724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中国磷矿主要分布集中在湖北贵州等</a:t>
            </a:r>
          </a:p>
        </p:txBody>
      </p:sp>
      <p:sp>
        <p:nvSpPr>
          <p:cNvPr id="15" name="矩形 14"/>
          <p:cNvSpPr/>
          <p:nvPr/>
        </p:nvSpPr>
        <p:spPr>
          <a:xfrm>
            <a:off x="6948121" y="1216944"/>
            <a:ext cx="3310780" cy="307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自然资源规划对磷矿开发十分慎重</a:t>
            </a:r>
          </a:p>
        </p:txBody>
      </p:sp>
      <p:sp>
        <p:nvSpPr>
          <p:cNvPr id="18"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国内限制开发，未来新增量少</a:t>
            </a:r>
          </a:p>
        </p:txBody>
      </p:sp>
      <p:graphicFrame>
        <p:nvGraphicFramePr>
          <p:cNvPr id="3" name="表格 2"/>
          <p:cNvGraphicFramePr>
            <a:graphicFrameLocks noGrp="1"/>
          </p:cNvGraphicFramePr>
          <p:nvPr>
            <p:extLst>
              <p:ext uri="{D42A27DB-BD31-4B8C-83A1-F6EECF244321}">
                <p14:modId xmlns:p14="http://schemas.microsoft.com/office/powerpoint/2010/main" val="2746728840"/>
              </p:ext>
            </p:extLst>
          </p:nvPr>
        </p:nvGraphicFramePr>
        <p:xfrm>
          <a:off x="7102977" y="1566461"/>
          <a:ext cx="4392489" cy="1635602"/>
        </p:xfrm>
        <a:graphic>
          <a:graphicData uri="http://schemas.openxmlformats.org/drawingml/2006/table">
            <a:tbl>
              <a:tblPr firstRow="1" firstCol="1" lastRow="1" lastCol="1" bandRow="1" bandCol="1"/>
              <a:tblGrid>
                <a:gridCol w="1464163">
                  <a:extLst>
                    <a:ext uri="{9D8B030D-6E8A-4147-A177-3AD203B41FA5}">
                      <a16:colId xmlns:a16="http://schemas.microsoft.com/office/drawing/2014/main" xmlns="" val="20000"/>
                    </a:ext>
                  </a:extLst>
                </a:gridCol>
                <a:gridCol w="1464163">
                  <a:extLst>
                    <a:ext uri="{9D8B030D-6E8A-4147-A177-3AD203B41FA5}">
                      <a16:colId xmlns:a16="http://schemas.microsoft.com/office/drawing/2014/main" xmlns="" val="20001"/>
                    </a:ext>
                  </a:extLst>
                </a:gridCol>
                <a:gridCol w="1464163">
                  <a:extLst>
                    <a:ext uri="{9D8B030D-6E8A-4147-A177-3AD203B41FA5}">
                      <a16:colId xmlns:a16="http://schemas.microsoft.com/office/drawing/2014/main" xmlns="" val="20002"/>
                    </a:ext>
                  </a:extLst>
                </a:gridCol>
              </a:tblGrid>
              <a:tr h="353261">
                <a:tc>
                  <a:txBody>
                    <a:bodyPr/>
                    <a:lstStyle/>
                    <a:p>
                      <a:pPr algn="ctr" fontAlgn="b"/>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矿区</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fontAlgn="b"/>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位置</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fontAlgn="b"/>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已探明储量（亿吨）</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extLst>
                  <a:ext uri="{0D108BD9-81ED-4DB2-BD59-A6C34878D82A}">
                    <a16:rowId xmlns:a16="http://schemas.microsoft.com/office/drawing/2014/main" xmlns="" val="10000"/>
                  </a:ext>
                </a:extLst>
              </a:tr>
              <a:tr h="353261">
                <a:tc>
                  <a:txBody>
                    <a:bodyPr/>
                    <a:lstStyle/>
                    <a:p>
                      <a:pPr algn="ctr" fontAlgn="ctr"/>
                      <a:r>
                        <a:rPr lang="zh-CN" altLang="en-US" sz="1050" b="1" i="0" u="none" strike="noStrike" dirty="0">
                          <a:solidFill>
                            <a:srgbClr val="000000"/>
                          </a:solidFill>
                          <a:effectLst/>
                          <a:latin typeface="微软雅黑" panose="020B0503020204020204" pitchFamily="34" charset="-122"/>
                          <a:ea typeface="微软雅黑" panose="020B0503020204020204" pitchFamily="34" charset="-122"/>
                        </a:rPr>
                        <a:t>安宁－晋宁磷矿区</a:t>
                      </a: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zh-CN" altLang="en-US" sz="1050" b="0" i="0" u="none" strike="noStrike" dirty="0">
                          <a:solidFill>
                            <a:srgbClr val="000000"/>
                          </a:solidFill>
                          <a:effectLst/>
                          <a:latin typeface="微软雅黑" panose="020B0503020204020204" pitchFamily="34" charset="-122"/>
                          <a:ea typeface="微软雅黑" panose="020B0503020204020204" pitchFamily="34" charset="-122"/>
                        </a:rPr>
                        <a:t>云南昆明市</a:t>
                      </a: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46</a:t>
                      </a: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1"/>
                  </a:ext>
                </a:extLst>
              </a:tr>
              <a:tr h="464540">
                <a:tc>
                  <a:txBody>
                    <a:bodyPr/>
                    <a:lstStyle/>
                    <a:p>
                      <a:pPr algn="ctr" fontAlgn="ctr"/>
                      <a:r>
                        <a:rPr lang="zh-CN" altLang="en-US" sz="1050" b="1" i="0" u="none" strike="noStrike" dirty="0">
                          <a:solidFill>
                            <a:srgbClr val="000000"/>
                          </a:solidFill>
                          <a:effectLst/>
                          <a:latin typeface="微软雅黑" panose="020B0503020204020204" pitchFamily="34" charset="-122"/>
                          <a:ea typeface="微软雅黑" panose="020B0503020204020204" pitchFamily="34" charset="-122"/>
                        </a:rPr>
                        <a:t>宜昌磷矿北部磷矿区</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zh-CN" altLang="en-US" sz="1050" b="0" i="0" u="none" strike="noStrike" dirty="0">
                          <a:solidFill>
                            <a:srgbClr val="000000"/>
                          </a:solidFill>
                          <a:effectLst/>
                          <a:latin typeface="微软雅黑" panose="020B0503020204020204" pitchFamily="34" charset="-122"/>
                          <a:ea typeface="微软雅黑" panose="020B0503020204020204" pitchFamily="34" charset="-122"/>
                        </a:rPr>
                        <a:t>湖北神农架林区、保康县、兴山县</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35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xmlns="" val="10002"/>
                  </a:ext>
                </a:extLst>
              </a:tr>
              <a:tr h="464540">
                <a:tc>
                  <a:txBody>
                    <a:bodyPr/>
                    <a:lstStyle/>
                    <a:p>
                      <a:pPr algn="ctr" fontAlgn="ctr"/>
                      <a:r>
                        <a:rPr lang="zh-CN" altLang="en-US" sz="1050" b="1" i="0" u="none" strike="noStrike" dirty="0">
                          <a:solidFill>
                            <a:srgbClr val="000000"/>
                          </a:solidFill>
                          <a:effectLst/>
                          <a:latin typeface="微软雅黑" panose="020B0503020204020204" pitchFamily="34" charset="-122"/>
                          <a:ea typeface="微软雅黑" panose="020B0503020204020204" pitchFamily="34" charset="-122"/>
                        </a:rPr>
                        <a:t>德阳－马边－雷波磷矿区</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zh-CN" altLang="en-US" sz="1050" b="0" i="0" u="none" strike="noStrike" dirty="0">
                          <a:solidFill>
                            <a:srgbClr val="000000"/>
                          </a:solidFill>
                          <a:effectLst/>
                          <a:latin typeface="微软雅黑" panose="020B0503020204020204" pitchFamily="34" charset="-122"/>
                          <a:ea typeface="微软雅黑" panose="020B0503020204020204" pitchFamily="34" charset="-122"/>
                        </a:rPr>
                        <a:t>四川德阳市、马边县、雷波县</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37</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3"/>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4279360511"/>
              </p:ext>
            </p:extLst>
          </p:nvPr>
        </p:nvGraphicFramePr>
        <p:xfrm>
          <a:off x="805649" y="3219179"/>
          <a:ext cx="5851265" cy="3046439"/>
        </p:xfrm>
        <a:graphic>
          <a:graphicData uri="http://schemas.openxmlformats.org/drawingml/2006/table">
            <a:tbl>
              <a:tblPr firstRow="1" firstCol="1" lastRow="1" lastCol="1" bandRow="1" bandCol="1"/>
              <a:tblGrid>
                <a:gridCol w="674490">
                  <a:extLst>
                    <a:ext uri="{9D8B030D-6E8A-4147-A177-3AD203B41FA5}">
                      <a16:colId xmlns:a16="http://schemas.microsoft.com/office/drawing/2014/main" xmlns="" val="20000"/>
                    </a:ext>
                  </a:extLst>
                </a:gridCol>
                <a:gridCol w="1672496">
                  <a:extLst>
                    <a:ext uri="{9D8B030D-6E8A-4147-A177-3AD203B41FA5}">
                      <a16:colId xmlns:a16="http://schemas.microsoft.com/office/drawing/2014/main" xmlns="" val="20001"/>
                    </a:ext>
                  </a:extLst>
                </a:gridCol>
                <a:gridCol w="3504279">
                  <a:extLst>
                    <a:ext uri="{9D8B030D-6E8A-4147-A177-3AD203B41FA5}">
                      <a16:colId xmlns:a16="http://schemas.microsoft.com/office/drawing/2014/main" xmlns="" val="20002"/>
                    </a:ext>
                  </a:extLst>
                </a:gridCol>
              </a:tblGrid>
              <a:tr h="235343">
                <a:tc>
                  <a:txBody>
                    <a:bodyPr/>
                    <a:lstStyle/>
                    <a:p>
                      <a:pPr algn="ctr" fontAlgn="ctr"/>
                      <a:r>
                        <a:rPr lang="zh-CN" altLang="en-US" sz="1050" b="1" i="0" u="none" strike="noStrike" dirty="0">
                          <a:solidFill>
                            <a:srgbClr val="FFFFFF"/>
                          </a:solidFill>
                          <a:effectLst/>
                          <a:latin typeface="微软雅黑" panose="020B0503020204020204" pitchFamily="34" charset="-122"/>
                          <a:ea typeface="微软雅黑" panose="020B0503020204020204" pitchFamily="34" charset="-122"/>
                        </a:rPr>
                        <a:t>时间</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fontAlgn="ctr"/>
                      <a:r>
                        <a:rPr lang="zh-CN" altLang="en-US" sz="1050" b="1" i="0" u="none" strike="noStrike" dirty="0">
                          <a:solidFill>
                            <a:srgbClr val="FFFFFF"/>
                          </a:solidFill>
                          <a:effectLst/>
                          <a:latin typeface="微软雅黑" panose="020B0503020204020204" pitchFamily="34" charset="-122"/>
                          <a:ea typeface="微软雅黑" panose="020B0503020204020204" pitchFamily="34" charset="-122"/>
                        </a:rPr>
                        <a:t>单位</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fontAlgn="b"/>
                      <a:r>
                        <a:rPr lang="zh-CN" altLang="en-US" sz="1100" b="1" i="0" u="none" strike="noStrike" dirty="0">
                          <a:solidFill>
                            <a:srgbClr val="FFFFFF"/>
                          </a:solidFill>
                          <a:effectLst/>
                          <a:latin typeface="微软雅黑" panose="020B0503020204020204" pitchFamily="34" charset="-122"/>
                          <a:ea typeface="微软雅黑" panose="020B0503020204020204" pitchFamily="34" charset="-122"/>
                        </a:rPr>
                        <a:t>主要内容</a:t>
                      </a: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extLst>
                  <a:ext uri="{0D108BD9-81ED-4DB2-BD59-A6C34878D82A}">
                    <a16:rowId xmlns:a16="http://schemas.microsoft.com/office/drawing/2014/main" xmlns="" val="10000"/>
                  </a:ext>
                </a:extLst>
              </a:tr>
              <a:tr h="235343">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2001</a:t>
                      </a: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国土资源部</a:t>
                      </a: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将磷矿石列为</a:t>
                      </a: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"2010</a:t>
                      </a: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年后不能满足国民经济发需求</a:t>
                      </a: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a:t>
                      </a: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的</a:t>
                      </a:r>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20</a:t>
                      </a:r>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矿种之一</a:t>
                      </a:r>
                    </a:p>
                  </a:txBody>
                  <a:tcPr marL="0" marR="0" marT="0" marB="0" anchor="ctr">
                    <a:lnL>
                      <a:noFill/>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1"/>
                  </a:ext>
                </a:extLst>
              </a:tr>
              <a:tr h="309477">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2006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中国地质调查局</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将磷矿石列为全国</a:t>
                      </a: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25</a:t>
                      </a:r>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种重要矿产之一</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r h="309477">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2009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商务部</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b"/>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实行磷矿石出口配额管理制度</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extLst>
                  <a:ext uri="{0D108BD9-81ED-4DB2-BD59-A6C34878D82A}">
                    <a16:rowId xmlns:a16="http://schemas.microsoft.com/office/drawing/2014/main" xmlns="" val="10003"/>
                  </a:ext>
                </a:extLst>
              </a:tr>
              <a:tr h="309477">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2011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财政部，湖北省</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将中低品位磷矿石开发利用难问题提升到国家战略高度</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4"/>
                  </a:ext>
                </a:extLst>
              </a:tr>
              <a:tr h="309477">
                <a:tc>
                  <a:txBody>
                    <a:bodyPr/>
                    <a:lstStyle/>
                    <a:p>
                      <a:pPr algn="ctr" fontAlgn="b"/>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2016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a:solidFill>
                            <a:srgbClr val="000000"/>
                          </a:solidFill>
                          <a:effectLst/>
                          <a:latin typeface="微软雅黑" panose="020B0503020204020204" pitchFamily="34" charset="-122"/>
                          <a:ea typeface="微软雅黑" panose="020B0503020204020204" pitchFamily="34" charset="-122"/>
                        </a:rPr>
                        <a:t>国土资源部</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将磷矿石列为战略性名录</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5"/>
                  </a:ext>
                </a:extLst>
              </a:tr>
              <a:tr h="309477">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2016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工业和信息化部</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b"/>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5</a:t>
                      </a: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年内建立磷矿产资源储备机制，提高开采门槛</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extLst>
                  <a:ext uri="{0D108BD9-81ED-4DB2-BD59-A6C34878D82A}">
                    <a16:rowId xmlns:a16="http://schemas.microsoft.com/office/drawing/2014/main" xmlns="" val="10006"/>
                  </a:ext>
                </a:extLst>
              </a:tr>
              <a:tr h="309477">
                <a:tc>
                  <a:txBody>
                    <a:bodyPr/>
                    <a:lstStyle/>
                    <a:p>
                      <a:pPr algn="ctr" fontAlgn="b"/>
                      <a:r>
                        <a:rPr lang="en-US" altLang="zh-CN" sz="1100" b="0" i="0" u="none" strike="noStrike">
                          <a:solidFill>
                            <a:srgbClr val="000000"/>
                          </a:solidFill>
                          <a:effectLst/>
                          <a:latin typeface="微软雅黑" panose="020B0503020204020204" pitchFamily="34" charset="-122"/>
                          <a:ea typeface="微软雅黑" panose="020B0503020204020204" pitchFamily="34" charset="-122"/>
                        </a:rPr>
                        <a:t>2016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商务部、国家税务总局</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对磷矿实行资源税改革，改为从价定率</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7"/>
                  </a:ext>
                </a:extLst>
              </a:tr>
              <a:tr h="309477">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2018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商务部</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自</a:t>
                      </a: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2019</a:t>
                      </a:r>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年暂定磷矿石出口配额，实施出口许可证管理</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8"/>
                  </a:ext>
                </a:extLst>
              </a:tr>
              <a:tr h="309477">
                <a:tc>
                  <a:txBody>
                    <a:bodyPr/>
                    <a:lstStyle/>
                    <a:p>
                      <a:pPr algn="ctr" fontAlgn="b"/>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2019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生态环境部</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b"/>
                      <a:r>
                        <a:rPr lang="zh-CN" altLang="en-US" sz="1100" b="0" i="0" u="none" strike="noStrike" dirty="0">
                          <a:solidFill>
                            <a:srgbClr val="000000"/>
                          </a:solidFill>
                          <a:effectLst/>
                          <a:latin typeface="微软雅黑" panose="020B0503020204020204" pitchFamily="34" charset="-122"/>
                          <a:ea typeface="微软雅黑" panose="020B0503020204020204" pitchFamily="34" charset="-122"/>
                        </a:rPr>
                        <a:t>印发</a:t>
                      </a: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长江</a:t>
                      </a: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三磷</a:t>
                      </a: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a:t>
                      </a: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专项排查整治行动实施方案</a:t>
                      </a:r>
                      <a:r>
                        <a:rPr lang="en-US" altLang="zh-CN" sz="1100" b="0" i="0" u="none" strike="noStrike" dirty="0">
                          <a:solidFill>
                            <a:srgbClr val="000000"/>
                          </a:solidFill>
                          <a:effectLst/>
                          <a:latin typeface="微软雅黑" panose="020B0503020204020204" pitchFamily="34" charset="-122"/>
                          <a:ea typeface="微软雅黑" panose="020B0503020204020204" pitchFamily="34" charset="-122"/>
                        </a:rPr>
                        <a:t>》</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extLst>
                  <a:ext uri="{0D108BD9-81ED-4DB2-BD59-A6C34878D82A}">
                    <a16:rowId xmlns:a16="http://schemas.microsoft.com/office/drawing/2014/main" xmlns="" val="10009"/>
                  </a:ext>
                </a:extLst>
              </a:tr>
            </a:tbl>
          </a:graphicData>
        </a:graphic>
      </p:graphicFrame>
      <p:pic>
        <p:nvPicPr>
          <p:cNvPr id="19" name="图片 18" descr="http://www.chinairr.org/uploads/userup/1411/26114RB492.jpg"/>
          <p:cNvPicPr>
            <a:picLocks noChangeAspect="1" noChangeArrowheads="1"/>
          </p:cNvPicPr>
          <p:nvPr/>
        </p:nvPicPr>
        <p:blipFill rotWithShape="1">
          <a:blip r:embed="rId3">
            <a:extLst>
              <a:ext uri="{28A0092B-C50C-407E-A947-70E740481C1C}">
                <a14:useLocalDpi xmlns:a14="http://schemas.microsoft.com/office/drawing/2010/main" val="0"/>
              </a:ext>
            </a:extLst>
          </a:blip>
          <a:srcRect l="12387" t="10398" r="12952" b="3741"/>
          <a:stretch>
            <a:fillRect/>
          </a:stretch>
        </p:blipFill>
        <p:spPr bwMode="auto">
          <a:xfrm>
            <a:off x="7049351" y="4067200"/>
            <a:ext cx="3182687" cy="2198417"/>
          </a:xfrm>
          <a:prstGeom prst="rect">
            <a:avLst/>
          </a:prstGeom>
          <a:noFill/>
          <a:extLst>
            <a:ext uri="{909E8E84-426E-40DD-AFC4-6F175D3DCCD1}">
              <a14:hiddenFill xmlns:a14="http://schemas.microsoft.com/office/drawing/2010/main">
                <a:solidFill>
                  <a:srgbClr val="FFFFFF"/>
                </a:solidFill>
              </a14:hiddenFill>
            </a:ext>
          </a:extLst>
        </p:spPr>
      </p:pic>
      <p:sp>
        <p:nvSpPr>
          <p:cNvPr id="24" name="Text Box 2"/>
          <p:cNvSpPr txBox="1">
            <a:spLocks noChangeArrowheads="1"/>
          </p:cNvSpPr>
          <p:nvPr/>
        </p:nvSpPr>
        <p:spPr bwMode="auto">
          <a:xfrm>
            <a:off x="10056440" y="4644314"/>
            <a:ext cx="2245712" cy="613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latin typeface="Arial" panose="020B0604020202020204" pitchFamily="34" charset="0"/>
                <a:ea typeface="微软雅黑" panose="020B0503020204020204" pitchFamily="34" charset="-122"/>
                <a:cs typeface="+mn-ea"/>
                <a:sym typeface="Arial" panose="020B0604020202020204" pitchFamily="34" charset="0"/>
              </a:rPr>
              <a:t>2016-2020</a:t>
            </a:r>
            <a:r>
              <a:rPr lang="zh-CN" altLang="en-US" sz="1200" dirty="0">
                <a:latin typeface="Arial" panose="020B0604020202020204" pitchFamily="34" charset="0"/>
                <a:ea typeface="微软雅黑" panose="020B0503020204020204" pitchFamily="34" charset="-122"/>
                <a:cs typeface="+mn-ea"/>
                <a:sym typeface="Arial" panose="020B0604020202020204" pitchFamily="34" charset="0"/>
              </a:rPr>
              <a:t>规划产地均已限产在</a:t>
            </a:r>
            <a:r>
              <a:rPr lang="en-US" altLang="zh-CN" sz="1200" b="1" dirty="0">
                <a:latin typeface="Arial" panose="020B0604020202020204" pitchFamily="34" charset="0"/>
                <a:ea typeface="微软雅黑" panose="020B0503020204020204" pitchFamily="34" charset="-122"/>
                <a:cs typeface="+mn-ea"/>
                <a:sym typeface="Arial" panose="020B0604020202020204" pitchFamily="34" charset="0"/>
              </a:rPr>
              <a:t>1000</a:t>
            </a:r>
            <a:r>
              <a:rPr lang="zh-CN" altLang="en-US" sz="1200" b="1" dirty="0">
                <a:latin typeface="Arial" panose="020B0604020202020204" pitchFamily="34" charset="0"/>
                <a:ea typeface="微软雅黑" panose="020B0503020204020204" pitchFamily="34" charset="-122"/>
                <a:cs typeface="+mn-ea"/>
                <a:sym typeface="Arial" panose="020B0604020202020204" pitchFamily="34" charset="0"/>
              </a:rPr>
              <a:t>万吨</a:t>
            </a:r>
            <a:r>
              <a:rPr lang="zh-CN" altLang="en-US" sz="1200" dirty="0">
                <a:latin typeface="Arial" panose="020B0604020202020204" pitchFamily="34" charset="0"/>
                <a:ea typeface="微软雅黑" panose="020B0503020204020204" pitchFamily="34" charset="-122"/>
                <a:cs typeface="+mn-ea"/>
                <a:sym typeface="Arial" panose="020B0604020202020204" pitchFamily="34" charset="0"/>
              </a:rPr>
              <a:t>左右</a:t>
            </a:r>
            <a:endParaRPr lang="en-US" altLang="zh-CN" sz="12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3678" y="458136"/>
            <a:ext cx="533231" cy="417826"/>
          </a:xfrm>
          <a:prstGeom prst="rect">
            <a:avLst/>
          </a:prstGeom>
          <a:noFill/>
        </p:spPr>
        <p:txBody>
          <a:bodyPr wrap="square" rtlCol="0">
            <a:spAutoFit/>
          </a:bodyPr>
          <a:lstStyle/>
          <a:p>
            <a:r>
              <a:rPr lang="en-US" altLang="zh-CN" sz="2114" b="1" i="1" dirty="0">
                <a:solidFill>
                  <a:schemeClr val="bg1"/>
                </a:solidFill>
                <a:latin typeface="微软雅黑" panose="020B0503020204020204" pitchFamily="34" charset="-122"/>
                <a:ea typeface="微软雅黑" panose="020B0503020204020204" pitchFamily="34" charset="-122"/>
              </a:rPr>
              <a:t>02</a:t>
            </a:r>
            <a:endParaRPr lang="zh-CN" altLang="en-US" sz="2114" b="1" i="1" dirty="0">
              <a:solidFill>
                <a:schemeClr val="bg1"/>
              </a:solidFill>
              <a:latin typeface="微软雅黑" panose="020B0503020204020204" pitchFamily="34" charset="-122"/>
              <a:ea typeface="微软雅黑" panose="020B0503020204020204" pitchFamily="34" charset="-122"/>
            </a:endParaRPr>
          </a:p>
        </p:txBody>
      </p:sp>
      <p:sp>
        <p:nvSpPr>
          <p:cNvPr id="10" name="文本框 9"/>
          <p:cNvSpPr txBox="1"/>
          <p:nvPr/>
        </p:nvSpPr>
        <p:spPr>
          <a:xfrm>
            <a:off x="1525436" y="381958"/>
            <a:ext cx="8170026" cy="553854"/>
          </a:xfrm>
          <a:prstGeom prst="rect">
            <a:avLst/>
          </a:prstGeom>
          <a:noFill/>
        </p:spPr>
        <p:txBody>
          <a:bodyPr wrap="square" rtlCol="0">
            <a:spAutoFit/>
          </a:bodyPr>
          <a:lstStyle/>
          <a:p>
            <a:r>
              <a:rPr lang="zh-CN" altLang="en-US" sz="2999" b="1" dirty="0">
                <a:solidFill>
                  <a:srgbClr val="E10000"/>
                </a:solidFill>
                <a:latin typeface="微软雅黑" panose="020B0503020204020204" pitchFamily="34" charset="-122"/>
                <a:ea typeface="微软雅黑" panose="020B0503020204020204" pitchFamily="34" charset="-122"/>
              </a:rPr>
              <a:t>全球磷矿石供需平衡表</a:t>
            </a:r>
          </a:p>
        </p:txBody>
      </p:sp>
      <p:sp>
        <p:nvSpPr>
          <p:cNvPr id="11" name="Rectangle 5"/>
          <p:cNvSpPr>
            <a:spLocks noChangeArrowheads="1"/>
          </p:cNvSpPr>
          <p:nvPr/>
        </p:nvSpPr>
        <p:spPr bwMode="auto">
          <a:xfrm>
            <a:off x="552958" y="6225250"/>
            <a:ext cx="10768251"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资料来源：长江证券研究所</a:t>
            </a:r>
            <a:endParaRPr lang="en-US" altLang="zh-CN" sz="800" dirty="0">
              <a:solidFill>
                <a:schemeClr val="bg1">
                  <a:lumMod val="50000"/>
                </a:schemeClr>
              </a:solidFill>
              <a:latin typeface="微软雅黑" panose="020B0503020204020204" pitchFamily="34" charset="-122"/>
              <a:ea typeface="微软雅黑" panose="020B0503020204020204" pitchFamily="34" charset="-122"/>
            </a:endParaRPr>
          </a:p>
        </p:txBody>
      </p:sp>
      <p:sp>
        <p:nvSpPr>
          <p:cNvPr id="8" name="矩形 7"/>
          <p:cNvSpPr/>
          <p:nvPr/>
        </p:nvSpPr>
        <p:spPr>
          <a:xfrm>
            <a:off x="764977" y="1054721"/>
            <a:ext cx="3309918" cy="3076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zh-CN" altLang="en-US" sz="1600" b="1" dirty="0">
                <a:solidFill>
                  <a:srgbClr val="E30613"/>
                </a:solidFill>
                <a:latin typeface="微软雅黑" panose="020B0503020204020204" pitchFamily="34" charset="-122"/>
                <a:ea typeface="微软雅黑" panose="020B0503020204020204" pitchFamily="34" charset="-122"/>
              </a:rPr>
              <a:t>磷矿石供需平衡测算</a:t>
            </a:r>
          </a:p>
        </p:txBody>
      </p:sp>
      <p:graphicFrame>
        <p:nvGraphicFramePr>
          <p:cNvPr id="7" name="表格 6"/>
          <p:cNvGraphicFramePr>
            <a:graphicFrameLocks noGrp="1"/>
          </p:cNvGraphicFramePr>
          <p:nvPr>
            <p:custDataLst>
              <p:tags r:id="rId1"/>
            </p:custDataLst>
            <p:extLst>
              <p:ext uri="{D42A27DB-BD31-4B8C-83A1-F6EECF244321}">
                <p14:modId xmlns:p14="http://schemas.microsoft.com/office/powerpoint/2010/main" val="2248007161"/>
              </p:ext>
            </p:extLst>
          </p:nvPr>
        </p:nvGraphicFramePr>
        <p:xfrm>
          <a:off x="763677" y="1729673"/>
          <a:ext cx="10714962" cy="4128351"/>
        </p:xfrm>
        <a:graphic>
          <a:graphicData uri="http://schemas.openxmlformats.org/drawingml/2006/table">
            <a:tbl>
              <a:tblPr/>
              <a:tblGrid>
                <a:gridCol w="1148032">
                  <a:extLst>
                    <a:ext uri="{9D8B030D-6E8A-4147-A177-3AD203B41FA5}">
                      <a16:colId xmlns:a16="http://schemas.microsoft.com/office/drawing/2014/main" xmlns="" val="20000"/>
                    </a:ext>
                  </a:extLst>
                </a:gridCol>
                <a:gridCol w="1148032">
                  <a:extLst>
                    <a:ext uri="{9D8B030D-6E8A-4147-A177-3AD203B41FA5}">
                      <a16:colId xmlns:a16="http://schemas.microsoft.com/office/drawing/2014/main" xmlns="" val="20001"/>
                    </a:ext>
                  </a:extLst>
                </a:gridCol>
                <a:gridCol w="1530709">
                  <a:extLst>
                    <a:ext uri="{9D8B030D-6E8A-4147-A177-3AD203B41FA5}">
                      <a16:colId xmlns:a16="http://schemas.microsoft.com/office/drawing/2014/main" xmlns="" val="20002"/>
                    </a:ext>
                  </a:extLst>
                </a:gridCol>
                <a:gridCol w="1688281">
                  <a:extLst>
                    <a:ext uri="{9D8B030D-6E8A-4147-A177-3AD203B41FA5}">
                      <a16:colId xmlns:a16="http://schemas.microsoft.com/office/drawing/2014/main" xmlns="" val="20003"/>
                    </a:ext>
                  </a:extLst>
                </a:gridCol>
                <a:gridCol w="1530709">
                  <a:extLst>
                    <a:ext uri="{9D8B030D-6E8A-4147-A177-3AD203B41FA5}">
                      <a16:colId xmlns:a16="http://schemas.microsoft.com/office/drawing/2014/main" xmlns="" val="20004"/>
                    </a:ext>
                  </a:extLst>
                </a:gridCol>
                <a:gridCol w="1384391">
                  <a:extLst>
                    <a:ext uri="{9D8B030D-6E8A-4147-A177-3AD203B41FA5}">
                      <a16:colId xmlns:a16="http://schemas.microsoft.com/office/drawing/2014/main" xmlns="" val="20005"/>
                    </a:ext>
                  </a:extLst>
                </a:gridCol>
                <a:gridCol w="1276881">
                  <a:extLst>
                    <a:ext uri="{9D8B030D-6E8A-4147-A177-3AD203B41FA5}">
                      <a16:colId xmlns:a16="http://schemas.microsoft.com/office/drawing/2014/main" xmlns="" val="20006"/>
                    </a:ext>
                  </a:extLst>
                </a:gridCol>
                <a:gridCol w="1007927">
                  <a:extLst>
                    <a:ext uri="{9D8B030D-6E8A-4147-A177-3AD203B41FA5}">
                      <a16:colId xmlns:a16="http://schemas.microsoft.com/office/drawing/2014/main" xmlns="" val="20007"/>
                    </a:ext>
                  </a:extLst>
                </a:gridCol>
              </a:tblGrid>
              <a:tr h="340457">
                <a:tc>
                  <a:txBody>
                    <a:bodyPr/>
                    <a:lstStyle/>
                    <a:p>
                      <a:pPr algn="ctr" fontAlgn="ctr"/>
                      <a:r>
                        <a:rPr lang="zh-CN" altLang="en-US" sz="1100" b="1" i="0" u="none" strike="noStrike" dirty="0">
                          <a:solidFill>
                            <a:schemeClr val="bg1"/>
                          </a:solidFill>
                          <a:effectLst/>
                          <a:latin typeface="微软雅黑" panose="020B0503020204020204" pitchFamily="34" charset="-122"/>
                          <a:ea typeface="微软雅黑" panose="020B0503020204020204" pitchFamily="34" charset="-122"/>
                        </a:rPr>
                        <a:t>万吨</a:t>
                      </a:r>
                    </a:p>
                  </a:txBody>
                  <a:tcPr marL="0" marR="0" marT="0" marB="0" anchor="ctr">
                    <a:lnL>
                      <a:noFill/>
                    </a:lnL>
                    <a:lnR>
                      <a:noFill/>
                    </a:lnR>
                    <a:lnT>
                      <a:noFill/>
                    </a:lnT>
                    <a:lnB>
                      <a:noFill/>
                    </a:lnB>
                    <a:solidFill>
                      <a:srgbClr val="E20000"/>
                    </a:solidFill>
                  </a:tcPr>
                </a:tc>
                <a:tc>
                  <a:txBody>
                    <a:bodyPr/>
                    <a:lstStyle/>
                    <a:p>
                      <a:pPr algn="ctr" fontAlgn="ctr"/>
                      <a:r>
                        <a:rPr lang="en-US" altLang="zh-CN" sz="1100" b="1" i="0" u="none" strike="noStrike" dirty="0">
                          <a:solidFill>
                            <a:schemeClr val="bg1"/>
                          </a:solidFill>
                          <a:effectLst/>
                          <a:latin typeface="微软雅黑" panose="020B0503020204020204" pitchFamily="34" charset="-122"/>
                          <a:ea typeface="微软雅黑" panose="020B0503020204020204" pitchFamily="34" charset="-122"/>
                        </a:rPr>
                        <a:t>2020</a:t>
                      </a:r>
                    </a:p>
                  </a:txBody>
                  <a:tcPr marL="0" marR="0" marT="0" marB="0" anchor="ctr">
                    <a:lnL>
                      <a:noFill/>
                    </a:lnL>
                    <a:lnR>
                      <a:noFill/>
                    </a:lnR>
                    <a:lnT>
                      <a:noFill/>
                    </a:lnT>
                    <a:lnB>
                      <a:noFill/>
                    </a:lnB>
                    <a:solidFill>
                      <a:srgbClr val="E20000"/>
                    </a:solidFill>
                  </a:tcPr>
                </a:tc>
                <a:tc>
                  <a:txBody>
                    <a:bodyPr/>
                    <a:lstStyle/>
                    <a:p>
                      <a:pPr algn="ctr" fontAlgn="ctr"/>
                      <a:r>
                        <a:rPr lang="en-US" altLang="zh-CN" sz="1100" b="1" i="0" u="none" strike="noStrike" dirty="0">
                          <a:solidFill>
                            <a:schemeClr val="bg1"/>
                          </a:solidFill>
                          <a:effectLst/>
                          <a:latin typeface="微软雅黑" panose="020B0503020204020204" pitchFamily="34" charset="-122"/>
                          <a:ea typeface="微软雅黑" panose="020B0503020204020204" pitchFamily="34" charset="-122"/>
                        </a:rPr>
                        <a:t>2021</a:t>
                      </a:r>
                    </a:p>
                  </a:txBody>
                  <a:tcPr marL="0" marR="0" marT="0" marB="0" anchor="ctr">
                    <a:lnL>
                      <a:noFill/>
                    </a:lnL>
                    <a:lnR>
                      <a:noFill/>
                    </a:lnR>
                    <a:lnT>
                      <a:noFill/>
                    </a:lnT>
                    <a:lnB>
                      <a:noFill/>
                    </a:lnB>
                    <a:solidFill>
                      <a:srgbClr val="FF5050"/>
                    </a:solidFill>
                  </a:tcPr>
                </a:tc>
                <a:tc>
                  <a:txBody>
                    <a:bodyPr/>
                    <a:lstStyle/>
                    <a:p>
                      <a:pPr algn="ctr" fontAlgn="ctr"/>
                      <a:r>
                        <a:rPr lang="en-GB" sz="1100" b="1" i="0" u="none" strike="noStrike" dirty="0">
                          <a:solidFill>
                            <a:schemeClr val="bg1"/>
                          </a:solidFill>
                          <a:effectLst/>
                          <a:latin typeface="微软雅黑" panose="020B0503020204020204" pitchFamily="34" charset="-122"/>
                          <a:ea typeface="微软雅黑" panose="020B0503020204020204" pitchFamily="34" charset="-122"/>
                        </a:rPr>
                        <a:t>2022E</a:t>
                      </a:r>
                    </a:p>
                  </a:txBody>
                  <a:tcPr marL="0" marR="0" marT="0" marB="0" anchor="ctr">
                    <a:lnL>
                      <a:noFill/>
                    </a:lnL>
                    <a:lnR>
                      <a:noFill/>
                    </a:lnR>
                    <a:lnT>
                      <a:noFill/>
                    </a:lnT>
                    <a:lnB>
                      <a:noFill/>
                    </a:lnB>
                    <a:solidFill>
                      <a:srgbClr val="FF5050"/>
                    </a:solidFill>
                  </a:tcPr>
                </a:tc>
                <a:tc>
                  <a:txBody>
                    <a:bodyPr/>
                    <a:lstStyle/>
                    <a:p>
                      <a:pPr algn="ctr" fontAlgn="ctr"/>
                      <a:r>
                        <a:rPr lang="en-GB" sz="1100" b="1" i="0" u="none" strike="noStrike" dirty="0">
                          <a:solidFill>
                            <a:schemeClr val="bg1"/>
                          </a:solidFill>
                          <a:effectLst/>
                          <a:latin typeface="微软雅黑" panose="020B0503020204020204" pitchFamily="34" charset="-122"/>
                          <a:ea typeface="微软雅黑" panose="020B0503020204020204" pitchFamily="34" charset="-122"/>
                        </a:rPr>
                        <a:t>2023E</a:t>
                      </a:r>
                    </a:p>
                  </a:txBody>
                  <a:tcPr marL="0" marR="0" marT="0" marB="0" anchor="ctr">
                    <a:lnL>
                      <a:noFill/>
                    </a:lnL>
                    <a:lnR>
                      <a:noFill/>
                    </a:lnR>
                    <a:lnT>
                      <a:noFill/>
                    </a:lnT>
                    <a:lnB>
                      <a:noFill/>
                    </a:lnB>
                    <a:solidFill>
                      <a:srgbClr val="FF5050"/>
                    </a:solidFill>
                  </a:tcPr>
                </a:tc>
                <a:tc>
                  <a:txBody>
                    <a:bodyPr/>
                    <a:lstStyle/>
                    <a:p>
                      <a:pPr algn="ctr" fontAlgn="ctr"/>
                      <a:r>
                        <a:rPr lang="en-GB" sz="1100" b="1" i="0" u="none" strike="noStrike" dirty="0">
                          <a:solidFill>
                            <a:schemeClr val="bg1"/>
                          </a:solidFill>
                          <a:effectLst/>
                          <a:latin typeface="微软雅黑" panose="020B0503020204020204" pitchFamily="34" charset="-122"/>
                          <a:ea typeface="微软雅黑" panose="020B0503020204020204" pitchFamily="34" charset="-122"/>
                        </a:rPr>
                        <a:t>2024E</a:t>
                      </a:r>
                    </a:p>
                  </a:txBody>
                  <a:tcPr marL="0" marR="0" marT="0" marB="0" anchor="ctr">
                    <a:lnL>
                      <a:noFill/>
                    </a:lnL>
                    <a:lnR>
                      <a:noFill/>
                    </a:lnR>
                    <a:lnT>
                      <a:noFill/>
                    </a:lnT>
                    <a:lnB>
                      <a:noFill/>
                    </a:lnB>
                    <a:solidFill>
                      <a:srgbClr val="FF5050"/>
                    </a:solidFill>
                  </a:tcPr>
                </a:tc>
                <a:tc>
                  <a:txBody>
                    <a:bodyPr/>
                    <a:lstStyle/>
                    <a:p>
                      <a:pPr algn="ctr" fontAlgn="ctr"/>
                      <a:r>
                        <a:rPr lang="en-GB" sz="1100" b="1" i="0" u="none" strike="noStrike" dirty="0">
                          <a:solidFill>
                            <a:schemeClr val="bg1"/>
                          </a:solidFill>
                          <a:effectLst/>
                          <a:latin typeface="微软雅黑" panose="020B0503020204020204" pitchFamily="34" charset="-122"/>
                          <a:ea typeface="微软雅黑" panose="020B0503020204020204" pitchFamily="34" charset="-122"/>
                        </a:rPr>
                        <a:t>2025E</a:t>
                      </a:r>
                    </a:p>
                  </a:txBody>
                  <a:tcPr marL="0" marR="0" marT="0" marB="0" anchor="ctr">
                    <a:lnL>
                      <a:noFill/>
                    </a:lnL>
                    <a:lnR>
                      <a:noFill/>
                    </a:lnR>
                    <a:lnT>
                      <a:noFill/>
                    </a:lnT>
                    <a:lnB>
                      <a:noFill/>
                    </a:lnB>
                    <a:solidFill>
                      <a:srgbClr val="FF5050"/>
                    </a:solidFill>
                  </a:tcPr>
                </a:tc>
                <a:tc>
                  <a:txBody>
                    <a:bodyPr/>
                    <a:lstStyle/>
                    <a:p>
                      <a:pPr algn="ctr" fontAlgn="ctr"/>
                      <a:r>
                        <a:rPr lang="en-GB" sz="1100" b="1" i="0" u="none" strike="noStrike" dirty="0">
                          <a:solidFill>
                            <a:schemeClr val="bg1"/>
                          </a:solidFill>
                          <a:effectLst/>
                          <a:latin typeface="微软雅黑" panose="020B0503020204020204" pitchFamily="34" charset="-122"/>
                          <a:ea typeface="微软雅黑" panose="020B0503020204020204" pitchFamily="34" charset="-122"/>
                        </a:rPr>
                        <a:t>2030E </a:t>
                      </a:r>
                    </a:p>
                  </a:txBody>
                  <a:tcPr marL="0" marR="0" marT="0" marB="0" anchor="ctr">
                    <a:lnL>
                      <a:noFill/>
                    </a:lnL>
                    <a:lnR>
                      <a:noFill/>
                    </a:lnR>
                    <a:lnT>
                      <a:noFill/>
                    </a:lnT>
                    <a:lnB>
                      <a:noFill/>
                    </a:lnB>
                    <a:solidFill>
                      <a:srgbClr val="C00000"/>
                    </a:solidFill>
                  </a:tcPr>
                </a:tc>
                <a:extLst>
                  <a:ext uri="{0D108BD9-81ED-4DB2-BD59-A6C34878D82A}">
                    <a16:rowId xmlns:a16="http://schemas.microsoft.com/office/drawing/2014/main" xmlns="" val="10000"/>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全球需求量</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21900 </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21652 </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20819 </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21863 </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22530 </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23354 </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27769 </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xmlns="" val="10001"/>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增速</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endParaRPr lang="zh-CN" altLang="en-US" sz="11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-1.1%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5.0%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3.7%</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xmlns="" val="10002"/>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海外产能</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18714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18854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19114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19494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20024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20654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22404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3"/>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国内产能</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12440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12524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12724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12894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12994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13624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14624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4"/>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全球产能</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31154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31378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31838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32388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33018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34278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37028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5"/>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海外开工率</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72%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6"/>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国内开工率</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68%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68%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68%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68%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68%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68%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7"/>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全球开工率</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70%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70%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70%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8"/>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全球供给量</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21900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22000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22322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22709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23157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24035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25967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extLst>
                  <a:ext uri="{0D108BD9-81ED-4DB2-BD59-A6C34878D82A}">
                    <a16:rowId xmlns:a16="http://schemas.microsoft.com/office/drawing/2014/main" xmlns="" val="10009"/>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增速</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endParaRPr lang="zh-CN" altLang="en-US" sz="11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0.5%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a:solidFill>
                            <a:srgbClr val="000000"/>
                          </a:solidFill>
                          <a:effectLst/>
                          <a:latin typeface="微软雅黑" panose="020B0503020204020204" pitchFamily="34" charset="-122"/>
                          <a:ea typeface="微软雅黑" panose="020B0503020204020204" pitchFamily="34" charset="-122"/>
                        </a:rPr>
                        <a:t>1.7%</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2.0%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3.8%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1.6%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solidFill>
                  </a:tcPr>
                </a:tc>
                <a:extLst>
                  <a:ext uri="{0D108BD9-81ED-4DB2-BD59-A6C34878D82A}">
                    <a16:rowId xmlns:a16="http://schemas.microsoft.com/office/drawing/2014/main" xmlns="" val="10010"/>
                  </a:ext>
                </a:extLst>
              </a:tr>
              <a:tr h="344354">
                <a:tc>
                  <a:txBody>
                    <a:bodyPr/>
                    <a:lstStyle/>
                    <a:p>
                      <a:pPr algn="ctr" fontAlgn="ctr"/>
                      <a:r>
                        <a:rPr lang="zh-CN" altLang="en-US" sz="1100" b="1" i="0" u="none" strike="noStrike" dirty="0">
                          <a:solidFill>
                            <a:srgbClr val="000000"/>
                          </a:solidFill>
                          <a:effectLst/>
                          <a:latin typeface="微软雅黑" panose="020B0503020204020204" pitchFamily="34" charset="-122"/>
                          <a:ea typeface="微软雅黑" panose="020B0503020204020204" pitchFamily="34" charset="-122"/>
                        </a:rPr>
                        <a:t>缺口量</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endParaRPr lang="zh-CN" altLang="en-US" sz="11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altLang="zh-CN" sz="1100" b="1" i="0" u="none" strike="noStrike" dirty="0">
                          <a:solidFill>
                            <a:srgbClr val="FF0000"/>
                          </a:solidFill>
                          <a:effectLst/>
                          <a:latin typeface="微软雅黑" panose="020B0503020204020204" pitchFamily="34" charset="-122"/>
                          <a:ea typeface="微软雅黑" panose="020B0503020204020204" pitchFamily="34" charset="-122"/>
                        </a:rPr>
                        <a:t>348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altLang="zh-CN" sz="1100" b="1" i="0" u="none" strike="noStrike" dirty="0">
                          <a:solidFill>
                            <a:srgbClr val="FF0000"/>
                          </a:solidFill>
                          <a:effectLst/>
                          <a:latin typeface="微软雅黑" panose="020B0503020204020204" pitchFamily="34" charset="-122"/>
                          <a:ea typeface="微软雅黑" panose="020B0503020204020204" pitchFamily="34" charset="-122"/>
                        </a:rPr>
                        <a:t>1503</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altLang="zh-CN" sz="1100" b="1" i="0" u="none" strike="noStrike" dirty="0">
                          <a:solidFill>
                            <a:srgbClr val="FF0000"/>
                          </a:solidFill>
                          <a:effectLst/>
                          <a:latin typeface="微软雅黑" panose="020B0503020204020204" pitchFamily="34" charset="-122"/>
                          <a:ea typeface="微软雅黑" panose="020B0503020204020204" pitchFamily="34" charset="-122"/>
                        </a:rPr>
                        <a:t>846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altLang="zh-CN" sz="1100" b="1" i="0" u="none" strike="noStrike" dirty="0">
                          <a:solidFill>
                            <a:srgbClr val="FF0000"/>
                          </a:solidFill>
                          <a:effectLst/>
                          <a:latin typeface="微软雅黑" panose="020B0503020204020204" pitchFamily="34" charset="-122"/>
                          <a:ea typeface="微软雅黑" panose="020B0503020204020204" pitchFamily="34" charset="-122"/>
                        </a:rPr>
                        <a:t>626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altLang="zh-CN" sz="1100" b="1" i="0" u="none" strike="noStrike" dirty="0">
                          <a:solidFill>
                            <a:srgbClr val="FF0000"/>
                          </a:solidFill>
                          <a:effectLst/>
                          <a:latin typeface="微软雅黑" panose="020B0503020204020204" pitchFamily="34" charset="-122"/>
                          <a:ea typeface="微软雅黑" panose="020B0503020204020204" pitchFamily="34" charset="-122"/>
                        </a:rPr>
                        <a:t>682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altLang="zh-CN" sz="1100" b="1" i="0" u="none" strike="noStrike" dirty="0">
                          <a:solidFill>
                            <a:srgbClr val="000000"/>
                          </a:solidFill>
                          <a:effectLst/>
                          <a:latin typeface="微软雅黑" panose="020B0503020204020204" pitchFamily="34" charset="-122"/>
                          <a:ea typeface="微软雅黑" panose="020B0503020204020204" pitchFamily="34" charset="-122"/>
                        </a:rPr>
                        <a:t>1802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xmlns="" val="3695902201"/>
                  </a:ext>
                </a:extLst>
              </a:tr>
            </a:tbl>
          </a:graphicData>
        </a:graphic>
      </p:graphicFrame>
    </p:spTree>
    <p:extLst>
      <p:ext uri="{BB962C8B-B14F-4D97-AF65-F5344CB8AC3E}">
        <p14:creationId xmlns:p14="http://schemas.microsoft.com/office/powerpoint/2010/main" val="72485680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文本框 56"/>
          <p:cNvSpPr txBox="1"/>
          <p:nvPr/>
        </p:nvSpPr>
        <p:spPr>
          <a:xfrm>
            <a:off x="762288" y="457362"/>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02</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0" name="文本框 9"/>
          <p:cNvSpPr txBox="1"/>
          <p:nvPr/>
        </p:nvSpPr>
        <p:spPr>
          <a:xfrm>
            <a:off x="1524246" y="381165"/>
            <a:ext cx="8172154" cy="553085"/>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价格：国内一骑绝尘，海外中长期有鞍鞯</a:t>
            </a:r>
          </a:p>
        </p:txBody>
      </p:sp>
      <p:sp>
        <p:nvSpPr>
          <p:cNvPr id="11" name="Rectangle 5"/>
          <p:cNvSpPr>
            <a:spLocks noChangeArrowheads="1"/>
          </p:cNvSpPr>
          <p:nvPr/>
        </p:nvSpPr>
        <p:spPr bwMode="auto">
          <a:xfrm>
            <a:off x="0" y="6653116"/>
            <a:ext cx="10771056"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资料来源：百川盈孚，长江证券研究所</a:t>
            </a:r>
          </a:p>
        </p:txBody>
      </p:sp>
      <p:sp>
        <p:nvSpPr>
          <p:cNvPr id="9" name="Rectangle 4"/>
          <p:cNvSpPr>
            <a:spLocks noChangeArrowheads="1"/>
          </p:cNvSpPr>
          <p:nvPr/>
        </p:nvSpPr>
        <p:spPr bwMode="auto">
          <a:xfrm>
            <a:off x="763588" y="1054101"/>
            <a:ext cx="2520000" cy="307777"/>
          </a:xfrm>
          <a:prstGeom prst="rect">
            <a:avLst/>
          </a:prstGeom>
          <a:solidFill>
            <a:srgbClr val="E30613"/>
          </a:solidFill>
          <a:ln w="9525">
            <a:noFill/>
            <a:miter lim="800000"/>
          </a:ln>
          <a:effectLst>
            <a:outerShdw blurRad="50800" dist="38100" dir="2700000" algn="tl" rotWithShape="0">
              <a:prstClr val="black">
                <a:alpha val="40000"/>
              </a:prstClr>
            </a:outer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400" b="1" dirty="0">
                <a:solidFill>
                  <a:schemeClr val="bg1"/>
                </a:solidFill>
                <a:ea typeface="微软雅黑" panose="020B0503020204020204" pitchFamily="34" charset="-122"/>
                <a:cs typeface="+mn-ea"/>
                <a:sym typeface="Arial" panose="020B0604020202020204" pitchFamily="34" charset="0"/>
              </a:rPr>
              <a:t>国内磷矿高景气持续</a:t>
            </a:r>
          </a:p>
        </p:txBody>
      </p:sp>
      <p:sp>
        <p:nvSpPr>
          <p:cNvPr id="13" name="矩形 12"/>
          <p:cNvSpPr/>
          <p:nvPr/>
        </p:nvSpPr>
        <p:spPr>
          <a:xfrm>
            <a:off x="800489" y="2686119"/>
            <a:ext cx="3029456" cy="3603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zh-CN" altLang="en-US" sz="1600" b="1" dirty="0">
                <a:solidFill>
                  <a:srgbClr val="E20000"/>
                </a:solidFill>
                <a:latin typeface="微软雅黑" panose="020B0503020204020204" pitchFamily="34" charset="-122"/>
                <a:ea typeface="微软雅黑" panose="020B0503020204020204" pitchFamily="34" charset="-122"/>
              </a:rPr>
              <a:t>海内外磷矿价格均达到历史最高</a:t>
            </a:r>
          </a:p>
        </p:txBody>
      </p:sp>
      <p:sp>
        <p:nvSpPr>
          <p:cNvPr id="20" name="Text Box 2"/>
          <p:cNvSpPr txBox="1">
            <a:spLocks noChangeArrowheads="1"/>
          </p:cNvSpPr>
          <p:nvPr/>
        </p:nvSpPr>
        <p:spPr bwMode="auto">
          <a:xfrm>
            <a:off x="640798" y="1420054"/>
            <a:ext cx="10358128"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目前海内外磷矿价格均位于历史高位，国内价格达到</a:t>
            </a:r>
            <a:r>
              <a:rPr lang="en-US" altLang="zh-CN" sz="1200" b="1" dirty="0">
                <a:latin typeface="微软雅黑" panose="020B0503020204020204" pitchFamily="34" charset="-122"/>
                <a:ea typeface="微软雅黑" panose="020B0503020204020204" pitchFamily="34" charset="-122"/>
              </a:rPr>
              <a:t>1010</a:t>
            </a:r>
            <a:r>
              <a:rPr lang="zh-CN" altLang="en-US" sz="1200" b="1" dirty="0">
                <a:latin typeface="微软雅黑" panose="020B0503020204020204" pitchFamily="34" charset="-122"/>
                <a:ea typeface="微软雅黑" panose="020B0503020204020204" pitchFamily="34" charset="-122"/>
              </a:rPr>
              <a:t>元</a:t>
            </a:r>
            <a:r>
              <a:rPr lang="en-US" altLang="zh-CN" sz="1200" b="1"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吨</a:t>
            </a:r>
            <a:r>
              <a:rPr lang="zh-CN" altLang="en-US" sz="1200" dirty="0">
                <a:latin typeface="微软雅黑" panose="020B0503020204020204" pitchFamily="34" charset="-122"/>
                <a:ea typeface="微软雅黑" panose="020B0503020204020204" pitchFamily="34" charset="-122"/>
              </a:rPr>
              <a:t>，海外磷矿价格达到</a:t>
            </a:r>
            <a:r>
              <a:rPr lang="en-US" altLang="zh-CN" sz="1200" b="1" dirty="0">
                <a:latin typeface="微软雅黑" panose="020B0503020204020204" pitchFamily="34" charset="-122"/>
                <a:ea typeface="微软雅黑" panose="020B0503020204020204" pitchFamily="34" charset="-122"/>
              </a:rPr>
              <a:t>248.5</a:t>
            </a:r>
            <a:r>
              <a:rPr lang="zh-CN" altLang="en-US" sz="1200" b="1" dirty="0">
                <a:latin typeface="微软雅黑" panose="020B0503020204020204" pitchFamily="34" charset="-122"/>
                <a:ea typeface="微软雅黑" panose="020B0503020204020204" pitchFamily="34" charset="-122"/>
              </a:rPr>
              <a:t>美元</a:t>
            </a:r>
            <a:r>
              <a:rPr lang="en-US" altLang="zh-CN" sz="1200" b="1"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吨</a:t>
            </a:r>
            <a:r>
              <a:rPr lang="zh-CN" altLang="en-US" sz="1200" dirty="0">
                <a:latin typeface="微软雅黑" panose="020B0503020204020204" pitchFamily="34" charset="-122"/>
                <a:ea typeface="微软雅黑" panose="020B0503020204020204" pitchFamily="34" charset="-122"/>
              </a:rPr>
              <a:t>，同时海内外磷矿价格存在价差，超过</a:t>
            </a:r>
            <a:r>
              <a:rPr lang="en-US" altLang="zh-CN" sz="1200" b="1" dirty="0">
                <a:latin typeface="微软雅黑" panose="020B0503020204020204" pitchFamily="34" charset="-122"/>
                <a:ea typeface="微软雅黑" panose="020B0503020204020204" pitchFamily="34" charset="-122"/>
              </a:rPr>
              <a:t>700</a:t>
            </a:r>
            <a:r>
              <a:rPr lang="zh-CN" altLang="en-US" sz="1200" b="1" dirty="0">
                <a:latin typeface="微软雅黑" panose="020B0503020204020204" pitchFamily="34" charset="-122"/>
                <a:ea typeface="微软雅黑" panose="020B0503020204020204" pitchFamily="34" charset="-122"/>
              </a:rPr>
              <a:t>元</a:t>
            </a:r>
            <a:r>
              <a:rPr lang="en-US" altLang="zh-CN" sz="1200" b="1" dirty="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吨</a:t>
            </a:r>
            <a:endParaRPr lang="en-US" altLang="zh-CN" sz="1200" b="1" dirty="0">
              <a:latin typeface="微软雅黑" panose="020B0503020204020204" pitchFamily="34" charset="-122"/>
              <a:ea typeface="微软雅黑" panose="020B0503020204020204" pitchFamily="34" charset="-122"/>
            </a:endParaRPr>
          </a:p>
          <a:p>
            <a:pPr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latin typeface="微软雅黑" panose="020B0503020204020204" pitchFamily="34" charset="-122"/>
                <a:ea typeface="微软雅黑" panose="020B0503020204020204" pitchFamily="34" charset="-122"/>
              </a:rPr>
              <a:t>基于全球磷矿石未来供需紧张的格局，磷矿石价格有望大周期上行</a:t>
            </a:r>
            <a:endParaRPr lang="en-US" altLang="zh-CN" sz="1200" dirty="0">
              <a:latin typeface="微软雅黑" panose="020B0503020204020204" pitchFamily="34" charset="-122"/>
              <a:ea typeface="微软雅黑" panose="020B0503020204020204" pitchFamily="34" charset="-122"/>
            </a:endParaRPr>
          </a:p>
        </p:txBody>
      </p:sp>
      <p:graphicFrame>
        <p:nvGraphicFramePr>
          <p:cNvPr id="12" name="图表 11"/>
          <p:cNvGraphicFramePr>
            <a:graphicFrameLocks/>
          </p:cNvGraphicFramePr>
          <p:nvPr>
            <p:extLst>
              <p:ext uri="{D42A27DB-BD31-4B8C-83A1-F6EECF244321}">
                <p14:modId xmlns:p14="http://schemas.microsoft.com/office/powerpoint/2010/main" val="3113448064"/>
              </p:ext>
            </p:extLst>
          </p:nvPr>
        </p:nvGraphicFramePr>
        <p:xfrm>
          <a:off x="762288" y="3299303"/>
          <a:ext cx="7029162" cy="3034821"/>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descr="0110新版ppt-03.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6" y="0"/>
            <a:ext cx="12191594" cy="6858000"/>
          </a:xfrm>
          <a:prstGeom prst="rect">
            <a:avLst/>
          </a:prstGeom>
        </p:spPr>
      </p:pic>
      <p:sp>
        <p:nvSpPr>
          <p:cNvPr id="4" name="文本框 3"/>
          <p:cNvSpPr txBox="1"/>
          <p:nvPr/>
        </p:nvSpPr>
        <p:spPr>
          <a:xfrm>
            <a:off x="1254760" y="1533537"/>
            <a:ext cx="1797749" cy="1655710"/>
          </a:xfrm>
          <a:prstGeom prst="rect">
            <a:avLst/>
          </a:prstGeom>
          <a:noFill/>
        </p:spPr>
        <p:txBody>
          <a:bodyPr wrap="square" rtlCol="0">
            <a:spAutoFit/>
          </a:bodyPr>
          <a:lstStyle/>
          <a:p>
            <a:r>
              <a:rPr lang="en-US" altLang="zh-CN" sz="10160" b="1" i="1" dirty="0">
                <a:solidFill>
                  <a:srgbClr val="E10000"/>
                </a:solidFill>
                <a:latin typeface="微软雅黑" panose="020B0503020204020204" pitchFamily="34" charset="-122"/>
                <a:ea typeface="微软雅黑" panose="020B0503020204020204" pitchFamily="34" charset="-122"/>
              </a:rPr>
              <a:t>03</a:t>
            </a:r>
            <a:endParaRPr lang="zh-CN" altLang="en-US" sz="10160" b="1" i="1" dirty="0">
              <a:solidFill>
                <a:srgbClr val="E10000"/>
              </a:solidFill>
              <a:latin typeface="微软雅黑" panose="020B0503020204020204" pitchFamily="34" charset="-122"/>
              <a:ea typeface="微软雅黑" panose="020B0503020204020204" pitchFamily="34" charset="-122"/>
            </a:endParaRPr>
          </a:p>
        </p:txBody>
      </p:sp>
      <p:sp>
        <p:nvSpPr>
          <p:cNvPr id="6" name="文本框 5"/>
          <p:cNvSpPr txBox="1"/>
          <p:nvPr/>
        </p:nvSpPr>
        <p:spPr>
          <a:xfrm>
            <a:off x="1254760" y="3146287"/>
            <a:ext cx="5566664" cy="492443"/>
          </a:xfrm>
          <a:prstGeom prst="rect">
            <a:avLst/>
          </a:prstGeom>
          <a:noFill/>
        </p:spPr>
        <p:txBody>
          <a:bodyPr wrap="square" rtlCol="0">
            <a:spAutoFit/>
          </a:bodyPr>
          <a:lstStyle/>
          <a:p>
            <a:r>
              <a:rPr lang="zh-CN" altLang="en-US" sz="2600" b="1" dirty="0">
                <a:solidFill>
                  <a:srgbClr val="6D6D6D"/>
                </a:solidFill>
                <a:latin typeface="微软雅黑" panose="020B0503020204020204" pitchFamily="34" charset="-122"/>
                <a:ea typeface="微软雅黑" panose="020B0503020204020204" pitchFamily="34" charset="-122"/>
              </a:rPr>
              <a:t>磷肥</a:t>
            </a:r>
          </a:p>
        </p:txBody>
      </p:sp>
      <p:sp>
        <p:nvSpPr>
          <p:cNvPr id="7" name="文本框 6"/>
          <p:cNvSpPr txBox="1"/>
          <p:nvPr/>
        </p:nvSpPr>
        <p:spPr>
          <a:xfrm>
            <a:off x="1254760" y="3749576"/>
            <a:ext cx="5302761" cy="418191"/>
          </a:xfrm>
          <a:prstGeom prst="rect">
            <a:avLst/>
          </a:prstGeom>
          <a:noFill/>
        </p:spPr>
        <p:txBody>
          <a:bodyPr wrap="square" rtlCol="0">
            <a:spAutoFit/>
          </a:bodyPr>
          <a:lstStyle/>
          <a:p>
            <a:pPr>
              <a:lnSpc>
                <a:spcPct val="150000"/>
              </a:lnSpc>
            </a:pPr>
            <a:r>
              <a:rPr lang="zh-CN" altLang="en-US" sz="1600" dirty="0">
                <a:solidFill>
                  <a:schemeClr val="bg1">
                    <a:lumMod val="50000"/>
                  </a:schemeClr>
                </a:solidFill>
                <a:latin typeface="微软雅黑" panose="020B0503020204020204" pitchFamily="34" charset="-122"/>
                <a:ea typeface="微软雅黑" panose="020B0503020204020204" pitchFamily="34" charset="-122"/>
              </a:rPr>
              <a:t>行业整体出清，一体化企业利润丰厚</a:t>
            </a:r>
          </a:p>
        </p:txBody>
      </p:sp>
    </p:spTree>
    <p:extLst>
      <p:ext uri="{BB962C8B-B14F-4D97-AF65-F5344CB8AC3E}">
        <p14:creationId xmlns:p14="http://schemas.microsoft.com/office/powerpoint/2010/main" val="197956606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01</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C63011C6-A48C-4057-817D-3575444EFAE7}"/>
              </a:ext>
            </a:extLst>
          </p:cNvPr>
          <p:cNvSpPr txBox="1"/>
          <p:nvPr/>
        </p:nvSpPr>
        <p:spPr>
          <a:xfrm>
            <a:off x="1522658" y="381164"/>
            <a:ext cx="7092034"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磷肥为重要的农业化肥</a:t>
            </a:r>
          </a:p>
        </p:txBody>
      </p:sp>
      <p:sp>
        <p:nvSpPr>
          <p:cNvPr id="5" name="Rectangle 4">
            <a:extLst>
              <a:ext uri="{FF2B5EF4-FFF2-40B4-BE49-F238E27FC236}">
                <a16:creationId xmlns:a16="http://schemas.microsoft.com/office/drawing/2014/main" xmlns="" id="{5D6E94A5-0083-45B1-8F8F-46DCECAD4D6D}"/>
              </a:ext>
            </a:extLst>
          </p:cNvPr>
          <p:cNvSpPr>
            <a:spLocks noChangeArrowheads="1"/>
          </p:cNvSpPr>
          <p:nvPr/>
        </p:nvSpPr>
        <p:spPr bwMode="auto">
          <a:xfrm>
            <a:off x="660400" y="2615198"/>
            <a:ext cx="2088232"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图：磷化工产业链</a:t>
            </a:r>
            <a:endParaRPr lang="zh-CN" altLang="zh-CN" sz="1800" b="1" dirty="0">
              <a:solidFill>
                <a:srgbClr val="E10000"/>
              </a:solidFill>
              <a:ea typeface="华文细黑" panose="02010600040101010101" charset="-122"/>
            </a:endParaRPr>
          </a:p>
        </p:txBody>
      </p:sp>
      <p:sp>
        <p:nvSpPr>
          <p:cNvPr id="6" name="Text Box 2">
            <a:extLst>
              <a:ext uri="{FF2B5EF4-FFF2-40B4-BE49-F238E27FC236}">
                <a16:creationId xmlns:a16="http://schemas.microsoft.com/office/drawing/2014/main" xmlns="" id="{7A5CE8D9-C8F3-4845-AED9-67AB3ACB69A1}"/>
              </a:ext>
            </a:extLst>
          </p:cNvPr>
          <p:cNvSpPr txBox="1">
            <a:spLocks noChangeArrowheads="1"/>
          </p:cNvSpPr>
          <p:nvPr/>
        </p:nvSpPr>
        <p:spPr bwMode="auto">
          <a:xfrm>
            <a:off x="660400" y="1027430"/>
            <a:ext cx="1086802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b="1" dirty="0">
                <a:solidFill>
                  <a:srgbClr val="6D6D6D"/>
                </a:solidFill>
                <a:latin typeface="微软雅黑" panose="020B0503020204020204" pitchFamily="34" charset="-122"/>
                <a:ea typeface="微软雅黑" panose="020B0503020204020204" pitchFamily="34" charset="-122"/>
              </a:rPr>
              <a:t>磷肥主要包括磷酸一铵和磷酸二铵</a:t>
            </a:r>
            <a:r>
              <a:rPr lang="zh-CN" altLang="en-US" sz="1200" dirty="0">
                <a:solidFill>
                  <a:srgbClr val="6D6D6D"/>
                </a:solidFill>
                <a:latin typeface="微软雅黑" panose="020B0503020204020204" pitchFamily="34" charset="-122"/>
                <a:ea typeface="微软雅黑" panose="020B0503020204020204" pitchFamily="34" charset="-122"/>
              </a:rPr>
              <a:t>。料浆法中，每</a:t>
            </a:r>
            <a:r>
              <a:rPr lang="en-US" altLang="zh-CN" sz="1200" dirty="0">
                <a:solidFill>
                  <a:srgbClr val="6D6D6D"/>
                </a:solidFill>
                <a:latin typeface="微软雅黑" panose="020B0503020204020204" pitchFamily="34" charset="-122"/>
                <a:ea typeface="微软雅黑" panose="020B0503020204020204" pitchFamily="34" charset="-122"/>
              </a:rPr>
              <a:t>1</a:t>
            </a:r>
            <a:r>
              <a:rPr lang="zh-CN" altLang="en-US" sz="1200" dirty="0">
                <a:solidFill>
                  <a:srgbClr val="6D6D6D"/>
                </a:solidFill>
                <a:latin typeface="微软雅黑" panose="020B0503020204020204" pitchFamily="34" charset="-122"/>
                <a:ea typeface="微软雅黑" panose="020B0503020204020204" pitchFamily="34" charset="-122"/>
              </a:rPr>
              <a:t>吨磷酸二铵</a:t>
            </a:r>
            <a:r>
              <a:rPr lang="en-US" altLang="zh-CN" sz="1200" dirty="0">
                <a:solidFill>
                  <a:srgbClr val="6D6D6D"/>
                </a:solidFill>
                <a:latin typeface="微软雅黑" panose="020B0503020204020204" pitchFamily="34" charset="-122"/>
                <a:ea typeface="微软雅黑" panose="020B0503020204020204" pitchFamily="34" charset="-122"/>
              </a:rPr>
              <a:t>/</a:t>
            </a:r>
            <a:r>
              <a:rPr lang="zh-CN" altLang="en-US" sz="1200" dirty="0">
                <a:solidFill>
                  <a:srgbClr val="6D6D6D"/>
                </a:solidFill>
                <a:latin typeface="微软雅黑" panose="020B0503020204020204" pitchFamily="34" charset="-122"/>
                <a:ea typeface="微软雅黑" panose="020B0503020204020204" pitchFamily="34" charset="-122"/>
              </a:rPr>
              <a:t>磷酸一铵需要</a:t>
            </a:r>
            <a:r>
              <a:rPr lang="en-US" altLang="zh-CN" sz="1200" dirty="0">
                <a:solidFill>
                  <a:srgbClr val="6D6D6D"/>
                </a:solidFill>
                <a:latin typeface="微软雅黑" panose="020B0503020204020204" pitchFamily="34" charset="-122"/>
                <a:ea typeface="微软雅黑" panose="020B0503020204020204" pitchFamily="34" charset="-122"/>
              </a:rPr>
              <a:t>0.14</a:t>
            </a:r>
            <a:r>
              <a:rPr lang="zh-CN" altLang="en-US" sz="1200" dirty="0">
                <a:solidFill>
                  <a:srgbClr val="6D6D6D"/>
                </a:solidFill>
                <a:latin typeface="微软雅黑" panose="020B0503020204020204" pitchFamily="34" charset="-122"/>
                <a:ea typeface="微软雅黑" panose="020B0503020204020204" pitchFamily="34" charset="-122"/>
              </a:rPr>
              <a:t>吨合成氨，</a:t>
            </a:r>
            <a:r>
              <a:rPr lang="en-US" altLang="zh-CN" sz="1200" dirty="0">
                <a:solidFill>
                  <a:srgbClr val="6D6D6D"/>
                </a:solidFill>
                <a:latin typeface="微软雅黑" panose="020B0503020204020204" pitchFamily="34" charset="-122"/>
                <a:ea typeface="微软雅黑" panose="020B0503020204020204" pitchFamily="34" charset="-122"/>
              </a:rPr>
              <a:t>1.3</a:t>
            </a:r>
            <a:r>
              <a:rPr lang="zh-CN" altLang="en-US" sz="1200" dirty="0">
                <a:solidFill>
                  <a:srgbClr val="6D6D6D"/>
                </a:solidFill>
                <a:latin typeface="微软雅黑" panose="020B0503020204020204" pitchFamily="34" charset="-122"/>
                <a:ea typeface="微软雅黑" panose="020B0503020204020204" pitchFamily="34" charset="-122"/>
              </a:rPr>
              <a:t>吨硫酸，</a:t>
            </a:r>
            <a:r>
              <a:rPr lang="en-US" altLang="zh-CN" sz="1200" dirty="0">
                <a:solidFill>
                  <a:srgbClr val="6D6D6D"/>
                </a:solidFill>
                <a:latin typeface="微软雅黑" panose="020B0503020204020204" pitchFamily="34" charset="-122"/>
                <a:ea typeface="微软雅黑" panose="020B0503020204020204" pitchFamily="34" charset="-122"/>
              </a:rPr>
              <a:t>1.8</a:t>
            </a:r>
            <a:r>
              <a:rPr lang="zh-CN" altLang="en-US" sz="1200" dirty="0">
                <a:solidFill>
                  <a:srgbClr val="6D6D6D"/>
                </a:solidFill>
                <a:latin typeface="微软雅黑" panose="020B0503020204020204" pitchFamily="34" charset="-122"/>
                <a:ea typeface="微软雅黑" panose="020B0503020204020204" pitchFamily="34" charset="-122"/>
              </a:rPr>
              <a:t>吨磷矿石。传统法中，每</a:t>
            </a:r>
            <a:r>
              <a:rPr lang="en-US" altLang="zh-CN" sz="1200" dirty="0">
                <a:solidFill>
                  <a:srgbClr val="6D6D6D"/>
                </a:solidFill>
                <a:latin typeface="微软雅黑" panose="020B0503020204020204" pitchFamily="34" charset="-122"/>
                <a:ea typeface="微软雅黑" panose="020B0503020204020204" pitchFamily="34" charset="-122"/>
              </a:rPr>
              <a:t>1</a:t>
            </a:r>
            <a:r>
              <a:rPr lang="zh-CN" altLang="en-US" sz="1200" dirty="0">
                <a:solidFill>
                  <a:srgbClr val="6D6D6D"/>
                </a:solidFill>
                <a:latin typeface="微软雅黑" panose="020B0503020204020204" pitchFamily="34" charset="-122"/>
                <a:ea typeface="微软雅黑" panose="020B0503020204020204" pitchFamily="34" charset="-122"/>
              </a:rPr>
              <a:t>吨磷酸一铵需要</a:t>
            </a:r>
            <a:r>
              <a:rPr lang="en-US" altLang="zh-CN" sz="1200" dirty="0">
                <a:solidFill>
                  <a:srgbClr val="6D6D6D"/>
                </a:solidFill>
                <a:latin typeface="微软雅黑" panose="020B0503020204020204" pitchFamily="34" charset="-122"/>
                <a:ea typeface="微软雅黑" panose="020B0503020204020204" pitchFamily="34" charset="-122"/>
              </a:rPr>
              <a:t>0.22</a:t>
            </a:r>
            <a:r>
              <a:rPr lang="zh-CN" altLang="en-US" sz="1200" dirty="0">
                <a:solidFill>
                  <a:srgbClr val="6D6D6D"/>
                </a:solidFill>
                <a:latin typeface="微软雅黑" panose="020B0503020204020204" pitchFamily="34" charset="-122"/>
                <a:ea typeface="微软雅黑" panose="020B0503020204020204" pitchFamily="34" charset="-122"/>
              </a:rPr>
              <a:t>吨合成氨，</a:t>
            </a:r>
            <a:r>
              <a:rPr lang="en-US" altLang="zh-CN" sz="1200" dirty="0">
                <a:solidFill>
                  <a:srgbClr val="6D6D6D"/>
                </a:solidFill>
                <a:latin typeface="微软雅黑" panose="020B0503020204020204" pitchFamily="34" charset="-122"/>
                <a:ea typeface="微软雅黑" panose="020B0503020204020204" pitchFamily="34" charset="-122"/>
              </a:rPr>
              <a:t>0.48</a:t>
            </a:r>
            <a:r>
              <a:rPr lang="zh-CN" altLang="en-US" sz="1200" dirty="0">
                <a:solidFill>
                  <a:srgbClr val="6D6D6D"/>
                </a:solidFill>
                <a:latin typeface="微软雅黑" panose="020B0503020204020204" pitchFamily="34" charset="-122"/>
                <a:ea typeface="微软雅黑" panose="020B0503020204020204" pitchFamily="34" charset="-122"/>
              </a:rPr>
              <a:t>吨硫磺，</a:t>
            </a:r>
            <a:r>
              <a:rPr lang="en-US" altLang="zh-CN" sz="1200" dirty="0">
                <a:solidFill>
                  <a:srgbClr val="6D6D6D"/>
                </a:solidFill>
                <a:latin typeface="微软雅黑" panose="020B0503020204020204" pitchFamily="34" charset="-122"/>
                <a:ea typeface="微软雅黑" panose="020B0503020204020204" pitchFamily="34" charset="-122"/>
              </a:rPr>
              <a:t>1.53</a:t>
            </a:r>
            <a:r>
              <a:rPr lang="zh-CN" altLang="en-US" sz="1200" dirty="0">
                <a:solidFill>
                  <a:srgbClr val="6D6D6D"/>
                </a:solidFill>
                <a:latin typeface="微软雅黑" panose="020B0503020204020204" pitchFamily="34" charset="-122"/>
                <a:ea typeface="微软雅黑" panose="020B0503020204020204" pitchFamily="34" charset="-122"/>
              </a:rPr>
              <a:t>吨磷矿石；每</a:t>
            </a:r>
            <a:r>
              <a:rPr lang="en-US" altLang="zh-CN" sz="1200" dirty="0">
                <a:solidFill>
                  <a:srgbClr val="6D6D6D"/>
                </a:solidFill>
                <a:latin typeface="微软雅黑" panose="020B0503020204020204" pitchFamily="34" charset="-122"/>
                <a:ea typeface="微软雅黑" panose="020B0503020204020204" pitchFamily="34" charset="-122"/>
              </a:rPr>
              <a:t>1</a:t>
            </a:r>
            <a:r>
              <a:rPr lang="zh-CN" altLang="en-US" sz="1200" dirty="0">
                <a:solidFill>
                  <a:srgbClr val="6D6D6D"/>
                </a:solidFill>
                <a:latin typeface="微软雅黑" panose="020B0503020204020204" pitchFamily="34" charset="-122"/>
                <a:ea typeface="微软雅黑" panose="020B0503020204020204" pitchFamily="34" charset="-122"/>
              </a:rPr>
              <a:t>吨磷酸二铵需要</a:t>
            </a:r>
            <a:r>
              <a:rPr lang="en-US" altLang="zh-CN" sz="1200" dirty="0">
                <a:solidFill>
                  <a:srgbClr val="6D6D6D"/>
                </a:solidFill>
                <a:latin typeface="微软雅黑" panose="020B0503020204020204" pitchFamily="34" charset="-122"/>
                <a:ea typeface="微软雅黑" panose="020B0503020204020204" pitchFamily="34" charset="-122"/>
              </a:rPr>
              <a:t>0.135</a:t>
            </a:r>
            <a:r>
              <a:rPr lang="zh-CN" altLang="en-US" sz="1200" dirty="0">
                <a:solidFill>
                  <a:srgbClr val="6D6D6D"/>
                </a:solidFill>
                <a:latin typeface="微软雅黑" panose="020B0503020204020204" pitchFamily="34" charset="-122"/>
                <a:ea typeface="微软雅黑" panose="020B0503020204020204" pitchFamily="34" charset="-122"/>
              </a:rPr>
              <a:t>吨合成氨，</a:t>
            </a:r>
            <a:r>
              <a:rPr lang="en-US" altLang="zh-CN" sz="1200" dirty="0">
                <a:solidFill>
                  <a:srgbClr val="6D6D6D"/>
                </a:solidFill>
                <a:latin typeface="微软雅黑" panose="020B0503020204020204" pitchFamily="34" charset="-122"/>
                <a:ea typeface="微软雅黑" panose="020B0503020204020204" pitchFamily="34" charset="-122"/>
              </a:rPr>
              <a:t>0.46</a:t>
            </a:r>
            <a:r>
              <a:rPr lang="zh-CN" altLang="en-US" sz="1200" dirty="0">
                <a:solidFill>
                  <a:srgbClr val="6D6D6D"/>
                </a:solidFill>
                <a:latin typeface="微软雅黑" panose="020B0503020204020204" pitchFamily="34" charset="-122"/>
                <a:ea typeface="微软雅黑" panose="020B0503020204020204" pitchFamily="34" charset="-122"/>
              </a:rPr>
              <a:t>吨硫磺，</a:t>
            </a:r>
            <a:r>
              <a:rPr lang="en-US" altLang="zh-CN" sz="1200" dirty="0">
                <a:solidFill>
                  <a:srgbClr val="6D6D6D"/>
                </a:solidFill>
                <a:latin typeface="微软雅黑" panose="020B0503020204020204" pitchFamily="34" charset="-122"/>
                <a:ea typeface="微软雅黑" panose="020B0503020204020204" pitchFamily="34" charset="-122"/>
              </a:rPr>
              <a:t>1.47</a:t>
            </a:r>
            <a:r>
              <a:rPr lang="zh-CN" altLang="en-US" sz="1200" dirty="0">
                <a:solidFill>
                  <a:srgbClr val="6D6D6D"/>
                </a:solidFill>
                <a:latin typeface="微软雅黑" panose="020B0503020204020204" pitchFamily="34" charset="-122"/>
                <a:ea typeface="微软雅黑" panose="020B0503020204020204" pitchFamily="34" charset="-122"/>
              </a:rPr>
              <a:t>吨磷矿石。上游磷矿石约</a:t>
            </a:r>
            <a:r>
              <a:rPr lang="en-US" altLang="zh-CN" sz="1200" dirty="0">
                <a:solidFill>
                  <a:srgbClr val="6D6D6D"/>
                </a:solidFill>
                <a:latin typeface="微软雅黑" panose="020B0503020204020204" pitchFamily="34" charset="-122"/>
                <a:ea typeface="微软雅黑" panose="020B0503020204020204" pitchFamily="34" charset="-122"/>
              </a:rPr>
              <a:t>63%</a:t>
            </a:r>
            <a:r>
              <a:rPr lang="zh-CN" altLang="en-US" sz="1200" dirty="0">
                <a:solidFill>
                  <a:srgbClr val="6D6D6D"/>
                </a:solidFill>
                <a:latin typeface="微软雅黑" panose="020B0503020204020204" pitchFamily="34" charset="-122"/>
                <a:ea typeface="微软雅黑" panose="020B0503020204020204" pitchFamily="34" charset="-122"/>
              </a:rPr>
              <a:t>用作生产磷肥，剩余用于碳酸盐、黄磷、其他磷化物</a:t>
            </a:r>
            <a:endParaRPr lang="en-US" altLang="zh-CN" sz="1200" dirty="0">
              <a:solidFill>
                <a:srgbClr val="6D6D6D"/>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微软雅黑" panose="020B0503020204020204" pitchFamily="34" charset="-122"/>
                <a:ea typeface="微软雅黑" panose="020B0503020204020204" pitchFamily="34" charset="-122"/>
              </a:rPr>
              <a:t>磷肥的作用是使树木茎枝坚韧，促使花芽形成，花大色艳，果实早熟，并能使树木生长发育良好，多发新根，提高抗寒、抗旱能力</a:t>
            </a:r>
          </a:p>
        </p:txBody>
      </p:sp>
      <p:sp>
        <p:nvSpPr>
          <p:cNvPr id="7" name="Rectangle 4">
            <a:extLst>
              <a:ext uri="{FF2B5EF4-FFF2-40B4-BE49-F238E27FC236}">
                <a16:creationId xmlns:a16="http://schemas.microsoft.com/office/drawing/2014/main" xmlns="" id="{B5280965-7876-4C53-8933-6EADCDBF50F9}"/>
              </a:ext>
            </a:extLst>
          </p:cNvPr>
          <p:cNvSpPr>
            <a:spLocks noChangeArrowheads="1"/>
          </p:cNvSpPr>
          <p:nvPr/>
        </p:nvSpPr>
        <p:spPr bwMode="auto">
          <a:xfrm>
            <a:off x="6886500" y="2615198"/>
            <a:ext cx="3344620"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dirty="0">
                <a:solidFill>
                  <a:srgbClr val="E10000"/>
                </a:solidFill>
                <a:latin typeface="微软雅黑" panose="020B0503020204020204" pitchFamily="34" charset="-122"/>
                <a:ea typeface="微软雅黑" panose="020B0503020204020204" pitchFamily="34" charset="-122"/>
              </a:rPr>
              <a:t>磷肥是磷矿石最大下游应用</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8" name="TextBox 33">
            <a:extLst>
              <a:ext uri="{FF2B5EF4-FFF2-40B4-BE49-F238E27FC236}">
                <a16:creationId xmlns:a16="http://schemas.microsoft.com/office/drawing/2014/main" xmlns="" id="{9DFE4603-8C75-40B4-A955-B982F1455887}"/>
              </a:ext>
            </a:extLst>
          </p:cNvPr>
          <p:cNvSpPr/>
          <p:nvPr/>
        </p:nvSpPr>
        <p:spPr bwMode="auto">
          <a:xfrm>
            <a:off x="0" y="6637186"/>
            <a:ext cx="1969931"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 卓创资讯，长江证券研究所</a:t>
            </a:r>
          </a:p>
        </p:txBody>
      </p:sp>
      <p:pic>
        <p:nvPicPr>
          <p:cNvPr id="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740901" y="3130422"/>
            <a:ext cx="5515275" cy="3121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1" name="图表 10"/>
          <p:cNvGraphicFramePr>
            <a:graphicFrameLocks/>
          </p:cNvGraphicFramePr>
          <p:nvPr>
            <p:extLst>
              <p:ext uri="{D42A27DB-BD31-4B8C-83A1-F6EECF244321}">
                <p14:modId xmlns:p14="http://schemas.microsoft.com/office/powerpoint/2010/main" val="4059119994"/>
              </p:ext>
            </p:extLst>
          </p:nvPr>
        </p:nvGraphicFramePr>
        <p:xfrm>
          <a:off x="6542264" y="3256447"/>
          <a:ext cx="5400000" cy="28800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01314758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02</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7918379C-9534-4311-9093-16DA7B8CC88E}"/>
              </a:ext>
            </a:extLst>
          </p:cNvPr>
          <p:cNvSpPr txBox="1"/>
          <p:nvPr/>
        </p:nvSpPr>
        <p:spPr>
          <a:xfrm>
            <a:off x="1522658" y="368551"/>
            <a:ext cx="7092034"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全球磷肥需求量较为稳定增长</a:t>
            </a:r>
          </a:p>
        </p:txBody>
      </p:sp>
      <p:sp>
        <p:nvSpPr>
          <p:cNvPr id="5" name="Rectangle 4">
            <a:extLst>
              <a:ext uri="{FF2B5EF4-FFF2-40B4-BE49-F238E27FC236}">
                <a16:creationId xmlns:a16="http://schemas.microsoft.com/office/drawing/2014/main" xmlns="" id="{B33C08FD-90A8-4839-A61C-CE222BB99549}"/>
              </a:ext>
            </a:extLst>
          </p:cNvPr>
          <p:cNvSpPr>
            <a:spLocks noChangeArrowheads="1"/>
          </p:cNvSpPr>
          <p:nvPr/>
        </p:nvSpPr>
        <p:spPr bwMode="auto">
          <a:xfrm>
            <a:off x="549796" y="2852521"/>
            <a:ext cx="4277053"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图：全球磷肥供给（折纯</a:t>
            </a:r>
            <a:r>
              <a:rPr lang="en-US" altLang="zh-CN" sz="1800" b="1" dirty="0">
                <a:solidFill>
                  <a:srgbClr val="E10000"/>
                </a:solidFill>
                <a:latin typeface="微软雅黑" panose="020B0503020204020204" pitchFamily="34" charset="-122"/>
                <a:ea typeface="微软雅黑" panose="020B0503020204020204" pitchFamily="34" charset="-122"/>
              </a:rPr>
              <a:t>P</a:t>
            </a:r>
            <a:r>
              <a:rPr lang="en-US" altLang="zh-CN" sz="1100" b="1" dirty="0">
                <a:solidFill>
                  <a:srgbClr val="E10000"/>
                </a:solidFill>
                <a:latin typeface="微软雅黑" panose="020B0503020204020204" pitchFamily="34" charset="-122"/>
                <a:ea typeface="微软雅黑" panose="020B0503020204020204" pitchFamily="34" charset="-122"/>
              </a:rPr>
              <a:t>2</a:t>
            </a:r>
            <a:r>
              <a:rPr lang="en-US" altLang="zh-CN" sz="1800" b="1" dirty="0">
                <a:solidFill>
                  <a:srgbClr val="E10000"/>
                </a:solidFill>
                <a:latin typeface="微软雅黑" panose="020B0503020204020204" pitchFamily="34" charset="-122"/>
                <a:ea typeface="微软雅黑" panose="020B0503020204020204" pitchFamily="34" charset="-122"/>
              </a:rPr>
              <a:t>O</a:t>
            </a:r>
            <a:r>
              <a:rPr lang="en-US" altLang="zh-CN" sz="1050" b="1" dirty="0">
                <a:solidFill>
                  <a:srgbClr val="E10000"/>
                </a:solidFill>
                <a:latin typeface="微软雅黑" panose="020B0503020204020204" pitchFamily="34" charset="-122"/>
                <a:ea typeface="微软雅黑" panose="020B0503020204020204" pitchFamily="34" charset="-122"/>
              </a:rPr>
              <a:t>5</a:t>
            </a:r>
            <a:r>
              <a:rPr lang="zh-CN" altLang="en-US" sz="1800" b="1" dirty="0">
                <a:solidFill>
                  <a:srgbClr val="E10000"/>
                </a:solidFill>
                <a:latin typeface="微软雅黑" panose="020B0503020204020204" pitchFamily="34" charset="-122"/>
                <a:ea typeface="微软雅黑" panose="020B0503020204020204" pitchFamily="34" charset="-122"/>
              </a:rPr>
              <a:t>）</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6" name="Rectangle 4">
            <a:extLst>
              <a:ext uri="{FF2B5EF4-FFF2-40B4-BE49-F238E27FC236}">
                <a16:creationId xmlns:a16="http://schemas.microsoft.com/office/drawing/2014/main" xmlns="" id="{EF5D4D3E-A6F9-4A56-B2C2-71E2FF813477}"/>
              </a:ext>
            </a:extLst>
          </p:cNvPr>
          <p:cNvSpPr>
            <a:spLocks noChangeArrowheads="1"/>
          </p:cNvSpPr>
          <p:nvPr/>
        </p:nvSpPr>
        <p:spPr bwMode="auto">
          <a:xfrm>
            <a:off x="6428632" y="2850827"/>
            <a:ext cx="3744416"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图：全球磷肥消费量（折纯</a:t>
            </a:r>
            <a:r>
              <a:rPr lang="en-US" altLang="zh-CN" sz="1800" b="1" dirty="0">
                <a:solidFill>
                  <a:srgbClr val="E10000"/>
                </a:solidFill>
                <a:latin typeface="微软雅黑" panose="020B0503020204020204" pitchFamily="34" charset="-122"/>
                <a:ea typeface="微软雅黑" panose="020B0503020204020204" pitchFamily="34" charset="-122"/>
              </a:rPr>
              <a:t>P</a:t>
            </a:r>
            <a:r>
              <a:rPr lang="en-US" altLang="zh-CN" sz="1100" b="1" dirty="0">
                <a:solidFill>
                  <a:srgbClr val="E10000"/>
                </a:solidFill>
                <a:latin typeface="微软雅黑" panose="020B0503020204020204" pitchFamily="34" charset="-122"/>
                <a:ea typeface="微软雅黑" panose="020B0503020204020204" pitchFamily="34" charset="-122"/>
              </a:rPr>
              <a:t>2</a:t>
            </a:r>
            <a:r>
              <a:rPr lang="en-US" altLang="zh-CN" sz="1800" b="1" dirty="0">
                <a:solidFill>
                  <a:srgbClr val="E10000"/>
                </a:solidFill>
                <a:latin typeface="微软雅黑" panose="020B0503020204020204" pitchFamily="34" charset="-122"/>
                <a:ea typeface="微软雅黑" panose="020B0503020204020204" pitchFamily="34" charset="-122"/>
              </a:rPr>
              <a:t>O</a:t>
            </a:r>
            <a:r>
              <a:rPr lang="en-US" altLang="zh-CN" sz="1050" b="1" dirty="0">
                <a:solidFill>
                  <a:srgbClr val="E10000"/>
                </a:solidFill>
                <a:latin typeface="微软雅黑" panose="020B0503020204020204" pitchFamily="34" charset="-122"/>
                <a:ea typeface="微软雅黑" panose="020B0503020204020204" pitchFamily="34" charset="-122"/>
              </a:rPr>
              <a:t>5</a:t>
            </a:r>
            <a:r>
              <a:rPr lang="zh-CN" altLang="en-US" sz="1800" b="1" dirty="0">
                <a:solidFill>
                  <a:srgbClr val="E10000"/>
                </a:solidFill>
                <a:latin typeface="微软雅黑" panose="020B0503020204020204" pitchFamily="34" charset="-122"/>
                <a:ea typeface="微软雅黑" panose="020B0503020204020204" pitchFamily="34" charset="-122"/>
              </a:rPr>
              <a:t>）</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7" name="TextBox 33">
            <a:extLst>
              <a:ext uri="{FF2B5EF4-FFF2-40B4-BE49-F238E27FC236}">
                <a16:creationId xmlns:a16="http://schemas.microsoft.com/office/drawing/2014/main" xmlns="" id="{2C7D4306-5A56-4BC0-A1CA-5AF8B7A42C52}"/>
              </a:ext>
            </a:extLst>
          </p:cNvPr>
          <p:cNvSpPr/>
          <p:nvPr/>
        </p:nvSpPr>
        <p:spPr bwMode="auto">
          <a:xfrm>
            <a:off x="0" y="6637186"/>
            <a:ext cx="1716656"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 </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IFA</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，长江证券研究所</a:t>
            </a:r>
          </a:p>
        </p:txBody>
      </p:sp>
      <p:sp>
        <p:nvSpPr>
          <p:cNvPr id="8" name="Text Box 2">
            <a:extLst>
              <a:ext uri="{FF2B5EF4-FFF2-40B4-BE49-F238E27FC236}">
                <a16:creationId xmlns:a16="http://schemas.microsoft.com/office/drawing/2014/main" xmlns="" id="{48914382-55C9-44BE-BFA1-EE6193DEC5F1}"/>
              </a:ext>
            </a:extLst>
          </p:cNvPr>
          <p:cNvSpPr txBox="1">
            <a:spLocks noChangeArrowheads="1"/>
          </p:cNvSpPr>
          <p:nvPr/>
        </p:nvSpPr>
        <p:spPr bwMode="auto">
          <a:xfrm>
            <a:off x="660399" y="1113554"/>
            <a:ext cx="108680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微软雅黑" panose="020B0503020204020204" pitchFamily="34" charset="-122"/>
                <a:ea typeface="微软雅黑" panose="020B0503020204020204" pitchFamily="34" charset="-122"/>
              </a:rPr>
              <a:t>据</a:t>
            </a:r>
            <a:r>
              <a:rPr lang="en-US" altLang="zh-CN" sz="1200" dirty="0">
                <a:solidFill>
                  <a:srgbClr val="6D6D6D"/>
                </a:solidFill>
                <a:latin typeface="微软雅黑" panose="020B0503020204020204" pitchFamily="34" charset="-122"/>
                <a:ea typeface="微软雅黑" panose="020B0503020204020204" pitchFamily="34" charset="-122"/>
              </a:rPr>
              <a:t>IFA</a:t>
            </a:r>
            <a:r>
              <a:rPr lang="zh-CN" altLang="en-US" sz="1200" dirty="0">
                <a:solidFill>
                  <a:srgbClr val="6D6D6D"/>
                </a:solidFill>
                <a:latin typeface="微软雅黑" panose="020B0503020204020204" pitchFamily="34" charset="-122"/>
                <a:ea typeface="微软雅黑" panose="020B0503020204020204" pitchFamily="34" charset="-122"/>
              </a:rPr>
              <a:t>统计，</a:t>
            </a:r>
            <a:r>
              <a:rPr lang="en-US" altLang="zh-CN" sz="1200" dirty="0">
                <a:solidFill>
                  <a:srgbClr val="6D6D6D"/>
                </a:solidFill>
                <a:latin typeface="微软雅黑" panose="020B0503020204020204" pitchFamily="34" charset="-122"/>
                <a:ea typeface="微软雅黑" panose="020B0503020204020204" pitchFamily="34" charset="-122"/>
              </a:rPr>
              <a:t>1961-2019</a:t>
            </a:r>
            <a:r>
              <a:rPr lang="zh-CN" altLang="en-US" sz="1200" dirty="0">
                <a:solidFill>
                  <a:srgbClr val="6D6D6D"/>
                </a:solidFill>
                <a:latin typeface="微软雅黑" panose="020B0503020204020204" pitchFamily="34" charset="-122"/>
                <a:ea typeface="微软雅黑" panose="020B0503020204020204" pitchFamily="34" charset="-122"/>
              </a:rPr>
              <a:t>年，全球磷肥产能与消费年均复合增速分别为</a:t>
            </a:r>
            <a:r>
              <a:rPr lang="en-US" altLang="zh-CN" sz="1200" dirty="0">
                <a:solidFill>
                  <a:srgbClr val="6D6D6D"/>
                </a:solidFill>
                <a:latin typeface="微软雅黑" panose="020B0503020204020204" pitchFamily="34" charset="-122"/>
                <a:ea typeface="微软雅黑" panose="020B0503020204020204" pitchFamily="34" charset="-122"/>
              </a:rPr>
              <a:t>2.6%</a:t>
            </a:r>
            <a:r>
              <a:rPr lang="zh-CN" altLang="en-US" sz="1200" dirty="0">
                <a:solidFill>
                  <a:srgbClr val="6D6D6D"/>
                </a:solidFill>
                <a:latin typeface="微软雅黑" panose="020B0503020204020204" pitchFamily="34" charset="-122"/>
                <a:ea typeface="微软雅黑" panose="020B0503020204020204" pitchFamily="34" charset="-122"/>
              </a:rPr>
              <a:t>与</a:t>
            </a:r>
            <a:r>
              <a:rPr lang="en-US" altLang="zh-CN" sz="1200" dirty="0">
                <a:solidFill>
                  <a:srgbClr val="6D6D6D"/>
                </a:solidFill>
                <a:latin typeface="微软雅黑" panose="020B0503020204020204" pitchFamily="34" charset="-122"/>
                <a:ea typeface="微软雅黑" panose="020B0503020204020204" pitchFamily="34" charset="-122"/>
              </a:rPr>
              <a:t>2.5%</a:t>
            </a:r>
            <a:r>
              <a:rPr lang="zh-CN" altLang="en-US" sz="1200" dirty="0">
                <a:solidFill>
                  <a:srgbClr val="6D6D6D"/>
                </a:solidFill>
                <a:latin typeface="微软雅黑" panose="020B0503020204020204" pitchFamily="34" charset="-122"/>
                <a:ea typeface="微软雅黑" panose="020B0503020204020204" pitchFamily="34" charset="-122"/>
              </a:rPr>
              <a:t>。全球人口的不断增长，拉动对粮食的需求，进而推动化肥需求持续提升</a:t>
            </a:r>
            <a:endParaRPr lang="en-US" altLang="zh-CN" sz="1200" dirty="0">
              <a:solidFill>
                <a:srgbClr val="6D6D6D"/>
              </a:solidFill>
              <a:latin typeface="微软雅黑" panose="020B0503020204020204" pitchFamily="34" charset="-122"/>
              <a:ea typeface="微软雅黑" panose="020B0503020204020204" pitchFamily="34" charset="-122"/>
            </a:endParaRPr>
          </a:p>
          <a:p>
            <a:pPr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D6D6D"/>
                </a:solidFill>
                <a:latin typeface="微软雅黑" panose="020B0503020204020204" pitchFamily="34" charset="-122"/>
                <a:ea typeface="微软雅黑" panose="020B0503020204020204" pitchFamily="34" charset="-122"/>
              </a:rPr>
              <a:t>2020</a:t>
            </a:r>
            <a:r>
              <a:rPr lang="zh-CN" altLang="en-US" sz="1200" dirty="0">
                <a:solidFill>
                  <a:srgbClr val="6D6D6D"/>
                </a:solidFill>
                <a:latin typeface="微软雅黑" panose="020B0503020204020204" pitchFamily="34" charset="-122"/>
                <a:ea typeface="微软雅黑" panose="020B0503020204020204" pitchFamily="34" charset="-122"/>
              </a:rPr>
              <a:t>年，在疫情冲击下，化肥需求被强力拉动，全球磷肥消费量为</a:t>
            </a:r>
            <a:r>
              <a:rPr lang="en-US" altLang="zh-CN" sz="1200" dirty="0">
                <a:solidFill>
                  <a:srgbClr val="6D6D6D"/>
                </a:solidFill>
                <a:latin typeface="微软雅黑" panose="020B0503020204020204" pitchFamily="34" charset="-122"/>
                <a:ea typeface="微软雅黑" panose="020B0503020204020204" pitchFamily="34" charset="-122"/>
              </a:rPr>
              <a:t>4960</a:t>
            </a:r>
            <a:r>
              <a:rPr lang="zh-CN" altLang="en-US" sz="1200" dirty="0">
                <a:solidFill>
                  <a:srgbClr val="6D6D6D"/>
                </a:solidFill>
                <a:latin typeface="微软雅黑" panose="020B0503020204020204" pitchFamily="34" charset="-122"/>
                <a:ea typeface="微软雅黑" panose="020B0503020204020204" pitchFamily="34" charset="-122"/>
              </a:rPr>
              <a:t>万吨（折纯五氧化二磷，</a:t>
            </a:r>
            <a:r>
              <a:rPr lang="en-US" altLang="zh-CN" sz="1200" dirty="0">
                <a:solidFill>
                  <a:srgbClr val="6D6D6D"/>
                </a:solidFill>
                <a:latin typeface="微软雅黑" panose="020B0503020204020204" pitchFamily="34" charset="-122"/>
                <a:ea typeface="微软雅黑" panose="020B0503020204020204" pitchFamily="34" charset="-122"/>
              </a:rPr>
              <a:t>P2O5</a:t>
            </a:r>
            <a:r>
              <a:rPr lang="zh-CN" altLang="en-US" sz="1200" dirty="0">
                <a:solidFill>
                  <a:srgbClr val="6D6D6D"/>
                </a:solidFill>
                <a:latin typeface="微软雅黑" panose="020B0503020204020204" pitchFamily="34" charset="-122"/>
                <a:ea typeface="微软雅黑" panose="020B0503020204020204" pitchFamily="34" charset="-122"/>
              </a:rPr>
              <a:t>），同比增长</a:t>
            </a:r>
            <a:r>
              <a:rPr lang="en-US" altLang="zh-CN" sz="1200" dirty="0">
                <a:solidFill>
                  <a:srgbClr val="6D6D6D"/>
                </a:solidFill>
                <a:latin typeface="微软雅黑" panose="020B0503020204020204" pitchFamily="34" charset="-122"/>
                <a:ea typeface="微软雅黑" panose="020B0503020204020204" pitchFamily="34" charset="-122"/>
              </a:rPr>
              <a:t>7.0%</a:t>
            </a:r>
          </a:p>
        </p:txBody>
      </p:sp>
      <p:graphicFrame>
        <p:nvGraphicFramePr>
          <p:cNvPr id="10" name="图表 9"/>
          <p:cNvGraphicFramePr>
            <a:graphicFrameLocks/>
          </p:cNvGraphicFramePr>
          <p:nvPr/>
        </p:nvGraphicFramePr>
        <p:xfrm>
          <a:off x="549796" y="3400368"/>
          <a:ext cx="5426719" cy="296015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图表 11"/>
          <p:cNvGraphicFramePr>
            <a:graphicFrameLocks/>
          </p:cNvGraphicFramePr>
          <p:nvPr/>
        </p:nvGraphicFramePr>
        <p:xfrm>
          <a:off x="6333064" y="3385523"/>
          <a:ext cx="5423751" cy="2975003"/>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60994924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03</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7918379C-9534-4311-9093-16DA7B8CC88E}"/>
              </a:ext>
            </a:extLst>
          </p:cNvPr>
          <p:cNvSpPr txBox="1"/>
          <p:nvPr/>
        </p:nvSpPr>
        <p:spPr>
          <a:xfrm>
            <a:off x="1522658" y="381164"/>
            <a:ext cx="7092034"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我国是全球第一大磷肥生产国</a:t>
            </a:r>
          </a:p>
        </p:txBody>
      </p:sp>
      <p:sp>
        <p:nvSpPr>
          <p:cNvPr id="5" name="Rectangle 4">
            <a:extLst>
              <a:ext uri="{FF2B5EF4-FFF2-40B4-BE49-F238E27FC236}">
                <a16:creationId xmlns:a16="http://schemas.microsoft.com/office/drawing/2014/main" xmlns="" id="{B33C08FD-90A8-4839-A61C-CE222BB99549}"/>
              </a:ext>
            </a:extLst>
          </p:cNvPr>
          <p:cNvSpPr>
            <a:spLocks noChangeArrowheads="1"/>
          </p:cNvSpPr>
          <p:nvPr/>
        </p:nvSpPr>
        <p:spPr bwMode="auto">
          <a:xfrm>
            <a:off x="660400" y="2750818"/>
            <a:ext cx="3254321"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a:t>
            </a:r>
            <a:r>
              <a:rPr lang="en-US" altLang="zh-CN" sz="1800" b="1" dirty="0">
                <a:solidFill>
                  <a:srgbClr val="E10000"/>
                </a:solidFill>
                <a:latin typeface="微软雅黑" panose="020B0503020204020204" pitchFamily="34" charset="-122"/>
                <a:ea typeface="微软雅黑" panose="020B0503020204020204" pitchFamily="34" charset="-122"/>
              </a:rPr>
              <a:t>2020</a:t>
            </a:r>
            <a:r>
              <a:rPr lang="zh-CN" altLang="en-US" sz="1800" b="1" dirty="0">
                <a:solidFill>
                  <a:srgbClr val="E10000"/>
                </a:solidFill>
                <a:latin typeface="微软雅黑" panose="020B0503020204020204" pitchFamily="34" charset="-122"/>
                <a:ea typeface="微软雅黑" panose="020B0503020204020204" pitchFamily="34" charset="-122"/>
              </a:rPr>
              <a:t>全球磷矿产量分布</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6" name="TextBox 33">
            <a:extLst>
              <a:ext uri="{FF2B5EF4-FFF2-40B4-BE49-F238E27FC236}">
                <a16:creationId xmlns:a16="http://schemas.microsoft.com/office/drawing/2014/main" xmlns="" id="{2C7D4306-5A56-4BC0-A1CA-5AF8B7A42C52}"/>
              </a:ext>
            </a:extLst>
          </p:cNvPr>
          <p:cNvSpPr/>
          <p:nvPr/>
        </p:nvSpPr>
        <p:spPr bwMode="auto">
          <a:xfrm>
            <a:off x="0" y="6637186"/>
            <a:ext cx="2091759"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 </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USGS</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IFA</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，长江证券研究所</a:t>
            </a:r>
          </a:p>
        </p:txBody>
      </p:sp>
      <p:sp>
        <p:nvSpPr>
          <p:cNvPr id="7" name="Text Box 2">
            <a:extLst>
              <a:ext uri="{FF2B5EF4-FFF2-40B4-BE49-F238E27FC236}">
                <a16:creationId xmlns:a16="http://schemas.microsoft.com/office/drawing/2014/main" xmlns="" id="{48914382-55C9-44BE-BFA1-EE6193DEC5F1}"/>
              </a:ext>
            </a:extLst>
          </p:cNvPr>
          <p:cNvSpPr txBox="1">
            <a:spLocks noChangeArrowheads="1"/>
          </p:cNvSpPr>
          <p:nvPr/>
        </p:nvSpPr>
        <p:spPr bwMode="auto">
          <a:xfrm>
            <a:off x="660400" y="1130300"/>
            <a:ext cx="10868025"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微软雅黑" panose="020B0503020204020204" pitchFamily="34" charset="-122"/>
                <a:ea typeface="微软雅黑" panose="020B0503020204020204" pitchFamily="34" charset="-122"/>
              </a:rPr>
              <a:t>全球</a:t>
            </a:r>
            <a:r>
              <a:rPr lang="en-US" altLang="zh-CN" sz="1200" dirty="0">
                <a:solidFill>
                  <a:srgbClr val="6D6D6D"/>
                </a:solidFill>
                <a:latin typeface="微软雅黑" panose="020B0503020204020204" pitchFamily="34" charset="-122"/>
                <a:ea typeface="微软雅黑" panose="020B0503020204020204" pitchFamily="34" charset="-122"/>
              </a:rPr>
              <a:t>70%</a:t>
            </a:r>
            <a:r>
              <a:rPr lang="zh-CN" altLang="en-US" sz="1200" dirty="0">
                <a:solidFill>
                  <a:srgbClr val="6D6D6D"/>
                </a:solidFill>
                <a:latin typeface="微软雅黑" panose="020B0503020204020204" pitchFamily="34" charset="-122"/>
                <a:ea typeface="微软雅黑" panose="020B0503020204020204" pitchFamily="34" charset="-122"/>
              </a:rPr>
              <a:t>的磷矿石储量在摩洛哥和西撒哈拉，我国磷矿石储量仅占世界</a:t>
            </a:r>
            <a:r>
              <a:rPr lang="en-US" altLang="zh-CN" sz="1200" dirty="0">
                <a:solidFill>
                  <a:srgbClr val="6D6D6D"/>
                </a:solidFill>
                <a:latin typeface="微软雅黑" panose="020B0503020204020204" pitchFamily="34" charset="-122"/>
                <a:ea typeface="微软雅黑" panose="020B0503020204020204" pitchFamily="34" charset="-122"/>
              </a:rPr>
              <a:t>4.5%</a:t>
            </a:r>
            <a:r>
              <a:rPr lang="zh-CN" altLang="en-US" sz="1200" dirty="0">
                <a:solidFill>
                  <a:srgbClr val="6D6D6D"/>
                </a:solidFill>
                <a:latin typeface="微软雅黑" panose="020B0503020204020204" pitchFamily="34" charset="-122"/>
                <a:ea typeface="微软雅黑" panose="020B0503020204020204" pitchFamily="34" charset="-122"/>
              </a:rPr>
              <a:t>，但我国为第一大磷矿石生产国</a:t>
            </a:r>
            <a:endParaRPr lang="en-US" altLang="zh-CN" sz="1200" dirty="0">
              <a:solidFill>
                <a:srgbClr val="6D6D6D"/>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b="1" dirty="0">
                <a:solidFill>
                  <a:srgbClr val="6D6D6D"/>
                </a:solidFill>
                <a:latin typeface="微软雅黑" panose="020B0503020204020204" pitchFamily="34" charset="-122"/>
                <a:ea typeface="微软雅黑" panose="020B0503020204020204" pitchFamily="34" charset="-122"/>
              </a:rPr>
              <a:t>全球磷肥一体化较为完整，磷矿石生产多也多为磷肥生产国，因此，我国也是磷肥主要生产国</a:t>
            </a:r>
            <a:endParaRPr lang="en-US" altLang="zh-CN" sz="1200" b="1" dirty="0">
              <a:solidFill>
                <a:srgbClr val="6D6D6D"/>
              </a:solidFill>
              <a:latin typeface="微软雅黑" panose="020B0503020204020204" pitchFamily="34" charset="-122"/>
              <a:ea typeface="微软雅黑" panose="020B0503020204020204" pitchFamily="34" charset="-122"/>
            </a:endParaRPr>
          </a:p>
        </p:txBody>
      </p:sp>
      <p:sp>
        <p:nvSpPr>
          <p:cNvPr id="8" name="Rectangle 4">
            <a:extLst>
              <a:ext uri="{FF2B5EF4-FFF2-40B4-BE49-F238E27FC236}">
                <a16:creationId xmlns:a16="http://schemas.microsoft.com/office/drawing/2014/main" xmlns="" id="{E75028BE-F5CC-4D81-BCD1-EC91E97EC6BC}"/>
              </a:ext>
            </a:extLst>
          </p:cNvPr>
          <p:cNvSpPr>
            <a:spLocks noChangeArrowheads="1"/>
          </p:cNvSpPr>
          <p:nvPr/>
        </p:nvSpPr>
        <p:spPr bwMode="auto">
          <a:xfrm>
            <a:off x="6958508" y="2750818"/>
            <a:ext cx="4896544"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a:t>
            </a:r>
            <a:r>
              <a:rPr lang="en-US" altLang="zh-CN" sz="1800" b="1" dirty="0">
                <a:solidFill>
                  <a:srgbClr val="E10000"/>
                </a:solidFill>
                <a:latin typeface="微软雅黑" panose="020B0503020204020204" pitchFamily="34" charset="-122"/>
                <a:ea typeface="微软雅黑" panose="020B0503020204020204" pitchFamily="34" charset="-122"/>
              </a:rPr>
              <a:t>2019</a:t>
            </a:r>
            <a:r>
              <a:rPr lang="zh-CN" altLang="en-US" sz="1800" b="1" dirty="0">
                <a:solidFill>
                  <a:srgbClr val="E10000"/>
                </a:solidFill>
                <a:latin typeface="微软雅黑" panose="020B0503020204020204" pitchFamily="34" charset="-122"/>
                <a:ea typeface="微软雅黑" panose="020B0503020204020204" pitchFamily="34" charset="-122"/>
              </a:rPr>
              <a:t>全球磷肥产量分布</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graphicFrame>
        <p:nvGraphicFramePr>
          <p:cNvPr id="9" name="图表 8"/>
          <p:cNvGraphicFramePr>
            <a:graphicFrameLocks/>
          </p:cNvGraphicFramePr>
          <p:nvPr/>
        </p:nvGraphicFramePr>
        <p:xfrm>
          <a:off x="261764" y="3407305"/>
          <a:ext cx="5400000" cy="2880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图表 10"/>
          <p:cNvGraphicFramePr>
            <a:graphicFrameLocks/>
          </p:cNvGraphicFramePr>
          <p:nvPr/>
        </p:nvGraphicFramePr>
        <p:xfrm>
          <a:off x="6219754" y="3312303"/>
          <a:ext cx="5421771" cy="2975002"/>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76659239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04</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4" name="文本框 3"/>
          <p:cNvSpPr txBox="1"/>
          <p:nvPr/>
        </p:nvSpPr>
        <p:spPr>
          <a:xfrm>
            <a:off x="1522730" y="381000"/>
            <a:ext cx="8947785"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sym typeface="+mn-ea"/>
              </a:rPr>
              <a:t>磷肥全球贸易网络，我国出口最多</a:t>
            </a:r>
          </a:p>
        </p:txBody>
      </p:sp>
      <p:sp>
        <p:nvSpPr>
          <p:cNvPr id="5" name="TextBox 33"/>
          <p:cNvSpPr/>
          <p:nvPr/>
        </p:nvSpPr>
        <p:spPr bwMode="auto">
          <a:xfrm>
            <a:off x="0" y="6652407"/>
            <a:ext cx="1716656"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IFA</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，长江证券研究所 </a:t>
            </a:r>
          </a:p>
        </p:txBody>
      </p:sp>
      <p:sp>
        <p:nvSpPr>
          <p:cNvPr id="6" name="Rectangle 4">
            <a:extLst>
              <a:ext uri="{FF2B5EF4-FFF2-40B4-BE49-F238E27FC236}">
                <a16:creationId xmlns:a16="http://schemas.microsoft.com/office/drawing/2014/main" xmlns="" id="{865BB01A-AC82-4A36-A8D7-669C14B94F1D}"/>
              </a:ext>
            </a:extLst>
          </p:cNvPr>
          <p:cNvSpPr>
            <a:spLocks noChangeArrowheads="1"/>
          </p:cNvSpPr>
          <p:nvPr/>
        </p:nvSpPr>
        <p:spPr bwMode="auto">
          <a:xfrm>
            <a:off x="574107" y="2609932"/>
            <a:ext cx="5162823"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a:t>
            </a:r>
            <a:r>
              <a:rPr lang="en-US" altLang="zh-CN" sz="1800" b="1" dirty="0">
                <a:solidFill>
                  <a:srgbClr val="E10000"/>
                </a:solidFill>
                <a:latin typeface="微软雅黑" panose="020B0503020204020204" pitchFamily="34" charset="-122"/>
                <a:ea typeface="微软雅黑" panose="020B0503020204020204" pitchFamily="34" charset="-122"/>
              </a:rPr>
              <a:t>2019</a:t>
            </a:r>
            <a:r>
              <a:rPr lang="zh-CN" altLang="en-US" sz="1800" b="1" dirty="0">
                <a:solidFill>
                  <a:srgbClr val="E10000"/>
                </a:solidFill>
                <a:latin typeface="微软雅黑" panose="020B0503020204020204" pitchFamily="34" charset="-122"/>
                <a:ea typeface="微软雅黑" panose="020B0503020204020204" pitchFamily="34" charset="-122"/>
              </a:rPr>
              <a:t>年全球磷肥进口分布</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7" name="Rectangle 4">
            <a:extLst>
              <a:ext uri="{FF2B5EF4-FFF2-40B4-BE49-F238E27FC236}">
                <a16:creationId xmlns:a16="http://schemas.microsoft.com/office/drawing/2014/main" xmlns="" id="{0BA2FAE3-32A5-4E6E-BA5C-7DE48FCCD883}"/>
              </a:ext>
            </a:extLst>
          </p:cNvPr>
          <p:cNvSpPr>
            <a:spLocks noChangeArrowheads="1"/>
          </p:cNvSpPr>
          <p:nvPr/>
        </p:nvSpPr>
        <p:spPr bwMode="auto">
          <a:xfrm>
            <a:off x="5996622" y="2609932"/>
            <a:ext cx="6336704"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a:t>
            </a:r>
            <a:r>
              <a:rPr lang="en-US" altLang="zh-CN" sz="1800" b="1" dirty="0">
                <a:solidFill>
                  <a:srgbClr val="E10000"/>
                </a:solidFill>
                <a:latin typeface="微软雅黑" panose="020B0503020204020204" pitchFamily="34" charset="-122"/>
                <a:ea typeface="微软雅黑" panose="020B0503020204020204" pitchFamily="34" charset="-122"/>
              </a:rPr>
              <a:t>2019</a:t>
            </a:r>
            <a:r>
              <a:rPr lang="zh-CN" altLang="en-US" sz="1800" b="1" dirty="0">
                <a:solidFill>
                  <a:srgbClr val="E10000"/>
                </a:solidFill>
                <a:latin typeface="微软雅黑" panose="020B0503020204020204" pitchFamily="34" charset="-122"/>
                <a:ea typeface="微软雅黑" panose="020B0503020204020204" pitchFamily="34" charset="-122"/>
              </a:rPr>
              <a:t>年全球磷肥出口分布</a:t>
            </a:r>
          </a:p>
        </p:txBody>
      </p:sp>
      <p:sp>
        <p:nvSpPr>
          <p:cNvPr id="8" name="Text Box 2">
            <a:extLst>
              <a:ext uri="{FF2B5EF4-FFF2-40B4-BE49-F238E27FC236}">
                <a16:creationId xmlns:a16="http://schemas.microsoft.com/office/drawing/2014/main" xmlns="" id="{98B2D0A5-6C89-43C5-8778-F42008FE4E3F}"/>
              </a:ext>
            </a:extLst>
          </p:cNvPr>
          <p:cNvSpPr txBox="1">
            <a:spLocks noChangeArrowheads="1"/>
          </p:cNvSpPr>
          <p:nvPr/>
        </p:nvSpPr>
        <p:spPr bwMode="auto">
          <a:xfrm>
            <a:off x="574107" y="1047375"/>
            <a:ext cx="108680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微软雅黑" panose="020B0503020204020204" pitchFamily="34" charset="-122"/>
                <a:ea typeface="微软雅黑" panose="020B0503020204020204" pitchFamily="34" charset="-122"/>
              </a:rPr>
              <a:t>磷肥全球主要供应国与磷矿石主要供应国相当，磷肥一般就近使用磷矿石进行生产，因而具备地区分布的差异</a:t>
            </a:r>
            <a:endParaRPr lang="en-US" altLang="zh-CN" sz="1200" dirty="0">
              <a:solidFill>
                <a:srgbClr val="6D6D6D"/>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微软雅黑" panose="020B0503020204020204" pitchFamily="34" charset="-122"/>
                <a:ea typeface="微软雅黑" panose="020B0503020204020204" pitchFamily="34" charset="-122"/>
              </a:rPr>
              <a:t>磷肥主要进口国为巴西、印度、美国等磷矿资源量少，而农业生产较为旺盛的国家</a:t>
            </a:r>
            <a:endParaRPr lang="en-US" altLang="zh-CN" sz="1200" dirty="0">
              <a:solidFill>
                <a:srgbClr val="6D6D6D"/>
              </a:solidFill>
              <a:latin typeface="微软雅黑" panose="020B0503020204020204" pitchFamily="34" charset="-122"/>
              <a:ea typeface="微软雅黑" panose="020B0503020204020204" pitchFamily="34" charset="-122"/>
            </a:endParaRPr>
          </a:p>
        </p:txBody>
      </p:sp>
      <p:graphicFrame>
        <p:nvGraphicFramePr>
          <p:cNvPr id="11" name="图表 10"/>
          <p:cNvGraphicFramePr>
            <a:graphicFrameLocks/>
          </p:cNvGraphicFramePr>
          <p:nvPr/>
        </p:nvGraphicFramePr>
        <p:xfrm>
          <a:off x="310211" y="3233774"/>
          <a:ext cx="5426719" cy="297500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图表 11"/>
          <p:cNvGraphicFramePr>
            <a:graphicFrameLocks/>
          </p:cNvGraphicFramePr>
          <p:nvPr/>
        </p:nvGraphicFramePr>
        <p:xfrm>
          <a:off x="5996622" y="3227835"/>
          <a:ext cx="5418802" cy="2980941"/>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417996406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05</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4" name="文本框 3"/>
          <p:cNvSpPr txBox="1"/>
          <p:nvPr/>
        </p:nvSpPr>
        <p:spPr>
          <a:xfrm>
            <a:off x="1522730" y="381000"/>
            <a:ext cx="8947785"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sym typeface="+mn-ea"/>
              </a:rPr>
              <a:t>供需平衡：疫情以来磷肥全球范围内短缺</a:t>
            </a:r>
          </a:p>
        </p:txBody>
      </p:sp>
      <p:sp>
        <p:nvSpPr>
          <p:cNvPr id="5" name="TextBox 33"/>
          <p:cNvSpPr/>
          <p:nvPr/>
        </p:nvSpPr>
        <p:spPr bwMode="auto">
          <a:xfrm>
            <a:off x="0" y="6637186"/>
            <a:ext cx="2670442"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资料来源：彭博 ，</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IFA</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，各公司官网，长江证券研究所 </a:t>
            </a:r>
          </a:p>
        </p:txBody>
      </p:sp>
      <p:graphicFrame>
        <p:nvGraphicFramePr>
          <p:cNvPr id="6" name="表格 5"/>
          <p:cNvGraphicFramePr>
            <a:graphicFrameLocks noGrp="1"/>
          </p:cNvGraphicFramePr>
          <p:nvPr>
            <p:custDataLst>
              <p:tags r:id="rId1"/>
            </p:custDataLst>
            <p:extLst>
              <p:ext uri="{D42A27DB-BD31-4B8C-83A1-F6EECF244321}">
                <p14:modId xmlns:p14="http://schemas.microsoft.com/office/powerpoint/2010/main" val="1029719895"/>
              </p:ext>
            </p:extLst>
          </p:nvPr>
        </p:nvGraphicFramePr>
        <p:xfrm>
          <a:off x="720771" y="934998"/>
          <a:ext cx="10846248" cy="5511528"/>
        </p:xfrm>
        <a:graphic>
          <a:graphicData uri="http://schemas.openxmlformats.org/drawingml/2006/table">
            <a:tbl>
              <a:tblPr/>
              <a:tblGrid>
                <a:gridCol w="1355781">
                  <a:extLst>
                    <a:ext uri="{9D8B030D-6E8A-4147-A177-3AD203B41FA5}">
                      <a16:colId xmlns:a16="http://schemas.microsoft.com/office/drawing/2014/main" xmlns="" val="20000"/>
                    </a:ext>
                  </a:extLst>
                </a:gridCol>
                <a:gridCol w="1355781">
                  <a:extLst>
                    <a:ext uri="{9D8B030D-6E8A-4147-A177-3AD203B41FA5}">
                      <a16:colId xmlns:a16="http://schemas.microsoft.com/office/drawing/2014/main" xmlns="" val="860781898"/>
                    </a:ext>
                  </a:extLst>
                </a:gridCol>
                <a:gridCol w="1355781">
                  <a:extLst>
                    <a:ext uri="{9D8B030D-6E8A-4147-A177-3AD203B41FA5}">
                      <a16:colId xmlns:a16="http://schemas.microsoft.com/office/drawing/2014/main" xmlns="" val="20003"/>
                    </a:ext>
                  </a:extLst>
                </a:gridCol>
                <a:gridCol w="1355781">
                  <a:extLst>
                    <a:ext uri="{9D8B030D-6E8A-4147-A177-3AD203B41FA5}">
                      <a16:colId xmlns:a16="http://schemas.microsoft.com/office/drawing/2014/main" xmlns="" val="20004"/>
                    </a:ext>
                  </a:extLst>
                </a:gridCol>
                <a:gridCol w="1355781">
                  <a:extLst>
                    <a:ext uri="{9D8B030D-6E8A-4147-A177-3AD203B41FA5}">
                      <a16:colId xmlns:a16="http://schemas.microsoft.com/office/drawing/2014/main" xmlns="" val="20005"/>
                    </a:ext>
                  </a:extLst>
                </a:gridCol>
                <a:gridCol w="1355781">
                  <a:extLst>
                    <a:ext uri="{9D8B030D-6E8A-4147-A177-3AD203B41FA5}">
                      <a16:colId xmlns:a16="http://schemas.microsoft.com/office/drawing/2014/main" xmlns="" val="20006"/>
                    </a:ext>
                  </a:extLst>
                </a:gridCol>
                <a:gridCol w="1355781">
                  <a:extLst>
                    <a:ext uri="{9D8B030D-6E8A-4147-A177-3AD203B41FA5}">
                      <a16:colId xmlns:a16="http://schemas.microsoft.com/office/drawing/2014/main" xmlns="" val="20007"/>
                    </a:ext>
                  </a:extLst>
                </a:gridCol>
                <a:gridCol w="1355781">
                  <a:extLst>
                    <a:ext uri="{9D8B030D-6E8A-4147-A177-3AD203B41FA5}">
                      <a16:colId xmlns:a16="http://schemas.microsoft.com/office/drawing/2014/main" xmlns="" val="20008"/>
                    </a:ext>
                  </a:extLst>
                </a:gridCol>
              </a:tblGrid>
              <a:tr h="229647">
                <a:tc>
                  <a:txBody>
                    <a:bodyPr/>
                    <a:lstStyle/>
                    <a:p>
                      <a:pPr algn="ctr" fontAlgn="ctr"/>
                      <a:r>
                        <a:rPr lang="zh-CN" altLang="en-US" sz="900" b="1" i="0" u="none" strike="noStrike" dirty="0">
                          <a:solidFill>
                            <a:srgbClr val="FFFFFF"/>
                          </a:solidFill>
                          <a:effectLst/>
                          <a:latin typeface="微软雅黑" panose="020B0503020204020204" pitchFamily="34" charset="-122"/>
                          <a:ea typeface="微软雅黑" panose="020B0503020204020204" pitchFamily="34" charset="-122"/>
                        </a:rPr>
                        <a:t>万吨</a:t>
                      </a:r>
                    </a:p>
                  </a:txBody>
                  <a:tcPr marL="0" marR="0" marT="0" marB="0" anchor="ctr">
                    <a:lnL>
                      <a:noFill/>
                    </a:lnL>
                    <a:lnR>
                      <a:noFill/>
                    </a:lnR>
                    <a:lnT>
                      <a:noFill/>
                    </a:lnT>
                    <a:lnB>
                      <a:noFill/>
                    </a:lnB>
                    <a:solidFill>
                      <a:srgbClr val="FF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2019</a:t>
                      </a:r>
                    </a:p>
                  </a:txBody>
                  <a:tcPr marL="0" marR="0" marT="0" marB="0" anchor="ctr">
                    <a:lnL>
                      <a:noFill/>
                    </a:lnL>
                    <a:lnR>
                      <a:noFill/>
                    </a:lnR>
                    <a:lnT>
                      <a:noFill/>
                    </a:lnT>
                    <a:lnB>
                      <a:noFill/>
                    </a:lnB>
                    <a:solidFill>
                      <a:srgbClr val="FF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2020</a:t>
                      </a:r>
                    </a:p>
                  </a:txBody>
                  <a:tcPr marL="0" marR="0" marT="0" marB="0" anchor="ctr">
                    <a:lnL>
                      <a:noFill/>
                    </a:lnL>
                    <a:lnR>
                      <a:noFill/>
                    </a:lnR>
                    <a:lnT>
                      <a:noFill/>
                    </a:lnT>
                    <a:lnB>
                      <a:noFill/>
                    </a:lnB>
                    <a:solidFill>
                      <a:srgbClr val="FF000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2021</a:t>
                      </a:r>
                    </a:p>
                  </a:txBody>
                  <a:tcPr marL="0" marR="0" marT="0" marB="0" anchor="ctr">
                    <a:lnL>
                      <a:noFill/>
                    </a:lnL>
                    <a:lnR>
                      <a:noFill/>
                    </a:lnR>
                    <a:lnT>
                      <a:noFill/>
                    </a:lnT>
                    <a:lnB>
                      <a:noFill/>
                    </a:lnB>
                    <a:solidFill>
                      <a:srgbClr val="FF505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2022</a:t>
                      </a:r>
                    </a:p>
                  </a:txBody>
                  <a:tcPr marL="0" marR="0" marT="0" marB="0" anchor="ctr">
                    <a:lnL>
                      <a:noFill/>
                    </a:lnL>
                    <a:lnR>
                      <a:noFill/>
                    </a:lnR>
                    <a:lnT>
                      <a:noFill/>
                    </a:lnT>
                    <a:lnB>
                      <a:noFill/>
                    </a:lnB>
                    <a:solidFill>
                      <a:srgbClr val="FF505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2023</a:t>
                      </a:r>
                    </a:p>
                  </a:txBody>
                  <a:tcPr marL="0" marR="0" marT="0" marB="0" anchor="ctr">
                    <a:lnL>
                      <a:noFill/>
                    </a:lnL>
                    <a:lnR>
                      <a:noFill/>
                    </a:lnR>
                    <a:lnT>
                      <a:noFill/>
                    </a:lnT>
                    <a:lnB>
                      <a:noFill/>
                    </a:lnB>
                    <a:solidFill>
                      <a:srgbClr val="FF505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2024</a:t>
                      </a:r>
                    </a:p>
                  </a:txBody>
                  <a:tcPr marL="0" marR="0" marT="0" marB="0" anchor="ctr">
                    <a:lnL>
                      <a:noFill/>
                    </a:lnL>
                    <a:lnR>
                      <a:noFill/>
                    </a:lnR>
                    <a:lnT>
                      <a:noFill/>
                    </a:lnT>
                    <a:lnB>
                      <a:noFill/>
                    </a:lnB>
                    <a:solidFill>
                      <a:srgbClr val="FF5050"/>
                    </a:solidFill>
                  </a:tcPr>
                </a:tc>
                <a:tc>
                  <a:txBody>
                    <a:bodyPr/>
                    <a:lstStyle/>
                    <a:p>
                      <a:pPr algn="ctr" fontAlgn="ctr"/>
                      <a:r>
                        <a:rPr lang="en-US" altLang="zh-CN" sz="900" b="1" i="0" u="none" strike="noStrike">
                          <a:solidFill>
                            <a:srgbClr val="FFFFFF"/>
                          </a:solidFill>
                          <a:effectLst/>
                          <a:latin typeface="微软雅黑" panose="020B0503020204020204" pitchFamily="34" charset="-122"/>
                          <a:ea typeface="微软雅黑" panose="020B0503020204020204" pitchFamily="34" charset="-122"/>
                        </a:rPr>
                        <a:t>2025</a:t>
                      </a:r>
                    </a:p>
                  </a:txBody>
                  <a:tcPr marL="0" marR="0" marT="0" marB="0" anchor="ctr">
                    <a:lnL>
                      <a:noFill/>
                    </a:lnL>
                    <a:lnR>
                      <a:noFill/>
                    </a:lnR>
                    <a:lnT>
                      <a:noFill/>
                    </a:lnT>
                    <a:lnB>
                      <a:noFill/>
                    </a:lnB>
                    <a:solidFill>
                      <a:srgbClr val="FF5050"/>
                    </a:solidFill>
                  </a:tcPr>
                </a:tc>
                <a:extLst>
                  <a:ext uri="{0D108BD9-81ED-4DB2-BD59-A6C34878D82A}">
                    <a16:rowId xmlns:a16="http://schemas.microsoft.com/office/drawing/2014/main" xmlns="" val="10000"/>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东亚</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1137</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1218</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1252</a:t>
                      </a:r>
                    </a:p>
                  </a:txBody>
                  <a:tcPr marL="0" marR="0" marT="0" marB="0"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1252</a:t>
                      </a:r>
                    </a:p>
                  </a:txBody>
                  <a:tcPr marL="0" marR="0" marT="0" marB="0"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1274</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1274</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1274</a:t>
                      </a:r>
                    </a:p>
                  </a:txBody>
                  <a:tcPr marL="0" marR="0" marT="0" marB="0" anchor="ctr">
                    <a:lnL>
                      <a:noFill/>
                    </a:lnL>
                    <a:lnR>
                      <a:noFill/>
                    </a:lnR>
                    <a:lnT>
                      <a:noFill/>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1"/>
                  </a:ext>
                </a:extLst>
              </a:tr>
              <a:tr h="229647">
                <a:tc>
                  <a:txBody>
                    <a:bodyPr/>
                    <a:lstStyle/>
                    <a:p>
                      <a:pPr algn="ctr" fontAlgn="b"/>
                      <a:r>
                        <a:rPr lang="zh-CN" altLang="en-US" sz="900" b="0" i="0" u="none" strike="noStrike">
                          <a:solidFill>
                            <a:srgbClr val="000000"/>
                          </a:solidFill>
                          <a:effectLst/>
                          <a:latin typeface="微软雅黑" panose="020B0503020204020204" pitchFamily="34" charset="-122"/>
                          <a:ea typeface="微软雅黑" panose="020B0503020204020204" pitchFamily="34" charset="-122"/>
                        </a:rPr>
                        <a:t>中国</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822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903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937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937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937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937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937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xmlns="" val="10002"/>
                  </a:ext>
                </a:extLst>
              </a:tr>
              <a:tr h="229647">
                <a:tc>
                  <a:txBody>
                    <a:bodyPr/>
                    <a:lstStyle/>
                    <a:p>
                      <a:pPr algn="ctr" fontAlgn="b"/>
                      <a:r>
                        <a:rPr lang="en-GB" sz="900" b="0" i="0" u="none" strike="noStrike">
                          <a:solidFill>
                            <a:srgbClr val="000000"/>
                          </a:solidFill>
                          <a:effectLst/>
                          <a:latin typeface="微软雅黑" panose="020B0503020204020204" pitchFamily="34" charset="-122"/>
                          <a:ea typeface="微软雅黑" panose="020B0503020204020204" pitchFamily="34" charset="-122"/>
                        </a:rPr>
                        <a:t>Greenstar</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xmlns="" val="1806381346"/>
                  </a:ext>
                </a:extLst>
              </a:tr>
              <a:tr h="229647">
                <a:tc>
                  <a:txBody>
                    <a:bodyPr/>
                    <a:lstStyle/>
                    <a:p>
                      <a:pPr algn="ctr" fontAlgn="b"/>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其他</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292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292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292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292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292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292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292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xmlns="" val="10003"/>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非洲</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583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627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613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653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688</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725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762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004"/>
                  </a:ext>
                </a:extLst>
              </a:tr>
              <a:tr h="229647">
                <a:tc>
                  <a:txBody>
                    <a:bodyPr/>
                    <a:lstStyle/>
                    <a:p>
                      <a:pPr algn="ctr" fontAlgn="b"/>
                      <a:r>
                        <a:rPr lang="en-GB" sz="900" b="0" i="0" u="none" strike="noStrike">
                          <a:solidFill>
                            <a:srgbClr val="000000"/>
                          </a:solidFill>
                          <a:effectLst/>
                          <a:latin typeface="微软雅黑" panose="020B0503020204020204" pitchFamily="34" charset="-122"/>
                          <a:ea typeface="微软雅黑" panose="020B0503020204020204" pitchFamily="34" charset="-122"/>
                        </a:rPr>
                        <a:t>OCP</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370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414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400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440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475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512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549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xmlns="" val="10005"/>
                  </a:ext>
                </a:extLst>
              </a:tr>
              <a:tr h="229647">
                <a:tc>
                  <a:txBody>
                    <a:bodyPr/>
                    <a:lstStyle/>
                    <a:p>
                      <a:pPr algn="ctr" fontAlgn="b"/>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其他</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213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213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213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213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213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213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213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xmlns="" val="10006"/>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北美</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710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580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580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580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580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580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580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007"/>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南亚</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910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910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929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985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970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970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970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008"/>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东欧和中亚</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363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364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411</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433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452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452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452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734108924"/>
                  </a:ext>
                </a:extLst>
              </a:tr>
              <a:tr h="229647">
                <a:tc>
                  <a:txBody>
                    <a:bodyPr/>
                    <a:lstStyle/>
                    <a:p>
                      <a:pPr algn="ctr" fontAlgn="b"/>
                      <a:r>
                        <a:rPr lang="en-GB" sz="900" b="0" i="0" u="none" strike="noStrike">
                          <a:solidFill>
                            <a:srgbClr val="000000"/>
                          </a:solidFill>
                          <a:effectLst/>
                          <a:latin typeface="微软雅黑" panose="020B0503020204020204" pitchFamily="34" charset="-122"/>
                          <a:ea typeface="微软雅黑" panose="020B0503020204020204" pitchFamily="34" charset="-122"/>
                        </a:rPr>
                        <a:t>Kazphosphate</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19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xmlns="" val="731763486"/>
                  </a:ext>
                </a:extLst>
              </a:tr>
              <a:tr h="229647">
                <a:tc>
                  <a:txBody>
                    <a:bodyPr/>
                    <a:lstStyle/>
                    <a:p>
                      <a:pPr algn="ctr" fontAlgn="b"/>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其他</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345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345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393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415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xmlns="" val="3351071503"/>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西亚</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405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405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405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405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442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479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516</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85308279"/>
                  </a:ext>
                </a:extLst>
              </a:tr>
              <a:tr h="229647">
                <a:tc>
                  <a:txBody>
                    <a:bodyPr/>
                    <a:lstStyle/>
                    <a:p>
                      <a:pPr algn="ctr" fontAlgn="b"/>
                      <a:r>
                        <a:rPr lang="en-GB" sz="900" b="0" i="0" u="none" strike="noStrike">
                          <a:solidFill>
                            <a:srgbClr val="000000"/>
                          </a:solidFill>
                          <a:effectLst/>
                          <a:latin typeface="微软雅黑" panose="020B0503020204020204" pitchFamily="34" charset="-122"/>
                          <a:ea typeface="微软雅黑" panose="020B0503020204020204" pitchFamily="34" charset="-122"/>
                        </a:rPr>
                        <a:t>Maaden</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259</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296</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333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xmlns="" val="2911721749"/>
                  </a:ext>
                </a:extLst>
              </a:tr>
              <a:tr h="229647">
                <a:tc>
                  <a:txBody>
                    <a:bodyPr/>
                    <a:lstStyle/>
                    <a:p>
                      <a:pPr algn="ctr" fontAlgn="b"/>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其他</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183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183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183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183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183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183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tc>
                  <a:txBody>
                    <a:bodyPr/>
                    <a:lstStyle/>
                    <a:p>
                      <a:pPr algn="ctr" fontAlgn="b"/>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183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xmlns="" val="2515006034"/>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拉丁美洲</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73984927"/>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中欧</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15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268098543"/>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大洋洲</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54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54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316468567"/>
                  </a:ext>
                </a:extLst>
              </a:tr>
              <a:tr h="229647">
                <a:tc>
                  <a:txBody>
                    <a:bodyPr/>
                    <a:lstStyle/>
                    <a:p>
                      <a:pPr algn="ctr" fontAlgn="b"/>
                      <a:r>
                        <a:rPr lang="zh-CN" altLang="en-US" sz="900" b="1" i="0" u="none" strike="noStrike">
                          <a:solidFill>
                            <a:srgbClr val="000000"/>
                          </a:solidFill>
                          <a:effectLst/>
                          <a:latin typeface="微软雅黑" panose="020B0503020204020204" pitchFamily="34" charset="-122"/>
                          <a:ea typeface="微软雅黑" panose="020B0503020204020204" pitchFamily="34" charset="-122"/>
                        </a:rPr>
                        <a:t>全世界</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4314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4311</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4396</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4531</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4628</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4702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4776</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427674683"/>
                  </a:ext>
                </a:extLst>
              </a:tr>
              <a:tr h="229647">
                <a:tc>
                  <a:txBody>
                    <a:bodyPr/>
                    <a:lstStyle/>
                    <a:p>
                      <a:pPr algn="ctr"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增速</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-0.1%</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3.1%</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1.6%</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1.6%</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714310067"/>
                  </a:ext>
                </a:extLst>
              </a:tr>
              <a:tr h="229647">
                <a:tc>
                  <a:txBody>
                    <a:bodyPr/>
                    <a:lstStyle/>
                    <a:p>
                      <a:pPr algn="ctr" fontAlgn="ctr"/>
                      <a:r>
                        <a:rPr lang="zh-CN" altLang="en-US" sz="900" b="1" i="0" u="none" strike="noStrike">
                          <a:solidFill>
                            <a:srgbClr val="000000"/>
                          </a:solidFill>
                          <a:effectLst/>
                          <a:latin typeface="微软雅黑" panose="020B0503020204020204" pitchFamily="34" charset="-122"/>
                          <a:ea typeface="微软雅黑" panose="020B0503020204020204" pitchFamily="34" charset="-122"/>
                        </a:rPr>
                        <a:t>全球需求</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4314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4550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4437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4141</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4348</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4448</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4555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9"/>
                  </a:ext>
                </a:extLst>
              </a:tr>
              <a:tr h="229647">
                <a:tc>
                  <a:txBody>
                    <a:bodyPr/>
                    <a:lstStyle/>
                    <a:p>
                      <a:pPr algn="ctr" fontAlgn="ctr"/>
                      <a:r>
                        <a:rPr lang="zh-CN" altLang="en-US" sz="900" b="0" i="0" u="none" strike="noStrike">
                          <a:solidFill>
                            <a:srgbClr val="000000"/>
                          </a:solidFill>
                          <a:effectLst/>
                          <a:latin typeface="微软雅黑" panose="020B0503020204020204" pitchFamily="34" charset="-122"/>
                          <a:ea typeface="微软雅黑" panose="020B0503020204020204" pitchFamily="34" charset="-122"/>
                        </a:rPr>
                        <a:t>增速</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endParaRPr lang="zh-CN" altLang="en-US" sz="900" b="0"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5.5%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-2.5%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-6.7%</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a:solidFill>
                            <a:srgbClr val="000000"/>
                          </a:solidFill>
                          <a:effectLst/>
                          <a:latin typeface="微软雅黑" panose="020B0503020204020204" pitchFamily="34" charset="-122"/>
                          <a:ea typeface="微软雅黑" panose="020B0503020204020204" pitchFamily="34" charset="-122"/>
                        </a:rPr>
                        <a:t>5.0%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2.3%</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r>
                        <a:rPr lang="en-US" altLang="zh-CN" sz="900" b="0" i="0" u="none" strike="noStrike" dirty="0">
                          <a:solidFill>
                            <a:srgbClr val="000000"/>
                          </a:solidFill>
                          <a:effectLst/>
                          <a:latin typeface="微软雅黑" panose="020B0503020204020204" pitchFamily="34" charset="-122"/>
                          <a:ea typeface="微软雅黑" panose="020B0503020204020204" pitchFamily="34" charset="-122"/>
                        </a:rPr>
                        <a:t>2.4%</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10"/>
                  </a:ext>
                </a:extLst>
              </a:tr>
              <a:tr h="229647">
                <a:tc>
                  <a:txBody>
                    <a:bodyPr/>
                    <a:lstStyle/>
                    <a:p>
                      <a:pPr algn="ctr" fontAlgn="ctr"/>
                      <a:r>
                        <a:rPr lang="zh-CN" altLang="en-US" sz="900" b="1" i="0" u="none" strike="noStrike">
                          <a:solidFill>
                            <a:srgbClr val="000000"/>
                          </a:solidFill>
                          <a:effectLst/>
                          <a:latin typeface="微软雅黑" panose="020B0503020204020204" pitchFamily="34" charset="-122"/>
                          <a:ea typeface="微软雅黑" panose="020B0503020204020204" pitchFamily="34" charset="-122"/>
                        </a:rPr>
                        <a:t>供需缺口</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algn="ctr" fontAlgn="ctr"/>
                      <a:endParaRPr lang="zh-CN" altLang="en-US" sz="900" b="1" i="0" u="none" strike="noStrike">
                        <a:solidFill>
                          <a:srgbClr val="000000"/>
                        </a:solidFill>
                        <a:effectLst/>
                        <a:latin typeface="微软雅黑" panose="020B0503020204020204" pitchFamily="34" charset="-122"/>
                        <a:ea typeface="微软雅黑" panose="020B0503020204020204" pitchFamily="34" charset="-122"/>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-240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-41</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390</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281</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algn="ctr" fontAlgn="ctr"/>
                      <a:r>
                        <a:rPr lang="en-US" altLang="zh-CN" sz="900" b="1" i="0" u="none" strike="noStrike">
                          <a:solidFill>
                            <a:srgbClr val="000000"/>
                          </a:solidFill>
                          <a:effectLst/>
                          <a:latin typeface="微软雅黑" panose="020B0503020204020204" pitchFamily="34" charset="-122"/>
                          <a:ea typeface="微软雅黑" panose="020B0503020204020204" pitchFamily="34" charset="-122"/>
                        </a:rPr>
                        <a:t>255</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tc>
                  <a:txBody>
                    <a:bodyPr/>
                    <a:lstStyle/>
                    <a:p>
                      <a:pPr algn="ctr" fontAlgn="ctr"/>
                      <a:r>
                        <a:rPr lang="en-US" altLang="zh-CN" sz="900" b="1" i="0" u="none" strike="noStrike" dirty="0">
                          <a:solidFill>
                            <a:srgbClr val="000000"/>
                          </a:solidFill>
                          <a:effectLst/>
                          <a:latin typeface="微软雅黑" panose="020B0503020204020204" pitchFamily="34" charset="-122"/>
                          <a:ea typeface="微软雅黑" panose="020B0503020204020204" pitchFamily="34" charset="-122"/>
                        </a:rPr>
                        <a:t>222</a:t>
                      </a: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6B80A"/>
                    </a:solidFill>
                  </a:tcPr>
                </a:tc>
                <a:extLst>
                  <a:ext uri="{0D108BD9-81ED-4DB2-BD59-A6C34878D82A}">
                    <a16:rowId xmlns:a16="http://schemas.microsoft.com/office/drawing/2014/main" xmlns="" val="10011"/>
                  </a:ext>
                </a:extLst>
              </a:tr>
            </a:tbl>
          </a:graphicData>
        </a:graphic>
      </p:graphicFrame>
    </p:spTree>
    <p:extLst>
      <p:ext uri="{BB962C8B-B14F-4D97-AF65-F5344CB8AC3E}">
        <p14:creationId xmlns:p14="http://schemas.microsoft.com/office/powerpoint/2010/main" val="179074567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06</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7918379C-9534-4311-9093-16DA7B8CC88E}"/>
              </a:ext>
            </a:extLst>
          </p:cNvPr>
          <p:cNvSpPr txBox="1"/>
          <p:nvPr/>
        </p:nvSpPr>
        <p:spPr>
          <a:xfrm>
            <a:off x="1522658" y="381164"/>
            <a:ext cx="7092034"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中国供给侧改革倒逼磷肥行业出清</a:t>
            </a:r>
          </a:p>
        </p:txBody>
      </p:sp>
      <p:sp>
        <p:nvSpPr>
          <p:cNvPr id="5" name="Rectangle 4">
            <a:extLst>
              <a:ext uri="{FF2B5EF4-FFF2-40B4-BE49-F238E27FC236}">
                <a16:creationId xmlns:a16="http://schemas.microsoft.com/office/drawing/2014/main" xmlns="" id="{B33C08FD-90A8-4839-A61C-CE222BB99549}"/>
              </a:ext>
            </a:extLst>
          </p:cNvPr>
          <p:cNvSpPr>
            <a:spLocks noChangeArrowheads="1"/>
          </p:cNvSpPr>
          <p:nvPr/>
        </p:nvSpPr>
        <p:spPr bwMode="auto">
          <a:xfrm>
            <a:off x="660400" y="2981904"/>
            <a:ext cx="3168352"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图：我国磷酸一铵供应数据</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6" name="TextBox 33">
            <a:extLst>
              <a:ext uri="{FF2B5EF4-FFF2-40B4-BE49-F238E27FC236}">
                <a16:creationId xmlns:a16="http://schemas.microsoft.com/office/drawing/2014/main" xmlns="" id="{2C7D4306-5A56-4BC0-A1CA-5AF8B7A42C52}"/>
              </a:ext>
            </a:extLst>
          </p:cNvPr>
          <p:cNvSpPr/>
          <p:nvPr/>
        </p:nvSpPr>
        <p:spPr bwMode="auto">
          <a:xfrm>
            <a:off x="0" y="6637186"/>
            <a:ext cx="2000387"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 卓创资讯，长江证券研究所</a:t>
            </a:r>
          </a:p>
        </p:txBody>
      </p:sp>
      <p:sp>
        <p:nvSpPr>
          <p:cNvPr id="7" name="Text Box 2">
            <a:extLst>
              <a:ext uri="{FF2B5EF4-FFF2-40B4-BE49-F238E27FC236}">
                <a16:creationId xmlns:a16="http://schemas.microsoft.com/office/drawing/2014/main" xmlns="" id="{48914382-55C9-44BE-BFA1-EE6193DEC5F1}"/>
              </a:ext>
            </a:extLst>
          </p:cNvPr>
          <p:cNvSpPr txBox="1">
            <a:spLocks noChangeArrowheads="1"/>
          </p:cNvSpPr>
          <p:nvPr/>
        </p:nvSpPr>
        <p:spPr bwMode="auto">
          <a:xfrm>
            <a:off x="660400" y="1130300"/>
            <a:ext cx="108680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D6D6D"/>
                </a:solidFill>
                <a:latin typeface="微软雅黑" panose="020B0503020204020204" pitchFamily="34" charset="-122"/>
                <a:ea typeface="微软雅黑" panose="020B0503020204020204" pitchFamily="34" charset="-122"/>
              </a:rPr>
              <a:t>2016</a:t>
            </a:r>
            <a:r>
              <a:rPr lang="zh-CN" altLang="en-US" sz="1200" dirty="0">
                <a:solidFill>
                  <a:srgbClr val="6D6D6D"/>
                </a:solidFill>
                <a:latin typeface="微软雅黑" panose="020B0503020204020204" pitchFamily="34" charset="-122"/>
                <a:ea typeface="微软雅黑" panose="020B0503020204020204" pitchFamily="34" charset="-122"/>
              </a:rPr>
              <a:t>年后，由于化肥农药零增长战略实施，以及供给侧改革持续深化，我国磷肥产能产量快速下滑</a:t>
            </a:r>
            <a:endParaRPr lang="en-US" altLang="zh-CN" sz="1200" dirty="0">
              <a:solidFill>
                <a:srgbClr val="6D6D6D"/>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D6D6D"/>
                </a:solidFill>
                <a:latin typeface="微软雅黑" panose="020B0503020204020204" pitchFamily="34" charset="-122"/>
                <a:ea typeface="微软雅黑" panose="020B0503020204020204" pitchFamily="34" charset="-122"/>
              </a:rPr>
              <a:t>2016-2021</a:t>
            </a:r>
            <a:r>
              <a:rPr lang="zh-CN" altLang="en-US" sz="1200" dirty="0">
                <a:solidFill>
                  <a:srgbClr val="6D6D6D"/>
                </a:solidFill>
                <a:latin typeface="微软雅黑" panose="020B0503020204020204" pitchFamily="34" charset="-122"/>
                <a:ea typeface="微软雅黑" panose="020B0503020204020204" pitchFamily="34" charset="-122"/>
              </a:rPr>
              <a:t>年，我国磷酸一铵产量由</a:t>
            </a:r>
            <a:r>
              <a:rPr lang="en-US" altLang="zh-CN" sz="1200" dirty="0">
                <a:solidFill>
                  <a:srgbClr val="6D6D6D"/>
                </a:solidFill>
                <a:latin typeface="微软雅黑" panose="020B0503020204020204" pitchFamily="34" charset="-122"/>
                <a:ea typeface="微软雅黑" panose="020B0503020204020204" pitchFamily="34" charset="-122"/>
              </a:rPr>
              <a:t>2334</a:t>
            </a:r>
            <a:r>
              <a:rPr lang="zh-CN" altLang="en-US" sz="1200" dirty="0">
                <a:solidFill>
                  <a:srgbClr val="6D6D6D"/>
                </a:solidFill>
                <a:latin typeface="微软雅黑" panose="020B0503020204020204" pitchFamily="34" charset="-122"/>
                <a:ea typeface="微软雅黑" panose="020B0503020204020204" pitchFamily="34" charset="-122"/>
              </a:rPr>
              <a:t>万吨下降到</a:t>
            </a:r>
            <a:r>
              <a:rPr lang="en-US" altLang="zh-CN" sz="1200" dirty="0">
                <a:solidFill>
                  <a:srgbClr val="6D6D6D"/>
                </a:solidFill>
                <a:latin typeface="微软雅黑" panose="020B0503020204020204" pitchFamily="34" charset="-122"/>
                <a:ea typeface="微软雅黑" panose="020B0503020204020204" pitchFamily="34" charset="-122"/>
              </a:rPr>
              <a:t>1063</a:t>
            </a:r>
            <a:r>
              <a:rPr lang="zh-CN" altLang="en-US" sz="1200" dirty="0">
                <a:solidFill>
                  <a:srgbClr val="6D6D6D"/>
                </a:solidFill>
                <a:latin typeface="微软雅黑" panose="020B0503020204020204" pitchFamily="34" charset="-122"/>
                <a:ea typeface="微软雅黑" panose="020B0503020204020204" pitchFamily="34" charset="-122"/>
              </a:rPr>
              <a:t>万吨，下降比例在</a:t>
            </a:r>
            <a:r>
              <a:rPr lang="en-US" altLang="zh-CN" sz="1200" dirty="0">
                <a:solidFill>
                  <a:srgbClr val="6D6D6D"/>
                </a:solidFill>
                <a:latin typeface="微软雅黑" panose="020B0503020204020204" pitchFamily="34" charset="-122"/>
                <a:ea typeface="微软雅黑" panose="020B0503020204020204" pitchFamily="34" charset="-122"/>
              </a:rPr>
              <a:t>54.4%</a:t>
            </a:r>
            <a:r>
              <a:rPr lang="zh-CN" altLang="en-US" sz="1200" dirty="0">
                <a:solidFill>
                  <a:srgbClr val="6D6D6D"/>
                </a:solidFill>
                <a:latin typeface="微软雅黑" panose="020B0503020204020204" pitchFamily="34" charset="-122"/>
                <a:ea typeface="微软雅黑" panose="020B0503020204020204" pitchFamily="34" charset="-122"/>
              </a:rPr>
              <a:t>，磷酸二铵产量由</a:t>
            </a:r>
            <a:r>
              <a:rPr lang="en-US" altLang="zh-CN" sz="1200" dirty="0">
                <a:solidFill>
                  <a:srgbClr val="6D6D6D"/>
                </a:solidFill>
                <a:latin typeface="微软雅黑" panose="020B0503020204020204" pitchFamily="34" charset="-122"/>
                <a:ea typeface="微软雅黑" panose="020B0503020204020204" pitchFamily="34" charset="-122"/>
              </a:rPr>
              <a:t>1828</a:t>
            </a:r>
            <a:r>
              <a:rPr lang="zh-CN" altLang="en-US" sz="1200" dirty="0">
                <a:solidFill>
                  <a:srgbClr val="6D6D6D"/>
                </a:solidFill>
                <a:latin typeface="微软雅黑" panose="020B0503020204020204" pitchFamily="34" charset="-122"/>
                <a:ea typeface="微软雅黑" panose="020B0503020204020204" pitchFamily="34" charset="-122"/>
              </a:rPr>
              <a:t>万吨下降到</a:t>
            </a:r>
            <a:r>
              <a:rPr lang="en-US" altLang="zh-CN" sz="1200" dirty="0">
                <a:solidFill>
                  <a:srgbClr val="6D6D6D"/>
                </a:solidFill>
                <a:latin typeface="微软雅黑" panose="020B0503020204020204" pitchFamily="34" charset="-122"/>
                <a:ea typeface="微软雅黑" panose="020B0503020204020204" pitchFamily="34" charset="-122"/>
              </a:rPr>
              <a:t>1470</a:t>
            </a:r>
            <a:r>
              <a:rPr lang="zh-CN" altLang="en-US" sz="1200" dirty="0">
                <a:solidFill>
                  <a:srgbClr val="6D6D6D"/>
                </a:solidFill>
                <a:latin typeface="微软雅黑" panose="020B0503020204020204" pitchFamily="34" charset="-122"/>
                <a:ea typeface="微软雅黑" panose="020B0503020204020204" pitchFamily="34" charset="-122"/>
              </a:rPr>
              <a:t>万吨，下降比例在</a:t>
            </a:r>
            <a:r>
              <a:rPr lang="en-US" altLang="zh-CN" sz="1200" dirty="0">
                <a:solidFill>
                  <a:srgbClr val="6D6D6D"/>
                </a:solidFill>
                <a:latin typeface="微软雅黑" panose="020B0503020204020204" pitchFamily="34" charset="-122"/>
                <a:ea typeface="微软雅黑" panose="020B0503020204020204" pitchFamily="34" charset="-122"/>
              </a:rPr>
              <a:t>19.6%</a:t>
            </a:r>
          </a:p>
        </p:txBody>
      </p:sp>
      <p:sp>
        <p:nvSpPr>
          <p:cNvPr id="8" name="Rectangle 4">
            <a:extLst>
              <a:ext uri="{FF2B5EF4-FFF2-40B4-BE49-F238E27FC236}">
                <a16:creationId xmlns:a16="http://schemas.microsoft.com/office/drawing/2014/main" xmlns="" id="{6E20DD0D-D4D7-4A75-8A1A-CFF8C325F097}"/>
              </a:ext>
            </a:extLst>
          </p:cNvPr>
          <p:cNvSpPr>
            <a:spLocks noChangeArrowheads="1"/>
          </p:cNvSpPr>
          <p:nvPr/>
        </p:nvSpPr>
        <p:spPr bwMode="auto">
          <a:xfrm>
            <a:off x="6310436" y="2981904"/>
            <a:ext cx="3096344"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图：我国磷酸二铵供应数据</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graphicFrame>
        <p:nvGraphicFramePr>
          <p:cNvPr id="11" name="图表 10">
            <a:extLst>
              <a:ext uri="{FF2B5EF4-FFF2-40B4-BE49-F238E27FC236}">
                <a16:creationId xmlns:a16="http://schemas.microsoft.com/office/drawing/2014/main" xmlns="" id="{00000000-0008-0000-1700-000002000000}"/>
              </a:ext>
            </a:extLst>
          </p:cNvPr>
          <p:cNvGraphicFramePr>
            <a:graphicFrameLocks/>
          </p:cNvGraphicFramePr>
          <p:nvPr>
            <p:extLst>
              <p:ext uri="{D42A27DB-BD31-4B8C-83A1-F6EECF244321}">
                <p14:modId xmlns:p14="http://schemas.microsoft.com/office/powerpoint/2010/main" val="229951586"/>
              </p:ext>
            </p:extLst>
          </p:nvPr>
        </p:nvGraphicFramePr>
        <p:xfrm>
          <a:off x="765959" y="3548158"/>
          <a:ext cx="5143135" cy="283860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图表 11">
            <a:extLst>
              <a:ext uri="{FF2B5EF4-FFF2-40B4-BE49-F238E27FC236}">
                <a16:creationId xmlns:a16="http://schemas.microsoft.com/office/drawing/2014/main" xmlns="" id="{00000000-0008-0000-1700-000003000000}"/>
              </a:ext>
            </a:extLst>
          </p:cNvPr>
          <p:cNvGraphicFramePr>
            <a:graphicFrameLocks/>
          </p:cNvGraphicFramePr>
          <p:nvPr>
            <p:extLst>
              <p:ext uri="{D42A27DB-BD31-4B8C-83A1-F6EECF244321}">
                <p14:modId xmlns:p14="http://schemas.microsoft.com/office/powerpoint/2010/main" val="4016672181"/>
              </p:ext>
            </p:extLst>
          </p:nvPr>
        </p:nvGraphicFramePr>
        <p:xfrm>
          <a:off x="6247109" y="3548158"/>
          <a:ext cx="5173366" cy="283860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66328982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07</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7918379C-9534-4311-9093-16DA7B8CC88E}"/>
              </a:ext>
            </a:extLst>
          </p:cNvPr>
          <p:cNvSpPr txBox="1"/>
          <p:nvPr/>
        </p:nvSpPr>
        <p:spPr>
          <a:xfrm>
            <a:off x="1522658" y="381164"/>
            <a:ext cx="7092034"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中国磷肥出口体量巨大</a:t>
            </a:r>
          </a:p>
        </p:txBody>
      </p:sp>
      <p:sp>
        <p:nvSpPr>
          <p:cNvPr id="5" name="TextBox 33">
            <a:extLst>
              <a:ext uri="{FF2B5EF4-FFF2-40B4-BE49-F238E27FC236}">
                <a16:creationId xmlns:a16="http://schemas.microsoft.com/office/drawing/2014/main" xmlns="" id="{2C7D4306-5A56-4BC0-A1CA-5AF8B7A42C52}"/>
              </a:ext>
            </a:extLst>
          </p:cNvPr>
          <p:cNvSpPr/>
          <p:nvPr/>
        </p:nvSpPr>
        <p:spPr bwMode="auto">
          <a:xfrm>
            <a:off x="0" y="6637186"/>
            <a:ext cx="2845170"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 卓创资讯，</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，海关总署，长江证券研究所</a:t>
            </a:r>
          </a:p>
        </p:txBody>
      </p:sp>
      <p:sp>
        <p:nvSpPr>
          <p:cNvPr id="6" name="Text Box 2">
            <a:extLst>
              <a:ext uri="{FF2B5EF4-FFF2-40B4-BE49-F238E27FC236}">
                <a16:creationId xmlns:a16="http://schemas.microsoft.com/office/drawing/2014/main" xmlns="" id="{48914382-55C9-44BE-BFA1-EE6193DEC5F1}"/>
              </a:ext>
            </a:extLst>
          </p:cNvPr>
          <p:cNvSpPr txBox="1">
            <a:spLocks noChangeArrowheads="1"/>
          </p:cNvSpPr>
          <p:nvPr/>
        </p:nvSpPr>
        <p:spPr bwMode="auto">
          <a:xfrm>
            <a:off x="477788" y="1102455"/>
            <a:ext cx="10868025"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D6D6D"/>
                </a:solidFill>
                <a:latin typeface="微软雅黑" panose="020B0503020204020204" pitchFamily="34" charset="-122"/>
                <a:ea typeface="微软雅黑" panose="020B0503020204020204" pitchFamily="34" charset="-122"/>
              </a:rPr>
              <a:t>2011-2016</a:t>
            </a:r>
            <a:r>
              <a:rPr lang="zh-CN" altLang="en-US" sz="1200" dirty="0">
                <a:solidFill>
                  <a:srgbClr val="6D6D6D"/>
                </a:solidFill>
                <a:latin typeface="微软雅黑" panose="020B0503020204020204" pitchFamily="34" charset="-122"/>
                <a:ea typeface="微软雅黑" panose="020B0503020204020204" pitchFamily="34" charset="-122"/>
              </a:rPr>
              <a:t>年，由于我国磷肥产能产量的过快增长，导致供给过剩，催动磷肥出口量显著增多，磷酸一铵</a:t>
            </a:r>
            <a:r>
              <a:rPr lang="en-US" altLang="zh-CN" sz="1200" dirty="0">
                <a:solidFill>
                  <a:srgbClr val="6D6D6D"/>
                </a:solidFill>
                <a:latin typeface="微软雅黑" panose="020B0503020204020204" pitchFamily="34" charset="-122"/>
                <a:ea typeface="微软雅黑" panose="020B0503020204020204" pitchFamily="34" charset="-122"/>
              </a:rPr>
              <a:t>/</a:t>
            </a:r>
            <a:r>
              <a:rPr lang="zh-CN" altLang="en-US" sz="1200" dirty="0">
                <a:solidFill>
                  <a:srgbClr val="6D6D6D"/>
                </a:solidFill>
                <a:latin typeface="微软雅黑" panose="020B0503020204020204" pitchFamily="34" charset="-122"/>
                <a:ea typeface="微软雅黑" panose="020B0503020204020204" pitchFamily="34" charset="-122"/>
              </a:rPr>
              <a:t>二铵合计出口占产量比例</a:t>
            </a:r>
            <a:r>
              <a:rPr lang="en-US" altLang="zh-CN" sz="1200" dirty="0">
                <a:solidFill>
                  <a:srgbClr val="6D6D6D"/>
                </a:solidFill>
                <a:latin typeface="微软雅黑" panose="020B0503020204020204" pitchFamily="34" charset="-122"/>
                <a:ea typeface="微软雅黑" panose="020B0503020204020204" pitchFamily="34" charset="-122"/>
              </a:rPr>
              <a:t>2011-2018</a:t>
            </a:r>
            <a:r>
              <a:rPr lang="zh-CN" altLang="en-US" sz="1200" dirty="0">
                <a:solidFill>
                  <a:srgbClr val="6D6D6D"/>
                </a:solidFill>
                <a:latin typeface="微软雅黑" panose="020B0503020204020204" pitchFamily="34" charset="-122"/>
                <a:ea typeface="微软雅黑" panose="020B0503020204020204" pitchFamily="34" charset="-122"/>
              </a:rPr>
              <a:t>年从</a:t>
            </a:r>
            <a:r>
              <a:rPr lang="en-US" altLang="zh-CN" sz="1200" dirty="0">
                <a:solidFill>
                  <a:srgbClr val="6D6D6D"/>
                </a:solidFill>
                <a:latin typeface="微软雅黑" panose="020B0503020204020204" pitchFamily="34" charset="-122"/>
                <a:ea typeface="微软雅黑" panose="020B0503020204020204" pitchFamily="34" charset="-122"/>
              </a:rPr>
              <a:t>23.6%</a:t>
            </a:r>
            <a:r>
              <a:rPr lang="zh-CN" altLang="en-US" sz="1200" dirty="0">
                <a:solidFill>
                  <a:srgbClr val="6D6D6D"/>
                </a:solidFill>
                <a:latin typeface="微软雅黑" panose="020B0503020204020204" pitchFamily="34" charset="-122"/>
                <a:ea typeface="微软雅黑" panose="020B0503020204020204" pitchFamily="34" charset="-122"/>
              </a:rPr>
              <a:t>增长到</a:t>
            </a:r>
            <a:r>
              <a:rPr lang="en-US" altLang="zh-CN" sz="1200" dirty="0">
                <a:solidFill>
                  <a:srgbClr val="6D6D6D"/>
                </a:solidFill>
                <a:latin typeface="微软雅黑" panose="020B0503020204020204" pitchFamily="34" charset="-122"/>
                <a:ea typeface="微软雅黑" panose="020B0503020204020204" pitchFamily="34" charset="-122"/>
              </a:rPr>
              <a:t>44.2%</a:t>
            </a:r>
            <a:r>
              <a:rPr lang="zh-CN" altLang="en-US" sz="1200" dirty="0">
                <a:solidFill>
                  <a:srgbClr val="6D6D6D"/>
                </a:solidFill>
                <a:latin typeface="微软雅黑" panose="020B0503020204020204" pitchFamily="34" charset="-122"/>
                <a:ea typeface="微软雅黑" panose="020B0503020204020204" pitchFamily="34" charset="-122"/>
              </a:rPr>
              <a:t>以上，其后几年依旧维持在</a:t>
            </a:r>
            <a:r>
              <a:rPr lang="en-US" altLang="zh-CN" sz="1200" dirty="0">
                <a:solidFill>
                  <a:srgbClr val="6D6D6D"/>
                </a:solidFill>
                <a:latin typeface="微软雅黑" panose="020B0503020204020204" pitchFamily="34" charset="-122"/>
                <a:ea typeface="微软雅黑" panose="020B0503020204020204" pitchFamily="34" charset="-122"/>
              </a:rPr>
              <a:t>30%</a:t>
            </a:r>
            <a:r>
              <a:rPr lang="zh-CN" altLang="en-US" sz="1200" dirty="0">
                <a:solidFill>
                  <a:srgbClr val="6D6D6D"/>
                </a:solidFill>
                <a:latin typeface="微软雅黑" panose="020B0503020204020204" pitchFamily="34" charset="-122"/>
                <a:ea typeface="微软雅黑" panose="020B0503020204020204" pitchFamily="34" charset="-122"/>
              </a:rPr>
              <a:t>以上，我国磷肥整体出口体量巨大</a:t>
            </a:r>
            <a:endParaRPr lang="en-US" altLang="zh-CN" sz="1200" dirty="0">
              <a:solidFill>
                <a:srgbClr val="6D6D6D"/>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D6D6D"/>
                </a:solidFill>
                <a:latin typeface="微软雅黑" panose="020B0503020204020204" pitchFamily="34" charset="-122"/>
                <a:ea typeface="微软雅黑" panose="020B0503020204020204" pitchFamily="34" charset="-122"/>
              </a:rPr>
              <a:t>2021Q2</a:t>
            </a:r>
            <a:r>
              <a:rPr lang="zh-CN" altLang="en-US" sz="1200" dirty="0">
                <a:solidFill>
                  <a:srgbClr val="6D6D6D"/>
                </a:solidFill>
                <a:latin typeface="微软雅黑" panose="020B0503020204020204" pitchFamily="34" charset="-122"/>
                <a:ea typeface="微软雅黑" panose="020B0503020204020204" pitchFamily="34" charset="-122"/>
              </a:rPr>
              <a:t>以来，由于海外磷肥需求紧俏，国内外价格拉大，国内出口急剧增长，进而带动国内磷肥价格过快上涨。为了推进化肥的“保供稳价”，</a:t>
            </a:r>
            <a:r>
              <a:rPr lang="en-US" altLang="zh-CN" sz="1200" dirty="0">
                <a:solidFill>
                  <a:srgbClr val="6D6D6D"/>
                </a:solidFill>
                <a:latin typeface="微软雅黑" panose="020B0503020204020204" pitchFamily="34" charset="-122"/>
                <a:ea typeface="微软雅黑" panose="020B0503020204020204" pitchFamily="34" charset="-122"/>
              </a:rPr>
              <a:t>Q4</a:t>
            </a:r>
            <a:r>
              <a:rPr lang="zh-CN" altLang="en-US" sz="1200" dirty="0">
                <a:solidFill>
                  <a:srgbClr val="6D6D6D"/>
                </a:solidFill>
                <a:latin typeface="微软雅黑" panose="020B0503020204020204" pitchFamily="34" charset="-122"/>
                <a:ea typeface="微软雅黑" panose="020B0503020204020204" pitchFamily="34" charset="-122"/>
              </a:rPr>
              <a:t>以来，化肥出口从过去的商检改为法检，出口周期大幅拉长，我国磷肥月度出口量锐减。</a:t>
            </a:r>
            <a:r>
              <a:rPr lang="en-US" altLang="zh-CN" sz="1200" dirty="0">
                <a:solidFill>
                  <a:srgbClr val="6D6D6D"/>
                </a:solidFill>
                <a:latin typeface="微软雅黑" panose="020B0503020204020204" pitchFamily="34" charset="-122"/>
                <a:ea typeface="微软雅黑" panose="020B0503020204020204" pitchFamily="34" charset="-122"/>
              </a:rPr>
              <a:t>2022Q1</a:t>
            </a:r>
            <a:r>
              <a:rPr lang="zh-CN" altLang="en-US" sz="1200" dirty="0">
                <a:solidFill>
                  <a:srgbClr val="6D6D6D"/>
                </a:solidFill>
                <a:latin typeface="微软雅黑" panose="020B0503020204020204" pitchFamily="34" charset="-122"/>
                <a:ea typeface="微软雅黑" panose="020B0503020204020204" pitchFamily="34" charset="-122"/>
              </a:rPr>
              <a:t>，国内正值春耕旺季，国内磷肥出口依旧被压在底部，从而使国内外价差明显拉大</a:t>
            </a:r>
          </a:p>
        </p:txBody>
      </p:sp>
      <p:sp>
        <p:nvSpPr>
          <p:cNvPr id="7" name="Rectangle 4">
            <a:extLst>
              <a:ext uri="{FF2B5EF4-FFF2-40B4-BE49-F238E27FC236}">
                <a16:creationId xmlns:a16="http://schemas.microsoft.com/office/drawing/2014/main" xmlns="" id="{D1A2CBA0-1E96-48C0-8D18-33817A2D0922}"/>
              </a:ext>
            </a:extLst>
          </p:cNvPr>
          <p:cNvSpPr>
            <a:spLocks noChangeArrowheads="1"/>
          </p:cNvSpPr>
          <p:nvPr/>
        </p:nvSpPr>
        <p:spPr bwMode="auto">
          <a:xfrm>
            <a:off x="6161362" y="2782598"/>
            <a:ext cx="3744416"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图：我国磷酸二铵进出口情况</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8" name="Rectangle 4">
            <a:extLst>
              <a:ext uri="{FF2B5EF4-FFF2-40B4-BE49-F238E27FC236}">
                <a16:creationId xmlns:a16="http://schemas.microsoft.com/office/drawing/2014/main" xmlns="" id="{43A2D981-74E9-43A5-B9B6-39041CF6DDDE}"/>
              </a:ext>
            </a:extLst>
          </p:cNvPr>
          <p:cNvSpPr>
            <a:spLocks noChangeArrowheads="1"/>
          </p:cNvSpPr>
          <p:nvPr/>
        </p:nvSpPr>
        <p:spPr bwMode="auto">
          <a:xfrm>
            <a:off x="477788" y="2782598"/>
            <a:ext cx="5616624"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图：我国磷酸一铵进出口情况</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graphicFrame>
        <p:nvGraphicFramePr>
          <p:cNvPr id="10" name="图表 9">
            <a:extLst>
              <a:ext uri="{FF2B5EF4-FFF2-40B4-BE49-F238E27FC236}">
                <a16:creationId xmlns:a16="http://schemas.microsoft.com/office/drawing/2014/main" xmlns="" id="{00000000-0008-0000-1700-000005000000}"/>
              </a:ext>
            </a:extLst>
          </p:cNvPr>
          <p:cNvGraphicFramePr>
            <a:graphicFrameLocks/>
          </p:cNvGraphicFramePr>
          <p:nvPr>
            <p:extLst>
              <p:ext uri="{D42A27DB-BD31-4B8C-83A1-F6EECF244321}">
                <p14:modId xmlns:p14="http://schemas.microsoft.com/office/powerpoint/2010/main" val="613450096"/>
              </p:ext>
            </p:extLst>
          </p:nvPr>
        </p:nvGraphicFramePr>
        <p:xfrm>
          <a:off x="477788" y="3340964"/>
          <a:ext cx="5172514" cy="295759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图表 10">
            <a:extLst>
              <a:ext uri="{FF2B5EF4-FFF2-40B4-BE49-F238E27FC236}">
                <a16:creationId xmlns:a16="http://schemas.microsoft.com/office/drawing/2014/main" xmlns="" id="{00000000-0008-0000-1700-000006000000}"/>
              </a:ext>
            </a:extLst>
          </p:cNvPr>
          <p:cNvGraphicFramePr>
            <a:graphicFrameLocks/>
          </p:cNvGraphicFramePr>
          <p:nvPr>
            <p:extLst>
              <p:ext uri="{D42A27DB-BD31-4B8C-83A1-F6EECF244321}">
                <p14:modId xmlns:p14="http://schemas.microsoft.com/office/powerpoint/2010/main" val="3745794821"/>
              </p:ext>
            </p:extLst>
          </p:nvPr>
        </p:nvGraphicFramePr>
        <p:xfrm>
          <a:off x="6005569" y="3340964"/>
          <a:ext cx="5226023" cy="302533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6517567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08</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7918379C-9534-4311-9093-16DA7B8CC88E}"/>
              </a:ext>
            </a:extLst>
          </p:cNvPr>
          <p:cNvSpPr txBox="1"/>
          <p:nvPr/>
        </p:nvSpPr>
        <p:spPr>
          <a:xfrm>
            <a:off x="1522658" y="381164"/>
            <a:ext cx="7092034"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磷肥库存整体偏低</a:t>
            </a:r>
          </a:p>
        </p:txBody>
      </p:sp>
      <p:sp>
        <p:nvSpPr>
          <p:cNvPr id="5" name="Rectangle 4">
            <a:extLst>
              <a:ext uri="{FF2B5EF4-FFF2-40B4-BE49-F238E27FC236}">
                <a16:creationId xmlns:a16="http://schemas.microsoft.com/office/drawing/2014/main" xmlns="" id="{B33C08FD-90A8-4839-A61C-CE222BB99549}"/>
              </a:ext>
            </a:extLst>
          </p:cNvPr>
          <p:cNvSpPr>
            <a:spLocks noChangeArrowheads="1"/>
          </p:cNvSpPr>
          <p:nvPr/>
        </p:nvSpPr>
        <p:spPr bwMode="auto">
          <a:xfrm>
            <a:off x="624945" y="977680"/>
            <a:ext cx="5040560"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图：中国磷酸一铵开工率</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6" name="TextBox 33">
            <a:extLst>
              <a:ext uri="{FF2B5EF4-FFF2-40B4-BE49-F238E27FC236}">
                <a16:creationId xmlns:a16="http://schemas.microsoft.com/office/drawing/2014/main" xmlns="" id="{2C7D4306-5A56-4BC0-A1CA-5AF8B7A42C52}"/>
              </a:ext>
            </a:extLst>
          </p:cNvPr>
          <p:cNvSpPr/>
          <p:nvPr/>
        </p:nvSpPr>
        <p:spPr bwMode="auto">
          <a:xfrm>
            <a:off x="0" y="6637186"/>
            <a:ext cx="2000387"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 卓创资讯，长江证券研究所</a:t>
            </a:r>
          </a:p>
        </p:txBody>
      </p:sp>
      <p:sp>
        <p:nvSpPr>
          <p:cNvPr id="7" name="Rectangle 4">
            <a:extLst>
              <a:ext uri="{FF2B5EF4-FFF2-40B4-BE49-F238E27FC236}">
                <a16:creationId xmlns:a16="http://schemas.microsoft.com/office/drawing/2014/main" xmlns="" id="{6E20DD0D-D4D7-4A75-8A1A-CFF8C325F097}"/>
              </a:ext>
            </a:extLst>
          </p:cNvPr>
          <p:cNvSpPr>
            <a:spLocks noChangeArrowheads="1"/>
          </p:cNvSpPr>
          <p:nvPr/>
        </p:nvSpPr>
        <p:spPr bwMode="auto">
          <a:xfrm>
            <a:off x="6238427" y="966250"/>
            <a:ext cx="4427739"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图：中国磷酸一铵月度港口库存</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8" name="Rectangle 4">
            <a:extLst>
              <a:ext uri="{FF2B5EF4-FFF2-40B4-BE49-F238E27FC236}">
                <a16:creationId xmlns:a16="http://schemas.microsoft.com/office/drawing/2014/main" xmlns="" id="{F6F432DB-005E-443D-B9A2-3835B278E684}"/>
              </a:ext>
            </a:extLst>
          </p:cNvPr>
          <p:cNvSpPr>
            <a:spLocks noChangeArrowheads="1"/>
          </p:cNvSpPr>
          <p:nvPr/>
        </p:nvSpPr>
        <p:spPr bwMode="auto">
          <a:xfrm>
            <a:off x="624945" y="3646940"/>
            <a:ext cx="5040560"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图：中国磷酸二铵开工率</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9" name="Rectangle 4">
            <a:extLst>
              <a:ext uri="{FF2B5EF4-FFF2-40B4-BE49-F238E27FC236}">
                <a16:creationId xmlns:a16="http://schemas.microsoft.com/office/drawing/2014/main" xmlns="" id="{C1C1C6D6-0BAE-4B5F-8B44-8F6BAA7BF090}"/>
              </a:ext>
            </a:extLst>
          </p:cNvPr>
          <p:cNvSpPr>
            <a:spLocks noChangeArrowheads="1"/>
          </p:cNvSpPr>
          <p:nvPr/>
        </p:nvSpPr>
        <p:spPr bwMode="auto">
          <a:xfrm>
            <a:off x="6238427" y="3707236"/>
            <a:ext cx="5040560"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图：中国磷酸二铵</a:t>
            </a:r>
            <a:r>
              <a:rPr lang="en-US" altLang="zh-CN" sz="1800" b="1" dirty="0">
                <a:solidFill>
                  <a:srgbClr val="E10000"/>
                </a:solidFill>
                <a:latin typeface="微软雅黑" panose="020B0503020204020204" pitchFamily="34" charset="-122"/>
                <a:ea typeface="微软雅黑" panose="020B0503020204020204" pitchFamily="34" charset="-122"/>
              </a:rPr>
              <a:t>(</a:t>
            </a:r>
            <a:r>
              <a:rPr lang="zh-CN" altLang="en-US" sz="1800" b="1" dirty="0">
                <a:solidFill>
                  <a:srgbClr val="E10000"/>
                </a:solidFill>
                <a:latin typeface="微软雅黑" panose="020B0503020204020204" pitchFamily="34" charset="-122"/>
                <a:ea typeface="微软雅黑" panose="020B0503020204020204" pitchFamily="34" charset="-122"/>
              </a:rPr>
              <a:t>农用</a:t>
            </a:r>
            <a:r>
              <a:rPr lang="en-US" altLang="zh-CN" sz="1800" b="1" dirty="0">
                <a:solidFill>
                  <a:srgbClr val="E10000"/>
                </a:solidFill>
                <a:latin typeface="微软雅黑" panose="020B0503020204020204" pitchFamily="34" charset="-122"/>
                <a:ea typeface="微软雅黑" panose="020B0503020204020204" pitchFamily="34" charset="-122"/>
              </a:rPr>
              <a:t>)</a:t>
            </a:r>
            <a:r>
              <a:rPr lang="zh-CN" altLang="en-US" sz="1800" b="1" dirty="0">
                <a:solidFill>
                  <a:srgbClr val="E10000"/>
                </a:solidFill>
                <a:latin typeface="微软雅黑" panose="020B0503020204020204" pitchFamily="34" charset="-122"/>
                <a:ea typeface="微软雅黑" panose="020B0503020204020204" pitchFamily="34" charset="-122"/>
              </a:rPr>
              <a:t>月度企业库存</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graphicFrame>
        <p:nvGraphicFramePr>
          <p:cNvPr id="13" name="图表 12">
            <a:extLst>
              <a:ext uri="{FF2B5EF4-FFF2-40B4-BE49-F238E27FC236}">
                <a16:creationId xmlns:a16="http://schemas.microsoft.com/office/drawing/2014/main" xmlns="" id="{00000000-0008-0000-1800-000007000000}"/>
              </a:ext>
            </a:extLst>
          </p:cNvPr>
          <p:cNvGraphicFramePr>
            <a:graphicFrameLocks/>
          </p:cNvGraphicFramePr>
          <p:nvPr>
            <p:extLst>
              <p:ext uri="{D42A27DB-BD31-4B8C-83A1-F6EECF244321}">
                <p14:modId xmlns:p14="http://schemas.microsoft.com/office/powerpoint/2010/main" val="1571636040"/>
              </p:ext>
            </p:extLst>
          </p:nvPr>
        </p:nvGraphicFramePr>
        <p:xfrm>
          <a:off x="674736" y="1276346"/>
          <a:ext cx="4827185" cy="233089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 name="图表 13">
            <a:extLst>
              <a:ext uri="{FF2B5EF4-FFF2-40B4-BE49-F238E27FC236}">
                <a16:creationId xmlns:a16="http://schemas.microsoft.com/office/drawing/2014/main" xmlns="" id="{00000000-0008-0000-1800-000004000000}"/>
              </a:ext>
            </a:extLst>
          </p:cNvPr>
          <p:cNvGraphicFramePr>
            <a:graphicFrameLocks/>
          </p:cNvGraphicFramePr>
          <p:nvPr>
            <p:extLst>
              <p:ext uri="{D42A27DB-BD31-4B8C-83A1-F6EECF244321}">
                <p14:modId xmlns:p14="http://schemas.microsoft.com/office/powerpoint/2010/main" val="930976908"/>
              </p:ext>
            </p:extLst>
          </p:nvPr>
        </p:nvGraphicFramePr>
        <p:xfrm>
          <a:off x="6064984" y="1284616"/>
          <a:ext cx="4601181" cy="223495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图表 15">
            <a:extLst>
              <a:ext uri="{FF2B5EF4-FFF2-40B4-BE49-F238E27FC236}">
                <a16:creationId xmlns:a16="http://schemas.microsoft.com/office/drawing/2014/main" xmlns="" id="{00000000-0008-0000-1800-000006000000}"/>
              </a:ext>
            </a:extLst>
          </p:cNvPr>
          <p:cNvGraphicFramePr>
            <a:graphicFrameLocks/>
          </p:cNvGraphicFramePr>
          <p:nvPr>
            <p:extLst>
              <p:ext uri="{D42A27DB-BD31-4B8C-83A1-F6EECF244321}">
                <p14:modId xmlns:p14="http://schemas.microsoft.com/office/powerpoint/2010/main" val="2640929917"/>
              </p:ext>
            </p:extLst>
          </p:nvPr>
        </p:nvGraphicFramePr>
        <p:xfrm>
          <a:off x="674735" y="3969228"/>
          <a:ext cx="4827185" cy="232664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0" name="图表 19">
            <a:extLst>
              <a:ext uri="{FF2B5EF4-FFF2-40B4-BE49-F238E27FC236}">
                <a16:creationId xmlns:a16="http://schemas.microsoft.com/office/drawing/2014/main" xmlns="" id="{00000000-0008-0000-1800-000005000000}"/>
              </a:ext>
            </a:extLst>
          </p:cNvPr>
          <p:cNvGraphicFramePr>
            <a:graphicFrameLocks/>
          </p:cNvGraphicFramePr>
          <p:nvPr>
            <p:extLst>
              <p:ext uri="{D42A27DB-BD31-4B8C-83A1-F6EECF244321}">
                <p14:modId xmlns:p14="http://schemas.microsoft.com/office/powerpoint/2010/main" val="2616710080"/>
              </p:ext>
            </p:extLst>
          </p:nvPr>
        </p:nvGraphicFramePr>
        <p:xfrm>
          <a:off x="6064985" y="4016272"/>
          <a:ext cx="4774622" cy="2279604"/>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99588708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09</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7918379C-9534-4311-9093-16DA7B8CC88E}"/>
              </a:ext>
            </a:extLst>
          </p:cNvPr>
          <p:cNvSpPr txBox="1"/>
          <p:nvPr/>
        </p:nvSpPr>
        <p:spPr>
          <a:xfrm>
            <a:off x="1522658" y="381164"/>
            <a:ext cx="9792034"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磷肥价格强劲运行，国内限制出口拉大国内外价差</a:t>
            </a:r>
          </a:p>
        </p:txBody>
      </p:sp>
      <p:sp>
        <p:nvSpPr>
          <p:cNvPr id="5" name="TextBox 33">
            <a:extLst>
              <a:ext uri="{FF2B5EF4-FFF2-40B4-BE49-F238E27FC236}">
                <a16:creationId xmlns:a16="http://schemas.microsoft.com/office/drawing/2014/main" xmlns="" id="{2C7D4306-5A56-4BC0-A1CA-5AF8B7A42C52}"/>
              </a:ext>
            </a:extLst>
          </p:cNvPr>
          <p:cNvSpPr/>
          <p:nvPr/>
        </p:nvSpPr>
        <p:spPr bwMode="auto">
          <a:xfrm>
            <a:off x="0" y="6637186"/>
            <a:ext cx="1969931"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 百川盈孚，长江证券研究所</a:t>
            </a:r>
          </a:p>
        </p:txBody>
      </p:sp>
      <p:sp>
        <p:nvSpPr>
          <p:cNvPr id="6" name="Text Box 2">
            <a:extLst>
              <a:ext uri="{FF2B5EF4-FFF2-40B4-BE49-F238E27FC236}">
                <a16:creationId xmlns:a16="http://schemas.microsoft.com/office/drawing/2014/main" xmlns="" id="{EDB6E140-4C8C-4702-A230-464B1DFC5740}"/>
              </a:ext>
            </a:extLst>
          </p:cNvPr>
          <p:cNvSpPr txBox="1">
            <a:spLocks noChangeArrowheads="1"/>
          </p:cNvSpPr>
          <p:nvPr/>
        </p:nvSpPr>
        <p:spPr bwMode="auto">
          <a:xfrm>
            <a:off x="660400" y="1130300"/>
            <a:ext cx="10868025"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D6D6D"/>
                </a:solidFill>
                <a:latin typeface="微软雅黑" panose="020B0503020204020204" pitchFamily="34" charset="-122"/>
                <a:ea typeface="微软雅黑" panose="020B0503020204020204" pitchFamily="34" charset="-122"/>
              </a:rPr>
              <a:t>2021Q2</a:t>
            </a:r>
            <a:r>
              <a:rPr lang="zh-CN" altLang="en-US" sz="1200" dirty="0">
                <a:solidFill>
                  <a:srgbClr val="6D6D6D"/>
                </a:solidFill>
                <a:latin typeface="微软雅黑" panose="020B0503020204020204" pitchFamily="34" charset="-122"/>
                <a:ea typeface="微软雅黑" panose="020B0503020204020204" pitchFamily="34" charset="-122"/>
              </a:rPr>
              <a:t>以来，由于海外磷肥需求紧俏，国内外价格拉大，国内出口急剧增长，进而带动国内磷肥价格过快上涨。为了推进化肥的“保供稳价”，</a:t>
            </a:r>
            <a:r>
              <a:rPr lang="en-US" altLang="zh-CN" sz="1200" dirty="0">
                <a:solidFill>
                  <a:srgbClr val="6D6D6D"/>
                </a:solidFill>
                <a:latin typeface="微软雅黑" panose="020B0503020204020204" pitchFamily="34" charset="-122"/>
                <a:ea typeface="微软雅黑" panose="020B0503020204020204" pitchFamily="34" charset="-122"/>
              </a:rPr>
              <a:t>Q4</a:t>
            </a:r>
            <a:r>
              <a:rPr lang="zh-CN" altLang="en-US" sz="1200" dirty="0">
                <a:solidFill>
                  <a:srgbClr val="6D6D6D"/>
                </a:solidFill>
                <a:latin typeface="微软雅黑" panose="020B0503020204020204" pitchFamily="34" charset="-122"/>
                <a:ea typeface="微软雅黑" panose="020B0503020204020204" pitchFamily="34" charset="-122"/>
              </a:rPr>
              <a:t>以来，化肥出口从过去的商检改为法检，出口周期大幅拉长，我国磷肥月度出口量锐减。</a:t>
            </a:r>
            <a:r>
              <a:rPr lang="en-US" altLang="zh-CN" sz="1200" dirty="0">
                <a:solidFill>
                  <a:srgbClr val="6D6D6D"/>
                </a:solidFill>
                <a:latin typeface="微软雅黑" panose="020B0503020204020204" pitchFamily="34" charset="-122"/>
                <a:ea typeface="微软雅黑" panose="020B0503020204020204" pitchFamily="34" charset="-122"/>
              </a:rPr>
              <a:t>2022Q1</a:t>
            </a:r>
            <a:r>
              <a:rPr lang="zh-CN" altLang="en-US" sz="1200" dirty="0">
                <a:solidFill>
                  <a:srgbClr val="6D6D6D"/>
                </a:solidFill>
                <a:latin typeface="微软雅黑" panose="020B0503020204020204" pitchFamily="34" charset="-122"/>
                <a:ea typeface="微软雅黑" panose="020B0503020204020204" pitchFamily="34" charset="-122"/>
              </a:rPr>
              <a:t>，国内正值春耕旺季，国内磷肥出口依旧被压在底部，从而使国内外价差明显拉大，预计随着春耕旺季的过去，国内磷肥出口有望部分“放开”</a:t>
            </a:r>
          </a:p>
        </p:txBody>
      </p:sp>
      <p:sp>
        <p:nvSpPr>
          <p:cNvPr id="7" name="Rectangle 4">
            <a:extLst>
              <a:ext uri="{FF2B5EF4-FFF2-40B4-BE49-F238E27FC236}">
                <a16:creationId xmlns:a16="http://schemas.microsoft.com/office/drawing/2014/main" xmlns="" id="{5598F97B-F115-4061-B8D9-2EBE1B101785}"/>
              </a:ext>
            </a:extLst>
          </p:cNvPr>
          <p:cNvSpPr>
            <a:spLocks noChangeArrowheads="1"/>
          </p:cNvSpPr>
          <p:nvPr/>
        </p:nvSpPr>
        <p:spPr bwMode="auto">
          <a:xfrm>
            <a:off x="506397" y="3047128"/>
            <a:ext cx="4104456"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图：磷酸二铵市场价格走势</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8" name="Rectangle 4">
            <a:extLst>
              <a:ext uri="{FF2B5EF4-FFF2-40B4-BE49-F238E27FC236}">
                <a16:creationId xmlns:a16="http://schemas.microsoft.com/office/drawing/2014/main" xmlns="" id="{415FFBAE-E034-44BA-9CBA-3B63C1757622}"/>
              </a:ext>
            </a:extLst>
          </p:cNvPr>
          <p:cNvSpPr>
            <a:spLocks noChangeArrowheads="1"/>
          </p:cNvSpPr>
          <p:nvPr/>
        </p:nvSpPr>
        <p:spPr bwMode="auto">
          <a:xfrm>
            <a:off x="6382444" y="3044588"/>
            <a:ext cx="3420277"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图：磷酸二铵国内外价格</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graphicFrame>
        <p:nvGraphicFramePr>
          <p:cNvPr id="10" name="图表 9">
            <a:extLst>
              <a:ext uri="{FF2B5EF4-FFF2-40B4-BE49-F238E27FC236}">
                <a16:creationId xmlns:a16="http://schemas.microsoft.com/office/drawing/2014/main" xmlns="" id="{00000000-0008-0000-1A00-000002000000}"/>
              </a:ext>
            </a:extLst>
          </p:cNvPr>
          <p:cNvGraphicFramePr>
            <a:graphicFrameLocks/>
          </p:cNvGraphicFramePr>
          <p:nvPr>
            <p:extLst>
              <p:ext uri="{D42A27DB-BD31-4B8C-83A1-F6EECF244321}">
                <p14:modId xmlns:p14="http://schemas.microsoft.com/office/powerpoint/2010/main" val="2368886539"/>
              </p:ext>
            </p:extLst>
          </p:nvPr>
        </p:nvGraphicFramePr>
        <p:xfrm>
          <a:off x="506397" y="3479800"/>
          <a:ext cx="5005882" cy="294623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图表 10">
            <a:extLst>
              <a:ext uri="{FF2B5EF4-FFF2-40B4-BE49-F238E27FC236}">
                <a16:creationId xmlns:a16="http://schemas.microsoft.com/office/drawing/2014/main" xmlns="" id="{00000000-0008-0000-1A00-000004000000}"/>
              </a:ext>
            </a:extLst>
          </p:cNvPr>
          <p:cNvGraphicFramePr>
            <a:graphicFrameLocks/>
          </p:cNvGraphicFramePr>
          <p:nvPr>
            <p:extLst>
              <p:ext uri="{D42A27DB-BD31-4B8C-83A1-F6EECF244321}">
                <p14:modId xmlns:p14="http://schemas.microsoft.com/office/powerpoint/2010/main" val="853118384"/>
              </p:ext>
            </p:extLst>
          </p:nvPr>
        </p:nvGraphicFramePr>
        <p:xfrm>
          <a:off x="5909237" y="3473845"/>
          <a:ext cx="5270597" cy="2952191"/>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2353020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descr="0110新版ppt-03.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6" y="0"/>
            <a:ext cx="12191594" cy="6858000"/>
          </a:xfrm>
          <a:prstGeom prst="rect">
            <a:avLst/>
          </a:prstGeom>
        </p:spPr>
      </p:pic>
      <p:sp>
        <p:nvSpPr>
          <p:cNvPr id="4" name="文本框 3"/>
          <p:cNvSpPr txBox="1"/>
          <p:nvPr/>
        </p:nvSpPr>
        <p:spPr>
          <a:xfrm>
            <a:off x="1254760" y="1533537"/>
            <a:ext cx="1797749" cy="1655710"/>
          </a:xfrm>
          <a:prstGeom prst="rect">
            <a:avLst/>
          </a:prstGeom>
          <a:noFill/>
        </p:spPr>
        <p:txBody>
          <a:bodyPr wrap="square" rtlCol="0">
            <a:spAutoFit/>
          </a:bodyPr>
          <a:lstStyle/>
          <a:p>
            <a:r>
              <a:rPr lang="en-US" altLang="zh-CN" sz="10160" b="1" i="1" dirty="0">
                <a:solidFill>
                  <a:srgbClr val="E10000"/>
                </a:solidFill>
                <a:latin typeface="微软雅黑" panose="020B0503020204020204" pitchFamily="34" charset="-122"/>
                <a:ea typeface="微软雅黑" panose="020B0503020204020204" pitchFamily="34" charset="-122"/>
              </a:rPr>
              <a:t>04</a:t>
            </a:r>
            <a:endParaRPr lang="zh-CN" altLang="en-US" sz="10160" b="1" i="1" dirty="0">
              <a:solidFill>
                <a:srgbClr val="E10000"/>
              </a:solidFill>
              <a:latin typeface="微软雅黑" panose="020B0503020204020204" pitchFamily="34" charset="-122"/>
              <a:ea typeface="微软雅黑" panose="020B0503020204020204" pitchFamily="34" charset="-122"/>
            </a:endParaRPr>
          </a:p>
        </p:txBody>
      </p:sp>
      <p:sp>
        <p:nvSpPr>
          <p:cNvPr id="6" name="文本框 5"/>
          <p:cNvSpPr txBox="1"/>
          <p:nvPr/>
        </p:nvSpPr>
        <p:spPr>
          <a:xfrm>
            <a:off x="1254760" y="3146287"/>
            <a:ext cx="5566664" cy="492443"/>
          </a:xfrm>
          <a:prstGeom prst="rect">
            <a:avLst/>
          </a:prstGeom>
          <a:noFill/>
        </p:spPr>
        <p:txBody>
          <a:bodyPr wrap="square" rtlCol="0">
            <a:spAutoFit/>
          </a:bodyPr>
          <a:lstStyle/>
          <a:p>
            <a:r>
              <a:rPr lang="zh-CN" altLang="en-US" sz="2600" b="1" dirty="0">
                <a:solidFill>
                  <a:srgbClr val="6D6D6D"/>
                </a:solidFill>
                <a:latin typeface="微软雅黑" panose="020B0503020204020204" pitchFamily="34" charset="-122"/>
                <a:ea typeface="微软雅黑" panose="020B0503020204020204" pitchFamily="34" charset="-122"/>
              </a:rPr>
              <a:t>草甘膦</a:t>
            </a:r>
          </a:p>
        </p:txBody>
      </p:sp>
      <p:sp>
        <p:nvSpPr>
          <p:cNvPr id="7" name="文本框 6"/>
          <p:cNvSpPr txBox="1"/>
          <p:nvPr/>
        </p:nvSpPr>
        <p:spPr>
          <a:xfrm>
            <a:off x="1254760" y="3749576"/>
            <a:ext cx="5302761" cy="418191"/>
          </a:xfrm>
          <a:prstGeom prst="rect">
            <a:avLst/>
          </a:prstGeom>
          <a:noFill/>
        </p:spPr>
        <p:txBody>
          <a:bodyPr wrap="square" rtlCol="0">
            <a:spAutoFit/>
          </a:bodyPr>
          <a:lstStyle/>
          <a:p>
            <a:pPr>
              <a:lnSpc>
                <a:spcPct val="150000"/>
              </a:lnSpc>
            </a:pPr>
            <a:r>
              <a:rPr lang="zh-CN" altLang="en-US" sz="1600" dirty="0">
                <a:solidFill>
                  <a:schemeClr val="bg1">
                    <a:lumMod val="50000"/>
                  </a:schemeClr>
                </a:solidFill>
                <a:latin typeface="微软雅黑" panose="020B0503020204020204" pitchFamily="34" charset="-122"/>
                <a:ea typeface="微软雅黑" panose="020B0503020204020204" pitchFamily="34" charset="-122"/>
              </a:rPr>
              <a:t>产能扩增受限，行业长期向好</a:t>
            </a:r>
            <a:endParaRPr lang="en-US" altLang="zh-CN" sz="1600" dirty="0">
              <a:solidFill>
                <a:schemeClr val="bg1">
                  <a:lumMod val="50000"/>
                </a:schemeClr>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91739448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xmlns="" id="{D84A3EA4-4F05-4BF0-947C-6025A6C0FFF0}"/>
              </a:ext>
            </a:extLst>
          </p:cNvPr>
          <p:cNvSpPr txBox="1"/>
          <p:nvPr/>
        </p:nvSpPr>
        <p:spPr>
          <a:xfrm>
            <a:off x="763678" y="458136"/>
            <a:ext cx="533231" cy="417826"/>
          </a:xfrm>
          <a:prstGeom prst="rect">
            <a:avLst/>
          </a:prstGeom>
          <a:noFill/>
        </p:spPr>
        <p:txBody>
          <a:bodyPr wrap="square" rtlCol="0">
            <a:spAutoFit/>
          </a:bodyPr>
          <a:lstStyle/>
          <a:p>
            <a:pPr defTabSz="967450">
              <a:defRPr/>
            </a:pPr>
            <a:r>
              <a:rPr lang="en-US" altLang="zh-CN" sz="2114" b="1" i="1" dirty="0">
                <a:solidFill>
                  <a:prstClr val="white"/>
                </a:solidFill>
                <a:latin typeface="Arial" panose="020B0604020202020204" pitchFamily="34" charset="0"/>
                <a:ea typeface="微软雅黑" panose="020B0503020204020204" pitchFamily="34" charset="-122"/>
                <a:sym typeface="Arial" panose="020B0604020202020204" pitchFamily="34" charset="0"/>
              </a:rPr>
              <a:t>04</a:t>
            </a:r>
            <a:endParaRPr lang="zh-CN" altLang="en-US" sz="2114" b="1" i="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3" name="文本框 2">
            <a:extLst>
              <a:ext uri="{FF2B5EF4-FFF2-40B4-BE49-F238E27FC236}">
                <a16:creationId xmlns:a16="http://schemas.microsoft.com/office/drawing/2014/main" xmlns="" id="{C63011C6-A48C-4057-817D-3575444EFAE7}"/>
              </a:ext>
            </a:extLst>
          </p:cNvPr>
          <p:cNvSpPr txBox="1"/>
          <p:nvPr/>
        </p:nvSpPr>
        <p:spPr>
          <a:xfrm>
            <a:off x="1525438" y="381958"/>
            <a:ext cx="7090187" cy="553854"/>
          </a:xfrm>
          <a:prstGeom prst="rect">
            <a:avLst/>
          </a:prstGeom>
          <a:noFill/>
        </p:spPr>
        <p:txBody>
          <a:bodyPr wrap="square" rtlCol="0">
            <a:spAutoFit/>
          </a:bodyPr>
          <a:lstStyle/>
          <a:p>
            <a:pPr defTabSz="967450">
              <a:defRPr/>
            </a:pPr>
            <a:r>
              <a:rPr lang="zh-CN" altLang="en-US" sz="2999" b="1" dirty="0">
                <a:solidFill>
                  <a:srgbClr val="E10000"/>
                </a:solidFill>
                <a:latin typeface="Arial" panose="020B0604020202020204" pitchFamily="34" charset="0"/>
                <a:ea typeface="微软雅黑" panose="020B0503020204020204" pitchFamily="34" charset="-122"/>
                <a:sym typeface="Arial" panose="020B0604020202020204" pitchFamily="34" charset="0"/>
              </a:rPr>
              <a:t>草甘膦市场持续发展</a:t>
            </a:r>
          </a:p>
        </p:txBody>
      </p:sp>
      <p:sp>
        <p:nvSpPr>
          <p:cNvPr id="6" name="Rectangle 4">
            <a:extLst>
              <a:ext uri="{FF2B5EF4-FFF2-40B4-BE49-F238E27FC236}">
                <a16:creationId xmlns:a16="http://schemas.microsoft.com/office/drawing/2014/main" xmlns="" id="{5D6E94A5-0083-45B1-8F8F-46DCECAD4D6D}"/>
              </a:ext>
            </a:extLst>
          </p:cNvPr>
          <p:cNvSpPr>
            <a:spLocks noChangeArrowheads="1"/>
          </p:cNvSpPr>
          <p:nvPr/>
        </p:nvSpPr>
        <p:spPr bwMode="auto">
          <a:xfrm>
            <a:off x="6019258" y="2424442"/>
            <a:ext cx="1655753" cy="38526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1904" b="1" dirty="0">
                <a:solidFill>
                  <a:srgbClr val="E10000"/>
                </a:solidFill>
                <a:ea typeface="微软雅黑" panose="020B0503020204020204" pitchFamily="34" charset="-122"/>
                <a:sym typeface="Arial" panose="020B0604020202020204" pitchFamily="34" charset="0"/>
              </a:rPr>
              <a:t>草甘膦产业链</a:t>
            </a:r>
            <a:endParaRPr lang="zh-CN" altLang="zh-CN" sz="1904" b="1" dirty="0">
              <a:solidFill>
                <a:srgbClr val="E10000"/>
              </a:solidFill>
              <a:ea typeface="微软雅黑" panose="020B0503020204020204" pitchFamily="34" charset="-122"/>
              <a:sym typeface="Arial" panose="020B0604020202020204" pitchFamily="34" charset="0"/>
            </a:endParaRPr>
          </a:p>
        </p:txBody>
      </p:sp>
      <p:sp>
        <p:nvSpPr>
          <p:cNvPr id="7" name="Text Box 2">
            <a:extLst>
              <a:ext uri="{FF2B5EF4-FFF2-40B4-BE49-F238E27FC236}">
                <a16:creationId xmlns:a16="http://schemas.microsoft.com/office/drawing/2014/main" xmlns="" id="{7A5CE8D9-C8F3-4845-AED9-67AB3ACB69A1}"/>
              </a:ext>
            </a:extLst>
          </p:cNvPr>
          <p:cNvSpPr txBox="1">
            <a:spLocks noChangeArrowheads="1"/>
          </p:cNvSpPr>
          <p:nvPr/>
        </p:nvSpPr>
        <p:spPr bwMode="auto">
          <a:xfrm>
            <a:off x="663405" y="1130899"/>
            <a:ext cx="1086519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defTabSz="96745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草甘膦可用甘氨酸、黄磷、液氯、甲醇、多聚甲醛为原料而制得。</a:t>
            </a:r>
            <a:endPar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endParaRPr>
          </a:p>
          <a:p>
            <a:pPr defTabSz="967450" fontAlgn="base">
              <a:lnSpc>
                <a:spcPct val="150000"/>
              </a:lnSpc>
              <a:spcBef>
                <a:spcPct val="0"/>
              </a:spcBef>
              <a:spcAft>
                <a:spcPct val="0"/>
              </a:spcAft>
              <a:buClr>
                <a:srgbClr val="C00000"/>
              </a:buClr>
              <a:buFont typeface="Wingdings" panose="05000000000000000000" pitchFamily="2" charset="2"/>
              <a:buChar char="p"/>
              <a:defRPr/>
            </a:pPr>
            <a:r>
              <a:rPr lang="zh-CN" altLang="en-US" sz="1200" b="1" dirty="0">
                <a:solidFill>
                  <a:srgbClr val="6D6D6D"/>
                </a:solidFill>
                <a:latin typeface="Arial" panose="020B0604020202020204" pitchFamily="34" charset="0"/>
                <a:ea typeface="微软雅黑" panose="020B0503020204020204" pitchFamily="34" charset="-122"/>
                <a:sym typeface="Arial" panose="020B0604020202020204" pitchFamily="34" charset="0"/>
              </a:rPr>
              <a:t>草甘膦</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又称农达，学名</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N-</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（膦酸甲基）甘氨酸，下游主要为低毒除草剂，是世界上发展最快、销量和产量最大的农药品种，适用于甘蔗、茶、桑、剑麻、橡胶、林木、果园进行灭生性除草。</a:t>
            </a:r>
          </a:p>
        </p:txBody>
      </p:sp>
      <p:sp>
        <p:nvSpPr>
          <p:cNvPr id="10" name="TextBox 33">
            <a:extLst>
              <a:ext uri="{FF2B5EF4-FFF2-40B4-BE49-F238E27FC236}">
                <a16:creationId xmlns:a16="http://schemas.microsoft.com/office/drawing/2014/main" xmlns="" id="{9DFE4603-8C75-40B4-A955-B982F1455887}"/>
              </a:ext>
            </a:extLst>
          </p:cNvPr>
          <p:cNvSpPr/>
          <p:nvPr/>
        </p:nvSpPr>
        <p:spPr bwMode="auto">
          <a:xfrm>
            <a:off x="-85400" y="6676991"/>
            <a:ext cx="1921340" cy="220756"/>
          </a:xfrm>
          <a:prstGeom prst="rect">
            <a:avLst/>
          </a:prstGeom>
          <a:noFill/>
          <a:ln w="9525">
            <a:noFill/>
            <a:miter lim="800000"/>
          </a:ln>
          <a:effectLst>
            <a:prstShdw prst="shdw17" dist="17961" dir="2700000">
              <a:schemeClr val="accent1">
                <a:gamma/>
                <a:shade val="60000"/>
                <a:invGamma/>
              </a:schemeClr>
            </a:prstShdw>
          </a:effectLst>
        </p:spPr>
        <p:txBody>
          <a:bodyPr wrap="none" lIns="96733" tIns="48366" rIns="96733" bIns="48366"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800" dirty="0">
                <a:solidFill>
                  <a:prstClr val="white">
                    <a:lumMod val="50000"/>
                  </a:prstClr>
                </a:solidFill>
                <a:ea typeface="微软雅黑" panose="020B0503020204020204" pitchFamily="34" charset="-122"/>
                <a:sym typeface="Arial" panose="020B0604020202020204" pitchFamily="34" charset="0"/>
              </a:rPr>
              <a:t>资料</a:t>
            </a:r>
            <a:r>
              <a:rPr lang="zh-CN" altLang="en-US" sz="800">
                <a:solidFill>
                  <a:prstClr val="white">
                    <a:lumMod val="50000"/>
                  </a:prstClr>
                </a:solidFill>
                <a:ea typeface="微软雅黑" panose="020B0503020204020204" pitchFamily="34" charset="-122"/>
                <a:sym typeface="Arial" panose="020B0604020202020204" pitchFamily="34" charset="0"/>
              </a:rPr>
              <a:t>来源： 卓</a:t>
            </a:r>
            <a:r>
              <a:rPr lang="zh-CN" altLang="en-US" sz="800" dirty="0">
                <a:solidFill>
                  <a:prstClr val="white">
                    <a:lumMod val="50000"/>
                  </a:prstClr>
                </a:solidFill>
                <a:ea typeface="微软雅黑" panose="020B0503020204020204" pitchFamily="34" charset="-122"/>
                <a:sym typeface="Arial" panose="020B0604020202020204" pitchFamily="34" charset="0"/>
              </a:rPr>
              <a:t>创</a:t>
            </a:r>
            <a:r>
              <a:rPr lang="zh-CN" altLang="en-US" sz="800">
                <a:solidFill>
                  <a:prstClr val="white">
                    <a:lumMod val="50000"/>
                  </a:prstClr>
                </a:solidFill>
                <a:ea typeface="微软雅黑" panose="020B0503020204020204" pitchFamily="34" charset="-122"/>
                <a:sym typeface="Arial" panose="020B0604020202020204" pitchFamily="34" charset="0"/>
              </a:rPr>
              <a:t>资讯</a:t>
            </a:r>
            <a:r>
              <a:rPr lang="en-US" altLang="zh-CN" sz="800">
                <a:solidFill>
                  <a:prstClr val="white">
                    <a:lumMod val="50000"/>
                  </a:prstClr>
                </a:solidFill>
                <a:ea typeface="微软雅黑" panose="020B0503020204020204" pitchFamily="34" charset="-122"/>
                <a:sym typeface="Arial" panose="020B0604020202020204" pitchFamily="34" charset="0"/>
              </a:rPr>
              <a:t>, </a:t>
            </a:r>
            <a:r>
              <a:rPr lang="zh-CN" altLang="en-US" sz="800">
                <a:solidFill>
                  <a:prstClr val="white">
                    <a:lumMod val="50000"/>
                  </a:prstClr>
                </a:solidFill>
                <a:ea typeface="微软雅黑" panose="020B0503020204020204" pitchFamily="34" charset="-122"/>
                <a:sym typeface="Arial" panose="020B0604020202020204" pitchFamily="34" charset="0"/>
              </a:rPr>
              <a:t>长江证券研究所</a:t>
            </a:r>
            <a:endParaRPr lang="zh-CN" altLang="en-US" sz="800" dirty="0">
              <a:solidFill>
                <a:prstClr val="white">
                  <a:lumMod val="50000"/>
                </a:prstClr>
              </a:solidFill>
              <a:ea typeface="微软雅黑" panose="020B0503020204020204" pitchFamily="34" charset="-122"/>
              <a:sym typeface="Arial" panose="020B0604020202020204" pitchFamily="34" charset="0"/>
            </a:endParaRPr>
          </a:p>
        </p:txBody>
      </p:sp>
      <p:pic>
        <p:nvPicPr>
          <p:cNvPr id="5" name="图片 4">
            <a:extLst>
              <a:ext uri="{FF2B5EF4-FFF2-40B4-BE49-F238E27FC236}">
                <a16:creationId xmlns:a16="http://schemas.microsoft.com/office/drawing/2014/main" xmlns="" id="{566C2A5D-7F40-4690-868A-40763A62726E}"/>
              </a:ext>
            </a:extLst>
          </p:cNvPr>
          <p:cNvPicPr>
            <a:picLocks noChangeAspect="1"/>
          </p:cNvPicPr>
          <p:nvPr/>
        </p:nvPicPr>
        <p:blipFill>
          <a:blip r:embed="rId3"/>
          <a:stretch>
            <a:fillRect/>
          </a:stretch>
        </p:blipFill>
        <p:spPr>
          <a:xfrm>
            <a:off x="6096000" y="2813178"/>
            <a:ext cx="5716594" cy="3504010"/>
          </a:xfrm>
          <a:prstGeom prst="rect">
            <a:avLst/>
          </a:prstGeom>
        </p:spPr>
      </p:pic>
      <p:pic>
        <p:nvPicPr>
          <p:cNvPr id="4" name="图片 3">
            <a:extLst>
              <a:ext uri="{FF2B5EF4-FFF2-40B4-BE49-F238E27FC236}">
                <a16:creationId xmlns:a16="http://schemas.microsoft.com/office/drawing/2014/main" xmlns="" id="{B27FFB96-ACED-CBFD-AD23-3CF8A11F25D0}"/>
              </a:ext>
            </a:extLst>
          </p:cNvPr>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2051" y="4068303"/>
            <a:ext cx="4319270" cy="1539240"/>
          </a:xfrm>
          <a:prstGeom prst="rect">
            <a:avLst/>
          </a:prstGeom>
          <a:noFill/>
          <a:ln>
            <a:noFill/>
          </a:ln>
        </p:spPr>
      </p:pic>
      <p:sp>
        <p:nvSpPr>
          <p:cNvPr id="8" name="Rectangle 4">
            <a:extLst>
              <a:ext uri="{FF2B5EF4-FFF2-40B4-BE49-F238E27FC236}">
                <a16:creationId xmlns:a16="http://schemas.microsoft.com/office/drawing/2014/main" xmlns="" id="{7C61F726-63A9-A57F-C7D8-7939B7BA1A58}"/>
              </a:ext>
            </a:extLst>
          </p:cNvPr>
          <p:cNvSpPr>
            <a:spLocks noChangeArrowheads="1"/>
          </p:cNvSpPr>
          <p:nvPr/>
        </p:nvSpPr>
        <p:spPr bwMode="auto">
          <a:xfrm>
            <a:off x="825218" y="2427866"/>
            <a:ext cx="1964635" cy="38536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1904" b="1" dirty="0">
                <a:solidFill>
                  <a:srgbClr val="E10000"/>
                </a:solidFill>
                <a:ea typeface="微软雅黑" panose="020B0503020204020204" pitchFamily="34" charset="-122"/>
                <a:sym typeface="Arial" panose="020B0604020202020204" pitchFamily="34" charset="0"/>
              </a:rPr>
              <a:t>草甘膦分子结构</a:t>
            </a:r>
            <a:endParaRPr lang="zh-CN" altLang="zh-CN" sz="1904" b="1" dirty="0">
              <a:solidFill>
                <a:srgbClr val="E10000"/>
              </a:solidFill>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233390698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xmlns="" id="{0BA6DB19-07AF-4D00-9520-1EA5047E70C6}"/>
              </a:ext>
            </a:extLst>
          </p:cNvPr>
          <p:cNvSpPr txBox="1"/>
          <p:nvPr/>
        </p:nvSpPr>
        <p:spPr>
          <a:xfrm>
            <a:off x="763678" y="458136"/>
            <a:ext cx="533231" cy="417826"/>
          </a:xfrm>
          <a:prstGeom prst="rect">
            <a:avLst/>
          </a:prstGeom>
          <a:noFill/>
        </p:spPr>
        <p:txBody>
          <a:bodyPr wrap="square" rtlCol="0">
            <a:spAutoFit/>
          </a:bodyPr>
          <a:lstStyle/>
          <a:p>
            <a:pPr defTabSz="967450">
              <a:defRPr/>
            </a:pPr>
            <a:r>
              <a:rPr lang="en-US" altLang="zh-CN" sz="2114" b="1" i="1" dirty="0">
                <a:solidFill>
                  <a:prstClr val="white"/>
                </a:solidFill>
                <a:latin typeface="Arial" panose="020B0604020202020204" pitchFamily="34" charset="0"/>
                <a:ea typeface="微软雅黑" panose="020B0503020204020204" pitchFamily="34" charset="-122"/>
                <a:sym typeface="Arial" panose="020B0604020202020204" pitchFamily="34" charset="0"/>
              </a:rPr>
              <a:t>04</a:t>
            </a:r>
            <a:endParaRPr lang="zh-CN" altLang="en-US" sz="2114" b="1" i="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3" name="文本框 2">
            <a:extLst>
              <a:ext uri="{FF2B5EF4-FFF2-40B4-BE49-F238E27FC236}">
                <a16:creationId xmlns:a16="http://schemas.microsoft.com/office/drawing/2014/main" xmlns="" id="{7918379C-9534-4311-9093-16DA7B8CC88E}"/>
              </a:ext>
            </a:extLst>
          </p:cNvPr>
          <p:cNvSpPr txBox="1"/>
          <p:nvPr/>
        </p:nvSpPr>
        <p:spPr>
          <a:xfrm>
            <a:off x="1525438" y="381958"/>
            <a:ext cx="7090187" cy="553854"/>
          </a:xfrm>
          <a:prstGeom prst="rect">
            <a:avLst/>
          </a:prstGeom>
          <a:noFill/>
        </p:spPr>
        <p:txBody>
          <a:bodyPr wrap="square" rtlCol="0">
            <a:spAutoFit/>
          </a:bodyPr>
          <a:lstStyle/>
          <a:p>
            <a:pPr defTabSz="967450">
              <a:defRPr/>
            </a:pPr>
            <a:r>
              <a:rPr lang="zh-CN" altLang="en-US" sz="2999" b="1" dirty="0">
                <a:solidFill>
                  <a:srgbClr val="E10000"/>
                </a:solidFill>
                <a:latin typeface="Arial" panose="020B0604020202020204" pitchFamily="34" charset="0"/>
                <a:ea typeface="微软雅黑" panose="020B0503020204020204" pitchFamily="34" charset="-122"/>
                <a:sym typeface="Arial" panose="020B0604020202020204" pitchFamily="34" charset="0"/>
              </a:rPr>
              <a:t>全球除草剂供需恢复增长</a:t>
            </a:r>
          </a:p>
        </p:txBody>
      </p:sp>
      <p:sp>
        <p:nvSpPr>
          <p:cNvPr id="8" name="Rectangle 4">
            <a:extLst>
              <a:ext uri="{FF2B5EF4-FFF2-40B4-BE49-F238E27FC236}">
                <a16:creationId xmlns:a16="http://schemas.microsoft.com/office/drawing/2014/main" xmlns="" id="{B33C08FD-90A8-4839-A61C-CE222BB99549}"/>
              </a:ext>
            </a:extLst>
          </p:cNvPr>
          <p:cNvSpPr>
            <a:spLocks noChangeArrowheads="1"/>
          </p:cNvSpPr>
          <p:nvPr/>
        </p:nvSpPr>
        <p:spPr bwMode="auto">
          <a:xfrm>
            <a:off x="559404" y="3741063"/>
            <a:ext cx="419754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en-US" altLang="zh-CN" sz="1400" b="1" dirty="0">
                <a:solidFill>
                  <a:srgbClr val="E10000"/>
                </a:solidFill>
                <a:ea typeface="微软雅黑" panose="020B0503020204020204" pitchFamily="34" charset="-122"/>
                <a:sym typeface="Arial" panose="020B0604020202020204" pitchFamily="34" charset="0"/>
              </a:rPr>
              <a:t>2015-2025</a:t>
            </a:r>
            <a:r>
              <a:rPr lang="zh-CN" altLang="en-US" sz="1400" b="1" dirty="0">
                <a:solidFill>
                  <a:srgbClr val="E10000"/>
                </a:solidFill>
                <a:ea typeface="微软雅黑" panose="020B0503020204020204" pitchFamily="34" charset="-122"/>
                <a:sym typeface="Arial" panose="020B0604020202020204" pitchFamily="34" charset="0"/>
              </a:rPr>
              <a:t>年全球除草剂市场规模及同比增速</a:t>
            </a:r>
            <a:endParaRPr lang="zh-CN" altLang="zh-CN" sz="1400" b="1" dirty="0">
              <a:solidFill>
                <a:srgbClr val="E10000"/>
              </a:solidFill>
              <a:ea typeface="微软雅黑" panose="020B0503020204020204" pitchFamily="34" charset="-122"/>
              <a:sym typeface="Arial" panose="020B0604020202020204" pitchFamily="34" charset="0"/>
            </a:endParaRPr>
          </a:p>
        </p:txBody>
      </p:sp>
      <p:sp>
        <p:nvSpPr>
          <p:cNvPr id="10" name="Rectangle 4">
            <a:extLst>
              <a:ext uri="{FF2B5EF4-FFF2-40B4-BE49-F238E27FC236}">
                <a16:creationId xmlns:a16="http://schemas.microsoft.com/office/drawing/2014/main" xmlns="" id="{EF5D4D3E-A6F9-4A56-B2C2-71E2FF813477}"/>
              </a:ext>
            </a:extLst>
          </p:cNvPr>
          <p:cNvSpPr>
            <a:spLocks noChangeArrowheads="1"/>
          </p:cNvSpPr>
          <p:nvPr/>
        </p:nvSpPr>
        <p:spPr bwMode="auto">
          <a:xfrm>
            <a:off x="6551934" y="3741063"/>
            <a:ext cx="4786626" cy="30769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en-US" altLang="zh-CN" sz="1400" b="1" dirty="0">
                <a:solidFill>
                  <a:srgbClr val="E10000"/>
                </a:solidFill>
                <a:ea typeface="微软雅黑" panose="020B0503020204020204" pitchFamily="34" charset="-122"/>
                <a:sym typeface="Arial" panose="020B0604020202020204" pitchFamily="34" charset="0"/>
              </a:rPr>
              <a:t>2016-2020</a:t>
            </a:r>
            <a:r>
              <a:rPr lang="zh-CN" altLang="en-US" sz="1400" b="1" dirty="0">
                <a:solidFill>
                  <a:srgbClr val="E10000"/>
                </a:solidFill>
                <a:ea typeface="微软雅黑" panose="020B0503020204020204" pitchFamily="34" charset="-122"/>
                <a:sym typeface="Arial" panose="020B0604020202020204" pitchFamily="34" charset="0"/>
              </a:rPr>
              <a:t>年全球氨基酸类除草剂市场发展（亿美元）</a:t>
            </a:r>
          </a:p>
        </p:txBody>
      </p:sp>
      <p:sp>
        <p:nvSpPr>
          <p:cNvPr id="11" name="TextBox 33">
            <a:extLst>
              <a:ext uri="{FF2B5EF4-FFF2-40B4-BE49-F238E27FC236}">
                <a16:creationId xmlns:a16="http://schemas.microsoft.com/office/drawing/2014/main" xmlns="" id="{2C7D4306-5A56-4BC0-A1CA-5AF8B7A42C52}"/>
              </a:ext>
            </a:extLst>
          </p:cNvPr>
          <p:cNvSpPr/>
          <p:nvPr/>
        </p:nvSpPr>
        <p:spPr bwMode="auto">
          <a:xfrm>
            <a:off x="3176" y="6636351"/>
            <a:ext cx="1668131" cy="220756"/>
          </a:xfrm>
          <a:prstGeom prst="rect">
            <a:avLst/>
          </a:prstGeom>
          <a:noFill/>
          <a:ln w="9525">
            <a:noFill/>
            <a:miter lim="800000"/>
          </a:ln>
          <a:effectLst>
            <a:prstShdw prst="shdw17" dist="17961" dir="2700000">
              <a:schemeClr val="accent1">
                <a:gamma/>
                <a:shade val="60000"/>
                <a:invGamma/>
              </a:schemeClr>
            </a:prstShdw>
          </a:effectLst>
        </p:spPr>
        <p:txBody>
          <a:bodyPr wrap="none" lIns="96733" tIns="48366" rIns="96733" bIns="48366"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800" dirty="0">
                <a:solidFill>
                  <a:prstClr val="white">
                    <a:lumMod val="50000"/>
                  </a:prstClr>
                </a:solidFill>
                <a:ea typeface="微软雅黑" panose="020B0503020204020204" pitchFamily="34" charset="-122"/>
                <a:sym typeface="Arial" panose="020B0604020202020204" pitchFamily="34" charset="0"/>
              </a:rPr>
              <a:t>资料</a:t>
            </a:r>
            <a:r>
              <a:rPr lang="zh-CN" altLang="en-US" sz="800">
                <a:solidFill>
                  <a:prstClr val="white">
                    <a:lumMod val="50000"/>
                  </a:prstClr>
                </a:solidFill>
                <a:ea typeface="微软雅黑" panose="020B0503020204020204" pitchFamily="34" charset="-122"/>
                <a:sym typeface="Arial" panose="020B0604020202020204" pitchFamily="34" charset="0"/>
              </a:rPr>
              <a:t>来源： </a:t>
            </a:r>
            <a:r>
              <a:rPr lang="en-US" altLang="zh-CN" sz="800">
                <a:solidFill>
                  <a:prstClr val="white">
                    <a:lumMod val="50000"/>
                  </a:prstClr>
                </a:solidFill>
                <a:ea typeface="微软雅黑" panose="020B0503020204020204" pitchFamily="34" charset="-122"/>
                <a:sym typeface="Arial" panose="020B0604020202020204" pitchFamily="34" charset="0"/>
              </a:rPr>
              <a:t>IFA, </a:t>
            </a:r>
            <a:r>
              <a:rPr lang="zh-CN" altLang="en-US" sz="800">
                <a:solidFill>
                  <a:prstClr val="white">
                    <a:lumMod val="50000"/>
                  </a:prstClr>
                </a:solidFill>
                <a:ea typeface="微软雅黑" panose="020B0503020204020204" pitchFamily="34" charset="-122"/>
                <a:sym typeface="Arial" panose="020B0604020202020204" pitchFamily="34" charset="0"/>
              </a:rPr>
              <a:t>长江证券研究所</a:t>
            </a:r>
            <a:endParaRPr lang="zh-CN" altLang="en-US" sz="800" dirty="0">
              <a:solidFill>
                <a:prstClr val="white">
                  <a:lumMod val="50000"/>
                </a:prstClr>
              </a:solidFill>
              <a:ea typeface="微软雅黑" panose="020B0503020204020204" pitchFamily="34" charset="-122"/>
              <a:sym typeface="Arial" panose="020B0604020202020204" pitchFamily="34" charset="0"/>
            </a:endParaRPr>
          </a:p>
        </p:txBody>
      </p:sp>
      <p:sp>
        <p:nvSpPr>
          <p:cNvPr id="12" name="Text Box 2">
            <a:extLst>
              <a:ext uri="{FF2B5EF4-FFF2-40B4-BE49-F238E27FC236}">
                <a16:creationId xmlns:a16="http://schemas.microsoft.com/office/drawing/2014/main" xmlns="" id="{48914382-55C9-44BE-BFA1-EE6193DEC5F1}"/>
              </a:ext>
            </a:extLst>
          </p:cNvPr>
          <p:cNvSpPr txBox="1">
            <a:spLocks noChangeArrowheads="1"/>
          </p:cNvSpPr>
          <p:nvPr/>
        </p:nvSpPr>
        <p:spPr bwMode="auto">
          <a:xfrm>
            <a:off x="589583" y="988750"/>
            <a:ext cx="10634381" cy="89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defTabSz="967450" fontAlgn="base">
              <a:lnSpc>
                <a:spcPct val="150000"/>
              </a:lnSpc>
              <a:spcBef>
                <a:spcPct val="0"/>
              </a:spcBef>
              <a:spcAft>
                <a:spcPct val="0"/>
              </a:spcAft>
              <a:buClr>
                <a:srgbClr val="C00000"/>
              </a:buClr>
              <a:buFont typeface="Wingdings" panose="05000000000000000000" pitchFamily="2" charset="2"/>
              <a:buChar char="p"/>
              <a:defRPr/>
            </a:pPr>
            <a:r>
              <a:rPr lang="zh-CN" altLang="en-US" sz="1200" b="1" dirty="0">
                <a:solidFill>
                  <a:srgbClr val="6D6D6D"/>
                </a:solidFill>
                <a:latin typeface="Arial" panose="020B0604020202020204" pitchFamily="34" charset="0"/>
                <a:ea typeface="微软雅黑" panose="020B0503020204020204" pitchFamily="34" charset="-122"/>
                <a:sym typeface="Arial" panose="020B0604020202020204" pitchFamily="34" charset="0"/>
              </a:rPr>
              <a:t>全球除草剂为千亿级市场。</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2000</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年除草剂市场规模达到</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244</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亿美元，同比增长</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3.4%</a:t>
            </a:r>
          </a:p>
          <a:p>
            <a:pPr defTabSz="96745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预计到</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2025</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年全球除草剂市场规模将增长至</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265</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亿美元，复合增速达</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1.7%</a:t>
            </a:r>
          </a:p>
          <a:p>
            <a:pPr defTabSz="96745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草甘膦是最大的除草剂品种，</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2020</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年全球市场规模达</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56</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亿美元</a:t>
            </a:r>
          </a:p>
        </p:txBody>
      </p:sp>
      <p:graphicFrame>
        <p:nvGraphicFramePr>
          <p:cNvPr id="13" name="图表 12">
            <a:extLst>
              <a:ext uri="{FF2B5EF4-FFF2-40B4-BE49-F238E27FC236}">
                <a16:creationId xmlns:a16="http://schemas.microsoft.com/office/drawing/2014/main" xmlns="" id="{4EA38A47-B43C-4A22-9B38-B3F4A3040417}"/>
              </a:ext>
            </a:extLst>
          </p:cNvPr>
          <p:cNvGraphicFramePr>
            <a:graphicFrameLocks/>
          </p:cNvGraphicFramePr>
          <p:nvPr>
            <p:extLst>
              <p:ext uri="{D42A27DB-BD31-4B8C-83A1-F6EECF244321}">
                <p14:modId xmlns:p14="http://schemas.microsoft.com/office/powerpoint/2010/main" val="2136942981"/>
              </p:ext>
            </p:extLst>
          </p:nvPr>
        </p:nvGraphicFramePr>
        <p:xfrm>
          <a:off x="6504738" y="4183817"/>
          <a:ext cx="4188662" cy="226830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 name="图表 3">
            <a:extLst>
              <a:ext uri="{FF2B5EF4-FFF2-40B4-BE49-F238E27FC236}">
                <a16:creationId xmlns:a16="http://schemas.microsoft.com/office/drawing/2014/main" xmlns="" id="{8E8CE68D-72B0-1CEF-4B63-043B3B99D464}"/>
              </a:ext>
            </a:extLst>
          </p:cNvPr>
          <p:cNvGraphicFramePr>
            <a:graphicFrameLocks/>
          </p:cNvGraphicFramePr>
          <p:nvPr>
            <p:extLst>
              <p:ext uri="{D42A27DB-BD31-4B8C-83A1-F6EECF244321}">
                <p14:modId xmlns:p14="http://schemas.microsoft.com/office/powerpoint/2010/main" val="1878930702"/>
              </p:ext>
            </p:extLst>
          </p:nvPr>
        </p:nvGraphicFramePr>
        <p:xfrm>
          <a:off x="559404" y="4183817"/>
          <a:ext cx="4616083" cy="218258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图表 5">
            <a:extLst>
              <a:ext uri="{FF2B5EF4-FFF2-40B4-BE49-F238E27FC236}">
                <a16:creationId xmlns:a16="http://schemas.microsoft.com/office/drawing/2014/main" xmlns="" id="{0BDC6C16-3811-487A-A0D8-4421F12885AE}"/>
              </a:ext>
            </a:extLst>
          </p:cNvPr>
          <p:cNvGraphicFramePr>
            <a:graphicFrameLocks/>
          </p:cNvGraphicFramePr>
          <p:nvPr>
            <p:extLst>
              <p:ext uri="{D42A27DB-BD31-4B8C-83A1-F6EECF244321}">
                <p14:modId xmlns:p14="http://schemas.microsoft.com/office/powerpoint/2010/main" val="350579035"/>
              </p:ext>
            </p:extLst>
          </p:nvPr>
        </p:nvGraphicFramePr>
        <p:xfrm>
          <a:off x="6365747" y="1459135"/>
          <a:ext cx="4021080" cy="2214400"/>
        </p:xfrm>
        <a:graphic>
          <a:graphicData uri="http://schemas.openxmlformats.org/drawingml/2006/chart">
            <c:chart xmlns:c="http://schemas.openxmlformats.org/drawingml/2006/chart" xmlns:r="http://schemas.openxmlformats.org/officeDocument/2006/relationships" r:id="rId5"/>
          </a:graphicData>
        </a:graphic>
      </p:graphicFrame>
      <p:sp>
        <p:nvSpPr>
          <p:cNvPr id="7" name="Rectangle 4">
            <a:extLst>
              <a:ext uri="{FF2B5EF4-FFF2-40B4-BE49-F238E27FC236}">
                <a16:creationId xmlns:a16="http://schemas.microsoft.com/office/drawing/2014/main" xmlns="" id="{341BFCC0-1F13-AC6B-9446-FCFFE214548A}"/>
              </a:ext>
            </a:extLst>
          </p:cNvPr>
          <p:cNvSpPr>
            <a:spLocks noChangeArrowheads="1"/>
          </p:cNvSpPr>
          <p:nvPr/>
        </p:nvSpPr>
        <p:spPr bwMode="auto">
          <a:xfrm>
            <a:off x="6551934" y="1117674"/>
            <a:ext cx="4786626" cy="30769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1400" b="1" dirty="0">
                <a:solidFill>
                  <a:srgbClr val="E10000"/>
                </a:solidFill>
                <a:ea typeface="微软雅黑" panose="020B0503020204020204" pitchFamily="34" charset="-122"/>
                <a:sym typeface="Arial" panose="020B0604020202020204" pitchFamily="34" charset="0"/>
              </a:rPr>
              <a:t>全球转基因作物种植面积持续提升</a:t>
            </a:r>
          </a:p>
        </p:txBody>
      </p:sp>
    </p:spTree>
    <p:extLst>
      <p:ext uri="{BB962C8B-B14F-4D97-AF65-F5344CB8AC3E}">
        <p14:creationId xmlns:p14="http://schemas.microsoft.com/office/powerpoint/2010/main" val="2797523421"/>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xmlns="" id="{0BA6DB19-07AF-4D00-9520-1EA5047E70C6}"/>
              </a:ext>
            </a:extLst>
          </p:cNvPr>
          <p:cNvSpPr txBox="1"/>
          <p:nvPr/>
        </p:nvSpPr>
        <p:spPr>
          <a:xfrm>
            <a:off x="763678" y="458136"/>
            <a:ext cx="533231" cy="417826"/>
          </a:xfrm>
          <a:prstGeom prst="rect">
            <a:avLst/>
          </a:prstGeom>
          <a:noFill/>
        </p:spPr>
        <p:txBody>
          <a:bodyPr wrap="square" rtlCol="0">
            <a:spAutoFit/>
          </a:bodyPr>
          <a:lstStyle/>
          <a:p>
            <a:pPr defTabSz="967450">
              <a:defRPr/>
            </a:pPr>
            <a:r>
              <a:rPr lang="en-US" altLang="zh-CN" sz="2114" b="1" i="1" dirty="0">
                <a:solidFill>
                  <a:prstClr val="white"/>
                </a:solidFill>
                <a:latin typeface="Arial" panose="020B0604020202020204" pitchFamily="34" charset="0"/>
                <a:ea typeface="微软雅黑" panose="020B0503020204020204" pitchFamily="34" charset="-122"/>
                <a:sym typeface="Arial" panose="020B0604020202020204" pitchFamily="34" charset="0"/>
              </a:rPr>
              <a:t>04</a:t>
            </a:r>
            <a:endParaRPr lang="zh-CN" altLang="en-US" sz="2114" b="1" i="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3" name="文本框 2">
            <a:extLst>
              <a:ext uri="{FF2B5EF4-FFF2-40B4-BE49-F238E27FC236}">
                <a16:creationId xmlns:a16="http://schemas.microsoft.com/office/drawing/2014/main" xmlns="" id="{7918379C-9534-4311-9093-16DA7B8CC88E}"/>
              </a:ext>
            </a:extLst>
          </p:cNvPr>
          <p:cNvSpPr txBox="1"/>
          <p:nvPr/>
        </p:nvSpPr>
        <p:spPr>
          <a:xfrm>
            <a:off x="1525438" y="381958"/>
            <a:ext cx="7090187" cy="553854"/>
          </a:xfrm>
          <a:prstGeom prst="rect">
            <a:avLst/>
          </a:prstGeom>
          <a:noFill/>
        </p:spPr>
        <p:txBody>
          <a:bodyPr wrap="square" rtlCol="0">
            <a:spAutoFit/>
          </a:bodyPr>
          <a:lstStyle/>
          <a:p>
            <a:pPr defTabSz="967450">
              <a:defRPr/>
            </a:pPr>
            <a:r>
              <a:rPr lang="zh-CN" altLang="en-US" sz="2999" b="1" dirty="0">
                <a:solidFill>
                  <a:srgbClr val="E10000"/>
                </a:solidFill>
                <a:latin typeface="Arial" panose="020B0604020202020204" pitchFamily="34" charset="0"/>
                <a:ea typeface="微软雅黑" panose="020B0503020204020204" pitchFamily="34" charset="-122"/>
                <a:sym typeface="Arial" panose="020B0604020202020204" pitchFamily="34" charset="0"/>
              </a:rPr>
              <a:t>我国为全球第一大草甘膦产国</a:t>
            </a:r>
          </a:p>
        </p:txBody>
      </p:sp>
      <p:sp>
        <p:nvSpPr>
          <p:cNvPr id="8" name="Rectangle 4">
            <a:extLst>
              <a:ext uri="{FF2B5EF4-FFF2-40B4-BE49-F238E27FC236}">
                <a16:creationId xmlns:a16="http://schemas.microsoft.com/office/drawing/2014/main" xmlns="" id="{B33C08FD-90A8-4839-A61C-CE222BB99549}"/>
              </a:ext>
            </a:extLst>
          </p:cNvPr>
          <p:cNvSpPr>
            <a:spLocks noChangeArrowheads="1"/>
          </p:cNvSpPr>
          <p:nvPr/>
        </p:nvSpPr>
        <p:spPr bwMode="auto">
          <a:xfrm>
            <a:off x="905397" y="2636912"/>
            <a:ext cx="3115813" cy="38526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en-US" altLang="zh-CN" sz="1904" b="1" dirty="0">
                <a:solidFill>
                  <a:srgbClr val="E10000"/>
                </a:solidFill>
                <a:ea typeface="微软雅黑" panose="020B0503020204020204" pitchFamily="34" charset="-122"/>
                <a:sym typeface="Arial" panose="020B0604020202020204" pitchFamily="34" charset="0"/>
              </a:rPr>
              <a:t>2021</a:t>
            </a:r>
            <a:r>
              <a:rPr lang="zh-CN" altLang="en-US" sz="1904" b="1" dirty="0">
                <a:solidFill>
                  <a:srgbClr val="E10000"/>
                </a:solidFill>
                <a:ea typeface="微软雅黑" panose="020B0503020204020204" pitchFamily="34" charset="-122"/>
                <a:sym typeface="Arial" panose="020B0604020202020204" pitchFamily="34" charset="0"/>
              </a:rPr>
              <a:t>全球草甘膦产量分布</a:t>
            </a:r>
            <a:endParaRPr lang="zh-CN" altLang="zh-CN" sz="1904" b="1" dirty="0">
              <a:solidFill>
                <a:srgbClr val="E10000"/>
              </a:solidFill>
              <a:ea typeface="微软雅黑" panose="020B0503020204020204" pitchFamily="34" charset="-122"/>
              <a:sym typeface="Arial" panose="020B0604020202020204" pitchFamily="34" charset="0"/>
            </a:endParaRPr>
          </a:p>
        </p:txBody>
      </p:sp>
      <p:sp>
        <p:nvSpPr>
          <p:cNvPr id="11" name="TextBox 33">
            <a:extLst>
              <a:ext uri="{FF2B5EF4-FFF2-40B4-BE49-F238E27FC236}">
                <a16:creationId xmlns:a16="http://schemas.microsoft.com/office/drawing/2014/main" xmlns="" id="{2C7D4306-5A56-4BC0-A1CA-5AF8B7A42C52}"/>
              </a:ext>
            </a:extLst>
          </p:cNvPr>
          <p:cNvSpPr/>
          <p:nvPr/>
        </p:nvSpPr>
        <p:spPr bwMode="auto">
          <a:xfrm>
            <a:off x="3178" y="6636351"/>
            <a:ext cx="3424565" cy="220756"/>
          </a:xfrm>
          <a:prstGeom prst="rect">
            <a:avLst/>
          </a:prstGeom>
          <a:noFill/>
          <a:ln w="9525">
            <a:noFill/>
            <a:miter lim="800000"/>
          </a:ln>
          <a:effectLst>
            <a:prstShdw prst="shdw17" dist="17961" dir="2700000">
              <a:schemeClr val="accent1">
                <a:gamma/>
                <a:shade val="60000"/>
                <a:invGamma/>
              </a:schemeClr>
            </a:prstShdw>
          </a:effectLst>
        </p:spPr>
        <p:txBody>
          <a:bodyPr wrap="none" lIns="96733" tIns="48366" rIns="96733" bIns="48366"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800" dirty="0">
                <a:solidFill>
                  <a:prstClr val="white">
                    <a:lumMod val="50000"/>
                  </a:prstClr>
                </a:solidFill>
                <a:ea typeface="微软雅黑" panose="020B0503020204020204" pitchFamily="34" charset="-122"/>
                <a:sym typeface="Arial" panose="020B0604020202020204" pitchFamily="34" charset="0"/>
              </a:rPr>
              <a:t>资料来源： </a:t>
            </a:r>
            <a:r>
              <a:rPr lang="en-US" altLang="zh-CN" sz="800" dirty="0">
                <a:solidFill>
                  <a:prstClr val="white">
                    <a:lumMod val="50000"/>
                  </a:prstClr>
                </a:solidFill>
                <a:ea typeface="微软雅黑" panose="020B0503020204020204" pitchFamily="34" charset="-122"/>
                <a:sym typeface="Arial" panose="020B0604020202020204" pitchFamily="34" charset="0"/>
              </a:rPr>
              <a:t>USGS</a:t>
            </a:r>
            <a:r>
              <a:rPr lang="zh-CN" altLang="en-US" sz="800" dirty="0">
                <a:solidFill>
                  <a:prstClr val="white">
                    <a:lumMod val="50000"/>
                  </a:prstClr>
                </a:solidFill>
                <a:ea typeface="微软雅黑" panose="020B0503020204020204" pitchFamily="34" charset="-122"/>
                <a:sym typeface="Arial" panose="020B0604020202020204" pitchFamily="34" charset="0"/>
              </a:rPr>
              <a:t>，中国产业信息网</a:t>
            </a:r>
            <a:r>
              <a:rPr lang="en-US" altLang="zh-CN" sz="800" dirty="0">
                <a:solidFill>
                  <a:prstClr val="white">
                    <a:lumMod val="50000"/>
                  </a:prstClr>
                </a:solidFill>
                <a:ea typeface="微软雅黑" panose="020B0503020204020204" pitchFamily="34" charset="-122"/>
                <a:sym typeface="Arial" panose="020B0604020202020204" pitchFamily="34" charset="0"/>
              </a:rPr>
              <a:t>, </a:t>
            </a:r>
            <a:r>
              <a:rPr lang="zh-CN" altLang="en-US" sz="800" dirty="0">
                <a:solidFill>
                  <a:prstClr val="white">
                    <a:lumMod val="50000"/>
                  </a:prstClr>
                </a:solidFill>
                <a:ea typeface="微软雅黑" panose="020B0503020204020204" pitchFamily="34" charset="-122"/>
                <a:sym typeface="Arial" panose="020B0604020202020204" pitchFamily="34" charset="0"/>
              </a:rPr>
              <a:t>国际钾盐咨询网，长江证券研究所</a:t>
            </a:r>
          </a:p>
        </p:txBody>
      </p:sp>
      <p:sp>
        <p:nvSpPr>
          <p:cNvPr id="12" name="Text Box 2">
            <a:extLst>
              <a:ext uri="{FF2B5EF4-FFF2-40B4-BE49-F238E27FC236}">
                <a16:creationId xmlns:a16="http://schemas.microsoft.com/office/drawing/2014/main" xmlns="" id="{48914382-55C9-44BE-BFA1-EE6193DEC5F1}"/>
              </a:ext>
            </a:extLst>
          </p:cNvPr>
          <p:cNvSpPr txBox="1">
            <a:spLocks noChangeArrowheads="1"/>
          </p:cNvSpPr>
          <p:nvPr/>
        </p:nvSpPr>
        <p:spPr bwMode="auto">
          <a:xfrm>
            <a:off x="663405" y="1130900"/>
            <a:ext cx="10865195" cy="33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defTabSz="96745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全球草甘膦产能主要集中在我国和拜耳（原孟山都）手里，其中拜耳拥有产能约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37</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万吨，占据全球草甘膦产能约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33%</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a:t>
            </a:r>
            <a:endPar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endParaRPr>
          </a:p>
        </p:txBody>
      </p:sp>
      <p:graphicFrame>
        <p:nvGraphicFramePr>
          <p:cNvPr id="4" name="表格 3">
            <a:extLst>
              <a:ext uri="{FF2B5EF4-FFF2-40B4-BE49-F238E27FC236}">
                <a16:creationId xmlns:a16="http://schemas.microsoft.com/office/drawing/2014/main" xmlns="" id="{6580AE65-003D-463D-AF8D-F565188A2B6A}"/>
              </a:ext>
            </a:extLst>
          </p:cNvPr>
          <p:cNvGraphicFramePr>
            <a:graphicFrameLocks noGrp="1"/>
          </p:cNvGraphicFramePr>
          <p:nvPr>
            <p:extLst>
              <p:ext uri="{D42A27DB-BD31-4B8C-83A1-F6EECF244321}">
                <p14:modId xmlns:p14="http://schemas.microsoft.com/office/powerpoint/2010/main" val="2657506665"/>
              </p:ext>
            </p:extLst>
          </p:nvPr>
        </p:nvGraphicFramePr>
        <p:xfrm>
          <a:off x="6359525" y="3146247"/>
          <a:ext cx="4827971" cy="2645414"/>
        </p:xfrm>
        <a:graphic>
          <a:graphicData uri="http://schemas.openxmlformats.org/drawingml/2006/table">
            <a:tbl>
              <a:tblPr/>
              <a:tblGrid>
                <a:gridCol w="1502870">
                  <a:extLst>
                    <a:ext uri="{9D8B030D-6E8A-4147-A177-3AD203B41FA5}">
                      <a16:colId xmlns:a16="http://schemas.microsoft.com/office/drawing/2014/main" xmlns="" val="2426317289"/>
                    </a:ext>
                  </a:extLst>
                </a:gridCol>
                <a:gridCol w="1784659">
                  <a:extLst>
                    <a:ext uri="{9D8B030D-6E8A-4147-A177-3AD203B41FA5}">
                      <a16:colId xmlns:a16="http://schemas.microsoft.com/office/drawing/2014/main" xmlns="" val="636724628"/>
                    </a:ext>
                  </a:extLst>
                </a:gridCol>
                <a:gridCol w="1540442">
                  <a:extLst>
                    <a:ext uri="{9D8B030D-6E8A-4147-A177-3AD203B41FA5}">
                      <a16:colId xmlns:a16="http://schemas.microsoft.com/office/drawing/2014/main" xmlns="" val="1657347329"/>
                    </a:ext>
                  </a:extLst>
                </a:gridCol>
              </a:tblGrid>
              <a:tr h="372829">
                <a:tc>
                  <a:txBody>
                    <a:bodyPr/>
                    <a:lstStyle/>
                    <a:p>
                      <a:pPr algn="ctr" fontAlgn="b"/>
                      <a:r>
                        <a:rPr lang="zh-CN" altLang="en-US" sz="1200" b="1" i="0" u="none" strike="noStrike" dirty="0">
                          <a:solidFill>
                            <a:srgbClr val="FFFFFF"/>
                          </a:solidFill>
                          <a:effectLst/>
                          <a:latin typeface="Arial" panose="020B0604020202020204" pitchFamily="34" charset="0"/>
                          <a:ea typeface="微软雅黑" panose="020B0503020204020204" pitchFamily="34" charset="-122"/>
                          <a:sym typeface="Arial" panose="020B0604020202020204" pitchFamily="34" charset="0"/>
                        </a:rPr>
                        <a:t>草甘膦产国</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0000"/>
                    </a:solidFill>
                  </a:tcPr>
                </a:tc>
                <a:tc>
                  <a:txBody>
                    <a:bodyPr/>
                    <a:lstStyle/>
                    <a:p>
                      <a:pPr algn="ctr" fontAlgn="b"/>
                      <a:r>
                        <a:rPr lang="zh-CN" altLang="en-US" sz="1200" b="1" i="0" u="none" strike="noStrike" dirty="0">
                          <a:solidFill>
                            <a:srgbClr val="FFFFFF"/>
                          </a:solidFill>
                          <a:effectLst/>
                          <a:latin typeface="Arial" panose="020B0604020202020204" pitchFamily="34" charset="0"/>
                          <a:ea typeface="微软雅黑" panose="020B0503020204020204" pitchFamily="34" charset="-122"/>
                          <a:sym typeface="Arial" panose="020B0604020202020204" pitchFamily="34" charset="0"/>
                        </a:rPr>
                        <a:t>产能（万吨</a:t>
                      </a:r>
                      <a:r>
                        <a:rPr lang="en-US" altLang="zh-CN" sz="1200" b="1" i="0" u="none" strike="noStrike" dirty="0">
                          <a:solidFill>
                            <a:srgbClr val="FFFFFF"/>
                          </a:solidFill>
                          <a:effectLst/>
                          <a:latin typeface="Arial" panose="020B0604020202020204" pitchFamily="34" charset="0"/>
                          <a:ea typeface="微软雅黑" panose="020B0503020204020204" pitchFamily="34" charset="-122"/>
                          <a:sym typeface="Arial" panose="020B0604020202020204" pitchFamily="34" charset="0"/>
                        </a:rPr>
                        <a:t>/</a:t>
                      </a:r>
                      <a:r>
                        <a:rPr lang="zh-CN" altLang="en-US" sz="1200" b="1" i="0" u="none" strike="noStrike" dirty="0">
                          <a:solidFill>
                            <a:srgbClr val="FFFFFF"/>
                          </a:solidFill>
                          <a:effectLst/>
                          <a:latin typeface="Arial" panose="020B0604020202020204" pitchFamily="34" charset="0"/>
                          <a:ea typeface="微软雅黑" panose="020B0503020204020204" pitchFamily="34" charset="-122"/>
                          <a:sym typeface="Arial" panose="020B0604020202020204" pitchFamily="34" charset="0"/>
                        </a:rPr>
                        <a:t>年）</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0000"/>
                    </a:solidFill>
                  </a:tcPr>
                </a:tc>
                <a:tc>
                  <a:txBody>
                    <a:bodyPr/>
                    <a:lstStyle/>
                    <a:p>
                      <a:pPr algn="ctr" fontAlgn="b"/>
                      <a:r>
                        <a:rPr lang="zh-CN" altLang="en-US" sz="1200" b="1" i="0" u="none" strike="noStrike" dirty="0">
                          <a:solidFill>
                            <a:srgbClr val="FFFFFF"/>
                          </a:solidFill>
                          <a:effectLst/>
                          <a:latin typeface="Arial" panose="020B0604020202020204" pitchFamily="34" charset="0"/>
                          <a:ea typeface="微软雅黑" panose="020B0503020204020204" pitchFamily="34" charset="-122"/>
                          <a:sym typeface="Arial" panose="020B0604020202020204" pitchFamily="34" charset="0"/>
                        </a:rPr>
                        <a:t>主要生产企业</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0000"/>
                    </a:solidFill>
                  </a:tcPr>
                </a:tc>
                <a:extLst>
                  <a:ext uri="{0D108BD9-81ED-4DB2-BD59-A6C34878D82A}">
                    <a16:rowId xmlns:a16="http://schemas.microsoft.com/office/drawing/2014/main" xmlns="" val="3141960539"/>
                  </a:ext>
                </a:extLst>
              </a:tr>
              <a:tr h="372829">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美国</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1200" b="1" i="0" u="none" strike="noStrike" dirty="0">
                          <a:effectLst/>
                          <a:latin typeface="Arial" panose="020B0604020202020204" pitchFamily="34" charset="0"/>
                          <a:ea typeface="微软雅黑" panose="020B0503020204020204" pitchFamily="34" charset="-122"/>
                          <a:sym typeface="Arial" panose="020B0604020202020204" pitchFamily="34" charset="0"/>
                        </a:rPr>
                        <a:t>37</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拜尔</a:t>
                      </a:r>
                      <a:r>
                        <a:rPr lang="en-US" altLang="zh-CN" sz="1200" b="1" i="0" u="none" strike="noStrike" dirty="0">
                          <a:effectLst/>
                          <a:latin typeface="Arial" panose="020B0604020202020204" pitchFamily="34" charset="0"/>
                          <a:ea typeface="微软雅黑" panose="020B0503020204020204" pitchFamily="34" charset="-122"/>
                          <a:sym typeface="Arial" panose="020B0604020202020204" pitchFamily="34" charset="0"/>
                        </a:rPr>
                        <a:t>/</a:t>
                      </a:r>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孟山都</a:t>
                      </a:r>
                      <a:endParaRPr lang="en-US" altLang="zh-CN" sz="1200" b="1" i="0" u="none" strike="noStrike" dirty="0">
                        <a:effectLst/>
                        <a:latin typeface="Arial" panose="020B0604020202020204" pitchFamily="34" charset="0"/>
                        <a:ea typeface="微软雅黑" panose="020B0503020204020204" pitchFamily="34" charset="-122"/>
                        <a:sym typeface="Arial" panose="020B0604020202020204" pitchFamily="34" charset="0"/>
                      </a:endParaRP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3422127622"/>
                  </a:ext>
                </a:extLst>
              </a:tr>
              <a:tr h="408440">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中国</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fontAlgn="b"/>
                      <a:r>
                        <a:rPr lang="en-US" altLang="zh-CN" sz="1200" b="1" i="0" u="none" strike="noStrike" dirty="0">
                          <a:effectLst/>
                          <a:latin typeface="Arial" panose="020B0604020202020204" pitchFamily="34" charset="0"/>
                          <a:ea typeface="微软雅黑" panose="020B0503020204020204" pitchFamily="34" charset="-122"/>
                          <a:sym typeface="Arial" panose="020B0604020202020204" pitchFamily="34" charset="0"/>
                        </a:rPr>
                        <a:t>23</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兴发集团</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2706316441"/>
                  </a:ext>
                </a:extLst>
              </a:tr>
              <a:tr h="372829">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中国</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1200" b="1" i="0" u="none" strike="noStrike" dirty="0">
                          <a:effectLst/>
                          <a:latin typeface="Arial" panose="020B0604020202020204" pitchFamily="34" charset="0"/>
                          <a:ea typeface="微软雅黑" panose="020B0503020204020204" pitchFamily="34" charset="-122"/>
                          <a:sym typeface="Arial" panose="020B0604020202020204" pitchFamily="34" charset="0"/>
                        </a:rPr>
                        <a:t>15</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乐山福华</a:t>
                      </a:r>
                      <a:endParaRPr lang="en-US" sz="1200" b="1" i="0" u="none" strike="noStrike" dirty="0">
                        <a:effectLst/>
                        <a:latin typeface="Arial" panose="020B0604020202020204" pitchFamily="34" charset="0"/>
                        <a:ea typeface="微软雅黑" panose="020B0503020204020204" pitchFamily="34" charset="-122"/>
                        <a:sym typeface="Arial" panose="020B0604020202020204" pitchFamily="34" charset="0"/>
                      </a:endParaRP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960337148"/>
                  </a:ext>
                </a:extLst>
              </a:tr>
              <a:tr h="372829">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中国</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1200" b="1" i="0" u="none" strike="noStrike" dirty="0">
                          <a:effectLst/>
                          <a:latin typeface="Arial" panose="020B0604020202020204" pitchFamily="34" charset="0"/>
                          <a:ea typeface="微软雅黑" panose="020B0503020204020204" pitchFamily="34" charset="-122"/>
                          <a:sym typeface="Arial" panose="020B0604020202020204" pitchFamily="34" charset="0"/>
                        </a:rPr>
                        <a:t>8</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新安股份</a:t>
                      </a:r>
                      <a:endParaRPr lang="en-US" sz="1200" b="1" i="0" u="none" strike="noStrike" dirty="0">
                        <a:effectLst/>
                        <a:latin typeface="Arial" panose="020B0604020202020204" pitchFamily="34" charset="0"/>
                        <a:ea typeface="微软雅黑" panose="020B0503020204020204" pitchFamily="34" charset="-122"/>
                        <a:sym typeface="Arial" panose="020B0604020202020204" pitchFamily="34" charset="0"/>
                      </a:endParaRP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294103975"/>
                  </a:ext>
                </a:extLst>
              </a:tr>
              <a:tr h="372829">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中国</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altLang="zh-CN" sz="1200" b="1" i="0" u="none" strike="noStrike" dirty="0">
                          <a:effectLst/>
                          <a:latin typeface="Arial" panose="020B0604020202020204" pitchFamily="34" charset="0"/>
                          <a:ea typeface="微软雅黑" panose="020B0503020204020204" pitchFamily="34" charset="-122"/>
                          <a:sym typeface="Arial" panose="020B0604020202020204" pitchFamily="34" charset="0"/>
                        </a:rPr>
                        <a:t>7</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江山股份</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3189359623"/>
                  </a:ext>
                </a:extLst>
              </a:tr>
              <a:tr h="372829">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中国</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US" altLang="zh-CN" sz="1200" b="1" i="0" u="none" strike="noStrike" dirty="0">
                          <a:effectLst/>
                          <a:latin typeface="Arial" panose="020B0604020202020204" pitchFamily="34" charset="0"/>
                          <a:ea typeface="微软雅黑" panose="020B0503020204020204" pitchFamily="34" charset="-122"/>
                          <a:sym typeface="Arial" panose="020B0604020202020204" pitchFamily="34" charset="0"/>
                        </a:rPr>
                        <a:t>7</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zh-CN" altLang="en-US" sz="1200" b="1" i="0" u="none" strike="noStrike" dirty="0">
                          <a:effectLst/>
                          <a:latin typeface="Arial" panose="020B0604020202020204" pitchFamily="34" charset="0"/>
                          <a:ea typeface="微软雅黑" panose="020B0503020204020204" pitchFamily="34" charset="-122"/>
                          <a:sym typeface="Arial" panose="020B0604020202020204" pitchFamily="34" charset="0"/>
                        </a:rPr>
                        <a:t>好收成韦恩</a:t>
                      </a:r>
                    </a:p>
                  </a:txBody>
                  <a:tcPr marL="7618" marR="7618" marT="7618"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4032862272"/>
                  </a:ext>
                </a:extLst>
              </a:tr>
            </a:tbl>
          </a:graphicData>
        </a:graphic>
      </p:graphicFrame>
      <p:sp>
        <p:nvSpPr>
          <p:cNvPr id="16" name="Rectangle 4">
            <a:extLst>
              <a:ext uri="{FF2B5EF4-FFF2-40B4-BE49-F238E27FC236}">
                <a16:creationId xmlns:a16="http://schemas.microsoft.com/office/drawing/2014/main" xmlns="" id="{E75028BE-F5CC-4D81-BCD1-EC91E97EC6BC}"/>
              </a:ext>
            </a:extLst>
          </p:cNvPr>
          <p:cNvSpPr>
            <a:spLocks noChangeArrowheads="1"/>
          </p:cNvSpPr>
          <p:nvPr/>
        </p:nvSpPr>
        <p:spPr bwMode="auto">
          <a:xfrm>
            <a:off x="6312025" y="2636912"/>
            <a:ext cx="4895269" cy="38526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en-US" altLang="zh-CN" sz="1904" b="1" dirty="0">
                <a:solidFill>
                  <a:srgbClr val="E10000"/>
                </a:solidFill>
                <a:ea typeface="微软雅黑" panose="020B0503020204020204" pitchFamily="34" charset="-122"/>
                <a:sym typeface="Arial" panose="020B0604020202020204" pitchFamily="34" charset="0"/>
              </a:rPr>
              <a:t>2022</a:t>
            </a:r>
            <a:r>
              <a:rPr lang="zh-CN" altLang="en-US" sz="1904" b="1" dirty="0">
                <a:solidFill>
                  <a:srgbClr val="E10000"/>
                </a:solidFill>
                <a:ea typeface="微软雅黑" panose="020B0503020204020204" pitchFamily="34" charset="-122"/>
                <a:sym typeface="Arial" panose="020B0604020202020204" pitchFamily="34" charset="0"/>
              </a:rPr>
              <a:t>全球主要草甘膦生产国及产能</a:t>
            </a:r>
            <a:endParaRPr lang="zh-CN" altLang="zh-CN" sz="1904" b="1" dirty="0">
              <a:solidFill>
                <a:srgbClr val="E10000"/>
              </a:solidFill>
              <a:ea typeface="微软雅黑" panose="020B0503020204020204" pitchFamily="34" charset="-122"/>
              <a:sym typeface="Arial" panose="020B0604020202020204" pitchFamily="34" charset="0"/>
            </a:endParaRPr>
          </a:p>
        </p:txBody>
      </p:sp>
      <p:graphicFrame>
        <p:nvGraphicFramePr>
          <p:cNvPr id="5" name="图表 4">
            <a:extLst>
              <a:ext uri="{FF2B5EF4-FFF2-40B4-BE49-F238E27FC236}">
                <a16:creationId xmlns:a16="http://schemas.microsoft.com/office/drawing/2014/main" xmlns="" id="{812567D8-8A99-C768-5B17-03E1E8AE5E0A}"/>
              </a:ext>
            </a:extLst>
          </p:cNvPr>
          <p:cNvGraphicFramePr>
            <a:graphicFrameLocks/>
          </p:cNvGraphicFramePr>
          <p:nvPr>
            <p:extLst>
              <p:ext uri="{D42A27DB-BD31-4B8C-83A1-F6EECF244321}">
                <p14:modId xmlns:p14="http://schemas.microsoft.com/office/powerpoint/2010/main" val="2035184302"/>
              </p:ext>
            </p:extLst>
          </p:nvPr>
        </p:nvGraphicFramePr>
        <p:xfrm>
          <a:off x="83248" y="3146247"/>
          <a:ext cx="5357342" cy="304272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69348646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xmlns="" id="{0BA6DB19-07AF-4D00-9520-1EA5047E70C6}"/>
              </a:ext>
            </a:extLst>
          </p:cNvPr>
          <p:cNvSpPr txBox="1"/>
          <p:nvPr/>
        </p:nvSpPr>
        <p:spPr>
          <a:xfrm>
            <a:off x="763678" y="458136"/>
            <a:ext cx="533231" cy="417826"/>
          </a:xfrm>
          <a:prstGeom prst="rect">
            <a:avLst/>
          </a:prstGeom>
          <a:noFill/>
        </p:spPr>
        <p:txBody>
          <a:bodyPr wrap="square" rtlCol="0">
            <a:spAutoFit/>
          </a:bodyPr>
          <a:lstStyle/>
          <a:p>
            <a:pPr defTabSz="967450">
              <a:defRPr/>
            </a:pPr>
            <a:r>
              <a:rPr lang="en-US" altLang="zh-CN" sz="2114" b="1" i="1" dirty="0">
                <a:solidFill>
                  <a:prstClr val="white"/>
                </a:solidFill>
                <a:latin typeface="Arial" panose="020B0604020202020204" pitchFamily="34" charset="0"/>
                <a:ea typeface="微软雅黑" panose="020B0503020204020204" pitchFamily="34" charset="-122"/>
                <a:sym typeface="Arial" panose="020B0604020202020204" pitchFamily="34" charset="0"/>
              </a:rPr>
              <a:t>04</a:t>
            </a:r>
            <a:endParaRPr lang="zh-CN" altLang="en-US" sz="2114" b="1" i="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3" name="文本框 2">
            <a:extLst>
              <a:ext uri="{FF2B5EF4-FFF2-40B4-BE49-F238E27FC236}">
                <a16:creationId xmlns:a16="http://schemas.microsoft.com/office/drawing/2014/main" xmlns="" id="{7918379C-9534-4311-9093-16DA7B8CC88E}"/>
              </a:ext>
            </a:extLst>
          </p:cNvPr>
          <p:cNvSpPr txBox="1"/>
          <p:nvPr/>
        </p:nvSpPr>
        <p:spPr>
          <a:xfrm>
            <a:off x="1525438" y="381958"/>
            <a:ext cx="7090187" cy="553854"/>
          </a:xfrm>
          <a:prstGeom prst="rect">
            <a:avLst/>
          </a:prstGeom>
          <a:noFill/>
        </p:spPr>
        <p:txBody>
          <a:bodyPr wrap="square" rtlCol="0">
            <a:spAutoFit/>
          </a:bodyPr>
          <a:lstStyle/>
          <a:p>
            <a:pPr defTabSz="967450">
              <a:defRPr/>
            </a:pPr>
            <a:r>
              <a:rPr lang="zh-CN" altLang="en-US" sz="2999" b="1" dirty="0">
                <a:solidFill>
                  <a:srgbClr val="E10000"/>
                </a:solidFill>
                <a:latin typeface="Arial" panose="020B0604020202020204" pitchFamily="34" charset="0"/>
                <a:ea typeface="微软雅黑" panose="020B0503020204020204" pitchFamily="34" charset="-122"/>
                <a:sym typeface="Arial" panose="020B0604020202020204" pitchFamily="34" charset="0"/>
              </a:rPr>
              <a:t>草甘膦供给端无新增，行业集中度提升</a:t>
            </a:r>
          </a:p>
        </p:txBody>
      </p:sp>
      <p:sp>
        <p:nvSpPr>
          <p:cNvPr id="8" name="Rectangle 4">
            <a:extLst>
              <a:ext uri="{FF2B5EF4-FFF2-40B4-BE49-F238E27FC236}">
                <a16:creationId xmlns:a16="http://schemas.microsoft.com/office/drawing/2014/main" xmlns="" id="{B33C08FD-90A8-4839-A61C-CE222BB99549}"/>
              </a:ext>
            </a:extLst>
          </p:cNvPr>
          <p:cNvSpPr>
            <a:spLocks noChangeArrowheads="1"/>
          </p:cNvSpPr>
          <p:nvPr/>
        </p:nvSpPr>
        <p:spPr bwMode="auto">
          <a:xfrm>
            <a:off x="984914" y="3356992"/>
            <a:ext cx="2735591" cy="38526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1904" b="1" dirty="0">
                <a:solidFill>
                  <a:srgbClr val="E10000"/>
                </a:solidFill>
                <a:ea typeface="微软雅黑" panose="020B0503020204020204" pitchFamily="34" charset="-122"/>
                <a:sym typeface="Arial" panose="020B0604020202020204" pitchFamily="34" charset="0"/>
              </a:rPr>
              <a:t>我国草甘膦年度产量</a:t>
            </a:r>
            <a:endParaRPr lang="zh-CN" altLang="zh-CN" sz="1904" b="1" dirty="0">
              <a:solidFill>
                <a:srgbClr val="E10000"/>
              </a:solidFill>
              <a:ea typeface="微软雅黑" panose="020B0503020204020204" pitchFamily="34" charset="-122"/>
              <a:sym typeface="Arial" panose="020B0604020202020204" pitchFamily="34" charset="0"/>
            </a:endParaRPr>
          </a:p>
        </p:txBody>
      </p:sp>
      <p:sp>
        <p:nvSpPr>
          <p:cNvPr id="11" name="TextBox 33">
            <a:extLst>
              <a:ext uri="{FF2B5EF4-FFF2-40B4-BE49-F238E27FC236}">
                <a16:creationId xmlns:a16="http://schemas.microsoft.com/office/drawing/2014/main" xmlns="" id="{2C7D4306-5A56-4BC0-A1CA-5AF8B7A42C52}"/>
              </a:ext>
            </a:extLst>
          </p:cNvPr>
          <p:cNvSpPr/>
          <p:nvPr/>
        </p:nvSpPr>
        <p:spPr bwMode="auto">
          <a:xfrm>
            <a:off x="3176" y="6636351"/>
            <a:ext cx="4910161" cy="220756"/>
          </a:xfrm>
          <a:prstGeom prst="rect">
            <a:avLst/>
          </a:prstGeom>
          <a:noFill/>
          <a:ln w="9525">
            <a:noFill/>
            <a:miter lim="800000"/>
          </a:ln>
          <a:effectLst>
            <a:prstShdw prst="shdw17" dist="17961" dir="2700000">
              <a:schemeClr val="accent1">
                <a:gamma/>
                <a:shade val="60000"/>
                <a:invGamma/>
              </a:schemeClr>
            </a:prstShdw>
          </a:effectLst>
        </p:spPr>
        <p:txBody>
          <a:bodyPr wrap="none" lIns="96733" tIns="48366" rIns="96733" bIns="48366"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800" dirty="0">
                <a:solidFill>
                  <a:prstClr val="white">
                    <a:lumMod val="50000"/>
                  </a:prstClr>
                </a:solidFill>
                <a:ea typeface="微软雅黑" panose="020B0503020204020204" pitchFamily="34" charset="-122"/>
                <a:sym typeface="Arial" panose="020B0604020202020204" pitchFamily="34" charset="0"/>
              </a:rPr>
              <a:t>资料</a:t>
            </a:r>
            <a:r>
              <a:rPr lang="zh-CN" altLang="en-US" sz="800">
                <a:solidFill>
                  <a:prstClr val="white">
                    <a:lumMod val="50000"/>
                  </a:prstClr>
                </a:solidFill>
                <a:ea typeface="微软雅黑" panose="020B0503020204020204" pitchFamily="34" charset="-122"/>
                <a:sym typeface="Arial" panose="020B0604020202020204" pitchFamily="34" charset="0"/>
              </a:rPr>
              <a:t>来源： 卓</a:t>
            </a:r>
            <a:r>
              <a:rPr lang="zh-CN" altLang="en-US" sz="800" dirty="0">
                <a:solidFill>
                  <a:prstClr val="white">
                    <a:lumMod val="50000"/>
                  </a:prstClr>
                </a:solidFill>
                <a:ea typeface="微软雅黑" panose="020B0503020204020204" pitchFamily="34" charset="-122"/>
                <a:sym typeface="Arial" panose="020B0604020202020204" pitchFamily="34" charset="0"/>
              </a:rPr>
              <a:t>创</a:t>
            </a:r>
            <a:r>
              <a:rPr lang="zh-CN" altLang="en-US" sz="800">
                <a:solidFill>
                  <a:prstClr val="white">
                    <a:lumMod val="50000"/>
                  </a:prstClr>
                </a:solidFill>
                <a:ea typeface="微软雅黑" panose="020B0503020204020204" pitchFamily="34" charset="-122"/>
                <a:sym typeface="Arial" panose="020B0604020202020204" pitchFamily="34" charset="0"/>
              </a:rPr>
              <a:t>资讯，</a:t>
            </a:r>
            <a:r>
              <a:rPr lang="en-US" altLang="zh-CN" sz="800">
                <a:solidFill>
                  <a:prstClr val="white">
                    <a:lumMod val="50000"/>
                  </a:prstClr>
                </a:solidFill>
                <a:ea typeface="微软雅黑" panose="020B0503020204020204" pitchFamily="34" charset="-122"/>
                <a:sym typeface="Arial" panose="020B0604020202020204" pitchFamily="34" charset="0"/>
              </a:rPr>
              <a:t> </a:t>
            </a:r>
            <a:r>
              <a:rPr lang="zh-CN" altLang="en-US" sz="800">
                <a:solidFill>
                  <a:prstClr val="white">
                    <a:lumMod val="50000"/>
                  </a:prstClr>
                </a:solidFill>
                <a:ea typeface="微软雅黑" panose="020B0503020204020204" pitchFamily="34" charset="-122"/>
                <a:sym typeface="Arial" panose="020B0604020202020204" pitchFamily="34" charset="0"/>
              </a:rPr>
              <a:t>长江证券研究所</a:t>
            </a:r>
            <a:r>
              <a:rPr lang="zh-CN" altLang="en-US" sz="800" dirty="0">
                <a:solidFill>
                  <a:prstClr val="white">
                    <a:lumMod val="50000"/>
                  </a:prstClr>
                </a:solidFill>
                <a:ea typeface="微软雅黑" panose="020B0503020204020204" pitchFamily="34" charset="-122"/>
                <a:sym typeface="Arial" panose="020B0604020202020204" pitchFamily="34" charset="0"/>
              </a:rPr>
              <a:t>，注：</a:t>
            </a:r>
            <a:r>
              <a:rPr lang="en-US" altLang="zh-CN" sz="800" dirty="0">
                <a:solidFill>
                  <a:prstClr val="white">
                    <a:lumMod val="50000"/>
                  </a:prstClr>
                </a:solidFill>
                <a:ea typeface="微软雅黑" panose="020B0503020204020204" pitchFamily="34" charset="-122"/>
                <a:sym typeface="Arial" panose="020B0604020202020204" pitchFamily="34" charset="0"/>
              </a:rPr>
              <a:t>2020</a:t>
            </a:r>
            <a:r>
              <a:rPr lang="zh-CN" altLang="en-US" sz="800" dirty="0">
                <a:solidFill>
                  <a:prstClr val="white">
                    <a:lumMod val="50000"/>
                  </a:prstClr>
                </a:solidFill>
                <a:ea typeface="微软雅黑" panose="020B0503020204020204" pitchFamily="34" charset="-122"/>
                <a:sym typeface="Arial" panose="020B0604020202020204" pitchFamily="34" charset="0"/>
              </a:rPr>
              <a:t>年产能包含东方铁塔（</a:t>
            </a:r>
            <a:r>
              <a:rPr lang="en-US" altLang="zh-CN" sz="800" dirty="0">
                <a:solidFill>
                  <a:prstClr val="white">
                    <a:lumMod val="50000"/>
                  </a:prstClr>
                </a:solidFill>
                <a:ea typeface="微软雅黑" panose="020B0503020204020204" pitchFamily="34" charset="-122"/>
                <a:sym typeface="Arial" panose="020B0604020202020204" pitchFamily="34" charset="0"/>
              </a:rPr>
              <a:t>002545.SZ</a:t>
            </a:r>
            <a:r>
              <a:rPr lang="zh-CN" altLang="en-US" sz="800" dirty="0">
                <a:solidFill>
                  <a:prstClr val="white">
                    <a:lumMod val="50000"/>
                  </a:prstClr>
                </a:solidFill>
                <a:ea typeface="微软雅黑" panose="020B0503020204020204" pitchFamily="34" charset="-122"/>
                <a:sym typeface="Arial" panose="020B0604020202020204" pitchFamily="34" charset="0"/>
              </a:rPr>
              <a:t>）老挝全资子公司</a:t>
            </a:r>
          </a:p>
        </p:txBody>
      </p:sp>
      <p:sp>
        <p:nvSpPr>
          <p:cNvPr id="12" name="Text Box 2">
            <a:extLst>
              <a:ext uri="{FF2B5EF4-FFF2-40B4-BE49-F238E27FC236}">
                <a16:creationId xmlns:a16="http://schemas.microsoft.com/office/drawing/2014/main" xmlns="" id="{48914382-55C9-44BE-BFA1-EE6193DEC5F1}"/>
              </a:ext>
            </a:extLst>
          </p:cNvPr>
          <p:cNvSpPr txBox="1">
            <a:spLocks noChangeArrowheads="1"/>
          </p:cNvSpPr>
          <p:nvPr/>
        </p:nvSpPr>
        <p:spPr bwMode="auto">
          <a:xfrm>
            <a:off x="841128" y="1037880"/>
            <a:ext cx="1086519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defTabSz="96745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过去我国相继出台相关政策约束高污染农药行业，农药行业规模以上企业数量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2014</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年达到顶峰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843 </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家后逐步缩减。草甘膦行业受环保、安全生产规范要求，小产能供给快速出清，</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2013 </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年以来历时三年的草甘膦环保核查，公布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3 </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批符合环保要求的草甘膦（双甘膦）生产企业名单。草甘膦产能从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2014 </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年顶峰的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93.6 </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万吨，逐步淘汰约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20 </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万吨小产能，到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2017 </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年稳定至 </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73 </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万吨左右的水平。</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2013 </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年国家质检总局将草甘膦原药生产装置列入限制新建类别，未来草甘膦国内长期无新增产能，海外亦未见扩张计划，草甘膦总供给将有减无增。</a:t>
            </a:r>
          </a:p>
        </p:txBody>
      </p:sp>
      <p:sp>
        <p:nvSpPr>
          <p:cNvPr id="18" name="Rectangle 4">
            <a:extLst>
              <a:ext uri="{FF2B5EF4-FFF2-40B4-BE49-F238E27FC236}">
                <a16:creationId xmlns:a16="http://schemas.microsoft.com/office/drawing/2014/main" xmlns="" id="{6E20DD0D-D4D7-4A75-8A1A-CFF8C325F097}"/>
              </a:ext>
            </a:extLst>
          </p:cNvPr>
          <p:cNvSpPr>
            <a:spLocks noChangeArrowheads="1"/>
          </p:cNvSpPr>
          <p:nvPr/>
        </p:nvSpPr>
        <p:spPr bwMode="auto">
          <a:xfrm>
            <a:off x="6672065" y="3356992"/>
            <a:ext cx="2735591" cy="38526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1904" b="1" dirty="0">
                <a:solidFill>
                  <a:srgbClr val="E10000"/>
                </a:solidFill>
                <a:ea typeface="微软雅黑" panose="020B0503020204020204" pitchFamily="34" charset="-122"/>
                <a:sym typeface="Arial" panose="020B0604020202020204" pitchFamily="34" charset="0"/>
              </a:rPr>
              <a:t>我国草甘膦年度产能</a:t>
            </a:r>
            <a:endParaRPr lang="zh-CN" altLang="zh-CN" sz="1904" b="1" dirty="0">
              <a:solidFill>
                <a:srgbClr val="E10000"/>
              </a:solidFill>
              <a:ea typeface="微软雅黑" panose="020B0503020204020204" pitchFamily="34" charset="-122"/>
              <a:sym typeface="Arial" panose="020B0604020202020204" pitchFamily="34" charset="0"/>
            </a:endParaRPr>
          </a:p>
        </p:txBody>
      </p:sp>
      <p:graphicFrame>
        <p:nvGraphicFramePr>
          <p:cNvPr id="14" name="图表 13"/>
          <p:cNvGraphicFramePr>
            <a:graphicFrameLocks/>
          </p:cNvGraphicFramePr>
          <p:nvPr>
            <p:extLst>
              <p:ext uri="{D42A27DB-BD31-4B8C-83A1-F6EECF244321}">
                <p14:modId xmlns:p14="http://schemas.microsoft.com/office/powerpoint/2010/main" val="1451974427"/>
              </p:ext>
            </p:extLst>
          </p:nvPr>
        </p:nvGraphicFramePr>
        <p:xfrm>
          <a:off x="984914" y="3833480"/>
          <a:ext cx="4387100" cy="239479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图表 14"/>
          <p:cNvGraphicFramePr>
            <a:graphicFrameLocks/>
          </p:cNvGraphicFramePr>
          <p:nvPr>
            <p:extLst>
              <p:ext uri="{D42A27DB-BD31-4B8C-83A1-F6EECF244321}">
                <p14:modId xmlns:p14="http://schemas.microsoft.com/office/powerpoint/2010/main" val="3537142450"/>
              </p:ext>
            </p:extLst>
          </p:nvPr>
        </p:nvGraphicFramePr>
        <p:xfrm>
          <a:off x="6672065" y="3833480"/>
          <a:ext cx="4387100" cy="2394792"/>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86901196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xmlns="" id="{0BA6DB19-07AF-4D00-9520-1EA5047E70C6}"/>
              </a:ext>
            </a:extLst>
          </p:cNvPr>
          <p:cNvSpPr txBox="1"/>
          <p:nvPr/>
        </p:nvSpPr>
        <p:spPr>
          <a:xfrm>
            <a:off x="763678" y="458136"/>
            <a:ext cx="533231" cy="417826"/>
          </a:xfrm>
          <a:prstGeom prst="rect">
            <a:avLst/>
          </a:prstGeom>
          <a:noFill/>
        </p:spPr>
        <p:txBody>
          <a:bodyPr wrap="square" rtlCol="0">
            <a:spAutoFit/>
          </a:bodyPr>
          <a:lstStyle/>
          <a:p>
            <a:pPr defTabSz="967450">
              <a:defRPr/>
            </a:pPr>
            <a:r>
              <a:rPr lang="en-US" altLang="zh-CN" sz="2114" b="1" i="1" dirty="0">
                <a:solidFill>
                  <a:prstClr val="white"/>
                </a:solidFill>
                <a:latin typeface="Arial" panose="020B0604020202020204" pitchFamily="34" charset="0"/>
                <a:ea typeface="微软雅黑" panose="020B0503020204020204" pitchFamily="34" charset="-122"/>
                <a:sym typeface="Arial" panose="020B0604020202020204" pitchFamily="34" charset="0"/>
              </a:rPr>
              <a:t>04</a:t>
            </a:r>
            <a:endParaRPr lang="zh-CN" altLang="en-US" sz="2114" b="1" i="1" dirty="0">
              <a:solidFill>
                <a:prstClr val="white"/>
              </a:solidFill>
              <a:latin typeface="Arial" panose="020B0604020202020204" pitchFamily="34" charset="0"/>
              <a:ea typeface="微软雅黑" panose="020B0503020204020204" pitchFamily="34" charset="-122"/>
              <a:sym typeface="Arial" panose="020B0604020202020204" pitchFamily="34" charset="0"/>
            </a:endParaRPr>
          </a:p>
        </p:txBody>
      </p:sp>
      <p:sp>
        <p:nvSpPr>
          <p:cNvPr id="3" name="文本框 2">
            <a:extLst>
              <a:ext uri="{FF2B5EF4-FFF2-40B4-BE49-F238E27FC236}">
                <a16:creationId xmlns:a16="http://schemas.microsoft.com/office/drawing/2014/main" xmlns="" id="{7918379C-9534-4311-9093-16DA7B8CC88E}"/>
              </a:ext>
            </a:extLst>
          </p:cNvPr>
          <p:cNvSpPr txBox="1"/>
          <p:nvPr/>
        </p:nvSpPr>
        <p:spPr>
          <a:xfrm>
            <a:off x="1525438" y="381958"/>
            <a:ext cx="7090187" cy="553854"/>
          </a:xfrm>
          <a:prstGeom prst="rect">
            <a:avLst/>
          </a:prstGeom>
          <a:noFill/>
        </p:spPr>
        <p:txBody>
          <a:bodyPr wrap="square" rtlCol="0">
            <a:spAutoFit/>
          </a:bodyPr>
          <a:lstStyle/>
          <a:p>
            <a:pPr defTabSz="967450">
              <a:defRPr/>
            </a:pPr>
            <a:r>
              <a:rPr lang="zh-CN" altLang="en-US" sz="2999" b="1" dirty="0">
                <a:solidFill>
                  <a:srgbClr val="E10000"/>
                </a:solidFill>
                <a:latin typeface="Arial" panose="020B0604020202020204" pitchFamily="34" charset="0"/>
                <a:ea typeface="微软雅黑" panose="020B0503020204020204" pitchFamily="34" charset="-122"/>
                <a:sym typeface="Arial" panose="020B0604020202020204" pitchFamily="34" charset="0"/>
              </a:rPr>
              <a:t>中国是农药出口大国</a:t>
            </a:r>
          </a:p>
        </p:txBody>
      </p:sp>
      <p:sp>
        <p:nvSpPr>
          <p:cNvPr id="11" name="TextBox 33">
            <a:extLst>
              <a:ext uri="{FF2B5EF4-FFF2-40B4-BE49-F238E27FC236}">
                <a16:creationId xmlns:a16="http://schemas.microsoft.com/office/drawing/2014/main" xmlns="" id="{2C7D4306-5A56-4BC0-A1CA-5AF8B7A42C52}"/>
              </a:ext>
            </a:extLst>
          </p:cNvPr>
          <p:cNvSpPr/>
          <p:nvPr/>
        </p:nvSpPr>
        <p:spPr bwMode="auto">
          <a:xfrm>
            <a:off x="3176" y="6636351"/>
            <a:ext cx="2615259" cy="220756"/>
          </a:xfrm>
          <a:prstGeom prst="rect">
            <a:avLst/>
          </a:prstGeom>
          <a:noFill/>
          <a:ln w="9525">
            <a:noFill/>
            <a:miter lim="800000"/>
          </a:ln>
          <a:effectLst>
            <a:prstShdw prst="shdw17" dist="17961" dir="2700000">
              <a:schemeClr val="accent1">
                <a:gamma/>
                <a:shade val="60000"/>
                <a:invGamma/>
              </a:schemeClr>
            </a:prstShdw>
          </a:effectLst>
        </p:spPr>
        <p:txBody>
          <a:bodyPr wrap="none" lIns="96733" tIns="48366" rIns="96733" bIns="48366"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800" dirty="0">
                <a:solidFill>
                  <a:prstClr val="white">
                    <a:lumMod val="50000"/>
                  </a:prstClr>
                </a:solidFill>
                <a:ea typeface="微软雅黑" panose="020B0503020204020204" pitchFamily="34" charset="-122"/>
                <a:sym typeface="Arial" panose="020B0604020202020204" pitchFamily="34" charset="0"/>
              </a:rPr>
              <a:t>资料</a:t>
            </a:r>
            <a:r>
              <a:rPr lang="zh-CN" altLang="en-US" sz="800">
                <a:solidFill>
                  <a:prstClr val="white">
                    <a:lumMod val="50000"/>
                  </a:prstClr>
                </a:solidFill>
                <a:ea typeface="微软雅黑" panose="020B0503020204020204" pitchFamily="34" charset="-122"/>
                <a:sym typeface="Arial" panose="020B0604020202020204" pitchFamily="34" charset="0"/>
              </a:rPr>
              <a:t>来源： 卓</a:t>
            </a:r>
            <a:r>
              <a:rPr lang="zh-CN" altLang="en-US" sz="800" dirty="0">
                <a:solidFill>
                  <a:prstClr val="white">
                    <a:lumMod val="50000"/>
                  </a:prstClr>
                </a:solidFill>
                <a:ea typeface="微软雅黑" panose="020B0503020204020204" pitchFamily="34" charset="-122"/>
                <a:sym typeface="Arial" panose="020B0604020202020204" pitchFamily="34" charset="0"/>
              </a:rPr>
              <a:t>创资讯，</a:t>
            </a:r>
            <a:r>
              <a:rPr lang="zh-CN" altLang="en-US" sz="800">
                <a:solidFill>
                  <a:prstClr val="white">
                    <a:lumMod val="50000"/>
                  </a:prstClr>
                </a:solidFill>
                <a:ea typeface="微软雅黑" panose="020B0503020204020204" pitchFamily="34" charset="-122"/>
                <a:sym typeface="Arial" panose="020B0604020202020204" pitchFamily="34" charset="0"/>
              </a:rPr>
              <a:t>海关总署，</a:t>
            </a:r>
            <a:r>
              <a:rPr lang="en-US" altLang="zh-CN" sz="800">
                <a:solidFill>
                  <a:prstClr val="white">
                    <a:lumMod val="50000"/>
                  </a:prstClr>
                </a:solidFill>
                <a:ea typeface="微软雅黑" panose="020B0503020204020204" pitchFamily="34" charset="-122"/>
                <a:sym typeface="Arial" panose="020B0604020202020204" pitchFamily="34" charset="0"/>
              </a:rPr>
              <a:t> </a:t>
            </a:r>
            <a:r>
              <a:rPr lang="zh-CN" altLang="en-US" sz="800">
                <a:solidFill>
                  <a:prstClr val="white">
                    <a:lumMod val="50000"/>
                  </a:prstClr>
                </a:solidFill>
                <a:ea typeface="微软雅黑" panose="020B0503020204020204" pitchFamily="34" charset="-122"/>
                <a:sym typeface="Arial" panose="020B0604020202020204" pitchFamily="34" charset="0"/>
              </a:rPr>
              <a:t>长江证券研究所</a:t>
            </a:r>
            <a:r>
              <a:rPr lang="zh-CN" altLang="en-US" sz="800" dirty="0">
                <a:solidFill>
                  <a:prstClr val="white">
                    <a:lumMod val="50000"/>
                  </a:prstClr>
                </a:solidFill>
                <a:ea typeface="微软雅黑" panose="020B0503020204020204" pitchFamily="34" charset="-122"/>
                <a:sym typeface="Arial" panose="020B0604020202020204" pitchFamily="34" charset="0"/>
              </a:rPr>
              <a:t>，</a:t>
            </a:r>
          </a:p>
        </p:txBody>
      </p:sp>
      <p:sp>
        <p:nvSpPr>
          <p:cNvPr id="12" name="Text Box 2">
            <a:extLst>
              <a:ext uri="{FF2B5EF4-FFF2-40B4-BE49-F238E27FC236}">
                <a16:creationId xmlns:a16="http://schemas.microsoft.com/office/drawing/2014/main" xmlns="" id="{48914382-55C9-44BE-BFA1-EE6193DEC5F1}"/>
              </a:ext>
            </a:extLst>
          </p:cNvPr>
          <p:cNvSpPr txBox="1">
            <a:spLocks noChangeArrowheads="1"/>
          </p:cNvSpPr>
          <p:nvPr/>
        </p:nvSpPr>
        <p:spPr bwMode="auto">
          <a:xfrm>
            <a:off x="663405" y="1130900"/>
            <a:ext cx="10865195" cy="613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defTabSz="96745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我国是农药出口大国，草</a:t>
            </a:r>
            <a:r>
              <a:rPr lang="zh-CN" altLang="en-US" sz="1200">
                <a:solidFill>
                  <a:srgbClr val="6D6D6D"/>
                </a:solidFill>
                <a:latin typeface="Arial" panose="020B0604020202020204" pitchFamily="34" charset="0"/>
                <a:ea typeface="微软雅黑" panose="020B0503020204020204" pitchFamily="34" charset="-122"/>
                <a:sym typeface="Arial" panose="020B0604020202020204" pitchFamily="34" charset="0"/>
              </a:rPr>
              <a:t>甘膦 </a:t>
            </a:r>
            <a:r>
              <a:rPr lang="en-US" altLang="zh-CN" sz="1200">
                <a:solidFill>
                  <a:srgbClr val="6D6D6D"/>
                </a:solidFill>
                <a:latin typeface="Arial" panose="020B0604020202020204" pitchFamily="34" charset="0"/>
                <a:ea typeface="微软雅黑" panose="020B0503020204020204" pitchFamily="34" charset="-122"/>
                <a:sym typeface="Arial" panose="020B0604020202020204" pitchFamily="34" charset="0"/>
              </a:rPr>
              <a:t>80</a:t>
            </a:r>
            <a:r>
              <a:rPr lang="en-US" altLang="zh-CN"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以上用于出口，主要销往美国、巴西、阿根廷等重要转基因种植国家</a:t>
            </a:r>
            <a:r>
              <a:rPr lang="zh-CN" altLang="en-US" sz="1200">
                <a:solidFill>
                  <a:srgbClr val="6D6D6D"/>
                </a:solidFill>
                <a:latin typeface="Arial" panose="020B0604020202020204" pitchFamily="34" charset="0"/>
                <a:ea typeface="微软雅黑" panose="020B0503020204020204" pitchFamily="34" charset="-122"/>
                <a:sym typeface="Arial" panose="020B0604020202020204" pitchFamily="34" charset="0"/>
              </a:rPr>
              <a:t>。</a:t>
            </a:r>
            <a:r>
              <a:rPr lang="en-US" altLang="zh-CN" sz="1200">
                <a:solidFill>
                  <a:srgbClr val="6D6D6D"/>
                </a:solidFill>
                <a:latin typeface="Arial" panose="020B0604020202020204" pitchFamily="34" charset="0"/>
                <a:ea typeface="微软雅黑" panose="020B0503020204020204" pitchFamily="34" charset="-122"/>
                <a:sym typeface="Arial" panose="020B0604020202020204" pitchFamily="34" charset="0"/>
              </a:rPr>
              <a:t>2020 </a:t>
            </a:r>
            <a:r>
              <a:rPr lang="zh-CN" altLang="en-US" sz="1200">
                <a:solidFill>
                  <a:srgbClr val="6D6D6D"/>
                </a:solidFill>
                <a:latin typeface="Arial" panose="020B0604020202020204" pitchFamily="34" charset="0"/>
                <a:ea typeface="微软雅黑" panose="020B0503020204020204" pitchFamily="34" charset="-122"/>
                <a:sym typeface="Arial" panose="020B0604020202020204" pitchFamily="34" charset="0"/>
              </a:rPr>
              <a:t>年</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海外疫情爆发后出现港口停摆、劳动力缺失等现象</a:t>
            </a:r>
            <a:r>
              <a:rPr lang="zh-CN" altLang="en-US" sz="1200">
                <a:solidFill>
                  <a:srgbClr val="6D6D6D"/>
                </a:solidFill>
                <a:latin typeface="Arial" panose="020B0604020202020204" pitchFamily="34" charset="0"/>
                <a:ea typeface="微软雅黑" panose="020B0503020204020204" pitchFamily="34" charset="-122"/>
                <a:sym typeface="Arial" panose="020B0604020202020204" pitchFamily="34" charset="0"/>
              </a:rPr>
              <a:t>，</a:t>
            </a:r>
            <a:r>
              <a:rPr lang="en-US" altLang="zh-CN" sz="1200">
                <a:solidFill>
                  <a:srgbClr val="6D6D6D"/>
                </a:solidFill>
                <a:latin typeface="Arial" panose="020B0604020202020204" pitchFamily="34" charset="0"/>
                <a:ea typeface="微软雅黑" panose="020B0503020204020204" pitchFamily="34" charset="-122"/>
                <a:sym typeface="Arial" panose="020B0604020202020204" pitchFamily="34" charset="0"/>
              </a:rPr>
              <a:t>2021 </a:t>
            </a:r>
            <a:r>
              <a:rPr lang="zh-CN" altLang="en-US" sz="1200">
                <a:solidFill>
                  <a:srgbClr val="6D6D6D"/>
                </a:solidFill>
                <a:latin typeface="Arial" panose="020B0604020202020204" pitchFamily="34" charset="0"/>
                <a:ea typeface="微软雅黑" panose="020B0503020204020204" pitchFamily="34" charset="-122"/>
                <a:sym typeface="Arial" panose="020B0604020202020204" pitchFamily="34" charset="0"/>
              </a:rPr>
              <a:t>年</a:t>
            </a:r>
            <a:r>
              <a:rPr lang="zh-CN" altLang="en-US" sz="1200" dirty="0">
                <a:solidFill>
                  <a:srgbClr val="6D6D6D"/>
                </a:solidFill>
                <a:latin typeface="Arial" panose="020B0604020202020204" pitchFamily="34" charset="0"/>
                <a:ea typeface="微软雅黑" panose="020B0503020204020204" pitchFamily="34" charset="-122"/>
                <a:sym typeface="Arial" panose="020B0604020202020204" pitchFamily="34" charset="0"/>
              </a:rPr>
              <a:t>疫苗推广后海外需求逐渐复苏，对运力要求进一步提升，叠加年初苏伊士运河堵塞等不可抗力因素影响，全球海运持续紧张。</a:t>
            </a:r>
          </a:p>
        </p:txBody>
      </p:sp>
      <p:sp>
        <p:nvSpPr>
          <p:cNvPr id="13" name="Rectangle 4">
            <a:extLst>
              <a:ext uri="{FF2B5EF4-FFF2-40B4-BE49-F238E27FC236}">
                <a16:creationId xmlns:a16="http://schemas.microsoft.com/office/drawing/2014/main" xmlns="" id="{D1A2CBA0-1E96-48C0-8D18-33817A2D0922}"/>
              </a:ext>
            </a:extLst>
          </p:cNvPr>
          <p:cNvSpPr>
            <a:spLocks noChangeArrowheads="1"/>
          </p:cNvSpPr>
          <p:nvPr/>
        </p:nvSpPr>
        <p:spPr bwMode="auto">
          <a:xfrm>
            <a:off x="1704656" y="2908268"/>
            <a:ext cx="3455484" cy="38526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1904" b="1" dirty="0">
                <a:solidFill>
                  <a:srgbClr val="E10000"/>
                </a:solidFill>
                <a:ea typeface="微软雅黑" panose="020B0503020204020204" pitchFamily="34" charset="-122"/>
                <a:sym typeface="Arial" panose="020B0604020202020204" pitchFamily="34" charset="0"/>
              </a:rPr>
              <a:t>我国草甘膦出口量走势</a:t>
            </a:r>
            <a:endParaRPr lang="zh-CN" altLang="zh-CN" sz="1904" b="1" dirty="0">
              <a:solidFill>
                <a:srgbClr val="E10000"/>
              </a:solidFill>
              <a:ea typeface="微软雅黑" panose="020B0503020204020204" pitchFamily="34" charset="-122"/>
              <a:sym typeface="Arial" panose="020B0604020202020204" pitchFamily="34" charset="0"/>
            </a:endParaRPr>
          </a:p>
        </p:txBody>
      </p:sp>
      <p:sp>
        <p:nvSpPr>
          <p:cNvPr id="15" name="Rectangle 4">
            <a:extLst>
              <a:ext uri="{FF2B5EF4-FFF2-40B4-BE49-F238E27FC236}">
                <a16:creationId xmlns:a16="http://schemas.microsoft.com/office/drawing/2014/main" xmlns="" id="{43A2D981-74E9-43A5-B9B6-39041CF6DDDE}"/>
              </a:ext>
            </a:extLst>
          </p:cNvPr>
          <p:cNvSpPr>
            <a:spLocks noChangeArrowheads="1"/>
          </p:cNvSpPr>
          <p:nvPr/>
        </p:nvSpPr>
        <p:spPr bwMode="auto">
          <a:xfrm>
            <a:off x="7607774" y="2909766"/>
            <a:ext cx="3455484" cy="38526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1904" b="1" dirty="0">
                <a:solidFill>
                  <a:srgbClr val="E10000"/>
                </a:solidFill>
                <a:ea typeface="微软雅黑" panose="020B0503020204020204" pitchFamily="34" charset="-122"/>
                <a:sym typeface="Arial" panose="020B0604020202020204" pitchFamily="34" charset="0"/>
              </a:rPr>
              <a:t>我国草甘膦年度出口额</a:t>
            </a:r>
            <a:endParaRPr lang="zh-CN" altLang="zh-CN" sz="1904" b="1" dirty="0">
              <a:solidFill>
                <a:srgbClr val="E10000"/>
              </a:solidFill>
              <a:ea typeface="微软雅黑" panose="020B0503020204020204" pitchFamily="34" charset="-122"/>
              <a:sym typeface="Arial" panose="020B0604020202020204" pitchFamily="34" charset="0"/>
            </a:endParaRPr>
          </a:p>
        </p:txBody>
      </p:sp>
      <p:graphicFrame>
        <p:nvGraphicFramePr>
          <p:cNvPr id="10" name="图表 9"/>
          <p:cNvGraphicFramePr>
            <a:graphicFrameLocks/>
          </p:cNvGraphicFramePr>
          <p:nvPr>
            <p:extLst>
              <p:ext uri="{D42A27DB-BD31-4B8C-83A1-F6EECF244321}">
                <p14:modId xmlns:p14="http://schemas.microsoft.com/office/powerpoint/2010/main" val="101791729"/>
              </p:ext>
            </p:extLst>
          </p:nvPr>
        </p:nvGraphicFramePr>
        <p:xfrm>
          <a:off x="763677" y="3614886"/>
          <a:ext cx="4947009" cy="270827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图表 13"/>
          <p:cNvGraphicFramePr>
            <a:graphicFrameLocks/>
          </p:cNvGraphicFramePr>
          <p:nvPr>
            <p:extLst>
              <p:ext uri="{D42A27DB-BD31-4B8C-83A1-F6EECF244321}">
                <p14:modId xmlns:p14="http://schemas.microsoft.com/office/powerpoint/2010/main" val="2938817614"/>
              </p:ext>
            </p:extLst>
          </p:nvPr>
        </p:nvGraphicFramePr>
        <p:xfrm>
          <a:off x="6727709" y="3623930"/>
          <a:ext cx="4800891" cy="2708276"/>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91073671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04</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4" name="文本框 3"/>
          <p:cNvSpPr txBox="1"/>
          <p:nvPr/>
        </p:nvSpPr>
        <p:spPr>
          <a:xfrm>
            <a:off x="1522658" y="381164"/>
            <a:ext cx="8388178"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草甘膦价格高位回落</a:t>
            </a:r>
          </a:p>
        </p:txBody>
      </p:sp>
      <p:sp>
        <p:nvSpPr>
          <p:cNvPr id="5" name="Rectangle 5">
            <a:extLst>
              <a:ext uri="{FF2B5EF4-FFF2-40B4-BE49-F238E27FC236}">
                <a16:creationId xmlns:a16="http://schemas.microsoft.com/office/drawing/2014/main" xmlns="" id="{A56E6C57-3865-46C0-9D03-DC1AB148D1EA}"/>
              </a:ext>
            </a:extLst>
          </p:cNvPr>
          <p:cNvSpPr>
            <a:spLocks noChangeArrowheads="1"/>
          </p:cNvSpPr>
          <p:nvPr/>
        </p:nvSpPr>
        <p:spPr bwMode="auto">
          <a:xfrm>
            <a:off x="0" y="6679177"/>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资料来源：新材料在线，新材料产业，长江证券研究所</a:t>
            </a:r>
          </a:p>
        </p:txBody>
      </p:sp>
      <p:sp>
        <p:nvSpPr>
          <p:cNvPr id="11" name="Rectangle 4">
            <a:extLst>
              <a:ext uri="{FF2B5EF4-FFF2-40B4-BE49-F238E27FC236}">
                <a16:creationId xmlns:a16="http://schemas.microsoft.com/office/drawing/2014/main" xmlns="" id="{12A55C2F-26CE-DF1C-ED44-11A536878794}"/>
              </a:ext>
            </a:extLst>
          </p:cNvPr>
          <p:cNvSpPr>
            <a:spLocks noChangeArrowheads="1"/>
          </p:cNvSpPr>
          <p:nvPr/>
        </p:nvSpPr>
        <p:spPr bwMode="auto">
          <a:xfrm>
            <a:off x="654962" y="2018727"/>
            <a:ext cx="3455484" cy="38526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defTabSz="967450">
              <a:defRPr/>
            </a:pPr>
            <a:r>
              <a:rPr lang="zh-CN" altLang="en-US" sz="1904" b="1" dirty="0">
                <a:solidFill>
                  <a:srgbClr val="E10000"/>
                </a:solidFill>
                <a:ea typeface="微软雅黑" panose="020B0503020204020204" pitchFamily="34" charset="-122"/>
                <a:sym typeface="Arial" panose="020B0604020202020204" pitchFamily="34" charset="0"/>
              </a:rPr>
              <a:t>我国草甘膦价格走势</a:t>
            </a:r>
            <a:endParaRPr lang="zh-CN" altLang="zh-CN" sz="1904" b="1" dirty="0">
              <a:solidFill>
                <a:srgbClr val="E10000"/>
              </a:solidFill>
              <a:ea typeface="微软雅黑" panose="020B0503020204020204" pitchFamily="34" charset="-122"/>
              <a:sym typeface="Arial" panose="020B0604020202020204" pitchFamily="34" charset="0"/>
            </a:endParaRPr>
          </a:p>
        </p:txBody>
      </p:sp>
      <p:sp>
        <p:nvSpPr>
          <p:cNvPr id="6" name="Text Box 2">
            <a:extLst>
              <a:ext uri="{FF2B5EF4-FFF2-40B4-BE49-F238E27FC236}">
                <a16:creationId xmlns:a16="http://schemas.microsoft.com/office/drawing/2014/main" xmlns="" id="{F137F68A-712D-F592-C50B-52F8CCEF7782}"/>
              </a:ext>
            </a:extLst>
          </p:cNvPr>
          <p:cNvSpPr txBox="1">
            <a:spLocks noChangeArrowheads="1"/>
          </p:cNvSpPr>
          <p:nvPr/>
        </p:nvSpPr>
        <p:spPr bwMode="auto">
          <a:xfrm>
            <a:off x="762000" y="1054100"/>
            <a:ext cx="10526667"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b="1" dirty="0">
                <a:solidFill>
                  <a:srgbClr val="6E6E6E"/>
                </a:solidFill>
                <a:latin typeface="微软雅黑" panose="020B0503020204020204" pitchFamily="34" charset="-122"/>
                <a:ea typeface="微软雅黑" panose="020B0503020204020204" pitchFamily="34" charset="-122"/>
              </a:rPr>
              <a:t>草甘膦价格高位回落。</a:t>
            </a:r>
            <a:r>
              <a:rPr lang="en-US" altLang="zh-CN" sz="1200" dirty="0">
                <a:solidFill>
                  <a:srgbClr val="6E6E6E"/>
                </a:solidFill>
                <a:latin typeface="微软雅黑" panose="020B0503020204020204" pitchFamily="34" charset="-122"/>
                <a:ea typeface="微软雅黑" panose="020B0503020204020204" pitchFamily="34" charset="-122"/>
              </a:rPr>
              <a:t>2020</a:t>
            </a:r>
            <a:r>
              <a:rPr lang="zh-CN" altLang="en-US" sz="1200" dirty="0">
                <a:solidFill>
                  <a:srgbClr val="6E6E6E"/>
                </a:solidFill>
                <a:latin typeface="微软雅黑" panose="020B0503020204020204" pitchFamily="34" charset="-122"/>
                <a:ea typeface="微软雅黑" panose="020B0503020204020204" pitchFamily="34" charset="-122"/>
              </a:rPr>
              <a:t>年新冠疫情爆发以来，粮食安全收到空前重视，全球农作物价格上涨，农药需求随之上升；</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b="1" dirty="0">
                <a:solidFill>
                  <a:srgbClr val="6E6E6E"/>
                </a:solidFill>
                <a:latin typeface="微软雅黑" panose="020B0503020204020204" pitchFamily="34" charset="-122"/>
                <a:ea typeface="微软雅黑" panose="020B0503020204020204" pitchFamily="34" charset="-122"/>
              </a:rPr>
              <a:t>草甘膦供给弹性大，易受装置事件影响。</a:t>
            </a:r>
            <a:r>
              <a:rPr lang="en-US" altLang="zh-CN" sz="1200" dirty="0">
                <a:solidFill>
                  <a:srgbClr val="6E6E6E"/>
                </a:solidFill>
                <a:latin typeface="微软雅黑" panose="020B0503020204020204" pitchFamily="34" charset="-122"/>
                <a:ea typeface="微软雅黑" panose="020B0503020204020204" pitchFamily="34" charset="-122"/>
              </a:rPr>
              <a:t>2020</a:t>
            </a:r>
            <a:r>
              <a:rPr lang="zh-CN" altLang="en-US" sz="1200" dirty="0">
                <a:solidFill>
                  <a:srgbClr val="6E6E6E"/>
                </a:solidFill>
                <a:latin typeface="微软雅黑" panose="020B0503020204020204" pitchFamily="34" charset="-122"/>
                <a:ea typeface="微软雅黑" panose="020B0503020204020204" pitchFamily="34" charset="-122"/>
              </a:rPr>
              <a:t>年</a:t>
            </a:r>
            <a:r>
              <a:rPr lang="en-US" altLang="zh-CN" sz="1200" dirty="0">
                <a:solidFill>
                  <a:srgbClr val="6E6E6E"/>
                </a:solidFill>
                <a:latin typeface="微软雅黑" panose="020B0503020204020204" pitchFamily="34" charset="-122"/>
                <a:ea typeface="微软雅黑" panose="020B0503020204020204" pitchFamily="34" charset="-122"/>
              </a:rPr>
              <a:t>8</a:t>
            </a:r>
            <a:r>
              <a:rPr lang="zh-CN" altLang="en-US" sz="1200" dirty="0">
                <a:solidFill>
                  <a:srgbClr val="6E6E6E"/>
                </a:solidFill>
                <a:latin typeface="微软雅黑" panose="020B0503020204020204" pitchFamily="34" charset="-122"/>
                <a:ea typeface="微软雅黑" panose="020B0503020204020204" pitchFamily="34" charset="-122"/>
              </a:rPr>
              <a:t>月，四川洪水使得草甘膦产线受制；</a:t>
            </a: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a:t>
            </a:r>
            <a:r>
              <a:rPr lang="en-US" altLang="zh-CN" sz="1200" dirty="0">
                <a:solidFill>
                  <a:srgbClr val="6E6E6E"/>
                </a:solidFill>
                <a:latin typeface="微软雅黑" panose="020B0503020204020204" pitchFamily="34" charset="-122"/>
                <a:ea typeface="微软雅黑" panose="020B0503020204020204" pitchFamily="34" charset="-122"/>
              </a:rPr>
              <a:t>2</a:t>
            </a:r>
            <a:r>
              <a:rPr lang="zh-CN" altLang="en-US" sz="1200" dirty="0">
                <a:solidFill>
                  <a:srgbClr val="6E6E6E"/>
                </a:solidFill>
                <a:latin typeface="微软雅黑" panose="020B0503020204020204" pitchFamily="34" charset="-122"/>
                <a:ea typeface="微软雅黑" panose="020B0503020204020204" pitchFamily="34" charset="-122"/>
              </a:rPr>
              <a:t>月孟山都美国装置受寒流影响停产，草甘膦价格大幅上涨。展望未来，草甘膦需求稳定向好，供给端新增产能受到限制，行业景气中枢有望维持高位。</a:t>
            </a:r>
          </a:p>
        </p:txBody>
      </p:sp>
      <p:cxnSp>
        <p:nvCxnSpPr>
          <p:cNvPr id="9" name="直接箭头连接符 8">
            <a:extLst>
              <a:ext uri="{FF2B5EF4-FFF2-40B4-BE49-F238E27FC236}">
                <a16:creationId xmlns:a16="http://schemas.microsoft.com/office/drawing/2014/main" xmlns="" id="{8DA478FE-19D5-DEA7-9B00-C743326EE8B4}"/>
              </a:ext>
            </a:extLst>
          </p:cNvPr>
          <p:cNvCxnSpPr>
            <a:cxnSpLocks/>
          </p:cNvCxnSpPr>
          <p:nvPr/>
        </p:nvCxnSpPr>
        <p:spPr>
          <a:xfrm flipH="1" flipV="1">
            <a:off x="7687393" y="4660817"/>
            <a:ext cx="365353" cy="46689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xmlns="" id="{4564C4CB-AA72-45E5-D702-2E725E2C6393}"/>
              </a:ext>
            </a:extLst>
          </p:cNvPr>
          <p:cNvSpPr txBox="1"/>
          <p:nvPr/>
        </p:nvSpPr>
        <p:spPr>
          <a:xfrm>
            <a:off x="6872668" y="3975642"/>
            <a:ext cx="961327" cy="707886"/>
          </a:xfrm>
          <a:prstGeom prst="rect">
            <a:avLst/>
          </a:prstGeom>
          <a:noFill/>
        </p:spPr>
        <p:txBody>
          <a:bodyPr wrap="square" rtlCol="0">
            <a:spAutoFit/>
          </a:bodyPr>
          <a:lstStyle/>
          <a:p>
            <a:pPr marL="171450" indent="-171450">
              <a:buFont typeface="Arial" panose="020B0604020202020204" pitchFamily="34" charset="0"/>
              <a:buChar char="•"/>
            </a:pPr>
            <a:r>
              <a:rPr lang="en-US" altLang="zh-CN" sz="1000" b="1" dirty="0">
                <a:solidFill>
                  <a:srgbClr val="FF0000"/>
                </a:solidFill>
                <a:latin typeface="微软雅黑" panose="020B0503020204020204" pitchFamily="34" charset="-122"/>
                <a:ea typeface="微软雅黑" panose="020B0503020204020204" pitchFamily="34" charset="-122"/>
              </a:rPr>
              <a:t>2020.9</a:t>
            </a:r>
          </a:p>
          <a:p>
            <a:pPr algn="ctr"/>
            <a:r>
              <a:rPr lang="zh-CN" altLang="en-US" sz="1000" dirty="0">
                <a:latin typeface="微软雅黑" panose="020B0503020204020204" pitchFamily="34" charset="-122"/>
                <a:ea typeface="微软雅黑" panose="020B0503020204020204" pitchFamily="34" charset="-122"/>
              </a:rPr>
              <a:t>四川水灾</a:t>
            </a:r>
            <a:endParaRPr lang="en-US" altLang="zh-CN" sz="1000" dirty="0">
              <a:latin typeface="微软雅黑" panose="020B0503020204020204" pitchFamily="34" charset="-122"/>
              <a:ea typeface="微软雅黑" panose="020B0503020204020204" pitchFamily="34" charset="-122"/>
            </a:endParaRPr>
          </a:p>
          <a:p>
            <a:pPr algn="ctr"/>
            <a:r>
              <a:rPr lang="zh-CN" altLang="en-US" sz="1000" dirty="0">
                <a:latin typeface="微软雅黑" panose="020B0503020204020204" pitchFamily="34" charset="-122"/>
                <a:ea typeface="微软雅黑" panose="020B0503020204020204" pitchFamily="34" charset="-122"/>
              </a:rPr>
              <a:t>致福华、和邦、好收成停产</a:t>
            </a:r>
          </a:p>
        </p:txBody>
      </p:sp>
      <p:sp>
        <p:nvSpPr>
          <p:cNvPr id="17" name="文本框 16">
            <a:extLst>
              <a:ext uri="{FF2B5EF4-FFF2-40B4-BE49-F238E27FC236}">
                <a16:creationId xmlns:a16="http://schemas.microsoft.com/office/drawing/2014/main" xmlns="" id="{55FA858E-2B59-E0F0-55D2-A1BC18F49F5C}"/>
              </a:ext>
            </a:extLst>
          </p:cNvPr>
          <p:cNvSpPr txBox="1"/>
          <p:nvPr/>
        </p:nvSpPr>
        <p:spPr>
          <a:xfrm>
            <a:off x="8025176" y="3021493"/>
            <a:ext cx="961327" cy="553998"/>
          </a:xfrm>
          <a:prstGeom prst="rect">
            <a:avLst/>
          </a:prstGeom>
          <a:noFill/>
        </p:spPr>
        <p:txBody>
          <a:bodyPr wrap="square" rtlCol="0">
            <a:spAutoFit/>
          </a:bodyPr>
          <a:lstStyle/>
          <a:p>
            <a:pPr marL="171450" indent="-171450">
              <a:buFont typeface="Arial" panose="020B0604020202020204" pitchFamily="34" charset="0"/>
              <a:buChar char="•"/>
            </a:pPr>
            <a:r>
              <a:rPr lang="en-US" altLang="zh-CN" sz="1000" b="1" dirty="0">
                <a:solidFill>
                  <a:srgbClr val="FF0000"/>
                </a:solidFill>
                <a:latin typeface="微软雅黑" panose="020B0503020204020204" pitchFamily="34" charset="-122"/>
                <a:ea typeface="微软雅黑" panose="020B0503020204020204" pitchFamily="34" charset="-122"/>
              </a:rPr>
              <a:t>2021.8</a:t>
            </a:r>
          </a:p>
          <a:p>
            <a:pPr algn="ctr"/>
            <a:r>
              <a:rPr lang="zh-CN" altLang="en-US" sz="1000" dirty="0">
                <a:latin typeface="微软雅黑" panose="020B0503020204020204" pitchFamily="34" charset="-122"/>
                <a:ea typeface="微软雅黑" panose="020B0503020204020204" pitchFamily="34" charset="-122"/>
              </a:rPr>
              <a:t>美国孟山都</a:t>
            </a:r>
            <a:endParaRPr lang="en-US" altLang="zh-CN" sz="1000" dirty="0">
              <a:latin typeface="微软雅黑" panose="020B0503020204020204" pitchFamily="34" charset="-122"/>
              <a:ea typeface="微软雅黑" panose="020B0503020204020204" pitchFamily="34" charset="-122"/>
            </a:endParaRPr>
          </a:p>
          <a:p>
            <a:pPr algn="ctr"/>
            <a:r>
              <a:rPr lang="zh-CN" altLang="en-US" sz="1000" dirty="0">
                <a:latin typeface="微软雅黑" panose="020B0503020204020204" pitchFamily="34" charset="-122"/>
                <a:ea typeface="微软雅黑" panose="020B0503020204020204" pitchFamily="34" charset="-122"/>
              </a:rPr>
              <a:t>飓风导致停产</a:t>
            </a:r>
          </a:p>
        </p:txBody>
      </p:sp>
      <p:cxnSp>
        <p:nvCxnSpPr>
          <p:cNvPr id="18" name="直接箭头连接符 17">
            <a:extLst>
              <a:ext uri="{FF2B5EF4-FFF2-40B4-BE49-F238E27FC236}">
                <a16:creationId xmlns:a16="http://schemas.microsoft.com/office/drawing/2014/main" xmlns="" id="{EC28506D-1AF7-E547-C407-6474CA92A616}"/>
              </a:ext>
            </a:extLst>
          </p:cNvPr>
          <p:cNvCxnSpPr>
            <a:cxnSpLocks/>
          </p:cNvCxnSpPr>
          <p:nvPr/>
        </p:nvCxnSpPr>
        <p:spPr>
          <a:xfrm flipH="1" flipV="1">
            <a:off x="8882836" y="3527216"/>
            <a:ext cx="469020" cy="43412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a:extLst>
              <a:ext uri="{FF2B5EF4-FFF2-40B4-BE49-F238E27FC236}">
                <a16:creationId xmlns:a16="http://schemas.microsoft.com/office/drawing/2014/main" xmlns="" id="{111A4159-4FF4-EBBB-1B0A-8D69A7A58795}"/>
              </a:ext>
            </a:extLst>
          </p:cNvPr>
          <p:cNvCxnSpPr>
            <a:cxnSpLocks/>
          </p:cNvCxnSpPr>
          <p:nvPr/>
        </p:nvCxnSpPr>
        <p:spPr>
          <a:xfrm flipH="1" flipV="1">
            <a:off x="8386807" y="4303162"/>
            <a:ext cx="365353" cy="46689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xmlns="" id="{A20B9BC7-797C-3DC4-F83D-8988D1E7C9B2}"/>
              </a:ext>
            </a:extLst>
          </p:cNvPr>
          <p:cNvSpPr txBox="1"/>
          <p:nvPr/>
        </p:nvSpPr>
        <p:spPr>
          <a:xfrm>
            <a:off x="7736459" y="3727891"/>
            <a:ext cx="961327" cy="553998"/>
          </a:xfrm>
          <a:prstGeom prst="rect">
            <a:avLst/>
          </a:prstGeom>
          <a:noFill/>
        </p:spPr>
        <p:txBody>
          <a:bodyPr wrap="square" rtlCol="0">
            <a:spAutoFit/>
          </a:bodyPr>
          <a:lstStyle/>
          <a:p>
            <a:pPr marL="171450" indent="-171450">
              <a:buFont typeface="Arial" panose="020B0604020202020204" pitchFamily="34" charset="0"/>
              <a:buChar char="•"/>
            </a:pPr>
            <a:r>
              <a:rPr lang="en-US" altLang="zh-CN" sz="1000" b="1" dirty="0">
                <a:solidFill>
                  <a:srgbClr val="FF0000"/>
                </a:solidFill>
                <a:latin typeface="微软雅黑" panose="020B0503020204020204" pitchFamily="34" charset="-122"/>
                <a:ea typeface="微软雅黑" panose="020B0503020204020204" pitchFamily="34" charset="-122"/>
              </a:rPr>
              <a:t>2021.2</a:t>
            </a:r>
          </a:p>
          <a:p>
            <a:pPr algn="ctr"/>
            <a:r>
              <a:rPr lang="zh-CN" altLang="en-US" sz="1000" dirty="0">
                <a:latin typeface="微软雅黑" panose="020B0503020204020204" pitchFamily="34" charset="-122"/>
                <a:ea typeface="微软雅黑" panose="020B0503020204020204" pitchFamily="34" charset="-122"/>
              </a:rPr>
              <a:t>美国孟山都</a:t>
            </a:r>
            <a:endParaRPr lang="en-US" altLang="zh-CN" sz="1000" dirty="0">
              <a:latin typeface="微软雅黑" panose="020B0503020204020204" pitchFamily="34" charset="-122"/>
              <a:ea typeface="微软雅黑" panose="020B0503020204020204" pitchFamily="34" charset="-122"/>
            </a:endParaRPr>
          </a:p>
          <a:p>
            <a:pPr algn="ctr"/>
            <a:r>
              <a:rPr lang="zh-CN" altLang="en-US" sz="1000" dirty="0">
                <a:latin typeface="微软雅黑" panose="020B0503020204020204" pitchFamily="34" charset="-122"/>
                <a:ea typeface="微软雅黑" panose="020B0503020204020204" pitchFamily="34" charset="-122"/>
              </a:rPr>
              <a:t>寒流致减产</a:t>
            </a:r>
          </a:p>
        </p:txBody>
      </p:sp>
      <p:sp>
        <p:nvSpPr>
          <p:cNvPr id="21" name="文本框 20">
            <a:extLst>
              <a:ext uri="{FF2B5EF4-FFF2-40B4-BE49-F238E27FC236}">
                <a16:creationId xmlns:a16="http://schemas.microsoft.com/office/drawing/2014/main" xmlns="" id="{802E2F78-4775-B36E-CD7C-3B50549A58B0}"/>
              </a:ext>
            </a:extLst>
          </p:cNvPr>
          <p:cNvSpPr txBox="1"/>
          <p:nvPr/>
        </p:nvSpPr>
        <p:spPr>
          <a:xfrm>
            <a:off x="8653789" y="2500506"/>
            <a:ext cx="961327" cy="553998"/>
          </a:xfrm>
          <a:prstGeom prst="rect">
            <a:avLst/>
          </a:prstGeom>
          <a:noFill/>
        </p:spPr>
        <p:txBody>
          <a:bodyPr wrap="square" rtlCol="0">
            <a:spAutoFit/>
          </a:bodyPr>
          <a:lstStyle/>
          <a:p>
            <a:pPr marL="171450" indent="-171450">
              <a:buFont typeface="Arial" panose="020B0604020202020204" pitchFamily="34" charset="0"/>
              <a:buChar char="•"/>
            </a:pPr>
            <a:r>
              <a:rPr lang="en-US" altLang="zh-CN" sz="1000" b="1" dirty="0">
                <a:solidFill>
                  <a:srgbClr val="FF0000"/>
                </a:solidFill>
                <a:latin typeface="微软雅黑" panose="020B0503020204020204" pitchFamily="34" charset="-122"/>
                <a:ea typeface="微软雅黑" panose="020B0503020204020204" pitchFamily="34" charset="-122"/>
              </a:rPr>
              <a:t>2021.9</a:t>
            </a:r>
          </a:p>
          <a:p>
            <a:pPr algn="ctr"/>
            <a:r>
              <a:rPr lang="zh-CN" altLang="en-US" sz="1000" dirty="0">
                <a:latin typeface="微软雅黑" panose="020B0503020204020204" pitchFamily="34" charset="-122"/>
                <a:ea typeface="微软雅黑" panose="020B0503020204020204" pitchFamily="34" charset="-122"/>
              </a:rPr>
              <a:t>国内能耗双控</a:t>
            </a:r>
            <a:endParaRPr lang="en-US" altLang="zh-CN" sz="1000" dirty="0">
              <a:latin typeface="微软雅黑" panose="020B0503020204020204" pitchFamily="34" charset="-122"/>
              <a:ea typeface="微软雅黑" panose="020B0503020204020204" pitchFamily="34" charset="-122"/>
            </a:endParaRPr>
          </a:p>
          <a:p>
            <a:pPr algn="ctr"/>
            <a:r>
              <a:rPr lang="zh-CN" altLang="en-US" sz="1000" dirty="0">
                <a:latin typeface="微软雅黑" panose="020B0503020204020204" pitchFamily="34" charset="-122"/>
                <a:ea typeface="微软雅黑" panose="020B0503020204020204" pitchFamily="34" charset="-122"/>
              </a:rPr>
              <a:t>限电限产</a:t>
            </a:r>
          </a:p>
        </p:txBody>
      </p:sp>
      <p:cxnSp>
        <p:nvCxnSpPr>
          <p:cNvPr id="22" name="直接箭头连接符 21">
            <a:extLst>
              <a:ext uri="{FF2B5EF4-FFF2-40B4-BE49-F238E27FC236}">
                <a16:creationId xmlns:a16="http://schemas.microsoft.com/office/drawing/2014/main" xmlns="" id="{E3672512-99EB-CCBB-83B5-251512156072}"/>
              </a:ext>
            </a:extLst>
          </p:cNvPr>
          <p:cNvCxnSpPr>
            <a:cxnSpLocks/>
          </p:cNvCxnSpPr>
          <p:nvPr/>
        </p:nvCxnSpPr>
        <p:spPr>
          <a:xfrm flipH="1" flipV="1">
            <a:off x="9106883" y="3045000"/>
            <a:ext cx="350215" cy="49706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 name="文本框 2">
            <a:extLst>
              <a:ext uri="{FF2B5EF4-FFF2-40B4-BE49-F238E27FC236}">
                <a16:creationId xmlns:a16="http://schemas.microsoft.com/office/drawing/2014/main" xmlns="" id="{F57A03DF-A432-FE1C-4F70-C67D0EAD0AA9}"/>
              </a:ext>
            </a:extLst>
          </p:cNvPr>
          <p:cNvSpPr txBox="1"/>
          <p:nvPr/>
        </p:nvSpPr>
        <p:spPr>
          <a:xfrm>
            <a:off x="6606075" y="3075057"/>
            <a:ext cx="1248034" cy="553998"/>
          </a:xfrm>
          <a:prstGeom prst="rect">
            <a:avLst/>
          </a:prstGeom>
          <a:noFill/>
        </p:spPr>
        <p:txBody>
          <a:bodyPr wrap="square" rtlCol="0">
            <a:spAutoFit/>
          </a:bodyPr>
          <a:lstStyle/>
          <a:p>
            <a:pPr marL="171450" indent="-171450">
              <a:buFont typeface="Arial" panose="020B0604020202020204" pitchFamily="34" charset="0"/>
              <a:buChar char="•"/>
            </a:pPr>
            <a:r>
              <a:rPr lang="en-US" altLang="zh-CN" sz="1000" b="1" dirty="0">
                <a:solidFill>
                  <a:srgbClr val="FF0000"/>
                </a:solidFill>
                <a:latin typeface="微软雅黑" panose="020B0503020204020204" pitchFamily="34" charset="-122"/>
                <a:ea typeface="微软雅黑" panose="020B0503020204020204" pitchFamily="34" charset="-122"/>
              </a:rPr>
              <a:t>2020.12</a:t>
            </a:r>
          </a:p>
          <a:p>
            <a:pPr marL="171450" indent="-171450">
              <a:buFont typeface="Arial" panose="020B0604020202020204" pitchFamily="34" charset="0"/>
              <a:buChar char="•"/>
            </a:pPr>
            <a:r>
              <a:rPr lang="zh-CN" altLang="en-US" sz="1000" dirty="0">
                <a:latin typeface="微软雅黑" panose="020B0503020204020204" pitchFamily="34" charset="-122"/>
                <a:ea typeface="微软雅黑" panose="020B0503020204020204" pitchFamily="34" charset="-122"/>
              </a:rPr>
              <a:t>河北疫情</a:t>
            </a:r>
            <a:endParaRPr lang="en-US" altLang="zh-CN" sz="1000" dirty="0">
              <a:latin typeface="微软雅黑" panose="020B0503020204020204" pitchFamily="34" charset="-122"/>
              <a:ea typeface="微软雅黑" panose="020B0503020204020204" pitchFamily="34" charset="-122"/>
            </a:endParaRPr>
          </a:p>
          <a:p>
            <a:pPr marL="171450" indent="-171450">
              <a:buFont typeface="Arial" panose="020B0604020202020204" pitchFamily="34" charset="0"/>
              <a:buChar char="•"/>
            </a:pPr>
            <a:r>
              <a:rPr lang="zh-CN" altLang="en-US" sz="1000" dirty="0">
                <a:latin typeface="微软雅黑" panose="020B0503020204020204" pitchFamily="34" charset="-122"/>
                <a:ea typeface="微软雅黑" panose="020B0503020204020204" pitchFamily="34" charset="-122"/>
              </a:rPr>
              <a:t>甘氨酸供给受限</a:t>
            </a:r>
          </a:p>
        </p:txBody>
      </p:sp>
      <p:cxnSp>
        <p:nvCxnSpPr>
          <p:cNvPr id="7" name="直接箭头连接符 6">
            <a:extLst>
              <a:ext uri="{FF2B5EF4-FFF2-40B4-BE49-F238E27FC236}">
                <a16:creationId xmlns:a16="http://schemas.microsoft.com/office/drawing/2014/main" xmlns="" id="{F8EAFF7E-D890-CC15-607F-20F1B90C469B}"/>
              </a:ext>
            </a:extLst>
          </p:cNvPr>
          <p:cNvCxnSpPr>
            <a:cxnSpLocks/>
          </p:cNvCxnSpPr>
          <p:nvPr/>
        </p:nvCxnSpPr>
        <p:spPr>
          <a:xfrm flipH="1" flipV="1">
            <a:off x="7529804" y="3705881"/>
            <a:ext cx="794794" cy="123628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10" name="图表 9">
            <a:extLst>
              <a:ext uri="{FF2B5EF4-FFF2-40B4-BE49-F238E27FC236}">
                <a16:creationId xmlns:a16="http://schemas.microsoft.com/office/drawing/2014/main" xmlns="" id="{FDB078FE-5A6F-98C8-6B5F-544CE807C503}"/>
              </a:ext>
            </a:extLst>
          </p:cNvPr>
          <p:cNvGraphicFramePr>
            <a:graphicFrameLocks/>
          </p:cNvGraphicFramePr>
          <p:nvPr>
            <p:extLst>
              <p:ext uri="{D42A27DB-BD31-4B8C-83A1-F6EECF244321}">
                <p14:modId xmlns:p14="http://schemas.microsoft.com/office/powerpoint/2010/main" val="2253394068"/>
              </p:ext>
            </p:extLst>
          </p:nvPr>
        </p:nvGraphicFramePr>
        <p:xfrm>
          <a:off x="-174743" y="2350448"/>
          <a:ext cx="10774681" cy="4509088"/>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85850984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descr="0110新版ppt-03.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6" y="0"/>
            <a:ext cx="12191594" cy="6858000"/>
          </a:xfrm>
          <a:prstGeom prst="rect">
            <a:avLst/>
          </a:prstGeom>
        </p:spPr>
      </p:pic>
      <p:sp>
        <p:nvSpPr>
          <p:cNvPr id="4" name="文本框 3"/>
          <p:cNvSpPr txBox="1"/>
          <p:nvPr/>
        </p:nvSpPr>
        <p:spPr>
          <a:xfrm>
            <a:off x="1254760" y="1533537"/>
            <a:ext cx="1797749" cy="1655710"/>
          </a:xfrm>
          <a:prstGeom prst="rect">
            <a:avLst/>
          </a:prstGeom>
          <a:noFill/>
        </p:spPr>
        <p:txBody>
          <a:bodyPr wrap="square" rtlCol="0">
            <a:spAutoFit/>
          </a:bodyPr>
          <a:lstStyle/>
          <a:p>
            <a:r>
              <a:rPr lang="en-US" altLang="zh-CN" sz="10160" b="1" i="1" dirty="0">
                <a:solidFill>
                  <a:srgbClr val="E10000"/>
                </a:solidFill>
                <a:latin typeface="微软雅黑" panose="020B0503020204020204" pitchFamily="34" charset="-122"/>
                <a:ea typeface="微软雅黑" panose="020B0503020204020204" pitchFamily="34" charset="-122"/>
              </a:rPr>
              <a:t>05</a:t>
            </a:r>
            <a:endParaRPr lang="zh-CN" altLang="en-US" sz="10160" b="1" i="1" dirty="0">
              <a:solidFill>
                <a:srgbClr val="E10000"/>
              </a:solidFill>
              <a:latin typeface="微软雅黑" panose="020B0503020204020204" pitchFamily="34" charset="-122"/>
              <a:ea typeface="微软雅黑" panose="020B0503020204020204" pitchFamily="34" charset="-122"/>
            </a:endParaRPr>
          </a:p>
        </p:txBody>
      </p:sp>
      <p:sp>
        <p:nvSpPr>
          <p:cNvPr id="6" name="文本框 5"/>
          <p:cNvSpPr txBox="1"/>
          <p:nvPr/>
        </p:nvSpPr>
        <p:spPr>
          <a:xfrm>
            <a:off x="1254760" y="3146287"/>
            <a:ext cx="5566664" cy="492443"/>
          </a:xfrm>
          <a:prstGeom prst="rect">
            <a:avLst/>
          </a:prstGeom>
          <a:noFill/>
        </p:spPr>
        <p:txBody>
          <a:bodyPr wrap="square" rtlCol="0">
            <a:spAutoFit/>
          </a:bodyPr>
          <a:lstStyle/>
          <a:p>
            <a:r>
              <a:rPr lang="zh-CN" altLang="en-US" sz="2600" b="1" dirty="0">
                <a:solidFill>
                  <a:srgbClr val="6D6D6D"/>
                </a:solidFill>
                <a:latin typeface="微软雅黑" panose="020B0503020204020204" pitchFamily="34" charset="-122"/>
                <a:ea typeface="微软雅黑" panose="020B0503020204020204" pitchFamily="34" charset="-122"/>
              </a:rPr>
              <a:t>磷酸铁</a:t>
            </a:r>
          </a:p>
        </p:txBody>
      </p:sp>
      <p:sp>
        <p:nvSpPr>
          <p:cNvPr id="7" name="文本框 6"/>
          <p:cNvSpPr txBox="1"/>
          <p:nvPr/>
        </p:nvSpPr>
        <p:spPr>
          <a:xfrm>
            <a:off x="1254760" y="3749576"/>
            <a:ext cx="5302761" cy="418191"/>
          </a:xfrm>
          <a:prstGeom prst="rect">
            <a:avLst/>
          </a:prstGeom>
          <a:noFill/>
        </p:spPr>
        <p:txBody>
          <a:bodyPr wrap="square" rtlCol="0">
            <a:spAutoFit/>
          </a:bodyPr>
          <a:lstStyle/>
          <a:p>
            <a:pPr>
              <a:lnSpc>
                <a:spcPct val="150000"/>
              </a:lnSpc>
            </a:pPr>
            <a:r>
              <a:rPr lang="zh-CN" altLang="en-US" sz="1600" dirty="0">
                <a:solidFill>
                  <a:schemeClr val="bg1">
                    <a:lumMod val="50000"/>
                  </a:schemeClr>
                </a:solidFill>
                <a:latin typeface="微软雅黑" panose="020B0503020204020204" pitchFamily="34" charset="-122"/>
                <a:ea typeface="微软雅黑" panose="020B0503020204020204" pitchFamily="34" charset="-122"/>
              </a:rPr>
              <a:t>短期供需紧张，长期成本为王</a:t>
            </a:r>
          </a:p>
        </p:txBody>
      </p:sp>
    </p:spTree>
    <p:extLst>
      <p:ext uri="{BB962C8B-B14F-4D97-AF65-F5344CB8AC3E}">
        <p14:creationId xmlns:p14="http://schemas.microsoft.com/office/powerpoint/2010/main" val="292731520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762000" y="1054100"/>
            <a:ext cx="1052666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b="1" dirty="0">
                <a:solidFill>
                  <a:srgbClr val="6E6E6E"/>
                </a:solidFill>
                <a:latin typeface="微软雅黑" panose="020B0503020204020204" pitchFamily="34" charset="-122"/>
                <a:ea typeface="微软雅黑" panose="020B0503020204020204" pitchFamily="34" charset="-122"/>
              </a:rPr>
              <a:t>正极材料对于锂电池性能至关重要，占电芯成本约</a:t>
            </a:r>
            <a:r>
              <a:rPr lang="en-US" altLang="zh-CN" sz="1200" b="1" dirty="0">
                <a:solidFill>
                  <a:srgbClr val="6E6E6E"/>
                </a:solidFill>
                <a:latin typeface="微软雅黑" panose="020B0503020204020204" pitchFamily="34" charset="-122"/>
                <a:ea typeface="微软雅黑" panose="020B0503020204020204" pitchFamily="34" charset="-122"/>
              </a:rPr>
              <a:t>30%</a:t>
            </a:r>
            <a:r>
              <a:rPr lang="zh-CN" altLang="en-US" sz="1200" b="1"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锂离子电池的电芯主要由正极、负极、电解液和隔膜四大关键材料组成，正极材料在电芯成本中的占比约为</a:t>
            </a:r>
            <a:r>
              <a:rPr lang="en-US" altLang="zh-CN" sz="1200" dirty="0">
                <a:solidFill>
                  <a:srgbClr val="6E6E6E"/>
                </a:solidFill>
                <a:latin typeface="微软雅黑" panose="020B0503020204020204" pitchFamily="34" charset="-122"/>
                <a:ea typeface="微软雅黑" panose="020B0503020204020204" pitchFamily="34" charset="-122"/>
              </a:rPr>
              <a:t>30%</a:t>
            </a:r>
            <a:r>
              <a:rPr lang="zh-CN" altLang="en-US" sz="1200" dirty="0">
                <a:solidFill>
                  <a:srgbClr val="6E6E6E"/>
                </a:solidFill>
                <a:latin typeface="微软雅黑" panose="020B0503020204020204" pitchFamily="34" charset="-122"/>
                <a:ea typeface="微软雅黑" panose="020B0503020204020204" pitchFamily="34" charset="-122"/>
              </a:rPr>
              <a:t>。锂离子电池的本质是利用锂离子参与的氧化还原反应实现电能和化学能的相互转换。锂电的评价指标包括能量密度、循环寿命、倍率性能、安全性能等。</a:t>
            </a:r>
            <a:r>
              <a:rPr lang="zh-CN" altLang="en-US" sz="1200" b="1" dirty="0">
                <a:solidFill>
                  <a:srgbClr val="6E6E6E"/>
                </a:solidFill>
                <a:latin typeface="微软雅黑" panose="020B0503020204020204" pitchFamily="34" charset="-122"/>
                <a:ea typeface="微软雅黑" panose="020B0503020204020204" pitchFamily="34" charset="-122"/>
              </a:rPr>
              <a:t>正极材料的种类和性能直接决定了锂电池的电压和能量密度、循环寿命和倍率性能等，对电池性能至关重要</a:t>
            </a:r>
          </a:p>
          <a:p>
            <a:pPr lvl="0" fontAlgn="base">
              <a:lnSpc>
                <a:spcPct val="150000"/>
              </a:lnSpc>
              <a:spcBef>
                <a:spcPct val="0"/>
              </a:spcBef>
              <a:spcAft>
                <a:spcPct val="0"/>
              </a:spcAft>
              <a:buClr>
                <a:srgbClr val="C00000"/>
              </a:buClr>
              <a:buFont typeface="Wingdings" panose="05000000000000000000" pitchFamily="2" charset="2"/>
              <a:buChar char="p"/>
              <a:defRPr/>
            </a:pPr>
            <a:endParaRPr lang="zh-CN" altLang="en-US" sz="1200" dirty="0">
              <a:solidFill>
                <a:srgbClr val="6E6E6E"/>
              </a:solidFill>
              <a:latin typeface="微软雅黑" panose="020B0503020204020204" pitchFamily="34" charset="-122"/>
              <a:ea typeface="微软雅黑" panose="020B0503020204020204" pitchFamily="34" charset="-122"/>
            </a:endParaRPr>
          </a:p>
        </p:txBody>
      </p:sp>
      <p:sp>
        <p:nvSpPr>
          <p:cNvPr id="4" name="文本框 3"/>
          <p:cNvSpPr txBox="1"/>
          <p:nvPr/>
        </p:nvSpPr>
        <p:spPr>
          <a:xfrm>
            <a:off x="1522658" y="381164"/>
            <a:ext cx="8388178"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正极材料对于锂电池性能至关重要</a:t>
            </a:r>
          </a:p>
        </p:txBody>
      </p:sp>
      <p:sp>
        <p:nvSpPr>
          <p:cNvPr id="5" name="Rectangle 5">
            <a:extLst>
              <a:ext uri="{FF2B5EF4-FFF2-40B4-BE49-F238E27FC236}">
                <a16:creationId xmlns:a16="http://schemas.microsoft.com/office/drawing/2014/main" xmlns="" id="{A56E6C57-3865-46C0-9D03-DC1AB148D1EA}"/>
              </a:ext>
            </a:extLst>
          </p:cNvPr>
          <p:cNvSpPr>
            <a:spLocks noChangeArrowheads="1"/>
          </p:cNvSpPr>
          <p:nvPr/>
        </p:nvSpPr>
        <p:spPr bwMode="auto">
          <a:xfrm>
            <a:off x="0" y="6679177"/>
            <a:ext cx="28800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资料来源：新材料在线，新材料产业，长江证券研究所</a:t>
            </a:r>
          </a:p>
        </p:txBody>
      </p:sp>
      <p:sp>
        <p:nvSpPr>
          <p:cNvPr id="6" name="Rectangle 4">
            <a:extLst>
              <a:ext uri="{FF2B5EF4-FFF2-40B4-BE49-F238E27FC236}">
                <a16:creationId xmlns:a16="http://schemas.microsoft.com/office/drawing/2014/main" xmlns="" id="{52AAC22E-1625-45A2-8D19-AF46BA4C134C}"/>
              </a:ext>
            </a:extLst>
          </p:cNvPr>
          <p:cNvSpPr>
            <a:spLocks noChangeArrowheads="1"/>
          </p:cNvSpPr>
          <p:nvPr/>
        </p:nvSpPr>
        <p:spPr bwMode="auto">
          <a:xfrm>
            <a:off x="1197868" y="2828747"/>
            <a:ext cx="4304177"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800" b="1" dirty="0">
                <a:solidFill>
                  <a:srgbClr val="E10000"/>
                </a:solidFill>
                <a:latin typeface="微软雅黑" panose="020B0503020204020204" pitchFamily="34" charset="-122"/>
                <a:ea typeface="微软雅黑" panose="020B0503020204020204" pitchFamily="34" charset="-122"/>
              </a:rPr>
              <a:t>正极材料在电芯成本中占比约</a:t>
            </a:r>
            <a:r>
              <a:rPr lang="en-US" altLang="zh-CN" sz="1800" b="1" dirty="0">
                <a:solidFill>
                  <a:srgbClr val="E10000"/>
                </a:solidFill>
                <a:latin typeface="微软雅黑" panose="020B0503020204020204" pitchFamily="34" charset="-122"/>
                <a:ea typeface="微软雅黑" panose="020B0503020204020204" pitchFamily="34" charset="-122"/>
              </a:rPr>
              <a:t>30%</a:t>
            </a:r>
            <a:endParaRPr lang="zh-CN" altLang="zh-CN" sz="1800" b="1" dirty="0">
              <a:solidFill>
                <a:srgbClr val="E10000"/>
              </a:solidFill>
              <a:ea typeface="华文细黑" panose="02010600040101010101" charset="-122"/>
            </a:endParaRPr>
          </a:p>
        </p:txBody>
      </p:sp>
      <p:graphicFrame>
        <p:nvGraphicFramePr>
          <p:cNvPr id="7" name="图表 6">
            <a:extLst>
              <a:ext uri="{FF2B5EF4-FFF2-40B4-BE49-F238E27FC236}">
                <a16:creationId xmlns:a16="http://schemas.microsoft.com/office/drawing/2014/main" xmlns="" id="{B0DCB4E7-6DA3-4A9D-AA25-5A864DC44F05}"/>
              </a:ext>
            </a:extLst>
          </p:cNvPr>
          <p:cNvGraphicFramePr>
            <a:graphicFrameLocks/>
          </p:cNvGraphicFramePr>
          <p:nvPr/>
        </p:nvGraphicFramePr>
        <p:xfrm>
          <a:off x="650206" y="3283996"/>
          <a:ext cx="4304177" cy="2941718"/>
        </p:xfrm>
        <a:graphic>
          <a:graphicData uri="http://schemas.openxmlformats.org/drawingml/2006/chart">
            <c:chart xmlns:c="http://schemas.openxmlformats.org/drawingml/2006/chart" xmlns:r="http://schemas.openxmlformats.org/officeDocument/2006/relationships" r:id="rId2"/>
          </a:graphicData>
        </a:graphic>
      </p:graphicFrame>
      <p:pic>
        <p:nvPicPr>
          <p:cNvPr id="8" name="图片 7">
            <a:extLst>
              <a:ext uri="{FF2B5EF4-FFF2-40B4-BE49-F238E27FC236}">
                <a16:creationId xmlns:a16="http://schemas.microsoft.com/office/drawing/2014/main" xmlns="" id="{DFE6F46F-D61B-4E12-AFA4-DAA66CA144FD}"/>
              </a:ext>
            </a:extLst>
          </p:cNvPr>
          <p:cNvPicPr/>
          <p:nvPr/>
        </p:nvPicPr>
        <p:blipFill>
          <a:blip r:embed="rId3"/>
          <a:stretch>
            <a:fillRect/>
          </a:stretch>
        </p:blipFill>
        <p:spPr>
          <a:xfrm>
            <a:off x="6814492" y="3389605"/>
            <a:ext cx="4267199" cy="2730500"/>
          </a:xfrm>
          <a:prstGeom prst="rect">
            <a:avLst/>
          </a:prstGeom>
        </p:spPr>
      </p:pic>
      <p:sp>
        <p:nvSpPr>
          <p:cNvPr id="9" name="Rectangle 4">
            <a:extLst>
              <a:ext uri="{FF2B5EF4-FFF2-40B4-BE49-F238E27FC236}">
                <a16:creationId xmlns:a16="http://schemas.microsoft.com/office/drawing/2014/main" xmlns="" id="{A45F78AA-A075-4DF4-B570-1E13EA3CE5CC}"/>
              </a:ext>
            </a:extLst>
          </p:cNvPr>
          <p:cNvSpPr>
            <a:spLocks noChangeArrowheads="1"/>
          </p:cNvSpPr>
          <p:nvPr/>
        </p:nvSpPr>
        <p:spPr bwMode="auto">
          <a:xfrm>
            <a:off x="8110636" y="2828747"/>
            <a:ext cx="2592288"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zh-CN" sz="1800" b="1" dirty="0">
                <a:solidFill>
                  <a:srgbClr val="E10000"/>
                </a:solidFill>
                <a:latin typeface="微软雅黑" panose="020B0503020204020204" pitchFamily="34" charset="-122"/>
                <a:ea typeface="微软雅黑" panose="020B0503020204020204" pitchFamily="34" charset="-122"/>
              </a:rPr>
              <a:t>锂电池充放电原理</a:t>
            </a:r>
          </a:p>
        </p:txBody>
      </p:sp>
      <p:sp>
        <p:nvSpPr>
          <p:cNvPr id="10" name="文本框 9">
            <a:extLst>
              <a:ext uri="{FF2B5EF4-FFF2-40B4-BE49-F238E27FC236}">
                <a16:creationId xmlns:a16="http://schemas.microsoft.com/office/drawing/2014/main" xmlns="" id="{A5D62369-99C1-7C27-BC81-9420EE0EB962}"/>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1478687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14"/>
          <p:cNvSpPr txBox="1">
            <a:spLocks noChangeArrowheads="1"/>
          </p:cNvSpPr>
          <p:nvPr/>
        </p:nvSpPr>
        <p:spPr bwMode="auto">
          <a:xfrm>
            <a:off x="1557908" y="2511260"/>
            <a:ext cx="4320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eaLnBrk="0" fontAlgn="base" hangingPunct="0">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中国新能源汽车产销量及增速</a:t>
            </a:r>
          </a:p>
        </p:txBody>
      </p:sp>
      <p:sp>
        <p:nvSpPr>
          <p:cNvPr id="4" name="Text Box 2"/>
          <p:cNvSpPr txBox="1">
            <a:spLocks noChangeArrowheads="1"/>
          </p:cNvSpPr>
          <p:nvPr/>
        </p:nvSpPr>
        <p:spPr bwMode="auto">
          <a:xfrm>
            <a:off x="762000" y="1054100"/>
            <a:ext cx="1045465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en-US" altLang="zh-CN" sz="1200" b="1" dirty="0">
                <a:solidFill>
                  <a:srgbClr val="6E6E6E"/>
                </a:solidFill>
                <a:latin typeface="微软雅黑" panose="020B0503020204020204" pitchFamily="34" charset="-122"/>
                <a:ea typeface="微软雅黑" panose="020B0503020204020204" pitchFamily="34" charset="-122"/>
              </a:rPr>
              <a:t>2020</a:t>
            </a:r>
            <a:r>
              <a:rPr lang="zh-CN" altLang="en-US" sz="1200" b="1" dirty="0">
                <a:solidFill>
                  <a:srgbClr val="6E6E6E"/>
                </a:solidFill>
                <a:latin typeface="微软雅黑" panose="020B0503020204020204" pitchFamily="34" charset="-122"/>
                <a:ea typeface="微软雅黑" panose="020B0503020204020204" pitchFamily="34" charset="-122"/>
              </a:rPr>
              <a:t>年，新能源汽车年度产销均创历史新高，动力电池产量不断上升。</a:t>
            </a:r>
            <a:r>
              <a:rPr lang="zh-CN" altLang="en-US" sz="1200" dirty="0">
                <a:solidFill>
                  <a:srgbClr val="6E6E6E"/>
                </a:solidFill>
                <a:latin typeface="微软雅黑" panose="020B0503020204020204" pitchFamily="34" charset="-122"/>
                <a:ea typeface="微软雅黑" panose="020B0503020204020204" pitchFamily="34" charset="-122"/>
              </a:rPr>
              <a:t>根据中汽协数据，</a:t>
            </a:r>
            <a:r>
              <a:rPr lang="en-US" altLang="zh-CN" sz="1200" dirty="0">
                <a:solidFill>
                  <a:srgbClr val="6E6E6E"/>
                </a:solidFill>
                <a:latin typeface="微软雅黑" panose="020B0503020204020204" pitchFamily="34" charset="-122"/>
                <a:ea typeface="微软雅黑" panose="020B0503020204020204" pitchFamily="34" charset="-122"/>
              </a:rPr>
              <a:t>2020</a:t>
            </a:r>
            <a:r>
              <a:rPr lang="zh-CN" altLang="en-US" sz="1200" dirty="0">
                <a:solidFill>
                  <a:srgbClr val="6E6E6E"/>
                </a:solidFill>
                <a:latin typeface="微软雅黑" panose="020B0503020204020204" pitchFamily="34" charset="-122"/>
                <a:ea typeface="微软雅黑" panose="020B0503020204020204" pitchFamily="34" charset="-122"/>
              </a:rPr>
              <a:t>年，我国新能源汽车产销量分别为</a:t>
            </a:r>
            <a:r>
              <a:rPr lang="en-US" altLang="zh-CN" sz="1200" dirty="0">
                <a:solidFill>
                  <a:srgbClr val="6E6E6E"/>
                </a:solidFill>
                <a:latin typeface="微软雅黑" panose="020B0503020204020204" pitchFamily="34" charset="-122"/>
                <a:ea typeface="微软雅黑" panose="020B0503020204020204" pitchFamily="34" charset="-122"/>
              </a:rPr>
              <a:t>136.6</a:t>
            </a:r>
            <a:r>
              <a:rPr lang="zh-CN" altLang="en-US" sz="1200" dirty="0">
                <a:solidFill>
                  <a:srgbClr val="6E6E6E"/>
                </a:solidFill>
                <a:latin typeface="微软雅黑" panose="020B0503020204020204" pitchFamily="34" charset="-122"/>
                <a:ea typeface="微软雅黑" panose="020B0503020204020204" pitchFamily="34" charset="-122"/>
              </a:rPr>
              <a:t>万辆和</a:t>
            </a:r>
            <a:r>
              <a:rPr lang="en-US" altLang="zh-CN" sz="1200" dirty="0">
                <a:solidFill>
                  <a:srgbClr val="6E6E6E"/>
                </a:solidFill>
                <a:latin typeface="微软雅黑" panose="020B0503020204020204" pitchFamily="34" charset="-122"/>
                <a:ea typeface="微软雅黑" panose="020B0503020204020204" pitchFamily="34" charset="-122"/>
              </a:rPr>
              <a:t>136.7</a:t>
            </a:r>
            <a:r>
              <a:rPr lang="zh-CN" altLang="en-US" sz="1200" dirty="0">
                <a:solidFill>
                  <a:srgbClr val="6E6E6E"/>
                </a:solidFill>
                <a:latin typeface="微软雅黑" panose="020B0503020204020204" pitchFamily="34" charset="-122"/>
                <a:ea typeface="微软雅黑" panose="020B0503020204020204" pitchFamily="34" charset="-122"/>
              </a:rPr>
              <a:t>万辆，同比分别增长</a:t>
            </a:r>
            <a:r>
              <a:rPr lang="en-US" altLang="zh-CN" sz="1200" dirty="0">
                <a:solidFill>
                  <a:srgbClr val="6E6E6E"/>
                </a:solidFill>
                <a:latin typeface="微软雅黑" panose="020B0503020204020204" pitchFamily="34" charset="-122"/>
                <a:ea typeface="微软雅黑" panose="020B0503020204020204" pitchFamily="34" charset="-122"/>
              </a:rPr>
              <a:t>10.0%</a:t>
            </a:r>
            <a:r>
              <a:rPr lang="zh-CN" altLang="en-US" sz="1200" dirty="0">
                <a:solidFill>
                  <a:srgbClr val="6E6E6E"/>
                </a:solidFill>
                <a:latin typeface="微软雅黑" panose="020B0503020204020204" pitchFamily="34" charset="-122"/>
                <a:ea typeface="微软雅黑" panose="020B0503020204020204" pitchFamily="34" charset="-122"/>
              </a:rPr>
              <a:t>和</a:t>
            </a:r>
            <a:r>
              <a:rPr lang="en-US" altLang="zh-CN" sz="1200" dirty="0">
                <a:solidFill>
                  <a:srgbClr val="6E6E6E"/>
                </a:solidFill>
                <a:latin typeface="微软雅黑" panose="020B0503020204020204" pitchFamily="34" charset="-122"/>
                <a:ea typeface="微软雅黑" panose="020B0503020204020204" pitchFamily="34" charset="-122"/>
              </a:rPr>
              <a:t>13.4%</a:t>
            </a:r>
            <a:r>
              <a:rPr lang="zh-CN" altLang="en-US" sz="1200" dirty="0">
                <a:solidFill>
                  <a:srgbClr val="6E6E6E"/>
                </a:solidFill>
                <a:latin typeface="微软雅黑" panose="020B0503020204020204" pitchFamily="34" charset="-122"/>
                <a:ea typeface="微软雅黑" panose="020B0503020204020204" pitchFamily="34" charset="-122"/>
              </a:rPr>
              <a:t>，较上年实现由负转正，创造历史新高。动力电池方面，受新冠疫情影响，</a:t>
            </a:r>
            <a:r>
              <a:rPr lang="en-US" altLang="zh-CN" sz="1200" dirty="0">
                <a:solidFill>
                  <a:srgbClr val="6E6E6E"/>
                </a:solidFill>
                <a:latin typeface="微软雅黑" panose="020B0503020204020204" pitchFamily="34" charset="-122"/>
                <a:ea typeface="微软雅黑" panose="020B0503020204020204" pitchFamily="34" charset="-122"/>
              </a:rPr>
              <a:t>2020</a:t>
            </a:r>
            <a:r>
              <a:rPr lang="zh-CN" altLang="en-US" sz="1200" dirty="0">
                <a:solidFill>
                  <a:srgbClr val="6E6E6E"/>
                </a:solidFill>
                <a:latin typeface="微软雅黑" panose="020B0503020204020204" pitchFamily="34" charset="-122"/>
                <a:ea typeface="微软雅黑" panose="020B0503020204020204" pitchFamily="34" charset="-122"/>
              </a:rPr>
              <a:t>年我国动力电池产量累计达</a:t>
            </a:r>
            <a:r>
              <a:rPr lang="en-US" altLang="zh-CN" sz="1200" dirty="0">
                <a:solidFill>
                  <a:srgbClr val="6E6E6E"/>
                </a:solidFill>
                <a:latin typeface="微软雅黑" panose="020B0503020204020204" pitchFamily="34" charset="-122"/>
                <a:ea typeface="微软雅黑" panose="020B0503020204020204" pitchFamily="34" charset="-122"/>
              </a:rPr>
              <a:t>83.4GWh</a:t>
            </a:r>
            <a:r>
              <a:rPr lang="zh-CN" altLang="en-US" sz="1200" dirty="0">
                <a:solidFill>
                  <a:srgbClr val="6E6E6E"/>
                </a:solidFill>
                <a:latin typeface="微软雅黑" panose="020B0503020204020204" pitchFamily="34" charset="-122"/>
                <a:ea typeface="微软雅黑" panose="020B0503020204020204" pitchFamily="34" charset="-122"/>
              </a:rPr>
              <a:t>，同比下降</a:t>
            </a:r>
            <a:r>
              <a:rPr lang="en-US" altLang="zh-CN" sz="1200" dirty="0">
                <a:solidFill>
                  <a:srgbClr val="6E6E6E"/>
                </a:solidFill>
                <a:latin typeface="微软雅黑" panose="020B0503020204020204" pitchFamily="34" charset="-122"/>
                <a:ea typeface="微软雅黑" panose="020B0503020204020204" pitchFamily="34" charset="-122"/>
              </a:rPr>
              <a:t>2.3%</a:t>
            </a:r>
            <a:r>
              <a:rPr lang="zh-CN" altLang="en-US" sz="1200" dirty="0">
                <a:solidFill>
                  <a:srgbClr val="6E6E6E"/>
                </a:solidFill>
                <a:latin typeface="微软雅黑" panose="020B0503020204020204" pitchFamily="34" charset="-122"/>
                <a:ea typeface="微软雅黑" panose="020B0503020204020204" pitchFamily="34" charset="-122"/>
              </a:rPr>
              <a:t>。但动力电池产量从</a:t>
            </a:r>
            <a:r>
              <a:rPr lang="en-US" altLang="zh-CN" sz="1200" dirty="0">
                <a:solidFill>
                  <a:srgbClr val="6E6E6E"/>
                </a:solidFill>
                <a:latin typeface="微软雅黑" panose="020B0503020204020204" pitchFamily="34" charset="-122"/>
                <a:ea typeface="微软雅黑" panose="020B0503020204020204" pitchFamily="34" charset="-122"/>
              </a:rPr>
              <a:t>3</a:t>
            </a:r>
            <a:r>
              <a:rPr lang="zh-CN" altLang="en-US" sz="1200" dirty="0">
                <a:solidFill>
                  <a:srgbClr val="6E6E6E"/>
                </a:solidFill>
                <a:latin typeface="微软雅黑" panose="020B0503020204020204" pitchFamily="34" charset="-122"/>
                <a:ea typeface="微软雅黑" panose="020B0503020204020204" pitchFamily="34" charset="-122"/>
              </a:rPr>
              <a:t>月份开始不断呈现上升态势。</a:t>
            </a:r>
            <a:r>
              <a:rPr lang="en-US" altLang="zh-CN" sz="1200" dirty="0">
                <a:solidFill>
                  <a:srgbClr val="6E6E6E"/>
                </a:solidFill>
                <a:latin typeface="微软雅黑" panose="020B0503020204020204" pitchFamily="34" charset="-122"/>
                <a:ea typeface="微软雅黑" panose="020B0503020204020204" pitchFamily="34" charset="-122"/>
              </a:rPr>
              <a:t>2020</a:t>
            </a:r>
            <a:r>
              <a:rPr lang="zh-CN" altLang="en-US" sz="1200" dirty="0">
                <a:solidFill>
                  <a:srgbClr val="6E6E6E"/>
                </a:solidFill>
                <a:latin typeface="微软雅黑" panose="020B0503020204020204" pitchFamily="34" charset="-122"/>
                <a:ea typeface="微软雅黑" panose="020B0503020204020204" pitchFamily="34" charset="-122"/>
              </a:rPr>
              <a:t>年</a:t>
            </a:r>
            <a:r>
              <a:rPr lang="en-US" altLang="zh-CN" sz="1200" dirty="0">
                <a:solidFill>
                  <a:srgbClr val="6E6E6E"/>
                </a:solidFill>
                <a:latin typeface="微软雅黑" panose="020B0503020204020204" pitchFamily="34" charset="-122"/>
                <a:ea typeface="微软雅黑" panose="020B0503020204020204" pitchFamily="34" charset="-122"/>
              </a:rPr>
              <a:t>12</a:t>
            </a:r>
            <a:r>
              <a:rPr lang="zh-CN" altLang="en-US" sz="1200" dirty="0">
                <a:solidFill>
                  <a:srgbClr val="6E6E6E"/>
                </a:solidFill>
                <a:latin typeface="微软雅黑" panose="020B0503020204020204" pitchFamily="34" charset="-122"/>
                <a:ea typeface="微软雅黑" panose="020B0503020204020204" pitchFamily="34" charset="-122"/>
              </a:rPr>
              <a:t>月，我国动力电池产量共计</a:t>
            </a:r>
            <a:r>
              <a:rPr lang="en-US" altLang="zh-CN" sz="1200" dirty="0">
                <a:solidFill>
                  <a:srgbClr val="6E6E6E"/>
                </a:solidFill>
                <a:latin typeface="微软雅黑" panose="020B0503020204020204" pitchFamily="34" charset="-122"/>
                <a:ea typeface="微软雅黑" panose="020B0503020204020204" pitchFamily="34" charset="-122"/>
              </a:rPr>
              <a:t>15.1GWh</a:t>
            </a:r>
            <a:r>
              <a:rPr lang="zh-CN" altLang="en-US" sz="1200" dirty="0">
                <a:solidFill>
                  <a:srgbClr val="6E6E6E"/>
                </a:solidFill>
                <a:latin typeface="微软雅黑" panose="020B0503020204020204" pitchFamily="34" charset="-122"/>
                <a:ea typeface="微软雅黑" panose="020B0503020204020204" pitchFamily="34" charset="-122"/>
              </a:rPr>
              <a:t>，同比增长</a:t>
            </a:r>
            <a:r>
              <a:rPr lang="en-US" altLang="zh-CN" sz="1200" dirty="0">
                <a:solidFill>
                  <a:srgbClr val="6E6E6E"/>
                </a:solidFill>
                <a:latin typeface="微软雅黑" panose="020B0503020204020204" pitchFamily="34" charset="-122"/>
                <a:ea typeface="微软雅黑" panose="020B0503020204020204" pitchFamily="34" charset="-122"/>
              </a:rPr>
              <a:t>143.9%</a:t>
            </a:r>
            <a:r>
              <a:rPr lang="zh-CN" altLang="en-US" sz="1200" dirty="0">
                <a:solidFill>
                  <a:srgbClr val="6E6E6E"/>
                </a:solidFill>
                <a:latin typeface="微软雅黑" panose="020B0503020204020204" pitchFamily="34" charset="-122"/>
                <a:ea typeface="微软雅黑" panose="020B0503020204020204" pitchFamily="34" charset="-122"/>
              </a:rPr>
              <a:t>，环比增长</a:t>
            </a:r>
            <a:r>
              <a:rPr lang="en-US" altLang="zh-CN" sz="1200" dirty="0">
                <a:solidFill>
                  <a:srgbClr val="6E6E6E"/>
                </a:solidFill>
                <a:latin typeface="微软雅黑" panose="020B0503020204020204" pitchFamily="34" charset="-122"/>
                <a:ea typeface="微软雅黑" panose="020B0503020204020204" pitchFamily="34" charset="-122"/>
              </a:rPr>
              <a:t>18.9%</a:t>
            </a:r>
            <a:r>
              <a:rPr lang="zh-CN" altLang="en-US" sz="1200" dirty="0">
                <a:solidFill>
                  <a:srgbClr val="6E6E6E"/>
                </a:solidFill>
                <a:latin typeface="微软雅黑" panose="020B0503020204020204" pitchFamily="34" charset="-122"/>
                <a:ea typeface="微软雅黑" panose="020B0503020204020204" pitchFamily="34" charset="-122"/>
              </a:rPr>
              <a:t>，复苏态势明显</a:t>
            </a:r>
          </a:p>
          <a:p>
            <a:pPr lvl="0" fontAlgn="base">
              <a:lnSpc>
                <a:spcPct val="150000"/>
              </a:lnSpc>
              <a:spcBef>
                <a:spcPct val="0"/>
              </a:spcBef>
              <a:spcAft>
                <a:spcPct val="0"/>
              </a:spcAft>
              <a:buClr>
                <a:srgbClr val="C00000"/>
              </a:buClr>
              <a:buFont typeface="Wingdings" panose="05000000000000000000" pitchFamily="2" charset="2"/>
              <a:buChar char="p"/>
              <a:defRPr/>
            </a:pPr>
            <a:endParaRPr lang="en-US" altLang="zh-CN" sz="1200" dirty="0">
              <a:solidFill>
                <a:srgbClr val="6E6E6E"/>
              </a:solidFill>
              <a:latin typeface="微软雅黑" panose="020B0503020204020204" pitchFamily="34" charset="-122"/>
              <a:ea typeface="微软雅黑" panose="020B0503020204020204" pitchFamily="34" charset="-122"/>
            </a:endParaRPr>
          </a:p>
        </p:txBody>
      </p:sp>
      <p:sp>
        <p:nvSpPr>
          <p:cNvPr id="5" name="TextBox 33"/>
          <p:cNvSpPr/>
          <p:nvPr/>
        </p:nvSpPr>
        <p:spPr bwMode="auto">
          <a:xfrm>
            <a:off x="0" y="6678911"/>
            <a:ext cx="3991317"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资料来源：中汽协，中国汽车动力电池产业创新联盟，中商情报网，长江证券研究所</a:t>
            </a:r>
            <a:endPar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endParaRPr>
          </a:p>
        </p:txBody>
      </p:sp>
      <p:sp>
        <p:nvSpPr>
          <p:cNvPr id="6" name="文本框 5">
            <a:extLst>
              <a:ext uri="{FF2B5EF4-FFF2-40B4-BE49-F238E27FC236}">
                <a16:creationId xmlns:a16="http://schemas.microsoft.com/office/drawing/2014/main" xmlns="" id="{5C404CD9-3FE9-4772-9175-901E7A353863}"/>
              </a:ext>
            </a:extLst>
          </p:cNvPr>
          <p:cNvSpPr txBox="1"/>
          <p:nvPr/>
        </p:nvSpPr>
        <p:spPr>
          <a:xfrm>
            <a:off x="1557908" y="389329"/>
            <a:ext cx="9540306"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乘新能源之风，磷酸铁锂市场空间广阔</a:t>
            </a:r>
          </a:p>
        </p:txBody>
      </p:sp>
      <p:sp>
        <p:nvSpPr>
          <p:cNvPr id="7" name="文本框 14">
            <a:extLst>
              <a:ext uri="{FF2B5EF4-FFF2-40B4-BE49-F238E27FC236}">
                <a16:creationId xmlns:a16="http://schemas.microsoft.com/office/drawing/2014/main" xmlns="" id="{269CA611-0C0E-4F43-8BFC-06297E8005F5}"/>
              </a:ext>
            </a:extLst>
          </p:cNvPr>
          <p:cNvSpPr txBox="1">
            <a:spLocks noChangeArrowheads="1"/>
          </p:cNvSpPr>
          <p:nvPr/>
        </p:nvSpPr>
        <p:spPr bwMode="auto">
          <a:xfrm>
            <a:off x="7174532" y="2492929"/>
            <a:ext cx="34563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中国动力电池产量（</a:t>
            </a:r>
            <a:r>
              <a:rPr lang="en-US" altLang="zh-CN" sz="1800" b="1" dirty="0" err="1">
                <a:solidFill>
                  <a:srgbClr val="E10000"/>
                </a:solidFill>
                <a:latin typeface="微软雅黑" panose="020B0503020204020204" pitchFamily="34" charset="-122"/>
                <a:ea typeface="微软雅黑" panose="020B0503020204020204" pitchFamily="34" charset="-122"/>
              </a:rPr>
              <a:t>GWh</a:t>
            </a:r>
            <a:r>
              <a:rPr lang="zh-CN" altLang="en-US" sz="1800" b="1" dirty="0">
                <a:solidFill>
                  <a:srgbClr val="E10000"/>
                </a:solidFill>
                <a:latin typeface="微软雅黑" panose="020B0503020204020204" pitchFamily="34" charset="-122"/>
                <a:ea typeface="微软雅黑" panose="020B0503020204020204" pitchFamily="34" charset="-122"/>
              </a:rPr>
              <a:t>）</a:t>
            </a:r>
          </a:p>
        </p:txBody>
      </p:sp>
      <p:graphicFrame>
        <p:nvGraphicFramePr>
          <p:cNvPr id="8" name="图表 7">
            <a:extLst>
              <a:ext uri="{FF2B5EF4-FFF2-40B4-BE49-F238E27FC236}">
                <a16:creationId xmlns:a16="http://schemas.microsoft.com/office/drawing/2014/main" xmlns="" id="{9443327A-3FF9-42BE-8D7D-3122439FB63D}"/>
              </a:ext>
            </a:extLst>
          </p:cNvPr>
          <p:cNvGraphicFramePr>
            <a:graphicFrameLocks/>
          </p:cNvGraphicFramePr>
          <p:nvPr/>
        </p:nvGraphicFramePr>
        <p:xfrm>
          <a:off x="723259" y="3169944"/>
          <a:ext cx="5400000" cy="2880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图表 8">
            <a:extLst>
              <a:ext uri="{FF2B5EF4-FFF2-40B4-BE49-F238E27FC236}">
                <a16:creationId xmlns:a16="http://schemas.microsoft.com/office/drawing/2014/main" xmlns="" id="{9443327A-3FF9-42BE-8D7D-3122439FB63D}"/>
              </a:ext>
            </a:extLst>
          </p:cNvPr>
          <p:cNvGraphicFramePr>
            <a:graphicFrameLocks/>
          </p:cNvGraphicFramePr>
          <p:nvPr/>
        </p:nvGraphicFramePr>
        <p:xfrm>
          <a:off x="6454452" y="3169944"/>
          <a:ext cx="5400000" cy="2880000"/>
        </p:xfrm>
        <a:graphic>
          <a:graphicData uri="http://schemas.openxmlformats.org/drawingml/2006/chart">
            <c:chart xmlns:c="http://schemas.openxmlformats.org/drawingml/2006/chart" xmlns:r="http://schemas.openxmlformats.org/officeDocument/2006/relationships" r:id="rId3"/>
          </a:graphicData>
        </a:graphic>
      </p:graphicFrame>
      <p:sp>
        <p:nvSpPr>
          <p:cNvPr id="2" name="文本框 1">
            <a:extLst>
              <a:ext uri="{FF2B5EF4-FFF2-40B4-BE49-F238E27FC236}">
                <a16:creationId xmlns:a16="http://schemas.microsoft.com/office/drawing/2014/main" xmlns="" id="{1AAE77D0-266B-00C4-8384-AB29E57BAB8E}"/>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1084885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nvSpPr>
        <p:spPr>
          <a:xfrm>
            <a:off x="1522658" y="381164"/>
            <a:ext cx="8316170" cy="553998"/>
          </a:xfrm>
          <a:prstGeom prst="rect">
            <a:avLst/>
          </a:prstGeom>
          <a:noFill/>
        </p:spPr>
        <p:txBody>
          <a:bodyPr wrap="square" rtlCol="0">
            <a:spAutoFit/>
          </a:bodyPr>
          <a:lstStyle/>
          <a:p>
            <a:pPr marR="0" lvl="0" indent="0" fontAlgn="auto">
              <a:lnSpc>
                <a:spcPct val="100000"/>
              </a:lnSpc>
              <a:spcBef>
                <a:spcPts val="0"/>
              </a:spcBef>
              <a:spcAft>
                <a:spcPts val="0"/>
              </a:spcAft>
              <a:buClrTx/>
              <a:buSzTx/>
              <a:buFontTx/>
              <a:buNone/>
              <a:tabLst/>
              <a:defRPr/>
            </a:pPr>
            <a:r>
              <a:rPr lang="zh-CN" altLang="en-US" sz="3000" b="1" dirty="0">
                <a:solidFill>
                  <a:srgbClr val="E10000"/>
                </a:solidFill>
                <a:latin typeface="微软雅黑" panose="020B0503020204020204" pitchFamily="34" charset="-122"/>
                <a:ea typeface="微软雅黑" panose="020B0503020204020204" pitchFamily="34" charset="-122"/>
              </a:rPr>
              <a:t>磷酸铁锂未来需求高速增长</a:t>
            </a:r>
          </a:p>
        </p:txBody>
      </p:sp>
      <p:sp>
        <p:nvSpPr>
          <p:cNvPr id="4" name="Text Box 2">
            <a:extLst>
              <a:ext uri="{FF2B5EF4-FFF2-40B4-BE49-F238E27FC236}">
                <a16:creationId xmlns:a16="http://schemas.microsoft.com/office/drawing/2014/main" xmlns="" id="{1E17BCD3-7455-45B1-B69F-8FE5A92AB528}"/>
              </a:ext>
            </a:extLst>
          </p:cNvPr>
          <p:cNvSpPr txBox="1">
            <a:spLocks noChangeArrowheads="1"/>
          </p:cNvSpPr>
          <p:nvPr/>
        </p:nvSpPr>
        <p:spPr bwMode="auto">
          <a:xfrm>
            <a:off x="608305" y="1268760"/>
            <a:ext cx="527008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marR="0" lvl="0" algn="l" defTabSz="96774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由于铁锂系统能量密度提升、成本</a:t>
            </a:r>
            <a:r>
              <a:rPr lang="zh-CN" altLang="en-US" sz="1200" dirty="0">
                <a:solidFill>
                  <a:srgbClr val="6E6E6E"/>
                </a:solidFill>
                <a:latin typeface="微软雅黑" panose="020B0503020204020204" pitchFamily="34" charset="-122"/>
                <a:ea typeface="微软雅黑" panose="020B0503020204020204" pitchFamily="34" charset="-122"/>
              </a:rPr>
              <a:t>低、安全性好，成为车企重要的技术路线选择，叠加未来几年储能等领域的增长，预计</a:t>
            </a:r>
            <a:r>
              <a:rPr lang="en-US" altLang="zh-CN" sz="1200" dirty="0">
                <a:solidFill>
                  <a:srgbClr val="6E6E6E"/>
                </a:solidFill>
                <a:latin typeface="微软雅黑" panose="020B0503020204020204" pitchFamily="34" charset="-122"/>
                <a:ea typeface="微软雅黑" panose="020B0503020204020204" pitchFamily="34" charset="-122"/>
              </a:rPr>
              <a:t>2020-2025</a:t>
            </a:r>
            <a:r>
              <a:rPr lang="zh-CN" altLang="en-US" sz="1200" dirty="0">
                <a:solidFill>
                  <a:srgbClr val="6E6E6E"/>
                </a:solidFill>
                <a:latin typeface="微软雅黑" panose="020B0503020204020204" pitchFamily="34" charset="-122"/>
                <a:ea typeface="微软雅黑" panose="020B0503020204020204" pitchFamily="34" charset="-122"/>
              </a:rPr>
              <a:t>年铁锂的复合增速会达到</a:t>
            </a:r>
            <a:r>
              <a:rPr lang="en-US" altLang="zh-CN" sz="1200" dirty="0">
                <a:solidFill>
                  <a:srgbClr val="6E6E6E"/>
                </a:solidFill>
                <a:latin typeface="微软雅黑" panose="020B0503020204020204" pitchFamily="34" charset="-122"/>
                <a:ea typeface="微软雅黑" panose="020B0503020204020204" pitchFamily="34" charset="-122"/>
              </a:rPr>
              <a:t>78%</a:t>
            </a:r>
            <a:r>
              <a:rPr lang="zh-CN" altLang="en-US" sz="1200" dirty="0">
                <a:solidFill>
                  <a:srgbClr val="6E6E6E"/>
                </a:solidFill>
                <a:latin typeface="微软雅黑" panose="020B0503020204020204" pitchFamily="34" charset="-122"/>
                <a:ea typeface="微软雅黑" panose="020B0503020204020204" pitchFamily="34" charset="-122"/>
              </a:rPr>
              <a:t>，高于三元的</a:t>
            </a:r>
            <a:r>
              <a:rPr lang="en-US" altLang="zh-CN" sz="1200" dirty="0">
                <a:solidFill>
                  <a:srgbClr val="6E6E6E"/>
                </a:solidFill>
                <a:latin typeface="微软雅黑" panose="020B0503020204020204" pitchFamily="34" charset="-122"/>
                <a:ea typeface="微软雅黑" panose="020B0503020204020204" pitchFamily="34" charset="-122"/>
              </a:rPr>
              <a:t>36%</a:t>
            </a:r>
            <a:r>
              <a:rPr lang="zh-CN" altLang="en-US" sz="1200" dirty="0">
                <a:solidFill>
                  <a:srgbClr val="6E6E6E"/>
                </a:solidFill>
                <a:latin typeface="微软雅黑" panose="020B0503020204020204" pitchFamily="34" charset="-122"/>
                <a:ea typeface="微软雅黑" panose="020B0503020204020204" pitchFamily="34" charset="-122"/>
              </a:rPr>
              <a:t>；</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在三元方面，高镍化的进展虽有所放缓，但海外</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合资车企推动下，预计渗透率稳步提升</a:t>
            </a:r>
          </a:p>
        </p:txBody>
      </p:sp>
      <p:sp>
        <p:nvSpPr>
          <p:cNvPr id="5" name="Rectangle 4">
            <a:extLst>
              <a:ext uri="{FF2B5EF4-FFF2-40B4-BE49-F238E27FC236}">
                <a16:creationId xmlns:a16="http://schemas.microsoft.com/office/drawing/2014/main" xmlns="" id="{4002B928-9360-48EA-99B5-D449A896A8A8}"/>
              </a:ext>
            </a:extLst>
          </p:cNvPr>
          <p:cNvSpPr>
            <a:spLocks noChangeArrowheads="1"/>
          </p:cNvSpPr>
          <p:nvPr/>
        </p:nvSpPr>
        <p:spPr bwMode="auto">
          <a:xfrm>
            <a:off x="1059486" y="2891264"/>
            <a:ext cx="527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eaLnBrk="0" fontAlgn="base" hangingPunct="0">
              <a:spcBef>
                <a:spcPct val="0"/>
              </a:spcBef>
              <a:spcAft>
                <a:spcPct val="0"/>
              </a:spcAft>
            </a:pPr>
            <a:r>
              <a:rPr lang="zh-CN" altLang="en-US" sz="1800" b="1" dirty="0">
                <a:solidFill>
                  <a:srgbClr val="E10000"/>
                </a:solidFill>
                <a:latin typeface="微软雅黑" panose="020B0503020204020204" pitchFamily="34" charset="-122"/>
                <a:ea typeface="微软雅黑" panose="020B0503020204020204" pitchFamily="34" charset="-122"/>
              </a:rPr>
              <a:t>三元、铁锂电池需求及增速测算（</a:t>
            </a:r>
            <a:r>
              <a:rPr lang="en-US" altLang="zh-CN" sz="1800" b="1" dirty="0">
                <a:solidFill>
                  <a:srgbClr val="E10000"/>
                </a:solidFill>
                <a:latin typeface="微软雅黑" panose="020B0503020204020204" pitchFamily="34" charset="-122"/>
                <a:ea typeface="微软雅黑" panose="020B0503020204020204" pitchFamily="34" charset="-122"/>
              </a:rPr>
              <a:t>GWh</a:t>
            </a:r>
            <a:r>
              <a:rPr lang="zh-CN" altLang="en-US" sz="1800" b="1" dirty="0">
                <a:solidFill>
                  <a:srgbClr val="E10000"/>
                </a:solidFill>
                <a:latin typeface="微软雅黑" panose="020B0503020204020204" pitchFamily="34" charset="-122"/>
                <a:ea typeface="微软雅黑" panose="020B0503020204020204" pitchFamily="34" charset="-122"/>
              </a:rPr>
              <a:t>）</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6" name="Rectangle 5">
            <a:extLst>
              <a:ext uri="{FF2B5EF4-FFF2-40B4-BE49-F238E27FC236}">
                <a16:creationId xmlns:a16="http://schemas.microsoft.com/office/drawing/2014/main" xmlns="" id="{FC699671-B652-49AF-9BB7-6BC51F927F49}"/>
              </a:ext>
            </a:extLst>
          </p:cNvPr>
          <p:cNvSpPr>
            <a:spLocks noChangeArrowheads="1"/>
          </p:cNvSpPr>
          <p:nvPr/>
        </p:nvSpPr>
        <p:spPr bwMode="auto">
          <a:xfrm>
            <a:off x="558000" y="6230646"/>
            <a:ext cx="3620657" cy="22269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defTabSz="967740">
              <a:defRPr/>
            </a:pP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资料来源：</a:t>
            </a:r>
            <a:r>
              <a:rPr lang="en-US" altLang="zh-CN" sz="800" dirty="0" err="1">
                <a:solidFill>
                  <a:schemeClr val="bg1">
                    <a:lumMod val="50000"/>
                  </a:schemeClr>
                </a:solidFill>
                <a:latin typeface="微软雅黑" panose="020B0503020204020204" pitchFamily="34" charset="-122"/>
                <a:ea typeface="微软雅黑" panose="020B0503020204020204" pitchFamily="34" charset="-122"/>
              </a:rPr>
              <a:t>GGII</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a:t>
            </a: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长江证券研究所</a:t>
            </a:r>
          </a:p>
        </p:txBody>
      </p:sp>
      <p:sp>
        <p:nvSpPr>
          <p:cNvPr id="7" name="Rectangle 4">
            <a:extLst>
              <a:ext uri="{FF2B5EF4-FFF2-40B4-BE49-F238E27FC236}">
                <a16:creationId xmlns:a16="http://schemas.microsoft.com/office/drawing/2014/main" xmlns="" id="{BC80D4C3-0388-45B5-8E12-E6A47D76336F}"/>
              </a:ext>
            </a:extLst>
          </p:cNvPr>
          <p:cNvSpPr>
            <a:spLocks noChangeArrowheads="1"/>
          </p:cNvSpPr>
          <p:nvPr/>
        </p:nvSpPr>
        <p:spPr bwMode="auto">
          <a:xfrm>
            <a:off x="6500193" y="971436"/>
            <a:ext cx="56886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eaLnBrk="0" fontAlgn="base" hangingPunct="0">
              <a:spcBef>
                <a:spcPct val="0"/>
              </a:spcBef>
              <a:spcAft>
                <a:spcPct val="0"/>
              </a:spcAft>
            </a:pPr>
            <a:r>
              <a:rPr lang="zh-CN" altLang="en-US" sz="1800" b="1" dirty="0">
                <a:solidFill>
                  <a:srgbClr val="E10000"/>
                </a:solidFill>
                <a:latin typeface="微软雅黑" panose="020B0503020204020204" pitchFamily="34" charset="-122"/>
                <a:ea typeface="微软雅黑" panose="020B0503020204020204" pitchFamily="34" charset="-122"/>
              </a:rPr>
              <a:t>国内外三元技术进步判断（上：国内；下：海外）</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graphicFrame>
        <p:nvGraphicFramePr>
          <p:cNvPr id="8" name="图表 7">
            <a:extLst>
              <a:ext uri="{FF2B5EF4-FFF2-40B4-BE49-F238E27FC236}">
                <a16:creationId xmlns:a16="http://schemas.microsoft.com/office/drawing/2014/main" xmlns="" id="{D0331E17-AF8F-42A3-AD5B-F4920F15CB30}"/>
              </a:ext>
            </a:extLst>
          </p:cNvPr>
          <p:cNvGraphicFramePr>
            <a:graphicFrameLocks/>
          </p:cNvGraphicFramePr>
          <p:nvPr/>
        </p:nvGraphicFramePr>
        <p:xfrm>
          <a:off x="6382444" y="1340768"/>
          <a:ext cx="5299837" cy="2340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图表 8">
            <a:extLst>
              <a:ext uri="{FF2B5EF4-FFF2-40B4-BE49-F238E27FC236}">
                <a16:creationId xmlns:a16="http://schemas.microsoft.com/office/drawing/2014/main" xmlns="" id="{56B6C440-D62B-408F-8285-4EE36E668F29}"/>
              </a:ext>
            </a:extLst>
          </p:cNvPr>
          <p:cNvGraphicFramePr>
            <a:graphicFrameLocks/>
          </p:cNvGraphicFramePr>
          <p:nvPr/>
        </p:nvGraphicFramePr>
        <p:xfrm>
          <a:off x="6495118" y="3785707"/>
          <a:ext cx="5299837" cy="2340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图表 9">
            <a:extLst>
              <a:ext uri="{FF2B5EF4-FFF2-40B4-BE49-F238E27FC236}">
                <a16:creationId xmlns:a16="http://schemas.microsoft.com/office/drawing/2014/main" xmlns="" id="{DA521D9F-CCBF-4787-AEDA-C2C6A225995D}"/>
              </a:ext>
            </a:extLst>
          </p:cNvPr>
          <p:cNvGraphicFramePr>
            <a:graphicFrameLocks/>
          </p:cNvGraphicFramePr>
          <p:nvPr>
            <p:extLst>
              <p:ext uri="{D42A27DB-BD31-4B8C-83A1-F6EECF244321}">
                <p14:modId xmlns:p14="http://schemas.microsoft.com/office/powerpoint/2010/main" val="492135899"/>
              </p:ext>
            </p:extLst>
          </p:nvPr>
        </p:nvGraphicFramePr>
        <p:xfrm>
          <a:off x="608305" y="3305621"/>
          <a:ext cx="5400000" cy="2880000"/>
        </p:xfrm>
        <a:graphic>
          <a:graphicData uri="http://schemas.openxmlformats.org/drawingml/2006/chart">
            <c:chart xmlns:c="http://schemas.openxmlformats.org/drawingml/2006/chart" xmlns:r="http://schemas.openxmlformats.org/officeDocument/2006/relationships" r:id="rId4"/>
          </a:graphicData>
        </a:graphic>
      </p:graphicFrame>
      <p:sp>
        <p:nvSpPr>
          <p:cNvPr id="2" name="文本框 1">
            <a:extLst>
              <a:ext uri="{FF2B5EF4-FFF2-40B4-BE49-F238E27FC236}">
                <a16:creationId xmlns:a16="http://schemas.microsoft.com/office/drawing/2014/main" xmlns="" id="{2B464C48-4E83-9C93-5C6F-CD203EDAF9BC}"/>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5554775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694467" y="1268633"/>
            <a:ext cx="1015259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E6E6E"/>
                </a:solidFill>
                <a:latin typeface="微软雅黑" panose="020B0503020204020204" pitchFamily="34" charset="-122"/>
                <a:ea typeface="微软雅黑" panose="020B0503020204020204" pitchFamily="34" charset="-122"/>
              </a:rPr>
              <a:t>预计</a:t>
            </a:r>
            <a:r>
              <a:rPr lang="en-US" altLang="zh-CN" sz="1200" dirty="0">
                <a:solidFill>
                  <a:srgbClr val="6E6E6E"/>
                </a:solidFill>
                <a:latin typeface="微软雅黑" panose="020B0503020204020204" pitchFamily="34" charset="-122"/>
                <a:ea typeface="微软雅黑" panose="020B0503020204020204" pitchFamily="34" charset="-122"/>
              </a:rPr>
              <a:t>2025</a:t>
            </a:r>
            <a:r>
              <a:rPr lang="zh-CN" altLang="en-US" sz="1200" dirty="0">
                <a:solidFill>
                  <a:srgbClr val="6E6E6E"/>
                </a:solidFill>
                <a:latin typeface="微软雅黑" panose="020B0503020204020204" pitchFamily="34" charset="-122"/>
                <a:ea typeface="微软雅黑" panose="020B0503020204020204" pitchFamily="34" charset="-122"/>
              </a:rPr>
              <a:t>年全球磷酸铁锂电池出货量达到</a:t>
            </a:r>
            <a:r>
              <a:rPr lang="en-US" altLang="zh-CN" sz="1200" dirty="0">
                <a:solidFill>
                  <a:srgbClr val="6E6E6E"/>
                </a:solidFill>
                <a:latin typeface="微软雅黑" panose="020B0503020204020204" pitchFamily="34" charset="-122"/>
                <a:ea typeface="微软雅黑" panose="020B0503020204020204" pitchFamily="34" charset="-122"/>
              </a:rPr>
              <a:t>800GWh</a:t>
            </a:r>
            <a:r>
              <a:rPr lang="zh-CN" altLang="en-US" sz="1200" dirty="0">
                <a:solidFill>
                  <a:srgbClr val="6E6E6E"/>
                </a:solidFill>
                <a:latin typeface="微软雅黑" panose="020B0503020204020204" pitchFamily="34" charset="-122"/>
                <a:ea typeface="微软雅黑" panose="020B0503020204020204" pitchFamily="34" charset="-122"/>
              </a:rPr>
              <a:t>，较</a:t>
            </a:r>
            <a:r>
              <a:rPr lang="en-US" altLang="zh-CN" sz="1200" dirty="0">
                <a:solidFill>
                  <a:srgbClr val="6E6E6E"/>
                </a:solidFill>
                <a:latin typeface="微软雅黑" panose="020B0503020204020204" pitchFamily="34" charset="-122"/>
                <a:ea typeface="微软雅黑" panose="020B0503020204020204" pitchFamily="34" charset="-122"/>
              </a:rPr>
              <a:t>2020</a:t>
            </a:r>
            <a:r>
              <a:rPr lang="zh-CN" altLang="en-US" sz="1200" dirty="0">
                <a:solidFill>
                  <a:srgbClr val="6E6E6E"/>
                </a:solidFill>
                <a:latin typeface="微软雅黑" panose="020B0503020204020204" pitchFamily="34" charset="-122"/>
                <a:ea typeface="微软雅黑" panose="020B0503020204020204" pitchFamily="34" charset="-122"/>
              </a:rPr>
              <a:t>年实现</a:t>
            </a:r>
            <a:r>
              <a:rPr lang="en-US" altLang="zh-CN" sz="1200" dirty="0">
                <a:solidFill>
                  <a:srgbClr val="6E6E6E"/>
                </a:solidFill>
                <a:latin typeface="微软雅黑" panose="020B0503020204020204" pitchFamily="34" charset="-122"/>
                <a:ea typeface="微软雅黑" panose="020B0503020204020204" pitchFamily="34" charset="-122"/>
              </a:rPr>
              <a:t>70%</a:t>
            </a:r>
            <a:r>
              <a:rPr lang="zh-CN" altLang="en-US" sz="1200" dirty="0">
                <a:solidFill>
                  <a:srgbClr val="6E6E6E"/>
                </a:solidFill>
                <a:latin typeface="微软雅黑" panose="020B0503020204020204" pitchFamily="34" charset="-122"/>
                <a:ea typeface="微软雅黑" panose="020B0503020204020204" pitchFamily="34" charset="-122"/>
              </a:rPr>
              <a:t>左右的复合增长，较</a:t>
            </a: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年复合增速也有望达到</a:t>
            </a:r>
            <a:r>
              <a:rPr lang="en-US" altLang="zh-CN" sz="1200" dirty="0">
                <a:solidFill>
                  <a:srgbClr val="6E6E6E"/>
                </a:solidFill>
                <a:latin typeface="微软雅黑" panose="020B0503020204020204" pitchFamily="34" charset="-122"/>
                <a:ea typeface="微软雅黑" panose="020B0503020204020204" pitchFamily="34" charset="-122"/>
              </a:rPr>
              <a:t>55%</a:t>
            </a:r>
            <a:r>
              <a:rPr lang="zh-CN" altLang="en-US" sz="1200" dirty="0">
                <a:solidFill>
                  <a:srgbClr val="6E6E6E"/>
                </a:solidFill>
                <a:latin typeface="微软雅黑" panose="020B0503020204020204" pitchFamily="34" charset="-122"/>
                <a:ea typeface="微软雅黑" panose="020B0503020204020204" pitchFamily="34" charset="-122"/>
              </a:rPr>
              <a:t>；磷酸铁锂正极需求接近</a:t>
            </a:r>
            <a:r>
              <a:rPr lang="en-US" altLang="zh-CN" sz="1200" dirty="0">
                <a:solidFill>
                  <a:srgbClr val="6E6E6E"/>
                </a:solidFill>
                <a:latin typeface="微软雅黑" panose="020B0503020204020204" pitchFamily="34" charset="-122"/>
                <a:ea typeface="微软雅黑" panose="020B0503020204020204" pitchFamily="34" charset="-122"/>
              </a:rPr>
              <a:t>184</a:t>
            </a:r>
            <a:r>
              <a:rPr lang="zh-CN" altLang="en-US" sz="1200" dirty="0">
                <a:solidFill>
                  <a:srgbClr val="6E6E6E"/>
                </a:solidFill>
                <a:latin typeface="微软雅黑" panose="020B0503020204020204" pitchFamily="34" charset="-122"/>
                <a:ea typeface="微软雅黑" panose="020B0503020204020204" pitchFamily="34" charset="-122"/>
              </a:rPr>
              <a:t>万吨，是锂电产业链需求阿尔法最强的环节。</a:t>
            </a:r>
          </a:p>
        </p:txBody>
      </p:sp>
      <p:sp>
        <p:nvSpPr>
          <p:cNvPr id="4" name="Rectangle 4"/>
          <p:cNvSpPr>
            <a:spLocks noChangeArrowheads="1"/>
          </p:cNvSpPr>
          <p:nvPr/>
        </p:nvSpPr>
        <p:spPr bwMode="auto">
          <a:xfrm>
            <a:off x="760700" y="2519227"/>
            <a:ext cx="5390976"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fontAlgn="base">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全球磷酸铁锂电池的需求及增速估算（</a:t>
            </a:r>
            <a:r>
              <a:rPr lang="en-US" altLang="zh-CN" sz="1800" b="1" dirty="0">
                <a:solidFill>
                  <a:srgbClr val="E10000"/>
                </a:solidFill>
                <a:latin typeface="微软雅黑" panose="020B0503020204020204" pitchFamily="34" charset="-122"/>
                <a:ea typeface="微软雅黑" panose="020B0503020204020204" pitchFamily="34" charset="-122"/>
              </a:rPr>
              <a:t>GWh</a:t>
            </a:r>
            <a:r>
              <a:rPr lang="zh-CN" altLang="en-US" sz="1800" b="1" dirty="0">
                <a:solidFill>
                  <a:srgbClr val="E10000"/>
                </a:solidFill>
                <a:latin typeface="微软雅黑" panose="020B0503020204020204" pitchFamily="34" charset="-122"/>
                <a:ea typeface="微软雅黑" panose="020B0503020204020204" pitchFamily="34" charset="-122"/>
              </a:rPr>
              <a:t>）</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5" name="Rectangle 5"/>
          <p:cNvSpPr>
            <a:spLocks noChangeArrowheads="1"/>
          </p:cNvSpPr>
          <p:nvPr/>
        </p:nvSpPr>
        <p:spPr bwMode="auto">
          <a:xfrm>
            <a:off x="694350" y="6076754"/>
            <a:ext cx="3620657" cy="22269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Marklines</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CNESA</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GGII</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，长江证券研究所</a:t>
            </a:r>
          </a:p>
        </p:txBody>
      </p:sp>
      <p:sp>
        <p:nvSpPr>
          <p:cNvPr id="6" name="Rectangle 4"/>
          <p:cNvSpPr>
            <a:spLocks noChangeArrowheads="1"/>
          </p:cNvSpPr>
          <p:nvPr/>
        </p:nvSpPr>
        <p:spPr bwMode="auto">
          <a:xfrm>
            <a:off x="6526460" y="2519227"/>
            <a:ext cx="5519068"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fontAlgn="base">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全球磷酸铁锂正极的需求及增速估算（万吨）</a:t>
            </a:r>
            <a:endParaRPr lang="zh-CN" altLang="zh-CN" sz="1800" b="1" dirty="0">
              <a:solidFill>
                <a:srgbClr val="E10000"/>
              </a:solidFill>
              <a:latin typeface="微软雅黑" panose="020B0503020204020204" pitchFamily="34" charset="-122"/>
              <a:ea typeface="微软雅黑" panose="020B0503020204020204" pitchFamily="34" charset="-122"/>
            </a:endParaRPr>
          </a:p>
        </p:txBody>
      </p:sp>
      <p:sp>
        <p:nvSpPr>
          <p:cNvPr id="7" name="文本框 6"/>
          <p:cNvSpPr txBox="1"/>
          <p:nvPr/>
        </p:nvSpPr>
        <p:spPr>
          <a:xfrm>
            <a:off x="1522658" y="381164"/>
            <a:ext cx="8316170" cy="553998"/>
          </a:xfrm>
          <a:prstGeom prst="rect">
            <a:avLst/>
          </a:prstGeom>
          <a:noFill/>
        </p:spPr>
        <p:txBody>
          <a:bodyPr wrap="square" rtlCol="0">
            <a:spAutoFit/>
          </a:bodyPr>
          <a:lstStyle/>
          <a:p>
            <a:r>
              <a:rPr kumimoji="0" lang="zh-CN" altLang="en-US" sz="3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磷酸铁锂到</a:t>
            </a:r>
            <a:r>
              <a:rPr kumimoji="0" lang="en-US" altLang="zh-CN" sz="3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2025</a:t>
            </a:r>
            <a:r>
              <a:rPr kumimoji="0" lang="zh-CN" altLang="en-US" sz="30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年复合增速超</a:t>
            </a:r>
            <a:r>
              <a:rPr lang="en-US" altLang="zh-CN" sz="3000" b="1" dirty="0">
                <a:solidFill>
                  <a:srgbClr val="E10000"/>
                </a:solidFill>
                <a:latin typeface="微软雅黑" panose="020B0503020204020204" pitchFamily="34" charset="-122"/>
                <a:ea typeface="微软雅黑" panose="020B0503020204020204" pitchFamily="34" charset="-122"/>
              </a:rPr>
              <a:t>70%</a:t>
            </a:r>
            <a:endParaRPr lang="zh-CN" altLang="en-US" sz="3000" b="1" dirty="0">
              <a:solidFill>
                <a:srgbClr val="E10000"/>
              </a:solidFill>
              <a:latin typeface="微软雅黑" panose="020B0503020204020204" pitchFamily="34" charset="-122"/>
              <a:ea typeface="微软雅黑" panose="020B0503020204020204" pitchFamily="34" charset="-122"/>
            </a:endParaRPr>
          </a:p>
        </p:txBody>
      </p:sp>
      <p:graphicFrame>
        <p:nvGraphicFramePr>
          <p:cNvPr id="8" name="图表 7">
            <a:extLst>
              <a:ext uri="{FF2B5EF4-FFF2-40B4-BE49-F238E27FC236}">
                <a16:creationId xmlns:a16="http://schemas.microsoft.com/office/drawing/2014/main" xmlns="" id="{00000000-0008-0000-2900-000006000000}"/>
              </a:ext>
            </a:extLst>
          </p:cNvPr>
          <p:cNvGraphicFramePr>
            <a:graphicFrameLocks/>
          </p:cNvGraphicFramePr>
          <p:nvPr/>
        </p:nvGraphicFramePr>
        <p:xfrm>
          <a:off x="477788" y="3196754"/>
          <a:ext cx="5400000" cy="2880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图表 8">
            <a:extLst>
              <a:ext uri="{FF2B5EF4-FFF2-40B4-BE49-F238E27FC236}">
                <a16:creationId xmlns:a16="http://schemas.microsoft.com/office/drawing/2014/main" xmlns="" id="{00000000-0008-0000-2900-000007000000}"/>
              </a:ext>
            </a:extLst>
          </p:cNvPr>
          <p:cNvGraphicFramePr>
            <a:graphicFrameLocks/>
          </p:cNvGraphicFramePr>
          <p:nvPr/>
        </p:nvGraphicFramePr>
        <p:xfrm>
          <a:off x="6159960" y="3193593"/>
          <a:ext cx="5400000" cy="2880000"/>
        </p:xfrm>
        <a:graphic>
          <a:graphicData uri="http://schemas.openxmlformats.org/drawingml/2006/chart">
            <c:chart xmlns:c="http://schemas.openxmlformats.org/drawingml/2006/chart" xmlns:r="http://schemas.openxmlformats.org/officeDocument/2006/relationships" r:id="rId4"/>
          </a:graphicData>
        </a:graphic>
      </p:graphicFrame>
      <p:sp>
        <p:nvSpPr>
          <p:cNvPr id="2" name="文本框 1">
            <a:extLst>
              <a:ext uri="{FF2B5EF4-FFF2-40B4-BE49-F238E27FC236}">
                <a16:creationId xmlns:a16="http://schemas.microsoft.com/office/drawing/2014/main" xmlns="" id="{9C5B5619-9360-3542-5CC7-55AA486DBE88}"/>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59358844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14"/>
          <p:cNvSpPr txBox="1">
            <a:spLocks noChangeArrowheads="1"/>
          </p:cNvSpPr>
          <p:nvPr/>
        </p:nvSpPr>
        <p:spPr bwMode="auto">
          <a:xfrm>
            <a:off x="1294070" y="1843800"/>
            <a:ext cx="4320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磷酸铁锂价格</a:t>
            </a:r>
          </a:p>
        </p:txBody>
      </p:sp>
      <p:sp>
        <p:nvSpPr>
          <p:cNvPr id="4" name="Text Box 2"/>
          <p:cNvSpPr txBox="1">
            <a:spLocks noChangeArrowheads="1"/>
          </p:cNvSpPr>
          <p:nvPr/>
        </p:nvSpPr>
        <p:spPr bwMode="auto">
          <a:xfrm>
            <a:off x="762000" y="1054100"/>
            <a:ext cx="1045465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年以来，磷酸铁锂产业链供需转为紧缺，磷酸铁锂库存维持低位，叠加原材料碳酸锂、磷酸等价格的上涨，带动磷酸铁锂产品价格持续上行，价格由</a:t>
            </a:r>
            <a:r>
              <a:rPr lang="en-US" altLang="zh-CN" sz="1200" dirty="0">
                <a:solidFill>
                  <a:srgbClr val="6E6E6E"/>
                </a:solidFill>
                <a:latin typeface="微软雅黑" panose="020B0503020204020204" pitchFamily="34" charset="-122"/>
                <a:ea typeface="微软雅黑" panose="020B0503020204020204" pitchFamily="34" charset="-122"/>
              </a:rPr>
              <a:t>2020</a:t>
            </a:r>
            <a:r>
              <a:rPr lang="zh-CN" altLang="en-US" sz="1200" dirty="0">
                <a:solidFill>
                  <a:srgbClr val="6E6E6E"/>
                </a:solidFill>
                <a:latin typeface="微软雅黑" panose="020B0503020204020204" pitchFamily="34" charset="-122"/>
                <a:ea typeface="微软雅黑" panose="020B0503020204020204" pitchFamily="34" charset="-122"/>
              </a:rPr>
              <a:t>下半年低点</a:t>
            </a:r>
            <a:r>
              <a:rPr lang="en-US" altLang="zh-CN" sz="1200" dirty="0">
                <a:solidFill>
                  <a:srgbClr val="6E6E6E"/>
                </a:solidFill>
                <a:latin typeface="微软雅黑" panose="020B0503020204020204" pitchFamily="34" charset="-122"/>
                <a:ea typeface="微软雅黑" panose="020B0503020204020204" pitchFamily="34" charset="-122"/>
              </a:rPr>
              <a:t>34000</a:t>
            </a:r>
            <a:r>
              <a:rPr lang="zh-CN" altLang="en-US" sz="1200" dirty="0">
                <a:solidFill>
                  <a:srgbClr val="6E6E6E"/>
                </a:solidFill>
                <a:latin typeface="微软雅黑" panose="020B0503020204020204" pitchFamily="34" charset="-122"/>
                <a:ea typeface="微软雅黑" panose="020B0503020204020204" pitchFamily="34" charset="-122"/>
              </a:rPr>
              <a:t>元</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吨上涨至</a:t>
            </a:r>
            <a:r>
              <a:rPr lang="en-US" altLang="zh-CN" sz="1200" dirty="0">
                <a:solidFill>
                  <a:srgbClr val="6E6E6E"/>
                </a:solidFill>
                <a:latin typeface="微软雅黑" panose="020B0503020204020204" pitchFamily="34" charset="-122"/>
                <a:ea typeface="微软雅黑" panose="020B0503020204020204" pitchFamily="34" charset="-122"/>
              </a:rPr>
              <a:t>156000</a:t>
            </a:r>
            <a:r>
              <a:rPr lang="zh-CN" altLang="en-US" sz="1200" dirty="0">
                <a:solidFill>
                  <a:srgbClr val="6E6E6E"/>
                </a:solidFill>
                <a:latin typeface="微软雅黑" panose="020B0503020204020204" pitchFamily="34" charset="-122"/>
                <a:ea typeface="微软雅黑" panose="020B0503020204020204" pitchFamily="34" charset="-122"/>
              </a:rPr>
              <a:t>元</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吨，且仍在高位。磷酸铁作为大部分磷酸铁锂产能的前驱体，表现与磷酸铁锂相当一致，价格也处于上行通道</a:t>
            </a:r>
            <a:endParaRPr lang="en-US" altLang="zh-CN" sz="1200" dirty="0">
              <a:solidFill>
                <a:srgbClr val="6E6E6E"/>
              </a:solidFill>
              <a:latin typeface="微软雅黑" panose="020B0503020204020204" pitchFamily="34" charset="-122"/>
              <a:ea typeface="微软雅黑" panose="020B0503020204020204" pitchFamily="34" charset="-122"/>
            </a:endParaRPr>
          </a:p>
        </p:txBody>
      </p:sp>
      <p:sp>
        <p:nvSpPr>
          <p:cNvPr id="5" name="TextBox 33"/>
          <p:cNvSpPr/>
          <p:nvPr/>
        </p:nvSpPr>
        <p:spPr bwMode="auto">
          <a:xfrm>
            <a:off x="-32772" y="6672954"/>
            <a:ext cx="1939473"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资料来源：百川盈孚，长江证券研究所</a:t>
            </a:r>
            <a:endPar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endParaRPr>
          </a:p>
        </p:txBody>
      </p:sp>
      <p:sp>
        <p:nvSpPr>
          <p:cNvPr id="6" name="文本框 5">
            <a:extLst>
              <a:ext uri="{FF2B5EF4-FFF2-40B4-BE49-F238E27FC236}">
                <a16:creationId xmlns:a16="http://schemas.microsoft.com/office/drawing/2014/main" xmlns="" id="{5C404CD9-3FE9-4772-9175-901E7A353863}"/>
              </a:ext>
            </a:extLst>
          </p:cNvPr>
          <p:cNvSpPr txBox="1"/>
          <p:nvPr/>
        </p:nvSpPr>
        <p:spPr>
          <a:xfrm>
            <a:off x="1413892" y="441478"/>
            <a:ext cx="9540306"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供给紧张</a:t>
            </a:r>
            <a:r>
              <a:rPr lang="en-US" altLang="zh-CN" sz="3000" b="1" dirty="0">
                <a:solidFill>
                  <a:srgbClr val="E10000"/>
                </a:solidFill>
                <a:latin typeface="微软雅黑" panose="020B0503020204020204" pitchFamily="34" charset="-122"/>
                <a:ea typeface="微软雅黑" panose="020B0503020204020204" pitchFamily="34" charset="-122"/>
              </a:rPr>
              <a:t>+</a:t>
            </a:r>
            <a:r>
              <a:rPr lang="zh-CN" altLang="en-US" sz="3000" b="1" dirty="0">
                <a:solidFill>
                  <a:srgbClr val="E10000"/>
                </a:solidFill>
                <a:latin typeface="微软雅黑" panose="020B0503020204020204" pitchFamily="34" charset="-122"/>
                <a:ea typeface="微软雅黑" panose="020B0503020204020204" pitchFamily="34" charset="-122"/>
              </a:rPr>
              <a:t>原料上行，产品景气高升</a:t>
            </a:r>
          </a:p>
        </p:txBody>
      </p:sp>
      <p:sp>
        <p:nvSpPr>
          <p:cNvPr id="7" name="文本框 14">
            <a:extLst>
              <a:ext uri="{FF2B5EF4-FFF2-40B4-BE49-F238E27FC236}">
                <a16:creationId xmlns:a16="http://schemas.microsoft.com/office/drawing/2014/main" xmlns="" id="{269CA611-0C0E-4F43-8BFC-06297E8005F5}"/>
              </a:ext>
            </a:extLst>
          </p:cNvPr>
          <p:cNvSpPr txBox="1">
            <a:spLocks noChangeArrowheads="1"/>
          </p:cNvSpPr>
          <p:nvPr/>
        </p:nvSpPr>
        <p:spPr bwMode="auto">
          <a:xfrm>
            <a:off x="6814492" y="1737877"/>
            <a:ext cx="34563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磷酸铁价格</a:t>
            </a:r>
          </a:p>
        </p:txBody>
      </p:sp>
      <p:sp>
        <p:nvSpPr>
          <p:cNvPr id="8" name="文本框 14"/>
          <p:cNvSpPr txBox="1">
            <a:spLocks noChangeArrowheads="1"/>
          </p:cNvSpPr>
          <p:nvPr/>
        </p:nvSpPr>
        <p:spPr bwMode="auto">
          <a:xfrm>
            <a:off x="1294070" y="4219942"/>
            <a:ext cx="4320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磷酸铁锂库存</a:t>
            </a:r>
          </a:p>
        </p:txBody>
      </p:sp>
      <p:sp>
        <p:nvSpPr>
          <p:cNvPr id="9" name="文本框 14"/>
          <p:cNvSpPr txBox="1">
            <a:spLocks noChangeArrowheads="1"/>
          </p:cNvSpPr>
          <p:nvPr/>
        </p:nvSpPr>
        <p:spPr bwMode="auto">
          <a:xfrm>
            <a:off x="6382684" y="4219942"/>
            <a:ext cx="4320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磷酸铁库存</a:t>
            </a:r>
          </a:p>
        </p:txBody>
      </p:sp>
      <p:sp>
        <p:nvSpPr>
          <p:cNvPr id="14" name="文本框 13">
            <a:extLst>
              <a:ext uri="{FF2B5EF4-FFF2-40B4-BE49-F238E27FC236}">
                <a16:creationId xmlns:a16="http://schemas.microsoft.com/office/drawing/2014/main" xmlns="" id="{C25E5A52-3EAD-A45B-D0F5-DCF6CA5510D4}"/>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graphicFrame>
        <p:nvGraphicFramePr>
          <p:cNvPr id="2" name="图表 1">
            <a:extLst>
              <a:ext uri="{FF2B5EF4-FFF2-40B4-BE49-F238E27FC236}">
                <a16:creationId xmlns:a16="http://schemas.microsoft.com/office/drawing/2014/main" xmlns="" id="{4CED0D65-089B-C5FC-3F86-4BE1757FE38B}"/>
              </a:ext>
            </a:extLst>
          </p:cNvPr>
          <p:cNvGraphicFramePr>
            <a:graphicFrameLocks/>
          </p:cNvGraphicFramePr>
          <p:nvPr>
            <p:extLst>
              <p:ext uri="{D42A27DB-BD31-4B8C-83A1-F6EECF244321}">
                <p14:modId xmlns:p14="http://schemas.microsoft.com/office/powerpoint/2010/main" val="2527408580"/>
              </p:ext>
            </p:extLst>
          </p:nvPr>
        </p:nvGraphicFramePr>
        <p:xfrm>
          <a:off x="1003177" y="2175059"/>
          <a:ext cx="4744569" cy="200713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图表 9">
            <a:extLst>
              <a:ext uri="{FF2B5EF4-FFF2-40B4-BE49-F238E27FC236}">
                <a16:creationId xmlns:a16="http://schemas.microsoft.com/office/drawing/2014/main" xmlns="" id="{FC4BD8B4-925D-C146-A4B7-60FFB45D78AC}"/>
              </a:ext>
            </a:extLst>
          </p:cNvPr>
          <p:cNvGraphicFramePr>
            <a:graphicFrameLocks/>
          </p:cNvGraphicFramePr>
          <p:nvPr>
            <p:extLst>
              <p:ext uri="{D42A27DB-BD31-4B8C-83A1-F6EECF244321}">
                <p14:modId xmlns:p14="http://schemas.microsoft.com/office/powerpoint/2010/main" val="1744768126"/>
              </p:ext>
            </p:extLst>
          </p:nvPr>
        </p:nvGraphicFramePr>
        <p:xfrm>
          <a:off x="6289187" y="2186506"/>
          <a:ext cx="4744569" cy="199568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 name="图表 11">
            <a:extLst>
              <a:ext uri="{FF2B5EF4-FFF2-40B4-BE49-F238E27FC236}">
                <a16:creationId xmlns:a16="http://schemas.microsoft.com/office/drawing/2014/main" xmlns="" id="{D153D794-914F-32D7-B211-51A868E6F863}"/>
              </a:ext>
            </a:extLst>
          </p:cNvPr>
          <p:cNvGraphicFramePr>
            <a:graphicFrameLocks/>
          </p:cNvGraphicFramePr>
          <p:nvPr>
            <p:extLst>
              <p:ext uri="{D42A27DB-BD31-4B8C-83A1-F6EECF244321}">
                <p14:modId xmlns:p14="http://schemas.microsoft.com/office/powerpoint/2010/main" val="3759083961"/>
              </p:ext>
            </p:extLst>
          </p:nvPr>
        </p:nvGraphicFramePr>
        <p:xfrm>
          <a:off x="1003177" y="4539531"/>
          <a:ext cx="4744569" cy="186110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图表 16">
            <a:extLst>
              <a:ext uri="{FF2B5EF4-FFF2-40B4-BE49-F238E27FC236}">
                <a16:creationId xmlns:a16="http://schemas.microsoft.com/office/drawing/2014/main" xmlns="" id="{0FD90D0A-638E-18C3-0D04-AB815857C592}"/>
              </a:ext>
            </a:extLst>
          </p:cNvPr>
          <p:cNvGraphicFramePr>
            <a:graphicFrameLocks/>
          </p:cNvGraphicFramePr>
          <p:nvPr>
            <p:extLst>
              <p:ext uri="{D42A27DB-BD31-4B8C-83A1-F6EECF244321}">
                <p14:modId xmlns:p14="http://schemas.microsoft.com/office/powerpoint/2010/main" val="2861606282"/>
              </p:ext>
            </p:extLst>
          </p:nvPr>
        </p:nvGraphicFramePr>
        <p:xfrm>
          <a:off x="6289187" y="4612488"/>
          <a:ext cx="4744569" cy="1851362"/>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9989081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a:extLst>
              <a:ext uri="{FF2B5EF4-FFF2-40B4-BE49-F238E27FC236}">
                <a16:creationId xmlns:a16="http://schemas.microsoft.com/office/drawing/2014/main" xmlns="" id="{6A8EDD81-FD37-4D59-A7F4-4852667D4962}"/>
              </a:ext>
            </a:extLst>
          </p:cNvPr>
          <p:cNvSpPr txBox="1"/>
          <p:nvPr/>
        </p:nvSpPr>
        <p:spPr>
          <a:xfrm>
            <a:off x="1413892" y="404654"/>
            <a:ext cx="4104456" cy="523220"/>
          </a:xfrm>
          <a:prstGeom prst="rect">
            <a:avLst/>
          </a:prstGeom>
          <a:noFill/>
        </p:spPr>
        <p:txBody>
          <a:bodyPr wrap="square" rtlCol="0">
            <a:spAutoFit/>
          </a:bodyPr>
          <a:lstStyle/>
          <a:p>
            <a:pPr lvl="0">
              <a:defRPr/>
            </a:pPr>
            <a:r>
              <a:rPr lang="zh-CN" altLang="en-US" sz="2800" b="1" dirty="0">
                <a:solidFill>
                  <a:srgbClr val="E10000"/>
                </a:solidFill>
                <a:latin typeface="微软雅黑" panose="020B0503020204020204" pitchFamily="34" charset="-122"/>
                <a:ea typeface="微软雅黑" panose="020B0503020204020204" pitchFamily="34" charset="-122"/>
              </a:rPr>
              <a:t>磷酸铁产能情况及规划</a:t>
            </a:r>
          </a:p>
        </p:txBody>
      </p:sp>
      <p:sp>
        <p:nvSpPr>
          <p:cNvPr id="4" name="文本框 14">
            <a:extLst>
              <a:ext uri="{FF2B5EF4-FFF2-40B4-BE49-F238E27FC236}">
                <a16:creationId xmlns:a16="http://schemas.microsoft.com/office/drawing/2014/main" xmlns="" id="{482EC1E9-0AEC-4851-9F19-17FF45478B8D}"/>
              </a:ext>
            </a:extLst>
          </p:cNvPr>
          <p:cNvSpPr txBox="1">
            <a:spLocks noChangeArrowheads="1"/>
          </p:cNvSpPr>
          <p:nvPr/>
        </p:nvSpPr>
        <p:spPr bwMode="auto">
          <a:xfrm>
            <a:off x="909836" y="1484784"/>
            <a:ext cx="30243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eaLnBrk="0" fontAlgn="base" hangingPunct="0">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磷酸铁产能情况（万吨）</a:t>
            </a:r>
          </a:p>
        </p:txBody>
      </p:sp>
      <p:sp>
        <p:nvSpPr>
          <p:cNvPr id="5" name="TextBox 33">
            <a:extLst>
              <a:ext uri="{FF2B5EF4-FFF2-40B4-BE49-F238E27FC236}">
                <a16:creationId xmlns:a16="http://schemas.microsoft.com/office/drawing/2014/main" xmlns="" id="{9BCE7443-FCC7-4ADD-90ED-C98CB8AA2ACA}"/>
              </a:ext>
            </a:extLst>
          </p:cNvPr>
          <p:cNvSpPr/>
          <p:nvPr/>
        </p:nvSpPr>
        <p:spPr bwMode="auto">
          <a:xfrm>
            <a:off x="723956" y="6332367"/>
            <a:ext cx="2042065"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资料来源：各公司公告，长江证券研究所</a:t>
            </a:r>
          </a:p>
        </p:txBody>
      </p:sp>
      <p:sp>
        <p:nvSpPr>
          <p:cNvPr id="6" name="Text Box 2">
            <a:extLst>
              <a:ext uri="{FF2B5EF4-FFF2-40B4-BE49-F238E27FC236}">
                <a16:creationId xmlns:a16="http://schemas.microsoft.com/office/drawing/2014/main" xmlns="" id="{A741C8F6-922B-4606-9473-E432D4FEAF9E}"/>
              </a:ext>
            </a:extLst>
          </p:cNvPr>
          <p:cNvSpPr txBox="1">
            <a:spLocks noChangeArrowheads="1"/>
          </p:cNvSpPr>
          <p:nvPr/>
        </p:nvSpPr>
        <p:spPr bwMode="auto">
          <a:xfrm>
            <a:off x="769714" y="1052736"/>
            <a:ext cx="11173757" cy="3366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年国内磷酸铁总产能为</a:t>
            </a:r>
            <a:r>
              <a:rPr lang="en-US" altLang="zh-CN" sz="1200" dirty="0">
                <a:solidFill>
                  <a:srgbClr val="6E6E6E"/>
                </a:solidFill>
                <a:latin typeface="微软雅黑" panose="020B0503020204020204" pitchFamily="34" charset="-122"/>
                <a:ea typeface="微软雅黑" panose="020B0503020204020204" pitchFamily="34" charset="-122"/>
              </a:rPr>
              <a:t>43.2</a:t>
            </a:r>
            <a:r>
              <a:rPr lang="zh-CN" altLang="en-US" sz="1200" dirty="0">
                <a:solidFill>
                  <a:srgbClr val="6E6E6E"/>
                </a:solidFill>
                <a:latin typeface="微软雅黑" panose="020B0503020204020204" pitchFamily="34" charset="-122"/>
                <a:ea typeface="微软雅黑" panose="020B0503020204020204" pitchFamily="34" charset="-122"/>
              </a:rPr>
              <a:t>万吨</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年，</a:t>
            </a:r>
            <a:r>
              <a:rPr lang="en-US" altLang="zh-CN" sz="1200" dirty="0">
                <a:solidFill>
                  <a:srgbClr val="6E6E6E"/>
                </a:solidFill>
                <a:latin typeface="微软雅黑" panose="020B0503020204020204" pitchFamily="34" charset="-122"/>
                <a:ea typeface="微软雅黑" panose="020B0503020204020204" pitchFamily="34" charset="-122"/>
              </a:rPr>
              <a:t>2022-2023</a:t>
            </a:r>
            <a:r>
              <a:rPr lang="zh-CN" altLang="en-US" sz="1200" dirty="0">
                <a:solidFill>
                  <a:srgbClr val="6E6E6E"/>
                </a:solidFill>
                <a:latin typeface="微软雅黑" panose="020B0503020204020204" pitchFamily="34" charset="-122"/>
                <a:ea typeface="微软雅黑" panose="020B0503020204020204" pitchFamily="34" charset="-122"/>
              </a:rPr>
              <a:t>年行业总产能约</a:t>
            </a:r>
            <a:r>
              <a:rPr lang="en-US" altLang="zh-CN" sz="1200" dirty="0">
                <a:solidFill>
                  <a:srgbClr val="6E6E6E"/>
                </a:solidFill>
                <a:latin typeface="微软雅黑" panose="020B0503020204020204" pitchFamily="34" charset="-122"/>
                <a:ea typeface="微软雅黑" panose="020B0503020204020204" pitchFamily="34" charset="-122"/>
              </a:rPr>
              <a:t>166</a:t>
            </a:r>
            <a:r>
              <a:rPr lang="zh-CN" altLang="en-US" sz="1200" dirty="0">
                <a:solidFill>
                  <a:srgbClr val="6E6E6E"/>
                </a:solidFill>
                <a:latin typeface="微软雅黑" panose="020B0503020204020204" pitchFamily="34" charset="-122"/>
                <a:ea typeface="微软雅黑" panose="020B0503020204020204" pitchFamily="34" charset="-122"/>
              </a:rPr>
              <a:t>、</a:t>
            </a:r>
            <a:r>
              <a:rPr lang="en-US" altLang="zh-CN" sz="1200" dirty="0">
                <a:solidFill>
                  <a:srgbClr val="6E6E6E"/>
                </a:solidFill>
                <a:latin typeface="微软雅黑" panose="020B0503020204020204" pitchFamily="34" charset="-122"/>
                <a:ea typeface="微软雅黑" panose="020B0503020204020204" pitchFamily="34" charset="-122"/>
              </a:rPr>
              <a:t>330</a:t>
            </a:r>
            <a:r>
              <a:rPr lang="zh-CN" altLang="en-US" sz="1200" dirty="0">
                <a:solidFill>
                  <a:srgbClr val="6E6E6E"/>
                </a:solidFill>
                <a:latin typeface="微软雅黑" panose="020B0503020204020204" pitchFamily="34" charset="-122"/>
                <a:ea typeface="微软雅黑" panose="020B0503020204020204" pitchFamily="34" charset="-122"/>
              </a:rPr>
              <a:t>万吨，</a:t>
            </a:r>
          </a:p>
        </p:txBody>
      </p:sp>
      <p:sp>
        <p:nvSpPr>
          <p:cNvPr id="9" name="文本框 8">
            <a:extLst>
              <a:ext uri="{FF2B5EF4-FFF2-40B4-BE49-F238E27FC236}">
                <a16:creationId xmlns:a16="http://schemas.microsoft.com/office/drawing/2014/main" xmlns="" id="{2D00C609-031A-01D6-486B-1BDAA7BCE043}"/>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graphicFrame>
        <p:nvGraphicFramePr>
          <p:cNvPr id="10" name="表格 9">
            <a:extLst>
              <a:ext uri="{FF2B5EF4-FFF2-40B4-BE49-F238E27FC236}">
                <a16:creationId xmlns:a16="http://schemas.microsoft.com/office/drawing/2014/main" xmlns="" id="{58D0EC25-1672-B215-B90E-1E167E29CC88}"/>
              </a:ext>
            </a:extLst>
          </p:cNvPr>
          <p:cNvGraphicFramePr>
            <a:graphicFrameLocks noGrp="1"/>
          </p:cNvGraphicFramePr>
          <p:nvPr>
            <p:extLst>
              <p:ext uri="{D42A27DB-BD31-4B8C-83A1-F6EECF244321}">
                <p14:modId xmlns:p14="http://schemas.microsoft.com/office/powerpoint/2010/main" val="517543856"/>
              </p:ext>
            </p:extLst>
          </p:nvPr>
        </p:nvGraphicFramePr>
        <p:xfrm>
          <a:off x="6395208" y="4606795"/>
          <a:ext cx="5427662" cy="1553852"/>
        </p:xfrm>
        <a:graphic>
          <a:graphicData uri="http://schemas.openxmlformats.org/drawingml/2006/table">
            <a:tbl>
              <a:tblPr firstRow="1" firstCol="1" bandRow="1"/>
              <a:tblGrid>
                <a:gridCol w="1240655">
                  <a:extLst>
                    <a:ext uri="{9D8B030D-6E8A-4147-A177-3AD203B41FA5}">
                      <a16:colId xmlns:a16="http://schemas.microsoft.com/office/drawing/2014/main" xmlns="" val="3502616778"/>
                    </a:ext>
                  </a:extLst>
                </a:gridCol>
                <a:gridCol w="372830">
                  <a:extLst>
                    <a:ext uri="{9D8B030D-6E8A-4147-A177-3AD203B41FA5}">
                      <a16:colId xmlns:a16="http://schemas.microsoft.com/office/drawing/2014/main" xmlns="" val="442740277"/>
                    </a:ext>
                  </a:extLst>
                </a:gridCol>
                <a:gridCol w="563120">
                  <a:extLst>
                    <a:ext uri="{9D8B030D-6E8A-4147-A177-3AD203B41FA5}">
                      <a16:colId xmlns:a16="http://schemas.microsoft.com/office/drawing/2014/main" xmlns="" val="3530391227"/>
                    </a:ext>
                  </a:extLst>
                </a:gridCol>
                <a:gridCol w="624917">
                  <a:extLst>
                    <a:ext uri="{9D8B030D-6E8A-4147-A177-3AD203B41FA5}">
                      <a16:colId xmlns:a16="http://schemas.microsoft.com/office/drawing/2014/main" xmlns="" val="3293073992"/>
                    </a:ext>
                  </a:extLst>
                </a:gridCol>
                <a:gridCol w="583562">
                  <a:extLst>
                    <a:ext uri="{9D8B030D-6E8A-4147-A177-3AD203B41FA5}">
                      <a16:colId xmlns:a16="http://schemas.microsoft.com/office/drawing/2014/main" xmlns="" val="3181267715"/>
                    </a:ext>
                  </a:extLst>
                </a:gridCol>
                <a:gridCol w="698436">
                  <a:extLst>
                    <a:ext uri="{9D8B030D-6E8A-4147-A177-3AD203B41FA5}">
                      <a16:colId xmlns:a16="http://schemas.microsoft.com/office/drawing/2014/main" xmlns="" val="1071351753"/>
                    </a:ext>
                  </a:extLst>
                </a:gridCol>
                <a:gridCol w="634106">
                  <a:extLst>
                    <a:ext uri="{9D8B030D-6E8A-4147-A177-3AD203B41FA5}">
                      <a16:colId xmlns:a16="http://schemas.microsoft.com/office/drawing/2014/main" xmlns="" val="3325636276"/>
                    </a:ext>
                  </a:extLst>
                </a:gridCol>
                <a:gridCol w="710036">
                  <a:extLst>
                    <a:ext uri="{9D8B030D-6E8A-4147-A177-3AD203B41FA5}">
                      <a16:colId xmlns:a16="http://schemas.microsoft.com/office/drawing/2014/main" xmlns="" val="1296327725"/>
                    </a:ext>
                  </a:extLst>
                </a:gridCol>
              </a:tblGrid>
              <a:tr h="265115">
                <a:tc>
                  <a:txBody>
                    <a:bodyPr/>
                    <a:lstStyle/>
                    <a:p>
                      <a:pPr algn="ct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项目</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8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单位</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2020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2021H1</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2021H2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2022H1</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en-US" sz="800" b="1" kern="100" dirty="0" err="1">
                          <a:solidFill>
                            <a:srgbClr val="FFFFFF"/>
                          </a:solidFill>
                          <a:effectLst/>
                          <a:latin typeface="Arial" panose="020B0604020202020204" pitchFamily="34" charset="0"/>
                          <a:ea typeface="华文细黑" panose="02010600040101010101" pitchFamily="2" charset="-122"/>
                          <a:cs typeface="Arial" panose="020B0604020202020204" pitchFamily="34" charset="0"/>
                        </a:rPr>
                        <a:t>2022H2E</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2023E</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extLst>
                  <a:ext uri="{0D108BD9-81ED-4DB2-BD59-A6C34878D82A}">
                    <a16:rowId xmlns:a16="http://schemas.microsoft.com/office/drawing/2014/main" xmlns="" val="2035309126"/>
                  </a:ext>
                </a:extLst>
              </a:tr>
              <a:tr h="208540">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行业总需求（考虑备货）</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万吨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13.5</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15.3</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26.3</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39.6</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58.0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144.8</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extLst>
                  <a:ext uri="{0D108BD9-81ED-4DB2-BD59-A6C34878D82A}">
                    <a16:rowId xmlns:a16="http://schemas.microsoft.com/office/drawing/2014/main" xmlns="" val="99627207"/>
                  </a:ext>
                </a:extLst>
              </a:tr>
              <a:tr h="267747">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现有企业产能</a:t>
                      </a: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年化</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rowSpan="2">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万吨</a:t>
                      </a: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rowSpan="2">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18.7</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rowSpan="2">
                  <a:txBody>
                    <a:bodyPr/>
                    <a:lstStyle/>
                    <a:p>
                      <a:pPr algn="ctr"/>
                      <a:r>
                        <a:rPr lang="en-US" sz="8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26.2</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rowSpan="2">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43.2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58.2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98.2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152.7</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extLst>
                  <a:ext uri="{0D108BD9-81ED-4DB2-BD59-A6C34878D82A}">
                    <a16:rowId xmlns:a16="http://schemas.microsoft.com/office/drawing/2014/main" xmlns="" val="1730248628"/>
                  </a:ext>
                </a:extLst>
              </a:tr>
              <a:tr h="280904">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总产能</a:t>
                      </a: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年化</a:t>
                      </a: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含规划）</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79.0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165.5</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ctr"/>
                      <a:r>
                        <a:rPr lang="en-US"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330</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extLst>
                  <a:ext uri="{0D108BD9-81ED-4DB2-BD59-A6C34878D82A}">
                    <a16:rowId xmlns:a16="http://schemas.microsoft.com/office/drawing/2014/main" xmlns="" val="1868433366"/>
                  </a:ext>
                </a:extLst>
              </a:tr>
              <a:tr h="266431">
                <a:tc>
                  <a:txBody>
                    <a:bodyPr/>
                    <a:lstStyle/>
                    <a:p>
                      <a:pPr algn="ctr"/>
                      <a:r>
                        <a:rPr lang="zh-CN" sz="8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仅考虑现有企业产能利用率</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rowSpan="2">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rowSpan="2">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72%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rowSpan="2">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117%</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rowSpan="2">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122%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a:txBody>
                    <a:bodyPr/>
                    <a:lstStyle/>
                    <a:p>
                      <a:pPr algn="ctr"/>
                      <a:r>
                        <a:rPr lang="en-US"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136%</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a:txBody>
                    <a:bodyPr/>
                    <a:lstStyle/>
                    <a:p>
                      <a:pPr algn="ctr"/>
                      <a:r>
                        <a:rPr lang="en-US"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118%</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a:txBody>
                    <a:bodyPr/>
                    <a:lstStyle/>
                    <a:p>
                      <a:pPr algn="ctr"/>
                      <a:r>
                        <a:rPr lang="en-US" sz="8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95%</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extLst>
                  <a:ext uri="{0D108BD9-81ED-4DB2-BD59-A6C34878D82A}">
                    <a16:rowId xmlns:a16="http://schemas.microsoft.com/office/drawing/2014/main" xmlns="" val="3278996039"/>
                  </a:ext>
                </a:extLst>
              </a:tr>
              <a:tr h="265115">
                <a:tc>
                  <a:txBody>
                    <a:bodyPr/>
                    <a:lstStyle/>
                    <a:p>
                      <a:pPr algn="ctr"/>
                      <a:r>
                        <a:rPr lang="zh-CN"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整体产能利用率</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p>
                      <a:pPr algn="ctr"/>
                      <a:r>
                        <a:rPr lang="zh-CN"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（考虑规划产能全部达产）</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algn="ctr"/>
                      <a:r>
                        <a:rPr lang="en-US" sz="8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100%</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a:txBody>
                    <a:bodyPr/>
                    <a:lstStyle/>
                    <a:p>
                      <a:pPr algn="ctr"/>
                      <a:r>
                        <a:rPr lang="en-US" sz="8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70%</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tc>
                  <a:txBody>
                    <a:bodyPr/>
                    <a:lstStyle/>
                    <a:p>
                      <a:pPr algn="ctr"/>
                      <a:r>
                        <a:rPr lang="en-US" sz="8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44%</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E0B3"/>
                    </a:solidFill>
                  </a:tcPr>
                </a:tc>
                <a:extLst>
                  <a:ext uri="{0D108BD9-81ED-4DB2-BD59-A6C34878D82A}">
                    <a16:rowId xmlns:a16="http://schemas.microsoft.com/office/drawing/2014/main" xmlns="" val="3706276003"/>
                  </a:ext>
                </a:extLst>
              </a:tr>
            </a:tbl>
          </a:graphicData>
        </a:graphic>
      </p:graphicFrame>
      <p:sp>
        <p:nvSpPr>
          <p:cNvPr id="12" name="文本框 14">
            <a:extLst>
              <a:ext uri="{FF2B5EF4-FFF2-40B4-BE49-F238E27FC236}">
                <a16:creationId xmlns:a16="http://schemas.microsoft.com/office/drawing/2014/main" xmlns="" id="{C985B006-4DC9-9EBE-B1CC-C5A3BCDB160E}"/>
              </a:ext>
            </a:extLst>
          </p:cNvPr>
          <p:cNvSpPr txBox="1">
            <a:spLocks noChangeArrowheads="1"/>
          </p:cNvSpPr>
          <p:nvPr/>
        </p:nvSpPr>
        <p:spPr bwMode="auto">
          <a:xfrm>
            <a:off x="6223516" y="1484784"/>
            <a:ext cx="30243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eaLnBrk="0" fontAlgn="base" hangingPunct="0">
              <a:spcBef>
                <a:spcPct val="0"/>
              </a:spcBef>
              <a:spcAft>
                <a:spcPct val="0"/>
              </a:spcAft>
              <a:defRPr/>
            </a:pPr>
            <a:r>
              <a:rPr lang="zh-CN" altLang="en-US" sz="1800" b="1" dirty="0">
                <a:solidFill>
                  <a:srgbClr val="E10000"/>
                </a:solidFill>
                <a:latin typeface="微软雅黑" panose="020B0503020204020204" pitchFamily="34" charset="-122"/>
                <a:ea typeface="微软雅黑" panose="020B0503020204020204" pitchFamily="34" charset="-122"/>
              </a:rPr>
              <a:t>供需平衡测算</a:t>
            </a:r>
          </a:p>
        </p:txBody>
      </p:sp>
      <p:graphicFrame>
        <p:nvGraphicFramePr>
          <p:cNvPr id="7" name="图表 6">
            <a:extLst>
              <a:ext uri="{FF2B5EF4-FFF2-40B4-BE49-F238E27FC236}">
                <a16:creationId xmlns:a16="http://schemas.microsoft.com/office/drawing/2014/main" xmlns="" id="{8739C39B-B20E-4725-9C8A-25E432D1B3E1}"/>
              </a:ext>
            </a:extLst>
          </p:cNvPr>
          <p:cNvGraphicFramePr>
            <a:graphicFrameLocks/>
          </p:cNvGraphicFramePr>
          <p:nvPr>
            <p:extLst>
              <p:ext uri="{D42A27DB-BD31-4B8C-83A1-F6EECF244321}">
                <p14:modId xmlns:p14="http://schemas.microsoft.com/office/powerpoint/2010/main" val="1228510223"/>
              </p:ext>
            </p:extLst>
          </p:nvPr>
        </p:nvGraphicFramePr>
        <p:xfrm>
          <a:off x="6356592" y="2019594"/>
          <a:ext cx="4310900" cy="22398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表格 7">
            <a:extLst>
              <a:ext uri="{FF2B5EF4-FFF2-40B4-BE49-F238E27FC236}">
                <a16:creationId xmlns:a16="http://schemas.microsoft.com/office/drawing/2014/main" xmlns="" id="{138E8CD2-B936-FD7A-1D93-1B3C0EBAB10D}"/>
              </a:ext>
            </a:extLst>
          </p:cNvPr>
          <p:cNvGraphicFramePr>
            <a:graphicFrameLocks noGrp="1"/>
          </p:cNvGraphicFramePr>
          <p:nvPr>
            <p:extLst>
              <p:ext uri="{D42A27DB-BD31-4B8C-83A1-F6EECF244321}">
                <p14:modId xmlns:p14="http://schemas.microsoft.com/office/powerpoint/2010/main" val="4139952033"/>
              </p:ext>
            </p:extLst>
          </p:nvPr>
        </p:nvGraphicFramePr>
        <p:xfrm>
          <a:off x="570530" y="1900562"/>
          <a:ext cx="5425914" cy="4377368"/>
        </p:xfrm>
        <a:graphic>
          <a:graphicData uri="http://schemas.openxmlformats.org/drawingml/2006/table">
            <a:tbl>
              <a:tblPr/>
              <a:tblGrid>
                <a:gridCol w="562780">
                  <a:extLst>
                    <a:ext uri="{9D8B030D-6E8A-4147-A177-3AD203B41FA5}">
                      <a16:colId xmlns:a16="http://schemas.microsoft.com/office/drawing/2014/main" xmlns="" val="1713844302"/>
                    </a:ext>
                  </a:extLst>
                </a:gridCol>
                <a:gridCol w="920644">
                  <a:extLst>
                    <a:ext uri="{9D8B030D-6E8A-4147-A177-3AD203B41FA5}">
                      <a16:colId xmlns:a16="http://schemas.microsoft.com/office/drawing/2014/main" xmlns="" val="4253836140"/>
                    </a:ext>
                  </a:extLst>
                </a:gridCol>
                <a:gridCol w="436522">
                  <a:extLst>
                    <a:ext uri="{9D8B030D-6E8A-4147-A177-3AD203B41FA5}">
                      <a16:colId xmlns:a16="http://schemas.microsoft.com/office/drawing/2014/main" xmlns="" val="2777412504"/>
                    </a:ext>
                  </a:extLst>
                </a:gridCol>
                <a:gridCol w="692068">
                  <a:extLst>
                    <a:ext uri="{9D8B030D-6E8A-4147-A177-3AD203B41FA5}">
                      <a16:colId xmlns:a16="http://schemas.microsoft.com/office/drawing/2014/main" xmlns="" val="1351348105"/>
                    </a:ext>
                  </a:extLst>
                </a:gridCol>
                <a:gridCol w="562780">
                  <a:extLst>
                    <a:ext uri="{9D8B030D-6E8A-4147-A177-3AD203B41FA5}">
                      <a16:colId xmlns:a16="http://schemas.microsoft.com/office/drawing/2014/main" xmlns="" val="320858880"/>
                    </a:ext>
                  </a:extLst>
                </a:gridCol>
                <a:gridCol w="562780">
                  <a:extLst>
                    <a:ext uri="{9D8B030D-6E8A-4147-A177-3AD203B41FA5}">
                      <a16:colId xmlns:a16="http://schemas.microsoft.com/office/drawing/2014/main" xmlns="" val="412375060"/>
                    </a:ext>
                  </a:extLst>
                </a:gridCol>
                <a:gridCol w="562780">
                  <a:extLst>
                    <a:ext uri="{9D8B030D-6E8A-4147-A177-3AD203B41FA5}">
                      <a16:colId xmlns:a16="http://schemas.microsoft.com/office/drawing/2014/main" xmlns="" val="487144664"/>
                    </a:ext>
                  </a:extLst>
                </a:gridCol>
                <a:gridCol w="562780">
                  <a:extLst>
                    <a:ext uri="{9D8B030D-6E8A-4147-A177-3AD203B41FA5}">
                      <a16:colId xmlns:a16="http://schemas.microsoft.com/office/drawing/2014/main" xmlns="" val="3406494907"/>
                    </a:ext>
                  </a:extLst>
                </a:gridCol>
                <a:gridCol w="562780">
                  <a:extLst>
                    <a:ext uri="{9D8B030D-6E8A-4147-A177-3AD203B41FA5}">
                      <a16:colId xmlns:a16="http://schemas.microsoft.com/office/drawing/2014/main" xmlns="" val="540187983"/>
                    </a:ext>
                  </a:extLst>
                </a:gridCol>
              </a:tblGrid>
              <a:tr h="187828">
                <a:tc gridSpan="2">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磷酸铁供需平衡测算</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h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单位</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GB" sz="700" b="1" i="0" u="none" strike="noStrike">
                          <a:solidFill>
                            <a:srgbClr val="FFFFFF"/>
                          </a:solidFill>
                          <a:effectLst/>
                          <a:latin typeface="等线" panose="02010600030101010101" pitchFamily="2" charset="-122"/>
                          <a:ea typeface="等线" panose="02010600030101010101" pitchFamily="2" charset="-122"/>
                        </a:rPr>
                        <a:t>2020A</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0000"/>
                    </a:solidFill>
                  </a:tcPr>
                </a:tc>
                <a:tc>
                  <a:txBody>
                    <a:bodyPr/>
                    <a:lstStyle/>
                    <a:p>
                      <a:pPr algn="ctr" fontAlgn="ctr"/>
                      <a:r>
                        <a:rPr lang="en-GB" sz="700" b="1" i="0" u="none" strike="noStrike">
                          <a:solidFill>
                            <a:srgbClr val="FFFFFF"/>
                          </a:solidFill>
                          <a:effectLst/>
                          <a:latin typeface="等线" panose="02010600030101010101" pitchFamily="2" charset="-122"/>
                          <a:ea typeface="等线" panose="02010600030101010101" pitchFamily="2" charset="-122"/>
                        </a:rPr>
                        <a:t>2021H1</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0000"/>
                    </a:solidFill>
                  </a:tcPr>
                </a:tc>
                <a:tc>
                  <a:txBody>
                    <a:bodyPr/>
                    <a:lstStyle/>
                    <a:p>
                      <a:pPr algn="ctr" fontAlgn="ctr"/>
                      <a:r>
                        <a:rPr lang="en-GB" sz="700" b="1" i="0" u="none" strike="noStrike">
                          <a:solidFill>
                            <a:srgbClr val="FFFFFF"/>
                          </a:solidFill>
                          <a:effectLst/>
                          <a:latin typeface="等线" panose="02010600030101010101" pitchFamily="2" charset="-122"/>
                          <a:ea typeface="等线" panose="02010600030101010101" pitchFamily="2" charset="-122"/>
                        </a:rPr>
                        <a:t>2021H2</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0000"/>
                    </a:solidFill>
                  </a:tcPr>
                </a:tc>
                <a:tc>
                  <a:txBody>
                    <a:bodyPr/>
                    <a:lstStyle/>
                    <a:p>
                      <a:pPr algn="ctr" fontAlgn="ctr"/>
                      <a:r>
                        <a:rPr lang="en-GB" sz="700" b="1" i="0" u="none" strike="noStrike">
                          <a:solidFill>
                            <a:srgbClr val="FFFFFF"/>
                          </a:solidFill>
                          <a:effectLst/>
                          <a:latin typeface="等线" panose="02010600030101010101" pitchFamily="2" charset="-122"/>
                          <a:ea typeface="等线" panose="02010600030101010101" pitchFamily="2" charset="-122"/>
                        </a:rPr>
                        <a:t>2022H1</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0000"/>
                    </a:solidFill>
                  </a:tcPr>
                </a:tc>
                <a:tc>
                  <a:txBody>
                    <a:bodyPr/>
                    <a:lstStyle/>
                    <a:p>
                      <a:pPr algn="ctr" fontAlgn="ctr"/>
                      <a:r>
                        <a:rPr lang="en-GB" sz="700" b="1" i="0" u="none" strike="noStrike">
                          <a:solidFill>
                            <a:srgbClr val="FFFFFF"/>
                          </a:solidFill>
                          <a:effectLst/>
                          <a:latin typeface="等线" panose="02010600030101010101" pitchFamily="2" charset="-122"/>
                          <a:ea typeface="等线" panose="02010600030101010101" pitchFamily="2" charset="-122"/>
                        </a:rPr>
                        <a:t>2022H2E</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0000"/>
                    </a:solidFill>
                  </a:tcPr>
                </a:tc>
                <a:tc>
                  <a:txBody>
                    <a:bodyPr/>
                    <a:lstStyle/>
                    <a:p>
                      <a:pPr algn="ctr" fontAlgn="ctr"/>
                      <a:r>
                        <a:rPr lang="en-GB" sz="700" b="1" i="0" u="none" strike="noStrike">
                          <a:solidFill>
                            <a:srgbClr val="FFFFFF"/>
                          </a:solidFill>
                          <a:effectLst/>
                          <a:latin typeface="等线" panose="02010600030101010101" pitchFamily="2" charset="-122"/>
                          <a:ea typeface="等线" panose="02010600030101010101" pitchFamily="2" charset="-122"/>
                        </a:rPr>
                        <a:t>2023E</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0000"/>
                    </a:solidFill>
                  </a:tcPr>
                </a:tc>
                <a:extLst>
                  <a:ext uri="{0D108BD9-81ED-4DB2-BD59-A6C34878D82A}">
                    <a16:rowId xmlns:a16="http://schemas.microsoft.com/office/drawing/2014/main" xmlns="" val="3698894039"/>
                  </a:ext>
                </a:extLst>
              </a:tr>
              <a:tr h="187828">
                <a:tc rowSpan="22">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磷酸铁</a:t>
                      </a:r>
                      <a:br>
                        <a:rPr lang="zh-CN" altLang="en-US" sz="700" b="1" i="0" u="none" strike="noStrike">
                          <a:solidFill>
                            <a:srgbClr val="000000"/>
                          </a:solidFill>
                          <a:effectLst/>
                          <a:latin typeface="等线" panose="02010600030101010101" pitchFamily="2" charset="-122"/>
                          <a:ea typeface="等线" panose="02010600030101010101" pitchFamily="2" charset="-122"/>
                        </a:rPr>
                      </a:br>
                      <a:r>
                        <a:rPr lang="zh-CN" altLang="en-US" sz="700" b="1" i="0" u="none" strike="noStrike">
                          <a:solidFill>
                            <a:srgbClr val="000000"/>
                          </a:solidFill>
                          <a:effectLst/>
                          <a:latin typeface="等线" panose="02010600030101010101" pitchFamily="2" charset="-122"/>
                          <a:ea typeface="等线" panose="02010600030101010101" pitchFamily="2" charset="-122"/>
                        </a:rPr>
                        <a:t/>
                      </a:r>
                      <a:br>
                        <a:rPr lang="zh-CN" altLang="en-US" sz="700" b="1" i="0" u="none" strike="noStrike">
                          <a:solidFill>
                            <a:srgbClr val="000000"/>
                          </a:solidFill>
                          <a:effectLst/>
                          <a:latin typeface="等线" panose="02010600030101010101" pitchFamily="2" charset="-122"/>
                          <a:ea typeface="等线" panose="02010600030101010101" pitchFamily="2" charset="-122"/>
                        </a:rPr>
                      </a:br>
                      <a:r>
                        <a:rPr lang="en-US" altLang="zh-CN" sz="700" b="1" i="0" u="none" strike="noStrike">
                          <a:solidFill>
                            <a:srgbClr val="000000"/>
                          </a:solidFill>
                          <a:effectLst/>
                          <a:latin typeface="等线" panose="02010600030101010101" pitchFamily="2" charset="-122"/>
                          <a:ea typeface="等线" panose="02010600030101010101" pitchFamily="2" charset="-122"/>
                        </a:rPr>
                        <a:t>-</a:t>
                      </a:r>
                      <a:r>
                        <a:rPr lang="zh-CN" altLang="en-US" sz="700" b="1" i="0" u="none" strike="noStrike">
                          <a:solidFill>
                            <a:srgbClr val="000000"/>
                          </a:solidFill>
                          <a:effectLst/>
                          <a:latin typeface="等线" panose="02010600030101010101" pitchFamily="2" charset="-122"/>
                          <a:ea typeface="等线" panose="02010600030101010101" pitchFamily="2" charset="-122"/>
                        </a:rPr>
                        <a:t>年化产能</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德方</a:t>
                      </a:r>
                      <a:r>
                        <a:rPr lang="en-US" altLang="zh-CN" sz="700" b="1" i="0" u="none" strike="noStrike">
                          <a:solidFill>
                            <a:srgbClr val="000000"/>
                          </a:solidFill>
                          <a:effectLst/>
                          <a:latin typeface="等线" panose="02010600030101010101" pitchFamily="2" charset="-122"/>
                          <a:ea typeface="等线" panose="02010600030101010101" pitchFamily="2" charset="-122"/>
                        </a:rPr>
                        <a:t>-</a:t>
                      </a:r>
                      <a:r>
                        <a:rPr lang="zh-CN" altLang="en-US" sz="700" b="1" i="0" u="none" strike="noStrike">
                          <a:solidFill>
                            <a:srgbClr val="000000"/>
                          </a:solidFill>
                          <a:effectLst/>
                          <a:latin typeface="等线" panose="02010600030101010101" pitchFamily="2" charset="-122"/>
                          <a:ea typeface="等线" panose="02010600030101010101" pitchFamily="2" charset="-122"/>
                        </a:rPr>
                        <a:t>液相</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万吨</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4.0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9.0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12.0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20.0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29.5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41.0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239548420"/>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湖南裕能</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万吨</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4.0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8.0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20.0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2553997"/>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湖南雅城</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万吨</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6.0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6.0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8.0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18.0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52264711"/>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天赐材料</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万吨</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6.0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18.0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217962872"/>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安纳达</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万吨</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5.0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6.0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77506540"/>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贵州安达</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万吨</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6.0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6.0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985579619"/>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升华</a:t>
                      </a:r>
                      <a:r>
                        <a:rPr lang="en-US" altLang="zh-CN" sz="700" b="1" i="0" u="none" strike="noStrike">
                          <a:solidFill>
                            <a:srgbClr val="000000"/>
                          </a:solidFill>
                          <a:effectLst/>
                          <a:latin typeface="等线" panose="02010600030101010101" pitchFamily="2" charset="-122"/>
                          <a:ea typeface="等线" panose="02010600030101010101" pitchFamily="2" charset="-122"/>
                        </a:rPr>
                        <a:t>-</a:t>
                      </a:r>
                      <a:r>
                        <a:rPr lang="zh-CN" altLang="en-US" sz="700" b="1" i="0" u="none" strike="noStrike">
                          <a:solidFill>
                            <a:srgbClr val="000000"/>
                          </a:solidFill>
                          <a:effectLst/>
                          <a:latin typeface="等线" panose="02010600030101010101" pitchFamily="2" charset="-122"/>
                          <a:ea typeface="等线" panose="02010600030101010101" pitchFamily="2" charset="-122"/>
                        </a:rPr>
                        <a:t>草酸</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万吨</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6.2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6.2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12.2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13.2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19588179"/>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龙蟠科技</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6.0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13.0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9565624"/>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川金诺</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0.5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0.5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0.5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0.5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0.5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940800928"/>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云天化</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4650004"/>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瓮福集团</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0.5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2.0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2.0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563458950"/>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龙佰集团</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5.0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5.0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35.0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734589224"/>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中核钛白</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387248324"/>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云图控股</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849596366"/>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川发龙蟒</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979800355"/>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兴发集团</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41704657"/>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川恒股份</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0.3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10.3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30.3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677291500"/>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新洋丰</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5.0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20.0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20.0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01504596"/>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原有企业产能（年化）</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万吨</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18.7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E4D6"/>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26.2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E4D6"/>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43.2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E4D6"/>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58.2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98.2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152.7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extLst>
                  <a:ext uri="{0D108BD9-81ED-4DB2-BD59-A6C34878D82A}">
                    <a16:rowId xmlns:a16="http://schemas.microsoft.com/office/drawing/2014/main" xmlns="" val="1856211576"/>
                  </a:ext>
                </a:extLst>
              </a:tr>
              <a:tr h="187828">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合计（年化）</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万吨</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18.7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E4D6"/>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26.2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E4D6"/>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43.2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E4D6"/>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79.0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165.5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330.0 </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E4D5"/>
                    </a:solidFill>
                  </a:tcPr>
                </a:tc>
                <a:extLst>
                  <a:ext uri="{0D108BD9-81ED-4DB2-BD59-A6C34878D82A}">
                    <a16:rowId xmlns:a16="http://schemas.microsoft.com/office/drawing/2014/main" xmlns="" val="2795802373"/>
                  </a:ext>
                </a:extLst>
              </a:tr>
              <a:tr h="203480">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仅考虑现有企业产能利用率</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72%</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117%</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122%</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136%</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118%</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95%</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extLst>
                  <a:ext uri="{0D108BD9-81ED-4DB2-BD59-A6C34878D82A}">
                    <a16:rowId xmlns:a16="http://schemas.microsoft.com/office/drawing/2014/main" xmlns="" val="1346802122"/>
                  </a:ext>
                </a:extLst>
              </a:tr>
              <a:tr h="203480">
                <a:tc vMerge="1">
                  <a:txBody>
                    <a:bodyPr/>
                    <a:lstStyle/>
                    <a:p>
                      <a:endParaRPr lang="zh-CN" altLang="en-US"/>
                    </a:p>
                  </a:txBody>
                  <a:tcPr/>
                </a:tc>
                <a:tc>
                  <a:txBody>
                    <a:bodyPr/>
                    <a:lstStyle/>
                    <a:p>
                      <a:pPr algn="ctr" fontAlgn="ctr"/>
                      <a:r>
                        <a:rPr lang="zh-CN" altLang="en-US" sz="700" b="1" i="0" u="none" strike="noStrike">
                          <a:solidFill>
                            <a:srgbClr val="000000"/>
                          </a:solidFill>
                          <a:effectLst/>
                          <a:latin typeface="等线" panose="02010600030101010101" pitchFamily="2" charset="-122"/>
                          <a:ea typeface="等线" panose="02010600030101010101" pitchFamily="2" charset="-122"/>
                        </a:rPr>
                        <a:t>整体产能利用率（考虑规划产能全部达产）</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72%</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117%</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122%</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100%</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a:solidFill>
                            <a:srgbClr val="000000"/>
                          </a:solidFill>
                          <a:effectLst/>
                          <a:latin typeface="等线" panose="02010600030101010101" pitchFamily="2" charset="-122"/>
                          <a:ea typeface="等线" panose="02010600030101010101" pitchFamily="2" charset="-122"/>
                        </a:rPr>
                        <a:t>70%</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tc>
                  <a:txBody>
                    <a:bodyPr/>
                    <a:lstStyle/>
                    <a:p>
                      <a:pPr algn="ctr" fontAlgn="ctr"/>
                      <a:r>
                        <a:rPr lang="en-US" altLang="zh-CN" sz="700" b="1" i="0" u="none" strike="noStrike" dirty="0">
                          <a:solidFill>
                            <a:srgbClr val="000000"/>
                          </a:solidFill>
                          <a:effectLst/>
                          <a:latin typeface="等线" panose="02010600030101010101" pitchFamily="2" charset="-122"/>
                          <a:ea typeface="等线" panose="02010600030101010101" pitchFamily="2" charset="-122"/>
                        </a:rPr>
                        <a:t>44%</a:t>
                      </a:r>
                    </a:p>
                  </a:txBody>
                  <a:tcPr marL="3130" marR="3130" marT="313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5E0B3"/>
                    </a:solidFill>
                  </a:tcPr>
                </a:tc>
                <a:extLst>
                  <a:ext uri="{0D108BD9-81ED-4DB2-BD59-A6C34878D82A}">
                    <a16:rowId xmlns:a16="http://schemas.microsoft.com/office/drawing/2014/main" xmlns="" val="835040739"/>
                  </a:ext>
                </a:extLst>
              </a:tr>
            </a:tbl>
          </a:graphicData>
        </a:graphic>
      </p:graphicFrame>
    </p:spTree>
    <p:extLst>
      <p:ext uri="{BB962C8B-B14F-4D97-AF65-F5344CB8AC3E}">
        <p14:creationId xmlns:p14="http://schemas.microsoft.com/office/powerpoint/2010/main" val="102120233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
          <p:cNvSpPr txBox="1">
            <a:spLocks noChangeArrowheads="1"/>
          </p:cNvSpPr>
          <p:nvPr/>
        </p:nvSpPr>
        <p:spPr bwMode="auto">
          <a:xfrm>
            <a:off x="657447" y="1032181"/>
            <a:ext cx="11055176"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目前磷酸铁生产工艺主要有钠法、铵法、铁粉、肥料磷酸、氧化铁红、磷酸氢钙几种工艺。从工艺路径对比来看，差异化主要体现在原材料（磷源、铁源）、产品品质、能耗、三废排放等方面</a:t>
            </a:r>
          </a:p>
        </p:txBody>
      </p:sp>
      <p:sp>
        <p:nvSpPr>
          <p:cNvPr id="13" name="文本框 12"/>
          <p:cNvSpPr txBox="1"/>
          <p:nvPr/>
        </p:nvSpPr>
        <p:spPr>
          <a:xfrm>
            <a:off x="1524246" y="381164"/>
            <a:ext cx="8316170"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磷酸铁成本对比</a:t>
            </a:r>
          </a:p>
        </p:txBody>
      </p:sp>
      <p:sp>
        <p:nvSpPr>
          <p:cNvPr id="9" name="Rectangle 4">
            <a:extLst>
              <a:ext uri="{FF2B5EF4-FFF2-40B4-BE49-F238E27FC236}">
                <a16:creationId xmlns:a16="http://schemas.microsoft.com/office/drawing/2014/main" xmlns="" id="{60807812-1BDB-407E-B624-5FA49F34E963}"/>
              </a:ext>
            </a:extLst>
          </p:cNvPr>
          <p:cNvSpPr>
            <a:spLocks noChangeArrowheads="1"/>
          </p:cNvSpPr>
          <p:nvPr/>
        </p:nvSpPr>
        <p:spPr bwMode="auto">
          <a:xfrm>
            <a:off x="532268" y="1802760"/>
            <a:ext cx="3360551"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b="1" dirty="0">
                <a:solidFill>
                  <a:srgbClr val="E10000"/>
                </a:solidFill>
                <a:latin typeface="微软雅黑" panose="020B0503020204020204" pitchFamily="34" charset="-122"/>
                <a:ea typeface="微软雅黑" panose="020B0503020204020204" pitchFamily="34" charset="-122"/>
              </a:rPr>
              <a:t>不同磷酸铁生产工艺流程</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10" name="Rectangle 5">
            <a:extLst>
              <a:ext uri="{FF2B5EF4-FFF2-40B4-BE49-F238E27FC236}">
                <a16:creationId xmlns:a16="http://schemas.microsoft.com/office/drawing/2014/main" xmlns="" id="{237A2B66-81E3-429F-BA18-8540AD69E4CB}"/>
              </a:ext>
            </a:extLst>
          </p:cNvPr>
          <p:cNvSpPr>
            <a:spLocks noChangeArrowheads="1"/>
          </p:cNvSpPr>
          <p:nvPr/>
        </p:nvSpPr>
        <p:spPr bwMode="auto">
          <a:xfrm>
            <a:off x="0" y="6673577"/>
            <a:ext cx="4425089"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资料来源：环评报告，</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一种电池级正磷酸铁的生产方法</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，孙位成等，长江证券研究所</a:t>
            </a:r>
          </a:p>
        </p:txBody>
      </p:sp>
      <p:pic>
        <p:nvPicPr>
          <p:cNvPr id="12" name="图片 11"/>
          <p:cNvPicPr/>
          <p:nvPr/>
        </p:nvPicPr>
        <p:blipFill>
          <a:blip r:embed="rId3">
            <a:extLst>
              <a:ext uri="{28A0092B-C50C-407E-A947-70E740481C1C}">
                <a14:useLocalDpi xmlns:a14="http://schemas.microsoft.com/office/drawing/2010/main" val="0"/>
              </a:ext>
            </a:extLst>
          </a:blip>
          <a:srcRect/>
          <a:stretch>
            <a:fillRect/>
          </a:stretch>
        </p:blipFill>
        <p:spPr bwMode="auto">
          <a:xfrm>
            <a:off x="657447" y="2276333"/>
            <a:ext cx="5184574" cy="3766786"/>
          </a:xfrm>
          <a:prstGeom prst="rect">
            <a:avLst/>
          </a:prstGeom>
          <a:noFill/>
          <a:ln>
            <a:noFill/>
          </a:ln>
        </p:spPr>
      </p:pic>
      <p:graphicFrame>
        <p:nvGraphicFramePr>
          <p:cNvPr id="4" name="表格 3">
            <a:extLst>
              <a:ext uri="{FF2B5EF4-FFF2-40B4-BE49-F238E27FC236}">
                <a16:creationId xmlns:a16="http://schemas.microsoft.com/office/drawing/2014/main" xmlns="" id="{E7423B0A-C941-CC3A-C507-71A9530D8CB0}"/>
              </a:ext>
            </a:extLst>
          </p:cNvPr>
          <p:cNvGraphicFramePr>
            <a:graphicFrameLocks noGrp="1"/>
          </p:cNvGraphicFramePr>
          <p:nvPr>
            <p:extLst>
              <p:ext uri="{D42A27DB-BD31-4B8C-83A1-F6EECF244321}">
                <p14:modId xmlns:p14="http://schemas.microsoft.com/office/powerpoint/2010/main" val="2926506600"/>
              </p:ext>
            </p:extLst>
          </p:nvPr>
        </p:nvGraphicFramePr>
        <p:xfrm>
          <a:off x="6096000" y="1744502"/>
          <a:ext cx="5757583" cy="4651874"/>
        </p:xfrm>
        <a:graphic>
          <a:graphicData uri="http://schemas.openxmlformats.org/drawingml/2006/table">
            <a:tbl>
              <a:tblPr firstRow="1" firstCol="1" bandRow="1"/>
              <a:tblGrid>
                <a:gridCol w="1439114">
                  <a:extLst>
                    <a:ext uri="{9D8B030D-6E8A-4147-A177-3AD203B41FA5}">
                      <a16:colId xmlns:a16="http://schemas.microsoft.com/office/drawing/2014/main" xmlns="" val="2880943881"/>
                    </a:ext>
                  </a:extLst>
                </a:gridCol>
                <a:gridCol w="1439114">
                  <a:extLst>
                    <a:ext uri="{9D8B030D-6E8A-4147-A177-3AD203B41FA5}">
                      <a16:colId xmlns:a16="http://schemas.microsoft.com/office/drawing/2014/main" xmlns="" val="366135269"/>
                    </a:ext>
                  </a:extLst>
                </a:gridCol>
                <a:gridCol w="1439114">
                  <a:extLst>
                    <a:ext uri="{9D8B030D-6E8A-4147-A177-3AD203B41FA5}">
                      <a16:colId xmlns:a16="http://schemas.microsoft.com/office/drawing/2014/main" xmlns="" val="2132202551"/>
                    </a:ext>
                  </a:extLst>
                </a:gridCol>
                <a:gridCol w="1440241">
                  <a:extLst>
                    <a:ext uri="{9D8B030D-6E8A-4147-A177-3AD203B41FA5}">
                      <a16:colId xmlns:a16="http://schemas.microsoft.com/office/drawing/2014/main" xmlns="" val="3765039369"/>
                    </a:ext>
                  </a:extLst>
                </a:gridCol>
              </a:tblGrid>
              <a:tr h="262754">
                <a:tc>
                  <a:txBody>
                    <a:bodyPr/>
                    <a:lstStyle/>
                    <a:p>
                      <a:pPr algn="ctr"/>
                      <a:r>
                        <a:rPr lang="zh-CN" sz="900" b="1" kern="12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技术路线</a:t>
                      </a:r>
                      <a:endParaRPr lang="zh-CN" sz="10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a:r>
                        <a:rPr lang="zh-CN" sz="900" b="1" kern="12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优势</a:t>
                      </a:r>
                      <a:endParaRPr lang="zh-CN" sz="1000" b="1"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900" b="1" kern="12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劣势</a:t>
                      </a:r>
                      <a:endParaRPr lang="zh-CN" sz="1000" b="1"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900" b="1" kern="12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主要企业</a:t>
                      </a:r>
                      <a:endParaRPr lang="zh-CN" sz="10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extLst>
                  <a:ext uri="{0D108BD9-81ED-4DB2-BD59-A6C34878D82A}">
                    <a16:rowId xmlns:a16="http://schemas.microsoft.com/office/drawing/2014/main" xmlns="" val="793982307"/>
                  </a:ext>
                </a:extLst>
              </a:tr>
              <a:tr h="396195">
                <a:tc rowSpan="3">
                  <a:txBody>
                    <a:bodyPr/>
                    <a:lstStyle/>
                    <a:p>
                      <a:pPr algn="ct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钠法工艺</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适合与净化磷酸结合</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产品中钠离子需控制在</a:t>
                      </a:r>
                      <a:r>
                        <a:rPr lang="en-US"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50ppm</a:t>
                      </a: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，若控制不好，易导致洗水量大</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l"/>
                      <a:r>
                        <a:rPr lang="zh-CN" sz="900" kern="12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湖南裕能、安纳达、川金诺、兴</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447363342"/>
                  </a:ext>
                </a:extLst>
              </a:tr>
              <a:tr h="396195">
                <a:tc vMerge="1">
                  <a:txBody>
                    <a:bodyPr/>
                    <a:lstStyle/>
                    <a:p>
                      <a:endParaRPr lang="zh-CN" altLang="en-US"/>
                    </a:p>
                  </a:txBody>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钠盐体系生产的磷酸铁压实密度一般在</a:t>
                      </a:r>
                      <a:r>
                        <a:rPr lang="en-US"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2.7</a:t>
                      </a: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左右，相对较高</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硫酸钠的排放需结合建厂地的环保要求</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extLst>
                  <a:ext uri="{0D108BD9-81ED-4DB2-BD59-A6C34878D82A}">
                    <a16:rowId xmlns:a16="http://schemas.microsoft.com/office/drawing/2014/main" xmlns="" val="3982175167"/>
                  </a:ext>
                </a:extLst>
              </a:tr>
              <a:tr h="264130">
                <a:tc vMerge="1">
                  <a:txBody>
                    <a:bodyPr/>
                    <a:lstStyle/>
                    <a:p>
                      <a:endParaRPr lang="zh-CN" altLang="en-US"/>
                    </a:p>
                  </a:txBody>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主要面向动力电池领域</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副产物硫酸钠（元明粉）价值低</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extLst>
                  <a:ext uri="{0D108BD9-81ED-4DB2-BD59-A6C34878D82A}">
                    <a16:rowId xmlns:a16="http://schemas.microsoft.com/office/drawing/2014/main" xmlns="" val="1746225339"/>
                  </a:ext>
                </a:extLst>
              </a:tr>
              <a:tr h="396195">
                <a:tc rowSpan="3">
                  <a:txBody>
                    <a:bodyPr/>
                    <a:lstStyle/>
                    <a:p>
                      <a:pPr algn="ct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铵法工艺</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成本较钠法工艺低</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压实密度一般在</a:t>
                      </a:r>
                      <a:r>
                        <a:rPr lang="en-US"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2.55~2.6</a:t>
                      </a: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左右，相对较低，主要面向储能领域</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l"/>
                      <a:r>
                        <a:rPr lang="zh-CN" sz="900" kern="12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天赐材料、湖南雅城、中核钛白、川恒股份、川发龙蟒、云天化、新洋丰</a:t>
                      </a:r>
                      <a:r>
                        <a:rPr lang="zh-CN" altLang="en-US" sz="900" kern="12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altLang="en-US" sz="900" b="1" kern="1200" dirty="0">
                          <a:solidFill>
                            <a:srgbClr val="C00000"/>
                          </a:solidFill>
                          <a:effectLst/>
                          <a:latin typeface="微软雅黑" panose="020B0503020204020204" pitchFamily="34" charset="-122"/>
                          <a:ea typeface="微软雅黑" panose="020B0503020204020204" pitchFamily="34" charset="-122"/>
                          <a:cs typeface="Arial" panose="020B0604020202020204" pitchFamily="34" charset="0"/>
                        </a:rPr>
                        <a:t>兴发集团</a:t>
                      </a:r>
                      <a:endParaRPr lang="zh-CN" sz="1000" b="1" kern="100" dirty="0">
                        <a:solidFill>
                          <a:srgbClr val="C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720334897"/>
                  </a:ext>
                </a:extLst>
              </a:tr>
              <a:tr h="264130">
                <a:tc vMerge="1">
                  <a:txBody>
                    <a:bodyPr/>
                    <a:lstStyle/>
                    <a:p>
                      <a:endParaRPr lang="zh-CN" altLang="en-US"/>
                    </a:p>
                  </a:txBody>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铵工艺废水可回用，可实现零排放</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废水不得排放，水处理成本相对较高</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extLst>
                  <a:ext uri="{0D108BD9-81ED-4DB2-BD59-A6C34878D82A}">
                    <a16:rowId xmlns:a16="http://schemas.microsoft.com/office/drawing/2014/main" xmlns="" val="1181324972"/>
                  </a:ext>
                </a:extLst>
              </a:tr>
              <a:tr h="396195">
                <a:tc vMerge="1">
                  <a:txBody>
                    <a:bodyPr/>
                    <a:lstStyle/>
                    <a:p>
                      <a:endParaRPr lang="zh-CN" altLang="en-US"/>
                    </a:p>
                  </a:txBody>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通过</a:t>
                      </a:r>
                      <a:r>
                        <a:rPr lang="en-US"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MVR</a:t>
                      </a: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系统，副产硫酸铵副产品价值与</a:t>
                      </a:r>
                      <a:r>
                        <a:rPr lang="en-US"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MVR</a:t>
                      </a: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运行成本可抵消</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extLst>
                  <a:ext uri="{0D108BD9-81ED-4DB2-BD59-A6C34878D82A}">
                    <a16:rowId xmlns:a16="http://schemas.microsoft.com/office/drawing/2014/main" xmlns="" val="1270140975"/>
                  </a:ext>
                </a:extLst>
              </a:tr>
              <a:tr h="264130">
                <a:tc rowSpan="2">
                  <a:txBody>
                    <a:bodyPr/>
                    <a:lstStyle/>
                    <a:p>
                      <a:pPr algn="ct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铁粉工艺</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产品质量好，主要面向动力电池以及高端储能领域</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原料成本高</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云图控股、川恒股份、云天化</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69626603"/>
                  </a:ext>
                </a:extLst>
              </a:tr>
              <a:tr h="264130">
                <a:tc vMerge="1">
                  <a:txBody>
                    <a:bodyPr/>
                    <a:lstStyle/>
                    <a:p>
                      <a:endParaRPr lang="zh-CN" altLang="en-US"/>
                    </a:p>
                  </a:txBody>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生产基本没有副产物，工艺清洁</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extLst>
                  <a:ext uri="{0D108BD9-81ED-4DB2-BD59-A6C34878D82A}">
                    <a16:rowId xmlns:a16="http://schemas.microsoft.com/office/drawing/2014/main" xmlns="" val="3588638819"/>
                  </a:ext>
                </a:extLst>
              </a:tr>
              <a:tr h="396195">
                <a:tc rowSpan="3">
                  <a:txBody>
                    <a:bodyPr/>
                    <a:lstStyle/>
                    <a:p>
                      <a:pPr algn="ct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肥料磷酸工艺</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通过洗水返用的方式，降低磷的损失</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碱渣（磷酸钠、磷酸钙、磷酸镁）相对较多，磷的收率较低</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l"/>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68045818"/>
                  </a:ext>
                </a:extLst>
              </a:tr>
              <a:tr h="264130">
                <a:tc vMerge="1">
                  <a:txBody>
                    <a:bodyPr/>
                    <a:lstStyle/>
                    <a:p>
                      <a:endParaRPr lang="zh-CN" altLang="en-US"/>
                    </a:p>
                  </a:txBody>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可利用低浓度磷酸</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磷酸的运输效率较低（浓度低的缘故）</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extLst>
                  <a:ext uri="{0D108BD9-81ED-4DB2-BD59-A6C34878D82A}">
                    <a16:rowId xmlns:a16="http://schemas.microsoft.com/office/drawing/2014/main" xmlns="" val="741344966"/>
                  </a:ext>
                </a:extLst>
              </a:tr>
              <a:tr h="264130">
                <a:tc vMerge="1">
                  <a:txBody>
                    <a:bodyPr/>
                    <a:lstStyle/>
                    <a:p>
                      <a:endParaRPr lang="zh-CN" altLang="en-US"/>
                    </a:p>
                  </a:txBody>
                  <a:tcPr/>
                </a:tc>
                <a:tc>
                  <a:txBody>
                    <a:bodyPr/>
                    <a:lstStyle/>
                    <a:p>
                      <a:pPr algn="l"/>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主要面向储能领域或在二轮车中替代铅酸电池</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extLst>
                  <a:ext uri="{0D108BD9-81ED-4DB2-BD59-A6C34878D82A}">
                    <a16:rowId xmlns:a16="http://schemas.microsoft.com/office/drawing/2014/main" xmlns="" val="2870815306"/>
                  </a:ext>
                </a:extLst>
              </a:tr>
              <a:tr h="264130">
                <a:tc>
                  <a:txBody>
                    <a:bodyPr/>
                    <a:lstStyle/>
                    <a:p>
                      <a:pPr algn="ct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氧化铁红工艺</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生产过程较传统法清洁，滤液回用，不产生副产品</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氧化铁红产量小，难以规模化应用</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川恒股份（后期考虑自产硫铁矿制备）</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128347491"/>
                  </a:ext>
                </a:extLst>
              </a:tr>
              <a:tr h="396195">
                <a:tc>
                  <a:txBody>
                    <a:bodyPr/>
                    <a:lstStyle/>
                    <a:p>
                      <a:pPr algn="ctr"/>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磷酸氢钙工艺</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采用价廉的湿法磷酸生产饲料级磷酸氢钙的二段澄清液作为磷源，成本低，品质好</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废液需要处理</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900" kern="12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龙佰集团</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493727403"/>
                  </a:ext>
                </a:extLst>
              </a:tr>
            </a:tbl>
          </a:graphicData>
        </a:graphic>
      </p:graphicFrame>
      <p:sp>
        <p:nvSpPr>
          <p:cNvPr id="11" name="Rectangle 4">
            <a:extLst>
              <a:ext uri="{FF2B5EF4-FFF2-40B4-BE49-F238E27FC236}">
                <a16:creationId xmlns:a16="http://schemas.microsoft.com/office/drawing/2014/main" xmlns="" id="{DC58F6F4-ACB6-85A9-4A4A-7423450B2194}"/>
              </a:ext>
            </a:extLst>
          </p:cNvPr>
          <p:cNvSpPr>
            <a:spLocks noChangeArrowheads="1"/>
          </p:cNvSpPr>
          <p:nvPr/>
        </p:nvSpPr>
        <p:spPr bwMode="auto">
          <a:xfrm>
            <a:off x="5986340" y="1354986"/>
            <a:ext cx="3360551"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b="1" dirty="0">
                <a:solidFill>
                  <a:srgbClr val="E10000"/>
                </a:solidFill>
                <a:latin typeface="微软雅黑" panose="020B0503020204020204" pitchFamily="34" charset="-122"/>
                <a:ea typeface="微软雅黑" panose="020B0503020204020204" pitchFamily="34" charset="-122"/>
              </a:rPr>
              <a:t>不同生产工艺各有优劣</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2" name="文本框 1">
            <a:extLst>
              <a:ext uri="{FF2B5EF4-FFF2-40B4-BE49-F238E27FC236}">
                <a16:creationId xmlns:a16="http://schemas.microsoft.com/office/drawing/2014/main" xmlns="" id="{4A87B8A4-126C-5321-FFC7-8161F1FBC1D6}"/>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76809032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
          <p:cNvSpPr txBox="1">
            <a:spLocks noChangeArrowheads="1"/>
          </p:cNvSpPr>
          <p:nvPr/>
        </p:nvSpPr>
        <p:spPr bwMode="auto">
          <a:xfrm>
            <a:off x="657447" y="1032181"/>
            <a:ext cx="1105517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在湿法工艺中，磷源来自于磷酸</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磷酸一铵，近期硫酸价格大涨，如果企业自备硫酸</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硫磺（磷酸合成单耗硫酸</a:t>
            </a:r>
            <a:r>
              <a:rPr lang="en-US" altLang="zh-CN" sz="1200" dirty="0">
                <a:solidFill>
                  <a:srgbClr val="6E6E6E"/>
                </a:solidFill>
                <a:latin typeface="微软雅黑" panose="020B0503020204020204" pitchFamily="34" charset="-122"/>
                <a:ea typeface="微软雅黑" panose="020B0503020204020204" pitchFamily="34" charset="-122"/>
              </a:rPr>
              <a:t>1.7</a:t>
            </a:r>
            <a:r>
              <a:rPr lang="zh-CN" altLang="en-US" sz="1200" dirty="0">
                <a:solidFill>
                  <a:srgbClr val="6E6E6E"/>
                </a:solidFill>
                <a:latin typeface="微软雅黑" panose="020B0503020204020204" pitchFamily="34" charset="-122"/>
                <a:ea typeface="微软雅黑" panose="020B0503020204020204" pitchFamily="34" charset="-122"/>
              </a:rPr>
              <a:t>），可以降低</a:t>
            </a:r>
            <a:r>
              <a:rPr lang="en-US" altLang="zh-CN" sz="1200" dirty="0">
                <a:solidFill>
                  <a:srgbClr val="6E6E6E"/>
                </a:solidFill>
                <a:latin typeface="微软雅黑" panose="020B0503020204020204" pitchFamily="34" charset="-122"/>
                <a:ea typeface="微软雅黑" panose="020B0503020204020204" pitchFamily="34" charset="-122"/>
              </a:rPr>
              <a:t>1000</a:t>
            </a:r>
            <a:r>
              <a:rPr lang="zh-CN" altLang="en-US" sz="1200" dirty="0">
                <a:solidFill>
                  <a:srgbClr val="6E6E6E"/>
                </a:solidFill>
                <a:latin typeface="微软雅黑" panose="020B0503020204020204" pitchFamily="34" charset="-122"/>
                <a:ea typeface="微软雅黑" panose="020B0503020204020204" pitchFamily="34" charset="-122"/>
              </a:rPr>
              <a:t>元</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吨成本；钛白粉企业硫酸亚铁、双氧水等原料自备，同时有废硫酸，可以降低</a:t>
            </a:r>
            <a:r>
              <a:rPr lang="en-US" altLang="zh-CN" sz="1200" dirty="0">
                <a:solidFill>
                  <a:srgbClr val="6E6E6E"/>
                </a:solidFill>
                <a:latin typeface="微软雅黑" panose="020B0503020204020204" pitchFamily="34" charset="-122"/>
                <a:ea typeface="微软雅黑" panose="020B0503020204020204" pitchFamily="34" charset="-122"/>
              </a:rPr>
              <a:t>2000</a:t>
            </a:r>
            <a:r>
              <a:rPr lang="zh-CN" altLang="en-US" sz="1200" dirty="0">
                <a:solidFill>
                  <a:srgbClr val="6E6E6E"/>
                </a:solidFill>
                <a:latin typeface="微软雅黑" panose="020B0503020204020204" pitchFamily="34" charset="-122"/>
                <a:ea typeface="微软雅黑" panose="020B0503020204020204" pitchFamily="34" charset="-122"/>
              </a:rPr>
              <a:t>元</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吨以上成本；磷化工企业具备磷酸（磷矿石自备）以及水电的优势，预估有</a:t>
            </a:r>
            <a:r>
              <a:rPr lang="en-US" altLang="zh-CN" sz="1200" dirty="0">
                <a:solidFill>
                  <a:srgbClr val="6E6E6E"/>
                </a:solidFill>
                <a:latin typeface="微软雅黑" panose="020B0503020204020204" pitchFamily="34" charset="-122"/>
                <a:ea typeface="微软雅黑" panose="020B0503020204020204" pitchFamily="34" charset="-122"/>
              </a:rPr>
              <a:t>4000</a:t>
            </a:r>
            <a:r>
              <a:rPr lang="zh-CN" altLang="en-US" sz="1200" dirty="0">
                <a:solidFill>
                  <a:srgbClr val="6E6E6E"/>
                </a:solidFill>
                <a:latin typeface="微软雅黑" panose="020B0503020204020204" pitchFamily="34" charset="-122"/>
                <a:ea typeface="微软雅黑" panose="020B0503020204020204" pitchFamily="34" charset="-122"/>
              </a:rPr>
              <a:t>元</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吨的成本优势</a:t>
            </a:r>
          </a:p>
        </p:txBody>
      </p:sp>
      <p:sp>
        <p:nvSpPr>
          <p:cNvPr id="13" name="文本框 12"/>
          <p:cNvSpPr txBox="1"/>
          <p:nvPr/>
        </p:nvSpPr>
        <p:spPr>
          <a:xfrm>
            <a:off x="1524246" y="381164"/>
            <a:ext cx="8316170"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磷酸铁成本对比</a:t>
            </a:r>
          </a:p>
        </p:txBody>
      </p:sp>
      <p:sp>
        <p:nvSpPr>
          <p:cNvPr id="9" name="Rectangle 4">
            <a:extLst>
              <a:ext uri="{FF2B5EF4-FFF2-40B4-BE49-F238E27FC236}">
                <a16:creationId xmlns:a16="http://schemas.microsoft.com/office/drawing/2014/main" xmlns="" id="{60807812-1BDB-407E-B624-5FA49F34E963}"/>
              </a:ext>
            </a:extLst>
          </p:cNvPr>
          <p:cNvSpPr>
            <a:spLocks noChangeArrowheads="1"/>
          </p:cNvSpPr>
          <p:nvPr/>
        </p:nvSpPr>
        <p:spPr bwMode="auto">
          <a:xfrm>
            <a:off x="1985382" y="1681116"/>
            <a:ext cx="3053978"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b="1" dirty="0">
                <a:solidFill>
                  <a:srgbClr val="E10000"/>
                </a:solidFill>
                <a:latin typeface="微软雅黑" panose="020B0503020204020204" pitchFamily="34" charset="-122"/>
                <a:ea typeface="微软雅黑" panose="020B0503020204020204" pitchFamily="34" charset="-122"/>
              </a:rPr>
              <a:t>磷酸铁成本利润（铵法）</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10" name="Rectangle 5">
            <a:extLst>
              <a:ext uri="{FF2B5EF4-FFF2-40B4-BE49-F238E27FC236}">
                <a16:creationId xmlns:a16="http://schemas.microsoft.com/office/drawing/2014/main" xmlns="" id="{237A2B66-81E3-429F-BA18-8540AD69E4CB}"/>
              </a:ext>
            </a:extLst>
          </p:cNvPr>
          <p:cNvSpPr>
            <a:spLocks noChangeArrowheads="1"/>
          </p:cNvSpPr>
          <p:nvPr/>
        </p:nvSpPr>
        <p:spPr bwMode="auto">
          <a:xfrm>
            <a:off x="0" y="6677206"/>
            <a:ext cx="3620657" cy="222690"/>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，长江证券研究所</a:t>
            </a:r>
          </a:p>
        </p:txBody>
      </p:sp>
      <p:sp>
        <p:nvSpPr>
          <p:cNvPr id="3" name="文本框 2">
            <a:extLst>
              <a:ext uri="{FF2B5EF4-FFF2-40B4-BE49-F238E27FC236}">
                <a16:creationId xmlns:a16="http://schemas.microsoft.com/office/drawing/2014/main" xmlns="" id="{43F0C9DC-5AC5-601C-05DD-EB5B0B35F34C}"/>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graphicFrame>
        <p:nvGraphicFramePr>
          <p:cNvPr id="6" name="表格 5">
            <a:extLst>
              <a:ext uri="{FF2B5EF4-FFF2-40B4-BE49-F238E27FC236}">
                <a16:creationId xmlns:a16="http://schemas.microsoft.com/office/drawing/2014/main" xmlns="" id="{E7F487F9-0EC3-1FE3-DE51-1EBF292E000D}"/>
              </a:ext>
            </a:extLst>
          </p:cNvPr>
          <p:cNvGraphicFramePr>
            <a:graphicFrameLocks noGrp="1"/>
          </p:cNvGraphicFramePr>
          <p:nvPr>
            <p:extLst>
              <p:ext uri="{D42A27DB-BD31-4B8C-83A1-F6EECF244321}">
                <p14:modId xmlns:p14="http://schemas.microsoft.com/office/powerpoint/2010/main" val="396053095"/>
              </p:ext>
            </p:extLst>
          </p:nvPr>
        </p:nvGraphicFramePr>
        <p:xfrm>
          <a:off x="906543" y="2112396"/>
          <a:ext cx="4610339" cy="4286919"/>
        </p:xfrm>
        <a:graphic>
          <a:graphicData uri="http://schemas.openxmlformats.org/drawingml/2006/table">
            <a:tbl>
              <a:tblPr firstRow="1" firstCol="1" bandRow="1"/>
              <a:tblGrid>
                <a:gridCol w="1300839">
                  <a:extLst>
                    <a:ext uri="{9D8B030D-6E8A-4147-A177-3AD203B41FA5}">
                      <a16:colId xmlns:a16="http://schemas.microsoft.com/office/drawing/2014/main" xmlns="" val="510356995"/>
                    </a:ext>
                  </a:extLst>
                </a:gridCol>
                <a:gridCol w="827375">
                  <a:extLst>
                    <a:ext uri="{9D8B030D-6E8A-4147-A177-3AD203B41FA5}">
                      <a16:colId xmlns:a16="http://schemas.microsoft.com/office/drawing/2014/main" xmlns="" val="2938349196"/>
                    </a:ext>
                  </a:extLst>
                </a:gridCol>
                <a:gridCol w="827375">
                  <a:extLst>
                    <a:ext uri="{9D8B030D-6E8A-4147-A177-3AD203B41FA5}">
                      <a16:colId xmlns:a16="http://schemas.microsoft.com/office/drawing/2014/main" xmlns="" val="1933486804"/>
                    </a:ext>
                  </a:extLst>
                </a:gridCol>
                <a:gridCol w="827375">
                  <a:extLst>
                    <a:ext uri="{9D8B030D-6E8A-4147-A177-3AD203B41FA5}">
                      <a16:colId xmlns:a16="http://schemas.microsoft.com/office/drawing/2014/main" xmlns="" val="4145614802"/>
                    </a:ext>
                  </a:extLst>
                </a:gridCol>
                <a:gridCol w="827375">
                  <a:extLst>
                    <a:ext uri="{9D8B030D-6E8A-4147-A177-3AD203B41FA5}">
                      <a16:colId xmlns:a16="http://schemas.microsoft.com/office/drawing/2014/main" xmlns="" val="631606247"/>
                    </a:ext>
                  </a:extLst>
                </a:gridCol>
              </a:tblGrid>
              <a:tr h="204139">
                <a:tc>
                  <a:txBody>
                    <a:bodyPr/>
                    <a:lstStyle/>
                    <a:p>
                      <a:pPr algn="ct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铵法</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单位</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单耗</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税后价格（元）</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单位成本（元）</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1627606205"/>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原辅材料成本</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6162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178308205"/>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磷酸（</a:t>
                      </a: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85%</a:t>
                      </a: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0.24</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10553</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2223</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939069086"/>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磷酸一铵</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0.58</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3696</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1884</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22930402"/>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液氨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0.16</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4313</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611</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6468684"/>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硫酸亚铁</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1.91</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500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843</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331489833"/>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双氧水</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0.39</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876</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302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567347364"/>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其他辅材</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300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365729787"/>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人工成本</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186</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405754817"/>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制造费用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2552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478929373"/>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折旧</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1000</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422888283"/>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电费</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kwh</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1395</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0.5</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697</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11631509"/>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燃气费</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m³</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214</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428</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231329446"/>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水费</a:t>
                      </a: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蒸汽费</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177</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521466213"/>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其他制造费用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250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193709393"/>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总制造成本</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8900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74267597"/>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价格（税后）</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24353</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797786473"/>
                  </a:ext>
                </a:extLst>
              </a:tr>
              <a:tr h="204139">
                <a:tc>
                  <a:txBody>
                    <a:bodyPr/>
                    <a:lstStyle/>
                    <a:p>
                      <a:pPr algn="ctr"/>
                      <a:r>
                        <a:rPr lang="zh-CN"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单吨毛利</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12651</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xmlns="" val="2599150064"/>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期间费用</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700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640891261"/>
                  </a:ext>
                </a:extLst>
              </a:tr>
              <a:tr h="204139">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所得税</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1793</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601771628"/>
                  </a:ext>
                </a:extLst>
              </a:tr>
              <a:tr h="204139">
                <a:tc>
                  <a:txBody>
                    <a:bodyPr/>
                    <a:lstStyle/>
                    <a:p>
                      <a:pPr algn="ctr"/>
                      <a:r>
                        <a:rPr lang="zh-CN"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单吨净利</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a:r>
                        <a:rPr lang="en-US" sz="8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a:r>
                        <a:rPr lang="en-US" sz="8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a:r>
                        <a:rPr lang="en-US" sz="8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10159</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a:r>
                        <a:rPr lang="en-US" sz="8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xmlns="" val="887071032"/>
                  </a:ext>
                </a:extLst>
              </a:tr>
            </a:tbl>
          </a:graphicData>
        </a:graphic>
      </p:graphicFrame>
      <p:graphicFrame>
        <p:nvGraphicFramePr>
          <p:cNvPr id="12" name="表格 11">
            <a:extLst>
              <a:ext uri="{FF2B5EF4-FFF2-40B4-BE49-F238E27FC236}">
                <a16:creationId xmlns:a16="http://schemas.microsoft.com/office/drawing/2014/main" xmlns="" id="{4AB075A8-B9AA-7D7B-BFB1-5E02AC8BFB10}"/>
              </a:ext>
            </a:extLst>
          </p:cNvPr>
          <p:cNvGraphicFramePr>
            <a:graphicFrameLocks noGrp="1"/>
          </p:cNvGraphicFramePr>
          <p:nvPr>
            <p:extLst>
              <p:ext uri="{D42A27DB-BD31-4B8C-83A1-F6EECF244321}">
                <p14:modId xmlns:p14="http://schemas.microsoft.com/office/powerpoint/2010/main" val="824872968"/>
              </p:ext>
            </p:extLst>
          </p:nvPr>
        </p:nvGraphicFramePr>
        <p:xfrm>
          <a:off x="6096000" y="2080185"/>
          <a:ext cx="5364481" cy="4351339"/>
        </p:xfrm>
        <a:graphic>
          <a:graphicData uri="http://schemas.openxmlformats.org/drawingml/2006/table">
            <a:tbl>
              <a:tblPr firstRow="1" firstCol="1" bandRow="1"/>
              <a:tblGrid>
                <a:gridCol w="1514353">
                  <a:extLst>
                    <a:ext uri="{9D8B030D-6E8A-4147-A177-3AD203B41FA5}">
                      <a16:colId xmlns:a16="http://schemas.microsoft.com/office/drawing/2014/main" xmlns="" val="976875678"/>
                    </a:ext>
                  </a:extLst>
                </a:gridCol>
                <a:gridCol w="962532">
                  <a:extLst>
                    <a:ext uri="{9D8B030D-6E8A-4147-A177-3AD203B41FA5}">
                      <a16:colId xmlns:a16="http://schemas.microsoft.com/office/drawing/2014/main" xmlns="" val="1510951788"/>
                    </a:ext>
                  </a:extLst>
                </a:gridCol>
                <a:gridCol w="962532">
                  <a:extLst>
                    <a:ext uri="{9D8B030D-6E8A-4147-A177-3AD203B41FA5}">
                      <a16:colId xmlns:a16="http://schemas.microsoft.com/office/drawing/2014/main" xmlns="" val="2244521751"/>
                    </a:ext>
                  </a:extLst>
                </a:gridCol>
                <a:gridCol w="962532">
                  <a:extLst>
                    <a:ext uri="{9D8B030D-6E8A-4147-A177-3AD203B41FA5}">
                      <a16:colId xmlns:a16="http://schemas.microsoft.com/office/drawing/2014/main" xmlns="" val="526335297"/>
                    </a:ext>
                  </a:extLst>
                </a:gridCol>
                <a:gridCol w="962532">
                  <a:extLst>
                    <a:ext uri="{9D8B030D-6E8A-4147-A177-3AD203B41FA5}">
                      <a16:colId xmlns:a16="http://schemas.microsoft.com/office/drawing/2014/main" xmlns="" val="3647142416"/>
                    </a:ext>
                  </a:extLst>
                </a:gridCol>
              </a:tblGrid>
              <a:tr h="188157">
                <a:tc>
                  <a:txBody>
                    <a:bodyPr/>
                    <a:lstStyle/>
                    <a:p>
                      <a:pPr algn="ctr"/>
                      <a:r>
                        <a:rPr lang="zh-CN" sz="7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钠法</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7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单位</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7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单耗</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7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税后价格（元）</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7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单位成本（元）</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extLst>
                  <a:ext uri="{0D108BD9-81ED-4DB2-BD59-A6C34878D82A}">
                    <a16:rowId xmlns:a16="http://schemas.microsoft.com/office/drawing/2014/main" xmlns="" val="973742197"/>
                  </a:ext>
                </a:extLst>
              </a:tr>
              <a:tr h="230092">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原辅材料成本</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10368</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50688138"/>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磷酸（</a:t>
                      </a: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85%</a:t>
                      </a: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0.74</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10553</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6911</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35532583"/>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氢氧化钠</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0.56</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4510</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2243</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590882993"/>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硫酸亚铁</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1.49</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500</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658</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878139951"/>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双氧水</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0.33</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876</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256</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11162927"/>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其他辅材</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300</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850924384"/>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人工成本</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200</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48418206"/>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制造费用</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2325</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688605912"/>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折旧</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1000</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51723117"/>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电费</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kwh</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972</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0.5</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486</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53164270"/>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燃气费</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m³</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206</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412</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870375706"/>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水费</a:t>
                      </a: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蒸汽费</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177</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66508767"/>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其他制造费用</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250</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109230696"/>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总制造成本</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12893</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631459306"/>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价格（税后）</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24353</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37383440"/>
                  </a:ext>
                </a:extLst>
              </a:tr>
              <a:tr h="218505">
                <a:tc>
                  <a:txBody>
                    <a:bodyPr/>
                    <a:lstStyle/>
                    <a:p>
                      <a:pPr algn="ctr"/>
                      <a:r>
                        <a:rPr lang="zh-CN" sz="7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单吨毛利</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7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7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70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8658</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7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xmlns="" val="1761719838"/>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期间费用</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700</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763811400"/>
                  </a:ext>
                </a:extLst>
              </a:tr>
              <a:tr h="218505">
                <a:tc>
                  <a:txBody>
                    <a:bodyPr/>
                    <a:lstStyle/>
                    <a:p>
                      <a:pPr algn="ctr"/>
                      <a:r>
                        <a:rPr lang="zh-CN"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所得税</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1194</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7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142849734"/>
                  </a:ext>
                </a:extLst>
              </a:tr>
              <a:tr h="218505">
                <a:tc>
                  <a:txBody>
                    <a:bodyPr/>
                    <a:lstStyle/>
                    <a:p>
                      <a:pPr algn="ctr"/>
                      <a:r>
                        <a:rPr lang="zh-CN" sz="7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单吨净利</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a:r>
                        <a:rPr lang="en-US" sz="7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a:r>
                        <a:rPr lang="en-US" sz="7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a:r>
                        <a:rPr lang="en-US" sz="7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6764</a:t>
                      </a:r>
                      <a:endParaRPr lang="zh-CN" sz="8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a:r>
                        <a:rPr lang="en-US" sz="7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8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xmlns="" val="3114391475"/>
                  </a:ext>
                </a:extLst>
              </a:tr>
            </a:tbl>
          </a:graphicData>
        </a:graphic>
      </p:graphicFrame>
      <p:sp>
        <p:nvSpPr>
          <p:cNvPr id="14" name="Rectangle 4">
            <a:extLst>
              <a:ext uri="{FF2B5EF4-FFF2-40B4-BE49-F238E27FC236}">
                <a16:creationId xmlns:a16="http://schemas.microsoft.com/office/drawing/2014/main" xmlns="" id="{75E17DE6-9092-90D8-F7BC-20B95F42CE0F}"/>
              </a:ext>
            </a:extLst>
          </p:cNvPr>
          <p:cNvSpPr>
            <a:spLocks noChangeArrowheads="1"/>
          </p:cNvSpPr>
          <p:nvPr/>
        </p:nvSpPr>
        <p:spPr bwMode="auto">
          <a:xfrm>
            <a:off x="7319382" y="1690912"/>
            <a:ext cx="3053978"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b="1" dirty="0">
                <a:solidFill>
                  <a:srgbClr val="E10000"/>
                </a:solidFill>
                <a:latin typeface="微软雅黑" panose="020B0503020204020204" pitchFamily="34" charset="-122"/>
                <a:ea typeface="微软雅黑" panose="020B0503020204020204" pitchFamily="34" charset="-122"/>
              </a:rPr>
              <a:t>磷酸铁成本利润（钠法）</a:t>
            </a:r>
            <a:endParaRPr lang="zh-CN" altLang="zh-CN" b="1" dirty="0">
              <a:solidFill>
                <a:srgbClr val="E1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9750733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
          <p:cNvSpPr txBox="1">
            <a:spLocks noChangeArrowheads="1"/>
          </p:cNvSpPr>
          <p:nvPr/>
        </p:nvSpPr>
        <p:spPr bwMode="auto">
          <a:xfrm>
            <a:off x="657447" y="1032181"/>
            <a:ext cx="11055176"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在当前原材料价格水平下，不同工艺价差排序为：磷酸氢钙</a:t>
            </a:r>
            <a:r>
              <a:rPr lang="en-US" altLang="zh-CN" sz="1200" dirty="0">
                <a:solidFill>
                  <a:srgbClr val="6E6E6E"/>
                </a:solidFill>
                <a:latin typeface="微软雅黑" panose="020B0503020204020204" pitchFamily="34" charset="-122"/>
                <a:ea typeface="微软雅黑" panose="020B0503020204020204" pitchFamily="34" charset="-122"/>
              </a:rPr>
              <a:t>&gt;</a:t>
            </a:r>
            <a:r>
              <a:rPr lang="zh-CN" altLang="en-US" sz="1200" dirty="0">
                <a:solidFill>
                  <a:srgbClr val="6E6E6E"/>
                </a:solidFill>
                <a:latin typeface="微软雅黑" panose="020B0503020204020204" pitchFamily="34" charset="-122"/>
                <a:ea typeface="微软雅黑" panose="020B0503020204020204" pitchFamily="34" charset="-122"/>
              </a:rPr>
              <a:t>铵法价差</a:t>
            </a:r>
            <a:r>
              <a:rPr lang="en-US" altLang="zh-CN" sz="1200" dirty="0">
                <a:solidFill>
                  <a:srgbClr val="6E6E6E"/>
                </a:solidFill>
                <a:latin typeface="微软雅黑" panose="020B0503020204020204" pitchFamily="34" charset="-122"/>
                <a:ea typeface="微软雅黑" panose="020B0503020204020204" pitchFamily="34" charset="-122"/>
              </a:rPr>
              <a:t>&gt;</a:t>
            </a:r>
            <a:r>
              <a:rPr lang="zh-CN" altLang="en-US" sz="1200" dirty="0">
                <a:solidFill>
                  <a:srgbClr val="6E6E6E"/>
                </a:solidFill>
                <a:latin typeface="微软雅黑" panose="020B0503020204020204" pitchFamily="34" charset="-122"/>
                <a:ea typeface="微软雅黑" panose="020B0503020204020204" pitchFamily="34" charset="-122"/>
              </a:rPr>
              <a:t>肥料磷酸价差</a:t>
            </a:r>
            <a:r>
              <a:rPr lang="en-US" altLang="zh-CN" sz="1200" dirty="0">
                <a:solidFill>
                  <a:srgbClr val="6E6E6E"/>
                </a:solidFill>
                <a:latin typeface="微软雅黑" panose="020B0503020204020204" pitchFamily="34" charset="-122"/>
                <a:ea typeface="微软雅黑" panose="020B0503020204020204" pitchFamily="34" charset="-122"/>
              </a:rPr>
              <a:t>&gt;</a:t>
            </a:r>
            <a:r>
              <a:rPr lang="zh-CN" altLang="en-US" sz="1200" dirty="0">
                <a:solidFill>
                  <a:srgbClr val="6E6E6E"/>
                </a:solidFill>
                <a:latin typeface="微软雅黑" panose="020B0503020204020204" pitchFamily="34" charset="-122"/>
                <a:ea typeface="微软雅黑" panose="020B0503020204020204" pitchFamily="34" charset="-122"/>
              </a:rPr>
              <a:t>钠法价差</a:t>
            </a:r>
            <a:r>
              <a:rPr lang="en-US" altLang="zh-CN" sz="1200" dirty="0">
                <a:solidFill>
                  <a:srgbClr val="6E6E6E"/>
                </a:solidFill>
                <a:latin typeface="微软雅黑" panose="020B0503020204020204" pitchFamily="34" charset="-122"/>
                <a:ea typeface="微软雅黑" panose="020B0503020204020204" pitchFamily="34" charset="-122"/>
              </a:rPr>
              <a:t>&gt;</a:t>
            </a:r>
            <a:r>
              <a:rPr lang="zh-CN" altLang="en-US" sz="1200" dirty="0">
                <a:solidFill>
                  <a:srgbClr val="6E6E6E"/>
                </a:solidFill>
                <a:latin typeface="微软雅黑" panose="020B0503020204020204" pitchFamily="34" charset="-122"/>
                <a:ea typeface="微软雅黑" panose="020B0503020204020204" pitchFamily="34" charset="-122"/>
              </a:rPr>
              <a:t>铁粉价差</a:t>
            </a:r>
            <a:r>
              <a:rPr lang="en-US" altLang="zh-CN" sz="1200" dirty="0">
                <a:solidFill>
                  <a:srgbClr val="6E6E6E"/>
                </a:solidFill>
                <a:latin typeface="微软雅黑" panose="020B0503020204020204" pitchFamily="34" charset="-122"/>
                <a:ea typeface="微软雅黑" panose="020B0503020204020204" pitchFamily="34" charset="-122"/>
              </a:rPr>
              <a:t>&gt;</a:t>
            </a:r>
            <a:r>
              <a:rPr lang="zh-CN" altLang="en-US" sz="1200" dirty="0">
                <a:solidFill>
                  <a:srgbClr val="6E6E6E"/>
                </a:solidFill>
                <a:latin typeface="微软雅黑" panose="020B0503020204020204" pitchFamily="34" charset="-122"/>
                <a:ea typeface="微软雅黑" panose="020B0503020204020204" pitchFamily="34" charset="-122"/>
              </a:rPr>
              <a:t>氧化铁红价差，磷酸氢钙路线与氧化铁红路线价差之差高达</a:t>
            </a:r>
            <a:r>
              <a:rPr lang="en-US" altLang="zh-CN" sz="1200" dirty="0">
                <a:solidFill>
                  <a:srgbClr val="6E6E6E"/>
                </a:solidFill>
                <a:latin typeface="微软雅黑" panose="020B0503020204020204" pitchFamily="34" charset="-122"/>
                <a:ea typeface="微软雅黑" panose="020B0503020204020204" pitchFamily="34" charset="-122"/>
              </a:rPr>
              <a:t>7000</a:t>
            </a:r>
            <a:r>
              <a:rPr lang="zh-CN" altLang="en-US" sz="1200" dirty="0">
                <a:solidFill>
                  <a:srgbClr val="6E6E6E"/>
                </a:solidFill>
                <a:latin typeface="微软雅黑" panose="020B0503020204020204" pitchFamily="34" charset="-122"/>
                <a:ea typeface="微软雅黑" panose="020B0503020204020204" pitchFamily="34" charset="-122"/>
              </a:rPr>
              <a:t>元以上，因此，不同路线成本差异显著，选择成本更低路线相对优势更强</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从折旧角度看，对比不同企业的磷酸铁投资情况，铵法与磷酸氢钙路线相对于钠法单吨投资额更小，除了具有配套工程的项目（例如净化磷酸、硫酸等），一般万吨磷酸铁的投资额在</a:t>
            </a:r>
            <a:r>
              <a:rPr lang="en-US" altLang="zh-CN" sz="1200" dirty="0">
                <a:solidFill>
                  <a:srgbClr val="6E6E6E"/>
                </a:solidFill>
                <a:latin typeface="微软雅黑" panose="020B0503020204020204" pitchFamily="34" charset="-122"/>
                <a:ea typeface="微软雅黑" panose="020B0503020204020204" pitchFamily="34" charset="-122"/>
              </a:rPr>
              <a:t>0.5-1.0</a:t>
            </a:r>
            <a:r>
              <a:rPr lang="zh-CN" altLang="en-US" sz="1200" dirty="0">
                <a:solidFill>
                  <a:srgbClr val="6E6E6E"/>
                </a:solidFill>
                <a:latin typeface="微软雅黑" panose="020B0503020204020204" pitchFamily="34" charset="-122"/>
                <a:ea typeface="微软雅黑" panose="020B0503020204020204" pitchFamily="34" charset="-122"/>
              </a:rPr>
              <a:t>亿元之间（湖南雅城除外），以</a:t>
            </a:r>
            <a:r>
              <a:rPr lang="en-US" altLang="zh-CN" sz="1200" dirty="0">
                <a:solidFill>
                  <a:srgbClr val="6E6E6E"/>
                </a:solidFill>
                <a:latin typeface="微软雅黑" panose="020B0503020204020204" pitchFamily="34" charset="-122"/>
                <a:ea typeface="微软雅黑" panose="020B0503020204020204" pitchFamily="34" charset="-122"/>
              </a:rPr>
              <a:t>10</a:t>
            </a:r>
            <a:r>
              <a:rPr lang="zh-CN" altLang="en-US" sz="1200" dirty="0">
                <a:solidFill>
                  <a:srgbClr val="6E6E6E"/>
                </a:solidFill>
                <a:latin typeface="微软雅黑" panose="020B0503020204020204" pitchFamily="34" charset="-122"/>
                <a:ea typeface="微软雅黑" panose="020B0503020204020204" pitchFamily="34" charset="-122"/>
              </a:rPr>
              <a:t>年折旧为期限，单吨磷酸铁的折旧费用预计在</a:t>
            </a:r>
            <a:r>
              <a:rPr lang="en-US" altLang="zh-CN" sz="1200" dirty="0">
                <a:solidFill>
                  <a:srgbClr val="6E6E6E"/>
                </a:solidFill>
                <a:latin typeface="微软雅黑" panose="020B0503020204020204" pitchFamily="34" charset="-122"/>
                <a:ea typeface="微软雅黑" panose="020B0503020204020204" pitchFamily="34" charset="-122"/>
              </a:rPr>
              <a:t>500-1000</a:t>
            </a:r>
            <a:r>
              <a:rPr lang="zh-CN" altLang="en-US" sz="1200" dirty="0">
                <a:solidFill>
                  <a:srgbClr val="6E6E6E"/>
                </a:solidFill>
                <a:latin typeface="微软雅黑" panose="020B0503020204020204" pitchFamily="34" charset="-122"/>
                <a:ea typeface="微软雅黑" panose="020B0503020204020204" pitchFamily="34" charset="-122"/>
              </a:rPr>
              <a:t>元，但相对而言原材料成本影响更为关键</a:t>
            </a:r>
          </a:p>
        </p:txBody>
      </p:sp>
      <p:sp>
        <p:nvSpPr>
          <p:cNvPr id="13" name="文本框 12"/>
          <p:cNvSpPr txBox="1"/>
          <p:nvPr/>
        </p:nvSpPr>
        <p:spPr>
          <a:xfrm>
            <a:off x="1524246" y="381164"/>
            <a:ext cx="8316170"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磷酸铁成本对比</a:t>
            </a:r>
          </a:p>
        </p:txBody>
      </p:sp>
      <p:sp>
        <p:nvSpPr>
          <p:cNvPr id="9" name="Rectangle 4">
            <a:extLst>
              <a:ext uri="{FF2B5EF4-FFF2-40B4-BE49-F238E27FC236}">
                <a16:creationId xmlns:a16="http://schemas.microsoft.com/office/drawing/2014/main" xmlns="" id="{60807812-1BDB-407E-B624-5FA49F34E963}"/>
              </a:ext>
            </a:extLst>
          </p:cNvPr>
          <p:cNvSpPr>
            <a:spLocks noChangeArrowheads="1"/>
          </p:cNvSpPr>
          <p:nvPr/>
        </p:nvSpPr>
        <p:spPr bwMode="auto">
          <a:xfrm>
            <a:off x="1230835" y="2481727"/>
            <a:ext cx="3360551"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defRPr/>
            </a:pPr>
            <a:r>
              <a:rPr lang="zh-CN" altLang="en-US" b="1" dirty="0">
                <a:solidFill>
                  <a:srgbClr val="E10000"/>
                </a:solidFill>
                <a:latin typeface="微软雅黑" panose="020B0503020204020204" pitchFamily="34" charset="-122"/>
                <a:ea typeface="微软雅黑" panose="020B0503020204020204" pitchFamily="34" charset="-122"/>
              </a:rPr>
              <a:t>不同工艺路径价差对比</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10" name="Rectangle 5">
            <a:extLst>
              <a:ext uri="{FF2B5EF4-FFF2-40B4-BE49-F238E27FC236}">
                <a16:creationId xmlns:a16="http://schemas.microsoft.com/office/drawing/2014/main" xmlns="" id="{237A2B66-81E3-429F-BA18-8540AD69E4CB}"/>
              </a:ext>
            </a:extLst>
          </p:cNvPr>
          <p:cNvSpPr>
            <a:spLocks noChangeArrowheads="1"/>
          </p:cNvSpPr>
          <p:nvPr/>
        </p:nvSpPr>
        <p:spPr bwMode="auto">
          <a:xfrm>
            <a:off x="0" y="6657812"/>
            <a:ext cx="4497097"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资料来源：环评报告，百川盈孚，</a:t>
            </a:r>
            <a:r>
              <a:rPr lang="en-US" altLang="zh-CN" sz="800" dirty="0">
                <a:solidFill>
                  <a:schemeClr val="bg1">
                    <a:lumMod val="50000"/>
                  </a:schemeClr>
                </a:solidFill>
                <a:latin typeface="微软雅黑" panose="020B0503020204020204" pitchFamily="34" charset="-122"/>
                <a:ea typeface="微软雅黑" panose="020B0503020204020204" pitchFamily="34" charset="-122"/>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rPr>
              <a:t>，长江证券研究所（仅考虑原材料中磷源与铁源）</a:t>
            </a:r>
          </a:p>
        </p:txBody>
      </p:sp>
      <p:sp>
        <p:nvSpPr>
          <p:cNvPr id="14" name="Rectangle 4">
            <a:extLst>
              <a:ext uri="{FF2B5EF4-FFF2-40B4-BE49-F238E27FC236}">
                <a16:creationId xmlns:a16="http://schemas.microsoft.com/office/drawing/2014/main" xmlns="" id="{60807812-1BDB-407E-B624-5FA49F34E963}"/>
              </a:ext>
            </a:extLst>
          </p:cNvPr>
          <p:cNvSpPr>
            <a:spLocks noChangeArrowheads="1"/>
          </p:cNvSpPr>
          <p:nvPr/>
        </p:nvSpPr>
        <p:spPr bwMode="auto">
          <a:xfrm>
            <a:off x="7458054" y="2481727"/>
            <a:ext cx="3360551"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defRPr/>
            </a:pPr>
            <a:r>
              <a:rPr lang="zh-CN" altLang="en-US" b="1" dirty="0">
                <a:solidFill>
                  <a:srgbClr val="E10000"/>
                </a:solidFill>
                <a:latin typeface="微软雅黑" panose="020B0503020204020204" pitchFamily="34" charset="-122"/>
                <a:ea typeface="微软雅黑" panose="020B0503020204020204" pitchFamily="34" charset="-122"/>
              </a:rPr>
              <a:t>不同企业磷酸铁投资情况</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EA6CF402-298C-761D-4737-994CD5C8C0E7}"/>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graphicFrame>
        <p:nvGraphicFramePr>
          <p:cNvPr id="5" name="表格 4">
            <a:extLst>
              <a:ext uri="{FF2B5EF4-FFF2-40B4-BE49-F238E27FC236}">
                <a16:creationId xmlns:a16="http://schemas.microsoft.com/office/drawing/2014/main" xmlns="" id="{99662980-41C1-BE5B-805D-FD022C984764}"/>
              </a:ext>
            </a:extLst>
          </p:cNvPr>
          <p:cNvGraphicFramePr>
            <a:graphicFrameLocks noGrp="1"/>
          </p:cNvGraphicFramePr>
          <p:nvPr>
            <p:extLst>
              <p:ext uri="{D42A27DB-BD31-4B8C-83A1-F6EECF244321}">
                <p14:modId xmlns:p14="http://schemas.microsoft.com/office/powerpoint/2010/main" val="3833368951"/>
              </p:ext>
            </p:extLst>
          </p:nvPr>
        </p:nvGraphicFramePr>
        <p:xfrm>
          <a:off x="6542315" y="2911152"/>
          <a:ext cx="5170307" cy="3378921"/>
        </p:xfrm>
        <a:graphic>
          <a:graphicData uri="http://schemas.openxmlformats.org/drawingml/2006/table">
            <a:tbl>
              <a:tblPr firstRow="1" firstCol="1" bandRow="1"/>
              <a:tblGrid>
                <a:gridCol w="1191210">
                  <a:extLst>
                    <a:ext uri="{9D8B030D-6E8A-4147-A177-3AD203B41FA5}">
                      <a16:colId xmlns:a16="http://schemas.microsoft.com/office/drawing/2014/main" xmlns="" val="4025132504"/>
                    </a:ext>
                  </a:extLst>
                </a:gridCol>
                <a:gridCol w="1082015">
                  <a:extLst>
                    <a:ext uri="{9D8B030D-6E8A-4147-A177-3AD203B41FA5}">
                      <a16:colId xmlns:a16="http://schemas.microsoft.com/office/drawing/2014/main" xmlns="" val="3377333311"/>
                    </a:ext>
                  </a:extLst>
                </a:gridCol>
                <a:gridCol w="974348">
                  <a:extLst>
                    <a:ext uri="{9D8B030D-6E8A-4147-A177-3AD203B41FA5}">
                      <a16:colId xmlns:a16="http://schemas.microsoft.com/office/drawing/2014/main" xmlns="" val="289969253"/>
                    </a:ext>
                  </a:extLst>
                </a:gridCol>
                <a:gridCol w="1082015">
                  <a:extLst>
                    <a:ext uri="{9D8B030D-6E8A-4147-A177-3AD203B41FA5}">
                      <a16:colId xmlns:a16="http://schemas.microsoft.com/office/drawing/2014/main" xmlns="" val="1862479897"/>
                    </a:ext>
                  </a:extLst>
                </a:gridCol>
                <a:gridCol w="840719">
                  <a:extLst>
                    <a:ext uri="{9D8B030D-6E8A-4147-A177-3AD203B41FA5}">
                      <a16:colId xmlns:a16="http://schemas.microsoft.com/office/drawing/2014/main" xmlns="" val="673107983"/>
                    </a:ext>
                  </a:extLst>
                </a:gridCol>
              </a:tblGrid>
              <a:tr h="272376">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公司</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项目规模（万吨）</a:t>
                      </a:r>
                      <a:endParaRPr lang="zh-CN" sz="1050" b="1"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投资额（亿元）</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万吨投资（亿元）</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工艺路径</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336222023"/>
                  </a:ext>
                </a:extLst>
              </a:tr>
              <a:tr h="238965">
                <a:tc>
                  <a:txBody>
                    <a:bodyPr/>
                    <a:lstStyle/>
                    <a:p>
                      <a:pPr algn="ctr"/>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兴发集团</a:t>
                      </a:r>
                      <a:endParaRPr lang="zh-CN" sz="1050" b="1"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30</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26.1</a:t>
                      </a:r>
                      <a:endParaRPr lang="zh-CN" sz="1050" b="1"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0.9</a:t>
                      </a:r>
                      <a:endParaRPr lang="zh-CN" sz="1050" b="1"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铵法</a:t>
                      </a:r>
                      <a:endParaRPr lang="zh-CN" sz="1050" b="1"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351036494"/>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中核钛白</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50</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38.3</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0.8</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铵法</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725754519"/>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云天化（配套）</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50</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72.9</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铵法</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58525673"/>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云图控股（配套）</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46</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1.3</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铁粉</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118570367"/>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龙佰集团</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12</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0.6</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磷酸氢钙</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73647302"/>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新洋丰（配套）</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271252493"/>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天赐材料</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铵法</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20902053"/>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龙蟠科技</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0.8</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521128152"/>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川恒股份</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铵法</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98127814"/>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湖南雅城</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7.2</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1.4</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铵法</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340237232"/>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安纳达裕能（扩建）</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钠法</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22521071"/>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安纳达一期</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1.2</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2.4</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钠法</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283333094"/>
                  </a:ext>
                </a:extLst>
              </a:tr>
              <a:tr h="238965">
                <a:tc>
                  <a:txBody>
                    <a:bodyPr/>
                    <a:lstStyle/>
                    <a:p>
                      <a:pPr algn="ctr"/>
                      <a:r>
                        <a:rPr lang="zh-CN"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川金诺</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0.5</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a:t>
                      </a:r>
                      <a:endParaRPr lang="zh-CN" sz="1050" b="1"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钠法</a:t>
                      </a:r>
                      <a:endParaRPr lang="zh-CN" sz="1050" b="1"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999621269"/>
                  </a:ext>
                </a:extLst>
              </a:tr>
            </a:tbl>
          </a:graphicData>
        </a:graphic>
      </p:graphicFrame>
      <p:graphicFrame>
        <p:nvGraphicFramePr>
          <p:cNvPr id="2" name="图表 1">
            <a:extLst>
              <a:ext uri="{FF2B5EF4-FFF2-40B4-BE49-F238E27FC236}">
                <a16:creationId xmlns:a16="http://schemas.microsoft.com/office/drawing/2014/main" xmlns="" id="{1A74C118-97C1-43FF-9A6D-2AF83969B996}"/>
              </a:ext>
            </a:extLst>
          </p:cNvPr>
          <p:cNvGraphicFramePr>
            <a:graphicFrameLocks/>
          </p:cNvGraphicFramePr>
          <p:nvPr>
            <p:extLst>
              <p:ext uri="{D42A27DB-BD31-4B8C-83A1-F6EECF244321}">
                <p14:modId xmlns:p14="http://schemas.microsoft.com/office/powerpoint/2010/main" val="4263645828"/>
              </p:ext>
            </p:extLst>
          </p:nvPr>
        </p:nvGraphicFramePr>
        <p:xfrm>
          <a:off x="832559" y="3120291"/>
          <a:ext cx="5008947" cy="2860156"/>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85083853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文本框 14"/>
          <p:cNvSpPr txBox="1">
            <a:spLocks noChangeArrowheads="1"/>
          </p:cNvSpPr>
          <p:nvPr/>
        </p:nvSpPr>
        <p:spPr bwMode="auto">
          <a:xfrm>
            <a:off x="1295658" y="2005422"/>
            <a:ext cx="4320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b="1" dirty="0">
                <a:solidFill>
                  <a:srgbClr val="E10000"/>
                </a:solidFill>
                <a:latin typeface="微软雅黑" panose="020B0503020204020204" pitchFamily="34" charset="-122"/>
                <a:ea typeface="微软雅黑" panose="020B0503020204020204" pitchFamily="34" charset="-122"/>
              </a:rPr>
              <a:t>磷酸价格走势</a:t>
            </a:r>
          </a:p>
        </p:txBody>
      </p:sp>
      <p:sp>
        <p:nvSpPr>
          <p:cNvPr id="117" name="Text Box 2"/>
          <p:cNvSpPr txBox="1">
            <a:spLocks noChangeArrowheads="1"/>
          </p:cNvSpPr>
          <p:nvPr/>
        </p:nvSpPr>
        <p:spPr bwMode="auto">
          <a:xfrm>
            <a:off x="263352" y="932528"/>
            <a:ext cx="1180931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E6E6E"/>
                </a:solidFill>
                <a:latin typeface="微软雅黑" panose="020B0503020204020204" pitchFamily="34" charset="-122"/>
                <a:ea typeface="微软雅黑" panose="020B0503020204020204" pitchFamily="34" charset="-122"/>
              </a:rPr>
              <a:t>对于原材料均外购企业来说，不同工艺的选择会带来成本明显分层，优势企业有望胜出。但是，由于不同企业资源禀赋（磷源、铁源及其他原材料自备）、技术实力（循环一体化产业链）的差异，会将这种成本差异拉开的更加明显。磷酸：在原材料黄磷供给受限，高耗能产能难以被审批的背景下，黄磷阶段性供应紧张趋缓后，黄磷与磷酸仍保持在较高价格中枢，反应了在能耗双控、“碳中和”的背景下，高耗能存量产品或将长期保持偏高盈利水平；磷酸一铵：原材料磷矿石全球供需格局紧张，展望未来将保持大周期上行，原材料紧缺的背景下，叠加下游粮价高企的支撑，磷酸一铵有望价格维持在高位；</a:t>
            </a:r>
          </a:p>
        </p:txBody>
      </p:sp>
      <p:sp>
        <p:nvSpPr>
          <p:cNvPr id="34" name="TextBox 33"/>
          <p:cNvSpPr/>
          <p:nvPr/>
        </p:nvSpPr>
        <p:spPr bwMode="auto">
          <a:xfrm>
            <a:off x="-31184" y="6672954"/>
            <a:ext cx="2301752"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资料来源：百川盈孚，</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，长江证券研究所</a:t>
            </a:r>
            <a:endPar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endParaRPr>
          </a:p>
        </p:txBody>
      </p:sp>
      <p:sp>
        <p:nvSpPr>
          <p:cNvPr id="37" name="文本框 36">
            <a:extLst>
              <a:ext uri="{FF2B5EF4-FFF2-40B4-BE49-F238E27FC236}">
                <a16:creationId xmlns:a16="http://schemas.microsoft.com/office/drawing/2014/main" xmlns="" id="{5C404CD9-3FE9-4772-9175-901E7A353863}"/>
              </a:ext>
            </a:extLst>
          </p:cNvPr>
          <p:cNvSpPr txBox="1"/>
          <p:nvPr/>
        </p:nvSpPr>
        <p:spPr>
          <a:xfrm>
            <a:off x="1415480" y="389329"/>
            <a:ext cx="9540306"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一体化加码，分化加剧</a:t>
            </a:r>
          </a:p>
        </p:txBody>
      </p:sp>
      <p:sp>
        <p:nvSpPr>
          <p:cNvPr id="8" name="文本框 14">
            <a:extLst>
              <a:ext uri="{FF2B5EF4-FFF2-40B4-BE49-F238E27FC236}">
                <a16:creationId xmlns:a16="http://schemas.microsoft.com/office/drawing/2014/main" xmlns="" id="{269CA611-0C0E-4F43-8BFC-06297E8005F5}"/>
              </a:ext>
            </a:extLst>
          </p:cNvPr>
          <p:cNvSpPr txBox="1">
            <a:spLocks noChangeArrowheads="1"/>
          </p:cNvSpPr>
          <p:nvPr/>
        </p:nvSpPr>
        <p:spPr bwMode="auto">
          <a:xfrm>
            <a:off x="6816080" y="1948191"/>
            <a:ext cx="34563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b="1" dirty="0">
                <a:solidFill>
                  <a:srgbClr val="E10000"/>
                </a:solidFill>
                <a:latin typeface="微软雅黑" panose="020B0503020204020204" pitchFamily="34" charset="-122"/>
                <a:ea typeface="微软雅黑" panose="020B0503020204020204" pitchFamily="34" charset="-122"/>
              </a:rPr>
              <a:t>磷酸一铵价格走势</a:t>
            </a:r>
          </a:p>
        </p:txBody>
      </p:sp>
      <p:sp>
        <p:nvSpPr>
          <p:cNvPr id="11" name="文本框 14"/>
          <p:cNvSpPr txBox="1">
            <a:spLocks noChangeArrowheads="1"/>
          </p:cNvSpPr>
          <p:nvPr/>
        </p:nvSpPr>
        <p:spPr bwMode="auto">
          <a:xfrm>
            <a:off x="1295658" y="4270787"/>
            <a:ext cx="4320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b="1" dirty="0">
                <a:solidFill>
                  <a:srgbClr val="E10000"/>
                </a:solidFill>
                <a:latin typeface="微软雅黑" panose="020B0503020204020204" pitchFamily="34" charset="-122"/>
                <a:ea typeface="微软雅黑" panose="020B0503020204020204" pitchFamily="34" charset="-122"/>
              </a:rPr>
              <a:t>液氨价格走势</a:t>
            </a:r>
          </a:p>
        </p:txBody>
      </p:sp>
      <p:sp>
        <p:nvSpPr>
          <p:cNvPr id="12" name="文本框 14"/>
          <p:cNvSpPr txBox="1">
            <a:spLocks noChangeArrowheads="1"/>
          </p:cNvSpPr>
          <p:nvPr/>
        </p:nvSpPr>
        <p:spPr bwMode="auto">
          <a:xfrm>
            <a:off x="6490555" y="4171033"/>
            <a:ext cx="4320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b="1" dirty="0">
                <a:solidFill>
                  <a:srgbClr val="E10000"/>
                </a:solidFill>
                <a:latin typeface="微软雅黑" panose="020B0503020204020204" pitchFamily="34" charset="-122"/>
                <a:ea typeface="微软雅黑" panose="020B0503020204020204" pitchFamily="34" charset="-122"/>
              </a:rPr>
              <a:t>双氧水价格走势</a:t>
            </a:r>
          </a:p>
        </p:txBody>
      </p:sp>
      <p:sp>
        <p:nvSpPr>
          <p:cNvPr id="2" name="文本框 1">
            <a:extLst>
              <a:ext uri="{FF2B5EF4-FFF2-40B4-BE49-F238E27FC236}">
                <a16:creationId xmlns:a16="http://schemas.microsoft.com/office/drawing/2014/main" xmlns="" id="{4C586945-A304-59FE-4415-AA1087E41EA8}"/>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graphicFrame>
        <p:nvGraphicFramePr>
          <p:cNvPr id="7" name="图表 6">
            <a:extLst>
              <a:ext uri="{FF2B5EF4-FFF2-40B4-BE49-F238E27FC236}">
                <a16:creationId xmlns:a16="http://schemas.microsoft.com/office/drawing/2014/main" xmlns="" id="{6772DE3C-42EE-47CF-996B-F9DA787174A2}"/>
              </a:ext>
            </a:extLst>
          </p:cNvPr>
          <p:cNvGraphicFramePr>
            <a:graphicFrameLocks/>
          </p:cNvGraphicFramePr>
          <p:nvPr>
            <p:extLst>
              <p:ext uri="{D42A27DB-BD31-4B8C-83A1-F6EECF244321}">
                <p14:modId xmlns:p14="http://schemas.microsoft.com/office/powerpoint/2010/main" val="3536338861"/>
              </p:ext>
            </p:extLst>
          </p:nvPr>
        </p:nvGraphicFramePr>
        <p:xfrm>
          <a:off x="1460241" y="2333088"/>
          <a:ext cx="4320000" cy="178381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图表 8">
            <a:extLst>
              <a:ext uri="{FF2B5EF4-FFF2-40B4-BE49-F238E27FC236}">
                <a16:creationId xmlns:a16="http://schemas.microsoft.com/office/drawing/2014/main" xmlns="" id="{47A5FEAD-EAA3-4D99-918D-A9EAF25593E0}"/>
              </a:ext>
            </a:extLst>
          </p:cNvPr>
          <p:cNvGraphicFramePr>
            <a:graphicFrameLocks/>
          </p:cNvGraphicFramePr>
          <p:nvPr>
            <p:extLst>
              <p:ext uri="{D42A27DB-BD31-4B8C-83A1-F6EECF244321}">
                <p14:modId xmlns:p14="http://schemas.microsoft.com/office/powerpoint/2010/main" val="1555213247"/>
              </p:ext>
            </p:extLst>
          </p:nvPr>
        </p:nvGraphicFramePr>
        <p:xfrm>
          <a:off x="6576344" y="2317523"/>
          <a:ext cx="4319998" cy="178381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图表 9">
            <a:extLst>
              <a:ext uri="{FF2B5EF4-FFF2-40B4-BE49-F238E27FC236}">
                <a16:creationId xmlns:a16="http://schemas.microsoft.com/office/drawing/2014/main" xmlns="" id="{49BAF578-E572-4136-914B-0F668655DFF1}"/>
              </a:ext>
            </a:extLst>
          </p:cNvPr>
          <p:cNvGraphicFramePr>
            <a:graphicFrameLocks/>
          </p:cNvGraphicFramePr>
          <p:nvPr>
            <p:extLst>
              <p:ext uri="{D42A27DB-BD31-4B8C-83A1-F6EECF244321}">
                <p14:modId xmlns:p14="http://schemas.microsoft.com/office/powerpoint/2010/main" val="276764344"/>
              </p:ext>
            </p:extLst>
          </p:nvPr>
        </p:nvGraphicFramePr>
        <p:xfrm>
          <a:off x="1519683" y="4578166"/>
          <a:ext cx="4320000" cy="181051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图表 12">
            <a:extLst>
              <a:ext uri="{FF2B5EF4-FFF2-40B4-BE49-F238E27FC236}">
                <a16:creationId xmlns:a16="http://schemas.microsoft.com/office/drawing/2014/main" xmlns="" id="{C1EC9BA0-EFD6-4B2F-B2D8-A68E958787C9}"/>
              </a:ext>
            </a:extLst>
          </p:cNvPr>
          <p:cNvGraphicFramePr>
            <a:graphicFrameLocks/>
          </p:cNvGraphicFramePr>
          <p:nvPr>
            <p:extLst>
              <p:ext uri="{D42A27DB-BD31-4B8C-83A1-F6EECF244321}">
                <p14:modId xmlns:p14="http://schemas.microsoft.com/office/powerpoint/2010/main" val="800803468"/>
              </p:ext>
            </p:extLst>
          </p:nvPr>
        </p:nvGraphicFramePr>
        <p:xfrm>
          <a:off x="6576344" y="4592684"/>
          <a:ext cx="4319998" cy="1783814"/>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46534712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文本框 14"/>
          <p:cNvSpPr txBox="1">
            <a:spLocks noChangeArrowheads="1"/>
          </p:cNvSpPr>
          <p:nvPr/>
        </p:nvSpPr>
        <p:spPr bwMode="auto">
          <a:xfrm>
            <a:off x="1295658" y="2060970"/>
            <a:ext cx="4320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b="1" dirty="0">
                <a:solidFill>
                  <a:srgbClr val="E10000"/>
                </a:solidFill>
                <a:latin typeface="微软雅黑" panose="020B0503020204020204" pitchFamily="34" charset="-122"/>
                <a:ea typeface="微软雅黑" panose="020B0503020204020204" pitchFamily="34" charset="-122"/>
              </a:rPr>
              <a:t>氢氧化钠价格走势</a:t>
            </a:r>
          </a:p>
        </p:txBody>
      </p:sp>
      <p:sp>
        <p:nvSpPr>
          <p:cNvPr id="117" name="Text Box 2"/>
          <p:cNvSpPr txBox="1">
            <a:spLocks noChangeArrowheads="1"/>
          </p:cNvSpPr>
          <p:nvPr/>
        </p:nvSpPr>
        <p:spPr bwMode="auto">
          <a:xfrm>
            <a:off x="263352" y="932528"/>
            <a:ext cx="1180931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E6E6E"/>
                </a:solidFill>
                <a:latin typeface="微软雅黑" panose="020B0503020204020204" pitchFamily="34" charset="-122"/>
                <a:ea typeface="微软雅黑" panose="020B0503020204020204" pitchFamily="34" charset="-122"/>
              </a:rPr>
              <a:t>磷酸氢钙：原材料磷矿石全球供需格局紧张，展望未来将保持大周期上行，原材料紧缺的背景下，叠加下游饲料需求恢复式增长，磷酸氢钙有望保持较好的盈利；</a:t>
            </a:r>
          </a:p>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E6E6E"/>
                </a:solidFill>
                <a:latin typeface="微软雅黑" panose="020B0503020204020204" pitchFamily="34" charset="-122"/>
                <a:ea typeface="微软雅黑" panose="020B0503020204020204" pitchFamily="34" charset="-122"/>
              </a:rPr>
              <a:t>液氨、双氧水、氢氧化钠作为大宗化工原料，在阶段性供给紧张宽松后，价格回归正常水平；</a:t>
            </a:r>
          </a:p>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E6E6E"/>
                </a:solidFill>
                <a:latin typeface="微软雅黑" panose="020B0503020204020204" pitchFamily="34" charset="-122"/>
                <a:ea typeface="微软雅黑" panose="020B0503020204020204" pitchFamily="34" charset="-122"/>
              </a:rPr>
              <a:t>硫酸亚铁：为硫酸法钛白粉废产物，过去需要自费处理，随着磷酸铁锂需求激增，硫酸亚铁价格也有望迎来持续提升。</a:t>
            </a:r>
          </a:p>
          <a:p>
            <a:pPr lvl="0" fontAlgn="base">
              <a:lnSpc>
                <a:spcPct val="150000"/>
              </a:lnSpc>
              <a:spcBef>
                <a:spcPct val="0"/>
              </a:spcBef>
              <a:spcAft>
                <a:spcPct val="0"/>
              </a:spcAft>
              <a:buClr>
                <a:srgbClr val="C00000"/>
              </a:buClr>
              <a:buFont typeface="Wingdings" panose="05000000000000000000" pitchFamily="2" charset="2"/>
              <a:buChar char="p"/>
              <a:defRPr/>
            </a:pPr>
            <a:r>
              <a:rPr lang="zh-CN" altLang="en-US" sz="1200" dirty="0">
                <a:solidFill>
                  <a:srgbClr val="6E6E6E"/>
                </a:solidFill>
                <a:latin typeface="微软雅黑" panose="020B0503020204020204" pitchFamily="34" charset="-122"/>
                <a:ea typeface="微软雅黑" panose="020B0503020204020204" pitchFamily="34" charset="-122"/>
              </a:rPr>
              <a:t>整体来看，磷酸、磷酸一铵、磷酸氢钙、硫酸亚铁自备的企业既受益于主营产品价格盈利提升，又在磷酸铁领域布局显著降低了物流等费用，增强一体化优势。</a:t>
            </a:r>
          </a:p>
        </p:txBody>
      </p:sp>
      <p:sp>
        <p:nvSpPr>
          <p:cNvPr id="34" name="TextBox 33"/>
          <p:cNvSpPr/>
          <p:nvPr/>
        </p:nvSpPr>
        <p:spPr bwMode="auto">
          <a:xfrm>
            <a:off x="-31184" y="6672954"/>
            <a:ext cx="2301752"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资料来源：百川盈孚，</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，长江证券研究所</a:t>
            </a:r>
            <a:endPar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endParaRPr>
          </a:p>
        </p:txBody>
      </p:sp>
      <p:sp>
        <p:nvSpPr>
          <p:cNvPr id="37" name="文本框 36">
            <a:extLst>
              <a:ext uri="{FF2B5EF4-FFF2-40B4-BE49-F238E27FC236}">
                <a16:creationId xmlns:a16="http://schemas.microsoft.com/office/drawing/2014/main" xmlns="" id="{5C404CD9-3FE9-4772-9175-901E7A353863}"/>
              </a:ext>
            </a:extLst>
          </p:cNvPr>
          <p:cNvSpPr txBox="1"/>
          <p:nvPr/>
        </p:nvSpPr>
        <p:spPr>
          <a:xfrm>
            <a:off x="1415480" y="389329"/>
            <a:ext cx="9540306"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一体化加码，分化加剧</a:t>
            </a:r>
          </a:p>
        </p:txBody>
      </p:sp>
      <p:sp>
        <p:nvSpPr>
          <p:cNvPr id="8" name="文本框 14">
            <a:extLst>
              <a:ext uri="{FF2B5EF4-FFF2-40B4-BE49-F238E27FC236}">
                <a16:creationId xmlns:a16="http://schemas.microsoft.com/office/drawing/2014/main" xmlns="" id="{269CA611-0C0E-4F43-8BFC-06297E8005F5}"/>
              </a:ext>
            </a:extLst>
          </p:cNvPr>
          <p:cNvSpPr txBox="1">
            <a:spLocks noChangeArrowheads="1"/>
          </p:cNvSpPr>
          <p:nvPr/>
        </p:nvSpPr>
        <p:spPr bwMode="auto">
          <a:xfrm>
            <a:off x="6816080" y="2060970"/>
            <a:ext cx="34563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b="1" dirty="0">
                <a:solidFill>
                  <a:srgbClr val="E10000"/>
                </a:solidFill>
                <a:latin typeface="微软雅黑" panose="020B0503020204020204" pitchFamily="34" charset="-122"/>
                <a:ea typeface="微软雅黑" panose="020B0503020204020204" pitchFamily="34" charset="-122"/>
              </a:rPr>
              <a:t>磷酸氢钙价格走势</a:t>
            </a:r>
          </a:p>
        </p:txBody>
      </p:sp>
      <p:sp>
        <p:nvSpPr>
          <p:cNvPr id="11" name="文本框 14"/>
          <p:cNvSpPr txBox="1">
            <a:spLocks noChangeArrowheads="1"/>
          </p:cNvSpPr>
          <p:nvPr/>
        </p:nvSpPr>
        <p:spPr bwMode="auto">
          <a:xfrm>
            <a:off x="1351650" y="4266552"/>
            <a:ext cx="4320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lgn="ctr" eaLnBrk="0" fontAlgn="base" hangingPunct="0">
              <a:spcBef>
                <a:spcPct val="0"/>
              </a:spcBef>
              <a:spcAft>
                <a:spcPct val="0"/>
              </a:spcAft>
              <a:defRPr/>
            </a:pPr>
            <a:r>
              <a:rPr lang="zh-CN" altLang="en-US" b="1" dirty="0">
                <a:solidFill>
                  <a:srgbClr val="E10000"/>
                </a:solidFill>
                <a:latin typeface="微软雅黑" panose="020B0503020204020204" pitchFamily="34" charset="-122"/>
                <a:ea typeface="微软雅黑" panose="020B0503020204020204" pitchFamily="34" charset="-122"/>
              </a:rPr>
              <a:t>铁粉价格走势</a:t>
            </a:r>
          </a:p>
        </p:txBody>
      </p:sp>
      <p:sp>
        <p:nvSpPr>
          <p:cNvPr id="2" name="文本框 1">
            <a:extLst>
              <a:ext uri="{FF2B5EF4-FFF2-40B4-BE49-F238E27FC236}">
                <a16:creationId xmlns:a16="http://schemas.microsoft.com/office/drawing/2014/main" xmlns="" id="{EEFCCD65-D68A-2750-A175-814984F52D32}"/>
              </a:ext>
            </a:extLst>
          </p:cNvPr>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graphicFrame>
        <p:nvGraphicFramePr>
          <p:cNvPr id="7" name="图表 6">
            <a:extLst>
              <a:ext uri="{FF2B5EF4-FFF2-40B4-BE49-F238E27FC236}">
                <a16:creationId xmlns:a16="http://schemas.microsoft.com/office/drawing/2014/main" xmlns="" id="{6C379E3D-5FAF-4E86-844E-A7CF020BB1EF}"/>
              </a:ext>
            </a:extLst>
          </p:cNvPr>
          <p:cNvGraphicFramePr>
            <a:graphicFrameLocks/>
          </p:cNvGraphicFramePr>
          <p:nvPr>
            <p:extLst>
              <p:ext uri="{D42A27DB-BD31-4B8C-83A1-F6EECF244321}">
                <p14:modId xmlns:p14="http://schemas.microsoft.com/office/powerpoint/2010/main" val="1205468902"/>
              </p:ext>
            </p:extLst>
          </p:nvPr>
        </p:nvGraphicFramePr>
        <p:xfrm>
          <a:off x="6701459" y="2422542"/>
          <a:ext cx="4500340" cy="18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图表 9">
            <a:extLst>
              <a:ext uri="{FF2B5EF4-FFF2-40B4-BE49-F238E27FC236}">
                <a16:creationId xmlns:a16="http://schemas.microsoft.com/office/drawing/2014/main" xmlns="" id="{C7F83935-87F2-44C9-95CE-137C1B682587}"/>
              </a:ext>
            </a:extLst>
          </p:cNvPr>
          <p:cNvGraphicFramePr>
            <a:graphicFrameLocks/>
          </p:cNvGraphicFramePr>
          <p:nvPr>
            <p:extLst>
              <p:ext uri="{D42A27DB-BD31-4B8C-83A1-F6EECF244321}">
                <p14:modId xmlns:p14="http://schemas.microsoft.com/office/powerpoint/2010/main" val="3476289256"/>
              </p:ext>
            </p:extLst>
          </p:nvPr>
        </p:nvGraphicFramePr>
        <p:xfrm>
          <a:off x="1295658" y="2430302"/>
          <a:ext cx="4500340" cy="18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 name="图表 11">
            <a:extLst>
              <a:ext uri="{FF2B5EF4-FFF2-40B4-BE49-F238E27FC236}">
                <a16:creationId xmlns:a16="http://schemas.microsoft.com/office/drawing/2014/main" xmlns="" id="{53104165-92B1-4293-BFA0-AE235FBA10CC}"/>
              </a:ext>
            </a:extLst>
          </p:cNvPr>
          <p:cNvGraphicFramePr>
            <a:graphicFrameLocks/>
          </p:cNvGraphicFramePr>
          <p:nvPr>
            <p:extLst>
              <p:ext uri="{D42A27DB-BD31-4B8C-83A1-F6EECF244321}">
                <p14:modId xmlns:p14="http://schemas.microsoft.com/office/powerpoint/2010/main" val="3047386713"/>
              </p:ext>
            </p:extLst>
          </p:nvPr>
        </p:nvGraphicFramePr>
        <p:xfrm>
          <a:off x="1270334" y="4610623"/>
          <a:ext cx="4502410" cy="1923342"/>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418941392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文本框 16">
            <a:extLst>
              <a:ext uri="{FF2B5EF4-FFF2-40B4-BE49-F238E27FC236}">
                <a16:creationId xmlns:a16="http://schemas.microsoft.com/office/drawing/2014/main" xmlns="" id="{6A8EDD81-FD37-4D59-A7F4-4852667D4962}"/>
              </a:ext>
            </a:extLst>
          </p:cNvPr>
          <p:cNvSpPr txBox="1"/>
          <p:nvPr/>
        </p:nvSpPr>
        <p:spPr>
          <a:xfrm>
            <a:off x="1415480" y="404654"/>
            <a:ext cx="4104456"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一体化加码，分化加剧</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6075221"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，环评报告，百川盈孚，长江证券研究所（硫酸亚铁价格</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2021</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均值以含税</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500</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元</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吨计算，时点以</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700</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元</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吨计算）</a:t>
            </a:r>
          </a:p>
        </p:txBody>
      </p:sp>
      <p:sp>
        <p:nvSpPr>
          <p:cNvPr id="13" name="Text Box 2">
            <a:extLst>
              <a:ext uri="{FF2B5EF4-FFF2-40B4-BE49-F238E27FC236}">
                <a16:creationId xmlns:a16="http://schemas.microsoft.com/office/drawing/2014/main" xmlns="" id="{A741C8F6-922B-4606-9473-E432D4FEAF9E}"/>
              </a:ext>
            </a:extLst>
          </p:cNvPr>
          <p:cNvSpPr txBox="1">
            <a:spLocks noChangeArrowheads="1"/>
          </p:cNvSpPr>
          <p:nvPr/>
        </p:nvSpPr>
        <p:spPr bwMode="auto">
          <a:xfrm>
            <a:off x="771303" y="1052737"/>
            <a:ext cx="11173757" cy="14446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根据铵法</a:t>
            </a: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平均净利润，以及其他不同工艺的价差之间差值进行测算不同路径单吨净利润，预计未来铵法、钠法、磷酸氢钙路线将保持较强的盈利优势，资源自备程度越高，具备更强的成本优势（资源的利润计算到磷酸铁的利润中去）。当前由于磷酸较强的盈利水平，钠法（自产湿法净化磷酸路径）处于领先位置，随着湿法净化磷酸产能的不断扩张，磷酸价格或有下调，加之硫酸亚铁价值提升，预计磷酸氢钙、铵法、钠法（自备原料一体化）三种工艺成本差异缩减，处于同一梯队。此外，铁粉路线虽然原材料价格较高，但其最终产品品质较高，废产物主要为氢气排放，环保压力小，随着安全环保压力的逐步加强，铁粉路线也或将成为一项主流工艺。</a:t>
            </a:r>
          </a:p>
        </p:txBody>
      </p:sp>
      <p:sp>
        <p:nvSpPr>
          <p:cNvPr id="10" name="文本框 14">
            <a:extLst>
              <a:ext uri="{FF2B5EF4-FFF2-40B4-BE49-F238E27FC236}">
                <a16:creationId xmlns:a16="http://schemas.microsoft.com/office/drawing/2014/main" xmlns="" id="{482EC1E9-0AEC-4851-9F19-17FF45478B8D}"/>
              </a:ext>
            </a:extLst>
          </p:cNvPr>
          <p:cNvSpPr txBox="1">
            <a:spLocks noChangeArrowheads="1"/>
          </p:cNvSpPr>
          <p:nvPr/>
        </p:nvSpPr>
        <p:spPr bwMode="auto">
          <a:xfrm>
            <a:off x="960710" y="2591513"/>
            <a:ext cx="54687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eaLnBrk="0" fontAlgn="base" hangingPunct="0">
              <a:spcBef>
                <a:spcPct val="0"/>
              </a:spcBef>
              <a:spcAft>
                <a:spcPct val="0"/>
              </a:spcAft>
              <a:defRPr/>
            </a:pPr>
            <a:r>
              <a:rPr lang="zh-CN" altLang="en-US" b="1" dirty="0">
                <a:solidFill>
                  <a:srgbClr val="E10000"/>
                </a:solidFill>
                <a:latin typeface="微软雅黑" panose="020B0503020204020204" pitchFamily="34" charset="-122"/>
                <a:ea typeface="微软雅黑" panose="020B0503020204020204" pitchFamily="34" charset="-122"/>
              </a:rPr>
              <a:t>不同路径单吨净利润（</a:t>
            </a:r>
            <a:r>
              <a:rPr lang="en-US" altLang="zh-CN" b="1" dirty="0">
                <a:solidFill>
                  <a:srgbClr val="E10000"/>
                </a:solidFill>
                <a:latin typeface="微软雅黑" panose="020B0503020204020204" pitchFamily="34" charset="-122"/>
                <a:ea typeface="微软雅黑" panose="020B0503020204020204" pitchFamily="34" charset="-122"/>
              </a:rPr>
              <a:t>2022</a:t>
            </a:r>
            <a:r>
              <a:rPr lang="zh-CN" altLang="en-US" b="1" dirty="0">
                <a:solidFill>
                  <a:srgbClr val="E10000"/>
                </a:solidFill>
                <a:latin typeface="微软雅黑" panose="020B0503020204020204" pitchFamily="34" charset="-122"/>
                <a:ea typeface="微软雅黑" panose="020B0503020204020204" pitchFamily="34" charset="-122"/>
              </a:rPr>
              <a:t>年均值，至</a:t>
            </a:r>
            <a:r>
              <a:rPr lang="en-US" altLang="zh-CN" b="1" dirty="0">
                <a:solidFill>
                  <a:srgbClr val="E10000"/>
                </a:solidFill>
                <a:latin typeface="微软雅黑" panose="020B0503020204020204" pitchFamily="34" charset="-122"/>
                <a:ea typeface="微软雅黑" panose="020B0503020204020204" pitchFamily="34" charset="-122"/>
              </a:rPr>
              <a:t>9</a:t>
            </a:r>
            <a:r>
              <a:rPr lang="zh-CN" altLang="en-US" b="1" dirty="0">
                <a:solidFill>
                  <a:srgbClr val="E10000"/>
                </a:solidFill>
                <a:latin typeface="微软雅黑" panose="020B0503020204020204" pitchFamily="34" charset="-122"/>
                <a:ea typeface="微软雅黑" panose="020B0503020204020204" pitchFamily="34" charset="-122"/>
              </a:rPr>
              <a:t>月）</a:t>
            </a:r>
          </a:p>
        </p:txBody>
      </p:sp>
      <p:sp>
        <p:nvSpPr>
          <p:cNvPr id="11" name="文本框 10"/>
          <p:cNvSpPr txBox="1"/>
          <p:nvPr/>
        </p:nvSpPr>
        <p:spPr>
          <a:xfrm>
            <a:off x="760700" y="457361"/>
            <a:ext cx="533370" cy="417935"/>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05</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graphicFrame>
        <p:nvGraphicFramePr>
          <p:cNvPr id="3" name="图表 2">
            <a:extLst>
              <a:ext uri="{FF2B5EF4-FFF2-40B4-BE49-F238E27FC236}">
                <a16:creationId xmlns:a16="http://schemas.microsoft.com/office/drawing/2014/main" xmlns="" id="{A6A2CF13-FDF5-4DF0-BC1E-FD17C4E8E840}"/>
              </a:ext>
            </a:extLst>
          </p:cNvPr>
          <p:cNvGraphicFramePr>
            <a:graphicFrameLocks/>
          </p:cNvGraphicFramePr>
          <p:nvPr>
            <p:extLst>
              <p:ext uri="{D42A27DB-BD31-4B8C-83A1-F6EECF244321}">
                <p14:modId xmlns:p14="http://schemas.microsoft.com/office/powerpoint/2010/main" val="3540459010"/>
              </p:ext>
            </p:extLst>
          </p:nvPr>
        </p:nvGraphicFramePr>
        <p:xfrm>
          <a:off x="760699" y="2781301"/>
          <a:ext cx="8697625" cy="367204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909500725"/>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descr="0110新版ppt-03.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6" y="0"/>
            <a:ext cx="12191594" cy="6858000"/>
          </a:xfrm>
          <a:prstGeom prst="rect">
            <a:avLst/>
          </a:prstGeom>
        </p:spPr>
      </p:pic>
      <p:sp>
        <p:nvSpPr>
          <p:cNvPr id="4" name="文本框 3"/>
          <p:cNvSpPr txBox="1"/>
          <p:nvPr/>
        </p:nvSpPr>
        <p:spPr>
          <a:xfrm>
            <a:off x="1254760" y="1533537"/>
            <a:ext cx="1797749" cy="1655710"/>
          </a:xfrm>
          <a:prstGeom prst="rect">
            <a:avLst/>
          </a:prstGeom>
          <a:noFill/>
        </p:spPr>
        <p:txBody>
          <a:bodyPr wrap="square" rtlCol="0">
            <a:spAutoFit/>
          </a:bodyPr>
          <a:lstStyle/>
          <a:p>
            <a:r>
              <a:rPr lang="en-US" altLang="zh-CN" sz="10160" b="1" i="1" dirty="0">
                <a:solidFill>
                  <a:srgbClr val="E10000"/>
                </a:solidFill>
                <a:latin typeface="微软雅黑" panose="020B0503020204020204" pitchFamily="34" charset="-122"/>
                <a:ea typeface="微软雅黑" panose="020B0503020204020204" pitchFamily="34" charset="-122"/>
              </a:rPr>
              <a:t>06</a:t>
            </a:r>
            <a:endParaRPr lang="zh-CN" altLang="en-US" sz="10160" b="1" i="1" dirty="0">
              <a:solidFill>
                <a:srgbClr val="E10000"/>
              </a:solidFill>
              <a:latin typeface="微软雅黑" panose="020B0503020204020204" pitchFamily="34" charset="-122"/>
              <a:ea typeface="微软雅黑" panose="020B0503020204020204" pitchFamily="34" charset="-122"/>
            </a:endParaRPr>
          </a:p>
        </p:txBody>
      </p:sp>
      <p:sp>
        <p:nvSpPr>
          <p:cNvPr id="6" name="文本框 5"/>
          <p:cNvSpPr txBox="1"/>
          <p:nvPr/>
        </p:nvSpPr>
        <p:spPr>
          <a:xfrm>
            <a:off x="1254760" y="3146287"/>
            <a:ext cx="5566664" cy="492443"/>
          </a:xfrm>
          <a:prstGeom prst="rect">
            <a:avLst/>
          </a:prstGeom>
          <a:noFill/>
        </p:spPr>
        <p:txBody>
          <a:bodyPr wrap="square" rtlCol="0">
            <a:spAutoFit/>
          </a:bodyPr>
          <a:lstStyle/>
          <a:p>
            <a:r>
              <a:rPr lang="zh-CN" altLang="en-US" sz="2600" b="1" dirty="0">
                <a:solidFill>
                  <a:srgbClr val="6D6D6D"/>
                </a:solidFill>
                <a:latin typeface="微软雅黑" panose="020B0503020204020204" pitchFamily="34" charset="-122"/>
                <a:ea typeface="微软雅黑" panose="020B0503020204020204" pitchFamily="34" charset="-122"/>
              </a:rPr>
              <a:t>有机硅</a:t>
            </a:r>
          </a:p>
        </p:txBody>
      </p:sp>
      <p:sp>
        <p:nvSpPr>
          <p:cNvPr id="7" name="文本框 6"/>
          <p:cNvSpPr txBox="1"/>
          <p:nvPr/>
        </p:nvSpPr>
        <p:spPr>
          <a:xfrm>
            <a:off x="1254760" y="3749576"/>
            <a:ext cx="5302761" cy="418191"/>
          </a:xfrm>
          <a:prstGeom prst="rect">
            <a:avLst/>
          </a:prstGeom>
          <a:noFill/>
        </p:spPr>
        <p:txBody>
          <a:bodyPr wrap="square" rtlCol="0">
            <a:spAutoFit/>
          </a:bodyPr>
          <a:lstStyle/>
          <a:p>
            <a:pPr>
              <a:lnSpc>
                <a:spcPct val="150000"/>
              </a:lnSpc>
            </a:pPr>
            <a:r>
              <a:rPr lang="zh-CN" altLang="en-US" sz="1600" dirty="0">
                <a:solidFill>
                  <a:schemeClr val="bg1">
                    <a:lumMod val="50000"/>
                  </a:schemeClr>
                </a:solidFill>
                <a:latin typeface="微软雅黑" panose="020B0503020204020204" pitchFamily="34" charset="-122"/>
                <a:ea typeface="微软雅黑" panose="020B0503020204020204" pitchFamily="34" charset="-122"/>
              </a:rPr>
              <a:t>需求稳定增长，中期将迎扩产潮</a:t>
            </a:r>
          </a:p>
        </p:txBody>
      </p:sp>
    </p:spTree>
    <p:extLst>
      <p:ext uri="{BB962C8B-B14F-4D97-AF65-F5344CB8AC3E}">
        <p14:creationId xmlns:p14="http://schemas.microsoft.com/office/powerpoint/2010/main" val="403942603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p:cNvSpPr/>
          <p:nvPr/>
        </p:nvSpPr>
        <p:spPr bwMode="auto">
          <a:xfrm>
            <a:off x="700088" y="6637186"/>
            <a:ext cx="3478356"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资料来源：合盛硅业招股说明书，东岳硅材招股说明书，长江证券研究所</a:t>
            </a:r>
          </a:p>
        </p:txBody>
      </p:sp>
      <p:sp>
        <p:nvSpPr>
          <p:cNvPr id="18" name="文本框 17">
            <a:extLst>
              <a:ext uri="{FF2B5EF4-FFF2-40B4-BE49-F238E27FC236}">
                <a16:creationId xmlns:a16="http://schemas.microsoft.com/office/drawing/2014/main" xmlns="" id="{A54A2090-B827-42C0-B12A-76ECE332F71E}"/>
              </a:ext>
            </a:extLst>
          </p:cNvPr>
          <p:cNvSpPr txBox="1"/>
          <p:nvPr/>
        </p:nvSpPr>
        <p:spPr>
          <a:xfrm>
            <a:off x="695400" y="2132857"/>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有机硅产业链结构</a:t>
            </a:r>
            <a:endParaRPr lang="en-US" dirty="0">
              <a:sym typeface="Arial" panose="020B0604020202020204" pitchFamily="34" charset="0"/>
            </a:endParaRPr>
          </a:p>
        </p:txBody>
      </p:sp>
      <p:sp>
        <p:nvSpPr>
          <p:cNvPr id="17" name="文本框 16">
            <a:extLst>
              <a:ext uri="{FF2B5EF4-FFF2-40B4-BE49-F238E27FC236}">
                <a16:creationId xmlns:a16="http://schemas.microsoft.com/office/drawing/2014/main" xmlns="" id="{F32C4EC5-0E53-4C9C-9CCD-A03BC549B197}"/>
              </a:ext>
            </a:extLst>
          </p:cNvPr>
          <p:cNvSpPr txBox="1"/>
          <p:nvPr/>
        </p:nvSpPr>
        <p:spPr>
          <a:xfrm>
            <a:off x="700088" y="1130301"/>
            <a:ext cx="3600000" cy="307777"/>
          </a:xfrm>
          <a:prstGeom prst="rect">
            <a:avLst/>
          </a:prstGeom>
          <a:solidFill>
            <a:srgbClr val="FF0000"/>
          </a:solidFill>
          <a:ln w="9525">
            <a:noFill/>
            <a:miter lim="800000"/>
          </a:ln>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olidFill>
                  <a:schemeClr val="bg1"/>
                </a:solidFill>
                <a:sym typeface="Arial" panose="020B0604020202020204" pitchFamily="34" charset="0"/>
              </a:rPr>
              <a:t>有机硅终端应用广泛，号称工业味精</a:t>
            </a:r>
          </a:p>
        </p:txBody>
      </p:sp>
      <p:sp>
        <p:nvSpPr>
          <p:cNvPr id="28" name="Text Box 2">
            <a:extLst>
              <a:ext uri="{FF2B5EF4-FFF2-40B4-BE49-F238E27FC236}">
                <a16:creationId xmlns:a16="http://schemas.microsoft.com/office/drawing/2014/main" xmlns="" id="{D32E0A50-ECBC-4C64-82EF-50D38FDDF1FB}"/>
              </a:ext>
            </a:extLst>
          </p:cNvPr>
          <p:cNvSpPr txBox="1">
            <a:spLocks noChangeArrowheads="1"/>
          </p:cNvSpPr>
          <p:nvPr/>
        </p:nvSpPr>
        <p:spPr bwMode="auto">
          <a:xfrm>
            <a:off x="700088" y="1409701"/>
            <a:ext cx="10580688" cy="613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有机硅是对含硅有机化合物的统称，包括有机硅单体、有机硅中间体及有机硅深加工产品</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有机硅材料具备</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耐温、耐候、电气绝缘、地表面张力大</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等优异的性能，在建筑、电子电器、纺织等行业广泛应用，有工业味精之称</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文本框 26">
            <a:extLst>
              <a:ext uri="{FF2B5EF4-FFF2-40B4-BE49-F238E27FC236}">
                <a16:creationId xmlns:a16="http://schemas.microsoft.com/office/drawing/2014/main" xmlns="" id="{6D373EF4-6F3F-44D6-BE01-C386198692AE}"/>
              </a:ext>
            </a:extLst>
          </p:cNvPr>
          <p:cNvSpPr txBox="1"/>
          <p:nvPr/>
        </p:nvSpPr>
        <p:spPr>
          <a:xfrm>
            <a:off x="1524246" y="381164"/>
            <a:ext cx="9251794" cy="553998"/>
          </a:xfrm>
          <a:prstGeom prst="rect">
            <a:avLst/>
          </a:prstGeom>
          <a:noFill/>
        </p:spPr>
        <p:txBody>
          <a:bodyPr wrap="square" rtlCol="0">
            <a:spAutoFit/>
          </a:bodyPr>
          <a:lstStyle/>
          <a:p>
            <a:r>
              <a:rPr lang="zh-CN" altLang="en-US" sz="3000" b="1" dirty="0">
                <a:solidFill>
                  <a:srgbClr val="E10000"/>
                </a:solidFill>
                <a:latin typeface="Arial" panose="020B0604020202020204" pitchFamily="34" charset="0"/>
                <a:ea typeface="微软雅黑" panose="020B0503020204020204" pitchFamily="34" charset="-122"/>
                <a:cs typeface="+mn-ea"/>
                <a:sym typeface="Arial" panose="020B0604020202020204" pitchFamily="34" charset="0"/>
              </a:rPr>
              <a:t>简介：终端应用广泛的“工业味精”</a:t>
            </a:r>
          </a:p>
        </p:txBody>
      </p:sp>
      <p:sp>
        <p:nvSpPr>
          <p:cNvPr id="11" name="文本框 10">
            <a:extLst>
              <a:ext uri="{FF2B5EF4-FFF2-40B4-BE49-F238E27FC236}">
                <a16:creationId xmlns:a16="http://schemas.microsoft.com/office/drawing/2014/main" xmlns="" id="{A12C1385-D216-44BC-9C53-646F25CCC3DA}"/>
              </a:ext>
            </a:extLst>
          </p:cNvPr>
          <p:cNvSpPr txBox="1"/>
          <p:nvPr/>
        </p:nvSpPr>
        <p:spPr>
          <a:xfrm>
            <a:off x="810102" y="449196"/>
            <a:ext cx="533370" cy="417935"/>
          </a:xfrm>
          <a:prstGeom prst="rect">
            <a:avLst/>
          </a:prstGeom>
          <a:noFill/>
        </p:spPr>
        <p:txBody>
          <a:bodyPr wrap="square" rtlCol="0">
            <a:spAutoFit/>
          </a:bodyPr>
          <a:lstStyle/>
          <a:p>
            <a:r>
              <a:rPr lang="en-US" altLang="zh-CN"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01</a:t>
            </a:r>
            <a:endParaRPr lang="zh-CN" altLang="en-US"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2" name="图片 1">
            <a:extLst>
              <a:ext uri="{FF2B5EF4-FFF2-40B4-BE49-F238E27FC236}">
                <a16:creationId xmlns:a16="http://schemas.microsoft.com/office/drawing/2014/main" xmlns="" id="{2484FD42-2A6F-9662-527D-435D62703D9E}"/>
              </a:ext>
            </a:extLst>
          </p:cNvPr>
          <p:cNvPicPr>
            <a:picLocks noChangeAspect="1"/>
          </p:cNvPicPr>
          <p:nvPr/>
        </p:nvPicPr>
        <p:blipFill>
          <a:blip r:embed="rId3"/>
          <a:stretch>
            <a:fillRect/>
          </a:stretch>
        </p:blipFill>
        <p:spPr>
          <a:xfrm>
            <a:off x="700088" y="2638138"/>
            <a:ext cx="7536132" cy="3629985"/>
          </a:xfrm>
          <a:prstGeom prst="rect">
            <a:avLst/>
          </a:prstGeom>
        </p:spPr>
      </p:pic>
    </p:spTree>
    <p:extLst>
      <p:ext uri="{BB962C8B-B14F-4D97-AF65-F5344CB8AC3E}">
        <p14:creationId xmlns:p14="http://schemas.microsoft.com/office/powerpoint/2010/main" val="4014232031"/>
      </p:ext>
    </p:extLst>
  </p:cSld>
  <p:clrMapOvr>
    <a:masterClrMapping/>
  </p:clrMapOvr>
  <mc:AlternateContent xmlns:mc="http://schemas.openxmlformats.org/markup-compatibility/2006" xmlns:p14="http://schemas.microsoft.com/office/powerpoint/2010/main">
    <mc:Choice Requires="p14">
      <p:transition spd="slow" p14:dur="2000" advTm="24972"/>
    </mc:Choice>
    <mc:Fallback xmlns="">
      <p:transition spd="slow" advTm="24972"/>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p:cNvSpPr/>
          <p:nvPr/>
        </p:nvSpPr>
        <p:spPr bwMode="auto">
          <a:xfrm>
            <a:off x="700088" y="6637186"/>
            <a:ext cx="2452434"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资料来源：卓创资讯，百川盈孚，长江证券研究所</a:t>
            </a:r>
          </a:p>
        </p:txBody>
      </p:sp>
      <p:sp>
        <p:nvSpPr>
          <p:cNvPr id="18" name="文本框 17">
            <a:extLst>
              <a:ext uri="{FF2B5EF4-FFF2-40B4-BE49-F238E27FC236}">
                <a16:creationId xmlns:a16="http://schemas.microsoft.com/office/drawing/2014/main" xmlns="" id="{A54A2090-B827-42C0-B12A-76ECE332F71E}"/>
              </a:ext>
            </a:extLst>
          </p:cNvPr>
          <p:cNvSpPr txBox="1"/>
          <p:nvPr/>
        </p:nvSpPr>
        <p:spPr>
          <a:xfrm>
            <a:off x="810176" y="3656653"/>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sym typeface="Arial" panose="020B0604020202020204" pitchFamily="34" charset="0"/>
              </a:rPr>
              <a:t>2021</a:t>
            </a:r>
            <a:r>
              <a:rPr lang="zh-CN" altLang="en-US" dirty="0">
                <a:sym typeface="Arial" panose="020B0604020202020204" pitchFamily="34" charset="0"/>
              </a:rPr>
              <a:t>年有机硅下游深加工产品消费结构</a:t>
            </a:r>
            <a:endParaRPr lang="en-US" dirty="0">
              <a:sym typeface="Arial" panose="020B0604020202020204" pitchFamily="34" charset="0"/>
            </a:endParaRPr>
          </a:p>
        </p:txBody>
      </p:sp>
      <p:sp>
        <p:nvSpPr>
          <p:cNvPr id="20" name="文本框 19">
            <a:extLst>
              <a:ext uri="{FF2B5EF4-FFF2-40B4-BE49-F238E27FC236}">
                <a16:creationId xmlns:a16="http://schemas.microsoft.com/office/drawing/2014/main" xmlns="" id="{485CCCE4-2068-4802-A16A-CFC7C2AFE7C3}"/>
              </a:ext>
            </a:extLst>
          </p:cNvPr>
          <p:cNvSpPr txBox="1"/>
          <p:nvPr/>
        </p:nvSpPr>
        <p:spPr>
          <a:xfrm>
            <a:off x="5705952" y="3656653"/>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t>2021</a:t>
            </a:r>
            <a:r>
              <a:rPr lang="zh-CN" altLang="zh-CN" dirty="0"/>
              <a:t>年有机硅终端消费结构</a:t>
            </a:r>
            <a:endParaRPr lang="en-US" dirty="0">
              <a:sym typeface="Arial" panose="020B0604020202020204" pitchFamily="34" charset="0"/>
            </a:endParaRPr>
          </a:p>
        </p:txBody>
      </p:sp>
      <p:sp>
        <p:nvSpPr>
          <p:cNvPr id="17" name="文本框 16">
            <a:extLst>
              <a:ext uri="{FF2B5EF4-FFF2-40B4-BE49-F238E27FC236}">
                <a16:creationId xmlns:a16="http://schemas.microsoft.com/office/drawing/2014/main" xmlns="" id="{F32C4EC5-0E53-4C9C-9CCD-A03BC549B197}"/>
              </a:ext>
            </a:extLst>
          </p:cNvPr>
          <p:cNvSpPr txBox="1"/>
          <p:nvPr/>
        </p:nvSpPr>
        <p:spPr>
          <a:xfrm>
            <a:off x="700088" y="1130301"/>
            <a:ext cx="4171776" cy="307777"/>
          </a:xfrm>
          <a:prstGeom prst="rect">
            <a:avLst/>
          </a:prstGeom>
          <a:solidFill>
            <a:srgbClr val="FF0000"/>
          </a:solidFill>
          <a:ln w="9525">
            <a:noFill/>
            <a:miter lim="800000"/>
          </a:ln>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olidFill>
                  <a:schemeClr val="bg1"/>
                </a:solidFill>
                <a:sym typeface="Arial" panose="020B0604020202020204" pitchFamily="34" charset="0"/>
              </a:rPr>
              <a:t>有机硅下游产品有硅橡胶、硅油、偶联剂及硅树脂</a:t>
            </a:r>
          </a:p>
        </p:txBody>
      </p:sp>
      <p:sp>
        <p:nvSpPr>
          <p:cNvPr id="28" name="Text Box 2">
            <a:extLst>
              <a:ext uri="{FF2B5EF4-FFF2-40B4-BE49-F238E27FC236}">
                <a16:creationId xmlns:a16="http://schemas.microsoft.com/office/drawing/2014/main" xmlns="" id="{D32E0A50-ECBC-4C64-82EF-50D38FDDF1FB}"/>
              </a:ext>
            </a:extLst>
          </p:cNvPr>
          <p:cNvSpPr txBox="1">
            <a:spLocks noChangeArrowheads="1"/>
          </p:cNvSpPr>
          <p:nvPr/>
        </p:nvSpPr>
        <p:spPr bwMode="auto">
          <a:xfrm>
            <a:off x="700088" y="1706902"/>
            <a:ext cx="10580688" cy="613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有机硅下游产品有硅橡胶、硅油、偶联剂及硅树脂，终端消费以建筑及电子电器为主。</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硅橡胶、硅油构筑有机硅主要需求，占比约</a:t>
            </a:r>
            <a:r>
              <a:rPr lang="en-US" altLang="zh-CN" sz="1200" b="1"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66%</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1200" b="1"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25%</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。有机硅终端应用广泛，但建筑、电子电器和纺织业构筑了主要需求，约占有机硅终端消费的</a:t>
            </a:r>
            <a:r>
              <a:rPr lang="en-US" altLang="zh-CN" sz="1200" b="1"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30%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sz="1200" b="1"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30%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1200" b="1"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12%</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文本框 26">
            <a:extLst>
              <a:ext uri="{FF2B5EF4-FFF2-40B4-BE49-F238E27FC236}">
                <a16:creationId xmlns:a16="http://schemas.microsoft.com/office/drawing/2014/main" xmlns="" id="{6D373EF4-6F3F-44D6-BE01-C386198692AE}"/>
              </a:ext>
            </a:extLst>
          </p:cNvPr>
          <p:cNvSpPr txBox="1"/>
          <p:nvPr/>
        </p:nvSpPr>
        <p:spPr>
          <a:xfrm>
            <a:off x="1524246" y="381164"/>
            <a:ext cx="9251794" cy="553998"/>
          </a:xfrm>
          <a:prstGeom prst="rect">
            <a:avLst/>
          </a:prstGeom>
          <a:noFill/>
        </p:spPr>
        <p:txBody>
          <a:bodyPr wrap="square" rtlCol="0">
            <a:spAutoFit/>
          </a:bodyPr>
          <a:lstStyle/>
          <a:p>
            <a:r>
              <a:rPr lang="zh-CN" altLang="en-US" sz="3000" b="1" dirty="0">
                <a:solidFill>
                  <a:srgbClr val="E10000"/>
                </a:solidFill>
                <a:latin typeface="Arial" panose="020B0604020202020204" pitchFamily="34" charset="0"/>
                <a:ea typeface="微软雅黑" panose="020B0503020204020204" pitchFamily="34" charset="-122"/>
                <a:cs typeface="+mn-ea"/>
                <a:sym typeface="Arial" panose="020B0604020202020204" pitchFamily="34" charset="0"/>
              </a:rPr>
              <a:t>简介：终端应用广泛的“工业味精”</a:t>
            </a:r>
          </a:p>
        </p:txBody>
      </p:sp>
      <p:sp>
        <p:nvSpPr>
          <p:cNvPr id="11" name="文本框 10">
            <a:extLst>
              <a:ext uri="{FF2B5EF4-FFF2-40B4-BE49-F238E27FC236}">
                <a16:creationId xmlns:a16="http://schemas.microsoft.com/office/drawing/2014/main" xmlns="" id="{A12C1385-D216-44BC-9C53-646F25CCC3DA}"/>
              </a:ext>
            </a:extLst>
          </p:cNvPr>
          <p:cNvSpPr txBox="1"/>
          <p:nvPr/>
        </p:nvSpPr>
        <p:spPr>
          <a:xfrm>
            <a:off x="810102" y="449196"/>
            <a:ext cx="533370" cy="417935"/>
          </a:xfrm>
          <a:prstGeom prst="rect">
            <a:avLst/>
          </a:prstGeom>
          <a:noFill/>
        </p:spPr>
        <p:txBody>
          <a:bodyPr wrap="square" rtlCol="0">
            <a:spAutoFit/>
          </a:bodyPr>
          <a:lstStyle/>
          <a:p>
            <a:r>
              <a:rPr lang="en-US" altLang="zh-CN"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06</a:t>
            </a:r>
            <a:endParaRPr lang="zh-CN" altLang="en-US"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graphicFrame>
        <p:nvGraphicFramePr>
          <p:cNvPr id="13" name="图表 12"/>
          <p:cNvGraphicFramePr>
            <a:graphicFrameLocks/>
          </p:cNvGraphicFramePr>
          <p:nvPr>
            <p:extLst>
              <p:ext uri="{D42A27DB-BD31-4B8C-83A1-F6EECF244321}">
                <p14:modId xmlns:p14="http://schemas.microsoft.com/office/powerpoint/2010/main" val="445894204"/>
              </p:ext>
            </p:extLst>
          </p:nvPr>
        </p:nvGraphicFramePr>
        <p:xfrm>
          <a:off x="810102" y="3964429"/>
          <a:ext cx="4320000" cy="2160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图表 14"/>
          <p:cNvGraphicFramePr>
            <a:graphicFrameLocks/>
          </p:cNvGraphicFramePr>
          <p:nvPr>
            <p:extLst>
              <p:ext uri="{D42A27DB-BD31-4B8C-83A1-F6EECF244321}">
                <p14:modId xmlns:p14="http://schemas.microsoft.com/office/powerpoint/2010/main" val="270939019"/>
              </p:ext>
            </p:extLst>
          </p:nvPr>
        </p:nvGraphicFramePr>
        <p:xfrm>
          <a:off x="5705952" y="3964429"/>
          <a:ext cx="4320000" cy="21600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304159040"/>
      </p:ext>
    </p:extLst>
  </p:cSld>
  <p:clrMapOvr>
    <a:masterClrMapping/>
  </p:clrMapOvr>
  <mc:AlternateContent xmlns:mc="http://schemas.openxmlformats.org/markup-compatibility/2006" xmlns:p14="http://schemas.microsoft.com/office/powerpoint/2010/main">
    <mc:Choice Requires="p14">
      <p:transition spd="slow" p14:dur="2000" advTm="24972"/>
    </mc:Choice>
    <mc:Fallback xmlns="">
      <p:transition spd="slow" advTm="24972"/>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a:extLst>
              <a:ext uri="{FF2B5EF4-FFF2-40B4-BE49-F238E27FC236}">
                <a16:creationId xmlns:a16="http://schemas.microsoft.com/office/drawing/2014/main" xmlns="" id="{A54A2090-B827-42C0-B12A-76ECE332F71E}"/>
              </a:ext>
            </a:extLst>
          </p:cNvPr>
          <p:cNvSpPr txBox="1"/>
          <p:nvPr/>
        </p:nvSpPr>
        <p:spPr>
          <a:xfrm>
            <a:off x="695400" y="1969096"/>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sym typeface="Arial" panose="020B0604020202020204" pitchFamily="34" charset="0"/>
              </a:rPr>
              <a:t>2018</a:t>
            </a:r>
            <a:r>
              <a:rPr lang="zh-CN" altLang="en-US" dirty="0">
                <a:sym typeface="Arial" panose="020B0604020202020204" pitchFamily="34" charset="0"/>
              </a:rPr>
              <a:t>年硅橡胶产品产量结构</a:t>
            </a:r>
            <a:endParaRPr lang="en-US" dirty="0">
              <a:sym typeface="Arial" panose="020B0604020202020204" pitchFamily="34" charset="0"/>
            </a:endParaRPr>
          </a:p>
        </p:txBody>
      </p:sp>
      <p:sp>
        <p:nvSpPr>
          <p:cNvPr id="20" name="文本框 19">
            <a:extLst>
              <a:ext uri="{FF2B5EF4-FFF2-40B4-BE49-F238E27FC236}">
                <a16:creationId xmlns:a16="http://schemas.microsoft.com/office/drawing/2014/main" xmlns="" id="{485CCCE4-2068-4802-A16A-CFC7C2AFE7C3}"/>
              </a:ext>
            </a:extLst>
          </p:cNvPr>
          <p:cNvSpPr txBox="1"/>
          <p:nvPr/>
        </p:nvSpPr>
        <p:spPr>
          <a:xfrm>
            <a:off x="5591944" y="1969096"/>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硅橡胶分产品介绍</a:t>
            </a:r>
            <a:endParaRPr lang="en-US" dirty="0">
              <a:sym typeface="Arial" panose="020B0604020202020204" pitchFamily="34" charset="0"/>
            </a:endParaRPr>
          </a:p>
        </p:txBody>
      </p:sp>
      <p:sp>
        <p:nvSpPr>
          <p:cNvPr id="17" name="文本框 16">
            <a:extLst>
              <a:ext uri="{FF2B5EF4-FFF2-40B4-BE49-F238E27FC236}">
                <a16:creationId xmlns:a16="http://schemas.microsoft.com/office/drawing/2014/main" xmlns="" id="{F32C4EC5-0E53-4C9C-9CCD-A03BC549B197}"/>
              </a:ext>
            </a:extLst>
          </p:cNvPr>
          <p:cNvSpPr txBox="1"/>
          <p:nvPr/>
        </p:nvSpPr>
        <p:spPr>
          <a:xfrm>
            <a:off x="700088" y="1130301"/>
            <a:ext cx="3600000" cy="307777"/>
          </a:xfrm>
          <a:prstGeom prst="rect">
            <a:avLst/>
          </a:prstGeom>
          <a:solidFill>
            <a:srgbClr val="FF0000"/>
          </a:solidFill>
          <a:ln w="9525">
            <a:noFill/>
            <a:miter lim="800000"/>
          </a:ln>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olidFill>
                  <a:schemeClr val="bg1"/>
                </a:solidFill>
                <a:sym typeface="Arial" panose="020B0604020202020204" pitchFamily="34" charset="0"/>
              </a:rPr>
              <a:t>硅橡胶：有机硅下游最大消费产品</a:t>
            </a:r>
          </a:p>
        </p:txBody>
      </p:sp>
      <p:sp>
        <p:nvSpPr>
          <p:cNvPr id="28" name="Text Box 2">
            <a:extLst>
              <a:ext uri="{FF2B5EF4-FFF2-40B4-BE49-F238E27FC236}">
                <a16:creationId xmlns:a16="http://schemas.microsoft.com/office/drawing/2014/main" xmlns="" id="{D32E0A50-ECBC-4C64-82EF-50D38FDDF1FB}"/>
              </a:ext>
            </a:extLst>
          </p:cNvPr>
          <p:cNvSpPr txBox="1">
            <a:spLocks noChangeArrowheads="1"/>
          </p:cNvSpPr>
          <p:nvPr/>
        </p:nvSpPr>
        <p:spPr bwMode="auto">
          <a:xfrm>
            <a:off x="700088" y="1409701"/>
            <a:ext cx="10868520" cy="613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硅橡胶可分为室温胶、高温胶和液体胶</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，主要应用于建筑、电子电器等领域。</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2018</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年，室温胶、高温胶和液体胶分别占硅橡胶产量的</a:t>
            </a:r>
            <a:r>
              <a:rPr lang="en-US" altLang="zh-CN" sz="1200" b="1"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51.9%</a:t>
            </a:r>
            <a:r>
              <a:rPr lang="zh-CN" altLang="en-US" sz="1200" b="1"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sz="1200" b="1"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44.2%</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1200" b="1"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3.9%</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有机硅其他下游深加工产品有</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硅油、偶联剂和硅树脂，气相白炭黑</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为合成有机硅中间体过程中产生的副产物</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文本框 26">
            <a:extLst>
              <a:ext uri="{FF2B5EF4-FFF2-40B4-BE49-F238E27FC236}">
                <a16:creationId xmlns:a16="http://schemas.microsoft.com/office/drawing/2014/main" xmlns="" id="{6D373EF4-6F3F-44D6-BE01-C386198692AE}"/>
              </a:ext>
            </a:extLst>
          </p:cNvPr>
          <p:cNvSpPr txBox="1"/>
          <p:nvPr/>
        </p:nvSpPr>
        <p:spPr>
          <a:xfrm>
            <a:off x="1524246" y="381164"/>
            <a:ext cx="9251794" cy="553998"/>
          </a:xfrm>
          <a:prstGeom prst="rect">
            <a:avLst/>
          </a:prstGeom>
          <a:noFill/>
        </p:spPr>
        <p:txBody>
          <a:bodyPr wrap="square" rtlCol="0">
            <a:spAutoFit/>
          </a:bodyPr>
          <a:lstStyle/>
          <a:p>
            <a:r>
              <a:rPr lang="zh-CN" altLang="en-US" sz="3000" b="1" dirty="0">
                <a:solidFill>
                  <a:srgbClr val="E10000"/>
                </a:solidFill>
                <a:latin typeface="Arial" panose="020B0604020202020204" pitchFamily="34" charset="0"/>
                <a:ea typeface="微软雅黑" panose="020B0503020204020204" pitchFamily="34" charset="-122"/>
                <a:cs typeface="+mn-ea"/>
                <a:sym typeface="Arial" panose="020B0604020202020204" pitchFamily="34" charset="0"/>
              </a:rPr>
              <a:t>简介：终端应用广泛的“工业味精”</a:t>
            </a:r>
          </a:p>
        </p:txBody>
      </p:sp>
      <p:sp>
        <p:nvSpPr>
          <p:cNvPr id="11" name="文本框 10">
            <a:extLst>
              <a:ext uri="{FF2B5EF4-FFF2-40B4-BE49-F238E27FC236}">
                <a16:creationId xmlns:a16="http://schemas.microsoft.com/office/drawing/2014/main" xmlns="" id="{A12C1385-D216-44BC-9C53-646F25CCC3DA}"/>
              </a:ext>
            </a:extLst>
          </p:cNvPr>
          <p:cNvSpPr txBox="1"/>
          <p:nvPr/>
        </p:nvSpPr>
        <p:spPr>
          <a:xfrm>
            <a:off x="810102" y="449196"/>
            <a:ext cx="533370" cy="417935"/>
          </a:xfrm>
          <a:prstGeom prst="rect">
            <a:avLst/>
          </a:prstGeom>
          <a:noFill/>
        </p:spPr>
        <p:txBody>
          <a:bodyPr wrap="square" rtlCol="0">
            <a:spAutoFit/>
          </a:bodyPr>
          <a:lstStyle/>
          <a:p>
            <a:r>
              <a:rPr lang="en-US" altLang="zh-CN"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06</a:t>
            </a:r>
            <a:endParaRPr lang="zh-CN" altLang="en-US"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 name="TextBox 33"/>
          <p:cNvSpPr/>
          <p:nvPr/>
        </p:nvSpPr>
        <p:spPr bwMode="auto">
          <a:xfrm>
            <a:off x="700088" y="6637186"/>
            <a:ext cx="3478356"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资料来源：合盛硅业招股说明书，东岳硅材招股说明书，长江证券研究所</a:t>
            </a:r>
          </a:p>
        </p:txBody>
      </p:sp>
      <p:graphicFrame>
        <p:nvGraphicFramePr>
          <p:cNvPr id="14" name="图表 13"/>
          <p:cNvGraphicFramePr>
            <a:graphicFrameLocks/>
          </p:cNvGraphicFramePr>
          <p:nvPr/>
        </p:nvGraphicFramePr>
        <p:xfrm>
          <a:off x="690485" y="2219982"/>
          <a:ext cx="4320000" cy="218288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表格 2"/>
          <p:cNvGraphicFramePr>
            <a:graphicFrameLocks noGrp="1"/>
          </p:cNvGraphicFramePr>
          <p:nvPr/>
        </p:nvGraphicFramePr>
        <p:xfrm>
          <a:off x="5591945" y="2243750"/>
          <a:ext cx="5689599" cy="2159121"/>
        </p:xfrm>
        <a:graphic>
          <a:graphicData uri="http://schemas.openxmlformats.org/drawingml/2006/table">
            <a:tbl>
              <a:tblPr firstRow="1" firstCol="1" lastRow="1" lastCol="1" bandRow="1" bandCol="1"/>
              <a:tblGrid>
                <a:gridCol w="1152896">
                  <a:extLst>
                    <a:ext uri="{9D8B030D-6E8A-4147-A177-3AD203B41FA5}">
                      <a16:colId xmlns:a16="http://schemas.microsoft.com/office/drawing/2014/main" xmlns="" val="497480098"/>
                    </a:ext>
                  </a:extLst>
                </a:gridCol>
                <a:gridCol w="2640170">
                  <a:extLst>
                    <a:ext uri="{9D8B030D-6E8A-4147-A177-3AD203B41FA5}">
                      <a16:colId xmlns:a16="http://schemas.microsoft.com/office/drawing/2014/main" xmlns="" val="465386506"/>
                    </a:ext>
                  </a:extLst>
                </a:gridCol>
                <a:gridCol w="1896533">
                  <a:extLst>
                    <a:ext uri="{9D8B030D-6E8A-4147-A177-3AD203B41FA5}">
                      <a16:colId xmlns:a16="http://schemas.microsoft.com/office/drawing/2014/main" xmlns="" val="2632109153"/>
                    </a:ext>
                  </a:extLst>
                </a:gridCol>
              </a:tblGrid>
              <a:tr h="249631">
                <a:tc>
                  <a:txBody>
                    <a:bodyPr/>
                    <a:lstStyle/>
                    <a:p>
                      <a:pPr algn="ctr">
                        <a:spcAft>
                          <a:spcPts val="0"/>
                        </a:spcAft>
                      </a:pPr>
                      <a:r>
                        <a:rPr lang="zh-CN" sz="10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产品类别</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a:spcAft>
                          <a:spcPts val="0"/>
                        </a:spcAft>
                      </a:pPr>
                      <a:r>
                        <a:rPr lang="zh-CN" sz="10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产品简介</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a:spcAft>
                          <a:spcPts val="0"/>
                        </a:spcAft>
                      </a:pP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主要应用领域</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extLst>
                  <a:ext uri="{0D108BD9-81ED-4DB2-BD59-A6C34878D82A}">
                    <a16:rowId xmlns:a16="http://schemas.microsoft.com/office/drawing/2014/main" xmlns="" val="3363287682"/>
                  </a:ext>
                </a:extLst>
              </a:tr>
              <a:tr h="597367">
                <a:tc>
                  <a:txBody>
                    <a:bodyPr/>
                    <a:lstStyle/>
                    <a:p>
                      <a:pPr algn="ctr">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室温胶</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室温胶是能在室温下交联成弹性体的一种硅橡胶；室温胶一般以</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107</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胶为基础胶料，配以补强填料、交联剂、催化剂，经混合配制而成</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主要作为粘合剂、密封剂、灌封和制模材料用于</a:t>
                      </a:r>
                      <a:r>
                        <a:rPr lang="zh-CN" sz="10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建筑、电子、新能源和汽车</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等领域</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001493341"/>
                  </a:ext>
                </a:extLst>
              </a:tr>
              <a:tr h="836313">
                <a:tc>
                  <a:txBody>
                    <a:bodyPr/>
                    <a:lstStyle/>
                    <a:p>
                      <a:pPr algn="ctr">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高温胶</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高温胶是高分子量的线型聚硅氧烷（即</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110</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生胶）加入补强填料、交联剂等各类添加剂，经混炼加工成混炼胶，混炼胶经加压成型（模压、挤出、压延）或注射成型，在高温下硫化成各种硅橡胶制品</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广泛应用于</a:t>
                      </a:r>
                      <a:r>
                        <a:rPr lang="zh-CN" sz="10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电子电器、电力、汽车、医疗、日用品以及航空航天</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等领域</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24702972"/>
                  </a:ext>
                </a:extLst>
              </a:tr>
              <a:tr h="475810">
                <a:tc>
                  <a:txBody>
                    <a:bodyPr/>
                    <a:lstStyle/>
                    <a:p>
                      <a:pPr algn="ctr">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液体胶</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液体胶的硫化反应是基础胶料（通常为乙烯基硅油）与交联剂在催化剂作用下交联成弹性体</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主要作为灌封和制模材料用于</a:t>
                      </a:r>
                      <a:r>
                        <a:rPr lang="zh-CN" sz="10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医疗、日用品、电子电器、新能源</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等领域</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225086173"/>
                  </a:ext>
                </a:extLst>
              </a:tr>
            </a:tbl>
          </a:graphicData>
        </a:graphic>
      </p:graphicFrame>
      <p:sp>
        <p:nvSpPr>
          <p:cNvPr id="16" name="文本框 15">
            <a:extLst>
              <a:ext uri="{FF2B5EF4-FFF2-40B4-BE49-F238E27FC236}">
                <a16:creationId xmlns:a16="http://schemas.microsoft.com/office/drawing/2014/main" xmlns="" id="{485CCCE4-2068-4802-A16A-CFC7C2AFE7C3}"/>
              </a:ext>
            </a:extLst>
          </p:cNvPr>
          <p:cNvSpPr txBox="1"/>
          <p:nvPr/>
        </p:nvSpPr>
        <p:spPr>
          <a:xfrm>
            <a:off x="695326" y="4312842"/>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其他有机硅深加工产品介绍</a:t>
            </a:r>
            <a:endParaRPr lang="en-US" dirty="0">
              <a:sym typeface="Arial" panose="020B0604020202020204" pitchFamily="34" charset="0"/>
            </a:endParaRPr>
          </a:p>
        </p:txBody>
      </p:sp>
      <p:graphicFrame>
        <p:nvGraphicFramePr>
          <p:cNvPr id="19" name="表格 18"/>
          <p:cNvGraphicFramePr>
            <a:graphicFrameLocks noGrp="1"/>
          </p:cNvGraphicFramePr>
          <p:nvPr>
            <p:extLst>
              <p:ext uri="{D42A27DB-BD31-4B8C-83A1-F6EECF244321}">
                <p14:modId xmlns:p14="http://schemas.microsoft.com/office/powerpoint/2010/main" val="3044773146"/>
              </p:ext>
            </p:extLst>
          </p:nvPr>
        </p:nvGraphicFramePr>
        <p:xfrm>
          <a:off x="700088" y="4620475"/>
          <a:ext cx="10581456" cy="1911656"/>
        </p:xfrm>
        <a:graphic>
          <a:graphicData uri="http://schemas.openxmlformats.org/drawingml/2006/table">
            <a:tbl>
              <a:tblPr firstRow="1" firstCol="1" lastRow="1" lastCol="1" bandRow="1" bandCol="1"/>
              <a:tblGrid>
                <a:gridCol w="1151701">
                  <a:extLst>
                    <a:ext uri="{9D8B030D-6E8A-4147-A177-3AD203B41FA5}">
                      <a16:colId xmlns:a16="http://schemas.microsoft.com/office/drawing/2014/main" xmlns="" val="497480098"/>
                    </a:ext>
                  </a:extLst>
                </a:gridCol>
                <a:gridCol w="4606805">
                  <a:extLst>
                    <a:ext uri="{9D8B030D-6E8A-4147-A177-3AD203B41FA5}">
                      <a16:colId xmlns:a16="http://schemas.microsoft.com/office/drawing/2014/main" xmlns="" val="465386506"/>
                    </a:ext>
                  </a:extLst>
                </a:gridCol>
                <a:gridCol w="4822950">
                  <a:extLst>
                    <a:ext uri="{9D8B030D-6E8A-4147-A177-3AD203B41FA5}">
                      <a16:colId xmlns:a16="http://schemas.microsoft.com/office/drawing/2014/main" xmlns="" val="2632109153"/>
                    </a:ext>
                  </a:extLst>
                </a:gridCol>
              </a:tblGrid>
              <a:tr h="183417">
                <a:tc>
                  <a:txBody>
                    <a:bodyPr/>
                    <a:lstStyle/>
                    <a:p>
                      <a:pPr algn="ctr">
                        <a:spcAft>
                          <a:spcPts val="0"/>
                        </a:spcAft>
                      </a:pP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深加工产品</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a:spcAft>
                          <a:spcPts val="0"/>
                        </a:spcAft>
                      </a:pP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性质</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tc>
                  <a:txBody>
                    <a:bodyPr/>
                    <a:lstStyle/>
                    <a:p>
                      <a:pPr algn="ctr">
                        <a:spcAft>
                          <a:spcPts val="0"/>
                        </a:spcAft>
                      </a:pP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应用</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20000"/>
                    </a:solidFill>
                  </a:tcPr>
                </a:tc>
                <a:extLst>
                  <a:ext uri="{0D108BD9-81ED-4DB2-BD59-A6C34878D82A}">
                    <a16:rowId xmlns:a16="http://schemas.microsoft.com/office/drawing/2014/main" xmlns="" val="3363287682"/>
                  </a:ext>
                </a:extLst>
              </a:tr>
              <a:tr h="470121">
                <a:tc>
                  <a:txBody>
                    <a:bodyPr/>
                    <a:lstStyle/>
                    <a:p>
                      <a:pPr algn="ctr">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硅油</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一类呈链状结构的线性聚硅氧烷，室温下为液体油状物；各种硅油中以甲基硅油的应用最为广泛</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广泛应用于纺织、日化、机械加工、化工、电子电气等行业，主要用作纺织印染助剂、日化助剂、高级润滑油、防震油、绝缘油、真空扩散泵油、脱模剂、消泡剂、抛光剂和隔离剂等</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001493341"/>
                  </a:ext>
                </a:extLst>
              </a:tr>
              <a:tr h="426582">
                <a:tc>
                  <a:txBody>
                    <a:bodyPr/>
                    <a:lstStyle/>
                    <a:p>
                      <a:pPr algn="ctr">
                        <a:spcAft>
                          <a:spcPts val="0"/>
                        </a:spcAft>
                      </a:pP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硅树脂</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一类具有高度交联网状结构的热固性聚硅氧烷，具有优异的耐热性、电绝缘性及良好的防水效果</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有机硅树脂主要作为绝缘漆浸渍</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H</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级电机及变压器线圈，以及用于浸渍玻璃布、玻布丝及石棉布后制成电机套管、电器绝缘绕组等</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24702972"/>
                  </a:ext>
                </a:extLst>
              </a:tr>
              <a:tr h="434968">
                <a:tc>
                  <a:txBody>
                    <a:bodyPr/>
                    <a:lstStyle/>
                    <a:p>
                      <a:pPr algn="ctr">
                        <a:spcAft>
                          <a:spcPts val="0"/>
                        </a:spcAft>
                      </a:pP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偶联剂</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一类在分子中同时含有两种不同化学性质基团的有机硅化合物，其可用通式</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YSiX3</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表示；式中，</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Y</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为非水解基团，</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X</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为可水解基团</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用于基材的表面处理、填充塑料及密封剂、粘接剂和涂料的增粘剂等</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225086173"/>
                  </a:ext>
                </a:extLst>
              </a:tr>
              <a:tr h="396568">
                <a:tc>
                  <a:txBody>
                    <a:bodyPr/>
                    <a:lstStyle/>
                    <a:p>
                      <a:pPr algn="ctr">
                        <a:spcAft>
                          <a:spcPts val="0"/>
                        </a:spcAft>
                      </a:pP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气相白炭黑</a:t>
                      </a:r>
                      <a:endParaRPr lang="zh-CN" sz="10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又名气相法二氧化硅，是利用有机硅生产过程中副产的一甲单体制成的一类特殊的硅化学品，现已发展成为有机硅行业的一大分支</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spcAft>
                          <a:spcPts val="0"/>
                        </a:spcAft>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主要用途是作为硅橡胶的补强填料，目前在该领域的使用量占其总消费量的</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60%</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以上</a:t>
                      </a:r>
                      <a:endParaRPr lang="zh-CN" sz="10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445560901"/>
                  </a:ext>
                </a:extLst>
              </a:tr>
            </a:tbl>
          </a:graphicData>
        </a:graphic>
      </p:graphicFrame>
    </p:spTree>
    <p:extLst>
      <p:ext uri="{BB962C8B-B14F-4D97-AF65-F5344CB8AC3E}">
        <p14:creationId xmlns:p14="http://schemas.microsoft.com/office/powerpoint/2010/main" val="1224322496"/>
      </p:ext>
    </p:extLst>
  </p:cSld>
  <p:clrMapOvr>
    <a:masterClrMapping/>
  </p:clrMapOvr>
  <mc:AlternateContent xmlns:mc="http://schemas.openxmlformats.org/markup-compatibility/2006" xmlns:p14="http://schemas.microsoft.com/office/powerpoint/2010/main">
    <mc:Choice Requires="p14">
      <p:transition spd="slow" p14:dur="2000" advTm="24972"/>
    </mc:Choice>
    <mc:Fallback xmlns="">
      <p:transition spd="slow" advTm="24972"/>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p:cNvSpPr/>
          <p:nvPr/>
        </p:nvSpPr>
        <p:spPr bwMode="auto">
          <a:xfrm>
            <a:off x="0" y="6637186"/>
            <a:ext cx="2452434"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资料来源：卓创资讯，百川盈孚，长江证券研究所</a:t>
            </a:r>
          </a:p>
        </p:txBody>
      </p:sp>
      <p:sp>
        <p:nvSpPr>
          <p:cNvPr id="28" name="Text Box 2">
            <a:extLst>
              <a:ext uri="{FF2B5EF4-FFF2-40B4-BE49-F238E27FC236}">
                <a16:creationId xmlns:a16="http://schemas.microsoft.com/office/drawing/2014/main" xmlns="" id="{D32E0A50-ECBC-4C64-82EF-50D38FDDF1FB}"/>
              </a:ext>
            </a:extLst>
          </p:cNvPr>
          <p:cNvSpPr txBox="1">
            <a:spLocks noChangeArrowheads="1"/>
          </p:cNvSpPr>
          <p:nvPr/>
        </p:nvSpPr>
        <p:spPr bwMode="auto">
          <a:xfrm>
            <a:off x="662766" y="1103014"/>
            <a:ext cx="10580688" cy="1167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有机硅国内消费快速增长。</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中国是全球最大的有机硅消费市场，消费量占全球的</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50%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以上。受益于终端装配式建筑及新能源汽车行业快速成长，国内有机硅中间体表观消费量由</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2016</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年的</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80.0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万吨增长到</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2021</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年的</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133.1</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万吨，复合增速为</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10.7%</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建筑领域：</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主要材料室温胶前景广阔。建筑领域消耗的有机硅产品主要为室温胶，其在建筑领域的应用目前主要包括建筑幕墙装配、房屋建筑的密封和中空玻璃加工三个方面，起粘结、密封防水等作用。</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文本框 26">
            <a:extLst>
              <a:ext uri="{FF2B5EF4-FFF2-40B4-BE49-F238E27FC236}">
                <a16:creationId xmlns:a16="http://schemas.microsoft.com/office/drawing/2014/main" xmlns="" id="{6D373EF4-6F3F-44D6-BE01-C386198692AE}"/>
              </a:ext>
            </a:extLst>
          </p:cNvPr>
          <p:cNvSpPr txBox="1"/>
          <p:nvPr/>
        </p:nvSpPr>
        <p:spPr>
          <a:xfrm>
            <a:off x="1524246" y="381164"/>
            <a:ext cx="9251794" cy="553998"/>
          </a:xfrm>
          <a:prstGeom prst="rect">
            <a:avLst/>
          </a:prstGeom>
          <a:noFill/>
        </p:spPr>
        <p:txBody>
          <a:bodyPr wrap="square" rtlCol="0">
            <a:spAutoFit/>
          </a:bodyPr>
          <a:lstStyle/>
          <a:p>
            <a:r>
              <a:rPr lang="zh-CN" altLang="en-US" sz="3000" b="1" dirty="0">
                <a:solidFill>
                  <a:srgbClr val="E10000"/>
                </a:solidFill>
                <a:latin typeface="Arial" panose="020B0604020202020204" pitchFamily="34" charset="0"/>
                <a:ea typeface="微软雅黑" panose="020B0503020204020204" pitchFamily="34" charset="-122"/>
                <a:cs typeface="+mn-ea"/>
                <a:sym typeface="Arial" panose="020B0604020202020204" pitchFamily="34" charset="0"/>
              </a:rPr>
              <a:t>需求：有机硅国内消费快速增长</a:t>
            </a:r>
          </a:p>
        </p:txBody>
      </p:sp>
      <p:sp>
        <p:nvSpPr>
          <p:cNvPr id="11" name="文本框 10">
            <a:extLst>
              <a:ext uri="{FF2B5EF4-FFF2-40B4-BE49-F238E27FC236}">
                <a16:creationId xmlns:a16="http://schemas.microsoft.com/office/drawing/2014/main" xmlns="" id="{A12C1385-D216-44BC-9C53-646F25CCC3DA}"/>
              </a:ext>
            </a:extLst>
          </p:cNvPr>
          <p:cNvSpPr txBox="1"/>
          <p:nvPr/>
        </p:nvSpPr>
        <p:spPr>
          <a:xfrm>
            <a:off x="810102" y="449196"/>
            <a:ext cx="533370" cy="417935"/>
          </a:xfrm>
          <a:prstGeom prst="rect">
            <a:avLst/>
          </a:prstGeom>
          <a:noFill/>
        </p:spPr>
        <p:txBody>
          <a:bodyPr wrap="square" rtlCol="0">
            <a:spAutoFit/>
          </a:bodyPr>
          <a:lstStyle/>
          <a:p>
            <a:r>
              <a:rPr lang="en-US" altLang="zh-CN"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06</a:t>
            </a:r>
            <a:endParaRPr lang="zh-CN" altLang="en-US"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 name="文本框 2">
            <a:extLst>
              <a:ext uri="{FF2B5EF4-FFF2-40B4-BE49-F238E27FC236}">
                <a16:creationId xmlns:a16="http://schemas.microsoft.com/office/drawing/2014/main" xmlns="" id="{E5C25EDF-20A8-1867-1737-696C18A77C3B}"/>
              </a:ext>
            </a:extLst>
          </p:cNvPr>
          <p:cNvSpPr txBox="1"/>
          <p:nvPr/>
        </p:nvSpPr>
        <p:spPr>
          <a:xfrm>
            <a:off x="6012743" y="1978240"/>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建筑用有机硅胶下游需求结构</a:t>
            </a:r>
            <a:endParaRPr lang="en-US" dirty="0">
              <a:sym typeface="Arial" panose="020B0604020202020204" pitchFamily="34" charset="0"/>
            </a:endParaRPr>
          </a:p>
        </p:txBody>
      </p:sp>
      <p:pic>
        <p:nvPicPr>
          <p:cNvPr id="4" name="图片 3">
            <a:extLst>
              <a:ext uri="{FF2B5EF4-FFF2-40B4-BE49-F238E27FC236}">
                <a16:creationId xmlns:a16="http://schemas.microsoft.com/office/drawing/2014/main" xmlns="" id="{EC412EEB-0DEA-8C35-78A4-02EBE4B053C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229618" y="2372512"/>
            <a:ext cx="4318635" cy="1303655"/>
          </a:xfrm>
          <a:prstGeom prst="rect">
            <a:avLst/>
          </a:prstGeom>
          <a:noFill/>
          <a:ln>
            <a:noFill/>
          </a:ln>
        </p:spPr>
      </p:pic>
      <p:sp>
        <p:nvSpPr>
          <p:cNvPr id="5" name="文本框 4">
            <a:extLst>
              <a:ext uri="{FF2B5EF4-FFF2-40B4-BE49-F238E27FC236}">
                <a16:creationId xmlns:a16="http://schemas.microsoft.com/office/drawing/2014/main" xmlns="" id="{1F17869A-872C-D592-DA98-8A2CA77569CB}"/>
              </a:ext>
            </a:extLst>
          </p:cNvPr>
          <p:cNvSpPr txBox="1"/>
          <p:nvPr/>
        </p:nvSpPr>
        <p:spPr>
          <a:xfrm>
            <a:off x="662766" y="3681303"/>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我国有机硅消费量稳定增长</a:t>
            </a:r>
            <a:endParaRPr lang="en-US" dirty="0">
              <a:sym typeface="Arial" panose="020B0604020202020204" pitchFamily="34" charset="0"/>
            </a:endParaRPr>
          </a:p>
        </p:txBody>
      </p:sp>
      <p:graphicFrame>
        <p:nvGraphicFramePr>
          <p:cNvPr id="6" name="图表 5">
            <a:extLst>
              <a:ext uri="{FF2B5EF4-FFF2-40B4-BE49-F238E27FC236}">
                <a16:creationId xmlns:a16="http://schemas.microsoft.com/office/drawing/2014/main" xmlns="" id="{00000000-0008-0000-1100-000002000000}"/>
              </a:ext>
            </a:extLst>
          </p:cNvPr>
          <p:cNvGraphicFramePr>
            <a:graphicFrameLocks/>
          </p:cNvGraphicFramePr>
          <p:nvPr>
            <p:extLst>
              <p:ext uri="{D42A27DB-BD31-4B8C-83A1-F6EECF244321}">
                <p14:modId xmlns:p14="http://schemas.microsoft.com/office/powerpoint/2010/main" val="2783359996"/>
              </p:ext>
            </p:extLst>
          </p:nvPr>
        </p:nvGraphicFramePr>
        <p:xfrm>
          <a:off x="6150143" y="4010835"/>
          <a:ext cx="4477587" cy="2279323"/>
        </p:xfrm>
        <a:graphic>
          <a:graphicData uri="http://schemas.openxmlformats.org/drawingml/2006/chart">
            <c:chart xmlns:c="http://schemas.openxmlformats.org/drawingml/2006/chart" xmlns:r="http://schemas.openxmlformats.org/officeDocument/2006/relationships" r:id="rId4"/>
          </a:graphicData>
        </a:graphic>
      </p:graphicFrame>
      <p:sp>
        <p:nvSpPr>
          <p:cNvPr id="7" name="文本框 6">
            <a:extLst>
              <a:ext uri="{FF2B5EF4-FFF2-40B4-BE49-F238E27FC236}">
                <a16:creationId xmlns:a16="http://schemas.microsoft.com/office/drawing/2014/main" xmlns="" id="{84140629-7D73-167F-F5F4-BF5CE1007480}"/>
              </a:ext>
            </a:extLst>
          </p:cNvPr>
          <p:cNvSpPr txBox="1"/>
          <p:nvPr/>
        </p:nvSpPr>
        <p:spPr>
          <a:xfrm>
            <a:off x="6057841" y="3672134"/>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我国建筑幕墙工程总产值</a:t>
            </a:r>
            <a:endParaRPr lang="en-US" dirty="0">
              <a:sym typeface="Arial" panose="020B0604020202020204" pitchFamily="34" charset="0"/>
            </a:endParaRPr>
          </a:p>
        </p:txBody>
      </p:sp>
      <p:graphicFrame>
        <p:nvGraphicFramePr>
          <p:cNvPr id="12" name="图表 11"/>
          <p:cNvGraphicFramePr>
            <a:graphicFrameLocks/>
          </p:cNvGraphicFramePr>
          <p:nvPr>
            <p:extLst>
              <p:ext uri="{D42A27DB-BD31-4B8C-83A1-F6EECF244321}">
                <p14:modId xmlns:p14="http://schemas.microsoft.com/office/powerpoint/2010/main" val="623441221"/>
              </p:ext>
            </p:extLst>
          </p:nvPr>
        </p:nvGraphicFramePr>
        <p:xfrm>
          <a:off x="662766" y="3980430"/>
          <a:ext cx="4387100" cy="2309728"/>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3990000137"/>
      </p:ext>
    </p:extLst>
  </p:cSld>
  <p:clrMapOvr>
    <a:masterClrMapping/>
  </p:clrMapOvr>
  <mc:AlternateContent xmlns:mc="http://schemas.openxmlformats.org/markup-compatibility/2006" xmlns:p14="http://schemas.microsoft.com/office/powerpoint/2010/main">
    <mc:Choice Requires="p14">
      <p:transition spd="slow" p14:dur="2000" advTm="24972"/>
    </mc:Choice>
    <mc:Fallback xmlns="">
      <p:transition spd="slow" advTm="24972"/>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p:cNvSpPr/>
          <p:nvPr/>
        </p:nvSpPr>
        <p:spPr bwMode="auto">
          <a:xfrm>
            <a:off x="700088" y="6637186"/>
            <a:ext cx="2789065"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资料来源：卓创资讯，百川盈孚，</a:t>
            </a:r>
            <a:r>
              <a:rPr lang="en-US" altLang="zh-CN" sz="800" dirty="0">
                <a:solidFill>
                  <a:schemeClr val="bg1">
                    <a:lumMod val="50000"/>
                  </a:schemeClr>
                </a:solidFill>
                <a:ea typeface="微软雅黑" panose="020B0503020204020204" pitchFamily="34" charset="-122"/>
                <a:cs typeface="+mn-ea"/>
                <a:sym typeface="Arial" panose="020B0604020202020204" pitchFamily="34" charset="0"/>
              </a:rPr>
              <a:t>Wind</a:t>
            </a: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，长江证券研究所</a:t>
            </a:r>
          </a:p>
        </p:txBody>
      </p:sp>
      <p:sp>
        <p:nvSpPr>
          <p:cNvPr id="28" name="Text Box 2">
            <a:extLst>
              <a:ext uri="{FF2B5EF4-FFF2-40B4-BE49-F238E27FC236}">
                <a16:creationId xmlns:a16="http://schemas.microsoft.com/office/drawing/2014/main" xmlns="" id="{D32E0A50-ECBC-4C64-82EF-50D38FDDF1FB}"/>
              </a:ext>
            </a:extLst>
          </p:cNvPr>
          <p:cNvSpPr txBox="1">
            <a:spLocks noChangeArrowheads="1"/>
          </p:cNvSpPr>
          <p:nvPr/>
        </p:nvSpPr>
        <p:spPr bwMode="auto">
          <a:xfrm>
            <a:off x="662766" y="1103014"/>
            <a:ext cx="10580688" cy="227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电子电器领域：</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家电行业有望回暖，新能源汽车带来增量。电子电器领域消耗的有机硅产品主要为高温胶和液体胶，主要用途为结构件、装饰件及电路灌封保护，此外硅油、硅树脂也有一定的应用，主要是绝缘、润滑及易刮擦部位的表面处理。</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a:p>
            <a:pPr marL="0" indent="0" fontAlgn="base">
              <a:lnSpc>
                <a:spcPct val="150000"/>
              </a:lnSpc>
              <a:spcBef>
                <a:spcPct val="0"/>
              </a:spcBef>
              <a:spcAft>
                <a:spcPct val="0"/>
              </a:spcAft>
              <a:buClr>
                <a:srgbClr val="C00000"/>
              </a:buClr>
              <a:buNone/>
              <a:defRPr/>
            </a:pP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家电市场：随着疫情的有效控制，国内家用电器行业有望回暖，</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2021</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国内家用电器和音像器材类零售额为</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9340.2</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亿元，同比增长</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10.0%</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，将拉动原料有机硅产品的需求。</a:t>
            </a:r>
            <a:endPar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a:p>
            <a:pPr marL="0" indent="0" fontAlgn="base">
              <a:lnSpc>
                <a:spcPct val="150000"/>
              </a:lnSpc>
              <a:spcBef>
                <a:spcPct val="0"/>
              </a:spcBef>
              <a:spcAft>
                <a:spcPct val="0"/>
              </a:spcAft>
              <a:buClr>
                <a:srgbClr val="C00000"/>
              </a:buClr>
              <a:buNone/>
              <a:defRPr/>
            </a:pP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新能源汽车市场：有机硅在新能源汽车领域主要用于动力电池灌封保护。动力电池是新能源汽车的核心部件，动力电池的灌封保护是实现电力驱动系统稳定、高效、持久、安全工作的关键。</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国内新能源汽车快速增长，由</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2016</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年的</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45.5</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万辆增长到</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2021</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年的</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367.7</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万辆，复合增速为</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51.9%</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2021</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年，随着新能源汽车技术的成熟，新能源汽车的需求将持续增长，替代传统汽车势不可挡，为有机硅带来可观增量。</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a:p>
            <a:pPr fontAlgn="base">
              <a:lnSpc>
                <a:spcPct val="150000"/>
              </a:lnSpc>
              <a:spcBef>
                <a:spcPct val="0"/>
              </a:spcBef>
              <a:spcAft>
                <a:spcPct val="0"/>
              </a:spcAft>
              <a:buClr>
                <a:srgbClr val="C00000"/>
              </a:buClr>
              <a:buFont typeface="Wingdings" panose="05000000000000000000" pitchFamily="2" charset="2"/>
              <a:buChar char="u"/>
              <a:defRPr/>
            </a:pP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文本框 26">
            <a:extLst>
              <a:ext uri="{FF2B5EF4-FFF2-40B4-BE49-F238E27FC236}">
                <a16:creationId xmlns:a16="http://schemas.microsoft.com/office/drawing/2014/main" xmlns="" id="{6D373EF4-6F3F-44D6-BE01-C386198692AE}"/>
              </a:ext>
            </a:extLst>
          </p:cNvPr>
          <p:cNvSpPr txBox="1"/>
          <p:nvPr/>
        </p:nvSpPr>
        <p:spPr>
          <a:xfrm>
            <a:off x="1524246" y="381164"/>
            <a:ext cx="9251794" cy="553998"/>
          </a:xfrm>
          <a:prstGeom prst="rect">
            <a:avLst/>
          </a:prstGeom>
          <a:noFill/>
        </p:spPr>
        <p:txBody>
          <a:bodyPr wrap="square" rtlCol="0">
            <a:spAutoFit/>
          </a:bodyPr>
          <a:lstStyle/>
          <a:p>
            <a:r>
              <a:rPr lang="zh-CN" altLang="en-US" sz="3000" b="1" dirty="0">
                <a:solidFill>
                  <a:srgbClr val="E10000"/>
                </a:solidFill>
                <a:latin typeface="Arial" panose="020B0604020202020204" pitchFamily="34" charset="0"/>
                <a:ea typeface="微软雅黑" panose="020B0503020204020204" pitchFamily="34" charset="-122"/>
                <a:cs typeface="+mn-ea"/>
                <a:sym typeface="Arial" panose="020B0604020202020204" pitchFamily="34" charset="0"/>
              </a:rPr>
              <a:t>需求：有机硅国内消费快速增长</a:t>
            </a:r>
          </a:p>
        </p:txBody>
      </p:sp>
      <p:sp>
        <p:nvSpPr>
          <p:cNvPr id="11" name="文本框 10">
            <a:extLst>
              <a:ext uri="{FF2B5EF4-FFF2-40B4-BE49-F238E27FC236}">
                <a16:creationId xmlns:a16="http://schemas.microsoft.com/office/drawing/2014/main" xmlns="" id="{A12C1385-D216-44BC-9C53-646F25CCC3DA}"/>
              </a:ext>
            </a:extLst>
          </p:cNvPr>
          <p:cNvSpPr txBox="1"/>
          <p:nvPr/>
        </p:nvSpPr>
        <p:spPr>
          <a:xfrm>
            <a:off x="810102" y="449196"/>
            <a:ext cx="533370" cy="417935"/>
          </a:xfrm>
          <a:prstGeom prst="rect">
            <a:avLst/>
          </a:prstGeom>
          <a:noFill/>
        </p:spPr>
        <p:txBody>
          <a:bodyPr wrap="square" rtlCol="0">
            <a:spAutoFit/>
          </a:bodyPr>
          <a:lstStyle/>
          <a:p>
            <a:r>
              <a:rPr lang="en-US" altLang="zh-CN"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06</a:t>
            </a:r>
            <a:endParaRPr lang="zh-CN" altLang="en-US"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 name="文本框 4">
            <a:extLst>
              <a:ext uri="{FF2B5EF4-FFF2-40B4-BE49-F238E27FC236}">
                <a16:creationId xmlns:a16="http://schemas.microsoft.com/office/drawing/2014/main" xmlns="" id="{1F17869A-872C-D592-DA98-8A2CA77569CB}"/>
              </a:ext>
            </a:extLst>
          </p:cNvPr>
          <p:cNvSpPr txBox="1"/>
          <p:nvPr/>
        </p:nvSpPr>
        <p:spPr>
          <a:xfrm>
            <a:off x="662766" y="3681303"/>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国内家用电器和音像器材零售额及增速</a:t>
            </a:r>
            <a:endParaRPr lang="en-US" dirty="0">
              <a:sym typeface="Arial" panose="020B0604020202020204" pitchFamily="34" charset="0"/>
            </a:endParaRPr>
          </a:p>
        </p:txBody>
      </p:sp>
      <p:sp>
        <p:nvSpPr>
          <p:cNvPr id="7" name="文本框 6">
            <a:extLst>
              <a:ext uri="{FF2B5EF4-FFF2-40B4-BE49-F238E27FC236}">
                <a16:creationId xmlns:a16="http://schemas.microsoft.com/office/drawing/2014/main" xmlns="" id="{84140629-7D73-167F-F5F4-BF5CE1007480}"/>
              </a:ext>
            </a:extLst>
          </p:cNvPr>
          <p:cNvSpPr txBox="1"/>
          <p:nvPr/>
        </p:nvSpPr>
        <p:spPr>
          <a:xfrm>
            <a:off x="6057841" y="3672134"/>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国内新能源汽车产量及增速</a:t>
            </a:r>
            <a:endParaRPr lang="en-US" dirty="0">
              <a:sym typeface="Arial" panose="020B0604020202020204" pitchFamily="34" charset="0"/>
            </a:endParaRPr>
          </a:p>
        </p:txBody>
      </p:sp>
      <p:graphicFrame>
        <p:nvGraphicFramePr>
          <p:cNvPr id="9" name="图表 8">
            <a:extLst>
              <a:ext uri="{FF2B5EF4-FFF2-40B4-BE49-F238E27FC236}">
                <a16:creationId xmlns:a16="http://schemas.microsoft.com/office/drawing/2014/main" xmlns="" id="{00000000-0008-0000-1400-000008000000}"/>
              </a:ext>
            </a:extLst>
          </p:cNvPr>
          <p:cNvGraphicFramePr>
            <a:graphicFrameLocks/>
          </p:cNvGraphicFramePr>
          <p:nvPr>
            <p:extLst>
              <p:ext uri="{D42A27DB-BD31-4B8C-83A1-F6EECF244321}">
                <p14:modId xmlns:p14="http://schemas.microsoft.com/office/powerpoint/2010/main" val="357069525"/>
              </p:ext>
            </p:extLst>
          </p:nvPr>
        </p:nvGraphicFramePr>
        <p:xfrm>
          <a:off x="6057840" y="4014881"/>
          <a:ext cx="4565061" cy="2184373"/>
        </p:xfrm>
        <a:graphic>
          <a:graphicData uri="http://schemas.openxmlformats.org/drawingml/2006/chart">
            <c:chart xmlns:c="http://schemas.openxmlformats.org/drawingml/2006/chart" xmlns:r="http://schemas.openxmlformats.org/officeDocument/2006/relationships" r:id="rId3"/>
          </a:graphicData>
        </a:graphic>
      </p:graphicFrame>
      <p:grpSp>
        <p:nvGrpSpPr>
          <p:cNvPr id="2" name="组合 1">
            <a:extLst>
              <a:ext uri="{FF2B5EF4-FFF2-40B4-BE49-F238E27FC236}">
                <a16:creationId xmlns:a16="http://schemas.microsoft.com/office/drawing/2014/main" xmlns="" id="{D3782FAC-61EA-4733-8507-9D057434BBB1}"/>
              </a:ext>
            </a:extLst>
          </p:cNvPr>
          <p:cNvGrpSpPr/>
          <p:nvPr/>
        </p:nvGrpSpPr>
        <p:grpSpPr>
          <a:xfrm>
            <a:off x="700088" y="4014881"/>
            <a:ext cx="4565061" cy="2288612"/>
            <a:chOff x="0" y="0"/>
            <a:chExt cx="4371087" cy="2202473"/>
          </a:xfrm>
        </p:grpSpPr>
        <p:graphicFrame>
          <p:nvGraphicFramePr>
            <p:cNvPr id="3" name="图表 2">
              <a:extLst>
                <a:ext uri="{FF2B5EF4-FFF2-40B4-BE49-F238E27FC236}">
                  <a16:creationId xmlns:a16="http://schemas.microsoft.com/office/drawing/2014/main" xmlns="" id="{827CDC91-E5FA-FF93-1429-D496ECA2FB2F}"/>
                </a:ext>
              </a:extLst>
            </p:cNvPr>
            <p:cNvGraphicFramePr>
              <a:graphicFrameLocks/>
            </p:cNvGraphicFramePr>
            <p:nvPr/>
          </p:nvGraphicFramePr>
          <p:xfrm>
            <a:off x="0" y="0"/>
            <a:ext cx="4371087" cy="2202473"/>
          </p:xfrm>
          <a:graphic>
            <a:graphicData uri="http://schemas.openxmlformats.org/drawingml/2006/chart">
              <c:chart xmlns:c="http://schemas.openxmlformats.org/drawingml/2006/chart" xmlns:r="http://schemas.openxmlformats.org/officeDocument/2006/relationships" r:id="rId4"/>
            </a:graphicData>
          </a:graphic>
        </p:graphicFrame>
        <p:sp>
          <p:nvSpPr>
            <p:cNvPr id="4" name="文本框 5">
              <a:extLst>
                <a:ext uri="{FF2B5EF4-FFF2-40B4-BE49-F238E27FC236}">
                  <a16:creationId xmlns:a16="http://schemas.microsoft.com/office/drawing/2014/main" xmlns="" id="{3AF98AA0-ED79-64FE-FB28-35CEC49296A7}"/>
                </a:ext>
              </a:extLst>
            </p:cNvPr>
            <p:cNvSpPr txBox="1"/>
            <p:nvPr/>
          </p:nvSpPr>
          <p:spPr>
            <a:xfrm>
              <a:off x="3682053" y="1967386"/>
              <a:ext cx="460513" cy="225287"/>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altLang="zh-CN" sz="900">
                  <a:solidFill>
                    <a:schemeClr val="tx1"/>
                  </a:solidFill>
                </a:rPr>
                <a:t>1-7</a:t>
              </a:r>
              <a:r>
                <a:rPr lang="zh-CN" altLang="en-US" sz="800"/>
                <a:t>月</a:t>
              </a:r>
            </a:p>
          </p:txBody>
        </p:sp>
      </p:grpSp>
    </p:spTree>
    <p:extLst>
      <p:ext uri="{BB962C8B-B14F-4D97-AF65-F5344CB8AC3E}">
        <p14:creationId xmlns:p14="http://schemas.microsoft.com/office/powerpoint/2010/main" val="2924640316"/>
      </p:ext>
    </p:extLst>
  </p:cSld>
  <p:clrMapOvr>
    <a:masterClrMapping/>
  </p:clrMapOvr>
  <mc:AlternateContent xmlns:mc="http://schemas.openxmlformats.org/markup-compatibility/2006" xmlns:p14="http://schemas.microsoft.com/office/powerpoint/2010/main">
    <mc:Choice Requires="p14">
      <p:transition spd="slow" p14:dur="2000" advTm="24972"/>
    </mc:Choice>
    <mc:Fallback xmlns="">
      <p:transition spd="slow" advTm="24972"/>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p:cNvSpPr/>
          <p:nvPr/>
        </p:nvSpPr>
        <p:spPr bwMode="auto">
          <a:xfrm>
            <a:off x="126752" y="6628703"/>
            <a:ext cx="2789065"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资料来源：卓创资讯，百川盈孚，</a:t>
            </a:r>
            <a:r>
              <a:rPr lang="en-US" altLang="zh-CN" sz="800" dirty="0">
                <a:solidFill>
                  <a:schemeClr val="bg1">
                    <a:lumMod val="50000"/>
                  </a:schemeClr>
                </a:solidFill>
                <a:ea typeface="微软雅黑" panose="020B0503020204020204" pitchFamily="34" charset="-122"/>
                <a:cs typeface="+mn-ea"/>
                <a:sym typeface="Arial" panose="020B0604020202020204" pitchFamily="34" charset="0"/>
              </a:rPr>
              <a:t>Wind</a:t>
            </a: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，长江证券研究所</a:t>
            </a:r>
          </a:p>
        </p:txBody>
      </p:sp>
      <p:sp>
        <p:nvSpPr>
          <p:cNvPr id="28" name="Text Box 2">
            <a:extLst>
              <a:ext uri="{FF2B5EF4-FFF2-40B4-BE49-F238E27FC236}">
                <a16:creationId xmlns:a16="http://schemas.microsoft.com/office/drawing/2014/main" xmlns="" id="{D32E0A50-ECBC-4C64-82EF-50D38FDDF1FB}"/>
              </a:ext>
            </a:extLst>
          </p:cNvPr>
          <p:cNvSpPr txBox="1">
            <a:spLocks noChangeArrowheads="1"/>
          </p:cNvSpPr>
          <p:nvPr/>
        </p:nvSpPr>
        <p:spPr bwMode="auto">
          <a:xfrm>
            <a:off x="662766" y="1103014"/>
            <a:ext cx="10580688" cy="1444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全球有机硅供给增速放缓。</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全球有机硅产能及产量增速放缓，</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2019</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年全球有机硅单体产能为</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552.0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万吨</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年，同比增长</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0.7%</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；产量为</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472.0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万吨，同比增长</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1.3%</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海外企业扩产意愿低，供给向中国转移。</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近年来，中国企业突破有机硅技术壁垒，海外有机硅企业相较中国企业生产有机硅单体缺乏成本优势</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中国目前是全球最大的有机硅生产国。</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近年来，国内有机硅供给快速增长，</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2021</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年有机硅单体产能为</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419.0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万吨</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年，同比增长</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16.7%</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；有机硅单体产量为</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315.7</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万吨，同比增长</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17.8%</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年我国有机硅产能及产量都占全球的</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50%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以上。受下游需求增长的推动，有机硅单体产能利用率不断提升，由</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2016</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年的</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58.6%</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增长到</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年的</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74.6%</a:t>
            </a:r>
          </a:p>
        </p:txBody>
      </p:sp>
      <p:sp>
        <p:nvSpPr>
          <p:cNvPr id="27" name="文本框 26">
            <a:extLst>
              <a:ext uri="{FF2B5EF4-FFF2-40B4-BE49-F238E27FC236}">
                <a16:creationId xmlns:a16="http://schemas.microsoft.com/office/drawing/2014/main" xmlns="" id="{6D373EF4-6F3F-44D6-BE01-C386198692AE}"/>
              </a:ext>
            </a:extLst>
          </p:cNvPr>
          <p:cNvSpPr txBox="1"/>
          <p:nvPr/>
        </p:nvSpPr>
        <p:spPr>
          <a:xfrm>
            <a:off x="1524246" y="381164"/>
            <a:ext cx="9251794" cy="553998"/>
          </a:xfrm>
          <a:prstGeom prst="rect">
            <a:avLst/>
          </a:prstGeom>
          <a:noFill/>
        </p:spPr>
        <p:txBody>
          <a:bodyPr wrap="square" rtlCol="0">
            <a:spAutoFit/>
          </a:bodyPr>
          <a:lstStyle/>
          <a:p>
            <a:r>
              <a:rPr lang="zh-CN" altLang="en-US" sz="3000" b="1" dirty="0">
                <a:solidFill>
                  <a:srgbClr val="E10000"/>
                </a:solidFill>
                <a:latin typeface="Arial" panose="020B0604020202020204" pitchFamily="34" charset="0"/>
                <a:ea typeface="微软雅黑" panose="020B0503020204020204" pitchFamily="34" charset="-122"/>
                <a:cs typeface="+mn-ea"/>
                <a:sym typeface="Arial" panose="020B0604020202020204" pitchFamily="34" charset="0"/>
              </a:rPr>
              <a:t>供给：逐步向中国转移，国内开工率持续提升</a:t>
            </a:r>
          </a:p>
        </p:txBody>
      </p:sp>
      <p:sp>
        <p:nvSpPr>
          <p:cNvPr id="11" name="文本框 10">
            <a:extLst>
              <a:ext uri="{FF2B5EF4-FFF2-40B4-BE49-F238E27FC236}">
                <a16:creationId xmlns:a16="http://schemas.microsoft.com/office/drawing/2014/main" xmlns="" id="{A12C1385-D216-44BC-9C53-646F25CCC3DA}"/>
              </a:ext>
            </a:extLst>
          </p:cNvPr>
          <p:cNvSpPr txBox="1"/>
          <p:nvPr/>
        </p:nvSpPr>
        <p:spPr>
          <a:xfrm>
            <a:off x="810102" y="449196"/>
            <a:ext cx="533370" cy="417935"/>
          </a:xfrm>
          <a:prstGeom prst="rect">
            <a:avLst/>
          </a:prstGeom>
          <a:noFill/>
        </p:spPr>
        <p:txBody>
          <a:bodyPr wrap="square" rtlCol="0">
            <a:spAutoFit/>
          </a:bodyPr>
          <a:lstStyle/>
          <a:p>
            <a:r>
              <a:rPr lang="en-US" altLang="zh-CN"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06</a:t>
            </a:r>
            <a:endParaRPr lang="zh-CN" altLang="en-US"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 name="文本框 4">
            <a:extLst>
              <a:ext uri="{FF2B5EF4-FFF2-40B4-BE49-F238E27FC236}">
                <a16:creationId xmlns:a16="http://schemas.microsoft.com/office/drawing/2014/main" xmlns="" id="{1F17869A-872C-D592-DA98-8A2CA77569CB}"/>
              </a:ext>
            </a:extLst>
          </p:cNvPr>
          <p:cNvSpPr txBox="1"/>
          <p:nvPr/>
        </p:nvSpPr>
        <p:spPr>
          <a:xfrm>
            <a:off x="164075" y="3500808"/>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全球有机硅产能、产量及同比增速</a:t>
            </a:r>
            <a:endParaRPr lang="en-US" dirty="0">
              <a:sym typeface="Arial" panose="020B0604020202020204" pitchFamily="34" charset="0"/>
            </a:endParaRPr>
          </a:p>
        </p:txBody>
      </p:sp>
      <p:graphicFrame>
        <p:nvGraphicFramePr>
          <p:cNvPr id="2" name="图表 1">
            <a:extLst>
              <a:ext uri="{FF2B5EF4-FFF2-40B4-BE49-F238E27FC236}">
                <a16:creationId xmlns:a16="http://schemas.microsoft.com/office/drawing/2014/main" xmlns="" id="{00000000-0008-0000-1600-000003000000}"/>
              </a:ext>
            </a:extLst>
          </p:cNvPr>
          <p:cNvGraphicFramePr>
            <a:graphicFrameLocks/>
          </p:cNvGraphicFramePr>
          <p:nvPr/>
        </p:nvGraphicFramePr>
        <p:xfrm>
          <a:off x="0" y="3949708"/>
          <a:ext cx="3988544" cy="226716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图表 2">
            <a:extLst>
              <a:ext uri="{FF2B5EF4-FFF2-40B4-BE49-F238E27FC236}">
                <a16:creationId xmlns:a16="http://schemas.microsoft.com/office/drawing/2014/main" xmlns="" id="{00000000-0008-0000-1700-000002000000}"/>
              </a:ext>
            </a:extLst>
          </p:cNvPr>
          <p:cNvGraphicFramePr>
            <a:graphicFrameLocks/>
          </p:cNvGraphicFramePr>
          <p:nvPr/>
        </p:nvGraphicFramePr>
        <p:xfrm>
          <a:off x="4225704" y="3956069"/>
          <a:ext cx="3848877" cy="2216553"/>
        </p:xfrm>
        <a:graphic>
          <a:graphicData uri="http://schemas.openxmlformats.org/drawingml/2006/chart">
            <c:chart xmlns:c="http://schemas.openxmlformats.org/drawingml/2006/chart" xmlns:r="http://schemas.openxmlformats.org/officeDocument/2006/relationships" r:id="rId4"/>
          </a:graphicData>
        </a:graphic>
      </p:graphicFrame>
      <p:sp>
        <p:nvSpPr>
          <p:cNvPr id="4" name="文本框 3">
            <a:extLst>
              <a:ext uri="{FF2B5EF4-FFF2-40B4-BE49-F238E27FC236}">
                <a16:creationId xmlns:a16="http://schemas.microsoft.com/office/drawing/2014/main" xmlns="" id="{5637886F-86B0-8C58-A6DD-0964731E81C9}"/>
              </a:ext>
            </a:extLst>
          </p:cNvPr>
          <p:cNvSpPr txBox="1"/>
          <p:nvPr/>
        </p:nvSpPr>
        <p:spPr>
          <a:xfrm>
            <a:off x="4412613" y="3499319"/>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我国有机硅产能、产量及同比增速</a:t>
            </a:r>
            <a:endParaRPr lang="en-US" dirty="0">
              <a:sym typeface="Arial" panose="020B0604020202020204" pitchFamily="34" charset="0"/>
            </a:endParaRPr>
          </a:p>
        </p:txBody>
      </p:sp>
      <p:sp>
        <p:nvSpPr>
          <p:cNvPr id="6" name="文本框 5">
            <a:extLst>
              <a:ext uri="{FF2B5EF4-FFF2-40B4-BE49-F238E27FC236}">
                <a16:creationId xmlns:a16="http://schemas.microsoft.com/office/drawing/2014/main" xmlns="" id="{EC1B8D57-2DE4-14A6-4297-79167C5174C1}"/>
              </a:ext>
            </a:extLst>
          </p:cNvPr>
          <p:cNvSpPr txBox="1"/>
          <p:nvPr/>
        </p:nvSpPr>
        <p:spPr>
          <a:xfrm>
            <a:off x="8381437" y="3497830"/>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我国有机硅产能利用率</a:t>
            </a:r>
            <a:endParaRPr lang="en-US" dirty="0">
              <a:sym typeface="Arial" panose="020B0604020202020204" pitchFamily="34" charset="0"/>
            </a:endParaRPr>
          </a:p>
        </p:txBody>
      </p:sp>
      <p:graphicFrame>
        <p:nvGraphicFramePr>
          <p:cNvPr id="10" name="图表 9">
            <a:extLst>
              <a:ext uri="{FF2B5EF4-FFF2-40B4-BE49-F238E27FC236}">
                <a16:creationId xmlns:a16="http://schemas.microsoft.com/office/drawing/2014/main" xmlns="" id="{00000000-0008-0000-1700-000003000000}"/>
              </a:ext>
            </a:extLst>
          </p:cNvPr>
          <p:cNvGraphicFramePr>
            <a:graphicFrameLocks/>
          </p:cNvGraphicFramePr>
          <p:nvPr/>
        </p:nvGraphicFramePr>
        <p:xfrm>
          <a:off x="8189515" y="3808585"/>
          <a:ext cx="3595048" cy="2354581"/>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1284335714"/>
      </p:ext>
    </p:extLst>
  </p:cSld>
  <p:clrMapOvr>
    <a:masterClrMapping/>
  </p:clrMapOvr>
  <mc:AlternateContent xmlns:mc="http://schemas.openxmlformats.org/markup-compatibility/2006" xmlns:p14="http://schemas.microsoft.com/office/powerpoint/2010/main">
    <mc:Choice Requires="p14">
      <p:transition spd="slow" p14:dur="2000" advTm="24972"/>
    </mc:Choice>
    <mc:Fallback xmlns="">
      <p:transition spd="slow" advTm="24972"/>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p:cNvSpPr/>
          <p:nvPr/>
        </p:nvSpPr>
        <p:spPr bwMode="auto">
          <a:xfrm>
            <a:off x="126752" y="6628703"/>
            <a:ext cx="2789065"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资料来源：卓创资讯，百川盈孚，</a:t>
            </a:r>
            <a:r>
              <a:rPr lang="en-US" altLang="zh-CN" sz="800" dirty="0">
                <a:solidFill>
                  <a:schemeClr val="bg1">
                    <a:lumMod val="50000"/>
                  </a:schemeClr>
                </a:solidFill>
                <a:ea typeface="微软雅黑" panose="020B0503020204020204" pitchFamily="34" charset="-122"/>
                <a:cs typeface="+mn-ea"/>
                <a:sym typeface="Arial" panose="020B0604020202020204" pitchFamily="34" charset="0"/>
              </a:rPr>
              <a:t>Wind</a:t>
            </a:r>
            <a:r>
              <a:rPr lang="zh-CN" altLang="en-US" sz="800" dirty="0">
                <a:solidFill>
                  <a:schemeClr val="bg1">
                    <a:lumMod val="50000"/>
                  </a:schemeClr>
                </a:solidFill>
                <a:ea typeface="微软雅黑" panose="020B0503020204020204" pitchFamily="34" charset="-122"/>
                <a:cs typeface="+mn-ea"/>
                <a:sym typeface="Arial" panose="020B0604020202020204" pitchFamily="34" charset="0"/>
              </a:rPr>
              <a:t>，长江证券研究所</a:t>
            </a:r>
          </a:p>
        </p:txBody>
      </p:sp>
      <p:sp>
        <p:nvSpPr>
          <p:cNvPr id="28" name="Text Box 2">
            <a:extLst>
              <a:ext uri="{FF2B5EF4-FFF2-40B4-BE49-F238E27FC236}">
                <a16:creationId xmlns:a16="http://schemas.microsoft.com/office/drawing/2014/main" xmlns="" id="{D32E0A50-ECBC-4C64-82EF-50D38FDDF1FB}"/>
              </a:ext>
            </a:extLst>
          </p:cNvPr>
          <p:cNvSpPr txBox="1">
            <a:spLocks noChangeArrowheads="1"/>
          </p:cNvSpPr>
          <p:nvPr/>
        </p:nvSpPr>
        <p:spPr bwMode="auto">
          <a:xfrm>
            <a:off x="662766" y="1103014"/>
            <a:ext cx="6055275" cy="2275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有机硅迎新一轮扩产周期。</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2021</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a:t>
            </a:r>
            <a:r>
              <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-2022</a:t>
            </a: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年，有机硅行业新增产能较多，行业供给快速扩张或将缓解短期有机硅供给趋紧，价格逐步回落</a:t>
            </a:r>
            <a:endParaRPr lang="en-US" altLang="zh-CN"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a:p>
            <a:pPr fontAlgn="base">
              <a:lnSpc>
                <a:spcPct val="150000"/>
              </a:lnSpc>
              <a:spcBef>
                <a:spcPct val="0"/>
              </a:spcBef>
              <a:spcAft>
                <a:spcPct val="0"/>
              </a:spcAft>
              <a:buClr>
                <a:srgbClr val="C00000"/>
              </a:buClr>
              <a:buFont typeface="Wingdings" panose="05000000000000000000" pitchFamily="2" charset="2"/>
              <a:buChar char="u"/>
              <a:defRPr/>
            </a:pPr>
            <a:r>
              <a:rPr lang="zh-CN" altLang="en-US" sz="1200" b="1"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有机硅行业进入壁垒提高，集中度提升。</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2019</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年，国家出台政策限制新建有机硅单体产能，新建</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万吨</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年的有机硅单体及相关配套装置需要</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15</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亿元以上的资金投入，政策提高行业进入壁垒。中小型企业新增产能受限，有机硅单体新一轮的产能扩张主要以龙头企业为主，国内有机硅行业集中度不断提升，</a:t>
            </a:r>
            <a:r>
              <a:rPr lang="en-US" altLang="zh-CN" sz="1200" dirty="0" err="1">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CR5</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由</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2017</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年的</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59.0%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提升到</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2021</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年的</a:t>
            </a:r>
            <a:r>
              <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72.0%</a:t>
            </a:r>
            <a:r>
              <a:rPr lang="zh-CN" altLang="en-US"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rPr>
              <a:t>。未来随着龙头企业有机硅产能的逐步释放，行业集中度将进一步提升，马太效应继续加强，龙头企业主导行业竞争格局。</a:t>
            </a:r>
            <a:endParaRPr lang="en-US" altLang="zh-CN" sz="1200" dirty="0">
              <a:solidFill>
                <a:srgbClr val="6E6E6E"/>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文本框 26">
            <a:extLst>
              <a:ext uri="{FF2B5EF4-FFF2-40B4-BE49-F238E27FC236}">
                <a16:creationId xmlns:a16="http://schemas.microsoft.com/office/drawing/2014/main" xmlns="" id="{6D373EF4-6F3F-44D6-BE01-C386198692AE}"/>
              </a:ext>
            </a:extLst>
          </p:cNvPr>
          <p:cNvSpPr txBox="1"/>
          <p:nvPr/>
        </p:nvSpPr>
        <p:spPr>
          <a:xfrm>
            <a:off x="1524246" y="381164"/>
            <a:ext cx="9251794" cy="553998"/>
          </a:xfrm>
          <a:prstGeom prst="rect">
            <a:avLst/>
          </a:prstGeom>
          <a:noFill/>
        </p:spPr>
        <p:txBody>
          <a:bodyPr wrap="square" rtlCol="0">
            <a:spAutoFit/>
          </a:bodyPr>
          <a:lstStyle/>
          <a:p>
            <a:r>
              <a:rPr lang="zh-CN" altLang="en-US" sz="3000" b="1" dirty="0">
                <a:solidFill>
                  <a:srgbClr val="E10000"/>
                </a:solidFill>
                <a:latin typeface="Arial" panose="020B0604020202020204" pitchFamily="34" charset="0"/>
                <a:ea typeface="微软雅黑" panose="020B0503020204020204" pitchFamily="34" charset="-122"/>
                <a:cs typeface="+mn-ea"/>
                <a:sym typeface="Arial" panose="020B0604020202020204" pitchFamily="34" charset="0"/>
              </a:rPr>
              <a:t>供给：有机硅迎扩产周期，集中度有望提升</a:t>
            </a:r>
          </a:p>
        </p:txBody>
      </p:sp>
      <p:sp>
        <p:nvSpPr>
          <p:cNvPr id="11" name="文本框 10">
            <a:extLst>
              <a:ext uri="{FF2B5EF4-FFF2-40B4-BE49-F238E27FC236}">
                <a16:creationId xmlns:a16="http://schemas.microsoft.com/office/drawing/2014/main" xmlns="" id="{A12C1385-D216-44BC-9C53-646F25CCC3DA}"/>
              </a:ext>
            </a:extLst>
          </p:cNvPr>
          <p:cNvSpPr txBox="1"/>
          <p:nvPr/>
        </p:nvSpPr>
        <p:spPr>
          <a:xfrm>
            <a:off x="810102" y="449196"/>
            <a:ext cx="533370" cy="417935"/>
          </a:xfrm>
          <a:prstGeom prst="rect">
            <a:avLst/>
          </a:prstGeom>
          <a:noFill/>
        </p:spPr>
        <p:txBody>
          <a:bodyPr wrap="square" rtlCol="0">
            <a:spAutoFit/>
          </a:bodyPr>
          <a:lstStyle/>
          <a:p>
            <a:r>
              <a:rPr lang="en-US" altLang="zh-CN"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rPr>
              <a:t>06</a:t>
            </a:r>
            <a:endParaRPr lang="zh-CN" altLang="en-US" sz="2115" b="1" i="1" dirty="0">
              <a:solidFill>
                <a:schemeClr val="bg1"/>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文本框 5">
            <a:extLst>
              <a:ext uri="{FF2B5EF4-FFF2-40B4-BE49-F238E27FC236}">
                <a16:creationId xmlns:a16="http://schemas.microsoft.com/office/drawing/2014/main" xmlns="" id="{EC1B8D57-2DE4-14A6-4297-79167C5174C1}"/>
              </a:ext>
            </a:extLst>
          </p:cNvPr>
          <p:cNvSpPr txBox="1"/>
          <p:nvPr/>
        </p:nvSpPr>
        <p:spPr>
          <a:xfrm>
            <a:off x="1007605" y="3497830"/>
            <a:ext cx="3816424"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sym typeface="Arial" panose="020B0604020202020204" pitchFamily="34" charset="0"/>
              </a:rPr>
              <a:t>2022</a:t>
            </a:r>
            <a:r>
              <a:rPr lang="zh-CN" altLang="en-US" dirty="0">
                <a:sym typeface="Arial" panose="020B0604020202020204" pitchFamily="34" charset="0"/>
              </a:rPr>
              <a:t>、</a:t>
            </a:r>
            <a:r>
              <a:rPr lang="en-US" altLang="zh-CN" dirty="0">
                <a:sym typeface="Arial" panose="020B0604020202020204" pitchFamily="34" charset="0"/>
              </a:rPr>
              <a:t>2023</a:t>
            </a:r>
            <a:r>
              <a:rPr lang="zh-CN" altLang="en-US" dirty="0">
                <a:sym typeface="Arial" panose="020B0604020202020204" pitchFamily="34" charset="0"/>
              </a:rPr>
              <a:t>年我国有机硅新增产能较多</a:t>
            </a:r>
            <a:endParaRPr lang="en-US" dirty="0">
              <a:sym typeface="Arial" panose="020B0604020202020204" pitchFamily="34" charset="0"/>
            </a:endParaRPr>
          </a:p>
        </p:txBody>
      </p:sp>
      <p:graphicFrame>
        <p:nvGraphicFramePr>
          <p:cNvPr id="13" name="表格 12">
            <a:extLst>
              <a:ext uri="{FF2B5EF4-FFF2-40B4-BE49-F238E27FC236}">
                <a16:creationId xmlns:a16="http://schemas.microsoft.com/office/drawing/2014/main" xmlns="" id="{780FC77B-3D45-9778-3D23-8A0B3965DDB6}"/>
              </a:ext>
            </a:extLst>
          </p:cNvPr>
          <p:cNvGraphicFramePr>
            <a:graphicFrameLocks noGrp="1"/>
          </p:cNvGraphicFramePr>
          <p:nvPr>
            <p:extLst>
              <p:ext uri="{D42A27DB-BD31-4B8C-83A1-F6EECF244321}">
                <p14:modId xmlns:p14="http://schemas.microsoft.com/office/powerpoint/2010/main" val="1230216072"/>
              </p:ext>
            </p:extLst>
          </p:nvPr>
        </p:nvGraphicFramePr>
        <p:xfrm>
          <a:off x="1076787" y="3990274"/>
          <a:ext cx="4606989" cy="2183514"/>
        </p:xfrm>
        <a:graphic>
          <a:graphicData uri="http://schemas.openxmlformats.org/drawingml/2006/table">
            <a:tbl>
              <a:tblPr firstRow="1" firstCol="1" bandRow="1"/>
              <a:tblGrid>
                <a:gridCol w="1536891">
                  <a:extLst>
                    <a:ext uri="{9D8B030D-6E8A-4147-A177-3AD203B41FA5}">
                      <a16:colId xmlns:a16="http://schemas.microsoft.com/office/drawing/2014/main" xmlns="" val="3842004679"/>
                    </a:ext>
                  </a:extLst>
                </a:gridCol>
                <a:gridCol w="1535970">
                  <a:extLst>
                    <a:ext uri="{9D8B030D-6E8A-4147-A177-3AD203B41FA5}">
                      <a16:colId xmlns:a16="http://schemas.microsoft.com/office/drawing/2014/main" xmlns="" val="2973907621"/>
                    </a:ext>
                  </a:extLst>
                </a:gridCol>
                <a:gridCol w="1534128">
                  <a:extLst>
                    <a:ext uri="{9D8B030D-6E8A-4147-A177-3AD203B41FA5}">
                      <a16:colId xmlns:a16="http://schemas.microsoft.com/office/drawing/2014/main" xmlns="" val="2037919717"/>
                    </a:ext>
                  </a:extLst>
                </a:gridCol>
              </a:tblGrid>
              <a:tr h="215900">
                <a:tc>
                  <a:txBody>
                    <a:bodyPr/>
                    <a:lstStyle/>
                    <a:p>
                      <a:pPr algn="ct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 </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2022</a:t>
                      </a: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年新增产能</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p>
                      <a:pPr algn="ct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（万吨</a:t>
                      </a: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a:t>
                      </a: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年）</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2023</a:t>
                      </a: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年新增产能</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p>
                      <a:pPr algn="ct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（万吨</a:t>
                      </a:r>
                      <a:r>
                        <a:rPr lang="en-US"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a:t>
                      </a:r>
                      <a:r>
                        <a:rPr lang="zh-CN" sz="8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年）</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2707709155"/>
                  </a:ext>
                </a:extLst>
              </a:tr>
              <a:tr h="215900">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合盛硅业</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80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80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35017656"/>
                  </a:ext>
                </a:extLst>
              </a:tr>
              <a:tr h="215900">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云南能投</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40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64327718"/>
                  </a:ext>
                </a:extLst>
              </a:tr>
              <a:tr h="215900">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恒星科技</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51194433"/>
                  </a:ext>
                </a:extLst>
              </a:tr>
              <a:tr h="215900">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东岳集团</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30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617999419"/>
                  </a:ext>
                </a:extLst>
              </a:tr>
              <a:tr h="215900">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唐山三友</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0</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9215172"/>
                  </a:ext>
                </a:extLst>
              </a:tr>
              <a:tr h="215900">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蓝星星火</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20</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241635583"/>
                  </a:ext>
                </a:extLst>
              </a:tr>
              <a:tr h="215900">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中天氟硅</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15</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184254567"/>
                  </a:ext>
                </a:extLst>
              </a:tr>
              <a:tr h="212474">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恒业成</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30</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427078953"/>
                  </a:ext>
                </a:extLst>
              </a:tr>
              <a:tr h="215900">
                <a:tc>
                  <a:txBody>
                    <a:bodyPr/>
                    <a:lstStyle/>
                    <a:p>
                      <a:pPr algn="ctr"/>
                      <a:r>
                        <a:rPr lang="zh-CN" sz="8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合计</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205</a:t>
                      </a:r>
                      <a:endParaRPr lang="zh-CN" sz="9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130</a:t>
                      </a:r>
                      <a:endParaRPr lang="zh-CN" sz="9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364301343"/>
                  </a:ext>
                </a:extLst>
              </a:tr>
            </a:tbl>
          </a:graphicData>
        </a:graphic>
      </p:graphicFrame>
      <p:graphicFrame>
        <p:nvGraphicFramePr>
          <p:cNvPr id="14" name="图表 13">
            <a:extLst>
              <a:ext uri="{FF2B5EF4-FFF2-40B4-BE49-F238E27FC236}">
                <a16:creationId xmlns:a16="http://schemas.microsoft.com/office/drawing/2014/main" xmlns="" id="{00000000-0008-0000-1900-000004000000}"/>
              </a:ext>
            </a:extLst>
          </p:cNvPr>
          <p:cNvGraphicFramePr>
            <a:graphicFrameLocks/>
          </p:cNvGraphicFramePr>
          <p:nvPr>
            <p:extLst>
              <p:ext uri="{D42A27DB-BD31-4B8C-83A1-F6EECF244321}">
                <p14:modId xmlns:p14="http://schemas.microsoft.com/office/powerpoint/2010/main" val="3433602622"/>
              </p:ext>
            </p:extLst>
          </p:nvPr>
        </p:nvGraphicFramePr>
        <p:xfrm>
          <a:off x="8554368" y="4095336"/>
          <a:ext cx="3294203" cy="182107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图表 14">
            <a:extLst>
              <a:ext uri="{FF2B5EF4-FFF2-40B4-BE49-F238E27FC236}">
                <a16:creationId xmlns:a16="http://schemas.microsoft.com/office/drawing/2014/main" xmlns="" id="{00000000-0008-0000-1900-000002000000}"/>
              </a:ext>
            </a:extLst>
          </p:cNvPr>
          <p:cNvGraphicFramePr>
            <a:graphicFrameLocks/>
          </p:cNvGraphicFramePr>
          <p:nvPr>
            <p:extLst>
              <p:ext uri="{D42A27DB-BD31-4B8C-83A1-F6EECF244321}">
                <p14:modId xmlns:p14="http://schemas.microsoft.com/office/powerpoint/2010/main" val="3814996679"/>
              </p:ext>
            </p:extLst>
          </p:nvPr>
        </p:nvGraphicFramePr>
        <p:xfrm>
          <a:off x="5817976" y="4095336"/>
          <a:ext cx="3177950" cy="1825717"/>
        </p:xfrm>
        <a:graphic>
          <a:graphicData uri="http://schemas.openxmlformats.org/drawingml/2006/chart">
            <c:chart xmlns:c="http://schemas.openxmlformats.org/drawingml/2006/chart" xmlns:r="http://schemas.openxmlformats.org/officeDocument/2006/relationships" r:id="rId4"/>
          </a:graphicData>
        </a:graphic>
      </p:graphicFrame>
      <p:sp>
        <p:nvSpPr>
          <p:cNvPr id="16" name="箭头: 右 15">
            <a:extLst>
              <a:ext uri="{FF2B5EF4-FFF2-40B4-BE49-F238E27FC236}">
                <a16:creationId xmlns:a16="http://schemas.microsoft.com/office/drawing/2014/main" xmlns="" id="{A7B951B2-4497-B3D8-6B07-F27C46F3911F}"/>
              </a:ext>
            </a:extLst>
          </p:cNvPr>
          <p:cNvSpPr/>
          <p:nvPr/>
        </p:nvSpPr>
        <p:spPr>
          <a:xfrm>
            <a:off x="7777187" y="5916412"/>
            <a:ext cx="1352939" cy="331237"/>
          </a:xfrm>
          <a:prstGeom prst="rightArrow">
            <a:avLst/>
          </a:prstGeom>
          <a:solidFill>
            <a:srgbClr val="E1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xmlns="" id="{A993ED3A-E730-C9F6-3A55-81D197A57B8D}"/>
              </a:ext>
            </a:extLst>
          </p:cNvPr>
          <p:cNvSpPr txBox="1"/>
          <p:nvPr/>
        </p:nvSpPr>
        <p:spPr>
          <a:xfrm>
            <a:off x="6951306" y="3501109"/>
            <a:ext cx="4233089"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sym typeface="Arial" panose="020B0604020202020204" pitchFamily="34" charset="0"/>
              </a:rPr>
              <a:t>2017-2021</a:t>
            </a:r>
            <a:r>
              <a:rPr lang="zh-CN" altLang="en-US" dirty="0">
                <a:sym typeface="Arial" panose="020B0604020202020204" pitchFamily="34" charset="0"/>
              </a:rPr>
              <a:t>年有机硅国内</a:t>
            </a:r>
            <a:r>
              <a:rPr lang="en-US" altLang="zh-CN" dirty="0" err="1">
                <a:sym typeface="Arial" panose="020B0604020202020204" pitchFamily="34" charset="0"/>
              </a:rPr>
              <a:t>CR5</a:t>
            </a:r>
            <a:r>
              <a:rPr lang="zh-CN" altLang="en-US" dirty="0">
                <a:sym typeface="Arial" panose="020B0604020202020204" pitchFamily="34" charset="0"/>
              </a:rPr>
              <a:t>由</a:t>
            </a:r>
            <a:r>
              <a:rPr lang="en-US" altLang="zh-CN" dirty="0">
                <a:sym typeface="Arial" panose="020B0604020202020204" pitchFamily="34" charset="0"/>
              </a:rPr>
              <a:t>59%</a:t>
            </a:r>
            <a:r>
              <a:rPr lang="zh-CN" altLang="en-US" dirty="0">
                <a:sym typeface="Arial" panose="020B0604020202020204" pitchFamily="34" charset="0"/>
              </a:rPr>
              <a:t>提升至</a:t>
            </a:r>
            <a:r>
              <a:rPr lang="en-US" altLang="zh-CN" dirty="0">
                <a:sym typeface="Arial" panose="020B0604020202020204" pitchFamily="34" charset="0"/>
              </a:rPr>
              <a:t>72%</a:t>
            </a:r>
            <a:endParaRPr lang="en-US" dirty="0">
              <a:sym typeface="Arial" panose="020B0604020202020204" pitchFamily="34" charset="0"/>
            </a:endParaRPr>
          </a:p>
        </p:txBody>
      </p:sp>
      <p:sp>
        <p:nvSpPr>
          <p:cNvPr id="19" name="文本框 18">
            <a:extLst>
              <a:ext uri="{FF2B5EF4-FFF2-40B4-BE49-F238E27FC236}">
                <a16:creationId xmlns:a16="http://schemas.microsoft.com/office/drawing/2014/main" xmlns="" id="{8208C440-836D-B1EB-498C-6063C53018A4}"/>
              </a:ext>
            </a:extLst>
          </p:cNvPr>
          <p:cNvSpPr txBox="1"/>
          <p:nvPr/>
        </p:nvSpPr>
        <p:spPr>
          <a:xfrm>
            <a:off x="6951305" y="1014281"/>
            <a:ext cx="4233089"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400" b="1">
                <a:solidFill>
                  <a:srgbClr val="E10000"/>
                </a:solidFill>
                <a:latin typeface="Arial" panose="020B0604020202020204" pitchFamily="34" charset="0"/>
                <a:ea typeface="微软雅黑" panose="020B0503020204020204" pitchFamily="34" charset="-122"/>
                <a:cs typeface="+mn-ea"/>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ym typeface="Arial" panose="020B0604020202020204" pitchFamily="34" charset="0"/>
              </a:rPr>
              <a:t>新增产能较多，有机硅价格回落</a:t>
            </a:r>
            <a:endParaRPr lang="en-US" dirty="0">
              <a:sym typeface="Arial" panose="020B0604020202020204" pitchFamily="34" charset="0"/>
            </a:endParaRPr>
          </a:p>
        </p:txBody>
      </p:sp>
      <p:graphicFrame>
        <p:nvGraphicFramePr>
          <p:cNvPr id="20" name="图表 19"/>
          <p:cNvGraphicFramePr>
            <a:graphicFrameLocks/>
          </p:cNvGraphicFramePr>
          <p:nvPr>
            <p:extLst>
              <p:ext uri="{D42A27DB-BD31-4B8C-83A1-F6EECF244321}">
                <p14:modId xmlns:p14="http://schemas.microsoft.com/office/powerpoint/2010/main" val="1085788135"/>
              </p:ext>
            </p:extLst>
          </p:nvPr>
        </p:nvGraphicFramePr>
        <p:xfrm>
          <a:off x="6718041" y="1269368"/>
          <a:ext cx="4370432" cy="2227100"/>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4232525474"/>
      </p:ext>
    </p:extLst>
  </p:cSld>
  <p:clrMapOvr>
    <a:masterClrMapping/>
  </p:clrMapOvr>
  <mc:AlternateContent xmlns:mc="http://schemas.openxmlformats.org/markup-compatibility/2006" xmlns:p14="http://schemas.microsoft.com/office/powerpoint/2010/main">
    <mc:Choice Requires="p14">
      <p:transition spd="slow" p14:dur="2000" advTm="24972"/>
    </mc:Choice>
    <mc:Fallback xmlns="">
      <p:transition spd="slow" advTm="24972"/>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descr="0110新版ppt-03.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6" y="0"/>
            <a:ext cx="12191594" cy="6858000"/>
          </a:xfrm>
          <a:prstGeom prst="rect">
            <a:avLst/>
          </a:prstGeom>
        </p:spPr>
      </p:pic>
      <p:sp>
        <p:nvSpPr>
          <p:cNvPr id="4" name="文本框 3"/>
          <p:cNvSpPr txBox="1"/>
          <p:nvPr/>
        </p:nvSpPr>
        <p:spPr>
          <a:xfrm>
            <a:off x="1254760" y="1533537"/>
            <a:ext cx="1797749" cy="1655710"/>
          </a:xfrm>
          <a:prstGeom prst="rect">
            <a:avLst/>
          </a:prstGeom>
          <a:noFill/>
        </p:spPr>
        <p:txBody>
          <a:bodyPr wrap="square" rtlCol="0">
            <a:spAutoFit/>
          </a:bodyPr>
          <a:lstStyle/>
          <a:p>
            <a:r>
              <a:rPr lang="en-US" altLang="zh-CN" sz="10160" b="1" i="1" dirty="0">
                <a:solidFill>
                  <a:srgbClr val="E10000"/>
                </a:solidFill>
                <a:latin typeface="微软雅黑" panose="020B0503020204020204" pitchFamily="34" charset="-122"/>
                <a:ea typeface="微软雅黑" panose="020B0503020204020204" pitchFamily="34" charset="-122"/>
              </a:rPr>
              <a:t>07</a:t>
            </a:r>
            <a:endParaRPr lang="zh-CN" altLang="en-US" sz="10160" b="1" i="1" dirty="0">
              <a:solidFill>
                <a:srgbClr val="E10000"/>
              </a:solidFill>
              <a:latin typeface="微软雅黑" panose="020B0503020204020204" pitchFamily="34" charset="-122"/>
              <a:ea typeface="微软雅黑" panose="020B0503020204020204" pitchFamily="34" charset="-122"/>
            </a:endParaRPr>
          </a:p>
        </p:txBody>
      </p:sp>
      <p:sp>
        <p:nvSpPr>
          <p:cNvPr id="6" name="文本框 5"/>
          <p:cNvSpPr txBox="1"/>
          <p:nvPr/>
        </p:nvSpPr>
        <p:spPr>
          <a:xfrm>
            <a:off x="1254759" y="3146287"/>
            <a:ext cx="5799183" cy="492443"/>
          </a:xfrm>
          <a:prstGeom prst="rect">
            <a:avLst/>
          </a:prstGeom>
          <a:noFill/>
        </p:spPr>
        <p:txBody>
          <a:bodyPr wrap="square" rtlCol="0">
            <a:spAutoFit/>
          </a:bodyPr>
          <a:lstStyle/>
          <a:p>
            <a:r>
              <a:rPr lang="zh-CN" altLang="en-US" sz="2600" b="1" dirty="0">
                <a:solidFill>
                  <a:srgbClr val="6D6D6D"/>
                </a:solidFill>
                <a:latin typeface="微软雅黑" panose="020B0503020204020204" pitchFamily="34" charset="-122"/>
                <a:ea typeface="微软雅黑" panose="020B0503020204020204" pitchFamily="34" charset="-122"/>
              </a:rPr>
              <a:t>新兴材料：湿电子化学品、二甲基亚砜</a:t>
            </a:r>
          </a:p>
        </p:txBody>
      </p:sp>
      <p:sp>
        <p:nvSpPr>
          <p:cNvPr id="7" name="文本框 6"/>
          <p:cNvSpPr txBox="1"/>
          <p:nvPr/>
        </p:nvSpPr>
        <p:spPr>
          <a:xfrm>
            <a:off x="1254760" y="3749576"/>
            <a:ext cx="5302761" cy="418191"/>
          </a:xfrm>
          <a:prstGeom prst="rect">
            <a:avLst/>
          </a:prstGeom>
          <a:noFill/>
        </p:spPr>
        <p:txBody>
          <a:bodyPr wrap="square" rtlCol="0">
            <a:spAutoFit/>
          </a:bodyPr>
          <a:lstStyle/>
          <a:p>
            <a:pPr>
              <a:lnSpc>
                <a:spcPct val="150000"/>
              </a:lnSpc>
            </a:pPr>
            <a:r>
              <a:rPr lang="zh-CN" altLang="en-US" sz="1600" dirty="0">
                <a:solidFill>
                  <a:schemeClr val="bg1">
                    <a:lumMod val="50000"/>
                  </a:schemeClr>
                </a:solidFill>
                <a:latin typeface="微软雅黑" panose="020B0503020204020204" pitchFamily="34" charset="-122"/>
                <a:ea typeface="微软雅黑" panose="020B0503020204020204" pitchFamily="34" charset="-122"/>
              </a:rPr>
              <a:t>厚积薄发，未来可期</a:t>
            </a:r>
          </a:p>
        </p:txBody>
      </p:sp>
    </p:spTree>
    <p:extLst>
      <p:ext uri="{BB962C8B-B14F-4D97-AF65-F5344CB8AC3E}">
        <p14:creationId xmlns:p14="http://schemas.microsoft.com/office/powerpoint/2010/main" val="4324511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15479" y="404654"/>
            <a:ext cx="8596268"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湿电子化学品：超纯化工原料，杂质要求苛刻</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2349842"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资料来源：格林达招股说明书，长江证券研究所</a:t>
            </a:r>
          </a:p>
        </p:txBody>
      </p:sp>
      <p:sp>
        <p:nvSpPr>
          <p:cNvPr id="13" name="Text Box 2">
            <a:extLst>
              <a:ext uri="{FF2B5EF4-FFF2-40B4-BE49-F238E27FC236}">
                <a16:creationId xmlns:a16="http://schemas.microsoft.com/office/drawing/2014/main" xmlns="" id="{A741C8F6-922B-4606-9473-E432D4FEAF9E}"/>
              </a:ext>
            </a:extLst>
          </p:cNvPr>
          <p:cNvSpPr txBox="1">
            <a:spLocks noChangeArrowheads="1"/>
          </p:cNvSpPr>
          <p:nvPr/>
        </p:nvSpPr>
        <p:spPr bwMode="auto">
          <a:xfrm>
            <a:off x="771304" y="1052737"/>
            <a:ext cx="9407170"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湿电子化学品，又称超净高纯试剂或工艺化学品，是指主体成分纯度大于</a:t>
            </a:r>
            <a:r>
              <a:rPr lang="en-US" altLang="zh-CN" sz="1200" b="1" dirty="0">
                <a:solidFill>
                  <a:srgbClr val="6E6E6E"/>
                </a:solidFill>
                <a:latin typeface="微软雅黑" panose="020B0503020204020204" pitchFamily="34" charset="-122"/>
                <a:ea typeface="微软雅黑" panose="020B0503020204020204" pitchFamily="34" charset="-122"/>
              </a:rPr>
              <a:t>99.99%</a:t>
            </a:r>
            <a:r>
              <a:rPr lang="zh-CN" altLang="en-US" sz="1200" b="1" dirty="0">
                <a:solidFill>
                  <a:srgbClr val="6E6E6E"/>
                </a:solidFill>
                <a:latin typeface="微软雅黑" panose="020B0503020204020204" pitchFamily="34" charset="-122"/>
                <a:ea typeface="微软雅黑" panose="020B0503020204020204" pitchFamily="34" charset="-122"/>
              </a:rPr>
              <a:t>，杂质离子和微粒数符合严格要求的化学试剂</a:t>
            </a:r>
            <a:endParaRPr lang="en-US" altLang="zh-CN" sz="1200" b="1"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湿电子化学品是纯度要求最高的化学试剂，区别于常规通用试剂如公用级、实验级、化学纯、分析纯等</a:t>
            </a:r>
            <a:endParaRPr lang="en-US" altLang="zh-CN" sz="1200" dirty="0">
              <a:solidFill>
                <a:srgbClr val="6E6E6E"/>
              </a:solidFill>
              <a:latin typeface="微软雅黑" panose="020B0503020204020204" pitchFamily="34" charset="-122"/>
              <a:ea typeface="微软雅黑" panose="020B0503020204020204" pitchFamily="34" charset="-122"/>
            </a:endParaRPr>
          </a:p>
        </p:txBody>
      </p:sp>
      <p:sp>
        <p:nvSpPr>
          <p:cNvPr id="14" name="Rectangle 4">
            <a:extLst>
              <a:ext uri="{FF2B5EF4-FFF2-40B4-BE49-F238E27FC236}">
                <a16:creationId xmlns:a16="http://schemas.microsoft.com/office/drawing/2014/main" xmlns="" id="{87033DCB-3958-75C5-C0A6-D42526DC0B1E}"/>
              </a:ext>
            </a:extLst>
          </p:cNvPr>
          <p:cNvSpPr>
            <a:spLocks noChangeArrowheads="1"/>
          </p:cNvSpPr>
          <p:nvPr/>
        </p:nvSpPr>
        <p:spPr bwMode="auto">
          <a:xfrm>
            <a:off x="619834" y="2645512"/>
            <a:ext cx="4855055"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b="1" dirty="0">
                <a:solidFill>
                  <a:srgbClr val="E10000"/>
                </a:solidFill>
                <a:latin typeface="微软雅黑" panose="020B0503020204020204" pitchFamily="34" charset="-122"/>
                <a:ea typeface="微软雅黑" panose="020B0503020204020204" pitchFamily="34" charset="-122"/>
              </a:rPr>
              <a:t>湿电子化学品国际标准等级，对杂质要求苛刻</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6" name="表格 5">
            <a:extLst>
              <a:ext uri="{FF2B5EF4-FFF2-40B4-BE49-F238E27FC236}">
                <a16:creationId xmlns:a16="http://schemas.microsoft.com/office/drawing/2014/main" xmlns="" id="{B87A0D09-580B-CE96-F783-C3BB02CF3647}"/>
              </a:ext>
            </a:extLst>
          </p:cNvPr>
          <p:cNvGraphicFramePr>
            <a:graphicFrameLocks noGrp="1"/>
          </p:cNvGraphicFramePr>
          <p:nvPr>
            <p:extLst>
              <p:ext uri="{D42A27DB-BD31-4B8C-83A1-F6EECF244321}">
                <p14:modId xmlns:p14="http://schemas.microsoft.com/office/powerpoint/2010/main" val="2434154886"/>
              </p:ext>
            </p:extLst>
          </p:nvPr>
        </p:nvGraphicFramePr>
        <p:xfrm>
          <a:off x="714219" y="3197814"/>
          <a:ext cx="5180173" cy="2752083"/>
        </p:xfrm>
        <a:graphic>
          <a:graphicData uri="http://schemas.openxmlformats.org/drawingml/2006/table">
            <a:tbl>
              <a:tblPr/>
              <a:tblGrid>
                <a:gridCol w="805114">
                  <a:extLst>
                    <a:ext uri="{9D8B030D-6E8A-4147-A177-3AD203B41FA5}">
                      <a16:colId xmlns:a16="http://schemas.microsoft.com/office/drawing/2014/main" xmlns="" val="925750645"/>
                    </a:ext>
                  </a:extLst>
                </a:gridCol>
                <a:gridCol w="763859">
                  <a:extLst>
                    <a:ext uri="{9D8B030D-6E8A-4147-A177-3AD203B41FA5}">
                      <a16:colId xmlns:a16="http://schemas.microsoft.com/office/drawing/2014/main" xmlns="" val="852224243"/>
                    </a:ext>
                  </a:extLst>
                </a:gridCol>
                <a:gridCol w="567043">
                  <a:extLst>
                    <a:ext uri="{9D8B030D-6E8A-4147-A177-3AD203B41FA5}">
                      <a16:colId xmlns:a16="http://schemas.microsoft.com/office/drawing/2014/main" xmlns="" val="3678326617"/>
                    </a:ext>
                  </a:extLst>
                </a:gridCol>
                <a:gridCol w="985854">
                  <a:extLst>
                    <a:ext uri="{9D8B030D-6E8A-4147-A177-3AD203B41FA5}">
                      <a16:colId xmlns:a16="http://schemas.microsoft.com/office/drawing/2014/main" xmlns="" val="1980460774"/>
                    </a:ext>
                  </a:extLst>
                </a:gridCol>
                <a:gridCol w="1109085">
                  <a:extLst>
                    <a:ext uri="{9D8B030D-6E8A-4147-A177-3AD203B41FA5}">
                      <a16:colId xmlns:a16="http://schemas.microsoft.com/office/drawing/2014/main" xmlns="" val="542642728"/>
                    </a:ext>
                  </a:extLst>
                </a:gridCol>
                <a:gridCol w="949218">
                  <a:extLst>
                    <a:ext uri="{9D8B030D-6E8A-4147-A177-3AD203B41FA5}">
                      <a16:colId xmlns:a16="http://schemas.microsoft.com/office/drawing/2014/main" xmlns="" val="4074122643"/>
                    </a:ext>
                  </a:extLst>
                </a:gridCol>
              </a:tblGrid>
              <a:tr h="278692">
                <a:tc>
                  <a:txBody>
                    <a:bodyPr/>
                    <a:lstStyle/>
                    <a:p>
                      <a:pPr algn="l" fontAlgn="ctr"/>
                      <a:r>
                        <a:rPr lang="en-GB" sz="1050" b="1" i="0" u="none" strike="noStrike" dirty="0">
                          <a:solidFill>
                            <a:srgbClr val="FFFFFF"/>
                          </a:solidFill>
                          <a:effectLst/>
                          <a:latin typeface="Arial" panose="020B0604020202020204" pitchFamily="34" charset="0"/>
                          <a:ea typeface="等线" panose="02010600030101010101" pitchFamily="2" charset="-122"/>
                        </a:rPr>
                        <a:t>SEMI</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l" fontAlgn="ctr"/>
                      <a:r>
                        <a:rPr lang="en-GB" sz="1050" b="1" i="0" u="none" strike="noStrike">
                          <a:solidFill>
                            <a:srgbClr val="FFFFFF"/>
                          </a:solidFill>
                          <a:effectLst/>
                          <a:latin typeface="Arial" panose="020B0604020202020204" pitchFamily="34" charset="0"/>
                          <a:ea typeface="等线" panose="02010600030101010101" pitchFamily="2" charset="-122"/>
                        </a:rPr>
                        <a:t>G1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l" fontAlgn="ctr"/>
                      <a:r>
                        <a:rPr lang="en-GB" sz="1050" b="1" i="0" u="none" strike="noStrike">
                          <a:solidFill>
                            <a:srgbClr val="FFFFFF"/>
                          </a:solidFill>
                          <a:effectLst/>
                          <a:latin typeface="Arial" panose="020B0604020202020204" pitchFamily="34" charset="0"/>
                          <a:ea typeface="等线" panose="02010600030101010101" pitchFamily="2" charset="-122"/>
                        </a:rPr>
                        <a:t>G2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l" fontAlgn="ctr"/>
                      <a:r>
                        <a:rPr lang="en-GB" sz="1050" b="1" i="0" u="none" strike="noStrike">
                          <a:solidFill>
                            <a:srgbClr val="FFFFFF"/>
                          </a:solidFill>
                          <a:effectLst/>
                          <a:latin typeface="Arial" panose="020B0604020202020204" pitchFamily="34" charset="0"/>
                          <a:ea typeface="等线" panose="02010600030101010101" pitchFamily="2" charset="-122"/>
                        </a:rPr>
                        <a:t>G3</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l" fontAlgn="ctr"/>
                      <a:r>
                        <a:rPr lang="en-GB" sz="1050" b="1" i="0" u="none" strike="noStrike" dirty="0" err="1">
                          <a:solidFill>
                            <a:srgbClr val="FFFFFF"/>
                          </a:solidFill>
                          <a:effectLst/>
                          <a:latin typeface="Arial" panose="020B0604020202020204" pitchFamily="34" charset="0"/>
                          <a:ea typeface="等线" panose="02010600030101010101" pitchFamily="2" charset="-122"/>
                        </a:rPr>
                        <a:t>G4</a:t>
                      </a:r>
                      <a:endParaRPr lang="en-GB" sz="1050" b="1" i="0" u="none" strike="noStrike" dirty="0">
                        <a:solidFill>
                          <a:srgbClr val="FFFFFF"/>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l" fontAlgn="ctr"/>
                      <a:r>
                        <a:rPr lang="en-GB" sz="1050" b="1" i="0" u="none" strike="noStrike" dirty="0" err="1">
                          <a:solidFill>
                            <a:srgbClr val="FFFFFF"/>
                          </a:solidFill>
                          <a:effectLst/>
                          <a:latin typeface="Arial" panose="020B0604020202020204" pitchFamily="34" charset="0"/>
                          <a:ea typeface="等线" panose="02010600030101010101" pitchFamily="2" charset="-122"/>
                        </a:rPr>
                        <a:t>G5</a:t>
                      </a:r>
                      <a:endParaRPr lang="en-GB" sz="1050" b="1" i="0" u="none" strike="noStrike" dirty="0">
                        <a:solidFill>
                          <a:srgbClr val="FFFFFF"/>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extLst>
                  <a:ext uri="{0D108BD9-81ED-4DB2-BD59-A6C34878D82A}">
                    <a16:rowId xmlns:a16="http://schemas.microsoft.com/office/drawing/2014/main" xmlns="" val="144426485"/>
                  </a:ext>
                </a:extLst>
              </a:tr>
              <a:tr h="278692">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金属杂质</a:t>
                      </a:r>
                      <a:r>
                        <a:rPr lang="en-US" altLang="zh-CN" sz="1050" b="0" i="0" u="none" strike="noStrike">
                          <a:solidFill>
                            <a:srgbClr val="333333"/>
                          </a:solidFill>
                          <a:effectLst/>
                          <a:latin typeface="Arial" panose="020B0604020202020204" pitchFamily="34" charset="0"/>
                          <a:ea typeface="等线" panose="02010600030101010101" pitchFamily="2" charset="-122"/>
                        </a:rPr>
                        <a:t>/</a:t>
                      </a:r>
                      <a:r>
                        <a:rPr lang="en-GB" sz="1050" b="0" i="0" u="none" strike="noStrike">
                          <a:solidFill>
                            <a:srgbClr val="333333"/>
                          </a:solidFill>
                          <a:effectLst/>
                          <a:latin typeface="Arial" panose="020B0604020202020204" pitchFamily="34" charset="0"/>
                          <a:ea typeface="等线" panose="02010600030101010101" pitchFamily="2" charset="-122"/>
                        </a:rPr>
                        <a:t>ppb</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1000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10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1.0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0.1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0.01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3041180115"/>
                  </a:ext>
                </a:extLst>
              </a:tr>
              <a:tr h="278692">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控制粒径</a:t>
                      </a:r>
                      <a:r>
                        <a:rPr lang="en-US" altLang="zh-CN" sz="1050" b="0" i="0" u="none" strike="noStrike">
                          <a:solidFill>
                            <a:srgbClr val="333333"/>
                          </a:solidFill>
                          <a:effectLst/>
                          <a:latin typeface="Arial" panose="020B0604020202020204" pitchFamily="34" charset="0"/>
                          <a:ea typeface="等线" panose="02010600030101010101" pitchFamily="2" charset="-122"/>
                        </a:rPr>
                        <a:t>/</a:t>
                      </a:r>
                      <a:r>
                        <a:rPr lang="el-GR" sz="1050" b="0" i="0" u="none" strike="noStrike">
                          <a:solidFill>
                            <a:srgbClr val="333333"/>
                          </a:solidFill>
                          <a:effectLst/>
                          <a:latin typeface="Arial" panose="020B0604020202020204" pitchFamily="34" charset="0"/>
                          <a:ea typeface="等线" panose="02010600030101010101" pitchFamily="2" charset="-122"/>
                        </a:rPr>
                        <a:t>μ</a:t>
                      </a:r>
                      <a:r>
                        <a:rPr lang="en-GB" sz="1050" b="0" i="0" u="none" strike="noStrike">
                          <a:solidFill>
                            <a:srgbClr val="333333"/>
                          </a:solidFill>
                          <a:effectLst/>
                          <a:latin typeface="Arial" panose="020B0604020202020204" pitchFamily="34" charset="0"/>
                          <a:ea typeface="等线" panose="02010600030101010101" pitchFamily="2" charset="-122"/>
                        </a:rPr>
                        <a:t>m</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1.0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0.5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0.5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0.2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需双方协商</a:t>
                      </a:r>
                      <a:endParaRPr lang="zh-CN" altLang="en-US" sz="1050" b="0" i="0" u="none" strike="noStrike">
                        <a:solidFill>
                          <a:srgbClr val="333333"/>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461519685"/>
                  </a:ext>
                </a:extLst>
              </a:tr>
              <a:tr h="470293">
                <a:tc>
                  <a:txBody>
                    <a:bodyPr/>
                    <a:lstStyle/>
                    <a:p>
                      <a:pPr algn="l" fontAlgn="ctr"/>
                      <a:r>
                        <a:rPr lang="zh-CN" altLang="en-US" sz="1050" b="0" i="0" u="none" strike="noStrike" dirty="0">
                          <a:solidFill>
                            <a:srgbClr val="333333"/>
                          </a:solidFill>
                          <a:effectLst/>
                          <a:latin typeface="华文细黑" panose="02010600040101010101" pitchFamily="2" charset="-122"/>
                          <a:ea typeface="华文细黑" panose="02010600040101010101" pitchFamily="2" charset="-122"/>
                        </a:rPr>
                        <a:t>颗粒（个</a:t>
                      </a:r>
                      <a:r>
                        <a:rPr lang="en-US" altLang="zh-CN" sz="1050" b="0" i="0" u="none" strike="noStrike" dirty="0">
                          <a:solidFill>
                            <a:srgbClr val="333333"/>
                          </a:solidFill>
                          <a:effectLst/>
                          <a:latin typeface="Arial" panose="020B0604020202020204" pitchFamily="34" charset="0"/>
                          <a:ea typeface="等线" panose="02010600030101010101" pitchFamily="2" charset="-122"/>
                        </a:rPr>
                        <a:t>/</a:t>
                      </a:r>
                      <a:r>
                        <a:rPr lang="en-GB" sz="1050" b="0" i="0" u="none" strike="noStrike" dirty="0">
                          <a:solidFill>
                            <a:srgbClr val="333333"/>
                          </a:solidFill>
                          <a:effectLst/>
                          <a:latin typeface="Arial" panose="020B0604020202020204" pitchFamily="34" charset="0"/>
                          <a:ea typeface="等线" panose="02010600030101010101" pitchFamily="2" charset="-122"/>
                        </a:rPr>
                        <a:t>ml</a:t>
                      </a:r>
                      <a:r>
                        <a:rPr lang="en-GB" sz="1050" b="0" i="0" u="none" strike="noStrike" dirty="0">
                          <a:solidFill>
                            <a:srgbClr val="333333"/>
                          </a:solidFill>
                          <a:effectLst/>
                          <a:latin typeface="华文细黑" panose="02010600040101010101" pitchFamily="2" charset="-122"/>
                          <a:ea typeface="华文细黑" panose="02010600040101010101" pitchFamily="2" charset="-122"/>
                        </a:rPr>
                        <a:t>）</a:t>
                      </a:r>
                      <a:endParaRPr lang="en-GB" sz="1050" b="0" i="0" u="none" strike="noStrike" dirty="0">
                        <a:solidFill>
                          <a:srgbClr val="333333"/>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25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25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需双方协商</a:t>
                      </a:r>
                      <a:endParaRPr lang="zh-CN" altLang="en-US" sz="1050" b="0" i="0" u="none" strike="noStrike">
                        <a:solidFill>
                          <a:srgbClr val="333333"/>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dirty="0">
                          <a:solidFill>
                            <a:srgbClr val="333333"/>
                          </a:solidFill>
                          <a:effectLst/>
                          <a:latin typeface="华文细黑" panose="02010600040101010101" pitchFamily="2" charset="-122"/>
                          <a:ea typeface="华文细黑" panose="02010600040101010101" pitchFamily="2" charset="-122"/>
                        </a:rPr>
                        <a:t>需双方协商</a:t>
                      </a:r>
                      <a:endParaRPr lang="zh-CN" altLang="en-US" sz="1050" b="0" i="0" u="none" strike="noStrike" dirty="0">
                        <a:solidFill>
                          <a:srgbClr val="333333"/>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3888088666"/>
                  </a:ext>
                </a:extLst>
              </a:tr>
              <a:tr h="278692">
                <a:tc>
                  <a:txBody>
                    <a:bodyPr/>
                    <a:lstStyle/>
                    <a:p>
                      <a:pPr algn="l" fontAlgn="ctr"/>
                      <a:r>
                        <a:rPr lang="en-GB" sz="1050" b="0" i="0" u="none" strike="noStrike">
                          <a:solidFill>
                            <a:srgbClr val="333333"/>
                          </a:solidFill>
                          <a:effectLst/>
                          <a:latin typeface="Arial" panose="020B0604020202020204" pitchFamily="34" charset="0"/>
                          <a:ea typeface="等线" panose="02010600030101010101" pitchFamily="2" charset="-122"/>
                        </a:rPr>
                        <a:t>IC</a:t>
                      </a:r>
                      <a:r>
                        <a:rPr lang="zh-CN" altLang="en-US" sz="1050" b="0" i="0" u="none" strike="noStrike">
                          <a:solidFill>
                            <a:srgbClr val="333333"/>
                          </a:solidFill>
                          <a:effectLst/>
                          <a:latin typeface="华文细黑" panose="02010600040101010101" pitchFamily="2" charset="-122"/>
                          <a:ea typeface="华文细黑" panose="02010600040101010101" pitchFamily="2" charset="-122"/>
                        </a:rPr>
                        <a:t>线宽</a:t>
                      </a:r>
                      <a:r>
                        <a:rPr lang="en-US" altLang="zh-CN" sz="1050" b="0" i="0" u="none" strike="noStrike">
                          <a:solidFill>
                            <a:srgbClr val="333333"/>
                          </a:solidFill>
                          <a:effectLst/>
                          <a:latin typeface="Arial" panose="020B0604020202020204" pitchFamily="34" charset="0"/>
                          <a:ea typeface="等线" panose="02010600030101010101" pitchFamily="2" charset="-122"/>
                        </a:rPr>
                        <a:t>/</a:t>
                      </a:r>
                      <a:r>
                        <a:rPr lang="el-GR" sz="1050" b="0" i="0" u="none" strike="noStrike">
                          <a:solidFill>
                            <a:srgbClr val="333333"/>
                          </a:solidFill>
                          <a:effectLst/>
                          <a:latin typeface="Arial" panose="020B0604020202020204" pitchFamily="34" charset="0"/>
                          <a:ea typeface="等线" panose="02010600030101010101" pitchFamily="2" charset="-122"/>
                        </a:rPr>
                        <a:t>μ</a:t>
                      </a:r>
                      <a:r>
                        <a:rPr lang="en-GB" sz="1050" b="0" i="0" u="none" strike="noStrike">
                          <a:solidFill>
                            <a:srgbClr val="333333"/>
                          </a:solidFill>
                          <a:effectLst/>
                          <a:latin typeface="Arial" panose="020B0604020202020204" pitchFamily="34" charset="0"/>
                          <a:ea typeface="等线" panose="02010600030101010101" pitchFamily="2" charset="-122"/>
                        </a:rPr>
                        <a:t>m</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altLang="zh-CN" sz="1050" b="0" i="0" u="none" strike="noStrike">
                          <a:solidFill>
                            <a:srgbClr val="333333"/>
                          </a:solidFill>
                          <a:effectLst/>
                          <a:latin typeface="Arial" panose="020B0604020202020204" pitchFamily="34" charset="0"/>
                          <a:ea typeface="等线" panose="02010600030101010101" pitchFamily="2" charset="-122"/>
                        </a:rPr>
                        <a:t>&gt;1.2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altLang="zh-CN" sz="1050" b="0" i="0" u="none" strike="noStrike">
                          <a:solidFill>
                            <a:srgbClr val="333333"/>
                          </a:solidFill>
                          <a:effectLst/>
                          <a:latin typeface="Arial" panose="020B0604020202020204" pitchFamily="34" charset="0"/>
                          <a:ea typeface="等线" panose="02010600030101010101" pitchFamily="2" charset="-122"/>
                        </a:rPr>
                        <a:t>0.8~1.2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altLang="zh-CN" sz="1050" b="0" i="0" u="none" strike="noStrike">
                          <a:solidFill>
                            <a:srgbClr val="333333"/>
                          </a:solidFill>
                          <a:effectLst/>
                          <a:latin typeface="Arial" panose="020B0604020202020204" pitchFamily="34" charset="0"/>
                          <a:ea typeface="等线" panose="02010600030101010101" pitchFamily="2" charset="-122"/>
                        </a:rPr>
                        <a:t>0.2~0.6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altLang="zh-CN" sz="1050" b="0" i="0" u="none" strike="noStrike">
                          <a:solidFill>
                            <a:srgbClr val="333333"/>
                          </a:solidFill>
                          <a:effectLst/>
                          <a:latin typeface="Arial" panose="020B0604020202020204" pitchFamily="34" charset="0"/>
                          <a:ea typeface="等线" panose="02010600030101010101" pitchFamily="2" charset="-122"/>
                        </a:rPr>
                        <a:t>0.09~0.2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altLang="zh-CN" sz="1050" b="0" i="0" u="none" strike="noStrike">
                          <a:solidFill>
                            <a:srgbClr val="333333"/>
                          </a:solidFill>
                          <a:effectLst/>
                          <a:latin typeface="Arial" panose="020B0604020202020204" pitchFamily="34" charset="0"/>
                          <a:ea typeface="等线" panose="02010600030101010101" pitchFamily="2" charset="-122"/>
                        </a:rPr>
                        <a:t>&lt;0.09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3474204894"/>
                  </a:ext>
                </a:extLst>
              </a:tr>
              <a:tr h="1167022">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应用</a:t>
                      </a:r>
                      <a:endParaRPr lang="zh-CN" altLang="en-US" sz="1050" b="0" i="0" u="none" strike="noStrike">
                        <a:solidFill>
                          <a:srgbClr val="333333"/>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分立器件、太阳能电池</a:t>
                      </a:r>
                      <a:endParaRPr lang="zh-CN" altLang="en-US" sz="1050" b="0" i="0" u="none" strike="noStrike">
                        <a:solidFill>
                          <a:srgbClr val="333333"/>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显示面板</a:t>
                      </a:r>
                      <a:endParaRPr lang="zh-CN" altLang="en-US" sz="1050" b="0" i="0" u="none" strike="noStrike">
                        <a:solidFill>
                          <a:srgbClr val="333333"/>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大规模集成电路（</a:t>
                      </a:r>
                      <a:r>
                        <a:rPr lang="en-US" altLang="zh-CN" sz="1050" b="0" i="0" u="none" strike="noStrike">
                          <a:solidFill>
                            <a:srgbClr val="333333"/>
                          </a:solidFill>
                          <a:effectLst/>
                          <a:latin typeface="Arial" panose="020B0604020202020204" pitchFamily="34" charset="0"/>
                          <a:ea typeface="等线" panose="02010600030101010101" pitchFamily="2" charset="-122"/>
                        </a:rPr>
                        <a:t>IC</a:t>
                      </a:r>
                      <a:r>
                        <a:rPr lang="zh-CN" altLang="en-US" sz="1050" b="0" i="0" u="none" strike="noStrike">
                          <a:solidFill>
                            <a:srgbClr val="333333"/>
                          </a:solidFill>
                          <a:effectLst/>
                          <a:latin typeface="华文细黑" panose="02010600040101010101" pitchFamily="2" charset="-122"/>
                          <a:ea typeface="华文细黑" panose="02010600040101010101" pitchFamily="2" charset="-122"/>
                        </a:rPr>
                        <a:t>）、超高清</a:t>
                      </a:r>
                      <a:r>
                        <a:rPr lang="en-US" altLang="zh-CN" sz="1050" b="0" i="0" u="none" strike="noStrike">
                          <a:solidFill>
                            <a:srgbClr val="333333"/>
                          </a:solidFill>
                          <a:effectLst/>
                          <a:latin typeface="Arial" panose="020B0604020202020204" pitchFamily="34" charset="0"/>
                          <a:ea typeface="等线" panose="02010600030101010101" pitchFamily="2" charset="-122"/>
                        </a:rPr>
                        <a:t>LCD</a:t>
                      </a: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OLED</a:t>
                      </a:r>
                      <a:r>
                        <a:rPr lang="zh-CN" altLang="en-US" sz="1050" b="0" i="0" u="none" strike="noStrike">
                          <a:solidFill>
                            <a:srgbClr val="333333"/>
                          </a:solidFill>
                          <a:effectLst/>
                          <a:latin typeface="华文细黑" panose="02010600040101010101" pitchFamily="2" charset="-122"/>
                          <a:ea typeface="华文细黑" panose="02010600040101010101" pitchFamily="2" charset="-122"/>
                        </a:rPr>
                        <a:t>显示面板</a:t>
                      </a:r>
                      <a:endParaRPr lang="zh-CN" altLang="en-US" sz="1050" b="0" i="0" u="none" strike="noStrike">
                        <a:solidFill>
                          <a:srgbClr val="333333"/>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zh-CN" altLang="en-US" sz="1050" b="0" i="0" u="none" strike="noStrike">
                          <a:solidFill>
                            <a:srgbClr val="333333"/>
                          </a:solidFill>
                          <a:effectLst/>
                          <a:latin typeface="华文细黑" panose="02010600040101010101" pitchFamily="2" charset="-122"/>
                          <a:ea typeface="华文细黑" panose="02010600040101010101" pitchFamily="2" charset="-122"/>
                        </a:rPr>
                        <a:t>超大规模集成电路（</a:t>
                      </a:r>
                      <a:r>
                        <a:rPr lang="en-US" altLang="zh-CN" sz="1050" b="0" i="0" u="none" strike="noStrike">
                          <a:solidFill>
                            <a:srgbClr val="333333"/>
                          </a:solidFill>
                          <a:effectLst/>
                          <a:latin typeface="Arial" panose="020B0604020202020204" pitchFamily="34" charset="0"/>
                          <a:ea typeface="等线" panose="02010600030101010101" pitchFamily="2" charset="-122"/>
                        </a:rPr>
                        <a:t>IC</a:t>
                      </a:r>
                      <a:r>
                        <a:rPr lang="zh-CN" altLang="en-US" sz="1050" b="0" i="0" u="none" strike="noStrike">
                          <a:solidFill>
                            <a:srgbClr val="333333"/>
                          </a:solidFill>
                          <a:effectLst/>
                          <a:latin typeface="华文细黑" panose="02010600040101010101" pitchFamily="2" charset="-122"/>
                          <a:ea typeface="华文细黑" panose="02010600040101010101" pitchFamily="2" charset="-122"/>
                        </a:rPr>
                        <a:t>）、超高清</a:t>
                      </a:r>
                      <a:r>
                        <a:rPr lang="en-US" altLang="zh-CN" sz="1050" b="0" i="0" u="none" strike="noStrike">
                          <a:solidFill>
                            <a:srgbClr val="333333"/>
                          </a:solidFill>
                          <a:effectLst/>
                          <a:latin typeface="Arial" panose="020B0604020202020204" pitchFamily="34" charset="0"/>
                          <a:ea typeface="等线" panose="02010600030101010101" pitchFamily="2" charset="-122"/>
                        </a:rPr>
                        <a:t>LCD</a:t>
                      </a:r>
                      <a:r>
                        <a:rPr lang="zh-CN" altLang="en-US" sz="1050" b="0" i="0" u="none" strike="noStrike">
                          <a:solidFill>
                            <a:srgbClr val="333333"/>
                          </a:solidFill>
                          <a:effectLst/>
                          <a:latin typeface="华文细黑" panose="02010600040101010101" pitchFamily="2" charset="-122"/>
                          <a:ea typeface="华文细黑" panose="02010600040101010101" pitchFamily="2" charset="-122"/>
                        </a:rPr>
                        <a:t>、</a:t>
                      </a:r>
                      <a:r>
                        <a:rPr lang="en-US" altLang="zh-CN" sz="1050" b="0" i="0" u="none" strike="noStrike">
                          <a:solidFill>
                            <a:srgbClr val="333333"/>
                          </a:solidFill>
                          <a:effectLst/>
                          <a:latin typeface="Arial" panose="020B0604020202020204" pitchFamily="34" charset="0"/>
                          <a:ea typeface="等线" panose="02010600030101010101" pitchFamily="2" charset="-122"/>
                        </a:rPr>
                        <a:t>OLED</a:t>
                      </a:r>
                      <a:r>
                        <a:rPr lang="zh-CN" altLang="en-US" sz="1050" b="0" i="0" u="none" strike="noStrike">
                          <a:solidFill>
                            <a:srgbClr val="333333"/>
                          </a:solidFill>
                          <a:effectLst/>
                          <a:latin typeface="华文细黑" panose="02010600040101010101" pitchFamily="2" charset="-122"/>
                          <a:ea typeface="华文细黑" panose="02010600040101010101" pitchFamily="2" charset="-122"/>
                        </a:rPr>
                        <a:t>显示面板</a:t>
                      </a:r>
                      <a:endParaRPr lang="zh-CN" altLang="en-US" sz="1050" b="0" i="0" u="none" strike="noStrike">
                        <a:solidFill>
                          <a:srgbClr val="333333"/>
                        </a:solidFill>
                        <a:effectLst/>
                        <a:latin typeface="Arial" panose="020B060402020202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altLang="zh-CN" sz="1050" b="0" i="0" u="none" strike="noStrike" dirty="0">
                          <a:solidFill>
                            <a:srgbClr val="333333"/>
                          </a:solidFill>
                          <a:effectLst/>
                          <a:latin typeface="Arial" panose="020B0604020202020204" pitchFamily="34" charset="0"/>
                          <a:ea typeface="等线" panose="02010600030101010101" pitchFamily="2" charset="-122"/>
                        </a:rPr>
                        <a:t>-</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125785902"/>
                  </a:ext>
                </a:extLst>
              </a:tr>
            </a:tbl>
          </a:graphicData>
        </a:graphic>
      </p:graphicFrame>
      <p:grpSp>
        <p:nvGrpSpPr>
          <p:cNvPr id="28" name="组合 27">
            <a:extLst>
              <a:ext uri="{FF2B5EF4-FFF2-40B4-BE49-F238E27FC236}">
                <a16:creationId xmlns:a16="http://schemas.microsoft.com/office/drawing/2014/main" xmlns="" id="{9D118260-AD53-1B42-CF61-F4FA6F07641C}"/>
              </a:ext>
            </a:extLst>
          </p:cNvPr>
          <p:cNvGrpSpPr/>
          <p:nvPr/>
        </p:nvGrpSpPr>
        <p:grpSpPr>
          <a:xfrm>
            <a:off x="6819471" y="3130420"/>
            <a:ext cx="4008705" cy="2819477"/>
            <a:chOff x="7202025" y="3130420"/>
            <a:chExt cx="4008705" cy="2819477"/>
          </a:xfrm>
        </p:grpSpPr>
        <p:graphicFrame>
          <p:nvGraphicFramePr>
            <p:cNvPr id="7" name="图示 6">
              <a:extLst>
                <a:ext uri="{FF2B5EF4-FFF2-40B4-BE49-F238E27FC236}">
                  <a16:creationId xmlns:a16="http://schemas.microsoft.com/office/drawing/2014/main" xmlns="" id="{AD3D8391-994F-DCAF-7D34-C759F969C4C3}"/>
                </a:ext>
              </a:extLst>
            </p:cNvPr>
            <p:cNvGraphicFramePr/>
            <p:nvPr>
              <p:extLst>
                <p:ext uri="{D42A27DB-BD31-4B8C-83A1-F6EECF244321}">
                  <p14:modId xmlns:p14="http://schemas.microsoft.com/office/powerpoint/2010/main" val="3723028342"/>
                </p:ext>
              </p:extLst>
            </p:nvPr>
          </p:nvGraphicFramePr>
          <p:xfrm>
            <a:off x="7202025" y="3130420"/>
            <a:ext cx="4008705" cy="281947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5" name="左大括号 24">
              <a:extLst>
                <a:ext uri="{FF2B5EF4-FFF2-40B4-BE49-F238E27FC236}">
                  <a16:creationId xmlns:a16="http://schemas.microsoft.com/office/drawing/2014/main" xmlns="" id="{1F309BCB-8C80-B477-F7C2-A978F91162B4}"/>
                </a:ext>
              </a:extLst>
            </p:cNvPr>
            <p:cNvSpPr/>
            <p:nvPr/>
          </p:nvSpPr>
          <p:spPr>
            <a:xfrm rot="2120917">
              <a:off x="8001268" y="3322914"/>
              <a:ext cx="212328" cy="2279527"/>
            </a:xfrm>
            <a:prstGeom prst="leftBrace">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7" name="文本框 26">
              <a:extLst>
                <a:ext uri="{FF2B5EF4-FFF2-40B4-BE49-F238E27FC236}">
                  <a16:creationId xmlns:a16="http://schemas.microsoft.com/office/drawing/2014/main" xmlns="" id="{93C4CE4E-698F-09E4-D0E6-024689DA777A}"/>
                </a:ext>
              </a:extLst>
            </p:cNvPr>
            <p:cNvSpPr txBox="1"/>
            <p:nvPr/>
          </p:nvSpPr>
          <p:spPr>
            <a:xfrm rot="18373056">
              <a:off x="7433041" y="4103510"/>
              <a:ext cx="1012372" cy="261610"/>
            </a:xfrm>
            <a:prstGeom prst="rect">
              <a:avLst/>
            </a:prstGeom>
            <a:noFill/>
          </p:spPr>
          <p:txBody>
            <a:bodyPr wrap="square" rtlCol="0">
              <a:spAutoFit/>
            </a:bodyPr>
            <a:lstStyle/>
            <a:p>
              <a:r>
                <a:rPr lang="zh-CN" altLang="en-US" sz="1100" b="1" dirty="0">
                  <a:latin typeface="微软雅黑" panose="020B0503020204020204" pitchFamily="34" charset="-122"/>
                  <a:ea typeface="微软雅黑" panose="020B0503020204020204" pitchFamily="34" charset="-122"/>
                </a:rPr>
                <a:t>通用试剂</a:t>
              </a:r>
            </a:p>
          </p:txBody>
        </p:sp>
      </p:grpSp>
      <p:sp>
        <p:nvSpPr>
          <p:cNvPr id="2" name="Rectangle 4">
            <a:extLst>
              <a:ext uri="{FF2B5EF4-FFF2-40B4-BE49-F238E27FC236}">
                <a16:creationId xmlns:a16="http://schemas.microsoft.com/office/drawing/2014/main" xmlns="" id="{276FD107-B094-BFA9-1DDC-8B1D66FFE309}"/>
              </a:ext>
            </a:extLst>
          </p:cNvPr>
          <p:cNvSpPr>
            <a:spLocks noChangeArrowheads="1"/>
          </p:cNvSpPr>
          <p:nvPr/>
        </p:nvSpPr>
        <p:spPr bwMode="auto">
          <a:xfrm>
            <a:off x="6498932" y="2645512"/>
            <a:ext cx="4855055"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b="1" dirty="0">
                <a:solidFill>
                  <a:srgbClr val="E10000"/>
                </a:solidFill>
                <a:latin typeface="微软雅黑" panose="020B0503020204020204" pitchFamily="34" charset="-122"/>
                <a:ea typeface="微软雅黑" panose="020B0503020204020204" pitchFamily="34" charset="-122"/>
              </a:rPr>
              <a:t>湿电子化学品位于试剂纯级”金字塔尖</a:t>
            </a:r>
            <a:r>
              <a:rPr lang="en-US" altLang="zh-CN" b="1" dirty="0">
                <a:solidFill>
                  <a:srgbClr val="E10000"/>
                </a:solidFill>
                <a:latin typeface="微软雅黑" panose="020B0503020204020204" pitchFamily="34" charset="-122"/>
                <a:ea typeface="微软雅黑" panose="020B0503020204020204" pitchFamily="34" charset="-122"/>
              </a:rPr>
              <a:t>”</a:t>
            </a:r>
            <a:endParaRPr lang="zh-CN" altLang="zh-CN" b="1" dirty="0">
              <a:solidFill>
                <a:srgbClr val="E1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92445169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15479" y="404654"/>
            <a:ext cx="8969492"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湿电子化学品：偏上游，用于光伏、显示、电子等</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3478356"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资料来源：中国电子材料行业协会，格林达招股说明书，长江证券研究所</a:t>
            </a:r>
          </a:p>
        </p:txBody>
      </p:sp>
      <p:sp>
        <p:nvSpPr>
          <p:cNvPr id="13" name="Text Box 2">
            <a:extLst>
              <a:ext uri="{FF2B5EF4-FFF2-40B4-BE49-F238E27FC236}">
                <a16:creationId xmlns:a16="http://schemas.microsoft.com/office/drawing/2014/main" xmlns="" id="{A741C8F6-922B-4606-9473-E432D4FEAF9E}"/>
              </a:ext>
            </a:extLst>
          </p:cNvPr>
          <p:cNvSpPr txBox="1">
            <a:spLocks noChangeArrowheads="1"/>
          </p:cNvSpPr>
          <p:nvPr/>
        </p:nvSpPr>
        <p:spPr bwMode="auto">
          <a:xfrm>
            <a:off x="771304" y="1052737"/>
            <a:ext cx="9407170" cy="1167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湿电子化学品位于产业链偏上游，由原料硫酸、磷酸、氢氟酸、双氧水等经过</a:t>
            </a:r>
            <a:r>
              <a:rPr lang="zh-CN" altLang="en-US" sz="1200" b="1" dirty="0">
                <a:solidFill>
                  <a:srgbClr val="6E6E6E"/>
                </a:solidFill>
                <a:latin typeface="微软雅黑" panose="020B0503020204020204" pitchFamily="34" charset="-122"/>
                <a:ea typeface="微软雅黑" panose="020B0503020204020204" pitchFamily="34" charset="-122"/>
              </a:rPr>
              <a:t>预处理、 过滤、 提纯</a:t>
            </a:r>
            <a:r>
              <a:rPr lang="zh-CN" altLang="en-US" sz="1200" dirty="0">
                <a:solidFill>
                  <a:srgbClr val="6E6E6E"/>
                </a:solidFill>
                <a:latin typeface="微软雅黑" panose="020B0503020204020204" pitchFamily="34" charset="-122"/>
                <a:ea typeface="微软雅黑" panose="020B0503020204020204" pitchFamily="34" charset="-122"/>
              </a:rPr>
              <a:t>等工艺生产得到对应的高纯度产品</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年我国湿电子化学品主要用于</a:t>
            </a:r>
            <a:r>
              <a:rPr lang="zh-CN" altLang="en-US" sz="1200" b="1" dirty="0">
                <a:solidFill>
                  <a:srgbClr val="6E6E6E"/>
                </a:solidFill>
                <a:latin typeface="微软雅黑" panose="020B0503020204020204" pitchFamily="34" charset="-122"/>
                <a:ea typeface="微软雅黑" panose="020B0503020204020204" pitchFamily="34" charset="-122"/>
              </a:rPr>
              <a:t>光伏电池板（</a:t>
            </a:r>
            <a:r>
              <a:rPr lang="en-US" altLang="zh-CN" sz="1200" b="1" dirty="0">
                <a:solidFill>
                  <a:srgbClr val="6E6E6E"/>
                </a:solidFill>
                <a:latin typeface="微软雅黑" panose="020B0503020204020204" pitchFamily="34" charset="-122"/>
                <a:ea typeface="微软雅黑" panose="020B0503020204020204" pitchFamily="34" charset="-122"/>
              </a:rPr>
              <a:t>41.7%</a:t>
            </a:r>
            <a:r>
              <a:rPr lang="zh-CN" altLang="en-US" sz="1200" b="1" dirty="0">
                <a:solidFill>
                  <a:srgbClr val="6E6E6E"/>
                </a:solidFill>
                <a:latin typeface="微软雅黑" panose="020B0503020204020204" pitchFamily="34" charset="-122"/>
                <a:ea typeface="微软雅黑" panose="020B0503020204020204" pitchFamily="34" charset="-122"/>
              </a:rPr>
              <a:t>）、液晶显示材料（</a:t>
            </a:r>
            <a:r>
              <a:rPr lang="en-US" altLang="zh-CN" sz="1200" b="1" dirty="0">
                <a:solidFill>
                  <a:srgbClr val="6E6E6E"/>
                </a:solidFill>
                <a:latin typeface="微软雅黑" panose="020B0503020204020204" pitchFamily="34" charset="-122"/>
                <a:ea typeface="微软雅黑" panose="020B0503020204020204" pitchFamily="34" charset="-122"/>
              </a:rPr>
              <a:t>30.0%</a:t>
            </a:r>
            <a:r>
              <a:rPr lang="zh-CN" altLang="en-US" sz="1200" b="1" dirty="0">
                <a:solidFill>
                  <a:srgbClr val="6E6E6E"/>
                </a:solidFill>
                <a:latin typeface="微软雅黑" panose="020B0503020204020204" pitchFamily="34" charset="-122"/>
                <a:ea typeface="微软雅黑" panose="020B0503020204020204" pitchFamily="34" charset="-122"/>
              </a:rPr>
              <a:t>）、集成电路（</a:t>
            </a:r>
            <a:r>
              <a:rPr lang="en-US" altLang="zh-CN" sz="1200" b="1" dirty="0">
                <a:solidFill>
                  <a:srgbClr val="6E6E6E"/>
                </a:solidFill>
                <a:latin typeface="微软雅黑" panose="020B0503020204020204" pitchFamily="34" charset="-122"/>
                <a:ea typeface="微软雅黑" panose="020B0503020204020204" pitchFamily="34" charset="-122"/>
              </a:rPr>
              <a:t>21.5%</a:t>
            </a:r>
            <a:r>
              <a:rPr lang="zh-CN" altLang="en-US" sz="1200" b="1" dirty="0">
                <a:solidFill>
                  <a:srgbClr val="6E6E6E"/>
                </a:solidFill>
                <a:latin typeface="微软雅黑" panose="020B0503020204020204" pitchFamily="34" charset="-122"/>
                <a:ea typeface="微软雅黑" panose="020B0503020204020204" pitchFamily="34" charset="-122"/>
              </a:rPr>
              <a:t>）</a:t>
            </a:r>
            <a:endParaRPr lang="en-US" altLang="zh-CN" sz="1200" b="1" dirty="0">
              <a:solidFill>
                <a:srgbClr val="6E6E6E"/>
              </a:solidFill>
              <a:latin typeface="微软雅黑" panose="020B0503020204020204" pitchFamily="34" charset="-122"/>
              <a:ea typeface="微软雅黑" panose="020B0503020204020204" pitchFamily="34" charset="-122"/>
            </a:endParaRPr>
          </a:p>
          <a:p>
            <a:pPr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湿电子化学品作为集成电路、新能源、显示面板等行业生产中所需要的关键化学材料，其</a:t>
            </a:r>
            <a:r>
              <a:rPr lang="zh-CN" altLang="en-US" sz="1200" b="1" dirty="0">
                <a:solidFill>
                  <a:srgbClr val="6E6E6E"/>
                </a:solidFill>
                <a:latin typeface="微软雅黑" panose="020B0503020204020204" pitchFamily="34" charset="-122"/>
                <a:ea typeface="微软雅黑" panose="020B0503020204020204" pitchFamily="34" charset="-122"/>
              </a:rPr>
              <a:t>质量对集成电路芯片，光伏电池，显示面板等产品的生产良率及电性能等有显著的影响</a:t>
            </a:r>
            <a:endParaRPr lang="en-US" altLang="zh-CN" sz="1200" b="1" dirty="0">
              <a:solidFill>
                <a:srgbClr val="6E6E6E"/>
              </a:solidFill>
              <a:latin typeface="微软雅黑" panose="020B0503020204020204" pitchFamily="34" charset="-122"/>
              <a:ea typeface="微软雅黑" panose="020B0503020204020204" pitchFamily="34" charset="-122"/>
            </a:endParaRPr>
          </a:p>
        </p:txBody>
      </p:sp>
      <p:sp>
        <p:nvSpPr>
          <p:cNvPr id="14" name="Rectangle 4">
            <a:extLst>
              <a:ext uri="{FF2B5EF4-FFF2-40B4-BE49-F238E27FC236}">
                <a16:creationId xmlns:a16="http://schemas.microsoft.com/office/drawing/2014/main" xmlns="" id="{87033DCB-3958-75C5-C0A6-D42526DC0B1E}"/>
              </a:ext>
            </a:extLst>
          </p:cNvPr>
          <p:cNvSpPr>
            <a:spLocks noChangeArrowheads="1"/>
          </p:cNvSpPr>
          <p:nvPr/>
        </p:nvSpPr>
        <p:spPr bwMode="auto">
          <a:xfrm>
            <a:off x="528708" y="2975835"/>
            <a:ext cx="3221374"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b="1" dirty="0">
                <a:solidFill>
                  <a:srgbClr val="E10000"/>
                </a:solidFill>
                <a:latin typeface="微软雅黑" panose="020B0503020204020204" pitchFamily="34" charset="-122"/>
                <a:ea typeface="微软雅黑" panose="020B0503020204020204" pitchFamily="34" charset="-122"/>
              </a:rPr>
              <a:t>湿电子化学品产业链示意图</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15" name="Rectangle 4">
            <a:extLst>
              <a:ext uri="{FF2B5EF4-FFF2-40B4-BE49-F238E27FC236}">
                <a16:creationId xmlns:a16="http://schemas.microsoft.com/office/drawing/2014/main" xmlns="" id="{75339D4D-830D-C0C7-DEB1-5E8BB442F7FC}"/>
              </a:ext>
            </a:extLst>
          </p:cNvPr>
          <p:cNvSpPr>
            <a:spLocks noChangeArrowheads="1"/>
          </p:cNvSpPr>
          <p:nvPr/>
        </p:nvSpPr>
        <p:spPr bwMode="auto">
          <a:xfrm>
            <a:off x="5713613" y="2948276"/>
            <a:ext cx="5487568"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b="1" dirty="0">
                <a:solidFill>
                  <a:srgbClr val="E10000"/>
                </a:solidFill>
                <a:latin typeface="微软雅黑" panose="020B0503020204020204" pitchFamily="34" charset="-122"/>
                <a:ea typeface="微软雅黑" panose="020B0503020204020204" pitchFamily="34" charset="-122"/>
              </a:rPr>
              <a:t>我国湿电子化学品下游需求结构</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4" name="图表 3">
            <a:extLst>
              <a:ext uri="{FF2B5EF4-FFF2-40B4-BE49-F238E27FC236}">
                <a16:creationId xmlns:a16="http://schemas.microsoft.com/office/drawing/2014/main" xmlns="" id="{33DD5989-7142-8651-95AC-EF3EE0777704}"/>
              </a:ext>
            </a:extLst>
          </p:cNvPr>
          <p:cNvGraphicFramePr>
            <a:graphicFrameLocks/>
          </p:cNvGraphicFramePr>
          <p:nvPr>
            <p:extLst>
              <p:ext uri="{D42A27DB-BD31-4B8C-83A1-F6EECF244321}">
                <p14:modId xmlns:p14="http://schemas.microsoft.com/office/powerpoint/2010/main" val="1120257019"/>
              </p:ext>
            </p:extLst>
          </p:nvPr>
        </p:nvGraphicFramePr>
        <p:xfrm>
          <a:off x="6517433" y="3662002"/>
          <a:ext cx="4775417" cy="2374641"/>
        </p:xfrm>
        <a:graphic>
          <a:graphicData uri="http://schemas.openxmlformats.org/drawingml/2006/chart">
            <c:chart xmlns:c="http://schemas.openxmlformats.org/drawingml/2006/chart" xmlns:r="http://schemas.openxmlformats.org/officeDocument/2006/relationships" r:id="rId3"/>
          </a:graphicData>
        </a:graphic>
      </p:graphicFrame>
      <p:pic>
        <p:nvPicPr>
          <p:cNvPr id="2" name="图片 1">
            <a:extLst>
              <a:ext uri="{FF2B5EF4-FFF2-40B4-BE49-F238E27FC236}">
                <a16:creationId xmlns:a16="http://schemas.microsoft.com/office/drawing/2014/main" xmlns="" id="{34B17BD7-ABCB-F366-E456-752A93D54C2B}"/>
              </a:ext>
            </a:extLst>
          </p:cNvPr>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8933" y="3544484"/>
            <a:ext cx="5487567" cy="2688084"/>
          </a:xfrm>
          <a:prstGeom prst="rect">
            <a:avLst/>
          </a:prstGeom>
          <a:noFill/>
          <a:ln>
            <a:noFill/>
          </a:ln>
        </p:spPr>
      </p:pic>
    </p:spTree>
    <p:extLst>
      <p:ext uri="{BB962C8B-B14F-4D97-AF65-F5344CB8AC3E}">
        <p14:creationId xmlns:p14="http://schemas.microsoft.com/office/powerpoint/2010/main" val="182697765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15479" y="404654"/>
            <a:ext cx="8596268"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湿电子化学品：壁垒高企，海外企业占据市场</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3991317"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资料来源：中国电子材料行业协会，格林达招股说明书，智研咨询，长江证券研究所</a:t>
            </a:r>
          </a:p>
        </p:txBody>
      </p:sp>
      <p:sp>
        <p:nvSpPr>
          <p:cNvPr id="13" name="Text Box 2">
            <a:extLst>
              <a:ext uri="{FF2B5EF4-FFF2-40B4-BE49-F238E27FC236}">
                <a16:creationId xmlns:a16="http://schemas.microsoft.com/office/drawing/2014/main" xmlns="" id="{A741C8F6-922B-4606-9473-E432D4FEAF9E}"/>
              </a:ext>
            </a:extLst>
          </p:cNvPr>
          <p:cNvSpPr txBox="1">
            <a:spLocks noChangeArrowheads="1"/>
          </p:cNvSpPr>
          <p:nvPr/>
        </p:nvSpPr>
        <p:spPr bwMode="auto">
          <a:xfrm>
            <a:off x="617350" y="1054226"/>
            <a:ext cx="4533150" cy="14446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湿电子化学品壁垒高企，海外龙头占据主要份额</a:t>
            </a:r>
            <a:r>
              <a:rPr lang="zh-CN" altLang="en-US" sz="1200" dirty="0">
                <a:solidFill>
                  <a:srgbClr val="6E6E6E"/>
                </a:solidFill>
                <a:latin typeface="微软雅黑" panose="020B0503020204020204" pitchFamily="34" charset="-122"/>
                <a:ea typeface="微软雅黑" panose="020B0503020204020204" pitchFamily="34" charset="-122"/>
              </a:rPr>
              <a:t>。湿电子化学品行业壁垒高企，主要包括技术壁垒、规模和资金壁垒、品牌与客户壁垒、产品品控壁垒以及行政许可壁垒。湿电子化学品的发展与半导体制造业的发展保持同一步调，</a:t>
            </a:r>
            <a:r>
              <a:rPr lang="zh-CN" altLang="en-US" sz="1200" b="1" dirty="0">
                <a:solidFill>
                  <a:srgbClr val="6E6E6E"/>
                </a:solidFill>
                <a:latin typeface="微软雅黑" panose="020B0503020204020204" pitchFamily="34" charset="-122"/>
                <a:ea typeface="微软雅黑" panose="020B0503020204020204" pitchFamily="34" charset="-122"/>
              </a:rPr>
              <a:t>欧美和日本企业凭借技术优势，占据了全球市场主导地位。</a:t>
            </a:r>
          </a:p>
        </p:txBody>
      </p:sp>
      <p:sp>
        <p:nvSpPr>
          <p:cNvPr id="7" name="Rectangle 4">
            <a:extLst>
              <a:ext uri="{FF2B5EF4-FFF2-40B4-BE49-F238E27FC236}">
                <a16:creationId xmlns:a16="http://schemas.microsoft.com/office/drawing/2014/main" xmlns="" id="{46F08074-B11B-9EC8-8471-C56BF2910FB6}"/>
              </a:ext>
            </a:extLst>
          </p:cNvPr>
          <p:cNvSpPr>
            <a:spLocks noChangeArrowheads="1"/>
          </p:cNvSpPr>
          <p:nvPr/>
        </p:nvSpPr>
        <p:spPr bwMode="auto">
          <a:xfrm>
            <a:off x="617350" y="2780964"/>
            <a:ext cx="2602100"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b="1" dirty="0">
                <a:solidFill>
                  <a:srgbClr val="E10000"/>
                </a:solidFill>
                <a:latin typeface="微软雅黑" panose="020B0503020204020204" pitchFamily="34" charset="-122"/>
                <a:ea typeface="微软雅黑" panose="020B0503020204020204" pitchFamily="34" charset="-122"/>
              </a:rPr>
              <a:t>湿电子化学品壁垒较高</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9" name="表格 8">
            <a:extLst>
              <a:ext uri="{FF2B5EF4-FFF2-40B4-BE49-F238E27FC236}">
                <a16:creationId xmlns:a16="http://schemas.microsoft.com/office/drawing/2014/main" xmlns="" id="{BFF0B7EA-F0EA-61F7-6697-73326B3E8932}"/>
              </a:ext>
            </a:extLst>
          </p:cNvPr>
          <p:cNvGraphicFramePr>
            <a:graphicFrameLocks noGrp="1"/>
          </p:cNvGraphicFramePr>
          <p:nvPr>
            <p:extLst>
              <p:ext uri="{D42A27DB-BD31-4B8C-83A1-F6EECF244321}">
                <p14:modId xmlns:p14="http://schemas.microsoft.com/office/powerpoint/2010/main" val="1932499507"/>
              </p:ext>
            </p:extLst>
          </p:nvPr>
        </p:nvGraphicFramePr>
        <p:xfrm>
          <a:off x="762288" y="3214396"/>
          <a:ext cx="4784762" cy="3135932"/>
        </p:xfrm>
        <a:graphic>
          <a:graphicData uri="http://schemas.openxmlformats.org/drawingml/2006/table">
            <a:tbl>
              <a:tblPr firstRow="1" firstCol="1" bandRow="1"/>
              <a:tblGrid>
                <a:gridCol w="1045660">
                  <a:extLst>
                    <a:ext uri="{9D8B030D-6E8A-4147-A177-3AD203B41FA5}">
                      <a16:colId xmlns:a16="http://schemas.microsoft.com/office/drawing/2014/main" xmlns="" val="2393474572"/>
                    </a:ext>
                  </a:extLst>
                </a:gridCol>
                <a:gridCol w="3739102">
                  <a:extLst>
                    <a:ext uri="{9D8B030D-6E8A-4147-A177-3AD203B41FA5}">
                      <a16:colId xmlns:a16="http://schemas.microsoft.com/office/drawing/2014/main" xmlns="" val="3969611387"/>
                    </a:ext>
                  </a:extLst>
                </a:gridCol>
              </a:tblGrid>
              <a:tr h="238404">
                <a:tc>
                  <a:txBody>
                    <a:bodyPr/>
                    <a:lstStyle/>
                    <a:p>
                      <a:pPr algn="ctr"/>
                      <a:r>
                        <a:rPr lang="zh-CN" sz="12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行业壁垒</a:t>
                      </a:r>
                      <a:endParaRPr lang="zh-CN" sz="14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2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主要体现</a:t>
                      </a:r>
                      <a:endParaRPr lang="zh-CN" sz="14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33794711"/>
                  </a:ext>
                </a:extLst>
              </a:tr>
              <a:tr h="594177">
                <a:tc>
                  <a:txBody>
                    <a:bodyPr/>
                    <a:lstStyle/>
                    <a:p>
                      <a:pPr algn="ctr"/>
                      <a:r>
                        <a:rPr lang="zh-CN" sz="10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技术壁垒</a:t>
                      </a:r>
                      <a:endParaRPr lang="zh-CN" sz="105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湿电子化学品属技术密集行业；分离技术、纯化技术以及与湿电子化学品生产相配套的分析检验技术、环境处理与监测技术均为专业性较强的化工产品生产技术</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99443458"/>
                  </a:ext>
                </a:extLst>
              </a:tr>
              <a:tr h="398318">
                <a:tc>
                  <a:txBody>
                    <a:bodyPr/>
                    <a:lstStyle/>
                    <a:p>
                      <a:pPr algn="ctr"/>
                      <a:r>
                        <a:rPr lang="zh-CN" sz="10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规模和资金壁垒</a:t>
                      </a:r>
                      <a:endParaRPr lang="zh-CN" sz="105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湿电子化学品企业在设备、研发、技术升级等方面取得竞争优势需要巨大的资金投入，对企业规模和资金实力都有很高的要求</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273856"/>
                  </a:ext>
                </a:extLst>
              </a:tr>
              <a:tr h="795903">
                <a:tc>
                  <a:txBody>
                    <a:bodyPr/>
                    <a:lstStyle/>
                    <a:p>
                      <a:pPr algn="ctr"/>
                      <a:r>
                        <a:rPr lang="zh-CN" sz="10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品牌与客户壁垒</a:t>
                      </a:r>
                      <a:endParaRPr lang="zh-CN" sz="105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电子化学品制造商与客户达成合作意向后，必须努力保证产品及服务质量才能持续赢得客户订单，最终成为客户战略伙伴；为避免高昂的转换成本，客户一般不会轻易更换湿电子化学品供应商，新厂家难以短时期内获得客户认可，一定程度上制约了新进入者介入相关领域的机会</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298052410"/>
                  </a:ext>
                </a:extLst>
              </a:tr>
              <a:tr h="545762">
                <a:tc>
                  <a:txBody>
                    <a:bodyPr/>
                    <a:lstStyle/>
                    <a:p>
                      <a:pPr algn="ctr"/>
                      <a:r>
                        <a:rPr lang="zh-CN" sz="10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产品品控壁垒</a:t>
                      </a:r>
                      <a:endParaRPr lang="zh-CN" sz="105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下游客户对供应商执行严格的准入机制，对供应商产品品控能力有极高的要求，一般会要求湿电子化学品供应商通过质量、环境、安全管理三体系认证</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67799115"/>
                  </a:ext>
                </a:extLst>
              </a:tr>
              <a:tr h="563368">
                <a:tc>
                  <a:txBody>
                    <a:bodyPr/>
                    <a:lstStyle/>
                    <a:p>
                      <a:pPr algn="ctr"/>
                      <a:r>
                        <a:rPr lang="zh-CN" sz="10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行政许可壁垒</a:t>
                      </a:r>
                      <a:endParaRPr lang="zh-CN" sz="105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湿电子化学品部分产品为危险化学品或易制毒、易制爆化学品，需要在生产、销售、存储过程中严格执行规范要求，企业需取得各类经营许可证、安全生产许可证方可进行生产经营</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329357891"/>
                  </a:ext>
                </a:extLst>
              </a:tr>
            </a:tbl>
          </a:graphicData>
        </a:graphic>
      </p:graphicFrame>
      <p:graphicFrame>
        <p:nvGraphicFramePr>
          <p:cNvPr id="10" name="表格 9">
            <a:extLst>
              <a:ext uri="{FF2B5EF4-FFF2-40B4-BE49-F238E27FC236}">
                <a16:creationId xmlns:a16="http://schemas.microsoft.com/office/drawing/2014/main" xmlns="" id="{92E96E9B-8AE4-ED14-CB3E-669CC11C49E2}"/>
              </a:ext>
            </a:extLst>
          </p:cNvPr>
          <p:cNvGraphicFramePr>
            <a:graphicFrameLocks noGrp="1"/>
          </p:cNvGraphicFramePr>
          <p:nvPr>
            <p:extLst>
              <p:ext uri="{D42A27DB-BD31-4B8C-83A1-F6EECF244321}">
                <p14:modId xmlns:p14="http://schemas.microsoft.com/office/powerpoint/2010/main" val="4040627613"/>
              </p:ext>
            </p:extLst>
          </p:nvPr>
        </p:nvGraphicFramePr>
        <p:xfrm>
          <a:off x="6044681" y="2001660"/>
          <a:ext cx="5823856" cy="4348668"/>
        </p:xfrm>
        <a:graphic>
          <a:graphicData uri="http://schemas.openxmlformats.org/drawingml/2006/table">
            <a:tbl>
              <a:tblPr firstRow="1" firstCol="1" bandRow="1"/>
              <a:tblGrid>
                <a:gridCol w="691308">
                  <a:extLst>
                    <a:ext uri="{9D8B030D-6E8A-4147-A177-3AD203B41FA5}">
                      <a16:colId xmlns:a16="http://schemas.microsoft.com/office/drawing/2014/main" xmlns="" val="2981191020"/>
                    </a:ext>
                  </a:extLst>
                </a:gridCol>
                <a:gridCol w="1381643">
                  <a:extLst>
                    <a:ext uri="{9D8B030D-6E8A-4147-A177-3AD203B41FA5}">
                      <a16:colId xmlns:a16="http://schemas.microsoft.com/office/drawing/2014/main" xmlns="" val="1972648092"/>
                    </a:ext>
                  </a:extLst>
                </a:gridCol>
                <a:gridCol w="3750905">
                  <a:extLst>
                    <a:ext uri="{9D8B030D-6E8A-4147-A177-3AD203B41FA5}">
                      <a16:colId xmlns:a16="http://schemas.microsoft.com/office/drawing/2014/main" xmlns="" val="3774037203"/>
                    </a:ext>
                  </a:extLst>
                </a:gridCol>
              </a:tblGrid>
              <a:tr h="273067">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地区</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企业名称</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主要业务情况</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2238183888"/>
                  </a:ext>
                </a:extLst>
              </a:tr>
              <a:tr h="325640">
                <a:tc rowSpan="4">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欧美</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德国巴斯夫</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德国巴斯夫为半导体产业和显示面板生产提供电子化学产品，是电子化学行业的领先供应商</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556569656"/>
                  </a:ext>
                </a:extLst>
              </a:tr>
              <a:tr h="325640">
                <a:tc vMerge="1">
                  <a:txBody>
                    <a:bodyPr/>
                    <a:lstStyle/>
                    <a:p>
                      <a:endParaRPr lang="zh-CN" altLang="en-US"/>
                    </a:p>
                  </a:txBody>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美国霍尼韦尔</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美国霍尼韦尔能够提供氢氟酸、氢氧化铵、过氧化氢和盐酸等高纯度电子湿化学品</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53256649"/>
                  </a:ext>
                </a:extLst>
              </a:tr>
              <a:tr h="325640">
                <a:tc vMerge="1">
                  <a:txBody>
                    <a:bodyPr/>
                    <a:lstStyle/>
                    <a:p>
                      <a:endParaRPr lang="zh-CN" altLang="en-US"/>
                    </a:p>
                  </a:txBody>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德国默克</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德国默克能够为晶圆加工领域提供高纯湿电子化学品解决方案</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853027868"/>
                  </a:ext>
                </a:extLst>
              </a:tr>
              <a:tr h="325640">
                <a:tc vMerge="1">
                  <a:txBody>
                    <a:bodyPr/>
                    <a:lstStyle/>
                    <a:p>
                      <a:endParaRPr lang="zh-CN" altLang="en-US"/>
                    </a:p>
                  </a:txBody>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美国英特格</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美国英特格是半导体和其他高科技行业的先进材料和工艺解决方案的供应商</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33602416"/>
                  </a:ext>
                </a:extLst>
              </a:tr>
              <a:tr h="325640">
                <a:tc rowSpan="4">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日本</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关东化学</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日本关东化学主要从事半导体用酸碱类超净高纯试剂的生产、研发</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17825785"/>
                  </a:ext>
                </a:extLst>
              </a:tr>
              <a:tr h="325640">
                <a:tc vMerge="1">
                  <a:txBody>
                    <a:bodyPr/>
                    <a:lstStyle/>
                    <a:p>
                      <a:endParaRPr lang="zh-CN" altLang="en-US"/>
                    </a:p>
                  </a:txBody>
                  <a:tcPr/>
                </a:tc>
                <a:tc>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三菱化学</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日本三菱化学主要生产高纯电子湿化学品，如硫酸、硝酸、盐酸、草酸、双氧水、氨水</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99395541"/>
                  </a:ext>
                </a:extLst>
              </a:tr>
              <a:tr h="325640">
                <a:tc vMerge="1">
                  <a:txBody>
                    <a:bodyPr/>
                    <a:lstStyle/>
                    <a:p>
                      <a:endParaRPr lang="zh-CN" altLang="en-US"/>
                    </a:p>
                  </a:txBody>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住友化学</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日本住友化学主要从事半导体、显示面板等领域超净高纯试剂的生产、研发</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08601136"/>
                  </a:ext>
                </a:extLst>
              </a:tr>
              <a:tr h="325640">
                <a:tc vMerge="1">
                  <a:txBody>
                    <a:bodyPr/>
                    <a:lstStyle/>
                    <a:p>
                      <a:endParaRPr lang="zh-CN" altLang="en-US"/>
                    </a:p>
                  </a:txBody>
                  <a:tcPr/>
                </a:tc>
                <a:tc>
                  <a:txBody>
                    <a:bodyPr/>
                    <a:lstStyle/>
                    <a:p>
                      <a:pPr algn="ct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Stella</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日本</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Stella</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主要从事半导体及显示面板用高纯氢氟酸生产</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48594696"/>
                  </a:ext>
                </a:extLst>
              </a:tr>
              <a:tr h="325640">
                <a:tc rowSpan="2">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中国台湾</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东应化</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台湾东应化主要生产半导体、</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TFT-LCD</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用剥离液、显影液等产品</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89581834"/>
                  </a:ext>
                </a:extLst>
              </a:tr>
              <a:tr h="325640">
                <a:tc vMerge="1">
                  <a:txBody>
                    <a:bodyPr/>
                    <a:lstStyle/>
                    <a:p>
                      <a:endParaRPr lang="zh-CN" altLang="en-US"/>
                    </a:p>
                  </a:txBody>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联仕</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台湾联仕拥有</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3-4</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万吨电子湿化学品年产能，在我国半导体应用领域中有一定市场份额</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41663121"/>
                  </a:ext>
                </a:extLst>
              </a:tr>
              <a:tr h="273067">
                <a:tc rowSpan="3">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韩国</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东友</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韩国东友、韩国东进两厂家主要生产显示面板加工用的电子东进湿化学品，在我国有一定规模的市场份额</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08067187"/>
                  </a:ext>
                </a:extLst>
              </a:tr>
              <a:tr h="273067">
                <a:tc vMerge="1">
                  <a:txBody>
                    <a:bodyPr/>
                    <a:lstStyle/>
                    <a:p>
                      <a:endParaRPr lang="zh-CN" altLang="en-US"/>
                    </a:p>
                  </a:txBody>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东进</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extLst>
                  <a:ext uri="{0D108BD9-81ED-4DB2-BD59-A6C34878D82A}">
                    <a16:rowId xmlns:a16="http://schemas.microsoft.com/office/drawing/2014/main" xmlns="" val="3313424375"/>
                  </a:ext>
                </a:extLst>
              </a:tr>
              <a:tr h="273067">
                <a:tc vMerge="1">
                  <a:txBody>
                    <a:bodyPr/>
                    <a:lstStyle/>
                    <a:p>
                      <a:endParaRPr lang="zh-CN" altLang="en-US"/>
                    </a:p>
                  </a:txBody>
                  <a:tcPr/>
                </a:tc>
                <a:tc>
                  <a:txBody>
                    <a:bodyPr/>
                    <a:lstStyle/>
                    <a:p>
                      <a:pPr algn="ct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Soul-brain</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韩国</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Soul-brain</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系大型氢氟酸生产厂商</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56874311"/>
                  </a:ext>
                </a:extLst>
              </a:tr>
            </a:tbl>
          </a:graphicData>
        </a:graphic>
      </p:graphicFrame>
      <p:sp>
        <p:nvSpPr>
          <p:cNvPr id="20" name="文本框 19">
            <a:extLst>
              <a:ext uri="{FF2B5EF4-FFF2-40B4-BE49-F238E27FC236}">
                <a16:creationId xmlns:a16="http://schemas.microsoft.com/office/drawing/2014/main" xmlns="" id="{07F934AE-9CE4-A8CB-7608-4E4A577294A2}"/>
              </a:ext>
            </a:extLst>
          </p:cNvPr>
          <p:cNvSpPr txBox="1"/>
          <p:nvPr/>
        </p:nvSpPr>
        <p:spPr>
          <a:xfrm>
            <a:off x="5905499" y="1457522"/>
            <a:ext cx="4012942"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zh-CN" dirty="0"/>
              <a:t>境外主要湿电子化学品生产企业情况</a:t>
            </a:r>
            <a:endParaRPr lang="zh-CN" altLang="en-US" dirty="0"/>
          </a:p>
        </p:txBody>
      </p:sp>
    </p:spTree>
    <p:extLst>
      <p:ext uri="{BB962C8B-B14F-4D97-AF65-F5344CB8AC3E}">
        <p14:creationId xmlns:p14="http://schemas.microsoft.com/office/powerpoint/2010/main" val="346667613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15479" y="404654"/>
            <a:ext cx="8596268"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湿电子化学品：需求激增，国产替代空间广阔</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3991317"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资料来源：中国电子材料行业协会，格林达招股说明书，智研咨询，长江证券研究所</a:t>
            </a:r>
          </a:p>
        </p:txBody>
      </p:sp>
      <p:sp>
        <p:nvSpPr>
          <p:cNvPr id="13" name="Text Box 2">
            <a:extLst>
              <a:ext uri="{FF2B5EF4-FFF2-40B4-BE49-F238E27FC236}">
                <a16:creationId xmlns:a16="http://schemas.microsoft.com/office/drawing/2014/main" xmlns="" id="{A741C8F6-922B-4606-9473-E432D4FEAF9E}"/>
              </a:ext>
            </a:extLst>
          </p:cNvPr>
          <p:cNvSpPr txBox="1">
            <a:spLocks noChangeArrowheads="1"/>
          </p:cNvSpPr>
          <p:nvPr/>
        </p:nvSpPr>
        <p:spPr bwMode="auto">
          <a:xfrm>
            <a:off x="640674" y="1052737"/>
            <a:ext cx="4533150" cy="2275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湿电子化学品需求快速提升。</a:t>
            </a:r>
            <a:r>
              <a:rPr lang="zh-CN" altLang="en-US" sz="1200" dirty="0">
                <a:solidFill>
                  <a:srgbClr val="6E6E6E"/>
                </a:solidFill>
                <a:latin typeface="微软雅黑" panose="020B0503020204020204" pitchFamily="34" charset="-122"/>
                <a:ea typeface="微软雅黑" panose="020B0503020204020204" pitchFamily="34" charset="-122"/>
              </a:rPr>
              <a:t>湿电子化学品下游光伏、电子等领域飞速发展，国内市场规模快速上行，</a:t>
            </a: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年国内湿电子化学品市场规模达</a:t>
            </a:r>
            <a:r>
              <a:rPr lang="en-US" altLang="zh-CN" sz="1200" dirty="0">
                <a:solidFill>
                  <a:srgbClr val="6E6E6E"/>
                </a:solidFill>
                <a:latin typeface="微软雅黑" panose="020B0503020204020204" pitchFamily="34" charset="-122"/>
                <a:ea typeface="微软雅黑" panose="020B0503020204020204" pitchFamily="34" charset="-122"/>
              </a:rPr>
              <a:t>15.4%</a:t>
            </a:r>
          </a:p>
          <a:p>
            <a:pPr lvl="0" algn="just"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海外龙头掌握核心技术，国产替代空间广阔。</a:t>
            </a:r>
            <a:r>
              <a:rPr lang="zh-CN" altLang="en-US" sz="1200" dirty="0">
                <a:solidFill>
                  <a:srgbClr val="6E6E6E"/>
                </a:solidFill>
                <a:latin typeface="微软雅黑" panose="020B0503020204020204" pitchFamily="34" charset="-122"/>
                <a:ea typeface="微软雅黑" panose="020B0503020204020204" pitchFamily="34" charset="-122"/>
              </a:rPr>
              <a:t>根据格林达招股说明书，</a:t>
            </a:r>
            <a:r>
              <a:rPr lang="en-US" altLang="zh-CN" sz="1200" dirty="0">
                <a:solidFill>
                  <a:srgbClr val="6E6E6E"/>
                </a:solidFill>
                <a:latin typeface="微软雅黑" panose="020B0503020204020204" pitchFamily="34" charset="-122"/>
                <a:ea typeface="微软雅黑" panose="020B0503020204020204" pitchFamily="34" charset="-122"/>
              </a:rPr>
              <a:t>2018</a:t>
            </a:r>
            <a:r>
              <a:rPr lang="zh-CN" altLang="en-US" sz="1200" dirty="0">
                <a:solidFill>
                  <a:srgbClr val="6E6E6E"/>
                </a:solidFill>
                <a:latin typeface="微软雅黑" panose="020B0503020204020204" pitchFamily="34" charset="-122"/>
                <a:ea typeface="微软雅黑" panose="020B0503020204020204" pitchFamily="34" charset="-122"/>
              </a:rPr>
              <a:t>年大陆企业在湿电子化学品的全球市占率仅为</a:t>
            </a:r>
            <a:r>
              <a:rPr lang="en-US" altLang="zh-CN" sz="1200" dirty="0">
                <a:solidFill>
                  <a:srgbClr val="6E6E6E"/>
                </a:solidFill>
                <a:latin typeface="微软雅黑" panose="020B0503020204020204" pitchFamily="34" charset="-122"/>
                <a:ea typeface="微软雅黑" panose="020B0503020204020204" pitchFamily="34" charset="-122"/>
              </a:rPr>
              <a:t>15%</a:t>
            </a:r>
            <a:r>
              <a:rPr lang="zh-CN" altLang="en-US" sz="1200" dirty="0">
                <a:solidFill>
                  <a:srgbClr val="6E6E6E"/>
                </a:solidFill>
                <a:latin typeface="微软雅黑" panose="020B0503020204020204" pitchFamily="34" charset="-122"/>
                <a:ea typeface="微软雅黑" panose="020B0503020204020204" pitchFamily="34" charset="-122"/>
              </a:rPr>
              <a:t>；国内下游应用中，除技术要求相对较低的太阳能电池外，</a:t>
            </a:r>
            <a:r>
              <a:rPr lang="zh-CN" altLang="en-US" sz="1200" b="1" dirty="0">
                <a:solidFill>
                  <a:srgbClr val="6E6E6E"/>
                </a:solidFill>
                <a:latin typeface="微软雅黑" panose="020B0503020204020204" pitchFamily="34" charset="-122"/>
                <a:ea typeface="微软雅黑" panose="020B0503020204020204" pitchFamily="34" charset="-122"/>
              </a:rPr>
              <a:t>显示面板（国内产品市占率仅</a:t>
            </a:r>
            <a:r>
              <a:rPr lang="en-US" altLang="zh-CN" sz="1200" b="1" dirty="0">
                <a:solidFill>
                  <a:srgbClr val="6E6E6E"/>
                </a:solidFill>
                <a:latin typeface="微软雅黑" panose="020B0503020204020204" pitchFamily="34" charset="-122"/>
                <a:ea typeface="微软雅黑" panose="020B0503020204020204" pitchFamily="34" charset="-122"/>
              </a:rPr>
              <a:t>35%</a:t>
            </a:r>
            <a:r>
              <a:rPr lang="zh-CN" altLang="en-US" sz="1200" b="1" dirty="0">
                <a:solidFill>
                  <a:srgbClr val="6E6E6E"/>
                </a:solidFill>
                <a:latin typeface="微软雅黑" panose="020B0503020204020204" pitchFamily="34" charset="-122"/>
                <a:ea typeface="微软雅黑" panose="020B0503020204020204" pitchFamily="34" charset="-122"/>
              </a:rPr>
              <a:t>）、集成电路（国内产品市占率仅</a:t>
            </a:r>
            <a:r>
              <a:rPr lang="en-US" altLang="zh-CN" sz="1200" b="1" dirty="0">
                <a:solidFill>
                  <a:srgbClr val="6E6E6E"/>
                </a:solidFill>
                <a:latin typeface="微软雅黑" panose="020B0503020204020204" pitchFamily="34" charset="-122"/>
                <a:ea typeface="微软雅黑" panose="020B0503020204020204" pitchFamily="34" charset="-122"/>
              </a:rPr>
              <a:t>23%</a:t>
            </a:r>
            <a:r>
              <a:rPr lang="zh-CN" altLang="en-US" sz="1200" b="1" dirty="0">
                <a:solidFill>
                  <a:srgbClr val="6E6E6E"/>
                </a:solidFill>
                <a:latin typeface="微软雅黑" panose="020B0503020204020204" pitchFamily="34" charset="-122"/>
                <a:ea typeface="微软雅黑" panose="020B0503020204020204" pitchFamily="34" charset="-122"/>
              </a:rPr>
              <a:t>）市场均被外资占有</a:t>
            </a:r>
          </a:p>
        </p:txBody>
      </p:sp>
      <p:sp>
        <p:nvSpPr>
          <p:cNvPr id="14" name="Rectangle 4">
            <a:extLst>
              <a:ext uri="{FF2B5EF4-FFF2-40B4-BE49-F238E27FC236}">
                <a16:creationId xmlns:a16="http://schemas.microsoft.com/office/drawing/2014/main" xmlns="" id="{87033DCB-3958-75C5-C0A6-D42526DC0B1E}"/>
              </a:ext>
            </a:extLst>
          </p:cNvPr>
          <p:cNvSpPr>
            <a:spLocks noChangeArrowheads="1"/>
          </p:cNvSpPr>
          <p:nvPr/>
        </p:nvSpPr>
        <p:spPr bwMode="auto">
          <a:xfrm>
            <a:off x="640674" y="3660358"/>
            <a:ext cx="5184739"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dirty="0">
                <a:solidFill>
                  <a:srgbClr val="E10000"/>
                </a:solidFill>
                <a:latin typeface="微软雅黑" panose="020B0503020204020204" pitchFamily="34" charset="-122"/>
                <a:ea typeface="微软雅黑" panose="020B0503020204020204" pitchFamily="34" charset="-122"/>
              </a:rPr>
              <a:t>湿电子化学品市场规模快速上涨</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15" name="Rectangle 4">
            <a:extLst>
              <a:ext uri="{FF2B5EF4-FFF2-40B4-BE49-F238E27FC236}">
                <a16:creationId xmlns:a16="http://schemas.microsoft.com/office/drawing/2014/main" xmlns="" id="{75339D4D-830D-C0C7-DEB1-5E8BB442F7FC}"/>
              </a:ext>
            </a:extLst>
          </p:cNvPr>
          <p:cNvSpPr>
            <a:spLocks noChangeArrowheads="1"/>
          </p:cNvSpPr>
          <p:nvPr/>
        </p:nvSpPr>
        <p:spPr bwMode="auto">
          <a:xfrm>
            <a:off x="6366587" y="3660358"/>
            <a:ext cx="5105401"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dirty="0">
                <a:solidFill>
                  <a:srgbClr val="E10000"/>
                </a:solidFill>
                <a:latin typeface="微软雅黑" panose="020B0503020204020204" pitchFamily="34" charset="-122"/>
                <a:ea typeface="微软雅黑" panose="020B0503020204020204" pitchFamily="34" charset="-122"/>
              </a:rPr>
              <a:t>国内湿电子化学品各应用领域，我国产品占有率</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2" name="图表 1">
            <a:extLst>
              <a:ext uri="{FF2B5EF4-FFF2-40B4-BE49-F238E27FC236}">
                <a16:creationId xmlns:a16="http://schemas.microsoft.com/office/drawing/2014/main" xmlns="" id="{173BDEA8-AC29-C855-E155-E9F68EA8FF9A}"/>
              </a:ext>
            </a:extLst>
          </p:cNvPr>
          <p:cNvGraphicFramePr>
            <a:graphicFrameLocks/>
          </p:cNvGraphicFramePr>
          <p:nvPr>
            <p:extLst>
              <p:ext uri="{D42A27DB-BD31-4B8C-83A1-F6EECF244321}">
                <p14:modId xmlns:p14="http://schemas.microsoft.com/office/powerpoint/2010/main" val="1422993127"/>
              </p:ext>
            </p:extLst>
          </p:nvPr>
        </p:nvGraphicFramePr>
        <p:xfrm>
          <a:off x="6735976" y="4152122"/>
          <a:ext cx="4162180" cy="223590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图表 4">
            <a:extLst>
              <a:ext uri="{FF2B5EF4-FFF2-40B4-BE49-F238E27FC236}">
                <a16:creationId xmlns:a16="http://schemas.microsoft.com/office/drawing/2014/main" xmlns="" id="{161368B2-916A-2B42-1871-F3DC2BEBD320}"/>
              </a:ext>
            </a:extLst>
          </p:cNvPr>
          <p:cNvGraphicFramePr>
            <a:graphicFrameLocks/>
          </p:cNvGraphicFramePr>
          <p:nvPr>
            <p:extLst>
              <p:ext uri="{D42A27DB-BD31-4B8C-83A1-F6EECF244321}">
                <p14:modId xmlns:p14="http://schemas.microsoft.com/office/powerpoint/2010/main" val="2981378111"/>
              </p:ext>
            </p:extLst>
          </p:nvPr>
        </p:nvGraphicFramePr>
        <p:xfrm>
          <a:off x="6443130" y="1688996"/>
          <a:ext cx="3693356" cy="1810214"/>
        </p:xfrm>
        <a:graphic>
          <a:graphicData uri="http://schemas.openxmlformats.org/drawingml/2006/chart">
            <c:chart xmlns:c="http://schemas.openxmlformats.org/drawingml/2006/chart" xmlns:r="http://schemas.openxmlformats.org/officeDocument/2006/relationships" r:id="rId4"/>
          </a:graphicData>
        </a:graphic>
      </p:graphicFrame>
      <p:sp>
        <p:nvSpPr>
          <p:cNvPr id="6" name="Rectangle 4">
            <a:extLst>
              <a:ext uri="{FF2B5EF4-FFF2-40B4-BE49-F238E27FC236}">
                <a16:creationId xmlns:a16="http://schemas.microsoft.com/office/drawing/2014/main" xmlns="" id="{C8A2C907-236B-8782-D3C8-5AC6EBAD26A5}"/>
              </a:ext>
            </a:extLst>
          </p:cNvPr>
          <p:cNvSpPr>
            <a:spLocks noChangeArrowheads="1"/>
          </p:cNvSpPr>
          <p:nvPr/>
        </p:nvSpPr>
        <p:spPr bwMode="auto">
          <a:xfrm>
            <a:off x="6366587" y="1158516"/>
            <a:ext cx="4452258"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dirty="0">
                <a:solidFill>
                  <a:srgbClr val="E10000"/>
                </a:solidFill>
                <a:latin typeface="微软雅黑" panose="020B0503020204020204" pitchFamily="34" charset="-122"/>
                <a:ea typeface="微软雅黑" panose="020B0503020204020204" pitchFamily="34" charset="-122"/>
              </a:rPr>
              <a:t>全球湿电子化学品分区域占有率</a:t>
            </a:r>
            <a:endParaRPr lang="zh-CN" altLang="zh-CN" b="1" dirty="0">
              <a:solidFill>
                <a:srgbClr val="E10000"/>
              </a:solidFill>
              <a:latin typeface="微软雅黑" panose="020B0503020204020204" pitchFamily="34" charset="-122"/>
              <a:ea typeface="微软雅黑" panose="020B0503020204020204" pitchFamily="34" charset="-122"/>
            </a:endParaRPr>
          </a:p>
        </p:txBody>
      </p:sp>
      <p:grpSp>
        <p:nvGrpSpPr>
          <p:cNvPr id="3" name="组合 2">
            <a:extLst>
              <a:ext uri="{FF2B5EF4-FFF2-40B4-BE49-F238E27FC236}">
                <a16:creationId xmlns:a16="http://schemas.microsoft.com/office/drawing/2014/main" xmlns="" id="{320E3223-F754-D570-FA49-B75CB24CCB95}"/>
              </a:ext>
            </a:extLst>
          </p:cNvPr>
          <p:cNvGrpSpPr/>
          <p:nvPr/>
        </p:nvGrpSpPr>
        <p:grpSpPr>
          <a:xfrm>
            <a:off x="799094" y="4092804"/>
            <a:ext cx="4939232" cy="2235908"/>
            <a:chOff x="0" y="0"/>
            <a:chExt cx="3227162" cy="1851850"/>
          </a:xfrm>
        </p:grpSpPr>
        <p:graphicFrame>
          <p:nvGraphicFramePr>
            <p:cNvPr id="4" name="图表 3">
              <a:extLst>
                <a:ext uri="{FF2B5EF4-FFF2-40B4-BE49-F238E27FC236}">
                  <a16:creationId xmlns:a16="http://schemas.microsoft.com/office/drawing/2014/main" xmlns="" id="{97F9ABB8-CB91-CC5C-C58F-EEB679AF49B4}"/>
                </a:ext>
              </a:extLst>
            </p:cNvPr>
            <p:cNvGraphicFramePr>
              <a:graphicFrameLocks/>
            </p:cNvGraphicFramePr>
            <p:nvPr>
              <p:extLst>
                <p:ext uri="{D42A27DB-BD31-4B8C-83A1-F6EECF244321}">
                  <p14:modId xmlns:p14="http://schemas.microsoft.com/office/powerpoint/2010/main" val="3155645295"/>
                </p:ext>
              </p:extLst>
            </p:nvPr>
          </p:nvGraphicFramePr>
          <p:xfrm>
            <a:off x="0" y="0"/>
            <a:ext cx="3227162" cy="1851850"/>
          </p:xfrm>
          <a:graphic>
            <a:graphicData uri="http://schemas.openxmlformats.org/drawingml/2006/chart">
              <c:chart xmlns:c="http://schemas.openxmlformats.org/drawingml/2006/chart" xmlns:r="http://schemas.openxmlformats.org/officeDocument/2006/relationships" r:id="rId5"/>
            </a:graphicData>
          </a:graphic>
        </p:graphicFrame>
        <p:cxnSp>
          <p:nvCxnSpPr>
            <p:cNvPr id="11" name="直接箭头连接符 10">
              <a:extLst>
                <a:ext uri="{FF2B5EF4-FFF2-40B4-BE49-F238E27FC236}">
                  <a16:creationId xmlns:a16="http://schemas.microsoft.com/office/drawing/2014/main" xmlns="" id="{E3078CE0-AE9F-4065-7121-50721C18C19B}"/>
                </a:ext>
              </a:extLst>
            </p:cNvPr>
            <p:cNvCxnSpPr/>
            <p:nvPr/>
          </p:nvCxnSpPr>
          <p:spPr>
            <a:xfrm flipV="1">
              <a:off x="387671" y="562928"/>
              <a:ext cx="1766886" cy="38576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矩形 11">
              <a:extLst>
                <a:ext uri="{FF2B5EF4-FFF2-40B4-BE49-F238E27FC236}">
                  <a16:creationId xmlns:a16="http://schemas.microsoft.com/office/drawing/2014/main" xmlns="" id="{13F3A3DB-F9D5-4FB7-DA13-028A5F508C1D}"/>
                </a:ext>
              </a:extLst>
            </p:cNvPr>
            <p:cNvSpPr/>
            <p:nvPr/>
          </p:nvSpPr>
          <p:spPr>
            <a:xfrm rot="21008227">
              <a:off x="751932" y="581333"/>
              <a:ext cx="677302" cy="2074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r>
                <a:rPr lang="en-US" altLang="zh-CN" sz="1000" b="1">
                  <a:solidFill>
                    <a:schemeClr val="tx1"/>
                  </a:solidFill>
                  <a:latin typeface="微软雅黑" panose="020B0503020204020204" pitchFamily="34" charset="-122"/>
                  <a:ea typeface="微软雅黑" panose="020B0503020204020204" pitchFamily="34" charset="-122"/>
                  <a:cs typeface="Arial" panose="020B0604020202020204" pitchFamily="34" charset="0"/>
                </a:rPr>
                <a:t>CAGR:12.6%</a:t>
              </a:r>
              <a:endParaRPr lang="zh-CN" altLang="en-US" sz="1000" b="1">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cxnSp>
          <p:nvCxnSpPr>
            <p:cNvPr id="16" name="直接箭头连接符 15">
              <a:extLst>
                <a:ext uri="{FF2B5EF4-FFF2-40B4-BE49-F238E27FC236}">
                  <a16:creationId xmlns:a16="http://schemas.microsoft.com/office/drawing/2014/main" xmlns="" id="{8C914579-A619-4C5E-88C5-C5BCBD016A7F}"/>
                </a:ext>
              </a:extLst>
            </p:cNvPr>
            <p:cNvCxnSpPr/>
            <p:nvPr/>
          </p:nvCxnSpPr>
          <p:spPr>
            <a:xfrm flipV="1">
              <a:off x="2197420" y="286703"/>
              <a:ext cx="695325" cy="242887"/>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矩形 17">
              <a:extLst>
                <a:ext uri="{FF2B5EF4-FFF2-40B4-BE49-F238E27FC236}">
                  <a16:creationId xmlns:a16="http://schemas.microsoft.com/office/drawing/2014/main" xmlns="" id="{BE8680CA-3E55-4190-B78D-D497CB951D80}"/>
                </a:ext>
              </a:extLst>
            </p:cNvPr>
            <p:cNvSpPr/>
            <p:nvPr/>
          </p:nvSpPr>
          <p:spPr>
            <a:xfrm rot="20714901">
              <a:off x="2162432" y="210168"/>
              <a:ext cx="644729" cy="19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r>
                <a:rPr lang="en-US" altLang="zh-CN" sz="1000" b="1">
                  <a:solidFill>
                    <a:schemeClr val="tx1"/>
                  </a:solidFill>
                  <a:latin typeface="微软雅黑" panose="020B0503020204020204" pitchFamily="34" charset="-122"/>
                  <a:ea typeface="微软雅黑" panose="020B0503020204020204" pitchFamily="34" charset="-122"/>
                  <a:cs typeface="Arial" panose="020B0604020202020204" pitchFamily="34" charset="0"/>
                </a:rPr>
                <a:t>CAGR:10.2%</a:t>
              </a:r>
              <a:endParaRPr lang="zh-CN" altLang="en-US" sz="1000" b="1">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grpSp>
    </p:spTree>
    <p:extLst>
      <p:ext uri="{BB962C8B-B14F-4D97-AF65-F5344CB8AC3E}">
        <p14:creationId xmlns:p14="http://schemas.microsoft.com/office/powerpoint/2010/main" val="28141579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15479" y="404654"/>
            <a:ext cx="8969492" cy="553998"/>
          </a:xfrm>
          <a:prstGeom prst="rect">
            <a:avLst/>
          </a:prstGeom>
          <a:noFill/>
        </p:spPr>
        <p:txBody>
          <a:bodyPr wrap="square" rtlCol="0">
            <a:spAutoFit/>
          </a:bodyPr>
          <a:lstStyle/>
          <a:p>
            <a:r>
              <a:rPr lang="zh-CN" altLang="en-US" sz="3000" b="1" dirty="0">
                <a:solidFill>
                  <a:srgbClr val="E10000"/>
                </a:solidFill>
                <a:latin typeface="微软雅黑" panose="020B0503020204020204" pitchFamily="34" charset="-122"/>
                <a:ea typeface="微软雅黑" panose="020B0503020204020204" pitchFamily="34" charset="-122"/>
              </a:rPr>
              <a:t>湿电子化学品：附加值可观，前景宽广</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3056767"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资料来源：百川盈孚，</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，兴福电子官网，长江证券研究所</a:t>
            </a:r>
          </a:p>
        </p:txBody>
      </p:sp>
      <p:sp>
        <p:nvSpPr>
          <p:cNvPr id="13" name="Text Box 2">
            <a:extLst>
              <a:ext uri="{FF2B5EF4-FFF2-40B4-BE49-F238E27FC236}">
                <a16:creationId xmlns:a16="http://schemas.microsoft.com/office/drawing/2014/main" xmlns="" id="{A741C8F6-922B-4606-9473-E432D4FEAF9E}"/>
              </a:ext>
            </a:extLst>
          </p:cNvPr>
          <p:cNvSpPr txBox="1">
            <a:spLocks noChangeArrowheads="1"/>
          </p:cNvSpPr>
          <p:nvPr/>
        </p:nvSpPr>
        <p:spPr bwMode="auto">
          <a:xfrm>
            <a:off x="598686" y="1042836"/>
            <a:ext cx="5497313" cy="19986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子公司“兴福电子”</a:t>
            </a:r>
            <a:r>
              <a:rPr lang="en-US" altLang="zh-CN" sz="1200" dirty="0">
                <a:solidFill>
                  <a:srgbClr val="6E6E6E"/>
                </a:solidFill>
                <a:latin typeface="微软雅黑" panose="020B0503020204020204" pitchFamily="34" charset="-122"/>
                <a:ea typeface="微软雅黑" panose="020B0503020204020204" pitchFamily="34" charset="-122"/>
              </a:rPr>
              <a:t>IC</a:t>
            </a:r>
            <a:r>
              <a:rPr lang="zh-CN" altLang="en-US" sz="1200" dirty="0">
                <a:solidFill>
                  <a:srgbClr val="6E6E6E"/>
                </a:solidFill>
                <a:latin typeface="微软雅黑" panose="020B0503020204020204" pitchFamily="34" charset="-122"/>
                <a:ea typeface="微软雅黑" panose="020B0503020204020204" pitchFamily="34" charset="-122"/>
              </a:rPr>
              <a:t>级硫酸、氢氟酸产品均达到</a:t>
            </a:r>
            <a:r>
              <a:rPr lang="en-US" altLang="zh-CN" sz="1200" dirty="0" err="1">
                <a:solidFill>
                  <a:srgbClr val="6E6E6E"/>
                </a:solidFill>
                <a:latin typeface="微软雅黑" panose="020B0503020204020204" pitchFamily="34" charset="-122"/>
                <a:ea typeface="微软雅黑" panose="020B0503020204020204" pitchFamily="34" charset="-122"/>
              </a:rPr>
              <a:t>G5</a:t>
            </a:r>
            <a:r>
              <a:rPr lang="zh-CN" altLang="en-US" sz="1200" dirty="0">
                <a:solidFill>
                  <a:srgbClr val="6E6E6E"/>
                </a:solidFill>
                <a:latin typeface="微软雅黑" panose="020B0503020204020204" pitchFamily="34" charset="-122"/>
                <a:ea typeface="微软雅黑" panose="020B0503020204020204" pitchFamily="34" charset="-122"/>
              </a:rPr>
              <a:t>级别，附加值较高</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湿电子化学品板块业绩大幅提升。</a:t>
            </a: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年以来，受益于集成电路产业快速发展，兴福电子高端湿电子化学品产能得到充分释放，高附加值</a:t>
            </a:r>
            <a:r>
              <a:rPr lang="en-US" altLang="zh-CN" sz="1200" dirty="0">
                <a:solidFill>
                  <a:srgbClr val="6E6E6E"/>
                </a:solidFill>
                <a:latin typeface="微软雅黑" panose="020B0503020204020204" pitchFamily="34" charset="-122"/>
                <a:ea typeface="微软雅黑" panose="020B0503020204020204" pitchFamily="34" charset="-122"/>
              </a:rPr>
              <a:t>IC</a:t>
            </a:r>
            <a:r>
              <a:rPr lang="zh-CN" altLang="en-US" sz="1200" dirty="0">
                <a:solidFill>
                  <a:srgbClr val="6E6E6E"/>
                </a:solidFill>
                <a:latin typeface="微软雅黑" panose="020B0503020204020204" pitchFamily="34" charset="-122"/>
                <a:ea typeface="微软雅黑" panose="020B0503020204020204" pitchFamily="34" charset="-122"/>
              </a:rPr>
              <a:t>级湿电子化学品市场开拓取得积极进展，兴福电子经营业绩呈现快速增长态势。</a:t>
            </a:r>
            <a:r>
              <a:rPr lang="en-US" altLang="zh-CN" sz="1200" b="1" dirty="0" err="1">
                <a:solidFill>
                  <a:srgbClr val="6E6E6E"/>
                </a:solidFill>
                <a:latin typeface="微软雅黑" panose="020B0503020204020204" pitchFamily="34" charset="-122"/>
                <a:ea typeface="微软雅黑" panose="020B0503020204020204" pitchFamily="34" charset="-122"/>
              </a:rPr>
              <a:t>2022H1</a:t>
            </a:r>
            <a:r>
              <a:rPr lang="zh-CN" altLang="en-US" sz="1200" b="1" dirty="0">
                <a:solidFill>
                  <a:srgbClr val="6E6E6E"/>
                </a:solidFill>
                <a:latin typeface="微软雅黑" panose="020B0503020204020204" pitchFamily="34" charset="-122"/>
                <a:ea typeface="微软雅黑" panose="020B0503020204020204" pitchFamily="34" charset="-122"/>
              </a:rPr>
              <a:t>兴福电子实现营业收入约</a:t>
            </a:r>
            <a:r>
              <a:rPr lang="en-US" altLang="zh-CN" sz="1200" b="1" dirty="0">
                <a:solidFill>
                  <a:srgbClr val="6E6E6E"/>
                </a:solidFill>
                <a:latin typeface="微软雅黑" panose="020B0503020204020204" pitchFamily="34" charset="-122"/>
                <a:ea typeface="微软雅黑" panose="020B0503020204020204" pitchFamily="34" charset="-122"/>
              </a:rPr>
              <a:t>3.90</a:t>
            </a:r>
            <a:r>
              <a:rPr lang="zh-CN" altLang="en-US" sz="1200" b="1" dirty="0">
                <a:solidFill>
                  <a:srgbClr val="6E6E6E"/>
                </a:solidFill>
                <a:latin typeface="微软雅黑" panose="020B0503020204020204" pitchFamily="34" charset="-122"/>
                <a:ea typeface="微软雅黑" panose="020B0503020204020204" pitchFamily="34" charset="-122"/>
              </a:rPr>
              <a:t>亿元，同比增长约</a:t>
            </a:r>
            <a:r>
              <a:rPr lang="en-US" altLang="zh-CN" sz="1200" b="1" dirty="0">
                <a:solidFill>
                  <a:srgbClr val="6E6E6E"/>
                </a:solidFill>
                <a:latin typeface="微软雅黑" panose="020B0503020204020204" pitchFamily="34" charset="-122"/>
                <a:ea typeface="微软雅黑" panose="020B0503020204020204" pitchFamily="34" charset="-122"/>
              </a:rPr>
              <a:t>86%</a:t>
            </a:r>
            <a:r>
              <a:rPr lang="zh-CN" altLang="en-US" sz="1200" b="1" dirty="0">
                <a:solidFill>
                  <a:srgbClr val="6E6E6E"/>
                </a:solidFill>
                <a:latin typeface="微软雅黑" panose="020B0503020204020204" pitchFamily="34" charset="-122"/>
                <a:ea typeface="微软雅黑" panose="020B0503020204020204" pitchFamily="34" charset="-122"/>
              </a:rPr>
              <a:t>；净利润约</a:t>
            </a:r>
            <a:r>
              <a:rPr lang="en-US" altLang="zh-CN" sz="1200" b="1" dirty="0">
                <a:solidFill>
                  <a:srgbClr val="FF0000"/>
                </a:solidFill>
                <a:latin typeface="微软雅黑" panose="020B0503020204020204" pitchFamily="34" charset="-122"/>
                <a:ea typeface="微软雅黑" panose="020B0503020204020204" pitchFamily="34" charset="-122"/>
              </a:rPr>
              <a:t>8900</a:t>
            </a:r>
            <a:r>
              <a:rPr lang="zh-CN" altLang="en-US" sz="1200" b="1" dirty="0">
                <a:solidFill>
                  <a:srgbClr val="FF0000"/>
                </a:solidFill>
                <a:latin typeface="微软雅黑" panose="020B0503020204020204" pitchFamily="34" charset="-122"/>
                <a:ea typeface="微软雅黑" panose="020B0503020204020204" pitchFamily="34" charset="-122"/>
              </a:rPr>
              <a:t>万元</a:t>
            </a:r>
            <a:r>
              <a:rPr lang="zh-CN" altLang="en-US" sz="1200" b="1" dirty="0">
                <a:solidFill>
                  <a:srgbClr val="6E6E6E"/>
                </a:solidFill>
                <a:latin typeface="微软雅黑" panose="020B0503020204020204" pitchFamily="34" charset="-122"/>
                <a:ea typeface="微软雅黑" panose="020B0503020204020204" pitchFamily="34" charset="-122"/>
              </a:rPr>
              <a:t>，同比增长约</a:t>
            </a:r>
            <a:r>
              <a:rPr lang="en-US" altLang="zh-CN" sz="1200" b="1" dirty="0">
                <a:solidFill>
                  <a:srgbClr val="FF0000"/>
                </a:solidFill>
                <a:latin typeface="微软雅黑" panose="020B0503020204020204" pitchFamily="34" charset="-122"/>
                <a:ea typeface="微软雅黑" panose="020B0503020204020204" pitchFamily="34" charset="-122"/>
              </a:rPr>
              <a:t>238%</a:t>
            </a: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通过认证的客户：</a:t>
            </a:r>
            <a:r>
              <a:rPr lang="zh-CN" altLang="en-US" sz="1200" b="1" dirty="0">
                <a:solidFill>
                  <a:srgbClr val="6E6E6E"/>
                </a:solidFill>
                <a:latin typeface="微软雅黑" panose="020B0503020204020204" pitchFamily="34" charset="-122"/>
                <a:ea typeface="微软雅黑" panose="020B0503020204020204" pitchFamily="34" charset="-122"/>
              </a:rPr>
              <a:t>中芯国际、</a:t>
            </a:r>
            <a:r>
              <a:rPr lang="en-US" altLang="zh-CN" sz="1200" b="1" dirty="0">
                <a:solidFill>
                  <a:srgbClr val="6E6E6E"/>
                </a:solidFill>
                <a:latin typeface="微软雅黑" panose="020B0503020204020204" pitchFamily="34" charset="-122"/>
                <a:ea typeface="微软雅黑" panose="020B0503020204020204" pitchFamily="34" charset="-122"/>
              </a:rPr>
              <a:t>SK</a:t>
            </a:r>
            <a:r>
              <a:rPr lang="zh-CN" altLang="en-US" sz="1200" b="1" dirty="0">
                <a:solidFill>
                  <a:srgbClr val="6E6E6E"/>
                </a:solidFill>
                <a:latin typeface="微软雅黑" panose="020B0503020204020204" pitchFamily="34" charset="-122"/>
                <a:ea typeface="微软雅黑" panose="020B0503020204020204" pitchFamily="34" charset="-122"/>
              </a:rPr>
              <a:t>海力士、台积电、长江存储、长鑫存储等</a:t>
            </a:r>
            <a:endParaRPr lang="en-US" altLang="zh-CN" sz="1200" b="1" dirty="0">
              <a:solidFill>
                <a:srgbClr val="6E6E6E"/>
              </a:solidFill>
              <a:latin typeface="微软雅黑" panose="020B0503020204020204" pitchFamily="34" charset="-122"/>
              <a:ea typeface="微软雅黑" panose="020B0503020204020204" pitchFamily="34" charset="-122"/>
            </a:endParaRPr>
          </a:p>
        </p:txBody>
      </p:sp>
      <p:sp>
        <p:nvSpPr>
          <p:cNvPr id="14" name="Rectangle 4">
            <a:extLst>
              <a:ext uri="{FF2B5EF4-FFF2-40B4-BE49-F238E27FC236}">
                <a16:creationId xmlns:a16="http://schemas.microsoft.com/office/drawing/2014/main" xmlns="" id="{87033DCB-3958-75C5-C0A6-D42526DC0B1E}"/>
              </a:ext>
            </a:extLst>
          </p:cNvPr>
          <p:cNvSpPr>
            <a:spLocks noChangeArrowheads="1"/>
          </p:cNvSpPr>
          <p:nvPr/>
        </p:nvSpPr>
        <p:spPr bwMode="auto">
          <a:xfrm>
            <a:off x="568313" y="3264437"/>
            <a:ext cx="4929700"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b="1" dirty="0">
                <a:solidFill>
                  <a:srgbClr val="E10000"/>
                </a:solidFill>
                <a:latin typeface="微软雅黑" panose="020B0503020204020204" pitchFamily="34" charset="-122"/>
                <a:ea typeface="微软雅黑" panose="020B0503020204020204" pitchFamily="34" charset="-122"/>
              </a:rPr>
              <a:t>子公司兴福电子</a:t>
            </a:r>
            <a:r>
              <a:rPr lang="en-US" altLang="zh-CN" b="1" dirty="0">
                <a:solidFill>
                  <a:srgbClr val="E10000"/>
                </a:solidFill>
                <a:latin typeface="微软雅黑" panose="020B0503020204020204" pitchFamily="34" charset="-122"/>
                <a:ea typeface="微软雅黑" panose="020B0503020204020204" pitchFamily="34" charset="-122"/>
              </a:rPr>
              <a:t>IC</a:t>
            </a:r>
            <a:r>
              <a:rPr lang="zh-CN" altLang="en-US" b="1" dirty="0">
                <a:solidFill>
                  <a:srgbClr val="E10000"/>
                </a:solidFill>
                <a:latin typeface="微软雅黑" panose="020B0503020204020204" pitchFamily="34" charset="-122"/>
                <a:ea typeface="微软雅黑" panose="020B0503020204020204" pitchFamily="34" charset="-122"/>
              </a:rPr>
              <a:t>级硫酸、氢氟酸达到</a:t>
            </a:r>
            <a:r>
              <a:rPr lang="en-US" altLang="zh-CN" b="1" dirty="0" err="1">
                <a:solidFill>
                  <a:srgbClr val="E10000"/>
                </a:solidFill>
                <a:latin typeface="微软雅黑" panose="020B0503020204020204" pitchFamily="34" charset="-122"/>
                <a:ea typeface="微软雅黑" panose="020B0503020204020204" pitchFamily="34" charset="-122"/>
              </a:rPr>
              <a:t>G5</a:t>
            </a:r>
            <a:r>
              <a:rPr lang="zh-CN" altLang="en-US" b="1" dirty="0">
                <a:solidFill>
                  <a:srgbClr val="E10000"/>
                </a:solidFill>
                <a:latin typeface="微软雅黑" panose="020B0503020204020204" pitchFamily="34" charset="-122"/>
                <a:ea typeface="微软雅黑" panose="020B0503020204020204" pitchFamily="34" charset="-122"/>
              </a:rPr>
              <a:t>级别</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2" name="表格 1">
            <a:extLst>
              <a:ext uri="{FF2B5EF4-FFF2-40B4-BE49-F238E27FC236}">
                <a16:creationId xmlns:a16="http://schemas.microsoft.com/office/drawing/2014/main" xmlns="" id="{86F03053-41F7-30D3-D0CC-AAC07B8C0723}"/>
              </a:ext>
            </a:extLst>
          </p:cNvPr>
          <p:cNvGraphicFramePr>
            <a:graphicFrameLocks noGrp="1"/>
          </p:cNvGraphicFramePr>
          <p:nvPr>
            <p:extLst>
              <p:ext uri="{D42A27DB-BD31-4B8C-83A1-F6EECF244321}">
                <p14:modId xmlns:p14="http://schemas.microsoft.com/office/powerpoint/2010/main" val="2767026018"/>
              </p:ext>
            </p:extLst>
          </p:nvPr>
        </p:nvGraphicFramePr>
        <p:xfrm>
          <a:off x="743713" y="3706438"/>
          <a:ext cx="5050597" cy="2712720"/>
        </p:xfrm>
        <a:graphic>
          <a:graphicData uri="http://schemas.openxmlformats.org/drawingml/2006/table">
            <a:tbl>
              <a:tblPr/>
              <a:tblGrid>
                <a:gridCol w="791173">
                  <a:extLst>
                    <a:ext uri="{9D8B030D-6E8A-4147-A177-3AD203B41FA5}">
                      <a16:colId xmlns:a16="http://schemas.microsoft.com/office/drawing/2014/main" xmlns="" val="3351654802"/>
                    </a:ext>
                  </a:extLst>
                </a:gridCol>
                <a:gridCol w="1016605">
                  <a:extLst>
                    <a:ext uri="{9D8B030D-6E8A-4147-A177-3AD203B41FA5}">
                      <a16:colId xmlns:a16="http://schemas.microsoft.com/office/drawing/2014/main" xmlns="" val="713687286"/>
                    </a:ext>
                  </a:extLst>
                </a:gridCol>
                <a:gridCol w="1276627">
                  <a:extLst>
                    <a:ext uri="{9D8B030D-6E8A-4147-A177-3AD203B41FA5}">
                      <a16:colId xmlns:a16="http://schemas.microsoft.com/office/drawing/2014/main" xmlns="" val="1467818971"/>
                    </a:ext>
                  </a:extLst>
                </a:gridCol>
                <a:gridCol w="1276627">
                  <a:extLst>
                    <a:ext uri="{9D8B030D-6E8A-4147-A177-3AD203B41FA5}">
                      <a16:colId xmlns:a16="http://schemas.microsoft.com/office/drawing/2014/main" xmlns="" val="3732536447"/>
                    </a:ext>
                  </a:extLst>
                </a:gridCol>
                <a:gridCol w="689565">
                  <a:extLst>
                    <a:ext uri="{9D8B030D-6E8A-4147-A177-3AD203B41FA5}">
                      <a16:colId xmlns:a16="http://schemas.microsoft.com/office/drawing/2014/main" xmlns="" val="4260291708"/>
                    </a:ext>
                  </a:extLst>
                </a:gridCol>
              </a:tblGrid>
              <a:tr h="182880">
                <a:tc>
                  <a:txBody>
                    <a:bodyPr/>
                    <a:lstStyle/>
                    <a:p>
                      <a:pPr algn="l" fontAlgn="b"/>
                      <a:r>
                        <a:rPr lang="zh-CN" altLang="en-US" sz="1100" b="1" i="0" u="none" strike="noStrike" dirty="0">
                          <a:solidFill>
                            <a:srgbClr val="FFFFFF"/>
                          </a:solidFill>
                          <a:effectLst/>
                          <a:latin typeface="等线" panose="02010600030101010101" pitchFamily="2" charset="-122"/>
                          <a:ea typeface="等线" panose="02010600030101010101" pitchFamily="2" charset="-122"/>
                        </a:rPr>
                        <a:t>分类</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l" fontAlgn="b"/>
                      <a:r>
                        <a:rPr lang="zh-CN" altLang="en-US" sz="1100" b="1" i="0" u="none" strike="noStrike">
                          <a:solidFill>
                            <a:srgbClr val="FFFFFF"/>
                          </a:solidFill>
                          <a:effectLst/>
                          <a:latin typeface="等线" panose="02010600030101010101" pitchFamily="2" charset="-122"/>
                          <a:ea typeface="等线" panose="02010600030101010101" pitchFamily="2" charset="-122"/>
                        </a:rPr>
                        <a:t>产品名称</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l" fontAlgn="b"/>
                      <a:r>
                        <a:rPr lang="zh-CN" altLang="en-US" sz="1100" b="1" i="0" u="none" strike="noStrike">
                          <a:solidFill>
                            <a:srgbClr val="FFFFFF"/>
                          </a:solidFill>
                          <a:effectLst/>
                          <a:latin typeface="等线" panose="02010600030101010101" pitchFamily="2" charset="-122"/>
                          <a:ea typeface="等线" panose="02010600030101010101" pitchFamily="2" charset="-122"/>
                        </a:rPr>
                        <a:t>别名</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l" fontAlgn="b"/>
                      <a:r>
                        <a:rPr lang="zh-CN" altLang="en-US" sz="1100" b="1" i="0" u="none" strike="noStrike">
                          <a:solidFill>
                            <a:srgbClr val="FFFFFF"/>
                          </a:solidFill>
                          <a:effectLst/>
                          <a:latin typeface="等线" panose="02010600030101010101" pitchFamily="2" charset="-122"/>
                          <a:ea typeface="等线" panose="02010600030101010101" pitchFamily="2" charset="-122"/>
                        </a:rPr>
                        <a:t>产品品质</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tc>
                  <a:txBody>
                    <a:bodyPr/>
                    <a:lstStyle/>
                    <a:p>
                      <a:pPr algn="l" fontAlgn="b"/>
                      <a:r>
                        <a:rPr lang="zh-CN" altLang="en-US" sz="1100" b="1" i="0" u="none" strike="noStrike" dirty="0">
                          <a:solidFill>
                            <a:srgbClr val="FFFFFF"/>
                          </a:solidFill>
                          <a:effectLst/>
                          <a:latin typeface="等线" panose="02010600030101010101" pitchFamily="2" charset="-122"/>
                          <a:ea typeface="等线" panose="02010600030101010101" pitchFamily="2" charset="-122"/>
                        </a:rPr>
                        <a:t>对应</a:t>
                      </a:r>
                      <a:r>
                        <a:rPr lang="en-GB" sz="1100" b="1" i="0" u="none" strike="noStrike" dirty="0">
                          <a:solidFill>
                            <a:srgbClr val="FFFFFF"/>
                          </a:solidFill>
                          <a:effectLst/>
                          <a:latin typeface="等线" panose="02010600030101010101" pitchFamily="2" charset="-122"/>
                          <a:ea typeface="等线" panose="02010600030101010101" pitchFamily="2" charset="-122"/>
                        </a:rPr>
                        <a:t>SEMI</a:t>
                      </a:r>
                      <a:r>
                        <a:rPr lang="zh-CN" altLang="en-US" sz="1100" b="1" i="0" u="none" strike="noStrike" dirty="0">
                          <a:solidFill>
                            <a:srgbClr val="FFFFFF"/>
                          </a:solidFill>
                          <a:effectLst/>
                          <a:latin typeface="等线" panose="02010600030101010101" pitchFamily="2" charset="-122"/>
                          <a:ea typeface="等线" panose="02010600030101010101" pitchFamily="2" charset="-122"/>
                        </a:rPr>
                        <a:t>等级</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0000"/>
                    </a:solidFill>
                  </a:tcPr>
                </a:tc>
                <a:extLst>
                  <a:ext uri="{0D108BD9-81ED-4DB2-BD59-A6C34878D82A}">
                    <a16:rowId xmlns:a16="http://schemas.microsoft.com/office/drawing/2014/main" xmlns="" val="77920044"/>
                  </a:ext>
                </a:extLst>
              </a:tr>
              <a:tr h="182880">
                <a:tc rowSpan="7">
                  <a:txBody>
                    <a:bodyPr/>
                    <a:lstStyle/>
                    <a:p>
                      <a:pPr algn="l" fontAlgn="ctr"/>
                      <a:r>
                        <a:rPr lang="zh-CN" altLang="en-US" sz="1100" b="0" i="0" u="none" strike="noStrike" dirty="0">
                          <a:solidFill>
                            <a:srgbClr val="000000"/>
                          </a:solidFill>
                          <a:effectLst/>
                          <a:latin typeface="等线" panose="02010600030101010101" pitchFamily="2" charset="-122"/>
                          <a:ea typeface="等线" panose="02010600030101010101" pitchFamily="2" charset="-122"/>
                        </a:rPr>
                        <a:t>单品</a:t>
                      </a:r>
                      <a:br>
                        <a:rPr lang="zh-CN" altLang="en-US" sz="1100" b="0" i="0" u="none" strike="noStrike" dirty="0">
                          <a:solidFill>
                            <a:srgbClr val="000000"/>
                          </a:solidFill>
                          <a:effectLst/>
                          <a:latin typeface="等线" panose="02010600030101010101" pitchFamily="2" charset="-122"/>
                          <a:ea typeface="等线" panose="02010600030101010101" pitchFamily="2" charset="-122"/>
                        </a:rPr>
                      </a:br>
                      <a:r>
                        <a:rPr lang="en-GB" sz="1100" b="0" i="0" u="none" strike="noStrike" dirty="0" err="1">
                          <a:solidFill>
                            <a:srgbClr val="000000"/>
                          </a:solidFill>
                          <a:effectLst/>
                          <a:latin typeface="等线" panose="02010600030101010101" pitchFamily="2" charset="-122"/>
                          <a:ea typeface="等线" panose="02010600030101010101" pitchFamily="2" charset="-122"/>
                        </a:rPr>
                        <a:t>SingleChemical</a:t>
                      </a:r>
                      <a:endParaRPr lang="en-GB" sz="1100" b="0" i="0" u="none" strike="noStrike" dirty="0">
                        <a:solidFill>
                          <a:srgbClr val="000000"/>
                        </a:solidFill>
                        <a:effectLst/>
                        <a:latin typeface="等线" panose="02010600030101010101" pitchFamily="2" charset="-122"/>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磷酸</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H3PO4</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&lt; 5ppb</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err="1">
                          <a:solidFill>
                            <a:srgbClr val="333333"/>
                          </a:solidFill>
                          <a:effectLst/>
                          <a:latin typeface="Tahoma" panose="020B0604030504040204" pitchFamily="34" charset="0"/>
                          <a:ea typeface="等线" panose="02010600030101010101" pitchFamily="2" charset="-122"/>
                        </a:rPr>
                        <a:t>G2</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42131666"/>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硫酸</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H2SO4</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&lt; 0.01ppb</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1" i="0" u="none" strike="noStrike">
                          <a:solidFill>
                            <a:srgbClr val="E10000"/>
                          </a:solidFill>
                          <a:effectLst/>
                          <a:latin typeface="Tahoma" panose="020B0604030504040204" pitchFamily="34" charset="0"/>
                          <a:ea typeface="等线" panose="02010600030101010101" pitchFamily="2" charset="-122"/>
                        </a:rPr>
                        <a:t>G5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645664549"/>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氢氟酸</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HF</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&lt; 0.005ppb</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1" i="0" u="none" strike="noStrike">
                          <a:solidFill>
                            <a:srgbClr val="E10000"/>
                          </a:solidFill>
                          <a:effectLst/>
                          <a:latin typeface="Tahoma" panose="020B0604030504040204" pitchFamily="34" charset="0"/>
                          <a:ea typeface="等线" panose="02010600030101010101" pitchFamily="2" charset="-122"/>
                        </a:rPr>
                        <a:t>G5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651796081"/>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硝酸</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err="1">
                          <a:solidFill>
                            <a:srgbClr val="333333"/>
                          </a:solidFill>
                          <a:effectLst/>
                          <a:latin typeface="Tahoma" panose="020B0604030504040204" pitchFamily="34" charset="0"/>
                          <a:ea typeface="等线" panose="02010600030101010101" pitchFamily="2" charset="-122"/>
                        </a:rPr>
                        <a:t>HNO3</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&lt; 0.1ppb </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1" i="0" u="none" strike="noStrike" dirty="0" err="1">
                          <a:solidFill>
                            <a:srgbClr val="E10000"/>
                          </a:solidFill>
                          <a:effectLst/>
                          <a:latin typeface="Tahoma" panose="020B0604030504040204" pitchFamily="34" charset="0"/>
                          <a:ea typeface="等线" panose="02010600030101010101" pitchFamily="2" charset="-122"/>
                        </a:rPr>
                        <a:t>G4</a:t>
                      </a:r>
                      <a:endParaRPr lang="en-GB" sz="1000" b="1" i="0" u="none" strike="noStrike" dirty="0">
                        <a:solidFill>
                          <a:srgbClr val="E10000"/>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25216868"/>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醋酸</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err="1">
                          <a:solidFill>
                            <a:srgbClr val="333333"/>
                          </a:solidFill>
                          <a:effectLst/>
                          <a:latin typeface="Tahoma" panose="020B0604030504040204" pitchFamily="34" charset="0"/>
                          <a:ea typeface="等线" panose="02010600030101010101" pitchFamily="2" charset="-122"/>
                        </a:rPr>
                        <a:t>CH3COOH</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&lt; 1ppb</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G3</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59621197"/>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盐酸</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HCL</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a:solidFill>
                            <a:srgbClr val="333333"/>
                          </a:solidFill>
                          <a:effectLst/>
                          <a:latin typeface="Tahoma" panose="020B0604030504040204" pitchFamily="34" charset="0"/>
                          <a:ea typeface="等线" panose="02010600030101010101" pitchFamily="2" charset="-122"/>
                        </a:rPr>
                        <a:t>&lt; </a:t>
                      </a:r>
                      <a:r>
                        <a:rPr lang="en-GB" sz="1000" b="0" i="0" u="none" strike="noStrike" dirty="0" err="1">
                          <a:solidFill>
                            <a:srgbClr val="333333"/>
                          </a:solidFill>
                          <a:effectLst/>
                          <a:latin typeface="Tahoma" panose="020B0604030504040204" pitchFamily="34" charset="0"/>
                          <a:ea typeface="等线" panose="02010600030101010101" pitchFamily="2" charset="-122"/>
                        </a:rPr>
                        <a:t>1ppb</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err="1">
                          <a:solidFill>
                            <a:srgbClr val="333333"/>
                          </a:solidFill>
                          <a:effectLst/>
                          <a:latin typeface="Tahoma" panose="020B0604030504040204" pitchFamily="34" charset="0"/>
                          <a:ea typeface="等线" panose="02010600030101010101" pitchFamily="2" charset="-122"/>
                        </a:rPr>
                        <a:t>G3</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35709032"/>
                  </a:ext>
                </a:extLst>
              </a:tr>
              <a:tr h="182880">
                <a:tc vMerge="1">
                  <a:txBody>
                    <a:bodyPr/>
                    <a:lstStyle/>
                    <a:p>
                      <a:endParaRPr lang="zh-CN" altLang="en-US"/>
                    </a:p>
                  </a:txBody>
                  <a:tcPr/>
                </a:tc>
                <a:tc>
                  <a:txBody>
                    <a:bodyPr/>
                    <a:lstStyle/>
                    <a:p>
                      <a:pPr algn="l" fontAlgn="t"/>
                      <a:r>
                        <a:rPr lang="en-GB" sz="1000" b="0" i="0" u="none" strike="noStrike" dirty="0">
                          <a:solidFill>
                            <a:srgbClr val="333333"/>
                          </a:solidFill>
                          <a:effectLst/>
                          <a:latin typeface="Tahoma" panose="020B0604030504040204" pitchFamily="34" charset="0"/>
                          <a:ea typeface="等线" panose="02010600030101010101" pitchFamily="2" charset="-122"/>
                        </a:rPr>
                        <a:t>N-</a:t>
                      </a:r>
                      <a:r>
                        <a:rPr lang="zh-CN" altLang="en-US" sz="1000" b="0" i="0" u="none" strike="noStrike" dirty="0">
                          <a:solidFill>
                            <a:srgbClr val="333333"/>
                          </a:solidFill>
                          <a:effectLst/>
                          <a:latin typeface="Tahoma" panose="020B0604030504040204" pitchFamily="34" charset="0"/>
                          <a:ea typeface="等线" panose="02010600030101010101" pitchFamily="2" charset="-122"/>
                        </a:rPr>
                        <a:t>甲基吡咯烷酮</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NMP</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&lt; 5ppb</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G2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878924156"/>
                  </a:ext>
                </a:extLst>
              </a:tr>
              <a:tr h="182880">
                <a:tc rowSpan="6">
                  <a:txBody>
                    <a:bodyPr/>
                    <a:lstStyle/>
                    <a:p>
                      <a:pPr algn="l" fontAlgn="ctr"/>
                      <a:r>
                        <a:rPr lang="zh-CN" altLang="en-US" sz="1100" b="0" i="0" u="none" strike="noStrike">
                          <a:solidFill>
                            <a:srgbClr val="000000"/>
                          </a:solidFill>
                          <a:effectLst/>
                          <a:latin typeface="等线" panose="02010600030101010101" pitchFamily="2" charset="-122"/>
                          <a:ea typeface="等线" panose="02010600030101010101" pitchFamily="2" charset="-122"/>
                        </a:rPr>
                        <a:t>配方型</a:t>
                      </a:r>
                      <a:br>
                        <a:rPr lang="zh-CN" altLang="en-US" sz="1100" b="0" i="0" u="none" strike="noStrike">
                          <a:solidFill>
                            <a:srgbClr val="000000"/>
                          </a:solidFill>
                          <a:effectLst/>
                          <a:latin typeface="等线" panose="02010600030101010101" pitchFamily="2" charset="-122"/>
                          <a:ea typeface="等线" panose="02010600030101010101" pitchFamily="2" charset="-122"/>
                        </a:rPr>
                      </a:br>
                      <a:r>
                        <a:rPr lang="en-GB" sz="1100" b="0" i="0" u="none" strike="noStrike">
                          <a:solidFill>
                            <a:srgbClr val="000000"/>
                          </a:solidFill>
                          <a:effectLst/>
                          <a:latin typeface="等线" panose="02010600030101010101" pitchFamily="2" charset="-122"/>
                          <a:ea typeface="等线" panose="02010600030101010101" pitchFamily="2" charset="-122"/>
                        </a:rPr>
                        <a:t>FormulatedChemicals</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Poly</a:t>
                      </a:r>
                      <a:r>
                        <a:rPr lang="zh-CN" altLang="en-US" sz="1000" b="0" i="0" u="none" strike="noStrike">
                          <a:solidFill>
                            <a:srgbClr val="333333"/>
                          </a:solidFill>
                          <a:effectLst/>
                          <a:latin typeface="Tahoma" panose="020B0604030504040204" pitchFamily="34" charset="0"/>
                          <a:ea typeface="等线" panose="02010600030101010101" pitchFamily="2" charset="-122"/>
                        </a:rPr>
                        <a:t>蚀刻液</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M1/PE-1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a:solidFill>
                            <a:srgbClr val="333333"/>
                          </a:solidFill>
                          <a:effectLst/>
                          <a:latin typeface="Tahoma" panose="020B0604030504040204" pitchFamily="34" charset="0"/>
                          <a:ea typeface="等线" panose="02010600030101010101" pitchFamily="2" charset="-122"/>
                        </a:rPr>
                        <a:t>&lt; </a:t>
                      </a:r>
                      <a:r>
                        <a:rPr lang="en-GB" sz="1000" b="0" i="0" u="none" strike="noStrike" dirty="0" err="1">
                          <a:solidFill>
                            <a:srgbClr val="333333"/>
                          </a:solidFill>
                          <a:effectLst/>
                          <a:latin typeface="Tahoma" panose="020B0604030504040204" pitchFamily="34" charset="0"/>
                          <a:ea typeface="等线" panose="02010600030101010101" pitchFamily="2" charset="-122"/>
                        </a:rPr>
                        <a:t>5ppb</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G2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233565501"/>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减薄液</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Spin-D/D/N-D</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a:solidFill>
                            <a:srgbClr val="333333"/>
                          </a:solidFill>
                          <a:effectLst/>
                          <a:latin typeface="Tahoma" panose="020B0604030504040204" pitchFamily="34" charset="0"/>
                          <a:ea typeface="等线" panose="02010600030101010101" pitchFamily="2" charset="-122"/>
                        </a:rPr>
                        <a:t>&lt; </a:t>
                      </a:r>
                      <a:r>
                        <a:rPr lang="en-GB" sz="1000" b="0" i="0" u="none" strike="noStrike" dirty="0" err="1">
                          <a:solidFill>
                            <a:srgbClr val="333333"/>
                          </a:solidFill>
                          <a:effectLst/>
                          <a:latin typeface="Tahoma" panose="020B0604030504040204" pitchFamily="34" charset="0"/>
                          <a:ea typeface="等线" panose="02010600030101010101" pitchFamily="2" charset="-122"/>
                        </a:rPr>
                        <a:t>5ppb</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G2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79545104"/>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旋转蚀刻液</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Spin-E/E</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a:solidFill>
                            <a:srgbClr val="333333"/>
                          </a:solidFill>
                          <a:effectLst/>
                          <a:latin typeface="Tahoma" panose="020B0604030504040204" pitchFamily="34" charset="0"/>
                          <a:ea typeface="等线" panose="02010600030101010101" pitchFamily="2" charset="-122"/>
                        </a:rPr>
                        <a:t>&lt; </a:t>
                      </a:r>
                      <a:r>
                        <a:rPr lang="en-GB" sz="1000" b="0" i="0" u="none" strike="noStrike" dirty="0" err="1">
                          <a:solidFill>
                            <a:srgbClr val="333333"/>
                          </a:solidFill>
                          <a:effectLst/>
                          <a:latin typeface="Tahoma" panose="020B0604030504040204" pitchFamily="34" charset="0"/>
                          <a:ea typeface="等线" panose="02010600030101010101" pitchFamily="2" charset="-122"/>
                        </a:rPr>
                        <a:t>5ppb</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err="1">
                          <a:solidFill>
                            <a:srgbClr val="333333"/>
                          </a:solidFill>
                          <a:effectLst/>
                          <a:latin typeface="Tahoma" panose="020B0604030504040204" pitchFamily="34" charset="0"/>
                          <a:ea typeface="等线" panose="02010600030101010101" pitchFamily="2" charset="-122"/>
                        </a:rPr>
                        <a:t>G2</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762598531"/>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二氧化硅蚀刻液</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BOE/BHF</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&lt; 0.1ppb</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1" i="0" u="none" strike="noStrike" dirty="0" err="1">
                          <a:solidFill>
                            <a:srgbClr val="E10000"/>
                          </a:solidFill>
                          <a:effectLst/>
                          <a:latin typeface="Tahoma" panose="020B0604030504040204" pitchFamily="34" charset="0"/>
                          <a:ea typeface="等线" panose="02010600030101010101" pitchFamily="2" charset="-122"/>
                        </a:rPr>
                        <a:t>G4</a:t>
                      </a:r>
                      <a:endParaRPr lang="en-GB" sz="1000" b="1" i="0" u="none" strike="noStrike" dirty="0">
                        <a:solidFill>
                          <a:srgbClr val="E10000"/>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950259621"/>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铝蚀刻液</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M2/MI/H4</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&lt; 5ppb</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err="1">
                          <a:solidFill>
                            <a:srgbClr val="333333"/>
                          </a:solidFill>
                          <a:effectLst/>
                          <a:latin typeface="Tahoma" panose="020B0604030504040204" pitchFamily="34" charset="0"/>
                          <a:ea typeface="等线" panose="02010600030101010101" pitchFamily="2" charset="-122"/>
                        </a:rPr>
                        <a:t>G2</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20833383"/>
                  </a:ext>
                </a:extLst>
              </a:tr>
              <a:tr h="182880">
                <a:tc vMerge="1">
                  <a:txBody>
                    <a:bodyPr/>
                    <a:lstStyle/>
                    <a:p>
                      <a:endParaRPr lang="zh-CN" altLang="en-US"/>
                    </a:p>
                  </a:txBody>
                  <a:tcPr/>
                </a:tc>
                <a:tc>
                  <a:txBody>
                    <a:bodyPr/>
                    <a:lstStyle/>
                    <a:p>
                      <a:pPr algn="l" fontAlgn="t"/>
                      <a:r>
                        <a:rPr lang="zh-CN" altLang="en-US" sz="1000" b="0" i="0" u="none" strike="noStrike" dirty="0">
                          <a:solidFill>
                            <a:srgbClr val="333333"/>
                          </a:solidFill>
                          <a:effectLst/>
                          <a:latin typeface="Tahoma" panose="020B0604030504040204" pitchFamily="34" charset="0"/>
                          <a:ea typeface="等线" panose="02010600030101010101" pitchFamily="2" charset="-122"/>
                        </a:rPr>
                        <a:t>边胶清洗剂</a:t>
                      </a:r>
                      <a:r>
                        <a:rPr lang="en-GB" sz="1000" b="0" i="0" u="none" strike="noStrike" dirty="0" err="1">
                          <a:solidFill>
                            <a:srgbClr val="333333"/>
                          </a:solidFill>
                          <a:effectLst/>
                          <a:latin typeface="Tahoma" panose="020B0604030504040204" pitchFamily="34" charset="0"/>
                          <a:ea typeface="等线" panose="02010600030101010101" pitchFamily="2" charset="-122"/>
                        </a:rPr>
                        <a:t>EBR</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0K-73/PP-73</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a:solidFill>
                            <a:srgbClr val="333333"/>
                          </a:solidFill>
                          <a:effectLst/>
                          <a:latin typeface="Tahoma" panose="020B0604030504040204" pitchFamily="34" charset="0"/>
                          <a:ea typeface="等线" panose="02010600030101010101" pitchFamily="2" charset="-122"/>
                        </a:rPr>
                        <a:t>&lt; 5ppb</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t"/>
                      <a:r>
                        <a:rPr lang="en-GB" sz="1000" b="0" i="0" u="none" strike="noStrike" dirty="0" err="1">
                          <a:solidFill>
                            <a:srgbClr val="333333"/>
                          </a:solidFill>
                          <a:effectLst/>
                          <a:latin typeface="Tahoma" panose="020B0604030504040204" pitchFamily="34" charset="0"/>
                          <a:ea typeface="等线" panose="02010600030101010101" pitchFamily="2" charset="-122"/>
                        </a:rPr>
                        <a:t>G2</a:t>
                      </a:r>
                      <a:endParaRPr lang="en-GB" sz="1000" b="0" i="0" u="none" strike="noStrike" dirty="0">
                        <a:solidFill>
                          <a:srgbClr val="333333"/>
                        </a:solidFill>
                        <a:effectLst/>
                        <a:latin typeface="Tahoma" panose="020B0604030504040204" pitchFamily="34" charset="0"/>
                        <a:ea typeface="等线" panose="02010600030101010101" pitchFamily="2" charset="-122"/>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964886976"/>
                  </a:ext>
                </a:extLst>
              </a:tr>
            </a:tbl>
          </a:graphicData>
        </a:graphic>
      </p:graphicFrame>
      <p:sp>
        <p:nvSpPr>
          <p:cNvPr id="12" name="Rectangle 4">
            <a:extLst>
              <a:ext uri="{FF2B5EF4-FFF2-40B4-BE49-F238E27FC236}">
                <a16:creationId xmlns:a16="http://schemas.microsoft.com/office/drawing/2014/main" xmlns="" id="{4A91CFD0-8D6C-12E2-013C-D22B0C462781}"/>
              </a:ext>
            </a:extLst>
          </p:cNvPr>
          <p:cNvSpPr>
            <a:spLocks noChangeArrowheads="1"/>
          </p:cNvSpPr>
          <p:nvPr/>
        </p:nvSpPr>
        <p:spPr bwMode="auto">
          <a:xfrm>
            <a:off x="5724733" y="915675"/>
            <a:ext cx="4929700"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b="1" dirty="0" err="1">
                <a:solidFill>
                  <a:srgbClr val="E10000"/>
                </a:solidFill>
                <a:latin typeface="微软雅黑" panose="020B0503020204020204" pitchFamily="34" charset="-122"/>
                <a:ea typeface="微软雅黑" panose="020B0503020204020204" pitchFamily="34" charset="-122"/>
              </a:rPr>
              <a:t>G5</a:t>
            </a:r>
            <a:r>
              <a:rPr lang="zh-CN" altLang="en-US" b="1" dirty="0">
                <a:solidFill>
                  <a:srgbClr val="E10000"/>
                </a:solidFill>
                <a:latin typeface="微软雅黑" panose="020B0503020204020204" pitchFamily="34" charset="-122"/>
                <a:ea typeface="微软雅黑" panose="020B0503020204020204" pitchFamily="34" charset="-122"/>
              </a:rPr>
              <a:t>级硫酸价格远超常规级别</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5" name="Rectangle 4">
            <a:extLst>
              <a:ext uri="{FF2B5EF4-FFF2-40B4-BE49-F238E27FC236}">
                <a16:creationId xmlns:a16="http://schemas.microsoft.com/office/drawing/2014/main" xmlns="" id="{31AC49C9-AB39-70FB-F1A5-83384AFC8AC4}"/>
              </a:ext>
            </a:extLst>
          </p:cNvPr>
          <p:cNvSpPr>
            <a:spLocks noChangeArrowheads="1"/>
          </p:cNvSpPr>
          <p:nvPr/>
        </p:nvSpPr>
        <p:spPr bwMode="auto">
          <a:xfrm>
            <a:off x="6141616" y="3300771"/>
            <a:ext cx="4929700"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b="1" dirty="0">
                <a:solidFill>
                  <a:srgbClr val="E10000"/>
                </a:solidFill>
                <a:latin typeface="微软雅黑" panose="020B0503020204020204" pitchFamily="34" charset="-122"/>
                <a:ea typeface="微软雅黑" panose="020B0503020204020204" pitchFamily="34" charset="-122"/>
              </a:rPr>
              <a:t>兴福电子产品逐渐放量、业绩大幅增长</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6" name="图表 5">
            <a:extLst>
              <a:ext uri="{FF2B5EF4-FFF2-40B4-BE49-F238E27FC236}">
                <a16:creationId xmlns:a16="http://schemas.microsoft.com/office/drawing/2014/main" xmlns="" id="{FA6176C3-839F-D349-82E7-A7A6D4FD64E6}"/>
              </a:ext>
            </a:extLst>
          </p:cNvPr>
          <p:cNvGraphicFramePr>
            <a:graphicFrameLocks/>
          </p:cNvGraphicFramePr>
          <p:nvPr>
            <p:extLst>
              <p:ext uri="{D42A27DB-BD31-4B8C-83A1-F6EECF244321}">
                <p14:modId xmlns:p14="http://schemas.microsoft.com/office/powerpoint/2010/main" val="2906661830"/>
              </p:ext>
            </p:extLst>
          </p:nvPr>
        </p:nvGraphicFramePr>
        <p:xfrm>
          <a:off x="6313783" y="3706438"/>
          <a:ext cx="5330529" cy="260617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 name="图表 3">
            <a:extLst>
              <a:ext uri="{FF2B5EF4-FFF2-40B4-BE49-F238E27FC236}">
                <a16:creationId xmlns:a16="http://schemas.microsoft.com/office/drawing/2014/main" xmlns="" id="{DF4C0481-6BD0-4B92-856A-C7F27E39D8B5}"/>
              </a:ext>
            </a:extLst>
          </p:cNvPr>
          <p:cNvGraphicFramePr>
            <a:graphicFrameLocks/>
          </p:cNvGraphicFramePr>
          <p:nvPr>
            <p:extLst>
              <p:ext uri="{D42A27DB-BD31-4B8C-83A1-F6EECF244321}">
                <p14:modId xmlns:p14="http://schemas.microsoft.com/office/powerpoint/2010/main" val="3852576979"/>
              </p:ext>
            </p:extLst>
          </p:nvPr>
        </p:nvGraphicFramePr>
        <p:xfrm>
          <a:off x="6313783" y="1265747"/>
          <a:ext cx="5330528" cy="1998689"/>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15557655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15479" y="404654"/>
            <a:ext cx="8969492"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二甲基亚砜</a:t>
            </a:r>
            <a:r>
              <a:rPr lang="en-US" altLang="zh-CN" sz="2800" b="1" dirty="0">
                <a:solidFill>
                  <a:srgbClr val="E10000"/>
                </a:solidFill>
                <a:latin typeface="微软雅黑" panose="020B0503020204020204" pitchFamily="34" charset="-122"/>
                <a:ea typeface="微软雅黑" panose="020B0503020204020204" pitchFamily="34" charset="-122"/>
              </a:rPr>
              <a:t>(DMSO) </a:t>
            </a:r>
            <a:r>
              <a:rPr lang="zh-CN" altLang="en-US" sz="2800" b="1" dirty="0">
                <a:solidFill>
                  <a:srgbClr val="E10000"/>
                </a:solidFill>
                <a:latin typeface="微软雅黑" panose="020B0503020204020204" pitchFamily="34" charset="-122"/>
                <a:ea typeface="微软雅黑" panose="020B0503020204020204" pitchFamily="34" charset="-122"/>
              </a:rPr>
              <a:t>：万能低毒溶剂，应用广泛</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8805135"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资料来源：票奥恒</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1</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万吨</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年二甲基亚砜项目可行性研究报告，新疆兴发化工</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5</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万吨</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年二甲基亚砜项目（一期）环境影响后评价，百川盈孚，</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，碳纤维复材，春毅新材料，长江证券研究所</a:t>
            </a:r>
          </a:p>
        </p:txBody>
      </p:sp>
      <p:pic>
        <p:nvPicPr>
          <p:cNvPr id="2" name="图片 1">
            <a:extLst>
              <a:ext uri="{FF2B5EF4-FFF2-40B4-BE49-F238E27FC236}">
                <a16:creationId xmlns:a16="http://schemas.microsoft.com/office/drawing/2014/main" xmlns="" id="{4BACAD3B-A122-FCE5-9E22-715B3B2ADF77}"/>
              </a:ext>
            </a:extLst>
          </p:cNvPr>
          <p:cNvPicPr>
            <a:picLocks noChangeAspect="1"/>
          </p:cNvPicPr>
          <p:nvPr/>
        </p:nvPicPr>
        <p:blipFill>
          <a:blip r:embed="rId3"/>
          <a:stretch>
            <a:fillRect/>
          </a:stretch>
        </p:blipFill>
        <p:spPr>
          <a:xfrm>
            <a:off x="356923" y="4417656"/>
            <a:ext cx="3442805" cy="1764931"/>
          </a:xfrm>
          <a:prstGeom prst="rect">
            <a:avLst/>
          </a:prstGeom>
        </p:spPr>
      </p:pic>
      <p:sp>
        <p:nvSpPr>
          <p:cNvPr id="3" name="Rectangle 4">
            <a:extLst>
              <a:ext uri="{FF2B5EF4-FFF2-40B4-BE49-F238E27FC236}">
                <a16:creationId xmlns:a16="http://schemas.microsoft.com/office/drawing/2014/main" xmlns="" id="{9E636AA9-3DC7-D153-CFAC-AE194A3259C2}"/>
              </a:ext>
            </a:extLst>
          </p:cNvPr>
          <p:cNvSpPr>
            <a:spLocks noChangeArrowheads="1"/>
          </p:cNvSpPr>
          <p:nvPr/>
        </p:nvSpPr>
        <p:spPr bwMode="auto">
          <a:xfrm>
            <a:off x="243182" y="3659152"/>
            <a:ext cx="2487463"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b="1" dirty="0">
                <a:solidFill>
                  <a:srgbClr val="E10000"/>
                </a:solidFill>
                <a:latin typeface="微软雅黑" panose="020B0503020204020204" pitchFamily="34" charset="-122"/>
                <a:ea typeface="微软雅黑" panose="020B0503020204020204" pitchFamily="34" charset="-122"/>
              </a:rPr>
              <a:t>DMSO</a:t>
            </a:r>
            <a:r>
              <a:rPr lang="zh-CN" altLang="en-US" b="1" dirty="0">
                <a:solidFill>
                  <a:srgbClr val="E10000"/>
                </a:solidFill>
                <a:latin typeface="微软雅黑" panose="020B0503020204020204" pitchFamily="34" charset="-122"/>
                <a:ea typeface="微软雅黑" panose="020B0503020204020204" pitchFamily="34" charset="-122"/>
              </a:rPr>
              <a:t>分子结构图</a:t>
            </a:r>
            <a:endParaRPr lang="zh-CN" altLang="zh-CN" b="1" dirty="0">
              <a:solidFill>
                <a:srgbClr val="E10000"/>
              </a:solidFill>
              <a:latin typeface="微软雅黑" panose="020B0503020204020204" pitchFamily="34" charset="-122"/>
              <a:ea typeface="微软雅黑" panose="020B0503020204020204" pitchFamily="34" charset="-122"/>
            </a:endParaRPr>
          </a:p>
        </p:txBody>
      </p:sp>
      <p:grpSp>
        <p:nvGrpSpPr>
          <p:cNvPr id="12" name="组合 11">
            <a:extLst>
              <a:ext uri="{FF2B5EF4-FFF2-40B4-BE49-F238E27FC236}">
                <a16:creationId xmlns:a16="http://schemas.microsoft.com/office/drawing/2014/main" xmlns="" id="{62E14C68-1788-59EC-32DD-B6F6FC41CE38}"/>
              </a:ext>
            </a:extLst>
          </p:cNvPr>
          <p:cNvGrpSpPr/>
          <p:nvPr/>
        </p:nvGrpSpPr>
        <p:grpSpPr>
          <a:xfrm>
            <a:off x="4140642" y="4316859"/>
            <a:ext cx="4206432" cy="1814344"/>
            <a:chOff x="1676120" y="2812250"/>
            <a:chExt cx="8028359" cy="3223724"/>
          </a:xfrm>
        </p:grpSpPr>
        <p:sp>
          <p:nvSpPr>
            <p:cNvPr id="14" name="矩形: 圆角 13">
              <a:extLst>
                <a:ext uri="{FF2B5EF4-FFF2-40B4-BE49-F238E27FC236}">
                  <a16:creationId xmlns:a16="http://schemas.microsoft.com/office/drawing/2014/main" xmlns="" id="{5B887449-63BD-C554-41CE-8DB80A5D6B1E}"/>
                </a:ext>
              </a:extLst>
            </p:cNvPr>
            <p:cNvSpPr/>
            <p:nvPr/>
          </p:nvSpPr>
          <p:spPr>
            <a:xfrm>
              <a:off x="1676120" y="2812250"/>
              <a:ext cx="1479165" cy="358194"/>
            </a:xfrm>
            <a:prstGeom prst="roundRect">
              <a:avLst/>
            </a:prstGeom>
            <a:solidFill>
              <a:srgbClr val="7F7F7F"/>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天然气</a:t>
              </a:r>
            </a:p>
          </p:txBody>
        </p:sp>
        <p:sp>
          <p:nvSpPr>
            <p:cNvPr id="15" name="矩形: 圆角 14">
              <a:extLst>
                <a:ext uri="{FF2B5EF4-FFF2-40B4-BE49-F238E27FC236}">
                  <a16:creationId xmlns:a16="http://schemas.microsoft.com/office/drawing/2014/main" xmlns="" id="{536026FB-1ED6-306F-A445-8629F75C0D06}"/>
                </a:ext>
              </a:extLst>
            </p:cNvPr>
            <p:cNvSpPr/>
            <p:nvPr/>
          </p:nvSpPr>
          <p:spPr>
            <a:xfrm>
              <a:off x="1702092" y="4140489"/>
              <a:ext cx="1479165" cy="358194"/>
            </a:xfrm>
            <a:prstGeom prst="roundRect">
              <a:avLst/>
            </a:prstGeom>
            <a:solidFill>
              <a:schemeClr val="tx1">
                <a:lumMod val="50000"/>
                <a:lumOff val="5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硫磺</a:t>
              </a:r>
            </a:p>
          </p:txBody>
        </p:sp>
        <p:sp>
          <p:nvSpPr>
            <p:cNvPr id="16" name="矩形: 圆角 15">
              <a:extLst>
                <a:ext uri="{FF2B5EF4-FFF2-40B4-BE49-F238E27FC236}">
                  <a16:creationId xmlns:a16="http://schemas.microsoft.com/office/drawing/2014/main" xmlns="" id="{5C5C8702-AE39-C43D-522F-CDF646465EAA}"/>
                </a:ext>
              </a:extLst>
            </p:cNvPr>
            <p:cNvSpPr/>
            <p:nvPr/>
          </p:nvSpPr>
          <p:spPr>
            <a:xfrm>
              <a:off x="3737074" y="2812250"/>
              <a:ext cx="1479165" cy="358194"/>
            </a:xfrm>
            <a:prstGeom prst="roundRect">
              <a:avLst/>
            </a:prstGeom>
            <a:solidFill>
              <a:srgbClr val="7F7F7F"/>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硫化氢</a:t>
              </a:r>
            </a:p>
          </p:txBody>
        </p:sp>
        <p:sp>
          <p:nvSpPr>
            <p:cNvPr id="18" name="矩形: 圆角 17">
              <a:extLst>
                <a:ext uri="{FF2B5EF4-FFF2-40B4-BE49-F238E27FC236}">
                  <a16:creationId xmlns:a16="http://schemas.microsoft.com/office/drawing/2014/main" xmlns="" id="{23922D1E-A562-5747-911D-B66D7C4D7F3C}"/>
                </a:ext>
              </a:extLst>
            </p:cNvPr>
            <p:cNvSpPr/>
            <p:nvPr/>
          </p:nvSpPr>
          <p:spPr>
            <a:xfrm>
              <a:off x="3737074" y="4147009"/>
              <a:ext cx="1479165" cy="358194"/>
            </a:xfrm>
            <a:prstGeom prst="roundRect">
              <a:avLst/>
            </a:prstGeom>
            <a:solidFill>
              <a:srgbClr val="7F7F7F"/>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000" b="1" dirty="0">
                  <a:solidFill>
                    <a:schemeClr val="bg1"/>
                  </a:solidFill>
                  <a:latin typeface="微软雅黑" panose="020B0503020204020204" pitchFamily="34" charset="-122"/>
                  <a:ea typeface="微软雅黑" panose="020B0503020204020204" pitchFamily="34" charset="-122"/>
                </a:rPr>
                <a:t>二硫化碳</a:t>
              </a:r>
            </a:p>
          </p:txBody>
        </p:sp>
        <p:sp>
          <p:nvSpPr>
            <p:cNvPr id="19" name="矩形: 圆角 18">
              <a:extLst>
                <a:ext uri="{FF2B5EF4-FFF2-40B4-BE49-F238E27FC236}">
                  <a16:creationId xmlns:a16="http://schemas.microsoft.com/office/drawing/2014/main" xmlns="" id="{27CE3A99-BDFE-368F-CAE1-140800039A1B}"/>
                </a:ext>
              </a:extLst>
            </p:cNvPr>
            <p:cNvSpPr/>
            <p:nvPr/>
          </p:nvSpPr>
          <p:spPr>
            <a:xfrm>
              <a:off x="3737074" y="5677780"/>
              <a:ext cx="1479165" cy="358194"/>
            </a:xfrm>
            <a:prstGeom prst="roundRect">
              <a:avLst/>
            </a:prstGeom>
            <a:solidFill>
              <a:schemeClr val="tx1">
                <a:lumMod val="50000"/>
                <a:lumOff val="50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甲醇</a:t>
              </a:r>
            </a:p>
          </p:txBody>
        </p:sp>
        <p:sp>
          <p:nvSpPr>
            <p:cNvPr id="20" name="矩形: 圆角 19">
              <a:extLst>
                <a:ext uri="{FF2B5EF4-FFF2-40B4-BE49-F238E27FC236}">
                  <a16:creationId xmlns:a16="http://schemas.microsoft.com/office/drawing/2014/main" xmlns="" id="{CB3C3FC8-1C58-2859-E70C-89D22B235794}"/>
                </a:ext>
              </a:extLst>
            </p:cNvPr>
            <p:cNvSpPr/>
            <p:nvPr/>
          </p:nvSpPr>
          <p:spPr>
            <a:xfrm>
              <a:off x="5914589" y="3739870"/>
              <a:ext cx="1057931" cy="1152549"/>
            </a:xfrm>
            <a:prstGeom prst="roundRect">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二甲基硫醚</a:t>
              </a:r>
            </a:p>
          </p:txBody>
        </p:sp>
        <p:sp>
          <p:nvSpPr>
            <p:cNvPr id="21" name="矩形: 圆角 20">
              <a:extLst>
                <a:ext uri="{FF2B5EF4-FFF2-40B4-BE49-F238E27FC236}">
                  <a16:creationId xmlns:a16="http://schemas.microsoft.com/office/drawing/2014/main" xmlns="" id="{780B8E5A-C8E3-FC7E-269C-A15978AA547F}"/>
                </a:ext>
              </a:extLst>
            </p:cNvPr>
            <p:cNvSpPr/>
            <p:nvPr/>
          </p:nvSpPr>
          <p:spPr>
            <a:xfrm>
              <a:off x="7543724" y="2812250"/>
              <a:ext cx="1708550" cy="392342"/>
            </a:xfrm>
            <a:prstGeom prst="roundRect">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二甲基砜</a:t>
              </a:r>
            </a:p>
          </p:txBody>
        </p:sp>
        <p:sp>
          <p:nvSpPr>
            <p:cNvPr id="23" name="矩形: 圆角 22">
              <a:extLst>
                <a:ext uri="{FF2B5EF4-FFF2-40B4-BE49-F238E27FC236}">
                  <a16:creationId xmlns:a16="http://schemas.microsoft.com/office/drawing/2014/main" xmlns="" id="{F7A905CE-D029-44FA-8FFC-2715E2586302}"/>
                </a:ext>
              </a:extLst>
            </p:cNvPr>
            <p:cNvSpPr/>
            <p:nvPr/>
          </p:nvSpPr>
          <p:spPr>
            <a:xfrm>
              <a:off x="7714905" y="3997494"/>
              <a:ext cx="1989574" cy="657225"/>
            </a:xfrm>
            <a:prstGeom prst="roundRect">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bg1"/>
                  </a:solidFill>
                  <a:latin typeface="微软雅黑" panose="020B0503020204020204" pitchFamily="34" charset="-122"/>
                  <a:ea typeface="微软雅黑" panose="020B0503020204020204" pitchFamily="34" charset="-122"/>
                </a:rPr>
                <a:t>DMSO</a:t>
              </a:r>
              <a:endParaRPr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24" name="矩形: 圆角 23">
              <a:extLst>
                <a:ext uri="{FF2B5EF4-FFF2-40B4-BE49-F238E27FC236}">
                  <a16:creationId xmlns:a16="http://schemas.microsoft.com/office/drawing/2014/main" xmlns="" id="{F7B3730E-8651-7AD6-27CF-13EDDE5BCE66}"/>
                </a:ext>
              </a:extLst>
            </p:cNvPr>
            <p:cNvSpPr/>
            <p:nvPr/>
          </p:nvSpPr>
          <p:spPr>
            <a:xfrm>
              <a:off x="7543726" y="5634057"/>
              <a:ext cx="1777654" cy="358194"/>
            </a:xfrm>
            <a:prstGeom prst="roundRect">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硝酸钠</a:t>
              </a:r>
            </a:p>
          </p:txBody>
        </p:sp>
        <p:cxnSp>
          <p:nvCxnSpPr>
            <p:cNvPr id="25" name="直接箭头连接符 24">
              <a:extLst>
                <a:ext uri="{FF2B5EF4-FFF2-40B4-BE49-F238E27FC236}">
                  <a16:creationId xmlns:a16="http://schemas.microsoft.com/office/drawing/2014/main" xmlns="" id="{DF0E9ED4-041B-F9F2-DFA3-6869090B4495}"/>
                </a:ext>
              </a:extLst>
            </p:cNvPr>
            <p:cNvCxnSpPr>
              <a:cxnSpLocks/>
              <a:stCxn id="20" idx="3"/>
              <a:endCxn id="23" idx="1"/>
            </p:cNvCxnSpPr>
            <p:nvPr/>
          </p:nvCxnSpPr>
          <p:spPr>
            <a:xfrm>
              <a:off x="6972521" y="4316145"/>
              <a:ext cx="742384" cy="9963"/>
            </a:xfrm>
            <a:prstGeom prst="straightConnector1">
              <a:avLst/>
            </a:prstGeom>
            <a:ln w="28575">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连接符: 肘形 25">
              <a:extLst>
                <a:ext uri="{FF2B5EF4-FFF2-40B4-BE49-F238E27FC236}">
                  <a16:creationId xmlns:a16="http://schemas.microsoft.com/office/drawing/2014/main" xmlns="" id="{54B13FD3-F80E-5F25-AF3A-B61FEF20473B}"/>
                </a:ext>
              </a:extLst>
            </p:cNvPr>
            <p:cNvCxnSpPr>
              <a:stCxn id="14" idx="3"/>
              <a:endCxn id="18" idx="1"/>
            </p:cNvCxnSpPr>
            <p:nvPr/>
          </p:nvCxnSpPr>
          <p:spPr>
            <a:xfrm>
              <a:off x="3155285" y="2991347"/>
              <a:ext cx="581789" cy="1334759"/>
            </a:xfrm>
            <a:prstGeom prst="bentConnector3">
              <a:avLst/>
            </a:prstGeom>
            <a:ln w="28575">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7" name="连接符: 肘形 26">
              <a:extLst>
                <a:ext uri="{FF2B5EF4-FFF2-40B4-BE49-F238E27FC236}">
                  <a16:creationId xmlns:a16="http://schemas.microsoft.com/office/drawing/2014/main" xmlns="" id="{0245FF1A-1BB5-AA28-E60C-BCCC203F2A55}"/>
                </a:ext>
              </a:extLst>
            </p:cNvPr>
            <p:cNvCxnSpPr>
              <a:cxnSpLocks/>
              <a:stCxn id="15" idx="3"/>
              <a:endCxn id="16" idx="1"/>
            </p:cNvCxnSpPr>
            <p:nvPr/>
          </p:nvCxnSpPr>
          <p:spPr>
            <a:xfrm flipV="1">
              <a:off x="3181257" y="2991347"/>
              <a:ext cx="555817" cy="1328239"/>
            </a:xfrm>
            <a:prstGeom prst="bentConnector3">
              <a:avLst/>
            </a:prstGeom>
            <a:ln w="28575">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连接符: 肘形 27">
              <a:extLst>
                <a:ext uri="{FF2B5EF4-FFF2-40B4-BE49-F238E27FC236}">
                  <a16:creationId xmlns:a16="http://schemas.microsoft.com/office/drawing/2014/main" xmlns="" id="{D72984A8-442D-B923-7C72-3F6E0B5CAC6A}"/>
                </a:ext>
              </a:extLst>
            </p:cNvPr>
            <p:cNvCxnSpPr>
              <a:cxnSpLocks/>
              <a:stCxn id="16" idx="3"/>
              <a:endCxn id="20" idx="1"/>
            </p:cNvCxnSpPr>
            <p:nvPr/>
          </p:nvCxnSpPr>
          <p:spPr>
            <a:xfrm>
              <a:off x="5216239" y="2991348"/>
              <a:ext cx="698350" cy="1324797"/>
            </a:xfrm>
            <a:prstGeom prst="bentConnector3">
              <a:avLst/>
            </a:prstGeom>
            <a:ln w="28575">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9" name="连接符: 肘形 28">
              <a:extLst>
                <a:ext uri="{FF2B5EF4-FFF2-40B4-BE49-F238E27FC236}">
                  <a16:creationId xmlns:a16="http://schemas.microsoft.com/office/drawing/2014/main" xmlns="" id="{4B8C5308-5AB7-AF9A-EA51-88550354EE9D}"/>
                </a:ext>
              </a:extLst>
            </p:cNvPr>
            <p:cNvCxnSpPr>
              <a:cxnSpLocks/>
              <a:stCxn id="19" idx="3"/>
              <a:endCxn id="20" idx="1"/>
            </p:cNvCxnSpPr>
            <p:nvPr/>
          </p:nvCxnSpPr>
          <p:spPr>
            <a:xfrm flipV="1">
              <a:off x="5216239" y="4316145"/>
              <a:ext cx="698350" cy="1540733"/>
            </a:xfrm>
            <a:prstGeom prst="bentConnector3">
              <a:avLst>
                <a:gd name="adj1" fmla="val 50000"/>
              </a:avLst>
            </a:prstGeom>
            <a:ln w="28575">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0" name="直接箭头连接符 29">
              <a:extLst>
                <a:ext uri="{FF2B5EF4-FFF2-40B4-BE49-F238E27FC236}">
                  <a16:creationId xmlns:a16="http://schemas.microsoft.com/office/drawing/2014/main" xmlns="" id="{7238E35C-0BB8-6B4E-9577-B47771B9E109}"/>
                </a:ext>
              </a:extLst>
            </p:cNvPr>
            <p:cNvCxnSpPr>
              <a:cxnSpLocks/>
              <a:stCxn id="18" idx="3"/>
              <a:endCxn id="20" idx="1"/>
            </p:cNvCxnSpPr>
            <p:nvPr/>
          </p:nvCxnSpPr>
          <p:spPr>
            <a:xfrm flipV="1">
              <a:off x="5216239" y="4316145"/>
              <a:ext cx="698350" cy="9963"/>
            </a:xfrm>
            <a:prstGeom prst="straightConnector1">
              <a:avLst/>
            </a:prstGeom>
            <a:ln w="28575">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 name="连接符: 肘形 30">
              <a:extLst>
                <a:ext uri="{FF2B5EF4-FFF2-40B4-BE49-F238E27FC236}">
                  <a16:creationId xmlns:a16="http://schemas.microsoft.com/office/drawing/2014/main" xmlns="" id="{62406F01-12DF-CFE8-E7C8-9BBF287EA85E}"/>
                </a:ext>
              </a:extLst>
            </p:cNvPr>
            <p:cNvCxnSpPr>
              <a:cxnSpLocks/>
              <a:stCxn id="20" idx="3"/>
              <a:endCxn id="21" idx="1"/>
            </p:cNvCxnSpPr>
            <p:nvPr/>
          </p:nvCxnSpPr>
          <p:spPr>
            <a:xfrm flipV="1">
              <a:off x="6972521" y="3008421"/>
              <a:ext cx="571203" cy="1307724"/>
            </a:xfrm>
            <a:prstGeom prst="bentConnector3">
              <a:avLst>
                <a:gd name="adj1" fmla="val 50000"/>
              </a:avLst>
            </a:prstGeom>
            <a:ln w="28575">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2" name="连接符: 肘形 31">
              <a:extLst>
                <a:ext uri="{FF2B5EF4-FFF2-40B4-BE49-F238E27FC236}">
                  <a16:creationId xmlns:a16="http://schemas.microsoft.com/office/drawing/2014/main" xmlns="" id="{C4486DE1-3EAB-292F-0C03-662710B47B70}"/>
                </a:ext>
              </a:extLst>
            </p:cNvPr>
            <p:cNvCxnSpPr>
              <a:cxnSpLocks/>
              <a:stCxn id="20" idx="3"/>
              <a:endCxn id="24" idx="1"/>
            </p:cNvCxnSpPr>
            <p:nvPr/>
          </p:nvCxnSpPr>
          <p:spPr>
            <a:xfrm>
              <a:off x="6972521" y="4316145"/>
              <a:ext cx="571205" cy="1497010"/>
            </a:xfrm>
            <a:prstGeom prst="bentConnector3">
              <a:avLst>
                <a:gd name="adj1" fmla="val 50000"/>
              </a:avLst>
            </a:prstGeom>
            <a:ln w="28575">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Rectangle 4">
            <a:extLst>
              <a:ext uri="{FF2B5EF4-FFF2-40B4-BE49-F238E27FC236}">
                <a16:creationId xmlns:a16="http://schemas.microsoft.com/office/drawing/2014/main" xmlns="" id="{44EE10CF-1B41-20CC-4F02-DFFD14881C34}"/>
              </a:ext>
            </a:extLst>
          </p:cNvPr>
          <p:cNvSpPr>
            <a:spLocks noChangeArrowheads="1"/>
          </p:cNvSpPr>
          <p:nvPr/>
        </p:nvSpPr>
        <p:spPr bwMode="auto">
          <a:xfrm>
            <a:off x="4402567" y="3659152"/>
            <a:ext cx="2487463"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b="1" dirty="0">
                <a:solidFill>
                  <a:srgbClr val="E10000"/>
                </a:solidFill>
                <a:latin typeface="微软雅黑" panose="020B0503020204020204" pitchFamily="34" charset="-122"/>
                <a:ea typeface="微软雅黑" panose="020B0503020204020204" pitchFamily="34" charset="-122"/>
              </a:rPr>
              <a:t>DMSO</a:t>
            </a:r>
            <a:r>
              <a:rPr lang="zh-CN" altLang="en-US" b="1" dirty="0">
                <a:solidFill>
                  <a:srgbClr val="E10000"/>
                </a:solidFill>
                <a:latin typeface="微软雅黑" panose="020B0503020204020204" pitchFamily="34" charset="-122"/>
                <a:ea typeface="微软雅黑" panose="020B0503020204020204" pitchFamily="34" charset="-122"/>
              </a:rPr>
              <a:t>合成工艺</a:t>
            </a:r>
            <a:endParaRPr lang="zh-CN" altLang="zh-CN" b="1" dirty="0">
              <a:solidFill>
                <a:srgbClr val="E10000"/>
              </a:solidFill>
              <a:latin typeface="微软雅黑" panose="020B0503020204020204" pitchFamily="34" charset="-122"/>
              <a:ea typeface="微软雅黑" panose="020B0503020204020204" pitchFamily="34" charset="-122"/>
            </a:endParaRPr>
          </a:p>
        </p:txBody>
      </p:sp>
      <p:grpSp>
        <p:nvGrpSpPr>
          <p:cNvPr id="34" name="组合 33">
            <a:extLst>
              <a:ext uri="{FF2B5EF4-FFF2-40B4-BE49-F238E27FC236}">
                <a16:creationId xmlns:a16="http://schemas.microsoft.com/office/drawing/2014/main" xmlns="" id="{C07091AA-8413-3B5B-6ACC-5C8A2EB561B7}"/>
              </a:ext>
            </a:extLst>
          </p:cNvPr>
          <p:cNvGrpSpPr/>
          <p:nvPr/>
        </p:nvGrpSpPr>
        <p:grpSpPr>
          <a:xfrm>
            <a:off x="8479662" y="4278086"/>
            <a:ext cx="2907918" cy="2037375"/>
            <a:chOff x="1726675" y="3556422"/>
            <a:chExt cx="5683889" cy="2502113"/>
          </a:xfrm>
        </p:grpSpPr>
        <p:sp>
          <p:nvSpPr>
            <p:cNvPr id="35" name="矩形 34">
              <a:extLst>
                <a:ext uri="{FF2B5EF4-FFF2-40B4-BE49-F238E27FC236}">
                  <a16:creationId xmlns:a16="http://schemas.microsoft.com/office/drawing/2014/main" xmlns="" id="{E62B791D-EB9B-0D7E-2462-3B6A0CD76B60}"/>
                </a:ext>
              </a:extLst>
            </p:cNvPr>
            <p:cNvSpPr/>
            <p:nvPr/>
          </p:nvSpPr>
          <p:spPr>
            <a:xfrm>
              <a:off x="3941713" y="4561284"/>
              <a:ext cx="1354866" cy="4054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DMSO</a:t>
              </a:r>
            </a:p>
          </p:txBody>
        </p:sp>
        <p:sp>
          <p:nvSpPr>
            <p:cNvPr id="36" name="矩形 35">
              <a:extLst>
                <a:ext uri="{FF2B5EF4-FFF2-40B4-BE49-F238E27FC236}">
                  <a16:creationId xmlns:a16="http://schemas.microsoft.com/office/drawing/2014/main" xmlns="" id="{FB952FC4-862B-843E-1A93-E768A1788EDE}"/>
                </a:ext>
              </a:extLst>
            </p:cNvPr>
            <p:cNvSpPr/>
            <p:nvPr/>
          </p:nvSpPr>
          <p:spPr>
            <a:xfrm>
              <a:off x="3073139" y="3556422"/>
              <a:ext cx="1221135" cy="4054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rPr>
                <a:t>碳纤维纺丝</a:t>
              </a:r>
              <a:endParaRPr lang="en-US" sz="1100" b="1" dirty="0">
                <a:solidFill>
                  <a:schemeClr val="tx1"/>
                </a:solidFill>
              </a:endParaRPr>
            </a:p>
          </p:txBody>
        </p:sp>
        <p:sp>
          <p:nvSpPr>
            <p:cNvPr id="37" name="矩形 36">
              <a:extLst>
                <a:ext uri="{FF2B5EF4-FFF2-40B4-BE49-F238E27FC236}">
                  <a16:creationId xmlns:a16="http://schemas.microsoft.com/office/drawing/2014/main" xmlns="" id="{E4083C67-F0FD-D6C6-4C59-B7437163C774}"/>
                </a:ext>
              </a:extLst>
            </p:cNvPr>
            <p:cNvSpPr/>
            <p:nvPr/>
          </p:nvSpPr>
          <p:spPr>
            <a:xfrm>
              <a:off x="1726676" y="4155850"/>
              <a:ext cx="1221135" cy="4054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rPr>
                <a:t>萃取溶剂</a:t>
              </a:r>
              <a:endParaRPr lang="en-US" sz="1100" b="1" dirty="0">
                <a:solidFill>
                  <a:schemeClr val="tx1"/>
                </a:solidFill>
              </a:endParaRPr>
            </a:p>
          </p:txBody>
        </p:sp>
        <p:sp>
          <p:nvSpPr>
            <p:cNvPr id="38" name="矩形 37">
              <a:extLst>
                <a:ext uri="{FF2B5EF4-FFF2-40B4-BE49-F238E27FC236}">
                  <a16:creationId xmlns:a16="http://schemas.microsoft.com/office/drawing/2014/main" xmlns="" id="{F54DB2C6-C66B-295B-94F2-3E6AF3D31619}"/>
                </a:ext>
              </a:extLst>
            </p:cNvPr>
            <p:cNvSpPr/>
            <p:nvPr/>
          </p:nvSpPr>
          <p:spPr>
            <a:xfrm>
              <a:off x="1726675" y="5062395"/>
              <a:ext cx="1221135" cy="4054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rPr>
                <a:t>农药原料</a:t>
              </a:r>
              <a:endParaRPr lang="en-US" sz="1100" b="1" dirty="0">
                <a:solidFill>
                  <a:schemeClr val="tx1"/>
                </a:solidFill>
              </a:endParaRPr>
            </a:p>
          </p:txBody>
        </p:sp>
        <p:sp>
          <p:nvSpPr>
            <p:cNvPr id="39" name="矩形 38">
              <a:extLst>
                <a:ext uri="{FF2B5EF4-FFF2-40B4-BE49-F238E27FC236}">
                  <a16:creationId xmlns:a16="http://schemas.microsoft.com/office/drawing/2014/main" xmlns="" id="{6FA2F5CE-D791-D8ED-8803-48BA24C4D16B}"/>
                </a:ext>
              </a:extLst>
            </p:cNvPr>
            <p:cNvSpPr/>
            <p:nvPr/>
          </p:nvSpPr>
          <p:spPr>
            <a:xfrm>
              <a:off x="3073138" y="5653101"/>
              <a:ext cx="1221135" cy="4054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rPr>
                <a:t>染颜料溶剂</a:t>
              </a:r>
              <a:endParaRPr lang="en-US" sz="1100" b="1" dirty="0">
                <a:solidFill>
                  <a:schemeClr val="tx1"/>
                </a:solidFill>
              </a:endParaRPr>
            </a:p>
          </p:txBody>
        </p:sp>
        <p:sp>
          <p:nvSpPr>
            <p:cNvPr id="40" name="矩形 39">
              <a:extLst>
                <a:ext uri="{FF2B5EF4-FFF2-40B4-BE49-F238E27FC236}">
                  <a16:creationId xmlns:a16="http://schemas.microsoft.com/office/drawing/2014/main" xmlns="" id="{CEBB8902-3EF2-ED5D-B811-E0C9F5D5691C}"/>
                </a:ext>
              </a:extLst>
            </p:cNvPr>
            <p:cNvSpPr/>
            <p:nvPr/>
          </p:nvSpPr>
          <p:spPr>
            <a:xfrm>
              <a:off x="4874865" y="5653101"/>
              <a:ext cx="1221135" cy="4054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rPr>
                <a:t>剥离防锈剂</a:t>
              </a:r>
              <a:endParaRPr lang="en-US" sz="1100" b="1" dirty="0">
                <a:solidFill>
                  <a:schemeClr val="tx1"/>
                </a:solidFill>
              </a:endParaRPr>
            </a:p>
          </p:txBody>
        </p:sp>
        <p:sp>
          <p:nvSpPr>
            <p:cNvPr id="42" name="矩形 41">
              <a:extLst>
                <a:ext uri="{FF2B5EF4-FFF2-40B4-BE49-F238E27FC236}">
                  <a16:creationId xmlns:a16="http://schemas.microsoft.com/office/drawing/2014/main" xmlns="" id="{A5799491-E8FD-6718-0E71-142141F865B6}"/>
                </a:ext>
              </a:extLst>
            </p:cNvPr>
            <p:cNvSpPr/>
            <p:nvPr/>
          </p:nvSpPr>
          <p:spPr>
            <a:xfrm>
              <a:off x="6189429" y="5062395"/>
              <a:ext cx="1221135" cy="4054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rPr>
                <a:t>电子清洗剂</a:t>
              </a:r>
              <a:endParaRPr lang="en-US" sz="1100" b="1" dirty="0">
                <a:solidFill>
                  <a:schemeClr val="tx1"/>
                </a:solidFill>
              </a:endParaRPr>
            </a:p>
          </p:txBody>
        </p:sp>
        <p:sp>
          <p:nvSpPr>
            <p:cNvPr id="43" name="矩形 42">
              <a:extLst>
                <a:ext uri="{FF2B5EF4-FFF2-40B4-BE49-F238E27FC236}">
                  <a16:creationId xmlns:a16="http://schemas.microsoft.com/office/drawing/2014/main" xmlns="" id="{3A1D3774-793F-A667-61D2-39104FBE6291}"/>
                </a:ext>
              </a:extLst>
            </p:cNvPr>
            <p:cNvSpPr/>
            <p:nvPr/>
          </p:nvSpPr>
          <p:spPr>
            <a:xfrm>
              <a:off x="4874864" y="3556422"/>
              <a:ext cx="1221135" cy="4054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rPr>
                <a:t>医药中间体</a:t>
              </a:r>
              <a:endParaRPr lang="en-US" sz="1100" b="1" dirty="0">
                <a:solidFill>
                  <a:schemeClr val="tx1"/>
                </a:solidFill>
              </a:endParaRPr>
            </a:p>
          </p:txBody>
        </p:sp>
        <p:sp>
          <p:nvSpPr>
            <p:cNvPr id="44" name="矩形 43">
              <a:extLst>
                <a:ext uri="{FF2B5EF4-FFF2-40B4-BE49-F238E27FC236}">
                  <a16:creationId xmlns:a16="http://schemas.microsoft.com/office/drawing/2014/main" xmlns="" id="{059D322E-918B-CDAE-7A11-0FDF43EFF57F}"/>
                </a:ext>
              </a:extLst>
            </p:cNvPr>
            <p:cNvSpPr/>
            <p:nvPr/>
          </p:nvSpPr>
          <p:spPr>
            <a:xfrm>
              <a:off x="6189429" y="4155850"/>
              <a:ext cx="1221135" cy="4054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rPr>
                <a:t>芳烃抽提</a:t>
              </a:r>
              <a:endParaRPr lang="en-US" sz="1100" b="1" dirty="0">
                <a:solidFill>
                  <a:schemeClr val="tx1"/>
                </a:solidFill>
              </a:endParaRPr>
            </a:p>
          </p:txBody>
        </p:sp>
        <p:cxnSp>
          <p:nvCxnSpPr>
            <p:cNvPr id="45" name="直接连接符 44">
              <a:extLst>
                <a:ext uri="{FF2B5EF4-FFF2-40B4-BE49-F238E27FC236}">
                  <a16:creationId xmlns:a16="http://schemas.microsoft.com/office/drawing/2014/main" xmlns="" id="{E497F4A1-5F3F-F05F-F140-18EAF49F5BCD}"/>
                </a:ext>
              </a:extLst>
            </p:cNvPr>
            <p:cNvCxnSpPr>
              <a:cxnSpLocks/>
              <a:stCxn id="36" idx="2"/>
            </p:cNvCxnSpPr>
            <p:nvPr/>
          </p:nvCxnSpPr>
          <p:spPr>
            <a:xfrm>
              <a:off x="3683707" y="3961856"/>
              <a:ext cx="579897" cy="599428"/>
            </a:xfrm>
            <a:prstGeom prst="line">
              <a:avLst/>
            </a:prstGeom>
          </p:spPr>
          <p:style>
            <a:lnRef idx="3">
              <a:schemeClr val="dk1"/>
            </a:lnRef>
            <a:fillRef idx="0">
              <a:schemeClr val="dk1"/>
            </a:fillRef>
            <a:effectRef idx="2">
              <a:schemeClr val="dk1"/>
            </a:effectRef>
            <a:fontRef idx="minor">
              <a:schemeClr val="tx1"/>
            </a:fontRef>
          </p:style>
        </p:cxnSp>
        <p:cxnSp>
          <p:nvCxnSpPr>
            <p:cNvPr id="46" name="直接连接符 45">
              <a:extLst>
                <a:ext uri="{FF2B5EF4-FFF2-40B4-BE49-F238E27FC236}">
                  <a16:creationId xmlns:a16="http://schemas.microsoft.com/office/drawing/2014/main" xmlns="" id="{3AD5F0D7-D89E-ECD4-6999-2299780AF480}"/>
                </a:ext>
              </a:extLst>
            </p:cNvPr>
            <p:cNvCxnSpPr>
              <a:cxnSpLocks/>
              <a:stCxn id="43" idx="2"/>
            </p:cNvCxnSpPr>
            <p:nvPr/>
          </p:nvCxnSpPr>
          <p:spPr>
            <a:xfrm flipH="1">
              <a:off x="4844194" y="3961856"/>
              <a:ext cx="641238" cy="599428"/>
            </a:xfrm>
            <a:prstGeom prst="line">
              <a:avLst/>
            </a:prstGeom>
          </p:spPr>
          <p:style>
            <a:lnRef idx="3">
              <a:schemeClr val="dk1"/>
            </a:lnRef>
            <a:fillRef idx="0">
              <a:schemeClr val="dk1"/>
            </a:fillRef>
            <a:effectRef idx="2">
              <a:schemeClr val="dk1"/>
            </a:effectRef>
            <a:fontRef idx="minor">
              <a:schemeClr val="tx1"/>
            </a:fontRef>
          </p:style>
        </p:cxnSp>
        <p:cxnSp>
          <p:nvCxnSpPr>
            <p:cNvPr id="47" name="直接连接符 46">
              <a:extLst>
                <a:ext uri="{FF2B5EF4-FFF2-40B4-BE49-F238E27FC236}">
                  <a16:creationId xmlns:a16="http://schemas.microsoft.com/office/drawing/2014/main" xmlns="" id="{5A1170F0-5E10-CAD3-6DB2-9BB6D07F3A6C}"/>
                </a:ext>
              </a:extLst>
            </p:cNvPr>
            <p:cNvCxnSpPr>
              <a:cxnSpLocks/>
              <a:stCxn id="44" idx="1"/>
            </p:cNvCxnSpPr>
            <p:nvPr/>
          </p:nvCxnSpPr>
          <p:spPr>
            <a:xfrm flipH="1">
              <a:off x="5296579" y="4358567"/>
              <a:ext cx="892851" cy="275714"/>
            </a:xfrm>
            <a:prstGeom prst="line">
              <a:avLst/>
            </a:prstGeom>
          </p:spPr>
          <p:style>
            <a:lnRef idx="3">
              <a:schemeClr val="dk1"/>
            </a:lnRef>
            <a:fillRef idx="0">
              <a:schemeClr val="dk1"/>
            </a:fillRef>
            <a:effectRef idx="2">
              <a:schemeClr val="dk1"/>
            </a:effectRef>
            <a:fontRef idx="minor">
              <a:schemeClr val="tx1"/>
            </a:fontRef>
          </p:style>
        </p:cxnSp>
        <p:cxnSp>
          <p:nvCxnSpPr>
            <p:cNvPr id="48" name="直接连接符 47">
              <a:extLst>
                <a:ext uri="{FF2B5EF4-FFF2-40B4-BE49-F238E27FC236}">
                  <a16:creationId xmlns:a16="http://schemas.microsoft.com/office/drawing/2014/main" xmlns="" id="{A318964C-16B0-F332-708C-C5EB82FCE1F5}"/>
                </a:ext>
              </a:extLst>
            </p:cNvPr>
            <p:cNvCxnSpPr>
              <a:cxnSpLocks/>
              <a:stCxn id="42" idx="1"/>
            </p:cNvCxnSpPr>
            <p:nvPr/>
          </p:nvCxnSpPr>
          <p:spPr>
            <a:xfrm flipH="1" flipV="1">
              <a:off x="5377889" y="4966718"/>
              <a:ext cx="811541" cy="298394"/>
            </a:xfrm>
            <a:prstGeom prst="line">
              <a:avLst/>
            </a:prstGeom>
          </p:spPr>
          <p:style>
            <a:lnRef idx="3">
              <a:schemeClr val="dk1"/>
            </a:lnRef>
            <a:fillRef idx="0">
              <a:schemeClr val="dk1"/>
            </a:fillRef>
            <a:effectRef idx="2">
              <a:schemeClr val="dk1"/>
            </a:effectRef>
            <a:fontRef idx="minor">
              <a:schemeClr val="tx1"/>
            </a:fontRef>
          </p:style>
        </p:cxnSp>
        <p:cxnSp>
          <p:nvCxnSpPr>
            <p:cNvPr id="49" name="直接连接符 48">
              <a:extLst>
                <a:ext uri="{FF2B5EF4-FFF2-40B4-BE49-F238E27FC236}">
                  <a16:creationId xmlns:a16="http://schemas.microsoft.com/office/drawing/2014/main" xmlns="" id="{312BC51C-A68F-A62F-572C-6BAC9720B3D8}"/>
                </a:ext>
              </a:extLst>
            </p:cNvPr>
            <p:cNvCxnSpPr>
              <a:cxnSpLocks/>
              <a:stCxn id="40" idx="0"/>
            </p:cNvCxnSpPr>
            <p:nvPr/>
          </p:nvCxnSpPr>
          <p:spPr>
            <a:xfrm flipH="1" flipV="1">
              <a:off x="4844194" y="4975440"/>
              <a:ext cx="641239" cy="677661"/>
            </a:xfrm>
            <a:prstGeom prst="line">
              <a:avLst/>
            </a:prstGeom>
          </p:spPr>
          <p:style>
            <a:lnRef idx="3">
              <a:schemeClr val="dk1"/>
            </a:lnRef>
            <a:fillRef idx="0">
              <a:schemeClr val="dk1"/>
            </a:fillRef>
            <a:effectRef idx="2">
              <a:schemeClr val="dk1"/>
            </a:effectRef>
            <a:fontRef idx="minor">
              <a:schemeClr val="tx1"/>
            </a:fontRef>
          </p:style>
        </p:cxnSp>
        <p:cxnSp>
          <p:nvCxnSpPr>
            <p:cNvPr id="50" name="直接连接符 49">
              <a:extLst>
                <a:ext uri="{FF2B5EF4-FFF2-40B4-BE49-F238E27FC236}">
                  <a16:creationId xmlns:a16="http://schemas.microsoft.com/office/drawing/2014/main" xmlns="" id="{39A0169A-2FA2-BA69-FF4D-0A1359F7CC08}"/>
                </a:ext>
              </a:extLst>
            </p:cNvPr>
            <p:cNvCxnSpPr>
              <a:cxnSpLocks/>
              <a:stCxn id="39" idx="0"/>
            </p:cNvCxnSpPr>
            <p:nvPr/>
          </p:nvCxnSpPr>
          <p:spPr>
            <a:xfrm flipV="1">
              <a:off x="3683706" y="4975440"/>
              <a:ext cx="610567" cy="677661"/>
            </a:xfrm>
            <a:prstGeom prst="line">
              <a:avLst/>
            </a:prstGeom>
          </p:spPr>
          <p:style>
            <a:lnRef idx="3">
              <a:schemeClr val="dk1"/>
            </a:lnRef>
            <a:fillRef idx="0">
              <a:schemeClr val="dk1"/>
            </a:fillRef>
            <a:effectRef idx="2">
              <a:schemeClr val="dk1"/>
            </a:effectRef>
            <a:fontRef idx="minor">
              <a:schemeClr val="tx1"/>
            </a:fontRef>
          </p:style>
        </p:cxnSp>
        <p:cxnSp>
          <p:nvCxnSpPr>
            <p:cNvPr id="51" name="直接连接符 50">
              <a:extLst>
                <a:ext uri="{FF2B5EF4-FFF2-40B4-BE49-F238E27FC236}">
                  <a16:creationId xmlns:a16="http://schemas.microsoft.com/office/drawing/2014/main" xmlns="" id="{45C85587-BD6B-A272-3E05-FED2A6A88B9E}"/>
                </a:ext>
              </a:extLst>
            </p:cNvPr>
            <p:cNvCxnSpPr>
              <a:cxnSpLocks/>
              <a:stCxn id="38" idx="3"/>
            </p:cNvCxnSpPr>
            <p:nvPr/>
          </p:nvCxnSpPr>
          <p:spPr>
            <a:xfrm flipV="1">
              <a:off x="2947810" y="4918840"/>
              <a:ext cx="1056633" cy="346272"/>
            </a:xfrm>
            <a:prstGeom prst="line">
              <a:avLst/>
            </a:prstGeom>
          </p:spPr>
          <p:style>
            <a:lnRef idx="3">
              <a:schemeClr val="dk1"/>
            </a:lnRef>
            <a:fillRef idx="0">
              <a:schemeClr val="dk1"/>
            </a:fillRef>
            <a:effectRef idx="2">
              <a:schemeClr val="dk1"/>
            </a:effectRef>
            <a:fontRef idx="minor">
              <a:schemeClr val="tx1"/>
            </a:fontRef>
          </p:style>
        </p:cxnSp>
        <p:cxnSp>
          <p:nvCxnSpPr>
            <p:cNvPr id="52" name="直接连接符 51">
              <a:extLst>
                <a:ext uri="{FF2B5EF4-FFF2-40B4-BE49-F238E27FC236}">
                  <a16:creationId xmlns:a16="http://schemas.microsoft.com/office/drawing/2014/main" xmlns="" id="{C6F40FA2-AD10-9B7A-537F-04E702DD2D63}"/>
                </a:ext>
              </a:extLst>
            </p:cNvPr>
            <p:cNvCxnSpPr>
              <a:cxnSpLocks/>
              <a:stCxn id="37" idx="3"/>
            </p:cNvCxnSpPr>
            <p:nvPr/>
          </p:nvCxnSpPr>
          <p:spPr>
            <a:xfrm>
              <a:off x="2947811" y="4358567"/>
              <a:ext cx="1056632" cy="275714"/>
            </a:xfrm>
            <a:prstGeom prst="line">
              <a:avLst/>
            </a:prstGeom>
          </p:spPr>
          <p:style>
            <a:lnRef idx="3">
              <a:schemeClr val="dk1"/>
            </a:lnRef>
            <a:fillRef idx="0">
              <a:schemeClr val="dk1"/>
            </a:fillRef>
            <a:effectRef idx="2">
              <a:schemeClr val="dk1"/>
            </a:effectRef>
            <a:fontRef idx="minor">
              <a:schemeClr val="tx1"/>
            </a:fontRef>
          </p:style>
        </p:cxnSp>
      </p:grpSp>
      <p:sp>
        <p:nvSpPr>
          <p:cNvPr id="79" name="Rectangle 4">
            <a:extLst>
              <a:ext uri="{FF2B5EF4-FFF2-40B4-BE49-F238E27FC236}">
                <a16:creationId xmlns:a16="http://schemas.microsoft.com/office/drawing/2014/main" xmlns="" id="{F6321C38-3937-B8E9-35C9-9723F942CF66}"/>
              </a:ext>
            </a:extLst>
          </p:cNvPr>
          <p:cNvSpPr>
            <a:spLocks noChangeArrowheads="1"/>
          </p:cNvSpPr>
          <p:nvPr/>
        </p:nvSpPr>
        <p:spPr bwMode="auto">
          <a:xfrm>
            <a:off x="7943587" y="3622596"/>
            <a:ext cx="3481748"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b="1" dirty="0">
                <a:solidFill>
                  <a:srgbClr val="E10000"/>
                </a:solidFill>
                <a:latin typeface="微软雅黑" panose="020B0503020204020204" pitchFamily="34" charset="-122"/>
                <a:ea typeface="微软雅黑" panose="020B0503020204020204" pitchFamily="34" charset="-122"/>
              </a:rPr>
              <a:t>DMSO</a:t>
            </a:r>
            <a:r>
              <a:rPr lang="zh-CN" altLang="en-US" b="1" dirty="0">
                <a:solidFill>
                  <a:srgbClr val="E10000"/>
                </a:solidFill>
                <a:latin typeface="微软雅黑" panose="020B0503020204020204" pitchFamily="34" charset="-122"/>
                <a:ea typeface="微软雅黑" panose="020B0503020204020204" pitchFamily="34" charset="-122"/>
              </a:rPr>
              <a:t>主要用于碳纤维、医药</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87" name="表格 86">
            <a:extLst>
              <a:ext uri="{FF2B5EF4-FFF2-40B4-BE49-F238E27FC236}">
                <a16:creationId xmlns:a16="http://schemas.microsoft.com/office/drawing/2014/main" xmlns="" id="{B2B0824B-8BA5-BC33-A201-B719E29DE3DE}"/>
              </a:ext>
            </a:extLst>
          </p:cNvPr>
          <p:cNvGraphicFramePr>
            <a:graphicFrameLocks noGrp="1"/>
          </p:cNvGraphicFramePr>
          <p:nvPr>
            <p:extLst>
              <p:ext uri="{D42A27DB-BD31-4B8C-83A1-F6EECF244321}">
                <p14:modId xmlns:p14="http://schemas.microsoft.com/office/powerpoint/2010/main" val="1307860192"/>
              </p:ext>
            </p:extLst>
          </p:nvPr>
        </p:nvGraphicFramePr>
        <p:xfrm>
          <a:off x="7326338" y="1661684"/>
          <a:ext cx="4309110" cy="1710690"/>
        </p:xfrm>
        <a:graphic>
          <a:graphicData uri="http://schemas.openxmlformats.org/drawingml/2006/table">
            <a:tbl>
              <a:tblPr firstRow="1" firstCol="1" bandRow="1"/>
              <a:tblGrid>
                <a:gridCol w="540385">
                  <a:extLst>
                    <a:ext uri="{9D8B030D-6E8A-4147-A177-3AD203B41FA5}">
                      <a16:colId xmlns:a16="http://schemas.microsoft.com/office/drawing/2014/main" xmlns="" val="205309329"/>
                    </a:ext>
                  </a:extLst>
                </a:gridCol>
                <a:gridCol w="899795">
                  <a:extLst>
                    <a:ext uri="{9D8B030D-6E8A-4147-A177-3AD203B41FA5}">
                      <a16:colId xmlns:a16="http://schemas.microsoft.com/office/drawing/2014/main" xmlns="" val="1683794892"/>
                    </a:ext>
                  </a:extLst>
                </a:gridCol>
                <a:gridCol w="1576261">
                  <a:extLst>
                    <a:ext uri="{9D8B030D-6E8A-4147-A177-3AD203B41FA5}">
                      <a16:colId xmlns:a16="http://schemas.microsoft.com/office/drawing/2014/main" xmlns="" val="2840091676"/>
                    </a:ext>
                  </a:extLst>
                </a:gridCol>
                <a:gridCol w="1292669">
                  <a:extLst>
                    <a:ext uri="{9D8B030D-6E8A-4147-A177-3AD203B41FA5}">
                      <a16:colId xmlns:a16="http://schemas.microsoft.com/office/drawing/2014/main" xmlns="" val="2129754441"/>
                    </a:ext>
                  </a:extLst>
                </a:gridCol>
              </a:tblGrid>
              <a:tr h="201930">
                <a:tc>
                  <a:txBody>
                    <a:bodyPr/>
                    <a:lstStyle/>
                    <a:p>
                      <a:pPr algn="ctr"/>
                      <a:r>
                        <a:rPr lang="zh-CN" sz="9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英文简称</a:t>
                      </a:r>
                      <a:endParaRPr lang="zh-CN" sz="1000" b="1"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9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中文简称</a:t>
                      </a:r>
                      <a:endParaRPr lang="zh-CN" sz="1000" b="1"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9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毒性</a:t>
                      </a:r>
                      <a:endParaRPr lang="zh-CN" sz="1000" b="1"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9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限制情况</a:t>
                      </a:r>
                      <a:endParaRPr lang="zh-CN" sz="10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5728220"/>
                  </a:ext>
                </a:extLst>
              </a:tr>
              <a:tr h="201930">
                <a:tc>
                  <a:txBody>
                    <a:bodyPr/>
                    <a:lstStyle/>
                    <a:p>
                      <a:pPr algn="ctr"/>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DMSO</a:t>
                      </a:r>
                      <a:endParaRPr lang="zh-CN" sz="1000" b="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zh-CN" sz="900" b="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二甲基亚砜</a:t>
                      </a:r>
                      <a:endParaRPr lang="zh-CN" sz="1000" b="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marL="57150" marR="57150" algn="l">
                        <a:spcAft>
                          <a:spcPts val="0"/>
                        </a:spcAft>
                      </a:pPr>
                      <a:r>
                        <a:rPr lang="zh-CN" sz="900" b="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低毒溶剂，未发现有生殖毒性</a:t>
                      </a:r>
                      <a:endParaRPr lang="zh-CN" sz="1000" b="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900" b="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endParaRPr lang="zh-CN" sz="1000" b="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136793439"/>
                  </a:ext>
                </a:extLst>
              </a:tr>
              <a:tr h="201930">
                <a:tc>
                  <a:txBody>
                    <a:bodyPr/>
                    <a:lstStyle/>
                    <a:p>
                      <a:pPr algn="ctr"/>
                      <a:r>
                        <a:rPr lang="en-US" sz="900" b="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NMP</a:t>
                      </a:r>
                      <a:endParaRPr lang="zh-CN" sz="1000" b="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N-</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甲基吡咯烷酮</a:t>
                      </a:r>
                      <a:endParaRPr lang="zh-CN" sz="1000" b="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7150" marR="57150" algn="l">
                        <a:spcAft>
                          <a:spcPts val="0"/>
                        </a:spcAft>
                      </a:pP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二类溶剂，对生殖系统及未出生婴儿能够造成伤害</a:t>
                      </a:r>
                      <a:endParaRPr lang="zh-CN" sz="1000" b="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2020</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a:t>
                      </a:r>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月起，欧盟正式禁止浓度大于等于</a:t>
                      </a:r>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0.3%</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的</a:t>
                      </a:r>
                      <a:r>
                        <a:rPr lang="en-US" sz="900" b="0" kern="100" dirty="0" err="1">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NMP</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或其混合物，在制造过程中用作溶剂或表面沉积介质</a:t>
                      </a:r>
                      <a:endParaRPr lang="zh-CN" sz="1000" b="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09886606"/>
                  </a:ext>
                </a:extLst>
              </a:tr>
              <a:tr h="201930">
                <a:tc>
                  <a:txBody>
                    <a:bodyPr/>
                    <a:lstStyle/>
                    <a:p>
                      <a:pPr algn="ctr"/>
                      <a:r>
                        <a:rPr lang="en-US" sz="900" b="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DMF</a:t>
                      </a:r>
                      <a:endParaRPr lang="zh-CN" sz="1000" b="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b="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N,N-</a:t>
                      </a:r>
                      <a:r>
                        <a:rPr lang="zh-CN" sz="900" b="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二甲基甲酰胺</a:t>
                      </a:r>
                      <a:endParaRPr lang="zh-CN" sz="1000" b="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57150" marR="57150" algn="l">
                        <a:spcAft>
                          <a:spcPts val="0"/>
                        </a:spcAft>
                      </a:pPr>
                      <a:r>
                        <a:rPr lang="zh-CN" sz="900" b="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二类溶剂，对生殖系统及未出生婴儿能够造成伤害</a:t>
                      </a:r>
                      <a:endParaRPr lang="zh-CN" sz="1000" b="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2021</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a:t>
                      </a:r>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11</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月，欧盟颁布限制条例，自</a:t>
                      </a:r>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2023</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年</a:t>
                      </a:r>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12</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月</a:t>
                      </a:r>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12</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日起限制交易及使用</a:t>
                      </a:r>
                      <a:r>
                        <a:rPr lang="en-US" sz="900" b="0" kern="100" dirty="0" err="1">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DMF</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含量≥</a:t>
                      </a:r>
                      <a:r>
                        <a:rPr lang="en-US"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0.3%</a:t>
                      </a:r>
                      <a:r>
                        <a:rPr lang="zh-CN" sz="900" b="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的配置品</a:t>
                      </a:r>
                      <a:endParaRPr lang="zh-CN" sz="1000" b="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33022664"/>
                  </a:ext>
                </a:extLst>
              </a:tr>
            </a:tbl>
          </a:graphicData>
        </a:graphic>
      </p:graphicFrame>
      <p:sp>
        <p:nvSpPr>
          <p:cNvPr id="88" name="Rectangle 4">
            <a:extLst>
              <a:ext uri="{FF2B5EF4-FFF2-40B4-BE49-F238E27FC236}">
                <a16:creationId xmlns:a16="http://schemas.microsoft.com/office/drawing/2014/main" xmlns="" id="{4DC5E668-E51F-F0A5-9705-E1D5B82F46A8}"/>
              </a:ext>
            </a:extLst>
          </p:cNvPr>
          <p:cNvSpPr>
            <a:spLocks noChangeArrowheads="1"/>
          </p:cNvSpPr>
          <p:nvPr/>
        </p:nvSpPr>
        <p:spPr bwMode="auto">
          <a:xfrm>
            <a:off x="7326338" y="1125229"/>
            <a:ext cx="4481551"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b="1" dirty="0">
                <a:solidFill>
                  <a:srgbClr val="E10000"/>
                </a:solidFill>
                <a:latin typeface="微软雅黑" panose="020B0503020204020204" pitchFamily="34" charset="-122"/>
                <a:ea typeface="微软雅黑" panose="020B0503020204020204" pitchFamily="34" charset="-122"/>
              </a:rPr>
              <a:t>DMSO</a:t>
            </a:r>
            <a:r>
              <a:rPr lang="zh-CN" altLang="en-US" b="1" dirty="0">
                <a:solidFill>
                  <a:srgbClr val="E10000"/>
                </a:solidFill>
                <a:latin typeface="微软雅黑" panose="020B0503020204020204" pitchFamily="34" charset="-122"/>
                <a:ea typeface="微软雅黑" panose="020B0503020204020204" pitchFamily="34" charset="-122"/>
              </a:rPr>
              <a:t>相对</a:t>
            </a:r>
            <a:r>
              <a:rPr lang="en-US" altLang="zh-CN" b="1" dirty="0" err="1">
                <a:solidFill>
                  <a:srgbClr val="E10000"/>
                </a:solidFill>
                <a:latin typeface="微软雅黑" panose="020B0503020204020204" pitchFamily="34" charset="-122"/>
                <a:ea typeface="微软雅黑" panose="020B0503020204020204" pitchFamily="34" charset="-122"/>
              </a:rPr>
              <a:t>NMP</a:t>
            </a:r>
            <a:r>
              <a:rPr lang="zh-CN" altLang="en-US" b="1" dirty="0">
                <a:solidFill>
                  <a:srgbClr val="E10000"/>
                </a:solidFill>
                <a:latin typeface="微软雅黑" panose="020B0503020204020204" pitchFamily="34" charset="-122"/>
                <a:ea typeface="微软雅黑" panose="020B0503020204020204" pitchFamily="34" charset="-122"/>
              </a:rPr>
              <a:t>、</a:t>
            </a:r>
            <a:r>
              <a:rPr lang="en-US" altLang="zh-CN" b="1" dirty="0" err="1">
                <a:solidFill>
                  <a:srgbClr val="E10000"/>
                </a:solidFill>
                <a:latin typeface="微软雅黑" panose="020B0503020204020204" pitchFamily="34" charset="-122"/>
                <a:ea typeface="微软雅黑" panose="020B0503020204020204" pitchFamily="34" charset="-122"/>
              </a:rPr>
              <a:t>DMF</a:t>
            </a:r>
            <a:r>
              <a:rPr lang="zh-CN" altLang="en-US" b="1" dirty="0">
                <a:solidFill>
                  <a:srgbClr val="E10000"/>
                </a:solidFill>
                <a:latin typeface="微软雅黑" panose="020B0503020204020204" pitchFamily="34" charset="-122"/>
                <a:ea typeface="微软雅黑" panose="020B0503020204020204" pitchFamily="34" charset="-122"/>
              </a:rPr>
              <a:t>等溶剂毒性较低</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90" name="文本框 89">
            <a:extLst>
              <a:ext uri="{FF2B5EF4-FFF2-40B4-BE49-F238E27FC236}">
                <a16:creationId xmlns:a16="http://schemas.microsoft.com/office/drawing/2014/main" xmlns="" id="{09449553-7FB1-F888-584F-BA7969C6B487}"/>
              </a:ext>
            </a:extLst>
          </p:cNvPr>
          <p:cNvSpPr txBox="1"/>
          <p:nvPr/>
        </p:nvSpPr>
        <p:spPr>
          <a:xfrm>
            <a:off x="522220" y="1036017"/>
            <a:ext cx="6102220" cy="1998689"/>
          </a:xfrm>
          <a:prstGeom prst="rect">
            <a:avLst/>
          </a:prstGeom>
          <a:noFill/>
        </p:spPr>
        <p:txBody>
          <a:bodyPr wrap="square">
            <a:spAutoFit/>
          </a:bodyPr>
          <a:lstStyle/>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zh-CN" sz="1200" b="1" dirty="0">
                <a:solidFill>
                  <a:srgbClr val="6E6E6E"/>
                </a:solidFill>
                <a:latin typeface="微软雅黑" panose="020B0503020204020204" pitchFamily="34" charset="-122"/>
                <a:ea typeface="微软雅黑" panose="020B0503020204020204" pitchFamily="34" charset="-122"/>
              </a:rPr>
              <a:t>二甲基亚砜被誉为“万能溶剂”。</a:t>
            </a:r>
            <a:r>
              <a:rPr lang="zh-CN" altLang="zh-CN" sz="1200" dirty="0">
                <a:solidFill>
                  <a:srgbClr val="6E6E6E"/>
                </a:solidFill>
                <a:latin typeface="微软雅黑" panose="020B0503020204020204" pitchFamily="34" charset="-122"/>
                <a:ea typeface="微软雅黑" panose="020B0503020204020204" pitchFamily="34" charset="-122"/>
              </a:rPr>
              <a:t>二甲基亚砜具有高极性、高沸点、热稳定性好、非质子、与水混溶的特性，能溶于乙醇、丙醇、苯和氯仿等大多数有机物</a:t>
            </a:r>
            <a:endParaRPr lang="en-US" altLang="zh-CN" sz="1200" dirty="0">
              <a:solidFill>
                <a:srgbClr val="6E6E6E"/>
              </a:solidFill>
              <a:latin typeface="微软雅黑" panose="020B0503020204020204" pitchFamily="34" charset="-122"/>
              <a:ea typeface="微软雅黑" panose="020B0503020204020204" pitchFamily="34" charset="-122"/>
            </a:endParaRPr>
          </a:p>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二甲基亚砜区别于常用有机溶剂</a:t>
            </a:r>
            <a:r>
              <a:rPr lang="en-US" altLang="zh-CN" sz="1200" b="1" dirty="0" err="1">
                <a:solidFill>
                  <a:srgbClr val="6E6E6E"/>
                </a:solidFill>
                <a:latin typeface="微软雅黑" panose="020B0503020204020204" pitchFamily="34" charset="-122"/>
                <a:ea typeface="微软雅黑" panose="020B0503020204020204" pitchFamily="34" charset="-122"/>
              </a:rPr>
              <a:t>NMP</a:t>
            </a:r>
            <a:r>
              <a:rPr lang="zh-CN" altLang="en-US" sz="1200" b="1" dirty="0">
                <a:solidFill>
                  <a:srgbClr val="6E6E6E"/>
                </a:solidFill>
                <a:latin typeface="微软雅黑" panose="020B0503020204020204" pitchFamily="34" charset="-122"/>
                <a:ea typeface="微软雅黑" panose="020B0503020204020204" pitchFamily="34" charset="-122"/>
              </a:rPr>
              <a:t>、</a:t>
            </a:r>
            <a:r>
              <a:rPr lang="en-US" altLang="zh-CN" sz="1200" b="1" dirty="0" err="1">
                <a:solidFill>
                  <a:srgbClr val="6E6E6E"/>
                </a:solidFill>
                <a:latin typeface="微软雅黑" panose="020B0503020204020204" pitchFamily="34" charset="-122"/>
                <a:ea typeface="微软雅黑" panose="020B0503020204020204" pitchFamily="34" charset="-122"/>
              </a:rPr>
              <a:t>DMF</a:t>
            </a:r>
            <a:r>
              <a:rPr lang="zh-CN" altLang="en-US" sz="1200" b="1" dirty="0">
                <a:solidFill>
                  <a:srgbClr val="6E6E6E"/>
                </a:solidFill>
                <a:latin typeface="微软雅黑" panose="020B0503020204020204" pitchFamily="34" charset="-122"/>
                <a:ea typeface="微软雅黑" panose="020B0503020204020204" pitchFamily="34" charset="-122"/>
              </a:rPr>
              <a:t>等，其对人体几乎无毒。</a:t>
            </a:r>
            <a:r>
              <a:rPr lang="zh-CN" altLang="en-US" sz="1200" dirty="0">
                <a:solidFill>
                  <a:srgbClr val="6E6E6E"/>
                </a:solidFill>
                <a:latin typeface="微软雅黑" panose="020B0503020204020204" pitchFamily="34" charset="-122"/>
                <a:ea typeface="微软雅黑" panose="020B0503020204020204" pitchFamily="34" charset="-122"/>
              </a:rPr>
              <a:t>欧盟相继对</a:t>
            </a:r>
            <a:r>
              <a:rPr lang="en-US" altLang="zh-CN" sz="1200" dirty="0" err="1">
                <a:solidFill>
                  <a:srgbClr val="6E6E6E"/>
                </a:solidFill>
                <a:latin typeface="微软雅黑" panose="020B0503020204020204" pitchFamily="34" charset="-122"/>
                <a:ea typeface="微软雅黑" panose="020B0503020204020204" pitchFamily="34" charset="-122"/>
              </a:rPr>
              <a:t>NMP</a:t>
            </a:r>
            <a:r>
              <a:rPr lang="zh-CN" altLang="en-US" sz="1200" dirty="0">
                <a:solidFill>
                  <a:srgbClr val="6E6E6E"/>
                </a:solidFill>
                <a:latin typeface="微软雅黑" panose="020B0503020204020204" pitchFamily="34" charset="-122"/>
                <a:ea typeface="微软雅黑" panose="020B0503020204020204" pitchFamily="34" charset="-122"/>
              </a:rPr>
              <a:t>、</a:t>
            </a:r>
            <a:r>
              <a:rPr lang="en-US" altLang="zh-CN" sz="1200" dirty="0" err="1">
                <a:solidFill>
                  <a:srgbClr val="6E6E6E"/>
                </a:solidFill>
                <a:latin typeface="微软雅黑" panose="020B0503020204020204" pitchFamily="34" charset="-122"/>
                <a:ea typeface="微软雅黑" panose="020B0503020204020204" pitchFamily="34" charset="-122"/>
              </a:rPr>
              <a:t>DMF</a:t>
            </a:r>
            <a:r>
              <a:rPr lang="zh-CN" altLang="en-US" sz="1200" dirty="0">
                <a:solidFill>
                  <a:srgbClr val="6E6E6E"/>
                </a:solidFill>
                <a:latin typeface="微软雅黑" panose="020B0503020204020204" pitchFamily="34" charset="-122"/>
                <a:ea typeface="微软雅黑" panose="020B0503020204020204" pitchFamily="34" charset="-122"/>
              </a:rPr>
              <a:t>施行配比限制，</a:t>
            </a:r>
            <a:r>
              <a:rPr lang="en-US" altLang="zh-CN" sz="1200" b="1" dirty="0">
                <a:solidFill>
                  <a:srgbClr val="6E6E6E"/>
                </a:solidFill>
                <a:latin typeface="微软雅黑" panose="020B0503020204020204" pitchFamily="34" charset="-122"/>
                <a:ea typeface="微软雅黑" panose="020B0503020204020204" pitchFamily="34" charset="-122"/>
              </a:rPr>
              <a:t>DMSO</a:t>
            </a:r>
            <a:r>
              <a:rPr lang="zh-CN" altLang="en-US" sz="1200" b="1" dirty="0">
                <a:solidFill>
                  <a:srgbClr val="6E6E6E"/>
                </a:solidFill>
                <a:latin typeface="微软雅黑" panose="020B0503020204020204" pitchFamily="34" charset="-122"/>
                <a:ea typeface="微软雅黑" panose="020B0503020204020204" pitchFamily="34" charset="-122"/>
              </a:rPr>
              <a:t>渗透率有望得到提升</a:t>
            </a:r>
            <a:endParaRPr lang="en-US" altLang="zh-CN" sz="1200" b="1" dirty="0">
              <a:solidFill>
                <a:srgbClr val="6E6E6E"/>
              </a:solidFill>
              <a:latin typeface="微软雅黑" panose="020B0503020204020204" pitchFamily="34" charset="-122"/>
              <a:ea typeface="微软雅黑" panose="020B0503020204020204" pitchFamily="34" charset="-122"/>
            </a:endParaRPr>
          </a:p>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二甲基亚砜用途广泛。</a:t>
            </a:r>
            <a:r>
              <a:rPr lang="zh-CN" altLang="en-US" sz="1200" dirty="0">
                <a:solidFill>
                  <a:srgbClr val="6E6E6E"/>
                </a:solidFill>
                <a:latin typeface="微软雅黑" panose="020B0503020204020204" pitchFamily="34" charset="-122"/>
                <a:ea typeface="微软雅黑" panose="020B0503020204020204" pitchFamily="34" charset="-122"/>
              </a:rPr>
              <a:t>二甲基亚砜可用作碳纤维溶剂、医药中间体、芳烃抽提、电子清洗剂、染颜料溶剂、农药原料、剥离防锈剂等。</a:t>
            </a:r>
            <a:r>
              <a:rPr lang="en-US" altLang="zh-CN" sz="1200" dirty="0">
                <a:solidFill>
                  <a:srgbClr val="6E6E6E"/>
                </a:solidFill>
                <a:latin typeface="微软雅黑" panose="020B0503020204020204" pitchFamily="34" charset="-122"/>
                <a:ea typeface="微软雅黑" panose="020B0503020204020204" pitchFamily="34" charset="-122"/>
              </a:rPr>
              <a:t>DMSO</a:t>
            </a:r>
            <a:r>
              <a:rPr lang="zh-CN" altLang="en-US" sz="1200" dirty="0">
                <a:solidFill>
                  <a:srgbClr val="6E6E6E"/>
                </a:solidFill>
                <a:latin typeface="微软雅黑" panose="020B0503020204020204" pitchFamily="34" charset="-122"/>
                <a:ea typeface="微软雅黑" panose="020B0503020204020204" pitchFamily="34" charset="-122"/>
              </a:rPr>
              <a:t>下游应用领域近年来持续拓宽，现已成为军工、航天和卫星制造业的不可或缺的产品。</a:t>
            </a:r>
            <a:endParaRPr lang="zh-CN" altLang="zh-CN" sz="1200" dirty="0">
              <a:solidFill>
                <a:srgbClr val="6E6E6E"/>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1757454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15479" y="404654"/>
            <a:ext cx="8969492"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二甲基亚砜</a:t>
            </a:r>
            <a:r>
              <a:rPr lang="en-US" altLang="zh-CN" sz="2800" b="1" dirty="0">
                <a:solidFill>
                  <a:srgbClr val="E10000"/>
                </a:solidFill>
                <a:latin typeface="微软雅黑" panose="020B0503020204020204" pitchFamily="34" charset="-122"/>
                <a:ea typeface="微软雅黑" panose="020B0503020204020204" pitchFamily="34" charset="-122"/>
              </a:rPr>
              <a:t>(DMSO)</a:t>
            </a:r>
            <a:r>
              <a:rPr lang="zh-CN" altLang="en-US" sz="2800" b="1" dirty="0">
                <a:solidFill>
                  <a:srgbClr val="E10000"/>
                </a:solidFill>
                <a:latin typeface="微软雅黑" panose="020B0503020204020204" pitchFamily="34" charset="-122"/>
                <a:ea typeface="微软雅黑" panose="020B0503020204020204" pitchFamily="34" charset="-122"/>
              </a:rPr>
              <a:t>：碳纤维是其重要下游</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3170579"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资料来源：立木咨询，各公司公告，各环评报告，长江证券研究所</a:t>
            </a:r>
          </a:p>
        </p:txBody>
      </p:sp>
      <p:sp>
        <p:nvSpPr>
          <p:cNvPr id="4" name="文本框 3">
            <a:extLst>
              <a:ext uri="{FF2B5EF4-FFF2-40B4-BE49-F238E27FC236}">
                <a16:creationId xmlns:a16="http://schemas.microsoft.com/office/drawing/2014/main" xmlns="" id="{AC9FF087-F0A1-C8CF-8DEA-990BF864961C}"/>
              </a:ext>
            </a:extLst>
          </p:cNvPr>
          <p:cNvSpPr txBox="1"/>
          <p:nvPr/>
        </p:nvSpPr>
        <p:spPr>
          <a:xfrm>
            <a:off x="634482" y="1136790"/>
            <a:ext cx="6629400" cy="890693"/>
          </a:xfrm>
          <a:prstGeom prst="rect">
            <a:avLst/>
          </a:prstGeom>
          <a:noFill/>
        </p:spPr>
        <p:txBody>
          <a:bodyPr wrap="square">
            <a:spAutoFit/>
          </a:bodyPr>
          <a:lstStyle/>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zh-CN" sz="1200" b="1" dirty="0">
                <a:solidFill>
                  <a:srgbClr val="6E6E6E"/>
                </a:solidFill>
                <a:latin typeface="微软雅黑" panose="020B0503020204020204" pitchFamily="34" charset="-122"/>
                <a:ea typeface="微软雅黑" panose="020B0503020204020204" pitchFamily="34" charset="-122"/>
              </a:rPr>
              <a:t>碳纤维是二甲基亚砜的重要下游。</a:t>
            </a:r>
            <a:r>
              <a:rPr lang="zh-CN" altLang="zh-CN" sz="1200" dirty="0">
                <a:solidFill>
                  <a:srgbClr val="6E6E6E"/>
                </a:solidFill>
                <a:latin typeface="微软雅黑" panose="020B0503020204020204" pitchFamily="34" charset="-122"/>
                <a:ea typeface="微软雅黑" panose="020B0503020204020204" pitchFamily="34" charset="-122"/>
              </a:rPr>
              <a:t>二甲基亚砜是碳纤维一步法生产路线的主流溶剂，国内碳纤维主要生产厂家中复神鹰、光威复材、中简科技采用的工艺路线均需使用二甲基亚砜作为溶剂，</a:t>
            </a:r>
            <a:r>
              <a:rPr lang="zh-CN" altLang="zh-CN" sz="1200" b="1" dirty="0">
                <a:solidFill>
                  <a:srgbClr val="6E6E6E"/>
                </a:solidFill>
                <a:latin typeface="微软雅黑" panose="020B0503020204020204" pitchFamily="34" charset="-122"/>
                <a:ea typeface="微软雅黑" panose="020B0503020204020204" pitchFamily="34" charset="-122"/>
              </a:rPr>
              <a:t>每吨碳纤维原丝需要</a:t>
            </a:r>
            <a:r>
              <a:rPr lang="en-US" altLang="zh-CN" sz="1200" b="1" dirty="0">
                <a:solidFill>
                  <a:srgbClr val="6E6E6E"/>
                </a:solidFill>
                <a:latin typeface="微软雅黑" panose="020B0503020204020204" pitchFamily="34" charset="-122"/>
                <a:ea typeface="微软雅黑" panose="020B0503020204020204" pitchFamily="34" charset="-122"/>
              </a:rPr>
              <a:t>DMSO</a:t>
            </a:r>
            <a:r>
              <a:rPr lang="zh-CN" altLang="zh-CN" sz="1200" b="1" dirty="0">
                <a:solidFill>
                  <a:srgbClr val="6E6E6E"/>
                </a:solidFill>
                <a:latin typeface="微软雅黑" panose="020B0503020204020204" pitchFamily="34" charset="-122"/>
                <a:ea typeface="微软雅黑" panose="020B0503020204020204" pitchFamily="34" charset="-122"/>
              </a:rPr>
              <a:t>溶剂约</a:t>
            </a:r>
            <a:r>
              <a:rPr lang="en-US" altLang="zh-CN" sz="1200" b="1" dirty="0" err="1">
                <a:solidFill>
                  <a:srgbClr val="6E6E6E"/>
                </a:solidFill>
                <a:latin typeface="微软雅黑" panose="020B0503020204020204" pitchFamily="34" charset="-122"/>
                <a:ea typeface="微软雅黑" panose="020B0503020204020204" pitchFamily="34" charset="-122"/>
              </a:rPr>
              <a:t>200kg</a:t>
            </a:r>
            <a:r>
              <a:rPr lang="zh-CN" altLang="zh-CN" sz="1200" b="1" dirty="0">
                <a:solidFill>
                  <a:srgbClr val="6E6E6E"/>
                </a:solidFill>
                <a:latin typeface="微软雅黑" panose="020B0503020204020204" pitchFamily="34" charset="-122"/>
                <a:ea typeface="微软雅黑" panose="020B0503020204020204" pitchFamily="34" charset="-122"/>
              </a:rPr>
              <a:t>。</a:t>
            </a:r>
          </a:p>
        </p:txBody>
      </p:sp>
      <p:graphicFrame>
        <p:nvGraphicFramePr>
          <p:cNvPr id="6" name="表格 5">
            <a:extLst>
              <a:ext uri="{FF2B5EF4-FFF2-40B4-BE49-F238E27FC236}">
                <a16:creationId xmlns:a16="http://schemas.microsoft.com/office/drawing/2014/main" xmlns="" id="{51E7BD1A-1C85-F382-0B34-50B4995BE85F}"/>
              </a:ext>
            </a:extLst>
          </p:cNvPr>
          <p:cNvGraphicFramePr>
            <a:graphicFrameLocks noGrp="1"/>
          </p:cNvGraphicFramePr>
          <p:nvPr>
            <p:extLst>
              <p:ext uri="{D42A27DB-BD31-4B8C-83A1-F6EECF244321}">
                <p14:modId xmlns:p14="http://schemas.microsoft.com/office/powerpoint/2010/main" val="219554031"/>
              </p:ext>
            </p:extLst>
          </p:nvPr>
        </p:nvGraphicFramePr>
        <p:xfrm>
          <a:off x="943681" y="3188985"/>
          <a:ext cx="5737038" cy="3020535"/>
        </p:xfrm>
        <a:graphic>
          <a:graphicData uri="http://schemas.openxmlformats.org/drawingml/2006/table">
            <a:tbl>
              <a:tblPr firstRow="1" firstCol="1" bandRow="1"/>
              <a:tblGrid>
                <a:gridCol w="1434049">
                  <a:extLst>
                    <a:ext uri="{9D8B030D-6E8A-4147-A177-3AD203B41FA5}">
                      <a16:colId xmlns:a16="http://schemas.microsoft.com/office/drawing/2014/main" xmlns="" val="2961318908"/>
                    </a:ext>
                  </a:extLst>
                </a:gridCol>
                <a:gridCol w="1434049">
                  <a:extLst>
                    <a:ext uri="{9D8B030D-6E8A-4147-A177-3AD203B41FA5}">
                      <a16:colId xmlns:a16="http://schemas.microsoft.com/office/drawing/2014/main" xmlns="" val="2654365470"/>
                    </a:ext>
                  </a:extLst>
                </a:gridCol>
                <a:gridCol w="1434049">
                  <a:extLst>
                    <a:ext uri="{9D8B030D-6E8A-4147-A177-3AD203B41FA5}">
                      <a16:colId xmlns:a16="http://schemas.microsoft.com/office/drawing/2014/main" xmlns="" val="3600294907"/>
                    </a:ext>
                  </a:extLst>
                </a:gridCol>
                <a:gridCol w="1434891">
                  <a:extLst>
                    <a:ext uri="{9D8B030D-6E8A-4147-A177-3AD203B41FA5}">
                      <a16:colId xmlns:a16="http://schemas.microsoft.com/office/drawing/2014/main" xmlns="" val="486505358"/>
                    </a:ext>
                  </a:extLst>
                </a:gridCol>
              </a:tblGrid>
              <a:tr h="335615">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碳纤维厂家</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工艺路线</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溶剂</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纺丝工艺</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extLst>
                  <a:ext uri="{0D108BD9-81ED-4DB2-BD59-A6C34878D82A}">
                    <a16:rowId xmlns:a16="http://schemas.microsoft.com/office/drawing/2014/main" xmlns="" val="1609801719"/>
                  </a:ext>
                </a:extLst>
              </a:tr>
              <a:tr h="335615">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中复神鹰</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一步法</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E10000"/>
                          </a:solidFill>
                          <a:effectLst/>
                          <a:latin typeface="微软雅黑" panose="020B0503020204020204" pitchFamily="34" charset="-122"/>
                          <a:ea typeface="微软雅黑" panose="020B0503020204020204" pitchFamily="34" charset="-122"/>
                          <a:cs typeface="Arial" panose="020B0604020202020204" pitchFamily="34" charset="0"/>
                        </a:rPr>
                        <a:t>DMSO</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干喷湿纺</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45302052"/>
                  </a:ext>
                </a:extLst>
              </a:tr>
              <a:tr h="335615">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恒神股份</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一步法</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E10000"/>
                          </a:solidFill>
                          <a:effectLst/>
                          <a:latin typeface="微软雅黑" panose="020B0503020204020204" pitchFamily="34" charset="-122"/>
                          <a:ea typeface="微软雅黑" panose="020B0503020204020204" pitchFamily="34" charset="-122"/>
                          <a:cs typeface="Arial" panose="020B0604020202020204" pitchFamily="34" charset="0"/>
                        </a:rPr>
                        <a:t>DMSO</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pP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湿纺</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干喷湿纺</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90630513"/>
                  </a:ext>
                </a:extLst>
              </a:tr>
              <a:tr h="335615">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东丽</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一步法</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E10000"/>
                          </a:solidFill>
                          <a:effectLst/>
                          <a:latin typeface="微软雅黑" panose="020B0503020204020204" pitchFamily="34" charset="-122"/>
                          <a:ea typeface="微软雅黑" panose="020B0503020204020204" pitchFamily="34" charset="-122"/>
                          <a:cs typeface="Arial" panose="020B0604020202020204" pitchFamily="34" charset="0"/>
                        </a:rPr>
                        <a:t>DMSO</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pP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湿纺</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干喷湿纺</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98978787"/>
                  </a:ext>
                </a:extLst>
              </a:tr>
              <a:tr h="335615">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帝人</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ZnCl</a:t>
                      </a:r>
                      <a:r>
                        <a:rPr lang="en-US" sz="1000" kern="100" baseline="-250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pP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湿纺</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42717411"/>
                  </a:ext>
                </a:extLst>
              </a:tr>
              <a:tr h="335615">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三菱</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DMF</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pP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湿纺</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干喷湿纺</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618733473"/>
                  </a:ext>
                </a:extLst>
              </a:tr>
              <a:tr h="335615">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吉林碳谷</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两步法</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DMAC</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pP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湿纺</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384360401"/>
                  </a:ext>
                </a:extLst>
              </a:tr>
              <a:tr h="335615">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光威复材</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一步法</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E10000"/>
                          </a:solidFill>
                          <a:effectLst/>
                          <a:latin typeface="微软雅黑" panose="020B0503020204020204" pitchFamily="34" charset="-122"/>
                          <a:ea typeface="微软雅黑" panose="020B0503020204020204" pitchFamily="34" charset="-122"/>
                          <a:cs typeface="Arial" panose="020B0604020202020204" pitchFamily="34" charset="0"/>
                        </a:rPr>
                        <a:t>DMSO</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pP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湿纺</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干喷湿纺</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226009624"/>
                  </a:ext>
                </a:extLst>
              </a:tr>
              <a:tr h="335615">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中简科技</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一步法</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E10000"/>
                          </a:solidFill>
                          <a:effectLst/>
                          <a:latin typeface="微软雅黑" panose="020B0503020204020204" pitchFamily="34" charset="-122"/>
                          <a:ea typeface="微软雅黑" panose="020B0503020204020204" pitchFamily="34" charset="-122"/>
                          <a:cs typeface="Arial" panose="020B0604020202020204" pitchFamily="34" charset="0"/>
                        </a:rPr>
                        <a:t>DMSO</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pP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湿纺</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干喷湿纺</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325810554"/>
                  </a:ext>
                </a:extLst>
              </a:tr>
            </a:tbl>
          </a:graphicData>
        </a:graphic>
      </p:graphicFrame>
      <p:sp>
        <p:nvSpPr>
          <p:cNvPr id="10" name="文本框 9">
            <a:extLst>
              <a:ext uri="{FF2B5EF4-FFF2-40B4-BE49-F238E27FC236}">
                <a16:creationId xmlns:a16="http://schemas.microsoft.com/office/drawing/2014/main" xmlns="" id="{C17C3AE0-6A17-2E9D-15DF-BEA7D1CEB49E}"/>
              </a:ext>
            </a:extLst>
          </p:cNvPr>
          <p:cNvSpPr txBox="1"/>
          <p:nvPr/>
        </p:nvSpPr>
        <p:spPr>
          <a:xfrm>
            <a:off x="841598" y="2819653"/>
            <a:ext cx="4154945"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t>DMSO</a:t>
            </a:r>
            <a:r>
              <a:rPr lang="zh-CN" altLang="zh-CN" dirty="0"/>
              <a:t>是碳纤维生产工艺中的主流溶剂</a:t>
            </a:r>
            <a:endParaRPr lang="zh-CN" altLang="en-US" dirty="0"/>
          </a:p>
        </p:txBody>
      </p:sp>
    </p:spTree>
    <p:extLst>
      <p:ext uri="{BB962C8B-B14F-4D97-AF65-F5344CB8AC3E}">
        <p14:creationId xmlns:p14="http://schemas.microsoft.com/office/powerpoint/2010/main" val="86715861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02870" y="409943"/>
            <a:ext cx="8969492"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二甲基亚砜</a:t>
            </a:r>
            <a:r>
              <a:rPr lang="en-US" altLang="zh-CN" sz="2800" b="1" dirty="0">
                <a:solidFill>
                  <a:srgbClr val="E10000"/>
                </a:solidFill>
                <a:latin typeface="微软雅黑" panose="020B0503020204020204" pitchFamily="34" charset="-122"/>
                <a:ea typeface="微软雅黑" panose="020B0503020204020204" pitchFamily="34" charset="-122"/>
              </a:rPr>
              <a:t>(DMSO)</a:t>
            </a:r>
            <a:r>
              <a:rPr lang="zh-CN" altLang="en-US" sz="2800" b="1" dirty="0">
                <a:solidFill>
                  <a:srgbClr val="E10000"/>
                </a:solidFill>
                <a:latin typeface="微软雅黑" panose="020B0503020204020204" pitchFamily="34" charset="-122"/>
                <a:ea typeface="微软雅黑" panose="020B0503020204020204" pitchFamily="34" charset="-122"/>
              </a:rPr>
              <a:t>：风电大型化，碳纤维需求提升</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5119831"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资料来源：立木咨询，各公司公告，各环评报告，</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大风机叶片材料轻量化的探索</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孙二平，长江证券研究所</a:t>
            </a:r>
          </a:p>
        </p:txBody>
      </p:sp>
      <p:sp>
        <p:nvSpPr>
          <p:cNvPr id="4" name="文本框 3">
            <a:extLst>
              <a:ext uri="{FF2B5EF4-FFF2-40B4-BE49-F238E27FC236}">
                <a16:creationId xmlns:a16="http://schemas.microsoft.com/office/drawing/2014/main" xmlns="" id="{AC9FF087-F0A1-C8CF-8DEA-990BF864961C}"/>
              </a:ext>
            </a:extLst>
          </p:cNvPr>
          <p:cNvSpPr txBox="1"/>
          <p:nvPr/>
        </p:nvSpPr>
        <p:spPr>
          <a:xfrm>
            <a:off x="634482" y="1032036"/>
            <a:ext cx="5215812" cy="2275688"/>
          </a:xfrm>
          <a:prstGeom prst="rect">
            <a:avLst/>
          </a:prstGeom>
          <a:noFill/>
        </p:spPr>
        <p:txBody>
          <a:bodyPr wrap="square">
            <a:spAutoFit/>
          </a:bodyPr>
          <a:lstStyle/>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碳纤维是风电叶片的重要材料，叶片大型化促进碳纤维渗透率提高。</a:t>
            </a:r>
            <a:r>
              <a:rPr lang="zh-CN" altLang="en-US" sz="1200" dirty="0">
                <a:solidFill>
                  <a:srgbClr val="6E6E6E"/>
                </a:solidFill>
                <a:latin typeface="微软雅黑" panose="020B0503020204020204" pitchFamily="34" charset="-122"/>
                <a:ea typeface="微软雅黑" panose="020B0503020204020204" pitchFamily="34" charset="-122"/>
              </a:rPr>
              <a:t>传统的叶片制造材料玻璃纤维复合材料无法满足这些要求，</a:t>
            </a:r>
            <a:r>
              <a:rPr lang="zh-CN" altLang="en-US" sz="1200" b="1" dirty="0">
                <a:solidFill>
                  <a:srgbClr val="6E6E6E"/>
                </a:solidFill>
                <a:latin typeface="微软雅黑" panose="020B0503020204020204" pitchFamily="34" charset="-122"/>
                <a:ea typeface="微软雅黑" panose="020B0503020204020204" pitchFamily="34" charset="-122"/>
              </a:rPr>
              <a:t>碳纤维复合材料密度更低、强度更高，是风电叶片大型化、轻量化的首选材料。</a:t>
            </a:r>
            <a:endParaRPr lang="en-US" altLang="zh-CN" sz="1200" b="1" dirty="0">
              <a:solidFill>
                <a:srgbClr val="6E6E6E"/>
              </a:solidFill>
              <a:latin typeface="微软雅黑" panose="020B0503020204020204" pitchFamily="34" charset="-122"/>
              <a:ea typeface="微软雅黑" panose="020B0503020204020204" pitchFamily="34" charset="-122"/>
            </a:endParaRPr>
          </a:p>
          <a:p>
            <a:pPr marL="285750" indent="-285750" fontAlgn="base">
              <a:lnSpc>
                <a:spcPct val="150000"/>
              </a:lnSpc>
              <a:spcBef>
                <a:spcPct val="0"/>
              </a:spcBef>
              <a:spcAft>
                <a:spcPct val="0"/>
              </a:spcAft>
              <a:buClr>
                <a:srgbClr val="C00000"/>
              </a:buClr>
              <a:buFont typeface="Wingdings" panose="05000000000000000000" pitchFamily="2" charset="2"/>
              <a:buChar char="Ø"/>
              <a:defRPr/>
            </a:pPr>
            <a:endParaRPr lang="en-US" altLang="zh-CN" sz="1200" b="1" dirty="0">
              <a:solidFill>
                <a:srgbClr val="6E6E6E"/>
              </a:solidFill>
              <a:latin typeface="微软雅黑" panose="020B0503020204020204" pitchFamily="34" charset="-122"/>
              <a:ea typeface="微软雅黑" panose="020B0503020204020204" pitchFamily="34" charset="-122"/>
            </a:endParaRPr>
          </a:p>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碳纤维需求将迎大幅提升，拉动</a:t>
            </a:r>
            <a:r>
              <a:rPr lang="en-US" altLang="zh-CN" sz="1200" b="1" dirty="0">
                <a:solidFill>
                  <a:srgbClr val="6E6E6E"/>
                </a:solidFill>
                <a:latin typeface="微软雅黑" panose="020B0503020204020204" pitchFamily="34" charset="-122"/>
                <a:ea typeface="微软雅黑" panose="020B0503020204020204" pitchFamily="34" charset="-122"/>
              </a:rPr>
              <a:t>DMSO</a:t>
            </a:r>
            <a:r>
              <a:rPr lang="zh-CN" altLang="en-US" sz="1200" b="1" dirty="0">
                <a:solidFill>
                  <a:srgbClr val="6E6E6E"/>
                </a:solidFill>
                <a:latin typeface="微软雅黑" panose="020B0503020204020204" pitchFamily="34" charset="-122"/>
                <a:ea typeface="微软雅黑" panose="020B0503020204020204" pitchFamily="34" charset="-122"/>
              </a:rPr>
              <a:t>需求向好。</a:t>
            </a:r>
            <a:r>
              <a:rPr lang="zh-CN" altLang="en-US" sz="1200" dirty="0">
                <a:solidFill>
                  <a:srgbClr val="6E6E6E"/>
                </a:solidFill>
                <a:latin typeface="微软雅黑" panose="020B0503020204020204" pitchFamily="34" charset="-122"/>
                <a:ea typeface="微软雅黑" panose="020B0503020204020204" pitchFamily="34" charset="-122"/>
              </a:rPr>
              <a:t>受益风电装机上行，及碳纤维在叶片中的渗透率提升，碳纤维需求有望大幅上行，预计国内碳纤维需求有望从</a:t>
            </a:r>
            <a:r>
              <a:rPr lang="en-US" altLang="zh-CN" sz="1200" dirty="0">
                <a:solidFill>
                  <a:srgbClr val="6E6E6E"/>
                </a:solidFill>
                <a:latin typeface="微软雅黑" panose="020B0503020204020204" pitchFamily="34" charset="-122"/>
                <a:ea typeface="微软雅黑" panose="020B0503020204020204" pitchFamily="34" charset="-122"/>
              </a:rPr>
              <a:t>2021</a:t>
            </a:r>
            <a:r>
              <a:rPr lang="zh-CN" altLang="en-US" sz="1200" dirty="0">
                <a:solidFill>
                  <a:srgbClr val="6E6E6E"/>
                </a:solidFill>
                <a:latin typeface="微软雅黑" panose="020B0503020204020204" pitchFamily="34" charset="-122"/>
                <a:ea typeface="微软雅黑" panose="020B0503020204020204" pitchFamily="34" charset="-122"/>
              </a:rPr>
              <a:t>年的</a:t>
            </a:r>
            <a:r>
              <a:rPr lang="en-US" altLang="zh-CN" sz="1200" dirty="0">
                <a:solidFill>
                  <a:srgbClr val="6E6E6E"/>
                </a:solidFill>
                <a:latin typeface="微软雅黑" panose="020B0503020204020204" pitchFamily="34" charset="-122"/>
                <a:ea typeface="微软雅黑" panose="020B0503020204020204" pitchFamily="34" charset="-122"/>
              </a:rPr>
              <a:t>6.2</a:t>
            </a:r>
            <a:r>
              <a:rPr lang="zh-CN" altLang="en-US" sz="1200" dirty="0">
                <a:solidFill>
                  <a:srgbClr val="6E6E6E"/>
                </a:solidFill>
                <a:latin typeface="微软雅黑" panose="020B0503020204020204" pitchFamily="34" charset="-122"/>
                <a:ea typeface="微软雅黑" panose="020B0503020204020204" pitchFamily="34" charset="-122"/>
              </a:rPr>
              <a:t>万吨增长至</a:t>
            </a:r>
            <a:r>
              <a:rPr lang="en-US" altLang="zh-CN" sz="1200" dirty="0">
                <a:solidFill>
                  <a:srgbClr val="6E6E6E"/>
                </a:solidFill>
                <a:latin typeface="微软雅黑" panose="020B0503020204020204" pitchFamily="34" charset="-122"/>
                <a:ea typeface="微软雅黑" panose="020B0503020204020204" pitchFamily="34" charset="-122"/>
              </a:rPr>
              <a:t>2025</a:t>
            </a:r>
            <a:r>
              <a:rPr lang="zh-CN" altLang="en-US" sz="1200" dirty="0">
                <a:solidFill>
                  <a:srgbClr val="6E6E6E"/>
                </a:solidFill>
                <a:latin typeface="微软雅黑" panose="020B0503020204020204" pitchFamily="34" charset="-122"/>
                <a:ea typeface="微软雅黑" panose="020B0503020204020204" pitchFamily="34" charset="-122"/>
              </a:rPr>
              <a:t>年的</a:t>
            </a:r>
            <a:r>
              <a:rPr lang="en-US" altLang="zh-CN" sz="1200" dirty="0">
                <a:solidFill>
                  <a:srgbClr val="6E6E6E"/>
                </a:solidFill>
                <a:latin typeface="微软雅黑" panose="020B0503020204020204" pitchFamily="34" charset="-122"/>
                <a:ea typeface="微软雅黑" panose="020B0503020204020204" pitchFamily="34" charset="-122"/>
              </a:rPr>
              <a:t>15.5</a:t>
            </a:r>
            <a:r>
              <a:rPr lang="zh-CN" altLang="en-US" sz="1200" dirty="0">
                <a:solidFill>
                  <a:srgbClr val="6E6E6E"/>
                </a:solidFill>
                <a:latin typeface="微软雅黑" panose="020B0503020204020204" pitchFamily="34" charset="-122"/>
                <a:ea typeface="微软雅黑" panose="020B0503020204020204" pitchFamily="34" charset="-122"/>
              </a:rPr>
              <a:t>万吨，</a:t>
            </a:r>
            <a:r>
              <a:rPr lang="en-US" altLang="zh-CN" sz="1200" dirty="0">
                <a:solidFill>
                  <a:srgbClr val="6E6E6E"/>
                </a:solidFill>
                <a:latin typeface="微软雅黑" panose="020B0503020204020204" pitchFamily="34" charset="-122"/>
                <a:ea typeface="微软雅黑" panose="020B0503020204020204" pitchFamily="34" charset="-122"/>
              </a:rPr>
              <a:t>CAGR</a:t>
            </a:r>
            <a:r>
              <a:rPr lang="zh-CN" altLang="en-US" sz="1200" dirty="0">
                <a:solidFill>
                  <a:srgbClr val="6E6E6E"/>
                </a:solidFill>
                <a:latin typeface="微软雅黑" panose="020B0503020204020204" pitchFamily="34" charset="-122"/>
                <a:ea typeface="微软雅黑" panose="020B0503020204020204" pitchFamily="34" charset="-122"/>
              </a:rPr>
              <a:t>高达</a:t>
            </a:r>
            <a:r>
              <a:rPr lang="en-US" altLang="zh-CN" sz="1200" dirty="0">
                <a:solidFill>
                  <a:srgbClr val="6E6E6E"/>
                </a:solidFill>
                <a:latin typeface="微软雅黑" panose="020B0503020204020204" pitchFamily="34" charset="-122"/>
                <a:ea typeface="微软雅黑" panose="020B0503020204020204" pitchFamily="34" charset="-122"/>
              </a:rPr>
              <a:t>25.6%</a:t>
            </a:r>
            <a:r>
              <a:rPr lang="zh-CN" altLang="en-US" sz="1200" dirty="0">
                <a:solidFill>
                  <a:srgbClr val="6E6E6E"/>
                </a:solidFill>
                <a:latin typeface="微软雅黑" panose="020B0503020204020204" pitchFamily="34" charset="-122"/>
                <a:ea typeface="微软雅黑" panose="020B0503020204020204" pitchFamily="34" charset="-122"/>
              </a:rPr>
              <a:t>。</a:t>
            </a:r>
            <a:endParaRPr lang="zh-CN" altLang="zh-CN" sz="1200" dirty="0">
              <a:solidFill>
                <a:srgbClr val="6E6E6E"/>
              </a:solidFill>
              <a:latin typeface="微软雅黑" panose="020B0503020204020204" pitchFamily="34" charset="-122"/>
              <a:ea typeface="微软雅黑" panose="020B0503020204020204" pitchFamily="34" charset="-122"/>
            </a:endParaRPr>
          </a:p>
        </p:txBody>
      </p:sp>
      <p:sp>
        <p:nvSpPr>
          <p:cNvPr id="10" name="文本框 9">
            <a:extLst>
              <a:ext uri="{FF2B5EF4-FFF2-40B4-BE49-F238E27FC236}">
                <a16:creationId xmlns:a16="http://schemas.microsoft.com/office/drawing/2014/main" xmlns="" id="{C17C3AE0-6A17-2E9D-15DF-BEA7D1CEB49E}"/>
              </a:ext>
            </a:extLst>
          </p:cNvPr>
          <p:cNvSpPr txBox="1"/>
          <p:nvPr/>
        </p:nvSpPr>
        <p:spPr>
          <a:xfrm>
            <a:off x="725038" y="3341771"/>
            <a:ext cx="4677459"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风机机组功率持续提升、叶片规格持续扩大</a:t>
            </a:r>
          </a:p>
        </p:txBody>
      </p:sp>
      <p:pic>
        <p:nvPicPr>
          <p:cNvPr id="2" name="图片 1">
            <a:extLst>
              <a:ext uri="{FF2B5EF4-FFF2-40B4-BE49-F238E27FC236}">
                <a16:creationId xmlns:a16="http://schemas.microsoft.com/office/drawing/2014/main" xmlns="" id="{8B97607E-CD04-421C-A91B-D8705220BB7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25038" y="3745150"/>
            <a:ext cx="5601190" cy="2747543"/>
          </a:xfrm>
          <a:prstGeom prst="rect">
            <a:avLst/>
          </a:prstGeom>
        </p:spPr>
      </p:pic>
      <p:sp>
        <p:nvSpPr>
          <p:cNvPr id="5" name="文本框 4">
            <a:extLst>
              <a:ext uri="{FF2B5EF4-FFF2-40B4-BE49-F238E27FC236}">
                <a16:creationId xmlns:a16="http://schemas.microsoft.com/office/drawing/2014/main" xmlns="" id="{10D3691E-B886-AD23-9C21-C55A4CA26420}"/>
              </a:ext>
            </a:extLst>
          </p:cNvPr>
          <p:cNvSpPr txBox="1"/>
          <p:nvPr/>
        </p:nvSpPr>
        <p:spPr>
          <a:xfrm>
            <a:off x="6341708" y="952124"/>
            <a:ext cx="3970175"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zh-CN" dirty="0"/>
              <a:t>碳纤维</a:t>
            </a:r>
            <a:r>
              <a:rPr lang="zh-CN" altLang="en-US" dirty="0"/>
              <a:t>各项</a:t>
            </a:r>
            <a:r>
              <a:rPr lang="zh-CN" altLang="zh-CN" dirty="0"/>
              <a:t>性能均优于玻纤</a:t>
            </a:r>
            <a:endParaRPr lang="zh-CN" altLang="en-US" dirty="0"/>
          </a:p>
        </p:txBody>
      </p:sp>
      <p:graphicFrame>
        <p:nvGraphicFramePr>
          <p:cNvPr id="8" name="表格 7">
            <a:extLst>
              <a:ext uri="{FF2B5EF4-FFF2-40B4-BE49-F238E27FC236}">
                <a16:creationId xmlns:a16="http://schemas.microsoft.com/office/drawing/2014/main" xmlns="" id="{A966895C-A73E-DBB2-C143-0C1ACE826F6F}"/>
              </a:ext>
            </a:extLst>
          </p:cNvPr>
          <p:cNvGraphicFramePr>
            <a:graphicFrameLocks noGrp="1"/>
          </p:cNvGraphicFramePr>
          <p:nvPr>
            <p:extLst>
              <p:ext uri="{D42A27DB-BD31-4B8C-83A1-F6EECF244321}">
                <p14:modId xmlns:p14="http://schemas.microsoft.com/office/powerpoint/2010/main" val="107713882"/>
              </p:ext>
            </p:extLst>
          </p:nvPr>
        </p:nvGraphicFramePr>
        <p:xfrm>
          <a:off x="6941975" y="1437488"/>
          <a:ext cx="5122507" cy="1616886"/>
        </p:xfrm>
        <a:graphic>
          <a:graphicData uri="http://schemas.openxmlformats.org/drawingml/2006/table">
            <a:tbl>
              <a:tblPr firstRow="1" firstCol="1" bandRow="1"/>
              <a:tblGrid>
                <a:gridCol w="1066832">
                  <a:extLst>
                    <a:ext uri="{9D8B030D-6E8A-4147-A177-3AD203B41FA5}">
                      <a16:colId xmlns:a16="http://schemas.microsoft.com/office/drawing/2014/main" xmlns="" val="2121805938"/>
                    </a:ext>
                  </a:extLst>
                </a:gridCol>
                <a:gridCol w="640502">
                  <a:extLst>
                    <a:ext uri="{9D8B030D-6E8A-4147-A177-3AD203B41FA5}">
                      <a16:colId xmlns:a16="http://schemas.microsoft.com/office/drawing/2014/main" xmlns="" val="1928967980"/>
                    </a:ext>
                  </a:extLst>
                </a:gridCol>
                <a:gridCol w="914568">
                  <a:extLst>
                    <a:ext uri="{9D8B030D-6E8A-4147-A177-3AD203B41FA5}">
                      <a16:colId xmlns:a16="http://schemas.microsoft.com/office/drawing/2014/main" xmlns="" val="644478450"/>
                    </a:ext>
                  </a:extLst>
                </a:gridCol>
                <a:gridCol w="793269">
                  <a:extLst>
                    <a:ext uri="{9D8B030D-6E8A-4147-A177-3AD203B41FA5}">
                      <a16:colId xmlns:a16="http://schemas.microsoft.com/office/drawing/2014/main" xmlns="" val="1011662422"/>
                    </a:ext>
                  </a:extLst>
                </a:gridCol>
                <a:gridCol w="853668">
                  <a:extLst>
                    <a:ext uri="{9D8B030D-6E8A-4147-A177-3AD203B41FA5}">
                      <a16:colId xmlns:a16="http://schemas.microsoft.com/office/drawing/2014/main" xmlns="" val="811035732"/>
                    </a:ext>
                  </a:extLst>
                </a:gridCol>
                <a:gridCol w="853668">
                  <a:extLst>
                    <a:ext uri="{9D8B030D-6E8A-4147-A177-3AD203B41FA5}">
                      <a16:colId xmlns:a16="http://schemas.microsoft.com/office/drawing/2014/main" xmlns="" val="111641361"/>
                    </a:ext>
                  </a:extLst>
                </a:gridCol>
              </a:tblGrid>
              <a:tr h="251821">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性能项目</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测试标准</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玻纤（垃挤板）</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碳纤维（拉挤板）</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玻纤（真空灌注）</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碳纤维（真空灌注）</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E10000"/>
                    </a:solidFill>
                  </a:tcPr>
                </a:tc>
                <a:extLst>
                  <a:ext uri="{0D108BD9-81ED-4DB2-BD59-A6C34878D82A}">
                    <a16:rowId xmlns:a16="http://schemas.microsoft.com/office/drawing/2014/main" xmlns="" val="2415578868"/>
                  </a:ext>
                </a:extLst>
              </a:tr>
              <a:tr h="167881">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°拉伸强度</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MPa</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ISO 527-5</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1.35×10</a:t>
                      </a:r>
                      <a:r>
                        <a:rPr lang="en-US" sz="1000" kern="0" baseline="300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1.60×10</a:t>
                      </a:r>
                      <a:r>
                        <a:rPr lang="en-US" sz="1000" kern="0" baseline="300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1.13×10</a:t>
                      </a:r>
                      <a:r>
                        <a:rPr lang="en-US" sz="1000" kern="0" baseline="300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1.39×10</a:t>
                      </a:r>
                      <a:r>
                        <a:rPr lang="en-US" sz="1000" kern="0" baseline="300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44943995"/>
                  </a:ext>
                </a:extLst>
              </a:tr>
              <a:tr h="167881">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°拉伸模量</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GPa</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ISO 527-5</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62.5</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153</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47.0</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119.7</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857775233"/>
                  </a:ext>
                </a:extLst>
              </a:tr>
              <a:tr h="167881">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°拉伸应变</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ISO 527-5</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2.38</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0.96</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2.50</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1.08</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00703984"/>
                  </a:ext>
                </a:extLst>
              </a:tr>
              <a:tr h="167881">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泊松比</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ISO 527-5</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0.28</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0.30</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0.28</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783879912"/>
                  </a:ext>
                </a:extLst>
              </a:tr>
              <a:tr h="167881">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纤维体积分数</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ISO 1172</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72</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64.5</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53.0</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55.8</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78259321"/>
                  </a:ext>
                </a:extLst>
              </a:tr>
              <a:tr h="167881">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密度</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/g</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cm-3</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0">
                          <a:solidFill>
                            <a:srgbClr val="000000"/>
                          </a:solidFill>
                          <a:effectLst/>
                          <a:latin typeface="微软雅黑" panose="020B0503020204020204" pitchFamily="34" charset="-122"/>
                          <a:ea typeface="微软雅黑" panose="020B0503020204020204" pitchFamily="34" charset="-122"/>
                          <a:cs typeface="FZSSK--GBK1-0"/>
                        </a:rPr>
                        <a:t>ISO 1183</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2.16</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1.57</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1.97</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1.51</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84195720"/>
                  </a:ext>
                </a:extLst>
              </a:tr>
              <a:tr h="251821">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比模量</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/Gpa</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g</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cm</a:t>
                      </a:r>
                      <a:r>
                        <a:rPr lang="en-US" sz="1000" kern="100" baseline="300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-3</a:t>
                      </a: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en-US" sz="1000" kern="100" baseline="300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28.9</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97.4</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23.9</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79.3</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284233200"/>
                  </a:ext>
                </a:extLst>
              </a:tr>
            </a:tbl>
          </a:graphicData>
        </a:graphic>
      </p:graphicFrame>
      <p:graphicFrame>
        <p:nvGraphicFramePr>
          <p:cNvPr id="9" name="图表 8">
            <a:extLst>
              <a:ext uri="{FF2B5EF4-FFF2-40B4-BE49-F238E27FC236}">
                <a16:creationId xmlns:a16="http://schemas.microsoft.com/office/drawing/2014/main" xmlns="" id="{19203958-13DE-8EA7-896A-23A42DC2DF39}"/>
              </a:ext>
            </a:extLst>
          </p:cNvPr>
          <p:cNvGraphicFramePr>
            <a:graphicFrameLocks/>
          </p:cNvGraphicFramePr>
          <p:nvPr>
            <p:extLst>
              <p:ext uri="{D42A27DB-BD31-4B8C-83A1-F6EECF244321}">
                <p14:modId xmlns:p14="http://schemas.microsoft.com/office/powerpoint/2010/main" val="3263930660"/>
              </p:ext>
            </p:extLst>
          </p:nvPr>
        </p:nvGraphicFramePr>
        <p:xfrm>
          <a:off x="6840516" y="3769567"/>
          <a:ext cx="4785426" cy="2511924"/>
        </p:xfrm>
        <a:graphic>
          <a:graphicData uri="http://schemas.openxmlformats.org/drawingml/2006/chart">
            <c:chart xmlns:c="http://schemas.openxmlformats.org/drawingml/2006/chart" xmlns:r="http://schemas.openxmlformats.org/officeDocument/2006/relationships" r:id="rId4"/>
          </a:graphicData>
        </a:graphic>
      </p:graphicFrame>
      <p:sp>
        <p:nvSpPr>
          <p:cNvPr id="11" name="文本框 10">
            <a:extLst>
              <a:ext uri="{FF2B5EF4-FFF2-40B4-BE49-F238E27FC236}">
                <a16:creationId xmlns:a16="http://schemas.microsoft.com/office/drawing/2014/main" xmlns="" id="{75166397-8EE4-52E2-E98F-124971F290EE}"/>
              </a:ext>
            </a:extLst>
          </p:cNvPr>
          <p:cNvSpPr txBox="1"/>
          <p:nvPr/>
        </p:nvSpPr>
        <p:spPr>
          <a:xfrm>
            <a:off x="6433459" y="3307724"/>
            <a:ext cx="3303035"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碳纤维需求将大幅上行</a:t>
            </a:r>
          </a:p>
        </p:txBody>
      </p:sp>
    </p:spTree>
    <p:extLst>
      <p:ext uri="{BB962C8B-B14F-4D97-AF65-F5344CB8AC3E}">
        <p14:creationId xmlns:p14="http://schemas.microsoft.com/office/powerpoint/2010/main" val="240019723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02870" y="409943"/>
            <a:ext cx="8969492"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二甲基亚砜</a:t>
            </a:r>
            <a:r>
              <a:rPr lang="en-US" altLang="zh-CN" sz="2800" b="1" dirty="0">
                <a:solidFill>
                  <a:srgbClr val="E10000"/>
                </a:solidFill>
                <a:latin typeface="微软雅黑" panose="020B0503020204020204" pitchFamily="34" charset="-122"/>
                <a:ea typeface="微软雅黑" panose="020B0503020204020204" pitchFamily="34" charset="-122"/>
              </a:rPr>
              <a:t>(DMSO)</a:t>
            </a:r>
            <a:r>
              <a:rPr lang="zh-CN" altLang="en-US" sz="2800" b="1" dirty="0">
                <a:solidFill>
                  <a:srgbClr val="E10000"/>
                </a:solidFill>
                <a:latin typeface="微软雅黑" panose="020B0503020204020204" pitchFamily="34" charset="-122"/>
                <a:ea typeface="微软雅黑" panose="020B0503020204020204" pitchFamily="34" charset="-122"/>
              </a:rPr>
              <a:t>：行业寡头垄断，公司话语权强</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5119831"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资料来源：北票奥恒</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1</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万吨</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年二甲基亚砜项目可行性研究报告，各公司官网，各公司公告，长江证券研究所</a:t>
            </a:r>
          </a:p>
        </p:txBody>
      </p:sp>
      <p:sp>
        <p:nvSpPr>
          <p:cNvPr id="4" name="文本框 3">
            <a:extLst>
              <a:ext uri="{FF2B5EF4-FFF2-40B4-BE49-F238E27FC236}">
                <a16:creationId xmlns:a16="http://schemas.microsoft.com/office/drawing/2014/main" xmlns="" id="{AC9FF087-F0A1-C8CF-8DEA-990BF864961C}"/>
              </a:ext>
            </a:extLst>
          </p:cNvPr>
          <p:cNvSpPr txBox="1"/>
          <p:nvPr/>
        </p:nvSpPr>
        <p:spPr>
          <a:xfrm>
            <a:off x="634481" y="1032036"/>
            <a:ext cx="6797351" cy="1167692"/>
          </a:xfrm>
          <a:prstGeom prst="rect">
            <a:avLst/>
          </a:prstGeom>
          <a:noFill/>
        </p:spPr>
        <p:txBody>
          <a:bodyPr wrap="square">
            <a:spAutoFit/>
          </a:bodyPr>
          <a:lstStyle/>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二甲基亚砜行业寡头垄断格局，兴发集团话语权极强。</a:t>
            </a:r>
            <a:r>
              <a:rPr lang="zh-CN" altLang="en-US" sz="1200" dirty="0">
                <a:solidFill>
                  <a:srgbClr val="6E6E6E"/>
                </a:solidFill>
                <a:latin typeface="微软雅黑" panose="020B0503020204020204" pitchFamily="34" charset="-122"/>
                <a:ea typeface="微软雅黑" panose="020B0503020204020204" pitchFamily="34" charset="-122"/>
              </a:rPr>
              <a:t>全球二甲基亚砜产能约</a:t>
            </a:r>
            <a:r>
              <a:rPr lang="en-US" altLang="zh-CN" sz="1200" dirty="0">
                <a:solidFill>
                  <a:srgbClr val="6E6E6E"/>
                </a:solidFill>
                <a:latin typeface="微软雅黑" panose="020B0503020204020204" pitchFamily="34" charset="-122"/>
                <a:ea typeface="微软雅黑" panose="020B0503020204020204" pitchFamily="34" charset="-122"/>
              </a:rPr>
              <a:t>11</a:t>
            </a:r>
            <a:r>
              <a:rPr lang="zh-CN" altLang="en-US" sz="1200" dirty="0">
                <a:solidFill>
                  <a:srgbClr val="6E6E6E"/>
                </a:solidFill>
                <a:latin typeface="微软雅黑" panose="020B0503020204020204" pitchFamily="34" charset="-122"/>
                <a:ea typeface="微软雅黑" panose="020B0503020204020204" pitchFamily="34" charset="-122"/>
              </a:rPr>
              <a:t>万吨</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年，主要供应商为兴发集团、日本东丽、美国</a:t>
            </a:r>
            <a:r>
              <a:rPr lang="en-US" altLang="zh-CN" sz="1200" dirty="0">
                <a:solidFill>
                  <a:srgbClr val="6E6E6E"/>
                </a:solidFill>
                <a:latin typeface="微软雅黑" panose="020B0503020204020204" pitchFamily="34" charset="-122"/>
                <a:ea typeface="微软雅黑" panose="020B0503020204020204" pitchFamily="34" charset="-122"/>
              </a:rPr>
              <a:t>Gaylord</a:t>
            </a:r>
            <a:r>
              <a:rPr lang="zh-CN" altLang="en-US" sz="1200" dirty="0">
                <a:solidFill>
                  <a:srgbClr val="6E6E6E"/>
                </a:solidFill>
                <a:latin typeface="微软雅黑" panose="020B0503020204020204" pitchFamily="34" charset="-122"/>
                <a:ea typeface="微软雅黑" panose="020B0503020204020204" pitchFamily="34" charset="-122"/>
              </a:rPr>
              <a:t>等，</a:t>
            </a:r>
            <a:endParaRPr lang="en-US" altLang="zh-CN" sz="1200" dirty="0">
              <a:solidFill>
                <a:srgbClr val="6E6E6E"/>
              </a:solidFill>
              <a:latin typeface="微软雅黑" panose="020B0503020204020204" pitchFamily="34" charset="-122"/>
              <a:ea typeface="微软雅黑" panose="020B0503020204020204" pitchFamily="34" charset="-122"/>
            </a:endParaRPr>
          </a:p>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兴发集团是全球最大的供应商，全资子公司新疆兴发产能</a:t>
            </a:r>
            <a:r>
              <a:rPr lang="en-US" altLang="zh-CN" sz="1200" dirty="0">
                <a:solidFill>
                  <a:srgbClr val="6E6E6E"/>
                </a:solidFill>
                <a:latin typeface="微软雅黑" panose="020B0503020204020204" pitchFamily="34" charset="-122"/>
                <a:ea typeface="微软雅黑" panose="020B0503020204020204" pitchFamily="34" charset="-122"/>
              </a:rPr>
              <a:t>2</a:t>
            </a:r>
            <a:r>
              <a:rPr lang="zh-CN" altLang="en-US" sz="1200" dirty="0">
                <a:solidFill>
                  <a:srgbClr val="6E6E6E"/>
                </a:solidFill>
                <a:latin typeface="微软雅黑" panose="020B0503020204020204" pitchFamily="34" charset="-122"/>
                <a:ea typeface="微软雅黑" panose="020B0503020204020204" pitchFamily="34" charset="-122"/>
              </a:rPr>
              <a:t>万吨</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年，另有</a:t>
            </a:r>
            <a:r>
              <a:rPr lang="en-US" altLang="zh-CN" sz="1200" dirty="0">
                <a:solidFill>
                  <a:srgbClr val="6E6E6E"/>
                </a:solidFill>
                <a:latin typeface="微软雅黑" panose="020B0503020204020204" pitchFamily="34" charset="-122"/>
                <a:ea typeface="微软雅黑" panose="020B0503020204020204" pitchFamily="34" charset="-122"/>
              </a:rPr>
              <a:t>2</a:t>
            </a:r>
            <a:r>
              <a:rPr lang="zh-CN" altLang="en-US" sz="1200" dirty="0">
                <a:solidFill>
                  <a:srgbClr val="6E6E6E"/>
                </a:solidFill>
                <a:latin typeface="微软雅黑" panose="020B0503020204020204" pitchFamily="34" charset="-122"/>
                <a:ea typeface="微软雅黑" panose="020B0503020204020204" pitchFamily="34" charset="-122"/>
              </a:rPr>
              <a:t>万吨</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年产能已进入试运行，控股子公司重庆兴发产能</a:t>
            </a:r>
            <a:r>
              <a:rPr lang="en-US" altLang="zh-CN" sz="1200" dirty="0">
                <a:solidFill>
                  <a:srgbClr val="6E6E6E"/>
                </a:solidFill>
                <a:latin typeface="微软雅黑" panose="020B0503020204020204" pitchFamily="34" charset="-122"/>
                <a:ea typeface="微软雅黑" panose="020B0503020204020204" pitchFamily="34" charset="-122"/>
              </a:rPr>
              <a:t>2</a:t>
            </a:r>
            <a:r>
              <a:rPr lang="zh-CN" altLang="en-US" sz="1200" dirty="0">
                <a:solidFill>
                  <a:srgbClr val="6E6E6E"/>
                </a:solidFill>
                <a:latin typeface="微软雅黑" panose="020B0503020204020204" pitchFamily="34" charset="-122"/>
                <a:ea typeface="微软雅黑" panose="020B0503020204020204" pitchFamily="34" charset="-122"/>
              </a:rPr>
              <a:t>万吨</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年。</a:t>
            </a:r>
            <a:endParaRPr lang="en-US" altLang="zh-CN" sz="1200" dirty="0">
              <a:solidFill>
                <a:srgbClr val="6E6E6E"/>
              </a:solidFill>
              <a:latin typeface="微软雅黑" panose="020B0503020204020204" pitchFamily="34" charset="-122"/>
              <a:ea typeface="微软雅黑" panose="020B0503020204020204" pitchFamily="34" charset="-122"/>
            </a:endParaRPr>
          </a:p>
        </p:txBody>
      </p:sp>
      <p:graphicFrame>
        <p:nvGraphicFramePr>
          <p:cNvPr id="6" name="表格 5">
            <a:extLst>
              <a:ext uri="{FF2B5EF4-FFF2-40B4-BE49-F238E27FC236}">
                <a16:creationId xmlns:a16="http://schemas.microsoft.com/office/drawing/2014/main" xmlns="" id="{370D9D11-EE01-D4ED-9A65-99278B62A057}"/>
              </a:ext>
            </a:extLst>
          </p:cNvPr>
          <p:cNvGraphicFramePr>
            <a:graphicFrameLocks noGrp="1"/>
          </p:cNvGraphicFramePr>
          <p:nvPr>
            <p:extLst>
              <p:ext uri="{D42A27DB-BD31-4B8C-83A1-F6EECF244321}">
                <p14:modId xmlns:p14="http://schemas.microsoft.com/office/powerpoint/2010/main" val="1071983552"/>
              </p:ext>
            </p:extLst>
          </p:nvPr>
        </p:nvGraphicFramePr>
        <p:xfrm>
          <a:off x="827781" y="2911151"/>
          <a:ext cx="5754966" cy="3143800"/>
        </p:xfrm>
        <a:graphic>
          <a:graphicData uri="http://schemas.openxmlformats.org/drawingml/2006/table">
            <a:tbl>
              <a:tblPr firstRow="1" firstCol="1" bandRow="1"/>
              <a:tblGrid>
                <a:gridCol w="1681922">
                  <a:extLst>
                    <a:ext uri="{9D8B030D-6E8A-4147-A177-3AD203B41FA5}">
                      <a16:colId xmlns:a16="http://schemas.microsoft.com/office/drawing/2014/main" xmlns="" val="2997581159"/>
                    </a:ext>
                  </a:extLst>
                </a:gridCol>
                <a:gridCol w="4073044">
                  <a:extLst>
                    <a:ext uri="{9D8B030D-6E8A-4147-A177-3AD203B41FA5}">
                      <a16:colId xmlns:a16="http://schemas.microsoft.com/office/drawing/2014/main" xmlns="" val="20935933"/>
                    </a:ext>
                  </a:extLst>
                </a:gridCol>
              </a:tblGrid>
              <a:tr h="392975">
                <a:tc>
                  <a:txBody>
                    <a:bodyPr/>
                    <a:lstStyle/>
                    <a:p>
                      <a:pPr algn="ctr"/>
                      <a:r>
                        <a:rPr lang="zh-CN" sz="11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生产企业</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产能（万吨</a:t>
                      </a:r>
                      <a:r>
                        <a:rPr lang="en-US"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年）</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740844084"/>
                  </a:ext>
                </a:extLst>
              </a:tr>
              <a:tr h="392975">
                <a:tc>
                  <a:txBody>
                    <a:bodyPr/>
                    <a:lstStyle/>
                    <a:p>
                      <a:pPr algn="ct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东丽</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2.4</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786127921"/>
                  </a:ext>
                </a:extLst>
              </a:tr>
              <a:tr h="392975">
                <a:tc>
                  <a:txBody>
                    <a:bodyPr/>
                    <a:lstStyle/>
                    <a:p>
                      <a:pPr algn="ct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新疆兴发</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4</a:t>
                      </a:r>
                      <a:r>
                        <a:rPr lang="zh-CN" sz="11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altLang="en-US" sz="11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有</a:t>
                      </a:r>
                      <a:r>
                        <a:rPr lang="en-US" sz="11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a:t>
                      </a:r>
                      <a:r>
                        <a:rPr lang="zh-CN" sz="11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万吨</a:t>
                      </a:r>
                      <a:r>
                        <a:rPr lang="en-US" sz="11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zh-CN" altLang="en-US" sz="11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试生产</a:t>
                      </a:r>
                      <a:r>
                        <a:rPr lang="zh-CN" sz="11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endParaRPr lang="zh-CN" sz="12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301309049"/>
                  </a:ext>
                </a:extLst>
              </a:tr>
              <a:tr h="392975">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重庆兴发</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a:r>
                        <a:rPr lang="en-US" sz="1100" b="1"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2</a:t>
                      </a:r>
                      <a:endParaRPr lang="zh-CN" sz="1200" b="1"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2097646945"/>
                  </a:ext>
                </a:extLst>
              </a:tr>
              <a:tr h="392975">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Gaylord</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36275751"/>
                  </a:ext>
                </a:extLst>
              </a:tr>
              <a:tr h="392975">
                <a:tc>
                  <a:txBody>
                    <a:bodyPr/>
                    <a:lstStyle/>
                    <a:p>
                      <a:pPr algn="ct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阳煤丰喜</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0.6</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818768174"/>
                  </a:ext>
                </a:extLst>
              </a:tr>
              <a:tr h="392975">
                <a:tc>
                  <a:txBody>
                    <a:bodyPr/>
                    <a:lstStyle/>
                    <a:p>
                      <a:pPr algn="ct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鲁南化肥厂</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0.6</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334529876"/>
                  </a:ext>
                </a:extLst>
              </a:tr>
              <a:tr h="392975">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北票奥恒生化</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0.4</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650960436"/>
                  </a:ext>
                </a:extLst>
              </a:tr>
            </a:tbl>
          </a:graphicData>
        </a:graphic>
      </p:graphicFrame>
      <p:sp>
        <p:nvSpPr>
          <p:cNvPr id="7" name="文本框 6">
            <a:extLst>
              <a:ext uri="{FF2B5EF4-FFF2-40B4-BE49-F238E27FC236}">
                <a16:creationId xmlns:a16="http://schemas.microsoft.com/office/drawing/2014/main" xmlns="" id="{AD86D1C2-8935-BC5F-87DF-F26BF54A3AAB}"/>
              </a:ext>
            </a:extLst>
          </p:cNvPr>
          <p:cNvSpPr txBox="1"/>
          <p:nvPr/>
        </p:nvSpPr>
        <p:spPr>
          <a:xfrm>
            <a:off x="403132" y="2370773"/>
            <a:ext cx="4677459"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全球产能约</a:t>
            </a:r>
            <a:r>
              <a:rPr lang="en-US" altLang="zh-CN" dirty="0"/>
              <a:t>11</a:t>
            </a:r>
            <a:r>
              <a:rPr lang="zh-CN" altLang="en-US" dirty="0"/>
              <a:t>万吨，兴发产能</a:t>
            </a:r>
            <a:r>
              <a:rPr lang="en-US" altLang="zh-CN" dirty="0"/>
              <a:t>4+2</a:t>
            </a:r>
            <a:r>
              <a:rPr lang="zh-CN" altLang="en-US" dirty="0"/>
              <a:t>万吨</a:t>
            </a:r>
          </a:p>
        </p:txBody>
      </p:sp>
      <p:sp>
        <p:nvSpPr>
          <p:cNvPr id="12" name="文本框 11">
            <a:extLst>
              <a:ext uri="{FF2B5EF4-FFF2-40B4-BE49-F238E27FC236}">
                <a16:creationId xmlns:a16="http://schemas.microsoft.com/office/drawing/2014/main" xmlns="" id="{FEC84A63-10EE-38D0-C05D-12B9749E383D}"/>
              </a:ext>
            </a:extLst>
          </p:cNvPr>
          <p:cNvSpPr txBox="1"/>
          <p:nvPr/>
        </p:nvSpPr>
        <p:spPr>
          <a:xfrm>
            <a:off x="6727732" y="2288513"/>
            <a:ext cx="4677459"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t>DMSO</a:t>
            </a:r>
            <a:r>
              <a:rPr lang="zh-CN" altLang="en-US" dirty="0"/>
              <a:t>技术壁垒较高</a:t>
            </a:r>
          </a:p>
        </p:txBody>
      </p:sp>
      <p:sp>
        <p:nvSpPr>
          <p:cNvPr id="13" name="矩形: 圆角 12">
            <a:extLst>
              <a:ext uri="{FF2B5EF4-FFF2-40B4-BE49-F238E27FC236}">
                <a16:creationId xmlns:a16="http://schemas.microsoft.com/office/drawing/2014/main" xmlns="" id="{02CC5511-C1D8-CC5F-DC75-C2CFCF6A7E9C}"/>
              </a:ext>
            </a:extLst>
          </p:cNvPr>
          <p:cNvSpPr/>
          <p:nvPr/>
        </p:nvSpPr>
        <p:spPr>
          <a:xfrm>
            <a:off x="7357187" y="3185185"/>
            <a:ext cx="1292290" cy="369893"/>
          </a:xfrm>
          <a:prstGeom prst="roundRect">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技术工艺壁垒</a:t>
            </a:r>
          </a:p>
        </p:txBody>
      </p:sp>
      <p:sp>
        <p:nvSpPr>
          <p:cNvPr id="14" name="矩形: 圆角 13">
            <a:extLst>
              <a:ext uri="{FF2B5EF4-FFF2-40B4-BE49-F238E27FC236}">
                <a16:creationId xmlns:a16="http://schemas.microsoft.com/office/drawing/2014/main" xmlns="" id="{C6AE1BBE-D0BF-3379-65CC-DC857609F3AA}"/>
              </a:ext>
            </a:extLst>
          </p:cNvPr>
          <p:cNvSpPr/>
          <p:nvPr/>
        </p:nvSpPr>
        <p:spPr>
          <a:xfrm>
            <a:off x="7357187" y="4148229"/>
            <a:ext cx="1292290" cy="369893"/>
          </a:xfrm>
          <a:prstGeom prst="roundRect">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安全壁垒</a:t>
            </a:r>
          </a:p>
        </p:txBody>
      </p:sp>
      <p:sp>
        <p:nvSpPr>
          <p:cNvPr id="15" name="矩形: 圆角 14">
            <a:extLst>
              <a:ext uri="{FF2B5EF4-FFF2-40B4-BE49-F238E27FC236}">
                <a16:creationId xmlns:a16="http://schemas.microsoft.com/office/drawing/2014/main" xmlns="" id="{8BF90C99-E72E-7C17-7641-3CAF69F7ADE8}"/>
              </a:ext>
            </a:extLst>
          </p:cNvPr>
          <p:cNvSpPr/>
          <p:nvPr/>
        </p:nvSpPr>
        <p:spPr>
          <a:xfrm>
            <a:off x="7357187" y="5159045"/>
            <a:ext cx="1292290" cy="369893"/>
          </a:xfrm>
          <a:prstGeom prst="roundRect">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客户验证壁垒</a:t>
            </a:r>
          </a:p>
        </p:txBody>
      </p:sp>
      <p:sp>
        <p:nvSpPr>
          <p:cNvPr id="16" name="矩形: 圆角 15">
            <a:extLst>
              <a:ext uri="{FF2B5EF4-FFF2-40B4-BE49-F238E27FC236}">
                <a16:creationId xmlns:a16="http://schemas.microsoft.com/office/drawing/2014/main" xmlns="" id="{B16B9E61-3E62-2203-3231-AF0ECDB16489}"/>
              </a:ext>
            </a:extLst>
          </p:cNvPr>
          <p:cNvSpPr/>
          <p:nvPr/>
        </p:nvSpPr>
        <p:spPr>
          <a:xfrm>
            <a:off x="9232642" y="3909018"/>
            <a:ext cx="1936102" cy="848313"/>
          </a:xfrm>
          <a:prstGeom prst="roundRect">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bg1"/>
                </a:solidFill>
                <a:latin typeface="微软雅黑" panose="020B0503020204020204" pitchFamily="34" charset="-122"/>
                <a:ea typeface="微软雅黑" panose="020B0503020204020204" pitchFamily="34" charset="-122"/>
              </a:rPr>
              <a:t>DMSO</a:t>
            </a:r>
            <a:r>
              <a:rPr lang="zh-CN" altLang="en-US" b="1" dirty="0">
                <a:solidFill>
                  <a:schemeClr val="bg1"/>
                </a:solidFill>
                <a:latin typeface="微软雅黑" panose="020B0503020204020204" pitchFamily="34" charset="-122"/>
                <a:ea typeface="微软雅黑" panose="020B0503020204020204" pitchFamily="34" charset="-122"/>
              </a:rPr>
              <a:t>壁垒体现</a:t>
            </a:r>
          </a:p>
        </p:txBody>
      </p:sp>
      <p:cxnSp>
        <p:nvCxnSpPr>
          <p:cNvPr id="19" name="直接连接符 18">
            <a:extLst>
              <a:ext uri="{FF2B5EF4-FFF2-40B4-BE49-F238E27FC236}">
                <a16:creationId xmlns:a16="http://schemas.microsoft.com/office/drawing/2014/main" xmlns="" id="{A46B43A9-847C-F3C6-AE6D-F3DEDD4664B0}"/>
              </a:ext>
            </a:extLst>
          </p:cNvPr>
          <p:cNvCxnSpPr>
            <a:stCxn id="13" idx="3"/>
            <a:endCxn id="16" idx="1"/>
          </p:cNvCxnSpPr>
          <p:nvPr/>
        </p:nvCxnSpPr>
        <p:spPr>
          <a:xfrm>
            <a:off x="8649477" y="3370132"/>
            <a:ext cx="583165" cy="96304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直接连接符 19">
            <a:extLst>
              <a:ext uri="{FF2B5EF4-FFF2-40B4-BE49-F238E27FC236}">
                <a16:creationId xmlns:a16="http://schemas.microsoft.com/office/drawing/2014/main" xmlns="" id="{8498F7F7-68F6-0645-26BE-FEB32F4A2BEB}"/>
              </a:ext>
            </a:extLst>
          </p:cNvPr>
          <p:cNvCxnSpPr>
            <a:cxnSpLocks/>
            <a:stCxn id="15" idx="3"/>
            <a:endCxn id="16" idx="1"/>
          </p:cNvCxnSpPr>
          <p:nvPr/>
        </p:nvCxnSpPr>
        <p:spPr>
          <a:xfrm flipV="1">
            <a:off x="8649477" y="4333175"/>
            <a:ext cx="583165" cy="10108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xmlns="" id="{F41DF6C7-80A2-2FE7-6F5B-3B967F4F45B3}"/>
              </a:ext>
            </a:extLst>
          </p:cNvPr>
          <p:cNvCxnSpPr>
            <a:cxnSpLocks/>
            <a:stCxn id="14" idx="3"/>
            <a:endCxn id="16" idx="1"/>
          </p:cNvCxnSpPr>
          <p:nvPr/>
        </p:nvCxnSpPr>
        <p:spPr>
          <a:xfrm flipV="1">
            <a:off x="8649477" y="4333175"/>
            <a:ext cx="583165"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文本框 29">
            <a:extLst>
              <a:ext uri="{FF2B5EF4-FFF2-40B4-BE49-F238E27FC236}">
                <a16:creationId xmlns:a16="http://schemas.microsoft.com/office/drawing/2014/main" xmlns="" id="{12A21336-755C-A510-6518-2F56EEC998E8}"/>
              </a:ext>
            </a:extLst>
          </p:cNvPr>
          <p:cNvSpPr txBox="1"/>
          <p:nvPr/>
        </p:nvSpPr>
        <p:spPr>
          <a:xfrm>
            <a:off x="6602329" y="5700822"/>
            <a:ext cx="4677459"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solidFill>
                  <a:schemeClr val="tx1"/>
                </a:solidFill>
              </a:rPr>
              <a:t>新疆陆友等装置持续未能投产</a:t>
            </a:r>
          </a:p>
        </p:txBody>
      </p:sp>
    </p:spTree>
    <p:extLst>
      <p:ext uri="{BB962C8B-B14F-4D97-AF65-F5344CB8AC3E}">
        <p14:creationId xmlns:p14="http://schemas.microsoft.com/office/powerpoint/2010/main" val="98834109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07</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02870" y="409943"/>
            <a:ext cx="8969492"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二甲基亚砜</a:t>
            </a:r>
            <a:r>
              <a:rPr lang="en-US" altLang="zh-CN" sz="2800" b="1" dirty="0">
                <a:solidFill>
                  <a:srgbClr val="E10000"/>
                </a:solidFill>
                <a:latin typeface="微软雅黑" panose="020B0503020204020204" pitchFamily="34" charset="-122"/>
                <a:ea typeface="微软雅黑" panose="020B0503020204020204" pitchFamily="34" charset="-122"/>
              </a:rPr>
              <a:t>(DMSO)</a:t>
            </a:r>
            <a:r>
              <a:rPr lang="zh-CN" altLang="en-US" sz="2800" b="1" dirty="0">
                <a:solidFill>
                  <a:srgbClr val="E10000"/>
                </a:solidFill>
                <a:latin typeface="微软雅黑" panose="020B0503020204020204" pitchFamily="34" charset="-122"/>
                <a:ea typeface="微软雅黑" panose="020B0503020204020204" pitchFamily="34" charset="-122"/>
              </a:rPr>
              <a:t>：价格暴涨，盈利可观</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7995618"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资料来源：北票奥恒</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1</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万吨</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年二甲基亚砜项目可行性研究报告，新疆兴发化工</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5</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万吨</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年二甲基亚砜项目（一期）环境影响后评价，各公司官网，各公司公告，长江证券研究所</a:t>
            </a:r>
          </a:p>
        </p:txBody>
      </p:sp>
      <p:sp>
        <p:nvSpPr>
          <p:cNvPr id="4" name="文本框 3">
            <a:extLst>
              <a:ext uri="{FF2B5EF4-FFF2-40B4-BE49-F238E27FC236}">
                <a16:creationId xmlns:a16="http://schemas.microsoft.com/office/drawing/2014/main" xmlns="" id="{AC9FF087-F0A1-C8CF-8DEA-990BF864961C}"/>
              </a:ext>
            </a:extLst>
          </p:cNvPr>
          <p:cNvSpPr txBox="1"/>
          <p:nvPr/>
        </p:nvSpPr>
        <p:spPr>
          <a:xfrm>
            <a:off x="634481" y="1032036"/>
            <a:ext cx="6797351" cy="1721690"/>
          </a:xfrm>
          <a:prstGeom prst="rect">
            <a:avLst/>
          </a:prstGeom>
          <a:noFill/>
        </p:spPr>
        <p:txBody>
          <a:bodyPr wrap="square">
            <a:spAutoFit/>
          </a:bodyPr>
          <a:lstStyle/>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二甲基亚砜出现供需缺口，价格大幅上涨</a:t>
            </a:r>
            <a:endParaRPr lang="en-US" altLang="zh-CN" sz="1200" b="1" dirty="0">
              <a:solidFill>
                <a:srgbClr val="6E6E6E"/>
              </a:solidFill>
              <a:latin typeface="微软雅黑" panose="020B0503020204020204" pitchFamily="34" charset="-122"/>
              <a:ea typeface="微软雅黑" panose="020B0503020204020204" pitchFamily="34" charset="-122"/>
            </a:endParaRPr>
          </a:p>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受益下游需求大幅提振，</a:t>
            </a:r>
            <a:r>
              <a:rPr lang="zh-CN" altLang="en-US" sz="1200" b="1" dirty="0">
                <a:solidFill>
                  <a:srgbClr val="6E6E6E"/>
                </a:solidFill>
                <a:latin typeface="微软雅黑" panose="020B0503020204020204" pitchFamily="34" charset="-122"/>
                <a:ea typeface="微软雅黑" panose="020B0503020204020204" pitchFamily="34" charset="-122"/>
              </a:rPr>
              <a:t>二甲基亚砜</a:t>
            </a:r>
            <a:r>
              <a:rPr lang="en-US" altLang="zh-CN" sz="1200" b="1" dirty="0">
                <a:solidFill>
                  <a:srgbClr val="6E6E6E"/>
                </a:solidFill>
                <a:latin typeface="微软雅黑" panose="020B0503020204020204" pitchFamily="34" charset="-122"/>
                <a:ea typeface="微软雅黑" panose="020B0503020204020204" pitchFamily="34" charset="-122"/>
              </a:rPr>
              <a:t>2020</a:t>
            </a:r>
            <a:r>
              <a:rPr lang="zh-CN" altLang="en-US" sz="1200" b="1" dirty="0">
                <a:solidFill>
                  <a:srgbClr val="6E6E6E"/>
                </a:solidFill>
                <a:latin typeface="微软雅黑" panose="020B0503020204020204" pitchFamily="34" charset="-122"/>
                <a:ea typeface="微软雅黑" panose="020B0503020204020204" pitchFamily="34" charset="-122"/>
              </a:rPr>
              <a:t>年末经历景气行情，价格由</a:t>
            </a:r>
            <a:r>
              <a:rPr lang="en-US" altLang="zh-CN" sz="1200" b="1" dirty="0">
                <a:solidFill>
                  <a:srgbClr val="6E6E6E"/>
                </a:solidFill>
                <a:latin typeface="微软雅黑" panose="020B0503020204020204" pitchFamily="34" charset="-122"/>
                <a:ea typeface="微软雅黑" panose="020B0503020204020204" pitchFamily="34" charset="-122"/>
              </a:rPr>
              <a:t>1.5</a:t>
            </a:r>
            <a:r>
              <a:rPr lang="zh-CN" altLang="en-US" sz="1200" b="1" dirty="0">
                <a:solidFill>
                  <a:srgbClr val="6E6E6E"/>
                </a:solidFill>
                <a:latin typeface="微软雅黑" panose="020B0503020204020204" pitchFamily="34" charset="-122"/>
                <a:ea typeface="微软雅黑" panose="020B0503020204020204" pitchFamily="34" charset="-122"/>
              </a:rPr>
              <a:t>万元</a:t>
            </a:r>
            <a:r>
              <a:rPr lang="en-US" altLang="zh-CN" sz="1200" b="1" dirty="0">
                <a:solidFill>
                  <a:srgbClr val="6E6E6E"/>
                </a:solidFill>
                <a:latin typeface="微软雅黑" panose="020B0503020204020204" pitchFamily="34" charset="-122"/>
                <a:ea typeface="微软雅黑" panose="020B0503020204020204" pitchFamily="34" charset="-122"/>
              </a:rPr>
              <a:t>/</a:t>
            </a:r>
            <a:r>
              <a:rPr lang="zh-CN" altLang="en-US" sz="1200" b="1" dirty="0">
                <a:solidFill>
                  <a:srgbClr val="6E6E6E"/>
                </a:solidFill>
                <a:latin typeface="微软雅黑" panose="020B0503020204020204" pitchFamily="34" charset="-122"/>
                <a:ea typeface="微软雅黑" panose="020B0503020204020204" pitchFamily="34" charset="-122"/>
              </a:rPr>
              <a:t>吨大幅上涨至</a:t>
            </a:r>
            <a:r>
              <a:rPr lang="en-US" altLang="zh-CN" sz="1200" b="1" dirty="0">
                <a:solidFill>
                  <a:srgbClr val="6E6E6E"/>
                </a:solidFill>
                <a:latin typeface="微软雅黑" panose="020B0503020204020204" pitchFamily="34" charset="-122"/>
                <a:ea typeface="微软雅黑" panose="020B0503020204020204" pitchFamily="34" charset="-122"/>
              </a:rPr>
              <a:t>4.2</a:t>
            </a:r>
            <a:r>
              <a:rPr lang="zh-CN" altLang="en-US" sz="1200" b="1" dirty="0">
                <a:solidFill>
                  <a:srgbClr val="6E6E6E"/>
                </a:solidFill>
                <a:latin typeface="微软雅黑" panose="020B0503020204020204" pitchFamily="34" charset="-122"/>
                <a:ea typeface="微软雅黑" panose="020B0503020204020204" pitchFamily="34" charset="-122"/>
              </a:rPr>
              <a:t>万元</a:t>
            </a:r>
            <a:r>
              <a:rPr lang="en-US" altLang="zh-CN" sz="1200" b="1" dirty="0">
                <a:solidFill>
                  <a:srgbClr val="6E6E6E"/>
                </a:solidFill>
                <a:latin typeface="微软雅黑" panose="020B0503020204020204" pitchFamily="34" charset="-122"/>
                <a:ea typeface="微软雅黑" panose="020B0503020204020204" pitchFamily="34" charset="-122"/>
              </a:rPr>
              <a:t>/</a:t>
            </a:r>
            <a:r>
              <a:rPr lang="zh-CN" altLang="en-US" sz="1200" b="1" dirty="0">
                <a:solidFill>
                  <a:srgbClr val="6E6E6E"/>
                </a:solidFill>
                <a:latin typeface="微软雅黑" panose="020B0503020204020204" pitchFamily="34" charset="-122"/>
                <a:ea typeface="微软雅黑" panose="020B0503020204020204" pitchFamily="34" charset="-122"/>
              </a:rPr>
              <a:t>吨以上</a:t>
            </a:r>
            <a:endParaRPr lang="en-US" altLang="zh-CN" sz="1200" b="1" dirty="0">
              <a:solidFill>
                <a:srgbClr val="6E6E6E"/>
              </a:solidFill>
              <a:latin typeface="微软雅黑" panose="020B0503020204020204" pitchFamily="34" charset="-122"/>
              <a:ea typeface="微软雅黑" panose="020B0503020204020204" pitchFamily="34" charset="-122"/>
            </a:endParaRPr>
          </a:p>
          <a:p>
            <a:pPr marL="285750" indent="-28575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二甲基亚砜生产企业利润丰厚。根据新疆兴发化工</a:t>
            </a:r>
            <a:r>
              <a:rPr lang="en-US" altLang="zh-CN" sz="1200" dirty="0">
                <a:solidFill>
                  <a:srgbClr val="6E6E6E"/>
                </a:solidFill>
                <a:latin typeface="微软雅黑" panose="020B0503020204020204" pitchFamily="34" charset="-122"/>
                <a:ea typeface="微软雅黑" panose="020B0503020204020204" pitchFamily="34" charset="-122"/>
              </a:rPr>
              <a:t>5</a:t>
            </a:r>
            <a:r>
              <a:rPr lang="zh-CN" altLang="en-US" sz="1200" dirty="0">
                <a:solidFill>
                  <a:srgbClr val="6E6E6E"/>
                </a:solidFill>
                <a:latin typeface="微软雅黑" panose="020B0503020204020204" pitchFamily="34" charset="-122"/>
                <a:ea typeface="微软雅黑" panose="020B0503020204020204" pitchFamily="34" charset="-122"/>
              </a:rPr>
              <a:t>万吨</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年二甲基亚砜一期项目环境评价报告，天然气</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硫磺</a:t>
            </a:r>
            <a:r>
              <a:rPr lang="en-US" altLang="zh-CN" sz="1200" dirty="0">
                <a:solidFill>
                  <a:srgbClr val="6E6E6E"/>
                </a:solidFill>
                <a:latin typeface="微软雅黑" panose="020B0503020204020204" pitchFamily="34" charset="-122"/>
                <a:ea typeface="微软雅黑" panose="020B0503020204020204" pitchFamily="34" charset="-122"/>
              </a:rPr>
              <a:t>—</a:t>
            </a:r>
            <a:r>
              <a:rPr lang="zh-CN" altLang="en-US" sz="1200" dirty="0">
                <a:solidFill>
                  <a:srgbClr val="6E6E6E"/>
                </a:solidFill>
                <a:latin typeface="微软雅黑" panose="020B0503020204020204" pitchFamily="34" charset="-122"/>
                <a:ea typeface="微软雅黑" panose="020B0503020204020204" pitchFamily="34" charset="-122"/>
              </a:rPr>
              <a:t>甲醇法制备二甲基亚砜工艺主要原料为天然气、甲醇、四氧化二氮、烧碱、硫磺等，</a:t>
            </a:r>
            <a:r>
              <a:rPr lang="zh-CN" altLang="en-US" sz="1200" b="1" dirty="0">
                <a:solidFill>
                  <a:srgbClr val="6E6E6E"/>
                </a:solidFill>
                <a:latin typeface="微软雅黑" panose="020B0503020204020204" pitchFamily="34" charset="-122"/>
                <a:ea typeface="微软雅黑" panose="020B0503020204020204" pitchFamily="34" charset="-122"/>
              </a:rPr>
              <a:t>原料及电力成本（不含税）仅约</a:t>
            </a:r>
            <a:r>
              <a:rPr lang="en-US" altLang="zh-CN" sz="1200" b="1" dirty="0">
                <a:solidFill>
                  <a:srgbClr val="6E6E6E"/>
                </a:solidFill>
                <a:latin typeface="微软雅黑" panose="020B0503020204020204" pitchFamily="34" charset="-122"/>
                <a:ea typeface="微软雅黑" panose="020B0503020204020204" pitchFamily="34" charset="-122"/>
              </a:rPr>
              <a:t>8649</a:t>
            </a:r>
            <a:r>
              <a:rPr lang="zh-CN" altLang="en-US" sz="1200" b="1" dirty="0">
                <a:solidFill>
                  <a:srgbClr val="6E6E6E"/>
                </a:solidFill>
                <a:latin typeface="微软雅黑" panose="020B0503020204020204" pitchFamily="34" charset="-122"/>
                <a:ea typeface="微软雅黑" panose="020B0503020204020204" pitchFamily="34" charset="-122"/>
              </a:rPr>
              <a:t>元</a:t>
            </a:r>
            <a:r>
              <a:rPr lang="en-US" altLang="zh-CN" sz="1200" b="1" dirty="0">
                <a:solidFill>
                  <a:srgbClr val="6E6E6E"/>
                </a:solidFill>
                <a:latin typeface="微软雅黑" panose="020B0503020204020204" pitchFamily="34" charset="-122"/>
                <a:ea typeface="微软雅黑" panose="020B0503020204020204" pitchFamily="34" charset="-122"/>
              </a:rPr>
              <a:t>/</a:t>
            </a:r>
            <a:r>
              <a:rPr lang="zh-CN" altLang="en-US" sz="1200" b="1" dirty="0">
                <a:solidFill>
                  <a:srgbClr val="6E6E6E"/>
                </a:solidFill>
                <a:latin typeface="微软雅黑" panose="020B0503020204020204" pitchFamily="34" charset="-122"/>
                <a:ea typeface="微软雅黑" panose="020B0503020204020204" pitchFamily="34" charset="-122"/>
              </a:rPr>
              <a:t>吨，远低于当前售价</a:t>
            </a:r>
            <a:endParaRPr lang="en-US" altLang="zh-CN" sz="1200" dirty="0">
              <a:solidFill>
                <a:srgbClr val="6E6E6E"/>
              </a:solidFill>
              <a:latin typeface="微软雅黑" panose="020B0503020204020204" pitchFamily="34" charset="-122"/>
              <a:ea typeface="微软雅黑" panose="020B0503020204020204" pitchFamily="34" charset="-122"/>
            </a:endParaRPr>
          </a:p>
        </p:txBody>
      </p:sp>
      <p:sp>
        <p:nvSpPr>
          <p:cNvPr id="7" name="文本框 6">
            <a:extLst>
              <a:ext uri="{FF2B5EF4-FFF2-40B4-BE49-F238E27FC236}">
                <a16:creationId xmlns:a16="http://schemas.microsoft.com/office/drawing/2014/main" xmlns="" id="{AD86D1C2-8935-BC5F-87DF-F26BF54A3AAB}"/>
              </a:ext>
            </a:extLst>
          </p:cNvPr>
          <p:cNvSpPr txBox="1"/>
          <p:nvPr/>
        </p:nvSpPr>
        <p:spPr>
          <a:xfrm>
            <a:off x="-644303" y="3102638"/>
            <a:ext cx="4677459"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t>DMSO</a:t>
            </a:r>
            <a:r>
              <a:rPr lang="zh-CN" altLang="en-US" dirty="0"/>
              <a:t>价格大幅上涨</a:t>
            </a:r>
          </a:p>
        </p:txBody>
      </p:sp>
      <p:sp>
        <p:nvSpPr>
          <p:cNvPr id="12" name="文本框 11">
            <a:extLst>
              <a:ext uri="{FF2B5EF4-FFF2-40B4-BE49-F238E27FC236}">
                <a16:creationId xmlns:a16="http://schemas.microsoft.com/office/drawing/2014/main" xmlns="" id="{FEC84A63-10EE-38D0-C05D-12B9749E383D}"/>
              </a:ext>
            </a:extLst>
          </p:cNvPr>
          <p:cNvSpPr txBox="1"/>
          <p:nvPr/>
        </p:nvSpPr>
        <p:spPr>
          <a:xfrm>
            <a:off x="6265867" y="3102638"/>
            <a:ext cx="5126811"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algn="ctr" eaLnBrk="0" hangingPunct="0">
              <a:defRPr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dirty="0"/>
              <a:t>DMSO</a:t>
            </a:r>
            <a:r>
              <a:rPr lang="zh-CN" altLang="en-US" dirty="0"/>
              <a:t>单吨原料和电力成本测算（不含税）</a:t>
            </a:r>
          </a:p>
        </p:txBody>
      </p:sp>
      <p:graphicFrame>
        <p:nvGraphicFramePr>
          <p:cNvPr id="2" name="表格 1">
            <a:extLst>
              <a:ext uri="{FF2B5EF4-FFF2-40B4-BE49-F238E27FC236}">
                <a16:creationId xmlns:a16="http://schemas.microsoft.com/office/drawing/2014/main" xmlns="" id="{601BDE14-DDA5-A2DD-41A3-7F7139B34640}"/>
              </a:ext>
            </a:extLst>
          </p:cNvPr>
          <p:cNvGraphicFramePr>
            <a:graphicFrameLocks noGrp="1"/>
          </p:cNvGraphicFramePr>
          <p:nvPr>
            <p:extLst>
              <p:ext uri="{D42A27DB-BD31-4B8C-83A1-F6EECF244321}">
                <p14:modId xmlns:p14="http://schemas.microsoft.com/office/powerpoint/2010/main" val="2265304244"/>
              </p:ext>
            </p:extLst>
          </p:nvPr>
        </p:nvGraphicFramePr>
        <p:xfrm>
          <a:off x="6616471" y="3708918"/>
          <a:ext cx="5042127" cy="2661420"/>
        </p:xfrm>
        <a:graphic>
          <a:graphicData uri="http://schemas.openxmlformats.org/drawingml/2006/table">
            <a:tbl>
              <a:tblPr firstRow="1" firstCol="1" bandRow="1"/>
              <a:tblGrid>
                <a:gridCol w="852684">
                  <a:extLst>
                    <a:ext uri="{9D8B030D-6E8A-4147-A177-3AD203B41FA5}">
                      <a16:colId xmlns:a16="http://schemas.microsoft.com/office/drawing/2014/main" xmlns="" val="2454869482"/>
                    </a:ext>
                  </a:extLst>
                </a:gridCol>
                <a:gridCol w="1166326">
                  <a:extLst>
                    <a:ext uri="{9D8B030D-6E8A-4147-A177-3AD203B41FA5}">
                      <a16:colId xmlns:a16="http://schemas.microsoft.com/office/drawing/2014/main" xmlns="" val="1185505107"/>
                    </a:ext>
                  </a:extLst>
                </a:gridCol>
                <a:gridCol w="927675">
                  <a:extLst>
                    <a:ext uri="{9D8B030D-6E8A-4147-A177-3AD203B41FA5}">
                      <a16:colId xmlns:a16="http://schemas.microsoft.com/office/drawing/2014/main" xmlns="" val="271898892"/>
                    </a:ext>
                  </a:extLst>
                </a:gridCol>
                <a:gridCol w="2095442">
                  <a:extLst>
                    <a:ext uri="{9D8B030D-6E8A-4147-A177-3AD203B41FA5}">
                      <a16:colId xmlns:a16="http://schemas.microsoft.com/office/drawing/2014/main" xmlns="" val="1035057194"/>
                    </a:ext>
                  </a:extLst>
                </a:gridCol>
              </a:tblGrid>
              <a:tr h="483894">
                <a:tc>
                  <a:txBody>
                    <a:bodyPr/>
                    <a:lstStyle/>
                    <a:p>
                      <a:pPr algn="ctr"/>
                      <a:r>
                        <a:rPr lang="zh-CN" sz="11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原料</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价格</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algn="ct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（不含税，元</a:t>
                      </a:r>
                      <a:r>
                        <a:rPr lang="en-US"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吨）</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1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单耗</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1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小计</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p>
                      <a:pPr algn="ctr"/>
                      <a:r>
                        <a:rPr lang="zh-CN" sz="11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（元</a:t>
                      </a:r>
                      <a:r>
                        <a:rPr lang="en-US" sz="11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a:t>
                      </a:r>
                      <a:r>
                        <a:rPr lang="zh-CN" sz="11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吨）</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1011974353"/>
                  </a:ext>
                </a:extLst>
              </a:tr>
              <a:tr h="309155">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天然气</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6372</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0.5</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3186</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31078155"/>
                  </a:ext>
                </a:extLst>
              </a:tr>
              <a:tr h="309155">
                <a:tc>
                  <a:txBody>
                    <a:bodyPr/>
                    <a:lstStyle/>
                    <a:p>
                      <a:pPr algn="ct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硫磺</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929</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0.54</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502</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2789194"/>
                  </a:ext>
                </a:extLst>
              </a:tr>
              <a:tr h="309155">
                <a:tc>
                  <a:txBody>
                    <a:bodyPr/>
                    <a:lstStyle/>
                    <a:p>
                      <a:pPr algn="ct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甲醇</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2389</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1.05</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2509</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986646222"/>
                  </a:ext>
                </a:extLst>
              </a:tr>
              <a:tr h="309155">
                <a:tc>
                  <a:txBody>
                    <a:bodyPr/>
                    <a:lstStyle/>
                    <a:p>
                      <a:pPr algn="ctr"/>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烧碱</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4425</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0.18</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796</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252836053"/>
                  </a:ext>
                </a:extLst>
              </a:tr>
              <a:tr h="322596">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四氧化二氮</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15929</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0.06</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956</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749843224"/>
                  </a:ext>
                </a:extLst>
              </a:tr>
              <a:tr h="309155">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电力</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1400</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0.5</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rPr>
                        <a:t>700</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787385146"/>
                  </a:ext>
                </a:extLst>
              </a:tr>
              <a:tr h="309155">
                <a:tc>
                  <a:txBody>
                    <a:bodyPr/>
                    <a:lstStyle/>
                    <a:p>
                      <a:pPr algn="ctr"/>
                      <a:r>
                        <a:rPr lang="zh-CN" sz="1100" b="1"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合计</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1100" b="1"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1100" b="1"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tc>
                  <a:txBody>
                    <a:bodyPr/>
                    <a:lstStyle/>
                    <a:p>
                      <a:pPr algn="ctr"/>
                      <a:r>
                        <a:rPr lang="en-US" sz="1100" b="1" kern="100" dirty="0">
                          <a:solidFill>
                            <a:srgbClr val="E10000"/>
                          </a:solidFill>
                          <a:effectLst/>
                          <a:latin typeface="微软雅黑" panose="020B0503020204020204" pitchFamily="34" charset="-122"/>
                          <a:ea typeface="微软雅黑" panose="020B0503020204020204" pitchFamily="34" charset="-122"/>
                          <a:cs typeface="Times New Roman" panose="02020603050405020304" pitchFamily="18" charset="0"/>
                        </a:rPr>
                        <a:t>8649</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xmlns="" val="3537606006"/>
                  </a:ext>
                </a:extLst>
              </a:tr>
            </a:tbl>
          </a:graphicData>
        </a:graphic>
      </p:graphicFrame>
      <p:graphicFrame>
        <p:nvGraphicFramePr>
          <p:cNvPr id="3" name="图表 2">
            <a:extLst>
              <a:ext uri="{FF2B5EF4-FFF2-40B4-BE49-F238E27FC236}">
                <a16:creationId xmlns:a16="http://schemas.microsoft.com/office/drawing/2014/main" xmlns="" id="{9E360B24-9736-495F-A7F0-6442B883D516}"/>
              </a:ext>
            </a:extLst>
          </p:cNvPr>
          <p:cNvGraphicFramePr>
            <a:graphicFrameLocks/>
          </p:cNvGraphicFramePr>
          <p:nvPr>
            <p:extLst>
              <p:ext uri="{D42A27DB-BD31-4B8C-83A1-F6EECF244321}">
                <p14:modId xmlns:p14="http://schemas.microsoft.com/office/powerpoint/2010/main" val="6491211"/>
              </p:ext>
            </p:extLst>
          </p:nvPr>
        </p:nvGraphicFramePr>
        <p:xfrm>
          <a:off x="485194" y="3626256"/>
          <a:ext cx="5383761" cy="277438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393727331"/>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a:extLst>
              <a:ext uri="{FF2B5EF4-FFF2-40B4-BE49-F238E27FC236}">
                <a16:creationId xmlns:a16="http://schemas.microsoft.com/office/drawing/2014/main" xmlns="" id="{6F681A6A-3F19-DA49-AEAD-403DF093DFF4}"/>
              </a:ext>
            </a:extLst>
          </p:cNvPr>
          <p:cNvSpPr txBox="1"/>
          <p:nvPr/>
        </p:nvSpPr>
        <p:spPr>
          <a:xfrm>
            <a:off x="1548205" y="410018"/>
            <a:ext cx="575463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E10000"/>
                </a:solidFill>
                <a:effectLst/>
                <a:uLnTx/>
                <a:uFillTx/>
                <a:latin typeface="微软雅黑" panose="020B0503020204020204" pitchFamily="34" charset="-122"/>
                <a:ea typeface="微软雅黑" panose="020B0503020204020204" pitchFamily="34" charset="-122"/>
                <a:cs typeface="+mn-cs"/>
              </a:rPr>
              <a:t>气凝胶：改变世界的神奇材料</a:t>
            </a:r>
          </a:p>
        </p:txBody>
      </p:sp>
      <p:sp>
        <p:nvSpPr>
          <p:cNvPr id="37" name="矩形 36">
            <a:extLst>
              <a:ext uri="{FF2B5EF4-FFF2-40B4-BE49-F238E27FC236}">
                <a16:creationId xmlns:a16="http://schemas.microsoft.com/office/drawing/2014/main" xmlns="" id="{023FF92E-97D4-9F41-96E1-6702968CE969}"/>
              </a:ext>
            </a:extLst>
          </p:cNvPr>
          <p:cNvSpPr/>
          <p:nvPr/>
        </p:nvSpPr>
        <p:spPr>
          <a:xfrm>
            <a:off x="765959" y="474911"/>
            <a:ext cx="502061"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01</a:t>
            </a:r>
            <a:endParaRPr kumimoji="0" lang="zh-CN" altLang="en-US" sz="2000" b="1" i="1"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107" name="Rectangle 5">
            <a:extLst>
              <a:ext uri="{FF2B5EF4-FFF2-40B4-BE49-F238E27FC236}">
                <a16:creationId xmlns:a16="http://schemas.microsoft.com/office/drawing/2014/main" xmlns="" id="{C649AFF4-A826-474B-B978-8F0F55AA9B76}"/>
              </a:ext>
            </a:extLst>
          </p:cNvPr>
          <p:cNvSpPr>
            <a:spLocks noChangeArrowheads="1"/>
          </p:cNvSpPr>
          <p:nvPr/>
        </p:nvSpPr>
        <p:spPr bwMode="auto">
          <a:xfrm>
            <a:off x="0" y="6676831"/>
            <a:ext cx="5791200"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资料来源：</a:t>
            </a:r>
            <a:r>
              <a:rPr kumimoji="0" lang="en-US" altLang="zh-CN"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NASA</a:t>
            </a: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a:t>
            </a:r>
            <a:r>
              <a:rPr kumimoji="0" lang="en-US" altLang="zh-CN"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a:t>
            </a: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气凝胶纳米材料的研究进展</a:t>
            </a:r>
            <a:r>
              <a:rPr kumimoji="0" lang="en-US" altLang="zh-CN"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a:t>
            </a:r>
            <a:r>
              <a:rPr kumimoji="0" lang="zh-CN" altLang="en-US" sz="800" b="0" i="0" u="none" strike="noStrike" kern="1200" cap="none" spc="0" normalizeH="0" baseline="0" noProof="0" dirty="0">
                <a:ln>
                  <a:noFill/>
                </a:ln>
                <a:solidFill>
                  <a:prstClr val="white">
                    <a:lumMod val="50000"/>
                  </a:prstClr>
                </a:solidFill>
                <a:effectLst/>
                <a:uLnTx/>
                <a:uFillTx/>
                <a:latin typeface="微软雅黑" panose="020B0503020204020204" pitchFamily="34" charset="-122"/>
                <a:ea typeface="微软雅黑" panose="020B0503020204020204" pitchFamily="34" charset="-122"/>
                <a:cs typeface="+mn-cs"/>
              </a:rPr>
              <a:t>，沈晓冬等，今日新材料，长江证券研究所</a:t>
            </a:r>
          </a:p>
        </p:txBody>
      </p:sp>
      <p:sp>
        <p:nvSpPr>
          <p:cNvPr id="112" name="Text Box 2">
            <a:extLst>
              <a:ext uri="{FF2B5EF4-FFF2-40B4-BE49-F238E27FC236}">
                <a16:creationId xmlns:a16="http://schemas.microsoft.com/office/drawing/2014/main" xmlns="" id="{8CFEF81C-60C0-49A9-9E23-5F29E944A588}"/>
              </a:ext>
            </a:extLst>
          </p:cNvPr>
          <p:cNvSpPr txBox="1">
            <a:spLocks noChangeArrowheads="1"/>
          </p:cNvSpPr>
          <p:nvPr/>
        </p:nvSpPr>
        <p:spPr bwMode="auto">
          <a:xfrm>
            <a:off x="549796" y="1052736"/>
            <a:ext cx="9539071"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气凝胶是一种具有超高孔隙率的三维纳米多孔材料，其骨架颗粒直径约</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1~20nm</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，孔隙尺寸约</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2~50nm</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，孔隙率可以高达</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90%</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以上。</a:t>
            </a:r>
            <a:endPar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endParaRPr>
          </a:p>
          <a:p>
            <a:pPr marL="285750" marR="0" lvl="0" indent="-285750" algn="l" defTabSz="914400" rtl="0" eaLnBrk="1" fontAlgn="base" latinLnBrk="0" hangingPunct="1">
              <a:lnSpc>
                <a:spcPct val="150000"/>
              </a:lnSpc>
              <a:spcBef>
                <a:spcPct val="0"/>
              </a:spcBef>
              <a:spcAft>
                <a:spcPct val="0"/>
              </a:spcAft>
              <a:buClr>
                <a:srgbClr val="C00000"/>
              </a:buClr>
              <a:buSzTx/>
              <a:buFont typeface="Wingdings" panose="05000000000000000000" pitchFamily="2" charset="2"/>
              <a:buChar char="p"/>
              <a:tabLst/>
              <a:defRPr/>
            </a:pP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气凝胶材料一共拥有</a:t>
            </a:r>
            <a:r>
              <a:rPr kumimoji="0" lang="en-US" altLang="zh-CN"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15</a:t>
            </a:r>
            <a:r>
              <a:rPr kumimoji="0" lang="zh-CN" altLang="en-US" sz="1200" b="0"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项吉尼斯记录，</a:t>
            </a:r>
            <a:r>
              <a:rPr kumimoji="0" lang="zh-CN" altLang="en-US"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rPr>
              <a:t>是世界上最轻的固体材料，也是性能最好的隔热材料。</a:t>
            </a:r>
            <a:endParaRPr kumimoji="0" lang="en-US" altLang="zh-CN" sz="1200" b="1" i="0" u="none" strike="noStrike" kern="1200" cap="none" spc="0" normalizeH="0" baseline="0" noProof="0" dirty="0">
              <a:ln>
                <a:noFill/>
              </a:ln>
              <a:solidFill>
                <a:srgbClr val="6E6E6E"/>
              </a:solidFill>
              <a:effectLst/>
              <a:uLnTx/>
              <a:uFillTx/>
              <a:latin typeface="微软雅黑" panose="020B0503020204020204" pitchFamily="34" charset="-122"/>
              <a:ea typeface="微软雅黑" panose="020B0503020204020204" pitchFamily="34" charset="-122"/>
              <a:cs typeface="+mn-cs"/>
            </a:endParaRPr>
          </a:p>
        </p:txBody>
      </p:sp>
      <p:pic>
        <p:nvPicPr>
          <p:cNvPr id="5" name="图片 4">
            <a:extLst>
              <a:ext uri="{FF2B5EF4-FFF2-40B4-BE49-F238E27FC236}">
                <a16:creationId xmlns:a16="http://schemas.microsoft.com/office/drawing/2014/main" xmlns="" id="{F6C22EE1-DAAD-B6A0-ED1B-9F8781E311B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89359" y="2057278"/>
            <a:ext cx="3196840" cy="2035880"/>
          </a:xfrm>
          <a:prstGeom prst="rect">
            <a:avLst/>
          </a:prstGeom>
          <a:noFill/>
        </p:spPr>
      </p:pic>
      <p:sp>
        <p:nvSpPr>
          <p:cNvPr id="9" name="Rectangle 4">
            <a:extLst>
              <a:ext uri="{FF2B5EF4-FFF2-40B4-BE49-F238E27FC236}">
                <a16:creationId xmlns:a16="http://schemas.microsoft.com/office/drawing/2014/main" xmlns="" id="{F5D2886D-3F08-64A1-86E3-050A49D41019}"/>
              </a:ext>
            </a:extLst>
          </p:cNvPr>
          <p:cNvSpPr>
            <a:spLocks noChangeArrowheads="1"/>
          </p:cNvSpPr>
          <p:nvPr/>
        </p:nvSpPr>
        <p:spPr bwMode="auto">
          <a:xfrm>
            <a:off x="689359" y="1718724"/>
            <a:ext cx="4636323"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600" b="1" dirty="0">
                <a:solidFill>
                  <a:srgbClr val="E10000"/>
                </a:solidFill>
                <a:latin typeface="微软雅黑" panose="020B0503020204020204" pitchFamily="34" charset="-122"/>
                <a:ea typeface="微软雅黑" panose="020B0503020204020204" pitchFamily="34" charset="-122"/>
              </a:rPr>
              <a:t>气凝胶样品图</a:t>
            </a:r>
            <a:endParaRPr lang="zh-CN" altLang="zh-CN" sz="1600" b="1" dirty="0">
              <a:solidFill>
                <a:srgbClr val="E10000"/>
              </a:solidFill>
              <a:ea typeface="华文细黑" panose="02010600040101010101" charset="-122"/>
            </a:endParaRPr>
          </a:p>
        </p:txBody>
      </p:sp>
      <p:sp>
        <p:nvSpPr>
          <p:cNvPr id="11" name="Rectangle 4">
            <a:extLst>
              <a:ext uri="{FF2B5EF4-FFF2-40B4-BE49-F238E27FC236}">
                <a16:creationId xmlns:a16="http://schemas.microsoft.com/office/drawing/2014/main" xmlns="" id="{58CCE17F-4C36-B95C-7B2D-2F08D6728880}"/>
              </a:ext>
            </a:extLst>
          </p:cNvPr>
          <p:cNvSpPr>
            <a:spLocks noChangeArrowheads="1"/>
          </p:cNvSpPr>
          <p:nvPr/>
        </p:nvSpPr>
        <p:spPr bwMode="auto">
          <a:xfrm>
            <a:off x="577438" y="4133082"/>
            <a:ext cx="4636323"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defRPr/>
            </a:pPr>
            <a:r>
              <a:rPr lang="zh-CN" altLang="en-US" sz="1600" b="1" dirty="0">
                <a:solidFill>
                  <a:srgbClr val="E10000"/>
                </a:solidFill>
                <a:latin typeface="微软雅黑" panose="020B0503020204020204" pitchFamily="34" charset="-122"/>
                <a:ea typeface="微软雅黑" panose="020B0503020204020204" pitchFamily="34" charset="-122"/>
              </a:rPr>
              <a:t>气凝胶扫描电子显微镜图</a:t>
            </a:r>
            <a:endParaRPr lang="zh-CN" altLang="zh-CN" sz="1600" b="1" dirty="0">
              <a:solidFill>
                <a:srgbClr val="E10000"/>
              </a:solidFill>
              <a:ea typeface="华文细黑" panose="02010600040101010101" charset="-122"/>
            </a:endParaRPr>
          </a:p>
        </p:txBody>
      </p:sp>
      <p:pic>
        <p:nvPicPr>
          <p:cNvPr id="12" name="图片 11">
            <a:extLst>
              <a:ext uri="{FF2B5EF4-FFF2-40B4-BE49-F238E27FC236}">
                <a16:creationId xmlns:a16="http://schemas.microsoft.com/office/drawing/2014/main" xmlns="" id="{5FBAA279-157A-A75F-BD91-9FB81AA74431}"/>
              </a:ext>
            </a:extLst>
          </p:cNvPr>
          <p:cNvPicPr>
            <a:picLocks noChangeAspect="1"/>
          </p:cNvPicPr>
          <p:nvPr/>
        </p:nvPicPr>
        <p:blipFill>
          <a:blip r:embed="rId3"/>
          <a:stretch>
            <a:fillRect/>
          </a:stretch>
        </p:blipFill>
        <p:spPr>
          <a:xfrm>
            <a:off x="646688" y="4471636"/>
            <a:ext cx="3239511" cy="1976346"/>
          </a:xfrm>
          <a:prstGeom prst="rect">
            <a:avLst/>
          </a:prstGeom>
        </p:spPr>
      </p:pic>
      <p:graphicFrame>
        <p:nvGraphicFramePr>
          <p:cNvPr id="15" name="表格 14">
            <a:extLst>
              <a:ext uri="{FF2B5EF4-FFF2-40B4-BE49-F238E27FC236}">
                <a16:creationId xmlns:a16="http://schemas.microsoft.com/office/drawing/2014/main" xmlns="" id="{B7821C42-4E5A-4610-6BE0-4FDA07C2B81C}"/>
              </a:ext>
            </a:extLst>
          </p:cNvPr>
          <p:cNvGraphicFramePr>
            <a:graphicFrameLocks noGrp="1"/>
          </p:cNvGraphicFramePr>
          <p:nvPr/>
        </p:nvGraphicFramePr>
        <p:xfrm>
          <a:off x="4425522" y="2057278"/>
          <a:ext cx="7296578" cy="4195380"/>
        </p:xfrm>
        <a:graphic>
          <a:graphicData uri="http://schemas.openxmlformats.org/drawingml/2006/table">
            <a:tbl>
              <a:tblPr firstRow="1" firstCol="1" bandRow="1"/>
              <a:tblGrid>
                <a:gridCol w="1432471">
                  <a:extLst>
                    <a:ext uri="{9D8B030D-6E8A-4147-A177-3AD203B41FA5}">
                      <a16:colId xmlns:a16="http://schemas.microsoft.com/office/drawing/2014/main" xmlns="" val="2684090046"/>
                    </a:ext>
                  </a:extLst>
                </a:gridCol>
                <a:gridCol w="2937665">
                  <a:extLst>
                    <a:ext uri="{9D8B030D-6E8A-4147-A177-3AD203B41FA5}">
                      <a16:colId xmlns:a16="http://schemas.microsoft.com/office/drawing/2014/main" xmlns="" val="3814063771"/>
                    </a:ext>
                  </a:extLst>
                </a:gridCol>
                <a:gridCol w="2926442">
                  <a:extLst>
                    <a:ext uri="{9D8B030D-6E8A-4147-A177-3AD203B41FA5}">
                      <a16:colId xmlns:a16="http://schemas.microsoft.com/office/drawing/2014/main" xmlns="" val="2690312334"/>
                    </a:ext>
                  </a:extLst>
                </a:gridCol>
              </a:tblGrid>
              <a:tr h="370540">
                <a:tc>
                  <a:txBody>
                    <a:bodyPr/>
                    <a:lstStyle/>
                    <a:p>
                      <a:pPr algn="l"/>
                      <a:r>
                        <a:rPr lang="zh-CN" sz="11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性质</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l"/>
                      <a:r>
                        <a:rPr lang="zh-CN" sz="11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特点</a:t>
                      </a:r>
                      <a:endParaRPr lang="en-US" sz="12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l"/>
                      <a:r>
                        <a:rPr lang="zh-CN" sz="11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应用</a:t>
                      </a:r>
                      <a:endParaRPr lang="en-US" sz="12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1617199611"/>
                  </a:ext>
                </a:extLst>
              </a:tr>
              <a:tr h="658332">
                <a:tc>
                  <a:txBody>
                    <a:bodyPr/>
                    <a:lstStyle/>
                    <a:p>
                      <a:pPr algn="l"/>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热学特性</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l"/>
                      <a:r>
                        <a:rPr lang="zh-CN" sz="11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最好的固体隔热材料</a:t>
                      </a:r>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；透明、耐高温、重量轻</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BE4D5"/>
                    </a:solidFill>
                  </a:tcPr>
                </a:tc>
                <a:tc>
                  <a:txBody>
                    <a:bodyPr/>
                    <a:lstStyle/>
                    <a:p>
                      <a:pPr algn="l"/>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建筑设备隔热材料、太空飞行器和探测、铸造模具</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xmlns="" val="625385895"/>
                  </a:ext>
                </a:extLst>
              </a:tr>
              <a:tr h="658332">
                <a:tc>
                  <a:txBody>
                    <a:bodyPr/>
                    <a:lstStyle/>
                    <a:p>
                      <a:pPr algn="l"/>
                      <a:r>
                        <a:rPr lang="zh-CN"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低密度</a:t>
                      </a:r>
                      <a:r>
                        <a:rPr lang="en-US"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高比表面积</a:t>
                      </a:r>
                      <a:r>
                        <a:rPr lang="en-US"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高孔隙率</a:t>
                      </a:r>
                      <a:endParaRPr lang="en-US" sz="12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l"/>
                      <a:r>
                        <a:rPr lang="zh-CN" sz="11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最轻的合成固体材料</a:t>
                      </a:r>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；均匀、高比表面积、多种组成成分</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l"/>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催化剂、吸附剂、传感器、燃料储存、离子交换</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xmlns="" val="3000260915"/>
                  </a:ext>
                </a:extLst>
              </a:tr>
              <a:tr h="658332">
                <a:tc>
                  <a:txBody>
                    <a:bodyPr/>
                    <a:lstStyle/>
                    <a:p>
                      <a:pPr algn="l"/>
                      <a:r>
                        <a:rPr lang="zh-CN"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光学特性</a:t>
                      </a:r>
                      <a:endParaRPr lang="en-US" sz="12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l"/>
                      <a:r>
                        <a:rPr lang="zh-CN" sz="11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具有低折射指数的固体材料</a:t>
                      </a:r>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；透明、多组分合成材料</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l"/>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透光材料、光耦合材料、</a:t>
                      </a:r>
                      <a:r>
                        <a:rPr lang="en-US"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Cerenkov</a:t>
                      </a:r>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探测器介质材料</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xmlns="" val="992421915"/>
                  </a:ext>
                </a:extLst>
              </a:tr>
              <a:tr h="658332">
                <a:tc>
                  <a:txBody>
                    <a:bodyPr/>
                    <a:lstStyle/>
                    <a:p>
                      <a:pPr algn="l"/>
                      <a:r>
                        <a:rPr lang="zh-CN"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声学特性</a:t>
                      </a:r>
                      <a:endParaRPr lang="en-US" sz="12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l"/>
                      <a:r>
                        <a:rPr lang="zh-CN" sz="1100" b="1"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最低的声速材料</a:t>
                      </a:r>
                      <a:endParaRPr lang="en-US" sz="12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l"/>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测距仪、传感器的阻抗匹配器、扬声器、建筑吸声材料</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xmlns="" val="2935242415"/>
                  </a:ext>
                </a:extLst>
              </a:tr>
              <a:tr h="533180">
                <a:tc>
                  <a:txBody>
                    <a:bodyPr/>
                    <a:lstStyle/>
                    <a:p>
                      <a:pPr algn="l"/>
                      <a:r>
                        <a:rPr lang="zh-CN"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机械特性</a:t>
                      </a:r>
                      <a:endParaRPr lang="en-US" sz="12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l"/>
                      <a:r>
                        <a:rPr lang="zh-CN"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易伸缩的、重量轻</a:t>
                      </a:r>
                      <a:endParaRPr lang="en-US" sz="12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l"/>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极高速粒子陷阱、能量吸收器</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xmlns="" val="2363232074"/>
                  </a:ext>
                </a:extLst>
              </a:tr>
              <a:tr h="658332">
                <a:tc>
                  <a:txBody>
                    <a:bodyPr/>
                    <a:lstStyle/>
                    <a:p>
                      <a:pPr algn="l"/>
                      <a:r>
                        <a:rPr lang="zh-CN" sz="11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电学特性</a:t>
                      </a:r>
                      <a:endParaRPr lang="en-US" sz="12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l"/>
                      <a:r>
                        <a:rPr lang="zh-CN" sz="11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最低的介电常数</a:t>
                      </a:r>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、高的介电强度</a:t>
                      </a:r>
                      <a:r>
                        <a:rPr lang="en-US"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绝缘强度、高比表面积</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D5"/>
                    </a:solidFill>
                  </a:tcPr>
                </a:tc>
                <a:tc>
                  <a:txBody>
                    <a:bodyPr/>
                    <a:lstStyle/>
                    <a:p>
                      <a:pPr algn="l"/>
                      <a:r>
                        <a:rPr lang="zh-CN" sz="11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真空电极的间隔器、电容、集成电路的介电材料</a:t>
                      </a:r>
                      <a:endParaRPr lang="en-US" sz="12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xmlns="" val="1411015669"/>
                  </a:ext>
                </a:extLst>
              </a:tr>
            </a:tbl>
          </a:graphicData>
        </a:graphic>
      </p:graphicFrame>
      <p:sp>
        <p:nvSpPr>
          <p:cNvPr id="17" name="Rectangle 4">
            <a:extLst>
              <a:ext uri="{FF2B5EF4-FFF2-40B4-BE49-F238E27FC236}">
                <a16:creationId xmlns:a16="http://schemas.microsoft.com/office/drawing/2014/main" xmlns="" id="{F47A94F6-6DF8-8ECE-ADD1-3C0192EE018D}"/>
              </a:ext>
            </a:extLst>
          </p:cNvPr>
          <p:cNvSpPr>
            <a:spLocks noChangeArrowheads="1"/>
          </p:cNvSpPr>
          <p:nvPr/>
        </p:nvSpPr>
        <p:spPr bwMode="auto">
          <a:xfrm>
            <a:off x="4317572" y="1697281"/>
            <a:ext cx="4636323"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1600" b="1" dirty="0">
                <a:solidFill>
                  <a:srgbClr val="E10000"/>
                </a:solidFill>
                <a:latin typeface="微软雅黑" panose="020B0503020204020204" pitchFamily="34" charset="-122"/>
                <a:ea typeface="微软雅黑" panose="020B0503020204020204" pitchFamily="34" charset="-122"/>
              </a:rPr>
              <a:t>气凝胶的属性、特点及应用</a:t>
            </a:r>
            <a:endParaRPr lang="zh-CN" altLang="zh-CN" sz="1600" b="1" dirty="0">
              <a:solidFill>
                <a:srgbClr val="E1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4399806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5"/>
          <p:cNvSpPr>
            <a:spLocks noChangeArrowheads="1"/>
          </p:cNvSpPr>
          <p:nvPr/>
        </p:nvSpPr>
        <p:spPr bwMode="auto">
          <a:xfrm>
            <a:off x="48968" y="6695345"/>
            <a:ext cx="6404962" cy="213861"/>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资料来源：各政府部门，全球标准信息公共服务平台，智研资讯，长江证券研究所</a:t>
            </a:r>
          </a:p>
        </p:txBody>
      </p:sp>
      <p:sp>
        <p:nvSpPr>
          <p:cNvPr id="40" name="文本框 39">
            <a:extLst>
              <a:ext uri="{FF2B5EF4-FFF2-40B4-BE49-F238E27FC236}">
                <a16:creationId xmlns:a16="http://schemas.microsoft.com/office/drawing/2014/main" xmlns="" id="{14169385-8E83-2007-09DB-6EAB2DDEF766}"/>
              </a:ext>
            </a:extLst>
          </p:cNvPr>
          <p:cNvSpPr txBox="1"/>
          <p:nvPr/>
        </p:nvSpPr>
        <p:spPr>
          <a:xfrm>
            <a:off x="1639740" y="419058"/>
            <a:ext cx="6574863"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国家政策大力支持气凝胶发展</a:t>
            </a:r>
            <a:endParaRPr lang="en-US" altLang="zh-CN" sz="2800" b="1" dirty="0">
              <a:solidFill>
                <a:srgbClr val="E10000"/>
              </a:solidFill>
              <a:latin typeface="微软雅黑" panose="020B0503020204020204" pitchFamily="34" charset="-122"/>
              <a:ea typeface="微软雅黑" panose="020B0503020204020204" pitchFamily="34" charset="-122"/>
            </a:endParaRPr>
          </a:p>
        </p:txBody>
      </p:sp>
      <p:sp>
        <p:nvSpPr>
          <p:cNvPr id="41" name="矩形 40">
            <a:extLst>
              <a:ext uri="{FF2B5EF4-FFF2-40B4-BE49-F238E27FC236}">
                <a16:creationId xmlns:a16="http://schemas.microsoft.com/office/drawing/2014/main" xmlns="" id="{7DF17458-88F4-6D4D-760D-38CDAFB61F61}"/>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02</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graphicFrame>
        <p:nvGraphicFramePr>
          <p:cNvPr id="3" name="表格 2">
            <a:extLst>
              <a:ext uri="{FF2B5EF4-FFF2-40B4-BE49-F238E27FC236}">
                <a16:creationId xmlns:a16="http://schemas.microsoft.com/office/drawing/2014/main" xmlns="" id="{881478DC-4BF0-27F5-D3D0-02564BC08067}"/>
              </a:ext>
            </a:extLst>
          </p:cNvPr>
          <p:cNvGraphicFramePr>
            <a:graphicFrameLocks noGrp="1"/>
          </p:cNvGraphicFramePr>
          <p:nvPr/>
        </p:nvGraphicFramePr>
        <p:xfrm>
          <a:off x="804532" y="2446986"/>
          <a:ext cx="5098286" cy="3936641"/>
        </p:xfrm>
        <a:graphic>
          <a:graphicData uri="http://schemas.openxmlformats.org/drawingml/2006/table">
            <a:tbl>
              <a:tblPr firstRow="1" firstCol="1" bandRow="1"/>
              <a:tblGrid>
                <a:gridCol w="744221">
                  <a:extLst>
                    <a:ext uri="{9D8B030D-6E8A-4147-A177-3AD203B41FA5}">
                      <a16:colId xmlns:a16="http://schemas.microsoft.com/office/drawing/2014/main" xmlns="" val="573202405"/>
                    </a:ext>
                  </a:extLst>
                </a:gridCol>
                <a:gridCol w="593068">
                  <a:extLst>
                    <a:ext uri="{9D8B030D-6E8A-4147-A177-3AD203B41FA5}">
                      <a16:colId xmlns:a16="http://schemas.microsoft.com/office/drawing/2014/main" xmlns="" val="4014729457"/>
                    </a:ext>
                  </a:extLst>
                </a:gridCol>
                <a:gridCol w="1934032">
                  <a:extLst>
                    <a:ext uri="{9D8B030D-6E8A-4147-A177-3AD203B41FA5}">
                      <a16:colId xmlns:a16="http://schemas.microsoft.com/office/drawing/2014/main" xmlns="" val="683057375"/>
                    </a:ext>
                  </a:extLst>
                </a:gridCol>
                <a:gridCol w="1826965">
                  <a:extLst>
                    <a:ext uri="{9D8B030D-6E8A-4147-A177-3AD203B41FA5}">
                      <a16:colId xmlns:a16="http://schemas.microsoft.com/office/drawing/2014/main" xmlns="" val="3221599401"/>
                    </a:ext>
                  </a:extLst>
                </a:gridCol>
              </a:tblGrid>
              <a:tr h="301071">
                <a:tc>
                  <a:txBody>
                    <a:bodyPr/>
                    <a:lstStyle/>
                    <a:p>
                      <a:pPr algn="l"/>
                      <a:r>
                        <a:rPr lang="zh-CN"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时间</a:t>
                      </a:r>
                      <a:endParaRPr lang="en-US" sz="10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l"/>
                      <a:r>
                        <a:rPr lang="zh-CN"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颁发部门</a:t>
                      </a:r>
                      <a:endParaRPr lang="en-US" sz="10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l"/>
                      <a:r>
                        <a:rPr lang="zh-CN"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政策名称</a:t>
                      </a:r>
                      <a:endParaRPr lang="en-US" sz="10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l"/>
                      <a:r>
                        <a:rPr lang="zh-CN"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相关内容</a:t>
                      </a:r>
                      <a:endParaRPr lang="en-US" sz="10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1984182400"/>
                  </a:ext>
                </a:extLst>
              </a:tr>
              <a:tr h="363557">
                <a:tc>
                  <a:txBody>
                    <a:bodyPr/>
                    <a:lstStyle/>
                    <a:p>
                      <a:pPr algn="l"/>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2015</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月</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国家发改委</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《国家重点节能低碳技术推广目录（</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2014</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年本，节能部分）》</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l"/>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被列入国家重点节能低碳技术推广目录</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155224584"/>
                  </a:ext>
                </a:extLst>
              </a:tr>
              <a:tr h="545335">
                <a:tc>
                  <a:txBody>
                    <a:bodyPr/>
                    <a:lstStyle/>
                    <a:p>
                      <a:pPr algn="l"/>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2018</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月</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中国建筑材料联合会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《中国制造</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2025-</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中国建材制造业发展纲要》</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被列入建材新兴产业中</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216039009"/>
                  </a:ext>
                </a:extLst>
              </a:tr>
              <a:tr h="363557">
                <a:tc>
                  <a:txBody>
                    <a:bodyPr/>
                    <a:lstStyle/>
                    <a:p>
                      <a:pPr algn="l"/>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2018</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11</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月</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国家统计局</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《战略性新兴产业分类（</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2018</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气凝胶及其制品</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纳入战略性新兴产业中</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22381262"/>
                  </a:ext>
                </a:extLst>
              </a:tr>
              <a:tr h="363557">
                <a:tc>
                  <a:txBody>
                    <a:bodyPr/>
                    <a:lstStyle/>
                    <a:p>
                      <a:pPr algn="l"/>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2019</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9</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月</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工业和信息化部</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《重点新材料首次应用指导目录（</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2019</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年版）》</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系列材料名列</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前沿新材料</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类别之中</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769446882"/>
                  </a:ext>
                </a:extLst>
              </a:tr>
              <a:tr h="363557">
                <a:tc>
                  <a:txBody>
                    <a:bodyPr/>
                    <a:lstStyle/>
                    <a:p>
                      <a:pPr algn="l"/>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2019</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11</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月</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国家发改委</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《产业结构调整指导目录（</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2019</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年本）》</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材料进入了该目录</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鼓励类</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34893332"/>
                  </a:ext>
                </a:extLst>
              </a:tr>
              <a:tr h="363557">
                <a:tc>
                  <a:txBody>
                    <a:bodyPr/>
                    <a:lstStyle/>
                    <a:p>
                      <a:pPr algn="l"/>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2021</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9</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月</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中共中央、国务院</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《关于完整准确全面贯彻新发展理念做好碳达峰碳中和工作的意见》</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推动</a:t>
                      </a:r>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等新型材料研发应用</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56429980"/>
                  </a:ext>
                </a:extLst>
              </a:tr>
              <a:tr h="363557">
                <a:tc>
                  <a:txBody>
                    <a:bodyPr/>
                    <a:lstStyle/>
                    <a:p>
                      <a:pPr algn="l"/>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2021</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月</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国务院</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2030</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年前碳达峰行动方案》</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加快碳纤维、</a:t>
                      </a:r>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、特种钢材等基础材料研发应用</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598783850"/>
                  </a:ext>
                </a:extLst>
              </a:tr>
              <a:tr h="908893">
                <a:tc>
                  <a:txBody>
                    <a:bodyPr/>
                    <a:lstStyle/>
                    <a:p>
                      <a:pPr algn="l"/>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2022</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月</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发改委、工信部、生态环境部、国家能源局</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《高耗能行业重点领域节能降碳改造升级实施指南（</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2022</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年版）》</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推动采用</a:t>
                      </a:r>
                      <a:r>
                        <a:rPr lang="zh-CN" sz="1000" b="1"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等技术，进一步提升烧成系统能源利用率</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142886826"/>
                  </a:ext>
                </a:extLst>
              </a:tr>
            </a:tbl>
          </a:graphicData>
        </a:graphic>
      </p:graphicFrame>
      <p:sp>
        <p:nvSpPr>
          <p:cNvPr id="5" name="文本框 4">
            <a:extLst>
              <a:ext uri="{FF2B5EF4-FFF2-40B4-BE49-F238E27FC236}">
                <a16:creationId xmlns:a16="http://schemas.microsoft.com/office/drawing/2014/main" xmlns="" id="{91F917E7-42B0-EA03-B469-322014109B94}"/>
              </a:ext>
            </a:extLst>
          </p:cNvPr>
          <p:cNvSpPr txBox="1"/>
          <p:nvPr/>
        </p:nvSpPr>
        <p:spPr>
          <a:xfrm>
            <a:off x="692709" y="2036985"/>
            <a:ext cx="6102438"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国家层面气凝胶相关政策</a:t>
            </a:r>
            <a:endParaRPr lang="en-US" dirty="0"/>
          </a:p>
        </p:txBody>
      </p:sp>
      <p:graphicFrame>
        <p:nvGraphicFramePr>
          <p:cNvPr id="6" name="表格 5">
            <a:extLst>
              <a:ext uri="{FF2B5EF4-FFF2-40B4-BE49-F238E27FC236}">
                <a16:creationId xmlns:a16="http://schemas.microsoft.com/office/drawing/2014/main" xmlns="" id="{7AC24E07-DF86-9711-1400-D265E4C52336}"/>
              </a:ext>
            </a:extLst>
          </p:cNvPr>
          <p:cNvGraphicFramePr>
            <a:graphicFrameLocks noGrp="1"/>
          </p:cNvGraphicFramePr>
          <p:nvPr/>
        </p:nvGraphicFramePr>
        <p:xfrm>
          <a:off x="6453930" y="2446987"/>
          <a:ext cx="5291471" cy="3934104"/>
        </p:xfrm>
        <a:graphic>
          <a:graphicData uri="http://schemas.openxmlformats.org/drawingml/2006/table">
            <a:tbl>
              <a:tblPr firstRow="1" firstCol="1" bandRow="1"/>
              <a:tblGrid>
                <a:gridCol w="680966">
                  <a:extLst>
                    <a:ext uri="{9D8B030D-6E8A-4147-A177-3AD203B41FA5}">
                      <a16:colId xmlns:a16="http://schemas.microsoft.com/office/drawing/2014/main" xmlns="" val="2377630218"/>
                    </a:ext>
                  </a:extLst>
                </a:gridCol>
                <a:gridCol w="1695718">
                  <a:extLst>
                    <a:ext uri="{9D8B030D-6E8A-4147-A177-3AD203B41FA5}">
                      <a16:colId xmlns:a16="http://schemas.microsoft.com/office/drawing/2014/main" xmlns="" val="3895275318"/>
                    </a:ext>
                  </a:extLst>
                </a:gridCol>
                <a:gridCol w="1791712">
                  <a:extLst>
                    <a:ext uri="{9D8B030D-6E8A-4147-A177-3AD203B41FA5}">
                      <a16:colId xmlns:a16="http://schemas.microsoft.com/office/drawing/2014/main" xmlns="" val="2429655439"/>
                    </a:ext>
                  </a:extLst>
                </a:gridCol>
                <a:gridCol w="1123075">
                  <a:extLst>
                    <a:ext uri="{9D8B030D-6E8A-4147-A177-3AD203B41FA5}">
                      <a16:colId xmlns:a16="http://schemas.microsoft.com/office/drawing/2014/main" xmlns="" val="2006349677"/>
                    </a:ext>
                  </a:extLst>
                </a:gridCol>
              </a:tblGrid>
              <a:tr h="268609">
                <a:tc>
                  <a:txBody>
                    <a:bodyPr/>
                    <a:lstStyle/>
                    <a:p>
                      <a:pPr marL="0" algn="l" defTabSz="914400" rtl="0" eaLnBrk="1" latinLnBrk="0" hangingPunct="1"/>
                      <a:r>
                        <a:rPr lang="zh-CN" altLang="en-US"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类别</a:t>
                      </a:r>
                      <a:endParaRPr lang="en-US"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l" defTabSz="914400" rtl="0" eaLnBrk="1" latinLnBrk="0" hangingPunct="1"/>
                      <a:r>
                        <a:rPr lang="zh-CN" altLang="en-US"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标砖编号</a:t>
                      </a:r>
                      <a:endParaRPr lang="en-US"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l" defTabSz="914400" rtl="0" eaLnBrk="1" latinLnBrk="0" hangingPunct="1"/>
                      <a:r>
                        <a:rPr lang="zh-CN" altLang="en-US"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标准名称</a:t>
                      </a:r>
                      <a:endParaRPr lang="en-US"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l" defTabSz="914400" rtl="0" eaLnBrk="1" latinLnBrk="0" hangingPunct="1"/>
                      <a:r>
                        <a:rPr lang="zh-CN" altLang="en-US"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发布机构</a:t>
                      </a:r>
                      <a:endParaRPr lang="en-US" sz="90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3646312130"/>
                  </a:ext>
                </a:extLst>
              </a:tr>
              <a:tr h="604722">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国家标准</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GB/T 34336-2017</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纳米孔气凝胶复合绝热制品</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国家质量监督检查检疫总局、中国国家标准化管理委员会</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88172388"/>
                  </a:ext>
                </a:extLst>
              </a:tr>
              <a:tr h="230110">
                <a:tc rowSpan="2">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行业标准</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JC/T 2518-2019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疏水二氧化硅气凝胶粉体</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工业和信息化部</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184024247"/>
                  </a:ext>
                </a:extLst>
              </a:tr>
              <a:tr h="302361">
                <a:tc vMerge="1">
                  <a:txBody>
                    <a:bodyPr/>
                    <a:lstStyle/>
                    <a:p>
                      <a:endParaRPr lang="en-US"/>
                    </a:p>
                  </a:txBody>
                  <a:tcPr/>
                </a:tc>
                <a:tc>
                  <a:txBody>
                    <a:bodyPr/>
                    <a:lstStyle/>
                    <a:p>
                      <a:pPr marL="0" algn="l" defTabSz="914400" rtl="0" eaLnBrk="1" latinLnBrk="0" hangingPunct="1"/>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T/ZZB 0554-2018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纳米孔气凝胶复合绝热制品</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浙江省品牌建设联合会</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98386397"/>
                  </a:ext>
                </a:extLst>
              </a:tr>
              <a:tr h="321317">
                <a:tc rowSpan="8">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团体标准</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T/SCDA 032-2019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气凝胶改性保温膏料外墙内保温系统应用技术标准</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上海市建设协会</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507294436"/>
                  </a:ext>
                </a:extLst>
              </a:tr>
              <a:tr h="302361">
                <a:tc vMerge="1">
                  <a:txBody>
                    <a:bodyPr/>
                    <a:lstStyle/>
                    <a:p>
                      <a:endParaRPr lang="en-US"/>
                    </a:p>
                  </a:txBody>
                  <a:tcPr/>
                </a:tc>
                <a:tc>
                  <a:txBody>
                    <a:bodyPr/>
                    <a:lstStyle/>
                    <a:p>
                      <a:pPr marL="0" algn="l" defTabSz="914400" rtl="0" eaLnBrk="1" latinLnBrk="0" hangingPunct="1"/>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T/CSTM 00193-2020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锂离子动力电池用气凝胶隔热片</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中关村材料试验技术联盟</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190985555"/>
                  </a:ext>
                </a:extLst>
              </a:tr>
              <a:tr h="321317">
                <a:tc vMerge="1">
                  <a:txBody>
                    <a:bodyPr/>
                    <a:lstStyle/>
                    <a:p>
                      <a:endParaRPr lang="en-US"/>
                    </a:p>
                  </a:txBody>
                  <a:tcPr/>
                </a:tc>
                <a:tc>
                  <a:txBody>
                    <a:bodyPr/>
                    <a:lstStyle/>
                    <a:p>
                      <a:pPr marL="0" algn="l" defTabSz="914400" rtl="0" eaLnBrk="1" latinLnBrk="0" hangingPunct="1"/>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T/SCDA 053-2021 EPICI</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建筑用复合气凝胶隔热涂料系统应用技术标准</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上海市建设协会</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699846796"/>
                  </a:ext>
                </a:extLst>
              </a:tr>
              <a:tr h="321317">
                <a:tc vMerge="1">
                  <a:txBody>
                    <a:bodyPr/>
                    <a:lstStyle/>
                    <a:p>
                      <a:endParaRPr lang="en-US"/>
                    </a:p>
                  </a:txBody>
                  <a:tcPr/>
                </a:tc>
                <a:tc>
                  <a:txBody>
                    <a:bodyPr/>
                    <a:lstStyle/>
                    <a:p>
                      <a:pPr marL="0" algn="l" defTabSz="914400" rtl="0" eaLnBrk="1" latinLnBrk="0" hangingPunct="1"/>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T/CECS 835-2021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气凝胶绝热厚型涂料系统应用技术规范</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中国工程建设标准化协会</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23693081"/>
                  </a:ext>
                </a:extLst>
              </a:tr>
              <a:tr h="302361">
                <a:tc vMerge="1">
                  <a:txBody>
                    <a:bodyPr/>
                    <a:lstStyle/>
                    <a:p>
                      <a:endParaRPr lang="en-US"/>
                    </a:p>
                  </a:txBody>
                  <a:tcPr/>
                </a:tc>
                <a:tc>
                  <a:txBody>
                    <a:bodyPr/>
                    <a:lstStyle/>
                    <a:p>
                      <a:pPr marL="0" algn="l" defTabSz="914400" rtl="0" eaLnBrk="1" latinLnBrk="0" hangingPunct="1"/>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T/CECS 10126-2021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气凝胶绝热厚型涂料系统</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中国工程建设标准化协会</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49575178"/>
                  </a:ext>
                </a:extLst>
              </a:tr>
              <a:tr h="321317">
                <a:tc vMerge="1">
                  <a:txBody>
                    <a:bodyPr/>
                    <a:lstStyle/>
                    <a:p>
                      <a:endParaRPr lang="en-US"/>
                    </a:p>
                  </a:txBody>
                  <a:tcPr/>
                </a:tc>
                <a:tc>
                  <a:txBody>
                    <a:bodyPr/>
                    <a:lstStyle/>
                    <a:p>
                      <a:pPr marL="0" algn="l" defTabSz="914400" rtl="0" eaLnBrk="1" latinLnBrk="0" hangingPunct="1"/>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T/SHMHZQ 090-2021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气凝胶复合材料通用范围</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上海市闵行区中小企业协议</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873275"/>
                  </a:ext>
                </a:extLst>
              </a:tr>
              <a:tr h="302361">
                <a:tc vMerge="1">
                  <a:txBody>
                    <a:bodyPr/>
                    <a:lstStyle/>
                    <a:p>
                      <a:endParaRPr lang="en-US"/>
                    </a:p>
                  </a:txBody>
                  <a:tcPr/>
                </a:tc>
                <a:tc>
                  <a:txBody>
                    <a:bodyPr/>
                    <a:lstStyle/>
                    <a:p>
                      <a:pPr marL="0" algn="l" defTabSz="914400" rtl="0" eaLnBrk="1" latinLnBrk="0" hangingPunct="1"/>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T/SHHJ 000037-2022 ZNJC</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气凝胶绝热涂料应用技术标准</a:t>
                      </a:r>
                      <a:endPar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上海市化学建材行业协会</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920069446"/>
                  </a:ext>
                </a:extLst>
              </a:tr>
              <a:tr h="321317">
                <a:tc vMerge="1">
                  <a:txBody>
                    <a:bodyPr/>
                    <a:lstStyle/>
                    <a:p>
                      <a:endParaRPr lang="en-US"/>
                    </a:p>
                  </a:txBody>
                  <a:tcPr/>
                </a:tc>
                <a:tc>
                  <a:txBody>
                    <a:bodyPr/>
                    <a:lstStyle/>
                    <a:p>
                      <a:pPr marL="0" algn="l" defTabSz="914400" rtl="0" eaLnBrk="1" latinLnBrk="0" hangingPunct="1"/>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T/QGCML 275-2022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气凝胶复合彩钢夹芯板</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r>
                        <a:rPr lang="zh-CN" alt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全国城市工业品贸易中心联合会</a:t>
                      </a:r>
                      <a:endPar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65381546"/>
                  </a:ext>
                </a:extLst>
              </a:tr>
            </a:tbl>
          </a:graphicData>
        </a:graphic>
      </p:graphicFrame>
      <p:sp>
        <p:nvSpPr>
          <p:cNvPr id="8" name="文本框 7">
            <a:extLst>
              <a:ext uri="{FF2B5EF4-FFF2-40B4-BE49-F238E27FC236}">
                <a16:creationId xmlns:a16="http://schemas.microsoft.com/office/drawing/2014/main" xmlns="" id="{02DEE518-097A-DA74-A718-3B8EBBEFD782}"/>
              </a:ext>
            </a:extLst>
          </p:cNvPr>
          <p:cNvSpPr txBox="1"/>
          <p:nvPr/>
        </p:nvSpPr>
        <p:spPr>
          <a:xfrm>
            <a:off x="6453930" y="2024835"/>
            <a:ext cx="6102438"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气凝胶行业相关标准</a:t>
            </a:r>
            <a:endParaRPr lang="en-US" dirty="0"/>
          </a:p>
        </p:txBody>
      </p:sp>
      <p:sp>
        <p:nvSpPr>
          <p:cNvPr id="10" name="文本框 9">
            <a:extLst>
              <a:ext uri="{FF2B5EF4-FFF2-40B4-BE49-F238E27FC236}">
                <a16:creationId xmlns:a16="http://schemas.microsoft.com/office/drawing/2014/main" xmlns="" id="{D4362894-1CE5-DE85-F8C9-7F91F7D8849B}"/>
              </a:ext>
            </a:extLst>
          </p:cNvPr>
          <p:cNvSpPr txBox="1"/>
          <p:nvPr/>
        </p:nvSpPr>
        <p:spPr>
          <a:xfrm>
            <a:off x="693579" y="954428"/>
            <a:ext cx="10147010"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defPPr>
              <a:defRPr lang="zh-CN"/>
            </a:defPPr>
            <a:lvl1pPr marL="285750" marR="0" lvl="0" indent="-285750" fontAlgn="base">
              <a:lnSpc>
                <a:spcPct val="150000"/>
              </a:lnSpc>
              <a:spcBef>
                <a:spcPct val="0"/>
              </a:spcBef>
              <a:spcAft>
                <a:spcPct val="0"/>
              </a:spcAft>
              <a:buClr>
                <a:srgbClr val="C00000"/>
              </a:buClr>
              <a:buSzTx/>
              <a:buFont typeface="Wingdings" panose="05000000000000000000" pitchFamily="2" charset="2"/>
              <a:buChar char="p"/>
              <a:tabLst/>
              <a:defRPr kumimoji="0" sz="1200" b="0" i="0" u="none" strike="noStrike" cap="none" spc="0" normalizeH="0" baseline="0">
                <a:ln>
                  <a:noFill/>
                </a:ln>
                <a:solidFill>
                  <a:srgbClr val="6E6E6E"/>
                </a:solidFill>
                <a:effectLst/>
                <a:uLnTx/>
                <a:uFillTx/>
                <a:latin typeface="微软雅黑" panose="020B0503020204020204" pitchFamily="34" charset="-122"/>
                <a:ea typeface="微软雅黑" panose="020B0503020204020204" pitchFamily="34" charset="-122"/>
              </a:defRPr>
            </a:lvl1pPr>
            <a:lvl2pPr marL="742950" indent="-285750">
              <a:lnSpc>
                <a:spcPct val="90000"/>
              </a:lnSpc>
              <a:spcBef>
                <a:spcPct val="95000"/>
              </a:spcBef>
              <a:buFont typeface="Arial" panose="020B0604020202020204" pitchFamily="34" charset="0"/>
              <a:buChar char="•"/>
              <a:defRPr sz="2200">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9pPr>
          </a:lstStyle>
          <a:p>
            <a:r>
              <a:rPr lang="zh-CN" altLang="en-US" dirty="0"/>
              <a:t>国家政策大力支持气凝胶发展。近年来，国家及各地政府不断加大对气凝胶的支持力度，出台了多项政策大力支持气凝胶行业研发应用，为行业的发展提供了良好的环境。</a:t>
            </a:r>
            <a:endParaRPr lang="en-US" altLang="zh-CN" dirty="0"/>
          </a:p>
          <a:p>
            <a:r>
              <a:rPr lang="zh-CN" altLang="en-US" dirty="0"/>
              <a:t>气凝胶相关标准加速出台，助力行业规范化发展。不仅可推动行业规范化发展，还有助于打开气凝胶下游市场的广阔消费空间。</a:t>
            </a:r>
            <a:endParaRPr lang="en-US" dirty="0"/>
          </a:p>
        </p:txBody>
      </p:sp>
    </p:spTree>
    <p:extLst>
      <p:ext uri="{BB962C8B-B14F-4D97-AF65-F5344CB8AC3E}">
        <p14:creationId xmlns:p14="http://schemas.microsoft.com/office/powerpoint/2010/main" val="31805298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262D1816-7EC6-4A29-A141-C9E5A9BF3AE1}"/>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71471" y="1477828"/>
            <a:ext cx="2157480" cy="1812533"/>
          </a:xfrm>
          <a:prstGeom prst="rect">
            <a:avLst/>
          </a:prstGeom>
          <a:noFill/>
          <a:ln>
            <a:noFill/>
          </a:ln>
        </p:spPr>
      </p:pic>
      <p:pic>
        <p:nvPicPr>
          <p:cNvPr id="5" name="图片 4">
            <a:extLst>
              <a:ext uri="{FF2B5EF4-FFF2-40B4-BE49-F238E27FC236}">
                <a16:creationId xmlns:a16="http://schemas.microsoft.com/office/drawing/2014/main" xmlns="" id="{F1ADA211-1258-5EF4-4A09-725B0A4D1704}"/>
              </a:ext>
            </a:extLst>
          </p:cNvPr>
          <p:cNvPicPr>
            <a:picLocks noChangeAspect="1"/>
          </p:cNvPicPr>
          <p:nvPr/>
        </p:nvPicPr>
        <p:blipFill>
          <a:blip r:embed="rId3"/>
          <a:stretch>
            <a:fillRect/>
          </a:stretch>
        </p:blipFill>
        <p:spPr>
          <a:xfrm>
            <a:off x="3232772" y="1501616"/>
            <a:ext cx="2228918" cy="1789182"/>
          </a:xfrm>
          <a:prstGeom prst="rect">
            <a:avLst/>
          </a:prstGeom>
        </p:spPr>
      </p:pic>
      <p:graphicFrame>
        <p:nvGraphicFramePr>
          <p:cNvPr id="7" name="表格 6">
            <a:extLst>
              <a:ext uri="{FF2B5EF4-FFF2-40B4-BE49-F238E27FC236}">
                <a16:creationId xmlns:a16="http://schemas.microsoft.com/office/drawing/2014/main" xmlns="" id="{BD603C83-5938-4898-0592-2B8D847CAD4A}"/>
              </a:ext>
            </a:extLst>
          </p:cNvPr>
          <p:cNvGraphicFramePr>
            <a:graphicFrameLocks noGrp="1"/>
          </p:cNvGraphicFramePr>
          <p:nvPr/>
        </p:nvGraphicFramePr>
        <p:xfrm>
          <a:off x="871471" y="3623597"/>
          <a:ext cx="4823564" cy="2918614"/>
        </p:xfrm>
        <a:graphic>
          <a:graphicData uri="http://schemas.openxmlformats.org/drawingml/2006/table">
            <a:tbl>
              <a:tblPr firstRow="1" firstCol="1" bandRow="1"/>
              <a:tblGrid>
                <a:gridCol w="1514350">
                  <a:extLst>
                    <a:ext uri="{9D8B030D-6E8A-4147-A177-3AD203B41FA5}">
                      <a16:colId xmlns:a16="http://schemas.microsoft.com/office/drawing/2014/main" xmlns="" val="245665482"/>
                    </a:ext>
                  </a:extLst>
                </a:gridCol>
                <a:gridCol w="1967872">
                  <a:extLst>
                    <a:ext uri="{9D8B030D-6E8A-4147-A177-3AD203B41FA5}">
                      <a16:colId xmlns:a16="http://schemas.microsoft.com/office/drawing/2014/main" xmlns="" val="58504723"/>
                    </a:ext>
                  </a:extLst>
                </a:gridCol>
                <a:gridCol w="1341342">
                  <a:extLst>
                    <a:ext uri="{9D8B030D-6E8A-4147-A177-3AD203B41FA5}">
                      <a16:colId xmlns:a16="http://schemas.microsoft.com/office/drawing/2014/main" xmlns="" val="26068627"/>
                    </a:ext>
                  </a:extLst>
                </a:gridCol>
              </a:tblGrid>
              <a:tr h="236234">
                <a:tc>
                  <a:txBody>
                    <a:bodyPr/>
                    <a:lstStyle/>
                    <a:p>
                      <a:pPr algn="l"/>
                      <a:r>
                        <a:rPr lang="zh-CN" sz="105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名称</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50" b="1" kern="100" dirty="0">
                          <a:solidFill>
                            <a:srgbClr val="FFFFFF"/>
                          </a:solidFill>
                          <a:effectLst/>
                          <a:latin typeface="Arial" panose="020B0604020202020204" pitchFamily="34" charset="0"/>
                          <a:ea typeface="华文细黑" panose="02010600040101010101" pitchFamily="2" charset="-122"/>
                          <a:cs typeface="Arial" panose="020B0604020202020204" pitchFamily="34" charset="0"/>
                        </a:rPr>
                        <a:t>改造前的方案</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5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改造后的方案</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1377913396"/>
                  </a:ext>
                </a:extLst>
              </a:tr>
              <a:tr h="236234">
                <a:tc>
                  <a:txBody>
                    <a:bodyPr/>
                    <a:lstStyle/>
                    <a:p>
                      <a:pPr algn="l"/>
                      <a:r>
                        <a:rPr lang="zh-CN"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保温方案</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zh-CN"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硅酸铝棉</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zh-CN"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气凝胶毡</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956400927"/>
                  </a:ext>
                </a:extLst>
              </a:tr>
              <a:tr h="236234">
                <a:tc>
                  <a:txBody>
                    <a:bodyPr/>
                    <a:lstStyle/>
                    <a:p>
                      <a:pPr algn="l"/>
                      <a:r>
                        <a:rPr lang="zh-CN"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管道直径（</a:t>
                      </a: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mm</a:t>
                      </a:r>
                      <a:r>
                        <a:rPr lang="zh-CN"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426</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426</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733154775"/>
                  </a:ext>
                </a:extLst>
              </a:tr>
              <a:tr h="236234">
                <a:tc>
                  <a:txBody>
                    <a:bodyPr/>
                    <a:lstStyle/>
                    <a:p>
                      <a:pPr algn="l"/>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管道内部流体温度（℃）</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540</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540</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828218316"/>
                  </a:ext>
                </a:extLst>
              </a:tr>
              <a:tr h="236234">
                <a:tc>
                  <a:txBody>
                    <a:bodyPr/>
                    <a:lstStyle/>
                    <a:p>
                      <a:pPr algn="l"/>
                      <a:r>
                        <a:rPr lang="zh-CN"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环境温度（℃）</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31.4</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31.4</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195856785"/>
                  </a:ext>
                </a:extLst>
              </a:tr>
              <a:tr h="236234">
                <a:tc>
                  <a:txBody>
                    <a:bodyPr/>
                    <a:lstStyle/>
                    <a:p>
                      <a:pPr algn="l"/>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风速（</a:t>
                      </a:r>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m/s</a:t>
                      </a:r>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0</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0</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143761681"/>
                  </a:ext>
                </a:extLst>
              </a:tr>
              <a:tr h="236234">
                <a:tc>
                  <a:txBody>
                    <a:bodyPr/>
                    <a:lstStyle/>
                    <a:p>
                      <a:pPr algn="l"/>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保温材料导热系数（</a:t>
                      </a:r>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w/m·k</a:t>
                      </a:r>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0.049</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0.020</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962828413"/>
                  </a:ext>
                </a:extLst>
              </a:tr>
              <a:tr h="236234">
                <a:tc>
                  <a:txBody>
                    <a:bodyPr/>
                    <a:lstStyle/>
                    <a:p>
                      <a:pPr algn="l"/>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保温层厚度（</a:t>
                      </a:r>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mm</a:t>
                      </a:r>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300</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70</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971513633"/>
                  </a:ext>
                </a:extLst>
              </a:tr>
              <a:tr h="236234">
                <a:tc>
                  <a:txBody>
                    <a:bodyPr/>
                    <a:lstStyle/>
                    <a:p>
                      <a:pPr algn="l"/>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保温层外表面温度（℃）</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62.2</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49.3</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545294427"/>
                  </a:ext>
                </a:extLst>
              </a:tr>
              <a:tr h="236234">
                <a:tc>
                  <a:txBody>
                    <a:bodyPr/>
                    <a:lstStyle/>
                    <a:p>
                      <a:pPr algn="l"/>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保温后热损失（</a:t>
                      </a:r>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W/m</a:t>
                      </a:r>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451.55</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247.1</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337097215"/>
                  </a:ext>
                </a:extLst>
              </a:tr>
              <a:tr h="236234">
                <a:tc>
                  <a:txBody>
                    <a:bodyPr/>
                    <a:lstStyle/>
                    <a:p>
                      <a:pPr algn="l"/>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节能率</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45.3%</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962318230"/>
                  </a:ext>
                </a:extLst>
              </a:tr>
              <a:tr h="236234">
                <a:tc>
                  <a:txBody>
                    <a:bodyPr/>
                    <a:lstStyle/>
                    <a:p>
                      <a:pPr algn="l"/>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其他</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整体保温结构已坍塌，很不均匀</a:t>
                      </a:r>
                      <a:endParaRPr lang="en-US" sz="110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保温结构均匀无热缝</a:t>
                      </a:r>
                      <a:endParaRPr lang="en-US" sz="110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6359271"/>
                  </a:ext>
                </a:extLst>
              </a:tr>
            </a:tbl>
          </a:graphicData>
        </a:graphic>
      </p:graphicFrame>
      <p:sp>
        <p:nvSpPr>
          <p:cNvPr id="9" name="文本框 8">
            <a:extLst>
              <a:ext uri="{FF2B5EF4-FFF2-40B4-BE49-F238E27FC236}">
                <a16:creationId xmlns:a16="http://schemas.microsoft.com/office/drawing/2014/main" xmlns="" id="{84E0AD28-6AF1-3A47-E8DF-B954972D7A66}"/>
              </a:ext>
            </a:extLst>
          </p:cNvPr>
          <p:cNvSpPr txBox="1"/>
          <p:nvPr/>
        </p:nvSpPr>
        <p:spPr>
          <a:xfrm>
            <a:off x="800033" y="3332202"/>
            <a:ext cx="6102438" cy="276999"/>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sz="1200" dirty="0"/>
              <a:t>埃力生</a:t>
            </a:r>
            <a:r>
              <a:rPr lang="en-US" altLang="zh-CN" sz="1200" dirty="0"/>
              <a:t>《</a:t>
            </a:r>
            <a:r>
              <a:rPr lang="zh-CN" altLang="en-US" sz="1200" dirty="0"/>
              <a:t>石化厂中蒸汽管线保温改造</a:t>
            </a:r>
            <a:r>
              <a:rPr lang="en-US" altLang="zh-CN" sz="1200" dirty="0"/>
              <a:t>》</a:t>
            </a:r>
            <a:r>
              <a:rPr lang="zh-CN" altLang="en-US" sz="1200" dirty="0"/>
              <a:t>案例</a:t>
            </a:r>
            <a:r>
              <a:rPr lang="en-US" altLang="zh-CN" sz="1200" dirty="0"/>
              <a:t>——</a:t>
            </a:r>
            <a:r>
              <a:rPr lang="zh-CN" altLang="en-US" sz="1200" dirty="0"/>
              <a:t>管线散热损失下降</a:t>
            </a:r>
            <a:r>
              <a:rPr lang="en-US" altLang="zh-CN" sz="1200" dirty="0"/>
              <a:t>45.3%</a:t>
            </a:r>
            <a:endParaRPr lang="en-US" sz="1200" dirty="0"/>
          </a:p>
        </p:txBody>
      </p:sp>
      <p:sp>
        <p:nvSpPr>
          <p:cNvPr id="11" name="文本框 10">
            <a:extLst>
              <a:ext uri="{FF2B5EF4-FFF2-40B4-BE49-F238E27FC236}">
                <a16:creationId xmlns:a16="http://schemas.microsoft.com/office/drawing/2014/main" xmlns="" id="{2A2E655B-E451-99C8-CD1E-550FF3E4D642}"/>
              </a:ext>
            </a:extLst>
          </p:cNvPr>
          <p:cNvSpPr txBox="1"/>
          <p:nvPr/>
        </p:nvSpPr>
        <p:spPr>
          <a:xfrm>
            <a:off x="686829" y="1139037"/>
            <a:ext cx="6102438"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sz="1400" dirty="0"/>
              <a:t>石化厂中压蒸汽管线保温改造</a:t>
            </a:r>
            <a:endParaRPr lang="en-US" sz="1400" dirty="0"/>
          </a:p>
        </p:txBody>
      </p:sp>
      <p:sp>
        <p:nvSpPr>
          <p:cNvPr id="13" name="文本框 12">
            <a:extLst>
              <a:ext uri="{FF2B5EF4-FFF2-40B4-BE49-F238E27FC236}">
                <a16:creationId xmlns:a16="http://schemas.microsoft.com/office/drawing/2014/main" xmlns="" id="{6377FCEA-85BE-52F0-5A65-9D883C858A2F}"/>
              </a:ext>
            </a:extLst>
          </p:cNvPr>
          <p:cNvSpPr txBox="1"/>
          <p:nvPr/>
        </p:nvSpPr>
        <p:spPr>
          <a:xfrm>
            <a:off x="3165409" y="1145544"/>
            <a:ext cx="2882233"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sz="1400" dirty="0"/>
              <a:t>注气锅炉保温案例</a:t>
            </a:r>
            <a:endParaRPr lang="en-US" sz="1400" dirty="0"/>
          </a:p>
        </p:txBody>
      </p:sp>
      <p:sp>
        <p:nvSpPr>
          <p:cNvPr id="19" name="文本框 18">
            <a:extLst>
              <a:ext uri="{FF2B5EF4-FFF2-40B4-BE49-F238E27FC236}">
                <a16:creationId xmlns:a16="http://schemas.microsoft.com/office/drawing/2014/main" xmlns="" id="{10EBC252-0389-6FE9-80D3-CB5D1BC7820B}"/>
              </a:ext>
            </a:extLst>
          </p:cNvPr>
          <p:cNvSpPr txBox="1"/>
          <p:nvPr/>
        </p:nvSpPr>
        <p:spPr>
          <a:xfrm>
            <a:off x="1639740" y="419058"/>
            <a:ext cx="6574863"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气凝胶主要用于石油化工</a:t>
            </a:r>
            <a:endParaRPr lang="en-US" altLang="zh-CN" sz="2800" b="1" dirty="0">
              <a:solidFill>
                <a:srgbClr val="E10000"/>
              </a:solidFill>
              <a:latin typeface="微软雅黑" panose="020B0503020204020204" pitchFamily="34" charset="-122"/>
              <a:ea typeface="微软雅黑" panose="020B0503020204020204" pitchFamily="34" charset="-122"/>
            </a:endParaRPr>
          </a:p>
        </p:txBody>
      </p:sp>
      <p:sp>
        <p:nvSpPr>
          <p:cNvPr id="21" name="矩形 20">
            <a:extLst>
              <a:ext uri="{FF2B5EF4-FFF2-40B4-BE49-F238E27FC236}">
                <a16:creationId xmlns:a16="http://schemas.microsoft.com/office/drawing/2014/main" xmlns="" id="{30A7BAAA-752B-5409-7821-D2C399A8BC2C}"/>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02</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12" name="文本框 11">
            <a:extLst>
              <a:ext uri="{FF2B5EF4-FFF2-40B4-BE49-F238E27FC236}">
                <a16:creationId xmlns:a16="http://schemas.microsoft.com/office/drawing/2014/main" xmlns="" id="{E881C98B-EC47-597F-A7D4-FC3A7B353210}"/>
              </a:ext>
            </a:extLst>
          </p:cNvPr>
          <p:cNvSpPr txBox="1"/>
          <p:nvPr/>
        </p:nvSpPr>
        <p:spPr>
          <a:xfrm>
            <a:off x="5902368" y="993864"/>
            <a:ext cx="5715201" cy="2275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defPPr>
              <a:defRPr lang="zh-CN"/>
            </a:defPPr>
            <a:lvl1pPr marL="285750" marR="0" lvl="0" indent="-285750" fontAlgn="base">
              <a:lnSpc>
                <a:spcPct val="150000"/>
              </a:lnSpc>
              <a:spcBef>
                <a:spcPct val="0"/>
              </a:spcBef>
              <a:spcAft>
                <a:spcPct val="0"/>
              </a:spcAft>
              <a:buClr>
                <a:srgbClr val="C00000"/>
              </a:buClr>
              <a:buSzTx/>
              <a:buFont typeface="Wingdings" panose="05000000000000000000" pitchFamily="2" charset="2"/>
              <a:buChar char="p"/>
              <a:tabLst/>
              <a:defRPr kumimoji="0" sz="1200" b="0" i="0" u="none" strike="noStrike" cap="none" spc="0" normalizeH="0" baseline="0">
                <a:ln>
                  <a:noFill/>
                </a:ln>
                <a:solidFill>
                  <a:srgbClr val="6E6E6E"/>
                </a:solidFill>
                <a:effectLst/>
                <a:uLnTx/>
                <a:uFillTx/>
                <a:latin typeface="微软雅黑" panose="020B0503020204020204" pitchFamily="34" charset="-122"/>
                <a:ea typeface="微软雅黑" panose="020B0503020204020204" pitchFamily="34" charset="-122"/>
              </a:defRPr>
            </a:lvl1pPr>
            <a:lvl2pPr marL="742950" indent="-285750">
              <a:lnSpc>
                <a:spcPct val="90000"/>
              </a:lnSpc>
              <a:spcBef>
                <a:spcPct val="95000"/>
              </a:spcBef>
              <a:buFont typeface="Arial" panose="020B0604020202020204" pitchFamily="34" charset="0"/>
              <a:buChar char="•"/>
              <a:defRPr sz="2200">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9pPr>
          </a:lstStyle>
          <a:p>
            <a:r>
              <a:rPr lang="zh-CN" altLang="en-US" dirty="0"/>
              <a:t>石油化工企业需降低能耗，提高保温技术。在石油化工领域主要用在能源基础设施的外保温材料，特别是在高温蒸汽、导热油以及流体介质的管线中，气凝胶管道能够很好的减少管道暴露所带来的热损失。</a:t>
            </a:r>
            <a:endParaRPr lang="en-US" altLang="zh-CN" dirty="0"/>
          </a:p>
          <a:p>
            <a:r>
              <a:rPr lang="zh-CN" altLang="en-US" dirty="0"/>
              <a:t>气凝胶单位用量以管线直径为</a:t>
            </a:r>
            <a:r>
              <a:rPr lang="en-US" altLang="zh-CN" dirty="0"/>
              <a:t>500mm</a:t>
            </a:r>
            <a:r>
              <a:rPr lang="zh-CN" altLang="en-US" dirty="0"/>
              <a:t>（参考国家管网集团东部原油储运有限公司油气基础设施披露管径数据），保温层厚度为 </a:t>
            </a:r>
            <a:r>
              <a:rPr lang="en-US" altLang="zh-CN" dirty="0"/>
              <a:t>20mm</a:t>
            </a:r>
            <a:r>
              <a:rPr lang="zh-CN" altLang="en-US" dirty="0"/>
              <a:t>，余量 </a:t>
            </a:r>
            <a:r>
              <a:rPr lang="en-US" altLang="zh-CN" dirty="0"/>
              <a:t>20%</a:t>
            </a:r>
            <a:r>
              <a:rPr lang="zh-CN" altLang="en-US" dirty="0"/>
              <a:t>计算得到气凝胶单位用量约为 </a:t>
            </a:r>
            <a:r>
              <a:rPr lang="en-US" altLang="zh-CN" dirty="0"/>
              <a:t>40 </a:t>
            </a:r>
            <a:r>
              <a:rPr lang="zh-CN" altLang="en-US" dirty="0"/>
              <a:t>立方米</a:t>
            </a:r>
            <a:r>
              <a:rPr lang="en-US" altLang="zh-CN" dirty="0"/>
              <a:t>/</a:t>
            </a:r>
            <a:r>
              <a:rPr lang="zh-CN" altLang="en-US" dirty="0"/>
              <a:t>公里。</a:t>
            </a:r>
            <a:endParaRPr lang="en-US" altLang="zh-CN" dirty="0"/>
          </a:p>
          <a:p>
            <a:r>
              <a:rPr lang="zh-CN" altLang="en-US" dirty="0"/>
              <a:t>国家发改委在</a:t>
            </a:r>
            <a:r>
              <a:rPr lang="en-US" altLang="zh-CN" dirty="0"/>
              <a:t>《</a:t>
            </a:r>
            <a:r>
              <a:rPr lang="zh-CN" altLang="en-US" dirty="0"/>
              <a:t>中长期油气管网规划</a:t>
            </a:r>
            <a:r>
              <a:rPr lang="en-US" altLang="zh-CN" dirty="0"/>
              <a:t>》</a:t>
            </a:r>
            <a:r>
              <a:rPr lang="zh-CN" altLang="en-US" dirty="0"/>
              <a:t>规划</a:t>
            </a:r>
            <a:r>
              <a:rPr lang="en-US" altLang="zh-CN" dirty="0"/>
              <a:t>25</a:t>
            </a:r>
            <a:r>
              <a:rPr lang="zh-CN" altLang="en-US" dirty="0"/>
              <a:t>年中国油气管网规模将达到</a:t>
            </a:r>
            <a:r>
              <a:rPr lang="en-US" altLang="zh-CN" dirty="0"/>
              <a:t>24</a:t>
            </a:r>
            <a:r>
              <a:rPr lang="zh-CN" altLang="en-US" dirty="0"/>
              <a:t>万公里</a:t>
            </a:r>
            <a:endParaRPr lang="en-US" dirty="0"/>
          </a:p>
        </p:txBody>
      </p:sp>
      <p:graphicFrame>
        <p:nvGraphicFramePr>
          <p:cNvPr id="4" name="表格 3">
            <a:extLst>
              <a:ext uri="{FF2B5EF4-FFF2-40B4-BE49-F238E27FC236}">
                <a16:creationId xmlns:a16="http://schemas.microsoft.com/office/drawing/2014/main" xmlns="" id="{8E5D8E55-77A9-46DF-0544-53958561D198}"/>
              </a:ext>
            </a:extLst>
          </p:cNvPr>
          <p:cNvGraphicFramePr>
            <a:graphicFrameLocks noGrp="1"/>
          </p:cNvGraphicFramePr>
          <p:nvPr/>
        </p:nvGraphicFramePr>
        <p:xfrm>
          <a:off x="6207369" y="3609200"/>
          <a:ext cx="5292970" cy="2918616"/>
        </p:xfrm>
        <a:graphic>
          <a:graphicData uri="http://schemas.openxmlformats.org/drawingml/2006/table">
            <a:tbl>
              <a:tblPr firstRow="1" firstCol="1" bandRow="1"/>
              <a:tblGrid>
                <a:gridCol w="1436537">
                  <a:extLst>
                    <a:ext uri="{9D8B030D-6E8A-4147-A177-3AD203B41FA5}">
                      <a16:colId xmlns:a16="http://schemas.microsoft.com/office/drawing/2014/main" xmlns="" val="2617457632"/>
                    </a:ext>
                  </a:extLst>
                </a:gridCol>
                <a:gridCol w="521314">
                  <a:extLst>
                    <a:ext uri="{9D8B030D-6E8A-4147-A177-3AD203B41FA5}">
                      <a16:colId xmlns:a16="http://schemas.microsoft.com/office/drawing/2014/main" xmlns="" val="255090508"/>
                    </a:ext>
                  </a:extLst>
                </a:gridCol>
                <a:gridCol w="544437">
                  <a:extLst>
                    <a:ext uri="{9D8B030D-6E8A-4147-A177-3AD203B41FA5}">
                      <a16:colId xmlns:a16="http://schemas.microsoft.com/office/drawing/2014/main" xmlns="" val="4095220114"/>
                    </a:ext>
                  </a:extLst>
                </a:gridCol>
                <a:gridCol w="522265">
                  <a:extLst>
                    <a:ext uri="{9D8B030D-6E8A-4147-A177-3AD203B41FA5}">
                      <a16:colId xmlns:a16="http://schemas.microsoft.com/office/drawing/2014/main" xmlns="" val="4137992136"/>
                    </a:ext>
                  </a:extLst>
                </a:gridCol>
                <a:gridCol w="756139">
                  <a:extLst>
                    <a:ext uri="{9D8B030D-6E8A-4147-A177-3AD203B41FA5}">
                      <a16:colId xmlns:a16="http://schemas.microsoft.com/office/drawing/2014/main" xmlns="" val="3216223027"/>
                    </a:ext>
                  </a:extLst>
                </a:gridCol>
                <a:gridCol w="756139">
                  <a:extLst>
                    <a:ext uri="{9D8B030D-6E8A-4147-A177-3AD203B41FA5}">
                      <a16:colId xmlns:a16="http://schemas.microsoft.com/office/drawing/2014/main" xmlns="" val="2215304065"/>
                    </a:ext>
                  </a:extLst>
                </a:gridCol>
                <a:gridCol w="756139">
                  <a:extLst>
                    <a:ext uri="{9D8B030D-6E8A-4147-A177-3AD203B41FA5}">
                      <a16:colId xmlns:a16="http://schemas.microsoft.com/office/drawing/2014/main" xmlns="" val="1319952641"/>
                    </a:ext>
                  </a:extLst>
                </a:gridCol>
              </a:tblGrid>
              <a:tr h="254440">
                <a:tc>
                  <a:txBody>
                    <a:bodyPr/>
                    <a:lstStyle/>
                    <a:p>
                      <a:pPr algn="l" fontAlgn="b"/>
                      <a:endParaRPr lang="zh-CN" altLang="en-US" sz="1100" b="0" i="0" u="none" strike="noStrike" dirty="0">
                        <a:solidFill>
                          <a:srgbClr val="000000"/>
                        </a:solidFill>
                        <a:effectLst/>
                        <a:latin typeface="Arial" panose="020B0604020202020204" pitchFamily="34" charset="0"/>
                        <a:ea typeface="等线" panose="0201060003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algn="ctr" fontAlgn="b"/>
                      <a:r>
                        <a:rPr lang="en-US" altLang="zh-CN" sz="1100" b="1" i="0" u="none" strike="noStrike" dirty="0">
                          <a:solidFill>
                            <a:schemeClr val="bg1"/>
                          </a:solidFill>
                          <a:effectLst/>
                          <a:latin typeface="Arial" panose="020B0604020202020204" pitchFamily="34" charset="0"/>
                          <a:ea typeface="微软雅黑" panose="020B0503020204020204" pitchFamily="34" charset="-122"/>
                          <a:cs typeface="Arial" panose="020B0604020202020204" pitchFamily="34" charset="0"/>
                        </a:rPr>
                        <a:t>2020</a:t>
                      </a:r>
                    </a:p>
                  </a:txBody>
                  <a:tcPr marL="0" marR="0" marT="0" marB="0" anchor="ctr">
                    <a:lnL>
                      <a:noFill/>
                    </a:lnL>
                    <a:lnR>
                      <a:noFill/>
                    </a:lnR>
                    <a:lnT>
                      <a:noFill/>
                    </a:lnT>
                    <a:lnB>
                      <a:noFill/>
                    </a:lnB>
                    <a:solidFill>
                      <a:srgbClr val="E10000"/>
                    </a:solidFill>
                  </a:tcPr>
                </a:tc>
                <a:tc>
                  <a:txBody>
                    <a:bodyPr/>
                    <a:lstStyle/>
                    <a:p>
                      <a:pPr algn="ctr" fontAlgn="b"/>
                      <a:r>
                        <a:rPr lang="en-US" altLang="zh-CN" sz="1100" b="1" i="0" u="none" strike="noStrike" dirty="0">
                          <a:solidFill>
                            <a:schemeClr val="bg1"/>
                          </a:solidFill>
                          <a:effectLst/>
                          <a:latin typeface="Arial" panose="020B0604020202020204" pitchFamily="34" charset="0"/>
                          <a:ea typeface="微软雅黑" panose="020B0503020204020204" pitchFamily="34" charset="-122"/>
                          <a:cs typeface="Arial" panose="020B0604020202020204" pitchFamily="34" charset="0"/>
                        </a:rPr>
                        <a:t>2021</a:t>
                      </a:r>
                    </a:p>
                  </a:txBody>
                  <a:tcPr marL="0" marR="0" marT="0" marB="0" anchor="ctr">
                    <a:lnL>
                      <a:noFill/>
                    </a:lnL>
                    <a:lnR>
                      <a:noFill/>
                    </a:lnR>
                    <a:lnT>
                      <a:noFill/>
                    </a:lnT>
                    <a:lnB>
                      <a:noFill/>
                    </a:lnB>
                    <a:solidFill>
                      <a:srgbClr val="E10000"/>
                    </a:solidFill>
                  </a:tcPr>
                </a:tc>
                <a:tc>
                  <a:txBody>
                    <a:bodyPr/>
                    <a:lstStyle/>
                    <a:p>
                      <a:pPr algn="ctr" fontAlgn="b"/>
                      <a:r>
                        <a:rPr lang="en-GB" sz="1100" b="1" i="0" u="none" strike="noStrike" dirty="0" err="1">
                          <a:solidFill>
                            <a:schemeClr val="bg1"/>
                          </a:solidFill>
                          <a:effectLst/>
                          <a:latin typeface="Arial" panose="020B0604020202020204" pitchFamily="34" charset="0"/>
                          <a:ea typeface="微软雅黑" panose="020B0503020204020204" pitchFamily="34" charset="-122"/>
                          <a:cs typeface="Arial" panose="020B0604020202020204" pitchFamily="34" charset="0"/>
                        </a:rPr>
                        <a:t>2022E</a:t>
                      </a:r>
                      <a:endParaRPr lang="en-GB" sz="1100" b="1" i="0" u="none" strike="noStrike" dirty="0">
                        <a:solidFill>
                          <a:schemeClr val="bg1"/>
                        </a:solidFill>
                        <a:effectLst/>
                        <a:latin typeface="Arial" panose="020B0604020202020204" pitchFamily="34" charset="0"/>
                        <a:ea typeface="微软雅黑" panose="020B0503020204020204" pitchFamily="34"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algn="ctr" fontAlgn="b"/>
                      <a:r>
                        <a:rPr lang="en-GB" sz="1100" b="1" i="0" u="none" strike="noStrike" dirty="0" err="1">
                          <a:solidFill>
                            <a:schemeClr val="bg1"/>
                          </a:solidFill>
                          <a:effectLst/>
                          <a:latin typeface="Arial" panose="020B0604020202020204" pitchFamily="34" charset="0"/>
                          <a:ea typeface="微软雅黑" panose="020B0503020204020204" pitchFamily="34" charset="-122"/>
                          <a:cs typeface="Arial" panose="020B0604020202020204" pitchFamily="34" charset="0"/>
                        </a:rPr>
                        <a:t>2023E</a:t>
                      </a:r>
                      <a:endParaRPr lang="en-GB" sz="1100" b="1" i="0" u="none" strike="noStrike" dirty="0">
                        <a:solidFill>
                          <a:schemeClr val="bg1"/>
                        </a:solidFill>
                        <a:effectLst/>
                        <a:latin typeface="Arial" panose="020B0604020202020204" pitchFamily="34" charset="0"/>
                        <a:ea typeface="微软雅黑" panose="020B0503020204020204" pitchFamily="34"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algn="ctr" fontAlgn="b"/>
                      <a:r>
                        <a:rPr lang="en-GB" sz="1100" b="1" i="0" u="none" strike="noStrike" dirty="0" err="1">
                          <a:solidFill>
                            <a:schemeClr val="bg1"/>
                          </a:solidFill>
                          <a:effectLst/>
                          <a:latin typeface="Arial" panose="020B0604020202020204" pitchFamily="34" charset="0"/>
                          <a:ea typeface="微软雅黑" panose="020B0503020204020204" pitchFamily="34" charset="-122"/>
                          <a:cs typeface="Arial" panose="020B0604020202020204" pitchFamily="34" charset="0"/>
                        </a:rPr>
                        <a:t>2024E</a:t>
                      </a:r>
                      <a:endParaRPr lang="en-GB" sz="1100" b="1" i="0" u="none" strike="noStrike" dirty="0">
                        <a:solidFill>
                          <a:schemeClr val="bg1"/>
                        </a:solidFill>
                        <a:effectLst/>
                        <a:latin typeface="Arial" panose="020B0604020202020204" pitchFamily="34" charset="0"/>
                        <a:ea typeface="微软雅黑" panose="020B0503020204020204" pitchFamily="34"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algn="ctr" fontAlgn="b"/>
                      <a:r>
                        <a:rPr lang="en-GB" sz="1100" b="1" i="0" u="none" strike="noStrike" dirty="0" err="1">
                          <a:solidFill>
                            <a:schemeClr val="bg1"/>
                          </a:solidFill>
                          <a:effectLst/>
                          <a:latin typeface="Arial" panose="020B0604020202020204" pitchFamily="34" charset="0"/>
                          <a:ea typeface="微软雅黑" panose="020B0503020204020204" pitchFamily="34" charset="-122"/>
                          <a:cs typeface="Arial" panose="020B0604020202020204" pitchFamily="34" charset="0"/>
                        </a:rPr>
                        <a:t>2025E</a:t>
                      </a:r>
                      <a:endParaRPr lang="en-GB" sz="1100" b="1" i="0" u="none" strike="noStrike" dirty="0">
                        <a:solidFill>
                          <a:schemeClr val="bg1"/>
                        </a:solidFill>
                        <a:effectLst/>
                        <a:latin typeface="Arial" panose="020B0604020202020204" pitchFamily="34" charset="0"/>
                        <a:ea typeface="微软雅黑" panose="020B0503020204020204" pitchFamily="34" charset="-122"/>
                        <a:cs typeface="Arial" panose="020B0604020202020204" pitchFamily="34"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3660588477"/>
                  </a:ext>
                </a:extLst>
              </a:tr>
              <a:tr h="325155">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油气管道里程（万公里）</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13</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15</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17</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19</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21</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24</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xmlns="" val="3083132601"/>
                  </a:ext>
                </a:extLst>
              </a:tr>
              <a:tr h="356623">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新增管道里程数（万公里）</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xmlns="" val="2037463100"/>
                  </a:ext>
                </a:extLst>
              </a:tr>
              <a:tr h="325155">
                <a:tc>
                  <a:txBody>
                    <a:bodyPr/>
                    <a:lstStyle/>
                    <a:p>
                      <a:pPr marL="0" algn="l" defTabSz="914400" rtl="0" eaLnBrk="1" fontAlgn="b" latinLnBrk="0" hangingPunct="1"/>
                      <a:r>
                        <a:rPr lang="zh-CN" alt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存量管道替换比例</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xmlns="" val="3358651195"/>
                  </a:ext>
                </a:extLst>
              </a:tr>
              <a:tr h="325155">
                <a:tc>
                  <a:txBody>
                    <a:bodyPr/>
                    <a:lstStyle/>
                    <a:p>
                      <a:pPr marL="0" algn="l" defTabSz="914400" rtl="0" eaLnBrk="1" fontAlgn="b" latinLnBrk="0" hangingPunct="1"/>
                      <a:r>
                        <a:rPr lang="zh-CN" alt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新增管道比例</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xmlns="" val="302606638"/>
                  </a:ext>
                </a:extLst>
              </a:tr>
              <a:tr h="356623">
                <a:tc>
                  <a:txBody>
                    <a:bodyPr/>
                    <a:lstStyle/>
                    <a:p>
                      <a:pPr marL="0" algn="l" defTabSz="914400" rtl="0" eaLnBrk="1" fontAlgn="b" latinLnBrk="0" hangingPunct="1"/>
                      <a:r>
                        <a:rPr lang="zh-CN" alt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气凝胶单位用量（立方</a:t>
                      </a:r>
                      <a:r>
                        <a:rPr lang="en-US" alt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alt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公里）</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40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40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xmlns="" val="3205883892"/>
                  </a:ext>
                </a:extLst>
              </a:tr>
              <a:tr h="325155">
                <a:tc>
                  <a:txBody>
                    <a:bodyPr/>
                    <a:lstStyle/>
                    <a:p>
                      <a:pPr marL="0" algn="l" defTabSz="914400" rtl="0" eaLnBrk="1" fontAlgn="b" latinLnBrk="0" hangingPunct="1"/>
                      <a:r>
                        <a:rPr lang="zh-CN" alt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气凝胶用量（万立方米）</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24</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xmlns="" val="3045523085"/>
                  </a:ext>
                </a:extLst>
              </a:tr>
              <a:tr h="325155">
                <a:tc>
                  <a:txBody>
                    <a:bodyPr/>
                    <a:lstStyle/>
                    <a:p>
                      <a:pPr marL="0" algn="l" defTabSz="914400" rtl="0" eaLnBrk="1" fontAlgn="b" latinLnBrk="0" hangingPunct="1"/>
                      <a:r>
                        <a:rPr lang="zh-CN" alt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气凝胶价格（万</a:t>
                      </a:r>
                      <a:r>
                        <a:rPr lang="en-US" alt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alt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立方米）</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12000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11000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10000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10000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10000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xmlns="" val="4294672341"/>
                  </a:ext>
                </a:extLst>
              </a:tr>
              <a:tr h="325155">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气凝胶市场规模（亿元）</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13</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24</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xmlns="" val="320208275"/>
                  </a:ext>
                </a:extLst>
              </a:tr>
            </a:tbl>
          </a:graphicData>
        </a:graphic>
      </p:graphicFrame>
      <p:sp>
        <p:nvSpPr>
          <p:cNvPr id="6" name="文本框 5">
            <a:extLst>
              <a:ext uri="{FF2B5EF4-FFF2-40B4-BE49-F238E27FC236}">
                <a16:creationId xmlns:a16="http://schemas.microsoft.com/office/drawing/2014/main" xmlns="" id="{6BF2106B-D571-7DF3-E856-2B1D5629DCE1}"/>
              </a:ext>
            </a:extLst>
          </p:cNvPr>
          <p:cNvSpPr txBox="1"/>
          <p:nvPr/>
        </p:nvSpPr>
        <p:spPr>
          <a:xfrm>
            <a:off x="6096000" y="3301424"/>
            <a:ext cx="5521569" cy="307777"/>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sz="1400" dirty="0"/>
              <a:t>气凝胶油气管道用规模测算</a:t>
            </a:r>
            <a:endParaRPr lang="en-US" sz="1400" dirty="0"/>
          </a:p>
        </p:txBody>
      </p:sp>
      <p:sp>
        <p:nvSpPr>
          <p:cNvPr id="8" name="Rectangle 5">
            <a:extLst>
              <a:ext uri="{FF2B5EF4-FFF2-40B4-BE49-F238E27FC236}">
                <a16:creationId xmlns:a16="http://schemas.microsoft.com/office/drawing/2014/main" xmlns="" id="{9D483321-5359-5BA9-D023-4FF62F509CAF}"/>
              </a:ext>
            </a:extLst>
          </p:cNvPr>
          <p:cNvSpPr>
            <a:spLocks noChangeArrowheads="1"/>
          </p:cNvSpPr>
          <p:nvPr/>
        </p:nvSpPr>
        <p:spPr bwMode="auto">
          <a:xfrm>
            <a:off x="130535" y="6682467"/>
            <a:ext cx="6404962" cy="213861"/>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资料来源：埃力生官网，长江证券研究所</a:t>
            </a:r>
          </a:p>
        </p:txBody>
      </p:sp>
    </p:spTree>
    <p:extLst>
      <p:ext uri="{BB962C8B-B14F-4D97-AF65-F5344CB8AC3E}">
        <p14:creationId xmlns:p14="http://schemas.microsoft.com/office/powerpoint/2010/main" val="398478435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A1EC13EE-D186-679D-2733-84F11523B587}"/>
              </a:ext>
            </a:extLst>
          </p:cNvPr>
          <p:cNvPicPr>
            <a:picLocks noChangeAspect="1"/>
          </p:cNvPicPr>
          <p:nvPr/>
        </p:nvPicPr>
        <p:blipFill>
          <a:blip r:embed="rId2"/>
          <a:stretch>
            <a:fillRect/>
          </a:stretch>
        </p:blipFill>
        <p:spPr>
          <a:xfrm>
            <a:off x="913627" y="2366471"/>
            <a:ext cx="2848526" cy="1781121"/>
          </a:xfrm>
          <a:prstGeom prst="rect">
            <a:avLst/>
          </a:prstGeom>
        </p:spPr>
      </p:pic>
      <p:pic>
        <p:nvPicPr>
          <p:cNvPr id="7" name="图片 6" descr="image">
            <a:extLst>
              <a:ext uri="{FF2B5EF4-FFF2-40B4-BE49-F238E27FC236}">
                <a16:creationId xmlns:a16="http://schemas.microsoft.com/office/drawing/2014/main" xmlns="" id="{BD83BDFF-F265-F009-B749-229822B3B6A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75816" y="4980958"/>
            <a:ext cx="3013075" cy="1168400"/>
          </a:xfrm>
          <a:prstGeom prst="rect">
            <a:avLst/>
          </a:prstGeom>
          <a:noFill/>
          <a:ln>
            <a:noFill/>
          </a:ln>
        </p:spPr>
      </p:pic>
      <p:sp>
        <p:nvSpPr>
          <p:cNvPr id="9" name="文本框 8">
            <a:extLst>
              <a:ext uri="{FF2B5EF4-FFF2-40B4-BE49-F238E27FC236}">
                <a16:creationId xmlns:a16="http://schemas.microsoft.com/office/drawing/2014/main" xmlns="" id="{A626B8CB-71D6-ED06-893C-475748BFA3EF}"/>
              </a:ext>
            </a:extLst>
          </p:cNvPr>
          <p:cNvSpPr txBox="1"/>
          <p:nvPr/>
        </p:nvSpPr>
        <p:spPr>
          <a:xfrm>
            <a:off x="901379" y="4197097"/>
            <a:ext cx="3117563"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气凝胶用于锂电池热防护</a:t>
            </a:r>
            <a:endParaRPr lang="en-US" dirty="0"/>
          </a:p>
        </p:txBody>
      </p:sp>
      <p:sp>
        <p:nvSpPr>
          <p:cNvPr id="15" name="文本框 14">
            <a:extLst>
              <a:ext uri="{FF2B5EF4-FFF2-40B4-BE49-F238E27FC236}">
                <a16:creationId xmlns:a16="http://schemas.microsoft.com/office/drawing/2014/main" xmlns="" id="{A0B73161-EC45-9520-C61B-C8B55FD97842}"/>
              </a:ext>
            </a:extLst>
          </p:cNvPr>
          <p:cNvSpPr txBox="1"/>
          <p:nvPr/>
        </p:nvSpPr>
        <p:spPr>
          <a:xfrm>
            <a:off x="1639740" y="419058"/>
            <a:ext cx="6574863"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锂电带来需求增量</a:t>
            </a:r>
            <a:endParaRPr lang="en-US" altLang="zh-CN" sz="2800" b="1" dirty="0">
              <a:solidFill>
                <a:srgbClr val="E10000"/>
              </a:solidFill>
              <a:latin typeface="微软雅黑" panose="020B0503020204020204" pitchFamily="34" charset="-122"/>
              <a:ea typeface="微软雅黑" panose="020B0503020204020204" pitchFamily="34" charset="-122"/>
            </a:endParaRPr>
          </a:p>
        </p:txBody>
      </p:sp>
      <p:sp>
        <p:nvSpPr>
          <p:cNvPr id="17" name="矩形 16">
            <a:extLst>
              <a:ext uri="{FF2B5EF4-FFF2-40B4-BE49-F238E27FC236}">
                <a16:creationId xmlns:a16="http://schemas.microsoft.com/office/drawing/2014/main" xmlns="" id="{E4CA93AD-440B-BDE6-2F80-A8960BD61331}"/>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02</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19" name="文本框 18">
            <a:extLst>
              <a:ext uri="{FF2B5EF4-FFF2-40B4-BE49-F238E27FC236}">
                <a16:creationId xmlns:a16="http://schemas.microsoft.com/office/drawing/2014/main" xmlns="" id="{A130D965-0C81-EC17-6043-C18C17B06EFC}"/>
              </a:ext>
            </a:extLst>
          </p:cNvPr>
          <p:cNvSpPr txBox="1"/>
          <p:nvPr/>
        </p:nvSpPr>
        <p:spPr>
          <a:xfrm>
            <a:off x="841419" y="1080393"/>
            <a:ext cx="10487696"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defPPr>
              <a:defRPr lang="zh-CN"/>
            </a:defPPr>
            <a:lvl1pPr marL="285750" marR="0" lvl="0" indent="-285750" fontAlgn="base">
              <a:lnSpc>
                <a:spcPct val="150000"/>
              </a:lnSpc>
              <a:spcBef>
                <a:spcPct val="0"/>
              </a:spcBef>
              <a:spcAft>
                <a:spcPct val="0"/>
              </a:spcAft>
              <a:buClr>
                <a:srgbClr val="C00000"/>
              </a:buClr>
              <a:buSzTx/>
              <a:buFont typeface="Wingdings" panose="05000000000000000000" pitchFamily="2" charset="2"/>
              <a:buChar char="p"/>
              <a:tabLst/>
              <a:defRPr kumimoji="0" sz="1200" b="0" i="0" u="none" strike="noStrike" cap="none" spc="0" normalizeH="0" baseline="0">
                <a:ln>
                  <a:noFill/>
                </a:ln>
                <a:solidFill>
                  <a:srgbClr val="6E6E6E"/>
                </a:solidFill>
                <a:effectLst/>
                <a:uLnTx/>
                <a:uFillTx/>
                <a:latin typeface="微软雅黑" panose="020B0503020204020204" pitchFamily="34" charset="-122"/>
                <a:ea typeface="微软雅黑" panose="020B0503020204020204" pitchFamily="34" charset="-122"/>
              </a:defRPr>
            </a:lvl1pPr>
            <a:lvl2pPr marL="742950" indent="-285750">
              <a:lnSpc>
                <a:spcPct val="90000"/>
              </a:lnSpc>
              <a:spcBef>
                <a:spcPct val="95000"/>
              </a:spcBef>
              <a:buFont typeface="Arial" panose="020B0604020202020204" pitchFamily="34" charset="0"/>
              <a:buChar char="•"/>
              <a:defRPr sz="2200">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9pPr>
          </a:lstStyle>
          <a:p>
            <a:r>
              <a:rPr lang="zh-CN" altLang="en-US" b="1" dirty="0"/>
              <a:t>防止热失控，气凝胶相比于其他材料更好，</a:t>
            </a:r>
            <a:r>
              <a:rPr lang="en-US" altLang="zh-CN" b="1" dirty="0"/>
              <a:t>A</a:t>
            </a:r>
            <a:r>
              <a:rPr lang="zh-CN" altLang="en-US" b="1" dirty="0"/>
              <a:t>级防火，一定程度阻止电池自燃，或车厢燃烧蔓延到电池，提供车辆安全稳定性。</a:t>
            </a:r>
            <a:endParaRPr lang="en-US" altLang="zh-CN" b="1" dirty="0"/>
          </a:p>
          <a:p>
            <a:r>
              <a:rPr lang="zh-CN" altLang="en-US" b="1" dirty="0"/>
              <a:t>一个电池包使用</a:t>
            </a:r>
            <a:r>
              <a:rPr lang="en-US" altLang="zh-CN" b="1" dirty="0"/>
              <a:t>2</a:t>
            </a:r>
            <a:r>
              <a:rPr lang="zh-CN" altLang="en-US" b="1" dirty="0"/>
              <a:t>平米的气凝胶</a:t>
            </a:r>
            <a:endParaRPr lang="en-US" altLang="zh-CN" b="1" dirty="0"/>
          </a:p>
        </p:txBody>
      </p:sp>
      <p:sp>
        <p:nvSpPr>
          <p:cNvPr id="23" name="文本框 22">
            <a:extLst>
              <a:ext uri="{FF2B5EF4-FFF2-40B4-BE49-F238E27FC236}">
                <a16:creationId xmlns:a16="http://schemas.microsoft.com/office/drawing/2014/main" xmlns="" id="{CB0153C6-9F24-8E2A-A7EC-9378FC590CDB}"/>
              </a:ext>
            </a:extLst>
          </p:cNvPr>
          <p:cNvSpPr txBox="1"/>
          <p:nvPr/>
        </p:nvSpPr>
        <p:spPr>
          <a:xfrm>
            <a:off x="933928" y="1970117"/>
            <a:ext cx="6096000"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造成锂电热失控的诱因</a:t>
            </a:r>
            <a:endParaRPr lang="en-US" dirty="0"/>
          </a:p>
        </p:txBody>
      </p:sp>
      <p:sp>
        <p:nvSpPr>
          <p:cNvPr id="25" name="文本框 24">
            <a:extLst>
              <a:ext uri="{FF2B5EF4-FFF2-40B4-BE49-F238E27FC236}">
                <a16:creationId xmlns:a16="http://schemas.microsoft.com/office/drawing/2014/main" xmlns="" id="{DFC63F95-7821-6F8A-41C9-FB33DAC7327B}"/>
              </a:ext>
            </a:extLst>
          </p:cNvPr>
          <p:cNvSpPr txBox="1"/>
          <p:nvPr/>
        </p:nvSpPr>
        <p:spPr>
          <a:xfrm>
            <a:off x="4242985" y="1970117"/>
            <a:ext cx="6102438"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气凝胶锂电用市场规模</a:t>
            </a:r>
            <a:endParaRPr lang="en-US" dirty="0"/>
          </a:p>
        </p:txBody>
      </p:sp>
      <p:graphicFrame>
        <p:nvGraphicFramePr>
          <p:cNvPr id="8" name="表格 7">
            <a:extLst>
              <a:ext uri="{FF2B5EF4-FFF2-40B4-BE49-F238E27FC236}">
                <a16:creationId xmlns:a16="http://schemas.microsoft.com/office/drawing/2014/main" xmlns="" id="{32327C34-4D7B-793B-5633-AF2C495CFA65}"/>
              </a:ext>
            </a:extLst>
          </p:cNvPr>
          <p:cNvGraphicFramePr>
            <a:graphicFrameLocks noGrp="1"/>
          </p:cNvGraphicFramePr>
          <p:nvPr/>
        </p:nvGraphicFramePr>
        <p:xfrm>
          <a:off x="4392207" y="2366472"/>
          <a:ext cx="6734457" cy="3849696"/>
        </p:xfrm>
        <a:graphic>
          <a:graphicData uri="http://schemas.openxmlformats.org/drawingml/2006/table">
            <a:tbl>
              <a:tblPr firstRow="1" firstCol="1" bandRow="1"/>
              <a:tblGrid>
                <a:gridCol w="1427869">
                  <a:extLst>
                    <a:ext uri="{9D8B030D-6E8A-4147-A177-3AD203B41FA5}">
                      <a16:colId xmlns:a16="http://schemas.microsoft.com/office/drawing/2014/main" xmlns="" val="2617457632"/>
                    </a:ext>
                  </a:extLst>
                </a:gridCol>
                <a:gridCol w="651768">
                  <a:extLst>
                    <a:ext uri="{9D8B030D-6E8A-4147-A177-3AD203B41FA5}">
                      <a16:colId xmlns:a16="http://schemas.microsoft.com/office/drawing/2014/main" xmlns="" val="255090508"/>
                    </a:ext>
                  </a:extLst>
                </a:gridCol>
                <a:gridCol w="711860">
                  <a:extLst>
                    <a:ext uri="{9D8B030D-6E8A-4147-A177-3AD203B41FA5}">
                      <a16:colId xmlns:a16="http://schemas.microsoft.com/office/drawing/2014/main" xmlns="" val="4095220114"/>
                    </a:ext>
                  </a:extLst>
                </a:gridCol>
                <a:gridCol w="788592">
                  <a:extLst>
                    <a:ext uri="{9D8B030D-6E8A-4147-A177-3AD203B41FA5}">
                      <a16:colId xmlns:a16="http://schemas.microsoft.com/office/drawing/2014/main" xmlns="" val="4137992136"/>
                    </a:ext>
                  </a:extLst>
                </a:gridCol>
                <a:gridCol w="788592">
                  <a:extLst>
                    <a:ext uri="{9D8B030D-6E8A-4147-A177-3AD203B41FA5}">
                      <a16:colId xmlns:a16="http://schemas.microsoft.com/office/drawing/2014/main" xmlns="" val="3216223027"/>
                    </a:ext>
                  </a:extLst>
                </a:gridCol>
                <a:gridCol w="788592">
                  <a:extLst>
                    <a:ext uri="{9D8B030D-6E8A-4147-A177-3AD203B41FA5}">
                      <a16:colId xmlns:a16="http://schemas.microsoft.com/office/drawing/2014/main" xmlns="" val="2215304065"/>
                    </a:ext>
                  </a:extLst>
                </a:gridCol>
                <a:gridCol w="788592">
                  <a:extLst>
                    <a:ext uri="{9D8B030D-6E8A-4147-A177-3AD203B41FA5}">
                      <a16:colId xmlns:a16="http://schemas.microsoft.com/office/drawing/2014/main" xmlns="" val="1319952641"/>
                    </a:ext>
                  </a:extLst>
                </a:gridCol>
                <a:gridCol w="788592">
                  <a:extLst>
                    <a:ext uri="{9D8B030D-6E8A-4147-A177-3AD203B41FA5}">
                      <a16:colId xmlns:a16="http://schemas.microsoft.com/office/drawing/2014/main" xmlns="" val="1266127012"/>
                    </a:ext>
                  </a:extLst>
                </a:gridCol>
              </a:tblGrid>
              <a:tr h="430154">
                <a:tc>
                  <a:txBody>
                    <a:bodyPr/>
                    <a:lstStyle/>
                    <a:p>
                      <a:pPr marL="0" algn="l" defTabSz="914400" rtl="0" eaLnBrk="1" fontAlgn="b" latinLnBrk="0" hangingPunct="1"/>
                      <a:endParaRPr lang="zh-CN" altLang="en-US" sz="1050" b="1" kern="100" dirty="0">
                        <a:solidFill>
                          <a:schemeClr val="bg1"/>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ctr" defTabSz="914400" rtl="0" eaLnBrk="1" fontAlgn="b" latinLnBrk="0" hangingPunct="1"/>
                      <a:r>
                        <a:rPr lang="en-GB" sz="1050" b="1" kern="100" dirty="0" err="1">
                          <a:solidFill>
                            <a:schemeClr val="bg1"/>
                          </a:solidFill>
                          <a:effectLst/>
                          <a:latin typeface="Arial" panose="020B0604020202020204" pitchFamily="34" charset="0"/>
                          <a:ea typeface="华文细黑" panose="02010600040101010101" pitchFamily="2" charset="-122"/>
                          <a:cs typeface="Arial" panose="020B0604020202020204" pitchFamily="34" charset="0"/>
                        </a:rPr>
                        <a:t>2019A</a:t>
                      </a:r>
                      <a:endParaRPr lang="en-GB" sz="1050" b="1" kern="100" dirty="0">
                        <a:solidFill>
                          <a:schemeClr val="bg1"/>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ctr" defTabSz="914400" rtl="0" eaLnBrk="1" fontAlgn="b" latinLnBrk="0" hangingPunct="1"/>
                      <a:r>
                        <a:rPr lang="en-GB" sz="1050" b="1" kern="100" dirty="0" err="1">
                          <a:solidFill>
                            <a:schemeClr val="bg1"/>
                          </a:solidFill>
                          <a:effectLst/>
                          <a:latin typeface="Arial" panose="020B0604020202020204" pitchFamily="34" charset="0"/>
                          <a:ea typeface="华文细黑" panose="02010600040101010101" pitchFamily="2" charset="-122"/>
                          <a:cs typeface="Arial" panose="020B0604020202020204" pitchFamily="34" charset="0"/>
                        </a:rPr>
                        <a:t>2020A</a:t>
                      </a:r>
                      <a:endParaRPr lang="en-GB" sz="1050" b="1" kern="100" dirty="0">
                        <a:solidFill>
                          <a:schemeClr val="bg1"/>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ctr" defTabSz="914400" rtl="0" eaLnBrk="1" fontAlgn="b" latinLnBrk="0" hangingPunct="1"/>
                      <a:r>
                        <a:rPr lang="en-GB" sz="1050" b="1" kern="100" dirty="0" err="1">
                          <a:solidFill>
                            <a:schemeClr val="bg1"/>
                          </a:solidFill>
                          <a:effectLst/>
                          <a:latin typeface="Arial" panose="020B0604020202020204" pitchFamily="34" charset="0"/>
                          <a:ea typeface="华文细黑" panose="02010600040101010101" pitchFamily="2" charset="-122"/>
                          <a:cs typeface="Arial" panose="020B0604020202020204" pitchFamily="34" charset="0"/>
                        </a:rPr>
                        <a:t>2021A</a:t>
                      </a:r>
                      <a:endParaRPr lang="en-GB" sz="1050" b="1" kern="100" dirty="0">
                        <a:solidFill>
                          <a:schemeClr val="bg1"/>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ctr" defTabSz="914400" rtl="0" eaLnBrk="1" fontAlgn="b" latinLnBrk="0" hangingPunct="1"/>
                      <a:r>
                        <a:rPr lang="en-GB" sz="1050" b="1" kern="100" dirty="0" err="1">
                          <a:solidFill>
                            <a:schemeClr val="bg1"/>
                          </a:solidFill>
                          <a:effectLst/>
                          <a:latin typeface="Arial" panose="020B0604020202020204" pitchFamily="34" charset="0"/>
                          <a:ea typeface="华文细黑" panose="02010600040101010101" pitchFamily="2" charset="-122"/>
                          <a:cs typeface="Arial" panose="020B0604020202020204" pitchFamily="34" charset="0"/>
                        </a:rPr>
                        <a:t>2022E</a:t>
                      </a:r>
                      <a:endParaRPr lang="en-GB" sz="1050" b="1" kern="100" dirty="0">
                        <a:solidFill>
                          <a:schemeClr val="bg1"/>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ctr" defTabSz="914400" rtl="0" eaLnBrk="1" fontAlgn="b" latinLnBrk="0" hangingPunct="1"/>
                      <a:r>
                        <a:rPr lang="en-GB" sz="1050" b="1" kern="100" dirty="0" err="1">
                          <a:solidFill>
                            <a:schemeClr val="bg1"/>
                          </a:solidFill>
                          <a:effectLst/>
                          <a:latin typeface="Arial" panose="020B0604020202020204" pitchFamily="34" charset="0"/>
                          <a:ea typeface="华文细黑" panose="02010600040101010101" pitchFamily="2" charset="-122"/>
                          <a:cs typeface="Arial" panose="020B0604020202020204" pitchFamily="34" charset="0"/>
                        </a:rPr>
                        <a:t>2023E</a:t>
                      </a:r>
                      <a:endParaRPr lang="en-GB" sz="1050" b="1" kern="100" dirty="0">
                        <a:solidFill>
                          <a:schemeClr val="bg1"/>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ctr" defTabSz="914400" rtl="0" eaLnBrk="1" fontAlgn="b" latinLnBrk="0" hangingPunct="1"/>
                      <a:r>
                        <a:rPr lang="en-GB" sz="1050" b="1" kern="100" dirty="0" err="1">
                          <a:solidFill>
                            <a:schemeClr val="bg1"/>
                          </a:solidFill>
                          <a:effectLst/>
                          <a:latin typeface="Arial" panose="020B0604020202020204" pitchFamily="34" charset="0"/>
                          <a:ea typeface="华文细黑" panose="02010600040101010101" pitchFamily="2" charset="-122"/>
                          <a:cs typeface="Arial" panose="020B0604020202020204" pitchFamily="34" charset="0"/>
                        </a:rPr>
                        <a:t>2024E</a:t>
                      </a:r>
                      <a:endParaRPr lang="en-GB" sz="1050" b="1" kern="100" dirty="0">
                        <a:solidFill>
                          <a:schemeClr val="bg1"/>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tc>
                  <a:txBody>
                    <a:bodyPr/>
                    <a:lstStyle/>
                    <a:p>
                      <a:pPr marL="0" algn="ctr" defTabSz="914400" rtl="0" eaLnBrk="1" fontAlgn="b" latinLnBrk="0" hangingPunct="1"/>
                      <a:r>
                        <a:rPr lang="en-GB" sz="1050" b="1" kern="100" dirty="0" err="1">
                          <a:solidFill>
                            <a:schemeClr val="bg1"/>
                          </a:solidFill>
                          <a:effectLst/>
                          <a:latin typeface="Arial" panose="020B0604020202020204" pitchFamily="34" charset="0"/>
                          <a:ea typeface="华文细黑" panose="02010600040101010101" pitchFamily="2" charset="-122"/>
                          <a:cs typeface="Arial" panose="020B0604020202020204" pitchFamily="34" charset="0"/>
                        </a:rPr>
                        <a:t>2025E</a:t>
                      </a:r>
                      <a:endParaRPr lang="en-GB" sz="1050" b="1" kern="100" dirty="0">
                        <a:solidFill>
                          <a:schemeClr val="bg1"/>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3660588477"/>
                  </a:ext>
                </a:extLst>
              </a:tr>
              <a:tr h="427865">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全球新能源车合计（万辆</a:t>
                      </a:r>
                      <a:r>
                        <a:rPr lang="en-US" altLang="zh-CN"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217</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297</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607</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1011</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1416</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1926</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2539</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xmlns="" val="3083132601"/>
                  </a:ext>
                </a:extLst>
              </a:tr>
              <a:tr h="427865">
                <a:tc>
                  <a:txBody>
                    <a:bodyPr/>
                    <a:lstStyle/>
                    <a:p>
                      <a:pPr marL="0" algn="l" defTabSz="914400" rtl="0" eaLnBrk="1" fontAlgn="b" latinLnBrk="0" hangingPunct="1"/>
                      <a:r>
                        <a:rPr lang="zh-CN" alt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中国新能源车合计（万辆</a:t>
                      </a:r>
                      <a:r>
                        <a:rPr lang="en-US" altLang="zh-CN"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alt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117</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129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327</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633</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863</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1078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1336</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37463100"/>
                  </a:ext>
                </a:extLst>
              </a:tr>
              <a:tr h="406432">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气凝胶渗透率</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358651195"/>
                  </a:ext>
                </a:extLst>
              </a:tr>
              <a:tr h="427865">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全球新能源汽车气凝胶锂电用量（万平米）</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60.7</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161.7</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424.9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847.4</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1523.2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2606638"/>
                  </a:ext>
                </a:extLst>
              </a:tr>
              <a:tr h="427865">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中国新能源汽车气凝胶锂电用量（万平米）</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32.7</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101.2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258.9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474.3</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801.5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205883892"/>
                  </a:ext>
                </a:extLst>
              </a:tr>
              <a:tr h="427865">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气凝胶价格（元</a:t>
                      </a:r>
                      <a:r>
                        <a:rPr lang="en-US" altLang="zh-CN"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平）</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250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150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150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150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45523085"/>
                  </a:ext>
                </a:extLst>
              </a:tr>
              <a:tr h="445920">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全球气凝胶市场规模（亿元）</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3.2</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6.4</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12.7</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22.8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294672341"/>
                  </a:ext>
                </a:extLst>
              </a:tr>
              <a:tr h="427865">
                <a:tc>
                  <a:txBody>
                    <a:bodyPr/>
                    <a:lstStyle/>
                    <a:p>
                      <a:pPr marL="0" algn="l" defTabSz="914400" rtl="0" eaLnBrk="1" fontAlgn="b" latinLnBrk="0" hangingPunct="1"/>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中国气凝胶市场规模（亿元）</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endPar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0.8</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3.9</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7.1</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b" latinLnBrk="0" hangingPunct="1"/>
                      <a:r>
                        <a:rPr 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12.0</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20208275"/>
                  </a:ext>
                </a:extLst>
              </a:tr>
            </a:tbl>
          </a:graphicData>
        </a:graphic>
      </p:graphicFrame>
      <p:sp>
        <p:nvSpPr>
          <p:cNvPr id="4" name="Rectangle 5">
            <a:extLst>
              <a:ext uri="{FF2B5EF4-FFF2-40B4-BE49-F238E27FC236}">
                <a16:creationId xmlns:a16="http://schemas.microsoft.com/office/drawing/2014/main" xmlns="" id="{76D99F4F-36A9-17E1-CF67-A91794C92582}"/>
              </a:ext>
            </a:extLst>
          </p:cNvPr>
          <p:cNvSpPr>
            <a:spLocks noChangeArrowheads="1"/>
          </p:cNvSpPr>
          <p:nvPr/>
        </p:nvSpPr>
        <p:spPr bwMode="auto">
          <a:xfrm>
            <a:off x="130535" y="6682467"/>
            <a:ext cx="6404962" cy="213861"/>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资料来源：泛亚微透招股说明书，长江证券研究所</a:t>
            </a:r>
          </a:p>
        </p:txBody>
      </p:sp>
    </p:spTree>
    <p:extLst>
      <p:ext uri="{BB962C8B-B14F-4D97-AF65-F5344CB8AC3E}">
        <p14:creationId xmlns:p14="http://schemas.microsoft.com/office/powerpoint/2010/main" val="133571758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xmlns="" id="{A295C080-51CF-EAF6-BC47-FAA597FED8BE}"/>
              </a:ext>
            </a:extLst>
          </p:cNvPr>
          <p:cNvSpPr txBox="1"/>
          <p:nvPr/>
        </p:nvSpPr>
        <p:spPr>
          <a:xfrm>
            <a:off x="1468021" y="351801"/>
            <a:ext cx="7997950" cy="523220"/>
          </a:xfrm>
          <a:prstGeom prst="rect">
            <a:avLst/>
          </a:prstGeom>
          <a:noFill/>
        </p:spPr>
        <p:txBody>
          <a:bodyPr wrap="square" rtlCol="0">
            <a:spAutoFit/>
          </a:bodyPr>
          <a:lstStyle/>
          <a:p>
            <a:endParaRPr lang="en-US" altLang="zh-CN" sz="2800" b="1" dirty="0">
              <a:solidFill>
                <a:srgbClr val="E10000"/>
              </a:solidFill>
              <a:latin typeface="微软雅黑" panose="020B0503020204020204" pitchFamily="34" charset="-122"/>
              <a:ea typeface="微软雅黑" panose="020B0503020204020204" pitchFamily="34" charset="-122"/>
            </a:endParaRPr>
          </a:p>
        </p:txBody>
      </p:sp>
      <p:sp>
        <p:nvSpPr>
          <p:cNvPr id="6" name="矩形 5">
            <a:extLst>
              <a:ext uri="{FF2B5EF4-FFF2-40B4-BE49-F238E27FC236}">
                <a16:creationId xmlns:a16="http://schemas.microsoft.com/office/drawing/2014/main" xmlns="" id="{EA12797E-324A-B40C-1AE0-06B0CAAC0B36}"/>
              </a:ext>
            </a:extLst>
          </p:cNvPr>
          <p:cNvSpPr/>
          <p:nvPr/>
        </p:nvSpPr>
        <p:spPr>
          <a:xfrm>
            <a:off x="765959" y="474911"/>
            <a:ext cx="502061" cy="400110"/>
          </a:xfrm>
          <a:prstGeom prst="rect">
            <a:avLst/>
          </a:prstGeom>
        </p:spPr>
        <p:txBody>
          <a:bodyPr wrap="none">
            <a:spAutoFit/>
          </a:bodyPr>
          <a:lstStyle/>
          <a:p>
            <a:r>
              <a:rPr lang="en-US" altLang="zh-CN" sz="2000" b="1" i="1" dirty="0">
                <a:solidFill>
                  <a:schemeClr val="bg1"/>
                </a:solidFill>
                <a:latin typeface="微软雅黑" panose="020B0503020204020204" pitchFamily="34" charset="-122"/>
                <a:ea typeface="微软雅黑" panose="020B0503020204020204" pitchFamily="34" charset="-122"/>
              </a:rPr>
              <a:t>03</a:t>
            </a:r>
            <a:endParaRPr lang="zh-CN" altLang="en-US" sz="2000" b="1" i="1" dirty="0">
              <a:solidFill>
                <a:schemeClr val="bg1"/>
              </a:solidFill>
              <a:latin typeface="微软雅黑" panose="020B0503020204020204" pitchFamily="34" charset="-122"/>
              <a:ea typeface="微软雅黑" panose="020B0503020204020204" pitchFamily="34" charset="-122"/>
            </a:endParaRPr>
          </a:p>
        </p:txBody>
      </p:sp>
      <p:sp>
        <p:nvSpPr>
          <p:cNvPr id="10" name="Rectangle 5">
            <a:extLst>
              <a:ext uri="{FF2B5EF4-FFF2-40B4-BE49-F238E27FC236}">
                <a16:creationId xmlns:a16="http://schemas.microsoft.com/office/drawing/2014/main" xmlns="" id="{BCA74551-2605-6795-5F0B-C59DFAE93096}"/>
              </a:ext>
            </a:extLst>
          </p:cNvPr>
          <p:cNvSpPr>
            <a:spLocks noChangeArrowheads="1"/>
          </p:cNvSpPr>
          <p:nvPr/>
        </p:nvSpPr>
        <p:spPr bwMode="auto">
          <a:xfrm>
            <a:off x="74726" y="6666650"/>
            <a:ext cx="7453371" cy="21544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rPr>
              <a:t>资料来源：今日新材料，长江证券研究所</a:t>
            </a:r>
          </a:p>
        </p:txBody>
      </p:sp>
      <p:sp>
        <p:nvSpPr>
          <p:cNvPr id="14" name="文本框 13">
            <a:extLst>
              <a:ext uri="{FF2B5EF4-FFF2-40B4-BE49-F238E27FC236}">
                <a16:creationId xmlns:a16="http://schemas.microsoft.com/office/drawing/2014/main" xmlns="" id="{93D21BB6-4535-0B22-E194-E90652BC7600}"/>
              </a:ext>
            </a:extLst>
          </p:cNvPr>
          <p:cNvSpPr txBox="1"/>
          <p:nvPr/>
        </p:nvSpPr>
        <p:spPr>
          <a:xfrm>
            <a:off x="1573199" y="413356"/>
            <a:ext cx="7997950"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企业布局气凝胶情况</a:t>
            </a:r>
            <a:endParaRPr lang="en-US" altLang="zh-CN" sz="2800" b="1" dirty="0">
              <a:solidFill>
                <a:srgbClr val="E10000"/>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33928439-BFE1-2C3C-7AA9-57304573E37B}"/>
              </a:ext>
            </a:extLst>
          </p:cNvPr>
          <p:cNvSpPr txBox="1"/>
          <p:nvPr/>
        </p:nvSpPr>
        <p:spPr>
          <a:xfrm>
            <a:off x="841419" y="1080393"/>
            <a:ext cx="10262635"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defPPr>
              <a:defRPr lang="zh-CN"/>
            </a:defPPr>
            <a:lvl1pPr marL="285750" marR="0" lvl="0" indent="-285750" fontAlgn="base">
              <a:lnSpc>
                <a:spcPct val="150000"/>
              </a:lnSpc>
              <a:spcBef>
                <a:spcPct val="0"/>
              </a:spcBef>
              <a:spcAft>
                <a:spcPct val="0"/>
              </a:spcAft>
              <a:buClr>
                <a:srgbClr val="C00000"/>
              </a:buClr>
              <a:buSzTx/>
              <a:buFont typeface="Wingdings" panose="05000000000000000000" pitchFamily="2" charset="2"/>
              <a:buChar char="p"/>
              <a:tabLst/>
              <a:defRPr kumimoji="0" sz="1200" b="0" i="0" u="none" strike="noStrike" cap="none" spc="0" normalizeH="0" baseline="0">
                <a:ln>
                  <a:noFill/>
                </a:ln>
                <a:solidFill>
                  <a:srgbClr val="6E6E6E"/>
                </a:solidFill>
                <a:effectLst/>
                <a:uLnTx/>
                <a:uFillTx/>
                <a:latin typeface="微软雅黑" panose="020B0503020204020204" pitchFamily="34" charset="-122"/>
                <a:ea typeface="微软雅黑" panose="020B0503020204020204" pitchFamily="34" charset="-122"/>
              </a:defRPr>
            </a:lvl1pPr>
            <a:lvl2pPr marL="742950" indent="-285750">
              <a:lnSpc>
                <a:spcPct val="90000"/>
              </a:lnSpc>
              <a:spcBef>
                <a:spcPct val="95000"/>
              </a:spcBef>
              <a:buFont typeface="Arial" panose="020B0604020202020204" pitchFamily="34" charset="0"/>
              <a:buChar char="•"/>
              <a:defRPr sz="2200">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latin typeface="Calibri" panose="020F0502020204030204" charset="0"/>
                <a:ea typeface="宋体" panose="02010600030101010101" pitchFamily="2" charset="-122"/>
              </a:defRPr>
            </a:lvl9pPr>
          </a:lstStyle>
          <a:p>
            <a:r>
              <a:rPr lang="zh-CN" altLang="en-US" b="1" dirty="0"/>
              <a:t>产业仍处于发展初期，技术尚未成熟，因此技术突破以及产线落地速度将成为竞争关键。</a:t>
            </a:r>
            <a:endParaRPr lang="en-US" altLang="zh-CN" b="1" dirty="0"/>
          </a:p>
          <a:p>
            <a:r>
              <a:rPr lang="zh-CN" altLang="en-US" b="1" dirty="0">
                <a:solidFill>
                  <a:srgbClr val="FF0000"/>
                </a:solidFill>
              </a:rPr>
              <a:t>兴发集团中试产品质量已达标</a:t>
            </a:r>
            <a:endParaRPr lang="en-US" altLang="zh-CN" b="1" dirty="0">
              <a:solidFill>
                <a:srgbClr val="FF0000"/>
              </a:solidFill>
            </a:endParaRPr>
          </a:p>
        </p:txBody>
      </p:sp>
      <p:graphicFrame>
        <p:nvGraphicFramePr>
          <p:cNvPr id="2" name="表格 1">
            <a:extLst>
              <a:ext uri="{FF2B5EF4-FFF2-40B4-BE49-F238E27FC236}">
                <a16:creationId xmlns:a16="http://schemas.microsoft.com/office/drawing/2014/main" xmlns="" id="{D646E59C-E68F-4829-521C-92D867E534C9}"/>
              </a:ext>
            </a:extLst>
          </p:cNvPr>
          <p:cNvGraphicFramePr>
            <a:graphicFrameLocks noGrp="1"/>
          </p:cNvGraphicFramePr>
          <p:nvPr>
            <p:extLst>
              <p:ext uri="{D42A27DB-BD31-4B8C-83A1-F6EECF244321}">
                <p14:modId xmlns:p14="http://schemas.microsoft.com/office/powerpoint/2010/main" val="2467761831"/>
              </p:ext>
            </p:extLst>
          </p:nvPr>
        </p:nvGraphicFramePr>
        <p:xfrm>
          <a:off x="868027" y="2235829"/>
          <a:ext cx="10514202" cy="4274008"/>
        </p:xfrm>
        <a:graphic>
          <a:graphicData uri="http://schemas.openxmlformats.org/drawingml/2006/table">
            <a:tbl>
              <a:tblPr firstRow="1" firstCol="1" bandRow="1"/>
              <a:tblGrid>
                <a:gridCol w="934234">
                  <a:extLst>
                    <a:ext uri="{9D8B030D-6E8A-4147-A177-3AD203B41FA5}">
                      <a16:colId xmlns:a16="http://schemas.microsoft.com/office/drawing/2014/main" xmlns="" val="570562185"/>
                    </a:ext>
                  </a:extLst>
                </a:gridCol>
                <a:gridCol w="1355032">
                  <a:extLst>
                    <a:ext uri="{9D8B030D-6E8A-4147-A177-3AD203B41FA5}">
                      <a16:colId xmlns:a16="http://schemas.microsoft.com/office/drawing/2014/main" xmlns="" val="1842042941"/>
                    </a:ext>
                  </a:extLst>
                </a:gridCol>
                <a:gridCol w="1855250">
                  <a:extLst>
                    <a:ext uri="{9D8B030D-6E8A-4147-A177-3AD203B41FA5}">
                      <a16:colId xmlns:a16="http://schemas.microsoft.com/office/drawing/2014/main" xmlns="" val="1005466401"/>
                    </a:ext>
                  </a:extLst>
                </a:gridCol>
                <a:gridCol w="1697832">
                  <a:extLst>
                    <a:ext uri="{9D8B030D-6E8A-4147-A177-3AD203B41FA5}">
                      <a16:colId xmlns:a16="http://schemas.microsoft.com/office/drawing/2014/main" xmlns="" val="4177191460"/>
                    </a:ext>
                  </a:extLst>
                </a:gridCol>
                <a:gridCol w="2722156">
                  <a:extLst>
                    <a:ext uri="{9D8B030D-6E8A-4147-A177-3AD203B41FA5}">
                      <a16:colId xmlns:a16="http://schemas.microsoft.com/office/drawing/2014/main" xmlns="" val="3097894311"/>
                    </a:ext>
                  </a:extLst>
                </a:gridCol>
                <a:gridCol w="1949698">
                  <a:extLst>
                    <a:ext uri="{9D8B030D-6E8A-4147-A177-3AD203B41FA5}">
                      <a16:colId xmlns:a16="http://schemas.microsoft.com/office/drawing/2014/main" xmlns="" val="2101054970"/>
                    </a:ext>
                  </a:extLst>
                </a:gridCol>
              </a:tblGrid>
              <a:tr h="197624">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企业</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公司背景</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技术路线</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现有产能（万方</a:t>
                      </a:r>
                      <a:r>
                        <a:rPr lang="en-US"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a:t>
                      </a: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年）</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在建产能（万方</a:t>
                      </a:r>
                      <a:r>
                        <a:rPr lang="en-US"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a:t>
                      </a: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年）</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备注</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790768108"/>
                  </a:ext>
                </a:extLst>
              </a:tr>
              <a:tr h="197624">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金纳科技</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保温材料企业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894226555"/>
                  </a:ext>
                </a:extLst>
              </a:tr>
              <a:tr h="296436">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华陆新材</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工程装备企业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25</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中国化学全资子公司华陆工程持股</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51%</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29962525"/>
                  </a:ext>
                </a:extLst>
              </a:tr>
              <a:tr h="296436">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埃力生</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3</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7</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11266576"/>
                  </a:ext>
                </a:extLst>
              </a:tr>
              <a:tr h="296436">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航天乌江</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中国化学全资子公司华陆工程持股</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6.8%</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267693342"/>
                  </a:ext>
                </a:extLst>
              </a:tr>
              <a:tr h="691684">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中凝科技</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气凝胶企业</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超临界干燥、常压干燥</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2.5</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万方</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年气凝胶毡、</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1100</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年粉体、</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25000</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年涂料和</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10</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万方</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年气凝胶复合不燃保温板</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816275888"/>
                  </a:ext>
                </a:extLst>
              </a:tr>
              <a:tr h="197624">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阳中新材</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气凝胶企业</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超临界干燥、常压干燥</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3</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28+2</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万吨</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年粉体</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585872626"/>
                  </a:ext>
                </a:extLst>
              </a:tr>
              <a:tr h="197624">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纳诺科技</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气凝胶企业</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超临界干燥、常压干燥</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3.6</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17753713"/>
                  </a:ext>
                </a:extLst>
              </a:tr>
              <a:tr h="197624">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弘大科技</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减压干燥</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1</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1966067"/>
                  </a:ext>
                </a:extLst>
              </a:tr>
              <a:tr h="197624">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爱彼爱和</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0.5</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2.5</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华昌化工持股</a:t>
                      </a: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7%</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326746266"/>
                  </a:ext>
                </a:extLst>
              </a:tr>
              <a:tr h="197624">
                <a:tc>
                  <a:txBody>
                    <a:bodyPr/>
                    <a:lstStyle/>
                    <a:p>
                      <a:pPr algn="ctr"/>
                      <a:r>
                        <a:rPr lang="zh-CN" alt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浙江岩谷</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alt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气凝胶企业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206343771"/>
                  </a:ext>
                </a:extLst>
              </a:tr>
              <a:tr h="197624">
                <a:tc>
                  <a:txBody>
                    <a:bodyPr/>
                    <a:lstStyle/>
                    <a:p>
                      <a:pPr algn="ctr"/>
                      <a:r>
                        <a:rPr lang="zh-CN" alt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河南泛锐</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alt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气凝胶企业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altLang="en-US" sz="105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rPr>
                        <a:t>0.5</a:t>
                      </a: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998307285"/>
                  </a:ext>
                </a:extLst>
              </a:tr>
              <a:tr h="197624">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中科润资</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气凝胶企业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6400</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111077259"/>
                  </a:ext>
                </a:extLst>
              </a:tr>
              <a:tr h="197624">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宏柏新材</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硅烷企业</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1</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99855296"/>
                  </a:ext>
                </a:extLst>
              </a:tr>
              <a:tr h="296436">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晨光新材</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硅烷企业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5.7</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万吨</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年气凝胶、年产</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30</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万吨硅基及气凝胶新材料项目</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163330659"/>
                  </a:ext>
                </a:extLst>
              </a:tr>
              <a:tr h="197624">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泛亚微透</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新材料企业</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超临界干燥</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约</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25</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万平方米</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年气凝胶相关产品</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06949584"/>
                  </a:ext>
                </a:extLst>
              </a:tr>
              <a:tr h="197624">
                <a:tc>
                  <a:txBody>
                    <a:bodyPr/>
                    <a:lstStyle/>
                    <a:p>
                      <a:pPr algn="ctr"/>
                      <a:r>
                        <a:rPr lang="zh-CN" sz="1000" b="1" kern="100">
                          <a:solidFill>
                            <a:srgbClr val="FF0000"/>
                          </a:solidFill>
                          <a:effectLst/>
                          <a:latin typeface="Arial" panose="020B0604020202020204" pitchFamily="34" charset="0"/>
                          <a:ea typeface="华文细黑" panose="02010600040101010101" pitchFamily="2" charset="-122"/>
                          <a:cs typeface="Arial" panose="020B0604020202020204" pitchFamily="34" charset="0"/>
                        </a:rPr>
                        <a:t>兴发集团</a:t>
                      </a:r>
                      <a:endParaRPr lang="en-US" sz="1050" b="1" kern="100">
                        <a:solidFill>
                          <a:srgbClr val="FF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a:solidFill>
                            <a:srgbClr val="FF0000"/>
                          </a:solidFill>
                          <a:effectLst/>
                          <a:latin typeface="Arial" panose="020B0604020202020204" pitchFamily="34" charset="0"/>
                          <a:ea typeface="华文细黑" panose="02010600040101010101" pitchFamily="2" charset="-122"/>
                          <a:cs typeface="Arial" panose="020B0604020202020204" pitchFamily="34" charset="0"/>
                        </a:rPr>
                        <a:t>磷化工企业</a:t>
                      </a:r>
                      <a:endParaRPr lang="en-US" sz="1050" b="1" kern="100">
                        <a:solidFill>
                          <a:srgbClr val="FF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FF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b="1" kern="100">
                        <a:solidFill>
                          <a:srgbClr val="FF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b="1" kern="100">
                          <a:solidFill>
                            <a:srgbClr val="FF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b="1" kern="100">
                        <a:solidFill>
                          <a:srgbClr val="FF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b="1" kern="100" dirty="0">
                          <a:solidFill>
                            <a:srgbClr val="FF0000"/>
                          </a:solidFill>
                          <a:effectLst/>
                          <a:latin typeface="Arial" panose="020B0604020202020204" pitchFamily="34" charset="0"/>
                          <a:ea typeface="华文细黑" panose="02010600040101010101" pitchFamily="2" charset="-122"/>
                          <a:cs typeface="Arial" panose="020B0604020202020204" pitchFamily="34" charset="0"/>
                        </a:rPr>
                        <a:t>中试产品质量达标</a:t>
                      </a:r>
                      <a:endParaRPr lang="en-US" sz="1050" b="1" kern="100" dirty="0">
                        <a:solidFill>
                          <a:srgbClr val="FF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 </a:t>
                      </a:r>
                      <a:endParaRPr lang="en-US"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6947524"/>
                  </a:ext>
                </a:extLst>
              </a:tr>
            </a:tbl>
          </a:graphicData>
        </a:graphic>
      </p:graphicFrame>
      <p:sp>
        <p:nvSpPr>
          <p:cNvPr id="5" name="文本框 4">
            <a:extLst>
              <a:ext uri="{FF2B5EF4-FFF2-40B4-BE49-F238E27FC236}">
                <a16:creationId xmlns:a16="http://schemas.microsoft.com/office/drawing/2014/main" xmlns="" id="{6778974C-89E7-B864-55AC-220A5D6EB876}"/>
              </a:ext>
            </a:extLst>
          </p:cNvPr>
          <p:cNvSpPr txBox="1"/>
          <p:nvPr/>
        </p:nvSpPr>
        <p:spPr>
          <a:xfrm>
            <a:off x="868027" y="1867536"/>
            <a:ext cx="6096000" cy="338554"/>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defPPr>
              <a:defRPr lang="zh-CN"/>
            </a:defPPr>
            <a:lvl1pPr eaLnBrk="0" hangingPunct="0">
              <a:defRPr sz="1600" b="1">
                <a:solidFill>
                  <a:srgbClr val="E10000"/>
                </a:solidFill>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企业布局气凝胶情况</a:t>
            </a:r>
            <a:endParaRPr lang="en-US" dirty="0"/>
          </a:p>
        </p:txBody>
      </p:sp>
    </p:spTree>
    <p:extLst>
      <p:ext uri="{BB962C8B-B14F-4D97-AF65-F5344CB8AC3E}">
        <p14:creationId xmlns:p14="http://schemas.microsoft.com/office/powerpoint/2010/main" val="3034262113"/>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descr="0110新版ppt-03.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6" y="0"/>
            <a:ext cx="12191594" cy="6858000"/>
          </a:xfrm>
          <a:prstGeom prst="rect">
            <a:avLst/>
          </a:prstGeom>
        </p:spPr>
      </p:pic>
      <p:sp>
        <p:nvSpPr>
          <p:cNvPr id="4" name="文本框 3"/>
          <p:cNvSpPr txBox="1"/>
          <p:nvPr/>
        </p:nvSpPr>
        <p:spPr>
          <a:xfrm>
            <a:off x="1254760" y="1533537"/>
            <a:ext cx="1797749" cy="1655710"/>
          </a:xfrm>
          <a:prstGeom prst="rect">
            <a:avLst/>
          </a:prstGeom>
          <a:noFill/>
        </p:spPr>
        <p:txBody>
          <a:bodyPr wrap="square" rtlCol="0">
            <a:spAutoFit/>
          </a:bodyPr>
          <a:lstStyle/>
          <a:p>
            <a:r>
              <a:rPr lang="en-US" altLang="zh-CN" sz="10160" b="1" i="1" dirty="0">
                <a:solidFill>
                  <a:srgbClr val="E10000"/>
                </a:solidFill>
                <a:latin typeface="微软雅黑" panose="020B0503020204020204" pitchFamily="34" charset="-122"/>
                <a:ea typeface="微软雅黑" panose="020B0503020204020204" pitchFamily="34" charset="-122"/>
              </a:rPr>
              <a:t>08</a:t>
            </a:r>
            <a:endParaRPr lang="zh-CN" altLang="en-US" sz="10160" b="1" i="1" dirty="0">
              <a:solidFill>
                <a:srgbClr val="E10000"/>
              </a:solidFill>
              <a:latin typeface="微软雅黑" panose="020B0503020204020204" pitchFamily="34" charset="-122"/>
              <a:ea typeface="微软雅黑" panose="020B0503020204020204" pitchFamily="34" charset="-122"/>
            </a:endParaRPr>
          </a:p>
        </p:txBody>
      </p:sp>
      <p:sp>
        <p:nvSpPr>
          <p:cNvPr id="6" name="文本框 5"/>
          <p:cNvSpPr txBox="1"/>
          <p:nvPr/>
        </p:nvSpPr>
        <p:spPr>
          <a:xfrm>
            <a:off x="1254760" y="3146287"/>
            <a:ext cx="5566664" cy="492443"/>
          </a:xfrm>
          <a:prstGeom prst="rect">
            <a:avLst/>
          </a:prstGeom>
          <a:noFill/>
        </p:spPr>
        <p:txBody>
          <a:bodyPr wrap="square" rtlCol="0">
            <a:spAutoFit/>
          </a:bodyPr>
          <a:lstStyle/>
          <a:p>
            <a:r>
              <a:rPr lang="zh-CN" altLang="en-US" sz="2600" b="1" dirty="0">
                <a:solidFill>
                  <a:srgbClr val="6D6D6D"/>
                </a:solidFill>
                <a:latin typeface="微软雅黑" panose="020B0503020204020204" pitchFamily="34" charset="-122"/>
                <a:ea typeface="微软雅黑" panose="020B0503020204020204" pitchFamily="34" charset="-122"/>
              </a:rPr>
              <a:t>公司亮点</a:t>
            </a:r>
          </a:p>
        </p:txBody>
      </p:sp>
      <p:sp>
        <p:nvSpPr>
          <p:cNvPr id="7" name="文本框 6"/>
          <p:cNvSpPr txBox="1"/>
          <p:nvPr/>
        </p:nvSpPr>
        <p:spPr>
          <a:xfrm>
            <a:off x="1254760" y="3749576"/>
            <a:ext cx="5302761" cy="418191"/>
          </a:xfrm>
          <a:prstGeom prst="rect">
            <a:avLst/>
          </a:prstGeom>
          <a:noFill/>
        </p:spPr>
        <p:txBody>
          <a:bodyPr wrap="square" rtlCol="0">
            <a:spAutoFit/>
          </a:bodyPr>
          <a:lstStyle/>
          <a:p>
            <a:pPr>
              <a:lnSpc>
                <a:spcPct val="150000"/>
              </a:lnSpc>
            </a:pPr>
            <a:r>
              <a:rPr lang="zh-CN" altLang="en-US" sz="1600" dirty="0">
                <a:solidFill>
                  <a:schemeClr val="bg1">
                    <a:lumMod val="50000"/>
                  </a:schemeClr>
                </a:solidFill>
                <a:latin typeface="微软雅黑" panose="020B0503020204020204" pitchFamily="34" charset="-122"/>
                <a:ea typeface="微软雅黑" panose="020B0503020204020204" pitchFamily="34" charset="-122"/>
              </a:rPr>
              <a:t>协同一体化助降本，高研发谋成长</a:t>
            </a:r>
          </a:p>
        </p:txBody>
      </p:sp>
    </p:spTree>
    <p:extLst>
      <p:ext uri="{BB962C8B-B14F-4D97-AF65-F5344CB8AC3E}">
        <p14:creationId xmlns:p14="http://schemas.microsoft.com/office/powerpoint/2010/main" val="356556419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08</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295658" y="404655"/>
            <a:ext cx="8245757"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“磷硅盐协同”、“矿电化一体”产业优势明显</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4004141"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，公司公告，长江证券研究所  注：江山股份主要农药产品为草甘膦</a:t>
            </a:r>
          </a:p>
        </p:txBody>
      </p:sp>
      <p:sp>
        <p:nvSpPr>
          <p:cNvPr id="13" name="Text Box 2">
            <a:extLst>
              <a:ext uri="{FF2B5EF4-FFF2-40B4-BE49-F238E27FC236}">
                <a16:creationId xmlns:a16="http://schemas.microsoft.com/office/drawing/2014/main" xmlns="" id="{A741C8F6-922B-4606-9473-E432D4FEAF9E}"/>
              </a:ext>
            </a:extLst>
          </p:cNvPr>
          <p:cNvSpPr txBox="1">
            <a:spLocks noChangeArrowheads="1"/>
          </p:cNvSpPr>
          <p:nvPr/>
        </p:nvSpPr>
        <p:spPr bwMode="auto">
          <a:xfrm>
            <a:off x="356526" y="945721"/>
            <a:ext cx="6445491" cy="19986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公司打造了行业独特的“</a:t>
            </a:r>
            <a:r>
              <a:rPr lang="zh-CN" altLang="en-US" sz="1200" b="1" dirty="0">
                <a:solidFill>
                  <a:srgbClr val="6E6E6E"/>
                </a:solidFill>
                <a:latin typeface="微软雅黑" panose="020B0503020204020204" pitchFamily="34" charset="-122"/>
                <a:ea typeface="微软雅黑" panose="020B0503020204020204" pitchFamily="34" charset="-122"/>
              </a:rPr>
              <a:t>矿电化一体</a:t>
            </a:r>
            <a:r>
              <a:rPr lang="zh-CN" altLang="en-US" sz="1200" dirty="0">
                <a:solidFill>
                  <a:srgbClr val="6E6E6E"/>
                </a:solidFill>
                <a:latin typeface="微软雅黑" panose="020B0503020204020204" pitchFamily="34" charset="-122"/>
                <a:ea typeface="微软雅黑" panose="020B0503020204020204" pitchFamily="34" charset="-122"/>
              </a:rPr>
              <a:t>”、“</a:t>
            </a:r>
            <a:r>
              <a:rPr lang="zh-CN" altLang="en-US" sz="1200" b="1" dirty="0">
                <a:solidFill>
                  <a:srgbClr val="6E6E6E"/>
                </a:solidFill>
                <a:latin typeface="微软雅黑" panose="020B0503020204020204" pitchFamily="34" charset="-122"/>
                <a:ea typeface="微软雅黑" panose="020B0503020204020204" pitchFamily="34" charset="-122"/>
              </a:rPr>
              <a:t>磷硅盐协同</a:t>
            </a:r>
            <a:r>
              <a:rPr lang="zh-CN" altLang="en-US" sz="1200" dirty="0">
                <a:solidFill>
                  <a:srgbClr val="6E6E6E"/>
                </a:solidFill>
                <a:latin typeface="微软雅黑" panose="020B0503020204020204" pitchFamily="34" charset="-122"/>
                <a:ea typeface="微软雅黑" panose="020B0503020204020204" pitchFamily="34" charset="-122"/>
              </a:rPr>
              <a:t>”和“</a:t>
            </a:r>
            <a:r>
              <a:rPr lang="zh-CN" altLang="en-US" sz="1200" b="1" dirty="0">
                <a:solidFill>
                  <a:srgbClr val="6E6E6E"/>
                </a:solidFill>
                <a:latin typeface="微软雅黑" panose="020B0503020204020204" pitchFamily="34" charset="-122"/>
                <a:ea typeface="微软雅黑" panose="020B0503020204020204" pitchFamily="34" charset="-122"/>
              </a:rPr>
              <a:t>矿肥化结合</a:t>
            </a:r>
            <a:r>
              <a:rPr lang="zh-CN" altLang="en-US" sz="1200" dirty="0">
                <a:solidFill>
                  <a:srgbClr val="6E6E6E"/>
                </a:solidFill>
                <a:latin typeface="微软雅黑" panose="020B0503020204020204" pitchFamily="34" charset="-122"/>
                <a:ea typeface="微软雅黑" panose="020B0503020204020204" pitchFamily="34" charset="-122"/>
              </a:rPr>
              <a:t>”的产业链优势</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磷硅协同：</a:t>
            </a:r>
            <a:r>
              <a:rPr lang="zh-CN" altLang="en-US" sz="1200" dirty="0">
                <a:solidFill>
                  <a:srgbClr val="6E6E6E"/>
                </a:solidFill>
                <a:latin typeface="微软雅黑" panose="020B0503020204020204" pitchFamily="34" charset="-122"/>
                <a:ea typeface="微软雅黑" panose="020B0503020204020204" pitchFamily="34" charset="-122"/>
              </a:rPr>
              <a:t>草甘膦副产物氯甲烷成为有机硅生产原料，有机硅单体副产物</a:t>
            </a:r>
            <a:r>
              <a:rPr lang="zh-CN" altLang="en-US" sz="1200" b="1" dirty="0">
                <a:solidFill>
                  <a:srgbClr val="6E6E6E"/>
                </a:solidFill>
                <a:latin typeface="微软雅黑" panose="020B0503020204020204" pitchFamily="34" charset="-122"/>
                <a:ea typeface="微软雅黑" panose="020B0503020204020204" pitchFamily="34" charset="-122"/>
              </a:rPr>
              <a:t>盐酸</a:t>
            </a:r>
            <a:r>
              <a:rPr lang="zh-CN" altLang="en-US" sz="1200" dirty="0">
                <a:solidFill>
                  <a:srgbClr val="6E6E6E"/>
                </a:solidFill>
                <a:latin typeface="微软雅黑" panose="020B0503020204020204" pitchFamily="34" charset="-122"/>
                <a:ea typeface="微软雅黑" panose="020B0503020204020204" pitchFamily="34" charset="-122"/>
              </a:rPr>
              <a:t>进入氯碱装置，重回草甘膦生产体系</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矿电化一体：</a:t>
            </a:r>
            <a:r>
              <a:rPr lang="zh-CN" altLang="en-US" sz="1200" dirty="0">
                <a:solidFill>
                  <a:srgbClr val="6E6E6E"/>
                </a:solidFill>
                <a:latin typeface="微软雅黑" panose="020B0503020204020204" pitchFamily="34" charset="-122"/>
                <a:ea typeface="微软雅黑" panose="020B0503020204020204" pitchFamily="34" charset="-122"/>
              </a:rPr>
              <a:t>磷酸生产装置余热用于发电，额外自备电厂支持黄磷生产装置，副产品综合利用度高</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自备磷矿石，享尽磷化工全产业链利润</a:t>
            </a:r>
            <a:endParaRPr lang="en-US" altLang="zh-CN" sz="1200" b="1" dirty="0">
              <a:solidFill>
                <a:srgbClr val="6E6E6E"/>
              </a:solidFill>
              <a:latin typeface="微软雅黑" panose="020B0503020204020204" pitchFamily="34" charset="-122"/>
              <a:ea typeface="微软雅黑" panose="020B0503020204020204" pitchFamily="34" charset="-122"/>
            </a:endParaRPr>
          </a:p>
          <a:p>
            <a:pPr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水电自给率较高，利于成本管控</a:t>
            </a:r>
            <a:endParaRPr lang="en-US" altLang="zh-CN" sz="1200" b="1" dirty="0">
              <a:solidFill>
                <a:srgbClr val="6E6E6E"/>
              </a:solidFill>
              <a:latin typeface="微软雅黑" panose="020B0503020204020204" pitchFamily="34" charset="-122"/>
              <a:ea typeface="微软雅黑" panose="020B0503020204020204" pitchFamily="34" charset="-122"/>
            </a:endParaRPr>
          </a:p>
        </p:txBody>
      </p:sp>
      <p:sp>
        <p:nvSpPr>
          <p:cNvPr id="7" name="Rectangle 4">
            <a:extLst>
              <a:ext uri="{FF2B5EF4-FFF2-40B4-BE49-F238E27FC236}">
                <a16:creationId xmlns:a16="http://schemas.microsoft.com/office/drawing/2014/main" xmlns="" id="{A85651FF-4D73-2252-6135-643A4D5F930A}"/>
              </a:ext>
            </a:extLst>
          </p:cNvPr>
          <p:cNvSpPr>
            <a:spLocks noChangeArrowheads="1"/>
          </p:cNvSpPr>
          <p:nvPr/>
        </p:nvSpPr>
        <p:spPr bwMode="auto">
          <a:xfrm>
            <a:off x="6737173" y="3388960"/>
            <a:ext cx="3753294"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dirty="0">
                <a:solidFill>
                  <a:srgbClr val="E10000"/>
                </a:solidFill>
                <a:latin typeface="微软雅黑" panose="020B0503020204020204" pitchFamily="34" charset="-122"/>
                <a:ea typeface="微软雅黑" panose="020B0503020204020204" pitchFamily="34" charset="-122"/>
              </a:rPr>
              <a:t>兴发集团草甘膦毛利率高于同行</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10" name="图表 9">
            <a:extLst>
              <a:ext uri="{FF2B5EF4-FFF2-40B4-BE49-F238E27FC236}">
                <a16:creationId xmlns:a16="http://schemas.microsoft.com/office/drawing/2014/main" xmlns="" id="{96F8EA94-0BB2-C2A1-C85F-5685E1ADEDD6}"/>
              </a:ext>
            </a:extLst>
          </p:cNvPr>
          <p:cNvGraphicFramePr>
            <a:graphicFrameLocks/>
          </p:cNvGraphicFramePr>
          <p:nvPr>
            <p:extLst>
              <p:ext uri="{D42A27DB-BD31-4B8C-83A1-F6EECF244321}">
                <p14:modId xmlns:p14="http://schemas.microsoft.com/office/powerpoint/2010/main" val="4090275751"/>
              </p:ext>
            </p:extLst>
          </p:nvPr>
        </p:nvGraphicFramePr>
        <p:xfrm>
          <a:off x="6757783" y="3725159"/>
          <a:ext cx="4865480" cy="2758167"/>
        </p:xfrm>
        <a:graphic>
          <a:graphicData uri="http://schemas.openxmlformats.org/drawingml/2006/chart">
            <c:chart xmlns:c="http://schemas.openxmlformats.org/drawingml/2006/chart" xmlns:r="http://schemas.openxmlformats.org/officeDocument/2006/relationships" r:id="rId3"/>
          </a:graphicData>
        </a:graphic>
      </p:graphicFrame>
      <p:sp>
        <p:nvSpPr>
          <p:cNvPr id="18" name="Rectangle 4">
            <a:extLst>
              <a:ext uri="{FF2B5EF4-FFF2-40B4-BE49-F238E27FC236}">
                <a16:creationId xmlns:a16="http://schemas.microsoft.com/office/drawing/2014/main" xmlns="" id="{79E46129-628F-10B9-6E42-73CDAEE4270E}"/>
              </a:ext>
            </a:extLst>
          </p:cNvPr>
          <p:cNvSpPr>
            <a:spLocks noChangeArrowheads="1"/>
          </p:cNvSpPr>
          <p:nvPr/>
        </p:nvSpPr>
        <p:spPr bwMode="auto">
          <a:xfrm>
            <a:off x="6737173" y="994339"/>
            <a:ext cx="3753294"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dirty="0">
                <a:solidFill>
                  <a:srgbClr val="E10000"/>
                </a:solidFill>
                <a:latin typeface="微软雅黑" panose="020B0503020204020204" pitchFamily="34" charset="-122"/>
                <a:ea typeface="微软雅黑" panose="020B0503020204020204" pitchFamily="34" charset="-122"/>
              </a:rPr>
              <a:t>兴发集团自备水电，高度自给</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2" name="表格 1">
            <a:extLst>
              <a:ext uri="{FF2B5EF4-FFF2-40B4-BE49-F238E27FC236}">
                <a16:creationId xmlns:a16="http://schemas.microsoft.com/office/drawing/2014/main" xmlns="" id="{0373085F-8E2E-F996-570B-BDBD15C46376}"/>
              </a:ext>
            </a:extLst>
          </p:cNvPr>
          <p:cNvGraphicFramePr>
            <a:graphicFrameLocks noGrp="1"/>
          </p:cNvGraphicFramePr>
          <p:nvPr>
            <p:extLst>
              <p:ext uri="{D42A27DB-BD31-4B8C-83A1-F6EECF244321}">
                <p14:modId xmlns:p14="http://schemas.microsoft.com/office/powerpoint/2010/main" val="3775688215"/>
              </p:ext>
            </p:extLst>
          </p:nvPr>
        </p:nvGraphicFramePr>
        <p:xfrm>
          <a:off x="6802017" y="1472994"/>
          <a:ext cx="4921465" cy="1807615"/>
        </p:xfrm>
        <a:graphic>
          <a:graphicData uri="http://schemas.openxmlformats.org/drawingml/2006/table">
            <a:tbl>
              <a:tblPr firstRow="1" firstCol="1" bandRow="1"/>
              <a:tblGrid>
                <a:gridCol w="1334450">
                  <a:extLst>
                    <a:ext uri="{9D8B030D-6E8A-4147-A177-3AD203B41FA5}">
                      <a16:colId xmlns:a16="http://schemas.microsoft.com/office/drawing/2014/main" xmlns="" val="2719413564"/>
                    </a:ext>
                  </a:extLst>
                </a:gridCol>
                <a:gridCol w="716823">
                  <a:extLst>
                    <a:ext uri="{9D8B030D-6E8A-4147-A177-3AD203B41FA5}">
                      <a16:colId xmlns:a16="http://schemas.microsoft.com/office/drawing/2014/main" xmlns="" val="3911021663"/>
                    </a:ext>
                  </a:extLst>
                </a:gridCol>
                <a:gridCol w="717548">
                  <a:extLst>
                    <a:ext uri="{9D8B030D-6E8A-4147-A177-3AD203B41FA5}">
                      <a16:colId xmlns:a16="http://schemas.microsoft.com/office/drawing/2014/main" xmlns="" val="2059229106"/>
                    </a:ext>
                  </a:extLst>
                </a:gridCol>
                <a:gridCol w="717548">
                  <a:extLst>
                    <a:ext uri="{9D8B030D-6E8A-4147-A177-3AD203B41FA5}">
                      <a16:colId xmlns:a16="http://schemas.microsoft.com/office/drawing/2014/main" xmlns="" val="4073190237"/>
                    </a:ext>
                  </a:extLst>
                </a:gridCol>
                <a:gridCol w="717548">
                  <a:extLst>
                    <a:ext uri="{9D8B030D-6E8A-4147-A177-3AD203B41FA5}">
                      <a16:colId xmlns:a16="http://schemas.microsoft.com/office/drawing/2014/main" xmlns="" val="1679274129"/>
                    </a:ext>
                  </a:extLst>
                </a:gridCol>
                <a:gridCol w="717548">
                  <a:extLst>
                    <a:ext uri="{9D8B030D-6E8A-4147-A177-3AD203B41FA5}">
                      <a16:colId xmlns:a16="http://schemas.microsoft.com/office/drawing/2014/main" xmlns="" val="2355259519"/>
                    </a:ext>
                  </a:extLst>
                </a:gridCol>
              </a:tblGrid>
              <a:tr h="361523">
                <a:tc>
                  <a:txBody>
                    <a:bodyPr/>
                    <a:lstStyle/>
                    <a:p>
                      <a:pPr algn="ctr"/>
                      <a:r>
                        <a:rPr lang="zh-CN"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项目</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en-US"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2017</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en-US"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2018</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en-US"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2019</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en-US"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2020</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en-US" sz="1000" b="1" kern="100">
                          <a:solidFill>
                            <a:srgbClr val="FFFFFF"/>
                          </a:solidFill>
                          <a:effectLst/>
                          <a:latin typeface="Arial" panose="020B0604020202020204" pitchFamily="34" charset="0"/>
                          <a:ea typeface="华文细黑" panose="02010600040101010101" pitchFamily="2" charset="-122"/>
                          <a:cs typeface="Arial" panose="020B0604020202020204" pitchFamily="34" charset="0"/>
                        </a:rPr>
                        <a:t>2021</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3429777532"/>
                  </a:ext>
                </a:extLst>
              </a:tr>
              <a:tr h="361523">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发电量（亿千瓦时）</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6.34</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3.92</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3.92</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6.94</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5.93</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692936742"/>
                  </a:ext>
                </a:extLst>
              </a:tr>
              <a:tr h="361523">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自产电力成本（元</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0.16</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0.2</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0.21</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0.17</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0.31</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71856279"/>
                  </a:ext>
                </a:extLst>
              </a:tr>
              <a:tr h="361523">
                <a:tc>
                  <a:txBody>
                    <a:bodyPr/>
                    <a:lstStyle/>
                    <a:p>
                      <a:pPr algn="ct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外购电力成本（元</a:t>
                      </a: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a:t>
                      </a:r>
                      <a:r>
                        <a:rPr lang="zh-CN"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吨）</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0.45</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0.42</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0.42</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0.42</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0.48</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846703511"/>
                  </a:ext>
                </a:extLst>
              </a:tr>
              <a:tr h="361523">
                <a:tc>
                  <a:txBody>
                    <a:bodyPr/>
                    <a:lstStyle/>
                    <a:p>
                      <a:pPr algn="ctr"/>
                      <a:r>
                        <a:rPr lang="zh-CN"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用电自给率（兴山县）</a:t>
                      </a:r>
                      <a:endParaRPr lang="zh-CN"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82%</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59%</a:t>
                      </a:r>
                      <a:endParaRPr lang="zh-CN"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52%</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a:solidFill>
                            <a:srgbClr val="000000"/>
                          </a:solidFill>
                          <a:effectLst/>
                          <a:latin typeface="Arial" panose="020B0604020202020204" pitchFamily="34" charset="0"/>
                          <a:ea typeface="华文细黑" panose="02010600040101010101" pitchFamily="2" charset="-122"/>
                          <a:cs typeface="Arial" panose="020B0604020202020204" pitchFamily="34" charset="0"/>
                        </a:rPr>
                        <a:t>88%</a:t>
                      </a:r>
                      <a:endParaRPr lang="zh-CN" sz="1050" kern="10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Arial" panose="020B0604020202020204" pitchFamily="34" charset="0"/>
                          <a:ea typeface="华文细黑" panose="02010600040101010101" pitchFamily="2" charset="-122"/>
                          <a:cs typeface="Arial" panose="020B0604020202020204" pitchFamily="34" charset="0"/>
                        </a:rPr>
                        <a:t>72%</a:t>
                      </a:r>
                      <a:endParaRPr lang="zh-CN" sz="1050" kern="100" dirty="0">
                        <a:solidFill>
                          <a:srgbClr val="000000"/>
                        </a:solidFill>
                        <a:effectLst/>
                        <a:latin typeface="Arial" panose="020B0604020202020204" pitchFamily="34" charset="0"/>
                        <a:ea typeface="华文细黑" panose="02010600040101010101" pitchFamily="2"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92012232"/>
                  </a:ext>
                </a:extLst>
              </a:tr>
            </a:tbl>
          </a:graphicData>
        </a:graphic>
      </p:graphicFrame>
      <p:graphicFrame>
        <p:nvGraphicFramePr>
          <p:cNvPr id="3" name="表格 2">
            <a:extLst>
              <a:ext uri="{FF2B5EF4-FFF2-40B4-BE49-F238E27FC236}">
                <a16:creationId xmlns:a16="http://schemas.microsoft.com/office/drawing/2014/main" xmlns="" id="{25ECDCEA-0540-1E29-6BAE-EC27B267572E}"/>
              </a:ext>
            </a:extLst>
          </p:cNvPr>
          <p:cNvGraphicFramePr>
            <a:graphicFrameLocks noGrp="1"/>
          </p:cNvGraphicFramePr>
          <p:nvPr>
            <p:extLst>
              <p:ext uri="{D42A27DB-BD31-4B8C-83A1-F6EECF244321}">
                <p14:modId xmlns:p14="http://schemas.microsoft.com/office/powerpoint/2010/main" val="2011554377"/>
              </p:ext>
            </p:extLst>
          </p:nvPr>
        </p:nvGraphicFramePr>
        <p:xfrm>
          <a:off x="568737" y="3453288"/>
          <a:ext cx="5673444" cy="2944380"/>
        </p:xfrm>
        <a:graphic>
          <a:graphicData uri="http://schemas.openxmlformats.org/drawingml/2006/table">
            <a:tbl>
              <a:tblPr firstRow="1" firstCol="1" bandRow="1"/>
              <a:tblGrid>
                <a:gridCol w="1025717">
                  <a:extLst>
                    <a:ext uri="{9D8B030D-6E8A-4147-A177-3AD203B41FA5}">
                      <a16:colId xmlns:a16="http://schemas.microsoft.com/office/drawing/2014/main" xmlns="" val="3188581814"/>
                    </a:ext>
                  </a:extLst>
                </a:gridCol>
                <a:gridCol w="3140292">
                  <a:extLst>
                    <a:ext uri="{9D8B030D-6E8A-4147-A177-3AD203B41FA5}">
                      <a16:colId xmlns:a16="http://schemas.microsoft.com/office/drawing/2014/main" xmlns="" val="178383722"/>
                    </a:ext>
                  </a:extLst>
                </a:gridCol>
                <a:gridCol w="1507435">
                  <a:extLst>
                    <a:ext uri="{9D8B030D-6E8A-4147-A177-3AD203B41FA5}">
                      <a16:colId xmlns:a16="http://schemas.microsoft.com/office/drawing/2014/main" xmlns="" val="1319000451"/>
                    </a:ext>
                  </a:extLst>
                </a:gridCol>
              </a:tblGrid>
              <a:tr h="395372">
                <a:tc>
                  <a:txBody>
                    <a:bodyPr/>
                    <a:lstStyle/>
                    <a:p>
                      <a:pPr algn="ctr"/>
                      <a:r>
                        <a:rPr lang="zh-CN" sz="1000" b="1" kern="10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主要产品</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产业链配套情况</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0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行业地位</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123091117"/>
                  </a:ext>
                </a:extLst>
              </a:tr>
              <a:tr h="401018">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磷矿石</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公司磷矿石主要分布在夷陵、兴山、远安交界，原矿资源丰富；宜都兴发建成低品位胶磷矿选矿及深加工装置</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产能、储量国内</a:t>
                      </a:r>
                      <a:r>
                        <a:rPr lang="zh-CN" sz="1000" b="1" kern="100" dirty="0">
                          <a:solidFill>
                            <a:srgbClr val="FF0000"/>
                          </a:solidFill>
                          <a:effectLst/>
                          <a:latin typeface="微软雅黑" panose="020B0503020204020204" pitchFamily="34" charset="-122"/>
                          <a:ea typeface="微软雅黑" panose="020B0503020204020204" pitchFamily="34" charset="-122"/>
                          <a:cs typeface="Arial" panose="020B0604020202020204" pitchFamily="34" charset="0"/>
                        </a:rPr>
                        <a:t>第一梯队</a:t>
                      </a:r>
                      <a:endParaRPr lang="zh-CN" sz="1050" b="1"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3850798133"/>
                  </a:ext>
                </a:extLst>
              </a:tr>
              <a:tr h="325828">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磷肥</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前端配套磷矿、硫磺制酸、湿法磷酸、合成氨装置</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2592796211"/>
                  </a:ext>
                </a:extLst>
              </a:tr>
              <a:tr h="326971">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黄磷、精细磷酸盐</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配套磷矿石、水电；黄磷制成电子级磷酸、精细磷酸盐、草甘膦等</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产能</a:t>
                      </a:r>
                      <a:r>
                        <a:rPr lang="zh-CN" sz="1000" b="1" kern="100" dirty="0">
                          <a:solidFill>
                            <a:srgbClr val="FF0000"/>
                          </a:solidFill>
                          <a:effectLst/>
                          <a:latin typeface="微软雅黑" panose="020B0503020204020204" pitchFamily="34" charset="-122"/>
                          <a:ea typeface="微软雅黑" panose="020B0503020204020204" pitchFamily="34" charset="-122"/>
                          <a:cs typeface="Arial" panose="020B0604020202020204" pitchFamily="34" charset="0"/>
                        </a:rPr>
                        <a:t>全国领先</a:t>
                      </a:r>
                      <a:endParaRPr lang="zh-CN" sz="1050" b="1"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3585369847"/>
                  </a:ext>
                </a:extLst>
              </a:tr>
              <a:tr h="326971">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草甘膦</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配套有上游原料甘氨酸、黄磷、盐酸，副产氯甲烷、磷酸盐等</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产能</a:t>
                      </a:r>
                      <a:r>
                        <a:rPr lang="zh-CN" sz="1000" b="1" kern="100" dirty="0">
                          <a:solidFill>
                            <a:srgbClr val="FF0000"/>
                          </a:solidFill>
                          <a:effectLst/>
                          <a:latin typeface="微软雅黑" panose="020B0503020204020204" pitchFamily="34" charset="-122"/>
                          <a:ea typeface="微软雅黑" panose="020B0503020204020204" pitchFamily="34" charset="-122"/>
                          <a:cs typeface="Arial" panose="020B0604020202020204" pitchFamily="34" charset="0"/>
                        </a:rPr>
                        <a:t>全国领先</a:t>
                      </a:r>
                      <a:endParaRPr lang="zh-CN" sz="1050" b="1"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1423734191"/>
                  </a:ext>
                </a:extLst>
              </a:tr>
              <a:tr h="325828">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磷酸铁</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配套精制磷酸、液氨、双氧水，基本覆盖主要原材料</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规划产能居行业</a:t>
                      </a:r>
                      <a:r>
                        <a:rPr lang="zh-CN" sz="1000" b="1" kern="100" dirty="0">
                          <a:solidFill>
                            <a:srgbClr val="FF0000"/>
                          </a:solidFill>
                          <a:effectLst/>
                          <a:latin typeface="微软雅黑" panose="020B0503020204020204" pitchFamily="34" charset="-122"/>
                          <a:ea typeface="微软雅黑" panose="020B0503020204020204" pitchFamily="34" charset="-122"/>
                          <a:cs typeface="Arial" panose="020B0604020202020204" pitchFamily="34" charset="0"/>
                        </a:rPr>
                        <a:t>第一梯队</a:t>
                      </a:r>
                      <a:endParaRPr lang="zh-CN" sz="1050" b="1"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206883700"/>
                  </a:ext>
                </a:extLst>
              </a:tr>
              <a:tr h="490456">
                <a:tc>
                  <a:txBody>
                    <a:bodyPr/>
                    <a:lstStyle/>
                    <a:p>
                      <a:pPr algn="ctr"/>
                      <a:r>
                        <a:rPr lang="zh-CN"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有机硅</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基本形成从金属硅到硅单体、中间体（</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DMC</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a:t>
                      </a:r>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107/110</a:t>
                      </a: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胶、硅油等）、终端产品（密封胶）全产业链布局，配套氯甲烷（草甘膦副产）</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产能规模居国内</a:t>
                      </a:r>
                      <a:r>
                        <a:rPr lang="zh-CN" sz="1000" b="1" kern="100" dirty="0">
                          <a:solidFill>
                            <a:srgbClr val="FF0000"/>
                          </a:solidFill>
                          <a:effectLst/>
                          <a:latin typeface="微软雅黑" panose="020B0503020204020204" pitchFamily="34" charset="-122"/>
                          <a:ea typeface="微软雅黑" panose="020B0503020204020204" pitchFamily="34" charset="-122"/>
                          <a:cs typeface="Arial" panose="020B0604020202020204" pitchFamily="34" charset="0"/>
                        </a:rPr>
                        <a:t>第一梯队</a:t>
                      </a:r>
                      <a:endParaRPr lang="zh-CN" sz="1050" b="1"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1409414851"/>
                  </a:ext>
                </a:extLst>
              </a:tr>
              <a:tr h="351936">
                <a:tc>
                  <a:txBody>
                    <a:bodyPr/>
                    <a:lstStyle/>
                    <a:p>
                      <a:pPr algn="ctr"/>
                      <a:r>
                        <a:rPr lang="en-US" sz="10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DMSO</a:t>
                      </a:r>
                      <a:endParaRPr lang="zh-CN" sz="105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r>
                        <a:rPr lang="en-US"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 </a:t>
                      </a:r>
                      <a:endParaRPr lang="zh-CN" sz="105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0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产能规模</a:t>
                      </a:r>
                      <a:r>
                        <a:rPr lang="zh-CN" sz="1000" b="1" kern="100" dirty="0">
                          <a:solidFill>
                            <a:srgbClr val="FF0000"/>
                          </a:solidFill>
                          <a:effectLst/>
                          <a:latin typeface="微软雅黑" panose="020B0503020204020204" pitchFamily="34" charset="-122"/>
                          <a:ea typeface="微软雅黑" panose="020B0503020204020204" pitchFamily="34" charset="-122"/>
                          <a:cs typeface="Arial" panose="020B0604020202020204" pitchFamily="34" charset="0"/>
                        </a:rPr>
                        <a:t>全球领先</a:t>
                      </a:r>
                      <a:endParaRPr lang="zh-CN" sz="1050" b="1" kern="100" dirty="0">
                        <a:solidFill>
                          <a:srgbClr val="FF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3549467791"/>
                  </a:ext>
                </a:extLst>
              </a:tr>
            </a:tbl>
          </a:graphicData>
        </a:graphic>
      </p:graphicFrame>
      <p:sp>
        <p:nvSpPr>
          <p:cNvPr id="5" name="Rectangle 4">
            <a:extLst>
              <a:ext uri="{FF2B5EF4-FFF2-40B4-BE49-F238E27FC236}">
                <a16:creationId xmlns:a16="http://schemas.microsoft.com/office/drawing/2014/main" xmlns="" id="{68BD85D9-BFE0-73BB-920F-2618B52A0554}"/>
              </a:ext>
            </a:extLst>
          </p:cNvPr>
          <p:cNvSpPr>
            <a:spLocks noChangeArrowheads="1"/>
          </p:cNvSpPr>
          <p:nvPr/>
        </p:nvSpPr>
        <p:spPr bwMode="auto">
          <a:xfrm>
            <a:off x="502768" y="2989295"/>
            <a:ext cx="5142251"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dirty="0">
                <a:solidFill>
                  <a:srgbClr val="E10000"/>
                </a:solidFill>
                <a:latin typeface="微软雅黑" panose="020B0503020204020204" pitchFamily="34" charset="-122"/>
                <a:ea typeface="微软雅黑" panose="020B0503020204020204" pitchFamily="34" charset="-122"/>
              </a:rPr>
              <a:t>兴发集团主要产品产业链配套情况、行业地位</a:t>
            </a:r>
            <a:endParaRPr lang="zh-CN" altLang="zh-CN" b="1" dirty="0">
              <a:solidFill>
                <a:srgbClr val="E1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65813270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AEB8274E-DFCD-3B4C-7280-F0E8B783CB7F}"/>
              </a:ext>
            </a:extLst>
          </p:cNvPr>
          <p:cNvPicPr>
            <a:picLocks noChangeAspect="1"/>
          </p:cNvPicPr>
          <p:nvPr/>
        </p:nvPicPr>
        <p:blipFill>
          <a:blip r:embed="rId2"/>
          <a:stretch>
            <a:fillRect/>
          </a:stretch>
        </p:blipFill>
        <p:spPr>
          <a:xfrm>
            <a:off x="858417" y="1209278"/>
            <a:ext cx="10254342" cy="4996580"/>
          </a:xfrm>
          <a:prstGeom prst="rect">
            <a:avLst/>
          </a:prstGeom>
        </p:spPr>
      </p:pic>
      <p:sp>
        <p:nvSpPr>
          <p:cNvPr id="3" name="Rectangle 4">
            <a:extLst>
              <a:ext uri="{FF2B5EF4-FFF2-40B4-BE49-F238E27FC236}">
                <a16:creationId xmlns:a16="http://schemas.microsoft.com/office/drawing/2014/main" xmlns="" id="{DB1EB7E9-A4AC-77B2-8B7C-B802611555A5}"/>
              </a:ext>
            </a:extLst>
          </p:cNvPr>
          <p:cNvSpPr>
            <a:spLocks noChangeArrowheads="1"/>
          </p:cNvSpPr>
          <p:nvPr/>
        </p:nvSpPr>
        <p:spPr bwMode="auto">
          <a:xfrm>
            <a:off x="1683807" y="390532"/>
            <a:ext cx="7506846" cy="523220"/>
          </a:xfrm>
          <a:prstGeom prst="rect">
            <a:avLst/>
          </a:prstGeom>
          <a:noFill/>
        </p:spPr>
        <p:txBody>
          <a:bodyPr wrap="square" rtlCol="0">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800" b="1" dirty="0">
                <a:solidFill>
                  <a:srgbClr val="E10000"/>
                </a:solidFill>
                <a:latin typeface="微软雅黑" panose="020B0503020204020204" pitchFamily="34" charset="-122"/>
                <a:ea typeface="微软雅黑" panose="020B0503020204020204" pitchFamily="34" charset="-122"/>
              </a:rPr>
              <a:t>宜昌新材料产业园循环经济产业链</a:t>
            </a:r>
            <a:endParaRPr lang="zh-CN" altLang="zh-CN" sz="2800" b="1" dirty="0">
              <a:solidFill>
                <a:srgbClr val="E10000"/>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6F61631F-6FB9-8991-EA3E-08012E687165}"/>
              </a:ext>
            </a:extLst>
          </p:cNvPr>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08</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9102981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xmlns="" id="{6F61631F-6FB9-8991-EA3E-08012E687165}"/>
              </a:ext>
            </a:extLst>
          </p:cNvPr>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08</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7" name="Rectangle 4">
            <a:extLst>
              <a:ext uri="{FF2B5EF4-FFF2-40B4-BE49-F238E27FC236}">
                <a16:creationId xmlns:a16="http://schemas.microsoft.com/office/drawing/2014/main" xmlns="" id="{CFA5BC7D-7DFA-1BAA-91D9-52DA28BF3B72}"/>
              </a:ext>
            </a:extLst>
          </p:cNvPr>
          <p:cNvSpPr>
            <a:spLocks noChangeArrowheads="1"/>
          </p:cNvSpPr>
          <p:nvPr/>
        </p:nvSpPr>
        <p:spPr bwMode="auto">
          <a:xfrm>
            <a:off x="1574124" y="398115"/>
            <a:ext cx="5260550" cy="523220"/>
          </a:xfrm>
          <a:prstGeom prst="rect">
            <a:avLst/>
          </a:prstGeom>
          <a:noFill/>
        </p:spPr>
        <p:txBody>
          <a:bodyPr wrap="square" rtlCol="0">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800" b="1" dirty="0">
                <a:solidFill>
                  <a:srgbClr val="E10000"/>
                </a:solidFill>
                <a:latin typeface="微软雅黑" panose="020B0503020204020204" pitchFamily="34" charset="-122"/>
                <a:ea typeface="微软雅黑" panose="020B0503020204020204" pitchFamily="34" charset="-122"/>
              </a:rPr>
              <a:t>宜都生态工业园循环经济产业链</a:t>
            </a:r>
            <a:endParaRPr lang="zh-CN" altLang="zh-CN" sz="2800" b="1" dirty="0">
              <a:solidFill>
                <a:srgbClr val="E10000"/>
              </a:solidFill>
              <a:latin typeface="微软雅黑" panose="020B0503020204020204" pitchFamily="34" charset="-122"/>
              <a:ea typeface="微软雅黑" panose="020B0503020204020204" pitchFamily="34" charset="-122"/>
            </a:endParaRPr>
          </a:p>
        </p:txBody>
      </p:sp>
      <p:pic>
        <p:nvPicPr>
          <p:cNvPr id="8" name="图片 7">
            <a:extLst>
              <a:ext uri="{FF2B5EF4-FFF2-40B4-BE49-F238E27FC236}">
                <a16:creationId xmlns:a16="http://schemas.microsoft.com/office/drawing/2014/main" xmlns="" id="{A2672650-8B22-336A-1D93-B1DB17E37D41}"/>
              </a:ext>
            </a:extLst>
          </p:cNvPr>
          <p:cNvPicPr>
            <a:picLocks noChangeAspect="1"/>
          </p:cNvPicPr>
          <p:nvPr/>
        </p:nvPicPr>
        <p:blipFill>
          <a:blip r:embed="rId2"/>
          <a:stretch>
            <a:fillRect/>
          </a:stretch>
        </p:blipFill>
        <p:spPr>
          <a:xfrm>
            <a:off x="853751" y="1000307"/>
            <a:ext cx="9507894" cy="5347376"/>
          </a:xfrm>
          <a:prstGeom prst="rect">
            <a:avLst/>
          </a:prstGeom>
        </p:spPr>
      </p:pic>
    </p:spTree>
    <p:extLst>
      <p:ext uri="{BB962C8B-B14F-4D97-AF65-F5344CB8AC3E}">
        <p14:creationId xmlns:p14="http://schemas.microsoft.com/office/powerpoint/2010/main" val="3087206354"/>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本框 40"/>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08</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sp>
        <p:nvSpPr>
          <p:cNvPr id="17" name="文本框 16">
            <a:extLst>
              <a:ext uri="{FF2B5EF4-FFF2-40B4-BE49-F238E27FC236}">
                <a16:creationId xmlns:a16="http://schemas.microsoft.com/office/drawing/2014/main" xmlns="" id="{6A8EDD81-FD37-4D59-A7F4-4852667D4962}"/>
              </a:ext>
            </a:extLst>
          </p:cNvPr>
          <p:cNvSpPr txBox="1"/>
          <p:nvPr/>
        </p:nvSpPr>
        <p:spPr>
          <a:xfrm>
            <a:off x="1444948" y="412759"/>
            <a:ext cx="9168623"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重视研发，技术傍身，助公司由“周期”跨向“成长”</a:t>
            </a:r>
          </a:p>
        </p:txBody>
      </p:sp>
      <p:sp>
        <p:nvSpPr>
          <p:cNvPr id="22" name="TextBox 33">
            <a:extLst>
              <a:ext uri="{FF2B5EF4-FFF2-40B4-BE49-F238E27FC236}">
                <a16:creationId xmlns:a16="http://schemas.microsoft.com/office/drawing/2014/main" xmlns="" id="{9BCE7443-FCC7-4ADD-90ED-C98CB8AA2ACA}"/>
              </a:ext>
            </a:extLst>
          </p:cNvPr>
          <p:cNvSpPr/>
          <p:nvPr/>
        </p:nvSpPr>
        <p:spPr bwMode="auto">
          <a:xfrm>
            <a:off x="0" y="6678911"/>
            <a:ext cx="2301752" cy="220814"/>
          </a:xfrm>
          <a:prstGeom prst="rect">
            <a:avLst/>
          </a:prstGeom>
          <a:noFill/>
          <a:ln w="9525">
            <a:noFill/>
            <a:miter lim="800000"/>
          </a:ln>
          <a:effectLst>
            <a:prstShdw prst="shdw17" dist="17961" dir="2700000">
              <a:schemeClr val="accent1">
                <a:gamma/>
                <a:shade val="60000"/>
                <a:invGamma/>
              </a:schemeClr>
            </a:prstShdw>
          </a:effectLst>
        </p:spPr>
        <p:txBody>
          <a:bodyPr wrap="none" lIns="96758" tIns="48379" rIns="96758" bIns="48379" rtlCol="0"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lvl="0">
              <a:defRPr/>
            </a:pP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资料来源：</a:t>
            </a:r>
            <a:r>
              <a:rPr lang="en-US" altLang="zh-CN" sz="800" dirty="0">
                <a:solidFill>
                  <a:schemeClr val="bg1">
                    <a:lumMod val="50000"/>
                  </a:schemeClr>
                </a:solidFill>
                <a:latin typeface="微软雅黑" panose="020B0503020204020204" pitchFamily="34" charset="-122"/>
                <a:ea typeface="微软雅黑" panose="020B0503020204020204" pitchFamily="34" charset="-122"/>
                <a:sym typeface="+mn-ea"/>
              </a:rPr>
              <a:t>Wind</a:t>
            </a:r>
            <a:r>
              <a:rPr lang="zh-CN" altLang="en-US" sz="800" dirty="0">
                <a:solidFill>
                  <a:schemeClr val="bg1">
                    <a:lumMod val="50000"/>
                  </a:schemeClr>
                </a:solidFill>
                <a:latin typeface="微软雅黑" panose="020B0503020204020204" pitchFamily="34" charset="-122"/>
                <a:ea typeface="微软雅黑" panose="020B0503020204020204" pitchFamily="34" charset="-122"/>
                <a:sym typeface="+mn-ea"/>
              </a:rPr>
              <a:t>，公司公告，长江证券研究所</a:t>
            </a:r>
          </a:p>
        </p:txBody>
      </p:sp>
      <p:sp>
        <p:nvSpPr>
          <p:cNvPr id="13" name="Text Box 2">
            <a:extLst>
              <a:ext uri="{FF2B5EF4-FFF2-40B4-BE49-F238E27FC236}">
                <a16:creationId xmlns:a16="http://schemas.microsoft.com/office/drawing/2014/main" xmlns="" id="{A741C8F6-922B-4606-9473-E432D4FEAF9E}"/>
              </a:ext>
            </a:extLst>
          </p:cNvPr>
          <p:cNvSpPr txBox="1">
            <a:spLocks noChangeArrowheads="1"/>
          </p:cNvSpPr>
          <p:nvPr/>
        </p:nvSpPr>
        <p:spPr bwMode="auto">
          <a:xfrm>
            <a:off x="762288" y="1052737"/>
            <a:ext cx="6907475" cy="890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en-US" altLang="zh-CN" sz="1200" b="1" dirty="0">
                <a:solidFill>
                  <a:srgbClr val="6E6E6E"/>
                </a:solidFill>
                <a:latin typeface="微软雅黑" panose="020B0503020204020204" pitchFamily="34" charset="-122"/>
                <a:ea typeface="微软雅黑" panose="020B0503020204020204" pitchFamily="34" charset="-122"/>
              </a:rPr>
              <a:t>2021</a:t>
            </a:r>
            <a:r>
              <a:rPr lang="zh-CN" altLang="en-US" sz="1200" b="1" dirty="0">
                <a:solidFill>
                  <a:srgbClr val="6E6E6E"/>
                </a:solidFill>
                <a:latin typeface="微软雅黑" panose="020B0503020204020204" pitchFamily="34" charset="-122"/>
                <a:ea typeface="微软雅黑" panose="020B0503020204020204" pitchFamily="34" charset="-122"/>
              </a:rPr>
              <a:t>年公司研发支出达</a:t>
            </a:r>
            <a:r>
              <a:rPr lang="en-US" altLang="zh-CN" sz="1200" b="1" dirty="0">
                <a:solidFill>
                  <a:srgbClr val="6E6E6E"/>
                </a:solidFill>
                <a:latin typeface="微软雅黑" panose="020B0503020204020204" pitchFamily="34" charset="-122"/>
                <a:ea typeface="微软雅黑" panose="020B0503020204020204" pitchFamily="34" charset="-122"/>
              </a:rPr>
              <a:t>8.7</a:t>
            </a:r>
            <a:r>
              <a:rPr lang="zh-CN" altLang="en-US" sz="1200" b="1" dirty="0">
                <a:solidFill>
                  <a:srgbClr val="6E6E6E"/>
                </a:solidFill>
                <a:latin typeface="微软雅黑" panose="020B0503020204020204" pitchFamily="34" charset="-122"/>
                <a:ea typeface="微软雅黑" panose="020B0503020204020204" pitchFamily="34" charset="-122"/>
              </a:rPr>
              <a:t>亿元，占营收比重达</a:t>
            </a:r>
            <a:r>
              <a:rPr lang="en-US" altLang="zh-CN" sz="1200" b="1" dirty="0">
                <a:solidFill>
                  <a:srgbClr val="6E6E6E"/>
                </a:solidFill>
                <a:latin typeface="微软雅黑" panose="020B0503020204020204" pitchFamily="34" charset="-122"/>
                <a:ea typeface="微软雅黑" panose="020B0503020204020204" pitchFamily="34" charset="-122"/>
              </a:rPr>
              <a:t>3.7%</a:t>
            </a:r>
            <a:r>
              <a:rPr lang="zh-CN" altLang="en-US" sz="1200" dirty="0">
                <a:solidFill>
                  <a:srgbClr val="6E6E6E"/>
                </a:solidFill>
                <a:latin typeface="微软雅黑" panose="020B0503020204020204" pitchFamily="34" charset="-122"/>
                <a:ea typeface="微软雅黑" panose="020B0503020204020204" pitchFamily="34" charset="-122"/>
              </a:rPr>
              <a:t>，显著高于同行业公司高研发投入助力，公司不断有明星产品（</a:t>
            </a:r>
            <a:r>
              <a:rPr lang="en-US" altLang="zh-CN" sz="1200" dirty="0">
                <a:solidFill>
                  <a:srgbClr val="6E6E6E"/>
                </a:solidFill>
                <a:latin typeface="微软雅黑" panose="020B0503020204020204" pitchFamily="34" charset="-122"/>
                <a:ea typeface="微软雅黑" panose="020B0503020204020204" pitchFamily="34" charset="-122"/>
              </a:rPr>
              <a:t>DMSO</a:t>
            </a:r>
            <a:r>
              <a:rPr lang="zh-CN" altLang="en-US" sz="1200" dirty="0">
                <a:solidFill>
                  <a:srgbClr val="6E6E6E"/>
                </a:solidFill>
                <a:latin typeface="微软雅黑" panose="020B0503020204020204" pitchFamily="34" charset="-122"/>
                <a:ea typeface="微软雅黑" panose="020B0503020204020204" pitchFamily="34" charset="-122"/>
              </a:rPr>
              <a:t>、黑磷等），明星板块（兴福电子“湿电子化学品”等）涌出</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endParaRPr lang="en-US" altLang="zh-CN" sz="1200" b="1" dirty="0">
              <a:solidFill>
                <a:srgbClr val="6E6E6E"/>
              </a:solidFill>
              <a:latin typeface="微软雅黑" panose="020B0503020204020204" pitchFamily="34" charset="-122"/>
              <a:ea typeface="微软雅黑" panose="020B0503020204020204" pitchFamily="34" charset="-122"/>
            </a:endParaRPr>
          </a:p>
        </p:txBody>
      </p:sp>
      <p:sp>
        <p:nvSpPr>
          <p:cNvPr id="3" name="Rectangle 4">
            <a:extLst>
              <a:ext uri="{FF2B5EF4-FFF2-40B4-BE49-F238E27FC236}">
                <a16:creationId xmlns:a16="http://schemas.microsoft.com/office/drawing/2014/main" xmlns="" id="{CDE64FDC-8F47-BAFD-7EB4-29E039BD8936}"/>
              </a:ext>
            </a:extLst>
          </p:cNvPr>
          <p:cNvSpPr>
            <a:spLocks noChangeArrowheads="1"/>
          </p:cNvSpPr>
          <p:nvPr/>
        </p:nvSpPr>
        <p:spPr bwMode="auto">
          <a:xfrm>
            <a:off x="637427" y="2751983"/>
            <a:ext cx="4339385"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dirty="0">
                <a:solidFill>
                  <a:srgbClr val="E10000"/>
                </a:solidFill>
                <a:latin typeface="微软雅黑" panose="020B0503020204020204" pitchFamily="34" charset="-122"/>
                <a:ea typeface="微软雅黑" panose="020B0503020204020204" pitchFamily="34" charset="-122"/>
              </a:rPr>
              <a:t>兴发集团研发支出及占比显著高于同行</a:t>
            </a:r>
            <a:endParaRPr lang="zh-CN" altLang="zh-CN" b="1" dirty="0">
              <a:solidFill>
                <a:srgbClr val="E10000"/>
              </a:solidFill>
              <a:latin typeface="微软雅黑" panose="020B0503020204020204" pitchFamily="34" charset="-122"/>
              <a:ea typeface="微软雅黑" panose="020B0503020204020204" pitchFamily="34" charset="-122"/>
            </a:endParaRPr>
          </a:p>
        </p:txBody>
      </p:sp>
      <p:sp>
        <p:nvSpPr>
          <p:cNvPr id="23" name="Rectangle 4">
            <a:extLst>
              <a:ext uri="{FF2B5EF4-FFF2-40B4-BE49-F238E27FC236}">
                <a16:creationId xmlns:a16="http://schemas.microsoft.com/office/drawing/2014/main" xmlns="" id="{D67F5009-5097-748B-D8E6-6FC4B092A7DC}"/>
              </a:ext>
            </a:extLst>
          </p:cNvPr>
          <p:cNvSpPr>
            <a:spLocks noChangeArrowheads="1"/>
          </p:cNvSpPr>
          <p:nvPr/>
        </p:nvSpPr>
        <p:spPr bwMode="auto">
          <a:xfrm>
            <a:off x="6274186" y="2751983"/>
            <a:ext cx="4539994" cy="369332"/>
          </a:xfrm>
          <a:prstGeom prst="rect">
            <a:avLst/>
          </a:prstGeom>
          <a:noFill/>
          <a:ln w="9525">
            <a:noFill/>
            <a:miter lim="800000"/>
          </a:ln>
          <a:effectLst>
            <a:prstShdw prst="shdw17" dist="17961" dir="2700000">
              <a:schemeClr val="accent1">
                <a:gamma/>
                <a:shade val="60000"/>
                <a:invGamma/>
              </a:schemeClr>
            </a:prstShdw>
          </a:effectLst>
        </p:spPr>
        <p:txBody>
          <a:bodyPr wrap="square" anchor="ctr">
            <a:spAutoFit/>
          </a:bodyPr>
          <a:lstStyle>
            <a:lvl1pPr algn="l" eaLnBrk="0" hangingPunct="0">
              <a:defRPr>
                <a:solidFill>
                  <a:schemeClr val="tx1"/>
                </a:solidFill>
                <a:latin typeface="Arial" panose="020B0604020202020204" pitchFamily="34" charset="0"/>
                <a:ea typeface="宋体" panose="02010600030101010101" pitchFamily="2" charset="-122"/>
              </a:defRPr>
            </a:lvl1pPr>
            <a:lvl2pPr marL="742950" indent="-285750" algn="l" eaLnBrk="0" hangingPunct="0">
              <a:defRPr>
                <a:solidFill>
                  <a:schemeClr val="tx1"/>
                </a:solidFill>
                <a:latin typeface="Arial" panose="020B0604020202020204" pitchFamily="34" charset="0"/>
                <a:ea typeface="宋体" panose="02010600030101010101" pitchFamily="2" charset="-122"/>
              </a:defRPr>
            </a:lvl2pPr>
            <a:lvl3pPr marL="1143000" indent="-228600" algn="l" eaLnBrk="0" hangingPunct="0">
              <a:defRPr>
                <a:solidFill>
                  <a:schemeClr val="tx1"/>
                </a:solidFill>
                <a:latin typeface="Arial" panose="020B0604020202020204" pitchFamily="34" charset="0"/>
                <a:ea typeface="宋体" panose="02010600030101010101" pitchFamily="2" charset="-122"/>
              </a:defRPr>
            </a:lvl3pPr>
            <a:lvl4pPr marL="1600200" indent="-228600" algn="l" eaLnBrk="0" hangingPunct="0">
              <a:defRPr>
                <a:solidFill>
                  <a:schemeClr val="tx1"/>
                </a:solidFill>
                <a:latin typeface="Arial" panose="020B0604020202020204" pitchFamily="34" charset="0"/>
                <a:ea typeface="宋体" panose="02010600030101010101" pitchFamily="2" charset="-122"/>
              </a:defRPr>
            </a:lvl4pPr>
            <a:lvl5pPr marL="2057400" indent="-228600" algn="l"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b="1" dirty="0">
                <a:solidFill>
                  <a:srgbClr val="E10000"/>
                </a:solidFill>
                <a:latin typeface="微软雅黑" panose="020B0503020204020204" pitchFamily="34" charset="-122"/>
                <a:ea typeface="微软雅黑" panose="020B0503020204020204" pitchFamily="34" charset="-122"/>
              </a:rPr>
              <a:t>兴发集团成长板块持续取得实用专利</a:t>
            </a:r>
            <a:endParaRPr lang="zh-CN" altLang="zh-CN" b="1" dirty="0">
              <a:solidFill>
                <a:srgbClr val="E10000"/>
              </a:solidFill>
              <a:latin typeface="微软雅黑" panose="020B0503020204020204" pitchFamily="34" charset="-122"/>
              <a:ea typeface="微软雅黑" panose="020B0503020204020204" pitchFamily="34" charset="-122"/>
            </a:endParaRPr>
          </a:p>
        </p:txBody>
      </p:sp>
      <p:graphicFrame>
        <p:nvGraphicFramePr>
          <p:cNvPr id="2" name="表格 1">
            <a:extLst>
              <a:ext uri="{FF2B5EF4-FFF2-40B4-BE49-F238E27FC236}">
                <a16:creationId xmlns:a16="http://schemas.microsoft.com/office/drawing/2014/main" xmlns="" id="{08B1D6E5-B550-C652-DC06-E5D1706A3EC7}"/>
              </a:ext>
            </a:extLst>
          </p:cNvPr>
          <p:cNvGraphicFramePr>
            <a:graphicFrameLocks noGrp="1"/>
          </p:cNvGraphicFramePr>
          <p:nvPr>
            <p:extLst>
              <p:ext uri="{D42A27DB-BD31-4B8C-83A1-F6EECF244321}">
                <p14:modId xmlns:p14="http://schemas.microsoft.com/office/powerpoint/2010/main" val="3485282264"/>
              </p:ext>
            </p:extLst>
          </p:nvPr>
        </p:nvGraphicFramePr>
        <p:xfrm>
          <a:off x="5945011" y="3195735"/>
          <a:ext cx="5890869" cy="2943810"/>
        </p:xfrm>
        <a:graphic>
          <a:graphicData uri="http://schemas.openxmlformats.org/drawingml/2006/table">
            <a:tbl>
              <a:tblPr firstRow="1" firstCol="1" bandRow="1"/>
              <a:tblGrid>
                <a:gridCol w="3012377">
                  <a:extLst>
                    <a:ext uri="{9D8B030D-6E8A-4147-A177-3AD203B41FA5}">
                      <a16:colId xmlns:a16="http://schemas.microsoft.com/office/drawing/2014/main" xmlns="" val="494342275"/>
                    </a:ext>
                  </a:extLst>
                </a:gridCol>
                <a:gridCol w="1338943">
                  <a:extLst>
                    <a:ext uri="{9D8B030D-6E8A-4147-A177-3AD203B41FA5}">
                      <a16:colId xmlns:a16="http://schemas.microsoft.com/office/drawing/2014/main" xmlns="" val="2057011877"/>
                    </a:ext>
                  </a:extLst>
                </a:gridCol>
                <a:gridCol w="1539549">
                  <a:extLst>
                    <a:ext uri="{9D8B030D-6E8A-4147-A177-3AD203B41FA5}">
                      <a16:colId xmlns:a16="http://schemas.microsoft.com/office/drawing/2014/main" xmlns="" val="143604238"/>
                    </a:ext>
                  </a:extLst>
                </a:gridCol>
              </a:tblGrid>
              <a:tr h="445085">
                <a:tc>
                  <a:txBody>
                    <a:bodyPr/>
                    <a:lstStyle/>
                    <a:p>
                      <a:pPr algn="ct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专利名称</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专利类型</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tc>
                  <a:txBody>
                    <a:bodyPr/>
                    <a:lstStyle/>
                    <a:p>
                      <a:pPr algn="ctr"/>
                      <a:r>
                        <a:rPr lang="zh-CN" sz="1100" b="1" kern="100" dirty="0">
                          <a:solidFill>
                            <a:srgbClr val="FFFFFF"/>
                          </a:solidFill>
                          <a:effectLst/>
                          <a:latin typeface="微软雅黑" panose="020B0503020204020204" pitchFamily="34" charset="-122"/>
                          <a:ea typeface="微软雅黑" panose="020B0503020204020204" pitchFamily="34" charset="-122"/>
                          <a:cs typeface="Arial" panose="020B0604020202020204" pitchFamily="34" charset="0"/>
                        </a:rPr>
                        <a:t>公开公告号</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a:noFill/>
                    </a:lnB>
                    <a:solidFill>
                      <a:srgbClr val="E10000"/>
                    </a:solidFill>
                  </a:tcPr>
                </a:tc>
                <a:extLst>
                  <a:ext uri="{0D108BD9-81ED-4DB2-BD59-A6C34878D82A}">
                    <a16:rowId xmlns:a16="http://schemas.microsoft.com/office/drawing/2014/main" xmlns="" val="180164677"/>
                  </a:ext>
                </a:extLst>
              </a:tr>
              <a:tr h="499745">
                <a:tc>
                  <a:txBody>
                    <a:bodyPr/>
                    <a:lstStyle/>
                    <a:p>
                      <a:pPr algn="l"/>
                      <a:r>
                        <a:rPr lang="zh-CN" sz="1100" kern="100" dirty="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电子级硫酸生产用智能汽化及能量循环利用装置</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实用新型专利</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CN216934719U</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7750461"/>
                  </a:ext>
                </a:extLst>
              </a:tr>
              <a:tr h="499745">
                <a:tc>
                  <a:txBody>
                    <a:bodyPr/>
                    <a:lstStyle/>
                    <a:p>
                      <a:pPr algn="l"/>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一种电子级硫酸用高纯液体三氧化硫生产的装置</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实用新型专利</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CN216946225U</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413382398"/>
                  </a:ext>
                </a:extLst>
              </a:tr>
              <a:tr h="499745">
                <a:tc>
                  <a:txBody>
                    <a:bodyPr/>
                    <a:lstStyle/>
                    <a:p>
                      <a:pPr algn="l"/>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一种含酸蚀刻液中氟离子的检测方法</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发明专利</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CN110763749B</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1588425"/>
                  </a:ext>
                </a:extLst>
              </a:tr>
              <a:tr h="499745">
                <a:tc>
                  <a:txBody>
                    <a:bodyPr/>
                    <a:lstStyle/>
                    <a:p>
                      <a:pPr algn="l"/>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一种用于黑磷纳米片循环放大制备的反应装置</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实用新型专利</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CN213924050U</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63869840"/>
                  </a:ext>
                </a:extLst>
              </a:tr>
              <a:tr h="499745">
                <a:tc>
                  <a:txBody>
                    <a:bodyPr/>
                    <a:lstStyle/>
                    <a:p>
                      <a:pPr algn="l"/>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一种低能耗的黑磷单晶制备方法</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1100" kern="100">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发明专利</a:t>
                      </a:r>
                      <a:endParaRPr lang="zh-CN" sz="1200" kern="10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100" kern="100" dirty="0" err="1">
                          <a:solidFill>
                            <a:srgbClr val="000000"/>
                          </a:solidFill>
                          <a:effectLst/>
                          <a:latin typeface="微软雅黑" panose="020B0503020204020204" pitchFamily="34" charset="-122"/>
                          <a:ea typeface="微软雅黑" panose="020B0503020204020204" pitchFamily="34" charset="-122"/>
                          <a:cs typeface="Arial" panose="020B0604020202020204" pitchFamily="34" charset="0"/>
                        </a:rPr>
                        <a:t>CN108557788B</a:t>
                      </a:r>
                      <a:endParaRPr lang="zh-CN" sz="1200" kern="100" dirty="0">
                        <a:solidFill>
                          <a:srgbClr val="000000"/>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0" marR="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07054891"/>
                  </a:ext>
                </a:extLst>
              </a:tr>
            </a:tbl>
          </a:graphicData>
        </a:graphic>
      </p:graphicFrame>
      <p:graphicFrame>
        <p:nvGraphicFramePr>
          <p:cNvPr id="10" name="图表 9"/>
          <p:cNvGraphicFramePr>
            <a:graphicFrameLocks/>
          </p:cNvGraphicFramePr>
          <p:nvPr>
            <p:extLst>
              <p:ext uri="{D42A27DB-BD31-4B8C-83A1-F6EECF244321}">
                <p14:modId xmlns:p14="http://schemas.microsoft.com/office/powerpoint/2010/main" val="3655071278"/>
              </p:ext>
            </p:extLst>
          </p:nvPr>
        </p:nvGraphicFramePr>
        <p:xfrm>
          <a:off x="762288" y="3267075"/>
          <a:ext cx="4809837" cy="294322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424892570"/>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descr="0110新版ppt-03.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06" y="0"/>
            <a:ext cx="12191594" cy="6858000"/>
          </a:xfrm>
          <a:prstGeom prst="rect">
            <a:avLst/>
          </a:prstGeom>
        </p:spPr>
      </p:pic>
      <p:sp>
        <p:nvSpPr>
          <p:cNvPr id="4" name="文本框 3"/>
          <p:cNvSpPr txBox="1"/>
          <p:nvPr/>
        </p:nvSpPr>
        <p:spPr>
          <a:xfrm>
            <a:off x="1254760" y="1533537"/>
            <a:ext cx="1797749" cy="1655710"/>
          </a:xfrm>
          <a:prstGeom prst="rect">
            <a:avLst/>
          </a:prstGeom>
          <a:noFill/>
        </p:spPr>
        <p:txBody>
          <a:bodyPr wrap="square" rtlCol="0">
            <a:spAutoFit/>
          </a:bodyPr>
          <a:lstStyle/>
          <a:p>
            <a:r>
              <a:rPr lang="en-US" altLang="zh-CN" sz="10160" b="1" i="1" dirty="0">
                <a:solidFill>
                  <a:srgbClr val="E10000"/>
                </a:solidFill>
                <a:latin typeface="微软雅黑" panose="020B0503020204020204" pitchFamily="34" charset="-122"/>
                <a:ea typeface="微软雅黑" panose="020B0503020204020204" pitchFamily="34" charset="-122"/>
              </a:rPr>
              <a:t>09</a:t>
            </a:r>
            <a:endParaRPr lang="zh-CN" altLang="en-US" sz="10160" b="1" i="1" dirty="0">
              <a:solidFill>
                <a:srgbClr val="E10000"/>
              </a:solidFill>
              <a:latin typeface="微软雅黑" panose="020B0503020204020204" pitchFamily="34" charset="-122"/>
              <a:ea typeface="微软雅黑" panose="020B0503020204020204" pitchFamily="34" charset="-122"/>
            </a:endParaRPr>
          </a:p>
        </p:txBody>
      </p:sp>
      <p:sp>
        <p:nvSpPr>
          <p:cNvPr id="6" name="文本框 5"/>
          <p:cNvSpPr txBox="1"/>
          <p:nvPr/>
        </p:nvSpPr>
        <p:spPr>
          <a:xfrm>
            <a:off x="1254760" y="3146287"/>
            <a:ext cx="5566664" cy="492443"/>
          </a:xfrm>
          <a:prstGeom prst="rect">
            <a:avLst/>
          </a:prstGeom>
          <a:noFill/>
        </p:spPr>
        <p:txBody>
          <a:bodyPr wrap="square" rtlCol="0">
            <a:spAutoFit/>
          </a:bodyPr>
          <a:lstStyle/>
          <a:p>
            <a:r>
              <a:rPr lang="zh-CN" altLang="en-US" sz="2600" b="1" dirty="0">
                <a:solidFill>
                  <a:srgbClr val="6D6D6D"/>
                </a:solidFill>
                <a:latin typeface="微软雅黑" panose="020B0503020204020204" pitchFamily="34" charset="-122"/>
                <a:ea typeface="微软雅黑" panose="020B0503020204020204" pitchFamily="34" charset="-122"/>
              </a:rPr>
              <a:t>投资建议</a:t>
            </a:r>
          </a:p>
        </p:txBody>
      </p:sp>
      <p:sp>
        <p:nvSpPr>
          <p:cNvPr id="7" name="文本框 6"/>
          <p:cNvSpPr txBox="1"/>
          <p:nvPr/>
        </p:nvSpPr>
        <p:spPr>
          <a:xfrm>
            <a:off x="1254760" y="3749576"/>
            <a:ext cx="5302761" cy="418191"/>
          </a:xfrm>
          <a:prstGeom prst="rect">
            <a:avLst/>
          </a:prstGeom>
          <a:noFill/>
        </p:spPr>
        <p:txBody>
          <a:bodyPr wrap="square" rtlCol="0">
            <a:spAutoFit/>
          </a:bodyPr>
          <a:lstStyle/>
          <a:p>
            <a:pPr>
              <a:lnSpc>
                <a:spcPct val="150000"/>
              </a:lnSpc>
            </a:pPr>
            <a:r>
              <a:rPr lang="zh-CN" altLang="en-US" sz="1600" dirty="0">
                <a:solidFill>
                  <a:schemeClr val="bg1">
                    <a:lumMod val="50000"/>
                  </a:schemeClr>
                </a:solidFill>
                <a:latin typeface="微软雅黑" panose="020B0503020204020204" pitchFamily="34" charset="-122"/>
                <a:ea typeface="微软雅黑" panose="020B0503020204020204" pitchFamily="34" charset="-122"/>
              </a:rPr>
              <a:t>首次覆盖，给予买入评级</a:t>
            </a:r>
          </a:p>
        </p:txBody>
      </p:sp>
    </p:spTree>
    <p:extLst>
      <p:ext uri="{BB962C8B-B14F-4D97-AF65-F5344CB8AC3E}">
        <p14:creationId xmlns:p14="http://schemas.microsoft.com/office/powerpoint/2010/main" val="111452974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a:extLst>
              <a:ext uri="{FF2B5EF4-FFF2-40B4-BE49-F238E27FC236}">
                <a16:creationId xmlns:a16="http://schemas.microsoft.com/office/drawing/2014/main" xmlns="" id="{D4861CA2-C345-CE19-F323-76D072A83917}"/>
              </a:ext>
            </a:extLst>
          </p:cNvPr>
          <p:cNvSpPr txBox="1">
            <a:spLocks noChangeArrowheads="1"/>
          </p:cNvSpPr>
          <p:nvPr/>
        </p:nvSpPr>
        <p:spPr bwMode="auto">
          <a:xfrm>
            <a:off x="292099" y="989873"/>
            <a:ext cx="4354545" cy="3383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a:spAutoFit/>
          </a:bodyPr>
          <a:lstStyle>
            <a:lvl1pPr marL="285750" indent="-285750">
              <a:lnSpc>
                <a:spcPct val="90000"/>
              </a:lnSpc>
              <a:spcBef>
                <a:spcPts val="950"/>
              </a:spcBef>
              <a:buFont typeface="Arial" panose="020B0604020202020204" pitchFamily="34" charset="0"/>
              <a:buChar char="•"/>
              <a:defRPr sz="2600">
                <a:solidFill>
                  <a:schemeClr val="tx1"/>
                </a:solidFill>
                <a:latin typeface="Calibri" panose="020F0502020204030204" charset="0"/>
                <a:ea typeface="宋体" panose="02010600030101010101" pitchFamily="2" charset="-122"/>
              </a:defRPr>
            </a:lvl1pPr>
            <a:lvl2pPr marL="742950" indent="-285750">
              <a:lnSpc>
                <a:spcPct val="90000"/>
              </a:lnSpc>
              <a:spcBef>
                <a:spcPct val="95000"/>
              </a:spcBef>
              <a:buFont typeface="Arial" panose="020B0604020202020204" pitchFamily="34" charset="0"/>
              <a:buChar char="•"/>
              <a:defRPr sz="2200">
                <a:solidFill>
                  <a:schemeClr val="tx1"/>
                </a:solidFill>
                <a:latin typeface="Calibri" panose="020F0502020204030204" charset="0"/>
                <a:ea typeface="宋体" panose="02010600030101010101" pitchFamily="2" charset="-122"/>
              </a:defRPr>
            </a:lvl2pPr>
            <a:lvl3pPr marL="1143000" indent="-228600">
              <a:lnSpc>
                <a:spcPct val="90000"/>
              </a:lnSpc>
              <a:spcBef>
                <a:spcPct val="95000"/>
              </a:spcBef>
              <a:buFont typeface="Arial" panose="020B0604020202020204" pitchFamily="34" charset="0"/>
              <a:buChar char="•"/>
              <a:defRPr>
                <a:solidFill>
                  <a:schemeClr val="tx1"/>
                </a:solidFill>
                <a:latin typeface="Calibri" panose="020F0502020204030204" charset="0"/>
                <a:ea typeface="宋体" panose="02010600030101010101" pitchFamily="2" charset="-122"/>
              </a:defRPr>
            </a:lvl3pPr>
            <a:lvl4pPr marL="16002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4pPr>
            <a:lvl5pPr marL="2057400" indent="-228600">
              <a:lnSpc>
                <a:spcPct val="90000"/>
              </a:lnSpc>
              <a:spcBef>
                <a:spcPct val="95000"/>
              </a:spcBef>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5pPr>
            <a:lvl6pPr marL="25146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6pPr>
            <a:lvl7pPr marL="29718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7pPr>
            <a:lvl8pPr marL="34290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8pPr>
            <a:lvl9pPr marL="3886200" indent="-228600" eaLnBrk="0" fontAlgn="base" hangingPunct="0">
              <a:lnSpc>
                <a:spcPct val="90000"/>
              </a:lnSpc>
              <a:spcBef>
                <a:spcPct val="95000"/>
              </a:spcBef>
              <a:spcAft>
                <a:spcPct val="0"/>
              </a:spcAft>
              <a:buFont typeface="Arial" panose="020B0604020202020204" pitchFamily="34" charset="0"/>
              <a:buChar char="•"/>
              <a:defRPr sz="1700">
                <a:solidFill>
                  <a:schemeClr val="tx1"/>
                </a:solidFill>
                <a:latin typeface="Calibri" panose="020F0502020204030204" charset="0"/>
                <a:ea typeface="宋体" panose="02010600030101010101" pitchFamily="2" charset="-122"/>
              </a:defRPr>
            </a:lvl9pPr>
          </a:lstStyle>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dirty="0">
                <a:solidFill>
                  <a:srgbClr val="6E6E6E"/>
                </a:solidFill>
                <a:latin typeface="微软雅黑" panose="020B0503020204020204" pitchFamily="34" charset="-122"/>
                <a:ea typeface="微软雅黑" panose="020B0503020204020204" pitchFamily="34" charset="-122"/>
              </a:rPr>
              <a:t>公司是国内磷化工行业龙头，施行多元布局、多线发展策略。</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传统磷化工板块：</a:t>
            </a:r>
            <a:r>
              <a:rPr lang="zh-CN" altLang="en-US" sz="1200" dirty="0">
                <a:solidFill>
                  <a:srgbClr val="6E6E6E"/>
                </a:solidFill>
                <a:latin typeface="微软雅黑" panose="020B0503020204020204" pitchFamily="34" charset="-122"/>
                <a:ea typeface="微软雅黑" panose="020B0503020204020204" pitchFamily="34" charset="-122"/>
              </a:rPr>
              <a:t>公司具备规模与一体化优势，行业供给受限背景下，公司竞争力有望持续加强</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新型磷化工板块：</a:t>
            </a:r>
            <a:r>
              <a:rPr lang="zh-CN" altLang="en-US" sz="1200" dirty="0">
                <a:solidFill>
                  <a:srgbClr val="6E6E6E"/>
                </a:solidFill>
                <a:latin typeface="微软雅黑" panose="020B0503020204020204" pitchFamily="34" charset="-122"/>
                <a:ea typeface="微软雅黑" panose="020B0503020204020204" pitchFamily="34" charset="-122"/>
              </a:rPr>
              <a:t>公司坐拥磷源牵手巨头下游企业，将在广阔空间下尽情驰骋；</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新兴材料领域：</a:t>
            </a:r>
            <a:r>
              <a:rPr lang="zh-CN" altLang="en-US" sz="1200" dirty="0">
                <a:solidFill>
                  <a:srgbClr val="6E6E6E"/>
                </a:solidFill>
                <a:latin typeface="微软雅黑" panose="020B0503020204020204" pitchFamily="34" charset="-122"/>
                <a:ea typeface="微软雅黑" panose="020B0503020204020204" pitchFamily="34" charset="-122"/>
              </a:rPr>
              <a:t>公司技术卓越，主要产品空间广阔、盈利丰厚</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协同一体</a:t>
            </a:r>
            <a:r>
              <a:rPr lang="zh-CN" altLang="en-US" sz="1200" dirty="0">
                <a:solidFill>
                  <a:srgbClr val="6E6E6E"/>
                </a:solidFill>
                <a:latin typeface="微软雅黑" panose="020B0503020204020204" pitchFamily="34" charset="-122"/>
                <a:ea typeface="微软雅黑" panose="020B0503020204020204" pitchFamily="34" charset="-122"/>
              </a:rPr>
              <a:t>生产模式筑起成本护城河，</a:t>
            </a:r>
            <a:r>
              <a:rPr lang="zh-CN" altLang="en-US" sz="1200" b="1" dirty="0">
                <a:solidFill>
                  <a:srgbClr val="6E6E6E"/>
                </a:solidFill>
                <a:latin typeface="微软雅黑" panose="020B0503020204020204" pitchFamily="34" charset="-122"/>
                <a:ea typeface="微软雅黑" panose="020B0503020204020204" pitchFamily="34" charset="-122"/>
              </a:rPr>
              <a:t>高研发</a:t>
            </a:r>
            <a:r>
              <a:rPr lang="zh-CN" altLang="en-US" sz="1200" dirty="0">
                <a:solidFill>
                  <a:srgbClr val="6E6E6E"/>
                </a:solidFill>
                <a:latin typeface="微软雅黑" panose="020B0503020204020204" pitchFamily="34" charset="-122"/>
                <a:ea typeface="微软雅黑" panose="020B0503020204020204" pitchFamily="34" charset="-122"/>
              </a:rPr>
              <a:t>投入助力成长板块腾飞</a:t>
            </a:r>
            <a:endParaRPr lang="en-US" altLang="zh-CN" sz="1200" dirty="0">
              <a:solidFill>
                <a:srgbClr val="6E6E6E"/>
              </a:solidFill>
              <a:latin typeface="微软雅黑" panose="020B0503020204020204" pitchFamily="34" charset="-122"/>
              <a:ea typeface="微软雅黑" panose="020B0503020204020204" pitchFamily="34" charset="-122"/>
            </a:endParaRPr>
          </a:p>
          <a:p>
            <a:pPr lvl="0" fontAlgn="base">
              <a:lnSpc>
                <a:spcPct val="150000"/>
              </a:lnSpc>
              <a:spcBef>
                <a:spcPct val="0"/>
              </a:spcBef>
              <a:spcAft>
                <a:spcPct val="0"/>
              </a:spcAft>
              <a:buClr>
                <a:srgbClr val="C00000"/>
              </a:buClr>
              <a:buFont typeface="Wingdings" panose="05000000000000000000" pitchFamily="2" charset="2"/>
              <a:buChar char="Ø"/>
              <a:defRPr/>
            </a:pPr>
            <a:r>
              <a:rPr lang="zh-CN" altLang="en-US" sz="1200" b="1" dirty="0">
                <a:solidFill>
                  <a:srgbClr val="6E6E6E"/>
                </a:solidFill>
                <a:latin typeface="微软雅黑" panose="020B0503020204020204" pitchFamily="34" charset="-122"/>
                <a:ea typeface="微软雅黑" panose="020B0503020204020204" pitchFamily="34" charset="-122"/>
              </a:rPr>
              <a:t>我们看好公司发展前景。</a:t>
            </a:r>
            <a:r>
              <a:rPr lang="zh-CN" altLang="en-US" sz="1200" dirty="0">
                <a:solidFill>
                  <a:srgbClr val="6E6E6E"/>
                </a:solidFill>
                <a:latin typeface="微软雅黑" panose="020B0503020204020204" pitchFamily="34" charset="-122"/>
                <a:ea typeface="微软雅黑" panose="020B0503020204020204" pitchFamily="34" charset="-122"/>
              </a:rPr>
              <a:t>预计</a:t>
            </a:r>
            <a:r>
              <a:rPr lang="en-US" altLang="zh-CN" sz="1200" dirty="0">
                <a:solidFill>
                  <a:srgbClr val="6E6E6E"/>
                </a:solidFill>
                <a:latin typeface="微软雅黑" panose="020B0503020204020204" pitchFamily="34" charset="-122"/>
                <a:ea typeface="微软雅黑" panose="020B0503020204020204" pitchFamily="34" charset="-122"/>
              </a:rPr>
              <a:t>2022-2024</a:t>
            </a:r>
            <a:r>
              <a:rPr lang="zh-CN" altLang="en-US" sz="1200" dirty="0">
                <a:solidFill>
                  <a:srgbClr val="6E6E6E"/>
                </a:solidFill>
                <a:latin typeface="微软雅黑" panose="020B0503020204020204" pitchFamily="34" charset="-122"/>
                <a:ea typeface="微软雅黑" panose="020B0503020204020204" pitchFamily="34" charset="-122"/>
              </a:rPr>
              <a:t>年业绩分别为</a:t>
            </a:r>
            <a:r>
              <a:rPr lang="en-US" altLang="zh-CN" sz="1200" dirty="0">
                <a:solidFill>
                  <a:srgbClr val="6E6E6E"/>
                </a:solidFill>
                <a:latin typeface="微软雅黑" panose="020B0503020204020204" pitchFamily="34" charset="-122"/>
                <a:ea typeface="微软雅黑" panose="020B0503020204020204" pitchFamily="34" charset="-122"/>
              </a:rPr>
              <a:t>62.8</a:t>
            </a:r>
            <a:r>
              <a:rPr lang="zh-CN" altLang="en-US" sz="1200" dirty="0">
                <a:solidFill>
                  <a:srgbClr val="6E6E6E"/>
                </a:solidFill>
                <a:latin typeface="微软雅黑" panose="020B0503020204020204" pitchFamily="34" charset="-122"/>
                <a:ea typeface="微软雅黑" panose="020B0503020204020204" pitchFamily="34" charset="-122"/>
              </a:rPr>
              <a:t>、</a:t>
            </a:r>
            <a:r>
              <a:rPr lang="en-US" altLang="zh-CN" sz="1200" dirty="0">
                <a:solidFill>
                  <a:srgbClr val="6E6E6E"/>
                </a:solidFill>
                <a:latin typeface="微软雅黑" panose="020B0503020204020204" pitchFamily="34" charset="-122"/>
                <a:ea typeface="微软雅黑" panose="020B0503020204020204" pitchFamily="34" charset="-122"/>
              </a:rPr>
              <a:t>66.0</a:t>
            </a:r>
            <a:r>
              <a:rPr lang="zh-CN" altLang="en-US" sz="1200" dirty="0">
                <a:solidFill>
                  <a:srgbClr val="6E6E6E"/>
                </a:solidFill>
                <a:latin typeface="微软雅黑" panose="020B0503020204020204" pitchFamily="34" charset="-122"/>
                <a:ea typeface="微软雅黑" panose="020B0503020204020204" pitchFamily="34" charset="-122"/>
              </a:rPr>
              <a:t>、</a:t>
            </a:r>
            <a:r>
              <a:rPr lang="en-US" altLang="zh-CN" sz="1200" dirty="0">
                <a:solidFill>
                  <a:srgbClr val="6E6E6E"/>
                </a:solidFill>
                <a:latin typeface="微软雅黑" panose="020B0503020204020204" pitchFamily="34" charset="-122"/>
                <a:ea typeface="微软雅黑" panose="020B0503020204020204" pitchFamily="34" charset="-122"/>
              </a:rPr>
              <a:t>71.2</a:t>
            </a:r>
            <a:r>
              <a:rPr lang="zh-CN" altLang="en-US" sz="1200" dirty="0">
                <a:solidFill>
                  <a:srgbClr val="6E6E6E"/>
                </a:solidFill>
                <a:latin typeface="微软雅黑" panose="020B0503020204020204" pitchFamily="34" charset="-122"/>
                <a:ea typeface="微软雅黑" panose="020B0503020204020204" pitchFamily="34" charset="-122"/>
              </a:rPr>
              <a:t>亿元，首次覆盖，给予“买入”评级。</a:t>
            </a:r>
            <a:endParaRPr lang="en-US" altLang="zh-CN" sz="1200" dirty="0">
              <a:solidFill>
                <a:srgbClr val="6E6E6E"/>
              </a:solidFill>
              <a:latin typeface="微软雅黑" panose="020B0503020204020204" pitchFamily="34" charset="-122"/>
              <a:ea typeface="微软雅黑" panose="020B0503020204020204" pitchFamily="34" charset="-122"/>
            </a:endParaRPr>
          </a:p>
        </p:txBody>
      </p:sp>
      <p:sp>
        <p:nvSpPr>
          <p:cNvPr id="4" name="文本框 3">
            <a:extLst>
              <a:ext uri="{FF2B5EF4-FFF2-40B4-BE49-F238E27FC236}">
                <a16:creationId xmlns:a16="http://schemas.microsoft.com/office/drawing/2014/main" xmlns="" id="{8478C466-C3E0-FA7D-A916-387E91B639F9}"/>
              </a:ext>
            </a:extLst>
          </p:cNvPr>
          <p:cNvSpPr txBox="1"/>
          <p:nvPr/>
        </p:nvSpPr>
        <p:spPr>
          <a:xfrm>
            <a:off x="1679928" y="389460"/>
            <a:ext cx="8245757" cy="523220"/>
          </a:xfrm>
          <a:prstGeom prst="rect">
            <a:avLst/>
          </a:prstGeom>
          <a:noFill/>
        </p:spPr>
        <p:txBody>
          <a:bodyPr wrap="square" rtlCol="0">
            <a:spAutoFit/>
          </a:bodyPr>
          <a:lstStyle/>
          <a:p>
            <a:r>
              <a:rPr lang="zh-CN" altLang="en-US" sz="2800" b="1" dirty="0">
                <a:solidFill>
                  <a:srgbClr val="E10000"/>
                </a:solidFill>
                <a:latin typeface="微软雅黑" panose="020B0503020204020204" pitchFamily="34" charset="-122"/>
                <a:ea typeface="微软雅黑" panose="020B0503020204020204" pitchFamily="34" charset="-122"/>
              </a:rPr>
              <a:t>首次覆盖，给予“买入”评级</a:t>
            </a:r>
          </a:p>
        </p:txBody>
      </p:sp>
      <p:sp>
        <p:nvSpPr>
          <p:cNvPr id="3" name="文本框 2">
            <a:extLst>
              <a:ext uri="{FF2B5EF4-FFF2-40B4-BE49-F238E27FC236}">
                <a16:creationId xmlns:a16="http://schemas.microsoft.com/office/drawing/2014/main" xmlns="" id="{C6104BA3-4A54-8F8A-257B-744640893A9A}"/>
              </a:ext>
            </a:extLst>
          </p:cNvPr>
          <p:cNvSpPr txBox="1"/>
          <p:nvPr/>
        </p:nvSpPr>
        <p:spPr>
          <a:xfrm>
            <a:off x="762288" y="457362"/>
            <a:ext cx="533370" cy="417807"/>
          </a:xfrm>
          <a:prstGeom prst="rect">
            <a:avLst/>
          </a:prstGeom>
          <a:noFill/>
        </p:spPr>
        <p:txBody>
          <a:bodyPr wrap="square" rtlCol="0">
            <a:spAutoFit/>
          </a:bodyPr>
          <a:lstStyle/>
          <a:p>
            <a:r>
              <a:rPr lang="en-US" altLang="zh-CN" sz="2115" b="1" i="1" dirty="0">
                <a:solidFill>
                  <a:schemeClr val="bg1"/>
                </a:solidFill>
                <a:latin typeface="微软雅黑" panose="020B0503020204020204" pitchFamily="34" charset="-122"/>
                <a:ea typeface="微软雅黑" panose="020B0503020204020204" pitchFamily="34" charset="-122"/>
              </a:rPr>
              <a:t>09</a:t>
            </a:r>
            <a:endParaRPr lang="zh-CN" altLang="en-US" sz="2115" b="1" i="1" dirty="0">
              <a:solidFill>
                <a:schemeClr val="bg1"/>
              </a:solidFill>
              <a:latin typeface="微软雅黑" panose="020B0503020204020204" pitchFamily="34" charset="-122"/>
              <a:ea typeface="微软雅黑" panose="020B0503020204020204" pitchFamily="34" charset="-122"/>
            </a:endParaRPr>
          </a:p>
        </p:txBody>
      </p:sp>
      <p:pic>
        <p:nvPicPr>
          <p:cNvPr id="10" name="图片 9">
            <a:extLst>
              <a:ext uri="{FF2B5EF4-FFF2-40B4-BE49-F238E27FC236}">
                <a16:creationId xmlns:a16="http://schemas.microsoft.com/office/drawing/2014/main" xmlns="" id="{A53743CB-47A2-FB54-69C5-7808B2D0BCEF}"/>
              </a:ext>
            </a:extLst>
          </p:cNvPr>
          <p:cNvPicPr>
            <a:picLocks noChangeAspect="1"/>
          </p:cNvPicPr>
          <p:nvPr/>
        </p:nvPicPr>
        <p:blipFill>
          <a:blip r:embed="rId3"/>
          <a:stretch>
            <a:fillRect/>
          </a:stretch>
        </p:blipFill>
        <p:spPr>
          <a:xfrm>
            <a:off x="4917233" y="989873"/>
            <a:ext cx="6699379" cy="5454218"/>
          </a:xfrm>
          <a:prstGeom prst="rect">
            <a:avLst/>
          </a:prstGeom>
        </p:spPr>
      </p:pic>
    </p:spTree>
    <p:extLst>
      <p:ext uri="{BB962C8B-B14F-4D97-AF65-F5344CB8AC3E}">
        <p14:creationId xmlns:p14="http://schemas.microsoft.com/office/powerpoint/2010/main" val="328274588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blipFill rotWithShape="1">
          <a:blip r:embed="rId2"/>
          <a:stretch>
            <a:fillRect/>
          </a:stretch>
        </a:blipFill>
        <a:effectLst/>
      </p:bgPr>
    </p:bg>
    <p:spTree>
      <p:nvGrpSpPr>
        <p:cNvPr id="1" name=""/>
        <p:cNvGrpSpPr/>
        <p:nvPr/>
      </p:nvGrpSpPr>
      <p:grpSpPr>
        <a:xfrm>
          <a:off x="0" y="0"/>
          <a:ext cx="0" cy="0"/>
          <a:chOff x="0" y="0"/>
          <a:chExt cx="0" cy="0"/>
        </a:xfrm>
      </p:grpSpPr>
      <p:sp>
        <p:nvSpPr>
          <p:cNvPr id="41" name="文本框 40">
            <a:extLst>
              <a:ext uri="{FF2B5EF4-FFF2-40B4-BE49-F238E27FC236}">
                <a16:creationId xmlns:a16="http://schemas.microsoft.com/office/drawing/2014/main" xmlns="" id="{2DBBD845-7C56-C449-9491-EE045B124456}"/>
              </a:ext>
            </a:extLst>
          </p:cNvPr>
          <p:cNvSpPr txBox="1"/>
          <p:nvPr/>
        </p:nvSpPr>
        <p:spPr>
          <a:xfrm>
            <a:off x="1548205" y="410018"/>
            <a:ext cx="6370844" cy="523220"/>
          </a:xfrm>
          <a:prstGeom prst="rect">
            <a:avLst/>
          </a:prstGeom>
          <a:noFill/>
        </p:spPr>
        <p:txBody>
          <a:bodyPr wrap="square" rtlCol="0">
            <a:spAutoFit/>
          </a:bodyPr>
          <a:lstStyle/>
          <a:p>
            <a:pPr defTabSz="967740"/>
            <a:r>
              <a:rPr lang="zh-CN" altLang="en-US" sz="2800" b="1" dirty="0">
                <a:solidFill>
                  <a:srgbClr val="E10000"/>
                </a:solidFill>
                <a:latin typeface="微软雅黑" panose="020B0503020204020204" pitchFamily="34" charset="-122"/>
                <a:ea typeface="微软雅黑" panose="020B0503020204020204" pitchFamily="34" charset="-122"/>
              </a:rPr>
              <a:t>风险提示</a:t>
            </a:r>
          </a:p>
        </p:txBody>
      </p:sp>
      <p:sp>
        <p:nvSpPr>
          <p:cNvPr id="21" name="Rectangle 783">
            <a:extLst>
              <a:ext uri="{FF2B5EF4-FFF2-40B4-BE49-F238E27FC236}">
                <a16:creationId xmlns:a16="http://schemas.microsoft.com/office/drawing/2014/main" xmlns="" id="{74C3E982-E3AC-4665-B2AD-37B6631E2E90}"/>
              </a:ext>
            </a:extLst>
          </p:cNvPr>
          <p:cNvSpPr>
            <a:spLocks noChangeArrowheads="1"/>
          </p:cNvSpPr>
          <p:nvPr/>
        </p:nvSpPr>
        <p:spPr bwMode="auto">
          <a:xfrm>
            <a:off x="0" y="2079706"/>
            <a:ext cx="12192000" cy="2614214"/>
          </a:xfrm>
          <a:prstGeom prst="rect">
            <a:avLst/>
          </a:prstGeom>
          <a:solidFill>
            <a:schemeClr val="bg1">
              <a:lumMod val="50000"/>
              <a:alpha val="1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TextBox 41">
            <a:extLst>
              <a:ext uri="{FF2B5EF4-FFF2-40B4-BE49-F238E27FC236}">
                <a16:creationId xmlns:a16="http://schemas.microsoft.com/office/drawing/2014/main" xmlns="" id="{22A03DD1-3B37-4E41-835D-F07DDB5C4605}"/>
              </a:ext>
            </a:extLst>
          </p:cNvPr>
          <p:cNvSpPr txBox="1"/>
          <p:nvPr/>
        </p:nvSpPr>
        <p:spPr>
          <a:xfrm>
            <a:off x="712730" y="2856695"/>
            <a:ext cx="7361750" cy="775277"/>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lgn="just">
              <a:lnSpc>
                <a:spcPct val="200000"/>
              </a:lnSpc>
              <a:buFont typeface="Wingdings" panose="05000000000000000000" pitchFamily="2" charset="2"/>
              <a:buChar char="l"/>
            </a:pPr>
            <a:r>
              <a:rPr lang="en-US" altLang="zh-CN" sz="1200" b="1" dirty="0">
                <a:solidFill>
                  <a:srgbClr val="E10000"/>
                </a:solidFill>
                <a:latin typeface="微软雅黑" panose="020B0503020204020204" pitchFamily="34" charset="-122"/>
                <a:ea typeface="微软雅黑" panose="020B0503020204020204" pitchFamily="34" charset="-122"/>
              </a:rPr>
              <a:t>1</a:t>
            </a:r>
            <a:r>
              <a:rPr lang="zh-CN" altLang="en-US" sz="1200" b="1" dirty="0">
                <a:solidFill>
                  <a:srgbClr val="E10000"/>
                </a:solidFill>
                <a:latin typeface="微软雅黑" panose="020B0503020204020204" pitchFamily="34" charset="-122"/>
                <a:ea typeface="微软雅黑" panose="020B0503020204020204" pitchFamily="34" charset="-122"/>
              </a:rPr>
              <a:t>、在建项目投产进度不及预期；</a:t>
            </a:r>
          </a:p>
          <a:p>
            <a:pPr marL="171450" indent="-171450" algn="just">
              <a:lnSpc>
                <a:spcPct val="200000"/>
              </a:lnSpc>
              <a:buFont typeface="Wingdings" panose="05000000000000000000" pitchFamily="2" charset="2"/>
              <a:buChar char="l"/>
            </a:pPr>
            <a:r>
              <a:rPr lang="en-US" altLang="zh-CN" sz="1200" b="1" dirty="0">
                <a:solidFill>
                  <a:srgbClr val="E10000"/>
                </a:solidFill>
                <a:latin typeface="微软雅黑" panose="020B0503020204020204" pitchFamily="34" charset="-122"/>
                <a:ea typeface="微软雅黑" panose="020B0503020204020204" pitchFamily="34" charset="-122"/>
              </a:rPr>
              <a:t>2</a:t>
            </a:r>
            <a:r>
              <a:rPr lang="zh-CN" altLang="en-US" sz="1200" b="1" dirty="0">
                <a:solidFill>
                  <a:srgbClr val="E10000"/>
                </a:solidFill>
                <a:latin typeface="微软雅黑" panose="020B0503020204020204" pitchFamily="34" charset="-122"/>
                <a:ea typeface="微软雅黑" panose="020B0503020204020204" pitchFamily="34" charset="-122"/>
              </a:rPr>
              <a:t>、宏观经济运行不及预期；</a:t>
            </a:r>
          </a:p>
        </p:txBody>
      </p:sp>
      <p:sp>
        <p:nvSpPr>
          <p:cNvPr id="23" name="TextBox 6">
            <a:extLst>
              <a:ext uri="{FF2B5EF4-FFF2-40B4-BE49-F238E27FC236}">
                <a16:creationId xmlns:a16="http://schemas.microsoft.com/office/drawing/2014/main" xmlns="" id="{1CE1F296-E3FE-41A1-B578-107F7059BF6E}"/>
              </a:ext>
            </a:extLst>
          </p:cNvPr>
          <p:cNvSpPr txBox="1">
            <a:spLocks/>
          </p:cNvSpPr>
          <p:nvPr/>
        </p:nvSpPr>
        <p:spPr>
          <a:xfrm flipH="1">
            <a:off x="811044" y="2421650"/>
            <a:ext cx="2480795" cy="276999"/>
          </a:xfrm>
          <a:prstGeom prst="rect">
            <a:avLst/>
          </a:prstGeom>
          <a:noFill/>
          <a:ln>
            <a:noFill/>
          </a:ln>
        </p:spPr>
        <p:txBody>
          <a:bodyPr wrap="square" lIns="0" tIns="0" rIns="0" bIns="0" rtlCol="0">
            <a:spAutoFit/>
          </a:bodyPr>
          <a:lstStyle/>
          <a:p>
            <a:r>
              <a:rPr lang="zh-CN" altLang="en-US" b="1" dirty="0">
                <a:solidFill>
                  <a:schemeClr val="bg1">
                    <a:lumMod val="50000"/>
                  </a:schemeClr>
                </a:solidFill>
                <a:latin typeface="Microsoft YaHei" panose="020B0503020204020204" pitchFamily="34" charset="-122"/>
                <a:ea typeface="Microsoft YaHei" panose="020B0503020204020204" pitchFamily="34" charset="-122"/>
              </a:rPr>
              <a:t>风险提示</a:t>
            </a:r>
            <a:endParaRPr lang="en-US" altLang="zh-CN" b="1" dirty="0">
              <a:solidFill>
                <a:schemeClr val="bg1">
                  <a:lumMod val="50000"/>
                </a:schemeClr>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val="308444557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xmlns="" id="{13C3059C-D062-A24C-A97A-9A47DBEC9675}"/>
              </a:ext>
            </a:extLst>
          </p:cNvPr>
          <p:cNvSpPr txBox="1"/>
          <p:nvPr/>
        </p:nvSpPr>
        <p:spPr>
          <a:xfrm>
            <a:off x="589058" y="2210809"/>
            <a:ext cx="3885991" cy="1015663"/>
          </a:xfrm>
          <a:prstGeom prst="rect">
            <a:avLst/>
          </a:prstGeom>
          <a:noFill/>
        </p:spPr>
        <p:txBody>
          <a:bodyPr wrap="square" rtlCol="0">
            <a:spAutoFit/>
          </a:bodyPr>
          <a:lstStyle/>
          <a:p>
            <a:r>
              <a:rPr lang="en-US" altLang="zh-CN" sz="5800" b="1" i="1" dirty="0">
                <a:solidFill>
                  <a:schemeClr val="bg1"/>
                </a:solidFill>
                <a:latin typeface="微软雅黑" panose="020B0503020204020204" pitchFamily="34" charset="-122"/>
                <a:ea typeface="微软雅黑" panose="020B0503020204020204" pitchFamily="34" charset="-122"/>
              </a:rPr>
              <a:t>THANKS</a:t>
            </a:r>
            <a:endParaRPr lang="zh-CN" altLang="en-US" sz="5800" b="1" i="1" dirty="0">
              <a:solidFill>
                <a:schemeClr val="bg1"/>
              </a:solidFill>
              <a:latin typeface="微软雅黑" panose="020B0503020204020204" pitchFamily="34" charset="-122"/>
              <a:ea typeface="微软雅黑" panose="020B0503020204020204" pitchFamily="34" charset="-122"/>
            </a:endParaRPr>
          </a:p>
        </p:txBody>
      </p:sp>
      <p:sp>
        <p:nvSpPr>
          <p:cNvPr id="3" name="文本框 2">
            <a:extLst>
              <a:ext uri="{FF2B5EF4-FFF2-40B4-BE49-F238E27FC236}">
                <a16:creationId xmlns:a16="http://schemas.microsoft.com/office/drawing/2014/main" xmlns="" id="{BA49C9B9-AF00-3241-AF2A-49E5F3C969AA}"/>
              </a:ext>
            </a:extLst>
          </p:cNvPr>
          <p:cNvSpPr txBox="1"/>
          <p:nvPr/>
        </p:nvSpPr>
        <p:spPr>
          <a:xfrm>
            <a:off x="4062298" y="2533094"/>
            <a:ext cx="1904705" cy="523220"/>
          </a:xfrm>
          <a:prstGeom prst="rect">
            <a:avLst/>
          </a:prstGeom>
          <a:noFill/>
        </p:spPr>
        <p:txBody>
          <a:bodyPr wrap="square" rtlCol="0">
            <a:spAutoFit/>
          </a:bodyPr>
          <a:lstStyle/>
          <a:p>
            <a:r>
              <a:rPr lang="zh-CN" altLang="en-US" sz="2800" b="1" i="1" dirty="0">
                <a:solidFill>
                  <a:schemeClr val="bg1"/>
                </a:solidFill>
                <a:latin typeface="微软雅黑" panose="020B0503020204020204" pitchFamily="34" charset="-122"/>
                <a:ea typeface="微软雅黑" panose="020B0503020204020204" pitchFamily="34" charset="-122"/>
              </a:rPr>
              <a:t>感谢倾听</a:t>
            </a:r>
          </a:p>
        </p:txBody>
      </p:sp>
    </p:spTree>
    <p:extLst>
      <p:ext uri="{BB962C8B-B14F-4D97-AF65-F5344CB8AC3E}">
        <p14:creationId xmlns:p14="http://schemas.microsoft.com/office/powerpoint/2010/main" val="25043851"/>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KSO_WM_UNIT_TABLE_BEAUTIFY" val="smartTable{43691396-bb42-4e70-8c30-87ef0a74cf2e}"/>
</p:tagLst>
</file>

<file path=ppt/tags/tag2.xml><?xml version="1.0" encoding="utf-8"?>
<p:tagLst xmlns:a="http://schemas.openxmlformats.org/drawingml/2006/main" xmlns:r="http://schemas.openxmlformats.org/officeDocument/2006/relationships" xmlns:p="http://schemas.openxmlformats.org/presentationml/2006/main">
  <p:tag name="KSO_WM_UNIT_TABLE_BEAUTIFY" val="smartTable{041e5a02-958c-4ff4-a19a-99b8a996f8ef}"/>
</p:tagLst>
</file>

<file path=ppt/tags/tag3.xml><?xml version="1.0" encoding="utf-8"?>
<p:tagLst xmlns:a="http://schemas.openxmlformats.org/drawingml/2006/main" xmlns:r="http://schemas.openxmlformats.org/officeDocument/2006/relationships" xmlns:p="http://schemas.openxmlformats.org/presentationml/2006/main">
  <p:tag name="KSO_WM_UNIT_TABLE_BEAUTIFY" val="smartTable{b905f40f-bae9-42f5-80c0-e7d7e58c0c42}"/>
</p:tagLst>
</file>

<file path=ppt/tags/tag4.xml><?xml version="1.0" encoding="utf-8"?>
<p:tagLst xmlns:a="http://schemas.openxmlformats.org/drawingml/2006/main" xmlns:r="http://schemas.openxmlformats.org/officeDocument/2006/relationships" xmlns:p="http://schemas.openxmlformats.org/presentationml/2006/main">
  <p:tag name="KSO_WM_UNIT_TABLE_BEAUTIFY" val="smartTable{0a9405ca-09ff-4cea-a494-cf7ea5661ff1}"/>
</p:tagLst>
</file>

<file path=ppt/tags/tag5.xml><?xml version="1.0" encoding="utf-8"?>
<p:tagLst xmlns:a="http://schemas.openxmlformats.org/drawingml/2006/main" xmlns:r="http://schemas.openxmlformats.org/officeDocument/2006/relationships" xmlns:p="http://schemas.openxmlformats.org/presentationml/2006/main">
  <p:tag name="KSO_WM_UNIT_TABLE_BEAUTIFY" val="smartTable{43691396-bb42-4e70-8c30-87ef0a74cf2e}"/>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自定义设计方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otalTime>7784</TotalTime>
  <Words>16433</Words>
  <Application>Microsoft Office PowerPoint</Application>
  <PresentationFormat>宽屏</PresentationFormat>
  <Paragraphs>2696</Paragraphs>
  <Slides>95</Slides>
  <Notes>78</Notes>
  <HiddenSlides>0</HiddenSlides>
  <MMClips>0</MMClips>
  <ScaleCrop>false</ScaleCrop>
  <HeadingPairs>
    <vt:vector size="6" baseType="variant">
      <vt:variant>
        <vt:lpstr>已用的字体</vt:lpstr>
      </vt:variant>
      <vt:variant>
        <vt:i4>10</vt:i4>
      </vt:variant>
      <vt:variant>
        <vt:lpstr>主题</vt:lpstr>
      </vt:variant>
      <vt:variant>
        <vt:i4>2</vt:i4>
      </vt:variant>
      <vt:variant>
        <vt:lpstr>幻灯片标题</vt:lpstr>
      </vt:variant>
      <vt:variant>
        <vt:i4>95</vt:i4>
      </vt:variant>
    </vt:vector>
  </HeadingPairs>
  <TitlesOfParts>
    <vt:vector size="107" baseType="lpstr">
      <vt:lpstr>FZSSK--GBK1-0</vt:lpstr>
      <vt:lpstr>等线</vt:lpstr>
      <vt:lpstr>等线 Light</vt:lpstr>
      <vt:lpstr>华文细黑</vt:lpstr>
      <vt:lpstr>Microsoft YaHei</vt:lpstr>
      <vt:lpstr>Microsoft YaHei</vt:lpstr>
      <vt:lpstr>Arial</vt:lpstr>
      <vt:lpstr>Tahoma</vt:lpstr>
      <vt:lpstr>Times New Roman</vt:lpstr>
      <vt:lpstr>Wingdings</vt:lpstr>
      <vt:lpstr>Office 主题​​</vt:lpstr>
      <vt:lpstr>自定义设计方案</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4577</dc:creator>
  <cp:lastModifiedBy>白昕</cp:lastModifiedBy>
  <cp:revision>187</cp:revision>
  <dcterms:created xsi:type="dcterms:W3CDTF">2022-01-10T08:54:00Z</dcterms:created>
  <dcterms:modified xsi:type="dcterms:W3CDTF">2026-06-23T05:30:24Z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AFD80F69B9AA4AA69ABF60A40BA368AF</vt:lpwstr>
  </property>
  <property fmtid="{D5CDD505-2E9C-101B-9397-08002B2CF9AE}" pid="3" name="KSOProductBuildVer">
    <vt:lpwstr>2052-11.1.0.11294</vt:lpwstr>
  </property>
</Properties>
</file>